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theme/theme2.xml" ContentType="application/vnd.openxmlformats-officedocument.theme+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tags/tag1.xml" ContentType="application/vnd.openxmlformats-officedocument.presentationml.tags+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ink/ink1.xml" ContentType="application/inkml+xml"/>
  <Override PartName="/ppt/ink/ink2.xml" ContentType="application/inkml+xml"/>
  <Override PartName="/ppt/ink/ink3.xml" ContentType="application/inkml+xml"/>
  <Override PartName="/ppt/ink/ink4.xml" ContentType="application/inkml+xml"/>
  <Override PartName="/ppt/ink/ink5.xml" ContentType="application/inkml+xml"/>
  <Override PartName="/ppt/ink/ink6.xml" ContentType="application/inkml+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6" Type="http://schemas.microsoft.com/office/2020/02/relationships/classificationlabels" Target="docMetadata/LabelInfo.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4381" r:id="rId4"/>
    <p:sldMasterId id="2147484464" r:id="rId5"/>
    <p:sldMasterId id="2147484466" r:id="rId6"/>
  </p:sldMasterIdLst>
  <p:notesMasterIdLst>
    <p:notesMasterId r:id="rId175"/>
  </p:notesMasterIdLst>
  <p:sldIdLst>
    <p:sldId id="4388" r:id="rId7"/>
    <p:sldId id="4396" r:id="rId8"/>
    <p:sldId id="4373" r:id="rId9"/>
    <p:sldId id="4511" r:id="rId10"/>
    <p:sldId id="2076137736" r:id="rId11"/>
    <p:sldId id="2076137794" r:id="rId12"/>
    <p:sldId id="2076137825" r:id="rId13"/>
    <p:sldId id="2076137797" r:id="rId14"/>
    <p:sldId id="2076137827" r:id="rId15"/>
    <p:sldId id="2076137761" r:id="rId16"/>
    <p:sldId id="4408" r:id="rId17"/>
    <p:sldId id="4409" r:id="rId18"/>
    <p:sldId id="4410" r:id="rId19"/>
    <p:sldId id="4412" r:id="rId20"/>
    <p:sldId id="4413" r:id="rId21"/>
    <p:sldId id="4414" r:id="rId22"/>
    <p:sldId id="4411" r:id="rId23"/>
    <p:sldId id="4415" r:id="rId24"/>
    <p:sldId id="4416" r:id="rId25"/>
    <p:sldId id="4417" r:id="rId26"/>
    <p:sldId id="4418" r:id="rId27"/>
    <p:sldId id="4419" r:id="rId28"/>
    <p:sldId id="4420" r:id="rId29"/>
    <p:sldId id="4421" r:id="rId30"/>
    <p:sldId id="4422" r:id="rId31"/>
    <p:sldId id="4423" r:id="rId32"/>
    <p:sldId id="4424" r:id="rId33"/>
    <p:sldId id="4425" r:id="rId34"/>
    <p:sldId id="4426" r:id="rId35"/>
    <p:sldId id="4427" r:id="rId36"/>
    <p:sldId id="4428" r:id="rId37"/>
    <p:sldId id="4429" r:id="rId38"/>
    <p:sldId id="4430" r:id="rId39"/>
    <p:sldId id="4431" r:id="rId40"/>
    <p:sldId id="4432" r:id="rId41"/>
    <p:sldId id="4433" r:id="rId42"/>
    <p:sldId id="4434" r:id="rId43"/>
    <p:sldId id="4435" r:id="rId44"/>
    <p:sldId id="4436" r:id="rId45"/>
    <p:sldId id="4438" r:id="rId46"/>
    <p:sldId id="4439" r:id="rId47"/>
    <p:sldId id="4440" r:id="rId48"/>
    <p:sldId id="4441" r:id="rId49"/>
    <p:sldId id="4451" r:id="rId50"/>
    <p:sldId id="4450" r:id="rId51"/>
    <p:sldId id="4452" r:id="rId52"/>
    <p:sldId id="4449" r:id="rId53"/>
    <p:sldId id="4453" r:id="rId54"/>
    <p:sldId id="4506" r:id="rId55"/>
    <p:sldId id="4454" r:id="rId56"/>
    <p:sldId id="4455" r:id="rId57"/>
    <p:sldId id="2076137823" r:id="rId58"/>
    <p:sldId id="2076137824" r:id="rId59"/>
    <p:sldId id="4456" r:id="rId60"/>
    <p:sldId id="4457" r:id="rId61"/>
    <p:sldId id="4458" r:id="rId62"/>
    <p:sldId id="4459" r:id="rId63"/>
    <p:sldId id="4512" r:id="rId64"/>
    <p:sldId id="4460" r:id="rId65"/>
    <p:sldId id="4461" r:id="rId66"/>
    <p:sldId id="1599" r:id="rId67"/>
    <p:sldId id="4516" r:id="rId68"/>
    <p:sldId id="4517" r:id="rId69"/>
    <p:sldId id="4518" r:id="rId70"/>
    <p:sldId id="4519" r:id="rId71"/>
    <p:sldId id="4520" r:id="rId72"/>
    <p:sldId id="2076137728" r:id="rId73"/>
    <p:sldId id="2076137740" r:id="rId74"/>
    <p:sldId id="2076137735" r:id="rId75"/>
    <p:sldId id="2076137730" r:id="rId76"/>
    <p:sldId id="2076137731" r:id="rId77"/>
    <p:sldId id="2076137732" r:id="rId78"/>
    <p:sldId id="2076137733" r:id="rId79"/>
    <p:sldId id="2076137734" r:id="rId80"/>
    <p:sldId id="2076137738" r:id="rId81"/>
    <p:sldId id="2076137801" r:id="rId82"/>
    <p:sldId id="4467" r:id="rId83"/>
    <p:sldId id="2076137806" r:id="rId84"/>
    <p:sldId id="4471" r:id="rId85"/>
    <p:sldId id="4474" r:id="rId86"/>
    <p:sldId id="2076137817" r:id="rId87"/>
    <p:sldId id="4478" r:id="rId88"/>
    <p:sldId id="2076137767" r:id="rId89"/>
    <p:sldId id="4487" r:id="rId90"/>
    <p:sldId id="2076137766" r:id="rId91"/>
    <p:sldId id="2076137737" r:id="rId92"/>
    <p:sldId id="2076137818" r:id="rId93"/>
    <p:sldId id="4490" r:id="rId94"/>
    <p:sldId id="4497" r:id="rId95"/>
    <p:sldId id="4503" r:id="rId96"/>
    <p:sldId id="4483" r:id="rId97"/>
    <p:sldId id="2076137764" r:id="rId98"/>
    <p:sldId id="2076137807" r:id="rId99"/>
    <p:sldId id="2076137765" r:id="rId100"/>
    <p:sldId id="2076137782" r:id="rId101"/>
    <p:sldId id="4465" r:id="rId102"/>
    <p:sldId id="4466" r:id="rId103"/>
    <p:sldId id="4470" r:id="rId104"/>
    <p:sldId id="4475" r:id="rId105"/>
    <p:sldId id="4477" r:id="rId106"/>
    <p:sldId id="4481" r:id="rId107"/>
    <p:sldId id="4486" r:id="rId108"/>
    <p:sldId id="4495" r:id="rId109"/>
    <p:sldId id="4496" r:id="rId110"/>
    <p:sldId id="2076137826" r:id="rId111"/>
    <p:sldId id="4502" r:id="rId112"/>
    <p:sldId id="2076137763" r:id="rId113"/>
    <p:sldId id="4469" r:id="rId114"/>
    <p:sldId id="4473" r:id="rId115"/>
    <p:sldId id="4476" r:id="rId116"/>
    <p:sldId id="2076137769" r:id="rId117"/>
    <p:sldId id="4489" r:id="rId118"/>
    <p:sldId id="4501" r:id="rId119"/>
    <p:sldId id="4480" r:id="rId120"/>
    <p:sldId id="4504" r:id="rId121"/>
    <p:sldId id="4468" r:id="rId122"/>
    <p:sldId id="4479" r:id="rId123"/>
    <p:sldId id="4507" r:id="rId124"/>
    <p:sldId id="4508" r:id="rId125"/>
    <p:sldId id="2076137770" r:id="rId126"/>
    <p:sldId id="2076137772" r:id="rId127"/>
    <p:sldId id="2076137776" r:id="rId128"/>
    <p:sldId id="2076137780" r:id="rId129"/>
    <p:sldId id="2076137781" r:id="rId130"/>
    <p:sldId id="4463" r:id="rId131"/>
    <p:sldId id="4464" r:id="rId132"/>
    <p:sldId id="4472" r:id="rId133"/>
    <p:sldId id="4484" r:id="rId134"/>
    <p:sldId id="4485" r:id="rId135"/>
    <p:sldId id="2076137771" r:id="rId136"/>
    <p:sldId id="4509" r:id="rId137"/>
    <p:sldId id="2076137779" r:id="rId138"/>
    <p:sldId id="2076137791" r:id="rId139"/>
    <p:sldId id="4482" r:id="rId140"/>
    <p:sldId id="4488" r:id="rId141"/>
    <p:sldId id="4491" r:id="rId142"/>
    <p:sldId id="4494" r:id="rId143"/>
    <p:sldId id="4499" r:id="rId144"/>
    <p:sldId id="2076137774" r:id="rId145"/>
    <p:sldId id="2076137773" r:id="rId146"/>
    <p:sldId id="4500" r:id="rId147"/>
    <p:sldId id="4505" r:id="rId148"/>
    <p:sldId id="2076137820" r:id="rId149"/>
    <p:sldId id="2076137775" r:id="rId150"/>
    <p:sldId id="2076137777" r:id="rId151"/>
    <p:sldId id="2076137783" r:id="rId152"/>
    <p:sldId id="2076137778" r:id="rId153"/>
    <p:sldId id="2076137784" r:id="rId154"/>
    <p:sldId id="2076137785" r:id="rId155"/>
    <p:sldId id="4513" r:id="rId156"/>
    <p:sldId id="4514" r:id="rId157"/>
    <p:sldId id="4515" r:id="rId158"/>
    <p:sldId id="2076137768" r:id="rId159"/>
    <p:sldId id="2076137802" r:id="rId160"/>
    <p:sldId id="2076137803" r:id="rId161"/>
    <p:sldId id="2076137804" r:id="rId162"/>
    <p:sldId id="2076137743" r:id="rId163"/>
    <p:sldId id="2076137805" r:id="rId164"/>
    <p:sldId id="2076137808" r:id="rId165"/>
    <p:sldId id="2076137810" r:id="rId166"/>
    <p:sldId id="2076137811" r:id="rId167"/>
    <p:sldId id="2076137812" r:id="rId168"/>
    <p:sldId id="2076137813" r:id="rId169"/>
    <p:sldId id="2076137814" r:id="rId170"/>
    <p:sldId id="2076137816" r:id="rId171"/>
    <p:sldId id="2076137815" r:id="rId172"/>
    <p:sldId id="2076137821" r:id="rId173"/>
    <p:sldId id="2076137822" r:id="rId174"/>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6040" userDrawn="1">
          <p15:clr>
            <a:srgbClr val="A4A3A4"/>
          </p15:clr>
        </p15:guide>
        <p15:guide id="3" pos="3409" userDrawn="1">
          <p15:clr>
            <a:srgbClr val="A4A3A4"/>
          </p15:clr>
        </p15:guide>
        <p15:guide id="4" pos="1413" userDrawn="1">
          <p15:clr>
            <a:srgbClr val="A4A3A4"/>
          </p15:clr>
        </p15:guide>
        <p15:guide id="5" orient="horz" pos="2750" userDrawn="1">
          <p15:clr>
            <a:srgbClr val="A4A3A4"/>
          </p15:clr>
        </p15:guide>
        <p15:guide id="6" orient="horz" pos="1389" userDrawn="1">
          <p15:clr>
            <a:srgbClr val="A4A3A4"/>
          </p15:clr>
        </p15:guide>
        <p15:guide id="7" pos="6403" userDrawn="1">
          <p15:clr>
            <a:srgbClr val="A4A3A4"/>
          </p15:clr>
        </p15:guide>
        <p15:guide id="8" pos="7106" userDrawn="1">
          <p15:clr>
            <a:srgbClr val="A4A3A4"/>
          </p15:clr>
        </p15:guide>
        <p15:guide id="9" orient="horz" pos="935" userDrawn="1">
          <p15:clr>
            <a:srgbClr val="A4A3A4"/>
          </p15:clr>
        </p15:guide>
        <p15:guide id="10" orient="horz" pos="4088" userDrawn="1">
          <p15:clr>
            <a:srgbClr val="A4A3A4"/>
          </p15:clr>
        </p15:guide>
        <p15:guide id="11" orient="horz" pos="2296" userDrawn="1">
          <p15:clr>
            <a:srgbClr val="A4A3A4"/>
          </p15:clr>
        </p15:guide>
        <p15:guide id="12" orient="horz" pos="3657" userDrawn="1">
          <p15:clr>
            <a:srgbClr val="A4A3A4"/>
          </p15:clr>
        </p15:guide>
        <p15:guide id="13" pos="2343" userDrawn="1">
          <p15:clr>
            <a:srgbClr val="A4A3A4"/>
          </p15:clr>
        </p15:guide>
        <p15:guide id="14" pos="1300" userDrawn="1">
          <p15:clr>
            <a:srgbClr val="A4A3A4"/>
          </p15:clr>
        </p15:guide>
        <p15:guide id="15" pos="189" userDrawn="1">
          <p15:clr>
            <a:srgbClr val="A4A3A4"/>
          </p15:clr>
        </p15:guide>
        <p15:guide id="16" pos="234" userDrawn="1">
          <p15:clr>
            <a:srgbClr val="A4A3A4"/>
          </p15:clr>
        </p15:guide>
        <p15:guide id="17" orient="horz" pos="1842" userDrawn="1">
          <p15:clr>
            <a:srgbClr val="A4A3A4"/>
          </p15:clr>
        </p15:guide>
        <p15:guide id="18" pos="1822" userDrawn="1">
          <p15:clr>
            <a:srgbClr val="A4A3A4"/>
          </p15:clr>
        </p15:guide>
        <p15:guide id="19" orient="horz" pos="3203" userDrawn="1">
          <p15:clr>
            <a:srgbClr val="A4A3A4"/>
          </p15:clr>
        </p15:guide>
        <p15:guide id="20" pos="2865" userDrawn="1">
          <p15:clr>
            <a:srgbClr val="A4A3A4"/>
          </p15:clr>
        </p15:guide>
        <p15:guide id="21" pos="6584" userDrawn="1">
          <p15:clr>
            <a:srgbClr val="A4A3A4"/>
          </p15:clr>
        </p15:guide>
        <p15:guide id="22" pos="7650" userDrawn="1">
          <p15:clr>
            <a:srgbClr val="A4A3A4"/>
          </p15:clr>
        </p15:guide>
        <p15:guide id="23" orient="horz" pos="482" userDrawn="1">
          <p15:clr>
            <a:srgbClr val="A4A3A4"/>
          </p15:clr>
        </p15:guide>
        <p15:guide id="24" pos="3931" userDrawn="1">
          <p15:clr>
            <a:srgbClr val="A4A3A4"/>
          </p15:clr>
        </p15:guide>
        <p15:guide id="25" orient="horz" pos="28"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FFCC"/>
    <a:srgbClr val="F2F2F2"/>
    <a:srgbClr val="FB7575"/>
    <a:srgbClr val="00B050"/>
    <a:srgbClr val="E9EEF2"/>
    <a:srgbClr val="7F7F7F"/>
    <a:srgbClr val="A6A6A6"/>
    <a:srgbClr val="BF9000"/>
    <a:srgbClr val="C00000"/>
    <a:srgbClr val="3B20C2"/>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A35DF7DC-1437-40B7-9CEB-46038B6D9416}" v="5" dt="2026-09-13T10:16:18.542"/>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02" d="100"/>
          <a:sy n="102" d="100"/>
        </p:scale>
        <p:origin x="96" y="40"/>
      </p:cViewPr>
      <p:guideLst>
        <p:guide orient="horz" pos="2160"/>
        <p:guide pos="6040"/>
        <p:guide pos="3409"/>
        <p:guide pos="1413"/>
        <p:guide orient="horz" pos="2750"/>
        <p:guide orient="horz" pos="1389"/>
        <p:guide pos="6403"/>
        <p:guide pos="7106"/>
        <p:guide orient="horz" pos="935"/>
        <p:guide orient="horz" pos="4088"/>
        <p:guide orient="horz" pos="2296"/>
        <p:guide orient="horz" pos="3657"/>
        <p:guide pos="2343"/>
        <p:guide pos="1300"/>
        <p:guide pos="189"/>
        <p:guide pos="234"/>
        <p:guide orient="horz" pos="1842"/>
        <p:guide pos="1822"/>
        <p:guide orient="horz" pos="3203"/>
        <p:guide pos="2865"/>
        <p:guide pos="6584"/>
        <p:guide pos="7650"/>
        <p:guide orient="horz" pos="482"/>
        <p:guide pos="3931"/>
        <p:guide orient="horz" pos="28"/>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1.xml"/><Relationship Id="rId21" Type="http://schemas.openxmlformats.org/officeDocument/2006/relationships/slide" Target="slides/slide15.xml"/><Relationship Id="rId42" Type="http://schemas.openxmlformats.org/officeDocument/2006/relationships/slide" Target="slides/slide36.xml"/><Relationship Id="rId63" Type="http://schemas.openxmlformats.org/officeDocument/2006/relationships/slide" Target="slides/slide57.xml"/><Relationship Id="rId84" Type="http://schemas.openxmlformats.org/officeDocument/2006/relationships/slide" Target="slides/slide78.xml"/><Relationship Id="rId138" Type="http://schemas.openxmlformats.org/officeDocument/2006/relationships/slide" Target="slides/slide132.xml"/><Relationship Id="rId159" Type="http://schemas.openxmlformats.org/officeDocument/2006/relationships/slide" Target="slides/slide153.xml"/><Relationship Id="rId170" Type="http://schemas.openxmlformats.org/officeDocument/2006/relationships/slide" Target="slides/slide164.xml"/><Relationship Id="rId107" Type="http://schemas.openxmlformats.org/officeDocument/2006/relationships/slide" Target="slides/slide101.xml"/><Relationship Id="rId11" Type="http://schemas.openxmlformats.org/officeDocument/2006/relationships/slide" Target="slides/slide5.xml"/><Relationship Id="rId32" Type="http://schemas.openxmlformats.org/officeDocument/2006/relationships/slide" Target="slides/slide26.xml"/><Relationship Id="rId53" Type="http://schemas.openxmlformats.org/officeDocument/2006/relationships/slide" Target="slides/slide47.xml"/><Relationship Id="rId74" Type="http://schemas.openxmlformats.org/officeDocument/2006/relationships/slide" Target="slides/slide68.xml"/><Relationship Id="rId128" Type="http://schemas.openxmlformats.org/officeDocument/2006/relationships/slide" Target="slides/slide122.xml"/><Relationship Id="rId149" Type="http://schemas.openxmlformats.org/officeDocument/2006/relationships/slide" Target="slides/slide143.xml"/><Relationship Id="rId5" Type="http://schemas.openxmlformats.org/officeDocument/2006/relationships/slideMaster" Target="slideMasters/slideMaster2.xml"/><Relationship Id="rId95" Type="http://schemas.openxmlformats.org/officeDocument/2006/relationships/slide" Target="slides/slide89.xml"/><Relationship Id="rId160" Type="http://schemas.openxmlformats.org/officeDocument/2006/relationships/slide" Target="slides/slide154.xml"/><Relationship Id="rId181" Type="http://schemas.microsoft.com/office/2015/10/relationships/revisionInfo" Target="revisionInfo.xml"/><Relationship Id="rId22" Type="http://schemas.openxmlformats.org/officeDocument/2006/relationships/slide" Target="slides/slide16.xml"/><Relationship Id="rId43" Type="http://schemas.openxmlformats.org/officeDocument/2006/relationships/slide" Target="slides/slide37.xml"/><Relationship Id="rId64" Type="http://schemas.openxmlformats.org/officeDocument/2006/relationships/slide" Target="slides/slide58.xml"/><Relationship Id="rId118" Type="http://schemas.openxmlformats.org/officeDocument/2006/relationships/slide" Target="slides/slide112.xml"/><Relationship Id="rId139" Type="http://schemas.openxmlformats.org/officeDocument/2006/relationships/slide" Target="slides/slide133.xml"/><Relationship Id="rId85" Type="http://schemas.openxmlformats.org/officeDocument/2006/relationships/slide" Target="slides/slide79.xml"/><Relationship Id="rId150" Type="http://schemas.openxmlformats.org/officeDocument/2006/relationships/slide" Target="slides/slide144.xml"/><Relationship Id="rId171" Type="http://schemas.openxmlformats.org/officeDocument/2006/relationships/slide" Target="slides/slide165.xml"/><Relationship Id="rId12" Type="http://schemas.openxmlformats.org/officeDocument/2006/relationships/slide" Target="slides/slide6.xml"/><Relationship Id="rId33" Type="http://schemas.openxmlformats.org/officeDocument/2006/relationships/slide" Target="slides/slide27.xml"/><Relationship Id="rId108" Type="http://schemas.openxmlformats.org/officeDocument/2006/relationships/slide" Target="slides/slide102.xml"/><Relationship Id="rId129" Type="http://schemas.openxmlformats.org/officeDocument/2006/relationships/slide" Target="slides/slide123.xml"/><Relationship Id="rId54" Type="http://schemas.openxmlformats.org/officeDocument/2006/relationships/slide" Target="slides/slide48.xml"/><Relationship Id="rId75" Type="http://schemas.openxmlformats.org/officeDocument/2006/relationships/slide" Target="slides/slide69.xml"/><Relationship Id="rId96" Type="http://schemas.openxmlformats.org/officeDocument/2006/relationships/slide" Target="slides/slide90.xml"/><Relationship Id="rId140" Type="http://schemas.openxmlformats.org/officeDocument/2006/relationships/slide" Target="slides/slide134.xml"/><Relationship Id="rId161" Type="http://schemas.openxmlformats.org/officeDocument/2006/relationships/slide" Target="slides/slide155.xml"/><Relationship Id="rId6" Type="http://schemas.openxmlformats.org/officeDocument/2006/relationships/slideMaster" Target="slideMasters/slideMaster3.xml"/><Relationship Id="rId23" Type="http://schemas.openxmlformats.org/officeDocument/2006/relationships/slide" Target="slides/slide17.xml"/><Relationship Id="rId119" Type="http://schemas.openxmlformats.org/officeDocument/2006/relationships/slide" Target="slides/slide113.xml"/><Relationship Id="rId44" Type="http://schemas.openxmlformats.org/officeDocument/2006/relationships/slide" Target="slides/slide38.xml"/><Relationship Id="rId60" Type="http://schemas.openxmlformats.org/officeDocument/2006/relationships/slide" Target="slides/slide54.xml"/><Relationship Id="rId65" Type="http://schemas.openxmlformats.org/officeDocument/2006/relationships/slide" Target="slides/slide59.xml"/><Relationship Id="rId81" Type="http://schemas.openxmlformats.org/officeDocument/2006/relationships/slide" Target="slides/slide75.xml"/><Relationship Id="rId86" Type="http://schemas.openxmlformats.org/officeDocument/2006/relationships/slide" Target="slides/slide80.xml"/><Relationship Id="rId130" Type="http://schemas.openxmlformats.org/officeDocument/2006/relationships/slide" Target="slides/slide124.xml"/><Relationship Id="rId135" Type="http://schemas.openxmlformats.org/officeDocument/2006/relationships/slide" Target="slides/slide129.xml"/><Relationship Id="rId151" Type="http://schemas.openxmlformats.org/officeDocument/2006/relationships/slide" Target="slides/slide145.xml"/><Relationship Id="rId156" Type="http://schemas.openxmlformats.org/officeDocument/2006/relationships/slide" Target="slides/slide150.xml"/><Relationship Id="rId177" Type="http://schemas.openxmlformats.org/officeDocument/2006/relationships/viewProps" Target="viewProps.xml"/><Relationship Id="rId172" Type="http://schemas.openxmlformats.org/officeDocument/2006/relationships/slide" Target="slides/slide166.xml"/><Relationship Id="rId13" Type="http://schemas.openxmlformats.org/officeDocument/2006/relationships/slide" Target="slides/slide7.xml"/><Relationship Id="rId18" Type="http://schemas.openxmlformats.org/officeDocument/2006/relationships/slide" Target="slides/slide12.xml"/><Relationship Id="rId39" Type="http://schemas.openxmlformats.org/officeDocument/2006/relationships/slide" Target="slides/slide33.xml"/><Relationship Id="rId109" Type="http://schemas.openxmlformats.org/officeDocument/2006/relationships/slide" Target="slides/slide103.xml"/><Relationship Id="rId34" Type="http://schemas.openxmlformats.org/officeDocument/2006/relationships/slide" Target="slides/slide28.xml"/><Relationship Id="rId50" Type="http://schemas.openxmlformats.org/officeDocument/2006/relationships/slide" Target="slides/slide44.xml"/><Relationship Id="rId55" Type="http://schemas.openxmlformats.org/officeDocument/2006/relationships/slide" Target="slides/slide49.xml"/><Relationship Id="rId76" Type="http://schemas.openxmlformats.org/officeDocument/2006/relationships/slide" Target="slides/slide70.xml"/><Relationship Id="rId97" Type="http://schemas.openxmlformats.org/officeDocument/2006/relationships/slide" Target="slides/slide91.xml"/><Relationship Id="rId104" Type="http://schemas.openxmlformats.org/officeDocument/2006/relationships/slide" Target="slides/slide98.xml"/><Relationship Id="rId120" Type="http://schemas.openxmlformats.org/officeDocument/2006/relationships/slide" Target="slides/slide114.xml"/><Relationship Id="rId125" Type="http://schemas.openxmlformats.org/officeDocument/2006/relationships/slide" Target="slides/slide119.xml"/><Relationship Id="rId141" Type="http://schemas.openxmlformats.org/officeDocument/2006/relationships/slide" Target="slides/slide135.xml"/><Relationship Id="rId146" Type="http://schemas.openxmlformats.org/officeDocument/2006/relationships/slide" Target="slides/slide140.xml"/><Relationship Id="rId167" Type="http://schemas.openxmlformats.org/officeDocument/2006/relationships/slide" Target="slides/slide161.xml"/><Relationship Id="rId7" Type="http://schemas.openxmlformats.org/officeDocument/2006/relationships/slide" Target="slides/slide1.xml"/><Relationship Id="rId71" Type="http://schemas.openxmlformats.org/officeDocument/2006/relationships/slide" Target="slides/slide65.xml"/><Relationship Id="rId92" Type="http://schemas.openxmlformats.org/officeDocument/2006/relationships/slide" Target="slides/slide86.xml"/><Relationship Id="rId162" Type="http://schemas.openxmlformats.org/officeDocument/2006/relationships/slide" Target="slides/slide156.xml"/><Relationship Id="rId2" Type="http://schemas.openxmlformats.org/officeDocument/2006/relationships/customXml" Target="../customXml/item2.xml"/><Relationship Id="rId29" Type="http://schemas.openxmlformats.org/officeDocument/2006/relationships/slide" Target="slides/slide23.xml"/><Relationship Id="rId24" Type="http://schemas.openxmlformats.org/officeDocument/2006/relationships/slide" Target="slides/slide18.xml"/><Relationship Id="rId40" Type="http://schemas.openxmlformats.org/officeDocument/2006/relationships/slide" Target="slides/slide34.xml"/><Relationship Id="rId45" Type="http://schemas.openxmlformats.org/officeDocument/2006/relationships/slide" Target="slides/slide39.xml"/><Relationship Id="rId66" Type="http://schemas.openxmlformats.org/officeDocument/2006/relationships/slide" Target="slides/slide60.xml"/><Relationship Id="rId87" Type="http://schemas.openxmlformats.org/officeDocument/2006/relationships/slide" Target="slides/slide81.xml"/><Relationship Id="rId110" Type="http://schemas.openxmlformats.org/officeDocument/2006/relationships/slide" Target="slides/slide104.xml"/><Relationship Id="rId115" Type="http://schemas.openxmlformats.org/officeDocument/2006/relationships/slide" Target="slides/slide109.xml"/><Relationship Id="rId131" Type="http://schemas.openxmlformats.org/officeDocument/2006/relationships/slide" Target="slides/slide125.xml"/><Relationship Id="rId136" Type="http://schemas.openxmlformats.org/officeDocument/2006/relationships/slide" Target="slides/slide130.xml"/><Relationship Id="rId157" Type="http://schemas.openxmlformats.org/officeDocument/2006/relationships/slide" Target="slides/slide151.xml"/><Relationship Id="rId178" Type="http://schemas.openxmlformats.org/officeDocument/2006/relationships/theme" Target="theme/theme1.xml"/><Relationship Id="rId61" Type="http://schemas.openxmlformats.org/officeDocument/2006/relationships/slide" Target="slides/slide55.xml"/><Relationship Id="rId82" Type="http://schemas.openxmlformats.org/officeDocument/2006/relationships/slide" Target="slides/slide76.xml"/><Relationship Id="rId152" Type="http://schemas.openxmlformats.org/officeDocument/2006/relationships/slide" Target="slides/slide146.xml"/><Relationship Id="rId173" Type="http://schemas.openxmlformats.org/officeDocument/2006/relationships/slide" Target="slides/slide167.xml"/><Relationship Id="rId19" Type="http://schemas.openxmlformats.org/officeDocument/2006/relationships/slide" Target="slides/slide13.xml"/><Relationship Id="rId14" Type="http://schemas.openxmlformats.org/officeDocument/2006/relationships/slide" Target="slides/slide8.xml"/><Relationship Id="rId30" Type="http://schemas.openxmlformats.org/officeDocument/2006/relationships/slide" Target="slides/slide24.xml"/><Relationship Id="rId35" Type="http://schemas.openxmlformats.org/officeDocument/2006/relationships/slide" Target="slides/slide29.xml"/><Relationship Id="rId56" Type="http://schemas.openxmlformats.org/officeDocument/2006/relationships/slide" Target="slides/slide50.xml"/><Relationship Id="rId77" Type="http://schemas.openxmlformats.org/officeDocument/2006/relationships/slide" Target="slides/slide71.xml"/><Relationship Id="rId100" Type="http://schemas.openxmlformats.org/officeDocument/2006/relationships/slide" Target="slides/slide94.xml"/><Relationship Id="rId105" Type="http://schemas.openxmlformats.org/officeDocument/2006/relationships/slide" Target="slides/slide99.xml"/><Relationship Id="rId126" Type="http://schemas.openxmlformats.org/officeDocument/2006/relationships/slide" Target="slides/slide120.xml"/><Relationship Id="rId147" Type="http://schemas.openxmlformats.org/officeDocument/2006/relationships/slide" Target="slides/slide141.xml"/><Relationship Id="rId168" Type="http://schemas.openxmlformats.org/officeDocument/2006/relationships/slide" Target="slides/slide162.xml"/><Relationship Id="rId8" Type="http://schemas.openxmlformats.org/officeDocument/2006/relationships/slide" Target="slides/slide2.xml"/><Relationship Id="rId51" Type="http://schemas.openxmlformats.org/officeDocument/2006/relationships/slide" Target="slides/slide45.xml"/><Relationship Id="rId72" Type="http://schemas.openxmlformats.org/officeDocument/2006/relationships/slide" Target="slides/slide66.xml"/><Relationship Id="rId93" Type="http://schemas.openxmlformats.org/officeDocument/2006/relationships/slide" Target="slides/slide87.xml"/><Relationship Id="rId98" Type="http://schemas.openxmlformats.org/officeDocument/2006/relationships/slide" Target="slides/slide92.xml"/><Relationship Id="rId121" Type="http://schemas.openxmlformats.org/officeDocument/2006/relationships/slide" Target="slides/slide115.xml"/><Relationship Id="rId142" Type="http://schemas.openxmlformats.org/officeDocument/2006/relationships/slide" Target="slides/slide136.xml"/><Relationship Id="rId163" Type="http://schemas.openxmlformats.org/officeDocument/2006/relationships/slide" Target="slides/slide157.xml"/><Relationship Id="rId3" Type="http://schemas.openxmlformats.org/officeDocument/2006/relationships/customXml" Target="../customXml/item3.xml"/><Relationship Id="rId25" Type="http://schemas.openxmlformats.org/officeDocument/2006/relationships/slide" Target="slides/slide19.xml"/><Relationship Id="rId46" Type="http://schemas.openxmlformats.org/officeDocument/2006/relationships/slide" Target="slides/slide40.xml"/><Relationship Id="rId67" Type="http://schemas.openxmlformats.org/officeDocument/2006/relationships/slide" Target="slides/slide61.xml"/><Relationship Id="rId116" Type="http://schemas.openxmlformats.org/officeDocument/2006/relationships/slide" Target="slides/slide110.xml"/><Relationship Id="rId137" Type="http://schemas.openxmlformats.org/officeDocument/2006/relationships/slide" Target="slides/slide131.xml"/><Relationship Id="rId158" Type="http://schemas.openxmlformats.org/officeDocument/2006/relationships/slide" Target="slides/slide152.xml"/><Relationship Id="rId20" Type="http://schemas.openxmlformats.org/officeDocument/2006/relationships/slide" Target="slides/slide14.xml"/><Relationship Id="rId41" Type="http://schemas.openxmlformats.org/officeDocument/2006/relationships/slide" Target="slides/slide35.xml"/><Relationship Id="rId62" Type="http://schemas.openxmlformats.org/officeDocument/2006/relationships/slide" Target="slides/slide56.xml"/><Relationship Id="rId83" Type="http://schemas.openxmlformats.org/officeDocument/2006/relationships/slide" Target="slides/slide77.xml"/><Relationship Id="rId88" Type="http://schemas.openxmlformats.org/officeDocument/2006/relationships/slide" Target="slides/slide82.xml"/><Relationship Id="rId111" Type="http://schemas.openxmlformats.org/officeDocument/2006/relationships/slide" Target="slides/slide105.xml"/><Relationship Id="rId132" Type="http://schemas.openxmlformats.org/officeDocument/2006/relationships/slide" Target="slides/slide126.xml"/><Relationship Id="rId153" Type="http://schemas.openxmlformats.org/officeDocument/2006/relationships/slide" Target="slides/slide147.xml"/><Relationship Id="rId174" Type="http://schemas.openxmlformats.org/officeDocument/2006/relationships/slide" Target="slides/slide168.xml"/><Relationship Id="rId179" Type="http://schemas.openxmlformats.org/officeDocument/2006/relationships/tableStyles" Target="tableStyles.xml"/><Relationship Id="rId15" Type="http://schemas.openxmlformats.org/officeDocument/2006/relationships/slide" Target="slides/slide9.xml"/><Relationship Id="rId36" Type="http://schemas.openxmlformats.org/officeDocument/2006/relationships/slide" Target="slides/slide30.xml"/><Relationship Id="rId57" Type="http://schemas.openxmlformats.org/officeDocument/2006/relationships/slide" Target="slides/slide51.xml"/><Relationship Id="rId106" Type="http://schemas.openxmlformats.org/officeDocument/2006/relationships/slide" Target="slides/slide100.xml"/><Relationship Id="rId127" Type="http://schemas.openxmlformats.org/officeDocument/2006/relationships/slide" Target="slides/slide121.xml"/><Relationship Id="rId10" Type="http://schemas.openxmlformats.org/officeDocument/2006/relationships/slide" Target="slides/slide4.xml"/><Relationship Id="rId31" Type="http://schemas.openxmlformats.org/officeDocument/2006/relationships/slide" Target="slides/slide25.xml"/><Relationship Id="rId52" Type="http://schemas.openxmlformats.org/officeDocument/2006/relationships/slide" Target="slides/slide46.xml"/><Relationship Id="rId73" Type="http://schemas.openxmlformats.org/officeDocument/2006/relationships/slide" Target="slides/slide67.xml"/><Relationship Id="rId78" Type="http://schemas.openxmlformats.org/officeDocument/2006/relationships/slide" Target="slides/slide72.xml"/><Relationship Id="rId94" Type="http://schemas.openxmlformats.org/officeDocument/2006/relationships/slide" Target="slides/slide88.xml"/><Relationship Id="rId99" Type="http://schemas.openxmlformats.org/officeDocument/2006/relationships/slide" Target="slides/slide93.xml"/><Relationship Id="rId101" Type="http://schemas.openxmlformats.org/officeDocument/2006/relationships/slide" Target="slides/slide95.xml"/><Relationship Id="rId122" Type="http://schemas.openxmlformats.org/officeDocument/2006/relationships/slide" Target="slides/slide116.xml"/><Relationship Id="rId143" Type="http://schemas.openxmlformats.org/officeDocument/2006/relationships/slide" Target="slides/slide137.xml"/><Relationship Id="rId148" Type="http://schemas.openxmlformats.org/officeDocument/2006/relationships/slide" Target="slides/slide142.xml"/><Relationship Id="rId164" Type="http://schemas.openxmlformats.org/officeDocument/2006/relationships/slide" Target="slides/slide158.xml"/><Relationship Id="rId169" Type="http://schemas.openxmlformats.org/officeDocument/2006/relationships/slide" Target="slides/slide163.xml"/><Relationship Id="rId4" Type="http://schemas.openxmlformats.org/officeDocument/2006/relationships/slideMaster" Target="slideMasters/slideMaster1.xml"/><Relationship Id="rId9" Type="http://schemas.openxmlformats.org/officeDocument/2006/relationships/slide" Target="slides/slide3.xml"/><Relationship Id="rId180" Type="http://schemas.microsoft.com/office/2016/11/relationships/changesInfo" Target="changesInfos/changesInfo1.xml"/><Relationship Id="rId26" Type="http://schemas.openxmlformats.org/officeDocument/2006/relationships/slide" Target="slides/slide20.xml"/><Relationship Id="rId47" Type="http://schemas.openxmlformats.org/officeDocument/2006/relationships/slide" Target="slides/slide41.xml"/><Relationship Id="rId68" Type="http://schemas.openxmlformats.org/officeDocument/2006/relationships/slide" Target="slides/slide62.xml"/><Relationship Id="rId89" Type="http://schemas.openxmlformats.org/officeDocument/2006/relationships/slide" Target="slides/slide83.xml"/><Relationship Id="rId112" Type="http://schemas.openxmlformats.org/officeDocument/2006/relationships/slide" Target="slides/slide106.xml"/><Relationship Id="rId133" Type="http://schemas.openxmlformats.org/officeDocument/2006/relationships/slide" Target="slides/slide127.xml"/><Relationship Id="rId154" Type="http://schemas.openxmlformats.org/officeDocument/2006/relationships/slide" Target="slides/slide148.xml"/><Relationship Id="rId175" Type="http://schemas.openxmlformats.org/officeDocument/2006/relationships/notesMaster" Target="notesMasters/notesMaster1.xml"/><Relationship Id="rId16" Type="http://schemas.openxmlformats.org/officeDocument/2006/relationships/slide" Target="slides/slide10.xml"/><Relationship Id="rId37" Type="http://schemas.openxmlformats.org/officeDocument/2006/relationships/slide" Target="slides/slide31.xml"/><Relationship Id="rId58" Type="http://schemas.openxmlformats.org/officeDocument/2006/relationships/slide" Target="slides/slide52.xml"/><Relationship Id="rId79" Type="http://schemas.openxmlformats.org/officeDocument/2006/relationships/slide" Target="slides/slide73.xml"/><Relationship Id="rId102" Type="http://schemas.openxmlformats.org/officeDocument/2006/relationships/slide" Target="slides/slide96.xml"/><Relationship Id="rId123" Type="http://schemas.openxmlformats.org/officeDocument/2006/relationships/slide" Target="slides/slide117.xml"/><Relationship Id="rId144" Type="http://schemas.openxmlformats.org/officeDocument/2006/relationships/slide" Target="slides/slide138.xml"/><Relationship Id="rId90" Type="http://schemas.openxmlformats.org/officeDocument/2006/relationships/slide" Target="slides/slide84.xml"/><Relationship Id="rId165" Type="http://schemas.openxmlformats.org/officeDocument/2006/relationships/slide" Target="slides/slide159.xml"/><Relationship Id="rId27" Type="http://schemas.openxmlformats.org/officeDocument/2006/relationships/slide" Target="slides/slide21.xml"/><Relationship Id="rId48" Type="http://schemas.openxmlformats.org/officeDocument/2006/relationships/slide" Target="slides/slide42.xml"/><Relationship Id="rId69" Type="http://schemas.openxmlformats.org/officeDocument/2006/relationships/slide" Target="slides/slide63.xml"/><Relationship Id="rId113" Type="http://schemas.openxmlformats.org/officeDocument/2006/relationships/slide" Target="slides/slide107.xml"/><Relationship Id="rId134" Type="http://schemas.openxmlformats.org/officeDocument/2006/relationships/slide" Target="slides/slide128.xml"/><Relationship Id="rId80" Type="http://schemas.openxmlformats.org/officeDocument/2006/relationships/slide" Target="slides/slide74.xml"/><Relationship Id="rId155" Type="http://schemas.openxmlformats.org/officeDocument/2006/relationships/slide" Target="slides/slide149.xml"/><Relationship Id="rId176" Type="http://schemas.openxmlformats.org/officeDocument/2006/relationships/presProps" Target="presProps.xml"/><Relationship Id="rId17" Type="http://schemas.openxmlformats.org/officeDocument/2006/relationships/slide" Target="slides/slide11.xml"/><Relationship Id="rId38" Type="http://schemas.openxmlformats.org/officeDocument/2006/relationships/slide" Target="slides/slide32.xml"/><Relationship Id="rId59" Type="http://schemas.openxmlformats.org/officeDocument/2006/relationships/slide" Target="slides/slide53.xml"/><Relationship Id="rId103" Type="http://schemas.openxmlformats.org/officeDocument/2006/relationships/slide" Target="slides/slide97.xml"/><Relationship Id="rId124" Type="http://schemas.openxmlformats.org/officeDocument/2006/relationships/slide" Target="slides/slide118.xml"/><Relationship Id="rId70" Type="http://schemas.openxmlformats.org/officeDocument/2006/relationships/slide" Target="slides/slide64.xml"/><Relationship Id="rId91" Type="http://schemas.openxmlformats.org/officeDocument/2006/relationships/slide" Target="slides/slide85.xml"/><Relationship Id="rId145" Type="http://schemas.openxmlformats.org/officeDocument/2006/relationships/slide" Target="slides/slide139.xml"/><Relationship Id="rId166" Type="http://schemas.openxmlformats.org/officeDocument/2006/relationships/slide" Target="slides/slide160.xml"/><Relationship Id="rId1" Type="http://schemas.openxmlformats.org/officeDocument/2006/relationships/customXml" Target="../customXml/item1.xml"/><Relationship Id="rId28" Type="http://schemas.openxmlformats.org/officeDocument/2006/relationships/slide" Target="slides/slide22.xml"/><Relationship Id="rId49" Type="http://schemas.openxmlformats.org/officeDocument/2006/relationships/slide" Target="slides/slide43.xml"/><Relationship Id="rId114" Type="http://schemas.openxmlformats.org/officeDocument/2006/relationships/slide" Target="slides/slide108.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Stefanie Jacobs" userId="9e719bf1-4a60-4842-8aca-5f5af116dc30" providerId="ADAL" clId="{B2C2B1DD-BFA4-4FE2-8159-09C3283761FE}"/>
    <pc:docChg chg="modSld">
      <pc:chgData name="Stefanie Jacobs" userId="9e719bf1-4a60-4842-8aca-5f5af116dc30" providerId="ADAL" clId="{B2C2B1DD-BFA4-4FE2-8159-09C3283761FE}" dt="2026-09-13T10:16:18.542" v="2"/>
      <pc:docMkLst>
        <pc:docMk/>
      </pc:docMkLst>
      <pc:sldChg chg="modSp">
        <pc:chgData name="Stefanie Jacobs" userId="9e719bf1-4a60-4842-8aca-5f5af116dc30" providerId="ADAL" clId="{B2C2B1DD-BFA4-4FE2-8159-09C3283761FE}" dt="2026-09-13T09:58:42.119" v="0"/>
        <pc:sldMkLst>
          <pc:docMk/>
          <pc:sldMk cId="3621795494" sldId="4502"/>
        </pc:sldMkLst>
        <pc:spChg chg="mod">
          <ac:chgData name="Stefanie Jacobs" userId="9e719bf1-4a60-4842-8aca-5f5af116dc30" providerId="ADAL" clId="{B2C2B1DD-BFA4-4FE2-8159-09C3283761FE}" dt="2026-09-13T09:58:42.119" v="0"/>
          <ac:spMkLst>
            <pc:docMk/>
            <pc:sldMk cId="3621795494" sldId="4502"/>
            <ac:spMk id="3" creationId="{9FCFBC9F-EBD1-41DD-BA8E-871ABCCBB45A}"/>
          </ac:spMkLst>
        </pc:spChg>
      </pc:sldChg>
      <pc:sldChg chg="modSp">
        <pc:chgData name="Stefanie Jacobs" userId="9e719bf1-4a60-4842-8aca-5f5af116dc30" providerId="ADAL" clId="{B2C2B1DD-BFA4-4FE2-8159-09C3283761FE}" dt="2026-09-13T10:16:18.542" v="2"/>
        <pc:sldMkLst>
          <pc:docMk/>
          <pc:sldMk cId="2946449501" sldId="2076137820"/>
        </pc:sldMkLst>
        <pc:spChg chg="mod">
          <ac:chgData name="Stefanie Jacobs" userId="9e719bf1-4a60-4842-8aca-5f5af116dc30" providerId="ADAL" clId="{B2C2B1DD-BFA4-4FE2-8159-09C3283761FE}" dt="2026-09-13T10:16:18.542" v="2"/>
          <ac:spMkLst>
            <pc:docMk/>
            <pc:sldMk cId="2946449501" sldId="2076137820"/>
            <ac:spMk id="28" creationId="{AAE97978-5D79-38D6-C601-2705987E2EA5}"/>
          </ac:spMkLst>
        </pc:spChg>
      </pc:sldChg>
    </pc:docChg>
  </pc:docChgLst>
</pc:chgInfo>
</file>

<file path=ppt/ink/ink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4-10-29T18:18:42.840"/>
    </inkml:context>
    <inkml:brush xml:id="br0">
      <inkml:brushProperty name="width" value="0.05" units="cm"/>
      <inkml:brushProperty name="height" value="0.05" units="cm"/>
    </inkml:brush>
  </inkml:definitions>
  <inkml:trace contextRef="#ctx0" brushRef="#br0">13 119 8384,'-9'-35'3104,"13"35"-2400,-4-22-224,0 6-224,0-6-128,-8-1 64</inkml:trace>
</inkml:ink>
</file>

<file path=ppt/ink/ink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4-10-29T18:18:43.261"/>
    </inkml:context>
    <inkml:brush xml:id="br0">
      <inkml:brushProperty name="width" value="0.05" units="cm"/>
      <inkml:brushProperty name="height" value="0.05" units="cm"/>
    </inkml:brush>
  </inkml:definitions>
  <inkml:trace contextRef="#ctx0" brushRef="#br0">333 20 8960,'-11'-2'1623,"7"1"-1271,0 0 1,1 0-1,-1 0 0,0 1 1,-6-1-1,9 1-340,0 0-1,-1 0 0,1 1 0,-1-1 0,1 1 1,-1-1-1,1 1 0,0-1 0,-1 1 1,1-1-1,0 1 0,0 0 0,0 0 0,-1 0 1,1 0-1,0 0 0,0 0 0,0 0 0,0 0 1,-1 2-1,-8 15-72,1 0 0,0 0 0,2 1 0,-10 32 0,10-23 72,1-1 0,1 1 0,-2 37 0,7-54 141,0 0 1,0 0 0,2 0 0,-1 0 0,1 0-1,1 0 1,0-1 0,0 1 0,1-1 0,6 12-1,-8-18-52,1 1 0,0-1 0,0 0 0,0 0 0,1 0 0,-1 0 0,1-1 0,0 1 0,0-1 0,0 0 0,0 0 0,0 0 0,1-1 0,-1 0 0,1 1 0,0-2 0,0 1 0,0 0 0,0-1 0,0 0 0,0 0 0,0-1 0,8 1-1,-7-1-54,0-1-1,1 0 1,-1 0-1,0 0 1,0-1-1,0 0 1,0 0-1,0 0 1,-1-1-1,1 0 1,-1 0-1,1 0 1,-1-1-1,0 0 1,5-5-1,3-4-299,0-1 0,-1-1-1,18-28 1,-21 28 152,-1 0 1,-1-1-1,-1 0 0,0 0 0,-1-1 0,0 0 1,-2 1-1,0-1 0,-1-1 0,0-17 1,-1 20 76,-1 1 1,-1-1 0,0 0 0,-1 0 0,0 1 0,-2-1 0,1 1 0,-2 0 0,-7-17 0,12 30 25,0 1 0,0-1 0,-1 1 0,1 0 0,0-1 0,0 1 0,0 0 0,-1-1 0,1 1 0,0 0 0,0-1 0,-1 1 0,1 0 0,0-1 0,-1 1 0,1 0 0,0 0 0,-1 0 0,1-1 0,-1 1 0,-18-1 32,10 1-20,-81 3 131,76-1-95,0 0 0,0 1 0,0 0 0,0 1 0,-21 9 0,21-6 28,1 1 0,-1 1 1,1 0-1,-21 20 1,-41 51 319,58-60-295,0 1 0,2 1 1,0 1-1,2 0 0,-12 25 0,21-37-64,0 0 1,1 1-1,0-1 1,0 1-1,-1 21 1,4-25-22,0 0 1,0 0 0,1 0-1,0 0 1,1 0-1,0 0 1,0 0-1,0-1 1,6 11-1,-3-7-8,1 0 0,1-1-1,0 0 1,1 0-1,0 0 1,0-1-1,1 0 1,0-1-1,0 0 1,1-1-1,0 0 1,1 0-1,-1-1 1,1 0 0,13 5-1,-8-6-9,-1 0 1,1 0-1,0-1 1,0-1-1,1-1 0,-1-1 1,0 0-1,1 0 1,-1-2-1,0 0 0,17-4 1,-10 1 286,-1-1 0,1-1 1,-1-1-1,0-1 0,-1-1 1,0-1-1,31-20 0,-43 23-180,-1 1 1,0-1-1,-1-1 0,0 1 0,0-1 0,0-1 0,-1 1 0,6-13 0,-4 6-160,-1 0-1,-1 0 1,-1-1 0,7-28-1,-7 15-361,-1-1 0,-2-1-1,0 1 1,-3 0 0,-3-36 0,2 54 212,1 0 0,-1 1 0,-1-1 0,-8-20 0,10 28 186,-1 0 0,0 1 0,0 0-1,0-1 1,-1 1 0,1 0 0,-1 0-1,1 0 1,-1 0 0,0 0 0,0 1 0,-1-1-1,1 1 1,0 0 0,-1 0 0,1 0-1,-6-1 1,5 1 59,-1 1 0,1 0 0,-1 0 0,1 0 0,-1 1 0,1-1 0,-1 1 0,1 0 0,-1 0-1,1 1 1,-1-1 0,1 1 0,-9 3 0,7-2 30,1 0-1,0 1 0,-1 0 1,1 0-1,0 1 1,1-1-1,-1 1 1,0 0-1,1 1 0,-7 7 1,-4 10-20,0 0 0,2 1 0,0 1 1,2 0-1,0 0 0,2 1 0,0 0 1,2 1-1,1 0 0,1 0 0,-2 37 0,7-51-60,0 0-1,0 0 0,1 0 0,1 0 0,0 0 0,0 0 0,1 0 0,1 0 0,0-1 0,0 0 0,2 0 0,-1 0 0,1-1 0,0 1 0,1-1 1,1-1-1,-1 1 0,2-1 0,14 12 0,-7-7 203,0-1 0,1 0 0,1-2 0,0 0 0,1-1 0,38 15 0,-45-21-224,0 0-1,1-1 0,0 0 0,0-1 0,0 0 0,0-1 0,0-1 0,0 0 1,0-1-1,0 0 0,0-1 0,19-5 0,-15 1-280,0-2 0,27-14 0</inkml:trace>
  <inkml:trace contextRef="#ctx0" brushRef="#br0" timeOffset="1">1180 431 7456,'39'-110'2784,"-43"84"-2176,-35-44 1056,-4 10 256,-8 7-608,-142 48-704,35 59-385,42 18-255,31 31-64,25 0 96,21-12 0,22 1 32,12-5 32,14-22-32,8-12 32,18-7 0,20 3-192,18-11-127</inkml:trace>
</inkml:ink>
</file>

<file path=ppt/ink/ink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4-10-29T18:18:43.646"/>
    </inkml:context>
    <inkml:brush xml:id="br0">
      <inkml:brushProperty name="width" value="0.05" units="cm"/>
      <inkml:brushProperty name="height" value="0.05" units="cm"/>
    </inkml:brush>
  </inkml:definitions>
  <inkml:trace contextRef="#ctx0" brushRef="#br0">347 377 8064,'77'-49'2976,"-43"22"-2304,9-34 960,-26 8 288,-9 7 895,-76-22-1823,8 29-800,-9 16-480,-12 12-128,8 11-352,9 16-192,13 2 513,12 9-513,18 11-160,21 23 192,17-11 96,13-1-160,26-15-64</inkml:trace>
  <inkml:trace contextRef="#ctx0" brushRef="#br0" timeOffset="1">514 210 6464,'47'-65'2400,"-43"49"-1856,-4-10 608</inkml:trace>
</inkml:ink>
</file>

<file path=ppt/ink/ink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4-10-29T18:18:44.143"/>
    </inkml:context>
    <inkml:brush xml:id="br0">
      <inkml:brushProperty name="width" value="0.05" units="cm"/>
      <inkml:brushProperty name="height" value="0.05" units="cm"/>
    </inkml:brush>
  </inkml:definitions>
  <inkml:trace contextRef="#ctx0" brushRef="#br0">426 72 8064,'-3'-4'206,"0"1"0,0-1 0,0 1 0,0 0 0,0-1 0,-1 2 1,0-1-1,0 0 0,1 1 0,-1 0 0,-1 0 0,1 0 0,0 0 0,0 0 0,-1 1 1,-4-1-1,-3-2-150,-9-3-409,-41-7 0,54 13 289,1 0 0,0 1 1,0 0-1,-1 0 1,1 1-1,0 0 1,0 0-1,-1 0 0,1 1 1,-9 4-1,3 0 58,0 1 0,0 1 0,0 0-1,1 0 1,1 2 0,-1-1 0,1 1 0,1 1-1,0 0 1,0 1 0,-14 23 0,21-30 17,0-1 1,1 1 0,-1 0 0,1 0 0,0 0-1,0 1 1,-2 8 0,4-10 10,0-1 1,0 0-1,0 1 1,0-1-1,0 0 1,1 1-1,-1-1 1,1 0 0,0 1-1,0-1 1,0 0-1,1 0 1,-1 0-1,3 3 1,1 2 73,1 0 0,0-1 0,0 0 0,14 13 0,35 23 392,-51-39-454,5 2 18,0-1 0,0 1-1,0-1 1,0-1-1,1 0 1,0 0 0,0-1-1,0 0 1,12 1-1,-6-2 2,0 0 0,0-2-1,0 0 1,0 0-1,21-5 1,5-4-164,-1-2 1,-1-1-1,63-30 1,-71 28-219,-1-1 1,36-24 0,-55 31 318,0-1-1,-1 0 1,-1 0 0,0-1 0,0 0-1,-1-1 1,0 0 0,9-15-1,-10 11 259,8-22 0,-16 36-242</inkml:trace>
</inkml:ink>
</file>

<file path=ppt/ink/ink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4-10-29T18:18:44.533"/>
    </inkml:context>
    <inkml:brush xml:id="br0">
      <inkml:brushProperty name="width" value="0.05" units="cm"/>
      <inkml:brushProperty name="height" value="0.05" units="cm"/>
    </inkml:brush>
  </inkml:definitions>
  <inkml:trace contextRef="#ctx0" brushRef="#br0">699 81 9056,'-43'-53'3360,"9"26"-2624</inkml:trace>
  <inkml:trace contextRef="#ctx0" brushRef="#br0" timeOffset="1">36 161 9792,'-6'10'445,"1"-1"0,1 1 1,0 0-1,0 0 0,1 0 1,0 1-1,1-1 0,0 1 1,-1 21-1,4-20-291,1 0 0,0 0-1,0 0 1,1-1 0,0 1 0,1-1 0,1 0-1,9 19 1,-5-16-93,0 0 1,1 0-1,0 0 0,1-2 1,1 1-1,12 10 0,-1-4-11,1-1-1,0-1 0,1-1 1,1-1-1,0-2 0,1 0 1,52 16-1,-48-21-3,0-1 0,36 3 0,-50-9-55,0 0 0,0-1 0,-1-1 0,1 0 0,0-2 0,19-4 0,-10-2-230,-2-1 0,1-1 1,-1-1-1,-1-2 0,0 0 1,-1-1-1,26-23 0,-47 37 247,-1 1 0,1-1 0,0 0 0,0 1-1,-1-1 1,1 0 0,0 0 0,-1 0 0,1 0 0,-1 1-1,1-3 1,1-19 330,-3-10 21,-4-33 0,3 50-209,0 1-1,-1 0 1,-1 0 0,0 0-1,-1 0 1,-10-19-1,7 20 52,0 1 0,0 0 0,-1 0 0,-1 0 0,-18-16 0,20 21-81,0 1 0,0 0 0,-1 0 0,1 1 0,-1 0 0,0 1 0,0 0 0,-1 1 0,-13-4 0,7 4-78,0 1-1,0 1 1,-1 0 0,1 1 0,0 1-1,0 1 1,0 0 0,0 1 0,0 1 0,0 0-1,1 1 1,0 1 0,0 0 0,0 1-1,1 1 1,0 0 0,-21 17 0,10-2-784,2 0 1,1 2 0,-21 29-1,35-43-7593</inkml:trace>
</inkml:ink>
</file>

<file path=ppt/ink/ink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4-10-29T18:18:44.945"/>
    </inkml:context>
    <inkml:brush xml:id="br0">
      <inkml:brushProperty name="width" value="0.05" units="cm"/>
      <inkml:brushProperty name="height" value="0.05" units="cm"/>
    </inkml:brush>
  </inkml:definitions>
  <inkml:trace contextRef="#ctx0" brushRef="#br0">22 15 15776,'-8'0'5855,"3"-4"-4543,1-3-1952,0 3-1248</inkml:trace>
</inkml:ink>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BC521F90-732E-485F-8ED3-CDC698F678CD}" type="datetimeFigureOut">
              <a:rPr lang="en-GB" smtClean="0"/>
              <a:t>13/09/2026</a:t>
            </a:fld>
            <a:endParaRPr lang="en-GB"/>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EC0792BA-8972-49C2-8833-5198F73FBAD7}" type="slidenum">
              <a:rPr lang="en-GB" smtClean="0"/>
              <a:t>‹#›</a:t>
            </a:fld>
            <a:endParaRPr lang="en-GB"/>
          </a:p>
        </p:txBody>
      </p:sp>
    </p:spTree>
    <p:extLst>
      <p:ext uri="{BB962C8B-B14F-4D97-AF65-F5344CB8AC3E}">
        <p14:creationId xmlns:p14="http://schemas.microsoft.com/office/powerpoint/2010/main" val="262108814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i="1"/>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1049704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defTabSz="1673709">
              <a:defRPr/>
            </a:pPr>
            <a:r>
              <a:rPr lang="en-US" b="1"/>
              <a:t>Talk track:</a:t>
            </a:r>
            <a:endParaRPr lang="en-US" b="0"/>
          </a:p>
          <a:p>
            <a:pPr defTabSz="1673709">
              <a:defRPr/>
            </a:pPr>
            <a:endParaRPr lang="en-US" b="0"/>
          </a:p>
          <a:p>
            <a:pPr defTabSz="1673709">
              <a:defRPr/>
            </a:pPr>
            <a:r>
              <a:rPr lang="en-US" b="0"/>
              <a:t>Here we have expanded out the view of the different security solution areas that were represented at a higher category level in the prior slide. From there, we wanted to identify the security capabilities areas where Microsoft 365 E5 covers; places where other Microsoft solutions cover; areas where Microsoft integrates with; places that either Microsoft services or other partners cover; and finally, places that Microsoft does not cover. </a:t>
            </a:r>
          </a:p>
          <a:p>
            <a:pPr defTabSz="1673709">
              <a:defRPr/>
            </a:pPr>
            <a:endParaRPr lang="en-US" b="0"/>
          </a:p>
          <a:p>
            <a:pPr defTabSz="1673709">
              <a:defRPr/>
            </a:pPr>
            <a:r>
              <a:rPr lang="en-US" b="0"/>
              <a:t>As you can see, Microsoft 365 E5 covers a significant amount of security areas, if you count them up, they equal 29. That means Microsoft 365 E5 customers can consolidate up to 29 other vendors. Now let us take a look at how this potential consolidation opportunity can help you save money. </a:t>
            </a:r>
          </a:p>
          <a:p>
            <a:pPr defTabSz="1673709">
              <a:defRPr/>
            </a:pPr>
            <a:endParaRPr lang="en-US" b="0"/>
          </a:p>
          <a:p>
            <a:pPr defTabSz="1673709">
              <a:defRPr/>
            </a:pPr>
            <a:endParaRPr lang="en-US" b="0"/>
          </a:p>
          <a:p>
            <a:pPr defTabSz="1673709">
              <a:defRPr/>
            </a:pPr>
            <a:r>
              <a:rPr lang="en-US" b="0"/>
              <a:t>Reference:</a:t>
            </a:r>
          </a:p>
          <a:p>
            <a:endParaRPr lang="en-US"/>
          </a:p>
          <a:p>
            <a:r>
              <a:rPr lang="en-US"/>
              <a:t>Going with “Customers that have Microsoft 365 E5 Security can replace up to </a:t>
            </a:r>
            <a:r>
              <a:rPr lang="en-US" b="1" u="sng"/>
              <a:t>29</a:t>
            </a:r>
            <a:r>
              <a:rPr lang="en-US"/>
              <a:t> other security vendors”</a:t>
            </a:r>
          </a:p>
          <a:p>
            <a:pPr marL="307667" indent="-307667">
              <a:buFont typeface="Arial" panose="020B0604020202020204" pitchFamily="34" charset="0"/>
              <a:buChar char="•"/>
            </a:pPr>
            <a:r>
              <a:rPr lang="en-US"/>
              <a:t>Use top blue sections to calculate (total = 29)</a:t>
            </a:r>
          </a:p>
          <a:p>
            <a:pPr marL="307667" indent="-307667">
              <a:buFont typeface="Arial" panose="020B0604020202020204" pitchFamily="34" charset="0"/>
              <a:buChar char="•"/>
            </a:pPr>
            <a:r>
              <a:rPr lang="en-US"/>
              <a:t>Don’t include security management, since they are not products, but features) (total = 27)</a:t>
            </a:r>
          </a:p>
          <a:p>
            <a:pPr marL="307667" indent="-307667">
              <a:buFont typeface="Arial" panose="020B0604020202020204" pitchFamily="34" charset="0"/>
              <a:buChar char="•"/>
            </a:pPr>
            <a:r>
              <a:rPr lang="en-US"/>
              <a:t>Subtract 1 since we assume customer is will use / have a solution in place (total =26)</a:t>
            </a:r>
          </a:p>
          <a:p>
            <a:pPr marL="307667" indent="-307667">
              <a:buFont typeface="Arial" panose="020B0604020202020204" pitchFamily="34" charset="0"/>
              <a:buChar char="•"/>
            </a:pPr>
            <a:r>
              <a:rPr lang="en-US"/>
              <a:t>Reason for increase – MDE added lots of capabilities since we published the 19 figure in Q3</a:t>
            </a:r>
          </a:p>
          <a:p>
            <a:endParaRPr lang="en-US"/>
          </a:p>
        </p:txBody>
      </p:sp>
      <p:sp>
        <p:nvSpPr>
          <p:cNvPr id="4" name="Slide Number Placeholder 3"/>
          <p:cNvSpPr>
            <a:spLocks noGrp="1"/>
          </p:cNvSpPr>
          <p:nvPr>
            <p:ph type="sldNum" sz="quarter" idx="5"/>
          </p:nvPr>
        </p:nvSpPr>
        <p:spPr/>
        <p:txBody>
          <a:bodyPr/>
          <a:lstStyle/>
          <a:p>
            <a:pPr marL="0" marR="0" lvl="0" indent="0" algn="r" defTabSz="932688" rtl="0" eaLnBrk="1" fontAlgn="auto" latinLnBrk="0" hangingPunct="1">
              <a:lnSpc>
                <a:spcPct val="100000"/>
              </a:lnSpc>
              <a:spcBef>
                <a:spcPts val="0"/>
              </a:spcBef>
              <a:spcAft>
                <a:spcPts val="0"/>
              </a:spcAft>
              <a:buClrTx/>
              <a:buSzTx/>
              <a:buFontTx/>
              <a:buNone/>
              <a:tabLst/>
              <a:defRPr/>
            </a:pPr>
            <a:fld id="{3D7B9D4F-5F19-438C-92E8-037C6AE8F87D}" type="slidenum">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932688"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8499463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4" name="Header Placeholder 3"/>
          <p:cNvSpPr>
            <a:spLocks noGrp="1"/>
          </p:cNvSpPr>
          <p:nvPr>
            <p:ph type="hdr" sz="quarter" idx="10"/>
          </p:nvPr>
        </p:nvSpPr>
        <p:spPr/>
        <p:txBody>
          <a:bodyPr/>
          <a:lstStyle/>
          <a:p>
            <a:pPr marL="0" marR="0" lvl="0" indent="0" algn="l" defTabSz="1845991" rtl="0" eaLnBrk="1" fontAlgn="auto" latinLnBrk="0" hangingPunct="1">
              <a:lnSpc>
                <a:spcPct val="100000"/>
              </a:lnSpc>
              <a:spcBef>
                <a:spcPts val="0"/>
              </a:spcBef>
              <a:spcAft>
                <a:spcPts val="0"/>
              </a:spcAft>
              <a:buClrTx/>
              <a:buSzTx/>
              <a:buFontTx/>
              <a:buNone/>
              <a:tabLst/>
              <a:defRPr/>
            </a:pPr>
            <a:r>
              <a:rPr kumimoji="0" lang="en-US" sz="2600" b="0" i="0" u="none" strike="noStrike" kern="1200" cap="none" spc="0" normalizeH="0" baseline="0" noProof="0">
                <a:ln>
                  <a:noFill/>
                </a:ln>
                <a:solidFill>
                  <a:prstClr val="black"/>
                </a:solidFill>
                <a:effectLst/>
                <a:uLnTx/>
                <a:uFillTx/>
                <a:latin typeface="Calibri"/>
                <a:ea typeface="+mn-ea"/>
                <a:cs typeface="+mn-cs"/>
              </a:rPr>
              <a:t>Microsoft Ignite 2016</a:t>
            </a:r>
          </a:p>
        </p:txBody>
      </p:sp>
      <p:sp>
        <p:nvSpPr>
          <p:cNvPr id="5" name="Footer Placeholder 4"/>
          <p:cNvSpPr>
            <a:spLocks noGrp="1"/>
          </p:cNvSpPr>
          <p:nvPr>
            <p:ph type="ftr" sz="quarter" idx="11"/>
          </p:nvPr>
        </p:nvSpPr>
        <p:spPr/>
        <p:txBody>
          <a:bodyPr/>
          <a:lstStyle/>
          <a:p>
            <a:pPr marL="0" marR="0" lvl="0" indent="0" algn="l" defTabSz="1845383" rtl="0" eaLnBrk="0" fontAlgn="auto" latinLnBrk="0" hangingPunct="0">
              <a:lnSpc>
                <a:spcPct val="100000"/>
              </a:lnSpc>
              <a:spcBef>
                <a:spcPts val="0"/>
              </a:spcBef>
              <a:spcAft>
                <a:spcPts val="0"/>
              </a:spcAft>
              <a:buClrTx/>
              <a:buSzTx/>
              <a:buFontTx/>
              <a:buNone/>
              <a:tabLst/>
              <a:defRPr/>
            </a:pPr>
            <a:r>
              <a:rPr kumimoji="0" lang="en-US" sz="8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2016 Microsoft Corporation. All rights reserved. MICROSOFT MAKES NO WARRANTIES, EXPRESS, IMPLIED OR STATUTORY, AS TO THE INFORMATION IN THIS PRESENTATION.</a:t>
            </a:r>
          </a:p>
        </p:txBody>
      </p:sp>
      <p:sp>
        <p:nvSpPr>
          <p:cNvPr id="6" name="Date Placeholder 5"/>
          <p:cNvSpPr>
            <a:spLocks noGrp="1"/>
          </p:cNvSpPr>
          <p:nvPr>
            <p:ph type="dt" idx="12"/>
          </p:nvPr>
        </p:nvSpPr>
        <p:spPr/>
        <p:txBody>
          <a:bodyPr/>
          <a:lstStyle/>
          <a:p>
            <a:pPr marL="0" marR="0" lvl="0" indent="0" algn="r" defTabSz="1845991" rtl="0" eaLnBrk="1" fontAlgn="auto" latinLnBrk="0" hangingPunct="1">
              <a:lnSpc>
                <a:spcPct val="100000"/>
              </a:lnSpc>
              <a:spcBef>
                <a:spcPts val="0"/>
              </a:spcBef>
              <a:spcAft>
                <a:spcPts val="0"/>
              </a:spcAft>
              <a:buClrTx/>
              <a:buSzTx/>
              <a:buFontTx/>
              <a:buNone/>
              <a:tabLst/>
              <a:defRPr/>
            </a:pPr>
            <a:fld id="{38EEC551-8CDA-4EB6-89BB-2A86C9F091C8}" type="datetime8">
              <a:rPr kumimoji="0" lang="en-US" sz="2600" b="0" i="0" u="none" strike="noStrike" kern="1200" cap="none" spc="0" normalizeH="0" baseline="0" noProof="0">
                <a:ln>
                  <a:noFill/>
                </a:ln>
                <a:solidFill>
                  <a:prstClr val="black"/>
                </a:solidFill>
                <a:effectLst/>
                <a:uLnTx/>
                <a:uFillTx/>
                <a:latin typeface="Calibri"/>
                <a:ea typeface="+mn-ea"/>
                <a:cs typeface="+mn-cs"/>
              </a:rPr>
              <a:pPr marL="0" marR="0" lvl="0" indent="0" algn="r" defTabSz="1845991" rtl="0" eaLnBrk="1" fontAlgn="auto" latinLnBrk="0" hangingPunct="1">
                <a:lnSpc>
                  <a:spcPct val="100000"/>
                </a:lnSpc>
                <a:spcBef>
                  <a:spcPts val="0"/>
                </a:spcBef>
                <a:spcAft>
                  <a:spcPts val="0"/>
                </a:spcAft>
                <a:buClrTx/>
                <a:buSzTx/>
                <a:buFontTx/>
                <a:buNone/>
                <a:tabLst/>
                <a:defRPr/>
              </a:pPr>
              <a:t>9/13/2026 5:41 AM</a:t>
            </a:fld>
            <a:endParaRPr kumimoji="0" lang="en-US" sz="2600" b="0" i="0" u="none" strike="noStrike" kern="1200" cap="none" spc="0" normalizeH="0" baseline="0" noProof="0">
              <a:ln>
                <a:noFill/>
              </a:ln>
              <a:solidFill>
                <a:prstClr val="black"/>
              </a:solidFill>
              <a:effectLst/>
              <a:uLnTx/>
              <a:uFillTx/>
              <a:latin typeface="Calibri"/>
              <a:ea typeface="+mn-ea"/>
              <a:cs typeface="+mn-cs"/>
            </a:endParaRPr>
          </a:p>
        </p:txBody>
      </p:sp>
      <p:sp>
        <p:nvSpPr>
          <p:cNvPr id="7" name="Slide Number Placeholder 6"/>
          <p:cNvSpPr>
            <a:spLocks noGrp="1"/>
          </p:cNvSpPr>
          <p:nvPr>
            <p:ph type="sldNum" sz="quarter" idx="13"/>
          </p:nvPr>
        </p:nvSpPr>
        <p:spPr/>
        <p:txBody>
          <a:bodyPr/>
          <a:lstStyle/>
          <a:p>
            <a:pPr marL="0" marR="0" lvl="0" indent="0" algn="r" defTabSz="1845991" rtl="0" eaLnBrk="1" fontAlgn="auto" latinLnBrk="0" hangingPunct="1">
              <a:lnSpc>
                <a:spcPct val="100000"/>
              </a:lnSpc>
              <a:spcBef>
                <a:spcPts val="0"/>
              </a:spcBef>
              <a:spcAft>
                <a:spcPts val="0"/>
              </a:spcAft>
              <a:buClrTx/>
              <a:buSzTx/>
              <a:buFontTx/>
              <a:buNone/>
              <a:tabLst/>
              <a:defRPr/>
            </a:pPr>
            <a:fld id="{B4008EB6-D09E-4580-8CD6-DDB14511944F}" type="slidenum">
              <a:rPr kumimoji="0" lang="en-US" sz="2600" b="0" i="0" u="none" strike="noStrike" kern="1200" cap="none" spc="0" normalizeH="0" baseline="0" noProof="0">
                <a:ln>
                  <a:noFill/>
                </a:ln>
                <a:solidFill>
                  <a:prstClr val="black"/>
                </a:solidFill>
                <a:effectLst/>
                <a:uLnTx/>
                <a:uFillTx/>
                <a:latin typeface="Calibri"/>
                <a:ea typeface="+mn-ea"/>
                <a:cs typeface="+mn-cs"/>
              </a:rPr>
              <a:pPr marL="0" marR="0" lvl="0" indent="0" algn="r" defTabSz="1845991" rtl="0" eaLnBrk="1" fontAlgn="auto" latinLnBrk="0" hangingPunct="1">
                <a:lnSpc>
                  <a:spcPct val="100000"/>
                </a:lnSpc>
                <a:spcBef>
                  <a:spcPts val="0"/>
                </a:spcBef>
                <a:spcAft>
                  <a:spcPts val="0"/>
                </a:spcAft>
                <a:buClrTx/>
                <a:buSzTx/>
                <a:buFontTx/>
                <a:buNone/>
                <a:tabLst/>
                <a:defRPr/>
              </a:pPr>
              <a:t>5</a:t>
            </a:fld>
            <a:endParaRPr kumimoji="0" lang="en-US" sz="2600" b="0" i="0" u="none" strike="noStrike" kern="1200" cap="none" spc="0" normalizeH="0" baseline="0" noProof="0">
              <a:ln>
                <a:noFill/>
              </a:ln>
              <a:solidFill>
                <a:prstClr val="black"/>
              </a:solidFill>
              <a:effectLst/>
              <a:uLnTx/>
              <a:uFillTx/>
              <a:latin typeface="Calibri"/>
              <a:ea typeface="+mn-ea"/>
              <a:cs typeface="+mn-cs"/>
            </a:endParaRPr>
          </a:p>
        </p:txBody>
      </p:sp>
      <p:sp>
        <p:nvSpPr>
          <p:cNvPr id="3" name="Notes Placeholder 2">
            <a:extLst>
              <a:ext uri="{FF2B5EF4-FFF2-40B4-BE49-F238E27FC236}">
                <a16:creationId xmlns:a16="http://schemas.microsoft.com/office/drawing/2014/main" id="{BF42A0D6-2857-4012-94E5-0B93A38F02C3}"/>
              </a:ext>
            </a:extLst>
          </p:cNvPr>
          <p:cNvSpPr>
            <a:spLocks noGrp="1"/>
          </p:cNvSpPr>
          <p:nvPr>
            <p:ph type="body" idx="1"/>
          </p:nvPr>
        </p:nvSpPr>
        <p:spPr/>
        <p:txBody>
          <a:bodyPr/>
          <a:lstStyle/>
          <a:p>
            <a:endParaRPr lang="en-GB"/>
          </a:p>
        </p:txBody>
      </p:sp>
    </p:spTree>
    <p:extLst>
      <p:ext uri="{BB962C8B-B14F-4D97-AF65-F5344CB8AC3E}">
        <p14:creationId xmlns:p14="http://schemas.microsoft.com/office/powerpoint/2010/main" val="15819463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141960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E3C4AB-45B6-8ED4-306B-84D9E2B4F21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F21EBA1-0E0E-9DD4-B24C-FC56E6B7E257}"/>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EE2F715A-BF88-DC35-5588-83838F2BDE40}"/>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1FC7DBE7-F43C-9F82-4E9E-01F34D798C4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5236519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332157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a:t>taking the periodic layout with an apply “lenses” to understand where these products sit in the security landscape, Our approach to security, our integration story, high level licensing, high level dependencies and then to show for detailed product information. additional slides have been given to show use cases for how these products can be used together. please click on a zoom to jump to the relevant section </a:t>
            </a:r>
          </a:p>
          <a:p>
            <a:endParaRPr lang="en-US"/>
          </a:p>
        </p:txBody>
      </p:sp>
      <p:sp>
        <p:nvSpPr>
          <p:cNvPr id="4" name="Slide Number Placeholder 3"/>
          <p:cNvSpPr>
            <a:spLocks noGrp="1"/>
          </p:cNvSpPr>
          <p:nvPr>
            <p:ph type="sldNum" sz="quarter" idx="5"/>
          </p:nvPr>
        </p:nvSpPr>
        <p:spPr/>
        <p:txBody>
          <a:bodyPr/>
          <a:lstStyle/>
          <a:p>
            <a:fld id="{EC0792BA-8972-49C2-8833-5198F73FBAD7}" type="slidenum">
              <a:rPr lang="en-GB" smtClean="0"/>
              <a:t>9</a:t>
            </a:fld>
            <a:endParaRPr lang="en-GB"/>
          </a:p>
        </p:txBody>
      </p:sp>
    </p:spTree>
    <p:extLst>
      <p:ext uri="{BB962C8B-B14F-4D97-AF65-F5344CB8AC3E}">
        <p14:creationId xmlns:p14="http://schemas.microsoft.com/office/powerpoint/2010/main" val="214119098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825650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3014719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575818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007901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142004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4289989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997776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9461391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3093533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26321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4329738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0115763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1677472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2230793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5107694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4070517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4791582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5251169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87019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873331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442616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8498050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626577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7151293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2479180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marL="228600" indent="-228600">
              <a:buAutoNum type="arabicParenR"/>
            </a:pPr>
            <a:r>
              <a:rPr lang="en-GB"/>
              <a:t>These services designed to classify and label files</a:t>
            </a:r>
          </a:p>
          <a:p>
            <a:pPr marL="228600" indent="-228600">
              <a:buAutoNum type="arabicParenR"/>
            </a:pPr>
            <a:r>
              <a:rPr lang="en-GB"/>
              <a:t>These services provide controls around the labels, namely they are Data Loss Prevention technologies</a:t>
            </a:r>
          </a:p>
          <a:p>
            <a:pPr marL="228600" indent="-228600">
              <a:buAutoNum type="arabicParenR"/>
            </a:pPr>
            <a:r>
              <a:rPr lang="en-GB"/>
              <a:t>These services can influence labels and what is classified</a:t>
            </a:r>
          </a:p>
          <a:p>
            <a:pPr marL="228600" indent="-228600">
              <a:buAutoNum type="arabicParenR"/>
            </a:pPr>
            <a:r>
              <a:rPr lang="en-GB"/>
              <a:t>These services can use labels to further enhance their capabilities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3189360"/>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r>
              <a:rPr lang="en-GB"/>
              <a:t>Shared metadata covers labelling – both sensitivity and retention and how these services can label data or take advantage the label.</a:t>
            </a:r>
          </a:p>
          <a:p>
            <a:r>
              <a:rPr lang="en-GB"/>
              <a:t>Intelligent Security Graph - covers services that interact with intelligent security to either read from it or provide data to it (or both). This allows for sharing of signals and deep context</a:t>
            </a:r>
          </a:p>
          <a:p>
            <a:r>
              <a:rPr lang="en-GB"/>
              <a:t>Azure Active Directory – All these services share or provide context from and to Azure Active Directory</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8617245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8554010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57189339"/>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5862608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395084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1823261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07500903"/>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73804162"/>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60808227"/>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693568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r>
              <a:rPr lang="en-GB"/>
              <a:t>AIP on Windows still available, but UL has moved to Compliance E5 / Information Protection &amp; Governance suite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8257025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1718297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3510175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165144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5797180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8445972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B5F63D-1CEA-6748-1717-308B2E83970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096291C-B8B8-19DC-FC6A-431C7824E6BF}"/>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641FB666-046E-EBF3-B8EF-7FBBF5A9830C}"/>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39C5BFC8-535A-8B40-7260-D6AFBB4E999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14676933"/>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9D07D5C-F9CC-C244-2A50-869A9C96B3D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92C01F0-8153-DC9F-6621-0183C76FB2F9}"/>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755A348C-E4FA-D019-EC6D-07DE5BAE0BCD}"/>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C5255356-69FF-A346-07F5-5A8842E3DEB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09595867"/>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9596050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14481729"/>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4175432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31466090"/>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13233815"/>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1323381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73971963"/>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marL="171450" indent="-171450">
              <a:buFont typeface="Arial" panose="020B0604020202020204" pitchFamily="34" charset="0"/>
              <a:buChar char="•"/>
            </a:pPr>
            <a:r>
              <a:rPr lang="en-GB"/>
              <a:t>Attacker send spray and pray phishing emails</a:t>
            </a:r>
          </a:p>
          <a:p>
            <a:pPr marL="171450" indent="-171450">
              <a:buFont typeface="Arial" panose="020B0604020202020204" pitchFamily="34" charset="0"/>
              <a:buChar char="•"/>
            </a:pPr>
            <a:r>
              <a:rPr lang="en-GB"/>
              <a:t>Until victim zero takes the bait</a:t>
            </a:r>
          </a:p>
          <a:p>
            <a:pPr marL="171450" indent="-171450">
              <a:buFont typeface="Arial" panose="020B0604020202020204" pitchFamily="34" charset="0"/>
              <a:buChar char="•"/>
            </a:pPr>
            <a:r>
              <a:rPr lang="en-GB"/>
              <a:t>Victim zero clicks on the phishing link and is taken to page that looks like the standard Office 365 login page</a:t>
            </a:r>
          </a:p>
          <a:p>
            <a:pPr marL="628650" lvl="1" indent="-171450">
              <a:buFont typeface="Arial" panose="020B0604020202020204" pitchFamily="34" charset="0"/>
              <a:buChar char="•"/>
            </a:pPr>
            <a:r>
              <a:rPr lang="en-GB"/>
              <a:t>The site can be hosted on a compromised webserver from another organisation and has matching SSL cert</a:t>
            </a:r>
          </a:p>
          <a:p>
            <a:pPr marL="171450" indent="-171450">
              <a:buFont typeface="Arial" panose="020B0604020202020204" pitchFamily="34" charset="0"/>
              <a:buChar char="•"/>
            </a:pPr>
            <a:r>
              <a:rPr lang="en-GB"/>
              <a:t>Victim enters credentials which are harvested by attacker.</a:t>
            </a:r>
          </a:p>
          <a:p>
            <a:pPr marL="628650" lvl="1" indent="-171450">
              <a:buFont typeface="Arial" panose="020B0604020202020204" pitchFamily="34" charset="0"/>
              <a:buChar char="•"/>
            </a:pPr>
            <a:r>
              <a:rPr lang="en-GB"/>
              <a:t>The user is prompted with an incorrect entry and tries again – validating credentials, or</a:t>
            </a:r>
          </a:p>
          <a:p>
            <a:pPr marL="628650" lvl="1" indent="-171450">
              <a:buFont typeface="Arial" panose="020B0604020202020204" pitchFamily="34" charset="0"/>
              <a:buChar char="•"/>
            </a:pPr>
            <a:r>
              <a:rPr lang="en-GB"/>
              <a:t>Username is passed as variable to legitimate Office 365 login page where user then signs in successfully</a:t>
            </a:r>
          </a:p>
          <a:p>
            <a:pPr marL="171450" indent="-171450">
              <a:buFont typeface="Arial" panose="020B0604020202020204" pitchFamily="34" charset="0"/>
              <a:buChar char="•"/>
            </a:pPr>
            <a:r>
              <a:rPr lang="en-GB"/>
              <a:t>Attacker typically uses anonymous VPN service to access webmail of victim using harvested credentials</a:t>
            </a:r>
          </a:p>
          <a:p>
            <a:pPr marL="171450" indent="-171450">
              <a:buFont typeface="Arial" panose="020B0604020202020204" pitchFamily="34" charset="0"/>
              <a:buChar char="•"/>
            </a:pPr>
            <a:r>
              <a:rPr lang="en-GB"/>
              <a:t>Using webmail, attacker can start to understand relationships between staff and uses to Global Address List (GAL) to ascertain next targets</a:t>
            </a:r>
          </a:p>
          <a:p>
            <a:pPr marL="171450" indent="-171450">
              <a:buFont typeface="Arial" panose="020B0604020202020204" pitchFamily="34" charset="0"/>
              <a:buChar char="•"/>
            </a:pPr>
            <a:r>
              <a:rPr lang="en-GB"/>
              <a:t>Attacker can use GAL information to send targeted Phishing email to next victim.</a:t>
            </a:r>
          </a:p>
          <a:p>
            <a:pPr marL="628650" lvl="1" indent="-171450">
              <a:buFont typeface="Arial" panose="020B0604020202020204" pitchFamily="34" charset="0"/>
              <a:buChar char="•"/>
            </a:pPr>
            <a:r>
              <a:rPr lang="en-GB"/>
              <a:t>Email may come from Victim Zero or external. Where internal emails are used, the language tends to be informal, such as a subject of “FYI”</a:t>
            </a:r>
          </a:p>
          <a:p>
            <a:pPr marL="171450" indent="-171450">
              <a:buFont typeface="Arial" panose="020B0604020202020204" pitchFamily="34" charset="0"/>
              <a:buChar char="•"/>
            </a:pPr>
            <a:r>
              <a:rPr lang="en-GB"/>
              <a:t>Attack repeats until attacker has a high value target</a:t>
            </a:r>
          </a:p>
          <a:p>
            <a:pPr marL="171450" indent="-171450">
              <a:buFont typeface="Arial" panose="020B0604020202020204" pitchFamily="34" charset="0"/>
              <a:buChar char="•"/>
            </a:pPr>
            <a:r>
              <a:rPr lang="en-GB"/>
              <a:t>At this point, the attacker can steal sensitive information (exfiltrate data) or cause damage </a:t>
            </a:r>
          </a:p>
          <a:p>
            <a:pPr marL="171450" indent="-171450">
              <a:buFont typeface="Arial" panose="020B0604020202020204" pitchFamily="34" charset="0"/>
              <a:buChar char="•"/>
            </a:pPr>
            <a:r>
              <a:rPr lang="en-GB"/>
              <a:t>Or the attacker can sell their harvested credentials on the black market, where the organisation would then be repeatedly attacked</a:t>
            </a:r>
          </a:p>
          <a:p>
            <a:pPr marL="171450" indent="-171450">
              <a:buFont typeface="Arial" panose="020B0604020202020204" pitchFamily="34" charset="0"/>
              <a:buChar char="•"/>
            </a:pPr>
            <a:r>
              <a:rPr lang="en-GB"/>
              <a:t>With domain credentials, attackers can compromise domain accounts and start lateral movement across the network until domain admin accounts are compromised</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0AB7AD4-C59A-4F41-90F2-4576C2C726F3}"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58447348"/>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61940765"/>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3472383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73901315"/>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19614966"/>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3175337"/>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marL="0" marR="0" lvl="0" indent="0" algn="l" defTabSz="932742" rtl="0" eaLnBrk="1" fontAlgn="auto" latinLnBrk="0" hangingPunct="1">
              <a:lnSpc>
                <a:spcPct val="90000"/>
              </a:lnSpc>
              <a:spcBef>
                <a:spcPts val="0"/>
              </a:spcBef>
              <a:spcAft>
                <a:spcPts val="340"/>
              </a:spcAft>
              <a:buClrTx/>
              <a:buSzTx/>
              <a:buFontTx/>
              <a:buNone/>
              <a:tabLst/>
              <a:defRPr/>
            </a:pPr>
            <a:r>
              <a:rPr lang="en-US" sz="900" b="1" kern="1200">
                <a:solidFill>
                  <a:schemeClr val="tx1"/>
                </a:solidFill>
                <a:effectLst/>
                <a:latin typeface="Segoe UI" panose="020B0502040204020203" pitchFamily="34" charset="0"/>
                <a:ea typeface="+mn-ea"/>
                <a:cs typeface="+mn-cs"/>
              </a:rPr>
              <a:t>Talk track:</a:t>
            </a:r>
            <a:endParaRPr lang="en-US" sz="900" kern="1200">
              <a:solidFill>
                <a:schemeClr val="tx1"/>
              </a:solidFill>
              <a:effectLst/>
              <a:latin typeface="Segoe UI" panose="020B0502040204020203" pitchFamily="34" charset="0"/>
              <a:ea typeface="+mn-ea"/>
              <a:cs typeface="+mn-cs"/>
            </a:endParaRPr>
          </a:p>
          <a:p>
            <a:pPr lvl="0"/>
            <a:endParaRPr lang="en-US" sz="1000" kern="1200">
              <a:solidFill>
                <a:schemeClr val="tx1"/>
              </a:solidFill>
              <a:effectLst/>
              <a:latin typeface="Segoe UI" panose="020B0502040204020203" pitchFamily="34" charset="0"/>
              <a:ea typeface="+mn-ea"/>
              <a:cs typeface="+mn-cs"/>
            </a:endParaRPr>
          </a:p>
          <a:p>
            <a:pPr lvl="0"/>
            <a:r>
              <a:rPr lang="en-US" sz="1000" kern="1200">
                <a:solidFill>
                  <a:schemeClr val="tx1"/>
                </a:solidFill>
                <a:effectLst/>
                <a:latin typeface="Segoe UI" panose="020B0502040204020203" pitchFamily="34" charset="0"/>
                <a:ea typeface="+mn-ea"/>
                <a:cs typeface="+mn-cs"/>
              </a:rPr>
              <a:t>We’re living in a new reality. Today, the cloud and all sorts of devices play a role on both our personal and professional lives. We can no longer believe everything behind the corporate firewall is safe. Old principles and old assumptions no longer keep us secure. Users need to access data and applications from various devices (CORP owned as well as their own), and they need to be able to do so seamlessly from any location and at any time. </a:t>
            </a:r>
          </a:p>
          <a:p>
            <a:pPr lvl="0"/>
            <a:endParaRPr lang="en-US" sz="1000" kern="1200">
              <a:solidFill>
                <a:schemeClr val="tx1"/>
              </a:solidFill>
              <a:effectLst/>
              <a:latin typeface="Segoe UI" panose="020B0502040204020203" pitchFamily="34" charset="0"/>
              <a:ea typeface="+mn-ea"/>
              <a:cs typeface="+mn-cs"/>
            </a:endParaRPr>
          </a:p>
          <a:p>
            <a:pPr lvl="0"/>
            <a:r>
              <a:rPr lang="en-US" sz="1000" kern="1200">
                <a:solidFill>
                  <a:schemeClr val="tx1"/>
                </a:solidFill>
                <a:effectLst/>
                <a:latin typeface="Segoe UI" panose="020B0502040204020203" pitchFamily="34" charset="0"/>
                <a:ea typeface="+mn-ea"/>
                <a:cs typeface="+mn-cs"/>
              </a:rPr>
              <a:t>To cope with this new reality, organizations need new principles. This is what the Zero Trust framework can provide. </a:t>
            </a:r>
          </a:p>
          <a:p>
            <a:pPr marL="65621" lvl="0" indent="-171450">
              <a:buFont typeface="Arial" panose="020B0604020202020204" pitchFamily="34" charset="0"/>
              <a:buChar char="•"/>
            </a:pPr>
            <a:r>
              <a:rPr lang="en-US" sz="1000" b="1" kern="1200">
                <a:solidFill>
                  <a:schemeClr val="tx1"/>
                </a:solidFill>
                <a:effectLst/>
                <a:latin typeface="Segoe UI" panose="020B0502040204020203" pitchFamily="34" charset="0"/>
                <a:ea typeface="+mn-ea"/>
                <a:cs typeface="+mn-cs"/>
              </a:rPr>
              <a:t>Verify explicitly</a:t>
            </a:r>
          </a:p>
          <a:p>
            <a:pPr marL="65621" lvl="0" indent="-171450">
              <a:buFont typeface="Arial" panose="020B0604020202020204" pitchFamily="34" charset="0"/>
              <a:buChar char="•"/>
            </a:pPr>
            <a:r>
              <a:rPr lang="en-US" sz="1000" b="1" kern="1200">
                <a:solidFill>
                  <a:schemeClr val="tx1"/>
                </a:solidFill>
                <a:effectLst/>
                <a:latin typeface="Segoe UI" panose="020B0502040204020203" pitchFamily="34" charset="0"/>
                <a:ea typeface="+mn-ea"/>
                <a:cs typeface="+mn-cs"/>
              </a:rPr>
              <a:t>Use least privileged access.</a:t>
            </a:r>
            <a:r>
              <a:rPr lang="en-US" sz="1000" kern="1200">
                <a:solidFill>
                  <a:schemeClr val="tx1"/>
                </a:solidFill>
                <a:effectLst/>
                <a:latin typeface="Segoe UI" panose="020B0502040204020203" pitchFamily="34" charset="0"/>
                <a:ea typeface="+mn-ea"/>
                <a:cs typeface="+mn-cs"/>
              </a:rPr>
              <a:t> </a:t>
            </a:r>
          </a:p>
          <a:p>
            <a:pPr marL="65621" lvl="0" indent="-171450">
              <a:buFont typeface="Arial" panose="020B0604020202020204" pitchFamily="34" charset="0"/>
              <a:buChar char="•"/>
            </a:pPr>
            <a:r>
              <a:rPr lang="en-US" sz="1000" b="1" kern="1200">
                <a:solidFill>
                  <a:schemeClr val="tx1"/>
                </a:solidFill>
                <a:effectLst/>
                <a:latin typeface="Segoe UI" panose="020B0502040204020203" pitchFamily="34" charset="0"/>
                <a:ea typeface="+mn-ea"/>
                <a:cs typeface="+mn-cs"/>
              </a:rPr>
              <a:t>Assume breach.</a:t>
            </a:r>
            <a:r>
              <a:rPr lang="en-US" sz="1000" kern="1200">
                <a:solidFill>
                  <a:schemeClr val="tx1"/>
                </a:solidFill>
                <a:effectLst/>
                <a:latin typeface="Segoe UI" panose="020B0502040204020203" pitchFamily="34" charset="0"/>
                <a:ea typeface="+mn-ea"/>
                <a:cs typeface="+mn-cs"/>
              </a:rPr>
              <a:t> </a:t>
            </a:r>
          </a:p>
          <a:p>
            <a:pPr marL="65621" lvl="0" indent="-171450">
              <a:buFont typeface="Arial" panose="020B0604020202020204" pitchFamily="34" charset="0"/>
              <a:buChar char="•"/>
            </a:pPr>
            <a:endParaRPr lang="en-US" sz="900" kern="1200">
              <a:solidFill>
                <a:schemeClr val="tx1"/>
              </a:solidFill>
              <a:effectLst/>
              <a:latin typeface="Segoe UI"/>
              <a:cs typeface="Segoe UI"/>
            </a:endParaRPr>
          </a:p>
          <a:p>
            <a:r>
              <a:rPr lang="en-US" sz="900" kern="1200">
                <a:solidFill>
                  <a:schemeClr val="tx1"/>
                </a:solidFill>
                <a:effectLst/>
                <a:latin typeface="Segoe UI"/>
                <a:cs typeface="Segoe UI"/>
              </a:rPr>
              <a:t>A holistic approach to Zero Trust should extend throughout the </a:t>
            </a:r>
            <a:r>
              <a:rPr lang="en-US" sz="900" b="1" i="1" kern="1200">
                <a:solidFill>
                  <a:schemeClr val="tx1"/>
                </a:solidFill>
                <a:effectLst/>
                <a:latin typeface="Segoe UI"/>
                <a:cs typeface="Segoe UI"/>
              </a:rPr>
              <a:t>entire</a:t>
            </a:r>
            <a:r>
              <a:rPr lang="en-US" sz="900" kern="1200">
                <a:solidFill>
                  <a:schemeClr val="tx1"/>
                </a:solidFill>
                <a:effectLst/>
                <a:latin typeface="Segoe UI"/>
                <a:cs typeface="Segoe UI"/>
              </a:rPr>
              <a:t> digital estate — it essentially serves as an integrated security philosophy and an end-to-end strategy. This can be done by implementing Zero Trust controls and technologies across these six foundational elements on the slide. </a:t>
            </a:r>
            <a:r>
              <a:rPr lang="en-US" sz="900" b="1" u="sng" kern="1200">
                <a:solidFill>
                  <a:schemeClr val="tx1"/>
                </a:solidFill>
                <a:effectLst/>
                <a:latin typeface="Segoe UI"/>
                <a:cs typeface="Segoe UI"/>
              </a:rPr>
              <a:t>Microsoft has one of the most comprehensive product portfolio in the security space.</a:t>
            </a:r>
          </a:p>
          <a:p>
            <a:endParaRPr lang="en-US" sz="900" kern="1200">
              <a:solidFill>
                <a:schemeClr val="tx1"/>
              </a:solidFill>
              <a:effectLst/>
              <a:latin typeface="Segoe UI"/>
              <a:cs typeface="Segoe UI"/>
            </a:endParaRPr>
          </a:p>
          <a:p>
            <a:r>
              <a:rPr lang="en-US" sz="900" kern="1200">
                <a:solidFill>
                  <a:schemeClr val="tx1"/>
                </a:solidFill>
                <a:effectLst/>
                <a:latin typeface="Segoe UI"/>
                <a:cs typeface="Segoe UI"/>
              </a:rPr>
              <a:t>A new threat landscape and a new world, bring the need for a new security framework and strategies. This is a fact, but can also be daunting endeavor for our customers. For this reason, we chose to organize our go to market approach into 2 main categories. Baseline security, represents the core elements of the Zero Trust framework. Our data shows that there is a strong correlation between the usage of Entra and Microsoft Intune and our ability to succeed in upselling the advanced components in M365 E5. </a:t>
            </a:r>
          </a:p>
          <a:p>
            <a:endParaRPr lang="en-US" sz="900" kern="1200">
              <a:solidFill>
                <a:schemeClr val="tx1"/>
              </a:solidFill>
              <a:effectLst/>
              <a:latin typeface="Segoe UI"/>
              <a:cs typeface="Segoe UI"/>
            </a:endParaRPr>
          </a:p>
          <a:p>
            <a:endParaRPr lang="en-US" sz="900" kern="1200">
              <a:solidFill>
                <a:schemeClr val="tx1"/>
              </a:solidFill>
              <a:effectLst/>
              <a:latin typeface="Segoe UI"/>
              <a:cs typeface="Segoe UI"/>
            </a:endParaRPr>
          </a:p>
          <a:p>
            <a:endParaRPr lang="en-US" sz="900" kern="1200">
              <a:solidFill>
                <a:schemeClr val="tx1"/>
              </a:solidFill>
              <a:effectLst/>
              <a:latin typeface="Segoe UI"/>
              <a:cs typeface="Segoe UI"/>
            </a:endParaRPr>
          </a:p>
          <a:p>
            <a:endParaRPr lang="en-US" sz="900" kern="1200">
              <a:solidFill>
                <a:schemeClr val="tx1"/>
              </a:solidFill>
              <a:effectLst/>
              <a:latin typeface="Segoe UI"/>
              <a:cs typeface="Segoe UI"/>
            </a:endParaRPr>
          </a:p>
          <a:p>
            <a:endParaRPr lang="en-US" sz="900" kern="1200">
              <a:solidFill>
                <a:schemeClr val="tx1"/>
              </a:solidFill>
              <a:effectLst/>
              <a:latin typeface="Segoe UI"/>
              <a:cs typeface="Segoe UI"/>
            </a:endParaRPr>
          </a:p>
          <a:p>
            <a:r>
              <a:rPr lang="en-US" sz="900" kern="1200">
                <a:solidFill>
                  <a:schemeClr val="tx1"/>
                </a:solidFill>
                <a:effectLst/>
                <a:latin typeface="Segoe UI"/>
                <a:cs typeface="Segoe UI"/>
              </a:rPr>
              <a:t># # #</a:t>
            </a:r>
          </a:p>
          <a:p>
            <a:r>
              <a:rPr lang="en-US" sz="900">
                <a:latin typeface="Segoe UI"/>
                <a:cs typeface="Segoe UI"/>
              </a:rPr>
              <a:t> For ex:</a:t>
            </a:r>
          </a:p>
          <a:p>
            <a:endParaRPr lang="en-US" sz="900">
              <a:latin typeface="Segoe UI"/>
              <a:cs typeface="Segoe UI"/>
            </a:endParaRPr>
          </a:p>
          <a:p>
            <a:pPr marL="285750" indent="-285750">
              <a:buFont typeface="Arial"/>
              <a:buChar char="•"/>
            </a:pPr>
            <a:r>
              <a:rPr lang="en-US" sz="900" b="1">
                <a:latin typeface="Segoe UI"/>
                <a:cs typeface="Segoe UI"/>
              </a:rPr>
              <a:t>Verify Identity.</a:t>
            </a:r>
            <a:r>
              <a:rPr lang="en-US" sz="900">
                <a:latin typeface="Segoe UI"/>
                <a:cs typeface="Segoe UI"/>
              </a:rPr>
              <a:t> Knowing who is requesting access is essential, and that identity must be validated explicitly, not inferred from the environment. Ensure you are secure at the point of access by bringing users into a common identity system, using strong auth and threat intelligence to validate authentication.</a:t>
            </a:r>
          </a:p>
          <a:p>
            <a:pPr marL="285750" indent="-285750">
              <a:buFont typeface="Arial"/>
              <a:buChar char="•"/>
            </a:pPr>
            <a:r>
              <a:rPr lang="en-US" sz="900" b="1">
                <a:latin typeface="Segoe UI"/>
                <a:cs typeface="Segoe UI"/>
              </a:rPr>
              <a:t>Verify Devices.</a:t>
            </a:r>
            <a:r>
              <a:rPr lang="en-US" sz="900">
                <a:latin typeface="Segoe UI"/>
                <a:cs typeface="Segoe UI"/>
              </a:rPr>
              <a:t> All data access requests result in the transfer of that data to a browser or app on a device. Knowing the state of that device is critical in a world where devices can be infected, lost, or stolen. Mobile Device Management (MDM) and Mobile Application Management are critical to protecting data once it is accessed.</a:t>
            </a:r>
          </a:p>
          <a:p>
            <a:pPr marL="285750" indent="-285750">
              <a:buFont typeface="Arial"/>
              <a:buChar char="•"/>
            </a:pPr>
            <a:r>
              <a:rPr lang="en-US" sz="900" b="1">
                <a:latin typeface="Segoe UI"/>
                <a:cs typeface="Segoe UI"/>
              </a:rPr>
              <a:t>Protect Data.</a:t>
            </a:r>
            <a:r>
              <a:rPr lang="en-US" sz="900">
                <a:latin typeface="Segoe UI"/>
                <a:cs typeface="Segoe UI"/>
              </a:rPr>
              <a:t> Wherever possible, data should be protected from unauthorized transfer by auto-classification and encryption. This protects against intentional or accidental misrouting of downloaded data.</a:t>
            </a:r>
          </a:p>
          <a:p>
            <a:pPr marL="285750" indent="-285750">
              <a:buFont typeface="Arial"/>
              <a:buChar char="•"/>
            </a:pPr>
            <a:r>
              <a:rPr lang="en-US" sz="900" b="1">
                <a:latin typeface="Segoe UI"/>
                <a:cs typeface="Segoe UI"/>
              </a:rPr>
              <a:t>Harden Applications.</a:t>
            </a:r>
            <a:r>
              <a:rPr lang="en-US" sz="900">
                <a:latin typeface="Segoe UI"/>
                <a:cs typeface="Segoe UI"/>
              </a:rPr>
              <a:t> Application access and configuration must be secure to mitigate intrinsic application risks, and to ensure access is governed by policy. Application behavior, including shadow IT, should be understood and monitored for and protecting from anomalies.</a:t>
            </a:r>
          </a:p>
          <a:p>
            <a:pPr marL="285750" indent="-285750">
              <a:buFont typeface="Arial"/>
              <a:buChar char="•"/>
            </a:pPr>
            <a:r>
              <a:rPr lang="en-US" sz="900" b="1">
                <a:latin typeface="Segoe UI"/>
                <a:cs typeface="Segoe UI"/>
              </a:rPr>
              <a:t>Protect Infrastructure.</a:t>
            </a:r>
            <a:r>
              <a:rPr lang="en-US" sz="900">
                <a:latin typeface="Segoe UI"/>
                <a:cs typeface="Segoe UI"/>
              </a:rPr>
              <a:t> Where you are using cloud workloads (IaaS or PaaS), ensure you are utilizing your cloud fabric according to best security principles, utilizing the intelligence and protection provided.</a:t>
            </a:r>
          </a:p>
          <a:p>
            <a:pPr marL="285750" indent="-285750">
              <a:buFont typeface="Arial"/>
              <a:buChar char="•"/>
            </a:pPr>
            <a:r>
              <a:rPr lang="en-US" sz="900" b="1">
                <a:latin typeface="Segoe UI"/>
                <a:cs typeface="Segoe UI"/>
              </a:rPr>
              <a:t>Govern Networks.</a:t>
            </a:r>
            <a:r>
              <a:rPr lang="en-US" sz="900">
                <a:latin typeface="Segoe UI"/>
                <a:cs typeface="Segoe UI"/>
              </a:rPr>
              <a:t> Mitigate lateral movement by using an intelligent, adaptive segmentation strategy for workloads, monitoring for and protecting from anomalous traffic patterns.</a:t>
            </a:r>
          </a:p>
          <a:p>
            <a:endParaRPr lang="en-US" sz="900">
              <a:cs typeface="Segoe UI"/>
            </a:endParaRPr>
          </a:p>
          <a:p>
            <a:r>
              <a:rPr lang="en-US" sz="900"/>
              <a:t>Then, the key tools to tie it together:</a:t>
            </a:r>
          </a:p>
          <a:p>
            <a:endParaRPr lang="en-US" sz="900">
              <a:cs typeface="Segoe UI"/>
            </a:endParaRPr>
          </a:p>
          <a:p>
            <a:pPr marL="285750" indent="-285750">
              <a:buFont typeface="Arial"/>
              <a:buChar char="•"/>
            </a:pPr>
            <a:r>
              <a:rPr lang="en-US" sz="900" b="1">
                <a:latin typeface="Segoe UI"/>
                <a:cs typeface="Segoe UI"/>
              </a:rPr>
              <a:t>Policy driven access.</a:t>
            </a:r>
            <a:r>
              <a:rPr lang="en-US" sz="900">
                <a:latin typeface="Segoe UI"/>
                <a:cs typeface="Segoe UI"/>
              </a:rPr>
              <a:t> Modern micro-segmentation means more than networks. It requires we also gate access based on their role, location, behavior patterns, data sensitivity, client application, and device security. Ensure all policy is automatically enforced at the time of access and continuously throughout the session where possible.</a:t>
            </a:r>
          </a:p>
          <a:p>
            <a:pPr marL="285750" indent="-285750">
              <a:buFont typeface="Arial"/>
              <a:buChar char="•"/>
            </a:pPr>
            <a:r>
              <a:rPr lang="en-US" sz="900" b="1">
                <a:latin typeface="Segoe UI"/>
                <a:cs typeface="Segoe UI"/>
              </a:rPr>
              <a:t>Automated threat detection and response.</a:t>
            </a:r>
            <a:r>
              <a:rPr lang="en-US" sz="900">
                <a:latin typeface="Segoe UI"/>
                <a:cs typeface="Segoe UI"/>
              </a:rPr>
              <a:t> Telemetry from the systems above must be processed and acted on automatically. Attacks happen at cloud speed – your defense systems must act at cloud speed as well, and humans just can’t react quickly enough. Integrate intelligence with policy-based response for real-time protection.</a:t>
            </a:r>
          </a:p>
        </p:txBody>
      </p:sp>
      <p:sp>
        <p:nvSpPr>
          <p:cNvPr id="6" name="Date Placeholder 5"/>
          <p:cNvSpPr>
            <a:spLocks noGrp="1"/>
          </p:cNvSpPr>
          <p:nvPr>
            <p:ph type="dt" idx="1"/>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8A6553EC-EB40-485B-83BF-998D9D395799}" type="datetime8">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9/13/2026 5:41 AM</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7" name="Slide Number Placeholder 6"/>
          <p:cNvSpPr>
            <a:spLocks noGrp="1"/>
          </p:cNvSpPr>
          <p:nvPr>
            <p:ph type="sldNum" sz="quarter" idx="5"/>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155861151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3458007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95960503"/>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59898459"/>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36843430"/>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95960503"/>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59898459"/>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36843430"/>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7217507"/>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89162810"/>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5191781"/>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0CC9BC-1AA4-7A03-BE06-C08B6871A00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E668F91-FD87-836C-65A2-BD07A70DDDA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4783AF4F-E47F-5975-7B8B-F2E3CE062049}"/>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770FEDA0-4799-7D4B-B972-589250CBD60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3058431"/>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97047697"/>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74798436"/>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1808CC-B809-65FC-2A97-71D443EB05F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DBECE99-E7D6-04D3-6E5F-3AE564C3FB3D}"/>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04D37D31-533C-F83A-D82F-6B9B0462EB3F}"/>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36D631A0-3223-B973-2F31-3176EE2F4FA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4812870"/>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35793967"/>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18170130"/>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73275698"/>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00060811"/>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87957117"/>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9622AC-2B80-1BCD-0B39-08F9CF1044A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D74EBF7-DFBA-0CB8-9257-68740546F1D6}"/>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194947A4-DAB8-A254-C454-2D93D5DD51B2}"/>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3A37C6C0-458D-D2B5-536F-AC3E546E6D1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46226852"/>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87957117"/>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30282243"/>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94255510"/>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09110487"/>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35545798"/>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B07DC3-F0E6-EFF1-5234-78ED97BA69E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BC58DE6-E40C-97CD-A122-59E614A00CD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375DFB68-6D75-38B5-BB90-07FF6396D8FD}"/>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09A08F97-EA8C-1FD4-9439-A105C6E6A59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01369652"/>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45511212"/>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73768420"/>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1416749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67074497"/>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83407358"/>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8074632"/>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70414110"/>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61866255"/>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32888099"/>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09958431"/>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38255183"/>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CFA9EB-C32B-BBA5-0326-988EA0D493B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7CAF8C8-A2E2-9F91-BBC5-AE549BF6169D}"/>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7E0320B9-9262-4C9F-8550-B4AE2CCE8708}"/>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2A882ED5-420E-03DC-BDD2-6CD64986977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65955078"/>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8980996"/>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73969596"/>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23393680"/>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5224894"/>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92687759"/>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72338430"/>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46660869"/>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82023641"/>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50212081"/>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9696370"/>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78496081"/>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61711043"/>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89007151"/>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9183788"/>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38764632"/>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8417284"/>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09169762"/>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07181032"/>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88035468"/>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54646323"/>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76913944"/>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38332993"/>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22747848"/>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4494305"/>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34995801"/>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64692236"/>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25720217"/>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56545456"/>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42282531"/>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763373"/>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43161366"/>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42319078"/>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98102835"/>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9014592"/>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28949712"/>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28010209"/>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42657133"/>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530D7E-37E1-D93B-F9D8-7B3051D125B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3AB9DD7-D878-2C29-F33B-E6F4C63EAB6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C4980FE5-CE57-2862-D8FB-D9725A2941EE}"/>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2FD96607-2F65-DA78-BF3D-71A7DDE235C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10938804"/>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25624771"/>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89362176"/>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5760830"/>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715740"/>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46411802"/>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19707520"/>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42657133"/>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42657133"/>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42657133"/>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83878114"/>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757587-E9F7-2435-FBFE-7BCCA0D7DF4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CFB4292-BC10-00FB-C511-E2CC3AD37BB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27B7E144-F419-41F6-0E49-02E087E821DD}"/>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991ED034-3D14-9C66-A642-D191E1A2B7D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9485742"/>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9E63C3-1C83-53AC-7CE4-26A26DA2933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53A8ECB-59E3-217A-AAC5-7D71C618B9F2}"/>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E9EB3057-6811-05DD-A81F-20D55B8685ED}"/>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0313CD24-07D6-3578-C971-3669BAB6253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15461147"/>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7D8665-90C3-33D5-82D3-4BE04C0F7D6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0FF7C15-E213-22D1-B3AD-0DFE1828F66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AF1403B5-D922-5D2A-70A4-C867CE5186ED}"/>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AB42B423-343B-D59B-45B8-54E55136FF7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00157073"/>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85679652"/>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59B96D-4A97-9B64-CCCB-6060B9DA0C7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7D5165C-FCC7-167F-92EE-810FAA6A01CA}"/>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115F0122-DBBD-1FFD-793B-AF6370D6FA99}"/>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2886D867-0916-24DF-2320-EEB7ACED546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80898956"/>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1993F0-89C3-3553-D6DF-19BBC51117B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7F11262-B585-2F97-0E59-05AF49E65912}"/>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F4C7FCDA-4FDB-9799-BBD6-51F1BB1D7F58}"/>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754D45AB-1072-6283-F79D-6F3A7102ED9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74618669"/>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B5DF6B-8EE9-7EA9-431B-8092E868665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3EC5939-9998-4A3B-071C-DDE685DE3841}"/>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A2D6A4E4-171C-4F90-8A69-41EB36E6546D}"/>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F8111C6B-FD61-1FE7-CD66-30A261E4E6F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47773708"/>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EB0FC1-E598-AE19-4DA3-7184D75220F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B081AD4-FD7C-3A6F-3BBA-83E1D44B70D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6B3AE34-F674-7194-8FCE-5CFA148BA663}"/>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298B93C7-9B8B-5522-BCE0-345BD2E533B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3748411"/>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CDDDE8-1F7F-9549-E8D5-0548B6C5E20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6359915-D0C1-365C-59F9-177B4DA376CB}"/>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F29C8513-D2FF-5F8F-AC7F-6DAE223B1451}"/>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9E8E2C2B-DF1D-F575-D58B-9728F17A11A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55399122"/>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2CD6F4-8F8F-FB6F-36CD-BD6C7D87298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05D4D3A-D4A5-C603-AB92-FDA7433735A2}"/>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7AE0569D-0077-78CF-DCE1-758806D16A48}"/>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07C70DC0-C07D-7E10-0C86-6550CE08B90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90682724"/>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A8D7CD-32FE-2229-3396-FB50CBB5D50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B358E0D-D827-4E24-A8C4-AF86D5B12AD6}"/>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D5215600-83C1-2EE3-0582-2FA90B91EA06}"/>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5BD48DEF-7861-C743-F0F9-80B875AF9946}"/>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39373580"/>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80925E-65C2-5C7E-9A9B-AA3A8D13E40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EEFECAC-1E18-A972-384E-DCEB69E3CA60}"/>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1C20450-5752-D481-E8CB-612B0DE37C69}"/>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68FBC6BA-E802-7B9B-95A0-BFE73B02D08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1662713"/>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1DC8DF-809E-9341-7784-184DBDCA070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1BEE7B1-46C4-89B4-BA1D-771CB1C62C76}"/>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447ECACD-10BC-D8E3-F4FD-4C15EBEFEB5A}"/>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ED73CCBD-474A-8B48-FBA3-E260ACE1288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55309852"/>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95815A-BBBA-2D30-5E25-0013FA10A1C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5D69713-C740-3433-8917-F37E7972E7FA}"/>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54081333-D25B-F0F8-8C2D-06F4ED3E6BE1}"/>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DFA3CF31-45B8-9095-A24F-D8816C51F61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60862130"/>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B36ADA-A54C-DE82-77E7-1B300323A34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498CA43-419D-50F8-B78A-1336D1F1474D}"/>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2E45AE82-89DC-0198-0190-D24FC94B4E1F}"/>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3287A9C9-BAED-6475-5DD8-41200960ECD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C0792BA-8972-49C2-8833-5198F73FBAD7}"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997773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emf"/><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emf"/><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2.emf"/><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2.emf"/><Relationship Id="rId2" Type="http://schemas.openxmlformats.org/officeDocument/2006/relationships/image" Target="../media/image5.jpeg"/><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EC514B8-C999-454B-88D2-EEC4F6F7EF75}"/>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GB"/>
          </a:p>
        </p:txBody>
      </p:sp>
      <p:sp>
        <p:nvSpPr>
          <p:cNvPr id="3" name="Subtitle 2">
            <a:extLst>
              <a:ext uri="{FF2B5EF4-FFF2-40B4-BE49-F238E27FC236}">
                <a16:creationId xmlns:a16="http://schemas.microsoft.com/office/drawing/2014/main" id="{924C51FA-7F67-4F73-B61E-9CED2907DE2C}"/>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sp>
        <p:nvSpPr>
          <p:cNvPr id="4" name="Date Placeholder 3">
            <a:extLst>
              <a:ext uri="{FF2B5EF4-FFF2-40B4-BE49-F238E27FC236}">
                <a16:creationId xmlns:a16="http://schemas.microsoft.com/office/drawing/2014/main" id="{1EC621EA-1639-4F09-8463-72F5C80A5D0C}"/>
              </a:ext>
            </a:extLst>
          </p:cNvPr>
          <p:cNvSpPr>
            <a:spLocks noGrp="1"/>
          </p:cNvSpPr>
          <p:nvPr>
            <p:ph type="dt" sz="half" idx="10"/>
          </p:nvPr>
        </p:nvSpPr>
        <p:spPr/>
        <p:txBody>
          <a:bodyPr/>
          <a:lstStyle/>
          <a:p>
            <a:fld id="{7F496923-5984-4C9D-A5FC-749389EAD3E8}" type="datetimeFigureOut">
              <a:rPr lang="en-GB" smtClean="0"/>
              <a:t>13/09/2026</a:t>
            </a:fld>
            <a:endParaRPr lang="en-GB"/>
          </a:p>
        </p:txBody>
      </p:sp>
      <p:sp>
        <p:nvSpPr>
          <p:cNvPr id="5" name="Footer Placeholder 4">
            <a:extLst>
              <a:ext uri="{FF2B5EF4-FFF2-40B4-BE49-F238E27FC236}">
                <a16:creationId xmlns:a16="http://schemas.microsoft.com/office/drawing/2014/main" id="{2E09F538-7DCF-4B5C-9352-CC55AF36BB21}"/>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015F9354-3797-4013-B57E-15FD10F5FE7E}"/>
              </a:ext>
            </a:extLst>
          </p:cNvPr>
          <p:cNvSpPr>
            <a:spLocks noGrp="1"/>
          </p:cNvSpPr>
          <p:nvPr>
            <p:ph type="sldNum" sz="quarter" idx="12"/>
          </p:nvPr>
        </p:nvSpPr>
        <p:spPr/>
        <p:txBody>
          <a:bodyPr/>
          <a:lstStyle/>
          <a:p>
            <a:fld id="{9EA04B82-1B25-4ACF-A611-DD88689FA3B1}" type="slidenum">
              <a:rPr lang="en-GB" smtClean="0"/>
              <a:t>‹#›</a:t>
            </a:fld>
            <a:endParaRPr lang="en-GB"/>
          </a:p>
        </p:txBody>
      </p:sp>
    </p:spTree>
    <p:extLst>
      <p:ext uri="{BB962C8B-B14F-4D97-AF65-F5344CB8AC3E}">
        <p14:creationId xmlns:p14="http://schemas.microsoft.com/office/powerpoint/2010/main" val="331544911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6874211-9741-4238-AFAE-8DC164831650}"/>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F5AE156A-0C93-4705-999B-3DB1D09C086B}"/>
              </a:ext>
            </a:extLst>
          </p:cNvPr>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ADC1A483-5565-4182-B573-0D362DCB8F5A}"/>
              </a:ext>
            </a:extLst>
          </p:cNvPr>
          <p:cNvSpPr>
            <a:spLocks noGrp="1"/>
          </p:cNvSpPr>
          <p:nvPr>
            <p:ph type="dt" sz="half" idx="10"/>
          </p:nvPr>
        </p:nvSpPr>
        <p:spPr/>
        <p:txBody>
          <a:bodyPr/>
          <a:lstStyle/>
          <a:p>
            <a:fld id="{7F496923-5984-4C9D-A5FC-749389EAD3E8}" type="datetimeFigureOut">
              <a:rPr lang="en-GB" smtClean="0"/>
              <a:t>13/09/2026</a:t>
            </a:fld>
            <a:endParaRPr lang="en-GB"/>
          </a:p>
        </p:txBody>
      </p:sp>
      <p:sp>
        <p:nvSpPr>
          <p:cNvPr id="5" name="Footer Placeholder 4">
            <a:extLst>
              <a:ext uri="{FF2B5EF4-FFF2-40B4-BE49-F238E27FC236}">
                <a16:creationId xmlns:a16="http://schemas.microsoft.com/office/drawing/2014/main" id="{CA5E7008-4A32-4E19-AAE5-984332E798F4}"/>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869E146F-3F91-45E5-82FF-4EF4043A0513}"/>
              </a:ext>
            </a:extLst>
          </p:cNvPr>
          <p:cNvSpPr>
            <a:spLocks noGrp="1"/>
          </p:cNvSpPr>
          <p:nvPr>
            <p:ph type="sldNum" sz="quarter" idx="12"/>
          </p:nvPr>
        </p:nvSpPr>
        <p:spPr/>
        <p:txBody>
          <a:bodyPr/>
          <a:lstStyle/>
          <a:p>
            <a:fld id="{9EA04B82-1B25-4ACF-A611-DD88689FA3B1}" type="slidenum">
              <a:rPr lang="en-GB" smtClean="0"/>
              <a:t>‹#›</a:t>
            </a:fld>
            <a:endParaRPr lang="en-GB"/>
          </a:p>
        </p:txBody>
      </p:sp>
    </p:spTree>
    <p:extLst>
      <p:ext uri="{BB962C8B-B14F-4D97-AF65-F5344CB8AC3E}">
        <p14:creationId xmlns:p14="http://schemas.microsoft.com/office/powerpoint/2010/main" val="403999619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7D767A-96CF-4DCA-A57E-C643CD80B2B2}"/>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F0E47FC9-0C1C-4C40-ACD5-5D69BE652AB7}"/>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a:extLst>
              <a:ext uri="{FF2B5EF4-FFF2-40B4-BE49-F238E27FC236}">
                <a16:creationId xmlns:a16="http://schemas.microsoft.com/office/drawing/2014/main" id="{DBD078D4-BB75-430C-8A53-138305856725}"/>
              </a:ext>
            </a:extLst>
          </p:cNvPr>
          <p:cNvSpPr>
            <a:spLocks noGrp="1"/>
          </p:cNvSpPr>
          <p:nvPr>
            <p:ph type="dt" sz="half" idx="10"/>
          </p:nvPr>
        </p:nvSpPr>
        <p:spPr/>
        <p:txBody>
          <a:bodyPr/>
          <a:lstStyle/>
          <a:p>
            <a:fld id="{7F496923-5984-4C9D-A5FC-749389EAD3E8}" type="datetimeFigureOut">
              <a:rPr lang="en-GB" smtClean="0"/>
              <a:t>13/09/2026</a:t>
            </a:fld>
            <a:endParaRPr lang="en-GB"/>
          </a:p>
        </p:txBody>
      </p:sp>
      <p:sp>
        <p:nvSpPr>
          <p:cNvPr id="5" name="Footer Placeholder 4">
            <a:extLst>
              <a:ext uri="{FF2B5EF4-FFF2-40B4-BE49-F238E27FC236}">
                <a16:creationId xmlns:a16="http://schemas.microsoft.com/office/drawing/2014/main" id="{E14DFF57-FCA4-4A7A-9BFF-587EB3E6D90D}"/>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CDF3DB29-8054-40D2-A407-28B001938832}"/>
              </a:ext>
            </a:extLst>
          </p:cNvPr>
          <p:cNvSpPr>
            <a:spLocks noGrp="1"/>
          </p:cNvSpPr>
          <p:nvPr>
            <p:ph type="sldNum" sz="quarter" idx="12"/>
          </p:nvPr>
        </p:nvSpPr>
        <p:spPr/>
        <p:txBody>
          <a:bodyPr/>
          <a:lstStyle/>
          <a:p>
            <a:fld id="{9EA04B82-1B25-4ACF-A611-DD88689FA3B1}" type="slidenum">
              <a:rPr lang="en-GB" smtClean="0"/>
              <a:t>‹#›</a:t>
            </a:fld>
            <a:endParaRPr lang="en-GB"/>
          </a:p>
        </p:txBody>
      </p:sp>
    </p:spTree>
    <p:extLst>
      <p:ext uri="{BB962C8B-B14F-4D97-AF65-F5344CB8AC3E}">
        <p14:creationId xmlns:p14="http://schemas.microsoft.com/office/powerpoint/2010/main" val="233588893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2CF76E0-8211-4E81-AC14-27F4DFC97CA8}"/>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5DB673CC-8972-4A03-AD81-7980CA42F4B5}"/>
              </a:ext>
            </a:extLst>
          </p:cNvPr>
          <p:cNvSpPr>
            <a:spLocks noGrp="1"/>
          </p:cNvSpPr>
          <p:nvPr>
            <p:ph sz="half" idx="1"/>
          </p:nvPr>
        </p:nvSpPr>
        <p:spPr>
          <a:xfrm>
            <a:off x="838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a:extLst>
              <a:ext uri="{FF2B5EF4-FFF2-40B4-BE49-F238E27FC236}">
                <a16:creationId xmlns:a16="http://schemas.microsoft.com/office/drawing/2014/main" id="{AF916EDF-FBC3-4C35-9968-21598590D482}"/>
              </a:ext>
            </a:extLst>
          </p:cNvPr>
          <p:cNvSpPr>
            <a:spLocks noGrp="1"/>
          </p:cNvSpPr>
          <p:nvPr>
            <p:ph sz="half" idx="2"/>
          </p:nvPr>
        </p:nvSpPr>
        <p:spPr>
          <a:xfrm>
            <a:off x="6172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4">
            <a:extLst>
              <a:ext uri="{FF2B5EF4-FFF2-40B4-BE49-F238E27FC236}">
                <a16:creationId xmlns:a16="http://schemas.microsoft.com/office/drawing/2014/main" id="{628601DB-A5CE-49C5-B175-A1686BEE30F3}"/>
              </a:ext>
            </a:extLst>
          </p:cNvPr>
          <p:cNvSpPr>
            <a:spLocks noGrp="1"/>
          </p:cNvSpPr>
          <p:nvPr>
            <p:ph type="dt" sz="half" idx="10"/>
          </p:nvPr>
        </p:nvSpPr>
        <p:spPr/>
        <p:txBody>
          <a:bodyPr/>
          <a:lstStyle/>
          <a:p>
            <a:fld id="{7F496923-5984-4C9D-A5FC-749389EAD3E8}" type="datetimeFigureOut">
              <a:rPr lang="en-GB" smtClean="0"/>
              <a:t>13/09/2026</a:t>
            </a:fld>
            <a:endParaRPr lang="en-GB"/>
          </a:p>
        </p:txBody>
      </p:sp>
      <p:sp>
        <p:nvSpPr>
          <p:cNvPr id="6" name="Footer Placeholder 5">
            <a:extLst>
              <a:ext uri="{FF2B5EF4-FFF2-40B4-BE49-F238E27FC236}">
                <a16:creationId xmlns:a16="http://schemas.microsoft.com/office/drawing/2014/main" id="{7EFA1DF6-02A9-42C2-B885-FA8F187162E5}"/>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8915B2FF-18E5-4836-BDF2-36B7A70C01BD}"/>
              </a:ext>
            </a:extLst>
          </p:cNvPr>
          <p:cNvSpPr>
            <a:spLocks noGrp="1"/>
          </p:cNvSpPr>
          <p:nvPr>
            <p:ph type="sldNum" sz="quarter" idx="12"/>
          </p:nvPr>
        </p:nvSpPr>
        <p:spPr/>
        <p:txBody>
          <a:bodyPr/>
          <a:lstStyle/>
          <a:p>
            <a:fld id="{9EA04B82-1B25-4ACF-A611-DD88689FA3B1}" type="slidenum">
              <a:rPr lang="en-GB" smtClean="0"/>
              <a:t>‹#›</a:t>
            </a:fld>
            <a:endParaRPr lang="en-GB"/>
          </a:p>
        </p:txBody>
      </p:sp>
    </p:spTree>
    <p:extLst>
      <p:ext uri="{BB962C8B-B14F-4D97-AF65-F5344CB8AC3E}">
        <p14:creationId xmlns:p14="http://schemas.microsoft.com/office/powerpoint/2010/main" val="425927238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08F927-8CC5-427F-A968-572912CCE321}"/>
              </a:ext>
            </a:extLst>
          </p:cNvPr>
          <p:cNvSpPr>
            <a:spLocks noGrp="1"/>
          </p:cNvSpPr>
          <p:nvPr>
            <p:ph type="title"/>
          </p:nvPr>
        </p:nvSpPr>
        <p:spPr>
          <a:xfrm>
            <a:off x="839788" y="365125"/>
            <a:ext cx="10515600" cy="1325563"/>
          </a:xfrm>
        </p:spPr>
        <p:txBody>
          <a:bodyPr/>
          <a:lstStyle/>
          <a:p>
            <a:r>
              <a:rPr lang="en-US"/>
              <a:t>Click to edit Master title style</a:t>
            </a:r>
            <a:endParaRPr lang="en-GB"/>
          </a:p>
        </p:txBody>
      </p:sp>
      <p:sp>
        <p:nvSpPr>
          <p:cNvPr id="3" name="Text Placeholder 2">
            <a:extLst>
              <a:ext uri="{FF2B5EF4-FFF2-40B4-BE49-F238E27FC236}">
                <a16:creationId xmlns:a16="http://schemas.microsoft.com/office/drawing/2014/main" id="{13EB8D12-1448-4E70-85B7-05EEA3E14ABF}"/>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a:extLst>
              <a:ext uri="{FF2B5EF4-FFF2-40B4-BE49-F238E27FC236}">
                <a16:creationId xmlns:a16="http://schemas.microsoft.com/office/drawing/2014/main" id="{37D5F33C-5F75-41C0-BF73-0D7343BD90ED}"/>
              </a:ext>
            </a:extLst>
          </p:cNvPr>
          <p:cNvSpPr>
            <a:spLocks noGrp="1"/>
          </p:cNvSpPr>
          <p:nvPr>
            <p:ph sz="half" idx="2"/>
          </p:nvPr>
        </p:nvSpPr>
        <p:spPr>
          <a:xfrm>
            <a:off x="839788" y="2505075"/>
            <a:ext cx="515778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a:extLst>
              <a:ext uri="{FF2B5EF4-FFF2-40B4-BE49-F238E27FC236}">
                <a16:creationId xmlns:a16="http://schemas.microsoft.com/office/drawing/2014/main" id="{5729550C-34B0-4074-B559-06A3BFD8117E}"/>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a:extLst>
              <a:ext uri="{FF2B5EF4-FFF2-40B4-BE49-F238E27FC236}">
                <a16:creationId xmlns:a16="http://schemas.microsoft.com/office/drawing/2014/main" id="{F2CFA30A-90C6-4D9A-B9E8-649152C5F9BB}"/>
              </a:ext>
            </a:extLst>
          </p:cNvPr>
          <p:cNvSpPr>
            <a:spLocks noGrp="1"/>
          </p:cNvSpPr>
          <p:nvPr>
            <p:ph sz="quarter" idx="4"/>
          </p:nvPr>
        </p:nvSpPr>
        <p:spPr>
          <a:xfrm>
            <a:off x="6172200" y="2505075"/>
            <a:ext cx="51831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Date Placeholder 6">
            <a:extLst>
              <a:ext uri="{FF2B5EF4-FFF2-40B4-BE49-F238E27FC236}">
                <a16:creationId xmlns:a16="http://schemas.microsoft.com/office/drawing/2014/main" id="{66D0F7CF-2803-49CB-A76C-951C33772C35}"/>
              </a:ext>
            </a:extLst>
          </p:cNvPr>
          <p:cNvSpPr>
            <a:spLocks noGrp="1"/>
          </p:cNvSpPr>
          <p:nvPr>
            <p:ph type="dt" sz="half" idx="10"/>
          </p:nvPr>
        </p:nvSpPr>
        <p:spPr/>
        <p:txBody>
          <a:bodyPr/>
          <a:lstStyle/>
          <a:p>
            <a:fld id="{7F496923-5984-4C9D-A5FC-749389EAD3E8}" type="datetimeFigureOut">
              <a:rPr lang="en-GB" smtClean="0"/>
              <a:t>13/09/2026</a:t>
            </a:fld>
            <a:endParaRPr lang="en-GB"/>
          </a:p>
        </p:txBody>
      </p:sp>
      <p:sp>
        <p:nvSpPr>
          <p:cNvPr id="8" name="Footer Placeholder 7">
            <a:extLst>
              <a:ext uri="{FF2B5EF4-FFF2-40B4-BE49-F238E27FC236}">
                <a16:creationId xmlns:a16="http://schemas.microsoft.com/office/drawing/2014/main" id="{CD238225-50CC-4367-A27B-56441A57DA41}"/>
              </a:ext>
            </a:extLst>
          </p:cNvPr>
          <p:cNvSpPr>
            <a:spLocks noGrp="1"/>
          </p:cNvSpPr>
          <p:nvPr>
            <p:ph type="ftr" sz="quarter" idx="11"/>
          </p:nvPr>
        </p:nvSpPr>
        <p:spPr/>
        <p:txBody>
          <a:bodyPr/>
          <a:lstStyle/>
          <a:p>
            <a:endParaRPr lang="en-GB"/>
          </a:p>
        </p:txBody>
      </p:sp>
      <p:sp>
        <p:nvSpPr>
          <p:cNvPr id="9" name="Slide Number Placeholder 8">
            <a:extLst>
              <a:ext uri="{FF2B5EF4-FFF2-40B4-BE49-F238E27FC236}">
                <a16:creationId xmlns:a16="http://schemas.microsoft.com/office/drawing/2014/main" id="{201E6CD2-75F0-45CE-9ABE-39755889560A}"/>
              </a:ext>
            </a:extLst>
          </p:cNvPr>
          <p:cNvSpPr>
            <a:spLocks noGrp="1"/>
          </p:cNvSpPr>
          <p:nvPr>
            <p:ph type="sldNum" sz="quarter" idx="12"/>
          </p:nvPr>
        </p:nvSpPr>
        <p:spPr/>
        <p:txBody>
          <a:bodyPr/>
          <a:lstStyle/>
          <a:p>
            <a:fld id="{9EA04B82-1B25-4ACF-A611-DD88689FA3B1}" type="slidenum">
              <a:rPr lang="en-GB" smtClean="0"/>
              <a:t>‹#›</a:t>
            </a:fld>
            <a:endParaRPr lang="en-GB"/>
          </a:p>
        </p:txBody>
      </p:sp>
    </p:spTree>
    <p:extLst>
      <p:ext uri="{BB962C8B-B14F-4D97-AF65-F5344CB8AC3E}">
        <p14:creationId xmlns:p14="http://schemas.microsoft.com/office/powerpoint/2010/main" val="97079419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57B6F6B-668E-452B-A827-BA77244920C2}"/>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3F25BD8B-D324-4D6C-A6C3-AFBC1CA3CB49}"/>
              </a:ext>
            </a:extLst>
          </p:cNvPr>
          <p:cNvSpPr>
            <a:spLocks noGrp="1"/>
          </p:cNvSpPr>
          <p:nvPr>
            <p:ph type="dt" sz="half" idx="10"/>
          </p:nvPr>
        </p:nvSpPr>
        <p:spPr/>
        <p:txBody>
          <a:bodyPr/>
          <a:lstStyle/>
          <a:p>
            <a:fld id="{7F496923-5984-4C9D-A5FC-749389EAD3E8}" type="datetimeFigureOut">
              <a:rPr lang="en-GB" smtClean="0"/>
              <a:t>13/09/2026</a:t>
            </a:fld>
            <a:endParaRPr lang="en-GB"/>
          </a:p>
        </p:txBody>
      </p:sp>
      <p:sp>
        <p:nvSpPr>
          <p:cNvPr id="4" name="Footer Placeholder 3">
            <a:extLst>
              <a:ext uri="{FF2B5EF4-FFF2-40B4-BE49-F238E27FC236}">
                <a16:creationId xmlns:a16="http://schemas.microsoft.com/office/drawing/2014/main" id="{A93253D3-ABA4-4159-BEAE-2971373A77EB}"/>
              </a:ext>
            </a:extLst>
          </p:cNvPr>
          <p:cNvSpPr>
            <a:spLocks noGrp="1"/>
          </p:cNvSpPr>
          <p:nvPr>
            <p:ph type="ftr" sz="quarter" idx="11"/>
          </p:nvPr>
        </p:nvSpPr>
        <p:spPr/>
        <p:txBody>
          <a:bodyPr/>
          <a:lstStyle/>
          <a:p>
            <a:endParaRPr lang="en-GB"/>
          </a:p>
        </p:txBody>
      </p:sp>
      <p:sp>
        <p:nvSpPr>
          <p:cNvPr id="5" name="Slide Number Placeholder 4">
            <a:extLst>
              <a:ext uri="{FF2B5EF4-FFF2-40B4-BE49-F238E27FC236}">
                <a16:creationId xmlns:a16="http://schemas.microsoft.com/office/drawing/2014/main" id="{519748E1-F14D-4E93-81AE-78A1ADFBD90B}"/>
              </a:ext>
            </a:extLst>
          </p:cNvPr>
          <p:cNvSpPr>
            <a:spLocks noGrp="1"/>
          </p:cNvSpPr>
          <p:nvPr>
            <p:ph type="sldNum" sz="quarter" idx="12"/>
          </p:nvPr>
        </p:nvSpPr>
        <p:spPr/>
        <p:txBody>
          <a:bodyPr/>
          <a:lstStyle/>
          <a:p>
            <a:fld id="{9EA04B82-1B25-4ACF-A611-DD88689FA3B1}" type="slidenum">
              <a:rPr lang="en-GB" smtClean="0"/>
              <a:t>‹#›</a:t>
            </a:fld>
            <a:endParaRPr lang="en-GB"/>
          </a:p>
        </p:txBody>
      </p:sp>
    </p:spTree>
    <p:extLst>
      <p:ext uri="{BB962C8B-B14F-4D97-AF65-F5344CB8AC3E}">
        <p14:creationId xmlns:p14="http://schemas.microsoft.com/office/powerpoint/2010/main" val="351587510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77461316-F536-459B-8910-E039DF8C27D7}"/>
              </a:ext>
            </a:extLst>
          </p:cNvPr>
          <p:cNvSpPr>
            <a:spLocks noGrp="1"/>
          </p:cNvSpPr>
          <p:nvPr>
            <p:ph type="dt" sz="half" idx="10"/>
          </p:nvPr>
        </p:nvSpPr>
        <p:spPr/>
        <p:txBody>
          <a:bodyPr/>
          <a:lstStyle/>
          <a:p>
            <a:fld id="{7F496923-5984-4C9D-A5FC-749389EAD3E8}" type="datetimeFigureOut">
              <a:rPr lang="en-GB" smtClean="0"/>
              <a:t>13/09/2026</a:t>
            </a:fld>
            <a:endParaRPr lang="en-GB"/>
          </a:p>
        </p:txBody>
      </p:sp>
      <p:sp>
        <p:nvSpPr>
          <p:cNvPr id="3" name="Footer Placeholder 2">
            <a:extLst>
              <a:ext uri="{FF2B5EF4-FFF2-40B4-BE49-F238E27FC236}">
                <a16:creationId xmlns:a16="http://schemas.microsoft.com/office/drawing/2014/main" id="{E0C438BD-0D21-471A-BA7A-EAAD18103686}"/>
              </a:ext>
            </a:extLst>
          </p:cNvPr>
          <p:cNvSpPr>
            <a:spLocks noGrp="1"/>
          </p:cNvSpPr>
          <p:nvPr>
            <p:ph type="ftr" sz="quarter" idx="11"/>
          </p:nvPr>
        </p:nvSpPr>
        <p:spPr/>
        <p:txBody>
          <a:bodyPr/>
          <a:lstStyle/>
          <a:p>
            <a:endParaRPr lang="en-GB"/>
          </a:p>
        </p:txBody>
      </p:sp>
      <p:sp>
        <p:nvSpPr>
          <p:cNvPr id="4" name="Slide Number Placeholder 3">
            <a:extLst>
              <a:ext uri="{FF2B5EF4-FFF2-40B4-BE49-F238E27FC236}">
                <a16:creationId xmlns:a16="http://schemas.microsoft.com/office/drawing/2014/main" id="{5C15EAC8-597B-4114-9CE4-D2D691C243F8}"/>
              </a:ext>
            </a:extLst>
          </p:cNvPr>
          <p:cNvSpPr>
            <a:spLocks noGrp="1"/>
          </p:cNvSpPr>
          <p:nvPr>
            <p:ph type="sldNum" sz="quarter" idx="12"/>
          </p:nvPr>
        </p:nvSpPr>
        <p:spPr/>
        <p:txBody>
          <a:bodyPr/>
          <a:lstStyle/>
          <a:p>
            <a:fld id="{9EA04B82-1B25-4ACF-A611-DD88689FA3B1}" type="slidenum">
              <a:rPr lang="en-GB" smtClean="0"/>
              <a:t>‹#›</a:t>
            </a:fld>
            <a:endParaRPr lang="en-GB"/>
          </a:p>
        </p:txBody>
      </p:sp>
    </p:spTree>
    <p:extLst>
      <p:ext uri="{BB962C8B-B14F-4D97-AF65-F5344CB8AC3E}">
        <p14:creationId xmlns:p14="http://schemas.microsoft.com/office/powerpoint/2010/main" val="314927121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688622-E6B1-411F-9ED3-07E3A54F2A20}"/>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Content Placeholder 2">
            <a:extLst>
              <a:ext uri="{FF2B5EF4-FFF2-40B4-BE49-F238E27FC236}">
                <a16:creationId xmlns:a16="http://schemas.microsoft.com/office/drawing/2014/main" id="{94C99C55-75D8-467E-942E-1939CDE6A15E}"/>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6F0A845B-C398-421A-B4ED-37623B00C205}"/>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a:extLst>
              <a:ext uri="{FF2B5EF4-FFF2-40B4-BE49-F238E27FC236}">
                <a16:creationId xmlns:a16="http://schemas.microsoft.com/office/drawing/2014/main" id="{3D82FCFB-B123-42F0-BF92-E82EBB620F9D}"/>
              </a:ext>
            </a:extLst>
          </p:cNvPr>
          <p:cNvSpPr>
            <a:spLocks noGrp="1"/>
          </p:cNvSpPr>
          <p:nvPr>
            <p:ph type="dt" sz="half" idx="10"/>
          </p:nvPr>
        </p:nvSpPr>
        <p:spPr/>
        <p:txBody>
          <a:bodyPr/>
          <a:lstStyle/>
          <a:p>
            <a:fld id="{7F496923-5984-4C9D-A5FC-749389EAD3E8}" type="datetimeFigureOut">
              <a:rPr lang="en-GB" smtClean="0"/>
              <a:t>13/09/2026</a:t>
            </a:fld>
            <a:endParaRPr lang="en-GB"/>
          </a:p>
        </p:txBody>
      </p:sp>
      <p:sp>
        <p:nvSpPr>
          <p:cNvPr id="6" name="Footer Placeholder 5">
            <a:extLst>
              <a:ext uri="{FF2B5EF4-FFF2-40B4-BE49-F238E27FC236}">
                <a16:creationId xmlns:a16="http://schemas.microsoft.com/office/drawing/2014/main" id="{C30CB7E3-DAB4-404F-AFAF-7100C2D86BAD}"/>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76FCC0C8-0CD5-4834-ADAD-18E842524FF1}"/>
              </a:ext>
            </a:extLst>
          </p:cNvPr>
          <p:cNvSpPr>
            <a:spLocks noGrp="1"/>
          </p:cNvSpPr>
          <p:nvPr>
            <p:ph type="sldNum" sz="quarter" idx="12"/>
          </p:nvPr>
        </p:nvSpPr>
        <p:spPr/>
        <p:txBody>
          <a:bodyPr/>
          <a:lstStyle/>
          <a:p>
            <a:fld id="{9EA04B82-1B25-4ACF-A611-DD88689FA3B1}" type="slidenum">
              <a:rPr lang="en-GB" smtClean="0"/>
              <a:t>‹#›</a:t>
            </a:fld>
            <a:endParaRPr lang="en-GB"/>
          </a:p>
        </p:txBody>
      </p:sp>
    </p:spTree>
    <p:extLst>
      <p:ext uri="{BB962C8B-B14F-4D97-AF65-F5344CB8AC3E}">
        <p14:creationId xmlns:p14="http://schemas.microsoft.com/office/powerpoint/2010/main" val="84745788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1AA7D5-DC1D-4E61-846D-CF079A95555A}"/>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Picture Placeholder 2">
            <a:extLst>
              <a:ext uri="{FF2B5EF4-FFF2-40B4-BE49-F238E27FC236}">
                <a16:creationId xmlns:a16="http://schemas.microsoft.com/office/drawing/2014/main" id="{EFEC88B6-2BDC-42EB-819B-CE6B87632296}"/>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GB"/>
          </a:p>
        </p:txBody>
      </p:sp>
      <p:sp>
        <p:nvSpPr>
          <p:cNvPr id="4" name="Text Placeholder 3">
            <a:extLst>
              <a:ext uri="{FF2B5EF4-FFF2-40B4-BE49-F238E27FC236}">
                <a16:creationId xmlns:a16="http://schemas.microsoft.com/office/drawing/2014/main" id="{5C4A5069-70C9-41E2-A142-3B3ACAD48B95}"/>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a:extLst>
              <a:ext uri="{FF2B5EF4-FFF2-40B4-BE49-F238E27FC236}">
                <a16:creationId xmlns:a16="http://schemas.microsoft.com/office/drawing/2014/main" id="{0EF1663A-023D-4256-A1C9-FD58A736AE7E}"/>
              </a:ext>
            </a:extLst>
          </p:cNvPr>
          <p:cNvSpPr>
            <a:spLocks noGrp="1"/>
          </p:cNvSpPr>
          <p:nvPr>
            <p:ph type="dt" sz="half" idx="10"/>
          </p:nvPr>
        </p:nvSpPr>
        <p:spPr/>
        <p:txBody>
          <a:bodyPr/>
          <a:lstStyle/>
          <a:p>
            <a:fld id="{7F496923-5984-4C9D-A5FC-749389EAD3E8}" type="datetimeFigureOut">
              <a:rPr lang="en-GB" smtClean="0"/>
              <a:t>13/09/2026</a:t>
            </a:fld>
            <a:endParaRPr lang="en-GB"/>
          </a:p>
        </p:txBody>
      </p:sp>
      <p:sp>
        <p:nvSpPr>
          <p:cNvPr id="6" name="Footer Placeholder 5">
            <a:extLst>
              <a:ext uri="{FF2B5EF4-FFF2-40B4-BE49-F238E27FC236}">
                <a16:creationId xmlns:a16="http://schemas.microsoft.com/office/drawing/2014/main" id="{BB43F0AA-D781-4872-89BC-9391C09FD5F1}"/>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E93739A3-645B-4B10-8143-D9ED0F26E796}"/>
              </a:ext>
            </a:extLst>
          </p:cNvPr>
          <p:cNvSpPr>
            <a:spLocks noGrp="1"/>
          </p:cNvSpPr>
          <p:nvPr>
            <p:ph type="sldNum" sz="quarter" idx="12"/>
          </p:nvPr>
        </p:nvSpPr>
        <p:spPr/>
        <p:txBody>
          <a:bodyPr/>
          <a:lstStyle/>
          <a:p>
            <a:fld id="{9EA04B82-1B25-4ACF-A611-DD88689FA3B1}" type="slidenum">
              <a:rPr lang="en-GB" smtClean="0"/>
              <a:t>‹#›</a:t>
            </a:fld>
            <a:endParaRPr lang="en-GB"/>
          </a:p>
        </p:txBody>
      </p:sp>
    </p:spTree>
    <p:extLst>
      <p:ext uri="{BB962C8B-B14F-4D97-AF65-F5344CB8AC3E}">
        <p14:creationId xmlns:p14="http://schemas.microsoft.com/office/powerpoint/2010/main" val="9341036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0C7323-5DCE-46DE-8CC2-A53CA4F51E7F}"/>
              </a:ext>
            </a:extLst>
          </p:cNvPr>
          <p:cNvSpPr>
            <a:spLocks noGrp="1"/>
          </p:cNvSpPr>
          <p:nvPr>
            <p:ph type="title"/>
          </p:nvPr>
        </p:nvSpPr>
        <p:spPr/>
        <p:txBody>
          <a:bodyPr/>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78F8ED40-99D3-45A0-98B7-92D00F514102}"/>
              </a:ext>
            </a:extLst>
          </p:cNvPr>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7A1321D2-19E2-4118-B4B6-F4227126BF6E}"/>
              </a:ext>
            </a:extLst>
          </p:cNvPr>
          <p:cNvSpPr>
            <a:spLocks noGrp="1"/>
          </p:cNvSpPr>
          <p:nvPr>
            <p:ph type="dt" sz="half" idx="10"/>
          </p:nvPr>
        </p:nvSpPr>
        <p:spPr/>
        <p:txBody>
          <a:bodyPr/>
          <a:lstStyle/>
          <a:p>
            <a:fld id="{7F496923-5984-4C9D-A5FC-749389EAD3E8}" type="datetimeFigureOut">
              <a:rPr lang="en-GB" smtClean="0"/>
              <a:t>13/09/2026</a:t>
            </a:fld>
            <a:endParaRPr lang="en-GB"/>
          </a:p>
        </p:txBody>
      </p:sp>
      <p:sp>
        <p:nvSpPr>
          <p:cNvPr id="5" name="Footer Placeholder 4">
            <a:extLst>
              <a:ext uri="{FF2B5EF4-FFF2-40B4-BE49-F238E27FC236}">
                <a16:creationId xmlns:a16="http://schemas.microsoft.com/office/drawing/2014/main" id="{1786816E-2B95-4D06-9CF7-AE89A0CD8FC5}"/>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B93C8DF5-C771-4727-B28E-DECA971593B5}"/>
              </a:ext>
            </a:extLst>
          </p:cNvPr>
          <p:cNvSpPr>
            <a:spLocks noGrp="1"/>
          </p:cNvSpPr>
          <p:nvPr>
            <p:ph type="sldNum" sz="quarter" idx="12"/>
          </p:nvPr>
        </p:nvSpPr>
        <p:spPr/>
        <p:txBody>
          <a:bodyPr/>
          <a:lstStyle/>
          <a:p>
            <a:fld id="{9EA04B82-1B25-4ACF-A611-DD88689FA3B1}" type="slidenum">
              <a:rPr lang="en-GB" smtClean="0"/>
              <a:t>‹#›</a:t>
            </a:fld>
            <a:endParaRPr lang="en-GB"/>
          </a:p>
        </p:txBody>
      </p:sp>
    </p:spTree>
    <p:extLst>
      <p:ext uri="{BB962C8B-B14F-4D97-AF65-F5344CB8AC3E}">
        <p14:creationId xmlns:p14="http://schemas.microsoft.com/office/powerpoint/2010/main" val="284339338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13434457-FE89-45DE-8E6E-CDCFA39EC3D8}"/>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3DEE5AE2-0985-4396-8104-D017CD6F5AE0}"/>
              </a:ext>
            </a:extLst>
          </p:cNvPr>
          <p:cNvSpPr>
            <a:spLocks noGrp="1"/>
          </p:cNvSpPr>
          <p:nvPr>
            <p:ph type="body" orient="vert" idx="1"/>
          </p:nvPr>
        </p:nvSpPr>
        <p:spPr>
          <a:xfrm>
            <a:off x="838200"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6D0CDA8F-F381-406B-B55E-C2827C4BB022}"/>
              </a:ext>
            </a:extLst>
          </p:cNvPr>
          <p:cNvSpPr>
            <a:spLocks noGrp="1"/>
          </p:cNvSpPr>
          <p:nvPr>
            <p:ph type="dt" sz="half" idx="10"/>
          </p:nvPr>
        </p:nvSpPr>
        <p:spPr/>
        <p:txBody>
          <a:bodyPr/>
          <a:lstStyle/>
          <a:p>
            <a:fld id="{7F496923-5984-4C9D-A5FC-749389EAD3E8}" type="datetimeFigureOut">
              <a:rPr lang="en-GB" smtClean="0"/>
              <a:t>13/09/2026</a:t>
            </a:fld>
            <a:endParaRPr lang="en-GB"/>
          </a:p>
        </p:txBody>
      </p:sp>
      <p:sp>
        <p:nvSpPr>
          <p:cNvPr id="5" name="Footer Placeholder 4">
            <a:extLst>
              <a:ext uri="{FF2B5EF4-FFF2-40B4-BE49-F238E27FC236}">
                <a16:creationId xmlns:a16="http://schemas.microsoft.com/office/drawing/2014/main" id="{7C670D0E-99AF-46EF-A785-696D5CA300B6}"/>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87A25C2C-7479-4034-B603-61A9F33F7824}"/>
              </a:ext>
            </a:extLst>
          </p:cNvPr>
          <p:cNvSpPr>
            <a:spLocks noGrp="1"/>
          </p:cNvSpPr>
          <p:nvPr>
            <p:ph type="sldNum" sz="quarter" idx="12"/>
          </p:nvPr>
        </p:nvSpPr>
        <p:spPr/>
        <p:txBody>
          <a:bodyPr/>
          <a:lstStyle/>
          <a:p>
            <a:fld id="{9EA04B82-1B25-4ACF-A611-DD88689FA3B1}" type="slidenum">
              <a:rPr lang="en-GB" smtClean="0"/>
              <a:t>‹#›</a:t>
            </a:fld>
            <a:endParaRPr lang="en-GB"/>
          </a:p>
        </p:txBody>
      </p:sp>
    </p:spTree>
    <p:extLst>
      <p:ext uri="{BB962C8B-B14F-4D97-AF65-F5344CB8AC3E}">
        <p14:creationId xmlns:p14="http://schemas.microsoft.com/office/powerpoint/2010/main" val="2293232751"/>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_Small title - half page">
    <p:bg>
      <p:bgPr>
        <a:solidFill>
          <a:schemeClr val="tx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4700917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cSld name="Title and Chapter Breadcrumb">
    <p:spTree>
      <p:nvGrpSpPr>
        <p:cNvPr id="1" name=""/>
        <p:cNvGrpSpPr/>
        <p:nvPr/>
      </p:nvGrpSpPr>
      <p:grpSpPr>
        <a:xfrm>
          <a:off x="0" y="0"/>
          <a:ext cx="0" cy="0"/>
          <a:chOff x="0" y="0"/>
          <a:chExt cx="0" cy="0"/>
        </a:xfrm>
      </p:grpSpPr>
      <p:sp>
        <p:nvSpPr>
          <p:cNvPr id="2" name="Title 1"/>
          <p:cNvSpPr>
            <a:spLocks noGrp="1"/>
          </p:cNvSpPr>
          <p:nvPr>
            <p:ph type="title"/>
          </p:nvPr>
        </p:nvSpPr>
        <p:spPr>
          <a:xfrm>
            <a:off x="269242" y="672854"/>
            <a:ext cx="11655078" cy="899665"/>
          </a:xfrm>
        </p:spPr>
        <p:txBody>
          <a:bodyPr/>
          <a:lstStyle/>
          <a:p>
            <a:r>
              <a:rPr lang="en-US"/>
              <a:t>Click to edit Master title style</a:t>
            </a:r>
          </a:p>
        </p:txBody>
      </p:sp>
      <p:sp>
        <p:nvSpPr>
          <p:cNvPr id="6" name="Text Placeholder 5"/>
          <p:cNvSpPr>
            <a:spLocks noGrp="1"/>
          </p:cNvSpPr>
          <p:nvPr>
            <p:ph type="body" sz="quarter" idx="10" hasCustomPrompt="1"/>
          </p:nvPr>
        </p:nvSpPr>
        <p:spPr>
          <a:xfrm>
            <a:off x="269241" y="289767"/>
            <a:ext cx="11653523" cy="410369"/>
          </a:xfrm>
        </p:spPr>
        <p:txBody>
          <a:bodyPr/>
          <a:lstStyle>
            <a:lvl1pPr marL="0" indent="0">
              <a:buNone/>
              <a:defRPr sz="1600" b="1">
                <a:solidFill>
                  <a:schemeClr val="accent4"/>
                </a:solidFill>
                <a:latin typeface="+mn-lt"/>
              </a:defRPr>
            </a:lvl1pPr>
            <a:lvl2pPr marL="0" indent="0">
              <a:buFontTx/>
              <a:buNone/>
              <a:defRPr sz="1961"/>
            </a:lvl2pPr>
            <a:lvl3pPr marL="224011" indent="0">
              <a:buNone/>
              <a:defRPr/>
            </a:lvl3pPr>
            <a:lvl4pPr marL="448021" indent="0">
              <a:buNone/>
              <a:defRPr/>
            </a:lvl4pPr>
            <a:lvl5pPr marL="672032" indent="0">
              <a:buNone/>
              <a:defRPr/>
            </a:lvl5pPr>
          </a:lstStyle>
          <a:p>
            <a:pPr lvl="0"/>
            <a:r>
              <a:rPr lang="en-US"/>
              <a:t>CHAPTER TITLE BREADCRUM</a:t>
            </a:r>
          </a:p>
        </p:txBody>
      </p:sp>
    </p:spTree>
    <p:extLst>
      <p:ext uri="{BB962C8B-B14F-4D97-AF65-F5344CB8AC3E}">
        <p14:creationId xmlns:p14="http://schemas.microsoft.com/office/powerpoint/2010/main" val="1845996419"/>
      </p:ext>
    </p:extLst>
  </p:cSld>
  <p:clrMapOvr>
    <a:masterClrMapping/>
  </p:clrMapOvr>
  <p:transition>
    <p:fade/>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Title &amp; Non-bulleted text">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34B655BA-10A4-4A57-89DB-CFFBE1CA1E33}"/>
              </a:ext>
            </a:extLst>
          </p:cNvPr>
          <p:cNvSpPr>
            <a:spLocks noGrp="1"/>
          </p:cNvSpPr>
          <p:nvPr>
            <p:ph type="title"/>
          </p:nvPr>
        </p:nvSpPr>
        <p:spPr/>
        <p:txBody>
          <a:bodyPr/>
          <a:lstStyle/>
          <a:p>
            <a:r>
              <a:rPr lang="en-US"/>
              <a:t>Click to edit Master title style</a:t>
            </a:r>
          </a:p>
        </p:txBody>
      </p:sp>
      <p:sp>
        <p:nvSpPr>
          <p:cNvPr id="4" name="Text Placeholder 3"/>
          <p:cNvSpPr>
            <a:spLocks noGrp="1"/>
          </p:cNvSpPr>
          <p:nvPr>
            <p:ph type="body" sz="quarter" idx="10"/>
          </p:nvPr>
        </p:nvSpPr>
        <p:spPr>
          <a:xfrm>
            <a:off x="586390" y="1434370"/>
            <a:ext cx="11018520" cy="2308324"/>
          </a:xfrm>
        </p:spPr>
        <p:txBody>
          <a:bodyPr wrap="square">
            <a:spAutoFit/>
          </a:bodyPr>
          <a:lstStyle>
            <a:lvl1pPr marL="0" indent="0">
              <a:buNone/>
              <a:defRPr/>
            </a:lvl1pPr>
            <a:lvl2pPr marL="228600" indent="0">
              <a:buNone/>
              <a:defRPr/>
            </a:lvl2pPr>
            <a:lvl3pPr marL="457200" indent="0">
              <a:buNone/>
              <a:defRPr/>
            </a:lvl3pPr>
            <a:lvl4pPr marL="685800" indent="0">
              <a:buNone/>
              <a:defRPr/>
            </a:lvl4pPr>
            <a:lvl5pPr marL="914400" indent="0">
              <a:buNone/>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01057089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Title &amp; body slide (with bullets)">
    <p:spTree>
      <p:nvGrpSpPr>
        <p:cNvPr id="1" name=""/>
        <p:cNvGrpSpPr/>
        <p:nvPr/>
      </p:nvGrpSpPr>
      <p:grpSpPr>
        <a:xfrm>
          <a:off x="0" y="0"/>
          <a:ext cx="0" cy="0"/>
          <a:chOff x="0" y="0"/>
          <a:chExt cx="0" cy="0"/>
        </a:xfrm>
      </p:grpSpPr>
      <p:sp>
        <p:nvSpPr>
          <p:cNvPr id="10" name="Text Placeholder 3">
            <a:extLst>
              <a:ext uri="{FF2B5EF4-FFF2-40B4-BE49-F238E27FC236}">
                <a16:creationId xmlns:a16="http://schemas.microsoft.com/office/drawing/2014/main" id="{0A83EF54-F800-4521-AA68-2B27B0B561A2}"/>
              </a:ext>
            </a:extLst>
          </p:cNvPr>
          <p:cNvSpPr>
            <a:spLocks noGrp="1"/>
          </p:cNvSpPr>
          <p:nvPr>
            <p:ph type="body" sz="quarter" idx="10" hasCustomPrompt="1"/>
          </p:nvPr>
        </p:nvSpPr>
        <p:spPr>
          <a:xfrm>
            <a:off x="437319" y="2141394"/>
            <a:ext cx="11339774" cy="1223171"/>
          </a:xfrm>
        </p:spPr>
        <p:txBody>
          <a:bodyPr wrap="square" lIns="0" tIns="0" rIns="0" bIns="0">
            <a:spAutoFit/>
          </a:bodyPr>
          <a:lstStyle>
            <a:lvl1pPr marL="268916" indent="-268916">
              <a:lnSpc>
                <a:spcPct val="90000"/>
              </a:lnSpc>
              <a:spcBef>
                <a:spcPts val="0"/>
              </a:spcBef>
              <a:spcAft>
                <a:spcPts val="1274"/>
              </a:spcAft>
              <a:buClr>
                <a:srgbClr val="000000"/>
              </a:buClr>
              <a:buSzPct val="77000"/>
              <a:buFont typeface="Arial" panose="020B0604020202020204" pitchFamily="34" charset="0"/>
              <a:buChar char="•"/>
              <a:defRPr sz="2549" b="0" i="0">
                <a:solidFill>
                  <a:srgbClr val="000000"/>
                </a:solidFill>
                <a:latin typeface="+mn-lt"/>
              </a:defRPr>
            </a:lvl1pPr>
            <a:lvl2pPr marL="537832" indent="-224097">
              <a:lnSpc>
                <a:spcPct val="90000"/>
              </a:lnSpc>
              <a:spcBef>
                <a:spcPts val="0"/>
              </a:spcBef>
              <a:spcAft>
                <a:spcPts val="1274"/>
              </a:spcAft>
              <a:buClr>
                <a:srgbClr val="000000"/>
              </a:buClr>
              <a:buSzPct val="77000"/>
              <a:buFont typeface="Arial" panose="020B0604020202020204" pitchFamily="34" charset="0"/>
              <a:buChar char="•"/>
              <a:defRPr sz="1961">
                <a:solidFill>
                  <a:srgbClr val="000000"/>
                </a:solidFill>
              </a:defRPr>
            </a:lvl2pPr>
            <a:lvl3pPr marL="806748" indent="-224097">
              <a:spcBef>
                <a:spcPts val="0"/>
              </a:spcBef>
              <a:spcAft>
                <a:spcPts val="1274"/>
              </a:spcAft>
              <a:buClr>
                <a:srgbClr val="000000"/>
              </a:buClr>
              <a:buSzPct val="77000"/>
              <a:buFont typeface="Arial" panose="020B0604020202020204" pitchFamily="34" charset="0"/>
              <a:buChar char="•"/>
              <a:defRPr sz="1961">
                <a:solidFill>
                  <a:srgbClr val="000000"/>
                </a:solidFill>
              </a:defRPr>
            </a:lvl3pPr>
            <a:lvl4pPr marL="672290" indent="0">
              <a:spcBef>
                <a:spcPts val="0"/>
              </a:spcBef>
              <a:spcAft>
                <a:spcPts val="1274"/>
              </a:spcAft>
              <a:buNone/>
              <a:defRPr sz="1961"/>
            </a:lvl4pPr>
            <a:lvl5pPr marL="896386" indent="0">
              <a:buNone/>
              <a:defRPr/>
            </a:lvl5pPr>
          </a:lstStyle>
          <a:p>
            <a:pPr lvl="0"/>
            <a:r>
              <a:rPr lang="en-US"/>
              <a:t>First level Segoe UI 26pt</a:t>
            </a:r>
          </a:p>
          <a:p>
            <a:pPr lvl="1"/>
            <a:r>
              <a:rPr lang="en-US"/>
              <a:t>Second level Segoe UI 20pt</a:t>
            </a:r>
          </a:p>
          <a:p>
            <a:pPr lvl="2"/>
            <a:r>
              <a:rPr lang="en-US"/>
              <a:t>Third level Segoe UI 20pt</a:t>
            </a:r>
          </a:p>
        </p:txBody>
      </p:sp>
      <p:sp>
        <p:nvSpPr>
          <p:cNvPr id="14" name="Title Placeholder 1">
            <a:extLst>
              <a:ext uri="{FF2B5EF4-FFF2-40B4-BE49-F238E27FC236}">
                <a16:creationId xmlns:a16="http://schemas.microsoft.com/office/drawing/2014/main" id="{AE6F3ED0-7F59-40C0-BDE3-5E04439997A5}"/>
              </a:ext>
            </a:extLst>
          </p:cNvPr>
          <p:cNvSpPr>
            <a:spLocks noGrp="1"/>
          </p:cNvSpPr>
          <p:nvPr>
            <p:ph type="title" hasCustomPrompt="1"/>
          </p:nvPr>
        </p:nvSpPr>
        <p:spPr>
          <a:xfrm>
            <a:off x="426424" y="440495"/>
            <a:ext cx="11336039" cy="758022"/>
          </a:xfrm>
          <a:prstGeom prst="rect">
            <a:avLst/>
          </a:prstGeom>
        </p:spPr>
        <p:txBody>
          <a:bodyPr vert="horz" wrap="square" lIns="0" tIns="164592" rIns="0" bIns="0" rtlCol="0" anchor="t">
            <a:noAutofit/>
          </a:bodyPr>
          <a:lstStyle>
            <a:lvl1pPr>
              <a:defRPr>
                <a:solidFill>
                  <a:srgbClr val="000000"/>
                </a:solidFill>
              </a:defRPr>
            </a:lvl1pPr>
          </a:lstStyle>
          <a:p>
            <a:r>
              <a:rPr lang="en-US"/>
              <a:t>Heading Segoe UI </a:t>
            </a:r>
            <a:r>
              <a:rPr lang="en-US" err="1"/>
              <a:t>Semibold</a:t>
            </a:r>
            <a:r>
              <a:rPr lang="en-US"/>
              <a:t> 32pt</a:t>
            </a:r>
          </a:p>
        </p:txBody>
      </p:sp>
      <p:sp>
        <p:nvSpPr>
          <p:cNvPr id="5" name="Text Placeholder 3">
            <a:extLst>
              <a:ext uri="{FF2B5EF4-FFF2-40B4-BE49-F238E27FC236}">
                <a16:creationId xmlns:a16="http://schemas.microsoft.com/office/drawing/2014/main" id="{BF94EA65-2CBF-4A04-9D22-169D8572F347}"/>
              </a:ext>
            </a:extLst>
          </p:cNvPr>
          <p:cNvSpPr>
            <a:spLocks noGrp="1"/>
          </p:cNvSpPr>
          <p:nvPr>
            <p:ph type="body" sz="quarter" idx="12" hasCustomPrompt="1"/>
          </p:nvPr>
        </p:nvSpPr>
        <p:spPr>
          <a:xfrm>
            <a:off x="426423" y="1083831"/>
            <a:ext cx="11339774" cy="353070"/>
          </a:xfrm>
        </p:spPr>
        <p:txBody>
          <a:bodyPr wrap="square" lIns="0" tIns="0" rIns="0" bIns="0">
            <a:spAutoFit/>
          </a:bodyPr>
          <a:lstStyle>
            <a:lvl1pPr marL="0" indent="0">
              <a:lnSpc>
                <a:spcPct val="90000"/>
              </a:lnSpc>
              <a:spcBef>
                <a:spcPts val="0"/>
              </a:spcBef>
              <a:spcAft>
                <a:spcPts val="1274"/>
              </a:spcAft>
              <a:buNone/>
              <a:defRPr sz="2549" b="0" i="0">
                <a:solidFill>
                  <a:srgbClr val="000000"/>
                </a:solidFill>
                <a:latin typeface="+mn-lt"/>
              </a:defRPr>
            </a:lvl1pPr>
            <a:lvl2pPr marL="224097" indent="0">
              <a:lnSpc>
                <a:spcPct val="90000"/>
              </a:lnSpc>
              <a:spcBef>
                <a:spcPts val="0"/>
              </a:spcBef>
              <a:spcAft>
                <a:spcPts val="1274"/>
              </a:spcAft>
              <a:buNone/>
              <a:defRPr sz="1961">
                <a:solidFill>
                  <a:schemeClr val="tx2"/>
                </a:solidFill>
              </a:defRPr>
            </a:lvl2pPr>
            <a:lvl3pPr marL="448193" indent="0">
              <a:spcBef>
                <a:spcPts val="0"/>
              </a:spcBef>
              <a:spcAft>
                <a:spcPts val="1274"/>
              </a:spcAft>
              <a:buNone/>
              <a:defRPr sz="1961"/>
            </a:lvl3pPr>
            <a:lvl4pPr marL="672290" indent="0">
              <a:spcBef>
                <a:spcPts val="0"/>
              </a:spcBef>
              <a:spcAft>
                <a:spcPts val="1274"/>
              </a:spcAft>
              <a:buNone/>
              <a:defRPr sz="1961"/>
            </a:lvl4pPr>
            <a:lvl5pPr marL="896386" indent="0">
              <a:buNone/>
              <a:defRPr/>
            </a:lvl5pPr>
          </a:lstStyle>
          <a:p>
            <a:pPr lvl="0"/>
            <a:r>
              <a:rPr lang="en-US"/>
              <a:t>Subtitle Segoe UI 26pt</a:t>
            </a:r>
          </a:p>
        </p:txBody>
      </p:sp>
    </p:spTree>
    <p:extLst>
      <p:ext uri="{BB962C8B-B14F-4D97-AF65-F5344CB8AC3E}">
        <p14:creationId xmlns:p14="http://schemas.microsoft.com/office/powerpoint/2010/main" val="3026016468"/>
      </p:ext>
    </p:extLst>
  </p:cSld>
  <p:clrMapOvr>
    <a:masterClrMapping/>
  </p:clrMapOvr>
  <p:transition>
    <p:fade/>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419834425"/>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2754DF-CB0E-46F9-AA3C-00BC673EBDF3}"/>
              </a:ext>
            </a:extLst>
          </p:cNvPr>
          <p:cNvSpPr>
            <a:spLocks noGrp="1"/>
          </p:cNvSpPr>
          <p:nvPr>
            <p:ph type="title"/>
          </p:nvPr>
        </p:nvSpPr>
        <p:spPr>
          <a:xfrm>
            <a:off x="588263" y="497542"/>
            <a:ext cx="11018520" cy="430887"/>
          </a:xfrm>
        </p:spPr>
        <p:txBody>
          <a:bodyPr/>
          <a:lstStyle>
            <a:lvl1pPr>
              <a:defRPr sz="2800" kern="2000" spc="-10" baseline="0">
                <a:gradFill>
                  <a:gsLst>
                    <a:gs pos="83000">
                      <a:schemeClr val="accent6"/>
                    </a:gs>
                    <a:gs pos="100000">
                      <a:schemeClr val="accent6"/>
                    </a:gs>
                  </a:gsLst>
                  <a:lin ang="5400000" scaled="1"/>
                </a:gradFill>
              </a:defRPr>
            </a:lvl1pPr>
          </a:lstStyle>
          <a:p>
            <a:r>
              <a:rPr lang="en-US"/>
              <a:t>Click to edit Master title style</a:t>
            </a:r>
          </a:p>
        </p:txBody>
      </p:sp>
      <p:sp>
        <p:nvSpPr>
          <p:cNvPr id="4" name="Text Placeholder 3">
            <a:extLst>
              <a:ext uri="{FF2B5EF4-FFF2-40B4-BE49-F238E27FC236}">
                <a16:creationId xmlns:a16="http://schemas.microsoft.com/office/drawing/2014/main" id="{38680D35-179D-4C59-88D4-70DC15E918C0}"/>
              </a:ext>
            </a:extLst>
          </p:cNvPr>
          <p:cNvSpPr>
            <a:spLocks noGrp="1"/>
          </p:cNvSpPr>
          <p:nvPr>
            <p:ph type="body" sz="quarter" idx="10" hasCustomPrompt="1"/>
          </p:nvPr>
        </p:nvSpPr>
        <p:spPr>
          <a:xfrm>
            <a:off x="584201" y="938734"/>
            <a:ext cx="11025188" cy="394082"/>
          </a:xfrm>
          <a:prstGeom prst="rect">
            <a:avLst/>
          </a:prstGeom>
        </p:spPr>
        <p:txBody>
          <a:bodyPr wrap="square">
            <a:spAutoFit/>
          </a:bodyPr>
          <a:lstStyle>
            <a:lvl1pPr marL="0" indent="0">
              <a:buNone/>
              <a:defRPr lang="en-US" sz="1961" b="1" kern="2000" spc="-10" baseline="0" dirty="0">
                <a:gradFill>
                  <a:gsLst>
                    <a:gs pos="1250">
                      <a:schemeClr val="accent1"/>
                    </a:gs>
                    <a:gs pos="100000">
                      <a:schemeClr val="accent1"/>
                    </a:gs>
                  </a:gsLst>
                  <a:lin ang="5400000" scaled="0"/>
                </a:gradFill>
                <a:latin typeface="+mj-lt"/>
                <a:cs typeface="Segoe UI Semibold" panose="020B0702040204020203" pitchFamily="34" charset="0"/>
              </a:defRPr>
            </a:lvl1pPr>
          </a:lstStyle>
          <a:p>
            <a:pPr lvl="0"/>
            <a:r>
              <a:rPr lang="en-US"/>
              <a:t>Subtitle</a:t>
            </a:r>
          </a:p>
        </p:txBody>
      </p:sp>
      <p:sp>
        <p:nvSpPr>
          <p:cNvPr id="6" name="Text Box 3">
            <a:extLst>
              <a:ext uri="{FF2B5EF4-FFF2-40B4-BE49-F238E27FC236}">
                <a16:creationId xmlns:a16="http://schemas.microsoft.com/office/drawing/2014/main" id="{0EFBFDC2-ABE0-47B2-A2F9-21D36B50EE4D}"/>
              </a:ext>
            </a:extLst>
          </p:cNvPr>
          <p:cNvSpPr txBox="1">
            <a:spLocks noChangeArrowheads="1"/>
          </p:cNvSpPr>
          <p:nvPr userDrawn="1"/>
        </p:nvSpPr>
        <p:spPr bwMode="blackWhite">
          <a:xfrm>
            <a:off x="287344" y="646016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marL="0" marR="0" lvl="0" indent="0" algn="l" defTabSz="932111" rtl="0" eaLnBrk="0" fontAlgn="auto" latinLnBrk="0" hangingPunct="0">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chemeClr val="tx1">
                    <a:lumMod val="40000"/>
                    <a:lumOff val="60000"/>
                  </a:schemeClr>
                </a:solidFill>
                <a:effectLst/>
                <a:uLnTx/>
                <a:uFillTx/>
                <a:latin typeface="Segoe UI"/>
                <a:ea typeface="+mn-ea"/>
                <a:cs typeface="Segoe UI" pitchFamily="34" charset="0"/>
              </a:rPr>
              <a:t>© Copyright Microsoft Corporation. All rights reserved. </a:t>
            </a:r>
          </a:p>
        </p:txBody>
      </p:sp>
    </p:spTree>
    <p:extLst>
      <p:ext uri="{BB962C8B-B14F-4D97-AF65-F5344CB8AC3E}">
        <p14:creationId xmlns:p14="http://schemas.microsoft.com/office/powerpoint/2010/main" val="851401156"/>
      </p:ext>
    </p:extLst>
  </p:cSld>
  <p:clrMapOvr>
    <a:masterClrMapping/>
  </p:clrMapOvr>
  <p:transition>
    <p:fade/>
  </p:transition>
  <p:extLst>
    <p:ext uri="{DCECCB84-F9BA-43D5-87BE-67443E8EF086}">
      <p15:sldGuideLst xmlns:p15="http://schemas.microsoft.com/office/powerpoint/2012/main">
        <p15:guide id="3" orient="horz" pos="900">
          <p15:clr>
            <a:srgbClr val="5ACBF0"/>
          </p15:clr>
        </p15:guide>
        <p15:guide id="4" orient="horz" pos="1276">
          <p15:clr>
            <a:srgbClr val="5ACBF0"/>
          </p15:clr>
        </p15:guide>
        <p15:guide id="5" orient="horz" pos="288">
          <p15:clr>
            <a:srgbClr val="5ACBF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Walkin">
    <p:bg>
      <p:bgRef idx="1001">
        <a:schemeClr val="bg1"/>
      </p:bgRef>
    </p:bg>
    <p:spTree>
      <p:nvGrpSpPr>
        <p:cNvPr id="1" name=""/>
        <p:cNvGrpSpPr/>
        <p:nvPr/>
      </p:nvGrpSpPr>
      <p:grpSpPr>
        <a:xfrm>
          <a:off x="0" y="0"/>
          <a:ext cx="0" cy="0"/>
          <a:chOff x="0" y="0"/>
          <a:chExt cx="0" cy="0"/>
        </a:xfrm>
      </p:grpSpPr>
      <p:sp>
        <p:nvSpPr>
          <p:cNvPr id="8" name="Title 1">
            <a:extLst>
              <a:ext uri="{FF2B5EF4-FFF2-40B4-BE49-F238E27FC236}">
                <a16:creationId xmlns:a16="http://schemas.microsoft.com/office/drawing/2014/main" id="{23F3BC57-C7E7-4BFF-8DFE-C39C056C1AF0}"/>
              </a:ext>
            </a:extLst>
          </p:cNvPr>
          <p:cNvSpPr>
            <a:spLocks noGrp="1"/>
          </p:cNvSpPr>
          <p:nvPr>
            <p:ph type="title" hasCustomPrompt="1"/>
          </p:nvPr>
        </p:nvSpPr>
        <p:spPr>
          <a:xfrm>
            <a:off x="588263" y="-453671"/>
            <a:ext cx="2250187" cy="307777"/>
          </a:xfrm>
        </p:spPr>
        <p:txBody>
          <a:bodyPr anchor="b"/>
          <a:lstStyle>
            <a:lvl1pPr>
              <a:defRPr sz="2000"/>
            </a:lvl1pPr>
          </a:lstStyle>
          <a:p>
            <a:r>
              <a:rPr lang="en-US"/>
              <a:t>Microsoft Ignite</a:t>
            </a:r>
          </a:p>
        </p:txBody>
      </p:sp>
      <p:pic>
        <p:nvPicPr>
          <p:cNvPr id="10" name="MS logo white - EMF" descr="Microsoft logo white text version">
            <a:extLst>
              <a:ext uri="{FF2B5EF4-FFF2-40B4-BE49-F238E27FC236}">
                <a16:creationId xmlns:a16="http://schemas.microsoft.com/office/drawing/2014/main" id="{F8E10DA6-9966-48A4-889A-44D31FCD4F6E}"/>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bwMode="black">
          <a:xfrm>
            <a:off x="584200" y="585788"/>
            <a:ext cx="1366245" cy="292608"/>
          </a:xfrm>
          <a:prstGeom prst="rect">
            <a:avLst/>
          </a:prstGeom>
        </p:spPr>
      </p:pic>
      <p:sp>
        <p:nvSpPr>
          <p:cNvPr id="11" name="Freeform 5" descr="Microsoft Ignite logo">
            <a:extLst>
              <a:ext uri="{FF2B5EF4-FFF2-40B4-BE49-F238E27FC236}">
                <a16:creationId xmlns:a16="http://schemas.microsoft.com/office/drawing/2014/main" id="{17787E86-45FE-4510-95A0-D9907CD694C5}"/>
              </a:ext>
            </a:extLst>
          </p:cNvPr>
          <p:cNvSpPr>
            <a:spLocks noEditPoints="1"/>
          </p:cNvSpPr>
          <p:nvPr userDrawn="1"/>
        </p:nvSpPr>
        <p:spPr bwMode="black">
          <a:xfrm>
            <a:off x="593725" y="2865438"/>
            <a:ext cx="3040063" cy="1547813"/>
          </a:xfrm>
          <a:custGeom>
            <a:avLst/>
            <a:gdLst>
              <a:gd name="T0" fmla="*/ 882 w 1710"/>
              <a:gd name="T1" fmla="*/ 598 h 862"/>
              <a:gd name="T2" fmla="*/ 1008 w 1710"/>
              <a:gd name="T3" fmla="*/ 652 h 862"/>
              <a:gd name="T4" fmla="*/ 991 w 1710"/>
              <a:gd name="T5" fmla="*/ 711 h 862"/>
              <a:gd name="T6" fmla="*/ 845 w 1710"/>
              <a:gd name="T7" fmla="*/ 579 h 862"/>
              <a:gd name="T8" fmla="*/ 697 w 1710"/>
              <a:gd name="T9" fmla="*/ 504 h 862"/>
              <a:gd name="T10" fmla="*/ 697 w 1710"/>
              <a:gd name="T11" fmla="*/ 709 h 862"/>
              <a:gd name="T12" fmla="*/ 752 w 1710"/>
              <a:gd name="T13" fmla="*/ 722 h 862"/>
              <a:gd name="T14" fmla="*/ 745 w 1710"/>
              <a:gd name="T15" fmla="*/ 553 h 862"/>
              <a:gd name="T16" fmla="*/ 574 w 1710"/>
              <a:gd name="T17" fmla="*/ 482 h 862"/>
              <a:gd name="T18" fmla="*/ 623 w 1710"/>
              <a:gd name="T19" fmla="*/ 462 h 862"/>
              <a:gd name="T20" fmla="*/ 626 w 1710"/>
              <a:gd name="T21" fmla="*/ 553 h 862"/>
              <a:gd name="T22" fmla="*/ 394 w 1710"/>
              <a:gd name="T23" fmla="*/ 588 h 862"/>
              <a:gd name="T24" fmla="*/ 393 w 1710"/>
              <a:gd name="T25" fmla="*/ 763 h 862"/>
              <a:gd name="T26" fmla="*/ 485 w 1710"/>
              <a:gd name="T27" fmla="*/ 763 h 862"/>
              <a:gd name="T28" fmla="*/ 249 w 1710"/>
              <a:gd name="T29" fmla="*/ 639 h 862"/>
              <a:gd name="T30" fmla="*/ 140 w 1710"/>
              <a:gd name="T31" fmla="*/ 662 h 862"/>
              <a:gd name="T32" fmla="*/ 249 w 1710"/>
              <a:gd name="T33" fmla="*/ 639 h 862"/>
              <a:gd name="T34" fmla="*/ 179 w 1710"/>
              <a:gd name="T35" fmla="*/ 862 h 862"/>
              <a:gd name="T36" fmla="*/ 248 w 1710"/>
              <a:gd name="T37" fmla="*/ 727 h 862"/>
              <a:gd name="T38" fmla="*/ 116 w 1710"/>
              <a:gd name="T39" fmla="*/ 579 h 862"/>
              <a:gd name="T40" fmla="*/ 0 w 1710"/>
              <a:gd name="T41" fmla="*/ 763 h 862"/>
              <a:gd name="T42" fmla="*/ 0 w 1710"/>
              <a:gd name="T43" fmla="*/ 763 h 862"/>
              <a:gd name="T44" fmla="*/ 1660 w 1710"/>
              <a:gd name="T45" fmla="*/ 43 h 862"/>
              <a:gd name="T46" fmla="*/ 1530 w 1710"/>
              <a:gd name="T47" fmla="*/ 105 h 862"/>
              <a:gd name="T48" fmla="*/ 1559 w 1710"/>
              <a:gd name="T49" fmla="*/ 0 h 862"/>
              <a:gd name="T50" fmla="*/ 1447 w 1710"/>
              <a:gd name="T51" fmla="*/ 142 h 862"/>
              <a:gd name="T52" fmla="*/ 1577 w 1710"/>
              <a:gd name="T53" fmla="*/ 142 h 862"/>
              <a:gd name="T54" fmla="*/ 1710 w 1710"/>
              <a:gd name="T55" fmla="*/ 312 h 862"/>
              <a:gd name="T56" fmla="*/ 1660 w 1710"/>
              <a:gd name="T57" fmla="*/ 142 h 862"/>
              <a:gd name="T58" fmla="*/ 1325 w 1710"/>
              <a:gd name="T59" fmla="*/ 138 h 862"/>
              <a:gd name="T60" fmla="*/ 1368 w 1710"/>
              <a:gd name="T61" fmla="*/ 263 h 862"/>
              <a:gd name="T62" fmla="*/ 1402 w 1710"/>
              <a:gd name="T63" fmla="*/ 289 h 862"/>
              <a:gd name="T64" fmla="*/ 1327 w 1710"/>
              <a:gd name="T65" fmla="*/ 100 h 862"/>
              <a:gd name="T66" fmla="*/ 1129 w 1710"/>
              <a:gd name="T67" fmla="*/ 193 h 862"/>
              <a:gd name="T68" fmla="*/ 1089 w 1710"/>
              <a:gd name="T69" fmla="*/ 150 h 862"/>
              <a:gd name="T70" fmla="*/ 1177 w 1710"/>
              <a:gd name="T71" fmla="*/ 109 h 862"/>
              <a:gd name="T72" fmla="*/ 1039 w 1710"/>
              <a:gd name="T73" fmla="*/ 162 h 862"/>
              <a:gd name="T74" fmla="*/ 1112 w 1710"/>
              <a:gd name="T75" fmla="*/ 231 h 862"/>
              <a:gd name="T76" fmla="*/ 1039 w 1710"/>
              <a:gd name="T77" fmla="*/ 264 h 862"/>
              <a:gd name="T78" fmla="*/ 1181 w 1710"/>
              <a:gd name="T79" fmla="*/ 285 h 862"/>
              <a:gd name="T80" fmla="*/ 840 w 1710"/>
              <a:gd name="T81" fmla="*/ 211 h 862"/>
              <a:gd name="T82" fmla="*/ 943 w 1710"/>
              <a:gd name="T83" fmla="*/ 157 h 862"/>
              <a:gd name="T84" fmla="*/ 820 w 1710"/>
              <a:gd name="T85" fmla="*/ 290 h 862"/>
              <a:gd name="T86" fmla="*/ 1007 w 1710"/>
              <a:gd name="T87" fmla="*/ 209 h 862"/>
              <a:gd name="T88" fmla="*/ 701 w 1710"/>
              <a:gd name="T89" fmla="*/ 214 h 862"/>
              <a:gd name="T90" fmla="*/ 755 w 1710"/>
              <a:gd name="T91" fmla="*/ 101 h 862"/>
              <a:gd name="T92" fmla="*/ 653 w 1710"/>
              <a:gd name="T93" fmla="*/ 105 h 862"/>
              <a:gd name="T94" fmla="*/ 610 w 1710"/>
              <a:gd name="T95" fmla="*/ 264 h 862"/>
              <a:gd name="T96" fmla="*/ 563 w 1710"/>
              <a:gd name="T97" fmla="*/ 138 h 862"/>
              <a:gd name="T98" fmla="*/ 446 w 1710"/>
              <a:gd name="T99" fmla="*/ 215 h 862"/>
              <a:gd name="T100" fmla="*/ 386 w 1710"/>
              <a:gd name="T101" fmla="*/ 61 h 862"/>
              <a:gd name="T102" fmla="*/ 386 w 1710"/>
              <a:gd name="T103" fmla="*/ 7 h 862"/>
              <a:gd name="T104" fmla="*/ 362 w 1710"/>
              <a:gd name="T105" fmla="*/ 315 h 862"/>
              <a:gd name="T106" fmla="*/ 362 w 1710"/>
              <a:gd name="T107" fmla="*/ 315 h 862"/>
              <a:gd name="T108" fmla="*/ 267 w 1710"/>
              <a:gd name="T109" fmla="*/ 315 h 862"/>
              <a:gd name="T110" fmla="*/ 173 w 1710"/>
              <a:gd name="T111" fmla="*/ 315 h 862"/>
              <a:gd name="T112" fmla="*/ 45 w 1710"/>
              <a:gd name="T113" fmla="*/ 125 h 862"/>
              <a:gd name="T114" fmla="*/ 146 w 1710"/>
              <a:gd name="T115" fmla="*/ 216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10" h="862">
                <a:moveTo>
                  <a:pt x="962" y="637"/>
                </a:moveTo>
                <a:lnTo>
                  <a:pt x="962" y="637"/>
                </a:lnTo>
                <a:cubicBezTo>
                  <a:pt x="962" y="620"/>
                  <a:pt x="957" y="607"/>
                  <a:pt x="950" y="597"/>
                </a:cubicBezTo>
                <a:cubicBezTo>
                  <a:pt x="942" y="588"/>
                  <a:pt x="931" y="583"/>
                  <a:pt x="917" y="583"/>
                </a:cubicBezTo>
                <a:cubicBezTo>
                  <a:pt x="903" y="583"/>
                  <a:pt x="891" y="588"/>
                  <a:pt x="882" y="598"/>
                </a:cubicBezTo>
                <a:cubicBezTo>
                  <a:pt x="872" y="608"/>
                  <a:pt x="867" y="621"/>
                  <a:pt x="864" y="637"/>
                </a:cubicBezTo>
                <a:lnTo>
                  <a:pt x="962" y="637"/>
                </a:lnTo>
                <a:close/>
                <a:moveTo>
                  <a:pt x="984" y="575"/>
                </a:moveTo>
                <a:lnTo>
                  <a:pt x="984" y="575"/>
                </a:lnTo>
                <a:cubicBezTo>
                  <a:pt x="1000" y="594"/>
                  <a:pt x="1008" y="620"/>
                  <a:pt x="1008" y="652"/>
                </a:cubicBezTo>
                <a:lnTo>
                  <a:pt x="1008" y="671"/>
                </a:lnTo>
                <a:lnTo>
                  <a:pt x="864" y="671"/>
                </a:lnTo>
                <a:cubicBezTo>
                  <a:pt x="865" y="690"/>
                  <a:pt x="871" y="705"/>
                  <a:pt x="882" y="715"/>
                </a:cubicBezTo>
                <a:cubicBezTo>
                  <a:pt x="894" y="726"/>
                  <a:pt x="909" y="731"/>
                  <a:pt x="929" y="731"/>
                </a:cubicBezTo>
                <a:cubicBezTo>
                  <a:pt x="952" y="731"/>
                  <a:pt x="972" y="725"/>
                  <a:pt x="991" y="711"/>
                </a:cubicBezTo>
                <a:lnTo>
                  <a:pt x="991" y="750"/>
                </a:lnTo>
                <a:cubicBezTo>
                  <a:pt x="972" y="762"/>
                  <a:pt x="947" y="768"/>
                  <a:pt x="915" y="768"/>
                </a:cubicBezTo>
                <a:cubicBezTo>
                  <a:pt x="884" y="768"/>
                  <a:pt x="860" y="758"/>
                  <a:pt x="843" y="739"/>
                </a:cubicBezTo>
                <a:cubicBezTo>
                  <a:pt x="825" y="720"/>
                  <a:pt x="816" y="693"/>
                  <a:pt x="816" y="658"/>
                </a:cubicBezTo>
                <a:cubicBezTo>
                  <a:pt x="816" y="626"/>
                  <a:pt x="826" y="599"/>
                  <a:pt x="845" y="579"/>
                </a:cubicBezTo>
                <a:cubicBezTo>
                  <a:pt x="865" y="558"/>
                  <a:pt x="889" y="548"/>
                  <a:pt x="917" y="548"/>
                </a:cubicBezTo>
                <a:cubicBezTo>
                  <a:pt x="946" y="548"/>
                  <a:pt x="968" y="557"/>
                  <a:pt x="984" y="575"/>
                </a:cubicBezTo>
                <a:close/>
                <a:moveTo>
                  <a:pt x="745" y="491"/>
                </a:moveTo>
                <a:lnTo>
                  <a:pt x="745" y="491"/>
                </a:lnTo>
                <a:lnTo>
                  <a:pt x="697" y="504"/>
                </a:lnTo>
                <a:lnTo>
                  <a:pt x="697" y="553"/>
                </a:lnTo>
                <a:lnTo>
                  <a:pt x="662" y="553"/>
                </a:lnTo>
                <a:lnTo>
                  <a:pt x="662" y="590"/>
                </a:lnTo>
                <a:lnTo>
                  <a:pt x="697" y="590"/>
                </a:lnTo>
                <a:lnTo>
                  <a:pt x="697" y="709"/>
                </a:lnTo>
                <a:cubicBezTo>
                  <a:pt x="697" y="748"/>
                  <a:pt x="718" y="767"/>
                  <a:pt x="758" y="767"/>
                </a:cubicBezTo>
                <a:cubicBezTo>
                  <a:pt x="774" y="767"/>
                  <a:pt x="786" y="765"/>
                  <a:pt x="795" y="760"/>
                </a:cubicBezTo>
                <a:lnTo>
                  <a:pt x="795" y="723"/>
                </a:lnTo>
                <a:cubicBezTo>
                  <a:pt x="789" y="727"/>
                  <a:pt x="782" y="730"/>
                  <a:pt x="774" y="730"/>
                </a:cubicBezTo>
                <a:cubicBezTo>
                  <a:pt x="764" y="730"/>
                  <a:pt x="756" y="727"/>
                  <a:pt x="752" y="722"/>
                </a:cubicBezTo>
                <a:cubicBezTo>
                  <a:pt x="747" y="716"/>
                  <a:pt x="745" y="707"/>
                  <a:pt x="745" y="695"/>
                </a:cubicBezTo>
                <a:lnTo>
                  <a:pt x="745" y="590"/>
                </a:lnTo>
                <a:lnTo>
                  <a:pt x="795" y="590"/>
                </a:lnTo>
                <a:lnTo>
                  <a:pt x="795" y="553"/>
                </a:lnTo>
                <a:lnTo>
                  <a:pt x="745" y="553"/>
                </a:lnTo>
                <a:lnTo>
                  <a:pt x="745" y="491"/>
                </a:lnTo>
                <a:close/>
                <a:moveTo>
                  <a:pt x="602" y="454"/>
                </a:moveTo>
                <a:lnTo>
                  <a:pt x="602" y="454"/>
                </a:lnTo>
                <a:cubicBezTo>
                  <a:pt x="595" y="454"/>
                  <a:pt x="588" y="457"/>
                  <a:pt x="582" y="462"/>
                </a:cubicBezTo>
                <a:cubicBezTo>
                  <a:pt x="577" y="467"/>
                  <a:pt x="574" y="474"/>
                  <a:pt x="574" y="482"/>
                </a:cubicBezTo>
                <a:cubicBezTo>
                  <a:pt x="574" y="489"/>
                  <a:pt x="577" y="496"/>
                  <a:pt x="582" y="501"/>
                </a:cubicBezTo>
                <a:cubicBezTo>
                  <a:pt x="588" y="506"/>
                  <a:pt x="595" y="509"/>
                  <a:pt x="602" y="509"/>
                </a:cubicBezTo>
                <a:cubicBezTo>
                  <a:pt x="610" y="509"/>
                  <a:pt x="617" y="506"/>
                  <a:pt x="623" y="501"/>
                </a:cubicBezTo>
                <a:cubicBezTo>
                  <a:pt x="629" y="495"/>
                  <a:pt x="631" y="489"/>
                  <a:pt x="631" y="482"/>
                </a:cubicBezTo>
                <a:cubicBezTo>
                  <a:pt x="631" y="474"/>
                  <a:pt x="629" y="467"/>
                  <a:pt x="623" y="462"/>
                </a:cubicBezTo>
                <a:cubicBezTo>
                  <a:pt x="617" y="457"/>
                  <a:pt x="610" y="454"/>
                  <a:pt x="602" y="454"/>
                </a:cubicBezTo>
                <a:close/>
                <a:moveTo>
                  <a:pt x="578" y="763"/>
                </a:moveTo>
                <a:lnTo>
                  <a:pt x="578" y="763"/>
                </a:lnTo>
                <a:lnTo>
                  <a:pt x="626" y="763"/>
                </a:lnTo>
                <a:lnTo>
                  <a:pt x="626" y="553"/>
                </a:lnTo>
                <a:lnTo>
                  <a:pt x="578" y="553"/>
                </a:lnTo>
                <a:lnTo>
                  <a:pt x="578" y="763"/>
                </a:lnTo>
                <a:close/>
                <a:moveTo>
                  <a:pt x="462" y="548"/>
                </a:moveTo>
                <a:lnTo>
                  <a:pt x="462" y="548"/>
                </a:lnTo>
                <a:cubicBezTo>
                  <a:pt x="433" y="548"/>
                  <a:pt x="410" y="561"/>
                  <a:pt x="394" y="588"/>
                </a:cubicBezTo>
                <a:lnTo>
                  <a:pt x="393" y="588"/>
                </a:lnTo>
                <a:lnTo>
                  <a:pt x="393" y="553"/>
                </a:lnTo>
                <a:lnTo>
                  <a:pt x="346" y="553"/>
                </a:lnTo>
                <a:lnTo>
                  <a:pt x="346" y="763"/>
                </a:lnTo>
                <a:lnTo>
                  <a:pt x="393" y="763"/>
                </a:lnTo>
                <a:lnTo>
                  <a:pt x="393" y="643"/>
                </a:lnTo>
                <a:cubicBezTo>
                  <a:pt x="393" y="626"/>
                  <a:pt x="398" y="613"/>
                  <a:pt x="407" y="602"/>
                </a:cubicBezTo>
                <a:cubicBezTo>
                  <a:pt x="417" y="591"/>
                  <a:pt x="429" y="585"/>
                  <a:pt x="443" y="585"/>
                </a:cubicBezTo>
                <a:cubicBezTo>
                  <a:pt x="471" y="585"/>
                  <a:pt x="485" y="605"/>
                  <a:pt x="485" y="644"/>
                </a:cubicBezTo>
                <a:lnTo>
                  <a:pt x="485" y="763"/>
                </a:lnTo>
                <a:lnTo>
                  <a:pt x="533" y="763"/>
                </a:lnTo>
                <a:lnTo>
                  <a:pt x="533" y="634"/>
                </a:lnTo>
                <a:cubicBezTo>
                  <a:pt x="533" y="606"/>
                  <a:pt x="527" y="585"/>
                  <a:pt x="514" y="570"/>
                </a:cubicBezTo>
                <a:cubicBezTo>
                  <a:pt x="502" y="555"/>
                  <a:pt x="485" y="548"/>
                  <a:pt x="462" y="548"/>
                </a:cubicBezTo>
                <a:close/>
                <a:moveTo>
                  <a:pt x="249" y="639"/>
                </a:moveTo>
                <a:lnTo>
                  <a:pt x="249" y="639"/>
                </a:lnTo>
                <a:cubicBezTo>
                  <a:pt x="249" y="624"/>
                  <a:pt x="244" y="612"/>
                  <a:pt x="234" y="601"/>
                </a:cubicBezTo>
                <a:cubicBezTo>
                  <a:pt x="224" y="591"/>
                  <a:pt x="212" y="586"/>
                  <a:pt x="197" y="586"/>
                </a:cubicBezTo>
                <a:cubicBezTo>
                  <a:pt x="179" y="586"/>
                  <a:pt x="165" y="592"/>
                  <a:pt x="155" y="606"/>
                </a:cubicBezTo>
                <a:cubicBezTo>
                  <a:pt x="145" y="619"/>
                  <a:pt x="140" y="638"/>
                  <a:pt x="140" y="662"/>
                </a:cubicBezTo>
                <a:cubicBezTo>
                  <a:pt x="140" y="682"/>
                  <a:pt x="145" y="699"/>
                  <a:pt x="154" y="711"/>
                </a:cubicBezTo>
                <a:cubicBezTo>
                  <a:pt x="164" y="723"/>
                  <a:pt x="177" y="730"/>
                  <a:pt x="193" y="730"/>
                </a:cubicBezTo>
                <a:cubicBezTo>
                  <a:pt x="210" y="730"/>
                  <a:pt x="223" y="724"/>
                  <a:pt x="233" y="712"/>
                </a:cubicBezTo>
                <a:cubicBezTo>
                  <a:pt x="243" y="700"/>
                  <a:pt x="249" y="685"/>
                  <a:pt x="249" y="666"/>
                </a:cubicBezTo>
                <a:lnTo>
                  <a:pt x="249" y="639"/>
                </a:lnTo>
                <a:close/>
                <a:moveTo>
                  <a:pt x="248" y="553"/>
                </a:moveTo>
                <a:lnTo>
                  <a:pt x="248" y="553"/>
                </a:lnTo>
                <a:lnTo>
                  <a:pt x="296" y="553"/>
                </a:lnTo>
                <a:lnTo>
                  <a:pt x="296" y="746"/>
                </a:lnTo>
                <a:cubicBezTo>
                  <a:pt x="296" y="823"/>
                  <a:pt x="257" y="862"/>
                  <a:pt x="179" y="862"/>
                </a:cubicBezTo>
                <a:cubicBezTo>
                  <a:pt x="152" y="862"/>
                  <a:pt x="128" y="857"/>
                  <a:pt x="108" y="848"/>
                </a:cubicBezTo>
                <a:lnTo>
                  <a:pt x="108" y="804"/>
                </a:lnTo>
                <a:cubicBezTo>
                  <a:pt x="131" y="817"/>
                  <a:pt x="153" y="824"/>
                  <a:pt x="173" y="824"/>
                </a:cubicBezTo>
                <a:cubicBezTo>
                  <a:pt x="223" y="824"/>
                  <a:pt x="248" y="799"/>
                  <a:pt x="248" y="750"/>
                </a:cubicBezTo>
                <a:lnTo>
                  <a:pt x="248" y="727"/>
                </a:lnTo>
                <a:lnTo>
                  <a:pt x="247" y="727"/>
                </a:lnTo>
                <a:cubicBezTo>
                  <a:pt x="232" y="754"/>
                  <a:pt x="208" y="768"/>
                  <a:pt x="176" y="768"/>
                </a:cubicBezTo>
                <a:cubicBezTo>
                  <a:pt x="151" y="768"/>
                  <a:pt x="130" y="758"/>
                  <a:pt x="115" y="740"/>
                </a:cubicBezTo>
                <a:cubicBezTo>
                  <a:pt x="99" y="721"/>
                  <a:pt x="91" y="696"/>
                  <a:pt x="91" y="664"/>
                </a:cubicBezTo>
                <a:cubicBezTo>
                  <a:pt x="91" y="629"/>
                  <a:pt x="99" y="600"/>
                  <a:pt x="116" y="579"/>
                </a:cubicBezTo>
                <a:cubicBezTo>
                  <a:pt x="133" y="558"/>
                  <a:pt x="156" y="548"/>
                  <a:pt x="186" y="548"/>
                </a:cubicBezTo>
                <a:cubicBezTo>
                  <a:pt x="213" y="548"/>
                  <a:pt x="234" y="559"/>
                  <a:pt x="247" y="582"/>
                </a:cubicBezTo>
                <a:lnTo>
                  <a:pt x="248" y="582"/>
                </a:lnTo>
                <a:lnTo>
                  <a:pt x="248" y="553"/>
                </a:lnTo>
                <a:close/>
                <a:moveTo>
                  <a:pt x="0" y="763"/>
                </a:moveTo>
                <a:lnTo>
                  <a:pt x="0" y="763"/>
                </a:lnTo>
                <a:lnTo>
                  <a:pt x="50" y="763"/>
                </a:lnTo>
                <a:lnTo>
                  <a:pt x="50" y="469"/>
                </a:lnTo>
                <a:lnTo>
                  <a:pt x="0" y="469"/>
                </a:lnTo>
                <a:lnTo>
                  <a:pt x="0" y="763"/>
                </a:lnTo>
                <a:close/>
                <a:moveTo>
                  <a:pt x="1710" y="142"/>
                </a:moveTo>
                <a:lnTo>
                  <a:pt x="1710" y="142"/>
                </a:lnTo>
                <a:lnTo>
                  <a:pt x="1710" y="105"/>
                </a:lnTo>
                <a:lnTo>
                  <a:pt x="1660" y="105"/>
                </a:lnTo>
                <a:lnTo>
                  <a:pt x="1660" y="43"/>
                </a:lnTo>
                <a:lnTo>
                  <a:pt x="1613" y="56"/>
                </a:lnTo>
                <a:lnTo>
                  <a:pt x="1613" y="105"/>
                </a:lnTo>
                <a:lnTo>
                  <a:pt x="1579" y="105"/>
                </a:lnTo>
                <a:lnTo>
                  <a:pt x="1577" y="105"/>
                </a:lnTo>
                <a:lnTo>
                  <a:pt x="1530" y="105"/>
                </a:lnTo>
                <a:lnTo>
                  <a:pt x="1530" y="76"/>
                </a:lnTo>
                <a:cubicBezTo>
                  <a:pt x="1530" y="50"/>
                  <a:pt x="1542" y="37"/>
                  <a:pt x="1565" y="37"/>
                </a:cubicBezTo>
                <a:cubicBezTo>
                  <a:pt x="1573" y="37"/>
                  <a:pt x="1580" y="39"/>
                  <a:pt x="1587" y="43"/>
                </a:cubicBezTo>
                <a:lnTo>
                  <a:pt x="1587" y="4"/>
                </a:lnTo>
                <a:cubicBezTo>
                  <a:pt x="1580" y="1"/>
                  <a:pt x="1570" y="0"/>
                  <a:pt x="1559" y="0"/>
                </a:cubicBezTo>
                <a:cubicBezTo>
                  <a:pt x="1537" y="0"/>
                  <a:pt x="1519" y="6"/>
                  <a:pt x="1504" y="18"/>
                </a:cubicBezTo>
                <a:cubicBezTo>
                  <a:pt x="1490" y="31"/>
                  <a:pt x="1483" y="48"/>
                  <a:pt x="1483" y="71"/>
                </a:cubicBezTo>
                <a:lnTo>
                  <a:pt x="1483" y="105"/>
                </a:lnTo>
                <a:lnTo>
                  <a:pt x="1447" y="105"/>
                </a:lnTo>
                <a:lnTo>
                  <a:pt x="1447" y="142"/>
                </a:lnTo>
                <a:lnTo>
                  <a:pt x="1483" y="142"/>
                </a:lnTo>
                <a:lnTo>
                  <a:pt x="1483" y="315"/>
                </a:lnTo>
                <a:lnTo>
                  <a:pt x="1530" y="315"/>
                </a:lnTo>
                <a:lnTo>
                  <a:pt x="1530" y="142"/>
                </a:lnTo>
                <a:lnTo>
                  <a:pt x="1577" y="142"/>
                </a:lnTo>
                <a:lnTo>
                  <a:pt x="1579" y="142"/>
                </a:lnTo>
                <a:lnTo>
                  <a:pt x="1613" y="142"/>
                </a:lnTo>
                <a:lnTo>
                  <a:pt x="1613" y="261"/>
                </a:lnTo>
                <a:cubicBezTo>
                  <a:pt x="1613" y="300"/>
                  <a:pt x="1633" y="319"/>
                  <a:pt x="1674" y="319"/>
                </a:cubicBezTo>
                <a:cubicBezTo>
                  <a:pt x="1689" y="319"/>
                  <a:pt x="1701" y="317"/>
                  <a:pt x="1710" y="312"/>
                </a:cubicBezTo>
                <a:lnTo>
                  <a:pt x="1710" y="275"/>
                </a:lnTo>
                <a:cubicBezTo>
                  <a:pt x="1705" y="279"/>
                  <a:pt x="1698" y="282"/>
                  <a:pt x="1689" y="282"/>
                </a:cubicBezTo>
                <a:cubicBezTo>
                  <a:pt x="1679" y="282"/>
                  <a:pt x="1671" y="279"/>
                  <a:pt x="1667" y="274"/>
                </a:cubicBezTo>
                <a:cubicBezTo>
                  <a:pt x="1662" y="268"/>
                  <a:pt x="1660" y="259"/>
                  <a:pt x="1660" y="247"/>
                </a:cubicBezTo>
                <a:lnTo>
                  <a:pt x="1660" y="142"/>
                </a:lnTo>
                <a:lnTo>
                  <a:pt x="1710" y="142"/>
                </a:lnTo>
                <a:close/>
                <a:moveTo>
                  <a:pt x="1383" y="210"/>
                </a:moveTo>
                <a:lnTo>
                  <a:pt x="1383" y="210"/>
                </a:lnTo>
                <a:cubicBezTo>
                  <a:pt x="1383" y="187"/>
                  <a:pt x="1378" y="169"/>
                  <a:pt x="1368" y="157"/>
                </a:cubicBezTo>
                <a:cubicBezTo>
                  <a:pt x="1358" y="144"/>
                  <a:pt x="1343" y="138"/>
                  <a:pt x="1325" y="138"/>
                </a:cubicBezTo>
                <a:cubicBezTo>
                  <a:pt x="1306" y="138"/>
                  <a:pt x="1291" y="144"/>
                  <a:pt x="1281" y="157"/>
                </a:cubicBezTo>
                <a:cubicBezTo>
                  <a:pt x="1270" y="170"/>
                  <a:pt x="1264" y="188"/>
                  <a:pt x="1264" y="211"/>
                </a:cubicBezTo>
                <a:cubicBezTo>
                  <a:pt x="1264" y="233"/>
                  <a:pt x="1270" y="250"/>
                  <a:pt x="1281" y="263"/>
                </a:cubicBezTo>
                <a:cubicBezTo>
                  <a:pt x="1292" y="276"/>
                  <a:pt x="1306" y="282"/>
                  <a:pt x="1325" y="282"/>
                </a:cubicBezTo>
                <a:cubicBezTo>
                  <a:pt x="1343" y="282"/>
                  <a:pt x="1358" y="276"/>
                  <a:pt x="1368" y="263"/>
                </a:cubicBezTo>
                <a:cubicBezTo>
                  <a:pt x="1378" y="251"/>
                  <a:pt x="1383" y="233"/>
                  <a:pt x="1383" y="210"/>
                </a:cubicBezTo>
                <a:close/>
                <a:moveTo>
                  <a:pt x="1404" y="129"/>
                </a:moveTo>
                <a:lnTo>
                  <a:pt x="1404" y="129"/>
                </a:lnTo>
                <a:cubicBezTo>
                  <a:pt x="1423" y="148"/>
                  <a:pt x="1432" y="175"/>
                  <a:pt x="1432" y="209"/>
                </a:cubicBezTo>
                <a:cubicBezTo>
                  <a:pt x="1432" y="242"/>
                  <a:pt x="1422" y="269"/>
                  <a:pt x="1402" y="289"/>
                </a:cubicBezTo>
                <a:cubicBezTo>
                  <a:pt x="1382" y="310"/>
                  <a:pt x="1356" y="320"/>
                  <a:pt x="1322" y="320"/>
                </a:cubicBezTo>
                <a:cubicBezTo>
                  <a:pt x="1290" y="320"/>
                  <a:pt x="1264" y="310"/>
                  <a:pt x="1245" y="290"/>
                </a:cubicBezTo>
                <a:cubicBezTo>
                  <a:pt x="1225" y="271"/>
                  <a:pt x="1216" y="245"/>
                  <a:pt x="1216" y="212"/>
                </a:cubicBezTo>
                <a:cubicBezTo>
                  <a:pt x="1216" y="177"/>
                  <a:pt x="1226" y="149"/>
                  <a:pt x="1246" y="129"/>
                </a:cubicBezTo>
                <a:cubicBezTo>
                  <a:pt x="1266" y="110"/>
                  <a:pt x="1293" y="100"/>
                  <a:pt x="1327" y="100"/>
                </a:cubicBezTo>
                <a:cubicBezTo>
                  <a:pt x="1360" y="100"/>
                  <a:pt x="1386" y="109"/>
                  <a:pt x="1404" y="129"/>
                </a:cubicBezTo>
                <a:close/>
                <a:moveTo>
                  <a:pt x="1172" y="217"/>
                </a:moveTo>
                <a:lnTo>
                  <a:pt x="1172" y="217"/>
                </a:lnTo>
                <a:cubicBezTo>
                  <a:pt x="1167" y="212"/>
                  <a:pt x="1161" y="208"/>
                  <a:pt x="1154" y="204"/>
                </a:cubicBezTo>
                <a:cubicBezTo>
                  <a:pt x="1147" y="200"/>
                  <a:pt x="1139" y="197"/>
                  <a:pt x="1129" y="193"/>
                </a:cubicBezTo>
                <a:cubicBezTo>
                  <a:pt x="1123" y="191"/>
                  <a:pt x="1117" y="188"/>
                  <a:pt x="1111" y="186"/>
                </a:cubicBezTo>
                <a:cubicBezTo>
                  <a:pt x="1106" y="184"/>
                  <a:pt x="1102" y="182"/>
                  <a:pt x="1098" y="180"/>
                </a:cubicBezTo>
                <a:cubicBezTo>
                  <a:pt x="1094" y="177"/>
                  <a:pt x="1091" y="175"/>
                  <a:pt x="1089" y="172"/>
                </a:cubicBezTo>
                <a:cubicBezTo>
                  <a:pt x="1087" y="168"/>
                  <a:pt x="1086" y="165"/>
                  <a:pt x="1086" y="160"/>
                </a:cubicBezTo>
                <a:cubicBezTo>
                  <a:pt x="1086" y="156"/>
                  <a:pt x="1087" y="153"/>
                  <a:pt x="1089" y="150"/>
                </a:cubicBezTo>
                <a:cubicBezTo>
                  <a:pt x="1091" y="147"/>
                  <a:pt x="1094" y="144"/>
                  <a:pt x="1097" y="142"/>
                </a:cubicBezTo>
                <a:cubicBezTo>
                  <a:pt x="1101" y="140"/>
                  <a:pt x="1105" y="138"/>
                  <a:pt x="1110" y="137"/>
                </a:cubicBezTo>
                <a:cubicBezTo>
                  <a:pt x="1115" y="136"/>
                  <a:pt x="1120" y="135"/>
                  <a:pt x="1126" y="135"/>
                </a:cubicBezTo>
                <a:cubicBezTo>
                  <a:pt x="1145" y="135"/>
                  <a:pt x="1162" y="140"/>
                  <a:pt x="1177" y="150"/>
                </a:cubicBezTo>
                <a:lnTo>
                  <a:pt x="1177" y="109"/>
                </a:lnTo>
                <a:cubicBezTo>
                  <a:pt x="1162" y="103"/>
                  <a:pt x="1144" y="100"/>
                  <a:pt x="1125" y="100"/>
                </a:cubicBezTo>
                <a:cubicBezTo>
                  <a:pt x="1114" y="100"/>
                  <a:pt x="1103" y="101"/>
                  <a:pt x="1093" y="104"/>
                </a:cubicBezTo>
                <a:cubicBezTo>
                  <a:pt x="1083" y="106"/>
                  <a:pt x="1074" y="110"/>
                  <a:pt x="1065" y="116"/>
                </a:cubicBezTo>
                <a:cubicBezTo>
                  <a:pt x="1057" y="121"/>
                  <a:pt x="1051" y="127"/>
                  <a:pt x="1046" y="135"/>
                </a:cubicBezTo>
                <a:cubicBezTo>
                  <a:pt x="1041" y="143"/>
                  <a:pt x="1039" y="152"/>
                  <a:pt x="1039" y="162"/>
                </a:cubicBezTo>
                <a:cubicBezTo>
                  <a:pt x="1039" y="170"/>
                  <a:pt x="1040" y="177"/>
                  <a:pt x="1043" y="183"/>
                </a:cubicBezTo>
                <a:cubicBezTo>
                  <a:pt x="1045" y="190"/>
                  <a:pt x="1048" y="195"/>
                  <a:pt x="1053" y="200"/>
                </a:cubicBezTo>
                <a:cubicBezTo>
                  <a:pt x="1057" y="205"/>
                  <a:pt x="1063" y="209"/>
                  <a:pt x="1070" y="213"/>
                </a:cubicBezTo>
                <a:cubicBezTo>
                  <a:pt x="1077" y="217"/>
                  <a:pt x="1085" y="220"/>
                  <a:pt x="1093" y="224"/>
                </a:cubicBezTo>
                <a:cubicBezTo>
                  <a:pt x="1100" y="226"/>
                  <a:pt x="1107" y="229"/>
                  <a:pt x="1112" y="231"/>
                </a:cubicBezTo>
                <a:cubicBezTo>
                  <a:pt x="1118" y="233"/>
                  <a:pt x="1123" y="235"/>
                  <a:pt x="1127" y="238"/>
                </a:cubicBezTo>
                <a:cubicBezTo>
                  <a:pt x="1131" y="240"/>
                  <a:pt x="1135" y="243"/>
                  <a:pt x="1137" y="247"/>
                </a:cubicBezTo>
                <a:cubicBezTo>
                  <a:pt x="1140" y="250"/>
                  <a:pt x="1141" y="254"/>
                  <a:pt x="1141" y="259"/>
                </a:cubicBezTo>
                <a:cubicBezTo>
                  <a:pt x="1141" y="276"/>
                  <a:pt x="1126" y="284"/>
                  <a:pt x="1098" y="284"/>
                </a:cubicBezTo>
                <a:cubicBezTo>
                  <a:pt x="1076" y="284"/>
                  <a:pt x="1057" y="278"/>
                  <a:pt x="1039" y="264"/>
                </a:cubicBezTo>
                <a:lnTo>
                  <a:pt x="1039" y="308"/>
                </a:lnTo>
                <a:cubicBezTo>
                  <a:pt x="1056" y="316"/>
                  <a:pt x="1076" y="320"/>
                  <a:pt x="1099" y="320"/>
                </a:cubicBezTo>
                <a:cubicBezTo>
                  <a:pt x="1110" y="320"/>
                  <a:pt x="1122" y="318"/>
                  <a:pt x="1132" y="316"/>
                </a:cubicBezTo>
                <a:cubicBezTo>
                  <a:pt x="1143" y="313"/>
                  <a:pt x="1153" y="309"/>
                  <a:pt x="1161" y="304"/>
                </a:cubicBezTo>
                <a:cubicBezTo>
                  <a:pt x="1169" y="299"/>
                  <a:pt x="1176" y="292"/>
                  <a:pt x="1181" y="285"/>
                </a:cubicBezTo>
                <a:cubicBezTo>
                  <a:pt x="1185" y="277"/>
                  <a:pt x="1188" y="267"/>
                  <a:pt x="1188" y="257"/>
                </a:cubicBezTo>
                <a:cubicBezTo>
                  <a:pt x="1188" y="248"/>
                  <a:pt x="1187" y="240"/>
                  <a:pt x="1184" y="234"/>
                </a:cubicBezTo>
                <a:cubicBezTo>
                  <a:pt x="1181" y="228"/>
                  <a:pt x="1177" y="222"/>
                  <a:pt x="1172" y="217"/>
                </a:cubicBezTo>
                <a:close/>
                <a:moveTo>
                  <a:pt x="840" y="211"/>
                </a:moveTo>
                <a:lnTo>
                  <a:pt x="840" y="211"/>
                </a:lnTo>
                <a:cubicBezTo>
                  <a:pt x="840" y="233"/>
                  <a:pt x="845" y="250"/>
                  <a:pt x="856" y="263"/>
                </a:cubicBezTo>
                <a:cubicBezTo>
                  <a:pt x="867" y="276"/>
                  <a:pt x="882" y="282"/>
                  <a:pt x="900" y="282"/>
                </a:cubicBezTo>
                <a:cubicBezTo>
                  <a:pt x="919" y="282"/>
                  <a:pt x="933" y="276"/>
                  <a:pt x="943" y="263"/>
                </a:cubicBezTo>
                <a:cubicBezTo>
                  <a:pt x="954" y="251"/>
                  <a:pt x="959" y="233"/>
                  <a:pt x="959" y="210"/>
                </a:cubicBezTo>
                <a:cubicBezTo>
                  <a:pt x="959" y="187"/>
                  <a:pt x="954" y="169"/>
                  <a:pt x="943" y="157"/>
                </a:cubicBezTo>
                <a:cubicBezTo>
                  <a:pt x="933" y="144"/>
                  <a:pt x="919" y="138"/>
                  <a:pt x="900" y="138"/>
                </a:cubicBezTo>
                <a:cubicBezTo>
                  <a:pt x="882" y="138"/>
                  <a:pt x="867" y="144"/>
                  <a:pt x="856" y="157"/>
                </a:cubicBezTo>
                <a:cubicBezTo>
                  <a:pt x="845" y="170"/>
                  <a:pt x="840" y="188"/>
                  <a:pt x="840" y="211"/>
                </a:cubicBezTo>
                <a:close/>
                <a:moveTo>
                  <a:pt x="820" y="290"/>
                </a:moveTo>
                <a:lnTo>
                  <a:pt x="820" y="290"/>
                </a:lnTo>
                <a:cubicBezTo>
                  <a:pt x="801" y="271"/>
                  <a:pt x="791" y="245"/>
                  <a:pt x="791" y="212"/>
                </a:cubicBezTo>
                <a:cubicBezTo>
                  <a:pt x="791" y="177"/>
                  <a:pt x="801" y="149"/>
                  <a:pt x="822" y="129"/>
                </a:cubicBezTo>
                <a:cubicBezTo>
                  <a:pt x="842" y="110"/>
                  <a:pt x="869" y="100"/>
                  <a:pt x="903" y="100"/>
                </a:cubicBezTo>
                <a:cubicBezTo>
                  <a:pt x="936" y="100"/>
                  <a:pt x="962" y="109"/>
                  <a:pt x="980" y="129"/>
                </a:cubicBezTo>
                <a:cubicBezTo>
                  <a:pt x="998" y="148"/>
                  <a:pt x="1007" y="175"/>
                  <a:pt x="1007" y="209"/>
                </a:cubicBezTo>
                <a:cubicBezTo>
                  <a:pt x="1007" y="242"/>
                  <a:pt x="997" y="269"/>
                  <a:pt x="978" y="289"/>
                </a:cubicBezTo>
                <a:cubicBezTo>
                  <a:pt x="958" y="310"/>
                  <a:pt x="931" y="320"/>
                  <a:pt x="898" y="320"/>
                </a:cubicBezTo>
                <a:cubicBezTo>
                  <a:pt x="866" y="320"/>
                  <a:pt x="840" y="310"/>
                  <a:pt x="820" y="290"/>
                </a:cubicBezTo>
                <a:close/>
                <a:moveTo>
                  <a:pt x="701" y="214"/>
                </a:moveTo>
                <a:lnTo>
                  <a:pt x="701" y="214"/>
                </a:lnTo>
                <a:cubicBezTo>
                  <a:pt x="701" y="192"/>
                  <a:pt x="706" y="175"/>
                  <a:pt x="715" y="162"/>
                </a:cubicBezTo>
                <a:cubicBezTo>
                  <a:pt x="724" y="150"/>
                  <a:pt x="736" y="143"/>
                  <a:pt x="750" y="143"/>
                </a:cubicBezTo>
                <a:cubicBezTo>
                  <a:pt x="761" y="143"/>
                  <a:pt x="769" y="145"/>
                  <a:pt x="775" y="150"/>
                </a:cubicBezTo>
                <a:lnTo>
                  <a:pt x="775" y="105"/>
                </a:lnTo>
                <a:cubicBezTo>
                  <a:pt x="771" y="102"/>
                  <a:pt x="764" y="101"/>
                  <a:pt x="755" y="101"/>
                </a:cubicBezTo>
                <a:cubicBezTo>
                  <a:pt x="743" y="101"/>
                  <a:pt x="733" y="105"/>
                  <a:pt x="723" y="113"/>
                </a:cubicBezTo>
                <a:cubicBezTo>
                  <a:pt x="713" y="122"/>
                  <a:pt x="706" y="133"/>
                  <a:pt x="702" y="148"/>
                </a:cubicBezTo>
                <a:lnTo>
                  <a:pt x="701" y="148"/>
                </a:lnTo>
                <a:lnTo>
                  <a:pt x="701" y="105"/>
                </a:lnTo>
                <a:lnTo>
                  <a:pt x="653" y="105"/>
                </a:lnTo>
                <a:lnTo>
                  <a:pt x="653" y="315"/>
                </a:lnTo>
                <a:lnTo>
                  <a:pt x="701" y="315"/>
                </a:lnTo>
                <a:lnTo>
                  <a:pt x="701" y="214"/>
                </a:lnTo>
                <a:close/>
                <a:moveTo>
                  <a:pt x="610" y="264"/>
                </a:moveTo>
                <a:lnTo>
                  <a:pt x="610" y="264"/>
                </a:lnTo>
                <a:cubicBezTo>
                  <a:pt x="595" y="276"/>
                  <a:pt x="579" y="282"/>
                  <a:pt x="561" y="282"/>
                </a:cubicBezTo>
                <a:cubicBezTo>
                  <a:pt x="541" y="282"/>
                  <a:pt x="525" y="276"/>
                  <a:pt x="513" y="263"/>
                </a:cubicBezTo>
                <a:cubicBezTo>
                  <a:pt x="501" y="250"/>
                  <a:pt x="495" y="233"/>
                  <a:pt x="495" y="212"/>
                </a:cubicBezTo>
                <a:cubicBezTo>
                  <a:pt x="495" y="189"/>
                  <a:pt x="501" y="172"/>
                  <a:pt x="514" y="158"/>
                </a:cubicBezTo>
                <a:cubicBezTo>
                  <a:pt x="527" y="144"/>
                  <a:pt x="543" y="138"/>
                  <a:pt x="563" y="138"/>
                </a:cubicBezTo>
                <a:cubicBezTo>
                  <a:pt x="580" y="138"/>
                  <a:pt x="595" y="143"/>
                  <a:pt x="610" y="154"/>
                </a:cubicBezTo>
                <a:lnTo>
                  <a:pt x="610" y="110"/>
                </a:lnTo>
                <a:cubicBezTo>
                  <a:pt x="595" y="103"/>
                  <a:pt x="579" y="100"/>
                  <a:pt x="559" y="100"/>
                </a:cubicBezTo>
                <a:cubicBezTo>
                  <a:pt x="525" y="100"/>
                  <a:pt x="497" y="110"/>
                  <a:pt x="477" y="131"/>
                </a:cubicBezTo>
                <a:cubicBezTo>
                  <a:pt x="456" y="152"/>
                  <a:pt x="446" y="180"/>
                  <a:pt x="446" y="215"/>
                </a:cubicBezTo>
                <a:cubicBezTo>
                  <a:pt x="446" y="246"/>
                  <a:pt x="456" y="271"/>
                  <a:pt x="475" y="290"/>
                </a:cubicBezTo>
                <a:cubicBezTo>
                  <a:pt x="494" y="310"/>
                  <a:pt x="519" y="320"/>
                  <a:pt x="550" y="320"/>
                </a:cubicBezTo>
                <a:cubicBezTo>
                  <a:pt x="573" y="320"/>
                  <a:pt x="593" y="315"/>
                  <a:pt x="610" y="305"/>
                </a:cubicBezTo>
                <a:lnTo>
                  <a:pt x="610" y="264"/>
                </a:lnTo>
                <a:close/>
                <a:moveTo>
                  <a:pt x="386" y="61"/>
                </a:moveTo>
                <a:lnTo>
                  <a:pt x="386" y="61"/>
                </a:lnTo>
                <a:cubicBezTo>
                  <a:pt x="394" y="61"/>
                  <a:pt x="401" y="58"/>
                  <a:pt x="407" y="53"/>
                </a:cubicBezTo>
                <a:cubicBezTo>
                  <a:pt x="412" y="47"/>
                  <a:pt x="415" y="41"/>
                  <a:pt x="415" y="34"/>
                </a:cubicBezTo>
                <a:cubicBezTo>
                  <a:pt x="415" y="26"/>
                  <a:pt x="412" y="19"/>
                  <a:pt x="407" y="14"/>
                </a:cubicBezTo>
                <a:cubicBezTo>
                  <a:pt x="401" y="9"/>
                  <a:pt x="394" y="7"/>
                  <a:pt x="386" y="7"/>
                </a:cubicBezTo>
                <a:cubicBezTo>
                  <a:pt x="378" y="7"/>
                  <a:pt x="372" y="9"/>
                  <a:pt x="366" y="14"/>
                </a:cubicBezTo>
                <a:cubicBezTo>
                  <a:pt x="360" y="19"/>
                  <a:pt x="358" y="26"/>
                  <a:pt x="358" y="34"/>
                </a:cubicBezTo>
                <a:cubicBezTo>
                  <a:pt x="358" y="41"/>
                  <a:pt x="360" y="48"/>
                  <a:pt x="366" y="53"/>
                </a:cubicBezTo>
                <a:cubicBezTo>
                  <a:pt x="372" y="58"/>
                  <a:pt x="378" y="61"/>
                  <a:pt x="386" y="61"/>
                </a:cubicBezTo>
                <a:close/>
                <a:moveTo>
                  <a:pt x="362" y="315"/>
                </a:moveTo>
                <a:lnTo>
                  <a:pt x="362" y="315"/>
                </a:lnTo>
                <a:lnTo>
                  <a:pt x="410" y="315"/>
                </a:lnTo>
                <a:lnTo>
                  <a:pt x="410" y="105"/>
                </a:lnTo>
                <a:lnTo>
                  <a:pt x="362" y="105"/>
                </a:lnTo>
                <a:lnTo>
                  <a:pt x="362" y="315"/>
                </a:lnTo>
                <a:close/>
                <a:moveTo>
                  <a:pt x="249" y="21"/>
                </a:moveTo>
                <a:lnTo>
                  <a:pt x="249" y="21"/>
                </a:lnTo>
                <a:lnTo>
                  <a:pt x="316" y="21"/>
                </a:lnTo>
                <a:lnTo>
                  <a:pt x="316" y="315"/>
                </a:lnTo>
                <a:lnTo>
                  <a:pt x="267" y="315"/>
                </a:lnTo>
                <a:lnTo>
                  <a:pt x="267" y="124"/>
                </a:lnTo>
                <a:cubicBezTo>
                  <a:pt x="267" y="109"/>
                  <a:pt x="268" y="90"/>
                  <a:pt x="270" y="67"/>
                </a:cubicBezTo>
                <a:lnTo>
                  <a:pt x="269" y="67"/>
                </a:lnTo>
                <a:cubicBezTo>
                  <a:pt x="266" y="80"/>
                  <a:pt x="264" y="89"/>
                  <a:pt x="261" y="95"/>
                </a:cubicBezTo>
                <a:lnTo>
                  <a:pt x="173" y="315"/>
                </a:lnTo>
                <a:lnTo>
                  <a:pt x="140" y="315"/>
                </a:lnTo>
                <a:lnTo>
                  <a:pt x="52" y="96"/>
                </a:lnTo>
                <a:cubicBezTo>
                  <a:pt x="49" y="90"/>
                  <a:pt x="47" y="80"/>
                  <a:pt x="44" y="67"/>
                </a:cubicBezTo>
                <a:lnTo>
                  <a:pt x="43" y="67"/>
                </a:lnTo>
                <a:cubicBezTo>
                  <a:pt x="44" y="79"/>
                  <a:pt x="45" y="98"/>
                  <a:pt x="45" y="125"/>
                </a:cubicBezTo>
                <a:lnTo>
                  <a:pt x="45" y="315"/>
                </a:lnTo>
                <a:lnTo>
                  <a:pt x="0" y="315"/>
                </a:lnTo>
                <a:lnTo>
                  <a:pt x="0" y="21"/>
                </a:lnTo>
                <a:lnTo>
                  <a:pt x="68" y="21"/>
                </a:lnTo>
                <a:lnTo>
                  <a:pt x="146" y="216"/>
                </a:lnTo>
                <a:cubicBezTo>
                  <a:pt x="152" y="231"/>
                  <a:pt x="155" y="243"/>
                  <a:pt x="157" y="250"/>
                </a:cubicBezTo>
                <a:lnTo>
                  <a:pt x="158" y="250"/>
                </a:lnTo>
                <a:cubicBezTo>
                  <a:pt x="163" y="235"/>
                  <a:pt x="167" y="223"/>
                  <a:pt x="171" y="216"/>
                </a:cubicBezTo>
                <a:lnTo>
                  <a:pt x="249" y="21"/>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pic>
        <p:nvPicPr>
          <p:cNvPr id="12" name="Picture 11" descr="A picture containing object, honeycomb&#10;&#10;Description automatically generated">
            <a:extLst>
              <a:ext uri="{FF2B5EF4-FFF2-40B4-BE49-F238E27FC236}">
                <a16:creationId xmlns:a16="http://schemas.microsoft.com/office/drawing/2014/main" id="{3D26FB41-BE56-495D-8D69-B32B054881B0}"/>
              </a:ext>
            </a:extLst>
          </p:cNvPr>
          <p:cNvPicPr>
            <a:picLocks noChangeAspect="1"/>
          </p:cNvPicPr>
          <p:nvPr userDrawn="1"/>
        </p:nvPicPr>
        <p:blipFill rotWithShape="1">
          <a:blip r:embed="rId3"/>
          <a:srcRect l="4091" b="4301"/>
          <a:stretch/>
        </p:blipFill>
        <p:spPr>
          <a:xfrm>
            <a:off x="4319701" y="399141"/>
            <a:ext cx="7872299" cy="6458859"/>
          </a:xfrm>
          <a:prstGeom prst="rect">
            <a:avLst/>
          </a:prstGeom>
        </p:spPr>
      </p:pic>
    </p:spTree>
    <p:extLst>
      <p:ext uri="{BB962C8B-B14F-4D97-AF65-F5344CB8AC3E}">
        <p14:creationId xmlns:p14="http://schemas.microsoft.com/office/powerpoint/2010/main" val="66767427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4" orient="horz" pos="2160">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9" name="Title 1"/>
          <p:cNvSpPr>
            <a:spLocks noGrp="1"/>
          </p:cNvSpPr>
          <p:nvPr>
            <p:ph type="title" hasCustomPrompt="1"/>
          </p:nvPr>
        </p:nvSpPr>
        <p:spPr>
          <a:xfrm>
            <a:off x="584200" y="2979778"/>
            <a:ext cx="9144000" cy="553998"/>
          </a:xfrm>
          <a:noFill/>
        </p:spPr>
        <p:txBody>
          <a:bodyPr lIns="0" tIns="0" rIns="0" bIns="0" anchor="b" anchorCtr="0">
            <a:spAutoFit/>
          </a:bodyPr>
          <a:lstStyle>
            <a:lvl1pPr>
              <a:defRPr lang="en-US" sz="3600" b="0" kern="1200" cap="none" spc="-50" baseline="0" dirty="0">
                <a:ln w="3175">
                  <a:noFill/>
                </a:ln>
                <a:gradFill>
                  <a:gsLst>
                    <a:gs pos="62564">
                      <a:schemeClr val="tx1"/>
                    </a:gs>
                    <a:gs pos="55000">
                      <a:schemeClr val="tx1"/>
                    </a:gs>
                  </a:gsLst>
                  <a:lin ang="5400000" scaled="0"/>
                </a:gradFill>
                <a:effectLst/>
                <a:latin typeface="+mj-lt"/>
                <a:ea typeface="+mn-ea"/>
                <a:cs typeface="Segoe UI" panose="020B05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0" y="3962400"/>
            <a:ext cx="9144000" cy="338554"/>
          </a:xfrm>
          <a:noFill/>
        </p:spPr>
        <p:txBody>
          <a:bodyPr wrap="square" lIns="0" tIns="0" rIns="0" bIns="0">
            <a:spAutoFit/>
          </a:bodyPr>
          <a:lstStyle>
            <a:lvl1pPr marL="0" indent="0">
              <a:spcBef>
                <a:spcPts val="0"/>
              </a:spcBef>
              <a:buNone/>
              <a:defRPr sz="2200" spc="0" baseline="0">
                <a:gradFill>
                  <a:gsLst>
                    <a:gs pos="91000">
                      <a:schemeClr val="tx1"/>
                    </a:gs>
                    <a:gs pos="0">
                      <a:schemeClr val="tx1"/>
                    </a:gs>
                  </a:gsLst>
                  <a:lin ang="5400000" scaled="0"/>
                </a:gradFill>
                <a:latin typeface="+mn-lt"/>
                <a:cs typeface="Segoe UI" panose="020B0502040204020203" pitchFamily="34" charset="0"/>
              </a:defRPr>
            </a:lvl1pPr>
          </a:lstStyle>
          <a:p>
            <a:pPr lvl="0"/>
            <a:r>
              <a:rPr lang="en-US"/>
              <a:t>Speaker name or subtitle text</a:t>
            </a:r>
          </a:p>
        </p:txBody>
      </p:sp>
      <p:pic>
        <p:nvPicPr>
          <p:cNvPr id="7" name="MS logo white - EMF" descr="Microsoft logo white text version">
            <a:extLst>
              <a:ext uri="{FF2B5EF4-FFF2-40B4-BE49-F238E27FC236}">
                <a16:creationId xmlns:a16="http://schemas.microsoft.com/office/drawing/2014/main" id="{44E1717B-1127-422B-83A0-6DB1F04DE49C}"/>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bwMode="black">
          <a:xfrm>
            <a:off x="584200" y="585788"/>
            <a:ext cx="1366245" cy="292608"/>
          </a:xfrm>
          <a:prstGeom prst="rect">
            <a:avLst/>
          </a:prstGeom>
        </p:spPr>
      </p:pic>
    </p:spTree>
    <p:extLst>
      <p:ext uri="{BB962C8B-B14F-4D97-AF65-F5344CB8AC3E}">
        <p14:creationId xmlns:p14="http://schemas.microsoft.com/office/powerpoint/2010/main" val="40161073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itle Slide 2">
    <p:spTree>
      <p:nvGrpSpPr>
        <p:cNvPr id="1" name=""/>
        <p:cNvGrpSpPr/>
        <p:nvPr/>
      </p:nvGrpSpPr>
      <p:grpSpPr>
        <a:xfrm>
          <a:off x="0" y="0"/>
          <a:ext cx="0" cy="0"/>
          <a:chOff x="0" y="0"/>
          <a:chExt cx="0" cy="0"/>
        </a:xfrm>
      </p:grpSpPr>
      <p:sp>
        <p:nvSpPr>
          <p:cNvPr id="9" name="Title 1"/>
          <p:cNvSpPr>
            <a:spLocks noGrp="1"/>
          </p:cNvSpPr>
          <p:nvPr>
            <p:ph type="title" hasCustomPrompt="1"/>
          </p:nvPr>
        </p:nvSpPr>
        <p:spPr>
          <a:xfrm>
            <a:off x="584200" y="2425780"/>
            <a:ext cx="4140200" cy="1107996"/>
          </a:xfrm>
          <a:noFill/>
        </p:spPr>
        <p:txBody>
          <a:bodyPr wrap="square" lIns="0" tIns="0" rIns="0" bIns="0" anchor="b" anchorCtr="0">
            <a:spAutoFit/>
          </a:bodyPr>
          <a:lstStyle>
            <a:lvl1pPr>
              <a:defRPr sz="3600" spc="-50" baseline="0">
                <a:gradFill>
                  <a:gsLst>
                    <a:gs pos="62564">
                      <a:schemeClr val="tx1"/>
                    </a:gs>
                    <a:gs pos="55000">
                      <a:schemeClr val="tx1"/>
                    </a:gs>
                  </a:gsLst>
                  <a:lin ang="5400000" scaled="0"/>
                </a:gradFill>
                <a:latin typeface="+mj-lt"/>
                <a:cs typeface="Segoe UI" panose="020B05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0" y="3962400"/>
            <a:ext cx="4140200" cy="338554"/>
          </a:xfrm>
          <a:noFill/>
        </p:spPr>
        <p:txBody>
          <a:bodyPr wrap="square" lIns="0" tIns="0" rIns="0" bIns="0">
            <a:spAutoFit/>
          </a:bodyPr>
          <a:lstStyle>
            <a:lvl1pPr marL="0" indent="0">
              <a:spcBef>
                <a:spcPts val="0"/>
              </a:spcBef>
              <a:buNone/>
              <a:defRPr sz="2200" spc="0" baseline="0">
                <a:gradFill>
                  <a:gsLst>
                    <a:gs pos="91000">
                      <a:schemeClr val="tx1"/>
                    </a:gs>
                    <a:gs pos="0">
                      <a:schemeClr val="tx1"/>
                    </a:gs>
                  </a:gsLst>
                  <a:lin ang="5400000" scaled="0"/>
                </a:gradFill>
                <a:latin typeface="+mn-lt"/>
                <a:cs typeface="Segoe UI" panose="020B0502040204020203" pitchFamily="34" charset="0"/>
              </a:defRPr>
            </a:lvl1pPr>
          </a:lstStyle>
          <a:p>
            <a:pPr lvl="0"/>
            <a:r>
              <a:rPr lang="en-US"/>
              <a:t>Speaker name or subtitle text</a:t>
            </a:r>
          </a:p>
        </p:txBody>
      </p:sp>
      <p:pic>
        <p:nvPicPr>
          <p:cNvPr id="7" name="MS logo white - EMF" descr="Microsoft logo white text version">
            <a:extLst>
              <a:ext uri="{FF2B5EF4-FFF2-40B4-BE49-F238E27FC236}">
                <a16:creationId xmlns:a16="http://schemas.microsoft.com/office/drawing/2014/main" id="{923145A3-A9AB-4B3E-A898-5EC4C9328403}"/>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bwMode="black">
          <a:xfrm>
            <a:off x="584200" y="585788"/>
            <a:ext cx="1366245" cy="292608"/>
          </a:xfrm>
          <a:prstGeom prst="rect">
            <a:avLst/>
          </a:prstGeom>
        </p:spPr>
      </p:pic>
      <p:pic>
        <p:nvPicPr>
          <p:cNvPr id="10" name="Picture 9" descr="A picture containing object, honeycomb&#10;&#10;Description automatically generated">
            <a:extLst>
              <a:ext uri="{FF2B5EF4-FFF2-40B4-BE49-F238E27FC236}">
                <a16:creationId xmlns:a16="http://schemas.microsoft.com/office/drawing/2014/main" id="{B7FF868F-4506-470A-8775-7A80A78D9225}"/>
              </a:ext>
            </a:extLst>
          </p:cNvPr>
          <p:cNvPicPr>
            <a:picLocks noChangeAspect="1"/>
          </p:cNvPicPr>
          <p:nvPr userDrawn="1"/>
        </p:nvPicPr>
        <p:blipFill rotWithShape="1">
          <a:blip r:embed="rId3"/>
          <a:srcRect l="4091" b="4301"/>
          <a:stretch/>
        </p:blipFill>
        <p:spPr>
          <a:xfrm>
            <a:off x="4319701" y="399141"/>
            <a:ext cx="7872299" cy="6458859"/>
          </a:xfrm>
          <a:prstGeom prst="rect">
            <a:avLst/>
          </a:prstGeom>
        </p:spPr>
      </p:pic>
    </p:spTree>
    <p:extLst>
      <p:ext uri="{BB962C8B-B14F-4D97-AF65-F5344CB8AC3E}">
        <p14:creationId xmlns:p14="http://schemas.microsoft.com/office/powerpoint/2010/main" val="32130176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guide id="5" pos="2976">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Title Slide 3">
    <p:spTree>
      <p:nvGrpSpPr>
        <p:cNvPr id="1" name=""/>
        <p:cNvGrpSpPr/>
        <p:nvPr/>
      </p:nvGrpSpPr>
      <p:grpSpPr>
        <a:xfrm>
          <a:off x="0" y="0"/>
          <a:ext cx="0" cy="0"/>
          <a:chOff x="0" y="0"/>
          <a:chExt cx="0" cy="0"/>
        </a:xfrm>
      </p:grpSpPr>
      <p:sp>
        <p:nvSpPr>
          <p:cNvPr id="15" name="Title 1">
            <a:extLst>
              <a:ext uri="{FF2B5EF4-FFF2-40B4-BE49-F238E27FC236}">
                <a16:creationId xmlns:a16="http://schemas.microsoft.com/office/drawing/2014/main" id="{9A95C66C-5C96-2344-B6A3-F56B3F7963BA}"/>
              </a:ext>
            </a:extLst>
          </p:cNvPr>
          <p:cNvSpPr>
            <a:spLocks noGrp="1"/>
          </p:cNvSpPr>
          <p:nvPr userDrawn="1">
            <p:ph type="title" hasCustomPrompt="1"/>
          </p:nvPr>
        </p:nvSpPr>
        <p:spPr>
          <a:xfrm>
            <a:off x="584200" y="2425780"/>
            <a:ext cx="4140200" cy="1107996"/>
          </a:xfrm>
          <a:noFill/>
        </p:spPr>
        <p:txBody>
          <a:bodyPr wrap="square" lIns="0" tIns="0" rIns="0" bIns="0" anchor="b" anchorCtr="0">
            <a:spAutoFit/>
          </a:bodyPr>
          <a:lstStyle>
            <a:lvl1pPr>
              <a:defRPr sz="3600" spc="-50" baseline="0">
                <a:gradFill>
                  <a:gsLst>
                    <a:gs pos="62564">
                      <a:schemeClr val="tx1"/>
                    </a:gs>
                    <a:gs pos="55000">
                      <a:schemeClr val="tx1"/>
                    </a:gs>
                  </a:gsLst>
                  <a:lin ang="5400000" scaled="0"/>
                </a:gradFill>
                <a:latin typeface="+mj-lt"/>
                <a:cs typeface="Segoe UI" panose="020B0502040204020203" pitchFamily="34" charset="0"/>
              </a:defRPr>
            </a:lvl1pPr>
          </a:lstStyle>
          <a:p>
            <a:r>
              <a:rPr lang="en-US"/>
              <a:t>Event name or presentation title </a:t>
            </a:r>
          </a:p>
        </p:txBody>
      </p:sp>
      <p:sp>
        <p:nvSpPr>
          <p:cNvPr id="16" name="Text Placeholder 4">
            <a:extLst>
              <a:ext uri="{FF2B5EF4-FFF2-40B4-BE49-F238E27FC236}">
                <a16:creationId xmlns:a16="http://schemas.microsoft.com/office/drawing/2014/main" id="{CEB75608-737B-0C4E-85B1-321723083970}"/>
              </a:ext>
            </a:extLst>
          </p:cNvPr>
          <p:cNvSpPr>
            <a:spLocks noGrp="1"/>
          </p:cNvSpPr>
          <p:nvPr userDrawn="1">
            <p:ph type="body" sz="quarter" idx="12" hasCustomPrompt="1"/>
          </p:nvPr>
        </p:nvSpPr>
        <p:spPr>
          <a:xfrm>
            <a:off x="584200" y="3962400"/>
            <a:ext cx="4140200" cy="338554"/>
          </a:xfrm>
          <a:noFill/>
        </p:spPr>
        <p:txBody>
          <a:bodyPr wrap="square" lIns="0" tIns="0" rIns="0" bIns="0">
            <a:spAutoFit/>
          </a:bodyPr>
          <a:lstStyle>
            <a:lvl1pPr marL="0" indent="0">
              <a:spcBef>
                <a:spcPts val="0"/>
              </a:spcBef>
              <a:buNone/>
              <a:defRPr sz="2200" spc="0" baseline="0">
                <a:gradFill>
                  <a:gsLst>
                    <a:gs pos="91000">
                      <a:schemeClr val="tx1"/>
                    </a:gs>
                    <a:gs pos="0">
                      <a:schemeClr val="tx1"/>
                    </a:gs>
                  </a:gsLst>
                  <a:lin ang="5400000" scaled="0"/>
                </a:gradFill>
                <a:latin typeface="+mn-lt"/>
                <a:cs typeface="Segoe UI" panose="020B0502040204020203" pitchFamily="34" charset="0"/>
              </a:defRPr>
            </a:lvl1pPr>
          </a:lstStyle>
          <a:p>
            <a:pPr lvl="0"/>
            <a:r>
              <a:rPr lang="en-US"/>
              <a:t>Speaker name or subtitle text</a:t>
            </a:r>
          </a:p>
        </p:txBody>
      </p:sp>
      <p:pic>
        <p:nvPicPr>
          <p:cNvPr id="14" name="MS logo white - EMF" descr="Microsoft logo white text version">
            <a:extLst>
              <a:ext uri="{FF2B5EF4-FFF2-40B4-BE49-F238E27FC236}">
                <a16:creationId xmlns:a16="http://schemas.microsoft.com/office/drawing/2014/main" id="{63E1BA19-1D9F-FC44-8A38-8C233C9CC485}"/>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bwMode="black">
          <a:xfrm>
            <a:off x="584200" y="585788"/>
            <a:ext cx="1366245" cy="292608"/>
          </a:xfrm>
          <a:prstGeom prst="rect">
            <a:avLst/>
          </a:prstGeom>
        </p:spPr>
      </p:pic>
      <p:pic>
        <p:nvPicPr>
          <p:cNvPr id="3" name="Picture 2" descr="A picture containing table, drawing, clock, brick&#10;&#10;Description automatically generated">
            <a:extLst>
              <a:ext uri="{FF2B5EF4-FFF2-40B4-BE49-F238E27FC236}">
                <a16:creationId xmlns:a16="http://schemas.microsoft.com/office/drawing/2014/main" id="{161BD653-A2B0-4E8A-A9B5-F01A451753AF}"/>
              </a:ext>
            </a:extLst>
          </p:cNvPr>
          <p:cNvPicPr>
            <a:picLocks noChangeAspect="1"/>
          </p:cNvPicPr>
          <p:nvPr userDrawn="1"/>
        </p:nvPicPr>
        <p:blipFill>
          <a:blip r:embed="rId3"/>
          <a:stretch>
            <a:fillRect/>
          </a:stretch>
        </p:blipFill>
        <p:spPr>
          <a:xfrm>
            <a:off x="7013113" y="0"/>
            <a:ext cx="4232746" cy="6858000"/>
          </a:xfrm>
          <a:prstGeom prst="rect">
            <a:avLst/>
          </a:prstGeom>
        </p:spPr>
      </p:pic>
    </p:spTree>
    <p:extLst>
      <p:ext uri="{BB962C8B-B14F-4D97-AF65-F5344CB8AC3E}">
        <p14:creationId xmlns:p14="http://schemas.microsoft.com/office/powerpoint/2010/main" val="41199739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Title square photo 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gradFill>
                  <a:gsLst>
                    <a:gs pos="91000">
                      <a:schemeClr val="tx1"/>
                    </a:gs>
                    <a:gs pos="0">
                      <a:schemeClr val="tx1"/>
                    </a:gs>
                  </a:gsLst>
                  <a:lin ang="5400000" scaled="0"/>
                </a:gradFill>
                <a:latin typeface="+mn-lt"/>
                <a:cs typeface="Segoe UI" panose="020B0502040204020203" pitchFamily="34" charset="0"/>
              </a:defRPr>
            </a:lvl1pPr>
          </a:lstStyle>
          <a:p>
            <a:pPr lvl="0"/>
            <a:r>
              <a:rPr lang="en-US"/>
              <a:t>Speaker name or subtitle</a:t>
            </a:r>
          </a:p>
        </p:txBody>
      </p:sp>
      <p:pic>
        <p:nvPicPr>
          <p:cNvPr id="6" name="Picture 5" descr="A person sitting at a table using a computer&#10;&#10;Description automatically generated">
            <a:extLst>
              <a:ext uri="{FF2B5EF4-FFF2-40B4-BE49-F238E27FC236}">
                <a16:creationId xmlns:a16="http://schemas.microsoft.com/office/drawing/2014/main" id="{1B5497F1-768F-45ED-85F1-D14B37BE1F76}"/>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5334000" y="0"/>
            <a:ext cx="6858000" cy="6858000"/>
          </a:xfrm>
          <a:prstGeom prst="rect">
            <a:avLst/>
          </a:prstGeom>
        </p:spPr>
      </p:pic>
      <p:pic>
        <p:nvPicPr>
          <p:cNvPr id="8" name="MS logo white - EMF" descr="Microsoft logo white text version">
            <a:extLst>
              <a:ext uri="{FF2B5EF4-FFF2-40B4-BE49-F238E27FC236}">
                <a16:creationId xmlns:a16="http://schemas.microsoft.com/office/drawing/2014/main" id="{CEC508C3-17C5-4527-A00C-7B974C95D117}"/>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bwMode="black">
          <a:xfrm>
            <a:off x="584200" y="585788"/>
            <a:ext cx="1366245" cy="292608"/>
          </a:xfrm>
          <a:prstGeom prst="rect">
            <a:avLst/>
          </a:prstGeom>
        </p:spPr>
      </p:pic>
    </p:spTree>
    <p:extLst>
      <p:ext uri="{BB962C8B-B14F-4D97-AF65-F5344CB8AC3E}">
        <p14:creationId xmlns:p14="http://schemas.microsoft.com/office/powerpoint/2010/main" val="6205085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FBAE4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p:nvPr>
        </p:nvSpPr>
        <p:spPr/>
        <p:txBody>
          <a:bodyPr/>
          <a:lstStyle/>
          <a:p>
            <a:r>
              <a:rPr lang="en-US"/>
              <a:t>Click to edit Master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p:nvPr>
        </p:nvSpPr>
        <p:spPr>
          <a:xfrm>
            <a:off x="584200" y="1435100"/>
            <a:ext cx="11018838" cy="48339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854837946"/>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Title &amp; Non-bulleted text">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34B655BA-10A4-4A57-89DB-CFFBE1CA1E33}"/>
              </a:ext>
            </a:extLst>
          </p:cNvPr>
          <p:cNvSpPr>
            <a:spLocks noGrp="1"/>
          </p:cNvSpPr>
          <p:nvPr>
            <p:ph type="title"/>
          </p:nvPr>
        </p:nvSpPr>
        <p:spPr/>
        <p:txBody>
          <a:bodyPr/>
          <a:lstStyle/>
          <a:p>
            <a:r>
              <a:rPr lang="en-US"/>
              <a:t>Click to edit Master title style</a:t>
            </a:r>
          </a:p>
        </p:txBody>
      </p:sp>
      <p:sp>
        <p:nvSpPr>
          <p:cNvPr id="4" name="Text Placeholder 3"/>
          <p:cNvSpPr>
            <a:spLocks noGrp="1"/>
          </p:cNvSpPr>
          <p:nvPr>
            <p:ph type="body" sz="quarter" idx="10"/>
          </p:nvPr>
        </p:nvSpPr>
        <p:spPr>
          <a:xfrm>
            <a:off x="586390" y="1434370"/>
            <a:ext cx="11018520" cy="2308324"/>
          </a:xfrm>
        </p:spPr>
        <p:txBody>
          <a:bodyPr wrap="square">
            <a:spAutoFit/>
          </a:bodyPr>
          <a:lstStyle>
            <a:lvl1pPr marL="0" indent="0">
              <a:buNone/>
              <a:defRPr/>
            </a:lvl1pPr>
            <a:lvl2pPr marL="228600" indent="0">
              <a:buNone/>
              <a:defRPr/>
            </a:lvl2pPr>
            <a:lvl3pPr marL="457200" indent="0">
              <a:buNone/>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448311624"/>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p:nvPr>
        </p:nvSpPr>
        <p:spPr/>
        <p:txBody>
          <a:bodyPr/>
          <a:lstStyle/>
          <a:p>
            <a:r>
              <a:rPr lang="en-US"/>
              <a:t>Click to edit Master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p:nvPr>
        </p:nvSpPr>
        <p:spPr>
          <a:xfrm>
            <a:off x="584200" y="1435100"/>
            <a:ext cx="5211763" cy="48339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p:nvPr>
        </p:nvSpPr>
        <p:spPr>
          <a:xfrm>
            <a:off x="6389688" y="1435100"/>
            <a:ext cx="5219700" cy="48339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2205642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p:nvPr>
        </p:nvSpPr>
        <p:spPr>
          <a:xfrm>
            <a:off x="588263" y="457200"/>
            <a:ext cx="11018520" cy="553998"/>
          </a:xfrm>
        </p:spPr>
        <p:txBody>
          <a:bodyPr/>
          <a:lstStyle/>
          <a:p>
            <a:r>
              <a:rPr lang="en-US"/>
              <a:t>Click to edit Master title style</a:t>
            </a:r>
          </a:p>
        </p:txBody>
      </p:sp>
      <p:sp>
        <p:nvSpPr>
          <p:cNvPr id="4" name="Text Placeholder 3"/>
          <p:cNvSpPr>
            <a:spLocks noGrp="1"/>
          </p:cNvSpPr>
          <p:nvPr>
            <p:ph type="body" sz="quarter" idx="10"/>
          </p:nvPr>
        </p:nvSpPr>
        <p:spPr>
          <a:xfrm>
            <a:off x="584200" y="1435100"/>
            <a:ext cx="5212080" cy="1649682"/>
          </a:xfrm>
        </p:spPr>
        <p:txBody>
          <a:bodyPr wrap="square">
            <a:spAutoFit/>
          </a:bodyPr>
          <a:lstStyle>
            <a:lvl1pPr marL="0" indent="0">
              <a:spcBef>
                <a:spcPts val="1224"/>
              </a:spcBef>
              <a:buClr>
                <a:schemeClr val="tx1"/>
              </a:buClr>
              <a:buFont typeface="Wingdings" panose="05000000000000000000" pitchFamily="2" charset="2"/>
              <a:buNone/>
              <a:defRPr sz="28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2000" b="0"/>
            </a:lvl2pPr>
            <a:lvl3pPr marL="450850" indent="0">
              <a:buFont typeface="Wingdings" panose="05000000000000000000" pitchFamily="2" charset="2"/>
              <a:buNone/>
              <a:tabLst/>
              <a:defRPr sz="1600" b="0"/>
            </a:lvl3pPr>
            <a:lvl4pPr marL="652462" indent="0">
              <a:buFont typeface="Wingdings" panose="05000000000000000000" pitchFamily="2" charset="2"/>
              <a:buNone/>
              <a:defRPr sz="1400" b="0"/>
            </a:lvl4pPr>
            <a:lvl5pPr marL="854075" indent="0">
              <a:buFont typeface="Wingdings" panose="05000000000000000000" pitchFamily="2" charset="2"/>
              <a:buNone/>
              <a:tabLst/>
              <a:defRPr sz="1400" b="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p:nvPr>
        </p:nvSpPr>
        <p:spPr>
          <a:xfrm>
            <a:off x="6397171" y="1435100"/>
            <a:ext cx="5212080" cy="1649682"/>
          </a:xfrm>
        </p:spPr>
        <p:txBody>
          <a:bodyPr wrap="square">
            <a:spAutoFit/>
          </a:bodyPr>
          <a:lstStyle>
            <a:lvl1pPr marL="0" indent="0">
              <a:spcBef>
                <a:spcPts val="1224"/>
              </a:spcBef>
              <a:buClr>
                <a:schemeClr val="tx1"/>
              </a:buClr>
              <a:buFont typeface="Wingdings" panose="05000000000000000000" pitchFamily="2" charset="2"/>
              <a:buNone/>
              <a:defRPr sz="28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2000" b="0"/>
            </a:lvl2pPr>
            <a:lvl3pPr marL="450850" indent="0">
              <a:buFont typeface="Wingdings" panose="05000000000000000000" pitchFamily="2" charset="2"/>
              <a:buNone/>
              <a:tabLst/>
              <a:defRPr sz="1600" b="0"/>
            </a:lvl3pPr>
            <a:lvl4pPr marL="652462" indent="0">
              <a:buFont typeface="Wingdings" panose="05000000000000000000" pitchFamily="2" charset="2"/>
              <a:buNone/>
              <a:defRPr sz="1400" b="0"/>
            </a:lvl4pPr>
            <a:lvl5pPr marL="854075" indent="0">
              <a:buFont typeface="Wingdings" panose="05000000000000000000" pitchFamily="2" charset="2"/>
              <a:buNone/>
              <a:tabLst/>
              <a:defRPr sz="1400" b="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491096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76023786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424179730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Title - Square Photo ">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p:nvPr>
        </p:nvSpPr>
        <p:spPr>
          <a:xfrm>
            <a:off x="584200" y="3535540"/>
            <a:ext cx="4162425" cy="2733497"/>
          </a:xfrm>
        </p:spPr>
        <p:txBody>
          <a:bodyPr/>
          <a:lstStyle>
            <a:lvl1pPr marL="0" indent="0">
              <a:buNone/>
              <a:defRPr sz="22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Master text styles</a:t>
            </a:r>
          </a:p>
        </p:txBody>
      </p:sp>
      <p:sp>
        <p:nvSpPr>
          <p:cNvPr id="7" name="Picture Placeholder" descr="This photo is a 'placeholder' only. Drag or drop your photo here, or click and tap the center to insert a photo.">
            <a:extLst>
              <a:ext uri="{FF2B5EF4-FFF2-40B4-BE49-F238E27FC236}">
                <a16:creationId xmlns:a16="http://schemas.microsoft.com/office/drawing/2014/main" id="{CC6E92E5-E859-445F-856B-33F974FA3AC2}"/>
              </a:ext>
            </a:extLst>
          </p:cNvPr>
          <p:cNvSpPr>
            <a:spLocks noGrp="1"/>
          </p:cNvSpPr>
          <p:nvPr>
            <p:ph type="pic" sz="quarter" idx="11" hasCustomPrompt="1"/>
          </p:nvPr>
        </p:nvSpPr>
        <p:spPr bwMode="gray">
          <a:xfrm>
            <a:off x="5334000" y="0"/>
            <a:ext cx="6858000" cy="6858000"/>
          </a:xfrm>
          <a:blipFill dpi="0" rotWithShape="1">
            <a:blip r:embed="rId2">
              <a:extLst>
                <a:ext uri="{28A0092B-C50C-407E-A947-70E740481C1C}">
                  <a14:useLocalDpi xmlns:a14="http://schemas.microsoft.com/office/drawing/2010/main" val="0"/>
                </a:ext>
              </a:extLst>
            </a:blip>
            <a:srcRect/>
            <a:stretch>
              <a:fillRect/>
            </a:stretch>
          </a:blipFill>
        </p:spPr>
        <p:txBody>
          <a:bodyPr lIns="0" tIns="2103120" rIns="0" anchor="t" anchorCtr="0">
            <a:noAutofit/>
          </a:bodyPr>
          <a:lstStyle>
            <a:lvl1pPr marL="0" indent="0" algn="ctr">
              <a:lnSpc>
                <a:spcPct val="100000"/>
              </a:lnSpc>
              <a:buNone/>
              <a:defRPr sz="1600" b="1">
                <a:solidFill>
                  <a:srgbClr val="FFFFFF"/>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673797329"/>
      </p:ext>
    </p:extLst>
  </p:cSld>
  <p:clrMapOvr>
    <a:masterClrMapping/>
  </p:clrMapOvr>
  <p:transition>
    <p:fade/>
  </p:transition>
  <p:extLst>
    <p:ext uri="{DCECCB84-F9BA-43D5-87BE-67443E8EF086}">
      <p15:sldGuideLst xmlns:p15="http://schemas.microsoft.com/office/powerpoint/2012/main">
        <p15:guide id="2" pos="3360">
          <p15:clr>
            <a:srgbClr val="FBAE40"/>
          </p15:clr>
        </p15:guide>
        <p15:guide id="6" orient="horz" pos="904">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Square Photo ">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p:nvPr>
        </p:nvSpPr>
        <p:spPr>
          <a:xfrm>
            <a:off x="588263" y="585788"/>
            <a:ext cx="4159950" cy="5683249"/>
          </a:xfrm>
        </p:spPr>
        <p:txBody>
          <a:bodyPr anchor="ctr"/>
          <a:lstStyle/>
          <a:p>
            <a:r>
              <a:rPr lang="en-US"/>
              <a:t>Click to edit Master title style</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2DBE4BB-02BC-403B-BD4E-F269E8077083}"/>
              </a:ext>
            </a:extLst>
          </p:cNvPr>
          <p:cNvSpPr>
            <a:spLocks noGrp="1"/>
          </p:cNvSpPr>
          <p:nvPr>
            <p:ph type="pic" sz="quarter" idx="11" hasCustomPrompt="1"/>
          </p:nvPr>
        </p:nvSpPr>
        <p:spPr bwMode="gray">
          <a:xfrm>
            <a:off x="5334000" y="0"/>
            <a:ext cx="6858000" cy="6858000"/>
          </a:xfrm>
          <a:blipFill dpi="0" rotWithShape="1">
            <a:blip r:embed="rId2">
              <a:extLst>
                <a:ext uri="{28A0092B-C50C-407E-A947-70E740481C1C}">
                  <a14:useLocalDpi xmlns:a14="http://schemas.microsoft.com/office/drawing/2010/main" val="0"/>
                </a:ext>
              </a:extLst>
            </a:blip>
            <a:srcRect/>
            <a:stretch>
              <a:fillRect/>
            </a:stretch>
          </a:blipFill>
        </p:spPr>
        <p:txBody>
          <a:bodyPr lIns="0" tIns="2103120" rIns="0" anchor="t" anchorCtr="0">
            <a:noAutofit/>
          </a:bodyPr>
          <a:lstStyle>
            <a:lvl1pPr marL="0" indent="0" algn="ctr">
              <a:lnSpc>
                <a:spcPct val="100000"/>
              </a:lnSpc>
              <a:buNone/>
              <a:defRPr sz="1600" b="1">
                <a:solidFill>
                  <a:srgbClr val="FFFFFF"/>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2185322852"/>
      </p:ext>
    </p:extLst>
  </p:cSld>
  <p:clrMapOvr>
    <a:masterClrMapping/>
  </p:clrMapOvr>
  <p:transition>
    <p:fade/>
  </p:transition>
  <p:extLst>
    <p:ext uri="{DCECCB84-F9BA-43D5-87BE-67443E8EF086}">
      <p15:sldGuideLst xmlns:p15="http://schemas.microsoft.com/office/powerpoint/2012/main">
        <p15:guide id="2" pos="3360">
          <p15:clr>
            <a:srgbClr val="FBAE40"/>
          </p15:clr>
        </p15:guide>
        <p15:guide id="5" orient="horz" pos="2160">
          <p15:clr>
            <a:srgbClr val="FBAE4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Square Photo 2">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96526"/>
            <a:ext cx="4163125" cy="3272512"/>
          </a:xfrm>
        </p:spPr>
        <p:txBody>
          <a:bodyPr anchor="t"/>
          <a:lstStyle>
            <a:lvl1pPr>
              <a:defRPr sz="2800"/>
            </a:lvl1pPr>
          </a:lstStyle>
          <a:p>
            <a:r>
              <a:rPr lang="en-US"/>
              <a:t>Square photo layout with smaller text</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AB7A8995-AE4E-430B-AF29-B4D106F867E8}"/>
              </a:ext>
            </a:extLst>
          </p:cNvPr>
          <p:cNvSpPr>
            <a:spLocks noGrp="1"/>
          </p:cNvSpPr>
          <p:nvPr>
            <p:ph type="pic" sz="quarter" idx="11" hasCustomPrompt="1"/>
          </p:nvPr>
        </p:nvSpPr>
        <p:spPr bwMode="gray">
          <a:xfrm>
            <a:off x="5334000" y="0"/>
            <a:ext cx="6858000" cy="6858000"/>
          </a:xfrm>
          <a:blipFill dpi="0" rotWithShape="1">
            <a:blip r:embed="rId2">
              <a:extLst>
                <a:ext uri="{28A0092B-C50C-407E-A947-70E740481C1C}">
                  <a14:useLocalDpi xmlns:a14="http://schemas.microsoft.com/office/drawing/2010/main" val="0"/>
                </a:ext>
              </a:extLst>
            </a:blip>
            <a:srcRect/>
            <a:stretch>
              <a:fillRect/>
            </a:stretch>
          </a:blipFill>
        </p:spPr>
        <p:txBody>
          <a:bodyPr lIns="0" tIns="2103120" rIns="0" anchor="t" anchorCtr="0">
            <a:noAutofit/>
          </a:bodyPr>
          <a:lstStyle>
            <a:lvl1pPr marL="0" indent="0" algn="ctr">
              <a:lnSpc>
                <a:spcPct val="100000"/>
              </a:lnSpc>
              <a:buNone/>
              <a:defRPr sz="1600" b="1">
                <a:solidFill>
                  <a:srgbClr val="FFFFFF"/>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845622715"/>
      </p:ext>
    </p:extLst>
  </p:cSld>
  <p:clrMapOvr>
    <a:masterClrMapping/>
  </p:clrMapOvr>
  <p:transition>
    <p:fade/>
  </p:transition>
  <p:extLst>
    <p:ext uri="{DCECCB84-F9BA-43D5-87BE-67443E8EF086}">
      <p15:sldGuideLst xmlns:p15="http://schemas.microsoft.com/office/powerpoint/2012/main">
        <p15:guide id="2" pos="3360">
          <p15:clr>
            <a:srgbClr val="FBAE4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Top horizontal photo and 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p:nvPr>
        </p:nvSpPr>
        <p:spPr>
          <a:xfrm>
            <a:off x="588263" y="5157216"/>
            <a:ext cx="11018520" cy="1111822"/>
          </a:xfrm>
        </p:spPr>
        <p:txBody>
          <a:bodyPr anchor="ctr"/>
          <a:lstStyle>
            <a:lvl1pPr algn="ctr">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gray">
          <a:xfrm>
            <a:off x="0" y="0"/>
            <a:ext cx="12192000" cy="4572000"/>
          </a:xfrm>
          <a:blipFill>
            <a:blip r:embed="rId2"/>
            <a:stretch>
              <a:fillRect/>
            </a:stretch>
          </a:blipFill>
        </p:spPr>
        <p:txBody>
          <a:bodyPr vert="horz" wrap="square" lIns="0" tIns="1097280" rIns="0" bIns="0" rtlCol="0" anchor="t" anchorCtr="0">
            <a:noAutofit/>
          </a:bodyPr>
          <a:lstStyle>
            <a:lvl1pPr marL="0" indent="0" algn="ctr">
              <a:buNone/>
              <a:defRPr lang="en-US" sz="1400" b="1" dirty="0">
                <a:solidFill>
                  <a:srgbClr val="FFFFFF"/>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720414997"/>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FBAE40"/>
          </p15:clr>
        </p15:guide>
      </p15:sldGuideLst>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Bottom horizontal photo and 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p:nvPr>
        </p:nvSpPr>
        <p:spPr>
          <a:xfrm>
            <a:off x="588263" y="585788"/>
            <a:ext cx="11018520" cy="1114996"/>
          </a:xfrm>
        </p:spPr>
        <p:txBody>
          <a:bodyPr anchor="ctr"/>
          <a:lstStyle>
            <a:lvl1pPr algn="ctr">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gray">
          <a:xfrm>
            <a:off x="-2381" y="2286000"/>
            <a:ext cx="12192000" cy="4572000"/>
          </a:xfrm>
          <a:blipFill>
            <a:blip r:embed="rId2"/>
            <a:stretch>
              <a:fillRect/>
            </a:stretch>
          </a:blipFill>
        </p:spPr>
        <p:txBody>
          <a:bodyPr vert="horz" wrap="square" lIns="0" tIns="1097280" rIns="0" bIns="0" rtlCol="0" anchor="t" anchorCtr="0">
            <a:noAutofit/>
          </a:bodyPr>
          <a:lstStyle>
            <a:lvl1pPr marL="0" indent="0" algn="ctr">
              <a:buNone/>
              <a:defRPr lang="en-US" sz="1400" b="1" dirty="0">
                <a:solidFill>
                  <a:srgbClr val="FFFFFF"/>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318191923"/>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FBAE40"/>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Two picture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p:nvPr>
        </p:nvSpPr>
        <p:spPr>
          <a:xfrm>
            <a:off x="588263" y="457200"/>
            <a:ext cx="11018520" cy="983234"/>
          </a:xfrm>
        </p:spPr>
        <p:txBody>
          <a:bodyPr/>
          <a:lstStyle/>
          <a:p>
            <a:r>
              <a:rPr lang="en-US"/>
              <a:t>Click to edit Master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p:nvPr>
        </p:nvSpPr>
        <p:spPr>
          <a:xfrm>
            <a:off x="584199" y="5689600"/>
            <a:ext cx="5367528" cy="579438"/>
          </a:xfrm>
        </p:spPr>
        <p:txBody>
          <a:bodyPr/>
          <a:lstStyle>
            <a:lvl1pPr marL="0" indent="0" algn="ctr">
              <a:spcBef>
                <a:spcPts val="0"/>
              </a:spcBef>
              <a:buNone/>
              <a:defRPr sz="2000"/>
            </a:lvl1pPr>
          </a:lstStyle>
          <a:p>
            <a:pPr lvl="0"/>
            <a:r>
              <a:rPr lang="en-US"/>
              <a:t>Click to edit Master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gray">
          <a:xfrm>
            <a:off x="582612" y="2025650"/>
            <a:ext cx="5367528" cy="3474720"/>
          </a:xfrm>
          <a:blipFill>
            <a:blip r:embed="rId2"/>
            <a:stretch>
              <a:fillRect/>
            </a:stretch>
          </a:blipFill>
        </p:spPr>
        <p:txBody>
          <a:bodyPr vert="horz" wrap="square" lIns="0" tIns="0" rIns="0" bIns="1188720" rtlCol="0" anchor="ctr" anchorCtr="0">
            <a:noAutofit/>
          </a:bodyPr>
          <a:lstStyle>
            <a:lvl1pPr marL="0" indent="0" algn="ctr">
              <a:buNone/>
              <a:defRPr lang="en-US" sz="1000" b="1" dirty="0">
                <a:solidFill>
                  <a:srgbClr val="FFFFFF"/>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p:nvPr>
        </p:nvSpPr>
        <p:spPr>
          <a:xfrm>
            <a:off x="6241860" y="5689600"/>
            <a:ext cx="5367528" cy="579438"/>
          </a:xfrm>
        </p:spPr>
        <p:txBody>
          <a:bodyPr/>
          <a:lstStyle>
            <a:lvl1pPr marL="0" indent="0" algn="ctr">
              <a:spcBef>
                <a:spcPts val="0"/>
              </a:spcBef>
              <a:buNone/>
              <a:defRPr sz="2000"/>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gray">
          <a:xfrm>
            <a:off x="6239255" y="2025650"/>
            <a:ext cx="5367528" cy="3474720"/>
          </a:xfrm>
          <a:blipFill>
            <a:blip r:embed="rId2"/>
            <a:stretch>
              <a:fillRect/>
            </a:stretch>
          </a:blipFill>
        </p:spPr>
        <p:txBody>
          <a:bodyPr vert="horz" wrap="square" lIns="0" tIns="0" rIns="0" bIns="1188720" rtlCol="0" anchor="ctr" anchorCtr="0">
            <a:noAutofit/>
          </a:bodyPr>
          <a:lstStyle>
            <a:lvl1pPr marL="0" indent="0" algn="ctr">
              <a:buNone/>
              <a:defRPr lang="en-US" sz="1000" b="1" dirty="0">
                <a:solidFill>
                  <a:srgbClr val="FFFFFF"/>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514955525"/>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sldGuideLst>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Three picture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p:nvPr>
        </p:nvSpPr>
        <p:spPr>
          <a:xfrm>
            <a:off x="588263" y="457200"/>
            <a:ext cx="11018520" cy="983234"/>
          </a:xfrm>
        </p:spPr>
        <p:txBody>
          <a:bodyPr/>
          <a:lstStyle/>
          <a:p>
            <a:r>
              <a:rPr lang="en-US"/>
              <a:t>Click to edit Master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p:nvPr>
        </p:nvSpPr>
        <p:spPr>
          <a:xfrm>
            <a:off x="582613" y="5689600"/>
            <a:ext cx="3475037" cy="579438"/>
          </a:xfrm>
        </p:spPr>
        <p:txBody>
          <a:bodyPr/>
          <a:lstStyle>
            <a:lvl1pPr marL="0" indent="0" algn="ctr">
              <a:spcBef>
                <a:spcPts val="0"/>
              </a:spcBef>
              <a:buNone/>
              <a:defRPr sz="2000"/>
            </a:lvl1pPr>
          </a:lstStyle>
          <a:p>
            <a:pPr lvl="0"/>
            <a:r>
              <a:rPr lang="en-US"/>
              <a:t>Click to edit Master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gray">
          <a:xfrm>
            <a:off x="582612" y="2025650"/>
            <a:ext cx="3474720" cy="3474720"/>
          </a:xfr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FFFFFF"/>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p:nvPr>
        </p:nvSpPr>
        <p:spPr>
          <a:xfrm>
            <a:off x="4358640" y="5689600"/>
            <a:ext cx="3475037" cy="579438"/>
          </a:xfrm>
        </p:spPr>
        <p:txBody>
          <a:bodyPr/>
          <a:lstStyle>
            <a:lvl1pPr marL="0" indent="0" algn="ctr">
              <a:spcBef>
                <a:spcPts val="0"/>
              </a:spcBef>
              <a:buNone/>
              <a:defRPr sz="2000"/>
            </a:lvl1pPr>
          </a:lstStyle>
          <a:p>
            <a:pPr lvl="0"/>
            <a:r>
              <a:rPr lang="en-US"/>
              <a:t>Click to edit Master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gray">
          <a:xfrm>
            <a:off x="4358640" y="2025650"/>
            <a:ext cx="3474720" cy="3474720"/>
          </a:xfr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FFFFFF"/>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p:nvPr>
        </p:nvSpPr>
        <p:spPr>
          <a:xfrm>
            <a:off x="8134351" y="5689600"/>
            <a:ext cx="3475037" cy="579438"/>
          </a:xfrm>
        </p:spPr>
        <p:txBody>
          <a:bodyPr/>
          <a:lstStyle>
            <a:lvl1pPr marL="0" indent="0" algn="ctr">
              <a:spcBef>
                <a:spcPts val="0"/>
              </a:spcBef>
              <a:buNone/>
              <a:defRPr sz="2000"/>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gray">
          <a:xfrm>
            <a:off x="8132063" y="2025650"/>
            <a:ext cx="3474720" cy="3474720"/>
          </a:xfr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FFFFFF"/>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62761803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sldGuideLst>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Four picture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p:nvPr>
        </p:nvSpPr>
        <p:spPr>
          <a:xfrm>
            <a:off x="588263" y="457200"/>
            <a:ext cx="11018520" cy="983234"/>
          </a:xfrm>
        </p:spPr>
        <p:txBody>
          <a:bodyPr/>
          <a:lstStyle/>
          <a:p>
            <a:r>
              <a:rPr lang="en-US"/>
              <a:t>Click to edit Master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p:nvPr>
        </p:nvSpPr>
        <p:spPr>
          <a:xfrm>
            <a:off x="582613" y="4753938"/>
            <a:ext cx="2532888" cy="1515100"/>
          </a:xfrm>
        </p:spPr>
        <p:txBody>
          <a:bodyPr/>
          <a:lstStyle>
            <a:lvl1pPr marL="0" indent="0" algn="ctr">
              <a:spcBef>
                <a:spcPts val="0"/>
              </a:spcBef>
              <a:buNone/>
              <a:defRPr sz="2000"/>
            </a:lvl1pPr>
          </a:lstStyle>
          <a:p>
            <a:pPr lvl="0"/>
            <a:r>
              <a:rPr lang="en-US"/>
              <a:t>Click to edit Master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gray">
          <a:xfrm>
            <a:off x="582612" y="2025650"/>
            <a:ext cx="2532888" cy="2532888"/>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FFFFFF"/>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p:nvPr>
        </p:nvSpPr>
        <p:spPr>
          <a:xfrm>
            <a:off x="3413908" y="4753938"/>
            <a:ext cx="2532888" cy="1515100"/>
          </a:xfrm>
        </p:spPr>
        <p:txBody>
          <a:bodyPr/>
          <a:lstStyle>
            <a:lvl1pPr marL="0" indent="0" algn="ctr">
              <a:spcBef>
                <a:spcPts val="0"/>
              </a:spcBef>
              <a:buNone/>
              <a:defRPr sz="2000"/>
            </a:lvl1pPr>
          </a:lstStyle>
          <a:p>
            <a:pPr lvl="0"/>
            <a:r>
              <a:rPr lang="en-US"/>
              <a:t>Click to edit Master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gray">
          <a:xfrm>
            <a:off x="3413908" y="2025650"/>
            <a:ext cx="2532888" cy="2532888"/>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FFFFFF"/>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p:nvPr>
        </p:nvSpPr>
        <p:spPr>
          <a:xfrm>
            <a:off x="6245204" y="4753938"/>
            <a:ext cx="2532888" cy="1515100"/>
          </a:xfrm>
        </p:spPr>
        <p:txBody>
          <a:bodyPr/>
          <a:lstStyle>
            <a:lvl1pPr marL="0" indent="0" algn="ctr">
              <a:spcBef>
                <a:spcPts val="0"/>
              </a:spcBef>
              <a:buNone/>
              <a:defRPr sz="2000"/>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gray">
          <a:xfrm>
            <a:off x="6245204" y="2025650"/>
            <a:ext cx="2532888" cy="2532888"/>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FFFFFF"/>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p:nvPr>
        </p:nvSpPr>
        <p:spPr>
          <a:xfrm>
            <a:off x="9076500" y="4753938"/>
            <a:ext cx="2532888" cy="1515100"/>
          </a:xfrm>
        </p:spPr>
        <p:txBody>
          <a:bodyPr/>
          <a:lstStyle>
            <a:lvl1pPr marL="0" indent="0" algn="ctr">
              <a:spcBef>
                <a:spcPts val="0"/>
              </a:spcBef>
              <a:buNone/>
              <a:defRPr sz="2000"/>
            </a:lvl1pPr>
          </a:lstStyle>
          <a:p>
            <a:pPr lvl="0"/>
            <a:r>
              <a:rPr lang="en-US"/>
              <a:t>Click to edit Master text styles</a:t>
            </a:r>
          </a:p>
        </p:txBody>
      </p:sp>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gray">
          <a:xfrm>
            <a:off x="9076500" y="2025650"/>
            <a:ext cx="2532888" cy="2532888"/>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FFFFFF"/>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3699076747"/>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sldGuideLst>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Screenshot and caption">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9D883269-C75C-4B87-8CD9-BE4E94E2BFF3}"/>
              </a:ext>
            </a:extLst>
          </p:cNvPr>
          <p:cNvSpPr>
            <a:spLocks noGrp="1"/>
          </p:cNvSpPr>
          <p:nvPr>
            <p:ph type="title"/>
          </p:nvPr>
        </p:nvSpPr>
        <p:spPr/>
        <p:txBody>
          <a:bodyPr/>
          <a:lstStyle/>
          <a:p>
            <a:r>
              <a:rPr lang="en-US"/>
              <a:t>Click to edit Master title style</a:t>
            </a:r>
          </a:p>
        </p:txBody>
      </p:sp>
      <p:sp>
        <p:nvSpPr>
          <p:cNvPr id="4" name="Text Placeholder 3">
            <a:extLst>
              <a:ext uri="{FF2B5EF4-FFF2-40B4-BE49-F238E27FC236}">
                <a16:creationId xmlns:a16="http://schemas.microsoft.com/office/drawing/2014/main" id="{52C923CE-7CB3-4CF0-AAA2-722B1683A109}"/>
              </a:ext>
            </a:extLst>
          </p:cNvPr>
          <p:cNvSpPr>
            <a:spLocks noGrp="1"/>
          </p:cNvSpPr>
          <p:nvPr>
            <p:ph type="body" sz="quarter" idx="13" hasCustomPrompt="1"/>
          </p:nvPr>
        </p:nvSpPr>
        <p:spPr>
          <a:xfrm>
            <a:off x="8115300" y="2017713"/>
            <a:ext cx="3494088" cy="4251325"/>
          </a:xfrm>
        </p:spPr>
        <p:txBody>
          <a:bodyPr/>
          <a:lstStyle>
            <a:lvl1pPr marL="0" indent="0">
              <a:buFontTx/>
              <a:buNone/>
              <a:defRPr sz="2000"/>
            </a:lvl1pPr>
          </a:lstStyle>
          <a:p>
            <a:pPr lvl="0"/>
            <a:r>
              <a:rPr lang="en-US"/>
              <a:t>Add a caption</a:t>
            </a:r>
          </a:p>
        </p:txBody>
      </p:sp>
      <p:sp>
        <p:nvSpPr>
          <p:cNvPr id="3" name="Picture Placeholder 2" descr="This screenshot is a 'placeholder' only. Drag or drop your screen shot here, or click and tap the center to insert a photo.">
            <a:extLst>
              <a:ext uri="{FF2B5EF4-FFF2-40B4-BE49-F238E27FC236}">
                <a16:creationId xmlns:a16="http://schemas.microsoft.com/office/drawing/2014/main" id="{32952E5A-3BE5-4580-872E-DC3A31E8D445}"/>
              </a:ext>
            </a:extLst>
          </p:cNvPr>
          <p:cNvSpPr>
            <a:spLocks noGrp="1"/>
          </p:cNvSpPr>
          <p:nvPr>
            <p:ph type="pic" sz="quarter" idx="12" hasCustomPrompt="1"/>
          </p:nvPr>
        </p:nvSpPr>
        <p:spPr bwMode="gray">
          <a:xfrm>
            <a:off x="582612" y="1436688"/>
            <a:ext cx="7253288" cy="4832350"/>
          </a:xfrm>
          <a:blipFill>
            <a:blip r:embed="rId2"/>
            <a:stretch>
              <a:fillRect/>
            </a:stretch>
          </a:blipFill>
        </p:spPr>
        <p:txBody>
          <a:bodyPr bIns="1005840" anchor="ctr">
            <a:noAutofit/>
          </a:bodyPr>
          <a:lstStyle>
            <a:lvl1pPr marL="0" indent="0" algn="ctr">
              <a:buNone/>
              <a:defRPr sz="1000" b="1">
                <a:solidFill>
                  <a:srgbClr val="000000"/>
                </a:solidFill>
              </a:defRPr>
            </a:lvl1pPr>
          </a:lstStyle>
          <a:p>
            <a:r>
              <a:rPr lang="en-US"/>
              <a:t>Drag &amp; drop a screenshot </a:t>
            </a:r>
            <a:br>
              <a:rPr lang="en-US"/>
            </a:br>
            <a:r>
              <a:rPr lang="en-US"/>
              <a:t>here or click or tap icon </a:t>
            </a:r>
            <a:br>
              <a:rPr lang="en-US"/>
            </a:br>
            <a:r>
              <a:rPr lang="en-US"/>
              <a:t>below to insert </a:t>
            </a:r>
          </a:p>
        </p:txBody>
      </p:sp>
    </p:spTree>
    <p:extLst>
      <p:ext uri="{BB962C8B-B14F-4D97-AF65-F5344CB8AC3E}">
        <p14:creationId xmlns:p14="http://schemas.microsoft.com/office/powerpoint/2010/main" val="3560308356"/>
      </p:ext>
    </p:extLst>
  </p:cSld>
  <p:clrMapOvr>
    <a:masterClrMapping/>
  </p:clrMapOvr>
  <p:transition>
    <p:fade/>
  </p:transition>
  <p:extLst>
    <p:ext uri="{DCECCB84-F9BA-43D5-87BE-67443E8EF086}">
      <p15:sldGuideLst xmlns:p15="http://schemas.microsoft.com/office/powerpoint/2012/main">
        <p15:guide id="20" pos="4937">
          <p15:clr>
            <a:srgbClr val="5ACBF0"/>
          </p15:clr>
        </p15:guide>
        <p15:guide id="21" pos="5112">
          <p15:clr>
            <a:srgbClr val="5ACBF0"/>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D31026A-4A74-439D-A8F5-DB82A03E713C}"/>
              </a:ext>
            </a:extLst>
          </p:cNvPr>
          <p:cNvSpPr>
            <a:spLocks noGrp="1"/>
          </p:cNvSpPr>
          <p:nvPr>
            <p:ph type="title"/>
          </p:nvPr>
        </p:nvSpPr>
        <p:spPr>
          <a:xfrm>
            <a:off x="584200" y="2305840"/>
            <a:ext cx="3468956" cy="3963193"/>
          </a:xfrm>
        </p:spPr>
        <p:txBody>
          <a:bodyPr/>
          <a:lstStyle>
            <a:lvl1pPr>
              <a:defRPr sz="3600">
                <a:solidFill>
                  <a:schemeClr val="tx1"/>
                </a:solidFill>
              </a:defRPr>
            </a:lvl1pPr>
          </a:lstStyle>
          <a:p>
            <a:r>
              <a:rPr lang="en-US"/>
              <a:t>Click to edit Master title style</a:t>
            </a:r>
          </a:p>
        </p:txBody>
      </p:sp>
      <p:sp>
        <p:nvSpPr>
          <p:cNvPr id="7" name="Text Placeholder 6">
            <a:extLst>
              <a:ext uri="{FF2B5EF4-FFF2-40B4-BE49-F238E27FC236}">
                <a16:creationId xmlns:a16="http://schemas.microsoft.com/office/drawing/2014/main" id="{A08DBB0A-21C9-483B-83DA-E59B5C357879}"/>
              </a:ext>
            </a:extLst>
          </p:cNvPr>
          <p:cNvSpPr>
            <a:spLocks noGrp="1"/>
          </p:cNvSpPr>
          <p:nvPr>
            <p:ph type="body" sz="quarter" idx="10"/>
          </p:nvPr>
        </p:nvSpPr>
        <p:spPr>
          <a:xfrm>
            <a:off x="4646104" y="2447038"/>
            <a:ext cx="6961188" cy="3821999"/>
          </a:xfrm>
        </p:spPr>
        <p:txBody>
          <a:bodyPr/>
          <a:lstStyle>
            <a:lvl1pPr marL="0" indent="0">
              <a:spcAft>
                <a:spcPts val="1200"/>
              </a:spcAft>
              <a:buNone/>
              <a:defRPr sz="2400"/>
            </a:lvl1pPr>
            <a:lvl2pPr marL="228600" indent="0">
              <a:buNone/>
              <a:defRPr/>
            </a:lvl2pPr>
          </a:lstStyle>
          <a:p>
            <a:pPr lvl="0"/>
            <a:r>
              <a:rPr lang="en-US"/>
              <a:t>Click to edit Master text styles</a:t>
            </a:r>
          </a:p>
        </p:txBody>
      </p:sp>
      <p:cxnSp>
        <p:nvCxnSpPr>
          <p:cNvPr id="4" name="Straight Connector 3">
            <a:extLst>
              <a:ext uri="{FF2B5EF4-FFF2-40B4-BE49-F238E27FC236}">
                <a16:creationId xmlns:a16="http://schemas.microsoft.com/office/drawing/2014/main" id="{B9FD800B-7DF4-487A-ADA4-F44FB0D5A337}"/>
              </a:ext>
              <a:ext uri="{C183D7F6-B498-43B3-948B-1728B52AA6E4}">
                <adec:decorative xmlns:adec="http://schemas.microsoft.com/office/drawing/2017/decorative" val="1"/>
              </a:ext>
            </a:extLst>
          </p:cNvPr>
          <p:cNvCxnSpPr/>
          <p:nvPr userDrawn="1"/>
        </p:nvCxnSpPr>
        <p:spPr>
          <a:xfrm>
            <a:off x="588263" y="2017713"/>
            <a:ext cx="3477325" cy="0"/>
          </a:xfrm>
          <a:prstGeom prst="line">
            <a:avLst/>
          </a:prstGeom>
          <a:ln w="28575">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317D0DD9-81B9-4F58-9346-51EE2B8F81A3}"/>
              </a:ext>
              <a:ext uri="{C183D7F6-B498-43B3-948B-1728B52AA6E4}">
                <adec:decorative xmlns:adec="http://schemas.microsoft.com/office/drawing/2017/decorative" val="1"/>
              </a:ext>
            </a:extLst>
          </p:cNvPr>
          <p:cNvCxnSpPr>
            <a:cxnSpLocks/>
          </p:cNvCxnSpPr>
          <p:nvPr userDrawn="1"/>
        </p:nvCxnSpPr>
        <p:spPr>
          <a:xfrm>
            <a:off x="4648200" y="2017713"/>
            <a:ext cx="6961188" cy="0"/>
          </a:xfrm>
          <a:prstGeom prst="line">
            <a:avLst/>
          </a:prstGeom>
          <a:ln w="12700">
            <a:solidFill>
              <a:schemeClr val="tx1">
                <a:lumMod val="85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77644466"/>
      </p:ext>
    </p:extLst>
  </p:cSld>
  <p:clrMapOvr>
    <a:masterClrMapping/>
  </p:clrMapOvr>
  <p:transition>
    <p:fade/>
  </p:transition>
  <p:extLst>
    <p:ext uri="{DCECCB84-F9BA-43D5-87BE-67443E8EF086}">
      <p15:sldGuideLst xmlns:p15="http://schemas.microsoft.com/office/powerpoint/2012/main">
        <p15:guide id="12" pos="2561">
          <p15:clr>
            <a:srgbClr val="5ACBF0"/>
          </p15:clr>
        </p15:guide>
        <p15:guide id="13" pos="2744">
          <p15:clr>
            <a:srgbClr val="5ACBF0"/>
          </p15:clr>
        </p15:guide>
        <p15:guide id="28" orient="horz" pos="905">
          <p15:clr>
            <a:srgbClr val="5ACBF0"/>
          </p15:clr>
        </p15:guide>
        <p15:guide id="29" orient="horz" pos="1271">
          <p15:clr>
            <a:srgbClr val="5ACBF0"/>
          </p15:clr>
        </p15:guide>
        <p15:guide id="32" orient="horz" pos="1728">
          <p15:clr>
            <a:srgbClr val="FBAE40"/>
          </p15:clr>
        </p15:guide>
        <p15:guide id="33" pos="2928">
          <p15:clr>
            <a:srgbClr val="5ACBF0"/>
          </p15:clr>
        </p15:guide>
      </p15:sldGuideLst>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Title and text side by s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AEDEC010-DDB9-42D4-B78F-4D54E3BEA4FF}"/>
              </a:ext>
              <a:ext uri="{C183D7F6-B498-43B3-948B-1728B52AA6E4}">
                <adec:decorative xmlns:adec="http://schemas.microsoft.com/office/drawing/2017/decorative" val="1"/>
              </a:ext>
            </a:extLst>
          </p:cNvPr>
          <p:cNvSpPr/>
          <p:nvPr userDrawn="1"/>
        </p:nvSpPr>
        <p:spPr bwMode="blackWhite">
          <a:xfrm>
            <a:off x="0" y="0"/>
            <a:ext cx="4356100"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gradFill>
                <a:gsLst>
                  <a:gs pos="0">
                    <a:srgbClr val="FFFFFF"/>
                  </a:gs>
                  <a:gs pos="100000">
                    <a:srgbClr val="FFFFFF"/>
                  </a:gs>
                </a:gsLst>
                <a:lin ang="5400000" scaled="0"/>
              </a:gradFill>
              <a:ea typeface="Segoe UI" pitchFamily="34" charset="0"/>
              <a:cs typeface="Segoe UI" pitchFamily="34" charset="0"/>
            </a:endParaRPr>
          </a:p>
        </p:txBody>
      </p:sp>
      <p:sp>
        <p:nvSpPr>
          <p:cNvPr id="5" name="Title 4">
            <a:extLst>
              <a:ext uri="{FF2B5EF4-FFF2-40B4-BE49-F238E27FC236}">
                <a16:creationId xmlns:a16="http://schemas.microsoft.com/office/drawing/2014/main" id="{CCF6E003-50E5-45D8-A623-8E629A545CBD}"/>
              </a:ext>
            </a:extLst>
          </p:cNvPr>
          <p:cNvSpPr>
            <a:spLocks noGrp="1"/>
          </p:cNvSpPr>
          <p:nvPr>
            <p:ph type="title" hasCustomPrompt="1"/>
          </p:nvPr>
        </p:nvSpPr>
        <p:spPr>
          <a:xfrm>
            <a:off x="588263" y="585788"/>
            <a:ext cx="3183637" cy="5683250"/>
          </a:xfrm>
        </p:spPr>
        <p:txBody>
          <a:bodyPr anchor="ctr"/>
          <a:lstStyle>
            <a:lvl1pPr>
              <a:defRPr>
                <a:solidFill>
                  <a:schemeClr val="tx1"/>
                </a:solidFill>
              </a:defRPr>
            </a:lvl1pPr>
          </a:lstStyle>
          <a:p>
            <a:r>
              <a:rPr lang="en-US"/>
              <a:t>Title</a:t>
            </a:r>
          </a:p>
        </p:txBody>
      </p:sp>
      <p:sp>
        <p:nvSpPr>
          <p:cNvPr id="4" name="Text Placeholder 6">
            <a:extLst>
              <a:ext uri="{FF2B5EF4-FFF2-40B4-BE49-F238E27FC236}">
                <a16:creationId xmlns:a16="http://schemas.microsoft.com/office/drawing/2014/main" id="{55F69672-DC8B-4F90-8167-6367A65F8F78}"/>
              </a:ext>
            </a:extLst>
          </p:cNvPr>
          <p:cNvSpPr>
            <a:spLocks noGrp="1"/>
          </p:cNvSpPr>
          <p:nvPr>
            <p:ph type="body" sz="quarter" idx="10"/>
          </p:nvPr>
        </p:nvSpPr>
        <p:spPr>
          <a:xfrm>
            <a:off x="4938315" y="585788"/>
            <a:ext cx="6669658" cy="5683250"/>
          </a:xfrm>
        </p:spPr>
        <p:txBody>
          <a:bodyPr anchor="ctr" anchorCtr="0"/>
          <a:lstStyle>
            <a:lvl1pPr marL="0" indent="0">
              <a:spcAft>
                <a:spcPts val="1200"/>
              </a:spcAft>
              <a:buNone/>
              <a:defRPr sz="2800"/>
            </a:lvl1pPr>
            <a:lvl2pPr marL="228600" indent="0">
              <a:buNone/>
              <a:defRPr/>
            </a:lvl2pPr>
          </a:lstStyle>
          <a:p>
            <a:pPr lvl="0"/>
            <a:r>
              <a:rPr lang="en-US"/>
              <a:t>Edit Master text styles</a:t>
            </a:r>
          </a:p>
        </p:txBody>
      </p:sp>
    </p:spTree>
    <p:extLst>
      <p:ext uri="{BB962C8B-B14F-4D97-AF65-F5344CB8AC3E}">
        <p14:creationId xmlns:p14="http://schemas.microsoft.com/office/powerpoint/2010/main" val="411966754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14" pos="3110">
          <p15:clr>
            <a:srgbClr val="5ACBF0"/>
          </p15:clr>
        </p15:guide>
        <p15:guide id="29" orient="horz" pos="2160">
          <p15:clr>
            <a:srgbClr val="FDE53C"/>
          </p15:clr>
        </p15:guide>
        <p15:guide id="30" pos="2376">
          <p15:clr>
            <a:srgbClr val="5ACBF0"/>
          </p15:clr>
        </p15:guide>
      </p15:sldGuideLst>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Title and text side by side 3">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AEDEC010-DDB9-42D4-B78F-4D54E3BEA4FF}"/>
              </a:ext>
              <a:ext uri="{C183D7F6-B498-43B3-948B-1728B52AA6E4}">
                <adec:decorative xmlns:adec="http://schemas.microsoft.com/office/drawing/2017/decorative" val="1"/>
              </a:ext>
            </a:extLst>
          </p:cNvPr>
          <p:cNvSpPr/>
          <p:nvPr userDrawn="1"/>
        </p:nvSpPr>
        <p:spPr bwMode="blackWhite">
          <a:xfrm>
            <a:off x="0" y="0"/>
            <a:ext cx="4356100" cy="6858000"/>
          </a:xfrm>
          <a:prstGeom prst="rect">
            <a:avLst/>
          </a:prstGeom>
          <a:solidFill>
            <a:schemeClr val="tx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gradFill>
                <a:gsLst>
                  <a:gs pos="0">
                    <a:srgbClr val="FFFFFF"/>
                  </a:gs>
                  <a:gs pos="100000">
                    <a:srgbClr val="FFFFFF"/>
                  </a:gs>
                </a:gsLst>
                <a:lin ang="5400000" scaled="0"/>
              </a:gradFill>
              <a:ea typeface="Segoe UI" pitchFamily="34" charset="0"/>
              <a:cs typeface="Segoe UI" pitchFamily="34" charset="0"/>
            </a:endParaRPr>
          </a:p>
        </p:txBody>
      </p:sp>
      <p:sp>
        <p:nvSpPr>
          <p:cNvPr id="5" name="Title 4">
            <a:extLst>
              <a:ext uri="{FF2B5EF4-FFF2-40B4-BE49-F238E27FC236}">
                <a16:creationId xmlns:a16="http://schemas.microsoft.com/office/drawing/2014/main" id="{CCF6E003-50E5-45D8-A623-8E629A545CBD}"/>
              </a:ext>
            </a:extLst>
          </p:cNvPr>
          <p:cNvSpPr>
            <a:spLocks noGrp="1"/>
          </p:cNvSpPr>
          <p:nvPr>
            <p:ph type="title" hasCustomPrompt="1"/>
          </p:nvPr>
        </p:nvSpPr>
        <p:spPr>
          <a:xfrm>
            <a:off x="588263" y="585788"/>
            <a:ext cx="3183637" cy="5683250"/>
          </a:xfrm>
        </p:spPr>
        <p:txBody>
          <a:bodyPr anchor="ctr"/>
          <a:lstStyle>
            <a:lvl1pPr>
              <a:defRPr>
                <a:solidFill>
                  <a:schemeClr val="bg1"/>
                </a:solidFill>
              </a:defRPr>
            </a:lvl1pPr>
          </a:lstStyle>
          <a:p>
            <a:r>
              <a:rPr lang="en-US"/>
              <a:t>Title</a:t>
            </a:r>
          </a:p>
        </p:txBody>
      </p:sp>
      <p:sp>
        <p:nvSpPr>
          <p:cNvPr id="4" name="Text Placeholder 6">
            <a:extLst>
              <a:ext uri="{FF2B5EF4-FFF2-40B4-BE49-F238E27FC236}">
                <a16:creationId xmlns:a16="http://schemas.microsoft.com/office/drawing/2014/main" id="{55F69672-DC8B-4F90-8167-6367A65F8F78}"/>
              </a:ext>
            </a:extLst>
          </p:cNvPr>
          <p:cNvSpPr>
            <a:spLocks noGrp="1"/>
          </p:cNvSpPr>
          <p:nvPr>
            <p:ph type="body" sz="quarter" idx="10"/>
          </p:nvPr>
        </p:nvSpPr>
        <p:spPr>
          <a:xfrm>
            <a:off x="4938315" y="585788"/>
            <a:ext cx="6669658" cy="5683250"/>
          </a:xfrm>
        </p:spPr>
        <p:txBody>
          <a:bodyPr anchor="ctr" anchorCtr="0"/>
          <a:lstStyle>
            <a:lvl1pPr marL="0" indent="0">
              <a:spcAft>
                <a:spcPts val="1200"/>
              </a:spcAft>
              <a:buNone/>
              <a:defRPr sz="2800"/>
            </a:lvl1pPr>
            <a:lvl2pPr marL="228600" indent="0">
              <a:buNone/>
              <a:defRPr/>
            </a:lvl2pPr>
          </a:lstStyle>
          <a:p>
            <a:pPr lvl="0"/>
            <a:r>
              <a:rPr lang="en-US"/>
              <a:t>Edit Master text styles</a:t>
            </a:r>
          </a:p>
        </p:txBody>
      </p:sp>
    </p:spTree>
    <p:extLst>
      <p:ext uri="{BB962C8B-B14F-4D97-AF65-F5344CB8AC3E}">
        <p14:creationId xmlns:p14="http://schemas.microsoft.com/office/powerpoint/2010/main" val="3188379328"/>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14" pos="3110">
          <p15:clr>
            <a:srgbClr val="5ACBF0"/>
          </p15:clr>
        </p15:guide>
        <p15:guide id="29" orient="horz" pos="2160">
          <p15:clr>
            <a:srgbClr val="FDE53C"/>
          </p15:clr>
        </p15:guide>
        <p15:guide id="30" pos="2376">
          <p15:clr>
            <a:srgbClr val="5ACBF0"/>
          </p15:clr>
        </p15:guide>
      </p15:sldGuideLst>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Title and text side by side 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p:nvPr>
        </p:nvSpPr>
        <p:spPr>
          <a:xfrm>
            <a:off x="4941888" y="585788"/>
            <a:ext cx="6667500" cy="5683249"/>
          </a:xfrm>
        </p:spPr>
        <p:txBody>
          <a:bodyPr anchor="ctr"/>
          <a:lstStyle>
            <a:lvl1pPr marL="0" indent="0">
              <a:buNone/>
              <a:defRPr/>
            </a:lvl1pPr>
          </a:lstStyle>
          <a:p>
            <a:pPr lvl="0"/>
            <a:r>
              <a:rPr lang="en-US"/>
              <a:t>Click to edit Master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28575">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28740048"/>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FDE53C"/>
          </p15:clr>
        </p15:guide>
        <p15:guide id="30" pos="2376">
          <p15:clr>
            <a:srgbClr val="5ACBF0"/>
          </p15:clr>
        </p15:guide>
        <p15:guide id="31" pos="3113">
          <p15:clr>
            <a:srgbClr val="5ACBF0"/>
          </p15:clr>
        </p15:guide>
      </p15:sldGuideLst>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Demo slid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3033223"/>
            <a:ext cx="4160520" cy="498598"/>
          </a:xfrm>
          <a:noFill/>
        </p:spPr>
        <p:txBody>
          <a:bodyPr wrap="square" lIns="0" tIns="0" rIns="0" bIns="0" anchor="b" anchorCtr="0">
            <a:noAutofit/>
          </a:bodyPr>
          <a:lstStyle>
            <a:lvl1pPr algn="l" defTabSz="932742" rtl="0" eaLnBrk="1" latinLnBrk="0" hangingPunct="1">
              <a:lnSpc>
                <a:spcPct val="9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4160520" cy="338554"/>
          </a:xfrm>
          <a:noFill/>
        </p:spPr>
        <p:txBody>
          <a:bodyPr wrap="square" lIns="0" tIns="0" rIns="0" bIns="0">
            <a:noAutofit/>
          </a:bodyPr>
          <a:lstStyle>
            <a:lvl1pPr marL="0" indent="0">
              <a:spcBef>
                <a:spcPts val="0"/>
              </a:spcBef>
              <a:spcAft>
                <a:spcPts val="0"/>
              </a:spcAft>
              <a:buFont typeface="Arial" panose="020B0604020202020204" pitchFamily="34" charset="0"/>
              <a:buNone/>
              <a:defRPr sz="2200" spc="0" baseline="0">
                <a:gradFill>
                  <a:gsLst>
                    <a:gs pos="0">
                      <a:schemeClr val="tx1"/>
                    </a:gs>
                    <a:gs pos="100000">
                      <a:schemeClr val="tx1"/>
                    </a:gs>
                  </a:gsLst>
                  <a:lin ang="5400000" scaled="0"/>
                </a:gradFill>
                <a:latin typeface="+mn-lt"/>
              </a:defRPr>
            </a:lvl1pPr>
          </a:lstStyle>
          <a:p>
            <a:pPr lvl="0"/>
            <a:r>
              <a:rPr lang="en-US"/>
              <a:t>Speaker name</a:t>
            </a:r>
          </a:p>
        </p:txBody>
      </p:sp>
      <p:pic>
        <p:nvPicPr>
          <p:cNvPr id="7" name="Picture 6" descr="A picture containing object, honeycomb&#10;&#10;Description automatically generated">
            <a:extLst>
              <a:ext uri="{FF2B5EF4-FFF2-40B4-BE49-F238E27FC236}">
                <a16:creationId xmlns:a16="http://schemas.microsoft.com/office/drawing/2014/main" id="{C6BA8E9F-1842-4F02-A42F-68E0B0B274CD}"/>
              </a:ext>
            </a:extLst>
          </p:cNvPr>
          <p:cNvPicPr>
            <a:picLocks noChangeAspect="1"/>
          </p:cNvPicPr>
          <p:nvPr userDrawn="1"/>
        </p:nvPicPr>
        <p:blipFill rotWithShape="1">
          <a:blip r:embed="rId2"/>
          <a:srcRect l="-218"/>
          <a:stretch/>
        </p:blipFill>
        <p:spPr>
          <a:xfrm>
            <a:off x="4319701" y="399141"/>
            <a:ext cx="7872299" cy="6458859"/>
          </a:xfrm>
          <a:prstGeom prst="rect">
            <a:avLst/>
          </a:prstGeom>
        </p:spPr>
      </p:pic>
    </p:spTree>
    <p:extLst>
      <p:ext uri="{BB962C8B-B14F-4D97-AF65-F5344CB8AC3E}">
        <p14:creationId xmlns:p14="http://schemas.microsoft.com/office/powerpoint/2010/main" val="15677284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3" orient="horz" pos="1910">
          <p15:clr>
            <a:srgbClr val="5ACBF0"/>
          </p15:clr>
        </p15:guide>
        <p15:guide id="4" orient="horz" pos="2505">
          <p15:clr>
            <a:srgbClr val="5ACBF0"/>
          </p15:clr>
        </p15:guide>
        <p15:guide id="5" pos="3840">
          <p15:clr>
            <a:srgbClr val="5ACBF0"/>
          </p15:clr>
        </p15:guide>
      </p15:sldGuideLst>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Section Titl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3035808"/>
            <a:ext cx="4160520" cy="498598"/>
          </a:xfrm>
          <a:noFill/>
        </p:spPr>
        <p:txBody>
          <a:bodyPr wrap="square" lIns="0" tIns="0" rIns="0" bIns="0" anchor="b" anchorCtr="0">
            <a:noAutofit/>
          </a:bodyPr>
          <a:lstStyle>
            <a:lvl1pPr algn="l" defTabSz="932742" rtl="0" eaLnBrk="1" latinLnBrk="0" hangingPunct="1">
              <a:lnSpc>
                <a:spcPct val="9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Section title</a:t>
            </a:r>
          </a:p>
        </p:txBody>
      </p:sp>
      <p:pic>
        <p:nvPicPr>
          <p:cNvPr id="4" name="Picture 3" descr="A picture containing table, drawing, clock, brick&#10;&#10;Description automatically generated">
            <a:extLst>
              <a:ext uri="{FF2B5EF4-FFF2-40B4-BE49-F238E27FC236}">
                <a16:creationId xmlns:a16="http://schemas.microsoft.com/office/drawing/2014/main" id="{8C957E08-EF54-441D-851C-E495F1A4BA56}"/>
              </a:ext>
            </a:extLst>
          </p:cNvPr>
          <p:cNvPicPr>
            <a:picLocks noChangeAspect="1"/>
          </p:cNvPicPr>
          <p:nvPr userDrawn="1"/>
        </p:nvPicPr>
        <p:blipFill>
          <a:blip r:embed="rId2"/>
          <a:stretch>
            <a:fillRect/>
          </a:stretch>
        </p:blipFill>
        <p:spPr>
          <a:xfrm>
            <a:off x="7013113" y="0"/>
            <a:ext cx="4232746" cy="6858000"/>
          </a:xfrm>
          <a:prstGeom prst="rect">
            <a:avLst/>
          </a:prstGeom>
        </p:spPr>
      </p:pic>
    </p:spTree>
    <p:extLst>
      <p:ext uri="{BB962C8B-B14F-4D97-AF65-F5344CB8AC3E}">
        <p14:creationId xmlns:p14="http://schemas.microsoft.com/office/powerpoint/2010/main" val="40581044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5ACBF0"/>
          </p15:clr>
        </p15:guide>
        <p15:guide id="3" orient="horz" pos="1911">
          <p15:clr>
            <a:srgbClr val="5ACBF0"/>
          </p15:clr>
        </p15:guide>
      </p15:sldGuideLst>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359414711"/>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Blank 2">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0776893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Developer Code Layou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D0DF2A6-26A8-4810-95DF-F65F123C6660}"/>
              </a:ext>
            </a:extLst>
          </p:cNvPr>
          <p:cNvSpPr>
            <a:spLocks noGrp="1"/>
          </p:cNvSpPr>
          <p:nvPr>
            <p:ph type="title" hasCustomPrompt="1"/>
          </p:nvPr>
        </p:nvSpPr>
        <p:spPr/>
        <p:txBody>
          <a:bodyPr/>
          <a:lstStyle>
            <a:lvl1pPr>
              <a:defRPr/>
            </a:lvl1pPr>
          </a:lstStyle>
          <a:p>
            <a:r>
              <a:rPr lang="en-US"/>
              <a:t>Software code slide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p:nvPr>
        </p:nvSpPr>
        <p:spPr>
          <a:xfrm>
            <a:off x="588263" y="1436688"/>
            <a:ext cx="11018520" cy="1908215"/>
          </a:xfrm>
        </p:spPr>
        <p:txBody>
          <a:bodyPr/>
          <a:lstStyle>
            <a:lvl1pPr marL="0" indent="0">
              <a:buNone/>
              <a:defRPr sz="2800">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1pPr>
            <a:lvl2pPr marL="346553" indent="0">
              <a:buNone/>
              <a:defRPr sz="2400">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607" indent="0">
              <a:buNone/>
              <a:defRPr sz="2000">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563" indent="0">
              <a:buNone/>
              <a:defRPr sz="1800">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997" indent="0">
              <a:buNone/>
              <a:defRPr sz="1800">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04546496"/>
      </p:ext>
    </p:extLst>
  </p:cSld>
  <p:clrMapOvr>
    <a:masterClrMapping/>
  </p:clrMapOvr>
  <p:transition>
    <p:fade/>
  </p:transition>
  <p:extLst>
    <p:ext uri="{DCECCB84-F9BA-43D5-87BE-67443E8EF086}">
      <p15:sldGuideLst xmlns:p15="http://schemas.microsoft.com/office/powerpoint/2012/main">
        <p15:guide id="1" orient="horz" pos="1272">
          <p15:clr>
            <a:srgbClr val="5ACBF0"/>
          </p15:clr>
        </p15:guide>
        <p15:guide id="2" orient="horz" pos="905">
          <p15:clr>
            <a:srgbClr val="5ACBF0"/>
          </p15:clr>
        </p15:guide>
        <p15:guide id="3" orient="horz" pos="288">
          <p15:clr>
            <a:srgbClr val="5ACBF0"/>
          </p15:clr>
        </p15:guide>
      </p15:sldGuideLst>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Closing logo slide">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gradFill>
                  <a:gsLst>
                    <a:gs pos="0">
                      <a:schemeClr val="tx1"/>
                    </a:gs>
                    <a:gs pos="100000">
                      <a:schemeClr val="tx1"/>
                    </a:gs>
                  </a:gsLst>
                  <a:lin ang="5400000" scaled="0"/>
                </a:gradFill>
                <a:cs typeface="Segoe UI" pitchFamily="34" charset="0"/>
              </a:rPr>
              <a:t>© Copyright Microsoft Corporation. All rights reserved. </a:t>
            </a:r>
          </a:p>
        </p:txBody>
      </p:sp>
      <p:pic>
        <p:nvPicPr>
          <p:cNvPr id="5" name="MS logo white - EMF" descr="Microsoft logo white text version">
            <a:extLst>
              <a:ext uri="{FF2B5EF4-FFF2-40B4-BE49-F238E27FC236}">
                <a16:creationId xmlns:a16="http://schemas.microsoft.com/office/drawing/2014/main" id="{265F69A1-0401-4DF8-B507-FBC3C227055D}"/>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bwMode="black">
          <a:xfrm>
            <a:off x="584200" y="585788"/>
            <a:ext cx="1366245" cy="292608"/>
          </a:xfrm>
          <a:prstGeom prst="rect">
            <a:avLst/>
          </a:prstGeom>
        </p:spPr>
      </p:pic>
    </p:spTree>
    <p:extLst>
      <p:ext uri="{BB962C8B-B14F-4D97-AF65-F5344CB8AC3E}">
        <p14:creationId xmlns:p14="http://schemas.microsoft.com/office/powerpoint/2010/main" val="2893919830"/>
      </p:ext>
    </p:extLst>
  </p:cSld>
  <p:clrMapOvr>
    <a:masterClrMapping/>
  </p:clrMapOvr>
  <p:transition>
    <p:fade/>
  </p:transition>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black">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gradFill>
                  <a:gsLst>
                    <a:gs pos="1250">
                      <a:schemeClr val="tx1"/>
                    </a:gs>
                    <a:gs pos="100000">
                      <a:schemeClr val="tx1"/>
                    </a:gs>
                  </a:gsLst>
                  <a:lin ang="5400000" scaled="0"/>
                </a:gra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2215991"/>
          </a:xfrm>
        </p:spPr>
        <p:txBody>
          <a:bodyPr>
            <a:spAutoFit/>
          </a:bodyPr>
          <a:lstStyle>
            <a:lvl1pPr>
              <a:defRPr sz="3600">
                <a:latin typeface="+mn-lt"/>
              </a:defRPr>
            </a:lvl1pPr>
            <a:lvl2pPr>
              <a:defRPr sz="2800">
                <a:latin typeface="+mn-lt"/>
              </a:defRPr>
            </a:lvl2pPr>
            <a:lvl3pPr>
              <a:defRPr sz="2400">
                <a:latin typeface="+mn-lt"/>
              </a:defRPr>
            </a:lvl3pPr>
            <a:lvl4pPr>
              <a:defRPr sz="2000">
                <a:latin typeface="+mn-lt"/>
              </a:defRPr>
            </a:lvl4pPr>
            <a:lvl5pPr>
              <a:defRPr sz="18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gradFill>
                  <a:gsLst>
                    <a:gs pos="0">
                      <a:srgbClr val="000000"/>
                    </a:gs>
                    <a:gs pos="100000">
                      <a:srgbClr val="000000"/>
                    </a:gs>
                  </a:gsLst>
                  <a:lin ang="5400000" scaled="0"/>
                </a:gra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215455547"/>
      </p:ext>
    </p:extLst>
  </p:cSld>
  <p:clrMapOvr>
    <a:masterClrMapping/>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7.xml"/></Relationships>
</file>

<file path=ppt/slideMasters/_rels/slideMaster3.xml.rels><?xml version="1.0" encoding="UTF-8" standalone="yes"?>
<Relationships xmlns="http://schemas.openxmlformats.org/package/2006/relationships"><Relationship Id="rId13" Type="http://schemas.openxmlformats.org/officeDocument/2006/relationships/slideLayout" Target="../slideLayouts/slideLayout30.xml"/><Relationship Id="rId18" Type="http://schemas.openxmlformats.org/officeDocument/2006/relationships/slideLayout" Target="../slideLayouts/slideLayout35.xml"/><Relationship Id="rId26" Type="http://schemas.openxmlformats.org/officeDocument/2006/relationships/slideLayout" Target="../slideLayouts/slideLayout43.xml"/><Relationship Id="rId3" Type="http://schemas.openxmlformats.org/officeDocument/2006/relationships/slideLayout" Target="../slideLayouts/slideLayout20.xml"/><Relationship Id="rId21" Type="http://schemas.openxmlformats.org/officeDocument/2006/relationships/slideLayout" Target="../slideLayouts/slideLayout38.xml"/><Relationship Id="rId7" Type="http://schemas.openxmlformats.org/officeDocument/2006/relationships/slideLayout" Target="../slideLayouts/slideLayout24.xml"/><Relationship Id="rId12" Type="http://schemas.openxmlformats.org/officeDocument/2006/relationships/slideLayout" Target="../slideLayouts/slideLayout29.xml"/><Relationship Id="rId17" Type="http://schemas.openxmlformats.org/officeDocument/2006/relationships/slideLayout" Target="../slideLayouts/slideLayout34.xml"/><Relationship Id="rId25" Type="http://schemas.openxmlformats.org/officeDocument/2006/relationships/slideLayout" Target="../slideLayouts/slideLayout42.xml"/><Relationship Id="rId33" Type="http://schemas.openxmlformats.org/officeDocument/2006/relationships/image" Target="../media/image1.emf"/><Relationship Id="rId2" Type="http://schemas.openxmlformats.org/officeDocument/2006/relationships/slideLayout" Target="../slideLayouts/slideLayout19.xml"/><Relationship Id="rId16" Type="http://schemas.openxmlformats.org/officeDocument/2006/relationships/slideLayout" Target="../slideLayouts/slideLayout33.xml"/><Relationship Id="rId20" Type="http://schemas.openxmlformats.org/officeDocument/2006/relationships/slideLayout" Target="../slideLayouts/slideLayout37.xml"/><Relationship Id="rId29" Type="http://schemas.openxmlformats.org/officeDocument/2006/relationships/slideLayout" Target="../slideLayouts/slideLayout46.xml"/><Relationship Id="rId1" Type="http://schemas.openxmlformats.org/officeDocument/2006/relationships/slideLayout" Target="../slideLayouts/slideLayout18.xml"/><Relationship Id="rId6" Type="http://schemas.openxmlformats.org/officeDocument/2006/relationships/slideLayout" Target="../slideLayouts/slideLayout23.xml"/><Relationship Id="rId11" Type="http://schemas.openxmlformats.org/officeDocument/2006/relationships/slideLayout" Target="../slideLayouts/slideLayout28.xml"/><Relationship Id="rId24" Type="http://schemas.openxmlformats.org/officeDocument/2006/relationships/slideLayout" Target="../slideLayouts/slideLayout41.xml"/><Relationship Id="rId32" Type="http://schemas.openxmlformats.org/officeDocument/2006/relationships/theme" Target="../theme/theme3.xml"/><Relationship Id="rId5" Type="http://schemas.openxmlformats.org/officeDocument/2006/relationships/slideLayout" Target="../slideLayouts/slideLayout22.xml"/><Relationship Id="rId15" Type="http://schemas.openxmlformats.org/officeDocument/2006/relationships/slideLayout" Target="../slideLayouts/slideLayout32.xml"/><Relationship Id="rId23" Type="http://schemas.openxmlformats.org/officeDocument/2006/relationships/slideLayout" Target="../slideLayouts/slideLayout40.xml"/><Relationship Id="rId28" Type="http://schemas.openxmlformats.org/officeDocument/2006/relationships/slideLayout" Target="../slideLayouts/slideLayout45.xml"/><Relationship Id="rId10" Type="http://schemas.openxmlformats.org/officeDocument/2006/relationships/slideLayout" Target="../slideLayouts/slideLayout27.xml"/><Relationship Id="rId19" Type="http://schemas.openxmlformats.org/officeDocument/2006/relationships/slideLayout" Target="../slideLayouts/slideLayout36.xml"/><Relationship Id="rId31" Type="http://schemas.openxmlformats.org/officeDocument/2006/relationships/slideLayout" Target="../slideLayouts/slideLayout48.xml"/><Relationship Id="rId4" Type="http://schemas.openxmlformats.org/officeDocument/2006/relationships/slideLayout" Target="../slideLayouts/slideLayout21.xml"/><Relationship Id="rId9" Type="http://schemas.openxmlformats.org/officeDocument/2006/relationships/slideLayout" Target="../slideLayouts/slideLayout26.xml"/><Relationship Id="rId14" Type="http://schemas.openxmlformats.org/officeDocument/2006/relationships/slideLayout" Target="../slideLayouts/slideLayout31.xml"/><Relationship Id="rId22" Type="http://schemas.openxmlformats.org/officeDocument/2006/relationships/slideLayout" Target="../slideLayouts/slideLayout39.xml"/><Relationship Id="rId27" Type="http://schemas.openxmlformats.org/officeDocument/2006/relationships/slideLayout" Target="../slideLayouts/slideLayout44.xml"/><Relationship Id="rId30" Type="http://schemas.openxmlformats.org/officeDocument/2006/relationships/slideLayout" Target="../slideLayouts/slideLayout47.xml"/><Relationship Id="rId8" Type="http://schemas.openxmlformats.org/officeDocument/2006/relationships/slideLayout" Target="../slideLayouts/slideLayout2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CEF0A69-3796-43FC-A40D-0980E25FE9E8}"/>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GB"/>
          </a:p>
        </p:txBody>
      </p:sp>
      <p:sp>
        <p:nvSpPr>
          <p:cNvPr id="3" name="Text Placeholder 2">
            <a:extLst>
              <a:ext uri="{FF2B5EF4-FFF2-40B4-BE49-F238E27FC236}">
                <a16:creationId xmlns:a16="http://schemas.microsoft.com/office/drawing/2014/main" id="{627AAE75-4DAC-4502-A6B1-698DADADAFEE}"/>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CE4CBD7B-BF1A-4EBA-9788-E4F4025AF7F0}"/>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7F496923-5984-4C9D-A5FC-749389EAD3E8}" type="datetimeFigureOut">
              <a:rPr lang="en-GB" smtClean="0"/>
              <a:t>13/09/2026</a:t>
            </a:fld>
            <a:endParaRPr lang="en-GB"/>
          </a:p>
        </p:txBody>
      </p:sp>
      <p:sp>
        <p:nvSpPr>
          <p:cNvPr id="5" name="Footer Placeholder 4">
            <a:extLst>
              <a:ext uri="{FF2B5EF4-FFF2-40B4-BE49-F238E27FC236}">
                <a16:creationId xmlns:a16="http://schemas.microsoft.com/office/drawing/2014/main" id="{572D51E7-EE40-4206-A50B-1B5ABD7D92AA}"/>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GB"/>
          </a:p>
        </p:txBody>
      </p:sp>
      <p:sp>
        <p:nvSpPr>
          <p:cNvPr id="6" name="Slide Number Placeholder 5">
            <a:extLst>
              <a:ext uri="{FF2B5EF4-FFF2-40B4-BE49-F238E27FC236}">
                <a16:creationId xmlns:a16="http://schemas.microsoft.com/office/drawing/2014/main" id="{51EB6D11-5B55-4E76-B2BA-AFED04EED6E0}"/>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9EA04B82-1B25-4ACF-A611-DD88689FA3B1}" type="slidenum">
              <a:rPr lang="en-GB" smtClean="0"/>
              <a:t>‹#›</a:t>
            </a:fld>
            <a:endParaRPr lang="en-GB"/>
          </a:p>
        </p:txBody>
      </p:sp>
    </p:spTree>
    <p:extLst>
      <p:ext uri="{BB962C8B-B14F-4D97-AF65-F5344CB8AC3E}">
        <p14:creationId xmlns:p14="http://schemas.microsoft.com/office/powerpoint/2010/main" val="499495997"/>
      </p:ext>
    </p:extLst>
  </p:cSld>
  <p:clrMap bg1="lt1" tx1="dk1" bg2="lt2" tx2="dk2" accent1="accent1" accent2="accent2" accent3="accent3" accent4="accent4" accent5="accent5" accent6="accent6" hlink="hlink" folHlink="folHlink"/>
  <p:sldLayoutIdLst>
    <p:sldLayoutId id="2147484382" r:id="rId1"/>
    <p:sldLayoutId id="2147484383" r:id="rId2"/>
    <p:sldLayoutId id="2147484384" r:id="rId3"/>
    <p:sldLayoutId id="2147484385" r:id="rId4"/>
    <p:sldLayoutId id="2147484386" r:id="rId5"/>
    <p:sldLayoutId id="2147484387" r:id="rId6"/>
    <p:sldLayoutId id="2147484388" r:id="rId7"/>
    <p:sldLayoutId id="2147484389" r:id="rId8"/>
    <p:sldLayoutId id="2147484390" r:id="rId9"/>
    <p:sldLayoutId id="2147484391" r:id="rId10"/>
    <p:sldLayoutId id="2147484392" r:id="rId11"/>
    <p:sldLayoutId id="2147484432" r:id="rId12"/>
    <p:sldLayoutId id="2147484431" r:id="rId13"/>
    <p:sldLayoutId id="2147484498" r:id="rId14"/>
    <p:sldLayoutId id="2147484499" r:id="rId15"/>
    <p:sldLayoutId id="2147484500" r:id="rId16"/>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74816" y="510989"/>
            <a:ext cx="11018520" cy="390854"/>
          </a:xfrm>
          <a:prstGeom prst="rect">
            <a:avLst/>
          </a:prstGeom>
        </p:spPr>
        <p:txBody>
          <a:bodyPr vert="horz" wrap="square" lIns="0" tIns="0" rIns="0" bIns="0" rtlCol="0" anchor="ctr" anchorCtr="0">
            <a:noAutofit/>
          </a:bodyPr>
          <a:lstStyle/>
          <a:p>
            <a:pPr marL="0" marR="0" lvl="0" indent="0" algn="l" defTabSz="746965" rtl="0" eaLnBrk="1" fontAlgn="auto" latinLnBrk="0" hangingPunct="1">
              <a:lnSpc>
                <a:spcPct val="80000"/>
              </a:lnSpc>
              <a:spcBef>
                <a:spcPts val="0"/>
              </a:spcBef>
              <a:spcAft>
                <a:spcPts val="0"/>
              </a:spcAft>
              <a:buClrTx/>
              <a:buSzTx/>
              <a:buFontTx/>
              <a:buNone/>
              <a:tabLst/>
              <a:defRPr/>
            </a:pPr>
            <a:r>
              <a:rPr lang="en-US"/>
              <a:t>Click to edit Master title style</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1"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231548827"/>
      </p:ext>
    </p:extLst>
  </p:cSld>
  <p:clrMap bg1="lt1" tx1="dk1" bg2="lt2" tx2="dk2" accent1="accent1" accent2="accent2" accent3="accent3" accent4="accent4" accent5="accent5" accent6="accent6" hlink="hlink" folHlink="folHlink"/>
  <p:sldLayoutIdLst>
    <p:sldLayoutId id="2147484465" r:id="rId1"/>
  </p:sldLayoutIdLst>
  <p:transition>
    <p:fade/>
  </p:transition>
  <p:hf hdr="0" ftr="0" dt="0"/>
  <p:txStyles>
    <p:titleStyle>
      <a:lvl1pPr algn="l" defTabSz="932563" rtl="0" eaLnBrk="1" latinLnBrk="0" hangingPunct="1">
        <a:lnSpc>
          <a:spcPct val="100000"/>
        </a:lnSpc>
        <a:spcBef>
          <a:spcPct val="0"/>
        </a:spcBef>
        <a:buNone/>
        <a:defRPr kumimoji="0" lang="en-US" sz="3137" b="1" i="0" u="none" strike="noStrike" kern="1200" cap="none" spc="0" normalizeH="0" baseline="0" dirty="0">
          <a:ln>
            <a:noFill/>
          </a:ln>
          <a:gradFill>
            <a:gsLst>
              <a:gs pos="83000">
                <a:schemeClr val="tx1"/>
              </a:gs>
              <a:gs pos="100000">
                <a:schemeClr val="tx1"/>
              </a:gs>
            </a:gsLst>
            <a:lin ang="5400000" scaled="1"/>
          </a:gradFill>
          <a:effectLst/>
          <a:uLnTx/>
          <a:uFillTx/>
          <a:latin typeface="Segoe Pro Display" panose="020B0502040504020203" pitchFamily="34" charset="0"/>
          <a:ea typeface="Roboto Condensed" panose="02000000000000000000" pitchFamily="2" charset="0"/>
          <a:cs typeface="Roboto Condensed" panose="02000000000000000000" pitchFamily="2" charset="0"/>
        </a:defRPr>
      </a:lvl1pPr>
    </p:titleStyle>
    <p:bodyStyle>
      <a:lvl1pPr marL="228556" marR="0" indent="-228556" algn="l" defTabSz="932563"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83000">
                <a:schemeClr val="tx1"/>
              </a:gs>
              <a:gs pos="100000">
                <a:schemeClr val="tx1"/>
              </a:gs>
            </a:gsLst>
            <a:lin ang="5400000" scaled="1"/>
          </a:gradFill>
          <a:latin typeface="Segoe Pro" panose="020B0502040504020203" pitchFamily="34" charset="0"/>
          <a:ea typeface="+mn-ea"/>
          <a:cs typeface="Segoe UI Semilight" panose="020B0402040204020203" pitchFamily="34" charset="0"/>
        </a:defRPr>
      </a:lvl1pPr>
      <a:lvl2pPr marL="457112" marR="0" indent="-228556" algn="l" defTabSz="932563"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83000">
                <a:schemeClr val="tx1"/>
              </a:gs>
              <a:gs pos="100000">
                <a:schemeClr val="tx1"/>
              </a:gs>
            </a:gsLst>
            <a:lin ang="5400000" scaled="1"/>
          </a:gradFill>
          <a:latin typeface="Segoe Pro" panose="020B0502040504020203" pitchFamily="34" charset="0"/>
          <a:ea typeface="+mn-ea"/>
          <a:cs typeface="+mn-cs"/>
        </a:defRPr>
      </a:lvl2pPr>
      <a:lvl3pPr marL="657099" marR="0" indent="-199986" algn="l" defTabSz="932563"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83000">
                <a:schemeClr val="tx1"/>
              </a:gs>
              <a:gs pos="100000">
                <a:schemeClr val="tx1"/>
              </a:gs>
            </a:gsLst>
            <a:lin ang="5400000" scaled="1"/>
          </a:gradFill>
          <a:latin typeface="Segoe Pro" panose="020B0502040504020203" pitchFamily="34" charset="0"/>
          <a:ea typeface="+mn-ea"/>
          <a:cs typeface="+mn-cs"/>
        </a:defRPr>
      </a:lvl3pPr>
      <a:lvl4pPr marL="842801" marR="0" indent="-180940" algn="l" defTabSz="932563"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200" kern="1200" spc="0" baseline="0">
          <a:gradFill>
            <a:gsLst>
              <a:gs pos="83000">
                <a:schemeClr val="tx1"/>
              </a:gs>
              <a:gs pos="100000">
                <a:schemeClr val="tx1"/>
              </a:gs>
            </a:gsLst>
            <a:lin ang="5400000" scaled="1"/>
          </a:gradFill>
          <a:latin typeface="Segoe Pro" panose="020B0502040504020203" pitchFamily="34" charset="0"/>
          <a:ea typeface="+mn-ea"/>
          <a:cs typeface="+mn-cs"/>
        </a:defRPr>
      </a:lvl4pPr>
      <a:lvl5pPr marL="1023741" marR="0" indent="-168243" algn="l" defTabSz="932563"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00" kern="1200" spc="0" baseline="0">
          <a:gradFill>
            <a:gsLst>
              <a:gs pos="83000">
                <a:schemeClr val="tx1"/>
              </a:gs>
              <a:gs pos="100000">
                <a:schemeClr val="tx1"/>
              </a:gs>
            </a:gsLst>
            <a:lin ang="5400000" scaled="1"/>
          </a:gradFill>
          <a:latin typeface="Segoe Pro" panose="020B0502040504020203" pitchFamily="34" charset="0"/>
          <a:ea typeface="+mn-ea"/>
          <a:cs typeface="+mn-cs"/>
        </a:defRPr>
      </a:lvl5pPr>
      <a:lvl6pPr marL="2564547" indent="-233141" algn="l" defTabSz="932563"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0830" indent="-233141" algn="l" defTabSz="932563"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111" indent="-233141" algn="l" defTabSz="932563"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3394" indent="-233141" algn="l" defTabSz="932563"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563" rtl="0" eaLnBrk="1" latinLnBrk="0" hangingPunct="1">
        <a:defRPr sz="1800" kern="1200">
          <a:solidFill>
            <a:schemeClr val="tx1"/>
          </a:solidFill>
          <a:latin typeface="+mn-lt"/>
          <a:ea typeface="+mn-ea"/>
          <a:cs typeface="+mn-cs"/>
        </a:defRPr>
      </a:lvl1pPr>
      <a:lvl2pPr marL="466282" algn="l" defTabSz="932563" rtl="0" eaLnBrk="1" latinLnBrk="0" hangingPunct="1">
        <a:defRPr sz="1800" kern="1200">
          <a:solidFill>
            <a:schemeClr val="tx1"/>
          </a:solidFill>
          <a:latin typeface="+mn-lt"/>
          <a:ea typeface="+mn-ea"/>
          <a:cs typeface="+mn-cs"/>
        </a:defRPr>
      </a:lvl2pPr>
      <a:lvl3pPr marL="932563" algn="l" defTabSz="932563" rtl="0" eaLnBrk="1" latinLnBrk="0" hangingPunct="1">
        <a:defRPr sz="1800" kern="1200">
          <a:solidFill>
            <a:schemeClr val="tx1"/>
          </a:solidFill>
          <a:latin typeface="+mn-lt"/>
          <a:ea typeface="+mn-ea"/>
          <a:cs typeface="+mn-cs"/>
        </a:defRPr>
      </a:lvl3pPr>
      <a:lvl4pPr marL="1398844" algn="l" defTabSz="932563" rtl="0" eaLnBrk="1" latinLnBrk="0" hangingPunct="1">
        <a:defRPr sz="1800" kern="1200">
          <a:solidFill>
            <a:schemeClr val="tx1"/>
          </a:solidFill>
          <a:latin typeface="+mn-lt"/>
          <a:ea typeface="+mn-ea"/>
          <a:cs typeface="+mn-cs"/>
        </a:defRPr>
      </a:lvl4pPr>
      <a:lvl5pPr marL="1865126" algn="l" defTabSz="932563" rtl="0" eaLnBrk="1" latinLnBrk="0" hangingPunct="1">
        <a:defRPr sz="1800" kern="1200">
          <a:solidFill>
            <a:schemeClr val="tx1"/>
          </a:solidFill>
          <a:latin typeface="+mn-lt"/>
          <a:ea typeface="+mn-ea"/>
          <a:cs typeface="+mn-cs"/>
        </a:defRPr>
      </a:lvl5pPr>
      <a:lvl6pPr marL="2331408" algn="l" defTabSz="932563" rtl="0" eaLnBrk="1" latinLnBrk="0" hangingPunct="1">
        <a:defRPr sz="1800" kern="1200">
          <a:solidFill>
            <a:schemeClr val="tx1"/>
          </a:solidFill>
          <a:latin typeface="+mn-lt"/>
          <a:ea typeface="+mn-ea"/>
          <a:cs typeface="+mn-cs"/>
        </a:defRPr>
      </a:lvl6pPr>
      <a:lvl7pPr marL="2797689" algn="l" defTabSz="932563" rtl="0" eaLnBrk="1" latinLnBrk="0" hangingPunct="1">
        <a:defRPr sz="1800" kern="1200">
          <a:solidFill>
            <a:schemeClr val="tx1"/>
          </a:solidFill>
          <a:latin typeface="+mn-lt"/>
          <a:ea typeface="+mn-ea"/>
          <a:cs typeface="+mn-cs"/>
        </a:defRPr>
      </a:lvl7pPr>
      <a:lvl8pPr marL="3263970" algn="l" defTabSz="932563" rtl="0" eaLnBrk="1" latinLnBrk="0" hangingPunct="1">
        <a:defRPr sz="1800" kern="1200">
          <a:solidFill>
            <a:schemeClr val="tx1"/>
          </a:solidFill>
          <a:latin typeface="+mn-lt"/>
          <a:ea typeface="+mn-ea"/>
          <a:cs typeface="+mn-cs"/>
        </a:defRPr>
      </a:lvl8pPr>
      <a:lvl9pPr marL="3730252" algn="l" defTabSz="932563"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13">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pic>
        <p:nvPicPr>
          <p:cNvPr id="48" name="MS Brand colors" descr="These are Microsoft Brand colors. The color bar is placed to the side of the Theme master so that it will be visible on all slides. Users can use the 'eye dropper' color tools under Color Fill Shape, Color Fill line etc. to easily select Brand colors. ">
            <a:extLst>
              <a:ext uri="{FF2B5EF4-FFF2-40B4-BE49-F238E27FC236}">
                <a16:creationId xmlns:a16="http://schemas.microsoft.com/office/drawing/2014/main" id="{64D47851-93E6-4066-B42D-42968BFB647D}"/>
              </a:ext>
              <a:ext uri="{C183D7F6-B498-43B3-948B-1728B52AA6E4}">
                <adec:decorative xmlns:adec="http://schemas.microsoft.com/office/drawing/2017/decorative" val="0"/>
              </a:ext>
            </a:extLst>
          </p:cNvPr>
          <p:cNvPicPr>
            <a:picLocks noChangeAspect="1"/>
          </p:cNvPicPr>
          <p:nvPr userDrawn="1"/>
        </p:nvPicPr>
        <p:blipFill rotWithShape="1">
          <a:blip r:embed="rId33"/>
          <a:srcRect l="762"/>
          <a:stretch/>
        </p:blipFill>
        <p:spPr>
          <a:xfrm rot="5400000">
            <a:off x="9464500" y="2843773"/>
            <a:ext cx="6858000" cy="1170455"/>
          </a:xfrm>
          <a:prstGeom prst="rect">
            <a:avLst/>
          </a:prstGeom>
        </p:spPr>
      </p:pic>
    </p:spTree>
    <p:extLst>
      <p:ext uri="{BB962C8B-B14F-4D97-AF65-F5344CB8AC3E}">
        <p14:creationId xmlns:p14="http://schemas.microsoft.com/office/powerpoint/2010/main" val="138300239"/>
      </p:ext>
    </p:extLst>
  </p:cSld>
  <p:clrMap bg1="dk1" tx1="lt1" bg2="dk2" tx2="lt2" accent1="accent1" accent2="accent2" accent3="accent3" accent4="accent4" accent5="accent5" accent6="accent6" hlink="hlink" folHlink="folHlink"/>
  <p:sldLayoutIdLst>
    <p:sldLayoutId id="2147484467" r:id="rId1"/>
    <p:sldLayoutId id="2147484468" r:id="rId2"/>
    <p:sldLayoutId id="2147484469" r:id="rId3"/>
    <p:sldLayoutId id="2147484470" r:id="rId4"/>
    <p:sldLayoutId id="2147484471" r:id="rId5"/>
    <p:sldLayoutId id="2147484472" r:id="rId6"/>
    <p:sldLayoutId id="2147484473" r:id="rId7"/>
    <p:sldLayoutId id="2147484474" r:id="rId8"/>
    <p:sldLayoutId id="2147484475" r:id="rId9"/>
    <p:sldLayoutId id="2147484476" r:id="rId10"/>
    <p:sldLayoutId id="2147484477" r:id="rId11"/>
    <p:sldLayoutId id="2147484478" r:id="rId12"/>
    <p:sldLayoutId id="2147484479" r:id="rId13"/>
    <p:sldLayoutId id="2147484480" r:id="rId14"/>
    <p:sldLayoutId id="2147484481" r:id="rId15"/>
    <p:sldLayoutId id="2147484482" r:id="rId16"/>
    <p:sldLayoutId id="2147484483" r:id="rId17"/>
    <p:sldLayoutId id="2147484484" r:id="rId18"/>
    <p:sldLayoutId id="2147484485" r:id="rId19"/>
    <p:sldLayoutId id="2147484486" r:id="rId20"/>
    <p:sldLayoutId id="2147484487" r:id="rId21"/>
    <p:sldLayoutId id="2147484488" r:id="rId22"/>
    <p:sldLayoutId id="2147484489" r:id="rId23"/>
    <p:sldLayoutId id="2147484490" r:id="rId24"/>
    <p:sldLayoutId id="2147484491" r:id="rId25"/>
    <p:sldLayoutId id="2147484492" r:id="rId26"/>
    <p:sldLayoutId id="2147484493" r:id="rId27"/>
    <p:sldLayoutId id="2147484494" r:id="rId28"/>
    <p:sldLayoutId id="2147484495" r:id="rId29"/>
    <p:sldLayoutId id="2147484496" r:id="rId30"/>
    <p:sldLayoutId id="2147484497" r:id="rId31"/>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smtClean="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13">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hyperlink" Target="mailto:chhowett@Microsoft.com" TargetMode="External"/><Relationship Id="rId2" Type="http://schemas.openxmlformats.org/officeDocument/2006/relationships/notesSlide" Target="../notesSlides/notesSlide1.xml"/><Relationship Id="rId1" Type="http://schemas.openxmlformats.org/officeDocument/2006/relationships/slideLayout" Target="../slideLayouts/slideLayout7.xml"/><Relationship Id="rId5" Type="http://schemas.openxmlformats.org/officeDocument/2006/relationships/image" Target="../media/image14.png"/><Relationship Id="rId4" Type="http://schemas.openxmlformats.org/officeDocument/2006/relationships/image" Target="../media/image13.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5.xml"/></Relationships>
</file>

<file path=ppt/slides/_rels/slide5.xml.rels><?xml version="1.0" encoding="UTF-8" standalone="yes"?>
<Relationships xmlns="http://schemas.openxmlformats.org/package/2006/relationships"><Relationship Id="rId3" Type="http://schemas.openxmlformats.org/officeDocument/2006/relationships/notesSlide" Target="../notesSlides/notesSlide3.xml"/><Relationship Id="rId2" Type="http://schemas.openxmlformats.org/officeDocument/2006/relationships/slideLayout" Target="../slideLayouts/slideLayout27.xml"/><Relationship Id="rId1" Type="http://schemas.openxmlformats.org/officeDocument/2006/relationships/tags" Target="../tags/tag1.xml"/><Relationship Id="rId4" Type="http://schemas.openxmlformats.org/officeDocument/2006/relationships/image" Target="../media/image15.png"/></Relationships>
</file>

<file path=ppt/slides/_rels/slide6.xml.rels><?xml version="1.0" encoding="UTF-8" standalone="yes"?>
<Relationships xmlns="http://schemas.openxmlformats.org/package/2006/relationships"><Relationship Id="rId3" Type="http://schemas.openxmlformats.org/officeDocument/2006/relationships/slide" Target="slide9.xml"/><Relationship Id="rId2" Type="http://schemas.openxmlformats.org/officeDocument/2006/relationships/notesSlide" Target="../notesSlides/notesSlide4.xml"/><Relationship Id="rId1" Type="http://schemas.openxmlformats.org/officeDocument/2006/relationships/slideLayout" Target="../slideLayouts/slideLayout1.xml"/><Relationship Id="rId4" Type="http://schemas.openxmlformats.org/officeDocument/2006/relationships/image" Target="../media/image16.png"/></Relationships>
</file>

<file path=ppt/slides/_rels/slide7.xml.rels><?xml version="1.0" encoding="UTF-8" standalone="yes"?>
<Relationships xmlns="http://schemas.openxmlformats.org/package/2006/relationships"><Relationship Id="rId3" Type="http://schemas.openxmlformats.org/officeDocument/2006/relationships/slide" Target="slide9.xml"/><Relationship Id="rId2" Type="http://schemas.openxmlformats.org/officeDocument/2006/relationships/notesSlide" Target="../notesSlides/notesSlide5.xml"/><Relationship Id="rId1" Type="http://schemas.openxmlformats.org/officeDocument/2006/relationships/slideLayout" Target="../slideLayouts/slideLayout1.xml"/><Relationship Id="rId4" Type="http://schemas.openxmlformats.org/officeDocument/2006/relationships/image" Target="../media/image16.png"/></Relationships>
</file>

<file path=ppt/slides/_rels/slide8.xml.rels><?xml version="1.0" encoding="UTF-8" standalone="yes"?>
<Relationships xmlns="http://schemas.openxmlformats.org/package/2006/relationships"><Relationship Id="rId3" Type="http://schemas.openxmlformats.org/officeDocument/2006/relationships/slide" Target="slide9.xml"/><Relationship Id="rId2" Type="http://schemas.openxmlformats.org/officeDocument/2006/relationships/notesSlide" Target="../notesSlides/notesSlide6.xml"/><Relationship Id="rId1" Type="http://schemas.openxmlformats.org/officeDocument/2006/relationships/slideLayout" Target="../slideLayouts/slideLayout1.xml"/><Relationship Id="rId4" Type="http://schemas.openxmlformats.org/officeDocument/2006/relationships/image" Target="../media/image16.png"/></Relationships>
</file>

<file path=ppt/slides/_rels/slide9.xml.rels><?xml version="1.0" encoding="UTF-8" standalone="yes"?>
<Relationships xmlns="http://schemas.openxmlformats.org/package/2006/relationships"><Relationship Id="rId8" Type="http://schemas.openxmlformats.org/officeDocument/2006/relationships/slide" Target="slide29.xml"/><Relationship Id="rId13" Type="http://schemas.openxmlformats.org/officeDocument/2006/relationships/image" Target="../media/image21.jpeg"/><Relationship Id="rId18" Type="http://schemas.openxmlformats.org/officeDocument/2006/relationships/image" Target="../media/image22.jpeg"/><Relationship Id="rId26" Type="http://schemas.openxmlformats.org/officeDocument/2006/relationships/slide" Target="slide10.xml"/><Relationship Id="rId3" Type="http://schemas.openxmlformats.org/officeDocument/2006/relationships/image" Target="../media/image17.jpeg"/><Relationship Id="rId21" Type="http://schemas.openxmlformats.org/officeDocument/2006/relationships/image" Target="../media/image23.jpeg"/><Relationship Id="rId7" Type="http://schemas.openxmlformats.org/officeDocument/2006/relationships/image" Target="../media/image19.jpeg"/><Relationship Id="rId12" Type="http://schemas.openxmlformats.org/officeDocument/2006/relationships/image" Target="../media/image20.jpeg"/><Relationship Id="rId17" Type="http://schemas.openxmlformats.org/officeDocument/2006/relationships/slide" Target="slide54.xml"/><Relationship Id="rId25" Type="http://schemas.openxmlformats.org/officeDocument/2006/relationships/image" Target="../media/image25.jpeg"/><Relationship Id="rId2" Type="http://schemas.openxmlformats.org/officeDocument/2006/relationships/notesSlide" Target="../notesSlides/notesSlide7.xml"/><Relationship Id="rId16" Type="http://schemas.openxmlformats.org/officeDocument/2006/relationships/image" Target="../media/image22.jpeg"/><Relationship Id="rId20" Type="http://schemas.openxmlformats.org/officeDocument/2006/relationships/slide" Target="slide62.xml"/><Relationship Id="rId29" Type="http://schemas.openxmlformats.org/officeDocument/2006/relationships/slide" Target="slide76.xml"/><Relationship Id="rId1" Type="http://schemas.openxmlformats.org/officeDocument/2006/relationships/slideLayout" Target="../slideLayouts/slideLayout16.xml"/><Relationship Id="rId6" Type="http://schemas.openxmlformats.org/officeDocument/2006/relationships/image" Target="../media/image180.png"/><Relationship Id="rId11" Type="http://schemas.openxmlformats.org/officeDocument/2006/relationships/slide" Target="slide33.xml"/><Relationship Id="rId24" Type="http://schemas.openxmlformats.org/officeDocument/2006/relationships/image" Target="../media/image24.jpeg"/><Relationship Id="rId5" Type="http://schemas.openxmlformats.org/officeDocument/2006/relationships/slide" Target="slide61.xml"/><Relationship Id="rId15" Type="http://schemas.openxmlformats.org/officeDocument/2006/relationships/image" Target="../media/image21.jpeg"/><Relationship Id="rId23" Type="http://schemas.openxmlformats.org/officeDocument/2006/relationships/slide" Target="slide67.xml"/><Relationship Id="rId28" Type="http://schemas.openxmlformats.org/officeDocument/2006/relationships/image" Target="../media/image26.jpeg"/><Relationship Id="rId10" Type="http://schemas.openxmlformats.org/officeDocument/2006/relationships/image" Target="../media/image20.jpeg"/><Relationship Id="rId19" Type="http://schemas.openxmlformats.org/officeDocument/2006/relationships/image" Target="../media/image23.jpeg"/><Relationship Id="rId4" Type="http://schemas.openxmlformats.org/officeDocument/2006/relationships/image" Target="../media/image18.png"/><Relationship Id="rId9" Type="http://schemas.openxmlformats.org/officeDocument/2006/relationships/image" Target="../media/image19.jpeg"/><Relationship Id="rId14" Type="http://schemas.openxmlformats.org/officeDocument/2006/relationships/slide" Target="slide39.xml"/><Relationship Id="rId22" Type="http://schemas.openxmlformats.org/officeDocument/2006/relationships/image" Target="../media/image24.jpeg"/><Relationship Id="rId27" Type="http://schemas.openxmlformats.org/officeDocument/2006/relationships/image" Target="../media/image25.jpeg"/><Relationship Id="rId30" Type="http://schemas.openxmlformats.org/officeDocument/2006/relationships/image" Target="../media/image26.jpeg"/></Relationships>
</file>

<file path=ppt/slides/_rels/slide10.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8.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11.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9.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12.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10.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13.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11.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14.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12.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15.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13.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16.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14.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17.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15.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18.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16.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19.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17.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20.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18.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21.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19.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22.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20.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23.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21.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24.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22.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25.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23.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26.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24.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27.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25.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28.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25.xml"/><Relationship Id="rId18" Type="http://schemas.openxmlformats.org/officeDocument/2006/relationships/slide" Target="slide19.xml"/><Relationship Id="rId3" Type="http://schemas.openxmlformats.org/officeDocument/2006/relationships/slide" Target="slide11.xml"/><Relationship Id="rId21" Type="http://schemas.openxmlformats.org/officeDocument/2006/relationships/slide" Target="slide9.xml"/><Relationship Id="rId7" Type="http://schemas.openxmlformats.org/officeDocument/2006/relationships/slide" Target="slide13.xml"/><Relationship Id="rId12" Type="http://schemas.openxmlformats.org/officeDocument/2006/relationships/slide" Target="slide24.xml"/><Relationship Id="rId17" Type="http://schemas.openxmlformats.org/officeDocument/2006/relationships/slide" Target="slide27.xml"/><Relationship Id="rId2" Type="http://schemas.openxmlformats.org/officeDocument/2006/relationships/notesSlide" Target="../notesSlides/notesSlide26.xml"/><Relationship Id="rId16" Type="http://schemas.openxmlformats.org/officeDocument/2006/relationships/slide" Target="slide18.xml"/><Relationship Id="rId20" Type="http://schemas.openxmlformats.org/officeDocument/2006/relationships/slide" Target="slide16.xml"/><Relationship Id="rId1" Type="http://schemas.openxmlformats.org/officeDocument/2006/relationships/slideLayout" Target="../slideLayouts/slideLayout1.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slide" Target="slide12.xml"/><Relationship Id="rId15" Type="http://schemas.openxmlformats.org/officeDocument/2006/relationships/slide" Target="slide26.xml"/><Relationship Id="rId10" Type="http://schemas.openxmlformats.org/officeDocument/2006/relationships/slide" Target="slide23.xml"/><Relationship Id="rId19" Type="http://schemas.openxmlformats.org/officeDocument/2006/relationships/slide" Target="slide28.xml"/><Relationship Id="rId4" Type="http://schemas.openxmlformats.org/officeDocument/2006/relationships/slide" Target="slide20.xml"/><Relationship Id="rId9" Type="http://schemas.openxmlformats.org/officeDocument/2006/relationships/slide" Target="slide14.xml"/><Relationship Id="rId14" Type="http://schemas.openxmlformats.org/officeDocument/2006/relationships/slide" Target="slide17.xml"/><Relationship Id="rId22" Type="http://schemas.openxmlformats.org/officeDocument/2006/relationships/image" Target="../media/image16.png"/></Relationships>
</file>

<file path=ppt/slides/_rels/slide29.xml.rels><?xml version="1.0" encoding="UTF-8" standalone="yes"?>
<Relationships xmlns="http://schemas.openxmlformats.org/package/2006/relationships"><Relationship Id="rId3" Type="http://schemas.openxmlformats.org/officeDocument/2006/relationships/slide" Target="slide30.xml"/><Relationship Id="rId7" Type="http://schemas.openxmlformats.org/officeDocument/2006/relationships/image" Target="../media/image16.png"/><Relationship Id="rId2" Type="http://schemas.openxmlformats.org/officeDocument/2006/relationships/notesSlide" Target="../notesSlides/notesSlide27.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slide" Target="slide32.xml"/><Relationship Id="rId4" Type="http://schemas.openxmlformats.org/officeDocument/2006/relationships/slide" Target="slide31.xml"/></Relationships>
</file>

<file path=ppt/slides/_rels/slide30.xml.rels><?xml version="1.0" encoding="UTF-8" standalone="yes"?>
<Relationships xmlns="http://schemas.openxmlformats.org/package/2006/relationships"><Relationship Id="rId3" Type="http://schemas.openxmlformats.org/officeDocument/2006/relationships/slide" Target="slide30.xml"/><Relationship Id="rId7" Type="http://schemas.openxmlformats.org/officeDocument/2006/relationships/image" Target="../media/image16.png"/><Relationship Id="rId2" Type="http://schemas.openxmlformats.org/officeDocument/2006/relationships/notesSlide" Target="../notesSlides/notesSlide28.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slide" Target="slide32.xml"/><Relationship Id="rId4" Type="http://schemas.openxmlformats.org/officeDocument/2006/relationships/slide" Target="slide31.xml"/></Relationships>
</file>

<file path=ppt/slides/_rels/slide31.xml.rels><?xml version="1.0" encoding="UTF-8" standalone="yes"?>
<Relationships xmlns="http://schemas.openxmlformats.org/package/2006/relationships"><Relationship Id="rId3" Type="http://schemas.openxmlformats.org/officeDocument/2006/relationships/slide" Target="slide30.xml"/><Relationship Id="rId7" Type="http://schemas.openxmlformats.org/officeDocument/2006/relationships/image" Target="../media/image16.png"/><Relationship Id="rId2" Type="http://schemas.openxmlformats.org/officeDocument/2006/relationships/notesSlide" Target="../notesSlides/notesSlide29.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slide" Target="slide32.xml"/><Relationship Id="rId4" Type="http://schemas.openxmlformats.org/officeDocument/2006/relationships/slide" Target="slide31.xml"/></Relationships>
</file>

<file path=ppt/slides/_rels/slide32.xml.rels><?xml version="1.0" encoding="UTF-8" standalone="yes"?>
<Relationships xmlns="http://schemas.openxmlformats.org/package/2006/relationships"><Relationship Id="rId3" Type="http://schemas.openxmlformats.org/officeDocument/2006/relationships/slide" Target="slide30.xml"/><Relationship Id="rId7" Type="http://schemas.openxmlformats.org/officeDocument/2006/relationships/image" Target="../media/image16.png"/><Relationship Id="rId2" Type="http://schemas.openxmlformats.org/officeDocument/2006/relationships/notesSlide" Target="../notesSlides/notesSlide30.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slide" Target="slide32.xml"/><Relationship Id="rId4" Type="http://schemas.openxmlformats.org/officeDocument/2006/relationships/slide" Target="slide31.xml"/></Relationships>
</file>

<file path=ppt/slides/_rels/slide33.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slide" Target="slide34.xml"/><Relationship Id="rId7" Type="http://schemas.openxmlformats.org/officeDocument/2006/relationships/slide" Target="slide37.xml"/><Relationship Id="rId2" Type="http://schemas.openxmlformats.org/officeDocument/2006/relationships/notesSlide" Target="../notesSlides/notesSlide31.xml"/><Relationship Id="rId1" Type="http://schemas.openxmlformats.org/officeDocument/2006/relationships/slideLayout" Target="../slideLayouts/slideLayout1.xml"/><Relationship Id="rId6" Type="http://schemas.openxmlformats.org/officeDocument/2006/relationships/slide" Target="slide38.xml"/><Relationship Id="rId5" Type="http://schemas.openxmlformats.org/officeDocument/2006/relationships/slide" Target="slide36.xml"/><Relationship Id="rId4" Type="http://schemas.openxmlformats.org/officeDocument/2006/relationships/slide" Target="slide35.xml"/><Relationship Id="rId9" Type="http://schemas.openxmlformats.org/officeDocument/2006/relationships/image" Target="../media/image16.png"/></Relationships>
</file>

<file path=ppt/slides/_rels/slide34.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slide" Target="slide34.xml"/><Relationship Id="rId7" Type="http://schemas.openxmlformats.org/officeDocument/2006/relationships/slide" Target="slide37.xml"/><Relationship Id="rId2" Type="http://schemas.openxmlformats.org/officeDocument/2006/relationships/notesSlide" Target="../notesSlides/notesSlide32.xml"/><Relationship Id="rId1" Type="http://schemas.openxmlformats.org/officeDocument/2006/relationships/slideLayout" Target="../slideLayouts/slideLayout1.xml"/><Relationship Id="rId6" Type="http://schemas.openxmlformats.org/officeDocument/2006/relationships/slide" Target="slide38.xml"/><Relationship Id="rId5" Type="http://schemas.openxmlformats.org/officeDocument/2006/relationships/slide" Target="slide36.xml"/><Relationship Id="rId4" Type="http://schemas.openxmlformats.org/officeDocument/2006/relationships/slide" Target="slide35.xml"/><Relationship Id="rId9" Type="http://schemas.openxmlformats.org/officeDocument/2006/relationships/image" Target="../media/image16.png"/></Relationships>
</file>

<file path=ppt/slides/_rels/slide35.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slide" Target="slide34.xml"/><Relationship Id="rId7" Type="http://schemas.openxmlformats.org/officeDocument/2006/relationships/slide" Target="slide37.xml"/><Relationship Id="rId2" Type="http://schemas.openxmlformats.org/officeDocument/2006/relationships/notesSlide" Target="../notesSlides/notesSlide33.xml"/><Relationship Id="rId1" Type="http://schemas.openxmlformats.org/officeDocument/2006/relationships/slideLayout" Target="../slideLayouts/slideLayout1.xml"/><Relationship Id="rId6" Type="http://schemas.openxmlformats.org/officeDocument/2006/relationships/slide" Target="slide38.xml"/><Relationship Id="rId5" Type="http://schemas.openxmlformats.org/officeDocument/2006/relationships/slide" Target="slide36.xml"/><Relationship Id="rId4" Type="http://schemas.openxmlformats.org/officeDocument/2006/relationships/slide" Target="slide35.xml"/><Relationship Id="rId9" Type="http://schemas.openxmlformats.org/officeDocument/2006/relationships/image" Target="../media/image16.png"/></Relationships>
</file>

<file path=ppt/slides/_rels/slide36.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slide" Target="slide34.xml"/><Relationship Id="rId7" Type="http://schemas.openxmlformats.org/officeDocument/2006/relationships/slide" Target="slide37.xml"/><Relationship Id="rId2" Type="http://schemas.openxmlformats.org/officeDocument/2006/relationships/notesSlide" Target="../notesSlides/notesSlide34.xml"/><Relationship Id="rId1" Type="http://schemas.openxmlformats.org/officeDocument/2006/relationships/slideLayout" Target="../slideLayouts/slideLayout1.xml"/><Relationship Id="rId6" Type="http://schemas.openxmlformats.org/officeDocument/2006/relationships/slide" Target="slide38.xml"/><Relationship Id="rId5" Type="http://schemas.openxmlformats.org/officeDocument/2006/relationships/slide" Target="slide36.xml"/><Relationship Id="rId4" Type="http://schemas.openxmlformats.org/officeDocument/2006/relationships/slide" Target="slide35.xml"/><Relationship Id="rId9" Type="http://schemas.openxmlformats.org/officeDocument/2006/relationships/image" Target="../media/image16.png"/></Relationships>
</file>

<file path=ppt/slides/_rels/slide37.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slide" Target="slide34.xml"/><Relationship Id="rId7" Type="http://schemas.openxmlformats.org/officeDocument/2006/relationships/slide" Target="slide37.xml"/><Relationship Id="rId2" Type="http://schemas.openxmlformats.org/officeDocument/2006/relationships/notesSlide" Target="../notesSlides/notesSlide35.xml"/><Relationship Id="rId1" Type="http://schemas.openxmlformats.org/officeDocument/2006/relationships/slideLayout" Target="../slideLayouts/slideLayout1.xml"/><Relationship Id="rId6" Type="http://schemas.openxmlformats.org/officeDocument/2006/relationships/slide" Target="slide38.xml"/><Relationship Id="rId5" Type="http://schemas.openxmlformats.org/officeDocument/2006/relationships/slide" Target="slide36.xml"/><Relationship Id="rId4" Type="http://schemas.openxmlformats.org/officeDocument/2006/relationships/slide" Target="slide35.xml"/><Relationship Id="rId9" Type="http://schemas.openxmlformats.org/officeDocument/2006/relationships/image" Target="../media/image16.png"/></Relationships>
</file>

<file path=ppt/slides/_rels/slide38.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slide" Target="slide34.xml"/><Relationship Id="rId7" Type="http://schemas.openxmlformats.org/officeDocument/2006/relationships/slide" Target="slide37.xml"/><Relationship Id="rId2" Type="http://schemas.openxmlformats.org/officeDocument/2006/relationships/notesSlide" Target="../notesSlides/notesSlide36.xml"/><Relationship Id="rId1" Type="http://schemas.openxmlformats.org/officeDocument/2006/relationships/slideLayout" Target="../slideLayouts/slideLayout1.xml"/><Relationship Id="rId6" Type="http://schemas.openxmlformats.org/officeDocument/2006/relationships/slide" Target="slide38.xml"/><Relationship Id="rId5" Type="http://schemas.openxmlformats.org/officeDocument/2006/relationships/slide" Target="slide36.xml"/><Relationship Id="rId4" Type="http://schemas.openxmlformats.org/officeDocument/2006/relationships/slide" Target="slide35.xml"/><Relationship Id="rId9" Type="http://schemas.openxmlformats.org/officeDocument/2006/relationships/image" Target="../media/image16.png"/></Relationships>
</file>

<file path=ppt/slides/_rels/slide39.xml.rels><?xml version="1.0" encoding="UTF-8" standalone="yes"?>
<Relationships xmlns="http://schemas.openxmlformats.org/package/2006/relationships"><Relationship Id="rId8" Type="http://schemas.openxmlformats.org/officeDocument/2006/relationships/slide" Target="slide47.xml"/><Relationship Id="rId13" Type="http://schemas.openxmlformats.org/officeDocument/2006/relationships/slide" Target="slide48.xml"/><Relationship Id="rId3" Type="http://schemas.openxmlformats.org/officeDocument/2006/relationships/slide" Target="slide40.xml"/><Relationship Id="rId7" Type="http://schemas.openxmlformats.org/officeDocument/2006/relationships/slide" Target="slide44.xml"/><Relationship Id="rId12" Type="http://schemas.openxmlformats.org/officeDocument/2006/relationships/slide" Target="slide46.xml"/><Relationship Id="rId17" Type="http://schemas.openxmlformats.org/officeDocument/2006/relationships/image" Target="../media/image16.png"/><Relationship Id="rId2" Type="http://schemas.openxmlformats.org/officeDocument/2006/relationships/notesSlide" Target="../notesSlides/notesSlide37.xml"/><Relationship Id="rId16" Type="http://schemas.openxmlformats.org/officeDocument/2006/relationships/slide" Target="slide9.xml"/><Relationship Id="rId1" Type="http://schemas.openxmlformats.org/officeDocument/2006/relationships/slideLayout" Target="../slideLayouts/slideLayout1.xml"/><Relationship Id="rId6" Type="http://schemas.openxmlformats.org/officeDocument/2006/relationships/slide" Target="slide43.xml"/><Relationship Id="rId11" Type="http://schemas.openxmlformats.org/officeDocument/2006/relationships/slide" Target="slide45.xml"/><Relationship Id="rId5" Type="http://schemas.openxmlformats.org/officeDocument/2006/relationships/slide" Target="slide42.xml"/><Relationship Id="rId15" Type="http://schemas.openxmlformats.org/officeDocument/2006/relationships/slide" Target="slide53.xml"/><Relationship Id="rId10" Type="http://schemas.openxmlformats.org/officeDocument/2006/relationships/slide" Target="slide51.xml"/><Relationship Id="rId4" Type="http://schemas.openxmlformats.org/officeDocument/2006/relationships/slide" Target="slide41.xml"/><Relationship Id="rId9" Type="http://schemas.openxmlformats.org/officeDocument/2006/relationships/slide" Target="slide50.xml"/><Relationship Id="rId14" Type="http://schemas.openxmlformats.org/officeDocument/2006/relationships/slide" Target="slide52.xml"/></Relationships>
</file>

<file path=ppt/slides/_rels/slide40.xml.rels><?xml version="1.0" encoding="UTF-8" standalone="yes"?>
<Relationships xmlns="http://schemas.openxmlformats.org/package/2006/relationships"><Relationship Id="rId8" Type="http://schemas.openxmlformats.org/officeDocument/2006/relationships/slide" Target="slide47.xml"/><Relationship Id="rId13" Type="http://schemas.openxmlformats.org/officeDocument/2006/relationships/slide" Target="slide52.xml"/><Relationship Id="rId18" Type="http://schemas.openxmlformats.org/officeDocument/2006/relationships/slide" Target="slide53.xml"/><Relationship Id="rId3" Type="http://schemas.openxmlformats.org/officeDocument/2006/relationships/image" Target="../media/image27.svg"/><Relationship Id="rId7" Type="http://schemas.openxmlformats.org/officeDocument/2006/relationships/slide" Target="slide44.xml"/><Relationship Id="rId12" Type="http://schemas.openxmlformats.org/officeDocument/2006/relationships/slide" Target="slide46.xml"/><Relationship Id="rId17" Type="http://schemas.openxmlformats.org/officeDocument/2006/relationships/image" Target="../media/image16.png"/><Relationship Id="rId2" Type="http://schemas.openxmlformats.org/officeDocument/2006/relationships/notesSlide" Target="../notesSlides/notesSlide38.xml"/><Relationship Id="rId16" Type="http://schemas.openxmlformats.org/officeDocument/2006/relationships/slide" Target="slide9.xml"/><Relationship Id="rId1" Type="http://schemas.openxmlformats.org/officeDocument/2006/relationships/slideLayout" Target="../slideLayouts/slideLayout1.xml"/><Relationship Id="rId6" Type="http://schemas.openxmlformats.org/officeDocument/2006/relationships/slide" Target="slide42.xml"/><Relationship Id="rId11" Type="http://schemas.openxmlformats.org/officeDocument/2006/relationships/slide" Target="slide45.xml"/><Relationship Id="rId5" Type="http://schemas.openxmlformats.org/officeDocument/2006/relationships/slide" Target="slide41.xml"/><Relationship Id="rId15" Type="http://schemas.openxmlformats.org/officeDocument/2006/relationships/slide" Target="slide48.xml"/><Relationship Id="rId10" Type="http://schemas.openxmlformats.org/officeDocument/2006/relationships/slide" Target="slide51.xml"/><Relationship Id="rId4" Type="http://schemas.openxmlformats.org/officeDocument/2006/relationships/slide" Target="slide40.xml"/><Relationship Id="rId9" Type="http://schemas.openxmlformats.org/officeDocument/2006/relationships/slide" Target="slide50.xml"/><Relationship Id="rId14" Type="http://schemas.openxmlformats.org/officeDocument/2006/relationships/slide" Target="slide43.xml"/></Relationships>
</file>

<file path=ppt/slides/_rels/slide41.xml.rels><?xml version="1.0" encoding="UTF-8" standalone="yes"?>
<Relationships xmlns="http://schemas.openxmlformats.org/package/2006/relationships"><Relationship Id="rId8" Type="http://schemas.openxmlformats.org/officeDocument/2006/relationships/slide" Target="slide47.xml"/><Relationship Id="rId13" Type="http://schemas.openxmlformats.org/officeDocument/2006/relationships/slide" Target="slide52.xml"/><Relationship Id="rId18" Type="http://schemas.openxmlformats.org/officeDocument/2006/relationships/slide" Target="slide53.xml"/><Relationship Id="rId3" Type="http://schemas.openxmlformats.org/officeDocument/2006/relationships/image" Target="../media/image27.svg"/><Relationship Id="rId7" Type="http://schemas.openxmlformats.org/officeDocument/2006/relationships/slide" Target="slide44.xml"/><Relationship Id="rId12" Type="http://schemas.openxmlformats.org/officeDocument/2006/relationships/slide" Target="slide46.xml"/><Relationship Id="rId17" Type="http://schemas.openxmlformats.org/officeDocument/2006/relationships/image" Target="../media/image16.png"/><Relationship Id="rId2" Type="http://schemas.openxmlformats.org/officeDocument/2006/relationships/notesSlide" Target="../notesSlides/notesSlide39.xml"/><Relationship Id="rId16" Type="http://schemas.openxmlformats.org/officeDocument/2006/relationships/slide" Target="slide9.xml"/><Relationship Id="rId1" Type="http://schemas.openxmlformats.org/officeDocument/2006/relationships/slideLayout" Target="../slideLayouts/slideLayout1.xml"/><Relationship Id="rId6" Type="http://schemas.openxmlformats.org/officeDocument/2006/relationships/slide" Target="slide42.xml"/><Relationship Id="rId11" Type="http://schemas.openxmlformats.org/officeDocument/2006/relationships/slide" Target="slide45.xml"/><Relationship Id="rId5" Type="http://schemas.openxmlformats.org/officeDocument/2006/relationships/slide" Target="slide41.xml"/><Relationship Id="rId15" Type="http://schemas.openxmlformats.org/officeDocument/2006/relationships/slide" Target="slide48.xml"/><Relationship Id="rId10" Type="http://schemas.openxmlformats.org/officeDocument/2006/relationships/slide" Target="slide51.xml"/><Relationship Id="rId4" Type="http://schemas.openxmlformats.org/officeDocument/2006/relationships/slide" Target="slide40.xml"/><Relationship Id="rId9" Type="http://schemas.openxmlformats.org/officeDocument/2006/relationships/slide" Target="slide50.xml"/><Relationship Id="rId14" Type="http://schemas.openxmlformats.org/officeDocument/2006/relationships/slide" Target="slide43.xml"/></Relationships>
</file>

<file path=ppt/slides/_rels/slide42.xml.rels><?xml version="1.0" encoding="UTF-8" standalone="yes"?>
<Relationships xmlns="http://schemas.openxmlformats.org/package/2006/relationships"><Relationship Id="rId8" Type="http://schemas.openxmlformats.org/officeDocument/2006/relationships/slide" Target="slide47.xml"/><Relationship Id="rId13" Type="http://schemas.openxmlformats.org/officeDocument/2006/relationships/slide" Target="slide52.xml"/><Relationship Id="rId18" Type="http://schemas.openxmlformats.org/officeDocument/2006/relationships/slide" Target="slide53.xml"/><Relationship Id="rId3" Type="http://schemas.openxmlformats.org/officeDocument/2006/relationships/image" Target="../media/image27.svg"/><Relationship Id="rId7" Type="http://schemas.openxmlformats.org/officeDocument/2006/relationships/slide" Target="slide44.xml"/><Relationship Id="rId12" Type="http://schemas.openxmlformats.org/officeDocument/2006/relationships/slide" Target="slide46.xml"/><Relationship Id="rId17" Type="http://schemas.openxmlformats.org/officeDocument/2006/relationships/image" Target="../media/image16.png"/><Relationship Id="rId2" Type="http://schemas.openxmlformats.org/officeDocument/2006/relationships/notesSlide" Target="../notesSlides/notesSlide40.xml"/><Relationship Id="rId16" Type="http://schemas.openxmlformats.org/officeDocument/2006/relationships/slide" Target="slide9.xml"/><Relationship Id="rId1" Type="http://schemas.openxmlformats.org/officeDocument/2006/relationships/slideLayout" Target="../slideLayouts/slideLayout1.xml"/><Relationship Id="rId6" Type="http://schemas.openxmlformats.org/officeDocument/2006/relationships/slide" Target="slide42.xml"/><Relationship Id="rId11" Type="http://schemas.openxmlformats.org/officeDocument/2006/relationships/slide" Target="slide45.xml"/><Relationship Id="rId5" Type="http://schemas.openxmlformats.org/officeDocument/2006/relationships/slide" Target="slide41.xml"/><Relationship Id="rId15" Type="http://schemas.openxmlformats.org/officeDocument/2006/relationships/slide" Target="slide48.xml"/><Relationship Id="rId10" Type="http://schemas.openxmlformats.org/officeDocument/2006/relationships/slide" Target="slide51.xml"/><Relationship Id="rId4" Type="http://schemas.openxmlformats.org/officeDocument/2006/relationships/slide" Target="slide40.xml"/><Relationship Id="rId9" Type="http://schemas.openxmlformats.org/officeDocument/2006/relationships/slide" Target="slide50.xml"/><Relationship Id="rId14" Type="http://schemas.openxmlformats.org/officeDocument/2006/relationships/slide" Target="slide43.xml"/></Relationships>
</file>

<file path=ppt/slides/_rels/slide43.xml.rels><?xml version="1.0" encoding="UTF-8" standalone="yes"?>
<Relationships xmlns="http://schemas.openxmlformats.org/package/2006/relationships"><Relationship Id="rId8" Type="http://schemas.openxmlformats.org/officeDocument/2006/relationships/slide" Target="slide44.xml"/><Relationship Id="rId13" Type="http://schemas.openxmlformats.org/officeDocument/2006/relationships/slide" Target="slide46.xml"/><Relationship Id="rId18" Type="http://schemas.openxmlformats.org/officeDocument/2006/relationships/slide" Target="slide53.xml"/><Relationship Id="rId3" Type="http://schemas.openxmlformats.org/officeDocument/2006/relationships/image" Target="../media/image27.svg"/><Relationship Id="rId7" Type="http://schemas.openxmlformats.org/officeDocument/2006/relationships/slide" Target="slide43.xml"/><Relationship Id="rId12" Type="http://schemas.openxmlformats.org/officeDocument/2006/relationships/slide" Target="slide45.xml"/><Relationship Id="rId17" Type="http://schemas.openxmlformats.org/officeDocument/2006/relationships/image" Target="../media/image16.png"/><Relationship Id="rId2" Type="http://schemas.openxmlformats.org/officeDocument/2006/relationships/notesSlide" Target="../notesSlides/notesSlide41.xml"/><Relationship Id="rId16" Type="http://schemas.openxmlformats.org/officeDocument/2006/relationships/slide" Target="slide9.xml"/><Relationship Id="rId1" Type="http://schemas.openxmlformats.org/officeDocument/2006/relationships/slideLayout" Target="../slideLayouts/slideLayout1.xml"/><Relationship Id="rId6" Type="http://schemas.openxmlformats.org/officeDocument/2006/relationships/slide" Target="slide42.xml"/><Relationship Id="rId11" Type="http://schemas.openxmlformats.org/officeDocument/2006/relationships/slide" Target="slide51.xml"/><Relationship Id="rId5" Type="http://schemas.openxmlformats.org/officeDocument/2006/relationships/slide" Target="slide41.xml"/><Relationship Id="rId15" Type="http://schemas.openxmlformats.org/officeDocument/2006/relationships/slide" Target="slide52.xml"/><Relationship Id="rId10" Type="http://schemas.openxmlformats.org/officeDocument/2006/relationships/slide" Target="slide50.xml"/><Relationship Id="rId4" Type="http://schemas.openxmlformats.org/officeDocument/2006/relationships/slide" Target="slide40.xml"/><Relationship Id="rId9" Type="http://schemas.openxmlformats.org/officeDocument/2006/relationships/slide" Target="slide47.xml"/><Relationship Id="rId14" Type="http://schemas.openxmlformats.org/officeDocument/2006/relationships/slide" Target="slide48.xml"/></Relationships>
</file>

<file path=ppt/slides/_rels/slide44.xml.rels><?xml version="1.0" encoding="UTF-8" standalone="yes"?>
<Relationships xmlns="http://schemas.openxmlformats.org/package/2006/relationships"><Relationship Id="rId8" Type="http://schemas.openxmlformats.org/officeDocument/2006/relationships/slide" Target="slide47.xml"/><Relationship Id="rId13" Type="http://schemas.openxmlformats.org/officeDocument/2006/relationships/slide" Target="slide52.xml"/><Relationship Id="rId18" Type="http://schemas.openxmlformats.org/officeDocument/2006/relationships/slide" Target="slide53.xml"/><Relationship Id="rId3" Type="http://schemas.openxmlformats.org/officeDocument/2006/relationships/image" Target="../media/image27.svg"/><Relationship Id="rId7" Type="http://schemas.openxmlformats.org/officeDocument/2006/relationships/slide" Target="slide44.xml"/><Relationship Id="rId12" Type="http://schemas.openxmlformats.org/officeDocument/2006/relationships/slide" Target="slide46.xml"/><Relationship Id="rId17" Type="http://schemas.openxmlformats.org/officeDocument/2006/relationships/image" Target="../media/image16.png"/><Relationship Id="rId2" Type="http://schemas.openxmlformats.org/officeDocument/2006/relationships/notesSlide" Target="../notesSlides/notesSlide42.xml"/><Relationship Id="rId16" Type="http://schemas.openxmlformats.org/officeDocument/2006/relationships/slide" Target="slide9.xml"/><Relationship Id="rId1" Type="http://schemas.openxmlformats.org/officeDocument/2006/relationships/slideLayout" Target="../slideLayouts/slideLayout1.xml"/><Relationship Id="rId6" Type="http://schemas.openxmlformats.org/officeDocument/2006/relationships/slide" Target="slide42.xml"/><Relationship Id="rId11" Type="http://schemas.openxmlformats.org/officeDocument/2006/relationships/slide" Target="slide45.xml"/><Relationship Id="rId5" Type="http://schemas.openxmlformats.org/officeDocument/2006/relationships/slide" Target="slide41.xml"/><Relationship Id="rId15" Type="http://schemas.openxmlformats.org/officeDocument/2006/relationships/slide" Target="slide48.xml"/><Relationship Id="rId10" Type="http://schemas.openxmlformats.org/officeDocument/2006/relationships/slide" Target="slide51.xml"/><Relationship Id="rId4" Type="http://schemas.openxmlformats.org/officeDocument/2006/relationships/slide" Target="slide40.xml"/><Relationship Id="rId9" Type="http://schemas.openxmlformats.org/officeDocument/2006/relationships/slide" Target="slide50.xml"/><Relationship Id="rId14" Type="http://schemas.openxmlformats.org/officeDocument/2006/relationships/slide" Target="slide43.xml"/></Relationships>
</file>

<file path=ppt/slides/_rels/slide45.xml.rels><?xml version="1.0" encoding="UTF-8" standalone="yes"?>
<Relationships xmlns="http://schemas.openxmlformats.org/package/2006/relationships"><Relationship Id="rId8" Type="http://schemas.openxmlformats.org/officeDocument/2006/relationships/slide" Target="slide47.xml"/><Relationship Id="rId13" Type="http://schemas.openxmlformats.org/officeDocument/2006/relationships/slide" Target="slide52.xml"/><Relationship Id="rId18" Type="http://schemas.openxmlformats.org/officeDocument/2006/relationships/slide" Target="slide53.xml"/><Relationship Id="rId3" Type="http://schemas.openxmlformats.org/officeDocument/2006/relationships/image" Target="../media/image27.svg"/><Relationship Id="rId7" Type="http://schemas.openxmlformats.org/officeDocument/2006/relationships/slide" Target="slide44.xml"/><Relationship Id="rId12" Type="http://schemas.openxmlformats.org/officeDocument/2006/relationships/slide" Target="slide46.xml"/><Relationship Id="rId17" Type="http://schemas.openxmlformats.org/officeDocument/2006/relationships/image" Target="../media/image16.png"/><Relationship Id="rId2" Type="http://schemas.openxmlformats.org/officeDocument/2006/relationships/notesSlide" Target="../notesSlides/notesSlide43.xml"/><Relationship Id="rId16" Type="http://schemas.openxmlformats.org/officeDocument/2006/relationships/slide" Target="slide9.xml"/><Relationship Id="rId1" Type="http://schemas.openxmlformats.org/officeDocument/2006/relationships/slideLayout" Target="../slideLayouts/slideLayout1.xml"/><Relationship Id="rId6" Type="http://schemas.openxmlformats.org/officeDocument/2006/relationships/slide" Target="slide42.xml"/><Relationship Id="rId11" Type="http://schemas.openxmlformats.org/officeDocument/2006/relationships/slide" Target="slide45.xml"/><Relationship Id="rId5" Type="http://schemas.openxmlformats.org/officeDocument/2006/relationships/slide" Target="slide41.xml"/><Relationship Id="rId15" Type="http://schemas.openxmlformats.org/officeDocument/2006/relationships/slide" Target="slide48.xml"/><Relationship Id="rId10" Type="http://schemas.openxmlformats.org/officeDocument/2006/relationships/slide" Target="slide51.xml"/><Relationship Id="rId4" Type="http://schemas.openxmlformats.org/officeDocument/2006/relationships/slide" Target="slide40.xml"/><Relationship Id="rId9" Type="http://schemas.openxmlformats.org/officeDocument/2006/relationships/slide" Target="slide50.xml"/><Relationship Id="rId14" Type="http://schemas.openxmlformats.org/officeDocument/2006/relationships/slide" Target="slide43.xml"/></Relationships>
</file>

<file path=ppt/slides/_rels/slide46.xml.rels><?xml version="1.0" encoding="UTF-8" standalone="yes"?>
<Relationships xmlns="http://schemas.openxmlformats.org/package/2006/relationships"><Relationship Id="rId8" Type="http://schemas.openxmlformats.org/officeDocument/2006/relationships/slide" Target="slide47.xml"/><Relationship Id="rId13" Type="http://schemas.openxmlformats.org/officeDocument/2006/relationships/slide" Target="slide52.xml"/><Relationship Id="rId18" Type="http://schemas.openxmlformats.org/officeDocument/2006/relationships/slide" Target="slide53.xml"/><Relationship Id="rId3" Type="http://schemas.openxmlformats.org/officeDocument/2006/relationships/image" Target="../media/image27.svg"/><Relationship Id="rId7" Type="http://schemas.openxmlformats.org/officeDocument/2006/relationships/slide" Target="slide44.xml"/><Relationship Id="rId12" Type="http://schemas.openxmlformats.org/officeDocument/2006/relationships/slide" Target="slide46.xml"/><Relationship Id="rId17" Type="http://schemas.openxmlformats.org/officeDocument/2006/relationships/image" Target="../media/image16.png"/><Relationship Id="rId2" Type="http://schemas.openxmlformats.org/officeDocument/2006/relationships/notesSlide" Target="../notesSlides/notesSlide44.xml"/><Relationship Id="rId16" Type="http://schemas.openxmlformats.org/officeDocument/2006/relationships/slide" Target="slide9.xml"/><Relationship Id="rId1" Type="http://schemas.openxmlformats.org/officeDocument/2006/relationships/slideLayout" Target="../slideLayouts/slideLayout1.xml"/><Relationship Id="rId6" Type="http://schemas.openxmlformats.org/officeDocument/2006/relationships/slide" Target="slide42.xml"/><Relationship Id="rId11" Type="http://schemas.openxmlformats.org/officeDocument/2006/relationships/slide" Target="slide45.xml"/><Relationship Id="rId5" Type="http://schemas.openxmlformats.org/officeDocument/2006/relationships/slide" Target="slide41.xml"/><Relationship Id="rId15" Type="http://schemas.openxmlformats.org/officeDocument/2006/relationships/slide" Target="slide48.xml"/><Relationship Id="rId10" Type="http://schemas.openxmlformats.org/officeDocument/2006/relationships/slide" Target="slide51.xml"/><Relationship Id="rId4" Type="http://schemas.openxmlformats.org/officeDocument/2006/relationships/slide" Target="slide40.xml"/><Relationship Id="rId9" Type="http://schemas.openxmlformats.org/officeDocument/2006/relationships/slide" Target="slide50.xml"/><Relationship Id="rId14" Type="http://schemas.openxmlformats.org/officeDocument/2006/relationships/slide" Target="slide43.xml"/></Relationships>
</file>

<file path=ppt/slides/_rels/slide47.xml.rels><?xml version="1.0" encoding="UTF-8" standalone="yes"?>
<Relationships xmlns="http://schemas.openxmlformats.org/package/2006/relationships"><Relationship Id="rId8" Type="http://schemas.openxmlformats.org/officeDocument/2006/relationships/slide" Target="slide50.xml"/><Relationship Id="rId13" Type="http://schemas.openxmlformats.org/officeDocument/2006/relationships/slide" Target="slide43.xml"/><Relationship Id="rId3" Type="http://schemas.openxmlformats.org/officeDocument/2006/relationships/slide" Target="slide40.xml"/><Relationship Id="rId7" Type="http://schemas.openxmlformats.org/officeDocument/2006/relationships/slide" Target="slide47.xml"/><Relationship Id="rId12" Type="http://schemas.openxmlformats.org/officeDocument/2006/relationships/slide" Target="slide52.xml"/><Relationship Id="rId17" Type="http://schemas.openxmlformats.org/officeDocument/2006/relationships/slide" Target="slide53.xml"/><Relationship Id="rId2" Type="http://schemas.openxmlformats.org/officeDocument/2006/relationships/notesSlide" Target="../notesSlides/notesSlide45.xml"/><Relationship Id="rId16" Type="http://schemas.openxmlformats.org/officeDocument/2006/relationships/image" Target="../media/image16.png"/><Relationship Id="rId1" Type="http://schemas.openxmlformats.org/officeDocument/2006/relationships/slideLayout" Target="../slideLayouts/slideLayout1.xml"/><Relationship Id="rId6" Type="http://schemas.openxmlformats.org/officeDocument/2006/relationships/slide" Target="slide44.xml"/><Relationship Id="rId11" Type="http://schemas.openxmlformats.org/officeDocument/2006/relationships/slide" Target="slide46.xml"/><Relationship Id="rId5" Type="http://schemas.openxmlformats.org/officeDocument/2006/relationships/slide" Target="slide42.xml"/><Relationship Id="rId15" Type="http://schemas.openxmlformats.org/officeDocument/2006/relationships/slide" Target="slide9.xml"/><Relationship Id="rId10" Type="http://schemas.openxmlformats.org/officeDocument/2006/relationships/slide" Target="slide45.xml"/><Relationship Id="rId4" Type="http://schemas.openxmlformats.org/officeDocument/2006/relationships/slide" Target="slide41.xml"/><Relationship Id="rId9" Type="http://schemas.openxmlformats.org/officeDocument/2006/relationships/slide" Target="slide51.xml"/><Relationship Id="rId14" Type="http://schemas.openxmlformats.org/officeDocument/2006/relationships/slide" Target="slide48.xml"/></Relationships>
</file>

<file path=ppt/slides/_rels/slide48.xml.rels><?xml version="1.0" encoding="UTF-8" standalone="yes"?>
<Relationships xmlns="http://schemas.openxmlformats.org/package/2006/relationships"><Relationship Id="rId8" Type="http://schemas.openxmlformats.org/officeDocument/2006/relationships/slide" Target="slide44.xml"/><Relationship Id="rId13" Type="http://schemas.openxmlformats.org/officeDocument/2006/relationships/slide" Target="slide46.xml"/><Relationship Id="rId18" Type="http://schemas.openxmlformats.org/officeDocument/2006/relationships/slide" Target="slide53.xml"/><Relationship Id="rId3" Type="http://schemas.openxmlformats.org/officeDocument/2006/relationships/image" Target="../media/image27.svg"/><Relationship Id="rId7" Type="http://schemas.openxmlformats.org/officeDocument/2006/relationships/slide" Target="slide43.xml"/><Relationship Id="rId12" Type="http://schemas.openxmlformats.org/officeDocument/2006/relationships/slide" Target="slide45.xml"/><Relationship Id="rId17" Type="http://schemas.openxmlformats.org/officeDocument/2006/relationships/image" Target="../media/image16.png"/><Relationship Id="rId2" Type="http://schemas.openxmlformats.org/officeDocument/2006/relationships/notesSlide" Target="../notesSlides/notesSlide46.xml"/><Relationship Id="rId16" Type="http://schemas.openxmlformats.org/officeDocument/2006/relationships/slide" Target="slide9.xml"/><Relationship Id="rId1" Type="http://schemas.openxmlformats.org/officeDocument/2006/relationships/slideLayout" Target="../slideLayouts/slideLayout1.xml"/><Relationship Id="rId6" Type="http://schemas.openxmlformats.org/officeDocument/2006/relationships/slide" Target="slide42.xml"/><Relationship Id="rId11" Type="http://schemas.openxmlformats.org/officeDocument/2006/relationships/slide" Target="slide51.xml"/><Relationship Id="rId5" Type="http://schemas.openxmlformats.org/officeDocument/2006/relationships/slide" Target="slide41.xml"/><Relationship Id="rId15" Type="http://schemas.openxmlformats.org/officeDocument/2006/relationships/slide" Target="slide52.xml"/><Relationship Id="rId10" Type="http://schemas.openxmlformats.org/officeDocument/2006/relationships/slide" Target="slide50.xml"/><Relationship Id="rId4" Type="http://schemas.openxmlformats.org/officeDocument/2006/relationships/slide" Target="slide40.xml"/><Relationship Id="rId9" Type="http://schemas.openxmlformats.org/officeDocument/2006/relationships/slide" Target="slide47.xml"/><Relationship Id="rId14" Type="http://schemas.openxmlformats.org/officeDocument/2006/relationships/slide" Target="slide48.xml"/></Relationships>
</file>

<file path=ppt/slides/_rels/slide49.xml.rels><?xml version="1.0" encoding="UTF-8" standalone="yes"?>
<Relationships xmlns="http://schemas.openxmlformats.org/package/2006/relationships"><Relationship Id="rId8" Type="http://schemas.openxmlformats.org/officeDocument/2006/relationships/slide" Target="slide44.xml"/><Relationship Id="rId13" Type="http://schemas.openxmlformats.org/officeDocument/2006/relationships/slide" Target="slide46.xml"/><Relationship Id="rId18" Type="http://schemas.openxmlformats.org/officeDocument/2006/relationships/slide" Target="slide53.xml"/><Relationship Id="rId3" Type="http://schemas.openxmlformats.org/officeDocument/2006/relationships/image" Target="../media/image27.svg"/><Relationship Id="rId7" Type="http://schemas.openxmlformats.org/officeDocument/2006/relationships/slide" Target="slide43.xml"/><Relationship Id="rId12" Type="http://schemas.openxmlformats.org/officeDocument/2006/relationships/slide" Target="slide45.xml"/><Relationship Id="rId17" Type="http://schemas.openxmlformats.org/officeDocument/2006/relationships/image" Target="../media/image16.png"/><Relationship Id="rId2" Type="http://schemas.openxmlformats.org/officeDocument/2006/relationships/notesSlide" Target="../notesSlides/notesSlide47.xml"/><Relationship Id="rId16" Type="http://schemas.openxmlformats.org/officeDocument/2006/relationships/slide" Target="slide9.xml"/><Relationship Id="rId1" Type="http://schemas.openxmlformats.org/officeDocument/2006/relationships/slideLayout" Target="../slideLayouts/slideLayout1.xml"/><Relationship Id="rId6" Type="http://schemas.openxmlformats.org/officeDocument/2006/relationships/slide" Target="slide42.xml"/><Relationship Id="rId11" Type="http://schemas.openxmlformats.org/officeDocument/2006/relationships/slide" Target="slide51.xml"/><Relationship Id="rId5" Type="http://schemas.openxmlformats.org/officeDocument/2006/relationships/slide" Target="slide41.xml"/><Relationship Id="rId15" Type="http://schemas.openxmlformats.org/officeDocument/2006/relationships/slide" Target="slide52.xml"/><Relationship Id="rId10" Type="http://schemas.openxmlformats.org/officeDocument/2006/relationships/slide" Target="slide50.xml"/><Relationship Id="rId4" Type="http://schemas.openxmlformats.org/officeDocument/2006/relationships/slide" Target="slide40.xml"/><Relationship Id="rId9" Type="http://schemas.openxmlformats.org/officeDocument/2006/relationships/slide" Target="slide47.xml"/><Relationship Id="rId14" Type="http://schemas.openxmlformats.org/officeDocument/2006/relationships/slide" Target="slide48.xml"/></Relationships>
</file>

<file path=ppt/slides/_rels/slide50.xml.rels><?xml version="1.0" encoding="UTF-8" standalone="yes"?>
<Relationships xmlns="http://schemas.openxmlformats.org/package/2006/relationships"><Relationship Id="rId8" Type="http://schemas.openxmlformats.org/officeDocument/2006/relationships/slide" Target="slide47.xml"/><Relationship Id="rId13" Type="http://schemas.openxmlformats.org/officeDocument/2006/relationships/slide" Target="slide52.xml"/><Relationship Id="rId18" Type="http://schemas.openxmlformats.org/officeDocument/2006/relationships/slide" Target="slide53.xml"/><Relationship Id="rId3" Type="http://schemas.openxmlformats.org/officeDocument/2006/relationships/image" Target="../media/image27.svg"/><Relationship Id="rId7" Type="http://schemas.openxmlformats.org/officeDocument/2006/relationships/slide" Target="slide44.xml"/><Relationship Id="rId12" Type="http://schemas.openxmlformats.org/officeDocument/2006/relationships/slide" Target="slide46.xml"/><Relationship Id="rId17" Type="http://schemas.openxmlformats.org/officeDocument/2006/relationships/image" Target="../media/image16.png"/><Relationship Id="rId2" Type="http://schemas.openxmlformats.org/officeDocument/2006/relationships/notesSlide" Target="../notesSlides/notesSlide48.xml"/><Relationship Id="rId16" Type="http://schemas.openxmlformats.org/officeDocument/2006/relationships/slide" Target="slide9.xml"/><Relationship Id="rId1" Type="http://schemas.openxmlformats.org/officeDocument/2006/relationships/slideLayout" Target="../slideLayouts/slideLayout1.xml"/><Relationship Id="rId6" Type="http://schemas.openxmlformats.org/officeDocument/2006/relationships/slide" Target="slide42.xml"/><Relationship Id="rId11" Type="http://schemas.openxmlformats.org/officeDocument/2006/relationships/slide" Target="slide45.xml"/><Relationship Id="rId5" Type="http://schemas.openxmlformats.org/officeDocument/2006/relationships/slide" Target="slide41.xml"/><Relationship Id="rId15" Type="http://schemas.openxmlformats.org/officeDocument/2006/relationships/slide" Target="slide48.xml"/><Relationship Id="rId10" Type="http://schemas.openxmlformats.org/officeDocument/2006/relationships/slide" Target="slide51.xml"/><Relationship Id="rId4" Type="http://schemas.openxmlformats.org/officeDocument/2006/relationships/slide" Target="slide40.xml"/><Relationship Id="rId9" Type="http://schemas.openxmlformats.org/officeDocument/2006/relationships/slide" Target="slide50.xml"/><Relationship Id="rId14" Type="http://schemas.openxmlformats.org/officeDocument/2006/relationships/slide" Target="slide43.xml"/></Relationships>
</file>

<file path=ppt/slides/_rels/slide51.xml.rels><?xml version="1.0" encoding="UTF-8" standalone="yes"?>
<Relationships xmlns="http://schemas.openxmlformats.org/package/2006/relationships"><Relationship Id="rId8" Type="http://schemas.openxmlformats.org/officeDocument/2006/relationships/slide" Target="slide47.xml"/><Relationship Id="rId13" Type="http://schemas.openxmlformats.org/officeDocument/2006/relationships/slide" Target="slide52.xml"/><Relationship Id="rId18" Type="http://schemas.openxmlformats.org/officeDocument/2006/relationships/slide" Target="slide53.xml"/><Relationship Id="rId3" Type="http://schemas.openxmlformats.org/officeDocument/2006/relationships/image" Target="../media/image27.svg"/><Relationship Id="rId7" Type="http://schemas.openxmlformats.org/officeDocument/2006/relationships/slide" Target="slide44.xml"/><Relationship Id="rId12" Type="http://schemas.openxmlformats.org/officeDocument/2006/relationships/slide" Target="slide46.xml"/><Relationship Id="rId17" Type="http://schemas.openxmlformats.org/officeDocument/2006/relationships/image" Target="../media/image16.png"/><Relationship Id="rId2" Type="http://schemas.openxmlformats.org/officeDocument/2006/relationships/notesSlide" Target="../notesSlides/notesSlide49.xml"/><Relationship Id="rId16" Type="http://schemas.openxmlformats.org/officeDocument/2006/relationships/slide" Target="slide9.xml"/><Relationship Id="rId1" Type="http://schemas.openxmlformats.org/officeDocument/2006/relationships/slideLayout" Target="../slideLayouts/slideLayout1.xml"/><Relationship Id="rId6" Type="http://schemas.openxmlformats.org/officeDocument/2006/relationships/slide" Target="slide42.xml"/><Relationship Id="rId11" Type="http://schemas.openxmlformats.org/officeDocument/2006/relationships/slide" Target="slide45.xml"/><Relationship Id="rId5" Type="http://schemas.openxmlformats.org/officeDocument/2006/relationships/slide" Target="slide41.xml"/><Relationship Id="rId15" Type="http://schemas.openxmlformats.org/officeDocument/2006/relationships/slide" Target="slide48.xml"/><Relationship Id="rId10" Type="http://schemas.openxmlformats.org/officeDocument/2006/relationships/slide" Target="slide51.xml"/><Relationship Id="rId4" Type="http://schemas.openxmlformats.org/officeDocument/2006/relationships/slide" Target="slide40.xml"/><Relationship Id="rId9" Type="http://schemas.openxmlformats.org/officeDocument/2006/relationships/slide" Target="slide50.xml"/><Relationship Id="rId14" Type="http://schemas.openxmlformats.org/officeDocument/2006/relationships/slide" Target="slide43.xml"/></Relationships>
</file>

<file path=ppt/slides/_rels/slide52.xml.rels><?xml version="1.0" encoding="UTF-8" standalone="yes"?>
<Relationships xmlns="http://schemas.openxmlformats.org/package/2006/relationships"><Relationship Id="rId8" Type="http://schemas.openxmlformats.org/officeDocument/2006/relationships/slide" Target="slide47.xml"/><Relationship Id="rId13" Type="http://schemas.openxmlformats.org/officeDocument/2006/relationships/slide" Target="slide52.xml"/><Relationship Id="rId18" Type="http://schemas.openxmlformats.org/officeDocument/2006/relationships/slide" Target="slide53.xml"/><Relationship Id="rId3" Type="http://schemas.openxmlformats.org/officeDocument/2006/relationships/image" Target="../media/image27.svg"/><Relationship Id="rId7" Type="http://schemas.openxmlformats.org/officeDocument/2006/relationships/slide" Target="slide44.xml"/><Relationship Id="rId12" Type="http://schemas.openxmlformats.org/officeDocument/2006/relationships/slide" Target="slide46.xml"/><Relationship Id="rId17" Type="http://schemas.openxmlformats.org/officeDocument/2006/relationships/image" Target="../media/image16.png"/><Relationship Id="rId2" Type="http://schemas.openxmlformats.org/officeDocument/2006/relationships/notesSlide" Target="../notesSlides/notesSlide50.xml"/><Relationship Id="rId16" Type="http://schemas.openxmlformats.org/officeDocument/2006/relationships/slide" Target="slide9.xml"/><Relationship Id="rId1" Type="http://schemas.openxmlformats.org/officeDocument/2006/relationships/slideLayout" Target="../slideLayouts/slideLayout1.xml"/><Relationship Id="rId6" Type="http://schemas.openxmlformats.org/officeDocument/2006/relationships/slide" Target="slide42.xml"/><Relationship Id="rId11" Type="http://schemas.openxmlformats.org/officeDocument/2006/relationships/slide" Target="slide45.xml"/><Relationship Id="rId5" Type="http://schemas.openxmlformats.org/officeDocument/2006/relationships/slide" Target="slide41.xml"/><Relationship Id="rId15" Type="http://schemas.openxmlformats.org/officeDocument/2006/relationships/slide" Target="slide48.xml"/><Relationship Id="rId10" Type="http://schemas.openxmlformats.org/officeDocument/2006/relationships/slide" Target="slide51.xml"/><Relationship Id="rId4" Type="http://schemas.openxmlformats.org/officeDocument/2006/relationships/slide" Target="slide40.xml"/><Relationship Id="rId9" Type="http://schemas.openxmlformats.org/officeDocument/2006/relationships/slide" Target="slide50.xml"/><Relationship Id="rId14" Type="http://schemas.openxmlformats.org/officeDocument/2006/relationships/slide" Target="slide43.xml"/></Relationships>
</file>

<file path=ppt/slides/_rels/slide53.xml.rels><?xml version="1.0" encoding="UTF-8" standalone="yes"?>
<Relationships xmlns="http://schemas.openxmlformats.org/package/2006/relationships"><Relationship Id="rId8" Type="http://schemas.openxmlformats.org/officeDocument/2006/relationships/slide" Target="slide50.xml"/><Relationship Id="rId13" Type="http://schemas.openxmlformats.org/officeDocument/2006/relationships/slide" Target="slide53.xml"/><Relationship Id="rId18" Type="http://schemas.openxmlformats.org/officeDocument/2006/relationships/image" Target="../media/image27.svg"/><Relationship Id="rId3" Type="http://schemas.openxmlformats.org/officeDocument/2006/relationships/slide" Target="slide40.xml"/><Relationship Id="rId7" Type="http://schemas.openxmlformats.org/officeDocument/2006/relationships/slide" Target="slide47.xml"/><Relationship Id="rId12" Type="http://schemas.openxmlformats.org/officeDocument/2006/relationships/slide" Target="slide52.xml"/><Relationship Id="rId17" Type="http://schemas.openxmlformats.org/officeDocument/2006/relationships/image" Target="../media/image16.png"/><Relationship Id="rId2" Type="http://schemas.openxmlformats.org/officeDocument/2006/relationships/notesSlide" Target="../notesSlides/notesSlide51.xml"/><Relationship Id="rId16" Type="http://schemas.openxmlformats.org/officeDocument/2006/relationships/slide" Target="slide9.xml"/><Relationship Id="rId1" Type="http://schemas.openxmlformats.org/officeDocument/2006/relationships/slideLayout" Target="../slideLayouts/slideLayout1.xml"/><Relationship Id="rId6" Type="http://schemas.openxmlformats.org/officeDocument/2006/relationships/slide" Target="slide44.xml"/><Relationship Id="rId11" Type="http://schemas.openxmlformats.org/officeDocument/2006/relationships/slide" Target="slide46.xml"/><Relationship Id="rId5" Type="http://schemas.openxmlformats.org/officeDocument/2006/relationships/slide" Target="slide42.xml"/><Relationship Id="rId15" Type="http://schemas.openxmlformats.org/officeDocument/2006/relationships/slide" Target="slide48.xml"/><Relationship Id="rId10" Type="http://schemas.openxmlformats.org/officeDocument/2006/relationships/slide" Target="slide45.xml"/><Relationship Id="rId4" Type="http://schemas.openxmlformats.org/officeDocument/2006/relationships/slide" Target="slide41.xml"/><Relationship Id="rId9" Type="http://schemas.openxmlformats.org/officeDocument/2006/relationships/slide" Target="slide51.xml"/><Relationship Id="rId14" Type="http://schemas.openxmlformats.org/officeDocument/2006/relationships/slide" Target="slide43.xml"/></Relationships>
</file>

<file path=ppt/slides/_rels/slide54.xml.rels><?xml version="1.0" encoding="UTF-8" standalone="yes"?>
<Relationships xmlns="http://schemas.openxmlformats.org/package/2006/relationships"><Relationship Id="rId8" Type="http://schemas.openxmlformats.org/officeDocument/2006/relationships/slide" Target="slide58.xml"/><Relationship Id="rId3" Type="http://schemas.openxmlformats.org/officeDocument/2006/relationships/slide" Target="slide60.xml"/><Relationship Id="rId7" Type="http://schemas.openxmlformats.org/officeDocument/2006/relationships/slide" Target="slide59.xml"/><Relationship Id="rId2" Type="http://schemas.openxmlformats.org/officeDocument/2006/relationships/notesSlide" Target="../notesSlides/notesSlide52.xml"/><Relationship Id="rId1" Type="http://schemas.openxmlformats.org/officeDocument/2006/relationships/slideLayout" Target="../slideLayouts/slideLayout1.xml"/><Relationship Id="rId6" Type="http://schemas.openxmlformats.org/officeDocument/2006/relationships/slide" Target="slide55.xml"/><Relationship Id="rId5" Type="http://schemas.openxmlformats.org/officeDocument/2006/relationships/slide" Target="slide56.xml"/><Relationship Id="rId10" Type="http://schemas.openxmlformats.org/officeDocument/2006/relationships/image" Target="../media/image16.png"/><Relationship Id="rId4" Type="http://schemas.openxmlformats.org/officeDocument/2006/relationships/slide" Target="slide57.xml"/><Relationship Id="rId9" Type="http://schemas.openxmlformats.org/officeDocument/2006/relationships/slide" Target="slide9.xml"/></Relationships>
</file>

<file path=ppt/slides/_rels/slide55.xml.rels><?xml version="1.0" encoding="UTF-8" standalone="yes"?>
<Relationships xmlns="http://schemas.openxmlformats.org/package/2006/relationships"><Relationship Id="rId8" Type="http://schemas.openxmlformats.org/officeDocument/2006/relationships/slide" Target="slide58.xml"/><Relationship Id="rId3" Type="http://schemas.openxmlformats.org/officeDocument/2006/relationships/slide" Target="slide60.xml"/><Relationship Id="rId7" Type="http://schemas.openxmlformats.org/officeDocument/2006/relationships/slide" Target="slide59.xml"/><Relationship Id="rId2" Type="http://schemas.openxmlformats.org/officeDocument/2006/relationships/notesSlide" Target="../notesSlides/notesSlide53.xml"/><Relationship Id="rId1" Type="http://schemas.openxmlformats.org/officeDocument/2006/relationships/slideLayout" Target="../slideLayouts/slideLayout1.xml"/><Relationship Id="rId6" Type="http://schemas.openxmlformats.org/officeDocument/2006/relationships/slide" Target="slide55.xml"/><Relationship Id="rId5" Type="http://schemas.openxmlformats.org/officeDocument/2006/relationships/slide" Target="slide56.xml"/><Relationship Id="rId10" Type="http://schemas.openxmlformats.org/officeDocument/2006/relationships/image" Target="../media/image16.png"/><Relationship Id="rId4" Type="http://schemas.openxmlformats.org/officeDocument/2006/relationships/slide" Target="slide57.xml"/><Relationship Id="rId9" Type="http://schemas.openxmlformats.org/officeDocument/2006/relationships/slide" Target="slide9.xml"/></Relationships>
</file>

<file path=ppt/slides/_rels/slide56.xml.rels><?xml version="1.0" encoding="UTF-8" standalone="yes"?>
<Relationships xmlns="http://schemas.openxmlformats.org/package/2006/relationships"><Relationship Id="rId8" Type="http://schemas.openxmlformats.org/officeDocument/2006/relationships/slide" Target="slide58.xml"/><Relationship Id="rId3" Type="http://schemas.openxmlformats.org/officeDocument/2006/relationships/slide" Target="slide60.xml"/><Relationship Id="rId7" Type="http://schemas.openxmlformats.org/officeDocument/2006/relationships/slide" Target="slide59.xml"/><Relationship Id="rId2" Type="http://schemas.openxmlformats.org/officeDocument/2006/relationships/notesSlide" Target="../notesSlides/notesSlide54.xml"/><Relationship Id="rId1" Type="http://schemas.openxmlformats.org/officeDocument/2006/relationships/slideLayout" Target="../slideLayouts/slideLayout1.xml"/><Relationship Id="rId6" Type="http://schemas.openxmlformats.org/officeDocument/2006/relationships/slide" Target="slide55.xml"/><Relationship Id="rId5" Type="http://schemas.openxmlformats.org/officeDocument/2006/relationships/slide" Target="slide56.xml"/><Relationship Id="rId10" Type="http://schemas.openxmlformats.org/officeDocument/2006/relationships/image" Target="../media/image16.png"/><Relationship Id="rId4" Type="http://schemas.openxmlformats.org/officeDocument/2006/relationships/slide" Target="slide57.xml"/><Relationship Id="rId9" Type="http://schemas.openxmlformats.org/officeDocument/2006/relationships/slide" Target="slide9.xml"/></Relationships>
</file>

<file path=ppt/slides/_rels/slide57.xml.rels><?xml version="1.0" encoding="UTF-8" standalone="yes"?>
<Relationships xmlns="http://schemas.openxmlformats.org/package/2006/relationships"><Relationship Id="rId8" Type="http://schemas.openxmlformats.org/officeDocument/2006/relationships/slide" Target="slide58.xml"/><Relationship Id="rId3" Type="http://schemas.openxmlformats.org/officeDocument/2006/relationships/slide" Target="slide60.xml"/><Relationship Id="rId7" Type="http://schemas.openxmlformats.org/officeDocument/2006/relationships/slide" Target="slide59.xml"/><Relationship Id="rId2" Type="http://schemas.openxmlformats.org/officeDocument/2006/relationships/notesSlide" Target="../notesSlides/notesSlide55.xml"/><Relationship Id="rId1" Type="http://schemas.openxmlformats.org/officeDocument/2006/relationships/slideLayout" Target="../slideLayouts/slideLayout1.xml"/><Relationship Id="rId6" Type="http://schemas.openxmlformats.org/officeDocument/2006/relationships/slide" Target="slide55.xml"/><Relationship Id="rId5" Type="http://schemas.openxmlformats.org/officeDocument/2006/relationships/slide" Target="slide56.xml"/><Relationship Id="rId10" Type="http://schemas.openxmlformats.org/officeDocument/2006/relationships/image" Target="../media/image16.png"/><Relationship Id="rId4" Type="http://schemas.openxmlformats.org/officeDocument/2006/relationships/slide" Target="slide57.xml"/><Relationship Id="rId9" Type="http://schemas.openxmlformats.org/officeDocument/2006/relationships/slide" Target="slide9.xml"/></Relationships>
</file>

<file path=ppt/slides/_rels/slide58.xml.rels><?xml version="1.0" encoding="UTF-8" standalone="yes"?>
<Relationships xmlns="http://schemas.openxmlformats.org/package/2006/relationships"><Relationship Id="rId8" Type="http://schemas.openxmlformats.org/officeDocument/2006/relationships/slide" Target="slide58.xml"/><Relationship Id="rId3" Type="http://schemas.openxmlformats.org/officeDocument/2006/relationships/slide" Target="slide60.xml"/><Relationship Id="rId7" Type="http://schemas.openxmlformats.org/officeDocument/2006/relationships/slide" Target="slide59.xml"/><Relationship Id="rId2" Type="http://schemas.openxmlformats.org/officeDocument/2006/relationships/notesSlide" Target="../notesSlides/notesSlide56.xml"/><Relationship Id="rId1" Type="http://schemas.openxmlformats.org/officeDocument/2006/relationships/slideLayout" Target="../slideLayouts/slideLayout1.xml"/><Relationship Id="rId6" Type="http://schemas.openxmlformats.org/officeDocument/2006/relationships/slide" Target="slide55.xml"/><Relationship Id="rId5" Type="http://schemas.openxmlformats.org/officeDocument/2006/relationships/slide" Target="slide56.xml"/><Relationship Id="rId10" Type="http://schemas.openxmlformats.org/officeDocument/2006/relationships/image" Target="../media/image16.png"/><Relationship Id="rId4" Type="http://schemas.openxmlformats.org/officeDocument/2006/relationships/slide" Target="slide57.xml"/><Relationship Id="rId9" Type="http://schemas.openxmlformats.org/officeDocument/2006/relationships/slide" Target="slide9.xml"/></Relationships>
</file>

<file path=ppt/slides/_rels/slide59.xml.rels><?xml version="1.0" encoding="UTF-8" standalone="yes"?>
<Relationships xmlns="http://schemas.openxmlformats.org/package/2006/relationships"><Relationship Id="rId8" Type="http://schemas.openxmlformats.org/officeDocument/2006/relationships/slide" Target="slide58.xml"/><Relationship Id="rId3" Type="http://schemas.openxmlformats.org/officeDocument/2006/relationships/slide" Target="slide60.xml"/><Relationship Id="rId7" Type="http://schemas.openxmlformats.org/officeDocument/2006/relationships/slide" Target="slide59.xml"/><Relationship Id="rId2" Type="http://schemas.openxmlformats.org/officeDocument/2006/relationships/notesSlide" Target="../notesSlides/notesSlide57.xml"/><Relationship Id="rId1" Type="http://schemas.openxmlformats.org/officeDocument/2006/relationships/slideLayout" Target="../slideLayouts/slideLayout1.xml"/><Relationship Id="rId6" Type="http://schemas.openxmlformats.org/officeDocument/2006/relationships/slide" Target="slide55.xml"/><Relationship Id="rId5" Type="http://schemas.openxmlformats.org/officeDocument/2006/relationships/slide" Target="slide56.xml"/><Relationship Id="rId10" Type="http://schemas.openxmlformats.org/officeDocument/2006/relationships/image" Target="../media/image16.png"/><Relationship Id="rId4" Type="http://schemas.openxmlformats.org/officeDocument/2006/relationships/slide" Target="slide57.xml"/><Relationship Id="rId9" Type="http://schemas.openxmlformats.org/officeDocument/2006/relationships/slide" Target="slide9.xml"/></Relationships>
</file>

<file path=ppt/slides/_rels/slide60.xml.rels><?xml version="1.0" encoding="UTF-8" standalone="yes"?>
<Relationships xmlns="http://schemas.openxmlformats.org/package/2006/relationships"><Relationship Id="rId8" Type="http://schemas.openxmlformats.org/officeDocument/2006/relationships/slide" Target="slide59.xml"/><Relationship Id="rId3" Type="http://schemas.openxmlformats.org/officeDocument/2006/relationships/image" Target="../media/image28.png"/><Relationship Id="rId7" Type="http://schemas.openxmlformats.org/officeDocument/2006/relationships/slide" Target="slide55.xml"/><Relationship Id="rId2" Type="http://schemas.openxmlformats.org/officeDocument/2006/relationships/notesSlide" Target="../notesSlides/notesSlide58.xml"/><Relationship Id="rId1" Type="http://schemas.openxmlformats.org/officeDocument/2006/relationships/slideLayout" Target="../slideLayouts/slideLayout1.xml"/><Relationship Id="rId6" Type="http://schemas.openxmlformats.org/officeDocument/2006/relationships/slide" Target="slide56.xml"/><Relationship Id="rId11" Type="http://schemas.openxmlformats.org/officeDocument/2006/relationships/image" Target="../media/image16.png"/><Relationship Id="rId5" Type="http://schemas.openxmlformats.org/officeDocument/2006/relationships/slide" Target="slide57.xml"/><Relationship Id="rId10" Type="http://schemas.openxmlformats.org/officeDocument/2006/relationships/slide" Target="slide9.xml"/><Relationship Id="rId4" Type="http://schemas.openxmlformats.org/officeDocument/2006/relationships/slide" Target="slide60.xml"/><Relationship Id="rId9" Type="http://schemas.openxmlformats.org/officeDocument/2006/relationships/slide" Target="slide58.xml"/></Relationships>
</file>

<file path=ppt/slides/_rels/slide61.xml.rels><?xml version="1.0" encoding="UTF-8" standalone="yes"?>
<Relationships xmlns="http://schemas.openxmlformats.org/package/2006/relationships"><Relationship Id="rId8" Type="http://schemas.openxmlformats.org/officeDocument/2006/relationships/image" Target="../media/image34.png"/><Relationship Id="rId13" Type="http://schemas.openxmlformats.org/officeDocument/2006/relationships/image" Target="../media/image16.png"/><Relationship Id="rId3" Type="http://schemas.openxmlformats.org/officeDocument/2006/relationships/image" Target="../media/image29.jpeg"/><Relationship Id="rId7" Type="http://schemas.openxmlformats.org/officeDocument/2006/relationships/image" Target="../media/image33.svg"/><Relationship Id="rId12" Type="http://schemas.openxmlformats.org/officeDocument/2006/relationships/slide" Target="slide9.xml"/><Relationship Id="rId2" Type="http://schemas.openxmlformats.org/officeDocument/2006/relationships/notesSlide" Target="../notesSlides/notesSlide59.xml"/><Relationship Id="rId1" Type="http://schemas.openxmlformats.org/officeDocument/2006/relationships/slideLayout" Target="../slideLayouts/slideLayout1.xml"/><Relationship Id="rId6" Type="http://schemas.openxmlformats.org/officeDocument/2006/relationships/image" Target="../media/image32.png"/><Relationship Id="rId11" Type="http://schemas.openxmlformats.org/officeDocument/2006/relationships/image" Target="../media/image37.svg"/><Relationship Id="rId5" Type="http://schemas.openxmlformats.org/officeDocument/2006/relationships/image" Target="../media/image31.png"/><Relationship Id="rId10" Type="http://schemas.openxmlformats.org/officeDocument/2006/relationships/image" Target="../media/image36.png"/><Relationship Id="rId4" Type="http://schemas.openxmlformats.org/officeDocument/2006/relationships/image" Target="../media/image30.svg"/><Relationship Id="rId9" Type="http://schemas.openxmlformats.org/officeDocument/2006/relationships/image" Target="../media/image35.svg"/></Relationships>
</file>

<file path=ppt/slides/_rels/slide62.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slide" Target="slide66.xml"/><Relationship Id="rId7" Type="http://schemas.openxmlformats.org/officeDocument/2006/relationships/slide" Target="slide9.xml"/><Relationship Id="rId2" Type="http://schemas.openxmlformats.org/officeDocument/2006/relationships/notesSlide" Target="../notesSlides/notesSlide60.xml"/><Relationship Id="rId1" Type="http://schemas.openxmlformats.org/officeDocument/2006/relationships/slideLayout" Target="../slideLayouts/slideLayout1.xml"/><Relationship Id="rId6" Type="http://schemas.openxmlformats.org/officeDocument/2006/relationships/slide" Target="slide63.xml"/><Relationship Id="rId5" Type="http://schemas.openxmlformats.org/officeDocument/2006/relationships/slide" Target="slide64.xml"/><Relationship Id="rId4" Type="http://schemas.openxmlformats.org/officeDocument/2006/relationships/slide" Target="slide65.xml"/></Relationships>
</file>

<file path=ppt/slides/_rels/slide63.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slide" Target="slide66.xml"/><Relationship Id="rId7" Type="http://schemas.openxmlformats.org/officeDocument/2006/relationships/slide" Target="slide9.xml"/><Relationship Id="rId2" Type="http://schemas.openxmlformats.org/officeDocument/2006/relationships/notesSlide" Target="../notesSlides/notesSlide61.xml"/><Relationship Id="rId1" Type="http://schemas.openxmlformats.org/officeDocument/2006/relationships/slideLayout" Target="../slideLayouts/slideLayout1.xml"/><Relationship Id="rId6" Type="http://schemas.openxmlformats.org/officeDocument/2006/relationships/slide" Target="slide63.xml"/><Relationship Id="rId5" Type="http://schemas.openxmlformats.org/officeDocument/2006/relationships/slide" Target="slide64.xml"/><Relationship Id="rId4" Type="http://schemas.openxmlformats.org/officeDocument/2006/relationships/slide" Target="slide65.xml"/></Relationships>
</file>

<file path=ppt/slides/_rels/slide64.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slide" Target="slide66.xml"/><Relationship Id="rId7" Type="http://schemas.openxmlformats.org/officeDocument/2006/relationships/slide" Target="slide9.xml"/><Relationship Id="rId2" Type="http://schemas.openxmlformats.org/officeDocument/2006/relationships/notesSlide" Target="../notesSlides/notesSlide62.xml"/><Relationship Id="rId1" Type="http://schemas.openxmlformats.org/officeDocument/2006/relationships/slideLayout" Target="../slideLayouts/slideLayout1.xml"/><Relationship Id="rId6" Type="http://schemas.openxmlformats.org/officeDocument/2006/relationships/slide" Target="slide63.xml"/><Relationship Id="rId5" Type="http://schemas.openxmlformats.org/officeDocument/2006/relationships/slide" Target="slide64.xml"/><Relationship Id="rId4" Type="http://schemas.openxmlformats.org/officeDocument/2006/relationships/slide" Target="slide65.xml"/></Relationships>
</file>

<file path=ppt/slides/_rels/slide65.xml.rels><?xml version="1.0" encoding="UTF-8" standalone="yes"?>
<Relationships xmlns="http://schemas.openxmlformats.org/package/2006/relationships"><Relationship Id="rId8" Type="http://schemas.openxmlformats.org/officeDocument/2006/relationships/slide" Target="slide63.xml"/><Relationship Id="rId3" Type="http://schemas.openxmlformats.org/officeDocument/2006/relationships/image" Target="../media/image38.png"/><Relationship Id="rId7" Type="http://schemas.openxmlformats.org/officeDocument/2006/relationships/slide" Target="slide64.xml"/><Relationship Id="rId2" Type="http://schemas.openxmlformats.org/officeDocument/2006/relationships/notesSlide" Target="../notesSlides/notesSlide63.xml"/><Relationship Id="rId1" Type="http://schemas.openxmlformats.org/officeDocument/2006/relationships/slideLayout" Target="../slideLayouts/slideLayout1.xml"/><Relationship Id="rId6" Type="http://schemas.openxmlformats.org/officeDocument/2006/relationships/slide" Target="slide65.xml"/><Relationship Id="rId5" Type="http://schemas.openxmlformats.org/officeDocument/2006/relationships/slide" Target="slide66.xml"/><Relationship Id="rId10" Type="http://schemas.openxmlformats.org/officeDocument/2006/relationships/image" Target="../media/image16.png"/><Relationship Id="rId4" Type="http://schemas.openxmlformats.org/officeDocument/2006/relationships/image" Target="../media/image38.png"/><Relationship Id="rId9" Type="http://schemas.openxmlformats.org/officeDocument/2006/relationships/slide" Target="slide9.xml"/></Relationships>
</file>

<file path=ppt/slides/_rels/slide66.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slide" Target="slide66.xml"/><Relationship Id="rId7" Type="http://schemas.openxmlformats.org/officeDocument/2006/relationships/slide" Target="slide9.xml"/><Relationship Id="rId2" Type="http://schemas.openxmlformats.org/officeDocument/2006/relationships/notesSlide" Target="../notesSlides/notesSlide64.xml"/><Relationship Id="rId1" Type="http://schemas.openxmlformats.org/officeDocument/2006/relationships/slideLayout" Target="../slideLayouts/slideLayout1.xml"/><Relationship Id="rId6" Type="http://schemas.openxmlformats.org/officeDocument/2006/relationships/slide" Target="slide63.xml"/><Relationship Id="rId5" Type="http://schemas.openxmlformats.org/officeDocument/2006/relationships/slide" Target="slide64.xml"/><Relationship Id="rId4" Type="http://schemas.openxmlformats.org/officeDocument/2006/relationships/slide" Target="slide65.xml"/></Relationships>
</file>

<file path=ppt/slides/_rels/slide67.xml.rels><?xml version="1.0" encoding="UTF-8" standalone="yes"?>
<Relationships xmlns="http://schemas.openxmlformats.org/package/2006/relationships"><Relationship Id="rId8" Type="http://schemas.openxmlformats.org/officeDocument/2006/relationships/slide" Target="slide71.xml"/><Relationship Id="rId13" Type="http://schemas.openxmlformats.org/officeDocument/2006/relationships/slide" Target="slide68.xml"/><Relationship Id="rId18" Type="http://schemas.openxmlformats.org/officeDocument/2006/relationships/customXml" Target="../ink/ink3.xml"/><Relationship Id="rId26" Type="http://schemas.openxmlformats.org/officeDocument/2006/relationships/slide" Target="slide9.xml"/><Relationship Id="rId3" Type="http://schemas.openxmlformats.org/officeDocument/2006/relationships/slide" Target="slide70.xml"/><Relationship Id="rId21" Type="http://schemas.openxmlformats.org/officeDocument/2006/relationships/image" Target="../media/image51.png"/><Relationship Id="rId7" Type="http://schemas.openxmlformats.org/officeDocument/2006/relationships/slide" Target="slide72.xml"/><Relationship Id="rId12" Type="http://schemas.openxmlformats.org/officeDocument/2006/relationships/image" Target="../media/image47.png"/><Relationship Id="rId17" Type="http://schemas.openxmlformats.org/officeDocument/2006/relationships/image" Target="../media/image49.png"/><Relationship Id="rId25" Type="http://schemas.openxmlformats.org/officeDocument/2006/relationships/image" Target="../media/image53.png"/><Relationship Id="rId2" Type="http://schemas.openxmlformats.org/officeDocument/2006/relationships/notesSlide" Target="../notesSlides/notesSlide65.xml"/><Relationship Id="rId16" Type="http://schemas.openxmlformats.org/officeDocument/2006/relationships/customXml" Target="../ink/ink2.xml"/><Relationship Id="rId20" Type="http://schemas.openxmlformats.org/officeDocument/2006/relationships/customXml" Target="../ink/ink4.xml"/><Relationship Id="rId1" Type="http://schemas.openxmlformats.org/officeDocument/2006/relationships/slideLayout" Target="../slideLayouts/slideLayout12.xml"/><Relationship Id="rId6" Type="http://schemas.openxmlformats.org/officeDocument/2006/relationships/image" Target="../media/image39.emf"/><Relationship Id="rId11" Type="http://schemas.openxmlformats.org/officeDocument/2006/relationships/image" Target="../media/image41.png"/><Relationship Id="rId24" Type="http://schemas.openxmlformats.org/officeDocument/2006/relationships/customXml" Target="../ink/ink6.xml"/><Relationship Id="rId5" Type="http://schemas.openxmlformats.org/officeDocument/2006/relationships/slide" Target="slide74.xml"/><Relationship Id="rId15" Type="http://schemas.openxmlformats.org/officeDocument/2006/relationships/image" Target="../media/image48.png"/><Relationship Id="rId23" Type="http://schemas.openxmlformats.org/officeDocument/2006/relationships/image" Target="../media/image52.png"/><Relationship Id="rId10" Type="http://schemas.openxmlformats.org/officeDocument/2006/relationships/slide" Target="slide75.xml"/><Relationship Id="rId19" Type="http://schemas.openxmlformats.org/officeDocument/2006/relationships/image" Target="../media/image50.png"/><Relationship Id="rId4" Type="http://schemas.openxmlformats.org/officeDocument/2006/relationships/slide" Target="slide69.xml"/><Relationship Id="rId9" Type="http://schemas.openxmlformats.org/officeDocument/2006/relationships/image" Target="../media/image40.svg"/><Relationship Id="rId14" Type="http://schemas.openxmlformats.org/officeDocument/2006/relationships/customXml" Target="../ink/ink1.xml"/><Relationship Id="rId22" Type="http://schemas.openxmlformats.org/officeDocument/2006/relationships/customXml" Target="../ink/ink5.xml"/><Relationship Id="rId27" Type="http://schemas.openxmlformats.org/officeDocument/2006/relationships/image" Target="../media/image16.png"/></Relationships>
</file>

<file path=ppt/slides/_rels/slide68.xml.rels><?xml version="1.0" encoding="UTF-8" standalone="yes"?>
<Relationships xmlns="http://schemas.openxmlformats.org/package/2006/relationships"><Relationship Id="rId8" Type="http://schemas.openxmlformats.org/officeDocument/2006/relationships/slide" Target="slide72.xml"/><Relationship Id="rId3" Type="http://schemas.openxmlformats.org/officeDocument/2006/relationships/slide" Target="slide74.xml"/><Relationship Id="rId7" Type="http://schemas.openxmlformats.org/officeDocument/2006/relationships/slide" Target="slide73.xml"/><Relationship Id="rId2" Type="http://schemas.openxmlformats.org/officeDocument/2006/relationships/notesSlide" Target="../notesSlides/notesSlide66.xml"/><Relationship Id="rId1" Type="http://schemas.openxmlformats.org/officeDocument/2006/relationships/slideLayout" Target="../slideLayouts/slideLayout1.xml"/><Relationship Id="rId6" Type="http://schemas.openxmlformats.org/officeDocument/2006/relationships/slide" Target="slide69.xml"/><Relationship Id="rId11" Type="http://schemas.openxmlformats.org/officeDocument/2006/relationships/image" Target="../media/image16.png"/><Relationship Id="rId5" Type="http://schemas.openxmlformats.org/officeDocument/2006/relationships/slide" Target="slide70.xml"/><Relationship Id="rId10" Type="http://schemas.openxmlformats.org/officeDocument/2006/relationships/slide" Target="slide9.xml"/><Relationship Id="rId4" Type="http://schemas.openxmlformats.org/officeDocument/2006/relationships/slide" Target="slide71.xml"/><Relationship Id="rId9" Type="http://schemas.openxmlformats.org/officeDocument/2006/relationships/slide" Target="slide75.xml"/></Relationships>
</file>

<file path=ppt/slides/_rels/slide69.xml.rels><?xml version="1.0" encoding="UTF-8" standalone="yes"?>
<Relationships xmlns="http://schemas.openxmlformats.org/package/2006/relationships"><Relationship Id="rId8" Type="http://schemas.openxmlformats.org/officeDocument/2006/relationships/slide" Target="slide69.xml"/><Relationship Id="rId13" Type="http://schemas.openxmlformats.org/officeDocument/2006/relationships/image" Target="../media/image16.png"/><Relationship Id="rId3" Type="http://schemas.openxmlformats.org/officeDocument/2006/relationships/slide" Target="slide67.xml"/><Relationship Id="rId7" Type="http://schemas.openxmlformats.org/officeDocument/2006/relationships/slide" Target="slide70.xml"/><Relationship Id="rId12" Type="http://schemas.openxmlformats.org/officeDocument/2006/relationships/slide" Target="slide9.xml"/><Relationship Id="rId2" Type="http://schemas.openxmlformats.org/officeDocument/2006/relationships/notesSlide" Target="../notesSlides/notesSlide67.xml"/><Relationship Id="rId1" Type="http://schemas.openxmlformats.org/officeDocument/2006/relationships/slideLayout" Target="../slideLayouts/slideLayout1.xml"/><Relationship Id="rId6" Type="http://schemas.openxmlformats.org/officeDocument/2006/relationships/slide" Target="slide71.xml"/><Relationship Id="rId11" Type="http://schemas.openxmlformats.org/officeDocument/2006/relationships/slide" Target="slide75.xml"/><Relationship Id="rId5" Type="http://schemas.openxmlformats.org/officeDocument/2006/relationships/slide" Target="slide74.xml"/><Relationship Id="rId10" Type="http://schemas.openxmlformats.org/officeDocument/2006/relationships/slide" Target="slide72.xml"/><Relationship Id="rId4" Type="http://schemas.openxmlformats.org/officeDocument/2006/relationships/image" Target="../media/image42.svg"/><Relationship Id="rId9" Type="http://schemas.openxmlformats.org/officeDocument/2006/relationships/slide" Target="slide73.xml"/></Relationships>
</file>

<file path=ppt/slides/_rels/slide70.xml.rels><?xml version="1.0" encoding="UTF-8" standalone="yes"?>
<Relationships xmlns="http://schemas.openxmlformats.org/package/2006/relationships"><Relationship Id="rId8" Type="http://schemas.openxmlformats.org/officeDocument/2006/relationships/slide" Target="slide72.xml"/><Relationship Id="rId13" Type="http://schemas.openxmlformats.org/officeDocument/2006/relationships/image" Target="../media/image16.png"/><Relationship Id="rId3" Type="http://schemas.openxmlformats.org/officeDocument/2006/relationships/slide" Target="slide74.xml"/><Relationship Id="rId7" Type="http://schemas.openxmlformats.org/officeDocument/2006/relationships/slide" Target="slide73.xml"/><Relationship Id="rId12" Type="http://schemas.openxmlformats.org/officeDocument/2006/relationships/slide" Target="slide9.xml"/><Relationship Id="rId2" Type="http://schemas.openxmlformats.org/officeDocument/2006/relationships/notesSlide" Target="../notesSlides/notesSlide68.xml"/><Relationship Id="rId1" Type="http://schemas.openxmlformats.org/officeDocument/2006/relationships/slideLayout" Target="../slideLayouts/slideLayout1.xml"/><Relationship Id="rId6" Type="http://schemas.openxmlformats.org/officeDocument/2006/relationships/slide" Target="slide69.xml"/><Relationship Id="rId11" Type="http://schemas.openxmlformats.org/officeDocument/2006/relationships/image" Target="../media/image42.svg"/><Relationship Id="rId5" Type="http://schemas.openxmlformats.org/officeDocument/2006/relationships/slide" Target="slide70.xml"/><Relationship Id="rId10" Type="http://schemas.openxmlformats.org/officeDocument/2006/relationships/slide" Target="slide67.xml"/><Relationship Id="rId4" Type="http://schemas.openxmlformats.org/officeDocument/2006/relationships/slide" Target="slide71.xml"/><Relationship Id="rId9" Type="http://schemas.openxmlformats.org/officeDocument/2006/relationships/slide" Target="slide75.xml"/></Relationships>
</file>

<file path=ppt/slides/_rels/slide71.xml.rels><?xml version="1.0" encoding="UTF-8" standalone="yes"?>
<Relationships xmlns="http://schemas.openxmlformats.org/package/2006/relationships"><Relationship Id="rId8" Type="http://schemas.openxmlformats.org/officeDocument/2006/relationships/slide" Target="slide72.xml"/><Relationship Id="rId13" Type="http://schemas.openxmlformats.org/officeDocument/2006/relationships/image" Target="../media/image16.png"/><Relationship Id="rId3" Type="http://schemas.openxmlformats.org/officeDocument/2006/relationships/slide" Target="slide74.xml"/><Relationship Id="rId7" Type="http://schemas.openxmlformats.org/officeDocument/2006/relationships/slide" Target="slide73.xml"/><Relationship Id="rId12" Type="http://schemas.openxmlformats.org/officeDocument/2006/relationships/slide" Target="slide9.xml"/><Relationship Id="rId2" Type="http://schemas.openxmlformats.org/officeDocument/2006/relationships/notesSlide" Target="../notesSlides/notesSlide69.xml"/><Relationship Id="rId1" Type="http://schemas.openxmlformats.org/officeDocument/2006/relationships/slideLayout" Target="../slideLayouts/slideLayout1.xml"/><Relationship Id="rId6" Type="http://schemas.openxmlformats.org/officeDocument/2006/relationships/slide" Target="slide69.xml"/><Relationship Id="rId11" Type="http://schemas.openxmlformats.org/officeDocument/2006/relationships/image" Target="../media/image42.svg"/><Relationship Id="rId5" Type="http://schemas.openxmlformats.org/officeDocument/2006/relationships/slide" Target="slide70.xml"/><Relationship Id="rId10" Type="http://schemas.openxmlformats.org/officeDocument/2006/relationships/slide" Target="slide67.xml"/><Relationship Id="rId4" Type="http://schemas.openxmlformats.org/officeDocument/2006/relationships/slide" Target="slide71.xml"/><Relationship Id="rId9" Type="http://schemas.openxmlformats.org/officeDocument/2006/relationships/slide" Target="slide75.xml"/></Relationships>
</file>

<file path=ppt/slides/_rels/slide72.xml.rels><?xml version="1.0" encoding="UTF-8" standalone="yes"?>
<Relationships xmlns="http://schemas.openxmlformats.org/package/2006/relationships"><Relationship Id="rId8" Type="http://schemas.openxmlformats.org/officeDocument/2006/relationships/slide" Target="slide72.xml"/><Relationship Id="rId13" Type="http://schemas.openxmlformats.org/officeDocument/2006/relationships/image" Target="../media/image16.png"/><Relationship Id="rId3" Type="http://schemas.openxmlformats.org/officeDocument/2006/relationships/slide" Target="slide74.xml"/><Relationship Id="rId7" Type="http://schemas.openxmlformats.org/officeDocument/2006/relationships/slide" Target="slide73.xml"/><Relationship Id="rId12" Type="http://schemas.openxmlformats.org/officeDocument/2006/relationships/slide" Target="slide9.xml"/><Relationship Id="rId2" Type="http://schemas.openxmlformats.org/officeDocument/2006/relationships/notesSlide" Target="../notesSlides/notesSlide70.xml"/><Relationship Id="rId1" Type="http://schemas.openxmlformats.org/officeDocument/2006/relationships/slideLayout" Target="../slideLayouts/slideLayout1.xml"/><Relationship Id="rId6" Type="http://schemas.openxmlformats.org/officeDocument/2006/relationships/slide" Target="slide69.xml"/><Relationship Id="rId11" Type="http://schemas.openxmlformats.org/officeDocument/2006/relationships/image" Target="../media/image42.svg"/><Relationship Id="rId5" Type="http://schemas.openxmlformats.org/officeDocument/2006/relationships/slide" Target="slide70.xml"/><Relationship Id="rId10" Type="http://schemas.openxmlformats.org/officeDocument/2006/relationships/slide" Target="slide67.xml"/><Relationship Id="rId4" Type="http://schemas.openxmlformats.org/officeDocument/2006/relationships/slide" Target="slide71.xml"/><Relationship Id="rId9" Type="http://schemas.openxmlformats.org/officeDocument/2006/relationships/slide" Target="slide75.xml"/></Relationships>
</file>

<file path=ppt/slides/_rels/slide73.xml.rels><?xml version="1.0" encoding="UTF-8" standalone="yes"?>
<Relationships xmlns="http://schemas.openxmlformats.org/package/2006/relationships"><Relationship Id="rId8" Type="http://schemas.openxmlformats.org/officeDocument/2006/relationships/slide" Target="slide72.xml"/><Relationship Id="rId13" Type="http://schemas.openxmlformats.org/officeDocument/2006/relationships/image" Target="../media/image16.png"/><Relationship Id="rId3" Type="http://schemas.openxmlformats.org/officeDocument/2006/relationships/slide" Target="slide74.xml"/><Relationship Id="rId7" Type="http://schemas.openxmlformats.org/officeDocument/2006/relationships/slide" Target="slide73.xml"/><Relationship Id="rId12" Type="http://schemas.openxmlformats.org/officeDocument/2006/relationships/slide" Target="slide9.xml"/><Relationship Id="rId2" Type="http://schemas.openxmlformats.org/officeDocument/2006/relationships/notesSlide" Target="../notesSlides/notesSlide71.xml"/><Relationship Id="rId1" Type="http://schemas.openxmlformats.org/officeDocument/2006/relationships/slideLayout" Target="../slideLayouts/slideLayout1.xml"/><Relationship Id="rId6" Type="http://schemas.openxmlformats.org/officeDocument/2006/relationships/slide" Target="slide69.xml"/><Relationship Id="rId11" Type="http://schemas.openxmlformats.org/officeDocument/2006/relationships/image" Target="../media/image42.svg"/><Relationship Id="rId5" Type="http://schemas.openxmlformats.org/officeDocument/2006/relationships/slide" Target="slide70.xml"/><Relationship Id="rId10" Type="http://schemas.openxmlformats.org/officeDocument/2006/relationships/slide" Target="slide67.xml"/><Relationship Id="rId4" Type="http://schemas.openxmlformats.org/officeDocument/2006/relationships/slide" Target="slide71.xml"/><Relationship Id="rId9" Type="http://schemas.openxmlformats.org/officeDocument/2006/relationships/slide" Target="slide75.xml"/></Relationships>
</file>

<file path=ppt/slides/_rels/slide74.xml.rels><?xml version="1.0" encoding="UTF-8" standalone="yes"?>
<Relationships xmlns="http://schemas.openxmlformats.org/package/2006/relationships"><Relationship Id="rId8" Type="http://schemas.openxmlformats.org/officeDocument/2006/relationships/slide" Target="slide72.xml"/><Relationship Id="rId13" Type="http://schemas.openxmlformats.org/officeDocument/2006/relationships/image" Target="../media/image16.png"/><Relationship Id="rId3" Type="http://schemas.openxmlformats.org/officeDocument/2006/relationships/slide" Target="slide74.xml"/><Relationship Id="rId7" Type="http://schemas.openxmlformats.org/officeDocument/2006/relationships/slide" Target="slide73.xml"/><Relationship Id="rId12" Type="http://schemas.openxmlformats.org/officeDocument/2006/relationships/slide" Target="slide9.xml"/><Relationship Id="rId2" Type="http://schemas.openxmlformats.org/officeDocument/2006/relationships/notesSlide" Target="../notesSlides/notesSlide72.xml"/><Relationship Id="rId1" Type="http://schemas.openxmlformats.org/officeDocument/2006/relationships/slideLayout" Target="../slideLayouts/slideLayout1.xml"/><Relationship Id="rId6" Type="http://schemas.openxmlformats.org/officeDocument/2006/relationships/slide" Target="slide69.xml"/><Relationship Id="rId11" Type="http://schemas.openxmlformats.org/officeDocument/2006/relationships/image" Target="../media/image42.svg"/><Relationship Id="rId5" Type="http://schemas.openxmlformats.org/officeDocument/2006/relationships/slide" Target="slide70.xml"/><Relationship Id="rId10" Type="http://schemas.openxmlformats.org/officeDocument/2006/relationships/slide" Target="slide67.xml"/><Relationship Id="rId4" Type="http://schemas.openxmlformats.org/officeDocument/2006/relationships/slide" Target="slide71.xml"/><Relationship Id="rId9" Type="http://schemas.openxmlformats.org/officeDocument/2006/relationships/slide" Target="slide75.xml"/></Relationships>
</file>

<file path=ppt/slides/_rels/slide75.xml.rels><?xml version="1.0" encoding="UTF-8" standalone="yes"?>
<Relationships xmlns="http://schemas.openxmlformats.org/package/2006/relationships"><Relationship Id="rId8" Type="http://schemas.openxmlformats.org/officeDocument/2006/relationships/slide" Target="slide72.xml"/><Relationship Id="rId13" Type="http://schemas.openxmlformats.org/officeDocument/2006/relationships/image" Target="../media/image16.png"/><Relationship Id="rId3" Type="http://schemas.openxmlformats.org/officeDocument/2006/relationships/slide" Target="slide74.xml"/><Relationship Id="rId7" Type="http://schemas.openxmlformats.org/officeDocument/2006/relationships/slide" Target="slide73.xml"/><Relationship Id="rId12" Type="http://schemas.openxmlformats.org/officeDocument/2006/relationships/slide" Target="slide9.xml"/><Relationship Id="rId2" Type="http://schemas.openxmlformats.org/officeDocument/2006/relationships/notesSlide" Target="../notesSlides/notesSlide73.xml"/><Relationship Id="rId1" Type="http://schemas.openxmlformats.org/officeDocument/2006/relationships/slideLayout" Target="../slideLayouts/slideLayout1.xml"/><Relationship Id="rId6" Type="http://schemas.openxmlformats.org/officeDocument/2006/relationships/slide" Target="slide69.xml"/><Relationship Id="rId11" Type="http://schemas.openxmlformats.org/officeDocument/2006/relationships/image" Target="../media/image42.svg"/><Relationship Id="rId5" Type="http://schemas.openxmlformats.org/officeDocument/2006/relationships/slide" Target="slide70.xml"/><Relationship Id="rId10" Type="http://schemas.openxmlformats.org/officeDocument/2006/relationships/slide" Target="slide67.xml"/><Relationship Id="rId4" Type="http://schemas.openxmlformats.org/officeDocument/2006/relationships/slide" Target="slide71.xml"/><Relationship Id="rId9" Type="http://schemas.openxmlformats.org/officeDocument/2006/relationships/slide" Target="slide75.xml"/></Relationships>
</file>

<file path=ppt/slides/_rels/slide76.xml.rels><?xml version="1.0" encoding="UTF-8" standalone="yes"?>
<Relationships xmlns="http://schemas.openxmlformats.org/package/2006/relationships"><Relationship Id="rId26" Type="http://schemas.openxmlformats.org/officeDocument/2006/relationships/slide" Target="slide162.xml"/><Relationship Id="rId21" Type="http://schemas.openxmlformats.org/officeDocument/2006/relationships/slide" Target="slide155.xml"/><Relationship Id="rId42" Type="http://schemas.openxmlformats.org/officeDocument/2006/relationships/slide" Target="slide133.xml"/><Relationship Id="rId47" Type="http://schemas.openxmlformats.org/officeDocument/2006/relationships/slide" Target="slide151.xml"/><Relationship Id="rId63" Type="http://schemas.openxmlformats.org/officeDocument/2006/relationships/slide" Target="slide107.xml"/><Relationship Id="rId68" Type="http://schemas.openxmlformats.org/officeDocument/2006/relationships/slide" Target="slide77.xml"/><Relationship Id="rId84" Type="http://schemas.openxmlformats.org/officeDocument/2006/relationships/slide" Target="slide161.xml"/><Relationship Id="rId89" Type="http://schemas.openxmlformats.org/officeDocument/2006/relationships/slide" Target="slide168.xml"/><Relationship Id="rId16" Type="http://schemas.openxmlformats.org/officeDocument/2006/relationships/slide" Target="slide120.xml"/><Relationship Id="rId11" Type="http://schemas.openxmlformats.org/officeDocument/2006/relationships/slide" Target="slide111.xml"/><Relationship Id="rId32" Type="http://schemas.openxmlformats.org/officeDocument/2006/relationships/slide" Target="slide106.xml"/><Relationship Id="rId37" Type="http://schemas.openxmlformats.org/officeDocument/2006/relationships/slide" Target="slide142.xml"/><Relationship Id="rId53" Type="http://schemas.openxmlformats.org/officeDocument/2006/relationships/slide" Target="slide92.xml"/><Relationship Id="rId58" Type="http://schemas.openxmlformats.org/officeDocument/2006/relationships/slide" Target="slide96.xml"/><Relationship Id="rId74" Type="http://schemas.openxmlformats.org/officeDocument/2006/relationships/slide" Target="slide126.xml"/><Relationship Id="rId79" Type="http://schemas.openxmlformats.org/officeDocument/2006/relationships/slide" Target="slide145.xml"/><Relationship Id="rId5" Type="http://schemas.openxmlformats.org/officeDocument/2006/relationships/slide" Target="slide98.xml"/><Relationship Id="rId90" Type="http://schemas.openxmlformats.org/officeDocument/2006/relationships/slide" Target="slide167.xml"/><Relationship Id="rId95" Type="http://schemas.openxmlformats.org/officeDocument/2006/relationships/slide" Target="slide9.xml"/><Relationship Id="rId22" Type="http://schemas.openxmlformats.org/officeDocument/2006/relationships/slide" Target="slide157.xml"/><Relationship Id="rId27" Type="http://schemas.openxmlformats.org/officeDocument/2006/relationships/slide" Target="slide141.xml"/><Relationship Id="rId43" Type="http://schemas.openxmlformats.org/officeDocument/2006/relationships/slide" Target="slide125.xml"/><Relationship Id="rId48" Type="http://schemas.openxmlformats.org/officeDocument/2006/relationships/slide" Target="slide150.xml"/><Relationship Id="rId64" Type="http://schemas.openxmlformats.org/officeDocument/2006/relationships/slide" Target="slide108.xml"/><Relationship Id="rId69" Type="http://schemas.openxmlformats.org/officeDocument/2006/relationships/slide" Target="slide88.xml"/><Relationship Id="rId8" Type="http://schemas.openxmlformats.org/officeDocument/2006/relationships/slide" Target="slide115.xml"/><Relationship Id="rId51" Type="http://schemas.openxmlformats.org/officeDocument/2006/relationships/slide" Target="slide80.xml"/><Relationship Id="rId72" Type="http://schemas.openxmlformats.org/officeDocument/2006/relationships/slide" Target="slide116.xml"/><Relationship Id="rId80" Type="http://schemas.openxmlformats.org/officeDocument/2006/relationships/slide" Target="slide134.xml"/><Relationship Id="rId85" Type="http://schemas.openxmlformats.org/officeDocument/2006/relationships/slide" Target="slide160.xml"/><Relationship Id="rId93" Type="http://schemas.openxmlformats.org/officeDocument/2006/relationships/slide" Target="slide95.xml"/><Relationship Id="rId3" Type="http://schemas.openxmlformats.org/officeDocument/2006/relationships/slide" Target="slide119.xml"/><Relationship Id="rId12" Type="http://schemas.openxmlformats.org/officeDocument/2006/relationships/slide" Target="slide86.xml"/><Relationship Id="rId17" Type="http://schemas.openxmlformats.org/officeDocument/2006/relationships/slide" Target="slide104.xml"/><Relationship Id="rId25" Type="http://schemas.openxmlformats.org/officeDocument/2006/relationships/slide" Target="slide164.xml"/><Relationship Id="rId33" Type="http://schemas.openxmlformats.org/officeDocument/2006/relationships/slide" Target="slide143.xml"/><Relationship Id="rId38" Type="http://schemas.openxmlformats.org/officeDocument/2006/relationships/slide" Target="slide89.xml"/><Relationship Id="rId46" Type="http://schemas.openxmlformats.org/officeDocument/2006/relationships/slide" Target="slide152.xml"/><Relationship Id="rId59" Type="http://schemas.openxmlformats.org/officeDocument/2006/relationships/slide" Target="slide99.xml"/><Relationship Id="rId67" Type="http://schemas.openxmlformats.org/officeDocument/2006/relationships/slide" Target="slide91.xml"/><Relationship Id="rId20" Type="http://schemas.openxmlformats.org/officeDocument/2006/relationships/slide" Target="slide154.xml"/><Relationship Id="rId41" Type="http://schemas.openxmlformats.org/officeDocument/2006/relationships/slide" Target="slide123.xml"/><Relationship Id="rId54" Type="http://schemas.openxmlformats.org/officeDocument/2006/relationships/slide" Target="slide148.xml"/><Relationship Id="rId62" Type="http://schemas.openxmlformats.org/officeDocument/2006/relationships/slide" Target="slide103.xml"/><Relationship Id="rId70" Type="http://schemas.openxmlformats.org/officeDocument/2006/relationships/slide" Target="slide83.xml"/><Relationship Id="rId75" Type="http://schemas.openxmlformats.org/officeDocument/2006/relationships/slide" Target="slide81.xml"/><Relationship Id="rId83" Type="http://schemas.openxmlformats.org/officeDocument/2006/relationships/slide" Target="slide135.xml"/><Relationship Id="rId88" Type="http://schemas.openxmlformats.org/officeDocument/2006/relationships/slide" Target="slide140.xml"/><Relationship Id="rId91" Type="http://schemas.openxmlformats.org/officeDocument/2006/relationships/slide" Target="slide156.xml"/><Relationship Id="rId96" Type="http://schemas.openxmlformats.org/officeDocument/2006/relationships/image" Target="../media/image16.png"/><Relationship Id="rId1" Type="http://schemas.openxmlformats.org/officeDocument/2006/relationships/slideLayout" Target="../slideLayouts/slideLayout1.xml"/><Relationship Id="rId6" Type="http://schemas.openxmlformats.org/officeDocument/2006/relationships/slide" Target="slide130.xml"/><Relationship Id="rId15" Type="http://schemas.openxmlformats.org/officeDocument/2006/relationships/slide" Target="slide128.xml"/><Relationship Id="rId23" Type="http://schemas.openxmlformats.org/officeDocument/2006/relationships/slide" Target="slide163.xml"/><Relationship Id="rId28" Type="http://schemas.openxmlformats.org/officeDocument/2006/relationships/slide" Target="slide146.xml"/><Relationship Id="rId36" Type="http://schemas.openxmlformats.org/officeDocument/2006/relationships/slide" Target="slide124.xml"/><Relationship Id="rId49" Type="http://schemas.openxmlformats.org/officeDocument/2006/relationships/slide" Target="slide153.xml"/><Relationship Id="rId57" Type="http://schemas.openxmlformats.org/officeDocument/2006/relationships/slide" Target="slide97.xml"/><Relationship Id="rId10" Type="http://schemas.openxmlformats.org/officeDocument/2006/relationships/slide" Target="slide129.xml"/><Relationship Id="rId31" Type="http://schemas.openxmlformats.org/officeDocument/2006/relationships/slide" Target="slide136.xml"/><Relationship Id="rId44" Type="http://schemas.openxmlformats.org/officeDocument/2006/relationships/slide" Target="slide118.xml"/><Relationship Id="rId52" Type="http://schemas.openxmlformats.org/officeDocument/2006/relationships/slide" Target="slide82.xml"/><Relationship Id="rId60" Type="http://schemas.openxmlformats.org/officeDocument/2006/relationships/slide" Target="slide101.xml"/><Relationship Id="rId65" Type="http://schemas.openxmlformats.org/officeDocument/2006/relationships/slide" Target="slide110.xml"/><Relationship Id="rId73" Type="http://schemas.openxmlformats.org/officeDocument/2006/relationships/slide" Target="slide127.xml"/><Relationship Id="rId78" Type="http://schemas.openxmlformats.org/officeDocument/2006/relationships/slide" Target="slide85.xml"/><Relationship Id="rId81" Type="http://schemas.openxmlformats.org/officeDocument/2006/relationships/slide" Target="slide138.xml"/><Relationship Id="rId86" Type="http://schemas.openxmlformats.org/officeDocument/2006/relationships/slide" Target="slide137.xml"/><Relationship Id="rId94" Type="http://schemas.openxmlformats.org/officeDocument/2006/relationships/slide" Target="slide166.xml"/><Relationship Id="rId4" Type="http://schemas.openxmlformats.org/officeDocument/2006/relationships/slide" Target="slide147.xml"/><Relationship Id="rId9" Type="http://schemas.openxmlformats.org/officeDocument/2006/relationships/slide" Target="slide114.xml"/><Relationship Id="rId13" Type="http://schemas.openxmlformats.org/officeDocument/2006/relationships/slide" Target="slide87.xml"/><Relationship Id="rId18" Type="http://schemas.openxmlformats.org/officeDocument/2006/relationships/slide" Target="slide117.xml"/><Relationship Id="rId39" Type="http://schemas.openxmlformats.org/officeDocument/2006/relationships/slide" Target="slide90.xml"/><Relationship Id="rId34" Type="http://schemas.openxmlformats.org/officeDocument/2006/relationships/slide" Target="slide122.xml"/><Relationship Id="rId50" Type="http://schemas.openxmlformats.org/officeDocument/2006/relationships/slide" Target="slide94.xml"/><Relationship Id="rId55" Type="http://schemas.openxmlformats.org/officeDocument/2006/relationships/slide" Target="slide93.xml"/><Relationship Id="rId76" Type="http://schemas.openxmlformats.org/officeDocument/2006/relationships/slide" Target="slide79.xml"/><Relationship Id="rId7" Type="http://schemas.openxmlformats.org/officeDocument/2006/relationships/slide" Target="slide112.xml"/><Relationship Id="rId71" Type="http://schemas.openxmlformats.org/officeDocument/2006/relationships/slide" Target="slide78.xml"/><Relationship Id="rId92" Type="http://schemas.openxmlformats.org/officeDocument/2006/relationships/slide" Target="slide105.xml"/><Relationship Id="rId2" Type="http://schemas.openxmlformats.org/officeDocument/2006/relationships/notesSlide" Target="../notesSlides/notesSlide74.xml"/><Relationship Id="rId29" Type="http://schemas.openxmlformats.org/officeDocument/2006/relationships/slide" Target="slide149.xml"/><Relationship Id="rId24" Type="http://schemas.openxmlformats.org/officeDocument/2006/relationships/slide" Target="slide165.xml"/><Relationship Id="rId40" Type="http://schemas.openxmlformats.org/officeDocument/2006/relationships/slide" Target="slide158.xml"/><Relationship Id="rId45" Type="http://schemas.openxmlformats.org/officeDocument/2006/relationships/slide" Target="slide131.xml"/><Relationship Id="rId66" Type="http://schemas.openxmlformats.org/officeDocument/2006/relationships/slide" Target="slide109.xml"/><Relationship Id="rId87" Type="http://schemas.openxmlformats.org/officeDocument/2006/relationships/slide" Target="slide139.xml"/><Relationship Id="rId61" Type="http://schemas.openxmlformats.org/officeDocument/2006/relationships/slide" Target="slide102.xml"/><Relationship Id="rId82" Type="http://schemas.openxmlformats.org/officeDocument/2006/relationships/slide" Target="slide144.xml"/><Relationship Id="rId19" Type="http://schemas.openxmlformats.org/officeDocument/2006/relationships/slide" Target="slide132.xml"/><Relationship Id="rId14" Type="http://schemas.openxmlformats.org/officeDocument/2006/relationships/slide" Target="slide121.xml"/><Relationship Id="rId30" Type="http://schemas.openxmlformats.org/officeDocument/2006/relationships/slide" Target="slide159.xml"/><Relationship Id="rId35" Type="http://schemas.openxmlformats.org/officeDocument/2006/relationships/slide" Target="slide113.xml"/><Relationship Id="rId56" Type="http://schemas.openxmlformats.org/officeDocument/2006/relationships/slide" Target="slide100.xml"/><Relationship Id="rId77" Type="http://schemas.openxmlformats.org/officeDocument/2006/relationships/slide" Target="slide84.xml"/></Relationships>
</file>

<file path=ppt/slides/_rels/slide77.xml.rels><?xml version="1.0" encoding="UTF-8" standalone="yes"?>
<Relationships xmlns="http://schemas.openxmlformats.org/package/2006/relationships"><Relationship Id="rId8" Type="http://schemas.openxmlformats.org/officeDocument/2006/relationships/slide" Target="slide45.xml"/><Relationship Id="rId13" Type="http://schemas.openxmlformats.org/officeDocument/2006/relationships/slide" Target="slide53.xml"/><Relationship Id="rId3" Type="http://schemas.openxmlformats.org/officeDocument/2006/relationships/hyperlink" Target="https://support.microsoft.com/en-us/windows/configure-windows-hello-dae28983-8242-bb2a-d3d1-87c9d265a5f0" TargetMode="External"/><Relationship Id="rId7" Type="http://schemas.openxmlformats.org/officeDocument/2006/relationships/slide" Target="slide44.xml"/><Relationship Id="rId12" Type="http://schemas.openxmlformats.org/officeDocument/2006/relationships/image" Target="../media/image16.png"/><Relationship Id="rId2" Type="http://schemas.openxmlformats.org/officeDocument/2006/relationships/notesSlide" Target="../notesSlides/notesSlide75.xml"/><Relationship Id="rId1" Type="http://schemas.openxmlformats.org/officeDocument/2006/relationships/slideLayout" Target="../slideLayouts/slideLayout1.xml"/><Relationship Id="rId6" Type="http://schemas.openxmlformats.org/officeDocument/2006/relationships/slide" Target="slide40.xml"/><Relationship Id="rId11" Type="http://schemas.openxmlformats.org/officeDocument/2006/relationships/slide" Target="slide9.xml"/><Relationship Id="rId5" Type="http://schemas.openxmlformats.org/officeDocument/2006/relationships/hyperlink" Target="https://learn.microsoft.com/en-us/windows/security/identity-protection/hello-for-business/deploy/" TargetMode="External"/><Relationship Id="rId10" Type="http://schemas.openxmlformats.org/officeDocument/2006/relationships/image" Target="../media/image27.svg"/><Relationship Id="rId4" Type="http://schemas.openxmlformats.org/officeDocument/2006/relationships/hyperlink" Target="https://docs.microsoft.com/en-us/windows/security/identity-protection/hello-for-business/hello-identity-verification" TargetMode="External"/><Relationship Id="rId9" Type="http://schemas.openxmlformats.org/officeDocument/2006/relationships/slide" Target="slide50.xml"/></Relationships>
</file>

<file path=ppt/slides/_rels/slide78.xml.rels><?xml version="1.0" encoding="UTF-8" standalone="yes"?>
<Relationships xmlns="http://schemas.openxmlformats.org/package/2006/relationships"><Relationship Id="rId8" Type="http://schemas.openxmlformats.org/officeDocument/2006/relationships/image" Target="../media/image27.svg"/><Relationship Id="rId3" Type="http://schemas.openxmlformats.org/officeDocument/2006/relationships/hyperlink" Target="https://learn.microsoft.com/en-us/windows-server/identity/laps/laps-overview" TargetMode="External"/><Relationship Id="rId7" Type="http://schemas.openxmlformats.org/officeDocument/2006/relationships/slide" Target="slide50.xml"/><Relationship Id="rId2" Type="http://schemas.openxmlformats.org/officeDocument/2006/relationships/notesSlide" Target="../notesSlides/notesSlide76.xml"/><Relationship Id="rId1" Type="http://schemas.openxmlformats.org/officeDocument/2006/relationships/slideLayout" Target="../slideLayouts/slideLayout1.xml"/><Relationship Id="rId6" Type="http://schemas.openxmlformats.org/officeDocument/2006/relationships/slide" Target="slide45.xml"/><Relationship Id="rId11" Type="http://schemas.openxmlformats.org/officeDocument/2006/relationships/slide" Target="slide53.xml"/><Relationship Id="rId5" Type="http://schemas.openxmlformats.org/officeDocument/2006/relationships/slide" Target="slide44.xml"/><Relationship Id="rId10" Type="http://schemas.openxmlformats.org/officeDocument/2006/relationships/image" Target="../media/image16.png"/><Relationship Id="rId4" Type="http://schemas.openxmlformats.org/officeDocument/2006/relationships/slide" Target="slide40.xml"/><Relationship Id="rId9" Type="http://schemas.openxmlformats.org/officeDocument/2006/relationships/slide" Target="slide9.xml"/></Relationships>
</file>

<file path=ppt/slides/_rels/slide79.xml.rels><?xml version="1.0" encoding="UTF-8" standalone="yes"?>
<Relationships xmlns="http://schemas.openxmlformats.org/package/2006/relationships"><Relationship Id="rId8" Type="http://schemas.openxmlformats.org/officeDocument/2006/relationships/image" Target="../media/image27.svg"/><Relationship Id="rId3" Type="http://schemas.openxmlformats.org/officeDocument/2006/relationships/hyperlink" Target="https://learn.microsoft.com/en-us/entra/identity/authentication/concept-password-ban-bad-on-premises" TargetMode="External"/><Relationship Id="rId7" Type="http://schemas.openxmlformats.org/officeDocument/2006/relationships/slide" Target="slide50.xml"/><Relationship Id="rId12" Type="http://schemas.openxmlformats.org/officeDocument/2006/relationships/slide" Target="slide53.xml"/><Relationship Id="rId2" Type="http://schemas.openxmlformats.org/officeDocument/2006/relationships/notesSlide" Target="../notesSlides/notesSlide77.xml"/><Relationship Id="rId1" Type="http://schemas.openxmlformats.org/officeDocument/2006/relationships/slideLayout" Target="../slideLayouts/slideLayout1.xml"/><Relationship Id="rId6" Type="http://schemas.openxmlformats.org/officeDocument/2006/relationships/slide" Target="slide46.xml"/><Relationship Id="rId11" Type="http://schemas.openxmlformats.org/officeDocument/2006/relationships/image" Target="../media/image16.png"/><Relationship Id="rId5" Type="http://schemas.openxmlformats.org/officeDocument/2006/relationships/slide" Target="slide44.xml"/><Relationship Id="rId10" Type="http://schemas.openxmlformats.org/officeDocument/2006/relationships/slide" Target="slide9.xml"/><Relationship Id="rId4" Type="http://schemas.openxmlformats.org/officeDocument/2006/relationships/slide" Target="slide41.xml"/><Relationship Id="rId9" Type="http://schemas.openxmlformats.org/officeDocument/2006/relationships/slide" Target="slide43.xml"/></Relationships>
</file>

<file path=ppt/slides/_rels/slide80.xml.rels><?xml version="1.0" encoding="UTF-8" standalone="yes"?>
<Relationships xmlns="http://schemas.openxmlformats.org/package/2006/relationships"><Relationship Id="rId8" Type="http://schemas.openxmlformats.org/officeDocument/2006/relationships/image" Target="../media/image27.svg"/><Relationship Id="rId3" Type="http://schemas.openxmlformats.org/officeDocument/2006/relationships/hyperlink" Target="https://learn.microsoft.com/en-us/entra/identity/conditional-access/overview" TargetMode="External"/><Relationship Id="rId7" Type="http://schemas.openxmlformats.org/officeDocument/2006/relationships/slide" Target="slide50.xml"/><Relationship Id="rId12" Type="http://schemas.openxmlformats.org/officeDocument/2006/relationships/slide" Target="slide53.xml"/><Relationship Id="rId2" Type="http://schemas.openxmlformats.org/officeDocument/2006/relationships/notesSlide" Target="../notesSlides/notesSlide78.xml"/><Relationship Id="rId1" Type="http://schemas.openxmlformats.org/officeDocument/2006/relationships/slideLayout" Target="../slideLayouts/slideLayout1.xml"/><Relationship Id="rId6" Type="http://schemas.openxmlformats.org/officeDocument/2006/relationships/slide" Target="slide46.xml"/><Relationship Id="rId11" Type="http://schemas.openxmlformats.org/officeDocument/2006/relationships/image" Target="../media/image16.png"/><Relationship Id="rId5" Type="http://schemas.openxmlformats.org/officeDocument/2006/relationships/slide" Target="slide44.xml"/><Relationship Id="rId10" Type="http://schemas.openxmlformats.org/officeDocument/2006/relationships/slide" Target="slide9.xml"/><Relationship Id="rId4" Type="http://schemas.openxmlformats.org/officeDocument/2006/relationships/slide" Target="slide41.xml"/><Relationship Id="rId9" Type="http://schemas.openxmlformats.org/officeDocument/2006/relationships/slide" Target="slide43.xml"/></Relationships>
</file>

<file path=ppt/slides/_rels/slide81.xml.rels><?xml version="1.0" encoding="UTF-8" standalone="yes"?>
<Relationships xmlns="http://schemas.openxmlformats.org/package/2006/relationships"><Relationship Id="rId8" Type="http://schemas.openxmlformats.org/officeDocument/2006/relationships/image" Target="../media/image27.svg"/><Relationship Id="rId3" Type="http://schemas.openxmlformats.org/officeDocument/2006/relationships/hyperlink" Target="https://learn.microsoft.com/en-us/entra/identity/conditional-access/concept-conditional-access-cloud-apps" TargetMode="External"/><Relationship Id="rId7" Type="http://schemas.openxmlformats.org/officeDocument/2006/relationships/slide" Target="slide50.xml"/><Relationship Id="rId12" Type="http://schemas.openxmlformats.org/officeDocument/2006/relationships/slide" Target="slide53.xml"/><Relationship Id="rId2" Type="http://schemas.openxmlformats.org/officeDocument/2006/relationships/notesSlide" Target="../notesSlides/notesSlide79.xml"/><Relationship Id="rId1" Type="http://schemas.openxmlformats.org/officeDocument/2006/relationships/slideLayout" Target="../slideLayouts/slideLayout1.xml"/><Relationship Id="rId6" Type="http://schemas.openxmlformats.org/officeDocument/2006/relationships/slide" Target="slide46.xml"/><Relationship Id="rId11" Type="http://schemas.openxmlformats.org/officeDocument/2006/relationships/image" Target="../media/image16.png"/><Relationship Id="rId5" Type="http://schemas.openxmlformats.org/officeDocument/2006/relationships/slide" Target="slide44.xml"/><Relationship Id="rId10" Type="http://schemas.openxmlformats.org/officeDocument/2006/relationships/slide" Target="slide9.xml"/><Relationship Id="rId4" Type="http://schemas.openxmlformats.org/officeDocument/2006/relationships/slide" Target="slide41.xml"/><Relationship Id="rId9" Type="http://schemas.openxmlformats.org/officeDocument/2006/relationships/slide" Target="slide43.xml"/></Relationships>
</file>

<file path=ppt/slides/_rels/slide82.xml.rels><?xml version="1.0" encoding="UTF-8" standalone="yes"?>
<Relationships xmlns="http://schemas.openxmlformats.org/package/2006/relationships"><Relationship Id="rId8" Type="http://schemas.openxmlformats.org/officeDocument/2006/relationships/slide" Target="slide44.xml"/><Relationship Id="rId13" Type="http://schemas.openxmlformats.org/officeDocument/2006/relationships/image" Target="../media/image27.svg"/><Relationship Id="rId3" Type="http://schemas.openxmlformats.org/officeDocument/2006/relationships/hyperlink" Target="https://docs.microsoft.com/en-us/azure/active-directory/authentication/concept-authentication-methods" TargetMode="External"/><Relationship Id="rId7" Type="http://schemas.openxmlformats.org/officeDocument/2006/relationships/slide" Target="slide41.xml"/><Relationship Id="rId12" Type="http://schemas.openxmlformats.org/officeDocument/2006/relationships/slide" Target="slide80.xml"/><Relationship Id="rId17" Type="http://schemas.openxmlformats.org/officeDocument/2006/relationships/slide" Target="slide53.xml"/><Relationship Id="rId2" Type="http://schemas.openxmlformats.org/officeDocument/2006/relationships/notesSlide" Target="../notesSlides/notesSlide80.xml"/><Relationship Id="rId16" Type="http://schemas.openxmlformats.org/officeDocument/2006/relationships/image" Target="../media/image16.png"/><Relationship Id="rId1" Type="http://schemas.openxmlformats.org/officeDocument/2006/relationships/slideLayout" Target="../slideLayouts/slideLayout1.xml"/><Relationship Id="rId6" Type="http://schemas.openxmlformats.org/officeDocument/2006/relationships/slide" Target="slide40.xml"/><Relationship Id="rId11" Type="http://schemas.openxmlformats.org/officeDocument/2006/relationships/slide" Target="slide50.xml"/><Relationship Id="rId5" Type="http://schemas.openxmlformats.org/officeDocument/2006/relationships/hyperlink" Target="https://docs.microsoft.com/en-us/azure/active-directory/authentication/concept-authentication-passwordless" TargetMode="External"/><Relationship Id="rId15" Type="http://schemas.openxmlformats.org/officeDocument/2006/relationships/slide" Target="slide9.xml"/><Relationship Id="rId10" Type="http://schemas.openxmlformats.org/officeDocument/2006/relationships/slide" Target="slide46.xml"/><Relationship Id="rId4" Type="http://schemas.openxmlformats.org/officeDocument/2006/relationships/hyperlink" Target="https://learn.microsoft.com/en-us/entra/identity/authentication/concept-mfa-howitworks" TargetMode="External"/><Relationship Id="rId9" Type="http://schemas.openxmlformats.org/officeDocument/2006/relationships/slide" Target="slide45.xml"/><Relationship Id="rId14" Type="http://schemas.openxmlformats.org/officeDocument/2006/relationships/slide" Target="slide43.xml"/></Relationships>
</file>

<file path=ppt/slides/_rels/slide83.xml.rels><?xml version="1.0" encoding="UTF-8" standalone="yes"?>
<Relationships xmlns="http://schemas.openxmlformats.org/package/2006/relationships"><Relationship Id="rId8" Type="http://schemas.openxmlformats.org/officeDocument/2006/relationships/slide" Target="slide45.xml"/><Relationship Id="rId13" Type="http://schemas.openxmlformats.org/officeDocument/2006/relationships/image" Target="../media/image16.png"/><Relationship Id="rId3" Type="http://schemas.openxmlformats.org/officeDocument/2006/relationships/hyperlink" Target="https://learn.microsoft.com/en-us/entra/identity/authentication/howto-authentication-temporary-access-pass" TargetMode="External"/><Relationship Id="rId7" Type="http://schemas.openxmlformats.org/officeDocument/2006/relationships/slide" Target="slide50.xml"/><Relationship Id="rId12" Type="http://schemas.openxmlformats.org/officeDocument/2006/relationships/slide" Target="slide9.xml"/><Relationship Id="rId2" Type="http://schemas.openxmlformats.org/officeDocument/2006/relationships/notesSlide" Target="../notesSlides/notesSlide81.xml"/><Relationship Id="rId1" Type="http://schemas.openxmlformats.org/officeDocument/2006/relationships/slideLayout" Target="../slideLayouts/slideLayout1.xml"/><Relationship Id="rId6" Type="http://schemas.openxmlformats.org/officeDocument/2006/relationships/slide" Target="slide44.xml"/><Relationship Id="rId11" Type="http://schemas.openxmlformats.org/officeDocument/2006/relationships/slide" Target="slide43.xml"/><Relationship Id="rId5" Type="http://schemas.openxmlformats.org/officeDocument/2006/relationships/slide" Target="slide41.xml"/><Relationship Id="rId10" Type="http://schemas.openxmlformats.org/officeDocument/2006/relationships/image" Target="../media/image27.svg"/><Relationship Id="rId4" Type="http://schemas.openxmlformats.org/officeDocument/2006/relationships/slide" Target="slide40.xml"/><Relationship Id="rId9" Type="http://schemas.openxmlformats.org/officeDocument/2006/relationships/slide" Target="slide46.xml"/><Relationship Id="rId14" Type="http://schemas.openxmlformats.org/officeDocument/2006/relationships/slide" Target="slide53.xml"/></Relationships>
</file>

<file path=ppt/slides/_rels/slide84.xml.rels><?xml version="1.0" encoding="UTF-8" standalone="yes"?>
<Relationships xmlns="http://schemas.openxmlformats.org/package/2006/relationships"><Relationship Id="rId8" Type="http://schemas.openxmlformats.org/officeDocument/2006/relationships/image" Target="../media/image27.svg"/><Relationship Id="rId13" Type="http://schemas.openxmlformats.org/officeDocument/2006/relationships/slide" Target="slide53.xml"/><Relationship Id="rId3" Type="http://schemas.openxmlformats.org/officeDocument/2006/relationships/hyperlink" Target="https://learn.microsoft.com/en-us/entra/identity/" TargetMode="External"/><Relationship Id="rId7" Type="http://schemas.openxmlformats.org/officeDocument/2006/relationships/slide" Target="slide50.xml"/><Relationship Id="rId12" Type="http://schemas.openxmlformats.org/officeDocument/2006/relationships/image" Target="../media/image16.png"/><Relationship Id="rId2" Type="http://schemas.openxmlformats.org/officeDocument/2006/relationships/notesSlide" Target="../notesSlides/notesSlide82.xml"/><Relationship Id="rId1" Type="http://schemas.openxmlformats.org/officeDocument/2006/relationships/slideLayout" Target="../slideLayouts/slideLayout1.xml"/><Relationship Id="rId6" Type="http://schemas.openxmlformats.org/officeDocument/2006/relationships/slide" Target="slide46.xml"/><Relationship Id="rId11" Type="http://schemas.openxmlformats.org/officeDocument/2006/relationships/slide" Target="slide9.xml"/><Relationship Id="rId5" Type="http://schemas.openxmlformats.org/officeDocument/2006/relationships/slide" Target="slide44.xml"/><Relationship Id="rId10" Type="http://schemas.openxmlformats.org/officeDocument/2006/relationships/slide" Target="slide48.xml"/><Relationship Id="rId4" Type="http://schemas.openxmlformats.org/officeDocument/2006/relationships/slide" Target="slide41.xml"/><Relationship Id="rId9" Type="http://schemas.openxmlformats.org/officeDocument/2006/relationships/slide" Target="slide43.xml"/></Relationships>
</file>

<file path=ppt/slides/_rels/slide85.xml.rels><?xml version="1.0" encoding="UTF-8" standalone="yes"?>
<Relationships xmlns="http://schemas.openxmlformats.org/package/2006/relationships"><Relationship Id="rId8" Type="http://schemas.openxmlformats.org/officeDocument/2006/relationships/slide" Target="slide46.xml"/><Relationship Id="rId13" Type="http://schemas.openxmlformats.org/officeDocument/2006/relationships/slide" Target="slide9.xml"/><Relationship Id="rId3" Type="http://schemas.openxmlformats.org/officeDocument/2006/relationships/hyperlink" Target="https://learn.microsoft.com/en-us/entra/identity/saas-apps/tutorial-list" TargetMode="External"/><Relationship Id="rId7" Type="http://schemas.openxmlformats.org/officeDocument/2006/relationships/slide" Target="slide44.xml"/><Relationship Id="rId12" Type="http://schemas.openxmlformats.org/officeDocument/2006/relationships/slide" Target="slide48.xml"/><Relationship Id="rId2" Type="http://schemas.openxmlformats.org/officeDocument/2006/relationships/notesSlide" Target="../notesSlides/notesSlide83.xml"/><Relationship Id="rId1" Type="http://schemas.openxmlformats.org/officeDocument/2006/relationships/slideLayout" Target="../slideLayouts/slideLayout1.xml"/><Relationship Id="rId6" Type="http://schemas.openxmlformats.org/officeDocument/2006/relationships/slide" Target="slide41.xml"/><Relationship Id="rId11" Type="http://schemas.openxmlformats.org/officeDocument/2006/relationships/slide" Target="slide43.xml"/><Relationship Id="rId5" Type="http://schemas.openxmlformats.org/officeDocument/2006/relationships/slide" Target="slide86.xml"/><Relationship Id="rId15" Type="http://schemas.openxmlformats.org/officeDocument/2006/relationships/slide" Target="slide53.xml"/><Relationship Id="rId10" Type="http://schemas.openxmlformats.org/officeDocument/2006/relationships/image" Target="../media/image27.svg"/><Relationship Id="rId4" Type="http://schemas.openxmlformats.org/officeDocument/2006/relationships/hyperlink" Target="https://learn.microsoft.com/en-us/entra/identity/enterprise-apps/overview-application-gallery" TargetMode="External"/><Relationship Id="rId9" Type="http://schemas.openxmlformats.org/officeDocument/2006/relationships/slide" Target="slide50.xml"/><Relationship Id="rId14" Type="http://schemas.openxmlformats.org/officeDocument/2006/relationships/image" Target="../media/image16.png"/></Relationships>
</file>

<file path=ppt/slides/_rels/slide86.xml.rels><?xml version="1.0" encoding="UTF-8" standalone="yes"?>
<Relationships xmlns="http://schemas.openxmlformats.org/package/2006/relationships"><Relationship Id="rId8" Type="http://schemas.openxmlformats.org/officeDocument/2006/relationships/image" Target="../media/image27.svg"/><Relationship Id="rId3" Type="http://schemas.openxmlformats.org/officeDocument/2006/relationships/hyperlink" Target="https://learn.microsoft.com/en-us/entra/id-governance/identity-governance-overview" TargetMode="External"/><Relationship Id="rId7" Type="http://schemas.openxmlformats.org/officeDocument/2006/relationships/slide" Target="slide50.xml"/><Relationship Id="rId12" Type="http://schemas.openxmlformats.org/officeDocument/2006/relationships/slide" Target="slide53.xml"/><Relationship Id="rId2" Type="http://schemas.openxmlformats.org/officeDocument/2006/relationships/notesSlide" Target="../notesSlides/notesSlide84.xml"/><Relationship Id="rId1" Type="http://schemas.openxmlformats.org/officeDocument/2006/relationships/slideLayout" Target="../slideLayouts/slideLayout1.xml"/><Relationship Id="rId6" Type="http://schemas.openxmlformats.org/officeDocument/2006/relationships/slide" Target="slide46.xml"/><Relationship Id="rId11" Type="http://schemas.openxmlformats.org/officeDocument/2006/relationships/image" Target="../media/image16.png"/><Relationship Id="rId5" Type="http://schemas.openxmlformats.org/officeDocument/2006/relationships/hyperlink" Target="https://learn.microsoft.com/en-us/entra/id-governance/access-reviews-overview" TargetMode="External"/><Relationship Id="rId10" Type="http://schemas.openxmlformats.org/officeDocument/2006/relationships/slide" Target="slide9.xml"/><Relationship Id="rId4" Type="http://schemas.openxmlformats.org/officeDocument/2006/relationships/hyperlink" Target="https://learn.microsoft.com/en-us/entra/id-governance/entitlement-management-overview" TargetMode="External"/><Relationship Id="rId9" Type="http://schemas.openxmlformats.org/officeDocument/2006/relationships/slide" Target="slide43.xml"/></Relationships>
</file>

<file path=ppt/slides/_rels/slide87.xml.rels><?xml version="1.0" encoding="UTF-8" standalone="yes"?>
<Relationships xmlns="http://schemas.openxmlformats.org/package/2006/relationships"><Relationship Id="rId8" Type="http://schemas.openxmlformats.org/officeDocument/2006/relationships/hyperlink" Target="https://learn.microsoft.com/en-us/entra/id-governance/entitlement-management-access-package-auto-assignment-policy" TargetMode="External"/><Relationship Id="rId13" Type="http://schemas.openxmlformats.org/officeDocument/2006/relationships/hyperlink" Target="https://learn.microsoft.com/en-us/entra/id-governance/lifecycle-workflow-extensibility" TargetMode="External"/><Relationship Id="rId18" Type="http://schemas.openxmlformats.org/officeDocument/2006/relationships/image" Target="../media/image27.svg"/><Relationship Id="rId3" Type="http://schemas.openxmlformats.org/officeDocument/2006/relationships/hyperlink" Target="https://learn.microsoft.com/en-us/entra/id-governance/identity-governance-overview" TargetMode="External"/><Relationship Id="rId7" Type="http://schemas.openxmlformats.org/officeDocument/2006/relationships/hyperlink" Target="https://learn.microsoft.com/en-us/entra/id-governance/create-access-review" TargetMode="External"/><Relationship Id="rId12" Type="http://schemas.openxmlformats.org/officeDocument/2006/relationships/hyperlink" Target="https://learn.microsoft.com/en-us/entra/id-governance/entitlement-management-access-package-manage-lifecycle" TargetMode="External"/><Relationship Id="rId17" Type="http://schemas.openxmlformats.org/officeDocument/2006/relationships/hyperlink" Target="https://learn.microsoft.com/en-us/entra/id-governance/entitlement-management-access-package-create" TargetMode="External"/><Relationship Id="rId2" Type="http://schemas.openxmlformats.org/officeDocument/2006/relationships/notesSlide" Target="../notesSlides/notesSlide85.xml"/><Relationship Id="rId16" Type="http://schemas.openxmlformats.org/officeDocument/2006/relationships/hyperlink" Target="https://learn.microsoft.com/en-us/entra/id-governance/entitlement-management-roles" TargetMode="External"/><Relationship Id="rId1" Type="http://schemas.openxmlformats.org/officeDocument/2006/relationships/slideLayout" Target="../slideLayouts/slideLayout1.xml"/><Relationship Id="rId6" Type="http://schemas.openxmlformats.org/officeDocument/2006/relationships/hyperlink" Target="https://learn.microsoft.com/en-us/entra/id-governance/entitlement-management-logic-apps-integration" TargetMode="External"/><Relationship Id="rId11" Type="http://schemas.openxmlformats.org/officeDocument/2006/relationships/hyperlink" Target="https://learn.microsoft.com/en-us/entra/id-governance/what-are-lifecycle-workflows" TargetMode="External"/><Relationship Id="rId5" Type="http://schemas.openxmlformats.org/officeDocument/2006/relationships/hyperlink" Target="https://learn.microsoft.com/en-us/entra/id-governance/create-access-review-pim-for-groups" TargetMode="External"/><Relationship Id="rId15" Type="http://schemas.openxmlformats.org/officeDocument/2006/relationships/hyperlink" Target="https://learn.microsoft.com/en-us/entra/identity/users/clean-up-stale-guest-accounts" TargetMode="External"/><Relationship Id="rId10" Type="http://schemas.openxmlformats.org/officeDocument/2006/relationships/hyperlink" Target="https://learn.microsoft.com/en-us/entra/id-governance/entitlement-management-access-package-assignments#directly-assign-any-user-preview" TargetMode="External"/><Relationship Id="rId19" Type="http://schemas.openxmlformats.org/officeDocument/2006/relationships/slide" Target="slide53.xml"/><Relationship Id="rId4" Type="http://schemas.openxmlformats.org/officeDocument/2006/relationships/hyperlink" Target="https://learn.microsoft.com/en-us/entra/id-governance/entitlement-management-verified-id-settings" TargetMode="External"/><Relationship Id="rId9" Type="http://schemas.openxmlformats.org/officeDocument/2006/relationships/hyperlink" Target="https://learn.microsoft.com/en-us/entra/id-governance/review-recommendations-access-reviews#user-to-group-affiliation" TargetMode="External"/><Relationship Id="rId14" Type="http://schemas.openxmlformats.org/officeDocument/2006/relationships/hyperlink" Target="https://learn.microsoft.com/en-us/entra/id-governance/entitlement-management-request-behalf" TargetMode="External"/></Relationships>
</file>

<file path=ppt/slides/_rels/slide88.xml.rels><?xml version="1.0" encoding="UTF-8" standalone="yes"?>
<Relationships xmlns="http://schemas.openxmlformats.org/package/2006/relationships"><Relationship Id="rId8" Type="http://schemas.openxmlformats.org/officeDocument/2006/relationships/slide" Target="slide44.xml"/><Relationship Id="rId13" Type="http://schemas.openxmlformats.org/officeDocument/2006/relationships/image" Target="../media/image16.png"/><Relationship Id="rId3" Type="http://schemas.openxmlformats.org/officeDocument/2006/relationships/hyperlink" Target="https://learn.microsoft.com/en-us/entra/identity/authentication/concept-sspr-howitworks" TargetMode="External"/><Relationship Id="rId7" Type="http://schemas.openxmlformats.org/officeDocument/2006/relationships/slide" Target="slide41.xml"/><Relationship Id="rId12" Type="http://schemas.openxmlformats.org/officeDocument/2006/relationships/slide" Target="slide9.xml"/><Relationship Id="rId2" Type="http://schemas.openxmlformats.org/officeDocument/2006/relationships/notesSlide" Target="../notesSlides/notesSlide86.xml"/><Relationship Id="rId1" Type="http://schemas.openxmlformats.org/officeDocument/2006/relationships/slideLayout" Target="../slideLayouts/slideLayout1.xml"/><Relationship Id="rId6" Type="http://schemas.openxmlformats.org/officeDocument/2006/relationships/image" Target="../media/image27.svg"/><Relationship Id="rId11" Type="http://schemas.openxmlformats.org/officeDocument/2006/relationships/slide" Target="slide43.xml"/><Relationship Id="rId5" Type="http://schemas.openxmlformats.org/officeDocument/2006/relationships/hyperlink" Target="https://learn.microsoft.com/en-us/microsoft-365/enterprise/manage-microsoft-365-groups?view=o365-worldwide#allow-users-to-create-and-manage-their-own-groups" TargetMode="External"/><Relationship Id="rId10" Type="http://schemas.openxmlformats.org/officeDocument/2006/relationships/slide" Target="slide50.xml"/><Relationship Id="rId4" Type="http://schemas.openxmlformats.org/officeDocument/2006/relationships/hyperlink" Target="https://docs.microsoft.com/en-us/microsoft-365/enterprise/manage-microsoft-365-groups?view=o365-worldwide#allow-users-to-create-and-manage-their-own-groups" TargetMode="External"/><Relationship Id="rId9" Type="http://schemas.openxmlformats.org/officeDocument/2006/relationships/slide" Target="slide46.xml"/><Relationship Id="rId14" Type="http://schemas.openxmlformats.org/officeDocument/2006/relationships/slide" Target="slide53.xml"/></Relationships>
</file>

<file path=ppt/slides/_rels/slide89.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hyperlink" Target="https://learn.microsoft.com/en-us/entra/id-protection/overview-identity-protection" TargetMode="External"/><Relationship Id="rId7" Type="http://schemas.openxmlformats.org/officeDocument/2006/relationships/slide" Target="slide43.xml"/><Relationship Id="rId2" Type="http://schemas.openxmlformats.org/officeDocument/2006/relationships/notesSlide" Target="../notesSlides/notesSlide87.xml"/><Relationship Id="rId1" Type="http://schemas.openxmlformats.org/officeDocument/2006/relationships/slideLayout" Target="../slideLayouts/slideLayout1.xml"/><Relationship Id="rId6" Type="http://schemas.openxmlformats.org/officeDocument/2006/relationships/image" Target="../media/image27.svg"/><Relationship Id="rId5" Type="http://schemas.openxmlformats.org/officeDocument/2006/relationships/slide" Target="slide50.xml"/><Relationship Id="rId10" Type="http://schemas.openxmlformats.org/officeDocument/2006/relationships/slide" Target="slide53.xml"/><Relationship Id="rId4" Type="http://schemas.openxmlformats.org/officeDocument/2006/relationships/slide" Target="slide46.xml"/><Relationship Id="rId9" Type="http://schemas.openxmlformats.org/officeDocument/2006/relationships/image" Target="../media/image16.png"/></Relationships>
</file>

<file path=ppt/slides/_rels/slide90.xml.rels><?xml version="1.0" encoding="UTF-8" standalone="yes"?>
<Relationships xmlns="http://schemas.openxmlformats.org/package/2006/relationships"><Relationship Id="rId8" Type="http://schemas.openxmlformats.org/officeDocument/2006/relationships/slide" Target="slide43.xml"/><Relationship Id="rId3" Type="http://schemas.openxmlformats.org/officeDocument/2006/relationships/hyperlink" Target="https://learn.microsoft.com/en-us/defender-for-identity/what-is" TargetMode="External"/><Relationship Id="rId7" Type="http://schemas.openxmlformats.org/officeDocument/2006/relationships/image" Target="../media/image27.svg"/><Relationship Id="rId2" Type="http://schemas.openxmlformats.org/officeDocument/2006/relationships/notesSlide" Target="../notesSlides/notesSlide88.xml"/><Relationship Id="rId1" Type="http://schemas.openxmlformats.org/officeDocument/2006/relationships/slideLayout" Target="../slideLayouts/slideLayout1.xml"/><Relationship Id="rId6" Type="http://schemas.openxmlformats.org/officeDocument/2006/relationships/slide" Target="slide50.xml"/><Relationship Id="rId11" Type="http://schemas.openxmlformats.org/officeDocument/2006/relationships/slide" Target="slide53.xml"/><Relationship Id="rId5" Type="http://schemas.openxmlformats.org/officeDocument/2006/relationships/slide" Target="slide46.xml"/><Relationship Id="rId10" Type="http://schemas.openxmlformats.org/officeDocument/2006/relationships/image" Target="../media/image16.png"/><Relationship Id="rId4" Type="http://schemas.openxmlformats.org/officeDocument/2006/relationships/hyperlink" Target="https://learn.microsoft.com/en-us/defender-xdr/microsoft-365-defender?view=o365-worldwide" TargetMode="External"/><Relationship Id="rId9" Type="http://schemas.openxmlformats.org/officeDocument/2006/relationships/slide" Target="slide9.xml"/></Relationships>
</file>

<file path=ppt/slides/_rels/slide91.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hyperlink" Target="https://learn.microsoft.com/en-us/entra/id-governance/privileged-identity-management/pim-configure" TargetMode="External"/><Relationship Id="rId7" Type="http://schemas.openxmlformats.org/officeDocument/2006/relationships/slide" Target="slide43.xml"/><Relationship Id="rId2" Type="http://schemas.openxmlformats.org/officeDocument/2006/relationships/notesSlide" Target="../notesSlides/notesSlide89.xml"/><Relationship Id="rId1" Type="http://schemas.openxmlformats.org/officeDocument/2006/relationships/slideLayout" Target="../slideLayouts/slideLayout1.xml"/><Relationship Id="rId6" Type="http://schemas.openxmlformats.org/officeDocument/2006/relationships/image" Target="../media/image27.svg"/><Relationship Id="rId5" Type="http://schemas.openxmlformats.org/officeDocument/2006/relationships/slide" Target="slide50.xml"/><Relationship Id="rId10" Type="http://schemas.openxmlformats.org/officeDocument/2006/relationships/slide" Target="slide53.xml"/><Relationship Id="rId4" Type="http://schemas.openxmlformats.org/officeDocument/2006/relationships/slide" Target="slide46.xml"/><Relationship Id="rId9" Type="http://schemas.openxmlformats.org/officeDocument/2006/relationships/image" Target="../media/image16.png"/></Relationships>
</file>

<file path=ppt/slides/_rels/slide92.xml.rels><?xml version="1.0" encoding="UTF-8" standalone="yes"?>
<Relationships xmlns="http://schemas.openxmlformats.org/package/2006/relationships"><Relationship Id="rId8" Type="http://schemas.openxmlformats.org/officeDocument/2006/relationships/slide" Target="slide50.xml"/><Relationship Id="rId13" Type="http://schemas.openxmlformats.org/officeDocument/2006/relationships/slide" Target="slide9.xml"/><Relationship Id="rId3" Type="http://schemas.openxmlformats.org/officeDocument/2006/relationships/hyperlink" Target="https://learn.microsoft.com/en-us/entra/identity/authentication/concept-authentication-passwordless" TargetMode="External"/><Relationship Id="rId7" Type="http://schemas.openxmlformats.org/officeDocument/2006/relationships/slide" Target="slide44.xml"/><Relationship Id="rId12" Type="http://schemas.openxmlformats.org/officeDocument/2006/relationships/slide" Target="slide43.xml"/><Relationship Id="rId2" Type="http://schemas.openxmlformats.org/officeDocument/2006/relationships/notesSlide" Target="../notesSlides/notesSlide90.xml"/><Relationship Id="rId1" Type="http://schemas.openxmlformats.org/officeDocument/2006/relationships/slideLayout" Target="../slideLayouts/slideLayout1.xml"/><Relationship Id="rId6" Type="http://schemas.openxmlformats.org/officeDocument/2006/relationships/slide" Target="slide41.xml"/><Relationship Id="rId11" Type="http://schemas.openxmlformats.org/officeDocument/2006/relationships/image" Target="../media/image27.svg"/><Relationship Id="rId5" Type="http://schemas.openxmlformats.org/officeDocument/2006/relationships/slide" Target="slide40.xml"/><Relationship Id="rId15" Type="http://schemas.openxmlformats.org/officeDocument/2006/relationships/slide" Target="slide53.xml"/><Relationship Id="rId10" Type="http://schemas.openxmlformats.org/officeDocument/2006/relationships/slide" Target="slide46.xml"/><Relationship Id="rId4" Type="http://schemas.openxmlformats.org/officeDocument/2006/relationships/image" Target="../media/image43.png"/><Relationship Id="rId9" Type="http://schemas.openxmlformats.org/officeDocument/2006/relationships/slide" Target="slide45.xml"/><Relationship Id="rId14" Type="http://schemas.openxmlformats.org/officeDocument/2006/relationships/image" Target="../media/image16.png"/></Relationships>
</file>

<file path=ppt/slides/_rels/slide93.xml.rels><?xml version="1.0" encoding="UTF-8" standalone="yes"?>
<Relationships xmlns="http://schemas.openxmlformats.org/package/2006/relationships"><Relationship Id="rId8" Type="http://schemas.openxmlformats.org/officeDocument/2006/relationships/slide" Target="slide45.xml"/><Relationship Id="rId13" Type="http://schemas.openxmlformats.org/officeDocument/2006/relationships/image" Target="../media/image16.png"/><Relationship Id="rId3" Type="http://schemas.openxmlformats.org/officeDocument/2006/relationships/hyperlink" Target="https://learn.microsoft.com/en-us/entra/identity/authentication/concept-certificate-based-authentication" TargetMode="External"/><Relationship Id="rId7" Type="http://schemas.openxmlformats.org/officeDocument/2006/relationships/slide" Target="slide50.xml"/><Relationship Id="rId12" Type="http://schemas.openxmlformats.org/officeDocument/2006/relationships/slide" Target="slide9.xml"/><Relationship Id="rId2" Type="http://schemas.openxmlformats.org/officeDocument/2006/relationships/notesSlide" Target="../notesSlides/notesSlide91.xml"/><Relationship Id="rId1" Type="http://schemas.openxmlformats.org/officeDocument/2006/relationships/slideLayout" Target="../slideLayouts/slideLayout1.xml"/><Relationship Id="rId6" Type="http://schemas.openxmlformats.org/officeDocument/2006/relationships/slide" Target="slide44.xml"/><Relationship Id="rId11" Type="http://schemas.openxmlformats.org/officeDocument/2006/relationships/slide" Target="slide43.xml"/><Relationship Id="rId5" Type="http://schemas.openxmlformats.org/officeDocument/2006/relationships/slide" Target="slide41.xml"/><Relationship Id="rId10" Type="http://schemas.openxmlformats.org/officeDocument/2006/relationships/image" Target="../media/image27.svg"/><Relationship Id="rId4" Type="http://schemas.openxmlformats.org/officeDocument/2006/relationships/slide" Target="slide40.xml"/><Relationship Id="rId9" Type="http://schemas.openxmlformats.org/officeDocument/2006/relationships/slide" Target="slide46.xml"/><Relationship Id="rId14" Type="http://schemas.openxmlformats.org/officeDocument/2006/relationships/slide" Target="slide53.xml"/></Relationships>
</file>

<file path=ppt/slides/_rels/slide94.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hyperlink" Target="https://learn.microsoft.com/en-us/entra/verified-id/decentralized-identifier-overview" TargetMode="External"/><Relationship Id="rId7" Type="http://schemas.openxmlformats.org/officeDocument/2006/relationships/image" Target="../media/image27.svg"/><Relationship Id="rId2" Type="http://schemas.openxmlformats.org/officeDocument/2006/relationships/notesSlide" Target="../notesSlides/notesSlide92.xml"/><Relationship Id="rId1" Type="http://schemas.openxmlformats.org/officeDocument/2006/relationships/slideLayout" Target="../slideLayouts/slideLayout1.xml"/><Relationship Id="rId6" Type="http://schemas.openxmlformats.org/officeDocument/2006/relationships/hyperlink" Target="https://www.w3.org/TR/vc-data-model/" TargetMode="External"/><Relationship Id="rId5" Type="http://schemas.openxmlformats.org/officeDocument/2006/relationships/hyperlink" Target="https://learn.microsoft.com/en-us/entra/verified-id/plan-verification-solution" TargetMode="External"/><Relationship Id="rId10" Type="http://schemas.openxmlformats.org/officeDocument/2006/relationships/slide" Target="slide53.xml"/><Relationship Id="rId4" Type="http://schemas.openxmlformats.org/officeDocument/2006/relationships/hyperlink" Target="https://learn.microsoft.com/en-us/azure/active-directory/verifiable-credentials/plan-verification-solution" TargetMode="External"/><Relationship Id="rId9" Type="http://schemas.openxmlformats.org/officeDocument/2006/relationships/image" Target="../media/image16.png"/></Relationships>
</file>

<file path=ppt/slides/_rels/slide95.xml.rels><?xml version="1.0" encoding="UTF-8" standalone="yes"?>
<Relationships xmlns="http://schemas.openxmlformats.org/package/2006/relationships"><Relationship Id="rId3" Type="http://schemas.openxmlformats.org/officeDocument/2006/relationships/hyperlink" Target="https://learn.microsoft.com/en-us/entra/agent-id/" TargetMode="External"/><Relationship Id="rId2" Type="http://schemas.openxmlformats.org/officeDocument/2006/relationships/notesSlide" Target="../notesSlides/notesSlide93.xml"/><Relationship Id="rId1" Type="http://schemas.openxmlformats.org/officeDocument/2006/relationships/slideLayout" Target="../slideLayouts/slideLayout1.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96.xml.rels><?xml version="1.0" encoding="UTF-8" standalone="yes"?>
<Relationships xmlns="http://schemas.openxmlformats.org/package/2006/relationships"><Relationship Id="rId8" Type="http://schemas.openxmlformats.org/officeDocument/2006/relationships/image" Target="../media/image27.svg"/><Relationship Id="rId3" Type="http://schemas.openxmlformats.org/officeDocument/2006/relationships/hyperlink" Target="https://learn.microsoft.com/en-us/windows/security/operating-system-security/network-security/windows-firewall/" TargetMode="External"/><Relationship Id="rId7" Type="http://schemas.openxmlformats.org/officeDocument/2006/relationships/slide" Target="slide50.xml"/><Relationship Id="rId2" Type="http://schemas.openxmlformats.org/officeDocument/2006/relationships/notesSlide" Target="../notesSlides/notesSlide94.xml"/><Relationship Id="rId1" Type="http://schemas.openxmlformats.org/officeDocument/2006/relationships/slideLayout" Target="../slideLayouts/slideLayout1.xml"/><Relationship Id="rId6" Type="http://schemas.openxmlformats.org/officeDocument/2006/relationships/slide" Target="slide45.xml"/><Relationship Id="rId11" Type="http://schemas.openxmlformats.org/officeDocument/2006/relationships/slide" Target="slide53.xml"/><Relationship Id="rId5" Type="http://schemas.openxmlformats.org/officeDocument/2006/relationships/slide" Target="slide44.xml"/><Relationship Id="rId10" Type="http://schemas.openxmlformats.org/officeDocument/2006/relationships/image" Target="../media/image16.png"/><Relationship Id="rId4" Type="http://schemas.openxmlformats.org/officeDocument/2006/relationships/slide" Target="slide40.xml"/><Relationship Id="rId9" Type="http://schemas.openxmlformats.org/officeDocument/2006/relationships/slide" Target="slide9.xml"/></Relationships>
</file>

<file path=ppt/slides/_rels/slide97.xml.rels><?xml version="1.0" encoding="UTF-8" standalone="yes"?>
<Relationships xmlns="http://schemas.openxmlformats.org/package/2006/relationships"><Relationship Id="rId8" Type="http://schemas.openxmlformats.org/officeDocument/2006/relationships/slide" Target="slide50.xml"/><Relationship Id="rId3" Type="http://schemas.openxmlformats.org/officeDocument/2006/relationships/hyperlink" Target="https://learn.microsoft.com/en-us/windows/security/identity-protection/credential-guard/" TargetMode="External"/><Relationship Id="rId7" Type="http://schemas.openxmlformats.org/officeDocument/2006/relationships/slide" Target="slide45.xml"/><Relationship Id="rId12" Type="http://schemas.openxmlformats.org/officeDocument/2006/relationships/slide" Target="slide53.xml"/><Relationship Id="rId2" Type="http://schemas.openxmlformats.org/officeDocument/2006/relationships/notesSlide" Target="../notesSlides/notesSlide95.xml"/><Relationship Id="rId1" Type="http://schemas.openxmlformats.org/officeDocument/2006/relationships/slideLayout" Target="../slideLayouts/slideLayout1.xml"/><Relationship Id="rId6" Type="http://schemas.openxmlformats.org/officeDocument/2006/relationships/slide" Target="slide44.xml"/><Relationship Id="rId11" Type="http://schemas.openxmlformats.org/officeDocument/2006/relationships/image" Target="../media/image16.png"/><Relationship Id="rId5" Type="http://schemas.openxmlformats.org/officeDocument/2006/relationships/slide" Target="slide40.xml"/><Relationship Id="rId10" Type="http://schemas.openxmlformats.org/officeDocument/2006/relationships/slide" Target="slide9.xml"/><Relationship Id="rId4" Type="http://schemas.openxmlformats.org/officeDocument/2006/relationships/hyperlink" Target="https://learn.microsoft.com/en-us/windows/security/identity-protection/credential-guard/configure?tabs=intune" TargetMode="External"/><Relationship Id="rId9" Type="http://schemas.openxmlformats.org/officeDocument/2006/relationships/image" Target="../media/image27.svg"/></Relationships>
</file>

<file path=ppt/slides/_rels/slide98.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hyperlink" Target="https://learn.microsoft.com/en-us/defender-endpoint/defender-endpoint-plan-1" TargetMode="External"/><Relationship Id="rId7" Type="http://schemas.openxmlformats.org/officeDocument/2006/relationships/image" Target="../media/image27.svg"/><Relationship Id="rId2" Type="http://schemas.openxmlformats.org/officeDocument/2006/relationships/notesSlide" Target="../notesSlides/notesSlide96.xml"/><Relationship Id="rId1" Type="http://schemas.openxmlformats.org/officeDocument/2006/relationships/slideLayout" Target="../slideLayouts/slideLayout1.xml"/><Relationship Id="rId6" Type="http://schemas.openxmlformats.org/officeDocument/2006/relationships/slide" Target="slide50.xml"/><Relationship Id="rId5" Type="http://schemas.openxmlformats.org/officeDocument/2006/relationships/slide" Target="slide44.xml"/><Relationship Id="rId10" Type="http://schemas.openxmlformats.org/officeDocument/2006/relationships/slide" Target="slide53.xml"/><Relationship Id="rId4" Type="http://schemas.openxmlformats.org/officeDocument/2006/relationships/hyperlink" Target="https://security.microsoft.com/" TargetMode="External"/><Relationship Id="rId9" Type="http://schemas.openxmlformats.org/officeDocument/2006/relationships/image" Target="../media/image16.png"/></Relationships>
</file>

<file path=ppt/slides/_rels/slide99.xml.rels><?xml version="1.0" encoding="UTF-8" standalone="yes"?>
<Relationships xmlns="http://schemas.openxmlformats.org/package/2006/relationships"><Relationship Id="rId8" Type="http://schemas.openxmlformats.org/officeDocument/2006/relationships/image" Target="../media/image27.svg"/><Relationship Id="rId3" Type="http://schemas.openxmlformats.org/officeDocument/2006/relationships/hyperlink" Target="https://learn.microsoft.com/en-us/defender-endpoint/attack-surface-reduction" TargetMode="External"/><Relationship Id="rId7" Type="http://schemas.openxmlformats.org/officeDocument/2006/relationships/slide" Target="slide50.xml"/><Relationship Id="rId12" Type="http://schemas.openxmlformats.org/officeDocument/2006/relationships/slide" Target="slide53.xml"/><Relationship Id="rId2" Type="http://schemas.openxmlformats.org/officeDocument/2006/relationships/notesSlide" Target="../notesSlides/notesSlide97.xml"/><Relationship Id="rId1" Type="http://schemas.openxmlformats.org/officeDocument/2006/relationships/slideLayout" Target="../slideLayouts/slideLayout1.xml"/><Relationship Id="rId6" Type="http://schemas.openxmlformats.org/officeDocument/2006/relationships/slide" Target="slide47.xml"/><Relationship Id="rId11" Type="http://schemas.openxmlformats.org/officeDocument/2006/relationships/image" Target="../media/image16.png"/><Relationship Id="rId5" Type="http://schemas.openxmlformats.org/officeDocument/2006/relationships/slide" Target="slide44.xml"/><Relationship Id="rId10" Type="http://schemas.openxmlformats.org/officeDocument/2006/relationships/slide" Target="slide9.xml"/><Relationship Id="rId4" Type="http://schemas.openxmlformats.org/officeDocument/2006/relationships/slide" Target="slide42.xml"/><Relationship Id="rId9" Type="http://schemas.openxmlformats.org/officeDocument/2006/relationships/slide" Target="slide43.xml"/></Relationships>
</file>

<file path=ppt/slides/_rels/slide100.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hyperlink" Target="https://learn.microsoft.com/en-us/purview/endpoint-dlp-getting-started?view=o365-worldwide" TargetMode="External"/><Relationship Id="rId7" Type="http://schemas.openxmlformats.org/officeDocument/2006/relationships/slide" Target="slide48.xml"/><Relationship Id="rId2" Type="http://schemas.openxmlformats.org/officeDocument/2006/relationships/notesSlide" Target="../notesSlides/notesSlide98.xml"/><Relationship Id="rId1" Type="http://schemas.openxmlformats.org/officeDocument/2006/relationships/slideLayout" Target="../slideLayouts/slideLayout1.xml"/><Relationship Id="rId6" Type="http://schemas.openxmlformats.org/officeDocument/2006/relationships/image" Target="../media/image27.svg"/><Relationship Id="rId5" Type="http://schemas.openxmlformats.org/officeDocument/2006/relationships/slide" Target="slide50.xml"/><Relationship Id="rId10" Type="http://schemas.openxmlformats.org/officeDocument/2006/relationships/slide" Target="slide53.xml"/><Relationship Id="rId4" Type="http://schemas.openxmlformats.org/officeDocument/2006/relationships/hyperlink" Target="https://learn.microsoft.com/en-us/purview/endpoint-dlp-learn-about?view=o365-worldwide" TargetMode="External"/><Relationship Id="rId9" Type="http://schemas.openxmlformats.org/officeDocument/2006/relationships/image" Target="../media/image16.png"/></Relationships>
</file>

<file path=ppt/slides/_rels/slide101.xml.rels><?xml version="1.0" encoding="UTF-8" standalone="yes"?>
<Relationships xmlns="http://schemas.openxmlformats.org/package/2006/relationships"><Relationship Id="rId8" Type="http://schemas.openxmlformats.org/officeDocument/2006/relationships/image" Target="../media/image27.svg"/><Relationship Id="rId3" Type="http://schemas.openxmlformats.org/officeDocument/2006/relationships/hyperlink" Target="https://learn.microsoft.com/en-us/windows/security/hardware-security/how-hardware-based-root-of-trust-helps-protect-windows" TargetMode="External"/><Relationship Id="rId7" Type="http://schemas.openxmlformats.org/officeDocument/2006/relationships/slide" Target="slide50.xml"/><Relationship Id="rId12" Type="http://schemas.openxmlformats.org/officeDocument/2006/relationships/slide" Target="slide53.xml"/><Relationship Id="rId2" Type="http://schemas.openxmlformats.org/officeDocument/2006/relationships/notesSlide" Target="../notesSlides/notesSlide99.xml"/><Relationship Id="rId1" Type="http://schemas.openxmlformats.org/officeDocument/2006/relationships/slideLayout" Target="../slideLayouts/slideLayout1.xml"/><Relationship Id="rId6" Type="http://schemas.openxmlformats.org/officeDocument/2006/relationships/slide" Target="slide47.xml"/><Relationship Id="rId11" Type="http://schemas.openxmlformats.org/officeDocument/2006/relationships/image" Target="../media/image16.png"/><Relationship Id="rId5" Type="http://schemas.openxmlformats.org/officeDocument/2006/relationships/slide" Target="slide44.xml"/><Relationship Id="rId10" Type="http://schemas.openxmlformats.org/officeDocument/2006/relationships/slide" Target="slide9.xml"/><Relationship Id="rId4" Type="http://schemas.openxmlformats.org/officeDocument/2006/relationships/slide" Target="slide42.xml"/><Relationship Id="rId9" Type="http://schemas.openxmlformats.org/officeDocument/2006/relationships/slide" Target="slide43.xml"/></Relationships>
</file>

<file path=ppt/slides/_rels/slide102.xml.rels><?xml version="1.0" encoding="UTF-8" standalone="yes"?>
<Relationships xmlns="http://schemas.openxmlformats.org/package/2006/relationships"><Relationship Id="rId8" Type="http://schemas.openxmlformats.org/officeDocument/2006/relationships/image" Target="../media/image27.svg"/><Relationship Id="rId3" Type="http://schemas.openxmlformats.org/officeDocument/2006/relationships/hyperlink" Target="https://learn.microsoft.com/en-us/windows/security/operating-system-security/data-protection/bitlocker/" TargetMode="External"/><Relationship Id="rId7" Type="http://schemas.openxmlformats.org/officeDocument/2006/relationships/slide" Target="slide50.xml"/><Relationship Id="rId12" Type="http://schemas.openxmlformats.org/officeDocument/2006/relationships/slide" Target="slide53.xml"/><Relationship Id="rId2" Type="http://schemas.openxmlformats.org/officeDocument/2006/relationships/notesSlide" Target="../notesSlides/notesSlide100.xml"/><Relationship Id="rId1" Type="http://schemas.openxmlformats.org/officeDocument/2006/relationships/slideLayout" Target="../slideLayouts/slideLayout1.xml"/><Relationship Id="rId6" Type="http://schemas.openxmlformats.org/officeDocument/2006/relationships/slide" Target="slide47.xml"/><Relationship Id="rId11" Type="http://schemas.openxmlformats.org/officeDocument/2006/relationships/image" Target="../media/image16.png"/><Relationship Id="rId5" Type="http://schemas.openxmlformats.org/officeDocument/2006/relationships/slide" Target="slide44.xml"/><Relationship Id="rId10" Type="http://schemas.openxmlformats.org/officeDocument/2006/relationships/slide" Target="slide9.xml"/><Relationship Id="rId4" Type="http://schemas.openxmlformats.org/officeDocument/2006/relationships/slide" Target="slide42.xml"/><Relationship Id="rId9" Type="http://schemas.openxmlformats.org/officeDocument/2006/relationships/slide" Target="slide43.xml"/></Relationships>
</file>

<file path=ppt/slides/_rels/slide103.xml.rels><?xml version="1.0" encoding="UTF-8" standalone="yes"?>
<Relationships xmlns="http://schemas.openxmlformats.org/package/2006/relationships"><Relationship Id="rId3" Type="http://schemas.openxmlformats.org/officeDocument/2006/relationships/hyperlink" Target="https://learn.microsoft.com/en-gb/microsoft-agent-365/overview" TargetMode="External"/><Relationship Id="rId2" Type="http://schemas.openxmlformats.org/officeDocument/2006/relationships/notesSlide" Target="../notesSlides/notesSlide101.xml"/><Relationship Id="rId1" Type="http://schemas.openxmlformats.org/officeDocument/2006/relationships/slideLayout" Target="../slideLayouts/slideLayout1.xml"/><Relationship Id="rId5" Type="http://schemas.openxmlformats.org/officeDocument/2006/relationships/slide" Target="slide53.xml"/><Relationship Id="rId4" Type="http://schemas.openxmlformats.org/officeDocument/2006/relationships/image" Target="../media/image27.svg"/></Relationships>
</file>

<file path=ppt/slides/_rels/slide104.xml.rels><?xml version="1.0" encoding="UTF-8" standalone="yes"?>
<Relationships xmlns="http://schemas.openxmlformats.org/package/2006/relationships"><Relationship Id="rId8" Type="http://schemas.openxmlformats.org/officeDocument/2006/relationships/slide" Target="slide44.xml"/><Relationship Id="rId13" Type="http://schemas.openxmlformats.org/officeDocument/2006/relationships/image" Target="../media/image16.png"/><Relationship Id="rId3" Type="http://schemas.openxmlformats.org/officeDocument/2006/relationships/hyperlink" Target="https://learn.microsoft.com/en-us/mem/intune/fundamentals/what-is-intune" TargetMode="External"/><Relationship Id="rId7" Type="http://schemas.openxmlformats.org/officeDocument/2006/relationships/slide" Target="slide43.xml"/><Relationship Id="rId12" Type="http://schemas.openxmlformats.org/officeDocument/2006/relationships/slide" Target="slide9.xml"/><Relationship Id="rId2" Type="http://schemas.openxmlformats.org/officeDocument/2006/relationships/notesSlide" Target="../notesSlides/notesSlide102.xml"/><Relationship Id="rId1" Type="http://schemas.openxmlformats.org/officeDocument/2006/relationships/slideLayout" Target="../slideLayouts/slideLayout1.xml"/><Relationship Id="rId6" Type="http://schemas.openxmlformats.org/officeDocument/2006/relationships/slide" Target="slide41.xml"/><Relationship Id="rId11" Type="http://schemas.openxmlformats.org/officeDocument/2006/relationships/image" Target="../media/image27.svg"/><Relationship Id="rId5" Type="http://schemas.openxmlformats.org/officeDocument/2006/relationships/hyperlink" Target="https://docs.microsoft.com/configmgr/comanage/overview" TargetMode="External"/><Relationship Id="rId10" Type="http://schemas.openxmlformats.org/officeDocument/2006/relationships/slide" Target="slide50.xml"/><Relationship Id="rId4" Type="http://schemas.openxmlformats.org/officeDocument/2006/relationships/hyperlink" Target="https://www.microsoft.com/en-us/security/business/endpoint-management/microsoft-intune" TargetMode="External"/><Relationship Id="rId9" Type="http://schemas.openxmlformats.org/officeDocument/2006/relationships/slide" Target="slide46.xml"/><Relationship Id="rId14" Type="http://schemas.openxmlformats.org/officeDocument/2006/relationships/slide" Target="slide53.xml"/></Relationships>
</file>

<file path=ppt/slides/_rels/slide105.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hyperlink" Target="https://learn.microsoft.com/en-us/mem/intune/fundamentals/what-is-intune" TargetMode="External"/><Relationship Id="rId7" Type="http://schemas.openxmlformats.org/officeDocument/2006/relationships/slide" Target="slide9.xml"/><Relationship Id="rId2" Type="http://schemas.openxmlformats.org/officeDocument/2006/relationships/notesSlide" Target="../notesSlides/notesSlide103.xml"/><Relationship Id="rId1" Type="http://schemas.openxmlformats.org/officeDocument/2006/relationships/slideLayout" Target="../slideLayouts/slideLayout1.xml"/><Relationship Id="rId6" Type="http://schemas.openxmlformats.org/officeDocument/2006/relationships/image" Target="../media/image27.svg"/><Relationship Id="rId5" Type="http://schemas.openxmlformats.org/officeDocument/2006/relationships/slide" Target="slide50.xml"/><Relationship Id="rId4" Type="http://schemas.openxmlformats.org/officeDocument/2006/relationships/hyperlink" Target="https://learn.microsoft.com/en-us/intune/" TargetMode="External"/><Relationship Id="rId9" Type="http://schemas.openxmlformats.org/officeDocument/2006/relationships/slide" Target="slide53.xml"/></Relationships>
</file>

<file path=ppt/slides/_rels/slide106.xml.rels><?xml version="1.0" encoding="UTF-8" standalone="yes"?>
<Relationships xmlns="http://schemas.openxmlformats.org/package/2006/relationships"><Relationship Id="rId8" Type="http://schemas.openxmlformats.org/officeDocument/2006/relationships/hyperlink" Target="https://docs.microsoft.com/en-us/windows/security/threat-protection/microsoft-defender-atp/threat-protection-integration" TargetMode="External"/><Relationship Id="rId13" Type="http://schemas.openxmlformats.org/officeDocument/2006/relationships/image" Target="../media/image27.svg"/><Relationship Id="rId3" Type="http://schemas.openxmlformats.org/officeDocument/2006/relationships/hyperlink" Target="https://learn.microsoft.com/en-us/defender-endpoint/microsoft-defender-endpoint" TargetMode="External"/><Relationship Id="rId7" Type="http://schemas.openxmlformats.org/officeDocument/2006/relationships/hyperlink" Target="https://docs.microsoft.com/en-us/windows/security/threat-protection/microsoft-defender-atp/microsoft-defender-atp-linux" TargetMode="External"/><Relationship Id="rId12" Type="http://schemas.openxmlformats.org/officeDocument/2006/relationships/slide" Target="slide143.xml"/><Relationship Id="rId17" Type="http://schemas.openxmlformats.org/officeDocument/2006/relationships/slide" Target="slide53.xml"/><Relationship Id="rId2" Type="http://schemas.openxmlformats.org/officeDocument/2006/relationships/notesSlide" Target="../notesSlides/notesSlide104.xml"/><Relationship Id="rId16" Type="http://schemas.openxmlformats.org/officeDocument/2006/relationships/image" Target="../media/image16.png"/><Relationship Id="rId1" Type="http://schemas.openxmlformats.org/officeDocument/2006/relationships/slideLayout" Target="../slideLayouts/slideLayout1.xml"/><Relationship Id="rId6" Type="http://schemas.openxmlformats.org/officeDocument/2006/relationships/hyperlink" Target="https://docs.microsoft.com/en-us/windows/security/threat-protection/microsoft-defender-atp/microsoft-defender-atp-mac" TargetMode="External"/><Relationship Id="rId11" Type="http://schemas.openxmlformats.org/officeDocument/2006/relationships/slide" Target="slide50.xml"/><Relationship Id="rId5" Type="http://schemas.openxmlformats.org/officeDocument/2006/relationships/hyperlink" Target="https://docs.microsoft.com/en-us/windows/security/threat-protection/microsoft-defender-atp/configure-server-endpoints" TargetMode="External"/><Relationship Id="rId15" Type="http://schemas.openxmlformats.org/officeDocument/2006/relationships/slide" Target="slide9.xml"/><Relationship Id="rId10" Type="http://schemas.openxmlformats.org/officeDocument/2006/relationships/slide" Target="slide47.xml"/><Relationship Id="rId4" Type="http://schemas.openxmlformats.org/officeDocument/2006/relationships/hyperlink" Target="https://docs.microsoft.com/en-us/windows/security/threat-protection/microsoft-defender-atp/onboard-downlevel" TargetMode="External"/><Relationship Id="rId9" Type="http://schemas.openxmlformats.org/officeDocument/2006/relationships/hyperlink" Target="https://docs.microsoft.com/en-us/microsoft-365/security/mtp/microsoft-threat-protection?view=o365-worldwide" TargetMode="External"/><Relationship Id="rId14" Type="http://schemas.openxmlformats.org/officeDocument/2006/relationships/slide" Target="slide43.xml"/></Relationships>
</file>

<file path=ppt/slides/_rels/slide107.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hyperlink" Target="https://learn.microsoft.com/en-us/windows-365/overview" TargetMode="External"/><Relationship Id="rId7" Type="http://schemas.openxmlformats.org/officeDocument/2006/relationships/slide" Target="slide9.xml"/><Relationship Id="rId2" Type="http://schemas.openxmlformats.org/officeDocument/2006/relationships/notesSlide" Target="../notesSlides/notesSlide105.xml"/><Relationship Id="rId1" Type="http://schemas.openxmlformats.org/officeDocument/2006/relationships/slideLayout" Target="../slideLayouts/slideLayout1.xml"/><Relationship Id="rId6" Type="http://schemas.openxmlformats.org/officeDocument/2006/relationships/image" Target="../media/image27.svg"/><Relationship Id="rId5" Type="http://schemas.openxmlformats.org/officeDocument/2006/relationships/hyperlink" Target="https://www.microsoft.com/en-gb/windows-365/enterprise/all-pricing" TargetMode="External"/><Relationship Id="rId4" Type="http://schemas.openxmlformats.org/officeDocument/2006/relationships/hyperlink" Target="https://learn.microsoft.com/en-us/windows-365/enterprise/" TargetMode="External"/></Relationships>
</file>

<file path=ppt/slides/_rels/slide108.xml.rels><?xml version="1.0" encoding="UTF-8" standalone="yes"?>
<Relationships xmlns="http://schemas.openxmlformats.org/package/2006/relationships"><Relationship Id="rId8" Type="http://schemas.openxmlformats.org/officeDocument/2006/relationships/slide" Target="slide50.xml"/><Relationship Id="rId13" Type="http://schemas.openxmlformats.org/officeDocument/2006/relationships/slide" Target="slide53.xml"/><Relationship Id="rId3" Type="http://schemas.openxmlformats.org/officeDocument/2006/relationships/hyperlink" Target="https://learn.microsoft.com/en-us/purview/sit-sensitive-information-type-learn-about?view=o365-worldwide" TargetMode="External"/><Relationship Id="rId7" Type="http://schemas.openxmlformats.org/officeDocument/2006/relationships/slide" Target="slide46.xml"/><Relationship Id="rId12" Type="http://schemas.openxmlformats.org/officeDocument/2006/relationships/image" Target="../media/image16.png"/><Relationship Id="rId2" Type="http://schemas.openxmlformats.org/officeDocument/2006/relationships/notesSlide" Target="../notesSlides/notesSlide106.xml"/><Relationship Id="rId1" Type="http://schemas.openxmlformats.org/officeDocument/2006/relationships/slideLayout" Target="../slideLayouts/slideLayout1.xml"/><Relationship Id="rId6" Type="http://schemas.openxmlformats.org/officeDocument/2006/relationships/slide" Target="slide44.xml"/><Relationship Id="rId11" Type="http://schemas.openxmlformats.org/officeDocument/2006/relationships/slide" Target="slide9.xml"/><Relationship Id="rId5" Type="http://schemas.openxmlformats.org/officeDocument/2006/relationships/slide" Target="slide41.xml"/><Relationship Id="rId10" Type="http://schemas.openxmlformats.org/officeDocument/2006/relationships/slide" Target="slide48.xml"/><Relationship Id="rId4" Type="http://schemas.openxmlformats.org/officeDocument/2006/relationships/hyperlink" Target="https://learn.microsoft.com/en-us/purview/trainable-classifiers-learn-about" TargetMode="External"/><Relationship Id="rId9" Type="http://schemas.openxmlformats.org/officeDocument/2006/relationships/image" Target="../media/image27.svg"/></Relationships>
</file>

<file path=ppt/slides/_rels/slide109.xml.rels><?xml version="1.0" encoding="UTF-8" standalone="yes"?>
<Relationships xmlns="http://schemas.openxmlformats.org/package/2006/relationships"><Relationship Id="rId8" Type="http://schemas.openxmlformats.org/officeDocument/2006/relationships/slide" Target="slide46.xml"/><Relationship Id="rId13" Type="http://schemas.openxmlformats.org/officeDocument/2006/relationships/image" Target="../media/image16.png"/><Relationship Id="rId3" Type="http://schemas.openxmlformats.org/officeDocument/2006/relationships/hyperlink" Target="https://learn.microsoft.com/en-us/purview/ome" TargetMode="External"/><Relationship Id="rId7" Type="http://schemas.openxmlformats.org/officeDocument/2006/relationships/slide" Target="slide45.xml"/><Relationship Id="rId12" Type="http://schemas.openxmlformats.org/officeDocument/2006/relationships/slide" Target="slide9.xml"/><Relationship Id="rId2" Type="http://schemas.openxmlformats.org/officeDocument/2006/relationships/notesSlide" Target="../notesSlides/notesSlide107.xml"/><Relationship Id="rId1" Type="http://schemas.openxmlformats.org/officeDocument/2006/relationships/slideLayout" Target="../slideLayouts/slideLayout1.xml"/><Relationship Id="rId6" Type="http://schemas.openxmlformats.org/officeDocument/2006/relationships/slide" Target="slide44.xml"/><Relationship Id="rId11" Type="http://schemas.openxmlformats.org/officeDocument/2006/relationships/slide" Target="slide48.xml"/><Relationship Id="rId5" Type="http://schemas.openxmlformats.org/officeDocument/2006/relationships/slide" Target="slide41.xml"/><Relationship Id="rId10" Type="http://schemas.openxmlformats.org/officeDocument/2006/relationships/image" Target="../media/image27.svg"/><Relationship Id="rId4" Type="http://schemas.openxmlformats.org/officeDocument/2006/relationships/slide" Target="slide40.xml"/><Relationship Id="rId9" Type="http://schemas.openxmlformats.org/officeDocument/2006/relationships/slide" Target="slide50.xml"/><Relationship Id="rId14" Type="http://schemas.openxmlformats.org/officeDocument/2006/relationships/slide" Target="slide53.xml"/></Relationships>
</file>

<file path=ppt/slides/_rels/slide110.xml.rels><?xml version="1.0" encoding="UTF-8" standalone="yes"?>
<Relationships xmlns="http://schemas.openxmlformats.org/package/2006/relationships"><Relationship Id="rId8" Type="http://schemas.openxmlformats.org/officeDocument/2006/relationships/slide" Target="slide41.xml"/><Relationship Id="rId13" Type="http://schemas.openxmlformats.org/officeDocument/2006/relationships/image" Target="../media/image27.svg"/><Relationship Id="rId3" Type="http://schemas.openxmlformats.org/officeDocument/2006/relationships/hyperlink" Target="https://learn.microsoft.com/en-us/purview/information-protection?view=o365-worldwide#know-your-data" TargetMode="External"/><Relationship Id="rId7" Type="http://schemas.openxmlformats.org/officeDocument/2006/relationships/slide" Target="slide40.xml"/><Relationship Id="rId12" Type="http://schemas.openxmlformats.org/officeDocument/2006/relationships/slide" Target="slide50.xml"/><Relationship Id="rId17" Type="http://schemas.openxmlformats.org/officeDocument/2006/relationships/slide" Target="slide53.xml"/><Relationship Id="rId2" Type="http://schemas.openxmlformats.org/officeDocument/2006/relationships/notesSlide" Target="../notesSlides/notesSlide108.xml"/><Relationship Id="rId16" Type="http://schemas.openxmlformats.org/officeDocument/2006/relationships/image" Target="../media/image16.png"/><Relationship Id="rId1" Type="http://schemas.openxmlformats.org/officeDocument/2006/relationships/slideLayout" Target="../slideLayouts/slideLayout1.xml"/><Relationship Id="rId6" Type="http://schemas.openxmlformats.org/officeDocument/2006/relationships/hyperlink" Target="https://www.microsoft.com/en-gb/security/business/solutions/information-protection" TargetMode="External"/><Relationship Id="rId11" Type="http://schemas.openxmlformats.org/officeDocument/2006/relationships/slide" Target="slide46.xml"/><Relationship Id="rId5" Type="http://schemas.openxmlformats.org/officeDocument/2006/relationships/hyperlink" Target="https://learn.microsoft.com/en-us/purview/information-protection?view=o365-worldwide#prevent-data-loss" TargetMode="External"/><Relationship Id="rId15" Type="http://schemas.openxmlformats.org/officeDocument/2006/relationships/slide" Target="slide9.xml"/><Relationship Id="rId10" Type="http://schemas.openxmlformats.org/officeDocument/2006/relationships/slide" Target="slide45.xml"/><Relationship Id="rId4" Type="http://schemas.openxmlformats.org/officeDocument/2006/relationships/hyperlink" Target="https://learn.microsoft.com/en-us/purview/information-protection?view=o365-worldwide#protect-your-data" TargetMode="External"/><Relationship Id="rId9" Type="http://schemas.openxmlformats.org/officeDocument/2006/relationships/slide" Target="slide44.xml"/><Relationship Id="rId14" Type="http://schemas.openxmlformats.org/officeDocument/2006/relationships/slide" Target="slide48.xml"/></Relationships>
</file>

<file path=ppt/slides/_rels/slide111.xml.rels><?xml version="1.0" encoding="UTF-8" standalone="yes"?>
<Relationships xmlns="http://schemas.openxmlformats.org/package/2006/relationships"><Relationship Id="rId8" Type="http://schemas.openxmlformats.org/officeDocument/2006/relationships/image" Target="../media/image27.svg"/><Relationship Id="rId13" Type="http://schemas.openxmlformats.org/officeDocument/2006/relationships/slide" Target="slide53.xml"/><Relationship Id="rId3" Type="http://schemas.openxmlformats.org/officeDocument/2006/relationships/hyperlink" Target="https://learn.microsoft.com/en-us/purview/ediscovery?view=o365-worldwide" TargetMode="External"/><Relationship Id="rId7" Type="http://schemas.openxmlformats.org/officeDocument/2006/relationships/slide" Target="slide45.xml"/><Relationship Id="rId12" Type="http://schemas.openxmlformats.org/officeDocument/2006/relationships/image" Target="../media/image16.png"/><Relationship Id="rId2" Type="http://schemas.openxmlformats.org/officeDocument/2006/relationships/notesSlide" Target="../notesSlides/notesSlide109.xml"/><Relationship Id="rId1" Type="http://schemas.openxmlformats.org/officeDocument/2006/relationships/slideLayout" Target="../slideLayouts/slideLayout1.xml"/><Relationship Id="rId6" Type="http://schemas.openxmlformats.org/officeDocument/2006/relationships/slide" Target="slide50.xml"/><Relationship Id="rId11" Type="http://schemas.openxmlformats.org/officeDocument/2006/relationships/slide" Target="slide9.xml"/><Relationship Id="rId5" Type="http://schemas.openxmlformats.org/officeDocument/2006/relationships/slide" Target="slide44.xml"/><Relationship Id="rId10" Type="http://schemas.openxmlformats.org/officeDocument/2006/relationships/slide" Target="slide48.xml"/><Relationship Id="rId4" Type="http://schemas.openxmlformats.org/officeDocument/2006/relationships/slide" Target="slide40.xml"/><Relationship Id="rId9" Type="http://schemas.openxmlformats.org/officeDocument/2006/relationships/slide" Target="slide43.xml"/></Relationships>
</file>

<file path=ppt/slides/_rels/slide112.xml.rels><?xml version="1.0" encoding="UTF-8" standalone="yes"?>
<Relationships xmlns="http://schemas.openxmlformats.org/package/2006/relationships"><Relationship Id="rId8" Type="http://schemas.openxmlformats.org/officeDocument/2006/relationships/slide" Target="slide48.xml"/><Relationship Id="rId3" Type="http://schemas.openxmlformats.org/officeDocument/2006/relationships/hyperlink" Target="https://learn.microsoft.com/en-us/purview/ediscovery?view=o365-worldwide" TargetMode="External"/><Relationship Id="rId7" Type="http://schemas.openxmlformats.org/officeDocument/2006/relationships/image" Target="../media/image27.svg"/><Relationship Id="rId2" Type="http://schemas.openxmlformats.org/officeDocument/2006/relationships/notesSlide" Target="../notesSlides/notesSlide110.xml"/><Relationship Id="rId1" Type="http://schemas.openxmlformats.org/officeDocument/2006/relationships/slideLayout" Target="../slideLayouts/slideLayout1.xml"/><Relationship Id="rId6" Type="http://schemas.openxmlformats.org/officeDocument/2006/relationships/slide" Target="slide50.xml"/><Relationship Id="rId11" Type="http://schemas.openxmlformats.org/officeDocument/2006/relationships/slide" Target="slide53.xml"/><Relationship Id="rId5" Type="http://schemas.openxmlformats.org/officeDocument/2006/relationships/slide" Target="slide45.xml"/><Relationship Id="rId10" Type="http://schemas.openxmlformats.org/officeDocument/2006/relationships/image" Target="../media/image16.png"/><Relationship Id="rId4" Type="http://schemas.openxmlformats.org/officeDocument/2006/relationships/hyperlink" Target="http://www.edrm.net/" TargetMode="External"/><Relationship Id="rId9" Type="http://schemas.openxmlformats.org/officeDocument/2006/relationships/slide" Target="slide9.xml"/></Relationships>
</file>

<file path=ppt/slides/_rels/slide113.xml.rels><?xml version="1.0" encoding="UTF-8" standalone="yes"?>
<Relationships xmlns="http://schemas.openxmlformats.org/package/2006/relationships"><Relationship Id="rId8" Type="http://schemas.openxmlformats.org/officeDocument/2006/relationships/slide" Target="slide43.xml"/><Relationship Id="rId3" Type="http://schemas.openxmlformats.org/officeDocument/2006/relationships/hyperlink" Target="https://learn.microsoft.com/en-us/defender-cloud-apps/what-is-defender-for-cloud-apps" TargetMode="External"/><Relationship Id="rId7" Type="http://schemas.openxmlformats.org/officeDocument/2006/relationships/image" Target="../media/image27.svg"/><Relationship Id="rId2" Type="http://schemas.openxmlformats.org/officeDocument/2006/relationships/notesSlide" Target="../notesSlides/notesSlide111.xml"/><Relationship Id="rId1" Type="http://schemas.openxmlformats.org/officeDocument/2006/relationships/slideLayout" Target="../slideLayouts/slideLayout1.xml"/><Relationship Id="rId6" Type="http://schemas.openxmlformats.org/officeDocument/2006/relationships/slide" Target="slide50.xml"/><Relationship Id="rId11" Type="http://schemas.openxmlformats.org/officeDocument/2006/relationships/slide" Target="slide53.xml"/><Relationship Id="rId5" Type="http://schemas.openxmlformats.org/officeDocument/2006/relationships/slide" Target="slide46.xml"/><Relationship Id="rId10" Type="http://schemas.openxmlformats.org/officeDocument/2006/relationships/image" Target="../media/image16.png"/><Relationship Id="rId4" Type="http://schemas.openxmlformats.org/officeDocument/2006/relationships/hyperlink" Target="https://learn.microsoft.com/en-us/defender-cloud-apps/tutorial-shadow-it" TargetMode="External"/><Relationship Id="rId9" Type="http://schemas.openxmlformats.org/officeDocument/2006/relationships/slide" Target="slide9.xml"/></Relationships>
</file>

<file path=ppt/slides/_rels/slide114.xml.rels><?xml version="1.0" encoding="UTF-8" standalone="yes"?>
<Relationships xmlns="http://schemas.openxmlformats.org/package/2006/relationships"><Relationship Id="rId8" Type="http://schemas.openxmlformats.org/officeDocument/2006/relationships/image" Target="../media/image27.svg"/><Relationship Id="rId3" Type="http://schemas.openxmlformats.org/officeDocument/2006/relationships/hyperlink" Target="https://learn.microsoft.com/en-us/purview/retention?view=o365-worldwide&amp;tabs=table-overriden" TargetMode="External"/><Relationship Id="rId7" Type="http://schemas.openxmlformats.org/officeDocument/2006/relationships/slide" Target="slide50.xml"/><Relationship Id="rId2" Type="http://schemas.openxmlformats.org/officeDocument/2006/relationships/notesSlide" Target="../notesSlides/notesSlide112.xml"/><Relationship Id="rId1" Type="http://schemas.openxmlformats.org/officeDocument/2006/relationships/slideLayout" Target="../slideLayouts/slideLayout1.xml"/><Relationship Id="rId6" Type="http://schemas.openxmlformats.org/officeDocument/2006/relationships/slide" Target="slide45.xml"/><Relationship Id="rId11" Type="http://schemas.openxmlformats.org/officeDocument/2006/relationships/slide" Target="slide53.xml"/><Relationship Id="rId5" Type="http://schemas.openxmlformats.org/officeDocument/2006/relationships/slide" Target="slide44.xml"/><Relationship Id="rId10" Type="http://schemas.openxmlformats.org/officeDocument/2006/relationships/image" Target="../media/image16.png"/><Relationship Id="rId4" Type="http://schemas.openxmlformats.org/officeDocument/2006/relationships/slide" Target="slide40.xml"/><Relationship Id="rId9" Type="http://schemas.openxmlformats.org/officeDocument/2006/relationships/slide" Target="slide9.xml"/></Relationships>
</file>

<file path=ppt/slides/_rels/slide115.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hyperlink" Target="https://learn.microsoft.com/en-us/purview/file-plan-manager" TargetMode="External"/><Relationship Id="rId7" Type="http://schemas.openxmlformats.org/officeDocument/2006/relationships/slide" Target="slide48.xml"/><Relationship Id="rId2" Type="http://schemas.openxmlformats.org/officeDocument/2006/relationships/notesSlide" Target="../notesSlides/notesSlide113.xml"/><Relationship Id="rId1" Type="http://schemas.openxmlformats.org/officeDocument/2006/relationships/slideLayout" Target="../slideLayouts/slideLayout1.xml"/><Relationship Id="rId6" Type="http://schemas.openxmlformats.org/officeDocument/2006/relationships/image" Target="../media/image27.svg"/><Relationship Id="rId5" Type="http://schemas.openxmlformats.org/officeDocument/2006/relationships/slide" Target="slide50.xml"/><Relationship Id="rId10" Type="http://schemas.openxmlformats.org/officeDocument/2006/relationships/slide" Target="slide53.xml"/><Relationship Id="rId4" Type="http://schemas.openxmlformats.org/officeDocument/2006/relationships/slide" Target="slide45.xml"/><Relationship Id="rId9" Type="http://schemas.openxmlformats.org/officeDocument/2006/relationships/image" Target="../media/image16.png"/></Relationships>
</file>

<file path=ppt/slides/_rels/slide116.xml.rels><?xml version="1.0" encoding="UTF-8" standalone="yes"?>
<Relationships xmlns="http://schemas.openxmlformats.org/package/2006/relationships"><Relationship Id="rId8" Type="http://schemas.openxmlformats.org/officeDocument/2006/relationships/image" Target="../media/image27.svg"/><Relationship Id="rId3" Type="http://schemas.openxmlformats.org/officeDocument/2006/relationships/hyperlink" Target="https://learn.microsoft.com/en-us/purview/dlp-learn-about-dlp?view=o365-worldwide" TargetMode="External"/><Relationship Id="rId7" Type="http://schemas.openxmlformats.org/officeDocument/2006/relationships/slide" Target="slide50.xml"/><Relationship Id="rId12" Type="http://schemas.openxmlformats.org/officeDocument/2006/relationships/slide" Target="slide53.xml"/><Relationship Id="rId2" Type="http://schemas.openxmlformats.org/officeDocument/2006/relationships/notesSlide" Target="../notesSlides/notesSlide114.xml"/><Relationship Id="rId1" Type="http://schemas.openxmlformats.org/officeDocument/2006/relationships/slideLayout" Target="../slideLayouts/slideLayout1.xml"/><Relationship Id="rId6" Type="http://schemas.openxmlformats.org/officeDocument/2006/relationships/slide" Target="slide45.xml"/><Relationship Id="rId11" Type="http://schemas.openxmlformats.org/officeDocument/2006/relationships/image" Target="../media/image16.png"/><Relationship Id="rId5" Type="http://schemas.openxmlformats.org/officeDocument/2006/relationships/slide" Target="slide44.xml"/><Relationship Id="rId10" Type="http://schemas.openxmlformats.org/officeDocument/2006/relationships/slide" Target="slide9.xml"/><Relationship Id="rId4" Type="http://schemas.openxmlformats.org/officeDocument/2006/relationships/slide" Target="slide40.xml"/><Relationship Id="rId9" Type="http://schemas.openxmlformats.org/officeDocument/2006/relationships/slide" Target="slide48.xml"/></Relationships>
</file>

<file path=ppt/slides/_rels/slide117.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hyperlink" Target="https://learn.microsoft.com/en-us/purview/insider-risk-management?view=o365-worldwide" TargetMode="External"/><Relationship Id="rId7" Type="http://schemas.openxmlformats.org/officeDocument/2006/relationships/slide" Target="slide9.xml"/><Relationship Id="rId2" Type="http://schemas.openxmlformats.org/officeDocument/2006/relationships/notesSlide" Target="../notesSlides/notesSlide115.xml"/><Relationship Id="rId1" Type="http://schemas.openxmlformats.org/officeDocument/2006/relationships/slideLayout" Target="../slideLayouts/slideLayout1.xml"/><Relationship Id="rId6" Type="http://schemas.openxmlformats.org/officeDocument/2006/relationships/slide" Target="slide48.xml"/><Relationship Id="rId5" Type="http://schemas.openxmlformats.org/officeDocument/2006/relationships/image" Target="../media/image27.svg"/><Relationship Id="rId4" Type="http://schemas.openxmlformats.org/officeDocument/2006/relationships/slide" Target="slide50.xml"/><Relationship Id="rId9" Type="http://schemas.openxmlformats.org/officeDocument/2006/relationships/slide" Target="slide53.xml"/></Relationships>
</file>

<file path=ppt/slides/_rels/slide118.xml.rels><?xml version="1.0" encoding="UTF-8" standalone="yes"?>
<Relationships xmlns="http://schemas.openxmlformats.org/package/2006/relationships"><Relationship Id="rId8" Type="http://schemas.openxmlformats.org/officeDocument/2006/relationships/slide" Target="slide48.xml"/><Relationship Id="rId3" Type="http://schemas.openxmlformats.org/officeDocument/2006/relationships/hyperlink" Target="https://learn.microsoft.com/en-us/purview/exchange-online-secures-email-secrets?view=o365-worldwide" TargetMode="External"/><Relationship Id="rId7" Type="http://schemas.openxmlformats.org/officeDocument/2006/relationships/image" Target="../media/image27.svg"/><Relationship Id="rId2" Type="http://schemas.openxmlformats.org/officeDocument/2006/relationships/notesSlide" Target="../notesSlides/notesSlide116.xml"/><Relationship Id="rId1" Type="http://schemas.openxmlformats.org/officeDocument/2006/relationships/slideLayout" Target="../slideLayouts/slideLayout7.xml"/><Relationship Id="rId6" Type="http://schemas.openxmlformats.org/officeDocument/2006/relationships/slide" Target="slide50.xml"/><Relationship Id="rId11" Type="http://schemas.openxmlformats.org/officeDocument/2006/relationships/slide" Target="slide53.xml"/><Relationship Id="rId5" Type="http://schemas.openxmlformats.org/officeDocument/2006/relationships/slide" Target="slide45.xml"/><Relationship Id="rId10" Type="http://schemas.openxmlformats.org/officeDocument/2006/relationships/image" Target="../media/image16.png"/><Relationship Id="rId4" Type="http://schemas.openxmlformats.org/officeDocument/2006/relationships/hyperlink" Target="https://learn.microsoft.com/en-us/purview/customer-key-overview?view=o365-worldwide" TargetMode="External"/><Relationship Id="rId9" Type="http://schemas.openxmlformats.org/officeDocument/2006/relationships/slide" Target="slide9.xml"/></Relationships>
</file>

<file path=ppt/slides/_rels/slide119.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hyperlink" Target="https://learn.microsoft.com/en-us/purview/communication-compliance?view=o365-worldwide" TargetMode="External"/><Relationship Id="rId7" Type="http://schemas.openxmlformats.org/officeDocument/2006/relationships/slide" Target="slide48.xml"/><Relationship Id="rId2" Type="http://schemas.openxmlformats.org/officeDocument/2006/relationships/notesSlide" Target="../notesSlides/notesSlide117.xml"/><Relationship Id="rId1" Type="http://schemas.openxmlformats.org/officeDocument/2006/relationships/slideLayout" Target="../slideLayouts/slideLayout7.xml"/><Relationship Id="rId6" Type="http://schemas.openxmlformats.org/officeDocument/2006/relationships/image" Target="../media/image27.svg"/><Relationship Id="rId5" Type="http://schemas.openxmlformats.org/officeDocument/2006/relationships/slide" Target="slide50.xml"/><Relationship Id="rId10" Type="http://schemas.openxmlformats.org/officeDocument/2006/relationships/slide" Target="slide53.xml"/><Relationship Id="rId4" Type="http://schemas.openxmlformats.org/officeDocument/2006/relationships/slide" Target="slide45.xml"/><Relationship Id="rId9" Type="http://schemas.openxmlformats.org/officeDocument/2006/relationships/image" Target="../media/image16.png"/></Relationships>
</file>

<file path=ppt/slides/_rels/slide120.xml.rels><?xml version="1.0" encoding="UTF-8" standalone="yes"?>
<Relationships xmlns="http://schemas.openxmlformats.org/package/2006/relationships"><Relationship Id="rId8" Type="http://schemas.openxmlformats.org/officeDocument/2006/relationships/image" Target="../media/image27.svg"/><Relationship Id="rId3" Type="http://schemas.openxmlformats.org/officeDocument/2006/relationships/hyperlink" Target="https://learn.microsoft.com/en-us/purview/deploy-scanner?view=o365-worldwide" TargetMode="External"/><Relationship Id="rId7" Type="http://schemas.openxmlformats.org/officeDocument/2006/relationships/slide" Target="slide46.xml"/><Relationship Id="rId12" Type="http://schemas.openxmlformats.org/officeDocument/2006/relationships/slide" Target="slide53.xml"/><Relationship Id="rId2" Type="http://schemas.openxmlformats.org/officeDocument/2006/relationships/notesSlide" Target="../notesSlides/notesSlide118.xml"/><Relationship Id="rId1" Type="http://schemas.openxmlformats.org/officeDocument/2006/relationships/slideLayout" Target="../slideLayouts/slideLayout7.xml"/><Relationship Id="rId6" Type="http://schemas.openxmlformats.org/officeDocument/2006/relationships/slide" Target="slide50.xml"/><Relationship Id="rId11" Type="http://schemas.openxmlformats.org/officeDocument/2006/relationships/image" Target="../media/image16.png"/><Relationship Id="rId5" Type="http://schemas.openxmlformats.org/officeDocument/2006/relationships/slide" Target="slide44.xml"/><Relationship Id="rId10" Type="http://schemas.openxmlformats.org/officeDocument/2006/relationships/slide" Target="slide9.xml"/><Relationship Id="rId4" Type="http://schemas.openxmlformats.org/officeDocument/2006/relationships/slide" Target="slide41.xml"/><Relationship Id="rId9" Type="http://schemas.openxmlformats.org/officeDocument/2006/relationships/slide" Target="slide48.xml"/></Relationships>
</file>

<file path=ppt/slides/_rels/slide121.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slide" Target="slide120.xml"/><Relationship Id="rId7" Type="http://schemas.openxmlformats.org/officeDocument/2006/relationships/slide" Target="slide48.xml"/><Relationship Id="rId2" Type="http://schemas.openxmlformats.org/officeDocument/2006/relationships/notesSlide" Target="../notesSlides/notesSlide119.xml"/><Relationship Id="rId1" Type="http://schemas.openxmlformats.org/officeDocument/2006/relationships/slideLayout" Target="../slideLayouts/slideLayout7.xml"/><Relationship Id="rId6" Type="http://schemas.openxmlformats.org/officeDocument/2006/relationships/image" Target="../media/image27.svg"/><Relationship Id="rId5" Type="http://schemas.openxmlformats.org/officeDocument/2006/relationships/slide" Target="slide50.xml"/><Relationship Id="rId10" Type="http://schemas.openxmlformats.org/officeDocument/2006/relationships/slide" Target="slide53.xml"/><Relationship Id="rId4" Type="http://schemas.openxmlformats.org/officeDocument/2006/relationships/hyperlink" Target="https://learn.microsoft.com/en-us/purview/dlp-on-premises-scanner-learn" TargetMode="External"/><Relationship Id="rId9" Type="http://schemas.openxmlformats.org/officeDocument/2006/relationships/image" Target="../media/image16.png"/></Relationships>
</file>

<file path=ppt/slides/_rels/slide122.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hyperlink" Target="https://learn.microsoft.com/en-us/purview/compliance-manager" TargetMode="External"/><Relationship Id="rId7" Type="http://schemas.openxmlformats.org/officeDocument/2006/relationships/slide" Target="slide48.xml"/><Relationship Id="rId2" Type="http://schemas.openxmlformats.org/officeDocument/2006/relationships/notesSlide" Target="../notesSlides/notesSlide120.xml"/><Relationship Id="rId1" Type="http://schemas.openxmlformats.org/officeDocument/2006/relationships/slideLayout" Target="../slideLayouts/slideLayout7.xml"/><Relationship Id="rId6" Type="http://schemas.openxmlformats.org/officeDocument/2006/relationships/image" Target="../media/image27.svg"/><Relationship Id="rId5" Type="http://schemas.openxmlformats.org/officeDocument/2006/relationships/slide" Target="slide44.xml"/><Relationship Id="rId10" Type="http://schemas.openxmlformats.org/officeDocument/2006/relationships/slide" Target="slide53.xml"/><Relationship Id="rId4" Type="http://schemas.openxmlformats.org/officeDocument/2006/relationships/slide" Target="slide50.xml"/><Relationship Id="rId9" Type="http://schemas.openxmlformats.org/officeDocument/2006/relationships/image" Target="../media/image16.png"/></Relationships>
</file>

<file path=ppt/slides/_rels/slide123.xml.rels><?xml version="1.0" encoding="UTF-8" standalone="yes"?>
<Relationships xmlns="http://schemas.openxmlformats.org/package/2006/relationships"><Relationship Id="rId3" Type="http://schemas.openxmlformats.org/officeDocument/2006/relationships/hyperlink" Target="https://learn.microsoft.com/en-us/privacy/priva/priva-overview" TargetMode="External"/><Relationship Id="rId2" Type="http://schemas.openxmlformats.org/officeDocument/2006/relationships/notesSlide" Target="../notesSlides/notesSlide121.xml"/><Relationship Id="rId1" Type="http://schemas.openxmlformats.org/officeDocument/2006/relationships/slideLayout" Target="../slideLayouts/slideLayout7.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124.xml.rels><?xml version="1.0" encoding="UTF-8" standalone="yes"?>
<Relationships xmlns="http://schemas.openxmlformats.org/package/2006/relationships"><Relationship Id="rId3" Type="http://schemas.openxmlformats.org/officeDocument/2006/relationships/hyperlink" Target="https://learn.microsoft.com/en-us/purview/unified-catalog" TargetMode="External"/><Relationship Id="rId7" Type="http://schemas.openxmlformats.org/officeDocument/2006/relationships/image" Target="../media/image16.png"/><Relationship Id="rId2" Type="http://schemas.openxmlformats.org/officeDocument/2006/relationships/notesSlide" Target="../notesSlides/notesSlide122.xml"/><Relationship Id="rId1" Type="http://schemas.openxmlformats.org/officeDocument/2006/relationships/slideLayout" Target="../slideLayouts/slideLayout7.xml"/><Relationship Id="rId6" Type="http://schemas.openxmlformats.org/officeDocument/2006/relationships/slide" Target="slide9.xml"/><Relationship Id="rId5" Type="http://schemas.openxmlformats.org/officeDocument/2006/relationships/image" Target="../media/image27.svg"/><Relationship Id="rId4" Type="http://schemas.openxmlformats.org/officeDocument/2006/relationships/hyperlink" Target="https://learn.microsoft.com/en-us/purview/ms-purview-new-dg-pricing-faq" TargetMode="External"/></Relationships>
</file>

<file path=ppt/slides/_rels/slide125.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hyperlink" Target="https://learn.microsoft.com/en-us/purview/customer-lockbox-requests?view=o365-worldwide" TargetMode="External"/><Relationship Id="rId7" Type="http://schemas.openxmlformats.org/officeDocument/2006/relationships/slide" Target="slide48.xml"/><Relationship Id="rId2" Type="http://schemas.openxmlformats.org/officeDocument/2006/relationships/notesSlide" Target="../notesSlides/notesSlide123.xml"/><Relationship Id="rId1" Type="http://schemas.openxmlformats.org/officeDocument/2006/relationships/slideLayout" Target="../slideLayouts/slideLayout1.xml"/><Relationship Id="rId6" Type="http://schemas.openxmlformats.org/officeDocument/2006/relationships/image" Target="../media/image27.svg"/><Relationship Id="rId5" Type="http://schemas.openxmlformats.org/officeDocument/2006/relationships/slide" Target="slide50.xml"/><Relationship Id="rId10" Type="http://schemas.openxmlformats.org/officeDocument/2006/relationships/slide" Target="slide53.xml"/><Relationship Id="rId4" Type="http://schemas.openxmlformats.org/officeDocument/2006/relationships/slide" Target="slide45.xml"/><Relationship Id="rId9" Type="http://schemas.openxmlformats.org/officeDocument/2006/relationships/image" Target="../media/image16.png"/></Relationships>
</file>

<file path=ppt/slides/_rels/slide126.xml.rels><?xml version="1.0" encoding="UTF-8" standalone="yes"?>
<Relationships xmlns="http://schemas.openxmlformats.org/package/2006/relationships"><Relationship Id="rId8" Type="http://schemas.openxmlformats.org/officeDocument/2006/relationships/image" Target="../media/image27.svg"/><Relationship Id="rId3" Type="http://schemas.openxmlformats.org/officeDocument/2006/relationships/hyperlink" Target="https://learn.microsoft.com/en-us/defender-office-365/eop-about?view=o365-worldwide" TargetMode="External"/><Relationship Id="rId7" Type="http://schemas.openxmlformats.org/officeDocument/2006/relationships/slide" Target="slide50.xml"/><Relationship Id="rId2" Type="http://schemas.openxmlformats.org/officeDocument/2006/relationships/notesSlide" Target="../notesSlides/notesSlide124.xml"/><Relationship Id="rId1" Type="http://schemas.openxmlformats.org/officeDocument/2006/relationships/slideLayout" Target="../slideLayouts/slideLayout1.xml"/><Relationship Id="rId6" Type="http://schemas.openxmlformats.org/officeDocument/2006/relationships/slide" Target="slide45.xml"/><Relationship Id="rId11" Type="http://schemas.openxmlformats.org/officeDocument/2006/relationships/slide" Target="slide53.xml"/><Relationship Id="rId5" Type="http://schemas.openxmlformats.org/officeDocument/2006/relationships/slide" Target="slide44.xml"/><Relationship Id="rId10" Type="http://schemas.openxmlformats.org/officeDocument/2006/relationships/image" Target="../media/image16.png"/><Relationship Id="rId4" Type="http://schemas.openxmlformats.org/officeDocument/2006/relationships/slide" Target="slide40.xml"/><Relationship Id="rId9" Type="http://schemas.openxmlformats.org/officeDocument/2006/relationships/slide" Target="slide9.xml"/></Relationships>
</file>

<file path=ppt/slides/_rels/slide127.xml.rels><?xml version="1.0" encoding="UTF-8" standalone="yes"?>
<Relationships xmlns="http://schemas.openxmlformats.org/package/2006/relationships"><Relationship Id="rId8" Type="http://schemas.openxmlformats.org/officeDocument/2006/relationships/slide" Target="slide43.xml"/><Relationship Id="rId3" Type="http://schemas.openxmlformats.org/officeDocument/2006/relationships/hyperlink" Target="https://learn.microsoft.com/en-us/office365/servicedescriptions/office-365-advanced-threat-protection-service-description" TargetMode="External"/><Relationship Id="rId7" Type="http://schemas.openxmlformats.org/officeDocument/2006/relationships/image" Target="../media/image27.svg"/><Relationship Id="rId2" Type="http://schemas.openxmlformats.org/officeDocument/2006/relationships/notesSlide" Target="../notesSlides/notesSlide125.xml"/><Relationship Id="rId1" Type="http://schemas.openxmlformats.org/officeDocument/2006/relationships/slideLayout" Target="../slideLayouts/slideLayout1.xml"/><Relationship Id="rId6" Type="http://schemas.openxmlformats.org/officeDocument/2006/relationships/slide" Target="slide50.xml"/><Relationship Id="rId11" Type="http://schemas.openxmlformats.org/officeDocument/2006/relationships/slide" Target="slide53.xml"/><Relationship Id="rId5" Type="http://schemas.openxmlformats.org/officeDocument/2006/relationships/slide" Target="slide45.xml"/><Relationship Id="rId10" Type="http://schemas.openxmlformats.org/officeDocument/2006/relationships/image" Target="../media/image16.png"/><Relationship Id="rId4" Type="http://schemas.openxmlformats.org/officeDocument/2006/relationships/hyperlink" Target="https://docs.microsoft.com/en-us/microsoft-365/security/mtp/microsoft-threat-protection?view=o365-worldwide" TargetMode="External"/><Relationship Id="rId9" Type="http://schemas.openxmlformats.org/officeDocument/2006/relationships/slide" Target="slide9.xml"/></Relationships>
</file>

<file path=ppt/slides/_rels/slide128.xml.rels><?xml version="1.0" encoding="UTF-8" standalone="yes"?>
<Relationships xmlns="http://schemas.openxmlformats.org/package/2006/relationships"><Relationship Id="rId8" Type="http://schemas.openxmlformats.org/officeDocument/2006/relationships/slide" Target="slide50.xml"/><Relationship Id="rId13" Type="http://schemas.openxmlformats.org/officeDocument/2006/relationships/slide" Target="slide53.xml"/><Relationship Id="rId3" Type="http://schemas.openxmlformats.org/officeDocument/2006/relationships/slide" Target="slide91.xml"/><Relationship Id="rId7" Type="http://schemas.openxmlformats.org/officeDocument/2006/relationships/slide" Target="slide45.xml"/><Relationship Id="rId12" Type="http://schemas.openxmlformats.org/officeDocument/2006/relationships/image" Target="../media/image16.png"/><Relationship Id="rId2" Type="http://schemas.openxmlformats.org/officeDocument/2006/relationships/notesSlide" Target="../notesSlides/notesSlide126.xml"/><Relationship Id="rId1" Type="http://schemas.openxmlformats.org/officeDocument/2006/relationships/slideLayout" Target="../slideLayouts/slideLayout1.xml"/><Relationship Id="rId6" Type="http://schemas.openxmlformats.org/officeDocument/2006/relationships/hyperlink" Target="https://docs.microsoft.com/en-us/powershell/module/exchange/policy-and-compliance/new-journalrule?view=exchange-ps" TargetMode="External"/><Relationship Id="rId11" Type="http://schemas.openxmlformats.org/officeDocument/2006/relationships/slide" Target="slide9.xml"/><Relationship Id="rId5" Type="http://schemas.openxmlformats.org/officeDocument/2006/relationships/hyperlink" Target="https://learn.microsoft.com/en-us/purview/privileged-access-management-configuration?view=o365-worldwide" TargetMode="External"/><Relationship Id="rId10" Type="http://schemas.openxmlformats.org/officeDocument/2006/relationships/slide" Target="slide48.xml"/><Relationship Id="rId4" Type="http://schemas.openxmlformats.org/officeDocument/2006/relationships/hyperlink" Target="https://www.microsoft.com/en-us/security/business/security-101/what-is-privileged-access-management-pam?msockid=17eef9def0b66c232418ed02f1326d93" TargetMode="External"/><Relationship Id="rId9" Type="http://schemas.openxmlformats.org/officeDocument/2006/relationships/image" Target="../media/image27.svg"/></Relationships>
</file>

<file path=ppt/slides/_rels/slide129.xml.rels><?xml version="1.0" encoding="UTF-8" standalone="yes"?>
<Relationships xmlns="http://schemas.openxmlformats.org/package/2006/relationships"><Relationship Id="rId8" Type="http://schemas.openxmlformats.org/officeDocument/2006/relationships/slide" Target="slide50.xml"/><Relationship Id="rId13" Type="http://schemas.openxmlformats.org/officeDocument/2006/relationships/image" Target="../media/image16.png"/><Relationship Id="rId3" Type="http://schemas.openxmlformats.org/officeDocument/2006/relationships/hyperlink" Target="https://learn.microsoft.com/en-us/microsoft-365/compliance/audit-log-activities?view=o365-worldwide" TargetMode="External"/><Relationship Id="rId7" Type="http://schemas.openxmlformats.org/officeDocument/2006/relationships/slide" Target="slide44.xml"/><Relationship Id="rId12" Type="http://schemas.openxmlformats.org/officeDocument/2006/relationships/slide" Target="slide9.xml"/><Relationship Id="rId2" Type="http://schemas.openxmlformats.org/officeDocument/2006/relationships/notesSlide" Target="../notesSlides/notesSlide127.xml"/><Relationship Id="rId1" Type="http://schemas.openxmlformats.org/officeDocument/2006/relationships/slideLayout" Target="../slideLayouts/slideLayout1.xml"/><Relationship Id="rId6" Type="http://schemas.openxmlformats.org/officeDocument/2006/relationships/slide" Target="slide40.xml"/><Relationship Id="rId11" Type="http://schemas.openxmlformats.org/officeDocument/2006/relationships/slide" Target="slide48.xml"/><Relationship Id="rId5" Type="http://schemas.openxmlformats.org/officeDocument/2006/relationships/hyperlink" Target="https://learn.microsoft.com/en-us/purview/audit-solutions-overview?view=o365-worldwide" TargetMode="External"/><Relationship Id="rId10" Type="http://schemas.openxmlformats.org/officeDocument/2006/relationships/image" Target="../media/image27.svg"/><Relationship Id="rId4" Type="http://schemas.openxmlformats.org/officeDocument/2006/relationships/hyperlink" Target="https://learn.microsoft.com/en-us/office/office-365-management-api/office-365-management-activity-api-schema#auditlogrecordtype" TargetMode="External"/><Relationship Id="rId9" Type="http://schemas.openxmlformats.org/officeDocument/2006/relationships/slide" Target="slide45.xml"/><Relationship Id="rId14" Type="http://schemas.openxmlformats.org/officeDocument/2006/relationships/slide" Target="slide53.xml"/></Relationships>
</file>

<file path=ppt/slides/_rels/slide130.xml.rels><?xml version="1.0" encoding="UTF-8" standalone="yes"?>
<Relationships xmlns="http://schemas.openxmlformats.org/package/2006/relationships"><Relationship Id="rId8" Type="http://schemas.openxmlformats.org/officeDocument/2006/relationships/image" Target="../media/image27.svg"/><Relationship Id="rId3" Type="http://schemas.openxmlformats.org/officeDocument/2006/relationships/hyperlink" Target="https://docs.microsoft.com/en-us/microsoft-365/compliance/search-the-audit-log-in-security-and-compliance?view=o365-worldwide" TargetMode="External"/><Relationship Id="rId7" Type="http://schemas.openxmlformats.org/officeDocument/2006/relationships/slide" Target="slide50.xml"/><Relationship Id="rId12" Type="http://schemas.openxmlformats.org/officeDocument/2006/relationships/slide" Target="slide53.xml"/><Relationship Id="rId2" Type="http://schemas.openxmlformats.org/officeDocument/2006/relationships/notesSlide" Target="../notesSlides/notesSlide128.xml"/><Relationship Id="rId1" Type="http://schemas.openxmlformats.org/officeDocument/2006/relationships/slideLayout" Target="../slideLayouts/slideLayout1.xml"/><Relationship Id="rId6" Type="http://schemas.openxmlformats.org/officeDocument/2006/relationships/slide" Target="slide45.xml"/><Relationship Id="rId11" Type="http://schemas.openxmlformats.org/officeDocument/2006/relationships/image" Target="../media/image16.png"/><Relationship Id="rId5" Type="http://schemas.openxmlformats.org/officeDocument/2006/relationships/hyperlink" Target="https://learn.microsoft.com/en-us/purview/audit-solutions-overview?view=o365-worldwide" TargetMode="External"/><Relationship Id="rId10" Type="http://schemas.openxmlformats.org/officeDocument/2006/relationships/slide" Target="slide9.xml"/><Relationship Id="rId4" Type="http://schemas.openxmlformats.org/officeDocument/2006/relationships/hyperlink" Target="https://www.microsoft.com/microsoft-365/roadmap" TargetMode="External"/><Relationship Id="rId9" Type="http://schemas.openxmlformats.org/officeDocument/2006/relationships/slide" Target="slide48.xml"/></Relationships>
</file>

<file path=ppt/slides/_rels/slide131.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hyperlink" Target="https://learn.microsoft.com/en-us/purview/information-barriers?view=o365-worldwide" TargetMode="External"/><Relationship Id="rId7" Type="http://schemas.openxmlformats.org/officeDocument/2006/relationships/slide" Target="slide48.xml"/><Relationship Id="rId2" Type="http://schemas.openxmlformats.org/officeDocument/2006/relationships/notesSlide" Target="../notesSlides/notesSlide129.xml"/><Relationship Id="rId1" Type="http://schemas.openxmlformats.org/officeDocument/2006/relationships/slideLayout" Target="../slideLayouts/slideLayout7.xml"/><Relationship Id="rId6" Type="http://schemas.openxmlformats.org/officeDocument/2006/relationships/image" Target="../media/image27.svg"/><Relationship Id="rId5" Type="http://schemas.openxmlformats.org/officeDocument/2006/relationships/slide" Target="slide50.xml"/><Relationship Id="rId10" Type="http://schemas.openxmlformats.org/officeDocument/2006/relationships/slide" Target="slide53.xml"/><Relationship Id="rId4" Type="http://schemas.openxmlformats.org/officeDocument/2006/relationships/slide" Target="slide45.xml"/><Relationship Id="rId9" Type="http://schemas.openxmlformats.org/officeDocument/2006/relationships/image" Target="../media/image16.png"/></Relationships>
</file>

<file path=ppt/slides/_rels/slide132.xml.rels><?xml version="1.0" encoding="UTF-8" standalone="yes"?>
<Relationships xmlns="http://schemas.openxmlformats.org/package/2006/relationships"><Relationship Id="rId3" Type="http://schemas.openxmlformats.org/officeDocument/2006/relationships/hyperlink" Target="https://learn.microsoft.com/en-us/defender/threat-intelligence/what-is-microsoft-defender-threat-intelligence-defender-ti" TargetMode="External"/><Relationship Id="rId2" Type="http://schemas.openxmlformats.org/officeDocument/2006/relationships/notesSlide" Target="../notesSlides/notesSlide130.xml"/><Relationship Id="rId1" Type="http://schemas.openxmlformats.org/officeDocument/2006/relationships/slideLayout" Target="../slideLayouts/slideLayout7.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133.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hyperlink" Target="https://learn.microsoft.com/en-us/azure/data-explorer/data-explorer-overview" TargetMode="External"/><Relationship Id="rId7" Type="http://schemas.openxmlformats.org/officeDocument/2006/relationships/slide" Target="slide9.xml"/><Relationship Id="rId2" Type="http://schemas.openxmlformats.org/officeDocument/2006/relationships/notesSlide" Target="../notesSlides/notesSlide131.xml"/><Relationship Id="rId1" Type="http://schemas.openxmlformats.org/officeDocument/2006/relationships/slideLayout" Target="../slideLayouts/slideLayout7.xml"/><Relationship Id="rId6" Type="http://schemas.openxmlformats.org/officeDocument/2006/relationships/image" Target="../media/image44.svg"/><Relationship Id="rId5" Type="http://schemas.openxmlformats.org/officeDocument/2006/relationships/image" Target="../media/image27.svg"/><Relationship Id="rId4" Type="http://schemas.openxmlformats.org/officeDocument/2006/relationships/hyperlink" Target="https://learn.microsoft.com/en-us/azure/architecture/solution-ideas/articles/analytics-service-bus" TargetMode="External"/></Relationships>
</file>

<file path=ppt/slides/_rels/slide134.xml.rels><?xml version="1.0" encoding="UTF-8" standalone="yes"?>
<Relationships xmlns="http://schemas.openxmlformats.org/package/2006/relationships"><Relationship Id="rId3" Type="http://schemas.openxmlformats.org/officeDocument/2006/relationships/hyperlink" Target="https://learn.microsoft.com/en-us/azure/virtual-network/network-security-groups-overview" TargetMode="External"/><Relationship Id="rId2" Type="http://schemas.openxmlformats.org/officeDocument/2006/relationships/notesSlide" Target="../notesSlides/notesSlide132.xml"/><Relationship Id="rId1" Type="http://schemas.openxmlformats.org/officeDocument/2006/relationships/slideLayout" Target="../slideLayouts/slideLayout1.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135.xml.rels><?xml version="1.0" encoding="UTF-8" standalone="yes"?>
<Relationships xmlns="http://schemas.openxmlformats.org/package/2006/relationships"><Relationship Id="rId3" Type="http://schemas.openxmlformats.org/officeDocument/2006/relationships/hyperlink" Target="https://learn.microsoft.com/en-us/azure/key-vault/" TargetMode="External"/><Relationship Id="rId2" Type="http://schemas.openxmlformats.org/officeDocument/2006/relationships/notesSlide" Target="../notesSlides/notesSlide133.xml"/><Relationship Id="rId1" Type="http://schemas.openxmlformats.org/officeDocument/2006/relationships/slideLayout" Target="../slideLayouts/slideLayout1.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136.xml.rels><?xml version="1.0" encoding="UTF-8" standalone="yes"?>
<Relationships xmlns="http://schemas.openxmlformats.org/package/2006/relationships"><Relationship Id="rId3" Type="http://schemas.openxmlformats.org/officeDocument/2006/relationships/hyperlink" Target="https://learn.microsoft.com/en-us/azure/web-application-firewall/overview" TargetMode="External"/><Relationship Id="rId2" Type="http://schemas.openxmlformats.org/officeDocument/2006/relationships/notesSlide" Target="../notesSlides/notesSlide134.xml"/><Relationship Id="rId1" Type="http://schemas.openxmlformats.org/officeDocument/2006/relationships/slideLayout" Target="../slideLayouts/slideLayout1.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137.xml.rels><?xml version="1.0" encoding="UTF-8" standalone="yes"?>
<Relationships xmlns="http://schemas.openxmlformats.org/package/2006/relationships"><Relationship Id="rId3" Type="http://schemas.openxmlformats.org/officeDocument/2006/relationships/hyperlink" Target="https://learn.microsoft.com/en-us/azure/ddos-protection/ddos-protection-overview" TargetMode="External"/><Relationship Id="rId2" Type="http://schemas.openxmlformats.org/officeDocument/2006/relationships/notesSlide" Target="../notesSlides/notesSlide135.xml"/><Relationship Id="rId1" Type="http://schemas.openxmlformats.org/officeDocument/2006/relationships/slideLayout" Target="../slideLayouts/slideLayout1.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138.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hyperlink" Target="https://learn.microsoft.com/en-us/azure/frontdoor/front-door-overview" TargetMode="External"/><Relationship Id="rId7" Type="http://schemas.openxmlformats.org/officeDocument/2006/relationships/image" Target="../media/image27.svg"/><Relationship Id="rId2" Type="http://schemas.openxmlformats.org/officeDocument/2006/relationships/notesSlide" Target="../notesSlides/notesSlide136.xml"/><Relationship Id="rId1" Type="http://schemas.openxmlformats.org/officeDocument/2006/relationships/slideLayout" Target="../slideLayouts/slideLayout1.xml"/><Relationship Id="rId6" Type="http://schemas.openxmlformats.org/officeDocument/2006/relationships/hyperlink" Target="https://docs.microsoft.com/en-us/azure/traffic-manager/traffic-manager-overview" TargetMode="External"/><Relationship Id="rId5" Type="http://schemas.openxmlformats.org/officeDocument/2006/relationships/hyperlink" Target="https://docs.microsoft.com/en-us/azure/frontdoor/front-door-health-probes" TargetMode="External"/><Relationship Id="rId4" Type="http://schemas.openxmlformats.org/officeDocument/2006/relationships/hyperlink" Target="https://docs.microsoft.com/en-us/azure/frontdoor/front-door-routing-methods" TargetMode="External"/><Relationship Id="rId9" Type="http://schemas.openxmlformats.org/officeDocument/2006/relationships/image" Target="../media/image16.png"/></Relationships>
</file>

<file path=ppt/slides/_rels/slide139.xml.rels><?xml version="1.0" encoding="UTF-8" standalone="yes"?>
<Relationships xmlns="http://schemas.openxmlformats.org/package/2006/relationships"><Relationship Id="rId3" Type="http://schemas.openxmlformats.org/officeDocument/2006/relationships/hyperlink" Target="https://learn.microsoft.com/en-gb/azure/confidential-computing/overview" TargetMode="External"/><Relationship Id="rId7" Type="http://schemas.openxmlformats.org/officeDocument/2006/relationships/image" Target="../media/image16.png"/><Relationship Id="rId2" Type="http://schemas.openxmlformats.org/officeDocument/2006/relationships/notesSlide" Target="../notesSlides/notesSlide137.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image" Target="../media/image27.svg"/><Relationship Id="rId4" Type="http://schemas.openxmlformats.org/officeDocument/2006/relationships/image" Target="../media/image45.png"/></Relationships>
</file>

<file path=ppt/slides/_rels/slide140.xml.rels><?xml version="1.0" encoding="UTF-8" standalone="yes"?>
<Relationships xmlns="http://schemas.openxmlformats.org/package/2006/relationships"><Relationship Id="rId3" Type="http://schemas.openxmlformats.org/officeDocument/2006/relationships/hyperlink" Target="https://learn.microsoft.com/en-us/azure/bastion/bastion-overview" TargetMode="External"/><Relationship Id="rId7" Type="http://schemas.openxmlformats.org/officeDocument/2006/relationships/image" Target="../media/image16.png"/><Relationship Id="rId2" Type="http://schemas.openxmlformats.org/officeDocument/2006/relationships/notesSlide" Target="../notesSlides/notesSlide138.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image" Target="../media/image27.svg"/><Relationship Id="rId4" Type="http://schemas.openxmlformats.org/officeDocument/2006/relationships/image" Target="../media/image46.png"/></Relationships>
</file>

<file path=ppt/slides/_rels/slide141.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hyperlink" Target="https://learn.microsoft.com/en-us/azure/sentinel/overview?tabs=azure-portal" TargetMode="External"/><Relationship Id="rId7" Type="http://schemas.openxmlformats.org/officeDocument/2006/relationships/slide" Target="slide43.xml"/><Relationship Id="rId2" Type="http://schemas.openxmlformats.org/officeDocument/2006/relationships/notesSlide" Target="../notesSlides/notesSlide139.xml"/><Relationship Id="rId1" Type="http://schemas.openxmlformats.org/officeDocument/2006/relationships/slideLayout" Target="../slideLayouts/slideLayout1.xml"/><Relationship Id="rId6" Type="http://schemas.openxmlformats.org/officeDocument/2006/relationships/image" Target="../media/image27.svg"/><Relationship Id="rId5" Type="http://schemas.openxmlformats.org/officeDocument/2006/relationships/slide" Target="slide50.xml"/><Relationship Id="rId10" Type="http://schemas.openxmlformats.org/officeDocument/2006/relationships/slide" Target="slide53.xml"/><Relationship Id="rId4" Type="http://schemas.openxmlformats.org/officeDocument/2006/relationships/hyperlink" Target="https://learn.microsoft.com/en-us/azure/sentinel/quickstart-onboard" TargetMode="External"/><Relationship Id="rId9" Type="http://schemas.openxmlformats.org/officeDocument/2006/relationships/image" Target="../media/image16.png"/></Relationships>
</file>

<file path=ppt/slides/_rels/slide142.xml.rels><?xml version="1.0" encoding="UTF-8" standalone="yes"?>
<Relationships xmlns="http://schemas.openxmlformats.org/package/2006/relationships"><Relationship Id="rId3" Type="http://schemas.openxmlformats.org/officeDocument/2006/relationships/hyperlink" Target="https://learn.microsoft.com/en-us/azure/defender-for-cloud/defender-for-cloud-introduction" TargetMode="External"/><Relationship Id="rId7" Type="http://schemas.openxmlformats.org/officeDocument/2006/relationships/image" Target="../media/image16.png"/><Relationship Id="rId2" Type="http://schemas.openxmlformats.org/officeDocument/2006/relationships/notesSlide" Target="../notesSlides/notesSlide140.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image" Target="../media/image54.png"/><Relationship Id="rId4" Type="http://schemas.openxmlformats.org/officeDocument/2006/relationships/image" Target="../media/image27.svg"/></Relationships>
</file>

<file path=ppt/slides/_rels/slide143.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hyperlink" Target="https://learn.microsoft.com/en-us/azure/defender-for-cloud/defender-for-cloud-introduction" TargetMode="External"/><Relationship Id="rId7" Type="http://schemas.openxmlformats.org/officeDocument/2006/relationships/slide" Target="slide9.xml"/><Relationship Id="rId2" Type="http://schemas.openxmlformats.org/officeDocument/2006/relationships/notesSlide" Target="../notesSlides/notesSlide141.xml"/><Relationship Id="rId1" Type="http://schemas.openxmlformats.org/officeDocument/2006/relationships/slideLayout" Target="../slideLayouts/slideLayout1.xml"/><Relationship Id="rId6" Type="http://schemas.openxmlformats.org/officeDocument/2006/relationships/image" Target="../media/image27.svg"/><Relationship Id="rId5" Type="http://schemas.openxmlformats.org/officeDocument/2006/relationships/hyperlink" Target="https://learn.microsoft.com/en-us/azure/defender-for-cloud/defender-for-servers-overview" TargetMode="External"/><Relationship Id="rId4" Type="http://schemas.openxmlformats.org/officeDocument/2006/relationships/hyperlink" Target="https://learn.microsoft.com/en-us/azure/defender-for-cloud/defender-for-servers-overview#plan-protection-features" TargetMode="External"/></Relationships>
</file>

<file path=ppt/slides/_rels/slide144.xml.rels><?xml version="1.0" encoding="UTF-8" standalone="yes"?>
<Relationships xmlns="http://schemas.openxmlformats.org/package/2006/relationships"><Relationship Id="rId3" Type="http://schemas.openxmlformats.org/officeDocument/2006/relationships/hyperlink" Target="https://learn.microsoft.com/en-gb/azure/azure-arc/overview" TargetMode="External"/><Relationship Id="rId7" Type="http://schemas.openxmlformats.org/officeDocument/2006/relationships/image" Target="../media/image16.png"/><Relationship Id="rId2" Type="http://schemas.openxmlformats.org/officeDocument/2006/relationships/notesSlide" Target="../notesSlides/notesSlide142.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image" Target="../media/image27.svg"/><Relationship Id="rId4" Type="http://schemas.openxmlformats.org/officeDocument/2006/relationships/hyperlink" Target="https://learn.microsoft.com/en-us/azure/azure-arc/" TargetMode="External"/></Relationships>
</file>

<file path=ppt/slides/_rels/slide145.xml.rels><?xml version="1.0" encoding="UTF-8" standalone="yes"?>
<Relationships xmlns="http://schemas.openxmlformats.org/package/2006/relationships"><Relationship Id="rId3" Type="http://schemas.openxmlformats.org/officeDocument/2006/relationships/hyperlink" Target="https://learn.microsoft.com/en-us/azure/governance/policy/overview" TargetMode="External"/><Relationship Id="rId7" Type="http://schemas.openxmlformats.org/officeDocument/2006/relationships/image" Target="../media/image16.png"/><Relationship Id="rId2" Type="http://schemas.openxmlformats.org/officeDocument/2006/relationships/notesSlide" Target="../notesSlides/notesSlide143.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image" Target="../media/image27.svg"/><Relationship Id="rId4" Type="http://schemas.openxmlformats.org/officeDocument/2006/relationships/hyperlink" Target="https://learn.microsoft.com/en-us/azure/governance/policy/policy-glossary" TargetMode="External"/></Relationships>
</file>

<file path=ppt/slides/_rels/slide146.xml.rels><?xml version="1.0" encoding="UTF-8" standalone="yes"?>
<Relationships xmlns="http://schemas.openxmlformats.org/package/2006/relationships"><Relationship Id="rId3" Type="http://schemas.openxmlformats.org/officeDocument/2006/relationships/hyperlink" Target="https://learn.microsoft.com/en-us/azure/firewall/overview" TargetMode="External"/><Relationship Id="rId7" Type="http://schemas.openxmlformats.org/officeDocument/2006/relationships/image" Target="../media/image16.png"/><Relationship Id="rId2" Type="http://schemas.openxmlformats.org/officeDocument/2006/relationships/notesSlide" Target="../notesSlides/notesSlide144.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image" Target="../media/image27.svg"/><Relationship Id="rId4" Type="http://schemas.openxmlformats.org/officeDocument/2006/relationships/hyperlink" Target="https://learn.microsoft.com/en-us/azure/firewall-manager/overview" TargetMode="External"/></Relationships>
</file>

<file path=ppt/slides/_rels/slide147.xml.rels><?xml version="1.0" encoding="UTF-8" standalone="yes"?>
<Relationships xmlns="http://schemas.openxmlformats.org/package/2006/relationships"><Relationship Id="rId3" Type="http://schemas.openxmlformats.org/officeDocument/2006/relationships/hyperlink" Target="https://learn.microsoft.com/en-us/azure/defender-for-cloud/concept-easm" TargetMode="External"/><Relationship Id="rId2" Type="http://schemas.openxmlformats.org/officeDocument/2006/relationships/notesSlide" Target="../notesSlides/notesSlide145.xml"/><Relationship Id="rId1" Type="http://schemas.openxmlformats.org/officeDocument/2006/relationships/slideLayout" Target="../slideLayouts/slideLayout1.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148.xml.rels><?xml version="1.0" encoding="UTF-8" standalone="yes"?>
<Relationships xmlns="http://schemas.openxmlformats.org/package/2006/relationships"><Relationship Id="rId8" Type="http://schemas.openxmlformats.org/officeDocument/2006/relationships/hyperlink" Target="https://learn.microsoft.com/en-us/azure/lighthouse/concepts/cloud-solution-provider" TargetMode="External"/><Relationship Id="rId3" Type="http://schemas.openxmlformats.org/officeDocument/2006/relationships/hyperlink" Target="https://learn.microsoft.com/en-us/entra/external-id/external-identities-overview" TargetMode="External"/><Relationship Id="rId7" Type="http://schemas.openxmlformats.org/officeDocument/2006/relationships/hyperlink" Target="https://www.microsoft.com/licensing/how-to-buy/how-to-buy" TargetMode="External"/><Relationship Id="rId2" Type="http://schemas.openxmlformats.org/officeDocument/2006/relationships/notesSlide" Target="../notesSlides/notesSlide146.xml"/><Relationship Id="rId1" Type="http://schemas.openxmlformats.org/officeDocument/2006/relationships/slideLayout" Target="../slideLayouts/slideLayout1.xml"/><Relationship Id="rId6" Type="http://schemas.openxmlformats.org/officeDocument/2006/relationships/hyperlink" Target="https://powerplatform.microsoft.com/" TargetMode="External"/><Relationship Id="rId11" Type="http://schemas.openxmlformats.org/officeDocument/2006/relationships/image" Target="../media/image16.png"/><Relationship Id="rId5" Type="http://schemas.openxmlformats.org/officeDocument/2006/relationships/hyperlink" Target="https://azure.microsoft.com/" TargetMode="External"/><Relationship Id="rId10" Type="http://schemas.openxmlformats.org/officeDocument/2006/relationships/slide" Target="slide9.xml"/><Relationship Id="rId4" Type="http://schemas.openxmlformats.org/officeDocument/2006/relationships/hyperlink" Target="https://learn.microsoft.com/en-us/entra/workload-id/workload-identities-overview" TargetMode="External"/><Relationship Id="rId9" Type="http://schemas.openxmlformats.org/officeDocument/2006/relationships/image" Target="../media/image27.svg"/></Relationships>
</file>

<file path=ppt/slides/_rels/slide149.xml.rels><?xml version="1.0" encoding="UTF-8" standalone="yes"?>
<Relationships xmlns="http://schemas.openxmlformats.org/package/2006/relationships"><Relationship Id="rId3" Type="http://schemas.openxmlformats.org/officeDocument/2006/relationships/hyperlink" Target="https://learn.microsoft.com/en-us/azure/defender-for-iot/organizations/overview" TargetMode="External"/><Relationship Id="rId2" Type="http://schemas.openxmlformats.org/officeDocument/2006/relationships/notesSlide" Target="../notesSlides/notesSlide147.xml"/><Relationship Id="rId1" Type="http://schemas.openxmlformats.org/officeDocument/2006/relationships/slideLayout" Target="../slideLayouts/slideLayout1.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150.xml.rels><?xml version="1.0" encoding="UTF-8" standalone="yes"?>
<Relationships xmlns="http://schemas.openxmlformats.org/package/2006/relationships"><Relationship Id="rId3" Type="http://schemas.openxmlformats.org/officeDocument/2006/relationships/image" Target="../media/image27.svg"/><Relationship Id="rId2" Type="http://schemas.openxmlformats.org/officeDocument/2006/relationships/notesSlide" Target="../notesSlides/notesSlide148.xml"/><Relationship Id="rId1" Type="http://schemas.openxmlformats.org/officeDocument/2006/relationships/slideLayout" Target="../slideLayouts/slideLayout1.xml"/><Relationship Id="rId5" Type="http://schemas.openxmlformats.org/officeDocument/2006/relationships/image" Target="../media/image16.png"/><Relationship Id="rId4" Type="http://schemas.openxmlformats.org/officeDocument/2006/relationships/slide" Target="slide9.xml"/></Relationships>
</file>

<file path=ppt/slides/_rels/slide151.xml.rels><?xml version="1.0" encoding="UTF-8" standalone="yes"?>
<Relationships xmlns="http://schemas.openxmlformats.org/package/2006/relationships"><Relationship Id="rId3" Type="http://schemas.openxmlformats.org/officeDocument/2006/relationships/hyperlink" Target="https://learn.microsoft.com/en-us/surface/surface-enterprise-management-mode" TargetMode="External"/><Relationship Id="rId2" Type="http://schemas.openxmlformats.org/officeDocument/2006/relationships/notesSlide" Target="../notesSlides/notesSlide149.xml"/><Relationship Id="rId1" Type="http://schemas.openxmlformats.org/officeDocument/2006/relationships/slideLayout" Target="../slideLayouts/slideLayout1.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152.xml.rels><?xml version="1.0" encoding="UTF-8" standalone="yes"?>
<Relationships xmlns="http://schemas.openxmlformats.org/package/2006/relationships"><Relationship Id="rId3" Type="http://schemas.openxmlformats.org/officeDocument/2006/relationships/hyperlink" Target="https://learn.microsoft.com/en-us/surface/surface-manage-dfci-guide" TargetMode="External"/><Relationship Id="rId7" Type="http://schemas.openxmlformats.org/officeDocument/2006/relationships/image" Target="../media/image16.png"/><Relationship Id="rId2" Type="http://schemas.openxmlformats.org/officeDocument/2006/relationships/notesSlide" Target="../notesSlides/notesSlide150.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image" Target="../media/image27.svg"/><Relationship Id="rId4" Type="http://schemas.openxmlformats.org/officeDocument/2006/relationships/hyperlink" Target="https://learn.microsoft.com/en-us/surface/surface-manage-dfci-guide#eligible-devices" TargetMode="External"/></Relationships>
</file>

<file path=ppt/slides/_rels/slide153.xml.rels><?xml version="1.0" encoding="UTF-8" standalone="yes"?>
<Relationships xmlns="http://schemas.openxmlformats.org/package/2006/relationships"><Relationship Id="rId3" Type="http://schemas.openxmlformats.org/officeDocument/2006/relationships/hyperlink" Target="https://learn.microsoft.com/en-us/windows/security/hardware-security/pluton/microsoft-pluton-security-processor" TargetMode="External"/><Relationship Id="rId7" Type="http://schemas.openxmlformats.org/officeDocument/2006/relationships/image" Target="../media/image16.png"/><Relationship Id="rId2" Type="http://schemas.openxmlformats.org/officeDocument/2006/relationships/notesSlide" Target="../notesSlides/notesSlide151.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image" Target="../media/image27.svg"/><Relationship Id="rId4" Type="http://schemas.openxmlformats.org/officeDocument/2006/relationships/hyperlink" Target="https://learn.microsoft.com/en-us/windows/security/information-protection/pluton/pluton-as-tpm" TargetMode="External"/></Relationships>
</file>

<file path=ppt/slides/_rels/slide154.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hyperlink" Target="https://learn.microsoft.com/en-us/azure/defender-for-cloud/defender-for-sql-introduction#:~:text=to%20your%20databases.-,Vulnerability%20assessment,-%3A%20Scan%20databases%20to" TargetMode="External"/><Relationship Id="rId7" Type="http://schemas.openxmlformats.org/officeDocument/2006/relationships/slide" Target="slide9.xml"/><Relationship Id="rId2" Type="http://schemas.openxmlformats.org/officeDocument/2006/relationships/notesSlide" Target="../notesSlides/notesSlide152.xml"/><Relationship Id="rId1" Type="http://schemas.openxmlformats.org/officeDocument/2006/relationships/slideLayout" Target="../slideLayouts/slideLayout1.xml"/><Relationship Id="rId6" Type="http://schemas.openxmlformats.org/officeDocument/2006/relationships/image" Target="../media/image27.svg"/><Relationship Id="rId5" Type="http://schemas.openxmlformats.org/officeDocument/2006/relationships/hyperlink" Target="https://learn.microsoft.com/en-us/azure/defender-for-cloud/defender-for-sql-introduction" TargetMode="External"/><Relationship Id="rId4" Type="http://schemas.openxmlformats.org/officeDocument/2006/relationships/hyperlink" Target="https://learn.microsoft.com/en-us/azure/defender-for-cloud/defender-for-sql-introduction#advanced-threat-protection" TargetMode="External"/></Relationships>
</file>

<file path=ppt/slides/_rels/slide155.xml.rels><?xml version="1.0" encoding="UTF-8" standalone="yes"?>
<Relationships xmlns="http://schemas.openxmlformats.org/package/2006/relationships"><Relationship Id="rId3" Type="http://schemas.openxmlformats.org/officeDocument/2006/relationships/hyperlink" Target="https://learn.microsoft.com/en-us/azure/defender-for-cloud/defender-for-databases-introduction" TargetMode="External"/><Relationship Id="rId2" Type="http://schemas.openxmlformats.org/officeDocument/2006/relationships/notesSlide" Target="../notesSlides/notesSlide153.xml"/><Relationship Id="rId1" Type="http://schemas.openxmlformats.org/officeDocument/2006/relationships/slideLayout" Target="../slideLayouts/slideLayout1.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156.xml.rels><?xml version="1.0" encoding="UTF-8" standalone="yes"?>
<Relationships xmlns="http://schemas.openxmlformats.org/package/2006/relationships"><Relationship Id="rId3" Type="http://schemas.openxmlformats.org/officeDocument/2006/relationships/hyperlink" Target="https://learn.microsoft.com/azure/defender-for-cloud/ai-threat-protection" TargetMode="External"/><Relationship Id="rId2" Type="http://schemas.openxmlformats.org/officeDocument/2006/relationships/notesSlide" Target="../notesSlides/notesSlide154.xml"/><Relationship Id="rId1" Type="http://schemas.openxmlformats.org/officeDocument/2006/relationships/slideLayout" Target="../slideLayouts/slideLayout1.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157.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hyperlink" Target="https://learn.microsoft.com/en-us/security/benchmark/azure/overview" TargetMode="External"/><Relationship Id="rId7" Type="http://schemas.openxmlformats.org/officeDocument/2006/relationships/slide" Target="slide9.xml"/><Relationship Id="rId2" Type="http://schemas.openxmlformats.org/officeDocument/2006/relationships/notesSlide" Target="../notesSlides/notesSlide155.xml"/><Relationship Id="rId1" Type="http://schemas.openxmlformats.org/officeDocument/2006/relationships/slideLayout" Target="../slideLayouts/slideLayout1.xml"/><Relationship Id="rId6" Type="http://schemas.openxmlformats.org/officeDocument/2006/relationships/image" Target="../media/image27.svg"/><Relationship Id="rId5" Type="http://schemas.openxmlformats.org/officeDocument/2006/relationships/hyperlink" Target="https://docs.microsoft.com/en-us/windows/security/identity-protection/hello-for-business/hello-identity-verification" TargetMode="External"/><Relationship Id="rId4" Type="http://schemas.openxmlformats.org/officeDocument/2006/relationships/hyperlink" Target="https://learn.microsoft.com/en-gb/azure/defender-for-cloud/secure-score-security-controls" TargetMode="External"/></Relationships>
</file>

<file path=ppt/slides/_rels/slide158.xml.rels><?xml version="1.0" encoding="UTF-8" standalone="yes"?>
<Relationships xmlns="http://schemas.openxmlformats.org/package/2006/relationships"><Relationship Id="rId3" Type="http://schemas.openxmlformats.org/officeDocument/2006/relationships/hyperlink" Target="https://learn.microsoft.com/en-us/azure/defender-for-cloud/connect-azure-subscription" TargetMode="External"/><Relationship Id="rId7" Type="http://schemas.openxmlformats.org/officeDocument/2006/relationships/image" Target="../media/image16.png"/><Relationship Id="rId2" Type="http://schemas.openxmlformats.org/officeDocument/2006/relationships/notesSlide" Target="../notesSlides/notesSlide156.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image" Target="../media/image27.svg"/><Relationship Id="rId4" Type="http://schemas.openxmlformats.org/officeDocument/2006/relationships/hyperlink" Target="https://learn.microsoft.com/en-us/azure/defender-for-cloud/defender-for-app-service-introduction" TargetMode="External"/></Relationships>
</file>

<file path=ppt/slides/_rels/slide159.xml.rels><?xml version="1.0" encoding="UTF-8" standalone="yes"?>
<Relationships xmlns="http://schemas.openxmlformats.org/package/2006/relationships"><Relationship Id="rId3" Type="http://schemas.openxmlformats.org/officeDocument/2006/relationships/hyperlink" Target="https://learn.microsoft.com/en-us/azure/defender-for-cloud/defender-for-resource-manager-introduction" TargetMode="External"/><Relationship Id="rId2" Type="http://schemas.openxmlformats.org/officeDocument/2006/relationships/notesSlide" Target="../notesSlides/notesSlide157.xml"/><Relationship Id="rId1" Type="http://schemas.openxmlformats.org/officeDocument/2006/relationships/slideLayout" Target="../slideLayouts/slideLayout1.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160.xml.rels><?xml version="1.0" encoding="UTF-8" standalone="yes"?>
<Relationships xmlns="http://schemas.openxmlformats.org/package/2006/relationships"><Relationship Id="rId8" Type="http://schemas.openxmlformats.org/officeDocument/2006/relationships/slide" Target="slide53.xml"/><Relationship Id="rId3" Type="http://schemas.openxmlformats.org/officeDocument/2006/relationships/hyperlink" Target="https://learn.microsoft.com/en-us/entra/global-secure-access/overview-what-is-global-secure-access" TargetMode="External"/><Relationship Id="rId7" Type="http://schemas.openxmlformats.org/officeDocument/2006/relationships/image" Target="../media/image16.png"/><Relationship Id="rId2" Type="http://schemas.openxmlformats.org/officeDocument/2006/relationships/notesSlide" Target="../notesSlides/notesSlide158.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image" Target="../media/image27.svg"/><Relationship Id="rId4" Type="http://schemas.openxmlformats.org/officeDocument/2006/relationships/hyperlink" Target="https://learn.microsoft.com/en-us/entra/global-secure-access/concept-internet-access" TargetMode="External"/></Relationships>
</file>

<file path=ppt/slides/_rels/slide161.xml.rels><?xml version="1.0" encoding="UTF-8" standalone="yes"?>
<Relationships xmlns="http://schemas.openxmlformats.org/package/2006/relationships"><Relationship Id="rId8" Type="http://schemas.openxmlformats.org/officeDocument/2006/relationships/slide" Target="slide53.xml"/><Relationship Id="rId3" Type="http://schemas.openxmlformats.org/officeDocument/2006/relationships/hyperlink" Target="https://learn.microsoft.com/en-us/entra/global-secure-access/overview-what-is-global-secure-access" TargetMode="External"/><Relationship Id="rId7" Type="http://schemas.openxmlformats.org/officeDocument/2006/relationships/image" Target="../media/image16.png"/><Relationship Id="rId2" Type="http://schemas.openxmlformats.org/officeDocument/2006/relationships/notesSlide" Target="../notesSlides/notesSlide159.xml"/><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image" Target="../media/image27.svg"/><Relationship Id="rId4" Type="http://schemas.openxmlformats.org/officeDocument/2006/relationships/hyperlink" Target="https://learn.microsoft.com/en-us/entra/global-secure-access/concept-private-access" TargetMode="External"/></Relationships>
</file>

<file path=ppt/slides/_rels/slide162.xml.rels><?xml version="1.0" encoding="UTF-8" standalone="yes"?>
<Relationships xmlns="http://schemas.openxmlformats.org/package/2006/relationships"><Relationship Id="rId3" Type="http://schemas.openxmlformats.org/officeDocument/2006/relationships/hyperlink" Target="https://learn.microsoft.com/en-us/azure/defender-for-cloud/defender-for-devops-introduction" TargetMode="External"/><Relationship Id="rId2" Type="http://schemas.openxmlformats.org/officeDocument/2006/relationships/notesSlide" Target="../notesSlides/notesSlide160.xml"/><Relationship Id="rId1" Type="http://schemas.openxmlformats.org/officeDocument/2006/relationships/slideLayout" Target="../slideLayouts/slideLayout1.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163.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hyperlink" Target="https://learn.microsoft.com/en-us/azure/defender-for-cloud/defender-for-containers-introduction" TargetMode="External"/><Relationship Id="rId7" Type="http://schemas.openxmlformats.org/officeDocument/2006/relationships/image" Target="../media/image27.svg"/><Relationship Id="rId2" Type="http://schemas.openxmlformats.org/officeDocument/2006/relationships/notesSlide" Target="../notesSlides/notesSlide161.xml"/><Relationship Id="rId1" Type="http://schemas.openxmlformats.org/officeDocument/2006/relationships/slideLayout" Target="../slideLayouts/slideLayout1.xml"/><Relationship Id="rId6" Type="http://schemas.openxmlformats.org/officeDocument/2006/relationships/hyperlink" Target="https://learn.microsoft.com/en-us/azure/defender-for-cloud/defender-for-containers-introduction#run-time-protection-for-kubernetes-nodes-and-clusters" TargetMode="External"/><Relationship Id="rId5" Type="http://schemas.openxmlformats.org/officeDocument/2006/relationships/hyperlink" Target="https://learn.microsoft.com/en-us/azure/defender-for-cloud/defender-for-containers-introduction#vulnerability-assessment" TargetMode="External"/><Relationship Id="rId4" Type="http://schemas.openxmlformats.org/officeDocument/2006/relationships/hyperlink" Target="https://learn.microsoft.com/en-us/azure/defender-for-cloud/defender-for-containers-introduction#security-posture-management" TargetMode="External"/><Relationship Id="rId9" Type="http://schemas.openxmlformats.org/officeDocument/2006/relationships/image" Target="../media/image16.png"/></Relationships>
</file>

<file path=ppt/slides/_rels/slide164.xml.rels><?xml version="1.0" encoding="UTF-8" standalone="yes"?>
<Relationships xmlns="http://schemas.openxmlformats.org/package/2006/relationships"><Relationship Id="rId8" Type="http://schemas.openxmlformats.org/officeDocument/2006/relationships/hyperlink" Target="https://learn.microsoft.com/en-us/azure/defender-for-cloud/defender-for-storage-introduction" TargetMode="External"/><Relationship Id="rId3" Type="http://schemas.openxmlformats.org/officeDocument/2006/relationships/hyperlink" Target="https://azure.microsoft.com/services/storage/blobs/" TargetMode="External"/><Relationship Id="rId7" Type="http://schemas.openxmlformats.org/officeDocument/2006/relationships/hyperlink" Target="https://learn.microsoft.com/en-us/azure/defender-for-cloud/defender-for-storage-data-sensitivity" TargetMode="External"/><Relationship Id="rId2" Type="http://schemas.openxmlformats.org/officeDocument/2006/relationships/notesSlide" Target="../notesSlides/notesSlide162.xml"/><Relationship Id="rId1" Type="http://schemas.openxmlformats.org/officeDocument/2006/relationships/slideLayout" Target="../slideLayouts/slideLayout1.xml"/><Relationship Id="rId6" Type="http://schemas.openxmlformats.org/officeDocument/2006/relationships/hyperlink" Target="https://www.microsoft.com/insidetrack/blog/microsoft-uses-threat-intelligence-to-protect-detect-and-respond-to-threats/" TargetMode="External"/><Relationship Id="rId11" Type="http://schemas.openxmlformats.org/officeDocument/2006/relationships/image" Target="../media/image16.png"/><Relationship Id="rId5" Type="http://schemas.openxmlformats.org/officeDocument/2006/relationships/hyperlink" Target="https://azure.microsoft.com/products/storage/data-lake-storage" TargetMode="External"/><Relationship Id="rId10" Type="http://schemas.openxmlformats.org/officeDocument/2006/relationships/slide" Target="slide9.xml"/><Relationship Id="rId4" Type="http://schemas.openxmlformats.org/officeDocument/2006/relationships/hyperlink" Target="https://azure.microsoft.com/products/storage/files/" TargetMode="External"/><Relationship Id="rId9" Type="http://schemas.openxmlformats.org/officeDocument/2006/relationships/image" Target="../media/image27.svg"/></Relationships>
</file>

<file path=ppt/slides/_rels/slide165.xml.rels><?xml version="1.0" encoding="UTF-8" standalone="yes"?>
<Relationships xmlns="http://schemas.openxmlformats.org/package/2006/relationships"><Relationship Id="rId3" Type="http://schemas.openxmlformats.org/officeDocument/2006/relationships/hyperlink" Target="https://learn.microsoft.com/en-us/azure/defender-for-cloud/defender-for-key-vault-introduction" TargetMode="External"/><Relationship Id="rId2" Type="http://schemas.openxmlformats.org/officeDocument/2006/relationships/notesSlide" Target="../notesSlides/notesSlide163.xml"/><Relationship Id="rId1" Type="http://schemas.openxmlformats.org/officeDocument/2006/relationships/slideLayout" Target="../slideLayouts/slideLayout1.xml"/><Relationship Id="rId6" Type="http://schemas.openxmlformats.org/officeDocument/2006/relationships/image" Target="../media/image16.png"/><Relationship Id="rId5" Type="http://schemas.openxmlformats.org/officeDocument/2006/relationships/slide" Target="slide9.xml"/><Relationship Id="rId4" Type="http://schemas.openxmlformats.org/officeDocument/2006/relationships/image" Target="../media/image27.svg"/></Relationships>
</file>

<file path=ppt/slides/_rels/slide166.xml.rels><?xml version="1.0" encoding="UTF-8" standalone="yes"?>
<Relationships xmlns="http://schemas.openxmlformats.org/package/2006/relationships"><Relationship Id="rId8" Type="http://schemas.openxmlformats.org/officeDocument/2006/relationships/hyperlink" Target="https://www.microsoft.com/en-us/security/business/ai-machine-learning/microsoft-security-copilot?msockid=17eef9def0b66c232418ed02f1326d93" TargetMode="External"/><Relationship Id="rId13" Type="http://schemas.openxmlformats.org/officeDocument/2006/relationships/slide" Target="slide50.xml"/><Relationship Id="rId3" Type="http://schemas.openxmlformats.org/officeDocument/2006/relationships/hyperlink" Target="https://learn.microsoft.com/en-gb/copilot/security/microsoft-security-copilot#security-copilot-primary-use-cases" TargetMode="External"/><Relationship Id="rId7" Type="http://schemas.openxmlformats.org/officeDocument/2006/relationships/hyperlink" Target="https://learn.microsoft.com/en-us/entra/fundamentals/copilot-security-entra" TargetMode="External"/><Relationship Id="rId12" Type="http://schemas.openxmlformats.org/officeDocument/2006/relationships/slide" Target="slide53.xml"/><Relationship Id="rId2" Type="http://schemas.openxmlformats.org/officeDocument/2006/relationships/notesSlide" Target="../notesSlides/notesSlide164.xml"/><Relationship Id="rId1" Type="http://schemas.openxmlformats.org/officeDocument/2006/relationships/slideLayout" Target="../slideLayouts/slideLayout1.xml"/><Relationship Id="rId6" Type="http://schemas.openxmlformats.org/officeDocument/2006/relationships/hyperlink" Target="https://learn.microsoft.com/en-us/mem/intune/fundamentals/what-is-intune" TargetMode="External"/><Relationship Id="rId11" Type="http://schemas.openxmlformats.org/officeDocument/2006/relationships/image" Target="../media/image16.png"/><Relationship Id="rId5" Type="http://schemas.openxmlformats.org/officeDocument/2006/relationships/hyperlink" Target="https://learn.microsoft.com/en-us/azure/sentinel/overview" TargetMode="External"/><Relationship Id="rId10" Type="http://schemas.openxmlformats.org/officeDocument/2006/relationships/slide" Target="slide9.xml"/><Relationship Id="rId4" Type="http://schemas.openxmlformats.org/officeDocument/2006/relationships/hyperlink" Target="https://learn.microsoft.com/en-us/defender-xdr/microsoft-365-defender" TargetMode="External"/><Relationship Id="rId9" Type="http://schemas.openxmlformats.org/officeDocument/2006/relationships/image" Target="../media/image27.svg"/></Relationships>
</file>

<file path=ppt/slides/_rels/slide167.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hyperlink" Target="https://learn.microsoft.com/en-us/purview/ai-microsoft-purview" TargetMode="External"/><Relationship Id="rId7" Type="http://schemas.openxmlformats.org/officeDocument/2006/relationships/image" Target="../media/image27.svg"/><Relationship Id="rId2" Type="http://schemas.openxmlformats.org/officeDocument/2006/relationships/notesSlide" Target="../notesSlides/notesSlide165.xml"/><Relationship Id="rId1" Type="http://schemas.openxmlformats.org/officeDocument/2006/relationships/slideLayout" Target="../slideLayouts/slideLayout7.xml"/><Relationship Id="rId6" Type="http://schemas.openxmlformats.org/officeDocument/2006/relationships/slide" Target="slide50.xml"/><Relationship Id="rId5" Type="http://schemas.openxmlformats.org/officeDocument/2006/relationships/slide" Target="slide48.xml"/><Relationship Id="rId10" Type="http://schemas.openxmlformats.org/officeDocument/2006/relationships/slide" Target="slide53.xml"/><Relationship Id="rId4" Type="http://schemas.openxmlformats.org/officeDocument/2006/relationships/slide" Target="slide45.xml"/><Relationship Id="rId9" Type="http://schemas.openxmlformats.org/officeDocument/2006/relationships/image" Target="../media/image16.png"/></Relationships>
</file>

<file path=ppt/slides/_rels/slide168.xml.rels><?xml version="1.0" encoding="UTF-8" standalone="yes"?>
<Relationships xmlns="http://schemas.openxmlformats.org/package/2006/relationships"><Relationship Id="rId8" Type="http://schemas.openxmlformats.org/officeDocument/2006/relationships/hyperlink" Target="https://learn.microsoft.com/en-us/azure/lighthouse/concepts/cloud-solution-provider" TargetMode="External"/><Relationship Id="rId3" Type="http://schemas.openxmlformats.org/officeDocument/2006/relationships/hyperlink" Target="https://learn.microsoft.com/en-us/entra/workload-id/" TargetMode="External"/><Relationship Id="rId7" Type="http://schemas.openxmlformats.org/officeDocument/2006/relationships/hyperlink" Target="https://www.microsoft.com/licensing/how-to-buy/how-to-buy" TargetMode="External"/><Relationship Id="rId2" Type="http://schemas.openxmlformats.org/officeDocument/2006/relationships/notesSlide" Target="../notesSlides/notesSlide166.xml"/><Relationship Id="rId1" Type="http://schemas.openxmlformats.org/officeDocument/2006/relationships/slideLayout" Target="../slideLayouts/slideLayout7.xml"/><Relationship Id="rId6" Type="http://schemas.openxmlformats.org/officeDocument/2006/relationships/hyperlink" Target="https://powerplatform.microsoft.com/" TargetMode="External"/><Relationship Id="rId11" Type="http://schemas.openxmlformats.org/officeDocument/2006/relationships/image" Target="../media/image16.png"/><Relationship Id="rId5" Type="http://schemas.openxmlformats.org/officeDocument/2006/relationships/hyperlink" Target="https://azure.microsoft.com/" TargetMode="External"/><Relationship Id="rId10" Type="http://schemas.openxmlformats.org/officeDocument/2006/relationships/slide" Target="slide9.xml"/><Relationship Id="rId4" Type="http://schemas.openxmlformats.org/officeDocument/2006/relationships/hyperlink" Target="https://learn.microsoft.com/en-us/entra/workload-id/workload-identities-overview" TargetMode="External"/><Relationship Id="rId9" Type="http://schemas.openxmlformats.org/officeDocument/2006/relationships/image" Target="../media/image27.svg"/></Relationships>
</file>

<file path=ppt/slides/slide1.xml><?xml version="1.0" encoding="utf-8"?>
<p:sld xmlns:a="http://schemas.openxmlformats.org/drawingml/2006/main" xmlns:r="http://schemas.openxmlformats.org/officeDocument/2006/relationships" xmlns:p="http://schemas.openxmlformats.org/presentationml/2006/main" show="0">
  <p:cSld>
    <p:bg>
      <p:bgPr>
        <a:solidFill>
          <a:srgbClr val="FFFFCC"/>
        </a:solidFill>
        <a:effectLst/>
      </p:bgPr>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419EC180-B342-4749-8B38-8E31FB022FB3}"/>
              </a:ext>
            </a:extLst>
          </p:cNvPr>
          <p:cNvSpPr/>
          <p:nvPr/>
        </p:nvSpPr>
        <p:spPr>
          <a:xfrm>
            <a:off x="283356" y="244782"/>
            <a:ext cx="11744129" cy="3170099"/>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Using this presentation</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This presentation has been made to ease the Microsoft Modern Workplace Security conversation. The various security technologies across M365 E5 (from Windows 10/11, Office 365 and EM+S) have been laid out and different lens has been created to show: Microsoft as a security vendor; the visibility to the end user; the integration between services; what you get in each SKU and deployment dependencies. An addition slide has been created to detail a common Phishing attack and how the various technologies can be used to stop it at each stage. </a:t>
            </a:r>
            <a:r>
              <a:rPr kumimoji="0" lang="en-GB" sz="1600" b="1" i="1"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Please make use of the slide notes for more information and walkthroughs (where applicable) of each slide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1" i="1"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If you would like another “lens” or have feedback or any questions, please contact </a:t>
            </a:r>
            <a:r>
              <a:rPr kumimoji="0" lang="en-GB" sz="1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hlinkClick r:id="rId3"/>
              </a:rPr>
              <a:t>stelvers@Microsoft.com</a:t>
            </a:r>
            <a:endParaRPr kumimoji="0" lang="en-GB" sz="1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6" name="Picture 5">
            <a:extLst>
              <a:ext uri="{FF2B5EF4-FFF2-40B4-BE49-F238E27FC236}">
                <a16:creationId xmlns:a16="http://schemas.microsoft.com/office/drawing/2014/main" id="{D4325DF5-182C-4ED3-9B2C-1B8168C349BA}"/>
              </a:ext>
            </a:extLst>
          </p:cNvPr>
          <p:cNvPicPr>
            <a:picLocks noChangeAspect="1"/>
          </p:cNvPicPr>
          <p:nvPr/>
        </p:nvPicPr>
        <p:blipFill>
          <a:blip r:embed="rId4"/>
          <a:stretch>
            <a:fillRect/>
          </a:stretch>
        </p:blipFill>
        <p:spPr>
          <a:xfrm>
            <a:off x="481756" y="4528391"/>
            <a:ext cx="3617493" cy="2032299"/>
          </a:xfrm>
          <a:prstGeom prst="rect">
            <a:avLst/>
          </a:prstGeom>
        </p:spPr>
      </p:pic>
      <p:pic>
        <p:nvPicPr>
          <p:cNvPr id="7" name="Picture 6">
            <a:extLst>
              <a:ext uri="{FF2B5EF4-FFF2-40B4-BE49-F238E27FC236}">
                <a16:creationId xmlns:a16="http://schemas.microsoft.com/office/drawing/2014/main" id="{A01D02CD-D44D-4A7E-ABF3-A11A0DBF44D9}"/>
              </a:ext>
            </a:extLst>
          </p:cNvPr>
          <p:cNvPicPr>
            <a:picLocks noChangeAspect="1"/>
          </p:cNvPicPr>
          <p:nvPr/>
        </p:nvPicPr>
        <p:blipFill>
          <a:blip r:embed="rId5"/>
          <a:stretch>
            <a:fillRect/>
          </a:stretch>
        </p:blipFill>
        <p:spPr>
          <a:xfrm>
            <a:off x="8041252" y="4492517"/>
            <a:ext cx="3572647" cy="2032300"/>
          </a:xfrm>
          <a:prstGeom prst="rect">
            <a:avLst/>
          </a:prstGeom>
        </p:spPr>
      </p:pic>
      <p:sp>
        <p:nvSpPr>
          <p:cNvPr id="8" name="TextBox 7">
            <a:extLst>
              <a:ext uri="{FF2B5EF4-FFF2-40B4-BE49-F238E27FC236}">
                <a16:creationId xmlns:a16="http://schemas.microsoft.com/office/drawing/2014/main" id="{798F2C1C-767A-4DDC-AD7C-ABA550B67306}"/>
              </a:ext>
            </a:extLst>
          </p:cNvPr>
          <p:cNvSpPr txBox="1"/>
          <p:nvPr/>
        </p:nvSpPr>
        <p:spPr>
          <a:xfrm>
            <a:off x="204785" y="3561299"/>
            <a:ext cx="3020334" cy="37322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Main Menu Navigation:</a:t>
            </a:r>
          </a:p>
        </p:txBody>
      </p:sp>
      <p:sp>
        <p:nvSpPr>
          <p:cNvPr id="9" name="TextBox 8">
            <a:extLst>
              <a:ext uri="{FF2B5EF4-FFF2-40B4-BE49-F238E27FC236}">
                <a16:creationId xmlns:a16="http://schemas.microsoft.com/office/drawing/2014/main" id="{28741065-C18F-4387-AA26-7876282053A5}"/>
              </a:ext>
            </a:extLst>
          </p:cNvPr>
          <p:cNvSpPr txBox="1"/>
          <p:nvPr/>
        </p:nvSpPr>
        <p:spPr>
          <a:xfrm>
            <a:off x="5032191" y="5083362"/>
            <a:ext cx="2889379"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Mouse rollover or click on focus button. This uses PowerPoint actions to jump to the correct slide.</a:t>
            </a:r>
          </a:p>
        </p:txBody>
      </p:sp>
      <p:sp>
        <p:nvSpPr>
          <p:cNvPr id="10" name="TextBox 9">
            <a:extLst>
              <a:ext uri="{FF2B5EF4-FFF2-40B4-BE49-F238E27FC236}">
                <a16:creationId xmlns:a16="http://schemas.microsoft.com/office/drawing/2014/main" id="{7502F3A9-ADF5-4729-86A4-6BA6FEA2E446}"/>
              </a:ext>
            </a:extLst>
          </p:cNvPr>
          <p:cNvSpPr txBox="1"/>
          <p:nvPr/>
        </p:nvSpPr>
        <p:spPr>
          <a:xfrm>
            <a:off x="108280" y="4029164"/>
            <a:ext cx="4553665"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Zoom to various “lens” on the products</a:t>
            </a:r>
          </a:p>
        </p:txBody>
      </p:sp>
      <p:sp>
        <p:nvSpPr>
          <p:cNvPr id="11" name="TextBox 10">
            <a:extLst>
              <a:ext uri="{FF2B5EF4-FFF2-40B4-BE49-F238E27FC236}">
                <a16:creationId xmlns:a16="http://schemas.microsoft.com/office/drawing/2014/main" id="{44CEEEB6-3234-49DD-ADFA-3DBABE9B22EB}"/>
              </a:ext>
            </a:extLst>
          </p:cNvPr>
          <p:cNvSpPr txBox="1"/>
          <p:nvPr/>
        </p:nvSpPr>
        <p:spPr>
          <a:xfrm>
            <a:off x="5371322" y="3653732"/>
            <a:ext cx="2889379"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The black bar down the side of each page is a zoom back to the main menu</a:t>
            </a:r>
          </a:p>
        </p:txBody>
      </p:sp>
      <p:sp>
        <p:nvSpPr>
          <p:cNvPr id="12" name="TextBox 11">
            <a:extLst>
              <a:ext uri="{FF2B5EF4-FFF2-40B4-BE49-F238E27FC236}">
                <a16:creationId xmlns:a16="http://schemas.microsoft.com/office/drawing/2014/main" id="{45858107-ABA2-472A-BFAA-9354CC7DDF10}"/>
              </a:ext>
            </a:extLst>
          </p:cNvPr>
          <p:cNvSpPr txBox="1"/>
          <p:nvPr/>
        </p:nvSpPr>
        <p:spPr>
          <a:xfrm>
            <a:off x="9206531" y="3534738"/>
            <a:ext cx="2562807"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Each slide will show the selected focus</a:t>
            </a:r>
          </a:p>
        </p:txBody>
      </p:sp>
      <p:cxnSp>
        <p:nvCxnSpPr>
          <p:cNvPr id="14" name="Straight Arrow Connector 13">
            <a:extLst>
              <a:ext uri="{FF2B5EF4-FFF2-40B4-BE49-F238E27FC236}">
                <a16:creationId xmlns:a16="http://schemas.microsoft.com/office/drawing/2014/main" id="{FB079134-3983-4E97-98C0-11298B61CB5E}"/>
              </a:ext>
            </a:extLst>
          </p:cNvPr>
          <p:cNvCxnSpPr>
            <a:cxnSpLocks/>
          </p:cNvCxnSpPr>
          <p:nvPr/>
        </p:nvCxnSpPr>
        <p:spPr>
          <a:xfrm>
            <a:off x="6742922" y="6239069"/>
            <a:ext cx="1791478" cy="125005"/>
          </a:xfrm>
          <a:prstGeom prst="straightConnector1">
            <a:avLst/>
          </a:prstGeom>
          <a:ln w="38100">
            <a:solidFill>
              <a:srgbClr val="FF0000"/>
            </a:solidFill>
            <a:tailEnd type="triangle" w="med" len="lg"/>
          </a:ln>
        </p:spPr>
        <p:style>
          <a:lnRef idx="1">
            <a:schemeClr val="dk1"/>
          </a:lnRef>
          <a:fillRef idx="0">
            <a:schemeClr val="dk1"/>
          </a:fillRef>
          <a:effectRef idx="0">
            <a:schemeClr val="dk1"/>
          </a:effectRef>
          <a:fontRef idx="minor">
            <a:schemeClr val="tx1"/>
          </a:fontRef>
        </p:style>
      </p:cxnSp>
      <p:sp>
        <p:nvSpPr>
          <p:cNvPr id="15" name="Oval 14">
            <a:extLst>
              <a:ext uri="{FF2B5EF4-FFF2-40B4-BE49-F238E27FC236}">
                <a16:creationId xmlns:a16="http://schemas.microsoft.com/office/drawing/2014/main" id="{B66E4F80-F453-438B-B79E-B9FDF11DA80C}"/>
              </a:ext>
            </a:extLst>
          </p:cNvPr>
          <p:cNvSpPr/>
          <p:nvPr/>
        </p:nvSpPr>
        <p:spPr>
          <a:xfrm>
            <a:off x="8161176" y="6032079"/>
            <a:ext cx="3452723" cy="601786"/>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Oval 19">
            <a:extLst>
              <a:ext uri="{FF2B5EF4-FFF2-40B4-BE49-F238E27FC236}">
                <a16:creationId xmlns:a16="http://schemas.microsoft.com/office/drawing/2014/main" id="{6F1212F0-AC44-48DF-BBCF-7BB2D2E1B272}"/>
              </a:ext>
            </a:extLst>
          </p:cNvPr>
          <p:cNvSpPr/>
          <p:nvPr/>
        </p:nvSpPr>
        <p:spPr>
          <a:xfrm>
            <a:off x="8260702" y="4711778"/>
            <a:ext cx="3293234" cy="1159558"/>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1" name="Straight Arrow Connector 20">
            <a:extLst>
              <a:ext uri="{FF2B5EF4-FFF2-40B4-BE49-F238E27FC236}">
                <a16:creationId xmlns:a16="http://schemas.microsoft.com/office/drawing/2014/main" id="{CB53900B-80BC-439D-81F5-BBB08807CAD9}"/>
              </a:ext>
            </a:extLst>
          </p:cNvPr>
          <p:cNvCxnSpPr>
            <a:cxnSpLocks/>
            <a:stCxn id="12" idx="2"/>
          </p:cNvCxnSpPr>
          <p:nvPr/>
        </p:nvCxnSpPr>
        <p:spPr>
          <a:xfrm flipH="1">
            <a:off x="10453095" y="4181069"/>
            <a:ext cx="34840" cy="696743"/>
          </a:xfrm>
          <a:prstGeom prst="straightConnector1">
            <a:avLst/>
          </a:prstGeom>
          <a:ln w="38100">
            <a:solidFill>
              <a:srgbClr val="FF0000"/>
            </a:solidFill>
            <a:tailEnd type="triangle" w="med" len="lg"/>
          </a:ln>
        </p:spPr>
        <p:style>
          <a:lnRef idx="1">
            <a:schemeClr val="dk1"/>
          </a:lnRef>
          <a:fillRef idx="0">
            <a:schemeClr val="dk1"/>
          </a:fillRef>
          <a:effectRef idx="0">
            <a:schemeClr val="dk1"/>
          </a:effectRef>
          <a:fontRef idx="minor">
            <a:schemeClr val="tx1"/>
          </a:fontRef>
        </p:style>
      </p:cxnSp>
      <p:sp>
        <p:nvSpPr>
          <p:cNvPr id="23" name="Oval 22">
            <a:extLst>
              <a:ext uri="{FF2B5EF4-FFF2-40B4-BE49-F238E27FC236}">
                <a16:creationId xmlns:a16="http://schemas.microsoft.com/office/drawing/2014/main" id="{32422246-C209-439A-9A0B-F89A2796F9C4}"/>
              </a:ext>
            </a:extLst>
          </p:cNvPr>
          <p:cNvSpPr/>
          <p:nvPr/>
        </p:nvSpPr>
        <p:spPr>
          <a:xfrm>
            <a:off x="7884995" y="4584441"/>
            <a:ext cx="375708" cy="1654627"/>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 name="Straight Arrow Connector 23">
            <a:extLst>
              <a:ext uri="{FF2B5EF4-FFF2-40B4-BE49-F238E27FC236}">
                <a16:creationId xmlns:a16="http://schemas.microsoft.com/office/drawing/2014/main" id="{B779EF0B-0668-4205-89AB-27D14A6B457E}"/>
              </a:ext>
            </a:extLst>
          </p:cNvPr>
          <p:cNvCxnSpPr>
            <a:cxnSpLocks/>
          </p:cNvCxnSpPr>
          <p:nvPr/>
        </p:nvCxnSpPr>
        <p:spPr>
          <a:xfrm>
            <a:off x="7134738" y="4802155"/>
            <a:ext cx="906513" cy="335902"/>
          </a:xfrm>
          <a:prstGeom prst="straightConnector1">
            <a:avLst/>
          </a:prstGeom>
          <a:ln w="38100">
            <a:solidFill>
              <a:srgbClr val="FF0000"/>
            </a:solidFill>
            <a:tailEnd type="triangle" w="med" len="lg"/>
          </a:ln>
        </p:spPr>
        <p:style>
          <a:lnRef idx="1">
            <a:schemeClr val="dk1"/>
          </a:lnRef>
          <a:fillRef idx="0">
            <a:schemeClr val="dk1"/>
          </a:fillRef>
          <a:effectRef idx="0">
            <a:schemeClr val="dk1"/>
          </a:effectRef>
          <a:fontRef idx="minor">
            <a:schemeClr val="tx1"/>
          </a:fontRef>
        </p:style>
      </p:cxnSp>
      <p:sp>
        <p:nvSpPr>
          <p:cNvPr id="26" name="Oval 25">
            <a:extLst>
              <a:ext uri="{FF2B5EF4-FFF2-40B4-BE49-F238E27FC236}">
                <a16:creationId xmlns:a16="http://schemas.microsoft.com/office/drawing/2014/main" id="{907E2EEC-0281-4094-933B-CD1FD79EEA91}"/>
              </a:ext>
            </a:extLst>
          </p:cNvPr>
          <p:cNvSpPr/>
          <p:nvPr/>
        </p:nvSpPr>
        <p:spPr>
          <a:xfrm>
            <a:off x="578101" y="4711778"/>
            <a:ext cx="1567940" cy="1435366"/>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7" name="Straight Arrow Connector 26">
            <a:extLst>
              <a:ext uri="{FF2B5EF4-FFF2-40B4-BE49-F238E27FC236}">
                <a16:creationId xmlns:a16="http://schemas.microsoft.com/office/drawing/2014/main" id="{49AE6738-1864-484D-82DD-4D489BED7391}"/>
              </a:ext>
            </a:extLst>
          </p:cNvPr>
          <p:cNvCxnSpPr>
            <a:cxnSpLocks/>
          </p:cNvCxnSpPr>
          <p:nvPr/>
        </p:nvCxnSpPr>
        <p:spPr>
          <a:xfrm flipH="1">
            <a:off x="1364554" y="4366614"/>
            <a:ext cx="415875" cy="792339"/>
          </a:xfrm>
          <a:prstGeom prst="straightConnector1">
            <a:avLst/>
          </a:prstGeom>
          <a:ln w="38100">
            <a:solidFill>
              <a:srgbClr val="FF0000"/>
            </a:solidFill>
            <a:tailEnd type="triangle" w="med" len="lg"/>
          </a:ln>
        </p:spPr>
        <p:style>
          <a:lnRef idx="1">
            <a:schemeClr val="dk1"/>
          </a:lnRef>
          <a:fillRef idx="0">
            <a:schemeClr val="dk1"/>
          </a:fillRef>
          <a:effectRef idx="0">
            <a:schemeClr val="dk1"/>
          </a:effectRef>
          <a:fontRef idx="minor">
            <a:schemeClr val="tx1"/>
          </a:fontRef>
        </p:style>
      </p:cxnSp>
      <p:sp>
        <p:nvSpPr>
          <p:cNvPr id="29" name="TextBox 28">
            <a:extLst>
              <a:ext uri="{FF2B5EF4-FFF2-40B4-BE49-F238E27FC236}">
                <a16:creationId xmlns:a16="http://schemas.microsoft.com/office/drawing/2014/main" id="{46DC8D9B-92DB-45F3-912C-52542B3705CD}"/>
              </a:ext>
            </a:extLst>
          </p:cNvPr>
          <p:cNvSpPr txBox="1"/>
          <p:nvPr/>
        </p:nvSpPr>
        <p:spPr>
          <a:xfrm>
            <a:off x="7284098" y="3362095"/>
            <a:ext cx="3020334" cy="37322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Page Navigation:</a:t>
            </a:r>
          </a:p>
        </p:txBody>
      </p:sp>
    </p:spTree>
    <p:extLst>
      <p:ext uri="{BB962C8B-B14F-4D97-AF65-F5344CB8AC3E}">
        <p14:creationId xmlns:p14="http://schemas.microsoft.com/office/powerpoint/2010/main" val="28812687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6FD9E09-3BBC-4778-9194-7DB9F07272FA}"/>
              </a:ext>
            </a:extLst>
          </p:cNvPr>
          <p:cNvSpPr/>
          <p:nvPr/>
        </p:nvSpPr>
        <p:spPr>
          <a:xfrm>
            <a:off x="719137" y="3198167"/>
            <a:ext cx="10753725"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FFFFFF">
                    <a:lumMod val="85000"/>
                  </a:srgbClr>
                </a:solidFill>
                <a:effectLst/>
                <a:uLnTx/>
                <a:uFillTx/>
                <a:latin typeface="Segoe UI"/>
                <a:ea typeface="+mn-ea"/>
                <a:cs typeface="+mn-cs"/>
              </a:rPr>
              <a:t>“Compliance does not bring security – </a:t>
            </a:r>
            <a:r>
              <a:rPr kumimoji="0" lang="en-GB" sz="2400" b="0" i="0" u="none" strike="noStrike" kern="1200" cap="none" spc="0" normalizeH="0" baseline="0" noProof="0">
                <a:ln>
                  <a:noFill/>
                </a:ln>
                <a:solidFill>
                  <a:srgbClr val="0078D4">
                    <a:lumMod val="60000"/>
                    <a:lumOff val="40000"/>
                  </a:srgbClr>
                </a:solidFill>
                <a:effectLst/>
                <a:uLnTx/>
                <a:uFillTx/>
                <a:latin typeface="Segoe UI"/>
                <a:ea typeface="+mn-ea"/>
                <a:cs typeface="+mn-cs"/>
              </a:rPr>
              <a:t>good security brings compliance</a:t>
            </a:r>
            <a:r>
              <a:rPr kumimoji="0" lang="en-GB" sz="2400" b="0" i="0" u="none" strike="noStrike" kern="1200" cap="none" spc="0" normalizeH="0" baseline="0" noProof="0">
                <a:ln>
                  <a:noFill/>
                </a:ln>
                <a:solidFill>
                  <a:srgbClr val="FFFFFF">
                    <a:lumMod val="85000"/>
                  </a:srgbClr>
                </a:solidFill>
                <a:effectLst/>
                <a:uLnTx/>
                <a:uFillTx/>
                <a:latin typeface="Segoe UI"/>
                <a:ea typeface="+mn-ea"/>
                <a:cs typeface="+mn-cs"/>
              </a:rPr>
              <a:t>”</a:t>
            </a:r>
          </a:p>
        </p:txBody>
      </p:sp>
      <p:sp>
        <p:nvSpPr>
          <p:cNvPr id="3" name="TextBox 2">
            <a:extLst>
              <a:ext uri="{FF2B5EF4-FFF2-40B4-BE49-F238E27FC236}">
                <a16:creationId xmlns:a16="http://schemas.microsoft.com/office/drawing/2014/main" id="{D5EB8BB1-EA37-4CD8-A804-24A68D7B037C}"/>
              </a:ext>
            </a:extLst>
          </p:cNvPr>
          <p:cNvSpPr txBox="1"/>
          <p:nvPr/>
        </p:nvSpPr>
        <p:spPr>
          <a:xfrm>
            <a:off x="10294496" y="3809270"/>
            <a:ext cx="1326004" cy="215444"/>
          </a:xfrm>
          <a:prstGeom prst="rect">
            <a:avLst/>
          </a:prstGeom>
          <a:noFill/>
        </p:spPr>
        <p:txBody>
          <a:bodyPr wrap="none" lIns="0" tIns="0" rIns="0" bIns="0" rtlCol="0">
            <a:sp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FFFFFF">
                    <a:lumMod val="85000"/>
                  </a:srgbClr>
                </a:solidFill>
                <a:effectLst/>
                <a:uLnTx/>
                <a:uFillTx/>
                <a:latin typeface="Segoe UI"/>
                <a:ea typeface="+mn-ea"/>
                <a:cs typeface="+mn-cs"/>
              </a:rPr>
              <a:t>- Roger </a:t>
            </a:r>
            <a:r>
              <a:rPr kumimoji="0" lang="en-GB" sz="1400" b="0" i="1" u="none" strike="noStrike" kern="1200" cap="none" spc="0" normalizeH="0" baseline="0" noProof="0" err="1">
                <a:ln>
                  <a:noFill/>
                </a:ln>
                <a:solidFill>
                  <a:srgbClr val="FFFFFF">
                    <a:lumMod val="85000"/>
                  </a:srgbClr>
                </a:solidFill>
                <a:effectLst/>
                <a:uLnTx/>
                <a:uFillTx/>
                <a:latin typeface="Segoe UI"/>
                <a:ea typeface="+mn-ea"/>
                <a:cs typeface="+mn-cs"/>
              </a:rPr>
              <a:t>Halbheer</a:t>
            </a:r>
            <a:endParaRPr kumimoji="0" lang="en-GB" sz="1400" b="0" i="1" u="none" strike="noStrike" kern="1200" cap="none" spc="0" normalizeH="0" baseline="0" noProof="0">
              <a:ln>
                <a:noFill/>
              </a:ln>
              <a:solidFill>
                <a:srgbClr val="FFFFFF">
                  <a:lumMod val="85000"/>
                </a:srgbClr>
              </a:solidFill>
              <a:effectLst/>
              <a:uLnTx/>
              <a:uFillTx/>
              <a:latin typeface="Segoe UI"/>
              <a:ea typeface="+mn-ea"/>
              <a:cs typeface="+mn-cs"/>
            </a:endParaRPr>
          </a:p>
        </p:txBody>
      </p:sp>
    </p:spTree>
    <p:extLst>
      <p:ext uri="{BB962C8B-B14F-4D97-AF65-F5344CB8AC3E}">
        <p14:creationId xmlns:p14="http://schemas.microsoft.com/office/powerpoint/2010/main" val="2568552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
</file>

<file path=ppt/slides/slide3.xml><?xml version="1.0" encoding="utf-8"?>
<p:sld xmlns:a="http://schemas.openxmlformats.org/drawingml/2006/main" xmlns:r="http://schemas.openxmlformats.org/officeDocument/2006/relationships" xmlns:p="http://schemas.openxmlformats.org/presentationml/2006/main" show="0">
  <p:cSld>
    <p:bg>
      <p:bgPr>
        <a:solidFill>
          <a:srgbClr val="000000"/>
        </a:solidFill>
        <a:effectLst/>
      </p:bgPr>
    </p:bg>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605F18D9-4A39-419F-87D2-C8CDE88C0AD3}"/>
              </a:ext>
            </a:extLst>
          </p:cNvPr>
          <p:cNvSpPr>
            <a:spLocks noGrp="1"/>
          </p:cNvSpPr>
          <p:nvPr>
            <p:ph type="title"/>
          </p:nvPr>
        </p:nvSpPr>
        <p:spPr>
          <a:xfrm>
            <a:off x="588263" y="325790"/>
            <a:ext cx="11018520" cy="553998"/>
          </a:xfrm>
        </p:spPr>
        <p:txBody>
          <a:bodyPr>
            <a:normAutofit fontScale="90000"/>
          </a:bodyPr>
          <a:lstStyle/>
          <a:p>
            <a:r>
              <a:rPr lang="en-US">
                <a:solidFill>
                  <a:schemeClr val="bg1"/>
                </a:solidFill>
              </a:rPr>
              <a:t>What do we mean when we say “Azure” today?</a:t>
            </a:r>
            <a:endParaRPr lang="en-GB">
              <a:solidFill>
                <a:schemeClr val="bg1"/>
              </a:solidFill>
            </a:endParaRPr>
          </a:p>
        </p:txBody>
      </p:sp>
      <p:grpSp>
        <p:nvGrpSpPr>
          <p:cNvPr id="35" name="Group 34">
            <a:extLst>
              <a:ext uri="{FF2B5EF4-FFF2-40B4-BE49-F238E27FC236}">
                <a16:creationId xmlns:a16="http://schemas.microsoft.com/office/drawing/2014/main" id="{E9455645-D576-404B-B282-A910E2B4B9F3}"/>
              </a:ext>
            </a:extLst>
          </p:cNvPr>
          <p:cNvGrpSpPr/>
          <p:nvPr/>
        </p:nvGrpSpPr>
        <p:grpSpPr>
          <a:xfrm>
            <a:off x="1112483" y="2045513"/>
            <a:ext cx="4978200" cy="1262526"/>
            <a:chOff x="1117800" y="1400352"/>
            <a:chExt cx="4680000" cy="1262526"/>
          </a:xfrm>
        </p:grpSpPr>
        <p:sp>
          <p:nvSpPr>
            <p:cNvPr id="12" name="Rectangle 11">
              <a:extLst>
                <a:ext uri="{FF2B5EF4-FFF2-40B4-BE49-F238E27FC236}">
                  <a16:creationId xmlns:a16="http://schemas.microsoft.com/office/drawing/2014/main" id="{D6CBAD96-F359-4163-8C70-7D5BBDE8EB78}"/>
                </a:ext>
              </a:extLst>
            </p:cNvPr>
            <p:cNvSpPr/>
            <p:nvPr/>
          </p:nvSpPr>
          <p:spPr>
            <a:xfrm>
              <a:off x="1117800" y="1402878"/>
              <a:ext cx="4680000" cy="1260000"/>
            </a:xfrm>
            <a:prstGeom prst="rect">
              <a:avLst/>
            </a:prstGeom>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GB" sz="1600" b="0" i="0" u="none" strike="noStrike" kern="1200" cap="none" spc="0" normalizeH="0" baseline="0" noProof="0">
                <a:ln>
                  <a:noFill/>
                </a:ln>
                <a:solidFill>
                  <a:srgbClr val="000000"/>
                </a:solidFill>
                <a:effectLst/>
                <a:uLnTx/>
                <a:uFillTx/>
                <a:latin typeface="Segoe UI"/>
                <a:ea typeface="+mn-ea"/>
                <a:cs typeface="+mn-cs"/>
              </a:endParaRPr>
            </a:p>
          </p:txBody>
        </p:sp>
        <p:sp>
          <p:nvSpPr>
            <p:cNvPr id="31" name="TextBox 30">
              <a:extLst>
                <a:ext uri="{FF2B5EF4-FFF2-40B4-BE49-F238E27FC236}">
                  <a16:creationId xmlns:a16="http://schemas.microsoft.com/office/drawing/2014/main" id="{3C94E367-2868-4877-9139-EF8F357370C6}"/>
                </a:ext>
              </a:extLst>
            </p:cNvPr>
            <p:cNvSpPr txBox="1"/>
            <p:nvPr/>
          </p:nvSpPr>
          <p:spPr>
            <a:xfrm flipH="1">
              <a:off x="1292351" y="1400352"/>
              <a:ext cx="4330898" cy="1231106"/>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srgbClr val="FFFFFF"/>
                  </a:solidFill>
                  <a:effectLst/>
                  <a:uLnTx/>
                  <a:uFillTx/>
                  <a:latin typeface="Segoe UI"/>
                  <a:ea typeface="+mn-ea"/>
                  <a:cs typeface="+mn-cs"/>
                </a:rPr>
                <a:t>Microsoft SaaS (O365, D365, Microsoft Intune, Threat Management, Copilot, etc.)</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srgbClr val="FFFFFF"/>
                  </a:solidFill>
                  <a:effectLst/>
                  <a:uLnTx/>
                  <a:uFillTx/>
                  <a:latin typeface="Segoe UI"/>
                  <a:ea typeface="+mn-ea"/>
                  <a:cs typeface="+mn-cs"/>
                </a:rPr>
                <a:t>Intelligent Security Graph</a:t>
              </a:r>
              <a:endParaRPr kumimoji="0" lang="en-GB" sz="2000" b="0" i="0" u="none" strike="noStrike" kern="1200" cap="none" spc="0" normalizeH="0" baseline="0" noProof="0">
                <a:ln>
                  <a:noFill/>
                </a:ln>
                <a:gradFill>
                  <a:gsLst>
                    <a:gs pos="2917">
                      <a:srgbClr val="1A1A1A"/>
                    </a:gs>
                    <a:gs pos="30000">
                      <a:srgbClr val="1A1A1A"/>
                    </a:gs>
                  </a:gsLst>
                  <a:lin ang="5400000" scaled="0"/>
                </a:gradFill>
                <a:effectLst/>
                <a:uLnTx/>
                <a:uFillTx/>
                <a:latin typeface="Segoe UI"/>
                <a:ea typeface="+mn-ea"/>
                <a:cs typeface="+mn-cs"/>
              </a:endParaRPr>
            </a:p>
          </p:txBody>
        </p:sp>
      </p:grpSp>
      <p:grpSp>
        <p:nvGrpSpPr>
          <p:cNvPr id="36" name="Group 35">
            <a:extLst>
              <a:ext uri="{FF2B5EF4-FFF2-40B4-BE49-F238E27FC236}">
                <a16:creationId xmlns:a16="http://schemas.microsoft.com/office/drawing/2014/main" id="{0B5D7483-B996-48CA-AFF7-CA9C6D8C35E1}"/>
              </a:ext>
            </a:extLst>
          </p:cNvPr>
          <p:cNvGrpSpPr/>
          <p:nvPr/>
        </p:nvGrpSpPr>
        <p:grpSpPr>
          <a:xfrm>
            <a:off x="6332380" y="2048039"/>
            <a:ext cx="4932815" cy="1260000"/>
            <a:chOff x="6590512" y="1402878"/>
            <a:chExt cx="4680000" cy="1260000"/>
          </a:xfrm>
        </p:grpSpPr>
        <p:sp>
          <p:nvSpPr>
            <p:cNvPr id="16" name="Rectangle 15">
              <a:extLst>
                <a:ext uri="{FF2B5EF4-FFF2-40B4-BE49-F238E27FC236}">
                  <a16:creationId xmlns:a16="http://schemas.microsoft.com/office/drawing/2014/main" id="{A0F7709C-7DF3-42B9-AED7-521CB47D4DF9}"/>
                </a:ext>
              </a:extLst>
            </p:cNvPr>
            <p:cNvSpPr/>
            <p:nvPr/>
          </p:nvSpPr>
          <p:spPr>
            <a:xfrm>
              <a:off x="6590512" y="1402878"/>
              <a:ext cx="4680000" cy="1260000"/>
            </a:xfrm>
            <a:prstGeom prst="rect">
              <a:avLst/>
            </a:prstGeom>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GB" sz="1600" b="0" i="0" u="none" strike="noStrike" kern="1200" cap="none" spc="0" normalizeH="0" baseline="0" noProof="0">
                <a:ln>
                  <a:noFill/>
                </a:ln>
                <a:solidFill>
                  <a:srgbClr val="000000"/>
                </a:solidFill>
                <a:effectLst/>
                <a:uLnTx/>
                <a:uFillTx/>
                <a:latin typeface="Segoe UI"/>
                <a:ea typeface="+mn-ea"/>
                <a:cs typeface="+mn-cs"/>
              </a:endParaRPr>
            </a:p>
          </p:txBody>
        </p:sp>
        <p:sp>
          <p:nvSpPr>
            <p:cNvPr id="32" name="TextBox 31">
              <a:extLst>
                <a:ext uri="{FF2B5EF4-FFF2-40B4-BE49-F238E27FC236}">
                  <a16:creationId xmlns:a16="http://schemas.microsoft.com/office/drawing/2014/main" id="{783DDD53-27BA-46D7-A8F5-5BC0210F27DC}"/>
                </a:ext>
              </a:extLst>
            </p:cNvPr>
            <p:cNvSpPr txBox="1"/>
            <p:nvPr/>
          </p:nvSpPr>
          <p:spPr>
            <a:xfrm flipH="1">
              <a:off x="6906171" y="1612894"/>
              <a:ext cx="4122634" cy="92333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srgbClr val="FFFFFF"/>
                  </a:solidFill>
                  <a:effectLst/>
                  <a:uLnTx/>
                  <a:uFillTx/>
                  <a:latin typeface="Segoe UI"/>
                  <a:ea typeface="+mn-ea"/>
                  <a:cs typeface="+mn-cs"/>
                </a:rPr>
                <a:t>Azure Infrastructure (IaaS, PaaS, Cognitive Services, Bots etc.)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000" b="0" i="0" u="none" strike="noStrike" kern="1200" cap="none" spc="0" normalizeH="0" baseline="0" noProof="0">
                <a:ln>
                  <a:noFill/>
                </a:ln>
                <a:gradFill>
                  <a:gsLst>
                    <a:gs pos="2917">
                      <a:srgbClr val="1A1A1A"/>
                    </a:gs>
                    <a:gs pos="30000">
                      <a:srgbClr val="1A1A1A"/>
                    </a:gs>
                  </a:gsLst>
                  <a:lin ang="5400000" scaled="0"/>
                </a:gradFill>
                <a:effectLst/>
                <a:uLnTx/>
                <a:uFillTx/>
                <a:latin typeface="Segoe UI"/>
                <a:ea typeface="+mn-ea"/>
                <a:cs typeface="+mn-cs"/>
              </a:endParaRPr>
            </a:p>
          </p:txBody>
        </p:sp>
      </p:grpSp>
      <p:grpSp>
        <p:nvGrpSpPr>
          <p:cNvPr id="37" name="Group 36">
            <a:extLst>
              <a:ext uri="{FF2B5EF4-FFF2-40B4-BE49-F238E27FC236}">
                <a16:creationId xmlns:a16="http://schemas.microsoft.com/office/drawing/2014/main" id="{C07E9D91-1AC9-4002-ABD5-814334046EAF}"/>
              </a:ext>
            </a:extLst>
          </p:cNvPr>
          <p:cNvGrpSpPr/>
          <p:nvPr/>
        </p:nvGrpSpPr>
        <p:grpSpPr>
          <a:xfrm>
            <a:off x="1112483" y="3504279"/>
            <a:ext cx="10152712" cy="1418149"/>
            <a:chOff x="1117800" y="2848455"/>
            <a:chExt cx="10152712" cy="1260000"/>
          </a:xfrm>
        </p:grpSpPr>
        <p:sp>
          <p:nvSpPr>
            <p:cNvPr id="10" name="Rectangle 9">
              <a:extLst>
                <a:ext uri="{FF2B5EF4-FFF2-40B4-BE49-F238E27FC236}">
                  <a16:creationId xmlns:a16="http://schemas.microsoft.com/office/drawing/2014/main" id="{74FBE498-7DAD-4DAD-AD0D-C6BDBBF664EC}"/>
                </a:ext>
              </a:extLst>
            </p:cNvPr>
            <p:cNvSpPr/>
            <p:nvPr/>
          </p:nvSpPr>
          <p:spPr>
            <a:xfrm>
              <a:off x="1117800" y="2848455"/>
              <a:ext cx="10152712" cy="1260000"/>
            </a:xfrm>
            <a:prstGeom prst="rect">
              <a:avLst/>
            </a:prstGeom>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GB" sz="1600" b="0" i="0" u="none" strike="noStrike" kern="1200" cap="none" spc="0" normalizeH="0" baseline="0" noProof="0">
                <a:ln>
                  <a:noFill/>
                </a:ln>
                <a:solidFill>
                  <a:srgbClr val="000000"/>
                </a:solidFill>
                <a:effectLst/>
                <a:uLnTx/>
                <a:uFillTx/>
                <a:latin typeface="Segoe UI"/>
                <a:ea typeface="+mn-ea"/>
                <a:cs typeface="+mn-cs"/>
              </a:endParaRPr>
            </a:p>
          </p:txBody>
        </p:sp>
        <p:sp>
          <p:nvSpPr>
            <p:cNvPr id="33" name="TextBox 32">
              <a:extLst>
                <a:ext uri="{FF2B5EF4-FFF2-40B4-BE49-F238E27FC236}">
                  <a16:creationId xmlns:a16="http://schemas.microsoft.com/office/drawing/2014/main" id="{72E14274-FC7D-4E98-8EB6-57F7BFD0D8F0}"/>
                </a:ext>
              </a:extLst>
            </p:cNvPr>
            <p:cNvSpPr txBox="1"/>
            <p:nvPr/>
          </p:nvSpPr>
          <p:spPr>
            <a:xfrm flipH="1">
              <a:off x="2600350" y="3324566"/>
              <a:ext cx="6991299" cy="464872"/>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srgbClr val="FFFFFF"/>
                  </a:solidFill>
                  <a:effectLst/>
                  <a:uLnTx/>
                  <a:uFillTx/>
                  <a:latin typeface="Segoe UI"/>
                  <a:ea typeface="+mn-ea"/>
                  <a:cs typeface="+mn-cs"/>
                </a:rPr>
                <a:t>Entra ID (Identity and Access Management)</a:t>
              </a:r>
              <a:br>
                <a:rPr kumimoji="0" lang="en-GB" sz="2000" b="1" i="0" u="none" strike="noStrike" kern="1200" cap="none" spc="0" normalizeH="0" baseline="0" noProof="0">
                  <a:ln>
                    <a:noFill/>
                  </a:ln>
                  <a:solidFill>
                    <a:srgbClr val="FFFFFF"/>
                  </a:solidFill>
                  <a:effectLst/>
                  <a:uLnTx/>
                  <a:uFillTx/>
                  <a:latin typeface="Segoe UI"/>
                  <a:ea typeface="+mn-ea"/>
                  <a:cs typeface="+mn-cs"/>
                </a:rPr>
              </a:br>
              <a:r>
                <a:rPr kumimoji="0" lang="en-GB" sz="1400" i="1" u="none" strike="noStrike" kern="1200" cap="none" spc="0" normalizeH="0" baseline="0" noProof="0">
                  <a:ln>
                    <a:noFill/>
                  </a:ln>
                  <a:solidFill>
                    <a:srgbClr val="FFFFFF"/>
                  </a:solidFill>
                  <a:effectLst/>
                  <a:uLnTx/>
                  <a:uFillTx/>
                  <a:latin typeface="Segoe UI"/>
                  <a:ea typeface="+mn-ea"/>
                  <a:cs typeface="+mn-cs"/>
                </a:rPr>
                <a:t>Formerly known as Azure Active Directory</a:t>
              </a:r>
              <a:endParaRPr kumimoji="0" lang="en-GB" sz="2000" i="1" u="none" strike="noStrike" kern="1200" cap="none" spc="0" normalizeH="0" baseline="0" noProof="0">
                <a:ln>
                  <a:noFill/>
                </a:ln>
                <a:gradFill>
                  <a:gsLst>
                    <a:gs pos="2917">
                      <a:srgbClr val="1A1A1A"/>
                    </a:gs>
                    <a:gs pos="30000">
                      <a:srgbClr val="1A1A1A"/>
                    </a:gs>
                  </a:gsLst>
                  <a:lin ang="5400000" scaled="0"/>
                </a:gradFill>
                <a:effectLst/>
                <a:uLnTx/>
                <a:uFillTx/>
                <a:latin typeface="Segoe UI"/>
                <a:ea typeface="+mn-ea"/>
                <a:cs typeface="+mn-cs"/>
              </a:endParaRPr>
            </a:p>
          </p:txBody>
        </p:sp>
      </p:grpSp>
      <p:grpSp>
        <p:nvGrpSpPr>
          <p:cNvPr id="3" name="Group 2">
            <a:extLst>
              <a:ext uri="{FF2B5EF4-FFF2-40B4-BE49-F238E27FC236}">
                <a16:creationId xmlns:a16="http://schemas.microsoft.com/office/drawing/2014/main" id="{536904B7-857D-480A-947B-F2FC581B1293}"/>
              </a:ext>
            </a:extLst>
          </p:cNvPr>
          <p:cNvGrpSpPr/>
          <p:nvPr/>
        </p:nvGrpSpPr>
        <p:grpSpPr>
          <a:xfrm>
            <a:off x="1112483" y="5097642"/>
            <a:ext cx="10152712" cy="1303157"/>
            <a:chOff x="1149697" y="5097642"/>
            <a:chExt cx="10115498" cy="1303157"/>
          </a:xfrm>
        </p:grpSpPr>
        <p:sp>
          <p:nvSpPr>
            <p:cNvPr id="8" name="Rectangle 7">
              <a:extLst>
                <a:ext uri="{FF2B5EF4-FFF2-40B4-BE49-F238E27FC236}">
                  <a16:creationId xmlns:a16="http://schemas.microsoft.com/office/drawing/2014/main" id="{1C198A11-4F12-473F-A5E1-4D9396F70D92}"/>
                </a:ext>
              </a:extLst>
            </p:cNvPr>
            <p:cNvSpPr/>
            <p:nvPr/>
          </p:nvSpPr>
          <p:spPr>
            <a:xfrm>
              <a:off x="1149697" y="5097642"/>
              <a:ext cx="10115498" cy="1303157"/>
            </a:xfrm>
            <a:prstGeom prst="rect">
              <a:avLst/>
            </a:prstGeom>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GB" sz="1600" b="0" i="0" u="none" strike="noStrike" kern="1200" cap="none" spc="0" normalizeH="0" baseline="0" noProof="0">
                <a:ln>
                  <a:noFill/>
                </a:ln>
                <a:solidFill>
                  <a:srgbClr val="000000"/>
                </a:solidFill>
                <a:effectLst/>
                <a:uLnTx/>
                <a:uFillTx/>
                <a:latin typeface="Segoe UI"/>
                <a:ea typeface="+mn-ea"/>
                <a:cs typeface="+mn-cs"/>
              </a:endParaRPr>
            </a:p>
          </p:txBody>
        </p:sp>
        <p:sp>
          <p:nvSpPr>
            <p:cNvPr id="34" name="TextBox 33">
              <a:extLst>
                <a:ext uri="{FF2B5EF4-FFF2-40B4-BE49-F238E27FC236}">
                  <a16:creationId xmlns:a16="http://schemas.microsoft.com/office/drawing/2014/main" id="{EA8240C3-EE7A-4613-A178-204FD4275956}"/>
                </a:ext>
              </a:extLst>
            </p:cNvPr>
            <p:cNvSpPr txBox="1"/>
            <p:nvPr/>
          </p:nvSpPr>
          <p:spPr>
            <a:xfrm flipH="1">
              <a:off x="3155899" y="5526911"/>
              <a:ext cx="5943993" cy="3077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srgbClr val="FFFFFF"/>
                  </a:solidFill>
                  <a:effectLst/>
                  <a:uLnTx/>
                  <a:uFillTx/>
                  <a:latin typeface="Segoe UI"/>
                  <a:ea typeface="+mn-ea"/>
                  <a:cs typeface="+mn-cs"/>
                </a:rPr>
                <a:t>Azure Network – Physical </a:t>
              </a:r>
              <a:r>
                <a:rPr kumimoji="0" lang="en-GB" sz="2000" b="1" i="0" u="none" strike="noStrike" kern="1200" cap="none" spc="0" normalizeH="0" baseline="0" noProof="0" err="1">
                  <a:ln>
                    <a:noFill/>
                  </a:ln>
                  <a:solidFill>
                    <a:srgbClr val="FFFFFF"/>
                  </a:solidFill>
                  <a:effectLst/>
                  <a:uLnTx/>
                  <a:uFillTx/>
                  <a:latin typeface="Segoe UI"/>
                  <a:ea typeface="+mn-ea"/>
                  <a:cs typeface="+mn-cs"/>
                </a:rPr>
                <a:t>Datacenters</a:t>
              </a:r>
              <a:r>
                <a:rPr kumimoji="0" lang="en-GB" sz="2000" b="1" i="0" u="none" strike="noStrike" kern="1200" cap="none" spc="0" normalizeH="0" baseline="0" noProof="0">
                  <a:ln>
                    <a:noFill/>
                  </a:ln>
                  <a:solidFill>
                    <a:srgbClr val="FFFFFF"/>
                  </a:solidFill>
                  <a:effectLst/>
                  <a:uLnTx/>
                  <a:uFillTx/>
                  <a:latin typeface="Segoe UI"/>
                  <a:ea typeface="+mn-ea"/>
                  <a:cs typeface="+mn-cs"/>
                </a:rPr>
                <a:t> and cables</a:t>
              </a:r>
              <a:endParaRPr kumimoji="0" lang="en-GB" sz="2000" b="0" i="0" u="none" strike="noStrike" kern="1200" cap="none" spc="0" normalizeH="0" baseline="0" noProof="0">
                <a:ln>
                  <a:noFill/>
                </a:ln>
                <a:gradFill>
                  <a:gsLst>
                    <a:gs pos="2917">
                      <a:srgbClr val="1A1A1A"/>
                    </a:gs>
                    <a:gs pos="30000">
                      <a:srgbClr val="1A1A1A"/>
                    </a:gs>
                  </a:gsLst>
                  <a:lin ang="5400000" scaled="0"/>
                </a:gradFill>
                <a:effectLst/>
                <a:uLnTx/>
                <a:uFillTx/>
                <a:latin typeface="Segoe UI"/>
                <a:ea typeface="+mn-ea"/>
                <a:cs typeface="+mn-cs"/>
              </a:endParaRPr>
            </a:p>
          </p:txBody>
        </p:sp>
      </p:grpSp>
      <p:grpSp>
        <p:nvGrpSpPr>
          <p:cNvPr id="2" name="Group 1">
            <a:extLst>
              <a:ext uri="{FF2B5EF4-FFF2-40B4-BE49-F238E27FC236}">
                <a16:creationId xmlns:a16="http://schemas.microsoft.com/office/drawing/2014/main" id="{2D1F59D2-A141-4DC2-8FD7-C37788EE9043}"/>
              </a:ext>
            </a:extLst>
          </p:cNvPr>
          <p:cNvGrpSpPr/>
          <p:nvPr/>
        </p:nvGrpSpPr>
        <p:grpSpPr>
          <a:xfrm>
            <a:off x="1112483" y="1133578"/>
            <a:ext cx="10152712" cy="739247"/>
            <a:chOff x="1112483" y="2583910"/>
            <a:chExt cx="10152712" cy="739247"/>
          </a:xfrm>
        </p:grpSpPr>
        <p:sp>
          <p:nvSpPr>
            <p:cNvPr id="17" name="Rectangle 16">
              <a:extLst>
                <a:ext uri="{FF2B5EF4-FFF2-40B4-BE49-F238E27FC236}">
                  <a16:creationId xmlns:a16="http://schemas.microsoft.com/office/drawing/2014/main" id="{72757E42-E8EC-46A4-BC02-DAEC718A0155}"/>
                </a:ext>
              </a:extLst>
            </p:cNvPr>
            <p:cNvSpPr/>
            <p:nvPr/>
          </p:nvSpPr>
          <p:spPr>
            <a:xfrm>
              <a:off x="1112483" y="2583910"/>
              <a:ext cx="10152712" cy="739247"/>
            </a:xfrm>
            <a:prstGeom prst="rect">
              <a:avLst/>
            </a:prstGeom>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GB" sz="1600" b="0" i="0" u="none" strike="noStrike" kern="1200" cap="none" spc="0" normalizeH="0" baseline="0" noProof="0">
                <a:ln>
                  <a:noFill/>
                </a:ln>
                <a:solidFill>
                  <a:srgbClr val="000000"/>
                </a:solidFill>
                <a:effectLst/>
                <a:uLnTx/>
                <a:uFillTx/>
                <a:latin typeface="Segoe UI"/>
                <a:ea typeface="+mn-ea"/>
                <a:cs typeface="+mn-cs"/>
              </a:endParaRPr>
            </a:p>
          </p:txBody>
        </p:sp>
        <p:sp>
          <p:nvSpPr>
            <p:cNvPr id="18" name="TextBox 17">
              <a:extLst>
                <a:ext uri="{FF2B5EF4-FFF2-40B4-BE49-F238E27FC236}">
                  <a16:creationId xmlns:a16="http://schemas.microsoft.com/office/drawing/2014/main" id="{0C362608-14DF-450E-B397-00E399DEC4A8}"/>
                </a:ext>
              </a:extLst>
            </p:cNvPr>
            <p:cNvSpPr txBox="1"/>
            <p:nvPr/>
          </p:nvSpPr>
          <p:spPr>
            <a:xfrm flipH="1">
              <a:off x="2600508" y="2758799"/>
              <a:ext cx="6991299" cy="3077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srgbClr val="FFFFFF"/>
                  </a:solidFill>
                  <a:effectLst/>
                  <a:uLnTx/>
                  <a:uFillTx/>
                  <a:latin typeface="Segoe UI"/>
                  <a:ea typeface="+mn-ea"/>
                  <a:cs typeface="+mn-cs"/>
                </a:rPr>
                <a:t>PowerBI and Data Services</a:t>
              </a:r>
              <a:endParaRPr kumimoji="0" lang="en-GB" sz="2000" b="0" i="0" u="none" strike="noStrike" kern="1200" cap="none" spc="0" normalizeH="0" baseline="0" noProof="0">
                <a:ln>
                  <a:noFill/>
                </a:ln>
                <a:gradFill>
                  <a:gsLst>
                    <a:gs pos="2917">
                      <a:srgbClr val="1A1A1A"/>
                    </a:gs>
                    <a:gs pos="30000">
                      <a:srgbClr val="1A1A1A"/>
                    </a:gs>
                  </a:gsLst>
                  <a:lin ang="5400000" scaled="0"/>
                </a:gradFill>
                <a:effectLst/>
                <a:uLnTx/>
                <a:uFillTx/>
                <a:latin typeface="Segoe UI"/>
                <a:ea typeface="+mn-ea"/>
                <a:cs typeface="+mn-cs"/>
              </a:endParaRPr>
            </a:p>
          </p:txBody>
        </p:sp>
      </p:grpSp>
    </p:spTree>
    <p:extLst>
      <p:ext uri="{BB962C8B-B14F-4D97-AF65-F5344CB8AC3E}">
        <p14:creationId xmlns:p14="http://schemas.microsoft.com/office/powerpoint/2010/main" val="1580073132"/>
      </p:ext>
    </p:extLst>
  </p:cSld>
  <p:clrMapOvr>
    <a:masterClrMapping/>
  </p:clrMapOvr>
  <p:transition advClick="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7"/>
                                        </p:tgtEl>
                                        <p:attrNameLst>
                                          <p:attrName>style.visibility</p:attrName>
                                        </p:attrNameLst>
                                      </p:cBhvr>
                                      <p:to>
                                        <p:strVal val="visible"/>
                                      </p:to>
                                    </p:set>
                                    <p:animEffect transition="in" filter="fade">
                                      <p:cBhvr>
                                        <p:cTn id="11" dur="500"/>
                                        <p:tgtEl>
                                          <p:spTgt spid="37"/>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35"/>
                                        </p:tgtEl>
                                        <p:attrNameLst>
                                          <p:attrName>style.visibility</p:attrName>
                                        </p:attrNameLst>
                                      </p:cBhvr>
                                      <p:to>
                                        <p:strVal val="visible"/>
                                      </p:to>
                                    </p:set>
                                    <p:animEffect transition="in" filter="fade">
                                      <p:cBhvr>
                                        <p:cTn id="15" dur="500"/>
                                        <p:tgtEl>
                                          <p:spTgt spid="35"/>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36"/>
                                        </p:tgtEl>
                                        <p:attrNameLst>
                                          <p:attrName>style.visibility</p:attrName>
                                        </p:attrNameLst>
                                      </p:cBhvr>
                                      <p:to>
                                        <p:strVal val="visible"/>
                                      </p:to>
                                    </p:set>
                                    <p:animEffect transition="in" filter="fade">
                                      <p:cBhvr>
                                        <p:cTn id="19" dur="500"/>
                                        <p:tgtEl>
                                          <p:spTgt spid="36"/>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fade">
                                      <p:cBhvr>
                                        <p:cTn id="2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show="0">
  <p:cSld>
    <p:bg>
      <p:bgPr>
        <a:solidFill>
          <a:srgbClr val="000000"/>
        </a:solidFill>
        <a:effectLst/>
      </p:bgPr>
    </p:bg>
    <p:spTree>
      <p:nvGrpSpPr>
        <p:cNvPr id="1" name=""/>
        <p:cNvGrpSpPr/>
        <p:nvPr/>
      </p:nvGrpSpPr>
      <p:grpSpPr>
        <a:xfrm>
          <a:off x="0" y="0"/>
          <a:ext cx="0" cy="0"/>
          <a:chOff x="0" y="0"/>
          <a:chExt cx="0" cy="0"/>
        </a:xfrm>
      </p:grpSpPr>
      <p:sp>
        <p:nvSpPr>
          <p:cNvPr id="73" name="Title 2">
            <a:extLst>
              <a:ext uri="{FF2B5EF4-FFF2-40B4-BE49-F238E27FC236}">
                <a16:creationId xmlns:a16="http://schemas.microsoft.com/office/drawing/2014/main" id="{AEC4C834-6189-4367-AE9B-8E0841A08273}"/>
              </a:ext>
            </a:extLst>
          </p:cNvPr>
          <p:cNvSpPr>
            <a:spLocks noGrp="1"/>
          </p:cNvSpPr>
          <p:nvPr>
            <p:ph type="title"/>
          </p:nvPr>
        </p:nvSpPr>
        <p:spPr>
          <a:xfrm>
            <a:off x="427150" y="440920"/>
            <a:ext cx="2796780" cy="5660267"/>
          </a:xfrm>
        </p:spPr>
        <p:txBody>
          <a:bodyPr/>
          <a:lstStyle/>
          <a:p>
            <a:r>
              <a:rPr lang="en-US">
                <a:solidFill>
                  <a:schemeClr val="bg1"/>
                </a:solidFill>
              </a:rPr>
              <a:t>Customers that have Microsoft 365 Defender Suite </a:t>
            </a:r>
            <a:r>
              <a:rPr lang="en-US">
                <a:solidFill>
                  <a:schemeClr val="accent1"/>
                </a:solidFill>
              </a:rPr>
              <a:t>can replace up to 29 other security vendors</a:t>
            </a:r>
          </a:p>
        </p:txBody>
      </p:sp>
      <p:sp>
        <p:nvSpPr>
          <p:cNvPr id="2" name="Rectangle 1">
            <a:extLst>
              <a:ext uri="{FF2B5EF4-FFF2-40B4-BE49-F238E27FC236}">
                <a16:creationId xmlns:a16="http://schemas.microsoft.com/office/drawing/2014/main" id="{910EB87B-4949-B84D-A39F-C0B70A263A5A}"/>
              </a:ext>
              <a:ext uri="{C183D7F6-B498-43B3-948B-1728B52AA6E4}">
                <adec:decorative xmlns:adec="http://schemas.microsoft.com/office/drawing/2017/decorative" val="1"/>
              </a:ext>
            </a:extLst>
          </p:cNvPr>
          <p:cNvSpPr/>
          <p:nvPr/>
        </p:nvSpPr>
        <p:spPr bwMode="auto">
          <a:xfrm>
            <a:off x="3570022" y="1262"/>
            <a:ext cx="8631503" cy="6857027"/>
          </a:xfrm>
          <a:prstGeom prst="rect">
            <a:avLst/>
          </a:prstGeom>
          <a:solidFill>
            <a:schemeClr val="tx1">
              <a:lumMod val="10000"/>
              <a:lumOff val="9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9" name="Group 8">
            <a:extLst>
              <a:ext uri="{FF2B5EF4-FFF2-40B4-BE49-F238E27FC236}">
                <a16:creationId xmlns:a16="http://schemas.microsoft.com/office/drawing/2014/main" id="{E8452849-99D1-4AFB-9787-8EF77D150BEA}"/>
              </a:ext>
            </a:extLst>
          </p:cNvPr>
          <p:cNvGrpSpPr/>
          <p:nvPr/>
        </p:nvGrpSpPr>
        <p:grpSpPr>
          <a:xfrm>
            <a:off x="3893165" y="143681"/>
            <a:ext cx="8154141" cy="6663786"/>
            <a:chOff x="3893165" y="143681"/>
            <a:chExt cx="8154141" cy="6663786"/>
          </a:xfrm>
        </p:grpSpPr>
        <p:grpSp>
          <p:nvGrpSpPr>
            <p:cNvPr id="12" name="Group 11">
              <a:extLst>
                <a:ext uri="{FF2B5EF4-FFF2-40B4-BE49-F238E27FC236}">
                  <a16:creationId xmlns:a16="http://schemas.microsoft.com/office/drawing/2014/main" id="{D464E542-C07F-4AC2-8416-1F60C113668D}"/>
                </a:ext>
              </a:extLst>
            </p:cNvPr>
            <p:cNvGrpSpPr/>
            <p:nvPr/>
          </p:nvGrpSpPr>
          <p:grpSpPr>
            <a:xfrm>
              <a:off x="3893165" y="1935818"/>
              <a:ext cx="2259791" cy="562398"/>
              <a:chOff x="3772913" y="2803613"/>
              <a:chExt cx="2259791" cy="562398"/>
            </a:xfrm>
          </p:grpSpPr>
          <p:sp>
            <p:nvSpPr>
              <p:cNvPr id="155" name="Rectangle 154" descr="Turquoise square">
                <a:extLst>
                  <a:ext uri="{FF2B5EF4-FFF2-40B4-BE49-F238E27FC236}">
                    <a16:creationId xmlns:a16="http://schemas.microsoft.com/office/drawing/2014/main" id="{7ABF2332-DB4F-B145-B8E8-71F7A29711CD}"/>
                  </a:ext>
                </a:extLst>
              </p:cNvPr>
              <p:cNvSpPr/>
              <p:nvPr/>
            </p:nvSpPr>
            <p:spPr bwMode="auto">
              <a:xfrm>
                <a:off x="3772913" y="2807394"/>
                <a:ext cx="114500" cy="114498"/>
              </a:xfrm>
              <a:prstGeom prst="rect">
                <a:avLst/>
              </a:prstGeom>
              <a:solidFill>
                <a:srgbClr val="00BCF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3" name="Rectangle 82">
                <a:extLst>
                  <a:ext uri="{FF2B5EF4-FFF2-40B4-BE49-F238E27FC236}">
                    <a16:creationId xmlns:a16="http://schemas.microsoft.com/office/drawing/2014/main" id="{5245FF6E-DC05-BC4A-A96E-F43240074F01}"/>
                  </a:ext>
                </a:extLst>
              </p:cNvPr>
              <p:cNvSpPr/>
              <p:nvPr/>
            </p:nvSpPr>
            <p:spPr>
              <a:xfrm>
                <a:off x="3966046" y="2803613"/>
                <a:ext cx="2066658" cy="466569"/>
              </a:xfrm>
              <a:prstGeom prst="rect">
                <a:avLst/>
              </a:prstGeom>
              <a:noFill/>
              <a:ln w="10795" cap="flat" cmpd="sng" algn="ctr">
                <a:noFill/>
                <a:prstDash val="solid"/>
              </a:ln>
              <a:effectLst/>
            </p:spPr>
            <p:txBody>
              <a:bodyPr wrap="none" lIns="43940" rtlCol="0" anchor="ctr" anchorCtr="0"/>
              <a:lstStyle/>
              <a:p>
                <a:pPr marL="0" marR="0" lvl="0" indent="0" algn="l" defTabSz="896302" rtl="0" eaLnBrk="1" fontAlgn="auto" latinLnBrk="0" hangingPunct="1">
                  <a:lnSpc>
                    <a:spcPct val="100000"/>
                  </a:lnSpc>
                  <a:spcBef>
                    <a:spcPts val="0"/>
                  </a:spcBef>
                  <a:spcAft>
                    <a:spcPts val="0"/>
                  </a:spcAft>
                  <a:buClrTx/>
                  <a:buSzTx/>
                  <a:buFontTx/>
                  <a:buNone/>
                  <a:tabLst/>
                  <a:defRPr/>
                </a:pPr>
                <a:r>
                  <a:rPr kumimoji="0" lang="en-US" sz="1176" b="0" i="0" u="none" strike="noStrike" kern="0" cap="none" spc="-20" normalizeH="0" baseline="0" noProof="0">
                    <a:ln>
                      <a:noFill/>
                    </a:ln>
                    <a:solidFill>
                      <a:srgbClr val="282828"/>
                    </a:solidFill>
                    <a:effectLst/>
                    <a:uLnTx/>
                    <a:uFillTx/>
                    <a:latin typeface="Segoe UI"/>
                    <a:ea typeface="+mn-ea"/>
                    <a:cs typeface="+mn-cs"/>
                  </a:rPr>
                  <a:t>What Microsoft</a:t>
                </a:r>
                <a:br>
                  <a:rPr kumimoji="0" lang="en-US" sz="1176" b="0" i="0" u="none" strike="noStrike" kern="0" cap="none" spc="-20" normalizeH="0" baseline="0" noProof="0">
                    <a:ln>
                      <a:noFill/>
                    </a:ln>
                    <a:solidFill>
                      <a:srgbClr val="282828"/>
                    </a:solidFill>
                    <a:effectLst/>
                    <a:uLnTx/>
                    <a:uFillTx/>
                    <a:latin typeface="Segoe UI"/>
                    <a:ea typeface="+mn-ea"/>
                    <a:cs typeface="+mn-cs"/>
                  </a:rPr>
                </a:br>
                <a:r>
                  <a:rPr kumimoji="0" lang="en-US" sz="1176" b="0" i="0" u="none" strike="noStrike" kern="0" cap="none" spc="-20" normalizeH="0" baseline="0" noProof="0">
                    <a:ln>
                      <a:noFill/>
                    </a:ln>
                    <a:solidFill>
                      <a:srgbClr val="282828"/>
                    </a:solidFill>
                    <a:effectLst/>
                    <a:uLnTx/>
                    <a:uFillTx/>
                    <a:latin typeface="Segoe UI"/>
                    <a:ea typeface="+mn-ea"/>
                    <a:cs typeface="+mn-cs"/>
                  </a:rPr>
                  <a:t>Services/MSSPs/ </a:t>
                </a:r>
              </a:p>
              <a:p>
                <a:pPr marL="0" marR="0" lvl="0" indent="0" algn="l" defTabSz="896302" rtl="0" eaLnBrk="1" fontAlgn="auto" latinLnBrk="0" hangingPunct="1">
                  <a:lnSpc>
                    <a:spcPct val="100000"/>
                  </a:lnSpc>
                  <a:spcBef>
                    <a:spcPts val="0"/>
                  </a:spcBef>
                  <a:spcAft>
                    <a:spcPts val="0"/>
                  </a:spcAft>
                  <a:buClrTx/>
                  <a:buSzTx/>
                  <a:buFontTx/>
                  <a:buNone/>
                  <a:tabLst/>
                  <a:defRPr/>
                </a:pPr>
                <a:r>
                  <a:rPr kumimoji="0" lang="en-US" sz="1176" b="0" i="0" u="none" strike="noStrike" kern="0" cap="none" spc="-20" normalizeH="0" baseline="0" noProof="0">
                    <a:ln>
                      <a:noFill/>
                    </a:ln>
                    <a:solidFill>
                      <a:srgbClr val="282828"/>
                    </a:solidFill>
                    <a:effectLst/>
                    <a:uLnTx/>
                    <a:uFillTx/>
                    <a:latin typeface="Segoe UI"/>
                    <a:ea typeface="+mn-ea"/>
                    <a:cs typeface="+mn-cs"/>
                  </a:rPr>
                  <a:t>ISVs cover</a:t>
                </a:r>
              </a:p>
            </p:txBody>
          </p:sp>
          <p:cxnSp>
            <p:nvCxnSpPr>
              <p:cNvPr id="8" name="Straight Connector 7" descr="Indicator line">
                <a:extLst>
                  <a:ext uri="{FF2B5EF4-FFF2-40B4-BE49-F238E27FC236}">
                    <a16:creationId xmlns:a16="http://schemas.microsoft.com/office/drawing/2014/main" id="{833DBC32-2C69-6E4A-B120-685F006FE738}"/>
                  </a:ext>
                </a:extLst>
              </p:cNvPr>
              <p:cNvCxnSpPr>
                <a:cxnSpLocks/>
              </p:cNvCxnSpPr>
              <p:nvPr/>
            </p:nvCxnSpPr>
            <p:spPr>
              <a:xfrm flipH="1">
                <a:off x="4012709" y="3366011"/>
                <a:ext cx="1351556" cy="0"/>
              </a:xfrm>
              <a:prstGeom prst="line">
                <a:avLst/>
              </a:prstGeom>
              <a:ln w="15875" cap="rnd">
                <a:solidFill>
                  <a:srgbClr val="00BCF2"/>
                </a:solidFill>
                <a:headEnd type="oval" w="sm" len="sm"/>
                <a:tailEnd type="none"/>
              </a:ln>
            </p:spPr>
            <p:style>
              <a:lnRef idx="1">
                <a:schemeClr val="accent1"/>
              </a:lnRef>
              <a:fillRef idx="0">
                <a:schemeClr val="accent1"/>
              </a:fillRef>
              <a:effectRef idx="0">
                <a:schemeClr val="accent1"/>
              </a:effectRef>
              <a:fontRef idx="minor">
                <a:schemeClr val="tx1"/>
              </a:fontRef>
            </p:style>
          </p:cxnSp>
        </p:grpSp>
        <p:sp>
          <p:nvSpPr>
            <p:cNvPr id="143" name="Rectangle 142">
              <a:extLst>
                <a:ext uri="{FF2B5EF4-FFF2-40B4-BE49-F238E27FC236}">
                  <a16:creationId xmlns:a16="http://schemas.microsoft.com/office/drawing/2014/main" id="{BDC6DB89-20F0-CE43-BCBF-8655401E2246}"/>
                </a:ext>
              </a:extLst>
            </p:cNvPr>
            <p:cNvSpPr/>
            <p:nvPr/>
          </p:nvSpPr>
          <p:spPr>
            <a:xfrm rot="4721385">
              <a:off x="6806926" y="1001895"/>
              <a:ext cx="1929436" cy="213007"/>
            </a:xfrm>
            <a:prstGeom prst="rect">
              <a:avLst/>
            </a:prstGeom>
          </p:spPr>
          <p:txBody>
            <a:bodyPr wrap="square">
              <a:spAutoFit/>
            </a:bodyPr>
            <a:lstStyle/>
            <a:p>
              <a:pPr marL="0" marR="0" lvl="0" indent="0" algn="r" defTabSz="896302"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4472C4"/>
                  </a:solidFill>
                  <a:effectLst/>
                  <a:uLnTx/>
                  <a:uFillTx/>
                  <a:latin typeface="Segoe UI"/>
                  <a:ea typeface="+mn-ea"/>
                  <a:cs typeface="+mn-cs"/>
                </a:rPr>
                <a:t>Mobile Threat Detection Tools*</a:t>
              </a:r>
            </a:p>
          </p:txBody>
        </p:sp>
        <p:sp>
          <p:nvSpPr>
            <p:cNvPr id="156" name="Rectangle 155" descr="Grey square">
              <a:extLst>
                <a:ext uri="{FF2B5EF4-FFF2-40B4-BE49-F238E27FC236}">
                  <a16:creationId xmlns:a16="http://schemas.microsoft.com/office/drawing/2014/main" id="{78441175-04A1-C046-9E54-5D9D173E2091}"/>
                </a:ext>
              </a:extLst>
            </p:cNvPr>
            <p:cNvSpPr/>
            <p:nvPr/>
          </p:nvSpPr>
          <p:spPr bwMode="auto">
            <a:xfrm>
              <a:off x="4687684" y="527000"/>
              <a:ext cx="114500" cy="114498"/>
            </a:xfrm>
            <a:prstGeom prst="rect">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3" name="Group 12">
              <a:extLst>
                <a:ext uri="{FF2B5EF4-FFF2-40B4-BE49-F238E27FC236}">
                  <a16:creationId xmlns:a16="http://schemas.microsoft.com/office/drawing/2014/main" id="{4507E182-EEFF-4C87-ADD9-329B746B1AF7}"/>
                </a:ext>
              </a:extLst>
            </p:cNvPr>
            <p:cNvGrpSpPr/>
            <p:nvPr/>
          </p:nvGrpSpPr>
          <p:grpSpPr>
            <a:xfrm>
              <a:off x="4886187" y="428570"/>
              <a:ext cx="2114588" cy="468624"/>
              <a:chOff x="4157254" y="944878"/>
              <a:chExt cx="2114588" cy="468624"/>
            </a:xfrm>
          </p:grpSpPr>
          <p:sp>
            <p:nvSpPr>
              <p:cNvPr id="84" name="Rectangle 83">
                <a:extLst>
                  <a:ext uri="{FF2B5EF4-FFF2-40B4-BE49-F238E27FC236}">
                    <a16:creationId xmlns:a16="http://schemas.microsoft.com/office/drawing/2014/main" id="{21E57B2D-0C7C-1F49-81CC-DA4104C9ECE1}"/>
                  </a:ext>
                </a:extLst>
              </p:cNvPr>
              <p:cNvSpPr/>
              <p:nvPr/>
            </p:nvSpPr>
            <p:spPr>
              <a:xfrm>
                <a:off x="4157254" y="944878"/>
                <a:ext cx="2114588" cy="468623"/>
              </a:xfrm>
              <a:prstGeom prst="rect">
                <a:avLst/>
              </a:prstGeom>
              <a:noFill/>
              <a:ln w="10795" cap="flat" cmpd="sng" algn="ctr">
                <a:noFill/>
                <a:prstDash val="solid"/>
              </a:ln>
              <a:effectLst/>
            </p:spPr>
            <p:txBody>
              <a:bodyPr wrap="none" lIns="43940" rtlCol="0" anchor="ctr" anchorCtr="0"/>
              <a:lstStyle/>
              <a:p>
                <a:pPr marL="0" marR="0" lvl="0" indent="0" algn="l" defTabSz="896302" rtl="0" eaLnBrk="1" fontAlgn="auto" latinLnBrk="0" hangingPunct="1">
                  <a:lnSpc>
                    <a:spcPct val="100000"/>
                  </a:lnSpc>
                  <a:spcBef>
                    <a:spcPts val="0"/>
                  </a:spcBef>
                  <a:spcAft>
                    <a:spcPts val="0"/>
                  </a:spcAft>
                  <a:buClrTx/>
                  <a:buSzTx/>
                  <a:buFontTx/>
                  <a:buNone/>
                  <a:tabLst/>
                  <a:defRPr/>
                </a:pPr>
                <a:r>
                  <a:rPr kumimoji="0" lang="en-US" sz="1176" b="0" i="0" u="none" strike="noStrike" kern="0" cap="none" spc="-20" normalizeH="0" baseline="0" noProof="0">
                    <a:ln>
                      <a:noFill/>
                    </a:ln>
                    <a:solidFill>
                      <a:srgbClr val="282828"/>
                    </a:solidFill>
                    <a:effectLst/>
                    <a:uLnTx/>
                    <a:uFillTx/>
                    <a:latin typeface="Segoe UI"/>
                    <a:ea typeface="+mn-ea"/>
                    <a:cs typeface="+mn-cs"/>
                  </a:rPr>
                  <a:t>What Microsoft</a:t>
                </a:r>
                <a:br>
                  <a:rPr kumimoji="0" lang="en-US" sz="1176" b="0" i="0" u="none" strike="noStrike" kern="0" cap="none" spc="-20" normalizeH="0" baseline="0" noProof="0">
                    <a:ln>
                      <a:noFill/>
                    </a:ln>
                    <a:solidFill>
                      <a:srgbClr val="282828"/>
                    </a:solidFill>
                    <a:effectLst/>
                    <a:uLnTx/>
                    <a:uFillTx/>
                    <a:latin typeface="Segoe UI"/>
                    <a:ea typeface="+mn-ea"/>
                    <a:cs typeface="+mn-cs"/>
                  </a:rPr>
                </a:br>
                <a:r>
                  <a:rPr kumimoji="0" lang="en-US" sz="1176" b="0" i="0" u="none" strike="noStrike" kern="0" cap="none" spc="-20" normalizeH="0" baseline="0" noProof="0">
                    <a:ln>
                      <a:noFill/>
                    </a:ln>
                    <a:solidFill>
                      <a:srgbClr val="282828"/>
                    </a:solidFill>
                    <a:effectLst/>
                    <a:uLnTx/>
                    <a:uFillTx/>
                    <a:latin typeface="Segoe UI"/>
                    <a:ea typeface="+mn-ea"/>
                    <a:cs typeface="+mn-cs"/>
                  </a:rPr>
                  <a:t>integrates with</a:t>
                </a:r>
              </a:p>
            </p:txBody>
          </p:sp>
          <p:cxnSp>
            <p:nvCxnSpPr>
              <p:cNvPr id="148" name="Straight Connector 147" descr="Indicator line">
                <a:extLst>
                  <a:ext uri="{FF2B5EF4-FFF2-40B4-BE49-F238E27FC236}">
                    <a16:creationId xmlns:a16="http://schemas.microsoft.com/office/drawing/2014/main" id="{2AFA73DA-EF4D-3E45-ACE1-7E9D75A3AB70}"/>
                  </a:ext>
                </a:extLst>
              </p:cNvPr>
              <p:cNvCxnSpPr>
                <a:cxnSpLocks/>
              </p:cNvCxnSpPr>
              <p:nvPr/>
            </p:nvCxnSpPr>
            <p:spPr>
              <a:xfrm flipH="1">
                <a:off x="4228307" y="1413502"/>
                <a:ext cx="1760443" cy="0"/>
              </a:xfrm>
              <a:prstGeom prst="line">
                <a:avLst/>
              </a:prstGeom>
              <a:ln w="15875" cap="rnd">
                <a:solidFill>
                  <a:schemeClr val="accent5"/>
                </a:solidFill>
                <a:headEnd type="oval" w="sm" len="sm"/>
                <a:tailEnd type="none"/>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183F5870-C0A7-4FDF-8C3B-C2754F939895}"/>
                </a:ext>
              </a:extLst>
            </p:cNvPr>
            <p:cNvGrpSpPr/>
            <p:nvPr/>
          </p:nvGrpSpPr>
          <p:grpSpPr>
            <a:xfrm>
              <a:off x="4146995" y="5267031"/>
              <a:ext cx="2599142" cy="578151"/>
              <a:chOff x="4147624" y="5343332"/>
              <a:chExt cx="2599142" cy="578151"/>
            </a:xfrm>
          </p:grpSpPr>
          <p:sp>
            <p:nvSpPr>
              <p:cNvPr id="159" name="Rectangle 158" descr="Dark blue square">
                <a:extLst>
                  <a:ext uri="{FF2B5EF4-FFF2-40B4-BE49-F238E27FC236}">
                    <a16:creationId xmlns:a16="http://schemas.microsoft.com/office/drawing/2014/main" id="{E0BE19A2-4BEC-F145-8D4B-331BA5C8C077}"/>
                  </a:ext>
                </a:extLst>
              </p:cNvPr>
              <p:cNvSpPr/>
              <p:nvPr/>
            </p:nvSpPr>
            <p:spPr bwMode="auto">
              <a:xfrm>
                <a:off x="4147624" y="5480602"/>
                <a:ext cx="114500" cy="114498"/>
              </a:xfrm>
              <a:prstGeom prst="rect">
                <a:avLst/>
              </a:prstGeom>
              <a:solidFill>
                <a:schemeClr val="tx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2" name="Rectangle 81">
                <a:extLst>
                  <a:ext uri="{FF2B5EF4-FFF2-40B4-BE49-F238E27FC236}">
                    <a16:creationId xmlns:a16="http://schemas.microsoft.com/office/drawing/2014/main" id="{12AB2934-A2F2-744F-B899-5749C2721177}"/>
                  </a:ext>
                </a:extLst>
              </p:cNvPr>
              <p:cNvSpPr/>
              <p:nvPr/>
            </p:nvSpPr>
            <p:spPr>
              <a:xfrm>
                <a:off x="4362427" y="5343332"/>
                <a:ext cx="1855784" cy="578151"/>
              </a:xfrm>
              <a:prstGeom prst="rect">
                <a:avLst/>
              </a:prstGeom>
              <a:noFill/>
              <a:ln w="10795" cap="flat" cmpd="sng" algn="ctr">
                <a:noFill/>
                <a:prstDash val="solid"/>
              </a:ln>
              <a:effectLst/>
            </p:spPr>
            <p:txBody>
              <a:bodyPr wrap="none" lIns="43940" rtlCol="0" anchor="ctr" anchorCtr="0"/>
              <a:lstStyle/>
              <a:p>
                <a:pPr marL="0" marR="0" lvl="0" indent="0" algn="l" defTabSz="896302" rtl="0" eaLnBrk="1" fontAlgn="auto" latinLnBrk="0" hangingPunct="1">
                  <a:lnSpc>
                    <a:spcPct val="100000"/>
                  </a:lnSpc>
                  <a:spcBef>
                    <a:spcPts val="0"/>
                  </a:spcBef>
                  <a:spcAft>
                    <a:spcPts val="0"/>
                  </a:spcAft>
                  <a:buClrTx/>
                  <a:buSzTx/>
                  <a:buFontTx/>
                  <a:buNone/>
                  <a:tabLst/>
                  <a:defRPr/>
                </a:pPr>
                <a:r>
                  <a:rPr kumimoji="0" lang="en-US" sz="1176" b="0" i="0" u="none" strike="noStrike" kern="0" cap="none" spc="-20" normalizeH="0" baseline="0" noProof="0">
                    <a:ln>
                      <a:noFill/>
                    </a:ln>
                    <a:solidFill>
                      <a:srgbClr val="282828"/>
                    </a:solidFill>
                    <a:effectLst/>
                    <a:uLnTx/>
                    <a:uFillTx/>
                    <a:latin typeface="Segoe UI"/>
                    <a:ea typeface="+mn-ea"/>
                    <a:cs typeface="+mn-cs"/>
                  </a:rPr>
                  <a:t>Security solutions other</a:t>
                </a:r>
                <a:br>
                  <a:rPr kumimoji="0" lang="en-US" sz="1176" b="0" i="0" u="none" strike="noStrike" kern="0" cap="none" spc="-20" normalizeH="0" baseline="0" noProof="0">
                    <a:ln>
                      <a:noFill/>
                    </a:ln>
                    <a:solidFill>
                      <a:srgbClr val="282828"/>
                    </a:solidFill>
                    <a:effectLst/>
                    <a:uLnTx/>
                    <a:uFillTx/>
                    <a:latin typeface="Segoe UI"/>
                    <a:ea typeface="+mn-ea"/>
                    <a:cs typeface="+mn-cs"/>
                  </a:rPr>
                </a:br>
                <a:r>
                  <a:rPr kumimoji="0" lang="en-US" sz="1176" b="0" i="0" u="none" strike="noStrike" kern="0" cap="none" spc="-20" normalizeH="0" baseline="0" noProof="0">
                    <a:ln>
                      <a:noFill/>
                    </a:ln>
                    <a:solidFill>
                      <a:srgbClr val="282828"/>
                    </a:solidFill>
                    <a:effectLst/>
                    <a:uLnTx/>
                    <a:uFillTx/>
                    <a:latin typeface="Segoe UI"/>
                    <a:ea typeface="+mn-ea"/>
                    <a:cs typeface="+mn-cs"/>
                  </a:rPr>
                  <a:t>Microsoft solutions cover</a:t>
                </a:r>
              </a:p>
            </p:txBody>
          </p:sp>
          <p:cxnSp>
            <p:nvCxnSpPr>
              <p:cNvPr id="144" name="Straight Connector 143" descr="Indicator line">
                <a:extLst>
                  <a:ext uri="{FF2B5EF4-FFF2-40B4-BE49-F238E27FC236}">
                    <a16:creationId xmlns:a16="http://schemas.microsoft.com/office/drawing/2014/main" id="{6648F36F-ACFE-1548-89BC-0B0BB567F69C}"/>
                  </a:ext>
                </a:extLst>
              </p:cNvPr>
              <p:cNvCxnSpPr/>
              <p:nvPr/>
            </p:nvCxnSpPr>
            <p:spPr>
              <a:xfrm flipH="1">
                <a:off x="4411991" y="5871351"/>
                <a:ext cx="2334775" cy="0"/>
              </a:xfrm>
              <a:prstGeom prst="line">
                <a:avLst/>
              </a:prstGeom>
              <a:ln w="15875" cap="rnd">
                <a:solidFill>
                  <a:schemeClr val="tx1"/>
                </a:solidFill>
                <a:headEnd type="oval" w="sm" len="sm"/>
                <a:tailEnd type="none"/>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ACCFB3BB-B28E-42D7-B670-ED3AC9EB531B}"/>
                </a:ext>
              </a:extLst>
            </p:cNvPr>
            <p:cNvGrpSpPr/>
            <p:nvPr/>
          </p:nvGrpSpPr>
          <p:grpSpPr>
            <a:xfrm>
              <a:off x="9851394" y="716243"/>
              <a:ext cx="2195912" cy="5781321"/>
              <a:chOff x="9851394" y="716243"/>
              <a:chExt cx="2195912" cy="5781321"/>
            </a:xfrm>
          </p:grpSpPr>
          <p:sp>
            <p:nvSpPr>
              <p:cNvPr id="157" name="Rectangle 156" descr="Blue square">
                <a:extLst>
                  <a:ext uri="{FF2B5EF4-FFF2-40B4-BE49-F238E27FC236}">
                    <a16:creationId xmlns:a16="http://schemas.microsoft.com/office/drawing/2014/main" id="{7F4D58E8-94EA-BE4F-924C-B5EE98E799D0}"/>
                  </a:ext>
                </a:extLst>
              </p:cNvPr>
              <p:cNvSpPr/>
              <p:nvPr/>
            </p:nvSpPr>
            <p:spPr bwMode="auto">
              <a:xfrm>
                <a:off x="10043006" y="888821"/>
                <a:ext cx="114500" cy="114498"/>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1" name="Rectangle 80">
                <a:extLst>
                  <a:ext uri="{FF2B5EF4-FFF2-40B4-BE49-F238E27FC236}">
                    <a16:creationId xmlns:a16="http://schemas.microsoft.com/office/drawing/2014/main" id="{CB2D60A3-D35D-2F48-B1D3-7084A443D57F}"/>
                  </a:ext>
                </a:extLst>
              </p:cNvPr>
              <p:cNvSpPr/>
              <p:nvPr/>
            </p:nvSpPr>
            <p:spPr>
              <a:xfrm>
                <a:off x="10270490" y="716243"/>
                <a:ext cx="1776816" cy="619305"/>
              </a:xfrm>
              <a:prstGeom prst="rect">
                <a:avLst/>
              </a:prstGeom>
              <a:noFill/>
              <a:ln w="10795" cap="flat" cmpd="sng" algn="ctr">
                <a:noFill/>
                <a:prstDash val="solid"/>
              </a:ln>
              <a:effectLst/>
            </p:spPr>
            <p:txBody>
              <a:bodyPr wrap="none" lIns="43940" rtlCol="0" anchor="ctr" anchorCtr="0"/>
              <a:lstStyle/>
              <a:p>
                <a:pPr marL="0" marR="0" lvl="0" indent="0" algn="l" defTabSz="896302" rtl="0" eaLnBrk="1" fontAlgn="auto" latinLnBrk="0" hangingPunct="1">
                  <a:lnSpc>
                    <a:spcPct val="100000"/>
                  </a:lnSpc>
                  <a:spcBef>
                    <a:spcPts val="0"/>
                  </a:spcBef>
                  <a:spcAft>
                    <a:spcPts val="0"/>
                  </a:spcAft>
                  <a:buClrTx/>
                  <a:buSzTx/>
                  <a:buFontTx/>
                  <a:buNone/>
                  <a:tabLst/>
                  <a:defRPr/>
                </a:pPr>
                <a:r>
                  <a:rPr kumimoji="0" lang="en-US" sz="1176" b="0" i="0" u="none" strike="noStrike" kern="0" cap="none" spc="-20" normalizeH="0" baseline="0" noProof="0">
                    <a:ln>
                      <a:noFill/>
                    </a:ln>
                    <a:solidFill>
                      <a:srgbClr val="282828"/>
                    </a:solidFill>
                    <a:effectLst/>
                    <a:uLnTx/>
                    <a:uFillTx/>
                    <a:latin typeface="Segoe UI"/>
                    <a:ea typeface="+mn-ea"/>
                    <a:cs typeface="+mn-cs"/>
                  </a:rPr>
                  <a:t>Security solutions </a:t>
                </a:r>
                <a:br>
                  <a:rPr kumimoji="0" lang="en-US" sz="1176" b="0" i="0" u="none" strike="noStrike" kern="0" cap="none" spc="-20" normalizeH="0" baseline="0" noProof="0">
                    <a:ln>
                      <a:noFill/>
                    </a:ln>
                    <a:solidFill>
                      <a:srgbClr val="282828"/>
                    </a:solidFill>
                    <a:effectLst/>
                    <a:uLnTx/>
                    <a:uFillTx/>
                    <a:latin typeface="Segoe UI"/>
                    <a:ea typeface="+mn-ea"/>
                    <a:cs typeface="+mn-cs"/>
                  </a:rPr>
                </a:br>
                <a:r>
                  <a:rPr kumimoji="0" lang="en-US" sz="1176" b="0" i="0" u="none" strike="noStrike" kern="0" cap="none" spc="-20" normalizeH="0" baseline="0" noProof="0">
                    <a:ln>
                      <a:noFill/>
                    </a:ln>
                    <a:solidFill>
                      <a:srgbClr val="282828"/>
                    </a:solidFill>
                    <a:effectLst/>
                    <a:uLnTx/>
                    <a:uFillTx/>
                    <a:latin typeface="Segoe UI"/>
                    <a:ea typeface="+mn-ea"/>
                    <a:cs typeface="+mn-cs"/>
                  </a:rPr>
                  <a:t>Microsoft 365 E5 covers </a:t>
                </a:r>
              </a:p>
            </p:txBody>
          </p:sp>
          <p:cxnSp>
            <p:nvCxnSpPr>
              <p:cNvPr id="87" name="Straight Connector 86" descr="Indicator line">
                <a:extLst>
                  <a:ext uri="{FF2B5EF4-FFF2-40B4-BE49-F238E27FC236}">
                    <a16:creationId xmlns:a16="http://schemas.microsoft.com/office/drawing/2014/main" id="{9581CB34-083A-5B47-88D7-E473A09510F5}"/>
                  </a:ext>
                </a:extLst>
              </p:cNvPr>
              <p:cNvCxnSpPr>
                <a:cxnSpLocks/>
              </p:cNvCxnSpPr>
              <p:nvPr/>
            </p:nvCxnSpPr>
            <p:spPr>
              <a:xfrm flipH="1">
                <a:off x="9862928" y="1262055"/>
                <a:ext cx="2045584" cy="0"/>
              </a:xfrm>
              <a:prstGeom prst="line">
                <a:avLst/>
              </a:prstGeom>
              <a:ln w="15875">
                <a:solidFill>
                  <a:schemeClr val="accent1"/>
                </a:solidFill>
                <a:headEnd type="none"/>
                <a:tailEnd type="oval" w="sm" len="sm"/>
              </a:ln>
            </p:spPr>
            <p:style>
              <a:lnRef idx="1">
                <a:schemeClr val="accent1"/>
              </a:lnRef>
              <a:fillRef idx="0">
                <a:schemeClr val="accent1"/>
              </a:fillRef>
              <a:effectRef idx="0">
                <a:schemeClr val="accent1"/>
              </a:effectRef>
              <a:fontRef idx="minor">
                <a:schemeClr val="tx1"/>
              </a:fontRef>
            </p:style>
          </p:cxnSp>
          <p:cxnSp>
            <p:nvCxnSpPr>
              <p:cNvPr id="154" name="Straight Connector 153" descr="Indicator line">
                <a:extLst>
                  <a:ext uri="{FF2B5EF4-FFF2-40B4-BE49-F238E27FC236}">
                    <a16:creationId xmlns:a16="http://schemas.microsoft.com/office/drawing/2014/main" id="{4DE971B3-835A-0C43-8832-859041F9E1DF}"/>
                  </a:ext>
                </a:extLst>
              </p:cNvPr>
              <p:cNvCxnSpPr>
                <a:cxnSpLocks/>
              </p:cNvCxnSpPr>
              <p:nvPr/>
            </p:nvCxnSpPr>
            <p:spPr>
              <a:xfrm flipH="1">
                <a:off x="9851394" y="6497564"/>
                <a:ext cx="2057119" cy="0"/>
              </a:xfrm>
              <a:prstGeom prst="line">
                <a:avLst/>
              </a:prstGeom>
              <a:ln w="15875">
                <a:solidFill>
                  <a:schemeClr val="accent1"/>
                </a:solidFill>
                <a:headEnd type="none"/>
                <a:tailEnd type="oval" w="sm" len="sm"/>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C4FD0E1C-67D3-6D49-AFC5-E8288AECAC5E}"/>
                  </a:ext>
                  <a:ext uri="{C183D7F6-B498-43B3-948B-1728B52AA6E4}">
                    <adec:decorative xmlns:adec="http://schemas.microsoft.com/office/drawing/2017/decorative" val="1"/>
                  </a:ext>
                </a:extLst>
              </p:cNvPr>
              <p:cNvCxnSpPr>
                <a:cxnSpLocks/>
              </p:cNvCxnSpPr>
              <p:nvPr/>
            </p:nvCxnSpPr>
            <p:spPr>
              <a:xfrm>
                <a:off x="11904710" y="1262055"/>
                <a:ext cx="0" cy="5235509"/>
              </a:xfrm>
              <a:prstGeom prst="line">
                <a:avLst/>
              </a:prstGeom>
              <a:ln w="15875">
                <a:solidFill>
                  <a:schemeClr val="accent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Rectangle 2">
              <a:extLst>
                <a:ext uri="{FF2B5EF4-FFF2-40B4-BE49-F238E27FC236}">
                  <a16:creationId xmlns:a16="http://schemas.microsoft.com/office/drawing/2014/main" id="{53DDE2DE-41DB-4770-91F2-B2480A6049A6}"/>
                </a:ext>
              </a:extLst>
            </p:cNvPr>
            <p:cNvSpPr/>
            <p:nvPr/>
          </p:nvSpPr>
          <p:spPr>
            <a:xfrm rot="20853639">
              <a:off x="5048973" y="3892727"/>
              <a:ext cx="1867240"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pt-BR" sz="784" b="1" i="0" u="none" strike="noStrike" kern="0" cap="none" spc="0" normalizeH="0" baseline="0" noProof="0">
                  <a:ln>
                    <a:noFill/>
                  </a:ln>
                  <a:solidFill>
                    <a:srgbClr val="002050"/>
                  </a:solidFill>
                  <a:effectLst/>
                  <a:uLnTx/>
                  <a:uFillTx/>
                  <a:latin typeface="Segoe UI"/>
                  <a:ea typeface="+mn-ea"/>
                  <a:cs typeface="+mn-cs"/>
                </a:rPr>
                <a:t>Anti Tampering Software*</a:t>
              </a:r>
              <a:endParaRPr kumimoji="0" lang="en-US" sz="882" b="1" i="0" u="none" strike="noStrike" kern="0" cap="none" spc="0" normalizeH="0" baseline="0" noProof="0">
                <a:ln>
                  <a:noFill/>
                </a:ln>
                <a:solidFill>
                  <a:srgbClr val="002050"/>
                </a:solidFill>
                <a:effectLst/>
                <a:uLnTx/>
                <a:uFillTx/>
                <a:latin typeface="Segoe UI"/>
                <a:ea typeface="+mn-ea"/>
                <a:cs typeface="+mn-cs"/>
              </a:endParaRPr>
            </a:p>
          </p:txBody>
        </p:sp>
        <p:sp>
          <p:nvSpPr>
            <p:cNvPr id="4" name="Pie 146">
              <a:extLst>
                <a:ext uri="{FF2B5EF4-FFF2-40B4-BE49-F238E27FC236}">
                  <a16:creationId xmlns:a16="http://schemas.microsoft.com/office/drawing/2014/main" id="{A807CA32-CDCD-4212-9E5A-B32A7FA72249}"/>
                </a:ext>
              </a:extLst>
            </p:cNvPr>
            <p:cNvSpPr/>
            <p:nvPr/>
          </p:nvSpPr>
          <p:spPr bwMode="auto">
            <a:xfrm rot="3920987">
              <a:off x="6910529" y="2063546"/>
              <a:ext cx="2707555" cy="2731330"/>
            </a:xfrm>
            <a:prstGeom prst="pie">
              <a:avLst>
                <a:gd name="adj1" fmla="val 1550784"/>
                <a:gd name="adj2" fmla="val 7044668"/>
              </a:avLst>
            </a:prstGeom>
            <a:ln>
              <a:noFill/>
              <a:headEnd type="none" w="med" len="med"/>
              <a:tailEnd type="none" w="med" len="med"/>
            </a:ln>
          </p:spPr>
          <p:style>
            <a:lnRef idx="3">
              <a:schemeClr val="lt1"/>
            </a:lnRef>
            <a:fillRef idx="1">
              <a:schemeClr val="dk1"/>
            </a:fillRef>
            <a:effectRef idx="1">
              <a:schemeClr val="dk1"/>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 name="Pie 4">
              <a:extLst>
                <a:ext uri="{FF2B5EF4-FFF2-40B4-BE49-F238E27FC236}">
                  <a16:creationId xmlns:a16="http://schemas.microsoft.com/office/drawing/2014/main" id="{475CF625-48B8-1745-B2CF-205C17137BCD}"/>
                </a:ext>
              </a:extLst>
            </p:cNvPr>
            <p:cNvSpPr/>
            <p:nvPr/>
          </p:nvSpPr>
          <p:spPr bwMode="auto">
            <a:xfrm rot="16200000">
              <a:off x="6901202" y="2123964"/>
              <a:ext cx="2664496" cy="2664495"/>
            </a:xfrm>
            <a:prstGeom prst="pie">
              <a:avLst>
                <a:gd name="adj1" fmla="val 20670259"/>
                <a:gd name="adj2" fmla="val 11058737"/>
              </a:avLst>
            </a:prstGeom>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6" name="Pie 145">
              <a:extLst>
                <a:ext uri="{FF2B5EF4-FFF2-40B4-BE49-F238E27FC236}">
                  <a16:creationId xmlns:a16="http://schemas.microsoft.com/office/drawing/2014/main" id="{F1BF42F5-3C8B-3648-9F03-2D4E515DBC04}"/>
                </a:ext>
              </a:extLst>
            </p:cNvPr>
            <p:cNvSpPr/>
            <p:nvPr/>
          </p:nvSpPr>
          <p:spPr bwMode="auto">
            <a:xfrm rot="10016051">
              <a:off x="6896790" y="2126890"/>
              <a:ext cx="2686988" cy="2675125"/>
            </a:xfrm>
            <a:prstGeom prst="pie">
              <a:avLst>
                <a:gd name="adj1" fmla="val 3625370"/>
                <a:gd name="adj2" fmla="val 5291029"/>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2" name="Rectangle 91">
              <a:extLst>
                <a:ext uri="{FF2B5EF4-FFF2-40B4-BE49-F238E27FC236}">
                  <a16:creationId xmlns:a16="http://schemas.microsoft.com/office/drawing/2014/main" id="{ABF64B18-A027-8B4B-B4A1-EDC56225125F}"/>
                </a:ext>
              </a:extLst>
            </p:cNvPr>
            <p:cNvSpPr/>
            <p:nvPr/>
          </p:nvSpPr>
          <p:spPr>
            <a:xfrm rot="16200000">
              <a:off x="7719073" y="1365360"/>
              <a:ext cx="1158027"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Single Sign-on (SSO)</a:t>
              </a:r>
            </a:p>
          </p:txBody>
        </p:sp>
        <p:sp>
          <p:nvSpPr>
            <p:cNvPr id="93" name="Rectangle 92">
              <a:extLst>
                <a:ext uri="{FF2B5EF4-FFF2-40B4-BE49-F238E27FC236}">
                  <a16:creationId xmlns:a16="http://schemas.microsoft.com/office/drawing/2014/main" id="{2A0DB939-8137-9E4D-868E-745CDB3A0737}"/>
                </a:ext>
              </a:extLst>
            </p:cNvPr>
            <p:cNvSpPr/>
            <p:nvPr/>
          </p:nvSpPr>
          <p:spPr>
            <a:xfrm rot="16455776">
              <a:off x="7661088" y="1060913"/>
              <a:ext cx="1812455"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Multi-Factor Authentication (MFA)</a:t>
              </a:r>
            </a:p>
          </p:txBody>
        </p:sp>
        <p:sp>
          <p:nvSpPr>
            <p:cNvPr id="94" name="Rectangle 93">
              <a:extLst>
                <a:ext uri="{FF2B5EF4-FFF2-40B4-BE49-F238E27FC236}">
                  <a16:creationId xmlns:a16="http://schemas.microsoft.com/office/drawing/2014/main" id="{2391BE93-4CF8-E84A-84A2-6FDE12572166}"/>
                </a:ext>
              </a:extLst>
            </p:cNvPr>
            <p:cNvSpPr/>
            <p:nvPr/>
          </p:nvSpPr>
          <p:spPr>
            <a:xfrm rot="16964133">
              <a:off x="8008948" y="1189846"/>
              <a:ext cx="1632286"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Access Control</a:t>
              </a:r>
            </a:p>
          </p:txBody>
        </p:sp>
        <p:sp>
          <p:nvSpPr>
            <p:cNvPr id="95" name="Rectangle 94">
              <a:extLst>
                <a:ext uri="{FF2B5EF4-FFF2-40B4-BE49-F238E27FC236}">
                  <a16:creationId xmlns:a16="http://schemas.microsoft.com/office/drawing/2014/main" id="{29F974E5-E42B-594E-AED0-7BBDA27C3F6F}"/>
                </a:ext>
              </a:extLst>
            </p:cNvPr>
            <p:cNvSpPr/>
            <p:nvPr/>
          </p:nvSpPr>
          <p:spPr>
            <a:xfrm rot="17231080">
              <a:off x="8110195" y="1116265"/>
              <a:ext cx="1969831"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Privileged Access Management (PAM)</a:t>
              </a:r>
            </a:p>
          </p:txBody>
        </p:sp>
        <p:sp>
          <p:nvSpPr>
            <p:cNvPr id="96" name="Rectangle 95">
              <a:extLst>
                <a:ext uri="{FF2B5EF4-FFF2-40B4-BE49-F238E27FC236}">
                  <a16:creationId xmlns:a16="http://schemas.microsoft.com/office/drawing/2014/main" id="{410F45DB-B6D1-A64D-8651-5F1F68325CF1}"/>
                </a:ext>
              </a:extLst>
            </p:cNvPr>
            <p:cNvSpPr/>
            <p:nvPr/>
          </p:nvSpPr>
          <p:spPr>
            <a:xfrm rot="17866463">
              <a:off x="8557608" y="1480493"/>
              <a:ext cx="1454077"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Data Loss Prevention (DLP)</a:t>
              </a:r>
            </a:p>
          </p:txBody>
        </p:sp>
        <p:sp>
          <p:nvSpPr>
            <p:cNvPr id="97" name="Rectangle 96">
              <a:extLst>
                <a:ext uri="{FF2B5EF4-FFF2-40B4-BE49-F238E27FC236}">
                  <a16:creationId xmlns:a16="http://schemas.microsoft.com/office/drawing/2014/main" id="{20E11B74-B233-124D-947B-0C4D4A3D0925}"/>
                </a:ext>
              </a:extLst>
            </p:cNvPr>
            <p:cNvSpPr/>
            <p:nvPr/>
          </p:nvSpPr>
          <p:spPr>
            <a:xfrm rot="18393268">
              <a:off x="8711993" y="1503570"/>
              <a:ext cx="1778219"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Data Encryption</a:t>
              </a:r>
            </a:p>
          </p:txBody>
        </p:sp>
        <p:sp>
          <p:nvSpPr>
            <p:cNvPr id="98" name="Rectangle 97">
              <a:extLst>
                <a:ext uri="{FF2B5EF4-FFF2-40B4-BE49-F238E27FC236}">
                  <a16:creationId xmlns:a16="http://schemas.microsoft.com/office/drawing/2014/main" id="{209C590A-E27B-DB41-BF31-205B3510046A}"/>
                </a:ext>
              </a:extLst>
            </p:cNvPr>
            <p:cNvSpPr/>
            <p:nvPr/>
          </p:nvSpPr>
          <p:spPr>
            <a:xfrm rot="18848143">
              <a:off x="9034560" y="1863626"/>
              <a:ext cx="1262423"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Information Protection</a:t>
              </a:r>
            </a:p>
          </p:txBody>
        </p:sp>
        <p:sp>
          <p:nvSpPr>
            <p:cNvPr id="99" name="Rectangle 98">
              <a:extLst>
                <a:ext uri="{FF2B5EF4-FFF2-40B4-BE49-F238E27FC236}">
                  <a16:creationId xmlns:a16="http://schemas.microsoft.com/office/drawing/2014/main" id="{AA94ED4D-D996-2349-B76D-3A762351A2BE}"/>
                </a:ext>
              </a:extLst>
            </p:cNvPr>
            <p:cNvSpPr/>
            <p:nvPr/>
          </p:nvSpPr>
          <p:spPr>
            <a:xfrm rot="19129681">
              <a:off x="9104457" y="1816305"/>
              <a:ext cx="1958363"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Data Classification</a:t>
              </a:r>
            </a:p>
          </p:txBody>
        </p:sp>
        <p:sp>
          <p:nvSpPr>
            <p:cNvPr id="100" name="Rectangle 99">
              <a:extLst>
                <a:ext uri="{FF2B5EF4-FFF2-40B4-BE49-F238E27FC236}">
                  <a16:creationId xmlns:a16="http://schemas.microsoft.com/office/drawing/2014/main" id="{8E273630-C4DC-0446-8495-888B7865A22E}"/>
                </a:ext>
              </a:extLst>
            </p:cNvPr>
            <p:cNvSpPr/>
            <p:nvPr/>
          </p:nvSpPr>
          <p:spPr>
            <a:xfrm rot="19691506">
              <a:off x="9275862" y="2002877"/>
              <a:ext cx="2252579"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Data Governance</a:t>
              </a:r>
            </a:p>
          </p:txBody>
        </p:sp>
        <p:sp>
          <p:nvSpPr>
            <p:cNvPr id="101" name="Rectangle 100">
              <a:extLst>
                <a:ext uri="{FF2B5EF4-FFF2-40B4-BE49-F238E27FC236}">
                  <a16:creationId xmlns:a16="http://schemas.microsoft.com/office/drawing/2014/main" id="{29AB9A30-2CFE-DC41-869C-A03ABBE27146}"/>
                </a:ext>
              </a:extLst>
            </p:cNvPr>
            <p:cNvSpPr/>
            <p:nvPr/>
          </p:nvSpPr>
          <p:spPr>
            <a:xfrm rot="20321539">
              <a:off x="9464118" y="2386317"/>
              <a:ext cx="1893476"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Cloud Access Security Broker (CASB)</a:t>
              </a:r>
            </a:p>
          </p:txBody>
        </p:sp>
        <p:sp>
          <p:nvSpPr>
            <p:cNvPr id="102" name="Rectangle 101">
              <a:extLst>
                <a:ext uri="{FF2B5EF4-FFF2-40B4-BE49-F238E27FC236}">
                  <a16:creationId xmlns:a16="http://schemas.microsoft.com/office/drawing/2014/main" id="{1BF17A2A-331D-6E46-AFAA-176DD3315F24}"/>
                </a:ext>
              </a:extLst>
            </p:cNvPr>
            <p:cNvSpPr/>
            <p:nvPr/>
          </p:nvSpPr>
          <p:spPr>
            <a:xfrm rot="20761648">
              <a:off x="9593624" y="2771257"/>
              <a:ext cx="1005324"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Key Management</a:t>
              </a:r>
            </a:p>
          </p:txBody>
        </p:sp>
        <p:sp>
          <p:nvSpPr>
            <p:cNvPr id="103" name="Rectangle 102">
              <a:extLst>
                <a:ext uri="{FF2B5EF4-FFF2-40B4-BE49-F238E27FC236}">
                  <a16:creationId xmlns:a16="http://schemas.microsoft.com/office/drawing/2014/main" id="{2F9F6DE3-51DB-F746-B2C9-BB4C1CEBAFAB}"/>
                </a:ext>
              </a:extLst>
            </p:cNvPr>
            <p:cNvSpPr/>
            <p:nvPr/>
          </p:nvSpPr>
          <p:spPr>
            <a:xfrm rot="21116528">
              <a:off x="9640464" y="2942861"/>
              <a:ext cx="1729872"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Mobile Application Management</a:t>
              </a:r>
            </a:p>
          </p:txBody>
        </p:sp>
        <p:sp>
          <p:nvSpPr>
            <p:cNvPr id="104" name="Rectangle 103">
              <a:extLst>
                <a:ext uri="{FF2B5EF4-FFF2-40B4-BE49-F238E27FC236}">
                  <a16:creationId xmlns:a16="http://schemas.microsoft.com/office/drawing/2014/main" id="{69F65487-49A1-A84D-AEF5-58785CA9C6DF}"/>
                </a:ext>
              </a:extLst>
            </p:cNvPr>
            <p:cNvSpPr/>
            <p:nvPr/>
          </p:nvSpPr>
          <p:spPr>
            <a:xfrm rot="21409516">
              <a:off x="9679442" y="3198811"/>
              <a:ext cx="1651501"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Secure Email Gateway</a:t>
              </a:r>
            </a:p>
          </p:txBody>
        </p:sp>
        <p:sp>
          <p:nvSpPr>
            <p:cNvPr id="105" name="Rectangle 104">
              <a:extLst>
                <a:ext uri="{FF2B5EF4-FFF2-40B4-BE49-F238E27FC236}">
                  <a16:creationId xmlns:a16="http://schemas.microsoft.com/office/drawing/2014/main" id="{8E013BF7-8D30-0C42-B918-A55D37C9D10F}"/>
                </a:ext>
              </a:extLst>
            </p:cNvPr>
            <p:cNvSpPr/>
            <p:nvPr/>
          </p:nvSpPr>
          <p:spPr>
            <a:xfrm rot="157949">
              <a:off x="9674920" y="3473114"/>
              <a:ext cx="2064875"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Endpoint Detection and Response (EDR)</a:t>
              </a:r>
            </a:p>
          </p:txBody>
        </p:sp>
        <p:sp>
          <p:nvSpPr>
            <p:cNvPr id="106" name="Rectangle 105">
              <a:extLst>
                <a:ext uri="{FF2B5EF4-FFF2-40B4-BE49-F238E27FC236}">
                  <a16:creationId xmlns:a16="http://schemas.microsoft.com/office/drawing/2014/main" id="{8E316064-B296-7A4B-877F-D46ED3F17737}"/>
                </a:ext>
              </a:extLst>
            </p:cNvPr>
            <p:cNvSpPr/>
            <p:nvPr/>
          </p:nvSpPr>
          <p:spPr>
            <a:xfrm rot="534239">
              <a:off x="9659517" y="3689637"/>
              <a:ext cx="1402657"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Endpoint Protection (EPP)</a:t>
              </a:r>
            </a:p>
          </p:txBody>
        </p:sp>
        <p:sp>
          <p:nvSpPr>
            <p:cNvPr id="107" name="Rectangle 106">
              <a:extLst>
                <a:ext uri="{FF2B5EF4-FFF2-40B4-BE49-F238E27FC236}">
                  <a16:creationId xmlns:a16="http://schemas.microsoft.com/office/drawing/2014/main" id="{549B987C-AD5E-0946-80EC-C33982A9C0D6}"/>
                </a:ext>
              </a:extLst>
            </p:cNvPr>
            <p:cNvSpPr/>
            <p:nvPr/>
          </p:nvSpPr>
          <p:spPr>
            <a:xfrm rot="954683">
              <a:off x="9593112" y="3996787"/>
              <a:ext cx="1829563"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Anti-phishing</a:t>
              </a:r>
            </a:p>
          </p:txBody>
        </p:sp>
        <p:sp>
          <p:nvSpPr>
            <p:cNvPr id="108" name="Rectangle 107">
              <a:extLst>
                <a:ext uri="{FF2B5EF4-FFF2-40B4-BE49-F238E27FC236}">
                  <a16:creationId xmlns:a16="http://schemas.microsoft.com/office/drawing/2014/main" id="{FB34E1C6-5A15-5E41-93A9-D3DA52814CED}"/>
                </a:ext>
              </a:extLst>
            </p:cNvPr>
            <p:cNvSpPr/>
            <p:nvPr/>
          </p:nvSpPr>
          <p:spPr>
            <a:xfrm rot="1297626">
              <a:off x="9494132" y="4293079"/>
              <a:ext cx="2109987"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Anti-virus / Anti-malware</a:t>
              </a:r>
            </a:p>
          </p:txBody>
        </p:sp>
        <p:sp>
          <p:nvSpPr>
            <p:cNvPr id="109" name="Rectangle 108">
              <a:extLst>
                <a:ext uri="{FF2B5EF4-FFF2-40B4-BE49-F238E27FC236}">
                  <a16:creationId xmlns:a16="http://schemas.microsoft.com/office/drawing/2014/main" id="{D0CC2820-6D25-5F47-8736-CB6EEC30CEA4}"/>
                </a:ext>
              </a:extLst>
            </p:cNvPr>
            <p:cNvSpPr/>
            <p:nvPr/>
          </p:nvSpPr>
          <p:spPr>
            <a:xfrm rot="1441803">
              <a:off x="9392229" y="4508077"/>
              <a:ext cx="2149016"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User and Entity Behavior Analytics (UEBA)</a:t>
              </a:r>
            </a:p>
          </p:txBody>
        </p:sp>
        <p:sp>
          <p:nvSpPr>
            <p:cNvPr id="110" name="Rectangle 109">
              <a:extLst>
                <a:ext uri="{FF2B5EF4-FFF2-40B4-BE49-F238E27FC236}">
                  <a16:creationId xmlns:a16="http://schemas.microsoft.com/office/drawing/2014/main" id="{E5EAD978-47FB-484E-88F8-9CBED62B28DA}"/>
                </a:ext>
              </a:extLst>
            </p:cNvPr>
            <p:cNvSpPr/>
            <p:nvPr/>
          </p:nvSpPr>
          <p:spPr>
            <a:xfrm rot="1893858">
              <a:off x="9311494" y="4496770"/>
              <a:ext cx="1083235"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Anomaly Detection</a:t>
              </a:r>
            </a:p>
          </p:txBody>
        </p:sp>
        <p:sp>
          <p:nvSpPr>
            <p:cNvPr id="111" name="Rectangle 110">
              <a:extLst>
                <a:ext uri="{FF2B5EF4-FFF2-40B4-BE49-F238E27FC236}">
                  <a16:creationId xmlns:a16="http://schemas.microsoft.com/office/drawing/2014/main" id="{DF00A3DB-9E98-D043-A28E-E1ECE601FCE3}"/>
                </a:ext>
              </a:extLst>
            </p:cNvPr>
            <p:cNvSpPr/>
            <p:nvPr/>
          </p:nvSpPr>
          <p:spPr>
            <a:xfrm rot="2296983">
              <a:off x="9128748" y="4780121"/>
              <a:ext cx="1357470"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Threat Intelligence Feeds</a:t>
              </a:r>
            </a:p>
          </p:txBody>
        </p:sp>
        <p:sp>
          <p:nvSpPr>
            <p:cNvPr id="112" name="Rectangle 111">
              <a:extLst>
                <a:ext uri="{FF2B5EF4-FFF2-40B4-BE49-F238E27FC236}">
                  <a16:creationId xmlns:a16="http://schemas.microsoft.com/office/drawing/2014/main" id="{8D85B779-C1A9-124B-A231-7407A2C875E4}"/>
                </a:ext>
              </a:extLst>
            </p:cNvPr>
            <p:cNvSpPr/>
            <p:nvPr/>
          </p:nvSpPr>
          <p:spPr>
            <a:xfrm rot="2587609">
              <a:off x="9009187" y="4803867"/>
              <a:ext cx="953906"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Remote Browser</a:t>
              </a:r>
            </a:p>
          </p:txBody>
        </p:sp>
        <p:sp>
          <p:nvSpPr>
            <p:cNvPr id="113" name="Rectangle 112">
              <a:extLst>
                <a:ext uri="{FF2B5EF4-FFF2-40B4-BE49-F238E27FC236}">
                  <a16:creationId xmlns:a16="http://schemas.microsoft.com/office/drawing/2014/main" id="{CAA4E2C1-8855-1747-BD91-4ACA41E6D747}"/>
                </a:ext>
              </a:extLst>
            </p:cNvPr>
            <p:cNvSpPr/>
            <p:nvPr/>
          </p:nvSpPr>
          <p:spPr>
            <a:xfrm rot="3145114">
              <a:off x="8675423" y="5248599"/>
              <a:ext cx="1718965"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Intrusion Detection System (IDS)</a:t>
              </a:r>
            </a:p>
          </p:txBody>
        </p:sp>
        <p:sp>
          <p:nvSpPr>
            <p:cNvPr id="114" name="Rectangle 113">
              <a:extLst>
                <a:ext uri="{FF2B5EF4-FFF2-40B4-BE49-F238E27FC236}">
                  <a16:creationId xmlns:a16="http://schemas.microsoft.com/office/drawing/2014/main" id="{39369B75-D9E4-3E44-B486-A1A00FF99574}"/>
                </a:ext>
              </a:extLst>
            </p:cNvPr>
            <p:cNvSpPr/>
            <p:nvPr/>
          </p:nvSpPr>
          <p:spPr>
            <a:xfrm rot="3439329">
              <a:off x="8437965" y="5405025"/>
              <a:ext cx="1761035"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Intrusion Prevention System (IPS)</a:t>
              </a:r>
            </a:p>
          </p:txBody>
        </p:sp>
        <p:sp>
          <p:nvSpPr>
            <p:cNvPr id="115" name="Rectangle 114">
              <a:extLst>
                <a:ext uri="{FF2B5EF4-FFF2-40B4-BE49-F238E27FC236}">
                  <a16:creationId xmlns:a16="http://schemas.microsoft.com/office/drawing/2014/main" id="{4CC9FAD2-F0F9-894E-BBAA-D10518071DED}"/>
                </a:ext>
              </a:extLst>
            </p:cNvPr>
            <p:cNvSpPr/>
            <p:nvPr/>
          </p:nvSpPr>
          <p:spPr>
            <a:xfrm rot="3979340">
              <a:off x="8044967" y="5665408"/>
              <a:ext cx="2071110"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Host intrusion prevention system (HIPS)</a:t>
              </a:r>
            </a:p>
          </p:txBody>
        </p:sp>
        <p:sp>
          <p:nvSpPr>
            <p:cNvPr id="116" name="Rectangle 115">
              <a:extLst>
                <a:ext uri="{FF2B5EF4-FFF2-40B4-BE49-F238E27FC236}">
                  <a16:creationId xmlns:a16="http://schemas.microsoft.com/office/drawing/2014/main" id="{7F69BD9E-D000-A24C-B552-BE719569EF6C}"/>
                </a:ext>
              </a:extLst>
            </p:cNvPr>
            <p:cNvSpPr/>
            <p:nvPr/>
          </p:nvSpPr>
          <p:spPr>
            <a:xfrm rot="4380015">
              <a:off x="7989534" y="5485686"/>
              <a:ext cx="1492449"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Host Firewall</a:t>
              </a:r>
            </a:p>
          </p:txBody>
        </p:sp>
        <p:sp>
          <p:nvSpPr>
            <p:cNvPr id="117" name="Rectangle 116">
              <a:extLst>
                <a:ext uri="{FF2B5EF4-FFF2-40B4-BE49-F238E27FC236}">
                  <a16:creationId xmlns:a16="http://schemas.microsoft.com/office/drawing/2014/main" id="{0292098B-FC53-EA48-BBAB-16F840B5411A}"/>
                </a:ext>
              </a:extLst>
            </p:cNvPr>
            <p:cNvSpPr/>
            <p:nvPr/>
          </p:nvSpPr>
          <p:spPr>
            <a:xfrm rot="5048765">
              <a:off x="7653358" y="5589755"/>
              <a:ext cx="1587402"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Security Scoring</a:t>
              </a:r>
            </a:p>
          </p:txBody>
        </p:sp>
        <p:sp>
          <p:nvSpPr>
            <p:cNvPr id="118" name="Rectangle 117">
              <a:extLst>
                <a:ext uri="{FF2B5EF4-FFF2-40B4-BE49-F238E27FC236}">
                  <a16:creationId xmlns:a16="http://schemas.microsoft.com/office/drawing/2014/main" id="{74B664BA-32AF-C64E-8211-9480D33D94F4}"/>
                </a:ext>
              </a:extLst>
            </p:cNvPr>
            <p:cNvSpPr/>
            <p:nvPr/>
          </p:nvSpPr>
          <p:spPr>
            <a:xfrm rot="5400000">
              <a:off x="7499581" y="5502183"/>
              <a:ext cx="1402992" cy="213007"/>
            </a:xfrm>
            <a:prstGeom prst="rect">
              <a:avLst/>
            </a:prstGeom>
          </p:spPr>
          <p:txBody>
            <a:bodyPr wrap="square">
              <a:spAutoFit/>
            </a:body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Reporting</a:t>
              </a:r>
            </a:p>
          </p:txBody>
        </p:sp>
        <p:sp>
          <p:nvSpPr>
            <p:cNvPr id="119" name="Rectangle 118">
              <a:extLst>
                <a:ext uri="{FF2B5EF4-FFF2-40B4-BE49-F238E27FC236}">
                  <a16:creationId xmlns:a16="http://schemas.microsoft.com/office/drawing/2014/main" id="{2D96E1A5-3F85-1945-9174-662C79173818}"/>
                </a:ext>
              </a:extLst>
            </p:cNvPr>
            <p:cNvSpPr/>
            <p:nvPr/>
          </p:nvSpPr>
          <p:spPr>
            <a:xfrm rot="16681698">
              <a:off x="7364913" y="5362192"/>
              <a:ext cx="1167375"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pt-BR" sz="784" b="1" i="0" u="none" strike="noStrike" kern="0" cap="none" spc="0" normalizeH="0" baseline="0" noProof="0">
                  <a:ln>
                    <a:noFill/>
                  </a:ln>
                  <a:solidFill>
                    <a:srgbClr val="002050"/>
                  </a:solidFill>
                  <a:effectLst/>
                  <a:uLnTx/>
                  <a:uFillTx/>
                  <a:latin typeface="Segoe UI"/>
                  <a:ea typeface="+mn-ea"/>
                  <a:cs typeface="+mn-cs"/>
                </a:rPr>
                <a:t>Secrets Management</a:t>
              </a:r>
            </a:p>
          </p:txBody>
        </p:sp>
        <p:sp>
          <p:nvSpPr>
            <p:cNvPr id="120" name="Rectangle 119">
              <a:extLst>
                <a:ext uri="{FF2B5EF4-FFF2-40B4-BE49-F238E27FC236}">
                  <a16:creationId xmlns:a16="http://schemas.microsoft.com/office/drawing/2014/main" id="{C65AC204-0D50-3A44-93C7-7D8667BA3AEA}"/>
                </a:ext>
              </a:extLst>
            </p:cNvPr>
            <p:cNvSpPr/>
            <p:nvPr/>
          </p:nvSpPr>
          <p:spPr>
            <a:xfrm rot="17006231">
              <a:off x="6967215" y="5456484"/>
              <a:ext cx="1443183"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2050"/>
                  </a:solidFill>
                  <a:effectLst/>
                  <a:uLnTx/>
                  <a:uFillTx/>
                  <a:latin typeface="Segoe UI"/>
                  <a:ea typeface="+mn-ea"/>
                  <a:cs typeface="+mn-cs"/>
                </a:rPr>
                <a:t>Database Security</a:t>
              </a:r>
            </a:p>
          </p:txBody>
        </p:sp>
        <p:sp>
          <p:nvSpPr>
            <p:cNvPr id="121" name="Rectangle 120">
              <a:extLst>
                <a:ext uri="{FF2B5EF4-FFF2-40B4-BE49-F238E27FC236}">
                  <a16:creationId xmlns:a16="http://schemas.microsoft.com/office/drawing/2014/main" id="{22BC3E6B-7645-D247-92BC-4947CE8887BD}"/>
                </a:ext>
              </a:extLst>
            </p:cNvPr>
            <p:cNvSpPr/>
            <p:nvPr/>
          </p:nvSpPr>
          <p:spPr>
            <a:xfrm rot="17347338">
              <a:off x="6797489" y="5314748"/>
              <a:ext cx="1374612"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2050"/>
                  </a:solidFill>
                  <a:effectLst/>
                  <a:uLnTx/>
                  <a:uFillTx/>
                  <a:latin typeface="Segoe UI"/>
                  <a:ea typeface="+mn-ea"/>
                  <a:cs typeface="+mn-cs"/>
                </a:rPr>
                <a:t>Encrypted Cloud Storage </a:t>
              </a:r>
            </a:p>
          </p:txBody>
        </p:sp>
        <p:sp>
          <p:nvSpPr>
            <p:cNvPr id="122" name="Rectangle 121">
              <a:extLst>
                <a:ext uri="{FF2B5EF4-FFF2-40B4-BE49-F238E27FC236}">
                  <a16:creationId xmlns:a16="http://schemas.microsoft.com/office/drawing/2014/main" id="{A946170A-9B14-C649-82F8-A38A77D50F0D}"/>
                </a:ext>
              </a:extLst>
            </p:cNvPr>
            <p:cNvSpPr/>
            <p:nvPr/>
          </p:nvSpPr>
          <p:spPr>
            <a:xfrm rot="17469784">
              <a:off x="6852925" y="5122057"/>
              <a:ext cx="1031494"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2050"/>
                  </a:solidFill>
                  <a:effectLst/>
                  <a:uLnTx/>
                  <a:uFillTx/>
                  <a:latin typeface="Segoe UI"/>
                  <a:ea typeface="+mn-ea"/>
                  <a:cs typeface="+mn-cs"/>
                </a:rPr>
                <a:t>Back Up</a:t>
              </a:r>
            </a:p>
          </p:txBody>
        </p:sp>
        <p:sp>
          <p:nvSpPr>
            <p:cNvPr id="123" name="Rectangle 122">
              <a:extLst>
                <a:ext uri="{FF2B5EF4-FFF2-40B4-BE49-F238E27FC236}">
                  <a16:creationId xmlns:a16="http://schemas.microsoft.com/office/drawing/2014/main" id="{8F98A2DA-719D-054F-8BEE-ADD487B0A532}"/>
                </a:ext>
              </a:extLst>
            </p:cNvPr>
            <p:cNvSpPr/>
            <p:nvPr/>
          </p:nvSpPr>
          <p:spPr>
            <a:xfrm rot="17971127">
              <a:off x="6547904" y="5099041"/>
              <a:ext cx="1201769"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2050"/>
                  </a:solidFill>
                  <a:effectLst/>
                  <a:uLnTx/>
                  <a:uFillTx/>
                  <a:latin typeface="Segoe UI"/>
                  <a:ea typeface="+mn-ea"/>
                  <a:cs typeface="+mn-cs"/>
                </a:rPr>
                <a:t>Disaster Recovery</a:t>
              </a:r>
            </a:p>
          </p:txBody>
        </p:sp>
        <p:sp>
          <p:nvSpPr>
            <p:cNvPr id="124" name="Rectangle 123">
              <a:extLst>
                <a:ext uri="{FF2B5EF4-FFF2-40B4-BE49-F238E27FC236}">
                  <a16:creationId xmlns:a16="http://schemas.microsoft.com/office/drawing/2014/main" id="{D372945D-185D-A34A-9AF1-AF0DB735D6F1}"/>
                </a:ext>
              </a:extLst>
            </p:cNvPr>
            <p:cNvSpPr/>
            <p:nvPr/>
          </p:nvSpPr>
          <p:spPr>
            <a:xfrm rot="18440439">
              <a:off x="6357669" y="4987186"/>
              <a:ext cx="1224172"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2050"/>
                  </a:solidFill>
                  <a:effectLst/>
                  <a:uLnTx/>
                  <a:uFillTx/>
                  <a:latin typeface="Segoe UI"/>
                  <a:ea typeface="+mn-ea"/>
                  <a:cs typeface="+mn-cs"/>
                </a:rPr>
                <a:t>IoT Protection</a:t>
              </a:r>
            </a:p>
          </p:txBody>
        </p:sp>
        <p:sp>
          <p:nvSpPr>
            <p:cNvPr id="125" name="Rectangle 124">
              <a:extLst>
                <a:ext uri="{FF2B5EF4-FFF2-40B4-BE49-F238E27FC236}">
                  <a16:creationId xmlns:a16="http://schemas.microsoft.com/office/drawing/2014/main" id="{115C0862-B5DA-3C41-A6FD-7E25AC344ECB}"/>
                </a:ext>
              </a:extLst>
            </p:cNvPr>
            <p:cNvSpPr/>
            <p:nvPr/>
          </p:nvSpPr>
          <p:spPr>
            <a:xfrm rot="18811487">
              <a:off x="6017797" y="4940229"/>
              <a:ext cx="1488356"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2050"/>
                  </a:solidFill>
                  <a:effectLst/>
                  <a:uLnTx/>
                  <a:uFillTx/>
                  <a:latin typeface="Segoe UI"/>
                  <a:ea typeface="+mn-ea"/>
                  <a:cs typeface="+mn-cs"/>
                </a:rPr>
                <a:t>Cloud Workload Protection </a:t>
              </a:r>
            </a:p>
          </p:txBody>
        </p:sp>
        <p:sp>
          <p:nvSpPr>
            <p:cNvPr id="126" name="Rectangle 125">
              <a:extLst>
                <a:ext uri="{FF2B5EF4-FFF2-40B4-BE49-F238E27FC236}">
                  <a16:creationId xmlns:a16="http://schemas.microsoft.com/office/drawing/2014/main" id="{BDC3EFE6-5503-4748-98E4-C5D791839244}"/>
                </a:ext>
              </a:extLst>
            </p:cNvPr>
            <p:cNvSpPr/>
            <p:nvPr/>
          </p:nvSpPr>
          <p:spPr>
            <a:xfrm rot="19143317">
              <a:off x="6315015" y="4625012"/>
              <a:ext cx="961697"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2050"/>
                  </a:solidFill>
                  <a:effectLst/>
                  <a:uLnTx/>
                  <a:uFillTx/>
                  <a:latin typeface="Segoe UI"/>
                  <a:ea typeface="+mn-ea"/>
                  <a:cs typeface="+mn-cs"/>
                </a:rPr>
                <a:t>DDoS Protection</a:t>
              </a:r>
            </a:p>
          </p:txBody>
        </p:sp>
        <p:sp>
          <p:nvSpPr>
            <p:cNvPr id="127" name="Rectangle 126">
              <a:extLst>
                <a:ext uri="{FF2B5EF4-FFF2-40B4-BE49-F238E27FC236}">
                  <a16:creationId xmlns:a16="http://schemas.microsoft.com/office/drawing/2014/main" id="{972896AE-6198-FC47-B622-51627776F3DB}"/>
                </a:ext>
              </a:extLst>
            </p:cNvPr>
            <p:cNvSpPr/>
            <p:nvPr/>
          </p:nvSpPr>
          <p:spPr>
            <a:xfrm rot="19555425">
              <a:off x="5749416" y="4613404"/>
              <a:ext cx="1444726"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2050"/>
                  </a:solidFill>
                  <a:effectLst/>
                  <a:uLnTx/>
                  <a:uFillTx/>
                  <a:latin typeface="Segoe UI"/>
                  <a:ea typeface="+mn-ea"/>
                  <a:cs typeface="+mn-cs"/>
                </a:rPr>
                <a:t>Incident Response Services</a:t>
              </a:r>
            </a:p>
          </p:txBody>
        </p:sp>
        <p:sp>
          <p:nvSpPr>
            <p:cNvPr id="128" name="Rectangle 127">
              <a:extLst>
                <a:ext uri="{FF2B5EF4-FFF2-40B4-BE49-F238E27FC236}">
                  <a16:creationId xmlns:a16="http://schemas.microsoft.com/office/drawing/2014/main" id="{BE86A0A7-3ABA-F943-A2BC-27026A98C1ED}"/>
                </a:ext>
              </a:extLst>
            </p:cNvPr>
            <p:cNvSpPr/>
            <p:nvPr/>
          </p:nvSpPr>
          <p:spPr>
            <a:xfrm rot="19858411">
              <a:off x="5656226" y="4414239"/>
              <a:ext cx="1422912"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2050"/>
                  </a:solidFill>
                  <a:effectLst/>
                  <a:uLnTx/>
                  <a:uFillTx/>
                  <a:latin typeface="Segoe UI"/>
                  <a:ea typeface="+mn-ea"/>
                  <a:cs typeface="+mn-cs"/>
                </a:rPr>
                <a:t>Cloud-based Management</a:t>
              </a:r>
            </a:p>
          </p:txBody>
        </p:sp>
        <p:sp>
          <p:nvSpPr>
            <p:cNvPr id="129" name="Rectangle 128">
              <a:extLst>
                <a:ext uri="{FF2B5EF4-FFF2-40B4-BE49-F238E27FC236}">
                  <a16:creationId xmlns:a16="http://schemas.microsoft.com/office/drawing/2014/main" id="{40C77121-AA68-2346-A920-1FD4A0CCB5CB}"/>
                </a:ext>
              </a:extLst>
            </p:cNvPr>
            <p:cNvSpPr/>
            <p:nvPr/>
          </p:nvSpPr>
          <p:spPr>
            <a:xfrm rot="20103990">
              <a:off x="5832995" y="4187736"/>
              <a:ext cx="1148333"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2050"/>
                  </a:solidFill>
                  <a:effectLst/>
                  <a:uLnTx/>
                  <a:uFillTx/>
                  <a:latin typeface="Segoe UI"/>
                  <a:ea typeface="+mn-ea"/>
                  <a:cs typeface="+mn-cs"/>
                </a:rPr>
                <a:t>SOAR</a:t>
              </a:r>
            </a:p>
          </p:txBody>
        </p:sp>
        <p:sp>
          <p:nvSpPr>
            <p:cNvPr id="88" name="Rectangle 87">
              <a:extLst>
                <a:ext uri="{FF2B5EF4-FFF2-40B4-BE49-F238E27FC236}">
                  <a16:creationId xmlns:a16="http://schemas.microsoft.com/office/drawing/2014/main" id="{B518C41C-6B5C-DE42-A117-6B8077CB9084}"/>
                </a:ext>
              </a:extLst>
            </p:cNvPr>
            <p:cNvSpPr/>
            <p:nvPr/>
          </p:nvSpPr>
          <p:spPr>
            <a:xfrm rot="20498960">
              <a:off x="5069506" y="4098837"/>
              <a:ext cx="1867239"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pt-BR" sz="784" b="1" i="0" u="none" strike="noStrike" kern="0" cap="none" spc="0" normalizeH="0" baseline="0" noProof="0">
                  <a:ln>
                    <a:noFill/>
                  </a:ln>
                  <a:solidFill>
                    <a:srgbClr val="002050"/>
                  </a:solidFill>
                  <a:effectLst/>
                  <a:uLnTx/>
                  <a:uFillTx/>
                  <a:latin typeface="Segoe UI"/>
                  <a:ea typeface="+mn-ea"/>
                  <a:cs typeface="+mn-cs"/>
                </a:rPr>
                <a:t>SIEM (SIM/ SEM/ Log management</a:t>
              </a:r>
              <a:endParaRPr kumimoji="0" lang="en-US" sz="882" b="1" i="0" u="none" strike="noStrike" kern="0" cap="none" spc="0" normalizeH="0" baseline="0" noProof="0">
                <a:ln>
                  <a:noFill/>
                </a:ln>
                <a:solidFill>
                  <a:srgbClr val="002050"/>
                </a:solidFill>
                <a:effectLst/>
                <a:uLnTx/>
                <a:uFillTx/>
                <a:latin typeface="Segoe UI"/>
                <a:ea typeface="+mn-ea"/>
                <a:cs typeface="+mn-cs"/>
              </a:endParaRPr>
            </a:p>
          </p:txBody>
        </p:sp>
        <p:sp>
          <p:nvSpPr>
            <p:cNvPr id="89" name="Rectangle 88">
              <a:extLst>
                <a:ext uri="{FF2B5EF4-FFF2-40B4-BE49-F238E27FC236}">
                  <a16:creationId xmlns:a16="http://schemas.microsoft.com/office/drawing/2014/main" id="{9810DBF8-2A13-714C-A3AC-C6515F11151E}"/>
                </a:ext>
              </a:extLst>
            </p:cNvPr>
            <p:cNvSpPr/>
            <p:nvPr/>
          </p:nvSpPr>
          <p:spPr>
            <a:xfrm rot="2771006">
              <a:off x="6395388" y="1970181"/>
              <a:ext cx="1009866"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BCF2"/>
                  </a:solidFill>
                  <a:effectLst/>
                  <a:uLnTx/>
                  <a:uFillTx/>
                  <a:latin typeface="Segoe UI"/>
                  <a:ea typeface="+mn-ea"/>
                  <a:cs typeface="+mn-cs"/>
                </a:rPr>
                <a:t>Security training</a:t>
              </a:r>
            </a:p>
          </p:txBody>
        </p:sp>
        <p:sp>
          <p:nvSpPr>
            <p:cNvPr id="130" name="Rectangle 129">
              <a:extLst>
                <a:ext uri="{FF2B5EF4-FFF2-40B4-BE49-F238E27FC236}">
                  <a16:creationId xmlns:a16="http://schemas.microsoft.com/office/drawing/2014/main" id="{1E610FB9-C015-484B-9FD1-6F89111A0457}"/>
                </a:ext>
              </a:extLst>
            </p:cNvPr>
            <p:cNvSpPr/>
            <p:nvPr/>
          </p:nvSpPr>
          <p:spPr>
            <a:xfrm rot="20073">
              <a:off x="4985337" y="3209915"/>
              <a:ext cx="1859197"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BCF2"/>
                  </a:solidFill>
                  <a:effectLst/>
                  <a:uLnTx/>
                  <a:uFillTx/>
                  <a:latin typeface="Segoe UI"/>
                  <a:ea typeface="+mn-ea"/>
                  <a:cs typeface="+mn-cs"/>
                </a:rPr>
                <a:t>Cross-platform endpoint protection</a:t>
              </a:r>
            </a:p>
          </p:txBody>
        </p:sp>
        <p:sp>
          <p:nvSpPr>
            <p:cNvPr id="131" name="Rectangle 130">
              <a:extLst>
                <a:ext uri="{FF2B5EF4-FFF2-40B4-BE49-F238E27FC236}">
                  <a16:creationId xmlns:a16="http://schemas.microsoft.com/office/drawing/2014/main" id="{88518882-CD79-6E47-A105-13C755B7915B}"/>
                </a:ext>
              </a:extLst>
            </p:cNvPr>
            <p:cNvSpPr/>
            <p:nvPr/>
          </p:nvSpPr>
          <p:spPr>
            <a:xfrm rot="372291">
              <a:off x="5450163" y="2989986"/>
              <a:ext cx="1407781"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BCF2"/>
                  </a:solidFill>
                  <a:effectLst/>
                  <a:uLnTx/>
                  <a:uFillTx/>
                  <a:latin typeface="Segoe UI"/>
                  <a:ea typeface="+mn-ea"/>
                  <a:cs typeface="+mn-cs"/>
                </a:rPr>
                <a:t>Asset Discovery</a:t>
              </a:r>
            </a:p>
          </p:txBody>
        </p:sp>
        <p:sp>
          <p:nvSpPr>
            <p:cNvPr id="132" name="Rectangle 131">
              <a:extLst>
                <a:ext uri="{FF2B5EF4-FFF2-40B4-BE49-F238E27FC236}">
                  <a16:creationId xmlns:a16="http://schemas.microsoft.com/office/drawing/2014/main" id="{6F648C84-A42E-D048-A282-43537DE6C1D2}"/>
                </a:ext>
              </a:extLst>
            </p:cNvPr>
            <p:cNvSpPr/>
            <p:nvPr/>
          </p:nvSpPr>
          <p:spPr>
            <a:xfrm rot="829969">
              <a:off x="5363353" y="2728573"/>
              <a:ext cx="1569381"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BCF2"/>
                  </a:solidFill>
                  <a:effectLst/>
                  <a:uLnTx/>
                  <a:uFillTx/>
                  <a:latin typeface="Segoe UI"/>
                  <a:ea typeface="+mn-ea"/>
                  <a:cs typeface="+mn-cs"/>
                </a:rPr>
                <a:t>Pen Testing/ Risk Assessment</a:t>
              </a:r>
            </a:p>
          </p:txBody>
        </p:sp>
        <p:sp>
          <p:nvSpPr>
            <p:cNvPr id="133" name="Rectangle 132">
              <a:extLst>
                <a:ext uri="{FF2B5EF4-FFF2-40B4-BE49-F238E27FC236}">
                  <a16:creationId xmlns:a16="http://schemas.microsoft.com/office/drawing/2014/main" id="{F265E473-F9DC-B94E-AE0B-0CAC3DB16947}"/>
                </a:ext>
              </a:extLst>
            </p:cNvPr>
            <p:cNvSpPr/>
            <p:nvPr/>
          </p:nvSpPr>
          <p:spPr>
            <a:xfrm rot="1200479">
              <a:off x="5227137" y="2460766"/>
              <a:ext cx="1775231"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BCF2"/>
                  </a:solidFill>
                  <a:effectLst/>
                  <a:uLnTx/>
                  <a:uFillTx/>
                  <a:latin typeface="Segoe UI"/>
                  <a:ea typeface="+mn-ea"/>
                  <a:cs typeface="+mn-cs"/>
                </a:rPr>
                <a:t>Vulnerability Assessment</a:t>
              </a:r>
            </a:p>
          </p:txBody>
        </p:sp>
        <p:sp>
          <p:nvSpPr>
            <p:cNvPr id="134" name="Rectangle 133">
              <a:extLst>
                <a:ext uri="{FF2B5EF4-FFF2-40B4-BE49-F238E27FC236}">
                  <a16:creationId xmlns:a16="http://schemas.microsoft.com/office/drawing/2014/main" id="{B01B5F7E-47C6-944E-AB6E-3FF6D0A8369A}"/>
                </a:ext>
              </a:extLst>
            </p:cNvPr>
            <p:cNvSpPr/>
            <p:nvPr/>
          </p:nvSpPr>
          <p:spPr>
            <a:xfrm rot="1594418">
              <a:off x="5749381" y="2348608"/>
              <a:ext cx="1340330"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BCF2"/>
                  </a:solidFill>
                  <a:effectLst/>
                  <a:uLnTx/>
                  <a:uFillTx/>
                  <a:latin typeface="Segoe UI"/>
                  <a:ea typeface="+mn-ea"/>
                  <a:cs typeface="+mn-cs"/>
                </a:rPr>
                <a:t>Web Application Testing</a:t>
              </a:r>
            </a:p>
          </p:txBody>
        </p:sp>
        <p:sp>
          <p:nvSpPr>
            <p:cNvPr id="135" name="Rectangle 134">
              <a:extLst>
                <a:ext uri="{FF2B5EF4-FFF2-40B4-BE49-F238E27FC236}">
                  <a16:creationId xmlns:a16="http://schemas.microsoft.com/office/drawing/2014/main" id="{B0A020CD-34FF-7B41-9BB5-B554F1DD9DFE}"/>
                </a:ext>
              </a:extLst>
            </p:cNvPr>
            <p:cNvSpPr/>
            <p:nvPr/>
          </p:nvSpPr>
          <p:spPr>
            <a:xfrm rot="1967920">
              <a:off x="5167111" y="1988327"/>
              <a:ext cx="2083573"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BCF2"/>
                  </a:solidFill>
                  <a:effectLst/>
                  <a:uLnTx/>
                  <a:uFillTx/>
                  <a:latin typeface="Segoe UI"/>
                  <a:ea typeface="+mn-ea"/>
                  <a:cs typeface="+mn-cs"/>
                </a:rPr>
                <a:t>Managed detection and response (MDR)</a:t>
              </a:r>
            </a:p>
          </p:txBody>
        </p:sp>
        <p:sp>
          <p:nvSpPr>
            <p:cNvPr id="136" name="Rectangle 135">
              <a:extLst>
                <a:ext uri="{FF2B5EF4-FFF2-40B4-BE49-F238E27FC236}">
                  <a16:creationId xmlns:a16="http://schemas.microsoft.com/office/drawing/2014/main" id="{3A913616-CA32-FC4C-AED8-0AB8293EAF4C}"/>
                </a:ext>
              </a:extLst>
            </p:cNvPr>
            <p:cNvSpPr/>
            <p:nvPr/>
          </p:nvSpPr>
          <p:spPr>
            <a:xfrm rot="2439923">
              <a:off x="6335535" y="2140226"/>
              <a:ext cx="912042"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BCF2"/>
                  </a:solidFill>
                  <a:effectLst/>
                  <a:uLnTx/>
                  <a:uFillTx/>
                  <a:latin typeface="Segoe UI"/>
                  <a:ea typeface="+mn-ea"/>
                  <a:cs typeface="+mn-cs"/>
                </a:rPr>
                <a:t>Managed SOC</a:t>
              </a:r>
            </a:p>
          </p:txBody>
        </p:sp>
        <p:sp>
          <p:nvSpPr>
            <p:cNvPr id="137" name="Rectangle 136">
              <a:extLst>
                <a:ext uri="{FF2B5EF4-FFF2-40B4-BE49-F238E27FC236}">
                  <a16:creationId xmlns:a16="http://schemas.microsoft.com/office/drawing/2014/main" id="{8551D603-1EFB-0146-B2B7-DF488E599D85}"/>
                </a:ext>
              </a:extLst>
            </p:cNvPr>
            <p:cNvSpPr/>
            <p:nvPr/>
          </p:nvSpPr>
          <p:spPr>
            <a:xfrm rot="3221725">
              <a:off x="5880711" y="1461746"/>
              <a:ext cx="1888144"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6C6E6C"/>
                  </a:solidFill>
                  <a:effectLst/>
                  <a:uLnTx/>
                  <a:uFillTx/>
                  <a:latin typeface="Segoe UI"/>
                  <a:ea typeface="+mn-ea"/>
                  <a:cs typeface="+mn-cs"/>
                </a:rPr>
                <a:t>Virtual Private Networks (VPN)</a:t>
              </a:r>
            </a:p>
          </p:txBody>
        </p:sp>
        <p:sp>
          <p:nvSpPr>
            <p:cNvPr id="138" name="Rectangle 137">
              <a:extLst>
                <a:ext uri="{FF2B5EF4-FFF2-40B4-BE49-F238E27FC236}">
                  <a16:creationId xmlns:a16="http://schemas.microsoft.com/office/drawing/2014/main" id="{E8280605-8DAD-2349-AEB1-B264082E074D}"/>
                </a:ext>
              </a:extLst>
            </p:cNvPr>
            <p:cNvSpPr/>
            <p:nvPr/>
          </p:nvSpPr>
          <p:spPr>
            <a:xfrm rot="3437089">
              <a:off x="6555889" y="1581158"/>
              <a:ext cx="1243725"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6C6E6C"/>
                  </a:solidFill>
                  <a:effectLst/>
                  <a:uLnTx/>
                  <a:uFillTx/>
                  <a:latin typeface="Segoe UI"/>
                  <a:ea typeface="+mn-ea"/>
                  <a:cs typeface="+mn-cs"/>
                </a:rPr>
                <a:t>Incident Ticket System</a:t>
              </a:r>
            </a:p>
          </p:txBody>
        </p:sp>
        <p:sp>
          <p:nvSpPr>
            <p:cNvPr id="139" name="Rectangle 138">
              <a:extLst>
                <a:ext uri="{FF2B5EF4-FFF2-40B4-BE49-F238E27FC236}">
                  <a16:creationId xmlns:a16="http://schemas.microsoft.com/office/drawing/2014/main" id="{BF442DDD-ABE4-964E-AE7E-FCF75A64C683}"/>
                </a:ext>
              </a:extLst>
            </p:cNvPr>
            <p:cNvSpPr/>
            <p:nvPr/>
          </p:nvSpPr>
          <p:spPr>
            <a:xfrm rot="3767435">
              <a:off x="6679388" y="1440978"/>
              <a:ext cx="1335858"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6C6E6C"/>
                  </a:solidFill>
                  <a:effectLst/>
                  <a:uLnTx/>
                  <a:uFillTx/>
                  <a:latin typeface="Segoe UI"/>
                  <a:ea typeface="+mn-ea"/>
                  <a:cs typeface="+mn-cs"/>
                </a:rPr>
                <a:t>Network Firewall</a:t>
              </a:r>
            </a:p>
          </p:txBody>
        </p:sp>
        <p:sp>
          <p:nvSpPr>
            <p:cNvPr id="90" name="Rectangle 89">
              <a:extLst>
                <a:ext uri="{FF2B5EF4-FFF2-40B4-BE49-F238E27FC236}">
                  <a16:creationId xmlns:a16="http://schemas.microsoft.com/office/drawing/2014/main" id="{BA1FDD27-CBEE-CF44-AD80-49DC0D3B2ED8}"/>
                </a:ext>
              </a:extLst>
            </p:cNvPr>
            <p:cNvSpPr/>
            <p:nvPr/>
          </p:nvSpPr>
          <p:spPr>
            <a:xfrm rot="4157593">
              <a:off x="6697938" y="1246331"/>
              <a:ext cx="1590208" cy="213007"/>
            </a:xfrm>
            <a:prstGeom prst="rect">
              <a:avLst/>
            </a:prstGeom>
          </p:spPr>
          <p:txBody>
            <a:bodyPr wrap="square">
              <a:spAutoFit/>
            </a:bodyPr>
            <a:lstStyle/>
            <a:p>
              <a:pPr marL="0" marR="0" lvl="0" indent="0" algn="r" defTabSz="896386"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6C6E6C"/>
                  </a:solidFill>
                  <a:effectLst/>
                  <a:uLnTx/>
                  <a:uFillTx/>
                  <a:latin typeface="Segoe UI"/>
                  <a:ea typeface="+mn-ea"/>
                  <a:cs typeface="+mn-cs"/>
                </a:rPr>
                <a:t>Mobile Threat Detection tools</a:t>
              </a:r>
            </a:p>
          </p:txBody>
        </p:sp>
        <p:sp>
          <p:nvSpPr>
            <p:cNvPr id="141" name="Rectangle 140">
              <a:extLst>
                <a:ext uri="{FF2B5EF4-FFF2-40B4-BE49-F238E27FC236}">
                  <a16:creationId xmlns:a16="http://schemas.microsoft.com/office/drawing/2014/main" id="{25E80523-60AA-9748-A008-819E605F2838}"/>
                </a:ext>
              </a:extLst>
            </p:cNvPr>
            <p:cNvSpPr/>
            <p:nvPr/>
          </p:nvSpPr>
          <p:spPr>
            <a:xfrm rot="21395616">
              <a:off x="5183377" y="3443728"/>
              <a:ext cx="1636134" cy="213007"/>
            </a:xfrm>
            <a:prstGeom prst="rect">
              <a:avLst/>
            </a:prstGeom>
          </p:spPr>
          <p:txBody>
            <a:bodyPr wrap="square">
              <a:spAutoFit/>
            </a:bodyPr>
            <a:lstStyle/>
            <a:p>
              <a:pPr marL="0" marR="0" lvl="0" indent="0" algn="r" defTabSz="896302" rtl="0" eaLnBrk="1" fontAlgn="auto" latinLnBrk="0" hangingPunct="1">
                <a:lnSpc>
                  <a:spcPct val="100000"/>
                </a:lnSpc>
                <a:spcBef>
                  <a:spcPts val="0"/>
                </a:spcBef>
                <a:spcAft>
                  <a:spcPts val="0"/>
                </a:spcAft>
                <a:buClrTx/>
                <a:buSzTx/>
                <a:buFontTx/>
                <a:buNone/>
                <a:tabLst/>
                <a:defRPr/>
              </a:pPr>
              <a:r>
                <a:rPr kumimoji="0" lang="en-US" altLang="en-US" sz="784" b="1" i="0" u="none" strike="noStrike" kern="0" cap="none" spc="0" normalizeH="0" baseline="0" noProof="0">
                  <a:ln>
                    <a:noFill/>
                  </a:ln>
                  <a:solidFill>
                    <a:srgbClr val="1F4E79"/>
                  </a:solidFill>
                  <a:effectLst/>
                  <a:uLnTx/>
                  <a:uFillTx/>
                  <a:latin typeface="Segoe UI"/>
                  <a:ea typeface="+mn-ea"/>
                  <a:cs typeface="+mn-cs"/>
                </a:rPr>
                <a:t>Network traffic analysis (NTA)</a:t>
              </a:r>
            </a:p>
          </p:txBody>
        </p:sp>
        <p:sp>
          <p:nvSpPr>
            <p:cNvPr id="142" name="Rectangle 141">
              <a:extLst>
                <a:ext uri="{FF2B5EF4-FFF2-40B4-BE49-F238E27FC236}">
                  <a16:creationId xmlns:a16="http://schemas.microsoft.com/office/drawing/2014/main" id="{D7FC029E-AFC7-D54F-8F3E-1F2686C0FEDA}"/>
                </a:ext>
              </a:extLst>
            </p:cNvPr>
            <p:cNvSpPr/>
            <p:nvPr/>
          </p:nvSpPr>
          <p:spPr>
            <a:xfrm rot="21110618">
              <a:off x="5613448" y="3652186"/>
              <a:ext cx="1239051" cy="211209"/>
            </a:xfrm>
            <a:prstGeom prst="rect">
              <a:avLst/>
            </a:prstGeom>
          </p:spPr>
          <p:txBody>
            <a:bodyPr wrap="square">
              <a:spAutoFit/>
            </a:bodyPr>
            <a:lstStyle/>
            <a:p>
              <a:pPr marL="0" marR="0" lvl="0" indent="0" algn="r" defTabSz="896302"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2050"/>
                  </a:solidFill>
                  <a:effectLst/>
                  <a:uLnTx/>
                  <a:uFillTx/>
                  <a:latin typeface="Segoe UI"/>
                  <a:ea typeface="+mn-ea"/>
                  <a:cs typeface="+mn-cs"/>
                </a:rPr>
                <a:t>Container</a:t>
              </a:r>
              <a:r>
                <a:rPr kumimoji="0" lang="en-US" sz="784" b="1" i="0" u="none" strike="noStrike" kern="0" cap="none" spc="0" normalizeH="0" baseline="0" noProof="0">
                  <a:ln>
                    <a:noFill/>
                  </a:ln>
                  <a:solidFill>
                    <a:srgbClr val="7030A0"/>
                  </a:solidFill>
                  <a:effectLst/>
                  <a:uLnTx/>
                  <a:uFillTx/>
                  <a:latin typeface="Segoe UI"/>
                  <a:ea typeface="+mn-ea"/>
                  <a:cs typeface="+mn-cs"/>
                </a:rPr>
                <a:t> </a:t>
              </a:r>
              <a:r>
                <a:rPr kumimoji="0" lang="en-US" sz="784" b="1" i="0" u="none" strike="noStrike" kern="0" cap="none" spc="0" normalizeH="0" baseline="0" noProof="0">
                  <a:ln>
                    <a:noFill/>
                  </a:ln>
                  <a:solidFill>
                    <a:srgbClr val="002050"/>
                  </a:solidFill>
                  <a:effectLst/>
                  <a:uLnTx/>
                  <a:uFillTx/>
                  <a:latin typeface="Segoe UI"/>
                  <a:ea typeface="+mn-ea"/>
                  <a:cs typeface="+mn-cs"/>
                </a:rPr>
                <a:t>Security*</a:t>
              </a:r>
            </a:p>
          </p:txBody>
        </p:sp>
        <p:sp>
          <p:nvSpPr>
            <p:cNvPr id="91" name="Rectangle 90">
              <a:extLst>
                <a:ext uri="{FF2B5EF4-FFF2-40B4-BE49-F238E27FC236}">
                  <a16:creationId xmlns:a16="http://schemas.microsoft.com/office/drawing/2014/main" id="{A0CD29CF-896F-2940-A05E-07C07B836549}"/>
                </a:ext>
              </a:extLst>
            </p:cNvPr>
            <p:cNvSpPr/>
            <p:nvPr/>
          </p:nvSpPr>
          <p:spPr>
            <a:xfrm rot="5091406">
              <a:off x="7436560" y="1318725"/>
              <a:ext cx="1279330" cy="213007"/>
            </a:xfrm>
            <a:prstGeom prst="rect">
              <a:avLst/>
            </a:prstGeom>
          </p:spPr>
          <p:txBody>
            <a:bodyPr wrap="square">
              <a:spAutoFit/>
            </a:bodyPr>
            <a:lstStyle/>
            <a:p>
              <a:pPr marL="0" marR="0" lvl="0" indent="0" algn="r" defTabSz="896302" rtl="0" eaLnBrk="1" fontAlgn="auto" latinLnBrk="0" hangingPunct="1">
                <a:lnSpc>
                  <a:spcPct val="100000"/>
                </a:lnSpc>
                <a:spcBef>
                  <a:spcPts val="0"/>
                </a:spcBef>
                <a:spcAft>
                  <a:spcPts val="0"/>
                </a:spcAft>
                <a:buClrTx/>
                <a:buSzTx/>
                <a:buFontTx/>
                <a:buNone/>
                <a:tabLst/>
                <a:defRPr/>
              </a:pPr>
              <a:r>
                <a:rPr kumimoji="0" lang="en-US" sz="784" b="1" i="0" u="none" strike="noStrike" kern="0" cap="none" spc="0" normalizeH="0" baseline="0" noProof="0">
                  <a:ln>
                    <a:noFill/>
                  </a:ln>
                  <a:solidFill>
                    <a:srgbClr val="0078D4"/>
                  </a:solidFill>
                  <a:effectLst/>
                  <a:uLnTx/>
                  <a:uFillTx/>
                  <a:latin typeface="Segoe UI"/>
                  <a:ea typeface="+mn-ea"/>
                  <a:cs typeface="+mn-cs"/>
                </a:rPr>
                <a:t>Web content filtering </a:t>
              </a:r>
            </a:p>
          </p:txBody>
        </p:sp>
        <p:sp>
          <p:nvSpPr>
            <p:cNvPr id="147" name="Pie 146">
              <a:extLst>
                <a:ext uri="{FF2B5EF4-FFF2-40B4-BE49-F238E27FC236}">
                  <a16:creationId xmlns:a16="http://schemas.microsoft.com/office/drawing/2014/main" id="{E6442CDC-F86D-5043-817B-4F4C23DC2173}"/>
                </a:ext>
              </a:extLst>
            </p:cNvPr>
            <p:cNvSpPr/>
            <p:nvPr/>
          </p:nvSpPr>
          <p:spPr bwMode="auto">
            <a:xfrm rot="6816743">
              <a:off x="6898042" y="2120931"/>
              <a:ext cx="2664496" cy="2670308"/>
            </a:xfrm>
            <a:prstGeom prst="pie">
              <a:avLst>
                <a:gd name="adj1" fmla="val 4184539"/>
                <a:gd name="adj2" fmla="val 6929427"/>
              </a:avLst>
            </a:prstGeom>
            <a:solidFill>
              <a:srgbClr val="00BCF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Tree>
    <p:extLst>
      <p:ext uri="{BB962C8B-B14F-4D97-AF65-F5344CB8AC3E}">
        <p14:creationId xmlns:p14="http://schemas.microsoft.com/office/powerpoint/2010/main" val="1808703728"/>
      </p:ext>
    </p:extLst>
  </p:cSld>
  <p:clrMapOvr>
    <a:masterClrMapping/>
  </p:clrMapOvr>
  <p:transition advClick="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750"/>
                                        <p:tgtEl>
                                          <p:spTgt spid="2"/>
                                        </p:tgtEl>
                                      </p:cBhvr>
                                    </p:animEffect>
                                  </p:childTnLst>
                                </p:cTn>
                              </p:par>
                              <p:par>
                                <p:cTn id="8" presetID="35" presetClass="path" presetSubtype="0" decel="100000" fill="hold" grpId="1" nodeType="withEffect">
                                  <p:stCondLst>
                                    <p:cond delay="0"/>
                                  </p:stCondLst>
                                  <p:childTnLst>
                                    <p:animMotion origin="layout" path="M -3.54167E-6 0 L -0.02369 0 " pathEditMode="relative" rAng="0" ptsTypes="AA">
                                      <p:cBhvr>
                                        <p:cTn id="9" dur="750" spd="-100000" fill="hold"/>
                                        <p:tgtEl>
                                          <p:spTgt spid="2"/>
                                        </p:tgtEl>
                                        <p:attrNameLst>
                                          <p:attrName>ppt_x</p:attrName>
                                          <p:attrName>ppt_y</p:attrName>
                                        </p:attrNameLst>
                                      </p:cBhvr>
                                      <p:rCtr x="-1185" y="0"/>
                                    </p:animMotion>
                                  </p:childTnLst>
                                </p:cTn>
                              </p:par>
                              <p:par>
                                <p:cTn id="10" presetID="10" presetClass="entr" presetSubtype="0" fill="hold" grpId="0" nodeType="withEffect">
                                  <p:stCondLst>
                                    <p:cond delay="0"/>
                                  </p:stCondLst>
                                  <p:childTnLst>
                                    <p:set>
                                      <p:cBhvr>
                                        <p:cTn id="11" dur="1" fill="hold">
                                          <p:stCondLst>
                                            <p:cond delay="0"/>
                                          </p:stCondLst>
                                        </p:cTn>
                                        <p:tgtEl>
                                          <p:spTgt spid="73"/>
                                        </p:tgtEl>
                                        <p:attrNameLst>
                                          <p:attrName>style.visibility</p:attrName>
                                        </p:attrNameLst>
                                      </p:cBhvr>
                                      <p:to>
                                        <p:strVal val="visible"/>
                                      </p:to>
                                    </p:set>
                                    <p:animEffect transition="in" filter="fade">
                                      <p:cBhvr>
                                        <p:cTn id="12" dur="750"/>
                                        <p:tgtEl>
                                          <p:spTgt spid="73"/>
                                        </p:tgtEl>
                                      </p:cBhvr>
                                    </p:animEffect>
                                  </p:childTnLst>
                                </p:cTn>
                              </p:par>
                              <p:par>
                                <p:cTn id="13" presetID="35" presetClass="path" presetSubtype="0" decel="100000" fill="hold" grpId="1" nodeType="withEffect">
                                  <p:stCondLst>
                                    <p:cond delay="0"/>
                                  </p:stCondLst>
                                  <p:childTnLst>
                                    <p:animMotion origin="layout" path="M 4.16667E-7 -1.85185E-6 L -0.0237 -1.85185E-6 " pathEditMode="relative" rAng="0" ptsTypes="AA">
                                      <p:cBhvr>
                                        <p:cTn id="14" dur="750" spd="-100000" fill="hold"/>
                                        <p:tgtEl>
                                          <p:spTgt spid="73"/>
                                        </p:tgtEl>
                                        <p:attrNameLst>
                                          <p:attrName>ppt_x</p:attrName>
                                          <p:attrName>ppt_y</p:attrName>
                                        </p:attrNameLst>
                                      </p:cBhvr>
                                      <p:rCtr x="-1185"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p:bldP spid="73" grpId="1"/>
      <p:bldP spid="2" grpId="0" animBg="1"/>
      <p:bldP spid="2" grpId="1" animBg="1"/>
    </p:bldLst>
  </p:timing>
</p:sld>
</file>

<file path=ppt/slides/slide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7" name="Freeform: Shape 116">
            <a:extLst>
              <a:ext uri="{FF2B5EF4-FFF2-40B4-BE49-F238E27FC236}">
                <a16:creationId xmlns:a16="http://schemas.microsoft.com/office/drawing/2014/main" id="{B5A0DAB4-4160-4F36-B3B5-75A55285BBB5}"/>
              </a:ext>
            </a:extLst>
          </p:cNvPr>
          <p:cNvSpPr/>
          <p:nvPr/>
        </p:nvSpPr>
        <p:spPr bwMode="auto">
          <a:xfrm flipH="1" flipV="1">
            <a:off x="7888850" y="2980788"/>
            <a:ext cx="149404" cy="896425"/>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2" name="Title 1"/>
          <p:cNvSpPr>
            <a:spLocks noGrp="1"/>
          </p:cNvSpPr>
          <p:nvPr>
            <p:ph type="title"/>
          </p:nvPr>
        </p:nvSpPr>
        <p:spPr/>
        <p:txBody>
          <a:bodyPr/>
          <a:lstStyle/>
          <a:p>
            <a:r>
              <a:rPr lang="en-US"/>
              <a:t>100+ trillion correlated signals per day</a:t>
            </a:r>
          </a:p>
        </p:txBody>
      </p:sp>
      <p:sp>
        <p:nvSpPr>
          <p:cNvPr id="35" name="Freeform: Shape 34">
            <a:extLst>
              <a:ext uri="{FF2B5EF4-FFF2-40B4-BE49-F238E27FC236}">
                <a16:creationId xmlns:a16="http://schemas.microsoft.com/office/drawing/2014/main" id="{203C24F6-6F6D-44B7-8F53-4EB008B6E44A}"/>
              </a:ext>
            </a:extLst>
          </p:cNvPr>
          <p:cNvSpPr/>
          <p:nvPr/>
        </p:nvSpPr>
        <p:spPr bwMode="auto">
          <a:xfrm>
            <a:off x="1427772" y="2340042"/>
            <a:ext cx="566746" cy="475337"/>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74" name="Freeform: Shape 73">
            <a:extLst>
              <a:ext uri="{FF2B5EF4-FFF2-40B4-BE49-F238E27FC236}">
                <a16:creationId xmlns:a16="http://schemas.microsoft.com/office/drawing/2014/main" id="{E88F5CAA-9248-4696-92AA-EAE22BF31905}"/>
              </a:ext>
            </a:extLst>
          </p:cNvPr>
          <p:cNvSpPr/>
          <p:nvPr/>
        </p:nvSpPr>
        <p:spPr bwMode="auto">
          <a:xfrm>
            <a:off x="1725935" y="3817297"/>
            <a:ext cx="94925" cy="712779"/>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75" name="Freeform: Shape 74">
            <a:extLst>
              <a:ext uri="{FF2B5EF4-FFF2-40B4-BE49-F238E27FC236}">
                <a16:creationId xmlns:a16="http://schemas.microsoft.com/office/drawing/2014/main" id="{8B067FE1-A055-47FC-B56C-234977759B50}"/>
              </a:ext>
            </a:extLst>
          </p:cNvPr>
          <p:cNvSpPr/>
          <p:nvPr/>
        </p:nvSpPr>
        <p:spPr bwMode="auto">
          <a:xfrm>
            <a:off x="2339912" y="4130110"/>
            <a:ext cx="527999" cy="623253"/>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76" name="Freeform: Shape 75">
            <a:extLst>
              <a:ext uri="{FF2B5EF4-FFF2-40B4-BE49-F238E27FC236}">
                <a16:creationId xmlns:a16="http://schemas.microsoft.com/office/drawing/2014/main" id="{F7B7389C-E9D6-40DE-8F56-BAC6BCBF372D}"/>
              </a:ext>
            </a:extLst>
          </p:cNvPr>
          <p:cNvSpPr/>
          <p:nvPr/>
        </p:nvSpPr>
        <p:spPr bwMode="auto">
          <a:xfrm flipH="1">
            <a:off x="976693" y="3817298"/>
            <a:ext cx="328170" cy="698956"/>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77" name="Freeform: Shape 76">
            <a:extLst>
              <a:ext uri="{FF2B5EF4-FFF2-40B4-BE49-F238E27FC236}">
                <a16:creationId xmlns:a16="http://schemas.microsoft.com/office/drawing/2014/main" id="{3A9516F3-5F93-42AD-811F-622B97E91CE2}"/>
              </a:ext>
            </a:extLst>
          </p:cNvPr>
          <p:cNvSpPr/>
          <p:nvPr/>
        </p:nvSpPr>
        <p:spPr bwMode="auto">
          <a:xfrm>
            <a:off x="4042433" y="2248633"/>
            <a:ext cx="739278" cy="518468"/>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78" name="Freeform: Shape 77">
            <a:extLst>
              <a:ext uri="{FF2B5EF4-FFF2-40B4-BE49-F238E27FC236}">
                <a16:creationId xmlns:a16="http://schemas.microsoft.com/office/drawing/2014/main" id="{157CF8F6-FCD0-4E5B-8F3B-BACBD68EFC23}"/>
              </a:ext>
            </a:extLst>
          </p:cNvPr>
          <p:cNvSpPr/>
          <p:nvPr/>
        </p:nvSpPr>
        <p:spPr bwMode="auto">
          <a:xfrm flipV="1">
            <a:off x="4179143" y="3439494"/>
            <a:ext cx="1153778" cy="318284"/>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94" name="Freeform: Shape 93">
            <a:extLst>
              <a:ext uri="{FF2B5EF4-FFF2-40B4-BE49-F238E27FC236}">
                <a16:creationId xmlns:a16="http://schemas.microsoft.com/office/drawing/2014/main" id="{67DEC835-2D13-494C-9CB7-A31C6D7A30D8}"/>
              </a:ext>
            </a:extLst>
          </p:cNvPr>
          <p:cNvSpPr/>
          <p:nvPr/>
        </p:nvSpPr>
        <p:spPr bwMode="auto">
          <a:xfrm flipH="1" flipV="1">
            <a:off x="4160313" y="5146950"/>
            <a:ext cx="163540" cy="472280"/>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95" name="Freeform: Shape 94">
            <a:extLst>
              <a:ext uri="{FF2B5EF4-FFF2-40B4-BE49-F238E27FC236}">
                <a16:creationId xmlns:a16="http://schemas.microsoft.com/office/drawing/2014/main" id="{1C138923-EE40-4CDF-95A2-CE7169E15F36}"/>
              </a:ext>
            </a:extLst>
          </p:cNvPr>
          <p:cNvSpPr/>
          <p:nvPr/>
        </p:nvSpPr>
        <p:spPr bwMode="auto">
          <a:xfrm flipH="1">
            <a:off x="3391049" y="5207222"/>
            <a:ext cx="256903" cy="445721"/>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96" name="Freeform: Shape 95">
            <a:extLst>
              <a:ext uri="{FF2B5EF4-FFF2-40B4-BE49-F238E27FC236}">
                <a16:creationId xmlns:a16="http://schemas.microsoft.com/office/drawing/2014/main" id="{8AD0B98A-C3DF-4703-9D6E-20856FDBE4D8}"/>
              </a:ext>
            </a:extLst>
          </p:cNvPr>
          <p:cNvSpPr/>
          <p:nvPr/>
        </p:nvSpPr>
        <p:spPr bwMode="auto">
          <a:xfrm>
            <a:off x="4588199" y="4719167"/>
            <a:ext cx="964655" cy="1120839"/>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98" name="Freeform: Shape 97">
            <a:extLst>
              <a:ext uri="{FF2B5EF4-FFF2-40B4-BE49-F238E27FC236}">
                <a16:creationId xmlns:a16="http://schemas.microsoft.com/office/drawing/2014/main" id="{66564F1F-8023-421A-9A38-B47262441FD7}"/>
              </a:ext>
            </a:extLst>
          </p:cNvPr>
          <p:cNvSpPr/>
          <p:nvPr/>
        </p:nvSpPr>
        <p:spPr bwMode="auto">
          <a:xfrm>
            <a:off x="5553443" y="4824996"/>
            <a:ext cx="311258" cy="583921"/>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101" name="Freeform: Shape 100">
            <a:extLst>
              <a:ext uri="{FF2B5EF4-FFF2-40B4-BE49-F238E27FC236}">
                <a16:creationId xmlns:a16="http://schemas.microsoft.com/office/drawing/2014/main" id="{88072653-1A32-424D-BDC8-EF0030373BD0}"/>
              </a:ext>
            </a:extLst>
          </p:cNvPr>
          <p:cNvSpPr/>
          <p:nvPr/>
        </p:nvSpPr>
        <p:spPr bwMode="auto">
          <a:xfrm flipH="1">
            <a:off x="6144832" y="4768969"/>
            <a:ext cx="50902" cy="588540"/>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102" name="Freeform: Shape 101">
            <a:extLst>
              <a:ext uri="{FF2B5EF4-FFF2-40B4-BE49-F238E27FC236}">
                <a16:creationId xmlns:a16="http://schemas.microsoft.com/office/drawing/2014/main" id="{F71DB373-0CCD-4D45-BF52-D89C3AEA4C85}"/>
              </a:ext>
            </a:extLst>
          </p:cNvPr>
          <p:cNvSpPr/>
          <p:nvPr/>
        </p:nvSpPr>
        <p:spPr bwMode="auto">
          <a:xfrm>
            <a:off x="6151333" y="2141180"/>
            <a:ext cx="62946" cy="891733"/>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103" name="Freeform: Shape 102">
            <a:extLst>
              <a:ext uri="{FF2B5EF4-FFF2-40B4-BE49-F238E27FC236}">
                <a16:creationId xmlns:a16="http://schemas.microsoft.com/office/drawing/2014/main" id="{8D84B323-97C3-4D97-B98E-BC4D17AF4453}"/>
              </a:ext>
            </a:extLst>
          </p:cNvPr>
          <p:cNvSpPr/>
          <p:nvPr/>
        </p:nvSpPr>
        <p:spPr bwMode="auto">
          <a:xfrm>
            <a:off x="6683423" y="2450714"/>
            <a:ext cx="237067" cy="605542"/>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105" name="Freeform: Shape 104">
            <a:extLst>
              <a:ext uri="{FF2B5EF4-FFF2-40B4-BE49-F238E27FC236}">
                <a16:creationId xmlns:a16="http://schemas.microsoft.com/office/drawing/2014/main" id="{C3467332-1E43-4315-B0DB-D6F30ABE8E5E}"/>
              </a:ext>
            </a:extLst>
          </p:cNvPr>
          <p:cNvSpPr/>
          <p:nvPr/>
        </p:nvSpPr>
        <p:spPr bwMode="auto">
          <a:xfrm flipV="1">
            <a:off x="6772988" y="4084200"/>
            <a:ext cx="2627023" cy="659868"/>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106" name="Freeform: Shape 105">
            <a:extLst>
              <a:ext uri="{FF2B5EF4-FFF2-40B4-BE49-F238E27FC236}">
                <a16:creationId xmlns:a16="http://schemas.microsoft.com/office/drawing/2014/main" id="{891BBB19-4BD5-43C7-9DFF-514AA0063852}"/>
              </a:ext>
            </a:extLst>
          </p:cNvPr>
          <p:cNvSpPr/>
          <p:nvPr/>
        </p:nvSpPr>
        <p:spPr bwMode="auto">
          <a:xfrm>
            <a:off x="8447422" y="4719167"/>
            <a:ext cx="851014" cy="556831"/>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107" name="Freeform: Shape 106">
            <a:extLst>
              <a:ext uri="{FF2B5EF4-FFF2-40B4-BE49-F238E27FC236}">
                <a16:creationId xmlns:a16="http://schemas.microsoft.com/office/drawing/2014/main" id="{E523D327-C057-4CCC-9D54-0796C54BA812}"/>
              </a:ext>
            </a:extLst>
          </p:cNvPr>
          <p:cNvSpPr/>
          <p:nvPr/>
        </p:nvSpPr>
        <p:spPr bwMode="auto">
          <a:xfrm flipH="1">
            <a:off x="8515479" y="2614406"/>
            <a:ext cx="758036" cy="808082"/>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108" name="Freeform: Shape 107">
            <a:extLst>
              <a:ext uri="{FF2B5EF4-FFF2-40B4-BE49-F238E27FC236}">
                <a16:creationId xmlns:a16="http://schemas.microsoft.com/office/drawing/2014/main" id="{1D5CB8EC-FFB4-4BBB-9BD8-14D4EB6B4154}"/>
              </a:ext>
            </a:extLst>
          </p:cNvPr>
          <p:cNvSpPr/>
          <p:nvPr/>
        </p:nvSpPr>
        <p:spPr bwMode="auto">
          <a:xfrm>
            <a:off x="10087593" y="2372545"/>
            <a:ext cx="365868" cy="899536"/>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110" name="Freeform: Shape 109">
            <a:extLst>
              <a:ext uri="{FF2B5EF4-FFF2-40B4-BE49-F238E27FC236}">
                <a16:creationId xmlns:a16="http://schemas.microsoft.com/office/drawing/2014/main" id="{F6A52158-A3A8-40E0-B8A6-C0D28E4395B0}"/>
              </a:ext>
            </a:extLst>
          </p:cNvPr>
          <p:cNvSpPr/>
          <p:nvPr/>
        </p:nvSpPr>
        <p:spPr bwMode="auto">
          <a:xfrm flipH="1">
            <a:off x="10237768" y="4719456"/>
            <a:ext cx="136482" cy="696931"/>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111" name="Freeform: Shape 110">
            <a:extLst>
              <a:ext uri="{FF2B5EF4-FFF2-40B4-BE49-F238E27FC236}">
                <a16:creationId xmlns:a16="http://schemas.microsoft.com/office/drawing/2014/main" id="{CCEB501D-3C7B-4FAE-BB1C-1783BCDF65EF}"/>
              </a:ext>
            </a:extLst>
          </p:cNvPr>
          <p:cNvSpPr/>
          <p:nvPr/>
        </p:nvSpPr>
        <p:spPr bwMode="auto">
          <a:xfrm flipH="1">
            <a:off x="8337176" y="5474863"/>
            <a:ext cx="655086" cy="78247"/>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112" name="Freeform: Shape 111">
            <a:extLst>
              <a:ext uri="{FF2B5EF4-FFF2-40B4-BE49-F238E27FC236}">
                <a16:creationId xmlns:a16="http://schemas.microsoft.com/office/drawing/2014/main" id="{BAC8FCAB-7342-46DE-9478-372232DF97A7}"/>
              </a:ext>
            </a:extLst>
          </p:cNvPr>
          <p:cNvSpPr/>
          <p:nvPr/>
        </p:nvSpPr>
        <p:spPr bwMode="auto">
          <a:xfrm flipH="1">
            <a:off x="8450672" y="6060693"/>
            <a:ext cx="563021" cy="366662"/>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114" name="Freeform: Shape 113">
            <a:extLst>
              <a:ext uri="{FF2B5EF4-FFF2-40B4-BE49-F238E27FC236}">
                <a16:creationId xmlns:a16="http://schemas.microsoft.com/office/drawing/2014/main" id="{7B662248-85E4-4F72-81CD-D27EC00404D4}"/>
              </a:ext>
            </a:extLst>
          </p:cNvPr>
          <p:cNvSpPr/>
          <p:nvPr/>
        </p:nvSpPr>
        <p:spPr bwMode="auto">
          <a:xfrm>
            <a:off x="11093664" y="5431827"/>
            <a:ext cx="339073" cy="294589"/>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115" name="Freeform: Shape 114">
            <a:extLst>
              <a:ext uri="{FF2B5EF4-FFF2-40B4-BE49-F238E27FC236}">
                <a16:creationId xmlns:a16="http://schemas.microsoft.com/office/drawing/2014/main" id="{C2AB408E-8846-4114-9BC8-56E46ABDDAB6}"/>
              </a:ext>
            </a:extLst>
          </p:cNvPr>
          <p:cNvSpPr/>
          <p:nvPr/>
        </p:nvSpPr>
        <p:spPr bwMode="auto">
          <a:xfrm flipH="1" flipV="1">
            <a:off x="10707296" y="3780411"/>
            <a:ext cx="647417" cy="115546"/>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116" name="Freeform: Shape 115">
            <a:extLst>
              <a:ext uri="{FF2B5EF4-FFF2-40B4-BE49-F238E27FC236}">
                <a16:creationId xmlns:a16="http://schemas.microsoft.com/office/drawing/2014/main" id="{7A444C24-8177-4047-953F-91DD2A207F77}"/>
              </a:ext>
            </a:extLst>
          </p:cNvPr>
          <p:cNvSpPr/>
          <p:nvPr/>
        </p:nvSpPr>
        <p:spPr bwMode="auto">
          <a:xfrm flipH="1" flipV="1">
            <a:off x="8609139" y="989726"/>
            <a:ext cx="584399" cy="707351"/>
          </a:xfrm>
          <a:custGeom>
            <a:avLst/>
            <a:gdLst>
              <a:gd name="connsiteX0" fmla="*/ 0 w 442913"/>
              <a:gd name="connsiteY0" fmla="*/ 371475 h 371475"/>
              <a:gd name="connsiteX1" fmla="*/ 0 w 442913"/>
              <a:gd name="connsiteY1" fmla="*/ 371475 h 371475"/>
              <a:gd name="connsiteX2" fmla="*/ 442913 w 442913"/>
              <a:gd name="connsiteY2" fmla="*/ 0 h 371475"/>
            </a:gdLst>
            <a:ahLst/>
            <a:cxnLst>
              <a:cxn ang="0">
                <a:pos x="connsiteX0" y="connsiteY0"/>
              </a:cxn>
              <a:cxn ang="0">
                <a:pos x="connsiteX1" y="connsiteY1"/>
              </a:cxn>
              <a:cxn ang="0">
                <a:pos x="connsiteX2" y="connsiteY2"/>
              </a:cxn>
            </a:cxnLst>
            <a:rect l="l" t="t" r="r" b="b"/>
            <a:pathLst>
              <a:path w="442913" h="371475">
                <a:moveTo>
                  <a:pt x="0" y="371475"/>
                </a:moveTo>
                <a:lnTo>
                  <a:pt x="0" y="371475"/>
                </a:lnTo>
                <a:lnTo>
                  <a:pt x="442913" y="0"/>
                </a:lnTo>
              </a:path>
            </a:pathLst>
          </a:custGeom>
          <a:noFill/>
          <a:ln w="12700">
            <a:solidFill>
              <a:schemeClr val="accent1"/>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16" name="03R"/>
          <p:cNvSpPr/>
          <p:nvPr/>
        </p:nvSpPr>
        <p:spPr bwMode="auto">
          <a:xfrm>
            <a:off x="9561866" y="5257474"/>
            <a:ext cx="1887434" cy="1887434"/>
          </a:xfrm>
          <a:prstGeom prst="ellipse">
            <a:avLst/>
          </a:prstGeom>
          <a:solidFill>
            <a:schemeClr val="bg1"/>
          </a:solidFill>
          <a:ln w="9525" cap="flat" cmpd="sng" algn="ctr">
            <a:solidFill>
              <a:schemeClr val="accent1"/>
            </a:solidFill>
            <a:prstDash val="solid"/>
            <a:headEnd type="none" w="med" len="med"/>
            <a:tailEnd type="none" w="med" len="med"/>
          </a:ln>
          <a:effectLst/>
        </p:spPr>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r>
              <a:rPr kumimoji="0" lang="en-US" sz="2353" b="1" i="0" u="none" strike="noStrike" kern="1200" cap="none" spc="29"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rPr>
              <a:t>450B </a:t>
            </a:r>
            <a:br>
              <a:rPr kumimoji="0" lang="en-US" sz="1372" b="0" i="0" u="none" strike="noStrike" kern="0" cap="none" spc="-30" normalizeH="0" baseline="0" noProof="0">
                <a:ln>
                  <a:noFill/>
                </a:ln>
                <a:solidFill>
                  <a:srgbClr val="FFFFFF"/>
                </a:solidFill>
                <a:effectLst/>
                <a:uLnTx/>
                <a:uFillTx/>
                <a:latin typeface="Segoe UI"/>
                <a:ea typeface="Segoe UI" pitchFamily="34" charset="0"/>
                <a:cs typeface="Segoe UI Semilight" panose="020B0402040204020203" pitchFamily="34" charset="0"/>
              </a:rPr>
            </a:br>
            <a: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t>monthly </a:t>
            </a:r>
            <a:b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br>
            <a: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t>authentications</a:t>
            </a:r>
          </a:p>
        </p:txBody>
      </p:sp>
      <p:sp>
        <p:nvSpPr>
          <p:cNvPr id="7" name="06R"/>
          <p:cNvSpPr/>
          <p:nvPr/>
        </p:nvSpPr>
        <p:spPr bwMode="auto">
          <a:xfrm>
            <a:off x="6673137" y="4681818"/>
            <a:ext cx="1980118" cy="1980118"/>
          </a:xfrm>
          <a:prstGeom prst="ellipse">
            <a:avLst/>
          </a:prstGeom>
          <a:solidFill>
            <a:schemeClr val="bg1"/>
          </a:solidFill>
          <a:ln w="9525" cap="flat" cmpd="sng" algn="ctr">
            <a:solidFill>
              <a:schemeClr val="accent1"/>
            </a:solidFill>
            <a:prstDash val="solid"/>
            <a:headEnd type="none" w="med" len="med"/>
            <a:tailEnd type="none" w="med" len="me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r>
              <a:rPr kumimoji="0" lang="en-US" sz="1961" b="1" i="0" u="none" strike="noStrike" kern="1200" cap="none" spc="29"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rPr>
              <a:t>18B+ </a:t>
            </a:r>
            <a: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t>Bing web pages scanned</a:t>
            </a:r>
          </a:p>
        </p:txBody>
      </p:sp>
      <p:sp>
        <p:nvSpPr>
          <p:cNvPr id="30" name="04R">
            <a:extLst>
              <a:ext uri="{FF2B5EF4-FFF2-40B4-BE49-F238E27FC236}">
                <a16:creationId xmlns:a16="http://schemas.microsoft.com/office/drawing/2014/main" id="{B9F94C15-CD74-45C2-BD6E-6D79EA6EDA3C}"/>
              </a:ext>
            </a:extLst>
          </p:cNvPr>
          <p:cNvSpPr/>
          <p:nvPr/>
        </p:nvSpPr>
        <p:spPr bwMode="auto">
          <a:xfrm>
            <a:off x="3133909" y="5442602"/>
            <a:ext cx="1743043" cy="1743043"/>
          </a:xfrm>
          <a:prstGeom prst="ellipse">
            <a:avLst/>
          </a:prstGeom>
          <a:solidFill>
            <a:schemeClr val="bg1"/>
          </a:solidFill>
          <a:ln w="9525" cap="flat" cmpd="sng" algn="ctr">
            <a:solidFill>
              <a:schemeClr val="accent1"/>
            </a:solidFill>
            <a:prstDash val="solid"/>
            <a:headEnd type="none" w="med" len="med"/>
            <a:tailEnd type="none" w="med" len="me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r>
              <a:rPr kumimoji="0" lang="en-US" sz="1765" b="1" i="0" u="none" strike="noStrike" kern="1200" cap="none" spc="29"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rPr>
              <a:t>1.1B</a:t>
            </a:r>
            <a: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t>+ Azure user accounts</a:t>
            </a:r>
          </a:p>
        </p:txBody>
      </p:sp>
      <p:sp>
        <p:nvSpPr>
          <p:cNvPr id="31" name="04R">
            <a:extLst>
              <a:ext uri="{FF2B5EF4-FFF2-40B4-BE49-F238E27FC236}">
                <a16:creationId xmlns:a16="http://schemas.microsoft.com/office/drawing/2014/main" id="{1121FA90-F852-4AE9-A689-0C5A6CE57FC4}"/>
              </a:ext>
            </a:extLst>
          </p:cNvPr>
          <p:cNvSpPr/>
          <p:nvPr/>
        </p:nvSpPr>
        <p:spPr bwMode="auto">
          <a:xfrm>
            <a:off x="526473" y="4358108"/>
            <a:ext cx="2204821" cy="2204821"/>
          </a:xfrm>
          <a:prstGeom prst="ellipse">
            <a:avLst/>
          </a:prstGeom>
          <a:solidFill>
            <a:schemeClr val="bg1"/>
          </a:solidFill>
          <a:ln w="9525" cap="flat" cmpd="sng" algn="ctr">
            <a:solidFill>
              <a:schemeClr val="accent1"/>
            </a:solidFill>
            <a:prstDash val="solid"/>
            <a:headEnd type="none" w="med" len="med"/>
            <a:tailEnd type="none" w="med" len="me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t>Enterprise security for</a:t>
            </a:r>
            <a:r>
              <a:rPr kumimoji="0" lang="en-US" sz="1372" b="0" i="0" u="none" strike="noStrike" kern="0" cap="none" spc="-30" normalizeH="0" baseline="0" noProof="0">
                <a:ln>
                  <a:noFill/>
                </a:ln>
                <a:solidFill>
                  <a:srgbClr val="FFFFFF"/>
                </a:solidFill>
                <a:effectLst/>
                <a:uLnTx/>
                <a:uFillTx/>
                <a:latin typeface="Segoe UI"/>
                <a:ea typeface="Segoe UI" pitchFamily="34" charset="0"/>
                <a:cs typeface="Segoe UI Semilight" panose="020B0402040204020203" pitchFamily="34" charset="0"/>
              </a:rPr>
              <a:t> </a:t>
            </a:r>
            <a:r>
              <a:rPr kumimoji="0" lang="en-US" sz="2745" b="1" i="0" u="none" strike="noStrike" kern="1200" cap="none" spc="29"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rPr>
              <a:t>90%</a:t>
            </a:r>
            <a:r>
              <a:rPr kumimoji="0" lang="en-US" sz="2745" b="1" i="0" u="none" strike="noStrike" kern="0" cap="none" spc="-30"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rPr>
              <a:t> </a:t>
            </a:r>
            <a: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t>of Fortune 500</a:t>
            </a:r>
          </a:p>
        </p:txBody>
      </p:sp>
      <p:sp>
        <p:nvSpPr>
          <p:cNvPr id="36" name="04R">
            <a:extLst>
              <a:ext uri="{FF2B5EF4-FFF2-40B4-BE49-F238E27FC236}">
                <a16:creationId xmlns:a16="http://schemas.microsoft.com/office/drawing/2014/main" id="{D0A22A77-6300-4343-8DFC-E131ED153984}"/>
              </a:ext>
            </a:extLst>
          </p:cNvPr>
          <p:cNvSpPr/>
          <p:nvPr/>
        </p:nvSpPr>
        <p:spPr bwMode="auto">
          <a:xfrm>
            <a:off x="7245974" y="1374592"/>
            <a:ext cx="1809925" cy="1809925"/>
          </a:xfrm>
          <a:prstGeom prst="ellipse">
            <a:avLst/>
          </a:prstGeom>
          <a:solidFill>
            <a:schemeClr val="bg1"/>
          </a:solidFill>
          <a:ln w="9525" cap="flat" cmpd="sng" algn="ctr">
            <a:solidFill>
              <a:schemeClr val="accent1"/>
            </a:solidFill>
            <a:prstDash val="solid"/>
            <a:headEnd type="none" w="med" len="med"/>
            <a:tailEnd type="none" w="med" len="me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r>
              <a:rPr kumimoji="0" lang="en-US" sz="2353" b="1" i="0" u="none" strike="noStrike" kern="1200" cap="none" spc="29"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rPr>
              <a:t>930M </a:t>
            </a:r>
            <a:br>
              <a:rPr kumimoji="0" lang="en-US" sz="1961" b="0" i="0" u="none" strike="noStrike" kern="0" cap="none" spc="-30"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rPr>
            </a:br>
            <a: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t>threats detected on devices every month</a:t>
            </a:r>
          </a:p>
        </p:txBody>
      </p:sp>
      <p:sp>
        <p:nvSpPr>
          <p:cNvPr id="37" name="04R">
            <a:extLst>
              <a:ext uri="{FF2B5EF4-FFF2-40B4-BE49-F238E27FC236}">
                <a16:creationId xmlns:a16="http://schemas.microsoft.com/office/drawing/2014/main" id="{0882439B-95F9-4070-878F-1FD15FCDFDD3}"/>
              </a:ext>
            </a:extLst>
          </p:cNvPr>
          <p:cNvSpPr/>
          <p:nvPr/>
        </p:nvSpPr>
        <p:spPr bwMode="auto">
          <a:xfrm>
            <a:off x="9537101" y="263630"/>
            <a:ext cx="2364511" cy="2364511"/>
          </a:xfrm>
          <a:prstGeom prst="ellipse">
            <a:avLst/>
          </a:prstGeom>
          <a:solidFill>
            <a:schemeClr val="bg1"/>
          </a:solidFill>
          <a:ln w="9525" cap="flat" cmpd="sng" algn="ctr">
            <a:solidFill>
              <a:schemeClr val="accent1"/>
            </a:solidFill>
            <a:prstDash val="solid"/>
            <a:headEnd type="none" w="med" len="med"/>
            <a:tailEnd type="none" w="med" len="me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r>
              <a:rPr kumimoji="0" lang="en-US" sz="1568" b="0" i="0" u="none" strike="noStrike" kern="1200" cap="none" spc="29" normalizeH="0" baseline="0" noProof="0">
                <a:ln>
                  <a:noFill/>
                </a:ln>
                <a:solidFill>
                  <a:srgbClr val="FFFFFF"/>
                </a:solidFill>
                <a:effectLst/>
                <a:uLnTx/>
                <a:uFillTx/>
                <a:latin typeface="Segoe UI Semilight"/>
                <a:ea typeface="+mn-ea"/>
                <a:cs typeface="Segoe UI" pitchFamily="34" charset="0"/>
              </a:rPr>
              <a:t>Shared threat data from partners, researchers, and law enforcement worldwide</a:t>
            </a:r>
          </a:p>
        </p:txBody>
      </p:sp>
      <p:sp>
        <p:nvSpPr>
          <p:cNvPr id="38" name="04R">
            <a:extLst>
              <a:ext uri="{FF2B5EF4-FFF2-40B4-BE49-F238E27FC236}">
                <a16:creationId xmlns:a16="http://schemas.microsoft.com/office/drawing/2014/main" id="{A4B0A990-D41C-42E0-9380-4B08228E5EFF}"/>
              </a:ext>
            </a:extLst>
          </p:cNvPr>
          <p:cNvSpPr/>
          <p:nvPr/>
        </p:nvSpPr>
        <p:spPr bwMode="auto">
          <a:xfrm>
            <a:off x="8870872" y="3018273"/>
            <a:ext cx="2080902" cy="2080904"/>
          </a:xfrm>
          <a:prstGeom prst="ellipse">
            <a:avLst/>
          </a:prstGeom>
          <a:solidFill>
            <a:schemeClr val="bg1"/>
          </a:solidFill>
          <a:ln w="9525" cap="flat" cmpd="sng" algn="ctr">
            <a:solidFill>
              <a:schemeClr val="accent1"/>
            </a:solidFill>
            <a:prstDash val="solid"/>
            <a:headEnd type="none" w="med" len="med"/>
            <a:tailEnd type="none" w="med" len="me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r>
              <a:rPr kumimoji="0" lang="en-US" sz="1568" b="0" i="0" u="none" strike="noStrike" kern="1200" cap="none" spc="29" normalizeH="0" baseline="0" noProof="0">
                <a:ln>
                  <a:noFill/>
                </a:ln>
                <a:solidFill>
                  <a:srgbClr val="FFFFFF"/>
                </a:solidFill>
                <a:effectLst/>
                <a:uLnTx/>
                <a:uFillTx/>
                <a:latin typeface="Segoe UI Semilight"/>
                <a:ea typeface="+mn-ea"/>
                <a:cs typeface="Segoe UI" pitchFamily="34" charset="0"/>
              </a:rPr>
              <a:t>Botnet data from Microsoft Digital Crimes Unit</a:t>
            </a:r>
          </a:p>
        </p:txBody>
      </p:sp>
      <p:sp>
        <p:nvSpPr>
          <p:cNvPr id="19" name="02R"/>
          <p:cNvSpPr/>
          <p:nvPr/>
        </p:nvSpPr>
        <p:spPr bwMode="auto">
          <a:xfrm>
            <a:off x="2340500" y="2249345"/>
            <a:ext cx="2126303" cy="2124774"/>
          </a:xfrm>
          <a:prstGeom prst="ellipse">
            <a:avLst/>
          </a:prstGeom>
          <a:solidFill>
            <a:schemeClr val="bg1"/>
          </a:solidFill>
          <a:ln w="9525" cap="flat" cmpd="sng" algn="ctr">
            <a:solidFill>
              <a:schemeClr val="accent1"/>
            </a:solidFill>
            <a:prstDash val="solid"/>
            <a:headEnd type="none" w="med" len="med"/>
            <a:tailEnd type="none" w="med" len="me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r>
              <a:rPr kumimoji="0" lang="en-US" sz="3137" b="1" i="0" u="none" strike="noStrike" kern="1200" cap="none" spc="29"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rPr>
              <a:t>1.2B </a:t>
            </a:r>
            <a:br>
              <a:rPr kumimoji="0" lang="en-US" sz="1372" b="0" i="0" u="none" strike="noStrike" kern="0" cap="none" spc="-30" normalizeH="0" baseline="0" noProof="0">
                <a:ln>
                  <a:noFill/>
                </a:ln>
                <a:solidFill>
                  <a:srgbClr val="FFFFFF"/>
                </a:solidFill>
                <a:effectLst/>
                <a:uLnTx/>
                <a:uFillTx/>
                <a:latin typeface="Segoe UI"/>
                <a:ea typeface="Segoe UI" pitchFamily="34" charset="0"/>
                <a:cs typeface="Segoe UI Semilight" panose="020B0402040204020203" pitchFamily="34" charset="0"/>
              </a:rPr>
            </a:br>
            <a: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t>devices scanned each month</a:t>
            </a:r>
          </a:p>
        </p:txBody>
      </p:sp>
      <p:sp>
        <p:nvSpPr>
          <p:cNvPr id="13" name="04R"/>
          <p:cNvSpPr/>
          <p:nvPr/>
        </p:nvSpPr>
        <p:spPr bwMode="auto">
          <a:xfrm>
            <a:off x="-129076" y="2285125"/>
            <a:ext cx="1731509" cy="1731509"/>
          </a:xfrm>
          <a:prstGeom prst="ellipse">
            <a:avLst/>
          </a:prstGeom>
          <a:solidFill>
            <a:schemeClr val="bg1"/>
          </a:solidFill>
          <a:ln w="9525" cap="flat" cmpd="sng" algn="ctr">
            <a:solidFill>
              <a:schemeClr val="accent1"/>
            </a:solidFill>
            <a:prstDash val="solid"/>
            <a:headEnd type="none" w="med" len="med"/>
            <a:tailEnd type="none" w="med" len="me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r>
              <a:rPr kumimoji="0" lang="en-US" sz="2353" b="1" i="0" u="none" strike="noStrike" kern="1200" cap="none" spc="29"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rPr>
              <a:t>400B </a:t>
            </a:r>
            <a:br>
              <a:rPr kumimoji="0" lang="en-US" sz="2353" b="1" i="0" u="none" strike="noStrike" kern="1200" cap="none" spc="29"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rPr>
            </a:br>
            <a: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t>emails </a:t>
            </a:r>
            <a:b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br>
            <a: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t>analyzed</a:t>
            </a:r>
            <a:endParaRPr kumimoji="0" lang="en-US" sz="2353" b="0" i="0" u="none" strike="noStrike" kern="1200" cap="none" spc="29" normalizeH="0" baseline="0" noProof="0">
              <a:ln>
                <a:noFill/>
              </a:ln>
              <a:solidFill>
                <a:srgbClr val="FFFFFF"/>
              </a:solidFill>
              <a:effectLst/>
              <a:uLnTx/>
              <a:uFillTx/>
              <a:latin typeface="Segoe UI Semilight"/>
              <a:ea typeface="+mn-ea"/>
              <a:cs typeface="Segoe UI" pitchFamily="34" charset="0"/>
            </a:endParaRPr>
          </a:p>
        </p:txBody>
      </p:sp>
      <p:sp>
        <p:nvSpPr>
          <p:cNvPr id="22" name="01R"/>
          <p:cNvSpPr/>
          <p:nvPr/>
        </p:nvSpPr>
        <p:spPr bwMode="auto">
          <a:xfrm>
            <a:off x="5034288" y="2752012"/>
            <a:ext cx="2215982" cy="2215982"/>
          </a:xfrm>
          <a:prstGeom prst="ellipse">
            <a:avLst/>
          </a:prstGeom>
          <a:solidFill>
            <a:schemeClr val="bg1"/>
          </a:solidFill>
          <a:ln w="9525" cap="flat" cmpd="sng" algn="ctr">
            <a:solidFill>
              <a:schemeClr val="accent1"/>
            </a:solidFill>
            <a:prstDash val="solid"/>
            <a:headEnd type="none" w="med" len="med"/>
            <a:tailEnd type="none" w="med" len="med"/>
          </a:ln>
          <a:effectLst/>
        </p:spPr>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r>
              <a:rPr kumimoji="0" lang="en-US" sz="3137" b="1" i="0" u="none" strike="noStrike" kern="1200" cap="none" spc="29"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rPr>
              <a:t>200+ </a:t>
            </a:r>
            <a:br>
              <a:rPr kumimoji="0" lang="en-US" sz="1372" b="0" i="0" u="none" strike="noStrike" kern="0" cap="none" spc="-30" normalizeH="0" baseline="0" noProof="0">
                <a:ln>
                  <a:noFill/>
                </a:ln>
                <a:solidFill>
                  <a:srgbClr val="FFFFFF"/>
                </a:solidFill>
                <a:effectLst/>
                <a:uLnTx/>
                <a:uFillTx/>
                <a:latin typeface="Segoe UI"/>
                <a:ea typeface="Segoe UI" pitchFamily="34" charset="0"/>
                <a:cs typeface="Segoe UI Semilight" panose="020B0402040204020203" pitchFamily="34" charset="0"/>
              </a:rPr>
            </a:br>
            <a: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t>global cloud consumer </a:t>
            </a:r>
            <a:b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br>
            <a: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t>and commercial</a:t>
            </a:r>
            <a:b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br>
            <a:r>
              <a:rPr kumimoji="0" lang="en-US" sz="1372" b="0" i="0" u="none" strike="noStrike" kern="1200" cap="none" spc="29" normalizeH="0" baseline="0" noProof="0">
                <a:ln>
                  <a:noFill/>
                </a:ln>
                <a:solidFill>
                  <a:srgbClr val="FFFFFF"/>
                </a:solidFill>
                <a:effectLst/>
                <a:uLnTx/>
                <a:uFillTx/>
                <a:latin typeface="Segoe UI Semilight"/>
                <a:ea typeface="+mn-ea"/>
                <a:cs typeface="Segoe UI" pitchFamily="34" charset="0"/>
              </a:rPr>
              <a:t>services</a:t>
            </a:r>
          </a:p>
        </p:txBody>
      </p:sp>
      <p:sp>
        <p:nvSpPr>
          <p:cNvPr id="80" name="Oval 79"/>
          <p:cNvSpPr/>
          <p:nvPr/>
        </p:nvSpPr>
        <p:spPr bwMode="auto">
          <a:xfrm>
            <a:off x="1682503" y="3667115"/>
            <a:ext cx="294910" cy="294910"/>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82" name="Oval 81"/>
          <p:cNvSpPr/>
          <p:nvPr/>
        </p:nvSpPr>
        <p:spPr bwMode="auto">
          <a:xfrm>
            <a:off x="3163014" y="4956549"/>
            <a:ext cx="304209" cy="304209"/>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84" name="Oval 83"/>
          <p:cNvSpPr/>
          <p:nvPr/>
        </p:nvSpPr>
        <p:spPr bwMode="auto">
          <a:xfrm>
            <a:off x="8882278" y="6282828"/>
            <a:ext cx="311259" cy="311259"/>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85" name="Oval 84"/>
          <p:cNvSpPr/>
          <p:nvPr/>
        </p:nvSpPr>
        <p:spPr bwMode="auto">
          <a:xfrm>
            <a:off x="9005859" y="784859"/>
            <a:ext cx="374969" cy="374969"/>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gradFill>
                <a:gsLst>
                  <a:gs pos="0">
                    <a:srgbClr val="505050"/>
                  </a:gs>
                  <a:gs pos="100000">
                    <a:srgbClr val="505050"/>
                  </a:gs>
                </a:gsLst>
                <a:lin ang="5400000" scaled="0"/>
              </a:gradFill>
              <a:effectLst/>
              <a:uLnTx/>
              <a:uFillTx/>
              <a:latin typeface="Segoe UI"/>
              <a:ea typeface="+mn-ea"/>
              <a:cs typeface="+mn-cs"/>
            </a:endParaRPr>
          </a:p>
        </p:txBody>
      </p:sp>
      <p:sp>
        <p:nvSpPr>
          <p:cNvPr id="86" name="Oval 85"/>
          <p:cNvSpPr/>
          <p:nvPr/>
        </p:nvSpPr>
        <p:spPr bwMode="auto">
          <a:xfrm>
            <a:off x="11233250" y="3635988"/>
            <a:ext cx="305293" cy="305293"/>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88" name="Oval 87"/>
          <p:cNvSpPr/>
          <p:nvPr/>
        </p:nvSpPr>
        <p:spPr bwMode="auto">
          <a:xfrm>
            <a:off x="5351722" y="5316785"/>
            <a:ext cx="302448" cy="302448"/>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90" name="Oval 89"/>
          <p:cNvSpPr/>
          <p:nvPr/>
        </p:nvSpPr>
        <p:spPr bwMode="auto">
          <a:xfrm>
            <a:off x="6763957" y="2360540"/>
            <a:ext cx="289028" cy="289028"/>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grpSp>
        <p:nvGrpSpPr>
          <p:cNvPr id="52" name="Group 51">
            <a:extLst>
              <a:ext uri="{FF2B5EF4-FFF2-40B4-BE49-F238E27FC236}">
                <a16:creationId xmlns:a16="http://schemas.microsoft.com/office/drawing/2014/main" id="{A14FE694-A9DD-43F4-B41D-3D6F1A62AD6B}"/>
              </a:ext>
            </a:extLst>
          </p:cNvPr>
          <p:cNvGrpSpPr/>
          <p:nvPr/>
        </p:nvGrpSpPr>
        <p:grpSpPr>
          <a:xfrm>
            <a:off x="5794911" y="1436073"/>
            <a:ext cx="821639" cy="989253"/>
            <a:chOff x="1746166" y="1628155"/>
            <a:chExt cx="838115" cy="1009090"/>
          </a:xfrm>
        </p:grpSpPr>
        <p:sp>
          <p:nvSpPr>
            <p:cNvPr id="123" name="User log in text">
              <a:extLst>
                <a:ext uri="{FF2B5EF4-FFF2-40B4-BE49-F238E27FC236}">
                  <a16:creationId xmlns:a16="http://schemas.microsoft.com/office/drawing/2014/main" id="{F2F179AE-08D0-4BD8-B620-70B387A73A5F}"/>
                </a:ext>
              </a:extLst>
            </p:cNvPr>
            <p:cNvSpPr/>
            <p:nvPr/>
          </p:nvSpPr>
          <p:spPr>
            <a:xfrm>
              <a:off x="1746166" y="1628155"/>
              <a:ext cx="838115" cy="276999"/>
            </a:xfrm>
            <a:prstGeom prst="rect">
              <a:avLst/>
            </a:prstGeom>
          </p:spPr>
          <p:txBody>
            <a:bodyPr wrap="none">
              <a:spAutoFit/>
            </a:bodyPr>
            <a:lstStyle/>
            <a:p>
              <a:pPr marL="0" marR="0" lvl="0" indent="0" algn="l" defTabSz="895922" rtl="0" eaLnBrk="1" fontAlgn="base" latinLnBrk="0" hangingPunct="1">
                <a:lnSpc>
                  <a:spcPct val="100000"/>
                </a:lnSpc>
                <a:spcBef>
                  <a:spcPct val="0"/>
                </a:spcBef>
                <a:spcAft>
                  <a:spcPct val="0"/>
                </a:spcAft>
                <a:buClrTx/>
                <a:buSzTx/>
                <a:buFontTx/>
                <a:buNone/>
                <a:tabLst/>
                <a:defRPr/>
              </a:pPr>
              <a:r>
                <a:rPr kumimoji="0" lang="en-US" sz="1176" b="0" i="0" u="none" strike="noStrike" kern="1200" cap="none" spc="29" normalizeH="0" baseline="0" noProof="0">
                  <a:ln>
                    <a:noFill/>
                  </a:ln>
                  <a:solidFill>
                    <a:srgbClr val="FFFFFF"/>
                  </a:solidFill>
                  <a:effectLst/>
                  <a:uLnTx/>
                  <a:uFillTx/>
                  <a:latin typeface="Segoe UI Semilight"/>
                  <a:ea typeface="+mn-ea"/>
                  <a:cs typeface="Segoe UI" pitchFamily="34" charset="0"/>
                </a:rPr>
                <a:t>OneDrive</a:t>
              </a:r>
            </a:p>
          </p:txBody>
        </p:sp>
        <p:grpSp>
          <p:nvGrpSpPr>
            <p:cNvPr id="44" name="Group 43">
              <a:extLst>
                <a:ext uri="{FF2B5EF4-FFF2-40B4-BE49-F238E27FC236}">
                  <a16:creationId xmlns:a16="http://schemas.microsoft.com/office/drawing/2014/main" id="{649D885D-43C8-4A90-A654-450B44A9FE05}"/>
                </a:ext>
              </a:extLst>
            </p:cNvPr>
            <p:cNvGrpSpPr/>
            <p:nvPr/>
          </p:nvGrpSpPr>
          <p:grpSpPr>
            <a:xfrm>
              <a:off x="1788412" y="1903885"/>
              <a:ext cx="733360" cy="733360"/>
              <a:chOff x="1788412" y="1903885"/>
              <a:chExt cx="733360" cy="733360"/>
            </a:xfrm>
          </p:grpSpPr>
          <p:sp>
            <p:nvSpPr>
              <p:cNvPr id="81" name="Oval 80"/>
              <p:cNvSpPr/>
              <p:nvPr/>
            </p:nvSpPr>
            <p:spPr bwMode="auto">
              <a:xfrm>
                <a:off x="1788412" y="1903885"/>
                <a:ext cx="733360" cy="733360"/>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127" name="Freeform 22">
                <a:extLst>
                  <a:ext uri="{FF2B5EF4-FFF2-40B4-BE49-F238E27FC236}">
                    <a16:creationId xmlns:a16="http://schemas.microsoft.com/office/drawing/2014/main" id="{5B62034E-75AC-426F-B38B-25228850BBA5}"/>
                  </a:ext>
                </a:extLst>
              </p:cNvPr>
              <p:cNvSpPr>
                <a:spLocks noChangeAspect="1" noEditPoints="1"/>
              </p:cNvSpPr>
              <p:nvPr/>
            </p:nvSpPr>
            <p:spPr bwMode="black">
              <a:xfrm>
                <a:off x="1937681" y="2134917"/>
                <a:ext cx="434822" cy="271296"/>
              </a:xfrm>
              <a:custGeom>
                <a:avLst/>
                <a:gdLst>
                  <a:gd name="T0" fmla="*/ 398 w 439"/>
                  <a:gd name="T1" fmla="*/ 177 h 273"/>
                  <a:gd name="T2" fmla="*/ 439 w 439"/>
                  <a:gd name="T3" fmla="*/ 226 h 273"/>
                  <a:gd name="T4" fmla="*/ 398 w 439"/>
                  <a:gd name="T5" fmla="*/ 273 h 273"/>
                  <a:gd name="T6" fmla="*/ 162 w 439"/>
                  <a:gd name="T7" fmla="*/ 273 h 273"/>
                  <a:gd name="T8" fmla="*/ 101 w 439"/>
                  <a:gd name="T9" fmla="*/ 211 h 273"/>
                  <a:gd name="T10" fmla="*/ 160 w 439"/>
                  <a:gd name="T11" fmla="*/ 155 h 273"/>
                  <a:gd name="T12" fmla="*/ 217 w 439"/>
                  <a:gd name="T13" fmla="*/ 85 h 273"/>
                  <a:gd name="T14" fmla="*/ 302 w 439"/>
                  <a:gd name="T15" fmla="*/ 118 h 273"/>
                  <a:gd name="T16" fmla="*/ 362 w 439"/>
                  <a:gd name="T17" fmla="*/ 116 h 273"/>
                  <a:gd name="T18" fmla="*/ 398 w 439"/>
                  <a:gd name="T19" fmla="*/ 177 h 273"/>
                  <a:gd name="T20" fmla="*/ 86 w 439"/>
                  <a:gd name="T21" fmla="*/ 213 h 273"/>
                  <a:gd name="T22" fmla="*/ 149 w 439"/>
                  <a:gd name="T23" fmla="*/ 144 h 273"/>
                  <a:gd name="T24" fmla="*/ 213 w 439"/>
                  <a:gd name="T25" fmla="*/ 73 h 273"/>
                  <a:gd name="T26" fmla="*/ 305 w 439"/>
                  <a:gd name="T27" fmla="*/ 103 h 273"/>
                  <a:gd name="T28" fmla="*/ 336 w 439"/>
                  <a:gd name="T29" fmla="*/ 97 h 273"/>
                  <a:gd name="T30" fmla="*/ 276 w 439"/>
                  <a:gd name="T31" fmla="*/ 19 h 273"/>
                  <a:gd name="T32" fmla="*/ 161 w 439"/>
                  <a:gd name="T33" fmla="*/ 61 h 273"/>
                  <a:gd name="T34" fmla="*/ 92 w 439"/>
                  <a:gd name="T35" fmla="*/ 60 h 273"/>
                  <a:gd name="T36" fmla="*/ 53 w 439"/>
                  <a:gd name="T37" fmla="*/ 135 h 273"/>
                  <a:gd name="T38" fmla="*/ 0 w 439"/>
                  <a:gd name="T39" fmla="*/ 196 h 273"/>
                  <a:gd name="T40" fmla="*/ 59 w 439"/>
                  <a:gd name="T41" fmla="*/ 255 h 273"/>
                  <a:gd name="T42" fmla="*/ 98 w 439"/>
                  <a:gd name="T43" fmla="*/ 255 h 273"/>
                  <a:gd name="T44" fmla="*/ 86 w 439"/>
                  <a:gd name="T45" fmla="*/ 213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9" h="273">
                    <a:moveTo>
                      <a:pt x="398" y="177"/>
                    </a:moveTo>
                    <a:cubicBezTo>
                      <a:pt x="398" y="177"/>
                      <a:pt x="439" y="181"/>
                      <a:pt x="439" y="226"/>
                    </a:cubicBezTo>
                    <a:cubicBezTo>
                      <a:pt x="439" y="248"/>
                      <a:pt x="427" y="273"/>
                      <a:pt x="398" y="273"/>
                    </a:cubicBezTo>
                    <a:cubicBezTo>
                      <a:pt x="398" y="273"/>
                      <a:pt x="177" y="273"/>
                      <a:pt x="162" y="273"/>
                    </a:cubicBezTo>
                    <a:cubicBezTo>
                      <a:pt x="117" y="273"/>
                      <a:pt x="101" y="242"/>
                      <a:pt x="101" y="211"/>
                    </a:cubicBezTo>
                    <a:cubicBezTo>
                      <a:pt x="101" y="157"/>
                      <a:pt x="160" y="155"/>
                      <a:pt x="160" y="155"/>
                    </a:cubicBezTo>
                    <a:cubicBezTo>
                      <a:pt x="160" y="155"/>
                      <a:pt x="165" y="97"/>
                      <a:pt x="217" y="85"/>
                    </a:cubicBezTo>
                    <a:cubicBezTo>
                      <a:pt x="263" y="75"/>
                      <a:pt x="289" y="99"/>
                      <a:pt x="302" y="118"/>
                    </a:cubicBezTo>
                    <a:cubicBezTo>
                      <a:pt x="302" y="118"/>
                      <a:pt x="330" y="102"/>
                      <a:pt x="362" y="116"/>
                    </a:cubicBezTo>
                    <a:cubicBezTo>
                      <a:pt x="381" y="124"/>
                      <a:pt x="399" y="144"/>
                      <a:pt x="398" y="177"/>
                    </a:cubicBezTo>
                    <a:close/>
                    <a:moveTo>
                      <a:pt x="86" y="213"/>
                    </a:moveTo>
                    <a:cubicBezTo>
                      <a:pt x="86" y="153"/>
                      <a:pt x="149" y="144"/>
                      <a:pt x="149" y="144"/>
                    </a:cubicBezTo>
                    <a:cubicBezTo>
                      <a:pt x="149" y="144"/>
                      <a:pt x="157" y="87"/>
                      <a:pt x="213" y="73"/>
                    </a:cubicBezTo>
                    <a:cubicBezTo>
                      <a:pt x="258" y="62"/>
                      <a:pt x="291" y="81"/>
                      <a:pt x="305" y="103"/>
                    </a:cubicBezTo>
                    <a:cubicBezTo>
                      <a:pt x="305" y="103"/>
                      <a:pt x="315" y="97"/>
                      <a:pt x="336" y="97"/>
                    </a:cubicBezTo>
                    <a:cubicBezTo>
                      <a:pt x="334" y="78"/>
                      <a:pt x="320" y="37"/>
                      <a:pt x="276" y="19"/>
                    </a:cubicBezTo>
                    <a:cubicBezTo>
                      <a:pt x="225" y="0"/>
                      <a:pt x="181" y="24"/>
                      <a:pt x="161" y="61"/>
                    </a:cubicBezTo>
                    <a:cubicBezTo>
                      <a:pt x="161" y="61"/>
                      <a:pt x="129" y="41"/>
                      <a:pt x="92" y="60"/>
                    </a:cubicBezTo>
                    <a:cubicBezTo>
                      <a:pt x="66" y="74"/>
                      <a:pt x="50" y="105"/>
                      <a:pt x="53" y="135"/>
                    </a:cubicBezTo>
                    <a:cubicBezTo>
                      <a:pt x="53" y="135"/>
                      <a:pt x="0" y="139"/>
                      <a:pt x="0" y="196"/>
                    </a:cubicBezTo>
                    <a:cubicBezTo>
                      <a:pt x="0" y="227"/>
                      <a:pt x="28" y="255"/>
                      <a:pt x="59" y="255"/>
                    </a:cubicBezTo>
                    <a:cubicBezTo>
                      <a:pt x="98" y="255"/>
                      <a:pt x="98" y="255"/>
                      <a:pt x="98" y="255"/>
                    </a:cubicBezTo>
                    <a:cubicBezTo>
                      <a:pt x="88" y="240"/>
                      <a:pt x="86" y="225"/>
                      <a:pt x="86" y="213"/>
                    </a:cubicBezTo>
                    <a:close/>
                  </a:path>
                </a:pathLst>
              </a:custGeom>
              <a:solidFill>
                <a:schemeClr val="bg1"/>
              </a:solidFill>
              <a:ln>
                <a:noFill/>
              </a:ln>
            </p:spPr>
            <p:txBody>
              <a:bodyPr vert="horz" wrap="square" lIns="91427" tIns="45713" rIns="91427" bIns="45713" numCol="1" anchor="t" anchorCtr="0" compatLnSpc="1">
                <a:prstTxWarp prst="textNoShape">
                  <a:avLst/>
                </a:prstTxWarp>
              </a:bodyPr>
              <a:lstStyle/>
              <a:p>
                <a:pPr marL="0" marR="0" lvl="0" indent="0" algn="l" defTabSz="91422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grpSp>
      </p:grpSp>
      <p:grpSp>
        <p:nvGrpSpPr>
          <p:cNvPr id="57" name="Group 56">
            <a:extLst>
              <a:ext uri="{FF2B5EF4-FFF2-40B4-BE49-F238E27FC236}">
                <a16:creationId xmlns:a16="http://schemas.microsoft.com/office/drawing/2014/main" id="{403719B2-2C27-4F15-94FD-ADBA0E41E2F3}"/>
              </a:ext>
            </a:extLst>
          </p:cNvPr>
          <p:cNvGrpSpPr/>
          <p:nvPr/>
        </p:nvGrpSpPr>
        <p:grpSpPr>
          <a:xfrm>
            <a:off x="5807557" y="5214573"/>
            <a:ext cx="829873" cy="975209"/>
            <a:chOff x="5924010" y="5318639"/>
            <a:chExt cx="846514" cy="994764"/>
          </a:xfrm>
        </p:grpSpPr>
        <p:sp>
          <p:nvSpPr>
            <p:cNvPr id="128" name="User log in text">
              <a:extLst>
                <a:ext uri="{FF2B5EF4-FFF2-40B4-BE49-F238E27FC236}">
                  <a16:creationId xmlns:a16="http://schemas.microsoft.com/office/drawing/2014/main" id="{AC6D3FEB-24AF-4294-BC9B-8AFDAFEC0AA4}"/>
                </a:ext>
              </a:extLst>
            </p:cNvPr>
            <p:cNvSpPr/>
            <p:nvPr/>
          </p:nvSpPr>
          <p:spPr>
            <a:xfrm>
              <a:off x="5924010" y="6036404"/>
              <a:ext cx="846514" cy="276999"/>
            </a:xfrm>
            <a:prstGeom prst="rect">
              <a:avLst/>
            </a:prstGeom>
          </p:spPr>
          <p:txBody>
            <a:bodyPr wrap="none">
              <a:spAutoFit/>
            </a:bodyPr>
            <a:lstStyle/>
            <a:p>
              <a:pPr marL="0" marR="0" lvl="0" indent="0" algn="l" defTabSz="895922" rtl="0" eaLnBrk="1" fontAlgn="base" latinLnBrk="0" hangingPunct="1">
                <a:lnSpc>
                  <a:spcPct val="100000"/>
                </a:lnSpc>
                <a:spcBef>
                  <a:spcPct val="0"/>
                </a:spcBef>
                <a:spcAft>
                  <a:spcPct val="0"/>
                </a:spcAft>
                <a:buClrTx/>
                <a:buSzTx/>
                <a:buFontTx/>
                <a:buNone/>
                <a:tabLst/>
                <a:defRPr/>
              </a:pPr>
              <a:r>
                <a:rPr kumimoji="0" lang="en-US" sz="1176" b="0" i="0" u="none" strike="noStrike" kern="1200" cap="none" spc="29" normalizeH="0" baseline="0" noProof="0">
                  <a:ln>
                    <a:noFill/>
                  </a:ln>
                  <a:solidFill>
                    <a:srgbClr val="FFFFFF"/>
                  </a:solidFill>
                  <a:effectLst/>
                  <a:uLnTx/>
                  <a:uFillTx/>
                  <a:latin typeface="Segoe UI Semilight"/>
                  <a:ea typeface="+mn-ea"/>
                  <a:cs typeface="Segoe UI" pitchFamily="34" charset="0"/>
                </a:rPr>
                <a:t>Xbox Live</a:t>
              </a:r>
            </a:p>
          </p:txBody>
        </p:sp>
        <p:grpSp>
          <p:nvGrpSpPr>
            <p:cNvPr id="47" name="Group 46">
              <a:extLst>
                <a:ext uri="{FF2B5EF4-FFF2-40B4-BE49-F238E27FC236}">
                  <a16:creationId xmlns:a16="http://schemas.microsoft.com/office/drawing/2014/main" id="{EB72D5D3-1408-4556-82E7-F7803B3BF9B5}"/>
                </a:ext>
              </a:extLst>
            </p:cNvPr>
            <p:cNvGrpSpPr/>
            <p:nvPr/>
          </p:nvGrpSpPr>
          <p:grpSpPr>
            <a:xfrm>
              <a:off x="5978493" y="5318639"/>
              <a:ext cx="721710" cy="721710"/>
              <a:chOff x="5978493" y="5318639"/>
              <a:chExt cx="721710" cy="721710"/>
            </a:xfrm>
          </p:grpSpPr>
          <p:sp>
            <p:nvSpPr>
              <p:cNvPr id="83" name="Oval 82"/>
              <p:cNvSpPr/>
              <p:nvPr/>
            </p:nvSpPr>
            <p:spPr bwMode="auto">
              <a:xfrm>
                <a:off x="5978493" y="5318639"/>
                <a:ext cx="721710" cy="721710"/>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solidFill>
                    <a:srgbClr val="FFFFFF"/>
                  </a:solidFill>
                  <a:effectLst/>
                  <a:uLnTx/>
                  <a:uFillTx/>
                  <a:latin typeface="Segoe UI"/>
                  <a:ea typeface="+mn-ea"/>
                  <a:cs typeface="+mn-cs"/>
                </a:endParaRPr>
              </a:p>
            </p:txBody>
          </p:sp>
          <p:sp>
            <p:nvSpPr>
              <p:cNvPr id="133" name="Freeform 112">
                <a:extLst>
                  <a:ext uri="{FF2B5EF4-FFF2-40B4-BE49-F238E27FC236}">
                    <a16:creationId xmlns:a16="http://schemas.microsoft.com/office/drawing/2014/main" id="{2840F9E1-EA9D-40B2-9AA8-B2BED872191E}"/>
                  </a:ext>
                </a:extLst>
              </p:cNvPr>
              <p:cNvSpPr>
                <a:spLocks noChangeAspect="1" noEditPoints="1"/>
              </p:cNvSpPr>
              <p:nvPr/>
            </p:nvSpPr>
            <p:spPr bwMode="black">
              <a:xfrm>
                <a:off x="6141437" y="5481731"/>
                <a:ext cx="395822" cy="395526"/>
              </a:xfrm>
              <a:custGeom>
                <a:avLst/>
                <a:gdLst>
                  <a:gd name="T0" fmla="*/ 890 w 1139"/>
                  <a:gd name="T1" fmla="*/ 99 h 1138"/>
                  <a:gd name="T2" fmla="*/ 867 w 1139"/>
                  <a:gd name="T3" fmla="*/ 90 h 1138"/>
                  <a:gd name="T4" fmla="*/ 727 w 1139"/>
                  <a:gd name="T5" fmla="*/ 113 h 1138"/>
                  <a:gd name="T6" fmla="*/ 571 w 1139"/>
                  <a:gd name="T7" fmla="*/ 193 h 1138"/>
                  <a:gd name="T8" fmla="*/ 571 w 1139"/>
                  <a:gd name="T9" fmla="*/ 193 h 1138"/>
                  <a:gd name="T10" fmla="*/ 413 w 1139"/>
                  <a:gd name="T11" fmla="*/ 112 h 1138"/>
                  <a:gd name="T12" fmla="*/ 274 w 1139"/>
                  <a:gd name="T13" fmla="*/ 89 h 1138"/>
                  <a:gd name="T14" fmla="*/ 247 w 1139"/>
                  <a:gd name="T15" fmla="*/ 101 h 1138"/>
                  <a:gd name="T16" fmla="*/ 570 w 1139"/>
                  <a:gd name="T17" fmla="*/ 0 h 1138"/>
                  <a:gd name="T18" fmla="*/ 890 w 1139"/>
                  <a:gd name="T19" fmla="*/ 99 h 1138"/>
                  <a:gd name="T20" fmla="*/ 249 w 1139"/>
                  <a:gd name="T21" fmla="*/ 155 h 1138"/>
                  <a:gd name="T22" fmla="*/ 220 w 1139"/>
                  <a:gd name="T23" fmla="*/ 144 h 1138"/>
                  <a:gd name="T24" fmla="*/ 218 w 1139"/>
                  <a:gd name="T25" fmla="*/ 143 h 1138"/>
                  <a:gd name="T26" fmla="*/ 204 w 1139"/>
                  <a:gd name="T27" fmla="*/ 142 h 1138"/>
                  <a:gd name="T28" fmla="*/ 190 w 1139"/>
                  <a:gd name="T29" fmla="*/ 145 h 1138"/>
                  <a:gd name="T30" fmla="*/ 0 w 1139"/>
                  <a:gd name="T31" fmla="*/ 569 h 1138"/>
                  <a:gd name="T32" fmla="*/ 136 w 1139"/>
                  <a:gd name="T33" fmla="*/ 936 h 1138"/>
                  <a:gd name="T34" fmla="*/ 179 w 1139"/>
                  <a:gd name="T35" fmla="*/ 683 h 1138"/>
                  <a:gd name="T36" fmla="*/ 242 w 1139"/>
                  <a:gd name="T37" fmla="*/ 572 h 1138"/>
                  <a:gd name="T38" fmla="*/ 435 w 1139"/>
                  <a:gd name="T39" fmla="*/ 313 h 1138"/>
                  <a:gd name="T40" fmla="*/ 249 w 1139"/>
                  <a:gd name="T41" fmla="*/ 155 h 1138"/>
                  <a:gd name="T42" fmla="*/ 990 w 1139"/>
                  <a:gd name="T43" fmla="*/ 943 h 1138"/>
                  <a:gd name="T44" fmla="*/ 989 w 1139"/>
                  <a:gd name="T45" fmla="*/ 934 h 1138"/>
                  <a:gd name="T46" fmla="*/ 785 w 1139"/>
                  <a:gd name="T47" fmla="*/ 635 h 1138"/>
                  <a:gd name="T48" fmla="*/ 571 w 1139"/>
                  <a:gd name="T49" fmla="*/ 437 h 1138"/>
                  <a:gd name="T50" fmla="*/ 571 w 1139"/>
                  <a:gd name="T51" fmla="*/ 437 h 1138"/>
                  <a:gd name="T52" fmla="*/ 570 w 1139"/>
                  <a:gd name="T53" fmla="*/ 438 h 1138"/>
                  <a:gd name="T54" fmla="*/ 358 w 1139"/>
                  <a:gd name="T55" fmla="*/ 634 h 1138"/>
                  <a:gd name="T56" fmla="*/ 153 w 1139"/>
                  <a:gd name="T57" fmla="*/ 942 h 1138"/>
                  <a:gd name="T58" fmla="*/ 153 w 1139"/>
                  <a:gd name="T59" fmla="*/ 944 h 1138"/>
                  <a:gd name="T60" fmla="*/ 154 w 1139"/>
                  <a:gd name="T61" fmla="*/ 951 h 1138"/>
                  <a:gd name="T62" fmla="*/ 154 w 1139"/>
                  <a:gd name="T63" fmla="*/ 953 h 1138"/>
                  <a:gd name="T64" fmla="*/ 156 w 1139"/>
                  <a:gd name="T65" fmla="*/ 958 h 1138"/>
                  <a:gd name="T66" fmla="*/ 570 w 1139"/>
                  <a:gd name="T67" fmla="*/ 1138 h 1138"/>
                  <a:gd name="T68" fmla="*/ 990 w 1139"/>
                  <a:gd name="T69" fmla="*/ 953 h 1138"/>
                  <a:gd name="T70" fmla="*/ 990 w 1139"/>
                  <a:gd name="T71" fmla="*/ 951 h 1138"/>
                  <a:gd name="T72" fmla="*/ 990 w 1139"/>
                  <a:gd name="T73" fmla="*/ 943 h 1138"/>
                  <a:gd name="T74" fmla="*/ 1139 w 1139"/>
                  <a:gd name="T75" fmla="*/ 569 h 1138"/>
                  <a:gd name="T76" fmla="*/ 947 w 1139"/>
                  <a:gd name="T77" fmla="*/ 143 h 1138"/>
                  <a:gd name="T78" fmla="*/ 937 w 1139"/>
                  <a:gd name="T79" fmla="*/ 142 h 1138"/>
                  <a:gd name="T80" fmla="*/ 923 w 1139"/>
                  <a:gd name="T81" fmla="*/ 143 h 1138"/>
                  <a:gd name="T82" fmla="*/ 921 w 1139"/>
                  <a:gd name="T83" fmla="*/ 143 h 1138"/>
                  <a:gd name="T84" fmla="*/ 917 w 1139"/>
                  <a:gd name="T85" fmla="*/ 144 h 1138"/>
                  <a:gd name="T86" fmla="*/ 708 w 1139"/>
                  <a:gd name="T87" fmla="*/ 310 h 1138"/>
                  <a:gd name="T88" fmla="*/ 902 w 1139"/>
                  <a:gd name="T89" fmla="*/ 570 h 1138"/>
                  <a:gd name="T90" fmla="*/ 963 w 1139"/>
                  <a:gd name="T91" fmla="*/ 681 h 1138"/>
                  <a:gd name="T92" fmla="*/ 1004 w 1139"/>
                  <a:gd name="T93" fmla="*/ 937 h 1138"/>
                  <a:gd name="T94" fmla="*/ 1139 w 1139"/>
                  <a:gd name="T95" fmla="*/ 569 h 1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39" h="1138">
                    <a:moveTo>
                      <a:pt x="890" y="99"/>
                    </a:moveTo>
                    <a:cubicBezTo>
                      <a:pt x="884" y="95"/>
                      <a:pt x="876" y="92"/>
                      <a:pt x="867" y="90"/>
                    </a:cubicBezTo>
                    <a:cubicBezTo>
                      <a:pt x="825" y="82"/>
                      <a:pt x="770" y="96"/>
                      <a:pt x="727" y="113"/>
                    </a:cubicBezTo>
                    <a:cubicBezTo>
                      <a:pt x="659" y="140"/>
                      <a:pt x="596" y="177"/>
                      <a:pt x="571" y="193"/>
                    </a:cubicBezTo>
                    <a:cubicBezTo>
                      <a:pt x="571" y="193"/>
                      <a:pt x="571" y="193"/>
                      <a:pt x="571" y="193"/>
                    </a:cubicBezTo>
                    <a:cubicBezTo>
                      <a:pt x="547" y="177"/>
                      <a:pt x="481" y="138"/>
                      <a:pt x="413" y="112"/>
                    </a:cubicBezTo>
                    <a:cubicBezTo>
                      <a:pt x="363" y="93"/>
                      <a:pt x="305" y="82"/>
                      <a:pt x="274" y="89"/>
                    </a:cubicBezTo>
                    <a:cubicBezTo>
                      <a:pt x="263" y="92"/>
                      <a:pt x="254" y="96"/>
                      <a:pt x="247" y="101"/>
                    </a:cubicBezTo>
                    <a:cubicBezTo>
                      <a:pt x="338" y="37"/>
                      <a:pt x="450" y="0"/>
                      <a:pt x="570" y="0"/>
                    </a:cubicBezTo>
                    <a:cubicBezTo>
                      <a:pt x="689" y="0"/>
                      <a:pt x="799" y="37"/>
                      <a:pt x="890" y="99"/>
                    </a:cubicBezTo>
                    <a:close/>
                    <a:moveTo>
                      <a:pt x="249" y="155"/>
                    </a:moveTo>
                    <a:cubicBezTo>
                      <a:pt x="239" y="150"/>
                      <a:pt x="229" y="146"/>
                      <a:pt x="220" y="144"/>
                    </a:cubicBezTo>
                    <a:cubicBezTo>
                      <a:pt x="219" y="144"/>
                      <a:pt x="219" y="144"/>
                      <a:pt x="218" y="143"/>
                    </a:cubicBezTo>
                    <a:cubicBezTo>
                      <a:pt x="213" y="142"/>
                      <a:pt x="209" y="142"/>
                      <a:pt x="204" y="142"/>
                    </a:cubicBezTo>
                    <a:cubicBezTo>
                      <a:pt x="199" y="143"/>
                      <a:pt x="194" y="144"/>
                      <a:pt x="190" y="145"/>
                    </a:cubicBezTo>
                    <a:cubicBezTo>
                      <a:pt x="74" y="249"/>
                      <a:pt x="0" y="401"/>
                      <a:pt x="0" y="569"/>
                    </a:cubicBezTo>
                    <a:cubicBezTo>
                      <a:pt x="0" y="708"/>
                      <a:pt x="52" y="836"/>
                      <a:pt x="136" y="936"/>
                    </a:cubicBezTo>
                    <a:cubicBezTo>
                      <a:pt x="102" y="891"/>
                      <a:pt x="128" y="789"/>
                      <a:pt x="179" y="683"/>
                    </a:cubicBezTo>
                    <a:cubicBezTo>
                      <a:pt x="197" y="646"/>
                      <a:pt x="219" y="609"/>
                      <a:pt x="242" y="572"/>
                    </a:cubicBezTo>
                    <a:cubicBezTo>
                      <a:pt x="328" y="432"/>
                      <a:pt x="435" y="313"/>
                      <a:pt x="435" y="313"/>
                    </a:cubicBezTo>
                    <a:cubicBezTo>
                      <a:pt x="360" y="231"/>
                      <a:pt x="287" y="176"/>
                      <a:pt x="249" y="155"/>
                    </a:cubicBezTo>
                    <a:close/>
                    <a:moveTo>
                      <a:pt x="990" y="943"/>
                    </a:moveTo>
                    <a:cubicBezTo>
                      <a:pt x="990" y="940"/>
                      <a:pt x="990" y="937"/>
                      <a:pt x="989" y="934"/>
                    </a:cubicBezTo>
                    <a:cubicBezTo>
                      <a:pt x="980" y="854"/>
                      <a:pt x="883" y="742"/>
                      <a:pt x="785" y="635"/>
                    </a:cubicBezTo>
                    <a:cubicBezTo>
                      <a:pt x="696" y="539"/>
                      <a:pt x="618" y="477"/>
                      <a:pt x="571" y="437"/>
                    </a:cubicBezTo>
                    <a:cubicBezTo>
                      <a:pt x="571" y="437"/>
                      <a:pt x="571" y="437"/>
                      <a:pt x="571" y="437"/>
                    </a:cubicBezTo>
                    <a:cubicBezTo>
                      <a:pt x="571" y="438"/>
                      <a:pt x="570" y="438"/>
                      <a:pt x="570" y="438"/>
                    </a:cubicBezTo>
                    <a:cubicBezTo>
                      <a:pt x="542" y="458"/>
                      <a:pt x="448" y="538"/>
                      <a:pt x="358" y="634"/>
                    </a:cubicBezTo>
                    <a:cubicBezTo>
                      <a:pt x="257" y="744"/>
                      <a:pt x="157" y="861"/>
                      <a:pt x="153" y="942"/>
                    </a:cubicBezTo>
                    <a:cubicBezTo>
                      <a:pt x="153" y="942"/>
                      <a:pt x="153" y="943"/>
                      <a:pt x="153" y="944"/>
                    </a:cubicBezTo>
                    <a:cubicBezTo>
                      <a:pt x="153" y="946"/>
                      <a:pt x="153" y="948"/>
                      <a:pt x="154" y="951"/>
                    </a:cubicBezTo>
                    <a:cubicBezTo>
                      <a:pt x="154" y="951"/>
                      <a:pt x="154" y="952"/>
                      <a:pt x="154" y="953"/>
                    </a:cubicBezTo>
                    <a:cubicBezTo>
                      <a:pt x="154" y="954"/>
                      <a:pt x="156" y="957"/>
                      <a:pt x="156" y="958"/>
                    </a:cubicBezTo>
                    <a:cubicBezTo>
                      <a:pt x="260" y="1068"/>
                      <a:pt x="408" y="1138"/>
                      <a:pt x="570" y="1138"/>
                    </a:cubicBezTo>
                    <a:cubicBezTo>
                      <a:pt x="736" y="1138"/>
                      <a:pt x="886" y="1067"/>
                      <a:pt x="990" y="953"/>
                    </a:cubicBezTo>
                    <a:cubicBezTo>
                      <a:pt x="990" y="952"/>
                      <a:pt x="990" y="951"/>
                      <a:pt x="990" y="951"/>
                    </a:cubicBezTo>
                    <a:cubicBezTo>
                      <a:pt x="990" y="948"/>
                      <a:pt x="990" y="946"/>
                      <a:pt x="990" y="943"/>
                    </a:cubicBezTo>
                    <a:close/>
                    <a:moveTo>
                      <a:pt x="1139" y="569"/>
                    </a:moveTo>
                    <a:cubicBezTo>
                      <a:pt x="1139" y="400"/>
                      <a:pt x="1065" y="247"/>
                      <a:pt x="947" y="143"/>
                    </a:cubicBezTo>
                    <a:cubicBezTo>
                      <a:pt x="944" y="142"/>
                      <a:pt x="940" y="142"/>
                      <a:pt x="937" y="142"/>
                    </a:cubicBezTo>
                    <a:cubicBezTo>
                      <a:pt x="932" y="141"/>
                      <a:pt x="928" y="142"/>
                      <a:pt x="923" y="143"/>
                    </a:cubicBezTo>
                    <a:cubicBezTo>
                      <a:pt x="922" y="143"/>
                      <a:pt x="921" y="143"/>
                      <a:pt x="921" y="143"/>
                    </a:cubicBezTo>
                    <a:cubicBezTo>
                      <a:pt x="920" y="144"/>
                      <a:pt x="918" y="144"/>
                      <a:pt x="917" y="144"/>
                    </a:cubicBezTo>
                    <a:cubicBezTo>
                      <a:pt x="872" y="159"/>
                      <a:pt x="789" y="225"/>
                      <a:pt x="708" y="310"/>
                    </a:cubicBezTo>
                    <a:cubicBezTo>
                      <a:pt x="708" y="310"/>
                      <a:pt x="812" y="431"/>
                      <a:pt x="902" y="570"/>
                    </a:cubicBezTo>
                    <a:cubicBezTo>
                      <a:pt x="925" y="606"/>
                      <a:pt x="944" y="644"/>
                      <a:pt x="963" y="681"/>
                    </a:cubicBezTo>
                    <a:cubicBezTo>
                      <a:pt x="1011" y="774"/>
                      <a:pt x="1041" y="887"/>
                      <a:pt x="1004" y="937"/>
                    </a:cubicBezTo>
                    <a:cubicBezTo>
                      <a:pt x="1088" y="838"/>
                      <a:pt x="1139" y="709"/>
                      <a:pt x="1139" y="569"/>
                    </a:cubicBezTo>
                    <a:close/>
                  </a:path>
                </a:pathLst>
              </a:custGeom>
              <a:solidFill>
                <a:schemeClr val="bg1"/>
              </a:solidFill>
              <a:ln>
                <a:noFill/>
              </a:ln>
            </p:spPr>
            <p:txBody>
              <a:bodyPr vert="horz" wrap="square" lIns="91427" tIns="45713" rIns="91427" bIns="45713" numCol="1" anchor="t" anchorCtr="0" compatLnSpc="1">
                <a:prstTxWarp prst="textNoShape">
                  <a:avLst/>
                </a:prstTxWarp>
              </a:bodyPr>
              <a:lstStyle/>
              <a:p>
                <a:pPr marL="0" marR="0" lvl="0" indent="0" algn="l" defTabSz="91422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grpSp>
      </p:grpSp>
      <p:grpSp>
        <p:nvGrpSpPr>
          <p:cNvPr id="55" name="Group 54">
            <a:extLst>
              <a:ext uri="{FF2B5EF4-FFF2-40B4-BE49-F238E27FC236}">
                <a16:creationId xmlns:a16="http://schemas.microsoft.com/office/drawing/2014/main" id="{E8A16248-FE5B-4AE7-93F7-CE0AADDCD172}"/>
              </a:ext>
            </a:extLst>
          </p:cNvPr>
          <p:cNvGrpSpPr/>
          <p:nvPr/>
        </p:nvGrpSpPr>
        <p:grpSpPr>
          <a:xfrm>
            <a:off x="11174763" y="4413275"/>
            <a:ext cx="822707" cy="1187781"/>
            <a:chOff x="11296492" y="2952751"/>
            <a:chExt cx="839204" cy="1211598"/>
          </a:xfrm>
        </p:grpSpPr>
        <p:sp>
          <p:nvSpPr>
            <p:cNvPr id="134" name="User log in text">
              <a:extLst>
                <a:ext uri="{FF2B5EF4-FFF2-40B4-BE49-F238E27FC236}">
                  <a16:creationId xmlns:a16="http://schemas.microsoft.com/office/drawing/2014/main" id="{B9F13D2E-9154-424A-9206-06C70EC779CE}"/>
                </a:ext>
              </a:extLst>
            </p:cNvPr>
            <p:cNvSpPr/>
            <p:nvPr/>
          </p:nvSpPr>
          <p:spPr>
            <a:xfrm>
              <a:off x="11296492" y="2952751"/>
              <a:ext cx="839204" cy="461665"/>
            </a:xfrm>
            <a:prstGeom prst="rect">
              <a:avLst/>
            </a:prstGeom>
          </p:spPr>
          <p:txBody>
            <a:bodyPr wrap="none">
              <a:spAutoFit/>
            </a:bodyPr>
            <a:lstStyle/>
            <a:p>
              <a:pPr marL="0" marR="0" lvl="0" indent="0" algn="l" defTabSz="895922" rtl="0" eaLnBrk="1" fontAlgn="base" latinLnBrk="0" hangingPunct="1">
                <a:lnSpc>
                  <a:spcPct val="100000"/>
                </a:lnSpc>
                <a:spcBef>
                  <a:spcPct val="0"/>
                </a:spcBef>
                <a:spcAft>
                  <a:spcPct val="0"/>
                </a:spcAft>
                <a:buClrTx/>
                <a:buSzTx/>
                <a:buFontTx/>
                <a:buNone/>
                <a:tabLst/>
                <a:defRPr/>
              </a:pPr>
              <a:r>
                <a:rPr kumimoji="0" lang="en-US" sz="1176" b="0" i="0" u="none" strike="noStrike" kern="1200" cap="none" spc="29" normalizeH="0" baseline="0" noProof="0">
                  <a:ln>
                    <a:noFill/>
                  </a:ln>
                  <a:solidFill>
                    <a:srgbClr val="FFFFFF"/>
                  </a:solidFill>
                  <a:effectLst/>
                  <a:uLnTx/>
                  <a:uFillTx/>
                  <a:latin typeface="Segoe UI Semilight"/>
                  <a:ea typeface="+mn-ea"/>
                  <a:cs typeface="Segoe UI" pitchFamily="34" charset="0"/>
                </a:rPr>
                <a:t>Microsoft</a:t>
              </a:r>
              <a:br>
                <a:rPr kumimoji="0" lang="en-US" sz="1176" b="0" i="0" u="none" strike="noStrike" kern="1200" cap="none" spc="29" normalizeH="0" baseline="0" noProof="0">
                  <a:ln>
                    <a:noFill/>
                  </a:ln>
                  <a:solidFill>
                    <a:srgbClr val="FFFFFF"/>
                  </a:solidFill>
                  <a:effectLst/>
                  <a:uLnTx/>
                  <a:uFillTx/>
                  <a:latin typeface="Segoe UI Semilight"/>
                  <a:ea typeface="+mn-ea"/>
                  <a:cs typeface="Segoe UI" pitchFamily="34" charset="0"/>
                </a:rPr>
              </a:br>
              <a:r>
                <a:rPr kumimoji="0" lang="en-US" sz="1176" b="0" i="0" u="none" strike="noStrike" kern="1200" cap="none" spc="29" normalizeH="0" baseline="0" noProof="0">
                  <a:ln>
                    <a:noFill/>
                  </a:ln>
                  <a:solidFill>
                    <a:srgbClr val="FFFFFF"/>
                  </a:solidFill>
                  <a:effectLst/>
                  <a:uLnTx/>
                  <a:uFillTx/>
                  <a:latin typeface="Segoe UI Semilight"/>
                  <a:ea typeface="+mn-ea"/>
                  <a:cs typeface="Segoe UI" pitchFamily="34" charset="0"/>
                </a:rPr>
                <a:t>accounts</a:t>
              </a:r>
            </a:p>
          </p:txBody>
        </p:sp>
        <p:grpSp>
          <p:nvGrpSpPr>
            <p:cNvPr id="49" name="Group 48">
              <a:extLst>
                <a:ext uri="{FF2B5EF4-FFF2-40B4-BE49-F238E27FC236}">
                  <a16:creationId xmlns:a16="http://schemas.microsoft.com/office/drawing/2014/main" id="{A19E45CD-DE1C-412D-AF6E-39B4562EEBFD}"/>
                </a:ext>
              </a:extLst>
            </p:cNvPr>
            <p:cNvGrpSpPr/>
            <p:nvPr/>
          </p:nvGrpSpPr>
          <p:grpSpPr>
            <a:xfrm>
              <a:off x="11339221" y="3420733"/>
              <a:ext cx="743616" cy="743616"/>
              <a:chOff x="11339221" y="3420733"/>
              <a:chExt cx="743616" cy="743616"/>
            </a:xfrm>
          </p:grpSpPr>
          <p:sp>
            <p:nvSpPr>
              <p:cNvPr id="91" name="Oval 90"/>
              <p:cNvSpPr/>
              <p:nvPr/>
            </p:nvSpPr>
            <p:spPr bwMode="auto">
              <a:xfrm>
                <a:off x="11339221" y="3420733"/>
                <a:ext cx="743616" cy="743616"/>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solidFill>
                    <a:srgbClr val="FFFFFF"/>
                  </a:solidFill>
                  <a:effectLst/>
                  <a:uLnTx/>
                  <a:uFillTx/>
                  <a:latin typeface="Segoe UI"/>
                  <a:ea typeface="+mn-ea"/>
                  <a:cs typeface="+mn-cs"/>
                </a:endParaRPr>
              </a:p>
            </p:txBody>
          </p:sp>
          <p:grpSp>
            <p:nvGrpSpPr>
              <p:cNvPr id="135" name="5">
                <a:extLst>
                  <a:ext uri="{FF2B5EF4-FFF2-40B4-BE49-F238E27FC236}">
                    <a16:creationId xmlns:a16="http://schemas.microsoft.com/office/drawing/2014/main" id="{B1F973D8-0001-4589-B31B-B9E2D875D2B1}"/>
                  </a:ext>
                </a:extLst>
              </p:cNvPr>
              <p:cNvGrpSpPr/>
              <p:nvPr/>
            </p:nvGrpSpPr>
            <p:grpSpPr>
              <a:xfrm>
                <a:off x="11491581" y="3573094"/>
                <a:ext cx="438896" cy="438894"/>
                <a:chOff x="6083429" y="835188"/>
                <a:chExt cx="547610" cy="547608"/>
              </a:xfrm>
            </p:grpSpPr>
            <p:sp>
              <p:nvSpPr>
                <p:cNvPr id="138" name="Freeform 7">
                  <a:extLst>
                    <a:ext uri="{FF2B5EF4-FFF2-40B4-BE49-F238E27FC236}">
                      <a16:creationId xmlns:a16="http://schemas.microsoft.com/office/drawing/2014/main" id="{AA852F7B-72EC-48D8-BEEE-6ADC23E2DE38}"/>
                    </a:ext>
                  </a:extLst>
                </p:cNvPr>
                <p:cNvSpPr>
                  <a:spLocks noEditPoints="1"/>
                </p:cNvSpPr>
                <p:nvPr/>
              </p:nvSpPr>
              <p:spPr bwMode="auto">
                <a:xfrm>
                  <a:off x="6168345" y="904132"/>
                  <a:ext cx="377779" cy="421604"/>
                </a:xfrm>
                <a:custGeom>
                  <a:avLst/>
                  <a:gdLst>
                    <a:gd name="T0" fmla="*/ 73 w 106"/>
                    <a:gd name="T1" fmla="*/ 68 h 118"/>
                    <a:gd name="T2" fmla="*/ 90 w 106"/>
                    <a:gd name="T3" fmla="*/ 37 h 118"/>
                    <a:gd name="T4" fmla="*/ 53 w 106"/>
                    <a:gd name="T5" fmla="*/ 0 h 118"/>
                    <a:gd name="T6" fmla="*/ 16 w 106"/>
                    <a:gd name="T7" fmla="*/ 37 h 118"/>
                    <a:gd name="T8" fmla="*/ 33 w 106"/>
                    <a:gd name="T9" fmla="*/ 68 h 118"/>
                    <a:gd name="T10" fmla="*/ 0 w 106"/>
                    <a:gd name="T11" fmla="*/ 117 h 118"/>
                    <a:gd name="T12" fmla="*/ 0 w 106"/>
                    <a:gd name="T13" fmla="*/ 118 h 118"/>
                    <a:gd name="T14" fmla="*/ 10 w 106"/>
                    <a:gd name="T15" fmla="*/ 118 h 118"/>
                    <a:gd name="T16" fmla="*/ 10 w 106"/>
                    <a:gd name="T17" fmla="*/ 117 h 118"/>
                    <a:gd name="T18" fmla="*/ 53 w 106"/>
                    <a:gd name="T19" fmla="*/ 74 h 118"/>
                    <a:gd name="T20" fmla="*/ 96 w 106"/>
                    <a:gd name="T21" fmla="*/ 117 h 118"/>
                    <a:gd name="T22" fmla="*/ 96 w 106"/>
                    <a:gd name="T23" fmla="*/ 118 h 118"/>
                    <a:gd name="T24" fmla="*/ 106 w 106"/>
                    <a:gd name="T25" fmla="*/ 118 h 118"/>
                    <a:gd name="T26" fmla="*/ 106 w 106"/>
                    <a:gd name="T27" fmla="*/ 117 h 118"/>
                    <a:gd name="T28" fmla="*/ 73 w 106"/>
                    <a:gd name="T29" fmla="*/ 68 h 118"/>
                    <a:gd name="T30" fmla="*/ 53 w 106"/>
                    <a:gd name="T31" fmla="*/ 10 h 118"/>
                    <a:gd name="T32" fmla="*/ 80 w 106"/>
                    <a:gd name="T33" fmla="*/ 37 h 118"/>
                    <a:gd name="T34" fmla="*/ 53 w 106"/>
                    <a:gd name="T35" fmla="*/ 64 h 118"/>
                    <a:gd name="T36" fmla="*/ 26 w 106"/>
                    <a:gd name="T37" fmla="*/ 37 h 118"/>
                    <a:gd name="T38" fmla="*/ 53 w 106"/>
                    <a:gd name="T39" fmla="*/ 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6" h="118">
                      <a:moveTo>
                        <a:pt x="73" y="68"/>
                      </a:moveTo>
                      <a:cubicBezTo>
                        <a:pt x="84" y="61"/>
                        <a:pt x="90" y="50"/>
                        <a:pt x="90" y="37"/>
                      </a:cubicBezTo>
                      <a:cubicBezTo>
                        <a:pt x="90" y="17"/>
                        <a:pt x="73" y="0"/>
                        <a:pt x="53" y="0"/>
                      </a:cubicBezTo>
                      <a:cubicBezTo>
                        <a:pt x="33" y="0"/>
                        <a:pt x="16" y="17"/>
                        <a:pt x="16" y="37"/>
                      </a:cubicBezTo>
                      <a:cubicBezTo>
                        <a:pt x="16" y="50"/>
                        <a:pt x="22" y="61"/>
                        <a:pt x="33" y="68"/>
                      </a:cubicBezTo>
                      <a:cubicBezTo>
                        <a:pt x="13" y="76"/>
                        <a:pt x="0" y="96"/>
                        <a:pt x="0" y="117"/>
                      </a:cubicBezTo>
                      <a:cubicBezTo>
                        <a:pt x="0" y="118"/>
                        <a:pt x="0" y="118"/>
                        <a:pt x="0" y="118"/>
                      </a:cubicBezTo>
                      <a:cubicBezTo>
                        <a:pt x="10" y="118"/>
                        <a:pt x="10" y="118"/>
                        <a:pt x="10" y="118"/>
                      </a:cubicBezTo>
                      <a:cubicBezTo>
                        <a:pt x="10" y="117"/>
                        <a:pt x="10" y="117"/>
                        <a:pt x="10" y="117"/>
                      </a:cubicBezTo>
                      <a:cubicBezTo>
                        <a:pt x="10" y="93"/>
                        <a:pt x="29" y="74"/>
                        <a:pt x="53" y="74"/>
                      </a:cubicBezTo>
                      <a:cubicBezTo>
                        <a:pt x="77" y="74"/>
                        <a:pt x="96" y="93"/>
                        <a:pt x="96" y="117"/>
                      </a:cubicBezTo>
                      <a:cubicBezTo>
                        <a:pt x="96" y="118"/>
                        <a:pt x="96" y="118"/>
                        <a:pt x="96" y="118"/>
                      </a:cubicBezTo>
                      <a:cubicBezTo>
                        <a:pt x="106" y="118"/>
                        <a:pt x="106" y="118"/>
                        <a:pt x="106" y="118"/>
                      </a:cubicBezTo>
                      <a:cubicBezTo>
                        <a:pt x="106" y="117"/>
                        <a:pt x="106" y="117"/>
                        <a:pt x="106" y="117"/>
                      </a:cubicBezTo>
                      <a:cubicBezTo>
                        <a:pt x="106" y="96"/>
                        <a:pt x="93" y="76"/>
                        <a:pt x="73" y="68"/>
                      </a:cubicBezTo>
                      <a:close/>
                      <a:moveTo>
                        <a:pt x="53" y="10"/>
                      </a:moveTo>
                      <a:cubicBezTo>
                        <a:pt x="68" y="10"/>
                        <a:pt x="80" y="22"/>
                        <a:pt x="80" y="37"/>
                      </a:cubicBezTo>
                      <a:cubicBezTo>
                        <a:pt x="80" y="52"/>
                        <a:pt x="68" y="64"/>
                        <a:pt x="53" y="64"/>
                      </a:cubicBezTo>
                      <a:cubicBezTo>
                        <a:pt x="38" y="64"/>
                        <a:pt x="26" y="52"/>
                        <a:pt x="26" y="37"/>
                      </a:cubicBezTo>
                      <a:cubicBezTo>
                        <a:pt x="26" y="22"/>
                        <a:pt x="38" y="10"/>
                        <a:pt x="53" y="10"/>
                      </a:cubicBezTo>
                      <a:close/>
                    </a:path>
                  </a:pathLst>
                </a:custGeom>
                <a:solidFill>
                  <a:schemeClr val="bg1"/>
                </a:solidFill>
                <a:ln cap="sq">
                  <a:solidFill>
                    <a:schemeClr val="accent1"/>
                  </a:solidFill>
                  <a:miter lim="800000"/>
                </a:ln>
              </p:spPr>
              <p:txBody>
                <a:bodyPr vert="horz" wrap="square" lIns="91427" tIns="45713" rIns="91427" bIns="45713" numCol="1" anchor="t" anchorCtr="0" compatLnSpc="1">
                  <a:prstTxWarp prst="textNoShape">
                    <a:avLst/>
                  </a:prstTxWarp>
                </a:bodyPr>
                <a:lstStyle/>
                <a:p>
                  <a:pPr marL="0" marR="0" lvl="0" indent="0" algn="l" defTabSz="91422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sp>
              <p:nvSpPr>
                <p:cNvPr id="140" name="Oval 139">
                  <a:extLst>
                    <a:ext uri="{FF2B5EF4-FFF2-40B4-BE49-F238E27FC236}">
                      <a16:creationId xmlns:a16="http://schemas.microsoft.com/office/drawing/2014/main" id="{DD9DEBF1-0033-4FD4-B73E-CA9CFFE79A62}"/>
                    </a:ext>
                  </a:extLst>
                </p:cNvPr>
                <p:cNvSpPr/>
                <p:nvPr/>
              </p:nvSpPr>
              <p:spPr bwMode="auto">
                <a:xfrm>
                  <a:off x="6083429" y="835188"/>
                  <a:ext cx="547610" cy="547608"/>
                </a:xfrm>
                <a:prstGeom prst="ellipse">
                  <a:avLst/>
                </a:prstGeom>
                <a:noFill/>
                <a:ln w="19050">
                  <a:solidFill>
                    <a:schemeClr val="bg1"/>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Segoe UI"/>
                    <a:ea typeface="+mn-ea"/>
                    <a:cs typeface="+mn-cs"/>
                  </a:endParaRPr>
                </a:p>
              </p:txBody>
            </p:sp>
          </p:grpSp>
        </p:grpSp>
      </p:grpSp>
      <p:grpSp>
        <p:nvGrpSpPr>
          <p:cNvPr id="54" name="Group 53">
            <a:extLst>
              <a:ext uri="{FF2B5EF4-FFF2-40B4-BE49-F238E27FC236}">
                <a16:creationId xmlns:a16="http://schemas.microsoft.com/office/drawing/2014/main" id="{30D947A2-1312-4FBF-9CE4-BE372A3D6646}"/>
              </a:ext>
            </a:extLst>
          </p:cNvPr>
          <p:cNvGrpSpPr/>
          <p:nvPr/>
        </p:nvGrpSpPr>
        <p:grpSpPr>
          <a:xfrm>
            <a:off x="8870869" y="5019389"/>
            <a:ext cx="604173" cy="883753"/>
            <a:chOff x="9048748" y="5119542"/>
            <a:chExt cx="616288" cy="901474"/>
          </a:xfrm>
        </p:grpSpPr>
        <p:sp>
          <p:nvSpPr>
            <p:cNvPr id="141" name="User log in text">
              <a:extLst>
                <a:ext uri="{FF2B5EF4-FFF2-40B4-BE49-F238E27FC236}">
                  <a16:creationId xmlns:a16="http://schemas.microsoft.com/office/drawing/2014/main" id="{3FB7CD6D-8999-43FE-983A-BBD7A0CCB617}"/>
                </a:ext>
              </a:extLst>
            </p:cNvPr>
            <p:cNvSpPr/>
            <p:nvPr/>
          </p:nvSpPr>
          <p:spPr>
            <a:xfrm>
              <a:off x="9113075" y="5119542"/>
              <a:ext cx="493405" cy="276999"/>
            </a:xfrm>
            <a:prstGeom prst="rect">
              <a:avLst/>
            </a:prstGeom>
          </p:spPr>
          <p:txBody>
            <a:bodyPr wrap="none">
              <a:spAutoFit/>
            </a:bodyPr>
            <a:lstStyle/>
            <a:p>
              <a:pPr marL="0" marR="0" lvl="0" indent="0" algn="l" defTabSz="895922" rtl="0" eaLnBrk="1" fontAlgn="base" latinLnBrk="0" hangingPunct="1">
                <a:lnSpc>
                  <a:spcPct val="100000"/>
                </a:lnSpc>
                <a:spcBef>
                  <a:spcPct val="0"/>
                </a:spcBef>
                <a:spcAft>
                  <a:spcPct val="0"/>
                </a:spcAft>
                <a:buClrTx/>
                <a:buSzTx/>
                <a:buFontTx/>
                <a:buNone/>
                <a:tabLst/>
                <a:defRPr/>
              </a:pPr>
              <a:r>
                <a:rPr kumimoji="0" lang="en-US" sz="1176" b="0" i="0" u="none" strike="noStrike" kern="1200" cap="none" spc="29" normalizeH="0" baseline="0" noProof="0">
                  <a:ln>
                    <a:noFill/>
                  </a:ln>
                  <a:solidFill>
                    <a:srgbClr val="FFFFFF"/>
                  </a:solidFill>
                  <a:effectLst/>
                  <a:uLnTx/>
                  <a:uFillTx/>
                  <a:latin typeface="Segoe UI Semilight"/>
                  <a:ea typeface="+mn-ea"/>
                  <a:cs typeface="Segoe UI" pitchFamily="34" charset="0"/>
                </a:rPr>
                <a:t>Bing</a:t>
              </a:r>
            </a:p>
          </p:txBody>
        </p:sp>
        <p:grpSp>
          <p:nvGrpSpPr>
            <p:cNvPr id="51" name="Group 50">
              <a:extLst>
                <a:ext uri="{FF2B5EF4-FFF2-40B4-BE49-F238E27FC236}">
                  <a16:creationId xmlns:a16="http://schemas.microsoft.com/office/drawing/2014/main" id="{E6A55C1B-7506-4CBD-ADC9-A33CCF816F2F}"/>
                </a:ext>
              </a:extLst>
            </p:cNvPr>
            <p:cNvGrpSpPr/>
            <p:nvPr/>
          </p:nvGrpSpPr>
          <p:grpSpPr>
            <a:xfrm>
              <a:off x="9048748" y="5404728"/>
              <a:ext cx="616288" cy="616288"/>
              <a:chOff x="9048748" y="5404728"/>
              <a:chExt cx="616288" cy="616288"/>
            </a:xfrm>
          </p:grpSpPr>
          <p:sp>
            <p:nvSpPr>
              <p:cNvPr id="87" name="Oval 86"/>
              <p:cNvSpPr/>
              <p:nvPr/>
            </p:nvSpPr>
            <p:spPr bwMode="auto">
              <a:xfrm>
                <a:off x="9048748" y="5404728"/>
                <a:ext cx="616288" cy="616288"/>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145" name="Freeform 17">
                <a:extLst>
                  <a:ext uri="{FF2B5EF4-FFF2-40B4-BE49-F238E27FC236}">
                    <a16:creationId xmlns:a16="http://schemas.microsoft.com/office/drawing/2014/main" id="{90C032EB-6C62-4CD3-A98F-B135158DE302}"/>
                  </a:ext>
                </a:extLst>
              </p:cNvPr>
              <p:cNvSpPr>
                <a:spLocks noChangeAspect="1" noEditPoints="1"/>
              </p:cNvSpPr>
              <p:nvPr/>
            </p:nvSpPr>
            <p:spPr bwMode="black">
              <a:xfrm>
                <a:off x="9218434" y="5540249"/>
                <a:ext cx="276916" cy="345246"/>
              </a:xfrm>
              <a:custGeom>
                <a:avLst/>
                <a:gdLst>
                  <a:gd name="T0" fmla="*/ 616 w 616"/>
                  <a:gd name="T1" fmla="*/ 320 h 768"/>
                  <a:gd name="T2" fmla="*/ 616 w 616"/>
                  <a:gd name="T3" fmla="*/ 505 h 768"/>
                  <a:gd name="T4" fmla="*/ 177 w 616"/>
                  <a:gd name="T5" fmla="*/ 768 h 768"/>
                  <a:gd name="T6" fmla="*/ 0 w 616"/>
                  <a:gd name="T7" fmla="*/ 646 h 768"/>
                  <a:gd name="T8" fmla="*/ 425 w 616"/>
                  <a:gd name="T9" fmla="*/ 422 h 768"/>
                  <a:gd name="T10" fmla="*/ 308 w 616"/>
                  <a:gd name="T11" fmla="*/ 367 h 768"/>
                  <a:gd name="T12" fmla="*/ 232 w 616"/>
                  <a:gd name="T13" fmla="*/ 200 h 768"/>
                  <a:gd name="T14" fmla="*/ 616 w 616"/>
                  <a:gd name="T15" fmla="*/ 320 h 768"/>
                  <a:gd name="T16" fmla="*/ 177 w 616"/>
                  <a:gd name="T17" fmla="*/ 55 h 768"/>
                  <a:gd name="T18" fmla="*/ 0 w 616"/>
                  <a:gd name="T19" fmla="*/ 0 h 768"/>
                  <a:gd name="T20" fmla="*/ 0 w 616"/>
                  <a:gd name="T21" fmla="*/ 646 h 768"/>
                  <a:gd name="T22" fmla="*/ 177 w 616"/>
                  <a:gd name="T23" fmla="*/ 486 h 768"/>
                  <a:gd name="T24" fmla="*/ 177 w 616"/>
                  <a:gd name="T25" fmla="*/ 55 h 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6" h="768">
                    <a:moveTo>
                      <a:pt x="616" y="320"/>
                    </a:moveTo>
                    <a:lnTo>
                      <a:pt x="616" y="505"/>
                    </a:lnTo>
                    <a:lnTo>
                      <a:pt x="177" y="768"/>
                    </a:lnTo>
                    <a:lnTo>
                      <a:pt x="0" y="646"/>
                    </a:lnTo>
                    <a:lnTo>
                      <a:pt x="425" y="422"/>
                    </a:lnTo>
                    <a:lnTo>
                      <a:pt x="308" y="367"/>
                    </a:lnTo>
                    <a:lnTo>
                      <a:pt x="232" y="200"/>
                    </a:lnTo>
                    <a:lnTo>
                      <a:pt x="616" y="320"/>
                    </a:lnTo>
                    <a:close/>
                    <a:moveTo>
                      <a:pt x="177" y="55"/>
                    </a:moveTo>
                    <a:lnTo>
                      <a:pt x="0" y="0"/>
                    </a:lnTo>
                    <a:lnTo>
                      <a:pt x="0" y="646"/>
                    </a:lnTo>
                    <a:lnTo>
                      <a:pt x="177" y="486"/>
                    </a:lnTo>
                    <a:lnTo>
                      <a:pt x="177" y="55"/>
                    </a:lnTo>
                    <a:close/>
                  </a:path>
                </a:pathLst>
              </a:custGeom>
              <a:solidFill>
                <a:schemeClr val="bg1"/>
              </a:solidFill>
              <a:ln>
                <a:noFill/>
              </a:ln>
            </p:spPr>
            <p:txBody>
              <a:bodyPr vert="horz" wrap="square" lIns="91427" tIns="45713" rIns="91427" bIns="45713" numCol="1" anchor="t" anchorCtr="0" compatLnSpc="1">
                <a:prstTxWarp prst="textNoShape">
                  <a:avLst/>
                </a:prstTxWarp>
              </a:bodyPr>
              <a:lstStyle/>
              <a:p>
                <a:pPr marL="0" marR="0" lvl="0" indent="0" algn="l" defTabSz="91422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grpSp>
      </p:grpSp>
      <p:grpSp>
        <p:nvGrpSpPr>
          <p:cNvPr id="56" name="Group 55">
            <a:extLst>
              <a:ext uri="{FF2B5EF4-FFF2-40B4-BE49-F238E27FC236}">
                <a16:creationId xmlns:a16="http://schemas.microsoft.com/office/drawing/2014/main" id="{AD61B030-4AEC-4341-8A8B-087E3CBD39E3}"/>
              </a:ext>
            </a:extLst>
          </p:cNvPr>
          <p:cNvGrpSpPr/>
          <p:nvPr/>
        </p:nvGrpSpPr>
        <p:grpSpPr>
          <a:xfrm>
            <a:off x="4049240" y="4238523"/>
            <a:ext cx="673809" cy="965897"/>
            <a:chOff x="3755857" y="4477255"/>
            <a:chExt cx="687320" cy="985265"/>
          </a:xfrm>
        </p:grpSpPr>
        <p:grpSp>
          <p:nvGrpSpPr>
            <p:cNvPr id="48" name="Group 47">
              <a:extLst>
                <a:ext uri="{FF2B5EF4-FFF2-40B4-BE49-F238E27FC236}">
                  <a16:creationId xmlns:a16="http://schemas.microsoft.com/office/drawing/2014/main" id="{1CF7594D-8191-4EDE-86FA-88BE7BEA841D}"/>
                </a:ext>
              </a:extLst>
            </p:cNvPr>
            <p:cNvGrpSpPr/>
            <p:nvPr/>
          </p:nvGrpSpPr>
          <p:grpSpPr>
            <a:xfrm>
              <a:off x="3755857" y="4775200"/>
              <a:ext cx="687320" cy="687320"/>
              <a:chOff x="3755857" y="4775200"/>
              <a:chExt cx="687320" cy="687320"/>
            </a:xfrm>
          </p:grpSpPr>
          <p:sp>
            <p:nvSpPr>
              <p:cNvPr id="79" name="Oval 78"/>
              <p:cNvSpPr/>
              <p:nvPr/>
            </p:nvSpPr>
            <p:spPr bwMode="auto">
              <a:xfrm>
                <a:off x="3755857" y="4775200"/>
                <a:ext cx="687320" cy="687320"/>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pic>
            <p:nvPicPr>
              <p:cNvPr id="42" name="Picture 41">
                <a:extLst>
                  <a:ext uri="{FF2B5EF4-FFF2-40B4-BE49-F238E27FC236}">
                    <a16:creationId xmlns:a16="http://schemas.microsoft.com/office/drawing/2014/main" id="{A76BFBF6-DB99-4F79-8F00-F7DA2F4D0D66}"/>
                  </a:ext>
                </a:extLst>
              </p:cNvPr>
              <p:cNvPicPr>
                <a:picLocks noChangeAspect="1"/>
              </p:cNvPicPr>
              <p:nvPr/>
            </p:nvPicPr>
            <p:blipFill>
              <a:blip r:embed="rId4" cstate="hqprint">
                <a:extLst>
                  <a:ext uri="{28A0092B-C50C-407E-A947-70E740481C1C}">
                    <a14:useLocalDpi xmlns:a14="http://schemas.microsoft.com/office/drawing/2010/main"/>
                  </a:ext>
                </a:extLst>
              </a:blip>
              <a:stretch>
                <a:fillRect/>
              </a:stretch>
            </p:blipFill>
            <p:spPr>
              <a:xfrm>
                <a:off x="3869158" y="4911321"/>
                <a:ext cx="460718" cy="357928"/>
              </a:xfrm>
              <a:prstGeom prst="rect">
                <a:avLst/>
              </a:prstGeom>
            </p:spPr>
          </p:pic>
        </p:grpSp>
        <p:sp>
          <p:nvSpPr>
            <p:cNvPr id="146" name="User log in text">
              <a:extLst>
                <a:ext uri="{FF2B5EF4-FFF2-40B4-BE49-F238E27FC236}">
                  <a16:creationId xmlns:a16="http://schemas.microsoft.com/office/drawing/2014/main" id="{16B1BB2F-2FE2-4CAD-9682-D1586DCD89BB}"/>
                </a:ext>
              </a:extLst>
            </p:cNvPr>
            <p:cNvSpPr/>
            <p:nvPr/>
          </p:nvSpPr>
          <p:spPr>
            <a:xfrm>
              <a:off x="3806007" y="4477255"/>
              <a:ext cx="586571" cy="276999"/>
            </a:xfrm>
            <a:prstGeom prst="rect">
              <a:avLst/>
            </a:prstGeom>
          </p:spPr>
          <p:txBody>
            <a:bodyPr wrap="none">
              <a:spAutoFit/>
            </a:bodyPr>
            <a:lstStyle/>
            <a:p>
              <a:pPr marL="0" marR="0" lvl="0" indent="0" algn="l" defTabSz="895922" rtl="0" eaLnBrk="1" fontAlgn="base" latinLnBrk="0" hangingPunct="1">
                <a:lnSpc>
                  <a:spcPct val="100000"/>
                </a:lnSpc>
                <a:spcBef>
                  <a:spcPct val="0"/>
                </a:spcBef>
                <a:spcAft>
                  <a:spcPct val="0"/>
                </a:spcAft>
                <a:buClrTx/>
                <a:buSzTx/>
                <a:buFontTx/>
                <a:buNone/>
                <a:tabLst/>
                <a:defRPr/>
              </a:pPr>
              <a:r>
                <a:rPr kumimoji="0" lang="en-US" sz="1176" b="0" i="0" u="none" strike="noStrike" kern="1200" cap="none" spc="29" normalizeH="0" baseline="0" noProof="0">
                  <a:ln>
                    <a:noFill/>
                  </a:ln>
                  <a:solidFill>
                    <a:srgbClr val="FFFFFF"/>
                  </a:solidFill>
                  <a:effectLst/>
                  <a:uLnTx/>
                  <a:uFillTx/>
                  <a:latin typeface="Segoe UI Semilight"/>
                  <a:ea typeface="+mn-ea"/>
                  <a:cs typeface="Segoe UI" pitchFamily="34" charset="0"/>
                </a:rPr>
                <a:t>Azure</a:t>
              </a:r>
            </a:p>
          </p:txBody>
        </p:sp>
      </p:grpSp>
      <p:sp>
        <p:nvSpPr>
          <p:cNvPr id="93" name="Oval 92">
            <a:extLst>
              <a:ext uri="{FF2B5EF4-FFF2-40B4-BE49-F238E27FC236}">
                <a16:creationId xmlns:a16="http://schemas.microsoft.com/office/drawing/2014/main" id="{023A7125-2606-461F-89E2-E3F443F23BFA}"/>
              </a:ext>
            </a:extLst>
          </p:cNvPr>
          <p:cNvSpPr/>
          <p:nvPr/>
        </p:nvSpPr>
        <p:spPr bwMode="auto">
          <a:xfrm>
            <a:off x="4682636" y="2077508"/>
            <a:ext cx="289028" cy="289028"/>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grpSp>
        <p:nvGrpSpPr>
          <p:cNvPr id="3" name="Group 2">
            <a:extLst>
              <a:ext uri="{FF2B5EF4-FFF2-40B4-BE49-F238E27FC236}">
                <a16:creationId xmlns:a16="http://schemas.microsoft.com/office/drawing/2014/main" id="{B2F41267-C2B2-43B4-AB0C-8A336BB289D2}"/>
              </a:ext>
            </a:extLst>
          </p:cNvPr>
          <p:cNvGrpSpPr/>
          <p:nvPr/>
        </p:nvGrpSpPr>
        <p:grpSpPr>
          <a:xfrm>
            <a:off x="1678435" y="1609577"/>
            <a:ext cx="730744" cy="989253"/>
            <a:chOff x="1712090" y="1641356"/>
            <a:chExt cx="745397" cy="1009090"/>
          </a:xfrm>
        </p:grpSpPr>
        <p:sp>
          <p:nvSpPr>
            <p:cNvPr id="99" name="User log in text">
              <a:extLst>
                <a:ext uri="{FF2B5EF4-FFF2-40B4-BE49-F238E27FC236}">
                  <a16:creationId xmlns:a16="http://schemas.microsoft.com/office/drawing/2014/main" id="{14012EC3-4A24-45AA-AAA9-658B134175CE}"/>
                </a:ext>
              </a:extLst>
            </p:cNvPr>
            <p:cNvSpPr/>
            <p:nvPr/>
          </p:nvSpPr>
          <p:spPr>
            <a:xfrm>
              <a:off x="1712090" y="1641356"/>
              <a:ext cx="745397" cy="276999"/>
            </a:xfrm>
            <a:prstGeom prst="rect">
              <a:avLst/>
            </a:prstGeom>
          </p:spPr>
          <p:txBody>
            <a:bodyPr wrap="none">
              <a:spAutoFit/>
            </a:bodyPr>
            <a:lstStyle/>
            <a:p>
              <a:pPr marL="0" marR="0" lvl="0" indent="0" algn="l" defTabSz="895922" rtl="0" eaLnBrk="1" fontAlgn="base" latinLnBrk="0" hangingPunct="1">
                <a:lnSpc>
                  <a:spcPct val="100000"/>
                </a:lnSpc>
                <a:spcBef>
                  <a:spcPct val="0"/>
                </a:spcBef>
                <a:spcAft>
                  <a:spcPct val="0"/>
                </a:spcAft>
                <a:buClrTx/>
                <a:buSzTx/>
                <a:buFontTx/>
                <a:buNone/>
                <a:tabLst/>
                <a:defRPr/>
              </a:pPr>
              <a:r>
                <a:rPr kumimoji="0" lang="en-US" sz="1176" b="0" i="0" u="none" strike="noStrike" kern="1200" cap="none" spc="29" normalizeH="0" baseline="0" noProof="0">
                  <a:ln>
                    <a:noFill/>
                  </a:ln>
                  <a:solidFill>
                    <a:srgbClr val="FFFFFF"/>
                  </a:solidFill>
                  <a:effectLst/>
                  <a:uLnTx/>
                  <a:uFillTx/>
                  <a:latin typeface="Segoe UI Semilight"/>
                  <a:ea typeface="+mn-ea"/>
                  <a:cs typeface="Segoe UI" pitchFamily="34" charset="0"/>
                </a:rPr>
                <a:t>Outlook</a:t>
              </a:r>
            </a:p>
          </p:txBody>
        </p:sp>
        <p:sp>
          <p:nvSpPr>
            <p:cNvPr id="104" name="Oval 103">
              <a:extLst>
                <a:ext uri="{FF2B5EF4-FFF2-40B4-BE49-F238E27FC236}">
                  <a16:creationId xmlns:a16="http://schemas.microsoft.com/office/drawing/2014/main" id="{0FA9D7FF-A3A1-43D1-8BA9-2339D4F811DB}"/>
                </a:ext>
              </a:extLst>
            </p:cNvPr>
            <p:cNvSpPr/>
            <p:nvPr/>
          </p:nvSpPr>
          <p:spPr bwMode="auto">
            <a:xfrm>
              <a:off x="1718108" y="1917086"/>
              <a:ext cx="733360" cy="733360"/>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solidFill>
                  <a:srgbClr val="FFFFFF"/>
                </a:solidFill>
                <a:effectLst/>
                <a:uLnTx/>
                <a:uFillTx/>
                <a:latin typeface="Segoe UI"/>
                <a:ea typeface="+mn-ea"/>
                <a:cs typeface="+mn-cs"/>
              </a:endParaRPr>
            </a:p>
          </p:txBody>
        </p:sp>
        <p:sp>
          <p:nvSpPr>
            <p:cNvPr id="113" name="Freeform 9">
              <a:extLst>
                <a:ext uri="{FF2B5EF4-FFF2-40B4-BE49-F238E27FC236}">
                  <a16:creationId xmlns:a16="http://schemas.microsoft.com/office/drawing/2014/main" id="{D6D46F29-FA26-4A74-9164-48AB6B5B951F}"/>
                </a:ext>
              </a:extLst>
            </p:cNvPr>
            <p:cNvSpPr>
              <a:spLocks noChangeAspect="1" noEditPoints="1"/>
            </p:cNvSpPr>
            <p:nvPr/>
          </p:nvSpPr>
          <p:spPr bwMode="black">
            <a:xfrm>
              <a:off x="1927887" y="2126865"/>
              <a:ext cx="313802" cy="313802"/>
            </a:xfrm>
            <a:custGeom>
              <a:avLst/>
              <a:gdLst>
                <a:gd name="T0" fmla="*/ 246 w 415"/>
                <a:gd name="T1" fmla="*/ 99 h 415"/>
                <a:gd name="T2" fmla="*/ 0 w 415"/>
                <a:gd name="T3" fmla="*/ 42 h 415"/>
                <a:gd name="T4" fmla="*/ 246 w 415"/>
                <a:gd name="T5" fmla="*/ 415 h 415"/>
                <a:gd name="T6" fmla="*/ 402 w 415"/>
                <a:gd name="T7" fmla="*/ 321 h 415"/>
                <a:gd name="T8" fmla="*/ 415 w 415"/>
                <a:gd name="T9" fmla="*/ 113 h 415"/>
                <a:gd name="T10" fmla="*/ 179 w 415"/>
                <a:gd name="T11" fmla="*/ 222 h 415"/>
                <a:gd name="T12" fmla="*/ 169 w 415"/>
                <a:gd name="T13" fmla="*/ 251 h 415"/>
                <a:gd name="T14" fmla="*/ 151 w 415"/>
                <a:gd name="T15" fmla="*/ 272 h 415"/>
                <a:gd name="T16" fmla="*/ 128 w 415"/>
                <a:gd name="T17" fmla="*/ 282 h 415"/>
                <a:gd name="T18" fmla="*/ 102 w 415"/>
                <a:gd name="T19" fmla="*/ 281 h 415"/>
                <a:gd name="T20" fmla="*/ 82 w 415"/>
                <a:gd name="T21" fmla="*/ 269 h 415"/>
                <a:gd name="T22" fmla="*/ 66 w 415"/>
                <a:gd name="T23" fmla="*/ 249 h 415"/>
                <a:gd name="T24" fmla="*/ 58 w 415"/>
                <a:gd name="T25" fmla="*/ 223 h 415"/>
                <a:gd name="T26" fmla="*/ 58 w 415"/>
                <a:gd name="T27" fmla="*/ 191 h 415"/>
                <a:gd name="T28" fmla="*/ 65 w 415"/>
                <a:gd name="T29" fmla="*/ 164 h 415"/>
                <a:gd name="T30" fmla="*/ 82 w 415"/>
                <a:gd name="T31" fmla="*/ 141 h 415"/>
                <a:gd name="T32" fmla="*/ 103 w 415"/>
                <a:gd name="T33" fmla="*/ 130 h 415"/>
                <a:gd name="T34" fmla="*/ 130 w 415"/>
                <a:gd name="T35" fmla="*/ 127 h 415"/>
                <a:gd name="T36" fmla="*/ 153 w 415"/>
                <a:gd name="T37" fmla="*/ 137 h 415"/>
                <a:gd name="T38" fmla="*/ 169 w 415"/>
                <a:gd name="T39" fmla="*/ 158 h 415"/>
                <a:gd name="T40" fmla="*/ 179 w 415"/>
                <a:gd name="T41" fmla="*/ 186 h 415"/>
                <a:gd name="T42" fmla="*/ 179 w 415"/>
                <a:gd name="T43" fmla="*/ 222 h 415"/>
                <a:gd name="T44" fmla="*/ 246 w 415"/>
                <a:gd name="T45" fmla="*/ 307 h 415"/>
                <a:gd name="T46" fmla="*/ 292 w 415"/>
                <a:gd name="T47" fmla="*/ 228 h 415"/>
                <a:gd name="T48" fmla="*/ 401 w 415"/>
                <a:gd name="T49" fmla="*/ 140 h 415"/>
                <a:gd name="T50" fmla="*/ 401 w 415"/>
                <a:gd name="T51" fmla="*/ 121 h 415"/>
                <a:gd name="T52" fmla="*/ 298 w 415"/>
                <a:gd name="T53" fmla="*/ 216 h 415"/>
                <a:gd name="T54" fmla="*/ 246 w 415"/>
                <a:gd name="T55" fmla="*/ 113 h 415"/>
                <a:gd name="T56" fmla="*/ 401 w 415"/>
                <a:gd name="T57" fmla="*/ 121 h 415"/>
                <a:gd name="T58" fmla="*/ 143 w 415"/>
                <a:gd name="T59" fmla="*/ 176 h 415"/>
                <a:gd name="T60" fmla="*/ 134 w 415"/>
                <a:gd name="T61" fmla="*/ 163 h 415"/>
                <a:gd name="T62" fmla="*/ 123 w 415"/>
                <a:gd name="T63" fmla="*/ 157 h 415"/>
                <a:gd name="T64" fmla="*/ 109 w 415"/>
                <a:gd name="T65" fmla="*/ 158 h 415"/>
                <a:gd name="T66" fmla="*/ 97 w 415"/>
                <a:gd name="T67" fmla="*/ 165 h 415"/>
                <a:gd name="T68" fmla="*/ 89 w 415"/>
                <a:gd name="T69" fmla="*/ 178 h 415"/>
                <a:gd name="T70" fmla="*/ 85 w 415"/>
                <a:gd name="T71" fmla="*/ 196 h 415"/>
                <a:gd name="T72" fmla="*/ 85 w 415"/>
                <a:gd name="T73" fmla="*/ 216 h 415"/>
                <a:gd name="T74" fmla="*/ 90 w 415"/>
                <a:gd name="T75" fmla="*/ 233 h 415"/>
                <a:gd name="T76" fmla="*/ 98 w 415"/>
                <a:gd name="T77" fmla="*/ 246 h 415"/>
                <a:gd name="T78" fmla="*/ 109 w 415"/>
                <a:gd name="T79" fmla="*/ 252 h 415"/>
                <a:gd name="T80" fmla="*/ 122 w 415"/>
                <a:gd name="T81" fmla="*/ 254 h 415"/>
                <a:gd name="T82" fmla="*/ 134 w 415"/>
                <a:gd name="T83" fmla="*/ 248 h 415"/>
                <a:gd name="T84" fmla="*/ 142 w 415"/>
                <a:gd name="T85" fmla="*/ 236 h 415"/>
                <a:gd name="T86" fmla="*/ 147 w 415"/>
                <a:gd name="T87" fmla="*/ 217 h 415"/>
                <a:gd name="T88" fmla="*/ 147 w 415"/>
                <a:gd name="T89" fmla="*/ 195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15" h="415">
                  <a:moveTo>
                    <a:pt x="401" y="99"/>
                  </a:moveTo>
                  <a:cubicBezTo>
                    <a:pt x="246" y="99"/>
                    <a:pt x="246" y="99"/>
                    <a:pt x="246" y="99"/>
                  </a:cubicBezTo>
                  <a:cubicBezTo>
                    <a:pt x="246" y="0"/>
                    <a:pt x="246" y="0"/>
                    <a:pt x="246" y="0"/>
                  </a:cubicBezTo>
                  <a:cubicBezTo>
                    <a:pt x="0" y="42"/>
                    <a:pt x="0" y="42"/>
                    <a:pt x="0" y="42"/>
                  </a:cubicBezTo>
                  <a:cubicBezTo>
                    <a:pt x="0" y="373"/>
                    <a:pt x="0" y="373"/>
                    <a:pt x="0" y="373"/>
                  </a:cubicBezTo>
                  <a:cubicBezTo>
                    <a:pt x="246" y="415"/>
                    <a:pt x="246" y="415"/>
                    <a:pt x="246" y="415"/>
                  </a:cubicBezTo>
                  <a:cubicBezTo>
                    <a:pt x="246" y="321"/>
                    <a:pt x="246" y="321"/>
                    <a:pt x="246" y="321"/>
                  </a:cubicBezTo>
                  <a:cubicBezTo>
                    <a:pt x="402" y="321"/>
                    <a:pt x="402" y="321"/>
                    <a:pt x="402" y="321"/>
                  </a:cubicBezTo>
                  <a:cubicBezTo>
                    <a:pt x="409" y="321"/>
                    <a:pt x="415" y="314"/>
                    <a:pt x="415" y="307"/>
                  </a:cubicBezTo>
                  <a:cubicBezTo>
                    <a:pt x="415" y="113"/>
                    <a:pt x="415" y="113"/>
                    <a:pt x="415" y="113"/>
                  </a:cubicBezTo>
                  <a:cubicBezTo>
                    <a:pt x="415" y="105"/>
                    <a:pt x="409" y="99"/>
                    <a:pt x="401" y="99"/>
                  </a:cubicBezTo>
                  <a:close/>
                  <a:moveTo>
                    <a:pt x="179" y="222"/>
                  </a:moveTo>
                  <a:cubicBezTo>
                    <a:pt x="177" y="228"/>
                    <a:pt x="176" y="232"/>
                    <a:pt x="175" y="237"/>
                  </a:cubicBezTo>
                  <a:cubicBezTo>
                    <a:pt x="174" y="243"/>
                    <a:pt x="172" y="248"/>
                    <a:pt x="169" y="251"/>
                  </a:cubicBezTo>
                  <a:cubicBezTo>
                    <a:pt x="167" y="256"/>
                    <a:pt x="164" y="259"/>
                    <a:pt x="161" y="263"/>
                  </a:cubicBezTo>
                  <a:cubicBezTo>
                    <a:pt x="157" y="266"/>
                    <a:pt x="155" y="270"/>
                    <a:pt x="151" y="272"/>
                  </a:cubicBezTo>
                  <a:cubicBezTo>
                    <a:pt x="148" y="275"/>
                    <a:pt x="144" y="277"/>
                    <a:pt x="140" y="278"/>
                  </a:cubicBezTo>
                  <a:cubicBezTo>
                    <a:pt x="136" y="281"/>
                    <a:pt x="133" y="282"/>
                    <a:pt x="128" y="282"/>
                  </a:cubicBezTo>
                  <a:cubicBezTo>
                    <a:pt x="124" y="283"/>
                    <a:pt x="120" y="283"/>
                    <a:pt x="115" y="283"/>
                  </a:cubicBezTo>
                  <a:cubicBezTo>
                    <a:pt x="110" y="283"/>
                    <a:pt x="107" y="282"/>
                    <a:pt x="102" y="281"/>
                  </a:cubicBezTo>
                  <a:cubicBezTo>
                    <a:pt x="98" y="279"/>
                    <a:pt x="95" y="278"/>
                    <a:pt x="91" y="276"/>
                  </a:cubicBezTo>
                  <a:cubicBezTo>
                    <a:pt x="88" y="275"/>
                    <a:pt x="84" y="272"/>
                    <a:pt x="82" y="269"/>
                  </a:cubicBezTo>
                  <a:cubicBezTo>
                    <a:pt x="78" y="266"/>
                    <a:pt x="76" y="264"/>
                    <a:pt x="72" y="261"/>
                  </a:cubicBezTo>
                  <a:cubicBezTo>
                    <a:pt x="70" y="257"/>
                    <a:pt x="68" y="252"/>
                    <a:pt x="66" y="249"/>
                  </a:cubicBezTo>
                  <a:cubicBezTo>
                    <a:pt x="64" y="245"/>
                    <a:pt x="62" y="241"/>
                    <a:pt x="61" y="236"/>
                  </a:cubicBezTo>
                  <a:cubicBezTo>
                    <a:pt x="59" y="232"/>
                    <a:pt x="58" y="228"/>
                    <a:pt x="58" y="223"/>
                  </a:cubicBezTo>
                  <a:cubicBezTo>
                    <a:pt x="57" y="217"/>
                    <a:pt x="57" y="212"/>
                    <a:pt x="57" y="207"/>
                  </a:cubicBezTo>
                  <a:cubicBezTo>
                    <a:pt x="57" y="202"/>
                    <a:pt x="57" y="196"/>
                    <a:pt x="58" y="191"/>
                  </a:cubicBezTo>
                  <a:cubicBezTo>
                    <a:pt x="58" y="186"/>
                    <a:pt x="59" y="180"/>
                    <a:pt x="61" y="177"/>
                  </a:cubicBezTo>
                  <a:cubicBezTo>
                    <a:pt x="62" y="172"/>
                    <a:pt x="64" y="167"/>
                    <a:pt x="65" y="164"/>
                  </a:cubicBezTo>
                  <a:cubicBezTo>
                    <a:pt x="68" y="159"/>
                    <a:pt x="70" y="156"/>
                    <a:pt x="72" y="152"/>
                  </a:cubicBezTo>
                  <a:cubicBezTo>
                    <a:pt x="75" y="148"/>
                    <a:pt x="78" y="145"/>
                    <a:pt x="82" y="141"/>
                  </a:cubicBezTo>
                  <a:cubicBezTo>
                    <a:pt x="84" y="139"/>
                    <a:pt x="88" y="137"/>
                    <a:pt x="91" y="134"/>
                  </a:cubicBezTo>
                  <a:cubicBezTo>
                    <a:pt x="95" y="132"/>
                    <a:pt x="99" y="131"/>
                    <a:pt x="103" y="130"/>
                  </a:cubicBezTo>
                  <a:cubicBezTo>
                    <a:pt x="108" y="128"/>
                    <a:pt x="112" y="127"/>
                    <a:pt x="117" y="127"/>
                  </a:cubicBezTo>
                  <a:cubicBezTo>
                    <a:pt x="121" y="127"/>
                    <a:pt x="125" y="127"/>
                    <a:pt x="130" y="127"/>
                  </a:cubicBezTo>
                  <a:cubicBezTo>
                    <a:pt x="134" y="128"/>
                    <a:pt x="137" y="130"/>
                    <a:pt x="142" y="131"/>
                  </a:cubicBezTo>
                  <a:cubicBezTo>
                    <a:pt x="146" y="133"/>
                    <a:pt x="149" y="134"/>
                    <a:pt x="153" y="137"/>
                  </a:cubicBezTo>
                  <a:cubicBezTo>
                    <a:pt x="155" y="140"/>
                    <a:pt x="159" y="143"/>
                    <a:pt x="162" y="146"/>
                  </a:cubicBezTo>
                  <a:cubicBezTo>
                    <a:pt x="164" y="150"/>
                    <a:pt x="167" y="153"/>
                    <a:pt x="169" y="158"/>
                  </a:cubicBezTo>
                  <a:cubicBezTo>
                    <a:pt x="172" y="161"/>
                    <a:pt x="174" y="166"/>
                    <a:pt x="175" y="171"/>
                  </a:cubicBezTo>
                  <a:cubicBezTo>
                    <a:pt x="176" y="176"/>
                    <a:pt x="177" y="182"/>
                    <a:pt x="179" y="186"/>
                  </a:cubicBezTo>
                  <a:cubicBezTo>
                    <a:pt x="180" y="192"/>
                    <a:pt x="180" y="198"/>
                    <a:pt x="180" y="204"/>
                  </a:cubicBezTo>
                  <a:cubicBezTo>
                    <a:pt x="180" y="210"/>
                    <a:pt x="180" y="216"/>
                    <a:pt x="179" y="222"/>
                  </a:cubicBezTo>
                  <a:close/>
                  <a:moveTo>
                    <a:pt x="401" y="307"/>
                  </a:moveTo>
                  <a:cubicBezTo>
                    <a:pt x="246" y="307"/>
                    <a:pt x="246" y="307"/>
                    <a:pt x="246" y="307"/>
                  </a:cubicBezTo>
                  <a:cubicBezTo>
                    <a:pt x="246" y="185"/>
                    <a:pt x="246" y="185"/>
                    <a:pt x="246" y="185"/>
                  </a:cubicBezTo>
                  <a:cubicBezTo>
                    <a:pt x="292" y="228"/>
                    <a:pt x="292" y="228"/>
                    <a:pt x="292" y="228"/>
                  </a:cubicBezTo>
                  <a:cubicBezTo>
                    <a:pt x="297" y="232"/>
                    <a:pt x="303" y="232"/>
                    <a:pt x="306" y="228"/>
                  </a:cubicBezTo>
                  <a:cubicBezTo>
                    <a:pt x="401" y="140"/>
                    <a:pt x="401" y="140"/>
                    <a:pt x="401" y="140"/>
                  </a:cubicBezTo>
                  <a:lnTo>
                    <a:pt x="401" y="307"/>
                  </a:lnTo>
                  <a:close/>
                  <a:moveTo>
                    <a:pt x="401" y="121"/>
                  </a:moveTo>
                  <a:cubicBezTo>
                    <a:pt x="300" y="216"/>
                    <a:pt x="300" y="216"/>
                    <a:pt x="300" y="216"/>
                  </a:cubicBezTo>
                  <a:cubicBezTo>
                    <a:pt x="300" y="217"/>
                    <a:pt x="299" y="217"/>
                    <a:pt x="298" y="216"/>
                  </a:cubicBezTo>
                  <a:cubicBezTo>
                    <a:pt x="246" y="167"/>
                    <a:pt x="246" y="167"/>
                    <a:pt x="246" y="167"/>
                  </a:cubicBezTo>
                  <a:cubicBezTo>
                    <a:pt x="246" y="113"/>
                    <a:pt x="246" y="113"/>
                    <a:pt x="246" y="113"/>
                  </a:cubicBezTo>
                  <a:cubicBezTo>
                    <a:pt x="401" y="113"/>
                    <a:pt x="401" y="113"/>
                    <a:pt x="401" y="113"/>
                  </a:cubicBezTo>
                  <a:lnTo>
                    <a:pt x="401" y="121"/>
                  </a:lnTo>
                  <a:close/>
                  <a:moveTo>
                    <a:pt x="146" y="184"/>
                  </a:moveTo>
                  <a:cubicBezTo>
                    <a:pt x="144" y="182"/>
                    <a:pt x="144" y="178"/>
                    <a:pt x="143" y="176"/>
                  </a:cubicBezTo>
                  <a:cubicBezTo>
                    <a:pt x="142" y="173"/>
                    <a:pt x="141" y="171"/>
                    <a:pt x="138" y="169"/>
                  </a:cubicBezTo>
                  <a:cubicBezTo>
                    <a:pt x="137" y="166"/>
                    <a:pt x="136" y="165"/>
                    <a:pt x="134" y="163"/>
                  </a:cubicBezTo>
                  <a:cubicBezTo>
                    <a:pt x="133" y="161"/>
                    <a:pt x="131" y="160"/>
                    <a:pt x="129" y="159"/>
                  </a:cubicBezTo>
                  <a:cubicBezTo>
                    <a:pt x="127" y="158"/>
                    <a:pt x="125" y="158"/>
                    <a:pt x="123" y="157"/>
                  </a:cubicBezTo>
                  <a:cubicBezTo>
                    <a:pt x="121" y="157"/>
                    <a:pt x="118" y="157"/>
                    <a:pt x="116" y="157"/>
                  </a:cubicBezTo>
                  <a:cubicBezTo>
                    <a:pt x="114" y="157"/>
                    <a:pt x="111" y="157"/>
                    <a:pt x="109" y="158"/>
                  </a:cubicBezTo>
                  <a:cubicBezTo>
                    <a:pt x="107" y="158"/>
                    <a:pt x="104" y="159"/>
                    <a:pt x="103" y="160"/>
                  </a:cubicBezTo>
                  <a:cubicBezTo>
                    <a:pt x="101" y="161"/>
                    <a:pt x="98" y="163"/>
                    <a:pt x="97" y="165"/>
                  </a:cubicBezTo>
                  <a:cubicBezTo>
                    <a:pt x="96" y="166"/>
                    <a:pt x="94" y="169"/>
                    <a:pt x="92" y="171"/>
                  </a:cubicBezTo>
                  <a:cubicBezTo>
                    <a:pt x="91" y="173"/>
                    <a:pt x="90" y="176"/>
                    <a:pt x="89" y="178"/>
                  </a:cubicBezTo>
                  <a:cubicBezTo>
                    <a:pt x="88" y="180"/>
                    <a:pt x="88" y="184"/>
                    <a:pt x="86" y="186"/>
                  </a:cubicBezTo>
                  <a:cubicBezTo>
                    <a:pt x="86" y="189"/>
                    <a:pt x="85" y="192"/>
                    <a:pt x="85" y="196"/>
                  </a:cubicBezTo>
                  <a:cubicBezTo>
                    <a:pt x="85" y="198"/>
                    <a:pt x="84" y="202"/>
                    <a:pt x="84" y="205"/>
                  </a:cubicBezTo>
                  <a:cubicBezTo>
                    <a:pt x="84" y="209"/>
                    <a:pt x="85" y="212"/>
                    <a:pt x="85" y="216"/>
                  </a:cubicBezTo>
                  <a:cubicBezTo>
                    <a:pt x="85" y="219"/>
                    <a:pt x="86" y="223"/>
                    <a:pt x="86" y="225"/>
                  </a:cubicBezTo>
                  <a:cubicBezTo>
                    <a:pt x="88" y="229"/>
                    <a:pt x="89" y="231"/>
                    <a:pt x="90" y="233"/>
                  </a:cubicBezTo>
                  <a:cubicBezTo>
                    <a:pt x="91" y="236"/>
                    <a:pt x="92" y="238"/>
                    <a:pt x="94" y="241"/>
                  </a:cubicBezTo>
                  <a:cubicBezTo>
                    <a:pt x="95" y="243"/>
                    <a:pt x="96" y="244"/>
                    <a:pt x="98" y="246"/>
                  </a:cubicBezTo>
                  <a:cubicBezTo>
                    <a:pt x="99" y="248"/>
                    <a:pt x="102" y="249"/>
                    <a:pt x="103" y="250"/>
                  </a:cubicBezTo>
                  <a:cubicBezTo>
                    <a:pt x="105" y="251"/>
                    <a:pt x="107" y="252"/>
                    <a:pt x="109" y="252"/>
                  </a:cubicBezTo>
                  <a:cubicBezTo>
                    <a:pt x="111" y="254"/>
                    <a:pt x="114" y="254"/>
                    <a:pt x="115" y="254"/>
                  </a:cubicBezTo>
                  <a:cubicBezTo>
                    <a:pt x="117" y="254"/>
                    <a:pt x="120" y="254"/>
                    <a:pt x="122" y="254"/>
                  </a:cubicBezTo>
                  <a:cubicBezTo>
                    <a:pt x="124" y="252"/>
                    <a:pt x="127" y="252"/>
                    <a:pt x="128" y="251"/>
                  </a:cubicBezTo>
                  <a:cubicBezTo>
                    <a:pt x="130" y="250"/>
                    <a:pt x="131" y="249"/>
                    <a:pt x="134" y="248"/>
                  </a:cubicBezTo>
                  <a:cubicBezTo>
                    <a:pt x="135" y="246"/>
                    <a:pt x="137" y="244"/>
                    <a:pt x="138" y="243"/>
                  </a:cubicBezTo>
                  <a:cubicBezTo>
                    <a:pt x="140" y="241"/>
                    <a:pt x="141" y="238"/>
                    <a:pt x="142" y="236"/>
                  </a:cubicBezTo>
                  <a:cubicBezTo>
                    <a:pt x="143" y="232"/>
                    <a:pt x="144" y="230"/>
                    <a:pt x="146" y="226"/>
                  </a:cubicBezTo>
                  <a:cubicBezTo>
                    <a:pt x="147" y="224"/>
                    <a:pt x="147" y="220"/>
                    <a:pt x="147" y="217"/>
                  </a:cubicBezTo>
                  <a:cubicBezTo>
                    <a:pt x="148" y="213"/>
                    <a:pt x="148" y="210"/>
                    <a:pt x="148" y="206"/>
                  </a:cubicBezTo>
                  <a:cubicBezTo>
                    <a:pt x="148" y="202"/>
                    <a:pt x="148" y="198"/>
                    <a:pt x="147" y="195"/>
                  </a:cubicBezTo>
                  <a:cubicBezTo>
                    <a:pt x="147" y="191"/>
                    <a:pt x="147" y="187"/>
                    <a:pt x="146" y="184"/>
                  </a:cubicBezTo>
                  <a:close/>
                </a:path>
              </a:pathLst>
            </a:custGeom>
            <a:solidFill>
              <a:schemeClr val="bg1"/>
            </a:solidFill>
            <a:ln>
              <a:noFill/>
            </a:ln>
          </p:spPr>
          <p:txBody>
            <a:bodyPr vert="horz" wrap="square" lIns="89642" tIns="44821" rIns="89642" bIns="44821"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grpSp>
      <p:grpSp>
        <p:nvGrpSpPr>
          <p:cNvPr id="4" name="Group 3">
            <a:extLst>
              <a:ext uri="{FF2B5EF4-FFF2-40B4-BE49-F238E27FC236}">
                <a16:creationId xmlns:a16="http://schemas.microsoft.com/office/drawing/2014/main" id="{DE2173BB-7653-4E5B-A299-80376990C9A2}"/>
              </a:ext>
            </a:extLst>
          </p:cNvPr>
          <p:cNvGrpSpPr/>
          <p:nvPr/>
        </p:nvGrpSpPr>
        <p:grpSpPr>
          <a:xfrm>
            <a:off x="7561224" y="3307823"/>
            <a:ext cx="801460" cy="975209"/>
            <a:chOff x="7712841" y="3373655"/>
            <a:chExt cx="817531" cy="994764"/>
          </a:xfrm>
        </p:grpSpPr>
        <p:sp>
          <p:nvSpPr>
            <p:cNvPr id="120" name="User log in text">
              <a:extLst>
                <a:ext uri="{FF2B5EF4-FFF2-40B4-BE49-F238E27FC236}">
                  <a16:creationId xmlns:a16="http://schemas.microsoft.com/office/drawing/2014/main" id="{ED89345E-FB9A-40A4-9069-BEA594D40FE1}"/>
                </a:ext>
              </a:extLst>
            </p:cNvPr>
            <p:cNvSpPr/>
            <p:nvPr/>
          </p:nvSpPr>
          <p:spPr>
            <a:xfrm>
              <a:off x="7712841" y="4091420"/>
              <a:ext cx="817531" cy="276999"/>
            </a:xfrm>
            <a:prstGeom prst="rect">
              <a:avLst/>
            </a:prstGeom>
          </p:spPr>
          <p:txBody>
            <a:bodyPr wrap="none">
              <a:spAutoFit/>
            </a:bodyPr>
            <a:lstStyle/>
            <a:p>
              <a:pPr marL="0" marR="0" lvl="0" indent="0" algn="l" defTabSz="895922" rtl="0" eaLnBrk="1" fontAlgn="base" latinLnBrk="0" hangingPunct="1">
                <a:lnSpc>
                  <a:spcPct val="100000"/>
                </a:lnSpc>
                <a:spcBef>
                  <a:spcPct val="0"/>
                </a:spcBef>
                <a:spcAft>
                  <a:spcPct val="0"/>
                </a:spcAft>
                <a:buClrTx/>
                <a:buSzTx/>
                <a:buFontTx/>
                <a:buNone/>
                <a:tabLst/>
                <a:defRPr/>
              </a:pPr>
              <a:r>
                <a:rPr kumimoji="0" lang="en-US" sz="1176" b="0" i="0" u="none" strike="noStrike" kern="1200" cap="none" spc="29" normalizeH="0" baseline="0" noProof="0">
                  <a:ln>
                    <a:noFill/>
                  </a:ln>
                  <a:solidFill>
                    <a:srgbClr val="FFFFFF"/>
                  </a:solidFill>
                  <a:effectLst/>
                  <a:uLnTx/>
                  <a:uFillTx/>
                  <a:latin typeface="Segoe UI Semilight"/>
                  <a:ea typeface="+mn-ea"/>
                  <a:cs typeface="Segoe UI" pitchFamily="34" charset="0"/>
                </a:rPr>
                <a:t>Windows</a:t>
              </a:r>
            </a:p>
          </p:txBody>
        </p:sp>
        <p:sp>
          <p:nvSpPr>
            <p:cNvPr id="124" name="Oval 123">
              <a:extLst>
                <a:ext uri="{FF2B5EF4-FFF2-40B4-BE49-F238E27FC236}">
                  <a16:creationId xmlns:a16="http://schemas.microsoft.com/office/drawing/2014/main" id="{88439548-D74A-4764-AB4B-E3CA3C6BA931}"/>
                </a:ext>
              </a:extLst>
            </p:cNvPr>
            <p:cNvSpPr/>
            <p:nvPr/>
          </p:nvSpPr>
          <p:spPr bwMode="auto">
            <a:xfrm>
              <a:off x="7760751" y="3373655"/>
              <a:ext cx="721710" cy="721710"/>
            </a:xfrm>
            <a:prstGeom prst="ellipse">
              <a:avLst/>
            </a:prstGeom>
            <a:solidFill>
              <a:schemeClr val="accent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568"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126" name="Freeform 15">
              <a:extLst>
                <a:ext uri="{FF2B5EF4-FFF2-40B4-BE49-F238E27FC236}">
                  <a16:creationId xmlns:a16="http://schemas.microsoft.com/office/drawing/2014/main" id="{8D8DDAC8-5D2E-4A18-9E22-CC55010B948F}"/>
                </a:ext>
              </a:extLst>
            </p:cNvPr>
            <p:cNvSpPr>
              <a:spLocks noChangeAspect="1" noEditPoints="1"/>
            </p:cNvSpPr>
            <p:nvPr/>
          </p:nvSpPr>
          <p:spPr bwMode="black">
            <a:xfrm>
              <a:off x="7952292" y="3565884"/>
              <a:ext cx="338629" cy="337253"/>
            </a:xfrm>
            <a:custGeom>
              <a:avLst/>
              <a:gdLst>
                <a:gd name="T0" fmla="*/ 112 w 246"/>
                <a:gd name="T1" fmla="*/ 19 h 245"/>
                <a:gd name="T2" fmla="*/ 246 w 246"/>
                <a:gd name="T3" fmla="*/ 0 h 245"/>
                <a:gd name="T4" fmla="*/ 246 w 246"/>
                <a:gd name="T5" fmla="*/ 116 h 245"/>
                <a:gd name="T6" fmla="*/ 112 w 246"/>
                <a:gd name="T7" fmla="*/ 116 h 245"/>
                <a:gd name="T8" fmla="*/ 112 w 246"/>
                <a:gd name="T9" fmla="*/ 19 h 245"/>
                <a:gd name="T10" fmla="*/ 102 w 246"/>
                <a:gd name="T11" fmla="*/ 116 h 245"/>
                <a:gd name="T12" fmla="*/ 102 w 246"/>
                <a:gd name="T13" fmla="*/ 19 h 245"/>
                <a:gd name="T14" fmla="*/ 0 w 246"/>
                <a:gd name="T15" fmla="*/ 34 h 245"/>
                <a:gd name="T16" fmla="*/ 0 w 246"/>
                <a:gd name="T17" fmla="*/ 116 h 245"/>
                <a:gd name="T18" fmla="*/ 102 w 246"/>
                <a:gd name="T19" fmla="*/ 116 h 245"/>
                <a:gd name="T20" fmla="*/ 102 w 246"/>
                <a:gd name="T21" fmla="*/ 126 h 245"/>
                <a:gd name="T22" fmla="*/ 0 w 246"/>
                <a:gd name="T23" fmla="*/ 126 h 245"/>
                <a:gd name="T24" fmla="*/ 0 w 246"/>
                <a:gd name="T25" fmla="*/ 211 h 245"/>
                <a:gd name="T26" fmla="*/ 102 w 246"/>
                <a:gd name="T27" fmla="*/ 226 h 245"/>
                <a:gd name="T28" fmla="*/ 102 w 246"/>
                <a:gd name="T29" fmla="*/ 126 h 245"/>
                <a:gd name="T30" fmla="*/ 112 w 246"/>
                <a:gd name="T31" fmla="*/ 126 h 245"/>
                <a:gd name="T32" fmla="*/ 112 w 246"/>
                <a:gd name="T33" fmla="*/ 226 h 245"/>
                <a:gd name="T34" fmla="*/ 246 w 246"/>
                <a:gd name="T35" fmla="*/ 245 h 245"/>
                <a:gd name="T36" fmla="*/ 246 w 246"/>
                <a:gd name="T37" fmla="*/ 126 h 245"/>
                <a:gd name="T38" fmla="*/ 112 w 246"/>
                <a:gd name="T39" fmla="*/ 126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6" h="245">
                  <a:moveTo>
                    <a:pt x="112" y="19"/>
                  </a:moveTo>
                  <a:lnTo>
                    <a:pt x="246" y="0"/>
                  </a:lnTo>
                  <a:lnTo>
                    <a:pt x="246" y="116"/>
                  </a:lnTo>
                  <a:lnTo>
                    <a:pt x="112" y="116"/>
                  </a:lnTo>
                  <a:lnTo>
                    <a:pt x="112" y="19"/>
                  </a:lnTo>
                  <a:close/>
                  <a:moveTo>
                    <a:pt x="102" y="116"/>
                  </a:moveTo>
                  <a:lnTo>
                    <a:pt x="102" y="19"/>
                  </a:lnTo>
                  <a:lnTo>
                    <a:pt x="0" y="34"/>
                  </a:lnTo>
                  <a:lnTo>
                    <a:pt x="0" y="116"/>
                  </a:lnTo>
                  <a:lnTo>
                    <a:pt x="102" y="116"/>
                  </a:lnTo>
                  <a:close/>
                  <a:moveTo>
                    <a:pt x="102" y="126"/>
                  </a:moveTo>
                  <a:lnTo>
                    <a:pt x="0" y="126"/>
                  </a:lnTo>
                  <a:lnTo>
                    <a:pt x="0" y="211"/>
                  </a:lnTo>
                  <a:lnTo>
                    <a:pt x="102" y="226"/>
                  </a:lnTo>
                  <a:lnTo>
                    <a:pt x="102" y="126"/>
                  </a:lnTo>
                  <a:close/>
                  <a:moveTo>
                    <a:pt x="112" y="126"/>
                  </a:moveTo>
                  <a:lnTo>
                    <a:pt x="112" y="226"/>
                  </a:lnTo>
                  <a:lnTo>
                    <a:pt x="246" y="245"/>
                  </a:lnTo>
                  <a:lnTo>
                    <a:pt x="246" y="126"/>
                  </a:lnTo>
                  <a:lnTo>
                    <a:pt x="112" y="126"/>
                  </a:lnTo>
                  <a:close/>
                </a:path>
              </a:pathLst>
            </a:custGeom>
            <a:solidFill>
              <a:schemeClr val="bg1"/>
            </a:solidFill>
            <a:ln>
              <a:noFill/>
            </a:ln>
          </p:spPr>
          <p:txBody>
            <a:bodyPr vert="horz" wrap="square" lIns="89642" tIns="44821" rIns="89642" bIns="44821"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505050"/>
                </a:solidFill>
                <a:effectLst/>
                <a:uLnTx/>
                <a:uFillTx/>
                <a:latin typeface="Segoe UI"/>
                <a:ea typeface="+mn-ea"/>
                <a:cs typeface="+mn-cs"/>
              </a:endParaRPr>
            </a:p>
          </p:txBody>
        </p:sp>
      </p:grpSp>
      <p:sp>
        <p:nvSpPr>
          <p:cNvPr id="8" name="Rectangle 7">
            <a:extLst>
              <a:ext uri="{FF2B5EF4-FFF2-40B4-BE49-F238E27FC236}">
                <a16:creationId xmlns:a16="http://schemas.microsoft.com/office/drawing/2014/main" id="{8357F638-E090-4A32-93FE-66EEF1788BDF}"/>
              </a:ext>
            </a:extLst>
          </p:cNvPr>
          <p:cNvSpPr/>
          <p:nvPr/>
        </p:nvSpPr>
        <p:spPr>
          <a:xfrm>
            <a:off x="509170" y="1002063"/>
            <a:ext cx="5003229" cy="461665"/>
          </a:xfrm>
          <a:prstGeom prst="rect">
            <a:avLst/>
          </a:prstGeom>
        </p:spPr>
        <p:txBody>
          <a:bodyPr wrap="none">
            <a:sp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78D4"/>
                </a:solidFill>
                <a:effectLst/>
                <a:uLnTx/>
                <a:uFillTx/>
                <a:latin typeface="Segoe UI"/>
                <a:ea typeface="+mn-ea"/>
                <a:cs typeface="Segoe UI Semilight" panose="020B0402040204020203" pitchFamily="34" charset="0"/>
              </a:rPr>
              <a:t>Microsoft Intelligent Security Graph</a:t>
            </a:r>
            <a:endParaRPr kumimoji="0" lang="en-US" sz="2000" b="0" i="0" u="none" strike="noStrike" kern="1200" cap="none" spc="0" normalizeH="0" baseline="0" noProof="0">
              <a:ln>
                <a:noFill/>
              </a:ln>
              <a:solidFill>
                <a:srgbClr val="1A1A1A"/>
              </a:solidFill>
              <a:effectLst/>
              <a:uLnTx/>
              <a:uFillTx/>
              <a:latin typeface="Segoe UI"/>
              <a:ea typeface="+mn-ea"/>
              <a:cs typeface="+mn-cs"/>
            </a:endParaRPr>
          </a:p>
        </p:txBody>
      </p:sp>
    </p:spTree>
    <p:custDataLst>
      <p:tags r:id="rId1"/>
    </p:custDataLst>
    <p:extLst>
      <p:ext uri="{BB962C8B-B14F-4D97-AF65-F5344CB8AC3E}">
        <p14:creationId xmlns:p14="http://schemas.microsoft.com/office/powerpoint/2010/main" val="355445684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500"/>
                                  </p:stCondLst>
                                  <p:childTnLst>
                                    <p:set>
                                      <p:cBhvr>
                                        <p:cTn id="6" dur="1" fill="hold">
                                          <p:stCondLst>
                                            <p:cond delay="0"/>
                                          </p:stCondLst>
                                        </p:cTn>
                                        <p:tgtEl>
                                          <p:spTgt spid="13"/>
                                        </p:tgtEl>
                                        <p:attrNameLst>
                                          <p:attrName>style.visibility</p:attrName>
                                        </p:attrNameLst>
                                      </p:cBhvr>
                                      <p:to>
                                        <p:strVal val="visible"/>
                                      </p:to>
                                    </p:set>
                                  </p:childTnLst>
                                </p:cTn>
                              </p:par>
                              <p:par>
                                <p:cTn id="7" presetID="6" presetClass="emph" presetSubtype="0" accel="100000" autoRev="1" fill="hold" grpId="1" nodeType="withEffect">
                                  <p:stCondLst>
                                    <p:cond delay="0"/>
                                  </p:stCondLst>
                                  <p:childTnLst>
                                    <p:animScale>
                                      <p:cBhvr>
                                        <p:cTn id="8" dur="500" fill="hold"/>
                                        <p:tgtEl>
                                          <p:spTgt spid="13"/>
                                        </p:tgtEl>
                                      </p:cBhvr>
                                      <p:by x="0" y="0"/>
                                    </p:animScale>
                                  </p:childTnLst>
                                </p:cTn>
                              </p:par>
                              <p:par>
                                <p:cTn id="9" presetID="6" presetClass="emph" presetSubtype="0" decel="100000" fill="hold" grpId="2" nodeType="withEffect">
                                  <p:stCondLst>
                                    <p:cond delay="700"/>
                                  </p:stCondLst>
                                  <p:childTnLst>
                                    <p:animScale>
                                      <p:cBhvr>
                                        <p:cTn id="10" dur="500" fill="hold"/>
                                        <p:tgtEl>
                                          <p:spTgt spid="13"/>
                                        </p:tgtEl>
                                      </p:cBhvr>
                                      <p:by x="90000" y="90000"/>
                                    </p:animScale>
                                  </p:childTnLst>
                                </p:cTn>
                              </p:par>
                              <p:par>
                                <p:cTn id="11" presetID="1" presetClass="entr" presetSubtype="0" fill="hold" nodeType="withEffect">
                                  <p:stCondLst>
                                    <p:cond delay="500"/>
                                  </p:stCondLst>
                                  <p:childTnLst>
                                    <p:set>
                                      <p:cBhvr>
                                        <p:cTn id="12" dur="1" fill="hold">
                                          <p:stCondLst>
                                            <p:cond delay="0"/>
                                          </p:stCondLst>
                                        </p:cTn>
                                        <p:tgtEl>
                                          <p:spTgt spid="57"/>
                                        </p:tgtEl>
                                        <p:attrNameLst>
                                          <p:attrName>style.visibility</p:attrName>
                                        </p:attrNameLst>
                                      </p:cBhvr>
                                      <p:to>
                                        <p:strVal val="visible"/>
                                      </p:to>
                                    </p:set>
                                  </p:childTnLst>
                                </p:cTn>
                              </p:par>
                              <p:par>
                                <p:cTn id="13" presetID="6" presetClass="emph" presetSubtype="0" accel="100000" autoRev="1" fill="hold" nodeType="withEffect">
                                  <p:stCondLst>
                                    <p:cond delay="0"/>
                                  </p:stCondLst>
                                  <p:childTnLst>
                                    <p:animScale>
                                      <p:cBhvr>
                                        <p:cTn id="14" dur="500" fill="hold"/>
                                        <p:tgtEl>
                                          <p:spTgt spid="57"/>
                                        </p:tgtEl>
                                      </p:cBhvr>
                                      <p:by x="0" y="0"/>
                                    </p:animScale>
                                  </p:childTnLst>
                                </p:cTn>
                              </p:par>
                              <p:par>
                                <p:cTn id="15" presetID="6" presetClass="emph" presetSubtype="0" decel="100000" fill="hold" nodeType="withEffect">
                                  <p:stCondLst>
                                    <p:cond delay="700"/>
                                  </p:stCondLst>
                                  <p:childTnLst>
                                    <p:animScale>
                                      <p:cBhvr>
                                        <p:cTn id="16" dur="500" fill="hold"/>
                                        <p:tgtEl>
                                          <p:spTgt spid="57"/>
                                        </p:tgtEl>
                                      </p:cBhvr>
                                      <p:by x="90000" y="90000"/>
                                    </p:animScale>
                                  </p:childTnLst>
                                </p:cTn>
                              </p:par>
                              <p:par>
                                <p:cTn id="17" presetID="1" presetClass="entr" presetSubtype="0" fill="hold" grpId="0" nodeType="withEffect">
                                  <p:stCondLst>
                                    <p:cond delay="500"/>
                                  </p:stCondLst>
                                  <p:childTnLst>
                                    <p:set>
                                      <p:cBhvr>
                                        <p:cTn id="18" dur="1" fill="hold">
                                          <p:stCondLst>
                                            <p:cond delay="0"/>
                                          </p:stCondLst>
                                        </p:cTn>
                                        <p:tgtEl>
                                          <p:spTgt spid="37"/>
                                        </p:tgtEl>
                                        <p:attrNameLst>
                                          <p:attrName>style.visibility</p:attrName>
                                        </p:attrNameLst>
                                      </p:cBhvr>
                                      <p:to>
                                        <p:strVal val="visible"/>
                                      </p:to>
                                    </p:set>
                                  </p:childTnLst>
                                </p:cTn>
                              </p:par>
                              <p:par>
                                <p:cTn id="19" presetID="6" presetClass="emph" presetSubtype="0" accel="100000" autoRev="1" fill="hold" grpId="1" nodeType="withEffect">
                                  <p:stCondLst>
                                    <p:cond delay="0"/>
                                  </p:stCondLst>
                                  <p:childTnLst>
                                    <p:animScale>
                                      <p:cBhvr>
                                        <p:cTn id="20" dur="500" fill="hold"/>
                                        <p:tgtEl>
                                          <p:spTgt spid="37"/>
                                        </p:tgtEl>
                                      </p:cBhvr>
                                      <p:by x="0" y="0"/>
                                    </p:animScale>
                                  </p:childTnLst>
                                </p:cTn>
                              </p:par>
                              <p:par>
                                <p:cTn id="21" presetID="6" presetClass="emph" presetSubtype="0" decel="100000" fill="hold" grpId="2" nodeType="withEffect">
                                  <p:stCondLst>
                                    <p:cond delay="700"/>
                                  </p:stCondLst>
                                  <p:childTnLst>
                                    <p:animScale>
                                      <p:cBhvr>
                                        <p:cTn id="22" dur="500" fill="hold"/>
                                        <p:tgtEl>
                                          <p:spTgt spid="37"/>
                                        </p:tgtEl>
                                      </p:cBhvr>
                                      <p:by x="90000" y="90000"/>
                                    </p:animScale>
                                  </p:childTnLst>
                                </p:cTn>
                              </p:par>
                              <p:par>
                                <p:cTn id="23" presetID="1" presetClass="entr" presetSubtype="0" fill="hold" grpId="0" nodeType="withEffect">
                                  <p:stCondLst>
                                    <p:cond delay="600"/>
                                  </p:stCondLst>
                                  <p:childTnLst>
                                    <p:set>
                                      <p:cBhvr>
                                        <p:cTn id="24" dur="1" fill="hold">
                                          <p:stCondLst>
                                            <p:cond delay="0"/>
                                          </p:stCondLst>
                                        </p:cTn>
                                        <p:tgtEl>
                                          <p:spTgt spid="31"/>
                                        </p:tgtEl>
                                        <p:attrNameLst>
                                          <p:attrName>style.visibility</p:attrName>
                                        </p:attrNameLst>
                                      </p:cBhvr>
                                      <p:to>
                                        <p:strVal val="visible"/>
                                      </p:to>
                                    </p:set>
                                  </p:childTnLst>
                                </p:cTn>
                              </p:par>
                              <p:par>
                                <p:cTn id="25" presetID="6" presetClass="emph" presetSubtype="0" accel="100000" autoRev="1" fill="hold" grpId="1" nodeType="withEffect">
                                  <p:stCondLst>
                                    <p:cond delay="100"/>
                                  </p:stCondLst>
                                  <p:childTnLst>
                                    <p:animScale>
                                      <p:cBhvr>
                                        <p:cTn id="26" dur="500" fill="hold"/>
                                        <p:tgtEl>
                                          <p:spTgt spid="31"/>
                                        </p:tgtEl>
                                      </p:cBhvr>
                                      <p:by x="0" y="0"/>
                                    </p:animScale>
                                  </p:childTnLst>
                                </p:cTn>
                              </p:par>
                              <p:par>
                                <p:cTn id="27" presetID="6" presetClass="emph" presetSubtype="0" decel="100000" fill="hold" grpId="2" nodeType="withEffect">
                                  <p:stCondLst>
                                    <p:cond delay="800"/>
                                  </p:stCondLst>
                                  <p:childTnLst>
                                    <p:animScale>
                                      <p:cBhvr>
                                        <p:cTn id="28" dur="500" fill="hold"/>
                                        <p:tgtEl>
                                          <p:spTgt spid="31"/>
                                        </p:tgtEl>
                                      </p:cBhvr>
                                      <p:by x="90000" y="90000"/>
                                    </p:animScale>
                                  </p:childTnLst>
                                </p:cTn>
                              </p:par>
                              <p:par>
                                <p:cTn id="29" presetID="1" presetClass="entr" presetSubtype="0" fill="hold" grpId="0" nodeType="withEffect">
                                  <p:stCondLst>
                                    <p:cond delay="600"/>
                                  </p:stCondLst>
                                  <p:childTnLst>
                                    <p:set>
                                      <p:cBhvr>
                                        <p:cTn id="30" dur="1" fill="hold">
                                          <p:stCondLst>
                                            <p:cond delay="0"/>
                                          </p:stCondLst>
                                        </p:cTn>
                                        <p:tgtEl>
                                          <p:spTgt spid="36"/>
                                        </p:tgtEl>
                                        <p:attrNameLst>
                                          <p:attrName>style.visibility</p:attrName>
                                        </p:attrNameLst>
                                      </p:cBhvr>
                                      <p:to>
                                        <p:strVal val="visible"/>
                                      </p:to>
                                    </p:set>
                                  </p:childTnLst>
                                </p:cTn>
                              </p:par>
                              <p:par>
                                <p:cTn id="31" presetID="6" presetClass="emph" presetSubtype="0" accel="100000" autoRev="1" fill="hold" grpId="1" nodeType="withEffect">
                                  <p:stCondLst>
                                    <p:cond delay="100"/>
                                  </p:stCondLst>
                                  <p:childTnLst>
                                    <p:animScale>
                                      <p:cBhvr>
                                        <p:cTn id="32" dur="500" fill="hold"/>
                                        <p:tgtEl>
                                          <p:spTgt spid="36"/>
                                        </p:tgtEl>
                                      </p:cBhvr>
                                      <p:by x="0" y="0"/>
                                    </p:animScale>
                                  </p:childTnLst>
                                </p:cTn>
                              </p:par>
                              <p:par>
                                <p:cTn id="33" presetID="6" presetClass="emph" presetSubtype="0" decel="100000" fill="hold" grpId="2" nodeType="withEffect">
                                  <p:stCondLst>
                                    <p:cond delay="800"/>
                                  </p:stCondLst>
                                  <p:childTnLst>
                                    <p:animScale>
                                      <p:cBhvr>
                                        <p:cTn id="34" dur="500" fill="hold"/>
                                        <p:tgtEl>
                                          <p:spTgt spid="36"/>
                                        </p:tgtEl>
                                      </p:cBhvr>
                                      <p:by x="90000" y="90000"/>
                                    </p:animScale>
                                  </p:childTnLst>
                                </p:cTn>
                              </p:par>
                              <p:par>
                                <p:cTn id="35" presetID="1" presetClass="entr" presetSubtype="0" fill="hold" grpId="0" nodeType="withEffect">
                                  <p:stCondLst>
                                    <p:cond delay="600"/>
                                  </p:stCondLst>
                                  <p:childTnLst>
                                    <p:set>
                                      <p:cBhvr>
                                        <p:cTn id="36" dur="1" fill="hold">
                                          <p:stCondLst>
                                            <p:cond delay="0"/>
                                          </p:stCondLst>
                                        </p:cTn>
                                        <p:tgtEl>
                                          <p:spTgt spid="88"/>
                                        </p:tgtEl>
                                        <p:attrNameLst>
                                          <p:attrName>style.visibility</p:attrName>
                                        </p:attrNameLst>
                                      </p:cBhvr>
                                      <p:to>
                                        <p:strVal val="visible"/>
                                      </p:to>
                                    </p:set>
                                  </p:childTnLst>
                                </p:cTn>
                              </p:par>
                              <p:par>
                                <p:cTn id="37" presetID="6" presetClass="emph" presetSubtype="0" accel="100000" autoRev="1" fill="hold" grpId="1" nodeType="withEffect">
                                  <p:stCondLst>
                                    <p:cond delay="100"/>
                                  </p:stCondLst>
                                  <p:childTnLst>
                                    <p:animScale>
                                      <p:cBhvr>
                                        <p:cTn id="38" dur="500" fill="hold"/>
                                        <p:tgtEl>
                                          <p:spTgt spid="88"/>
                                        </p:tgtEl>
                                      </p:cBhvr>
                                      <p:by x="0" y="0"/>
                                    </p:animScale>
                                  </p:childTnLst>
                                </p:cTn>
                              </p:par>
                              <p:par>
                                <p:cTn id="39" presetID="6" presetClass="emph" presetSubtype="0" decel="100000" fill="hold" grpId="2" nodeType="withEffect">
                                  <p:stCondLst>
                                    <p:cond delay="800"/>
                                  </p:stCondLst>
                                  <p:childTnLst>
                                    <p:animScale>
                                      <p:cBhvr>
                                        <p:cTn id="40" dur="500" fill="hold"/>
                                        <p:tgtEl>
                                          <p:spTgt spid="88"/>
                                        </p:tgtEl>
                                      </p:cBhvr>
                                      <p:by x="90000" y="90000"/>
                                    </p:animScale>
                                  </p:childTnLst>
                                </p:cTn>
                              </p:par>
                              <p:par>
                                <p:cTn id="41" presetID="1" presetClass="entr" presetSubtype="0" fill="hold" grpId="0" nodeType="withEffect">
                                  <p:stCondLst>
                                    <p:cond delay="600"/>
                                  </p:stCondLst>
                                  <p:childTnLst>
                                    <p:set>
                                      <p:cBhvr>
                                        <p:cTn id="42" dur="1" fill="hold">
                                          <p:stCondLst>
                                            <p:cond delay="0"/>
                                          </p:stCondLst>
                                        </p:cTn>
                                        <p:tgtEl>
                                          <p:spTgt spid="86"/>
                                        </p:tgtEl>
                                        <p:attrNameLst>
                                          <p:attrName>style.visibility</p:attrName>
                                        </p:attrNameLst>
                                      </p:cBhvr>
                                      <p:to>
                                        <p:strVal val="visible"/>
                                      </p:to>
                                    </p:set>
                                  </p:childTnLst>
                                </p:cTn>
                              </p:par>
                              <p:par>
                                <p:cTn id="43" presetID="6" presetClass="emph" presetSubtype="0" accel="100000" autoRev="1" fill="hold" grpId="1" nodeType="withEffect">
                                  <p:stCondLst>
                                    <p:cond delay="100"/>
                                  </p:stCondLst>
                                  <p:childTnLst>
                                    <p:animScale>
                                      <p:cBhvr>
                                        <p:cTn id="44" dur="500" fill="hold"/>
                                        <p:tgtEl>
                                          <p:spTgt spid="86"/>
                                        </p:tgtEl>
                                      </p:cBhvr>
                                      <p:by x="0" y="0"/>
                                    </p:animScale>
                                  </p:childTnLst>
                                </p:cTn>
                              </p:par>
                              <p:par>
                                <p:cTn id="45" presetID="6" presetClass="emph" presetSubtype="0" decel="100000" fill="hold" grpId="2" nodeType="withEffect">
                                  <p:stCondLst>
                                    <p:cond delay="800"/>
                                  </p:stCondLst>
                                  <p:childTnLst>
                                    <p:animScale>
                                      <p:cBhvr>
                                        <p:cTn id="46" dur="500" fill="hold"/>
                                        <p:tgtEl>
                                          <p:spTgt spid="86"/>
                                        </p:tgtEl>
                                      </p:cBhvr>
                                      <p:by x="90000" y="90000"/>
                                    </p:animScale>
                                  </p:childTnLst>
                                </p:cTn>
                              </p:par>
                              <p:par>
                                <p:cTn id="47" presetID="1" presetClass="entr" presetSubtype="0" fill="hold" nodeType="withEffect">
                                  <p:stCondLst>
                                    <p:cond delay="700"/>
                                  </p:stCondLst>
                                  <p:childTnLst>
                                    <p:set>
                                      <p:cBhvr>
                                        <p:cTn id="48" dur="1" fill="hold">
                                          <p:stCondLst>
                                            <p:cond delay="0"/>
                                          </p:stCondLst>
                                        </p:cTn>
                                        <p:tgtEl>
                                          <p:spTgt spid="55"/>
                                        </p:tgtEl>
                                        <p:attrNameLst>
                                          <p:attrName>style.visibility</p:attrName>
                                        </p:attrNameLst>
                                      </p:cBhvr>
                                      <p:to>
                                        <p:strVal val="visible"/>
                                      </p:to>
                                    </p:set>
                                  </p:childTnLst>
                                </p:cTn>
                              </p:par>
                              <p:par>
                                <p:cTn id="49" presetID="6" presetClass="emph" presetSubtype="0" accel="100000" autoRev="1" fill="hold" nodeType="withEffect">
                                  <p:stCondLst>
                                    <p:cond delay="200"/>
                                  </p:stCondLst>
                                  <p:childTnLst>
                                    <p:animScale>
                                      <p:cBhvr>
                                        <p:cTn id="50" dur="500" fill="hold"/>
                                        <p:tgtEl>
                                          <p:spTgt spid="55"/>
                                        </p:tgtEl>
                                      </p:cBhvr>
                                      <p:by x="0" y="0"/>
                                    </p:animScale>
                                  </p:childTnLst>
                                </p:cTn>
                              </p:par>
                              <p:par>
                                <p:cTn id="51" presetID="6" presetClass="emph" presetSubtype="0" decel="100000" fill="hold" nodeType="withEffect">
                                  <p:stCondLst>
                                    <p:cond delay="900"/>
                                  </p:stCondLst>
                                  <p:childTnLst>
                                    <p:animScale>
                                      <p:cBhvr>
                                        <p:cTn id="52" dur="500" fill="hold"/>
                                        <p:tgtEl>
                                          <p:spTgt spid="55"/>
                                        </p:tgtEl>
                                      </p:cBhvr>
                                      <p:by x="90000" y="90000"/>
                                    </p:animScale>
                                  </p:childTnLst>
                                </p:cTn>
                              </p:par>
                              <p:par>
                                <p:cTn id="53" presetID="1" presetClass="entr" presetSubtype="0" fill="hold" grpId="0" nodeType="withEffect">
                                  <p:stCondLst>
                                    <p:cond delay="700"/>
                                  </p:stCondLst>
                                  <p:childTnLst>
                                    <p:set>
                                      <p:cBhvr>
                                        <p:cTn id="54" dur="1" fill="hold">
                                          <p:stCondLst>
                                            <p:cond delay="0"/>
                                          </p:stCondLst>
                                        </p:cTn>
                                        <p:tgtEl>
                                          <p:spTgt spid="22"/>
                                        </p:tgtEl>
                                        <p:attrNameLst>
                                          <p:attrName>style.visibility</p:attrName>
                                        </p:attrNameLst>
                                      </p:cBhvr>
                                      <p:to>
                                        <p:strVal val="visible"/>
                                      </p:to>
                                    </p:set>
                                  </p:childTnLst>
                                </p:cTn>
                              </p:par>
                              <p:par>
                                <p:cTn id="55" presetID="6" presetClass="emph" presetSubtype="0" accel="100000" autoRev="1" fill="hold" grpId="1" nodeType="withEffect">
                                  <p:stCondLst>
                                    <p:cond delay="200"/>
                                  </p:stCondLst>
                                  <p:childTnLst>
                                    <p:animScale>
                                      <p:cBhvr>
                                        <p:cTn id="56" dur="500" fill="hold"/>
                                        <p:tgtEl>
                                          <p:spTgt spid="22"/>
                                        </p:tgtEl>
                                      </p:cBhvr>
                                      <p:by x="0" y="0"/>
                                    </p:animScale>
                                  </p:childTnLst>
                                </p:cTn>
                              </p:par>
                              <p:par>
                                <p:cTn id="57" presetID="6" presetClass="emph" presetSubtype="0" decel="100000" fill="hold" grpId="2" nodeType="withEffect">
                                  <p:stCondLst>
                                    <p:cond delay="900"/>
                                  </p:stCondLst>
                                  <p:childTnLst>
                                    <p:animScale>
                                      <p:cBhvr>
                                        <p:cTn id="58" dur="500" fill="hold"/>
                                        <p:tgtEl>
                                          <p:spTgt spid="22"/>
                                        </p:tgtEl>
                                      </p:cBhvr>
                                      <p:by x="90000" y="90000"/>
                                    </p:animScale>
                                  </p:childTnLst>
                                </p:cTn>
                              </p:par>
                              <p:par>
                                <p:cTn id="59" presetID="1" presetClass="entr" presetSubtype="0" fill="hold" grpId="0" nodeType="withEffect">
                                  <p:stCondLst>
                                    <p:cond delay="800"/>
                                  </p:stCondLst>
                                  <p:childTnLst>
                                    <p:set>
                                      <p:cBhvr>
                                        <p:cTn id="60" dur="1" fill="hold">
                                          <p:stCondLst>
                                            <p:cond delay="0"/>
                                          </p:stCondLst>
                                        </p:cTn>
                                        <p:tgtEl>
                                          <p:spTgt spid="16"/>
                                        </p:tgtEl>
                                        <p:attrNameLst>
                                          <p:attrName>style.visibility</p:attrName>
                                        </p:attrNameLst>
                                      </p:cBhvr>
                                      <p:to>
                                        <p:strVal val="visible"/>
                                      </p:to>
                                    </p:set>
                                  </p:childTnLst>
                                </p:cTn>
                              </p:par>
                              <p:par>
                                <p:cTn id="61" presetID="6" presetClass="emph" presetSubtype="0" accel="100000" autoRev="1" fill="hold" grpId="1" nodeType="withEffect">
                                  <p:stCondLst>
                                    <p:cond delay="300"/>
                                  </p:stCondLst>
                                  <p:childTnLst>
                                    <p:animScale>
                                      <p:cBhvr>
                                        <p:cTn id="62" dur="500" fill="hold"/>
                                        <p:tgtEl>
                                          <p:spTgt spid="16"/>
                                        </p:tgtEl>
                                      </p:cBhvr>
                                      <p:by x="0" y="0"/>
                                    </p:animScale>
                                  </p:childTnLst>
                                </p:cTn>
                              </p:par>
                              <p:par>
                                <p:cTn id="63" presetID="6" presetClass="emph" presetSubtype="0" decel="100000" fill="hold" grpId="2" nodeType="withEffect">
                                  <p:stCondLst>
                                    <p:cond delay="1000"/>
                                  </p:stCondLst>
                                  <p:childTnLst>
                                    <p:animScale>
                                      <p:cBhvr>
                                        <p:cTn id="64" dur="500" fill="hold"/>
                                        <p:tgtEl>
                                          <p:spTgt spid="16"/>
                                        </p:tgtEl>
                                      </p:cBhvr>
                                      <p:by x="90000" y="90000"/>
                                    </p:animScale>
                                  </p:childTnLst>
                                </p:cTn>
                              </p:par>
                              <p:par>
                                <p:cTn id="65" presetID="1" presetClass="entr" presetSubtype="0" fill="hold" grpId="0" nodeType="withEffect">
                                  <p:stCondLst>
                                    <p:cond delay="800"/>
                                  </p:stCondLst>
                                  <p:childTnLst>
                                    <p:set>
                                      <p:cBhvr>
                                        <p:cTn id="66" dur="1" fill="hold">
                                          <p:stCondLst>
                                            <p:cond delay="0"/>
                                          </p:stCondLst>
                                        </p:cTn>
                                        <p:tgtEl>
                                          <p:spTgt spid="19"/>
                                        </p:tgtEl>
                                        <p:attrNameLst>
                                          <p:attrName>style.visibility</p:attrName>
                                        </p:attrNameLst>
                                      </p:cBhvr>
                                      <p:to>
                                        <p:strVal val="visible"/>
                                      </p:to>
                                    </p:set>
                                  </p:childTnLst>
                                </p:cTn>
                              </p:par>
                              <p:par>
                                <p:cTn id="67" presetID="6" presetClass="emph" presetSubtype="0" accel="100000" autoRev="1" fill="hold" grpId="1" nodeType="withEffect">
                                  <p:stCondLst>
                                    <p:cond delay="300"/>
                                  </p:stCondLst>
                                  <p:childTnLst>
                                    <p:animScale>
                                      <p:cBhvr>
                                        <p:cTn id="68" dur="500" fill="hold"/>
                                        <p:tgtEl>
                                          <p:spTgt spid="19"/>
                                        </p:tgtEl>
                                      </p:cBhvr>
                                      <p:by x="0" y="0"/>
                                    </p:animScale>
                                  </p:childTnLst>
                                </p:cTn>
                              </p:par>
                              <p:par>
                                <p:cTn id="69" presetID="6" presetClass="emph" presetSubtype="0" decel="100000" fill="hold" grpId="2" nodeType="withEffect">
                                  <p:stCondLst>
                                    <p:cond delay="1000"/>
                                  </p:stCondLst>
                                  <p:childTnLst>
                                    <p:animScale>
                                      <p:cBhvr>
                                        <p:cTn id="70" dur="500" fill="hold"/>
                                        <p:tgtEl>
                                          <p:spTgt spid="19"/>
                                        </p:tgtEl>
                                      </p:cBhvr>
                                      <p:by x="90000" y="90000"/>
                                    </p:animScale>
                                  </p:childTnLst>
                                </p:cTn>
                              </p:par>
                              <p:par>
                                <p:cTn id="71" presetID="1" presetClass="entr" presetSubtype="0" fill="hold" nodeType="withEffect">
                                  <p:stCondLst>
                                    <p:cond delay="800"/>
                                  </p:stCondLst>
                                  <p:childTnLst>
                                    <p:set>
                                      <p:cBhvr>
                                        <p:cTn id="72" dur="1" fill="hold">
                                          <p:stCondLst>
                                            <p:cond delay="0"/>
                                          </p:stCondLst>
                                        </p:cTn>
                                        <p:tgtEl>
                                          <p:spTgt spid="56"/>
                                        </p:tgtEl>
                                        <p:attrNameLst>
                                          <p:attrName>style.visibility</p:attrName>
                                        </p:attrNameLst>
                                      </p:cBhvr>
                                      <p:to>
                                        <p:strVal val="visible"/>
                                      </p:to>
                                    </p:set>
                                  </p:childTnLst>
                                </p:cTn>
                              </p:par>
                              <p:par>
                                <p:cTn id="73" presetID="6" presetClass="emph" presetSubtype="0" accel="100000" autoRev="1" fill="hold" nodeType="withEffect">
                                  <p:stCondLst>
                                    <p:cond delay="300"/>
                                  </p:stCondLst>
                                  <p:childTnLst>
                                    <p:animScale>
                                      <p:cBhvr>
                                        <p:cTn id="74" dur="500" fill="hold"/>
                                        <p:tgtEl>
                                          <p:spTgt spid="56"/>
                                        </p:tgtEl>
                                      </p:cBhvr>
                                      <p:by x="0" y="0"/>
                                    </p:animScale>
                                  </p:childTnLst>
                                </p:cTn>
                              </p:par>
                              <p:par>
                                <p:cTn id="75" presetID="6" presetClass="emph" presetSubtype="0" decel="100000" fill="hold" nodeType="withEffect">
                                  <p:stCondLst>
                                    <p:cond delay="1000"/>
                                  </p:stCondLst>
                                  <p:childTnLst>
                                    <p:animScale>
                                      <p:cBhvr>
                                        <p:cTn id="76" dur="500" fill="hold"/>
                                        <p:tgtEl>
                                          <p:spTgt spid="56"/>
                                        </p:tgtEl>
                                      </p:cBhvr>
                                      <p:by x="90000" y="90000"/>
                                    </p:animScale>
                                  </p:childTnLst>
                                </p:cTn>
                              </p:par>
                              <p:par>
                                <p:cTn id="77" presetID="1" presetClass="entr" presetSubtype="0" fill="hold" grpId="0" nodeType="withEffect">
                                  <p:stCondLst>
                                    <p:cond delay="900"/>
                                  </p:stCondLst>
                                  <p:childTnLst>
                                    <p:set>
                                      <p:cBhvr>
                                        <p:cTn id="78" dur="1" fill="hold">
                                          <p:stCondLst>
                                            <p:cond delay="0"/>
                                          </p:stCondLst>
                                        </p:cTn>
                                        <p:tgtEl>
                                          <p:spTgt spid="38"/>
                                        </p:tgtEl>
                                        <p:attrNameLst>
                                          <p:attrName>style.visibility</p:attrName>
                                        </p:attrNameLst>
                                      </p:cBhvr>
                                      <p:to>
                                        <p:strVal val="visible"/>
                                      </p:to>
                                    </p:set>
                                  </p:childTnLst>
                                </p:cTn>
                              </p:par>
                              <p:par>
                                <p:cTn id="79" presetID="6" presetClass="emph" presetSubtype="0" accel="100000" autoRev="1" fill="hold" grpId="1" nodeType="withEffect">
                                  <p:stCondLst>
                                    <p:cond delay="400"/>
                                  </p:stCondLst>
                                  <p:childTnLst>
                                    <p:animScale>
                                      <p:cBhvr>
                                        <p:cTn id="80" dur="500" fill="hold"/>
                                        <p:tgtEl>
                                          <p:spTgt spid="38"/>
                                        </p:tgtEl>
                                      </p:cBhvr>
                                      <p:by x="0" y="0"/>
                                    </p:animScale>
                                  </p:childTnLst>
                                </p:cTn>
                              </p:par>
                              <p:par>
                                <p:cTn id="81" presetID="6" presetClass="emph" presetSubtype="0" decel="100000" fill="hold" grpId="2" nodeType="withEffect">
                                  <p:stCondLst>
                                    <p:cond delay="1100"/>
                                  </p:stCondLst>
                                  <p:childTnLst>
                                    <p:animScale>
                                      <p:cBhvr>
                                        <p:cTn id="82" dur="500" fill="hold"/>
                                        <p:tgtEl>
                                          <p:spTgt spid="38"/>
                                        </p:tgtEl>
                                      </p:cBhvr>
                                      <p:by x="90000" y="90000"/>
                                    </p:animScale>
                                  </p:childTnLst>
                                </p:cTn>
                              </p:par>
                              <p:par>
                                <p:cTn id="83" presetID="1" presetClass="entr" presetSubtype="0" fill="hold" grpId="0" nodeType="withEffect">
                                  <p:stCondLst>
                                    <p:cond delay="900"/>
                                  </p:stCondLst>
                                  <p:childTnLst>
                                    <p:set>
                                      <p:cBhvr>
                                        <p:cTn id="84" dur="1" fill="hold">
                                          <p:stCondLst>
                                            <p:cond delay="0"/>
                                          </p:stCondLst>
                                        </p:cTn>
                                        <p:tgtEl>
                                          <p:spTgt spid="30"/>
                                        </p:tgtEl>
                                        <p:attrNameLst>
                                          <p:attrName>style.visibility</p:attrName>
                                        </p:attrNameLst>
                                      </p:cBhvr>
                                      <p:to>
                                        <p:strVal val="visible"/>
                                      </p:to>
                                    </p:set>
                                  </p:childTnLst>
                                </p:cTn>
                              </p:par>
                              <p:par>
                                <p:cTn id="85" presetID="6" presetClass="emph" presetSubtype="0" accel="100000" autoRev="1" fill="hold" grpId="1" nodeType="withEffect">
                                  <p:stCondLst>
                                    <p:cond delay="400"/>
                                  </p:stCondLst>
                                  <p:childTnLst>
                                    <p:animScale>
                                      <p:cBhvr>
                                        <p:cTn id="86" dur="500" fill="hold"/>
                                        <p:tgtEl>
                                          <p:spTgt spid="30"/>
                                        </p:tgtEl>
                                      </p:cBhvr>
                                      <p:by x="0" y="0"/>
                                    </p:animScale>
                                  </p:childTnLst>
                                </p:cTn>
                              </p:par>
                              <p:par>
                                <p:cTn id="87" presetID="6" presetClass="emph" presetSubtype="0" decel="100000" fill="hold" grpId="2" nodeType="withEffect">
                                  <p:stCondLst>
                                    <p:cond delay="1100"/>
                                  </p:stCondLst>
                                  <p:childTnLst>
                                    <p:animScale>
                                      <p:cBhvr>
                                        <p:cTn id="88" dur="500" fill="hold"/>
                                        <p:tgtEl>
                                          <p:spTgt spid="30"/>
                                        </p:tgtEl>
                                      </p:cBhvr>
                                      <p:by x="90000" y="90000"/>
                                    </p:animScale>
                                  </p:childTnLst>
                                </p:cTn>
                              </p:par>
                              <p:par>
                                <p:cTn id="89" presetID="1" presetClass="entr" presetSubtype="0" fill="hold" grpId="0" nodeType="withEffect">
                                  <p:stCondLst>
                                    <p:cond delay="900"/>
                                  </p:stCondLst>
                                  <p:childTnLst>
                                    <p:set>
                                      <p:cBhvr>
                                        <p:cTn id="90" dur="1" fill="hold">
                                          <p:stCondLst>
                                            <p:cond delay="0"/>
                                          </p:stCondLst>
                                        </p:cTn>
                                        <p:tgtEl>
                                          <p:spTgt spid="85"/>
                                        </p:tgtEl>
                                        <p:attrNameLst>
                                          <p:attrName>style.visibility</p:attrName>
                                        </p:attrNameLst>
                                      </p:cBhvr>
                                      <p:to>
                                        <p:strVal val="visible"/>
                                      </p:to>
                                    </p:set>
                                  </p:childTnLst>
                                </p:cTn>
                              </p:par>
                              <p:par>
                                <p:cTn id="91" presetID="6" presetClass="emph" presetSubtype="0" accel="100000" autoRev="1" fill="hold" grpId="1" nodeType="withEffect">
                                  <p:stCondLst>
                                    <p:cond delay="400"/>
                                  </p:stCondLst>
                                  <p:childTnLst>
                                    <p:animScale>
                                      <p:cBhvr>
                                        <p:cTn id="92" dur="500" fill="hold"/>
                                        <p:tgtEl>
                                          <p:spTgt spid="85"/>
                                        </p:tgtEl>
                                      </p:cBhvr>
                                      <p:by x="0" y="0"/>
                                    </p:animScale>
                                  </p:childTnLst>
                                </p:cTn>
                              </p:par>
                              <p:par>
                                <p:cTn id="93" presetID="6" presetClass="emph" presetSubtype="0" decel="100000" fill="hold" grpId="2" nodeType="withEffect">
                                  <p:stCondLst>
                                    <p:cond delay="1100"/>
                                  </p:stCondLst>
                                  <p:childTnLst>
                                    <p:animScale>
                                      <p:cBhvr>
                                        <p:cTn id="94" dur="500" fill="hold"/>
                                        <p:tgtEl>
                                          <p:spTgt spid="85"/>
                                        </p:tgtEl>
                                      </p:cBhvr>
                                      <p:by x="90000" y="90000"/>
                                    </p:animScale>
                                  </p:childTnLst>
                                </p:cTn>
                              </p:par>
                              <p:par>
                                <p:cTn id="95" presetID="1" presetClass="entr" presetSubtype="0" fill="hold" grpId="0" nodeType="withEffect">
                                  <p:stCondLst>
                                    <p:cond delay="1000"/>
                                  </p:stCondLst>
                                  <p:childTnLst>
                                    <p:set>
                                      <p:cBhvr>
                                        <p:cTn id="96" dur="1" fill="hold">
                                          <p:stCondLst>
                                            <p:cond delay="0"/>
                                          </p:stCondLst>
                                        </p:cTn>
                                        <p:tgtEl>
                                          <p:spTgt spid="84"/>
                                        </p:tgtEl>
                                        <p:attrNameLst>
                                          <p:attrName>style.visibility</p:attrName>
                                        </p:attrNameLst>
                                      </p:cBhvr>
                                      <p:to>
                                        <p:strVal val="visible"/>
                                      </p:to>
                                    </p:set>
                                  </p:childTnLst>
                                </p:cTn>
                              </p:par>
                              <p:par>
                                <p:cTn id="97" presetID="6" presetClass="emph" presetSubtype="0" accel="100000" autoRev="1" fill="hold" grpId="1" nodeType="withEffect">
                                  <p:stCondLst>
                                    <p:cond delay="500"/>
                                  </p:stCondLst>
                                  <p:childTnLst>
                                    <p:animScale>
                                      <p:cBhvr>
                                        <p:cTn id="98" dur="500" fill="hold"/>
                                        <p:tgtEl>
                                          <p:spTgt spid="84"/>
                                        </p:tgtEl>
                                      </p:cBhvr>
                                      <p:by x="0" y="0"/>
                                    </p:animScale>
                                  </p:childTnLst>
                                </p:cTn>
                              </p:par>
                              <p:par>
                                <p:cTn id="99" presetID="6" presetClass="emph" presetSubtype="0" decel="100000" fill="hold" grpId="2" nodeType="withEffect">
                                  <p:stCondLst>
                                    <p:cond delay="1200"/>
                                  </p:stCondLst>
                                  <p:childTnLst>
                                    <p:animScale>
                                      <p:cBhvr>
                                        <p:cTn id="100" dur="500" fill="hold"/>
                                        <p:tgtEl>
                                          <p:spTgt spid="84"/>
                                        </p:tgtEl>
                                      </p:cBhvr>
                                      <p:by x="90000" y="90000"/>
                                    </p:animScale>
                                  </p:childTnLst>
                                </p:cTn>
                              </p:par>
                              <p:par>
                                <p:cTn id="101" presetID="1" presetClass="entr" presetSubtype="0" fill="hold" grpId="0" nodeType="withEffect">
                                  <p:stCondLst>
                                    <p:cond delay="1000"/>
                                  </p:stCondLst>
                                  <p:childTnLst>
                                    <p:set>
                                      <p:cBhvr>
                                        <p:cTn id="102" dur="1" fill="hold">
                                          <p:stCondLst>
                                            <p:cond delay="0"/>
                                          </p:stCondLst>
                                        </p:cTn>
                                        <p:tgtEl>
                                          <p:spTgt spid="80"/>
                                        </p:tgtEl>
                                        <p:attrNameLst>
                                          <p:attrName>style.visibility</p:attrName>
                                        </p:attrNameLst>
                                      </p:cBhvr>
                                      <p:to>
                                        <p:strVal val="visible"/>
                                      </p:to>
                                    </p:set>
                                  </p:childTnLst>
                                </p:cTn>
                              </p:par>
                              <p:par>
                                <p:cTn id="103" presetID="6" presetClass="emph" presetSubtype="0" accel="100000" autoRev="1" fill="hold" grpId="1" nodeType="withEffect">
                                  <p:stCondLst>
                                    <p:cond delay="500"/>
                                  </p:stCondLst>
                                  <p:childTnLst>
                                    <p:animScale>
                                      <p:cBhvr>
                                        <p:cTn id="104" dur="500" fill="hold"/>
                                        <p:tgtEl>
                                          <p:spTgt spid="80"/>
                                        </p:tgtEl>
                                      </p:cBhvr>
                                      <p:by x="0" y="0"/>
                                    </p:animScale>
                                  </p:childTnLst>
                                </p:cTn>
                              </p:par>
                              <p:par>
                                <p:cTn id="105" presetID="6" presetClass="emph" presetSubtype="0" decel="100000" fill="hold" grpId="2" nodeType="withEffect">
                                  <p:stCondLst>
                                    <p:cond delay="1200"/>
                                  </p:stCondLst>
                                  <p:childTnLst>
                                    <p:animScale>
                                      <p:cBhvr>
                                        <p:cTn id="106" dur="500" fill="hold"/>
                                        <p:tgtEl>
                                          <p:spTgt spid="80"/>
                                        </p:tgtEl>
                                      </p:cBhvr>
                                      <p:by x="90000" y="90000"/>
                                    </p:animScale>
                                  </p:childTnLst>
                                </p:cTn>
                              </p:par>
                              <p:par>
                                <p:cTn id="107" presetID="1" presetClass="entr" presetSubtype="0" fill="hold" grpId="0" nodeType="withEffect">
                                  <p:stCondLst>
                                    <p:cond delay="1000"/>
                                  </p:stCondLst>
                                  <p:childTnLst>
                                    <p:set>
                                      <p:cBhvr>
                                        <p:cTn id="108" dur="1" fill="hold">
                                          <p:stCondLst>
                                            <p:cond delay="0"/>
                                          </p:stCondLst>
                                        </p:cTn>
                                        <p:tgtEl>
                                          <p:spTgt spid="90"/>
                                        </p:tgtEl>
                                        <p:attrNameLst>
                                          <p:attrName>style.visibility</p:attrName>
                                        </p:attrNameLst>
                                      </p:cBhvr>
                                      <p:to>
                                        <p:strVal val="visible"/>
                                      </p:to>
                                    </p:set>
                                  </p:childTnLst>
                                </p:cTn>
                              </p:par>
                              <p:par>
                                <p:cTn id="109" presetID="6" presetClass="emph" presetSubtype="0" accel="100000" autoRev="1" fill="hold" grpId="1" nodeType="withEffect">
                                  <p:stCondLst>
                                    <p:cond delay="500"/>
                                  </p:stCondLst>
                                  <p:childTnLst>
                                    <p:animScale>
                                      <p:cBhvr>
                                        <p:cTn id="110" dur="500" fill="hold"/>
                                        <p:tgtEl>
                                          <p:spTgt spid="90"/>
                                        </p:tgtEl>
                                      </p:cBhvr>
                                      <p:by x="0" y="0"/>
                                    </p:animScale>
                                  </p:childTnLst>
                                </p:cTn>
                              </p:par>
                              <p:par>
                                <p:cTn id="111" presetID="6" presetClass="emph" presetSubtype="0" decel="100000" fill="hold" grpId="2" nodeType="withEffect">
                                  <p:stCondLst>
                                    <p:cond delay="1200"/>
                                  </p:stCondLst>
                                  <p:childTnLst>
                                    <p:animScale>
                                      <p:cBhvr>
                                        <p:cTn id="112" dur="500" fill="hold"/>
                                        <p:tgtEl>
                                          <p:spTgt spid="90"/>
                                        </p:tgtEl>
                                      </p:cBhvr>
                                      <p:by x="90000" y="90000"/>
                                    </p:animScale>
                                  </p:childTnLst>
                                </p:cTn>
                              </p:par>
                              <p:par>
                                <p:cTn id="113" presetID="1" presetClass="entr" presetSubtype="0" fill="hold" nodeType="withEffect">
                                  <p:stCondLst>
                                    <p:cond delay="1100"/>
                                  </p:stCondLst>
                                  <p:childTnLst>
                                    <p:set>
                                      <p:cBhvr>
                                        <p:cTn id="114" dur="1" fill="hold">
                                          <p:stCondLst>
                                            <p:cond delay="0"/>
                                          </p:stCondLst>
                                        </p:cTn>
                                        <p:tgtEl>
                                          <p:spTgt spid="54"/>
                                        </p:tgtEl>
                                        <p:attrNameLst>
                                          <p:attrName>style.visibility</p:attrName>
                                        </p:attrNameLst>
                                      </p:cBhvr>
                                      <p:to>
                                        <p:strVal val="visible"/>
                                      </p:to>
                                    </p:set>
                                  </p:childTnLst>
                                </p:cTn>
                              </p:par>
                              <p:par>
                                <p:cTn id="115" presetID="6" presetClass="emph" presetSubtype="0" accel="100000" autoRev="1" fill="hold" nodeType="withEffect">
                                  <p:stCondLst>
                                    <p:cond delay="600"/>
                                  </p:stCondLst>
                                  <p:childTnLst>
                                    <p:animScale>
                                      <p:cBhvr>
                                        <p:cTn id="116" dur="500" fill="hold"/>
                                        <p:tgtEl>
                                          <p:spTgt spid="54"/>
                                        </p:tgtEl>
                                      </p:cBhvr>
                                      <p:by x="0" y="0"/>
                                    </p:animScale>
                                  </p:childTnLst>
                                </p:cTn>
                              </p:par>
                              <p:par>
                                <p:cTn id="117" presetID="6" presetClass="emph" presetSubtype="0" decel="100000" fill="hold" nodeType="withEffect">
                                  <p:stCondLst>
                                    <p:cond delay="1300"/>
                                  </p:stCondLst>
                                  <p:childTnLst>
                                    <p:animScale>
                                      <p:cBhvr>
                                        <p:cTn id="118" dur="500" fill="hold"/>
                                        <p:tgtEl>
                                          <p:spTgt spid="54"/>
                                        </p:tgtEl>
                                      </p:cBhvr>
                                      <p:by x="90000" y="90000"/>
                                    </p:animScale>
                                  </p:childTnLst>
                                </p:cTn>
                              </p:par>
                              <p:par>
                                <p:cTn id="119" presetID="1" presetClass="entr" presetSubtype="0" fill="hold" grpId="0" nodeType="withEffect">
                                  <p:stCondLst>
                                    <p:cond delay="1100"/>
                                  </p:stCondLst>
                                  <p:childTnLst>
                                    <p:set>
                                      <p:cBhvr>
                                        <p:cTn id="120" dur="1" fill="hold">
                                          <p:stCondLst>
                                            <p:cond delay="0"/>
                                          </p:stCondLst>
                                        </p:cTn>
                                        <p:tgtEl>
                                          <p:spTgt spid="82"/>
                                        </p:tgtEl>
                                        <p:attrNameLst>
                                          <p:attrName>style.visibility</p:attrName>
                                        </p:attrNameLst>
                                      </p:cBhvr>
                                      <p:to>
                                        <p:strVal val="visible"/>
                                      </p:to>
                                    </p:set>
                                  </p:childTnLst>
                                </p:cTn>
                              </p:par>
                              <p:par>
                                <p:cTn id="121" presetID="6" presetClass="emph" presetSubtype="0" accel="100000" autoRev="1" fill="hold" grpId="1" nodeType="withEffect">
                                  <p:stCondLst>
                                    <p:cond delay="600"/>
                                  </p:stCondLst>
                                  <p:childTnLst>
                                    <p:animScale>
                                      <p:cBhvr>
                                        <p:cTn id="122" dur="500" fill="hold"/>
                                        <p:tgtEl>
                                          <p:spTgt spid="82"/>
                                        </p:tgtEl>
                                      </p:cBhvr>
                                      <p:by x="0" y="0"/>
                                    </p:animScale>
                                  </p:childTnLst>
                                </p:cTn>
                              </p:par>
                              <p:par>
                                <p:cTn id="123" presetID="6" presetClass="emph" presetSubtype="0" decel="100000" fill="hold" grpId="2" nodeType="withEffect">
                                  <p:stCondLst>
                                    <p:cond delay="1300"/>
                                  </p:stCondLst>
                                  <p:childTnLst>
                                    <p:animScale>
                                      <p:cBhvr>
                                        <p:cTn id="124" dur="500" fill="hold"/>
                                        <p:tgtEl>
                                          <p:spTgt spid="82"/>
                                        </p:tgtEl>
                                      </p:cBhvr>
                                      <p:by x="90000" y="90000"/>
                                    </p:animScale>
                                  </p:childTnLst>
                                </p:cTn>
                              </p:par>
                              <p:par>
                                <p:cTn id="125" presetID="1" presetClass="entr" presetSubtype="0" fill="hold" grpId="0" nodeType="withEffect">
                                  <p:stCondLst>
                                    <p:cond delay="500"/>
                                  </p:stCondLst>
                                  <p:childTnLst>
                                    <p:set>
                                      <p:cBhvr>
                                        <p:cTn id="126" dur="1" fill="hold">
                                          <p:stCondLst>
                                            <p:cond delay="0"/>
                                          </p:stCondLst>
                                        </p:cTn>
                                        <p:tgtEl>
                                          <p:spTgt spid="7"/>
                                        </p:tgtEl>
                                        <p:attrNameLst>
                                          <p:attrName>style.visibility</p:attrName>
                                        </p:attrNameLst>
                                      </p:cBhvr>
                                      <p:to>
                                        <p:strVal val="visible"/>
                                      </p:to>
                                    </p:set>
                                  </p:childTnLst>
                                </p:cTn>
                              </p:par>
                              <p:par>
                                <p:cTn id="127" presetID="6" presetClass="emph" presetSubtype="0" accel="100000" autoRev="1" fill="hold" grpId="1" nodeType="withEffect">
                                  <p:stCondLst>
                                    <p:cond delay="0"/>
                                  </p:stCondLst>
                                  <p:childTnLst>
                                    <p:animScale>
                                      <p:cBhvr>
                                        <p:cTn id="128" dur="500" fill="hold"/>
                                        <p:tgtEl>
                                          <p:spTgt spid="7"/>
                                        </p:tgtEl>
                                      </p:cBhvr>
                                      <p:by x="0" y="0"/>
                                    </p:animScale>
                                  </p:childTnLst>
                                </p:cTn>
                              </p:par>
                              <p:par>
                                <p:cTn id="129" presetID="6" presetClass="emph" presetSubtype="0" decel="100000" fill="hold" grpId="2" nodeType="withEffect">
                                  <p:stCondLst>
                                    <p:cond delay="700"/>
                                  </p:stCondLst>
                                  <p:childTnLst>
                                    <p:animScale>
                                      <p:cBhvr>
                                        <p:cTn id="130" dur="500" fill="hold"/>
                                        <p:tgtEl>
                                          <p:spTgt spid="7"/>
                                        </p:tgtEl>
                                      </p:cBhvr>
                                      <p:by x="90000" y="90000"/>
                                    </p:animScale>
                                  </p:childTnLst>
                                </p:cTn>
                              </p:par>
                              <p:par>
                                <p:cTn id="131" presetID="22" presetClass="entr" presetSubtype="4" fill="hold" grpId="0" nodeType="withEffect">
                                  <p:stCondLst>
                                    <p:cond delay="700"/>
                                  </p:stCondLst>
                                  <p:childTnLst>
                                    <p:set>
                                      <p:cBhvr>
                                        <p:cTn id="132" dur="1" fill="hold">
                                          <p:stCondLst>
                                            <p:cond delay="0"/>
                                          </p:stCondLst>
                                        </p:cTn>
                                        <p:tgtEl>
                                          <p:spTgt spid="35"/>
                                        </p:tgtEl>
                                        <p:attrNameLst>
                                          <p:attrName>style.visibility</p:attrName>
                                        </p:attrNameLst>
                                      </p:cBhvr>
                                      <p:to>
                                        <p:strVal val="visible"/>
                                      </p:to>
                                    </p:set>
                                    <p:animEffect transition="in" filter="wipe(down)">
                                      <p:cBhvr>
                                        <p:cTn id="133" dur="250"/>
                                        <p:tgtEl>
                                          <p:spTgt spid="35"/>
                                        </p:tgtEl>
                                      </p:cBhvr>
                                    </p:animEffect>
                                  </p:childTnLst>
                                </p:cTn>
                              </p:par>
                              <p:par>
                                <p:cTn id="134" presetID="22" presetClass="entr" presetSubtype="4" fill="hold" grpId="0" nodeType="withEffect">
                                  <p:stCondLst>
                                    <p:cond delay="800"/>
                                  </p:stCondLst>
                                  <p:childTnLst>
                                    <p:set>
                                      <p:cBhvr>
                                        <p:cTn id="135" dur="1" fill="hold">
                                          <p:stCondLst>
                                            <p:cond delay="0"/>
                                          </p:stCondLst>
                                        </p:cTn>
                                        <p:tgtEl>
                                          <p:spTgt spid="76"/>
                                        </p:tgtEl>
                                        <p:attrNameLst>
                                          <p:attrName>style.visibility</p:attrName>
                                        </p:attrNameLst>
                                      </p:cBhvr>
                                      <p:to>
                                        <p:strVal val="visible"/>
                                      </p:to>
                                    </p:set>
                                    <p:animEffect transition="in" filter="wipe(down)">
                                      <p:cBhvr>
                                        <p:cTn id="136" dur="250"/>
                                        <p:tgtEl>
                                          <p:spTgt spid="76"/>
                                        </p:tgtEl>
                                      </p:cBhvr>
                                    </p:animEffect>
                                  </p:childTnLst>
                                </p:cTn>
                              </p:par>
                              <p:par>
                                <p:cTn id="137" presetID="22" presetClass="entr" presetSubtype="4" fill="hold" grpId="0" nodeType="withEffect">
                                  <p:stCondLst>
                                    <p:cond delay="900"/>
                                  </p:stCondLst>
                                  <p:childTnLst>
                                    <p:set>
                                      <p:cBhvr>
                                        <p:cTn id="138" dur="1" fill="hold">
                                          <p:stCondLst>
                                            <p:cond delay="0"/>
                                          </p:stCondLst>
                                        </p:cTn>
                                        <p:tgtEl>
                                          <p:spTgt spid="74"/>
                                        </p:tgtEl>
                                        <p:attrNameLst>
                                          <p:attrName>style.visibility</p:attrName>
                                        </p:attrNameLst>
                                      </p:cBhvr>
                                      <p:to>
                                        <p:strVal val="visible"/>
                                      </p:to>
                                    </p:set>
                                    <p:animEffect transition="in" filter="wipe(down)">
                                      <p:cBhvr>
                                        <p:cTn id="139" dur="250"/>
                                        <p:tgtEl>
                                          <p:spTgt spid="74"/>
                                        </p:tgtEl>
                                      </p:cBhvr>
                                    </p:animEffect>
                                  </p:childTnLst>
                                </p:cTn>
                              </p:par>
                              <p:par>
                                <p:cTn id="140" presetID="22" presetClass="entr" presetSubtype="4" fill="hold" grpId="0" nodeType="withEffect">
                                  <p:stCondLst>
                                    <p:cond delay="1000"/>
                                  </p:stCondLst>
                                  <p:childTnLst>
                                    <p:set>
                                      <p:cBhvr>
                                        <p:cTn id="141" dur="1" fill="hold">
                                          <p:stCondLst>
                                            <p:cond delay="0"/>
                                          </p:stCondLst>
                                        </p:cTn>
                                        <p:tgtEl>
                                          <p:spTgt spid="75"/>
                                        </p:tgtEl>
                                        <p:attrNameLst>
                                          <p:attrName>style.visibility</p:attrName>
                                        </p:attrNameLst>
                                      </p:cBhvr>
                                      <p:to>
                                        <p:strVal val="visible"/>
                                      </p:to>
                                    </p:set>
                                    <p:animEffect transition="in" filter="wipe(down)">
                                      <p:cBhvr>
                                        <p:cTn id="142" dur="250"/>
                                        <p:tgtEl>
                                          <p:spTgt spid="75"/>
                                        </p:tgtEl>
                                      </p:cBhvr>
                                    </p:animEffect>
                                  </p:childTnLst>
                                </p:cTn>
                              </p:par>
                              <p:par>
                                <p:cTn id="143" presetID="22" presetClass="entr" presetSubtype="4" fill="hold" grpId="0" nodeType="withEffect">
                                  <p:stCondLst>
                                    <p:cond delay="1100"/>
                                  </p:stCondLst>
                                  <p:childTnLst>
                                    <p:set>
                                      <p:cBhvr>
                                        <p:cTn id="144" dur="1" fill="hold">
                                          <p:stCondLst>
                                            <p:cond delay="0"/>
                                          </p:stCondLst>
                                        </p:cTn>
                                        <p:tgtEl>
                                          <p:spTgt spid="77"/>
                                        </p:tgtEl>
                                        <p:attrNameLst>
                                          <p:attrName>style.visibility</p:attrName>
                                        </p:attrNameLst>
                                      </p:cBhvr>
                                      <p:to>
                                        <p:strVal val="visible"/>
                                      </p:to>
                                    </p:set>
                                    <p:animEffect transition="in" filter="wipe(down)">
                                      <p:cBhvr>
                                        <p:cTn id="145" dur="250"/>
                                        <p:tgtEl>
                                          <p:spTgt spid="77"/>
                                        </p:tgtEl>
                                      </p:cBhvr>
                                    </p:animEffect>
                                  </p:childTnLst>
                                </p:cTn>
                              </p:par>
                              <p:par>
                                <p:cTn id="146" presetID="22" presetClass="entr" presetSubtype="1" fill="hold" grpId="0" nodeType="withEffect">
                                  <p:stCondLst>
                                    <p:cond delay="1200"/>
                                  </p:stCondLst>
                                  <p:childTnLst>
                                    <p:set>
                                      <p:cBhvr>
                                        <p:cTn id="147" dur="1" fill="hold">
                                          <p:stCondLst>
                                            <p:cond delay="0"/>
                                          </p:stCondLst>
                                        </p:cTn>
                                        <p:tgtEl>
                                          <p:spTgt spid="78"/>
                                        </p:tgtEl>
                                        <p:attrNameLst>
                                          <p:attrName>style.visibility</p:attrName>
                                        </p:attrNameLst>
                                      </p:cBhvr>
                                      <p:to>
                                        <p:strVal val="visible"/>
                                      </p:to>
                                    </p:set>
                                    <p:animEffect transition="in" filter="wipe(up)">
                                      <p:cBhvr>
                                        <p:cTn id="148" dur="250"/>
                                        <p:tgtEl>
                                          <p:spTgt spid="78"/>
                                        </p:tgtEl>
                                      </p:cBhvr>
                                    </p:animEffect>
                                  </p:childTnLst>
                                </p:cTn>
                              </p:par>
                              <p:par>
                                <p:cTn id="149" presetID="22" presetClass="entr" presetSubtype="4" fill="hold" grpId="0" nodeType="withEffect">
                                  <p:stCondLst>
                                    <p:cond delay="700"/>
                                  </p:stCondLst>
                                  <p:childTnLst>
                                    <p:set>
                                      <p:cBhvr>
                                        <p:cTn id="150" dur="1" fill="hold">
                                          <p:stCondLst>
                                            <p:cond delay="0"/>
                                          </p:stCondLst>
                                        </p:cTn>
                                        <p:tgtEl>
                                          <p:spTgt spid="102"/>
                                        </p:tgtEl>
                                        <p:attrNameLst>
                                          <p:attrName>style.visibility</p:attrName>
                                        </p:attrNameLst>
                                      </p:cBhvr>
                                      <p:to>
                                        <p:strVal val="visible"/>
                                      </p:to>
                                    </p:set>
                                    <p:animEffect transition="in" filter="wipe(down)">
                                      <p:cBhvr>
                                        <p:cTn id="151" dur="250"/>
                                        <p:tgtEl>
                                          <p:spTgt spid="102"/>
                                        </p:tgtEl>
                                      </p:cBhvr>
                                    </p:animEffect>
                                  </p:childTnLst>
                                </p:cTn>
                              </p:par>
                              <p:par>
                                <p:cTn id="152" presetID="22" presetClass="entr" presetSubtype="4" fill="hold" grpId="0" nodeType="withEffect">
                                  <p:stCondLst>
                                    <p:cond delay="800"/>
                                  </p:stCondLst>
                                  <p:childTnLst>
                                    <p:set>
                                      <p:cBhvr>
                                        <p:cTn id="153" dur="1" fill="hold">
                                          <p:stCondLst>
                                            <p:cond delay="0"/>
                                          </p:stCondLst>
                                        </p:cTn>
                                        <p:tgtEl>
                                          <p:spTgt spid="103"/>
                                        </p:tgtEl>
                                        <p:attrNameLst>
                                          <p:attrName>style.visibility</p:attrName>
                                        </p:attrNameLst>
                                      </p:cBhvr>
                                      <p:to>
                                        <p:strVal val="visible"/>
                                      </p:to>
                                    </p:set>
                                    <p:animEffect transition="in" filter="wipe(down)">
                                      <p:cBhvr>
                                        <p:cTn id="154" dur="250"/>
                                        <p:tgtEl>
                                          <p:spTgt spid="103"/>
                                        </p:tgtEl>
                                      </p:cBhvr>
                                    </p:animEffect>
                                  </p:childTnLst>
                                </p:cTn>
                              </p:par>
                              <p:par>
                                <p:cTn id="155" presetID="22" presetClass="entr" presetSubtype="4" fill="hold" grpId="0" nodeType="withEffect">
                                  <p:stCondLst>
                                    <p:cond delay="900"/>
                                  </p:stCondLst>
                                  <p:childTnLst>
                                    <p:set>
                                      <p:cBhvr>
                                        <p:cTn id="156" dur="1" fill="hold">
                                          <p:stCondLst>
                                            <p:cond delay="0"/>
                                          </p:stCondLst>
                                        </p:cTn>
                                        <p:tgtEl>
                                          <p:spTgt spid="107"/>
                                        </p:tgtEl>
                                        <p:attrNameLst>
                                          <p:attrName>style.visibility</p:attrName>
                                        </p:attrNameLst>
                                      </p:cBhvr>
                                      <p:to>
                                        <p:strVal val="visible"/>
                                      </p:to>
                                    </p:set>
                                    <p:animEffect transition="in" filter="wipe(down)">
                                      <p:cBhvr>
                                        <p:cTn id="157" dur="250"/>
                                        <p:tgtEl>
                                          <p:spTgt spid="107"/>
                                        </p:tgtEl>
                                      </p:cBhvr>
                                    </p:animEffect>
                                  </p:childTnLst>
                                </p:cTn>
                              </p:par>
                              <p:par>
                                <p:cTn id="158" presetID="22" presetClass="entr" presetSubtype="4" fill="hold" grpId="0" nodeType="withEffect">
                                  <p:stCondLst>
                                    <p:cond delay="1000"/>
                                  </p:stCondLst>
                                  <p:childTnLst>
                                    <p:set>
                                      <p:cBhvr>
                                        <p:cTn id="159" dur="1" fill="hold">
                                          <p:stCondLst>
                                            <p:cond delay="0"/>
                                          </p:stCondLst>
                                        </p:cTn>
                                        <p:tgtEl>
                                          <p:spTgt spid="116"/>
                                        </p:tgtEl>
                                        <p:attrNameLst>
                                          <p:attrName>style.visibility</p:attrName>
                                        </p:attrNameLst>
                                      </p:cBhvr>
                                      <p:to>
                                        <p:strVal val="visible"/>
                                      </p:to>
                                    </p:set>
                                    <p:animEffect transition="in" filter="wipe(down)">
                                      <p:cBhvr>
                                        <p:cTn id="160" dur="250"/>
                                        <p:tgtEl>
                                          <p:spTgt spid="116"/>
                                        </p:tgtEl>
                                      </p:cBhvr>
                                    </p:animEffect>
                                  </p:childTnLst>
                                </p:cTn>
                              </p:par>
                              <p:par>
                                <p:cTn id="161" presetID="22" presetClass="entr" presetSubtype="4" fill="hold" grpId="0" nodeType="withEffect">
                                  <p:stCondLst>
                                    <p:cond delay="1100"/>
                                  </p:stCondLst>
                                  <p:childTnLst>
                                    <p:set>
                                      <p:cBhvr>
                                        <p:cTn id="162" dur="1" fill="hold">
                                          <p:stCondLst>
                                            <p:cond delay="0"/>
                                          </p:stCondLst>
                                        </p:cTn>
                                        <p:tgtEl>
                                          <p:spTgt spid="108"/>
                                        </p:tgtEl>
                                        <p:attrNameLst>
                                          <p:attrName>style.visibility</p:attrName>
                                        </p:attrNameLst>
                                      </p:cBhvr>
                                      <p:to>
                                        <p:strVal val="visible"/>
                                      </p:to>
                                    </p:set>
                                    <p:animEffect transition="in" filter="wipe(down)">
                                      <p:cBhvr>
                                        <p:cTn id="163" dur="250"/>
                                        <p:tgtEl>
                                          <p:spTgt spid="108"/>
                                        </p:tgtEl>
                                      </p:cBhvr>
                                    </p:animEffect>
                                  </p:childTnLst>
                                </p:cTn>
                              </p:par>
                              <p:par>
                                <p:cTn id="164" presetID="22" presetClass="entr" presetSubtype="4" fill="hold" grpId="0" nodeType="withEffect">
                                  <p:stCondLst>
                                    <p:cond delay="1200"/>
                                  </p:stCondLst>
                                  <p:childTnLst>
                                    <p:set>
                                      <p:cBhvr>
                                        <p:cTn id="165" dur="1" fill="hold">
                                          <p:stCondLst>
                                            <p:cond delay="0"/>
                                          </p:stCondLst>
                                        </p:cTn>
                                        <p:tgtEl>
                                          <p:spTgt spid="115"/>
                                        </p:tgtEl>
                                        <p:attrNameLst>
                                          <p:attrName>style.visibility</p:attrName>
                                        </p:attrNameLst>
                                      </p:cBhvr>
                                      <p:to>
                                        <p:strVal val="visible"/>
                                      </p:to>
                                    </p:set>
                                    <p:animEffect transition="in" filter="wipe(down)">
                                      <p:cBhvr>
                                        <p:cTn id="166" dur="250"/>
                                        <p:tgtEl>
                                          <p:spTgt spid="115"/>
                                        </p:tgtEl>
                                      </p:cBhvr>
                                    </p:animEffect>
                                  </p:childTnLst>
                                </p:cTn>
                              </p:par>
                              <p:par>
                                <p:cTn id="167" presetID="22" presetClass="entr" presetSubtype="1" fill="hold" grpId="0" nodeType="withEffect">
                                  <p:stCondLst>
                                    <p:cond delay="700"/>
                                  </p:stCondLst>
                                  <p:childTnLst>
                                    <p:set>
                                      <p:cBhvr>
                                        <p:cTn id="168" dur="1" fill="hold">
                                          <p:stCondLst>
                                            <p:cond delay="0"/>
                                          </p:stCondLst>
                                        </p:cTn>
                                        <p:tgtEl>
                                          <p:spTgt spid="105"/>
                                        </p:tgtEl>
                                        <p:attrNameLst>
                                          <p:attrName>style.visibility</p:attrName>
                                        </p:attrNameLst>
                                      </p:cBhvr>
                                      <p:to>
                                        <p:strVal val="visible"/>
                                      </p:to>
                                    </p:set>
                                    <p:animEffect transition="in" filter="wipe(up)">
                                      <p:cBhvr>
                                        <p:cTn id="169" dur="250"/>
                                        <p:tgtEl>
                                          <p:spTgt spid="105"/>
                                        </p:tgtEl>
                                      </p:cBhvr>
                                    </p:animEffect>
                                  </p:childTnLst>
                                </p:cTn>
                              </p:par>
                              <p:par>
                                <p:cTn id="170" presetID="22" presetClass="entr" presetSubtype="4" fill="hold" grpId="0" nodeType="withEffect">
                                  <p:stCondLst>
                                    <p:cond delay="800"/>
                                  </p:stCondLst>
                                  <p:childTnLst>
                                    <p:set>
                                      <p:cBhvr>
                                        <p:cTn id="171" dur="1" fill="hold">
                                          <p:stCondLst>
                                            <p:cond delay="0"/>
                                          </p:stCondLst>
                                        </p:cTn>
                                        <p:tgtEl>
                                          <p:spTgt spid="101"/>
                                        </p:tgtEl>
                                        <p:attrNameLst>
                                          <p:attrName>style.visibility</p:attrName>
                                        </p:attrNameLst>
                                      </p:cBhvr>
                                      <p:to>
                                        <p:strVal val="visible"/>
                                      </p:to>
                                    </p:set>
                                    <p:animEffect transition="in" filter="wipe(down)">
                                      <p:cBhvr>
                                        <p:cTn id="172" dur="250"/>
                                        <p:tgtEl>
                                          <p:spTgt spid="101"/>
                                        </p:tgtEl>
                                      </p:cBhvr>
                                    </p:animEffect>
                                  </p:childTnLst>
                                </p:cTn>
                              </p:par>
                              <p:par>
                                <p:cTn id="173" presetID="22" presetClass="entr" presetSubtype="4" fill="hold" grpId="0" nodeType="withEffect">
                                  <p:stCondLst>
                                    <p:cond delay="900"/>
                                  </p:stCondLst>
                                  <p:childTnLst>
                                    <p:set>
                                      <p:cBhvr>
                                        <p:cTn id="174" dur="1" fill="hold">
                                          <p:stCondLst>
                                            <p:cond delay="0"/>
                                          </p:stCondLst>
                                        </p:cTn>
                                        <p:tgtEl>
                                          <p:spTgt spid="98"/>
                                        </p:tgtEl>
                                        <p:attrNameLst>
                                          <p:attrName>style.visibility</p:attrName>
                                        </p:attrNameLst>
                                      </p:cBhvr>
                                      <p:to>
                                        <p:strVal val="visible"/>
                                      </p:to>
                                    </p:set>
                                    <p:animEffect transition="in" filter="wipe(down)">
                                      <p:cBhvr>
                                        <p:cTn id="175" dur="250"/>
                                        <p:tgtEl>
                                          <p:spTgt spid="98"/>
                                        </p:tgtEl>
                                      </p:cBhvr>
                                    </p:animEffect>
                                  </p:childTnLst>
                                </p:cTn>
                              </p:par>
                              <p:par>
                                <p:cTn id="176" presetID="22" presetClass="entr" presetSubtype="4" fill="hold" grpId="0" nodeType="withEffect">
                                  <p:stCondLst>
                                    <p:cond delay="1000"/>
                                  </p:stCondLst>
                                  <p:childTnLst>
                                    <p:set>
                                      <p:cBhvr>
                                        <p:cTn id="177" dur="1" fill="hold">
                                          <p:stCondLst>
                                            <p:cond delay="0"/>
                                          </p:stCondLst>
                                        </p:cTn>
                                        <p:tgtEl>
                                          <p:spTgt spid="96"/>
                                        </p:tgtEl>
                                        <p:attrNameLst>
                                          <p:attrName>style.visibility</p:attrName>
                                        </p:attrNameLst>
                                      </p:cBhvr>
                                      <p:to>
                                        <p:strVal val="visible"/>
                                      </p:to>
                                    </p:set>
                                    <p:animEffect transition="in" filter="wipe(down)">
                                      <p:cBhvr>
                                        <p:cTn id="178" dur="250"/>
                                        <p:tgtEl>
                                          <p:spTgt spid="96"/>
                                        </p:tgtEl>
                                      </p:cBhvr>
                                    </p:animEffect>
                                  </p:childTnLst>
                                </p:cTn>
                              </p:par>
                              <p:par>
                                <p:cTn id="179" presetID="22" presetClass="entr" presetSubtype="4" fill="hold" grpId="0" nodeType="withEffect">
                                  <p:stCondLst>
                                    <p:cond delay="1100"/>
                                  </p:stCondLst>
                                  <p:childTnLst>
                                    <p:set>
                                      <p:cBhvr>
                                        <p:cTn id="180" dur="1" fill="hold">
                                          <p:stCondLst>
                                            <p:cond delay="0"/>
                                          </p:stCondLst>
                                        </p:cTn>
                                        <p:tgtEl>
                                          <p:spTgt spid="94"/>
                                        </p:tgtEl>
                                        <p:attrNameLst>
                                          <p:attrName>style.visibility</p:attrName>
                                        </p:attrNameLst>
                                      </p:cBhvr>
                                      <p:to>
                                        <p:strVal val="visible"/>
                                      </p:to>
                                    </p:set>
                                    <p:animEffect transition="in" filter="wipe(down)">
                                      <p:cBhvr>
                                        <p:cTn id="181" dur="250"/>
                                        <p:tgtEl>
                                          <p:spTgt spid="94"/>
                                        </p:tgtEl>
                                      </p:cBhvr>
                                    </p:animEffect>
                                  </p:childTnLst>
                                </p:cTn>
                              </p:par>
                              <p:par>
                                <p:cTn id="182" presetID="22" presetClass="entr" presetSubtype="4" fill="hold" grpId="0" nodeType="withEffect">
                                  <p:stCondLst>
                                    <p:cond delay="1200"/>
                                  </p:stCondLst>
                                  <p:childTnLst>
                                    <p:set>
                                      <p:cBhvr>
                                        <p:cTn id="183" dur="1" fill="hold">
                                          <p:stCondLst>
                                            <p:cond delay="0"/>
                                          </p:stCondLst>
                                        </p:cTn>
                                        <p:tgtEl>
                                          <p:spTgt spid="95"/>
                                        </p:tgtEl>
                                        <p:attrNameLst>
                                          <p:attrName>style.visibility</p:attrName>
                                        </p:attrNameLst>
                                      </p:cBhvr>
                                      <p:to>
                                        <p:strVal val="visible"/>
                                      </p:to>
                                    </p:set>
                                    <p:animEffect transition="in" filter="wipe(down)">
                                      <p:cBhvr>
                                        <p:cTn id="184" dur="250"/>
                                        <p:tgtEl>
                                          <p:spTgt spid="95"/>
                                        </p:tgtEl>
                                      </p:cBhvr>
                                    </p:animEffect>
                                  </p:childTnLst>
                                </p:cTn>
                              </p:par>
                              <p:par>
                                <p:cTn id="185" presetID="22" presetClass="entr" presetSubtype="1" fill="hold" grpId="0" nodeType="withEffect">
                                  <p:stCondLst>
                                    <p:cond delay="700"/>
                                  </p:stCondLst>
                                  <p:childTnLst>
                                    <p:set>
                                      <p:cBhvr>
                                        <p:cTn id="186" dur="1" fill="hold">
                                          <p:stCondLst>
                                            <p:cond delay="0"/>
                                          </p:stCondLst>
                                        </p:cTn>
                                        <p:tgtEl>
                                          <p:spTgt spid="112"/>
                                        </p:tgtEl>
                                        <p:attrNameLst>
                                          <p:attrName>style.visibility</p:attrName>
                                        </p:attrNameLst>
                                      </p:cBhvr>
                                      <p:to>
                                        <p:strVal val="visible"/>
                                      </p:to>
                                    </p:set>
                                    <p:animEffect transition="in" filter="wipe(up)">
                                      <p:cBhvr>
                                        <p:cTn id="187" dur="250"/>
                                        <p:tgtEl>
                                          <p:spTgt spid="112"/>
                                        </p:tgtEl>
                                      </p:cBhvr>
                                    </p:animEffect>
                                  </p:childTnLst>
                                </p:cTn>
                              </p:par>
                              <p:par>
                                <p:cTn id="188" presetID="22" presetClass="entr" presetSubtype="4" fill="hold" grpId="0" nodeType="withEffect">
                                  <p:stCondLst>
                                    <p:cond delay="800"/>
                                  </p:stCondLst>
                                  <p:childTnLst>
                                    <p:set>
                                      <p:cBhvr>
                                        <p:cTn id="189" dur="1" fill="hold">
                                          <p:stCondLst>
                                            <p:cond delay="0"/>
                                          </p:stCondLst>
                                        </p:cTn>
                                        <p:tgtEl>
                                          <p:spTgt spid="106"/>
                                        </p:tgtEl>
                                        <p:attrNameLst>
                                          <p:attrName>style.visibility</p:attrName>
                                        </p:attrNameLst>
                                      </p:cBhvr>
                                      <p:to>
                                        <p:strVal val="visible"/>
                                      </p:to>
                                    </p:set>
                                    <p:animEffect transition="in" filter="wipe(down)">
                                      <p:cBhvr>
                                        <p:cTn id="190" dur="250"/>
                                        <p:tgtEl>
                                          <p:spTgt spid="106"/>
                                        </p:tgtEl>
                                      </p:cBhvr>
                                    </p:animEffect>
                                  </p:childTnLst>
                                </p:cTn>
                              </p:par>
                              <p:par>
                                <p:cTn id="191" presetID="22" presetClass="entr" presetSubtype="4" fill="hold" grpId="0" nodeType="withEffect">
                                  <p:stCondLst>
                                    <p:cond delay="900"/>
                                  </p:stCondLst>
                                  <p:childTnLst>
                                    <p:set>
                                      <p:cBhvr>
                                        <p:cTn id="192" dur="1" fill="hold">
                                          <p:stCondLst>
                                            <p:cond delay="0"/>
                                          </p:stCondLst>
                                        </p:cTn>
                                        <p:tgtEl>
                                          <p:spTgt spid="110"/>
                                        </p:tgtEl>
                                        <p:attrNameLst>
                                          <p:attrName>style.visibility</p:attrName>
                                        </p:attrNameLst>
                                      </p:cBhvr>
                                      <p:to>
                                        <p:strVal val="visible"/>
                                      </p:to>
                                    </p:set>
                                    <p:animEffect transition="in" filter="wipe(down)">
                                      <p:cBhvr>
                                        <p:cTn id="193" dur="250"/>
                                        <p:tgtEl>
                                          <p:spTgt spid="110"/>
                                        </p:tgtEl>
                                      </p:cBhvr>
                                    </p:animEffect>
                                  </p:childTnLst>
                                </p:cTn>
                              </p:par>
                              <p:par>
                                <p:cTn id="194" presetID="22" presetClass="entr" presetSubtype="4" fill="hold" grpId="0" nodeType="withEffect">
                                  <p:stCondLst>
                                    <p:cond delay="1000"/>
                                  </p:stCondLst>
                                  <p:childTnLst>
                                    <p:set>
                                      <p:cBhvr>
                                        <p:cTn id="195" dur="1" fill="hold">
                                          <p:stCondLst>
                                            <p:cond delay="0"/>
                                          </p:stCondLst>
                                        </p:cTn>
                                        <p:tgtEl>
                                          <p:spTgt spid="114"/>
                                        </p:tgtEl>
                                        <p:attrNameLst>
                                          <p:attrName>style.visibility</p:attrName>
                                        </p:attrNameLst>
                                      </p:cBhvr>
                                      <p:to>
                                        <p:strVal val="visible"/>
                                      </p:to>
                                    </p:set>
                                    <p:animEffect transition="in" filter="wipe(down)">
                                      <p:cBhvr>
                                        <p:cTn id="196" dur="250"/>
                                        <p:tgtEl>
                                          <p:spTgt spid="114"/>
                                        </p:tgtEl>
                                      </p:cBhvr>
                                    </p:animEffect>
                                  </p:childTnLst>
                                </p:cTn>
                              </p:par>
                              <p:par>
                                <p:cTn id="197" presetID="22" presetClass="entr" presetSubtype="1" fill="hold" grpId="0" nodeType="withEffect">
                                  <p:stCondLst>
                                    <p:cond delay="1100"/>
                                  </p:stCondLst>
                                  <p:childTnLst>
                                    <p:set>
                                      <p:cBhvr>
                                        <p:cTn id="198" dur="1" fill="hold">
                                          <p:stCondLst>
                                            <p:cond delay="0"/>
                                          </p:stCondLst>
                                        </p:cTn>
                                        <p:tgtEl>
                                          <p:spTgt spid="111"/>
                                        </p:tgtEl>
                                        <p:attrNameLst>
                                          <p:attrName>style.visibility</p:attrName>
                                        </p:attrNameLst>
                                      </p:cBhvr>
                                      <p:to>
                                        <p:strVal val="visible"/>
                                      </p:to>
                                    </p:set>
                                    <p:animEffect transition="in" filter="wipe(up)">
                                      <p:cBhvr>
                                        <p:cTn id="199" dur="250"/>
                                        <p:tgtEl>
                                          <p:spTgt spid="111"/>
                                        </p:tgtEl>
                                      </p:cBhvr>
                                    </p:animEffect>
                                  </p:childTnLst>
                                </p:cTn>
                              </p:par>
                              <p:par>
                                <p:cTn id="200" presetID="1" presetClass="entr" presetSubtype="0" fill="hold" grpId="0" nodeType="withEffect">
                                  <p:stCondLst>
                                    <p:cond delay="800"/>
                                  </p:stCondLst>
                                  <p:childTnLst>
                                    <p:set>
                                      <p:cBhvr>
                                        <p:cTn id="201" dur="1" fill="hold">
                                          <p:stCondLst>
                                            <p:cond delay="0"/>
                                          </p:stCondLst>
                                        </p:cTn>
                                        <p:tgtEl>
                                          <p:spTgt spid="93"/>
                                        </p:tgtEl>
                                        <p:attrNameLst>
                                          <p:attrName>style.visibility</p:attrName>
                                        </p:attrNameLst>
                                      </p:cBhvr>
                                      <p:to>
                                        <p:strVal val="visible"/>
                                      </p:to>
                                    </p:set>
                                  </p:childTnLst>
                                </p:cTn>
                              </p:par>
                              <p:par>
                                <p:cTn id="202" presetID="6" presetClass="emph" presetSubtype="0" accel="100000" autoRev="1" fill="hold" grpId="1" nodeType="withEffect">
                                  <p:stCondLst>
                                    <p:cond delay="300"/>
                                  </p:stCondLst>
                                  <p:childTnLst>
                                    <p:animScale>
                                      <p:cBhvr>
                                        <p:cTn id="203" dur="500" fill="hold"/>
                                        <p:tgtEl>
                                          <p:spTgt spid="93"/>
                                        </p:tgtEl>
                                      </p:cBhvr>
                                      <p:by x="0" y="0"/>
                                    </p:animScale>
                                  </p:childTnLst>
                                </p:cTn>
                              </p:par>
                              <p:par>
                                <p:cTn id="204" presetID="6" presetClass="emph" presetSubtype="0" decel="100000" fill="hold" grpId="2" nodeType="withEffect">
                                  <p:stCondLst>
                                    <p:cond delay="1000"/>
                                  </p:stCondLst>
                                  <p:childTnLst>
                                    <p:animScale>
                                      <p:cBhvr>
                                        <p:cTn id="205" dur="500" fill="hold"/>
                                        <p:tgtEl>
                                          <p:spTgt spid="93"/>
                                        </p:tgtEl>
                                      </p:cBhvr>
                                      <p:by x="90000" y="90000"/>
                                    </p:animScale>
                                  </p:childTnLst>
                                </p:cTn>
                              </p:par>
                              <p:par>
                                <p:cTn id="206" presetID="22" presetClass="entr" presetSubtype="4" fill="hold" grpId="0" nodeType="withEffect">
                                  <p:stCondLst>
                                    <p:cond delay="800"/>
                                  </p:stCondLst>
                                  <p:childTnLst>
                                    <p:set>
                                      <p:cBhvr>
                                        <p:cTn id="207" dur="1" fill="hold">
                                          <p:stCondLst>
                                            <p:cond delay="0"/>
                                          </p:stCondLst>
                                        </p:cTn>
                                        <p:tgtEl>
                                          <p:spTgt spid="117"/>
                                        </p:tgtEl>
                                        <p:attrNameLst>
                                          <p:attrName>style.visibility</p:attrName>
                                        </p:attrNameLst>
                                      </p:cBhvr>
                                      <p:to>
                                        <p:strVal val="visible"/>
                                      </p:to>
                                    </p:set>
                                    <p:animEffect transition="in" filter="wipe(down)">
                                      <p:cBhvr>
                                        <p:cTn id="208" dur="250"/>
                                        <p:tgtEl>
                                          <p:spTgt spid="117"/>
                                        </p:tgtEl>
                                      </p:cBhvr>
                                    </p:animEffect>
                                  </p:childTnLst>
                                </p:cTn>
                              </p:par>
                              <p:par>
                                <p:cTn id="209" presetID="1" presetClass="entr" presetSubtype="0" fill="hold" nodeType="withEffect">
                                  <p:stCondLst>
                                    <p:cond delay="700"/>
                                  </p:stCondLst>
                                  <p:childTnLst>
                                    <p:set>
                                      <p:cBhvr>
                                        <p:cTn id="210" dur="1" fill="hold">
                                          <p:stCondLst>
                                            <p:cond delay="0"/>
                                          </p:stCondLst>
                                        </p:cTn>
                                        <p:tgtEl>
                                          <p:spTgt spid="4"/>
                                        </p:tgtEl>
                                        <p:attrNameLst>
                                          <p:attrName>style.visibility</p:attrName>
                                        </p:attrNameLst>
                                      </p:cBhvr>
                                      <p:to>
                                        <p:strVal val="visible"/>
                                      </p:to>
                                    </p:set>
                                  </p:childTnLst>
                                </p:cTn>
                              </p:par>
                              <p:par>
                                <p:cTn id="211" presetID="6" presetClass="emph" presetSubtype="0" accel="100000" autoRev="1" fill="hold" nodeType="withEffect">
                                  <p:stCondLst>
                                    <p:cond delay="200"/>
                                  </p:stCondLst>
                                  <p:childTnLst>
                                    <p:animScale>
                                      <p:cBhvr>
                                        <p:cTn id="212" dur="500" fill="hold"/>
                                        <p:tgtEl>
                                          <p:spTgt spid="4"/>
                                        </p:tgtEl>
                                      </p:cBhvr>
                                      <p:by x="0" y="0"/>
                                    </p:animScale>
                                  </p:childTnLst>
                                </p:cTn>
                              </p:par>
                              <p:par>
                                <p:cTn id="213" presetID="6" presetClass="emph" presetSubtype="0" decel="100000" fill="hold" nodeType="withEffect">
                                  <p:stCondLst>
                                    <p:cond delay="900"/>
                                  </p:stCondLst>
                                  <p:childTnLst>
                                    <p:animScale>
                                      <p:cBhvr>
                                        <p:cTn id="214" dur="500" fill="hold"/>
                                        <p:tgtEl>
                                          <p:spTgt spid="4"/>
                                        </p:tgtEl>
                                      </p:cBhvr>
                                      <p:by x="90000" y="90000"/>
                                    </p:animScale>
                                  </p:childTnLst>
                                </p:cTn>
                              </p:par>
                              <p:par>
                                <p:cTn id="215" presetID="1" presetClass="entr" presetSubtype="0" fill="hold" nodeType="withEffect">
                                  <p:stCondLst>
                                    <p:cond delay="1000"/>
                                  </p:stCondLst>
                                  <p:childTnLst>
                                    <p:set>
                                      <p:cBhvr>
                                        <p:cTn id="216" dur="1" fill="hold">
                                          <p:stCondLst>
                                            <p:cond delay="0"/>
                                          </p:stCondLst>
                                        </p:cTn>
                                        <p:tgtEl>
                                          <p:spTgt spid="52"/>
                                        </p:tgtEl>
                                        <p:attrNameLst>
                                          <p:attrName>style.visibility</p:attrName>
                                        </p:attrNameLst>
                                      </p:cBhvr>
                                      <p:to>
                                        <p:strVal val="visible"/>
                                      </p:to>
                                    </p:set>
                                  </p:childTnLst>
                                </p:cTn>
                              </p:par>
                              <p:par>
                                <p:cTn id="217" presetID="6" presetClass="emph" presetSubtype="0" accel="100000" autoRev="1" fill="hold" nodeType="withEffect">
                                  <p:stCondLst>
                                    <p:cond delay="500"/>
                                  </p:stCondLst>
                                  <p:childTnLst>
                                    <p:animScale>
                                      <p:cBhvr>
                                        <p:cTn id="218" dur="500" fill="hold"/>
                                        <p:tgtEl>
                                          <p:spTgt spid="52"/>
                                        </p:tgtEl>
                                      </p:cBhvr>
                                      <p:by x="0" y="0"/>
                                    </p:animScale>
                                  </p:childTnLst>
                                </p:cTn>
                              </p:par>
                              <p:par>
                                <p:cTn id="219" presetID="6" presetClass="emph" presetSubtype="0" decel="100000" fill="hold" nodeType="withEffect">
                                  <p:stCondLst>
                                    <p:cond delay="1200"/>
                                  </p:stCondLst>
                                  <p:childTnLst>
                                    <p:animScale>
                                      <p:cBhvr>
                                        <p:cTn id="220" dur="500" fill="hold"/>
                                        <p:tgtEl>
                                          <p:spTgt spid="52"/>
                                        </p:tgtEl>
                                      </p:cBhvr>
                                      <p:by x="90000" y="90000"/>
                                    </p:animScale>
                                  </p:childTnLst>
                                </p:cTn>
                              </p:par>
                              <p:par>
                                <p:cTn id="221" presetID="1" presetClass="entr" presetSubtype="0" fill="hold" nodeType="withEffect">
                                  <p:stCondLst>
                                    <p:cond delay="1100"/>
                                  </p:stCondLst>
                                  <p:childTnLst>
                                    <p:set>
                                      <p:cBhvr>
                                        <p:cTn id="222" dur="1" fill="hold">
                                          <p:stCondLst>
                                            <p:cond delay="0"/>
                                          </p:stCondLst>
                                        </p:cTn>
                                        <p:tgtEl>
                                          <p:spTgt spid="3"/>
                                        </p:tgtEl>
                                        <p:attrNameLst>
                                          <p:attrName>style.visibility</p:attrName>
                                        </p:attrNameLst>
                                      </p:cBhvr>
                                      <p:to>
                                        <p:strVal val="visible"/>
                                      </p:to>
                                    </p:set>
                                  </p:childTnLst>
                                </p:cTn>
                              </p:par>
                              <p:par>
                                <p:cTn id="223" presetID="6" presetClass="emph" presetSubtype="0" accel="100000" autoRev="1" fill="hold" nodeType="withEffect">
                                  <p:stCondLst>
                                    <p:cond delay="600"/>
                                  </p:stCondLst>
                                  <p:childTnLst>
                                    <p:animScale>
                                      <p:cBhvr>
                                        <p:cTn id="224" dur="500" fill="hold"/>
                                        <p:tgtEl>
                                          <p:spTgt spid="3"/>
                                        </p:tgtEl>
                                      </p:cBhvr>
                                      <p:by x="0" y="0"/>
                                    </p:animScale>
                                  </p:childTnLst>
                                </p:cTn>
                              </p:par>
                              <p:par>
                                <p:cTn id="225" presetID="6" presetClass="emph" presetSubtype="0" decel="100000" fill="hold" nodeType="withEffect">
                                  <p:stCondLst>
                                    <p:cond delay="1300"/>
                                  </p:stCondLst>
                                  <p:childTnLst>
                                    <p:animScale>
                                      <p:cBhvr>
                                        <p:cTn id="226" dur="500" fill="hold"/>
                                        <p:tgtEl>
                                          <p:spTgt spid="3"/>
                                        </p:tgtEl>
                                      </p:cBhvr>
                                      <p:by x="90000" y="9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 grpId="0" animBg="1"/>
      <p:bldP spid="35" grpId="0" animBg="1"/>
      <p:bldP spid="74" grpId="0" animBg="1"/>
      <p:bldP spid="75" grpId="0" animBg="1"/>
      <p:bldP spid="76" grpId="0" animBg="1"/>
      <p:bldP spid="77" grpId="0" animBg="1"/>
      <p:bldP spid="78" grpId="0" animBg="1"/>
      <p:bldP spid="94" grpId="0" animBg="1"/>
      <p:bldP spid="95" grpId="0" animBg="1"/>
      <p:bldP spid="96" grpId="0" animBg="1"/>
      <p:bldP spid="98" grpId="0" animBg="1"/>
      <p:bldP spid="101" grpId="0" animBg="1"/>
      <p:bldP spid="102" grpId="0" animBg="1"/>
      <p:bldP spid="103" grpId="0" animBg="1"/>
      <p:bldP spid="105" grpId="0" animBg="1"/>
      <p:bldP spid="106" grpId="0" animBg="1"/>
      <p:bldP spid="107" grpId="0" animBg="1"/>
      <p:bldP spid="108" grpId="0" animBg="1"/>
      <p:bldP spid="110" grpId="0" animBg="1"/>
      <p:bldP spid="111" grpId="0" animBg="1"/>
      <p:bldP spid="112" grpId="0" animBg="1"/>
      <p:bldP spid="114" grpId="0" animBg="1"/>
      <p:bldP spid="115" grpId="0" animBg="1"/>
      <p:bldP spid="116" grpId="0" animBg="1"/>
      <p:bldP spid="16" grpId="0" animBg="1"/>
      <p:bldP spid="16" grpId="1" animBg="1"/>
      <p:bldP spid="16" grpId="2" animBg="1"/>
      <p:bldP spid="7" grpId="0" animBg="1"/>
      <p:bldP spid="7" grpId="1" animBg="1"/>
      <p:bldP spid="7" grpId="2" animBg="1"/>
      <p:bldP spid="30" grpId="0" animBg="1"/>
      <p:bldP spid="30" grpId="1" animBg="1"/>
      <p:bldP spid="30" grpId="2" animBg="1"/>
      <p:bldP spid="31" grpId="0" animBg="1"/>
      <p:bldP spid="31" grpId="1" animBg="1"/>
      <p:bldP spid="31" grpId="2" animBg="1"/>
      <p:bldP spid="36" grpId="0" animBg="1"/>
      <p:bldP spid="36" grpId="1" animBg="1"/>
      <p:bldP spid="36" grpId="2" animBg="1"/>
      <p:bldP spid="37" grpId="0" animBg="1"/>
      <p:bldP spid="37" grpId="1" animBg="1"/>
      <p:bldP spid="37" grpId="2" animBg="1"/>
      <p:bldP spid="38" grpId="0" animBg="1"/>
      <p:bldP spid="38" grpId="1" animBg="1"/>
      <p:bldP spid="38" grpId="2" animBg="1"/>
      <p:bldP spid="19" grpId="0" animBg="1"/>
      <p:bldP spid="19" grpId="1" animBg="1"/>
      <p:bldP spid="19" grpId="2" animBg="1"/>
      <p:bldP spid="13" grpId="0" animBg="1"/>
      <p:bldP spid="13" grpId="1" animBg="1"/>
      <p:bldP spid="13" grpId="2" animBg="1"/>
      <p:bldP spid="22" grpId="0" animBg="1"/>
      <p:bldP spid="22" grpId="1" animBg="1"/>
      <p:bldP spid="22" grpId="2" animBg="1"/>
      <p:bldP spid="80" grpId="0" animBg="1"/>
      <p:bldP spid="80" grpId="1" animBg="1"/>
      <p:bldP spid="80" grpId="2" animBg="1"/>
      <p:bldP spid="82" grpId="0" animBg="1"/>
      <p:bldP spid="82" grpId="1" animBg="1"/>
      <p:bldP spid="82" grpId="2" animBg="1"/>
      <p:bldP spid="84" grpId="0" animBg="1"/>
      <p:bldP spid="84" grpId="1" animBg="1"/>
      <p:bldP spid="84" grpId="2" animBg="1"/>
      <p:bldP spid="85" grpId="0" animBg="1"/>
      <p:bldP spid="85" grpId="1" animBg="1"/>
      <p:bldP spid="85" grpId="2" animBg="1"/>
      <p:bldP spid="86" grpId="0" animBg="1"/>
      <p:bldP spid="86" grpId="1" animBg="1"/>
      <p:bldP spid="86" grpId="2" animBg="1"/>
      <p:bldP spid="88" grpId="0" animBg="1"/>
      <p:bldP spid="88" grpId="1" animBg="1"/>
      <p:bldP spid="88" grpId="2" animBg="1"/>
      <p:bldP spid="90" grpId="0" animBg="1"/>
      <p:bldP spid="90" grpId="1" animBg="1"/>
      <p:bldP spid="90" grpId="2" animBg="1"/>
      <p:bldP spid="93" grpId="0" animBg="1"/>
      <p:bldP spid="93" grpId="1" animBg="1"/>
      <p:bldP spid="93" grpId="2" animBg="1"/>
    </p:bld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E6D72CD4-96DE-D9D2-61F5-8650DAD2AD71}"/>
              </a:ext>
            </a:extLst>
          </p:cNvPr>
          <p:cNvGrpSpPr/>
          <p:nvPr/>
        </p:nvGrpSpPr>
        <p:grpSpPr>
          <a:xfrm>
            <a:off x="371476" y="44451"/>
            <a:ext cx="11780584" cy="6813549"/>
            <a:chOff x="371476" y="44451"/>
            <a:chExt cx="11780584" cy="6813549"/>
          </a:xfrm>
        </p:grpSpPr>
        <p:grpSp>
          <p:nvGrpSpPr>
            <p:cNvPr id="585" name="Group 584">
              <a:extLst>
                <a:ext uri="{FF2B5EF4-FFF2-40B4-BE49-F238E27FC236}">
                  <a16:creationId xmlns:a16="http://schemas.microsoft.com/office/drawing/2014/main" id="{C823C13C-3DFD-D95F-D1F9-1BC0EA8E4E0F}"/>
                </a:ext>
              </a:extLst>
            </p:cNvPr>
            <p:cNvGrpSpPr/>
            <p:nvPr/>
          </p:nvGrpSpPr>
          <p:grpSpPr>
            <a:xfrm>
              <a:off x="371476" y="44451"/>
              <a:ext cx="11780584" cy="6813549"/>
              <a:chOff x="371476" y="44451"/>
              <a:chExt cx="11780584" cy="6813549"/>
            </a:xfrm>
          </p:grpSpPr>
          <p:sp>
            <p:nvSpPr>
              <p:cNvPr id="499" name="Rectangle 498">
                <a:extLst>
                  <a:ext uri="{FF2B5EF4-FFF2-40B4-BE49-F238E27FC236}">
                    <a16:creationId xmlns:a16="http://schemas.microsoft.com/office/drawing/2014/main" id="{1082FF9C-4122-CDCB-9E55-190077E9C535}"/>
                  </a:ext>
                </a:extLst>
              </p:cNvPr>
              <p:cNvSpPr/>
              <p:nvPr/>
            </p:nvSpPr>
            <p:spPr>
              <a:xfrm>
                <a:off x="371476" y="44451"/>
                <a:ext cx="11780584" cy="2157583"/>
              </a:xfrm>
              <a:custGeom>
                <a:avLst/>
                <a:gdLst>
                  <a:gd name="connsiteX0" fmla="*/ 0 w 11772900"/>
                  <a:gd name="connsiteY0" fmla="*/ 0 h 1435283"/>
                  <a:gd name="connsiteX1" fmla="*/ 11772900 w 11772900"/>
                  <a:gd name="connsiteY1" fmla="*/ 0 h 1435283"/>
                  <a:gd name="connsiteX2" fmla="*/ 11772900 w 11772900"/>
                  <a:gd name="connsiteY2" fmla="*/ 1435283 h 1435283"/>
                  <a:gd name="connsiteX3" fmla="*/ 0 w 11772900"/>
                  <a:gd name="connsiteY3" fmla="*/ 1435283 h 1435283"/>
                  <a:gd name="connsiteX4" fmla="*/ 0 w 11772900"/>
                  <a:gd name="connsiteY4" fmla="*/ 0 h 1435283"/>
                  <a:gd name="connsiteX0" fmla="*/ 0 w 11772900"/>
                  <a:gd name="connsiteY0" fmla="*/ 1587 h 1436870"/>
                  <a:gd name="connsiteX1" fmla="*/ 2514599 w 11772900"/>
                  <a:gd name="connsiteY1" fmla="*/ 0 h 1436870"/>
                  <a:gd name="connsiteX2" fmla="*/ 11772900 w 11772900"/>
                  <a:gd name="connsiteY2" fmla="*/ 1587 h 1436870"/>
                  <a:gd name="connsiteX3" fmla="*/ 11772900 w 11772900"/>
                  <a:gd name="connsiteY3" fmla="*/ 1436870 h 1436870"/>
                  <a:gd name="connsiteX4" fmla="*/ 0 w 11772900"/>
                  <a:gd name="connsiteY4" fmla="*/ 1436870 h 1436870"/>
                  <a:gd name="connsiteX5" fmla="*/ 0 w 11772900"/>
                  <a:gd name="connsiteY5" fmla="*/ 1587 h 1436870"/>
                  <a:gd name="connsiteX0" fmla="*/ 0 w 11772900"/>
                  <a:gd name="connsiteY0" fmla="*/ 1587 h 1436870"/>
                  <a:gd name="connsiteX1" fmla="*/ 2514599 w 11772900"/>
                  <a:gd name="connsiteY1" fmla="*/ 0 h 1436870"/>
                  <a:gd name="connsiteX2" fmla="*/ 9229724 w 11772900"/>
                  <a:gd name="connsiteY2" fmla="*/ 0 h 1436870"/>
                  <a:gd name="connsiteX3" fmla="*/ 11772900 w 11772900"/>
                  <a:gd name="connsiteY3" fmla="*/ 1587 h 1436870"/>
                  <a:gd name="connsiteX4" fmla="*/ 11772900 w 11772900"/>
                  <a:gd name="connsiteY4" fmla="*/ 1436870 h 1436870"/>
                  <a:gd name="connsiteX5" fmla="*/ 0 w 11772900"/>
                  <a:gd name="connsiteY5" fmla="*/ 1436870 h 1436870"/>
                  <a:gd name="connsiteX6" fmla="*/ 0 w 11772900"/>
                  <a:gd name="connsiteY6" fmla="*/ 1587 h 1436870"/>
                  <a:gd name="connsiteX0" fmla="*/ 0 w 11772900"/>
                  <a:gd name="connsiteY0" fmla="*/ 1587 h 1436870"/>
                  <a:gd name="connsiteX1" fmla="*/ 2514599 w 11772900"/>
                  <a:gd name="connsiteY1" fmla="*/ 0 h 1436870"/>
                  <a:gd name="connsiteX2" fmla="*/ 6300787 w 11772900"/>
                  <a:gd name="connsiteY2" fmla="*/ 0 h 1436870"/>
                  <a:gd name="connsiteX3" fmla="*/ 9229724 w 11772900"/>
                  <a:gd name="connsiteY3" fmla="*/ 0 h 1436870"/>
                  <a:gd name="connsiteX4" fmla="*/ 11772900 w 11772900"/>
                  <a:gd name="connsiteY4" fmla="*/ 1587 h 1436870"/>
                  <a:gd name="connsiteX5" fmla="*/ 11772900 w 11772900"/>
                  <a:gd name="connsiteY5" fmla="*/ 1436870 h 1436870"/>
                  <a:gd name="connsiteX6" fmla="*/ 0 w 11772900"/>
                  <a:gd name="connsiteY6" fmla="*/ 1436870 h 1436870"/>
                  <a:gd name="connsiteX7" fmla="*/ 0 w 11772900"/>
                  <a:gd name="connsiteY7" fmla="*/ 1587 h 1436870"/>
                  <a:gd name="connsiteX0" fmla="*/ 0 w 11772900"/>
                  <a:gd name="connsiteY0" fmla="*/ 1587 h 1436870"/>
                  <a:gd name="connsiteX1" fmla="*/ 2514599 w 11772900"/>
                  <a:gd name="connsiteY1" fmla="*/ 0 h 1436870"/>
                  <a:gd name="connsiteX2" fmla="*/ 2524125 w 11772900"/>
                  <a:gd name="connsiteY2" fmla="*/ 723900 h 1436870"/>
                  <a:gd name="connsiteX3" fmla="*/ 9229724 w 11772900"/>
                  <a:gd name="connsiteY3" fmla="*/ 0 h 1436870"/>
                  <a:gd name="connsiteX4" fmla="*/ 11772900 w 11772900"/>
                  <a:gd name="connsiteY4" fmla="*/ 1587 h 1436870"/>
                  <a:gd name="connsiteX5" fmla="*/ 11772900 w 11772900"/>
                  <a:gd name="connsiteY5" fmla="*/ 1436870 h 1436870"/>
                  <a:gd name="connsiteX6" fmla="*/ 0 w 11772900"/>
                  <a:gd name="connsiteY6" fmla="*/ 1436870 h 1436870"/>
                  <a:gd name="connsiteX7" fmla="*/ 0 w 11772900"/>
                  <a:gd name="connsiteY7" fmla="*/ 1587 h 1436870"/>
                  <a:gd name="connsiteX0" fmla="*/ 0 w 11772900"/>
                  <a:gd name="connsiteY0" fmla="*/ 1587 h 1436870"/>
                  <a:gd name="connsiteX1" fmla="*/ 2533649 w 11772900"/>
                  <a:gd name="connsiteY1" fmla="*/ 4763 h 1436870"/>
                  <a:gd name="connsiteX2" fmla="*/ 2524125 w 11772900"/>
                  <a:gd name="connsiteY2" fmla="*/ 723900 h 1436870"/>
                  <a:gd name="connsiteX3" fmla="*/ 9229724 w 11772900"/>
                  <a:gd name="connsiteY3" fmla="*/ 0 h 1436870"/>
                  <a:gd name="connsiteX4" fmla="*/ 11772900 w 11772900"/>
                  <a:gd name="connsiteY4" fmla="*/ 1587 h 1436870"/>
                  <a:gd name="connsiteX5" fmla="*/ 11772900 w 11772900"/>
                  <a:gd name="connsiteY5" fmla="*/ 1436870 h 1436870"/>
                  <a:gd name="connsiteX6" fmla="*/ 0 w 11772900"/>
                  <a:gd name="connsiteY6" fmla="*/ 1436870 h 1436870"/>
                  <a:gd name="connsiteX7" fmla="*/ 0 w 11772900"/>
                  <a:gd name="connsiteY7" fmla="*/ 1587 h 1436870"/>
                  <a:gd name="connsiteX0" fmla="*/ 0 w 11772900"/>
                  <a:gd name="connsiteY0" fmla="*/ 1587 h 1436870"/>
                  <a:gd name="connsiteX1" fmla="*/ 2533649 w 11772900"/>
                  <a:gd name="connsiteY1" fmla="*/ 4763 h 1436870"/>
                  <a:gd name="connsiteX2" fmla="*/ 2524125 w 11772900"/>
                  <a:gd name="connsiteY2" fmla="*/ 723900 h 1436870"/>
                  <a:gd name="connsiteX3" fmla="*/ 8691562 w 11772900"/>
                  <a:gd name="connsiteY3" fmla="*/ 42862 h 1436870"/>
                  <a:gd name="connsiteX4" fmla="*/ 9229724 w 11772900"/>
                  <a:gd name="connsiteY4" fmla="*/ 0 h 1436870"/>
                  <a:gd name="connsiteX5" fmla="*/ 11772900 w 11772900"/>
                  <a:gd name="connsiteY5" fmla="*/ 1587 h 1436870"/>
                  <a:gd name="connsiteX6" fmla="*/ 11772900 w 11772900"/>
                  <a:gd name="connsiteY6" fmla="*/ 1436870 h 1436870"/>
                  <a:gd name="connsiteX7" fmla="*/ 0 w 11772900"/>
                  <a:gd name="connsiteY7" fmla="*/ 1436870 h 1436870"/>
                  <a:gd name="connsiteX8" fmla="*/ 0 w 11772900"/>
                  <a:gd name="connsiteY8" fmla="*/ 1587 h 1436870"/>
                  <a:gd name="connsiteX0" fmla="*/ 0 w 11772900"/>
                  <a:gd name="connsiteY0" fmla="*/ 1587 h 1436870"/>
                  <a:gd name="connsiteX1" fmla="*/ 2533649 w 11772900"/>
                  <a:gd name="connsiteY1" fmla="*/ 4763 h 1436870"/>
                  <a:gd name="connsiteX2" fmla="*/ 2524125 w 11772900"/>
                  <a:gd name="connsiteY2" fmla="*/ 723900 h 1436870"/>
                  <a:gd name="connsiteX3" fmla="*/ 9220199 w 11772900"/>
                  <a:gd name="connsiteY3" fmla="*/ 719137 h 1436870"/>
                  <a:gd name="connsiteX4" fmla="*/ 9229724 w 11772900"/>
                  <a:gd name="connsiteY4" fmla="*/ 0 h 1436870"/>
                  <a:gd name="connsiteX5" fmla="*/ 11772900 w 11772900"/>
                  <a:gd name="connsiteY5" fmla="*/ 1587 h 1436870"/>
                  <a:gd name="connsiteX6" fmla="*/ 11772900 w 11772900"/>
                  <a:gd name="connsiteY6" fmla="*/ 1436870 h 1436870"/>
                  <a:gd name="connsiteX7" fmla="*/ 0 w 11772900"/>
                  <a:gd name="connsiteY7" fmla="*/ 1436870 h 1436870"/>
                  <a:gd name="connsiteX8" fmla="*/ 0 w 11772900"/>
                  <a:gd name="connsiteY8" fmla="*/ 1587 h 1436870"/>
                  <a:gd name="connsiteX0" fmla="*/ 0 w 11772900"/>
                  <a:gd name="connsiteY0" fmla="*/ 1587 h 1436870"/>
                  <a:gd name="connsiteX1" fmla="*/ 2533649 w 11772900"/>
                  <a:gd name="connsiteY1" fmla="*/ 4763 h 1436870"/>
                  <a:gd name="connsiteX2" fmla="*/ 2524125 w 11772900"/>
                  <a:gd name="connsiteY2" fmla="*/ 723900 h 1436870"/>
                  <a:gd name="connsiteX3" fmla="*/ 5862637 w 11772900"/>
                  <a:gd name="connsiteY3" fmla="*/ 709612 h 1436870"/>
                  <a:gd name="connsiteX4" fmla="*/ 9220199 w 11772900"/>
                  <a:gd name="connsiteY4" fmla="*/ 719137 h 1436870"/>
                  <a:gd name="connsiteX5" fmla="*/ 9229724 w 11772900"/>
                  <a:gd name="connsiteY5" fmla="*/ 0 h 1436870"/>
                  <a:gd name="connsiteX6" fmla="*/ 11772900 w 11772900"/>
                  <a:gd name="connsiteY6" fmla="*/ 1587 h 1436870"/>
                  <a:gd name="connsiteX7" fmla="*/ 11772900 w 11772900"/>
                  <a:gd name="connsiteY7" fmla="*/ 1436870 h 1436870"/>
                  <a:gd name="connsiteX8" fmla="*/ 0 w 11772900"/>
                  <a:gd name="connsiteY8" fmla="*/ 1436870 h 1436870"/>
                  <a:gd name="connsiteX9" fmla="*/ 0 w 11772900"/>
                  <a:gd name="connsiteY9" fmla="*/ 1587 h 1436870"/>
                  <a:gd name="connsiteX0" fmla="*/ 0 w 11772900"/>
                  <a:gd name="connsiteY0" fmla="*/ 1587 h 1436870"/>
                  <a:gd name="connsiteX1" fmla="*/ 2533649 w 11772900"/>
                  <a:gd name="connsiteY1" fmla="*/ 4763 h 1436870"/>
                  <a:gd name="connsiteX2" fmla="*/ 2524125 w 11772900"/>
                  <a:gd name="connsiteY2" fmla="*/ 723900 h 1436870"/>
                  <a:gd name="connsiteX3" fmla="*/ 5862637 w 11772900"/>
                  <a:gd name="connsiteY3" fmla="*/ 733424 h 1436870"/>
                  <a:gd name="connsiteX4" fmla="*/ 9220199 w 11772900"/>
                  <a:gd name="connsiteY4" fmla="*/ 719137 h 1436870"/>
                  <a:gd name="connsiteX5" fmla="*/ 9229724 w 11772900"/>
                  <a:gd name="connsiteY5" fmla="*/ 0 h 1436870"/>
                  <a:gd name="connsiteX6" fmla="*/ 11772900 w 11772900"/>
                  <a:gd name="connsiteY6" fmla="*/ 1587 h 1436870"/>
                  <a:gd name="connsiteX7" fmla="*/ 11772900 w 11772900"/>
                  <a:gd name="connsiteY7" fmla="*/ 1436870 h 1436870"/>
                  <a:gd name="connsiteX8" fmla="*/ 0 w 11772900"/>
                  <a:gd name="connsiteY8" fmla="*/ 1436870 h 1436870"/>
                  <a:gd name="connsiteX9" fmla="*/ 0 w 11772900"/>
                  <a:gd name="connsiteY9" fmla="*/ 1587 h 1436870"/>
                  <a:gd name="connsiteX0" fmla="*/ 0 w 11772900"/>
                  <a:gd name="connsiteY0" fmla="*/ 1587 h 1436870"/>
                  <a:gd name="connsiteX1" fmla="*/ 2533649 w 11772900"/>
                  <a:gd name="connsiteY1" fmla="*/ 4763 h 1436870"/>
                  <a:gd name="connsiteX2" fmla="*/ 2524125 w 11772900"/>
                  <a:gd name="connsiteY2" fmla="*/ 723900 h 1436870"/>
                  <a:gd name="connsiteX3" fmla="*/ 5862637 w 11772900"/>
                  <a:gd name="connsiteY3" fmla="*/ 733424 h 1436870"/>
                  <a:gd name="connsiteX4" fmla="*/ 7081837 w 11772900"/>
                  <a:gd name="connsiteY4" fmla="*/ 723900 h 1436870"/>
                  <a:gd name="connsiteX5" fmla="*/ 9220199 w 11772900"/>
                  <a:gd name="connsiteY5" fmla="*/ 719137 h 1436870"/>
                  <a:gd name="connsiteX6" fmla="*/ 9229724 w 11772900"/>
                  <a:gd name="connsiteY6" fmla="*/ 0 h 1436870"/>
                  <a:gd name="connsiteX7" fmla="*/ 11772900 w 11772900"/>
                  <a:gd name="connsiteY7" fmla="*/ 1587 h 1436870"/>
                  <a:gd name="connsiteX8" fmla="*/ 11772900 w 11772900"/>
                  <a:gd name="connsiteY8" fmla="*/ 1436870 h 1436870"/>
                  <a:gd name="connsiteX9" fmla="*/ 0 w 11772900"/>
                  <a:gd name="connsiteY9" fmla="*/ 1436870 h 1436870"/>
                  <a:gd name="connsiteX10" fmla="*/ 0 w 11772900"/>
                  <a:gd name="connsiteY10" fmla="*/ 1587 h 1436870"/>
                  <a:gd name="connsiteX0" fmla="*/ 0 w 11772900"/>
                  <a:gd name="connsiteY0" fmla="*/ 1587 h 1436870"/>
                  <a:gd name="connsiteX1" fmla="*/ 2533649 w 11772900"/>
                  <a:gd name="connsiteY1" fmla="*/ 4763 h 1436870"/>
                  <a:gd name="connsiteX2" fmla="*/ 2524125 w 11772900"/>
                  <a:gd name="connsiteY2" fmla="*/ 723900 h 1436870"/>
                  <a:gd name="connsiteX3" fmla="*/ 5862637 w 11772900"/>
                  <a:gd name="connsiteY3" fmla="*/ 733424 h 1436870"/>
                  <a:gd name="connsiteX4" fmla="*/ 7081837 w 11772900"/>
                  <a:gd name="connsiteY4" fmla="*/ 723900 h 1436870"/>
                  <a:gd name="connsiteX5" fmla="*/ 8567737 w 11772900"/>
                  <a:gd name="connsiteY5" fmla="*/ 719137 h 1436870"/>
                  <a:gd name="connsiteX6" fmla="*/ 9220199 w 11772900"/>
                  <a:gd name="connsiteY6" fmla="*/ 719137 h 1436870"/>
                  <a:gd name="connsiteX7" fmla="*/ 9229724 w 11772900"/>
                  <a:gd name="connsiteY7" fmla="*/ 0 h 1436870"/>
                  <a:gd name="connsiteX8" fmla="*/ 11772900 w 11772900"/>
                  <a:gd name="connsiteY8" fmla="*/ 1587 h 1436870"/>
                  <a:gd name="connsiteX9" fmla="*/ 11772900 w 11772900"/>
                  <a:gd name="connsiteY9" fmla="*/ 1436870 h 1436870"/>
                  <a:gd name="connsiteX10" fmla="*/ 0 w 11772900"/>
                  <a:gd name="connsiteY10" fmla="*/ 1436870 h 1436870"/>
                  <a:gd name="connsiteX11" fmla="*/ 0 w 11772900"/>
                  <a:gd name="connsiteY11" fmla="*/ 1587 h 1436870"/>
                  <a:gd name="connsiteX0" fmla="*/ 0 w 11772900"/>
                  <a:gd name="connsiteY0" fmla="*/ 1587 h 1443037"/>
                  <a:gd name="connsiteX1" fmla="*/ 2533649 w 11772900"/>
                  <a:gd name="connsiteY1" fmla="*/ 4763 h 1443037"/>
                  <a:gd name="connsiteX2" fmla="*/ 2524125 w 11772900"/>
                  <a:gd name="connsiteY2" fmla="*/ 723900 h 1443037"/>
                  <a:gd name="connsiteX3" fmla="*/ 5862637 w 11772900"/>
                  <a:gd name="connsiteY3" fmla="*/ 733424 h 1443037"/>
                  <a:gd name="connsiteX4" fmla="*/ 5862637 w 11772900"/>
                  <a:gd name="connsiteY4" fmla="*/ 1443037 h 1443037"/>
                  <a:gd name="connsiteX5" fmla="*/ 8567737 w 11772900"/>
                  <a:gd name="connsiteY5" fmla="*/ 719137 h 1443037"/>
                  <a:gd name="connsiteX6" fmla="*/ 9220199 w 11772900"/>
                  <a:gd name="connsiteY6" fmla="*/ 719137 h 1443037"/>
                  <a:gd name="connsiteX7" fmla="*/ 9229724 w 11772900"/>
                  <a:gd name="connsiteY7" fmla="*/ 0 h 1443037"/>
                  <a:gd name="connsiteX8" fmla="*/ 11772900 w 11772900"/>
                  <a:gd name="connsiteY8" fmla="*/ 1587 h 1443037"/>
                  <a:gd name="connsiteX9" fmla="*/ 11772900 w 11772900"/>
                  <a:gd name="connsiteY9" fmla="*/ 1436870 h 1443037"/>
                  <a:gd name="connsiteX10" fmla="*/ 0 w 11772900"/>
                  <a:gd name="connsiteY10" fmla="*/ 1436870 h 1443037"/>
                  <a:gd name="connsiteX11" fmla="*/ 0 w 11772900"/>
                  <a:gd name="connsiteY11" fmla="*/ 1587 h 1443037"/>
                  <a:gd name="connsiteX0" fmla="*/ 0 w 11772900"/>
                  <a:gd name="connsiteY0" fmla="*/ 1587 h 1443037"/>
                  <a:gd name="connsiteX1" fmla="*/ 2533649 w 11772900"/>
                  <a:gd name="connsiteY1" fmla="*/ 4763 h 1443037"/>
                  <a:gd name="connsiteX2" fmla="*/ 2524125 w 11772900"/>
                  <a:gd name="connsiteY2" fmla="*/ 723900 h 1443037"/>
                  <a:gd name="connsiteX3" fmla="*/ 5862637 w 11772900"/>
                  <a:gd name="connsiteY3" fmla="*/ 733424 h 1443037"/>
                  <a:gd name="connsiteX4" fmla="*/ 5862637 w 11772900"/>
                  <a:gd name="connsiteY4" fmla="*/ 1443037 h 1443037"/>
                  <a:gd name="connsiteX5" fmla="*/ 10091737 w 11772900"/>
                  <a:gd name="connsiteY5" fmla="*/ 1423987 h 1443037"/>
                  <a:gd name="connsiteX6" fmla="*/ 9220199 w 11772900"/>
                  <a:gd name="connsiteY6" fmla="*/ 719137 h 1443037"/>
                  <a:gd name="connsiteX7" fmla="*/ 9229724 w 11772900"/>
                  <a:gd name="connsiteY7" fmla="*/ 0 h 1443037"/>
                  <a:gd name="connsiteX8" fmla="*/ 11772900 w 11772900"/>
                  <a:gd name="connsiteY8" fmla="*/ 1587 h 1443037"/>
                  <a:gd name="connsiteX9" fmla="*/ 11772900 w 11772900"/>
                  <a:gd name="connsiteY9" fmla="*/ 1436870 h 1443037"/>
                  <a:gd name="connsiteX10" fmla="*/ 0 w 11772900"/>
                  <a:gd name="connsiteY10" fmla="*/ 1436870 h 1443037"/>
                  <a:gd name="connsiteX11" fmla="*/ 0 w 11772900"/>
                  <a:gd name="connsiteY11" fmla="*/ 1587 h 1443037"/>
                  <a:gd name="connsiteX0" fmla="*/ 0 w 11772900"/>
                  <a:gd name="connsiteY0" fmla="*/ 1587 h 1443037"/>
                  <a:gd name="connsiteX1" fmla="*/ 2533649 w 11772900"/>
                  <a:gd name="connsiteY1" fmla="*/ 4763 h 1443037"/>
                  <a:gd name="connsiteX2" fmla="*/ 2524125 w 11772900"/>
                  <a:gd name="connsiteY2" fmla="*/ 723900 h 1443037"/>
                  <a:gd name="connsiteX3" fmla="*/ 5862637 w 11772900"/>
                  <a:gd name="connsiteY3" fmla="*/ 733424 h 1443037"/>
                  <a:gd name="connsiteX4" fmla="*/ 5862637 w 11772900"/>
                  <a:gd name="connsiteY4" fmla="*/ 1443037 h 1443037"/>
                  <a:gd name="connsiteX5" fmla="*/ 10091737 w 11772900"/>
                  <a:gd name="connsiteY5" fmla="*/ 1423987 h 1443037"/>
                  <a:gd name="connsiteX6" fmla="*/ 9629774 w 11772900"/>
                  <a:gd name="connsiteY6" fmla="*/ 1062037 h 1443037"/>
                  <a:gd name="connsiteX7" fmla="*/ 9220199 w 11772900"/>
                  <a:gd name="connsiteY7" fmla="*/ 719137 h 1443037"/>
                  <a:gd name="connsiteX8" fmla="*/ 9229724 w 11772900"/>
                  <a:gd name="connsiteY8" fmla="*/ 0 h 1443037"/>
                  <a:gd name="connsiteX9" fmla="*/ 11772900 w 11772900"/>
                  <a:gd name="connsiteY9" fmla="*/ 1587 h 1443037"/>
                  <a:gd name="connsiteX10" fmla="*/ 11772900 w 11772900"/>
                  <a:gd name="connsiteY10" fmla="*/ 1436870 h 1443037"/>
                  <a:gd name="connsiteX11" fmla="*/ 0 w 11772900"/>
                  <a:gd name="connsiteY11" fmla="*/ 1436870 h 1443037"/>
                  <a:gd name="connsiteX12" fmla="*/ 0 w 11772900"/>
                  <a:gd name="connsiteY12" fmla="*/ 1587 h 1443037"/>
                  <a:gd name="connsiteX0" fmla="*/ 0 w 11772900"/>
                  <a:gd name="connsiteY0" fmla="*/ 1587 h 1443037"/>
                  <a:gd name="connsiteX1" fmla="*/ 2533649 w 11772900"/>
                  <a:gd name="connsiteY1" fmla="*/ 4763 h 1443037"/>
                  <a:gd name="connsiteX2" fmla="*/ 2524125 w 11772900"/>
                  <a:gd name="connsiteY2" fmla="*/ 723900 h 1443037"/>
                  <a:gd name="connsiteX3" fmla="*/ 5862637 w 11772900"/>
                  <a:gd name="connsiteY3" fmla="*/ 733424 h 1443037"/>
                  <a:gd name="connsiteX4" fmla="*/ 5862637 w 11772900"/>
                  <a:gd name="connsiteY4" fmla="*/ 1443037 h 1443037"/>
                  <a:gd name="connsiteX5" fmla="*/ 10091737 w 11772900"/>
                  <a:gd name="connsiteY5" fmla="*/ 1423987 h 1443037"/>
                  <a:gd name="connsiteX6" fmla="*/ 10091737 w 11772900"/>
                  <a:gd name="connsiteY6" fmla="*/ 723900 h 1443037"/>
                  <a:gd name="connsiteX7" fmla="*/ 9220199 w 11772900"/>
                  <a:gd name="connsiteY7" fmla="*/ 719137 h 1443037"/>
                  <a:gd name="connsiteX8" fmla="*/ 9229724 w 11772900"/>
                  <a:gd name="connsiteY8" fmla="*/ 0 h 1443037"/>
                  <a:gd name="connsiteX9" fmla="*/ 11772900 w 11772900"/>
                  <a:gd name="connsiteY9" fmla="*/ 1587 h 1443037"/>
                  <a:gd name="connsiteX10" fmla="*/ 11772900 w 11772900"/>
                  <a:gd name="connsiteY10" fmla="*/ 1436870 h 1443037"/>
                  <a:gd name="connsiteX11" fmla="*/ 0 w 11772900"/>
                  <a:gd name="connsiteY11" fmla="*/ 1436870 h 1443037"/>
                  <a:gd name="connsiteX12" fmla="*/ 0 w 11772900"/>
                  <a:gd name="connsiteY12" fmla="*/ 1587 h 1443037"/>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10091737 w 11772900"/>
                  <a:gd name="csY6" fmla="*/ 722313 h 1441450"/>
                  <a:gd name="csX7" fmla="*/ 9220199 w 11772900"/>
                  <a:gd name="csY7" fmla="*/ 717550 h 1441450"/>
                  <a:gd name="csX8" fmla="*/ 10059600 w 11772900"/>
                  <a:gd name="csY8" fmla="*/ 25307 h 1441450"/>
                  <a:gd name="csX9" fmla="*/ 11772900 w 11772900"/>
                  <a:gd name="csY9" fmla="*/ 0 h 1441450"/>
                  <a:gd name="csX10" fmla="*/ 11772900 w 11772900"/>
                  <a:gd name="csY10" fmla="*/ 1435283 h 1441450"/>
                  <a:gd name="csX11" fmla="*/ 0 w 11772900"/>
                  <a:gd name="csY11" fmla="*/ 1435283 h 1441450"/>
                  <a:gd name="csX12" fmla="*/ 0 w 11772900"/>
                  <a:gd name="csY12"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10059600 w 11772900"/>
                  <a:gd name="csY8" fmla="*/ 25307 h 1441450"/>
                  <a:gd name="csX9" fmla="*/ 11772900 w 11772900"/>
                  <a:gd name="csY9" fmla="*/ 0 h 1441450"/>
                  <a:gd name="csX10" fmla="*/ 11772900 w 11772900"/>
                  <a:gd name="csY10" fmla="*/ 1435283 h 1441450"/>
                  <a:gd name="csX11" fmla="*/ 0 w 11772900"/>
                  <a:gd name="csY11" fmla="*/ 1435283 h 1441450"/>
                  <a:gd name="csX12" fmla="*/ 0 w 11772900"/>
                  <a:gd name="csY12"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9644662 w 11772900"/>
                  <a:gd name="csY8" fmla="*/ 351277 h 1441450"/>
                  <a:gd name="csX9" fmla="*/ 10059600 w 11772900"/>
                  <a:gd name="csY9" fmla="*/ 25307 h 1441450"/>
                  <a:gd name="csX10" fmla="*/ 11772900 w 11772900"/>
                  <a:gd name="csY10" fmla="*/ 0 h 1441450"/>
                  <a:gd name="csX11" fmla="*/ 11772900 w 11772900"/>
                  <a:gd name="csY11" fmla="*/ 1435283 h 1441450"/>
                  <a:gd name="csX12" fmla="*/ 0 w 11772900"/>
                  <a:gd name="csY12" fmla="*/ 1435283 h 1441450"/>
                  <a:gd name="csX13" fmla="*/ 0 w 11772900"/>
                  <a:gd name="csY13"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10067284 w 11772900"/>
                  <a:gd name="csY8" fmla="*/ 689374 h 1441450"/>
                  <a:gd name="csX9" fmla="*/ 10059600 w 11772900"/>
                  <a:gd name="csY9" fmla="*/ 25307 h 1441450"/>
                  <a:gd name="csX10" fmla="*/ 11772900 w 11772900"/>
                  <a:gd name="csY10" fmla="*/ 0 h 1441450"/>
                  <a:gd name="csX11" fmla="*/ 11772900 w 11772900"/>
                  <a:gd name="csY11" fmla="*/ 1435283 h 1441450"/>
                  <a:gd name="csX12" fmla="*/ 0 w 11772900"/>
                  <a:gd name="csY12" fmla="*/ 1435283 h 1441450"/>
                  <a:gd name="csX13" fmla="*/ 0 w 11772900"/>
                  <a:gd name="csY13"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10017337 w 11772900"/>
                  <a:gd name="csY8" fmla="*/ 708584 h 1441450"/>
                  <a:gd name="csX9" fmla="*/ 10067284 w 11772900"/>
                  <a:gd name="csY9" fmla="*/ 689374 h 1441450"/>
                  <a:gd name="csX10" fmla="*/ 10059600 w 11772900"/>
                  <a:gd name="csY10" fmla="*/ 25307 h 1441450"/>
                  <a:gd name="csX11" fmla="*/ 11772900 w 11772900"/>
                  <a:gd name="csY11" fmla="*/ 0 h 1441450"/>
                  <a:gd name="csX12" fmla="*/ 11772900 w 11772900"/>
                  <a:gd name="csY12" fmla="*/ 1435283 h 1441450"/>
                  <a:gd name="csX13" fmla="*/ 0 w 11772900"/>
                  <a:gd name="csY13" fmla="*/ 1435283 h 1441450"/>
                  <a:gd name="csX14" fmla="*/ 0 w 11772900"/>
                  <a:gd name="csY14"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10067284 w 11772900"/>
                  <a:gd name="csY8" fmla="*/ 689374 h 1441450"/>
                  <a:gd name="csX9" fmla="*/ 10059600 w 11772900"/>
                  <a:gd name="csY9" fmla="*/ 25307 h 1441450"/>
                  <a:gd name="csX10" fmla="*/ 11772900 w 11772900"/>
                  <a:gd name="csY10" fmla="*/ 0 h 1441450"/>
                  <a:gd name="csX11" fmla="*/ 11772900 w 11772900"/>
                  <a:gd name="csY11" fmla="*/ 1435283 h 1441450"/>
                  <a:gd name="csX12" fmla="*/ 0 w 11772900"/>
                  <a:gd name="csY12" fmla="*/ 1435283 h 1441450"/>
                  <a:gd name="csX13" fmla="*/ 0 w 11772900"/>
                  <a:gd name="csY13"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10067284 w 11772900"/>
                  <a:gd name="csY8" fmla="*/ 689374 h 1441450"/>
                  <a:gd name="csX9" fmla="*/ 10059600 w 11772900"/>
                  <a:gd name="csY9" fmla="*/ 25307 h 1441450"/>
                  <a:gd name="csX10" fmla="*/ 11772900 w 11772900"/>
                  <a:gd name="csY10" fmla="*/ 0 h 1441450"/>
                  <a:gd name="csX11" fmla="*/ 11772900 w 11772900"/>
                  <a:gd name="csY11" fmla="*/ 1435283 h 1441450"/>
                  <a:gd name="csX12" fmla="*/ 0 w 11772900"/>
                  <a:gd name="csY12" fmla="*/ 1435283 h 1441450"/>
                  <a:gd name="csX13" fmla="*/ 0 w 11772900"/>
                  <a:gd name="csY13"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10059600 w 11772900"/>
                  <a:gd name="csY8" fmla="*/ 723952 h 1441450"/>
                  <a:gd name="csX9" fmla="*/ 10059600 w 11772900"/>
                  <a:gd name="csY9" fmla="*/ 25307 h 1441450"/>
                  <a:gd name="csX10" fmla="*/ 11772900 w 11772900"/>
                  <a:gd name="csY10" fmla="*/ 0 h 1441450"/>
                  <a:gd name="csX11" fmla="*/ 11772900 w 11772900"/>
                  <a:gd name="csY11" fmla="*/ 1435283 h 1441450"/>
                  <a:gd name="csX12" fmla="*/ 0 w 11772900"/>
                  <a:gd name="csY12" fmla="*/ 1435283 h 1441450"/>
                  <a:gd name="csX13" fmla="*/ 0 w 11772900"/>
                  <a:gd name="csY13"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10059600 w 11772900"/>
                  <a:gd name="csY8" fmla="*/ 712426 h 1441450"/>
                  <a:gd name="csX9" fmla="*/ 10059600 w 11772900"/>
                  <a:gd name="csY9" fmla="*/ 25307 h 1441450"/>
                  <a:gd name="csX10" fmla="*/ 11772900 w 11772900"/>
                  <a:gd name="csY10" fmla="*/ 0 h 1441450"/>
                  <a:gd name="csX11" fmla="*/ 11772900 w 11772900"/>
                  <a:gd name="csY11" fmla="*/ 1435283 h 1441450"/>
                  <a:gd name="csX12" fmla="*/ 0 w 11772900"/>
                  <a:gd name="csY12" fmla="*/ 1435283 h 1441450"/>
                  <a:gd name="csX13" fmla="*/ 0 w 11772900"/>
                  <a:gd name="csY13" fmla="*/ 0 h 1441450"/>
                  <a:gd name="csX0" fmla="*/ 0 w 11780584"/>
                  <a:gd name="csY0" fmla="*/ 0 h 2157583"/>
                  <a:gd name="csX1" fmla="*/ 2533649 w 11780584"/>
                  <a:gd name="csY1" fmla="*/ 3176 h 2157583"/>
                  <a:gd name="csX2" fmla="*/ 2524125 w 11780584"/>
                  <a:gd name="csY2" fmla="*/ 722313 h 2157583"/>
                  <a:gd name="csX3" fmla="*/ 5862637 w 11780584"/>
                  <a:gd name="csY3" fmla="*/ 731837 h 2157583"/>
                  <a:gd name="csX4" fmla="*/ 5862637 w 11780584"/>
                  <a:gd name="csY4" fmla="*/ 1441450 h 2157583"/>
                  <a:gd name="csX5" fmla="*/ 10091737 w 11780584"/>
                  <a:gd name="csY5" fmla="*/ 1422400 h 2157583"/>
                  <a:gd name="csX6" fmla="*/ 9204231 w 11780584"/>
                  <a:gd name="csY6" fmla="*/ 1410034 h 2157583"/>
                  <a:gd name="csX7" fmla="*/ 9220199 w 11780584"/>
                  <a:gd name="csY7" fmla="*/ 717550 h 2157583"/>
                  <a:gd name="csX8" fmla="*/ 10059600 w 11780584"/>
                  <a:gd name="csY8" fmla="*/ 712426 h 2157583"/>
                  <a:gd name="csX9" fmla="*/ 10059600 w 11780584"/>
                  <a:gd name="csY9" fmla="*/ 25307 h 2157583"/>
                  <a:gd name="csX10" fmla="*/ 11772900 w 11780584"/>
                  <a:gd name="csY10" fmla="*/ 0 h 2157583"/>
                  <a:gd name="csX11" fmla="*/ 11780584 w 11780584"/>
                  <a:gd name="csY11" fmla="*/ 2157583 h 2157583"/>
                  <a:gd name="csX12" fmla="*/ 0 w 11780584"/>
                  <a:gd name="csY12" fmla="*/ 1435283 h 2157583"/>
                  <a:gd name="csX13" fmla="*/ 0 w 11780584"/>
                  <a:gd name="csY13" fmla="*/ 0 h 2157583"/>
                  <a:gd name="csX0" fmla="*/ 0 w 11780584"/>
                  <a:gd name="csY0" fmla="*/ 0 h 2157583"/>
                  <a:gd name="csX1" fmla="*/ 2533649 w 11780584"/>
                  <a:gd name="csY1" fmla="*/ 3176 h 2157583"/>
                  <a:gd name="csX2" fmla="*/ 2524125 w 11780584"/>
                  <a:gd name="csY2" fmla="*/ 722313 h 2157583"/>
                  <a:gd name="csX3" fmla="*/ 5862637 w 11780584"/>
                  <a:gd name="csY3" fmla="*/ 731837 h 2157583"/>
                  <a:gd name="csX4" fmla="*/ 5862637 w 11780584"/>
                  <a:gd name="csY4" fmla="*/ 1441450 h 2157583"/>
                  <a:gd name="csX5" fmla="*/ 10091737 w 11780584"/>
                  <a:gd name="csY5" fmla="*/ 1422400 h 2157583"/>
                  <a:gd name="csX6" fmla="*/ 9204231 w 11780584"/>
                  <a:gd name="csY6" fmla="*/ 1410034 h 2157583"/>
                  <a:gd name="csX7" fmla="*/ 9220199 w 11780584"/>
                  <a:gd name="csY7" fmla="*/ 717550 h 2157583"/>
                  <a:gd name="csX8" fmla="*/ 10059600 w 11780584"/>
                  <a:gd name="csY8" fmla="*/ 712426 h 2157583"/>
                  <a:gd name="csX9" fmla="*/ 10059600 w 11780584"/>
                  <a:gd name="csY9" fmla="*/ 25307 h 2157583"/>
                  <a:gd name="csX10" fmla="*/ 11772900 w 11780584"/>
                  <a:gd name="csY10" fmla="*/ 0 h 2157583"/>
                  <a:gd name="csX11" fmla="*/ 11780584 w 11780584"/>
                  <a:gd name="csY11" fmla="*/ 2157583 h 2157583"/>
                  <a:gd name="csX12" fmla="*/ 10082652 w 11780584"/>
                  <a:gd name="csY12" fmla="*/ 2045606 h 2157583"/>
                  <a:gd name="csX13" fmla="*/ 0 w 11780584"/>
                  <a:gd name="csY13" fmla="*/ 1435283 h 2157583"/>
                  <a:gd name="csX14" fmla="*/ 0 w 11780584"/>
                  <a:gd name="csY14" fmla="*/ 0 h 2157583"/>
                  <a:gd name="csX0" fmla="*/ 0 w 11780584"/>
                  <a:gd name="csY0" fmla="*/ 0 h 2157583"/>
                  <a:gd name="csX1" fmla="*/ 2533649 w 11780584"/>
                  <a:gd name="csY1" fmla="*/ 3176 h 2157583"/>
                  <a:gd name="csX2" fmla="*/ 2524125 w 11780584"/>
                  <a:gd name="csY2" fmla="*/ 722313 h 2157583"/>
                  <a:gd name="csX3" fmla="*/ 5862637 w 11780584"/>
                  <a:gd name="csY3" fmla="*/ 731837 h 2157583"/>
                  <a:gd name="csX4" fmla="*/ 5862637 w 11780584"/>
                  <a:gd name="csY4" fmla="*/ 1441450 h 2157583"/>
                  <a:gd name="csX5" fmla="*/ 10091737 w 11780584"/>
                  <a:gd name="csY5" fmla="*/ 1422400 h 2157583"/>
                  <a:gd name="csX6" fmla="*/ 9204231 w 11780584"/>
                  <a:gd name="csY6" fmla="*/ 1410034 h 2157583"/>
                  <a:gd name="csX7" fmla="*/ 9220199 w 11780584"/>
                  <a:gd name="csY7" fmla="*/ 717550 h 2157583"/>
                  <a:gd name="csX8" fmla="*/ 10059600 w 11780584"/>
                  <a:gd name="csY8" fmla="*/ 712426 h 2157583"/>
                  <a:gd name="csX9" fmla="*/ 10059600 w 11780584"/>
                  <a:gd name="csY9" fmla="*/ 25307 h 2157583"/>
                  <a:gd name="csX10" fmla="*/ 11772900 w 11780584"/>
                  <a:gd name="csY10" fmla="*/ 0 h 2157583"/>
                  <a:gd name="csX11" fmla="*/ 11780584 w 11780584"/>
                  <a:gd name="csY11" fmla="*/ 2157583 h 2157583"/>
                  <a:gd name="csX12" fmla="*/ 10082652 w 11780584"/>
                  <a:gd name="csY12" fmla="*/ 2149341 h 2157583"/>
                  <a:gd name="csX13" fmla="*/ 0 w 11780584"/>
                  <a:gd name="csY13" fmla="*/ 1435283 h 2157583"/>
                  <a:gd name="csX14" fmla="*/ 0 w 11780584"/>
                  <a:gd name="csY14" fmla="*/ 0 h 2157583"/>
                  <a:gd name="csX0" fmla="*/ 0 w 11780584"/>
                  <a:gd name="csY0" fmla="*/ 1435283 h 2240781"/>
                  <a:gd name="csX1" fmla="*/ 0 w 11780584"/>
                  <a:gd name="csY1" fmla="*/ 0 h 2240781"/>
                  <a:gd name="csX2" fmla="*/ 2533649 w 11780584"/>
                  <a:gd name="csY2" fmla="*/ 3176 h 2240781"/>
                  <a:gd name="csX3" fmla="*/ 2524125 w 11780584"/>
                  <a:gd name="csY3" fmla="*/ 722313 h 2240781"/>
                  <a:gd name="csX4" fmla="*/ 5862637 w 11780584"/>
                  <a:gd name="csY4" fmla="*/ 731837 h 2240781"/>
                  <a:gd name="csX5" fmla="*/ 5862637 w 11780584"/>
                  <a:gd name="csY5" fmla="*/ 1441450 h 2240781"/>
                  <a:gd name="csX6" fmla="*/ 10091737 w 11780584"/>
                  <a:gd name="csY6" fmla="*/ 1422400 h 2240781"/>
                  <a:gd name="csX7" fmla="*/ 9204231 w 11780584"/>
                  <a:gd name="csY7" fmla="*/ 1410034 h 2240781"/>
                  <a:gd name="csX8" fmla="*/ 9220199 w 11780584"/>
                  <a:gd name="csY8" fmla="*/ 717550 h 2240781"/>
                  <a:gd name="csX9" fmla="*/ 10059600 w 11780584"/>
                  <a:gd name="csY9" fmla="*/ 712426 h 2240781"/>
                  <a:gd name="csX10" fmla="*/ 10059600 w 11780584"/>
                  <a:gd name="csY10" fmla="*/ 25307 h 2240781"/>
                  <a:gd name="csX11" fmla="*/ 11772900 w 11780584"/>
                  <a:gd name="csY11" fmla="*/ 0 h 2240781"/>
                  <a:gd name="csX12" fmla="*/ 11780584 w 11780584"/>
                  <a:gd name="csY12" fmla="*/ 2157583 h 2240781"/>
                  <a:gd name="csX13" fmla="*/ 10174092 w 11780584"/>
                  <a:gd name="csY13" fmla="*/ 2240781 h 2240781"/>
                  <a:gd name="csX0" fmla="*/ 0 w 11780584"/>
                  <a:gd name="csY0" fmla="*/ 1435283 h 2240781"/>
                  <a:gd name="csX1" fmla="*/ 0 w 11780584"/>
                  <a:gd name="csY1" fmla="*/ 0 h 2240781"/>
                  <a:gd name="csX2" fmla="*/ 2533649 w 11780584"/>
                  <a:gd name="csY2" fmla="*/ 3176 h 2240781"/>
                  <a:gd name="csX3" fmla="*/ 2524125 w 11780584"/>
                  <a:gd name="csY3" fmla="*/ 722313 h 2240781"/>
                  <a:gd name="csX4" fmla="*/ 5862637 w 11780584"/>
                  <a:gd name="csY4" fmla="*/ 731837 h 2240781"/>
                  <a:gd name="csX5" fmla="*/ 5862637 w 11780584"/>
                  <a:gd name="csY5" fmla="*/ 1441450 h 2240781"/>
                  <a:gd name="csX6" fmla="*/ 10091737 w 11780584"/>
                  <a:gd name="csY6" fmla="*/ 1422400 h 2240781"/>
                  <a:gd name="csX7" fmla="*/ 9204231 w 11780584"/>
                  <a:gd name="csY7" fmla="*/ 1410034 h 2240781"/>
                  <a:gd name="csX8" fmla="*/ 9220199 w 11780584"/>
                  <a:gd name="csY8" fmla="*/ 717550 h 2240781"/>
                  <a:gd name="csX9" fmla="*/ 10059600 w 11780584"/>
                  <a:gd name="csY9" fmla="*/ 712426 h 2240781"/>
                  <a:gd name="csX10" fmla="*/ 10059600 w 11780584"/>
                  <a:gd name="csY10" fmla="*/ 25307 h 2240781"/>
                  <a:gd name="csX11" fmla="*/ 11772900 w 11780584"/>
                  <a:gd name="csY11" fmla="*/ 0 h 2240781"/>
                  <a:gd name="csX12" fmla="*/ 11780584 w 11780584"/>
                  <a:gd name="csY12" fmla="*/ 2157583 h 2240781"/>
                  <a:gd name="csX13" fmla="*/ 10174092 w 11780584"/>
                  <a:gd name="csY13" fmla="*/ 2240781 h 2240781"/>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10091737 w 11780584"/>
                  <a:gd name="csY6" fmla="*/ 142240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10093410 w 11780584"/>
                  <a:gd name="csY13" fmla="*/ 2125521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10091737 w 11780584"/>
                  <a:gd name="csY6" fmla="*/ 142240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10093410 w 11780584"/>
                  <a:gd name="csY13" fmla="*/ 2152416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9204231 w 11780584"/>
                  <a:gd name="csY6" fmla="*/ 1410034 h 2157583"/>
                  <a:gd name="csX7" fmla="*/ 9220199 w 11780584"/>
                  <a:gd name="csY7" fmla="*/ 717550 h 2157583"/>
                  <a:gd name="csX8" fmla="*/ 10059600 w 11780584"/>
                  <a:gd name="csY8" fmla="*/ 712426 h 2157583"/>
                  <a:gd name="csX9" fmla="*/ 10059600 w 11780584"/>
                  <a:gd name="csY9" fmla="*/ 25307 h 2157583"/>
                  <a:gd name="csX10" fmla="*/ 11772900 w 11780584"/>
                  <a:gd name="csY10" fmla="*/ 0 h 2157583"/>
                  <a:gd name="csX11" fmla="*/ 11780584 w 11780584"/>
                  <a:gd name="csY11" fmla="*/ 2157583 h 2157583"/>
                  <a:gd name="csX12" fmla="*/ 10093410 w 11780584"/>
                  <a:gd name="csY12" fmla="*/ 2152416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10093410 w 11780584"/>
                  <a:gd name="csY13" fmla="*/ 2152416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10093410 w 11780584"/>
                  <a:gd name="csY13" fmla="*/ 2152416 h 2157583"/>
                  <a:gd name="csX14" fmla="*/ 0 w 11780584"/>
                  <a:gd name="csY14" fmla="*/ 1435283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10093410 w 11780584"/>
                  <a:gd name="csY13" fmla="*/ 2152416 h 2157583"/>
                  <a:gd name="csX14" fmla="*/ 5852591 w 11780584"/>
                  <a:gd name="csY14" fmla="*/ 1442410 h 2157583"/>
                  <a:gd name="csX15" fmla="*/ 0 w 11780584"/>
                  <a:gd name="csY15" fmla="*/ 1435283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10093410 w 11780584"/>
                  <a:gd name="csY13" fmla="*/ 2152416 h 2157583"/>
                  <a:gd name="csX14" fmla="*/ 9152884 w 11780584"/>
                  <a:gd name="csY14" fmla="*/ 2022554 h 2157583"/>
                  <a:gd name="csX15" fmla="*/ 5852591 w 11780584"/>
                  <a:gd name="csY15" fmla="*/ 1442410 h 2157583"/>
                  <a:gd name="csX16" fmla="*/ 0 w 11780584"/>
                  <a:gd name="csY16" fmla="*/ 1435283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10093410 w 11780584"/>
                  <a:gd name="csY13" fmla="*/ 2152416 h 2157583"/>
                  <a:gd name="csX14" fmla="*/ 5852591 w 11780584"/>
                  <a:gd name="csY14" fmla="*/ 1442410 h 2157583"/>
                  <a:gd name="csX15" fmla="*/ 0 w 11780584"/>
                  <a:gd name="csY15" fmla="*/ 1435283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9213588 w 11780584"/>
                  <a:gd name="csY13" fmla="*/ 2152416 h 2157583"/>
                  <a:gd name="csX14" fmla="*/ 5852591 w 11780584"/>
                  <a:gd name="csY14" fmla="*/ 1442410 h 2157583"/>
                  <a:gd name="csX15" fmla="*/ 0 w 11780584"/>
                  <a:gd name="csY15" fmla="*/ 1435283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38809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9213588 w 11780584"/>
                  <a:gd name="csY13" fmla="*/ 2152416 h 2157583"/>
                  <a:gd name="csX14" fmla="*/ 5852591 w 11780584"/>
                  <a:gd name="csY14" fmla="*/ 1442410 h 2157583"/>
                  <a:gd name="csX15" fmla="*/ 0 w 11780584"/>
                  <a:gd name="csY15" fmla="*/ 1435283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15757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9213588 w 11780584"/>
                  <a:gd name="csY13" fmla="*/ 2152416 h 2157583"/>
                  <a:gd name="csX14" fmla="*/ 5852591 w 11780584"/>
                  <a:gd name="csY14" fmla="*/ 1442410 h 2157583"/>
                  <a:gd name="csX15" fmla="*/ 0 w 11780584"/>
                  <a:gd name="csY15" fmla="*/ 1435283 h 2157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1780584" h="2157583">
                    <a:moveTo>
                      <a:pt x="0" y="1435283"/>
                    </a:moveTo>
                    <a:lnTo>
                      <a:pt x="0" y="0"/>
                    </a:lnTo>
                    <a:lnTo>
                      <a:pt x="2533649" y="3176"/>
                    </a:lnTo>
                    <a:lnTo>
                      <a:pt x="2524125" y="722313"/>
                    </a:lnTo>
                    <a:lnTo>
                      <a:pt x="5862637" y="731837"/>
                    </a:lnTo>
                    <a:lnTo>
                      <a:pt x="5862637" y="1441450"/>
                    </a:lnTo>
                    <a:lnTo>
                      <a:pt x="5837223" y="1442410"/>
                    </a:lnTo>
                    <a:lnTo>
                      <a:pt x="9215757" y="1410034"/>
                    </a:lnTo>
                    <a:cubicBezTo>
                      <a:pt x="9217238" y="1179206"/>
                      <a:pt x="9218718" y="948378"/>
                      <a:pt x="9220199" y="717550"/>
                    </a:cubicBezTo>
                    <a:lnTo>
                      <a:pt x="10059600" y="712426"/>
                    </a:lnTo>
                    <a:cubicBezTo>
                      <a:pt x="10057039" y="491070"/>
                      <a:pt x="10062161" y="246663"/>
                      <a:pt x="10059600" y="25307"/>
                    </a:cubicBezTo>
                    <a:lnTo>
                      <a:pt x="11772900" y="0"/>
                    </a:lnTo>
                    <a:cubicBezTo>
                      <a:pt x="11775461" y="719194"/>
                      <a:pt x="11778023" y="1438389"/>
                      <a:pt x="11780584" y="2157583"/>
                    </a:cubicBezTo>
                    <a:lnTo>
                      <a:pt x="9213588" y="2152416"/>
                    </a:lnTo>
                    <a:cubicBezTo>
                      <a:pt x="8225589" y="2033220"/>
                      <a:pt x="7534826" y="1561932"/>
                      <a:pt x="5852591" y="1442410"/>
                    </a:cubicBezTo>
                    <a:lnTo>
                      <a:pt x="0" y="1435283"/>
                    </a:lnTo>
                    <a:close/>
                  </a:path>
                </a:pathLst>
              </a:custGeom>
              <a:solidFill>
                <a:srgbClr val="3B20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9" name="Group 178">
                <a:extLst>
                  <a:ext uri="{FF2B5EF4-FFF2-40B4-BE49-F238E27FC236}">
                    <a16:creationId xmlns:a16="http://schemas.microsoft.com/office/drawing/2014/main" id="{83FD6947-AE21-9A53-DFED-8C21049DF3C1}"/>
                  </a:ext>
                </a:extLst>
              </p:cNvPr>
              <p:cNvGrpSpPr/>
              <p:nvPr/>
            </p:nvGrpSpPr>
            <p:grpSpPr>
              <a:xfrm>
                <a:off x="4542224" y="6005949"/>
                <a:ext cx="1115925" cy="852051"/>
                <a:chOff x="5398783" y="6005949"/>
                <a:chExt cx="1115925" cy="852051"/>
              </a:xfrm>
            </p:grpSpPr>
            <p:sp>
              <p:nvSpPr>
                <p:cNvPr id="158" name="Rectangle 157">
                  <a:extLst>
                    <a:ext uri="{FF2B5EF4-FFF2-40B4-BE49-F238E27FC236}">
                      <a16:creationId xmlns:a16="http://schemas.microsoft.com/office/drawing/2014/main" id="{87067C19-A3E5-DEBF-4607-CF9200CD1C6A}"/>
                    </a:ext>
                  </a:extLst>
                </p:cNvPr>
                <p:cNvSpPr/>
                <p:nvPr/>
              </p:nvSpPr>
              <p:spPr>
                <a:xfrm>
                  <a:off x="5398783" y="6005949"/>
                  <a:ext cx="1115925" cy="852051"/>
                </a:xfrm>
                <a:prstGeom prst="rect">
                  <a:avLst/>
                </a:prstGeom>
                <a:solidFill>
                  <a:srgbClr val="3B20C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TextBox 158">
                  <a:extLst>
                    <a:ext uri="{FF2B5EF4-FFF2-40B4-BE49-F238E27FC236}">
                      <a16:creationId xmlns:a16="http://schemas.microsoft.com/office/drawing/2014/main" id="{55018DAD-8892-244F-67E6-358BF927CECC}"/>
                    </a:ext>
                  </a:extLst>
                </p:cNvPr>
                <p:cNvSpPr txBox="1"/>
                <p:nvPr/>
              </p:nvSpPr>
              <p:spPr>
                <a:xfrm>
                  <a:off x="5399338" y="6100008"/>
                  <a:ext cx="1115370"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prstClr val="white">
                          <a:lumMod val="85000"/>
                        </a:prstClr>
                      </a:solidFill>
                      <a:effectLst/>
                      <a:uLnTx/>
                      <a:uFillTx/>
                      <a:latin typeface="Calibri" panose="020F0502020204030204"/>
                      <a:ea typeface="+mn-ea"/>
                      <a:cs typeface="+mn-cs"/>
                    </a:rPr>
                    <a:t>Apps</a:t>
                  </a:r>
                </a:p>
              </p:txBody>
            </p:sp>
          </p:grpSp>
        </p:grpSp>
        <p:grpSp>
          <p:nvGrpSpPr>
            <p:cNvPr id="2193" name="Group 2192">
              <a:extLst>
                <a:ext uri="{FF2B5EF4-FFF2-40B4-BE49-F238E27FC236}">
                  <a16:creationId xmlns:a16="http://schemas.microsoft.com/office/drawing/2014/main" id="{A6228EEA-BC3F-ACAF-E2DD-783FEB1E3D61}"/>
                </a:ext>
              </a:extLst>
            </p:cNvPr>
            <p:cNvGrpSpPr/>
            <p:nvPr/>
          </p:nvGrpSpPr>
          <p:grpSpPr>
            <a:xfrm>
              <a:off x="3779655" y="811556"/>
              <a:ext cx="721206" cy="609701"/>
              <a:chOff x="5280339" y="909114"/>
              <a:chExt cx="871904" cy="748695"/>
            </a:xfrm>
          </p:grpSpPr>
          <p:sp>
            <p:nvSpPr>
              <p:cNvPr id="2194" name="Rectangle 2193">
                <a:extLst>
                  <a:ext uri="{FF2B5EF4-FFF2-40B4-BE49-F238E27FC236}">
                    <a16:creationId xmlns:a16="http://schemas.microsoft.com/office/drawing/2014/main" id="{1D2C09EE-7BFF-C114-487A-FBAD2F6C6C1E}"/>
                  </a:ext>
                </a:extLst>
              </p:cNvPr>
              <p:cNvSpPr/>
              <p:nvPr/>
            </p:nvSpPr>
            <p:spPr>
              <a:xfrm>
                <a:off x="528033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2195" name="Rectangle 2194">
                <a:extLst>
                  <a:ext uri="{FF2B5EF4-FFF2-40B4-BE49-F238E27FC236}">
                    <a16:creationId xmlns:a16="http://schemas.microsoft.com/office/drawing/2014/main" id="{4482FD11-5DC4-C95C-F09D-A6104F98FD7D}"/>
                  </a:ext>
                </a:extLst>
              </p:cNvPr>
              <p:cNvSpPr/>
              <p:nvPr/>
            </p:nvSpPr>
            <p:spPr>
              <a:xfrm flipV="1">
                <a:off x="6024997"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96" name="Oval 15">
                <a:extLst>
                  <a:ext uri="{FF2B5EF4-FFF2-40B4-BE49-F238E27FC236}">
                    <a16:creationId xmlns:a16="http://schemas.microsoft.com/office/drawing/2014/main" id="{D7894A1E-622E-53EF-D615-17B2E5D1A234}"/>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197" name="Straight Connector 2196">
                <a:extLst>
                  <a:ext uri="{FF2B5EF4-FFF2-40B4-BE49-F238E27FC236}">
                    <a16:creationId xmlns:a16="http://schemas.microsoft.com/office/drawing/2014/main" id="{A46A92D5-57E5-C4D6-EC55-61F34A997833}"/>
                  </a:ext>
                </a:extLst>
              </p:cNvPr>
              <p:cNvCxnSpPr>
                <a:cxnSpLocks/>
                <a:stCxn id="2196" idx="0"/>
              </p:cNvCxnSpPr>
              <p:nvPr/>
            </p:nvCxnSpPr>
            <p:spPr>
              <a:xfrm flipV="1">
                <a:off x="6064996"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198" name="Straight Connector 2197">
                <a:extLst>
                  <a:ext uri="{FF2B5EF4-FFF2-40B4-BE49-F238E27FC236}">
                    <a16:creationId xmlns:a16="http://schemas.microsoft.com/office/drawing/2014/main" id="{4E4F9B9C-22BD-18E4-D769-54063A9273B6}"/>
                  </a:ext>
                </a:extLst>
              </p:cNvPr>
              <p:cNvCxnSpPr>
                <a:cxnSpLocks/>
              </p:cNvCxnSpPr>
              <p:nvPr/>
            </p:nvCxnSpPr>
            <p:spPr>
              <a:xfrm>
                <a:off x="6071910"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64" name="Group 2263">
              <a:extLst>
                <a:ext uri="{FF2B5EF4-FFF2-40B4-BE49-F238E27FC236}">
                  <a16:creationId xmlns:a16="http://schemas.microsoft.com/office/drawing/2014/main" id="{6A26C255-1A1A-BB35-C749-BF1C8B6DE60D}"/>
                </a:ext>
              </a:extLst>
            </p:cNvPr>
            <p:cNvGrpSpPr/>
            <p:nvPr/>
          </p:nvGrpSpPr>
          <p:grpSpPr>
            <a:xfrm>
              <a:off x="4605608" y="811556"/>
              <a:ext cx="722058" cy="609701"/>
              <a:chOff x="6271424" y="909114"/>
              <a:chExt cx="872938" cy="748695"/>
            </a:xfrm>
          </p:grpSpPr>
          <p:sp>
            <p:nvSpPr>
              <p:cNvPr id="2265" name="Rectangle 2264">
                <a:extLst>
                  <a:ext uri="{FF2B5EF4-FFF2-40B4-BE49-F238E27FC236}">
                    <a16:creationId xmlns:a16="http://schemas.microsoft.com/office/drawing/2014/main" id="{E2084E3B-1B76-FA99-4E6C-99FB9892B742}"/>
                  </a:ext>
                </a:extLst>
              </p:cNvPr>
              <p:cNvSpPr/>
              <p:nvPr/>
            </p:nvSpPr>
            <p:spPr>
              <a:xfrm>
                <a:off x="627142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266" name="Rectangle 2265">
                <a:extLst>
                  <a:ext uri="{FF2B5EF4-FFF2-40B4-BE49-F238E27FC236}">
                    <a16:creationId xmlns:a16="http://schemas.microsoft.com/office/drawing/2014/main" id="{390926C8-FFC1-DA3A-FE17-D0855C259361}"/>
                  </a:ext>
                </a:extLst>
              </p:cNvPr>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67" name="Oval 15">
                <a:extLst>
                  <a:ext uri="{FF2B5EF4-FFF2-40B4-BE49-F238E27FC236}">
                    <a16:creationId xmlns:a16="http://schemas.microsoft.com/office/drawing/2014/main" id="{C50F59B4-BD7A-80DB-38C4-23342EC581C7}"/>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68" name="Straight Connector 2267">
                <a:extLst>
                  <a:ext uri="{FF2B5EF4-FFF2-40B4-BE49-F238E27FC236}">
                    <a16:creationId xmlns:a16="http://schemas.microsoft.com/office/drawing/2014/main" id="{4DBBD4C9-816F-9A32-FA80-883E3FA9B091}"/>
                  </a:ext>
                </a:extLst>
              </p:cNvPr>
              <p:cNvCxnSpPr>
                <a:cxnSpLocks/>
                <a:stCxn id="2267"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69" name="Straight Connector 2268">
                <a:extLst>
                  <a:ext uri="{FF2B5EF4-FFF2-40B4-BE49-F238E27FC236}">
                    <a16:creationId xmlns:a16="http://schemas.microsoft.com/office/drawing/2014/main" id="{4353E68A-5E49-7A6C-41E7-FA80C14B927B}"/>
                  </a:ext>
                </a:extLst>
              </p:cNvPr>
              <p:cNvCxnSpPr>
                <a:cxnSpLocks/>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70" name="Group 2269">
              <a:extLst>
                <a:ext uri="{FF2B5EF4-FFF2-40B4-BE49-F238E27FC236}">
                  <a16:creationId xmlns:a16="http://schemas.microsoft.com/office/drawing/2014/main" id="{2C11B35B-F360-0466-8D38-B2E2B33091ED}"/>
                </a:ext>
              </a:extLst>
            </p:cNvPr>
            <p:cNvGrpSpPr/>
            <p:nvPr/>
          </p:nvGrpSpPr>
          <p:grpSpPr>
            <a:xfrm>
              <a:off x="5442072" y="811556"/>
              <a:ext cx="728206" cy="609701"/>
              <a:chOff x="7262509" y="909114"/>
              <a:chExt cx="880366" cy="748695"/>
            </a:xfrm>
          </p:grpSpPr>
          <p:sp>
            <p:nvSpPr>
              <p:cNvPr id="2271" name="Rectangle 2270">
                <a:extLst>
                  <a:ext uri="{FF2B5EF4-FFF2-40B4-BE49-F238E27FC236}">
                    <a16:creationId xmlns:a16="http://schemas.microsoft.com/office/drawing/2014/main" id="{94F18571-7903-F3A0-59B4-96EC8BD1352F}"/>
                  </a:ext>
                </a:extLst>
              </p:cNvPr>
              <p:cNvSpPr/>
              <p:nvPr/>
            </p:nvSpPr>
            <p:spPr>
              <a:xfrm>
                <a:off x="726250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2272" name="Rectangle 2271">
                <a:extLst>
                  <a:ext uri="{FF2B5EF4-FFF2-40B4-BE49-F238E27FC236}">
                    <a16:creationId xmlns:a16="http://schemas.microsoft.com/office/drawing/2014/main" id="{83B677A3-8E62-0193-7B5D-2B6257F8B5C7}"/>
                  </a:ext>
                </a:extLst>
              </p:cNvPr>
              <p:cNvSpPr/>
              <p:nvPr/>
            </p:nvSpPr>
            <p:spPr>
              <a:xfrm flipV="1">
                <a:off x="8021749"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3" name="Oval 15">
                <a:extLst>
                  <a:ext uri="{FF2B5EF4-FFF2-40B4-BE49-F238E27FC236}">
                    <a16:creationId xmlns:a16="http://schemas.microsoft.com/office/drawing/2014/main" id="{ED8ED600-57E3-184F-C141-29A7DA0309F3}"/>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74" name="Straight Connector 2273">
                <a:extLst>
                  <a:ext uri="{FF2B5EF4-FFF2-40B4-BE49-F238E27FC236}">
                    <a16:creationId xmlns:a16="http://schemas.microsoft.com/office/drawing/2014/main" id="{2EBD961A-412C-2924-FB91-2C3493C3CDC7}"/>
                  </a:ext>
                </a:extLst>
              </p:cNvPr>
              <p:cNvCxnSpPr>
                <a:cxnSpLocks/>
                <a:stCxn id="2273" idx="0"/>
              </p:cNvCxnSpPr>
              <p:nvPr/>
            </p:nvCxnSpPr>
            <p:spPr>
              <a:xfrm flipV="1">
                <a:off x="8061748"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75" name="Straight Connector 2274">
                <a:extLst>
                  <a:ext uri="{FF2B5EF4-FFF2-40B4-BE49-F238E27FC236}">
                    <a16:creationId xmlns:a16="http://schemas.microsoft.com/office/drawing/2014/main" id="{5A58A4ED-39E5-67C6-4A24-F392FF5ED4D9}"/>
                  </a:ext>
                </a:extLst>
              </p:cNvPr>
              <p:cNvCxnSpPr>
                <a:cxnSpLocks/>
              </p:cNvCxnSpPr>
              <p:nvPr/>
            </p:nvCxnSpPr>
            <p:spPr>
              <a:xfrm>
                <a:off x="8068662"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92" name="Group 2291">
              <a:extLst>
                <a:ext uri="{FF2B5EF4-FFF2-40B4-BE49-F238E27FC236}">
                  <a16:creationId xmlns:a16="http://schemas.microsoft.com/office/drawing/2014/main" id="{5FC8EAE5-D8D3-B2B9-2DDB-A287CEC5BDFC}"/>
                </a:ext>
              </a:extLst>
            </p:cNvPr>
            <p:cNvGrpSpPr/>
            <p:nvPr/>
          </p:nvGrpSpPr>
          <p:grpSpPr>
            <a:xfrm>
              <a:off x="9667833" y="811173"/>
              <a:ext cx="721206" cy="609701"/>
              <a:chOff x="10243575" y="88412"/>
              <a:chExt cx="871904" cy="748695"/>
            </a:xfrm>
          </p:grpSpPr>
          <p:sp>
            <p:nvSpPr>
              <p:cNvPr id="2293" name="Rectangle 2292">
                <a:hlinkHover r:id="" action="ppaction://noaction" highlightClick="1"/>
                <a:extLst>
                  <a:ext uri="{FF2B5EF4-FFF2-40B4-BE49-F238E27FC236}">
                    <a16:creationId xmlns:a16="http://schemas.microsoft.com/office/drawing/2014/main" id="{DC7B2450-196A-4F83-2F3A-B9CFE7425E4A}"/>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2294" name="Diamond 2293">
                <a:extLst>
                  <a:ext uri="{FF2B5EF4-FFF2-40B4-BE49-F238E27FC236}">
                    <a16:creationId xmlns:a16="http://schemas.microsoft.com/office/drawing/2014/main" id="{F55B4973-7BEE-E972-4330-5D482D5622C0}"/>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5" name="Oval 2294">
                <a:extLst>
                  <a:ext uri="{FF2B5EF4-FFF2-40B4-BE49-F238E27FC236}">
                    <a16:creationId xmlns:a16="http://schemas.microsoft.com/office/drawing/2014/main" id="{AA4DDFF4-2809-5966-8C0E-35BB23D90690}"/>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96" name="Group 2295">
              <a:extLst>
                <a:ext uri="{FF2B5EF4-FFF2-40B4-BE49-F238E27FC236}">
                  <a16:creationId xmlns:a16="http://schemas.microsoft.com/office/drawing/2014/main" id="{28CC554F-CF66-0B32-5AC8-2E96B2A11CBA}"/>
                </a:ext>
              </a:extLst>
            </p:cNvPr>
            <p:cNvGrpSpPr/>
            <p:nvPr/>
          </p:nvGrpSpPr>
          <p:grpSpPr>
            <a:xfrm>
              <a:off x="10507318" y="90836"/>
              <a:ext cx="721206" cy="609701"/>
              <a:chOff x="11226844" y="88412"/>
              <a:chExt cx="871904" cy="748695"/>
            </a:xfrm>
          </p:grpSpPr>
          <p:sp>
            <p:nvSpPr>
              <p:cNvPr id="2297" name="Rectangle 2296">
                <a:hlinkHover r:id="" action="ppaction://noaction" highlightClick="1"/>
                <a:extLst>
                  <a:ext uri="{FF2B5EF4-FFF2-40B4-BE49-F238E27FC236}">
                    <a16:creationId xmlns:a16="http://schemas.microsoft.com/office/drawing/2014/main" id="{B38A136B-1CF6-1C32-B877-3E1C8E8E2093}"/>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2298" name="Oval 2297">
                <a:extLst>
                  <a:ext uri="{FF2B5EF4-FFF2-40B4-BE49-F238E27FC236}">
                    <a16:creationId xmlns:a16="http://schemas.microsoft.com/office/drawing/2014/main" id="{10C24415-4724-3DFE-2546-005207ABDFA6}"/>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9" name="Isosceles Triangle 648">
                <a:extLst>
                  <a:ext uri="{FF2B5EF4-FFF2-40B4-BE49-F238E27FC236}">
                    <a16:creationId xmlns:a16="http://schemas.microsoft.com/office/drawing/2014/main" id="{A93E9F6F-9041-2D48-DCB3-30C4C250B3FF}"/>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00" name="Group 2299">
              <a:extLst>
                <a:ext uri="{FF2B5EF4-FFF2-40B4-BE49-F238E27FC236}">
                  <a16:creationId xmlns:a16="http://schemas.microsoft.com/office/drawing/2014/main" id="{8B957D06-4EDD-910F-EBD7-65C2A897D48F}"/>
                </a:ext>
              </a:extLst>
            </p:cNvPr>
            <p:cNvGrpSpPr/>
            <p:nvPr/>
          </p:nvGrpSpPr>
          <p:grpSpPr>
            <a:xfrm>
              <a:off x="11356238" y="90836"/>
              <a:ext cx="721206" cy="609701"/>
              <a:chOff x="11226844" y="88412"/>
              <a:chExt cx="871904" cy="748695"/>
            </a:xfrm>
          </p:grpSpPr>
          <p:sp>
            <p:nvSpPr>
              <p:cNvPr id="2301" name="Rectangle 2300">
                <a:hlinkHover r:id="" action="ppaction://noaction" highlightClick="1"/>
                <a:extLst>
                  <a:ext uri="{FF2B5EF4-FFF2-40B4-BE49-F238E27FC236}">
                    <a16:creationId xmlns:a16="http://schemas.microsoft.com/office/drawing/2014/main" id="{C18F38E4-2035-5E8C-4161-F5F84D44B3AB}"/>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2302" name="Oval 2301">
                <a:extLst>
                  <a:ext uri="{FF2B5EF4-FFF2-40B4-BE49-F238E27FC236}">
                    <a16:creationId xmlns:a16="http://schemas.microsoft.com/office/drawing/2014/main" id="{61B5CC7B-9C5D-B235-6FCF-42F60D40D973}"/>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3" name="Isosceles Triangle 648">
                <a:extLst>
                  <a:ext uri="{FF2B5EF4-FFF2-40B4-BE49-F238E27FC236}">
                    <a16:creationId xmlns:a16="http://schemas.microsoft.com/office/drawing/2014/main" id="{7F1CB52E-9CAD-1532-37B9-A9481BF86CC0}"/>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74" name="Group 2373">
              <a:extLst>
                <a:ext uri="{FF2B5EF4-FFF2-40B4-BE49-F238E27FC236}">
                  <a16:creationId xmlns:a16="http://schemas.microsoft.com/office/drawing/2014/main" id="{41375BB9-37F0-1959-F824-CEAEE229BD3B}"/>
                </a:ext>
              </a:extLst>
            </p:cNvPr>
            <p:cNvGrpSpPr/>
            <p:nvPr/>
          </p:nvGrpSpPr>
          <p:grpSpPr>
            <a:xfrm>
              <a:off x="11356238" y="1532276"/>
              <a:ext cx="721206" cy="609701"/>
              <a:chOff x="11226844" y="88412"/>
              <a:chExt cx="871904" cy="748695"/>
            </a:xfrm>
          </p:grpSpPr>
          <p:sp>
            <p:nvSpPr>
              <p:cNvPr id="2375" name="Rectangle 2374">
                <a:hlinkHover r:id="" action="ppaction://noaction" highlightClick="1"/>
                <a:extLst>
                  <a:ext uri="{FF2B5EF4-FFF2-40B4-BE49-F238E27FC236}">
                    <a16:creationId xmlns:a16="http://schemas.microsoft.com/office/drawing/2014/main" id="{98F1B6E8-09FB-57B7-7F31-355C6EE8CC7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2376" name="Oval 2375">
                <a:extLst>
                  <a:ext uri="{FF2B5EF4-FFF2-40B4-BE49-F238E27FC236}">
                    <a16:creationId xmlns:a16="http://schemas.microsoft.com/office/drawing/2014/main" id="{52422859-6B64-7DB2-A4D2-5AB7554906FC}"/>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77" name="Isosceles Triangle 648">
                <a:extLst>
                  <a:ext uri="{FF2B5EF4-FFF2-40B4-BE49-F238E27FC236}">
                    <a16:creationId xmlns:a16="http://schemas.microsoft.com/office/drawing/2014/main" id="{C7F88F9B-4E0F-0A40-7AD4-AE368934509A}"/>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94" name="Group 2393">
              <a:extLst>
                <a:ext uri="{FF2B5EF4-FFF2-40B4-BE49-F238E27FC236}">
                  <a16:creationId xmlns:a16="http://schemas.microsoft.com/office/drawing/2014/main" id="{AD1B7FBD-9B2E-26AE-D007-920F52284E01}"/>
                </a:ext>
              </a:extLst>
            </p:cNvPr>
            <p:cNvGrpSpPr/>
            <p:nvPr/>
          </p:nvGrpSpPr>
          <p:grpSpPr>
            <a:xfrm>
              <a:off x="11356238" y="811556"/>
              <a:ext cx="721206" cy="609701"/>
              <a:chOff x="11226844" y="88412"/>
              <a:chExt cx="871904" cy="748695"/>
            </a:xfrm>
          </p:grpSpPr>
          <p:sp>
            <p:nvSpPr>
              <p:cNvPr id="2395" name="Rectangle 2394">
                <a:hlinkHover r:id="" action="ppaction://noaction" highlightClick="1"/>
                <a:extLst>
                  <a:ext uri="{FF2B5EF4-FFF2-40B4-BE49-F238E27FC236}">
                    <a16:creationId xmlns:a16="http://schemas.microsoft.com/office/drawing/2014/main" id="{01D20F23-FC02-98D2-621E-341C8E9661B2}"/>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2396" name="Oval 2395">
                <a:extLst>
                  <a:ext uri="{FF2B5EF4-FFF2-40B4-BE49-F238E27FC236}">
                    <a16:creationId xmlns:a16="http://schemas.microsoft.com/office/drawing/2014/main" id="{6EE75553-A7A9-3D0E-2403-5966B9764325}"/>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97" name="Isosceles Triangle 648">
                <a:extLst>
                  <a:ext uri="{FF2B5EF4-FFF2-40B4-BE49-F238E27FC236}">
                    <a16:creationId xmlns:a16="http://schemas.microsoft.com/office/drawing/2014/main" id="{52080A65-F5B2-AC00-65ED-4855458A3817}"/>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06" name="Group 2405">
              <a:extLst>
                <a:ext uri="{FF2B5EF4-FFF2-40B4-BE49-F238E27FC236}">
                  <a16:creationId xmlns:a16="http://schemas.microsoft.com/office/drawing/2014/main" id="{80161E2C-EAE1-CE9D-2B48-003295277917}"/>
                </a:ext>
              </a:extLst>
            </p:cNvPr>
            <p:cNvGrpSpPr/>
            <p:nvPr/>
          </p:nvGrpSpPr>
          <p:grpSpPr>
            <a:xfrm>
              <a:off x="431659" y="90836"/>
              <a:ext cx="721206" cy="609701"/>
              <a:chOff x="325745" y="88412"/>
              <a:chExt cx="871904" cy="748695"/>
            </a:xfrm>
          </p:grpSpPr>
          <p:sp>
            <p:nvSpPr>
              <p:cNvPr id="2407" name="Rectangle 2406">
                <a:extLst>
                  <a:ext uri="{FF2B5EF4-FFF2-40B4-BE49-F238E27FC236}">
                    <a16:creationId xmlns:a16="http://schemas.microsoft.com/office/drawing/2014/main" id="{62BC8377-51D5-0A6F-7AEC-224C3C230064}"/>
                  </a:ext>
                </a:extLst>
              </p:cNvPr>
              <p:cNvSpPr/>
              <p:nvPr/>
            </p:nvSpPr>
            <p:spPr>
              <a:xfrm>
                <a:off x="325745"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2408" name="Rectangle 2407">
                <a:extLst>
                  <a:ext uri="{FF2B5EF4-FFF2-40B4-BE49-F238E27FC236}">
                    <a16:creationId xmlns:a16="http://schemas.microsoft.com/office/drawing/2014/main" id="{9FBC2EE9-D93D-BEEA-7576-67AED51F23E8}"/>
                  </a:ext>
                </a:extLst>
              </p:cNvPr>
              <p:cNvSpPr/>
              <p:nvPr/>
            </p:nvSpPr>
            <p:spPr>
              <a:xfrm flipV="1">
                <a:off x="1076521" y="88412"/>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09" name="Oval 15">
                <a:extLst>
                  <a:ext uri="{FF2B5EF4-FFF2-40B4-BE49-F238E27FC236}">
                    <a16:creationId xmlns:a16="http://schemas.microsoft.com/office/drawing/2014/main" id="{33F18421-30D2-B429-32EA-45BB7BE67B1C}"/>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10" name="Straight Connector 2409">
                <a:extLst>
                  <a:ext uri="{FF2B5EF4-FFF2-40B4-BE49-F238E27FC236}">
                    <a16:creationId xmlns:a16="http://schemas.microsoft.com/office/drawing/2014/main" id="{E06AE8ED-C316-B1D0-5DFE-82DE39D20BF7}"/>
                  </a:ext>
                </a:extLst>
              </p:cNvPr>
              <p:cNvCxnSpPr>
                <a:cxnSpLocks/>
                <a:stCxn id="2409" idx="0"/>
              </p:cNvCxnSpPr>
              <p:nvPr/>
            </p:nvCxnSpPr>
            <p:spPr>
              <a:xfrm flipV="1">
                <a:off x="1116520" y="105005"/>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411" name="Straight Connector 2410">
                <a:extLst>
                  <a:ext uri="{FF2B5EF4-FFF2-40B4-BE49-F238E27FC236}">
                    <a16:creationId xmlns:a16="http://schemas.microsoft.com/office/drawing/2014/main" id="{B437ABDE-FB7F-6353-C449-C2861E17BE85}"/>
                  </a:ext>
                </a:extLst>
              </p:cNvPr>
              <p:cNvCxnSpPr>
                <a:cxnSpLocks/>
              </p:cNvCxnSpPr>
              <p:nvPr/>
            </p:nvCxnSpPr>
            <p:spPr>
              <a:xfrm>
                <a:off x="1123434" y="105005"/>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412" name="Group 2411">
              <a:extLst>
                <a:ext uri="{FF2B5EF4-FFF2-40B4-BE49-F238E27FC236}">
                  <a16:creationId xmlns:a16="http://schemas.microsoft.com/office/drawing/2014/main" id="{216A4369-BE9F-14DD-E74F-2F0BDC8B0121}"/>
                </a:ext>
              </a:extLst>
            </p:cNvPr>
            <p:cNvGrpSpPr/>
            <p:nvPr/>
          </p:nvGrpSpPr>
          <p:grpSpPr>
            <a:xfrm>
              <a:off x="1267284" y="90836"/>
              <a:ext cx="721206" cy="609701"/>
              <a:chOff x="1315999" y="88412"/>
              <a:chExt cx="871904" cy="748695"/>
            </a:xfrm>
          </p:grpSpPr>
          <p:sp>
            <p:nvSpPr>
              <p:cNvPr id="2413" name="Rectangle 2412">
                <a:extLst>
                  <a:ext uri="{FF2B5EF4-FFF2-40B4-BE49-F238E27FC236}">
                    <a16:creationId xmlns:a16="http://schemas.microsoft.com/office/drawing/2014/main" id="{A2C281A7-A4A1-C09D-4289-AA520D39DBE1}"/>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2414" name="Rectangle 2413">
                <a:extLst>
                  <a:ext uri="{FF2B5EF4-FFF2-40B4-BE49-F238E27FC236}">
                    <a16:creationId xmlns:a16="http://schemas.microsoft.com/office/drawing/2014/main" id="{B6568AD9-F080-5BBC-A4C3-F9E743C97AA0}"/>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15" name="Oval 15">
                <a:extLst>
                  <a:ext uri="{FF2B5EF4-FFF2-40B4-BE49-F238E27FC236}">
                    <a16:creationId xmlns:a16="http://schemas.microsoft.com/office/drawing/2014/main" id="{402396E7-72C7-39CC-0349-4A30F83AA1EA}"/>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16" name="Straight Connector 2415">
                <a:extLst>
                  <a:ext uri="{FF2B5EF4-FFF2-40B4-BE49-F238E27FC236}">
                    <a16:creationId xmlns:a16="http://schemas.microsoft.com/office/drawing/2014/main" id="{23749F3E-ED0A-63D0-199A-5D530BB77E0D}"/>
                  </a:ext>
                </a:extLst>
              </p:cNvPr>
              <p:cNvCxnSpPr>
                <a:cxnSpLocks/>
                <a:stCxn id="2415"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417" name="Straight Connector 2416">
                <a:extLst>
                  <a:ext uri="{FF2B5EF4-FFF2-40B4-BE49-F238E27FC236}">
                    <a16:creationId xmlns:a16="http://schemas.microsoft.com/office/drawing/2014/main" id="{C29BDB01-AA2B-EBE1-E713-FCE49F054E81}"/>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418" name="Group 2417">
              <a:extLst>
                <a:ext uri="{FF2B5EF4-FFF2-40B4-BE49-F238E27FC236}">
                  <a16:creationId xmlns:a16="http://schemas.microsoft.com/office/drawing/2014/main" id="{DD52EC59-14CD-8E22-7EF1-9983EAEF800B}"/>
                </a:ext>
              </a:extLst>
            </p:cNvPr>
            <p:cNvGrpSpPr/>
            <p:nvPr/>
          </p:nvGrpSpPr>
          <p:grpSpPr>
            <a:xfrm>
              <a:off x="2102909" y="90836"/>
              <a:ext cx="721206" cy="609701"/>
              <a:chOff x="1315999" y="88412"/>
              <a:chExt cx="871904" cy="748695"/>
            </a:xfrm>
          </p:grpSpPr>
          <p:sp>
            <p:nvSpPr>
              <p:cNvPr id="2419" name="Rectangle 2418">
                <a:extLst>
                  <a:ext uri="{FF2B5EF4-FFF2-40B4-BE49-F238E27FC236}">
                    <a16:creationId xmlns:a16="http://schemas.microsoft.com/office/drawing/2014/main" id="{3CF54274-F009-6343-48ED-24D2DCFAB3F2}"/>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2420" name="Rectangle 2419">
                <a:extLst>
                  <a:ext uri="{FF2B5EF4-FFF2-40B4-BE49-F238E27FC236}">
                    <a16:creationId xmlns:a16="http://schemas.microsoft.com/office/drawing/2014/main" id="{D80FAA50-9A98-6328-EC47-1EC5BC2D847C}"/>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21" name="Oval 15">
                <a:extLst>
                  <a:ext uri="{FF2B5EF4-FFF2-40B4-BE49-F238E27FC236}">
                    <a16:creationId xmlns:a16="http://schemas.microsoft.com/office/drawing/2014/main" id="{DCAC60D7-DA92-D055-51B5-EDF893DC8001}"/>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22" name="Straight Connector 2421">
                <a:extLst>
                  <a:ext uri="{FF2B5EF4-FFF2-40B4-BE49-F238E27FC236}">
                    <a16:creationId xmlns:a16="http://schemas.microsoft.com/office/drawing/2014/main" id="{9EE8E842-96E3-71A3-B3CF-F281722CC4D0}"/>
                  </a:ext>
                </a:extLst>
              </p:cNvPr>
              <p:cNvCxnSpPr>
                <a:cxnSpLocks/>
                <a:stCxn id="2421"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423" name="Straight Connector 2422">
                <a:extLst>
                  <a:ext uri="{FF2B5EF4-FFF2-40B4-BE49-F238E27FC236}">
                    <a16:creationId xmlns:a16="http://schemas.microsoft.com/office/drawing/2014/main" id="{D3AF6F09-FC27-3A94-3D98-DA37F913DC58}"/>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565" name="Group 2564">
              <a:extLst>
                <a:ext uri="{FF2B5EF4-FFF2-40B4-BE49-F238E27FC236}">
                  <a16:creationId xmlns:a16="http://schemas.microsoft.com/office/drawing/2014/main" id="{ED785586-2F44-C46F-AFC1-54EDBCE56CD2}"/>
                </a:ext>
              </a:extLst>
            </p:cNvPr>
            <p:cNvGrpSpPr/>
            <p:nvPr/>
          </p:nvGrpSpPr>
          <p:grpSpPr>
            <a:xfrm>
              <a:off x="2938534" y="811556"/>
              <a:ext cx="721206" cy="609701"/>
              <a:chOff x="3298169" y="909114"/>
              <a:chExt cx="871904" cy="748695"/>
            </a:xfrm>
          </p:grpSpPr>
          <p:sp>
            <p:nvSpPr>
              <p:cNvPr id="2566" name="Rectangle 2565">
                <a:extLst>
                  <a:ext uri="{FF2B5EF4-FFF2-40B4-BE49-F238E27FC236}">
                    <a16:creationId xmlns:a16="http://schemas.microsoft.com/office/drawing/2014/main" id="{A51A75DE-DE18-ABF9-1A57-4B348367AE63}"/>
                  </a:ext>
                </a:extLst>
              </p:cNvPr>
              <p:cNvSpPr/>
              <p:nvPr/>
            </p:nvSpPr>
            <p:spPr>
              <a:xfrm>
                <a:off x="329816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2567" name="Rectangle 2566">
                <a:extLst>
                  <a:ext uri="{FF2B5EF4-FFF2-40B4-BE49-F238E27FC236}">
                    <a16:creationId xmlns:a16="http://schemas.microsoft.com/office/drawing/2014/main" id="{1AEF7E13-1867-CC0F-DB9B-3016774657A1}"/>
                  </a:ext>
                </a:extLst>
              </p:cNvPr>
              <p:cNvSpPr/>
              <p:nvPr/>
            </p:nvSpPr>
            <p:spPr>
              <a:xfrm flipV="1">
                <a:off x="4043182"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68" name="Oval 15">
                <a:extLst>
                  <a:ext uri="{FF2B5EF4-FFF2-40B4-BE49-F238E27FC236}">
                    <a16:creationId xmlns:a16="http://schemas.microsoft.com/office/drawing/2014/main" id="{71481884-B0B8-B08F-EB19-618B4E04AC76}"/>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569" name="Straight Connector 2568">
                <a:extLst>
                  <a:ext uri="{FF2B5EF4-FFF2-40B4-BE49-F238E27FC236}">
                    <a16:creationId xmlns:a16="http://schemas.microsoft.com/office/drawing/2014/main" id="{54E76F65-9EA8-91C3-E38C-B608001FD613}"/>
                  </a:ext>
                </a:extLst>
              </p:cNvPr>
              <p:cNvCxnSpPr>
                <a:cxnSpLocks/>
                <a:stCxn id="2568" idx="0"/>
              </p:cNvCxnSpPr>
              <p:nvPr/>
            </p:nvCxnSpPr>
            <p:spPr>
              <a:xfrm flipV="1">
                <a:off x="4083181"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570" name="Straight Connector 2569">
                <a:extLst>
                  <a:ext uri="{FF2B5EF4-FFF2-40B4-BE49-F238E27FC236}">
                    <a16:creationId xmlns:a16="http://schemas.microsoft.com/office/drawing/2014/main" id="{B6EF3D9C-3F76-2583-59A4-2E517B0AD51B}"/>
                  </a:ext>
                </a:extLst>
              </p:cNvPr>
              <p:cNvCxnSpPr>
                <a:cxnSpLocks/>
              </p:cNvCxnSpPr>
              <p:nvPr/>
            </p:nvCxnSpPr>
            <p:spPr>
              <a:xfrm>
                <a:off x="4090095"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571" name="Group 2570">
              <a:extLst>
                <a:ext uri="{FF2B5EF4-FFF2-40B4-BE49-F238E27FC236}">
                  <a16:creationId xmlns:a16="http://schemas.microsoft.com/office/drawing/2014/main" id="{6E6BD3D7-A0A9-43C6-EFDB-F60A0785891E}"/>
                </a:ext>
              </a:extLst>
            </p:cNvPr>
            <p:cNvGrpSpPr/>
            <p:nvPr/>
          </p:nvGrpSpPr>
          <p:grpSpPr>
            <a:xfrm>
              <a:off x="2102909" y="811556"/>
              <a:ext cx="721206" cy="609701"/>
              <a:chOff x="2307084" y="909114"/>
              <a:chExt cx="871904" cy="748695"/>
            </a:xfrm>
          </p:grpSpPr>
          <p:sp>
            <p:nvSpPr>
              <p:cNvPr id="2572" name="Rectangle 2571">
                <a:extLst>
                  <a:ext uri="{FF2B5EF4-FFF2-40B4-BE49-F238E27FC236}">
                    <a16:creationId xmlns:a16="http://schemas.microsoft.com/office/drawing/2014/main" id="{8DB72506-BD89-336A-E77B-46AFFBB79C11}"/>
                  </a:ext>
                </a:extLst>
              </p:cNvPr>
              <p:cNvSpPr/>
              <p:nvPr/>
            </p:nvSpPr>
            <p:spPr>
              <a:xfrm>
                <a:off x="230708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573" name="Rectangle 2572">
                <a:extLst>
                  <a:ext uri="{FF2B5EF4-FFF2-40B4-BE49-F238E27FC236}">
                    <a16:creationId xmlns:a16="http://schemas.microsoft.com/office/drawing/2014/main" id="{9B114226-FF20-B71E-9141-7B50B9EB3AD6}"/>
                  </a:ext>
                </a:extLst>
              </p:cNvPr>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74" name="Oval 15">
                <a:extLst>
                  <a:ext uri="{FF2B5EF4-FFF2-40B4-BE49-F238E27FC236}">
                    <a16:creationId xmlns:a16="http://schemas.microsoft.com/office/drawing/2014/main" id="{B285F5CE-A7BE-5601-67B6-DE16491AEACC}"/>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575" name="Straight Connector 2574">
                <a:extLst>
                  <a:ext uri="{FF2B5EF4-FFF2-40B4-BE49-F238E27FC236}">
                    <a16:creationId xmlns:a16="http://schemas.microsoft.com/office/drawing/2014/main" id="{9E43DE53-F7FB-69D1-6A73-07010CC66FEA}"/>
                  </a:ext>
                </a:extLst>
              </p:cNvPr>
              <p:cNvCxnSpPr>
                <a:cxnSpLocks/>
                <a:stCxn id="2574"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576" name="Straight Connector 2575">
                <a:extLst>
                  <a:ext uri="{FF2B5EF4-FFF2-40B4-BE49-F238E27FC236}">
                    <a16:creationId xmlns:a16="http://schemas.microsoft.com/office/drawing/2014/main" id="{D3FC953F-DE43-E0EA-EF27-0A094EB1EAD1}"/>
                  </a:ext>
                </a:extLst>
              </p:cNvPr>
              <p:cNvCxnSpPr>
                <a:cxnSpLocks/>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577" name="Group 2576">
              <a:extLst>
                <a:ext uri="{FF2B5EF4-FFF2-40B4-BE49-F238E27FC236}">
                  <a16:creationId xmlns:a16="http://schemas.microsoft.com/office/drawing/2014/main" id="{B85B8B20-A836-083A-22F4-9D84EDB5CD8B}"/>
                </a:ext>
              </a:extLst>
            </p:cNvPr>
            <p:cNvGrpSpPr/>
            <p:nvPr/>
          </p:nvGrpSpPr>
          <p:grpSpPr>
            <a:xfrm>
              <a:off x="431659" y="811556"/>
              <a:ext cx="721206" cy="609701"/>
              <a:chOff x="324914" y="909114"/>
              <a:chExt cx="871904" cy="748695"/>
            </a:xfrm>
          </p:grpSpPr>
          <p:sp>
            <p:nvSpPr>
              <p:cNvPr id="2578" name="Rectangle 2577">
                <a:extLst>
                  <a:ext uri="{FF2B5EF4-FFF2-40B4-BE49-F238E27FC236}">
                    <a16:creationId xmlns:a16="http://schemas.microsoft.com/office/drawing/2014/main" id="{D8268422-1888-465B-5F65-F60ADEA31E22}"/>
                  </a:ext>
                </a:extLst>
              </p:cNvPr>
              <p:cNvSpPr/>
              <p:nvPr/>
            </p:nvSpPr>
            <p:spPr>
              <a:xfrm>
                <a:off x="32491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2579" name="Right Triangle 2578">
                <a:extLst>
                  <a:ext uri="{FF2B5EF4-FFF2-40B4-BE49-F238E27FC236}">
                    <a16:creationId xmlns:a16="http://schemas.microsoft.com/office/drawing/2014/main" id="{50B9665C-4E00-AE6D-98FA-914CE537EFA3}"/>
                  </a:ext>
                </a:extLst>
              </p:cNvPr>
              <p:cNvSpPr/>
              <p:nvPr/>
            </p:nvSpPr>
            <p:spPr>
              <a:xfrm rot="10800000">
                <a:off x="1053755"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80" name="Group 2579">
                <a:extLst>
                  <a:ext uri="{FF2B5EF4-FFF2-40B4-BE49-F238E27FC236}">
                    <a16:creationId xmlns:a16="http://schemas.microsoft.com/office/drawing/2014/main" id="{C076C8A4-D159-423D-DC99-3B0518345FB1}"/>
                  </a:ext>
                </a:extLst>
              </p:cNvPr>
              <p:cNvGrpSpPr/>
              <p:nvPr/>
            </p:nvGrpSpPr>
            <p:grpSpPr>
              <a:xfrm>
                <a:off x="1134082" y="918978"/>
                <a:ext cx="45719" cy="75385"/>
                <a:chOff x="3883481" y="2057400"/>
                <a:chExt cx="1608363" cy="2652031"/>
              </a:xfrm>
              <a:solidFill>
                <a:srgbClr val="A6A6A6"/>
              </a:solidFill>
            </p:grpSpPr>
            <p:sp>
              <p:nvSpPr>
                <p:cNvPr id="2581" name="Oval 27">
                  <a:extLst>
                    <a:ext uri="{FF2B5EF4-FFF2-40B4-BE49-F238E27FC236}">
                      <a16:creationId xmlns:a16="http://schemas.microsoft.com/office/drawing/2014/main" id="{6FF20D2E-D6A0-65C0-85EE-4C3FFCA9D23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82" name="Oval 28">
                  <a:extLst>
                    <a:ext uri="{FF2B5EF4-FFF2-40B4-BE49-F238E27FC236}">
                      <a16:creationId xmlns:a16="http://schemas.microsoft.com/office/drawing/2014/main" id="{72C1E396-81A2-27D7-3D74-866216D5531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83" name="Group 2582">
              <a:extLst>
                <a:ext uri="{FF2B5EF4-FFF2-40B4-BE49-F238E27FC236}">
                  <a16:creationId xmlns:a16="http://schemas.microsoft.com/office/drawing/2014/main" id="{7D932D03-F3F1-DB58-CFA0-B84C8AE90F02}"/>
                </a:ext>
              </a:extLst>
            </p:cNvPr>
            <p:cNvGrpSpPr/>
            <p:nvPr/>
          </p:nvGrpSpPr>
          <p:grpSpPr>
            <a:xfrm>
              <a:off x="1267284" y="811556"/>
              <a:ext cx="721206" cy="609701"/>
              <a:chOff x="1315999" y="909114"/>
              <a:chExt cx="871904" cy="748695"/>
            </a:xfrm>
          </p:grpSpPr>
          <p:sp>
            <p:nvSpPr>
              <p:cNvPr id="2584" name="Rectangle 2583">
                <a:extLst>
                  <a:ext uri="{FF2B5EF4-FFF2-40B4-BE49-F238E27FC236}">
                    <a16:creationId xmlns:a16="http://schemas.microsoft.com/office/drawing/2014/main" id="{E375916D-702D-7E6F-C250-79ADB40608BF}"/>
                  </a:ext>
                </a:extLst>
              </p:cNvPr>
              <p:cNvSpPr/>
              <p:nvPr/>
            </p:nvSpPr>
            <p:spPr>
              <a:xfrm>
                <a:off x="1315999"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2585" name="Right Triangle 2584">
                <a:extLst>
                  <a:ext uri="{FF2B5EF4-FFF2-40B4-BE49-F238E27FC236}">
                    <a16:creationId xmlns:a16="http://schemas.microsoft.com/office/drawing/2014/main" id="{23A2549F-E518-B534-F1CF-4D2984EB8AF7}"/>
                  </a:ext>
                </a:extLst>
              </p:cNvPr>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86" name="Group 2585">
                <a:extLst>
                  <a:ext uri="{FF2B5EF4-FFF2-40B4-BE49-F238E27FC236}">
                    <a16:creationId xmlns:a16="http://schemas.microsoft.com/office/drawing/2014/main" id="{8BB71A75-CDEC-C2DB-810C-8B671556EFCA}"/>
                  </a:ext>
                </a:extLst>
              </p:cNvPr>
              <p:cNvGrpSpPr/>
              <p:nvPr/>
            </p:nvGrpSpPr>
            <p:grpSpPr>
              <a:xfrm>
                <a:off x="2126717" y="918978"/>
                <a:ext cx="45719" cy="75385"/>
                <a:chOff x="3883481" y="2057400"/>
                <a:chExt cx="1608363" cy="2652031"/>
              </a:xfrm>
              <a:solidFill>
                <a:srgbClr val="A6A6A6"/>
              </a:solidFill>
            </p:grpSpPr>
            <p:sp>
              <p:nvSpPr>
                <p:cNvPr id="2587" name="Oval 27">
                  <a:extLst>
                    <a:ext uri="{FF2B5EF4-FFF2-40B4-BE49-F238E27FC236}">
                      <a16:creationId xmlns:a16="http://schemas.microsoft.com/office/drawing/2014/main" id="{9E4BA6AC-7633-4987-B87E-22EE6D750BF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88" name="Oval 28">
                  <a:extLst>
                    <a:ext uri="{FF2B5EF4-FFF2-40B4-BE49-F238E27FC236}">
                      <a16:creationId xmlns:a16="http://schemas.microsoft.com/office/drawing/2014/main" id="{B8177CD6-96D9-5872-A5F1-C5813FEA011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78" name="Group 2677">
              <a:extLst>
                <a:ext uri="{FF2B5EF4-FFF2-40B4-BE49-F238E27FC236}">
                  <a16:creationId xmlns:a16="http://schemas.microsoft.com/office/drawing/2014/main" id="{3CCB6221-B5D4-4224-C772-0579374018CF}"/>
                </a:ext>
              </a:extLst>
            </p:cNvPr>
            <p:cNvGrpSpPr/>
            <p:nvPr/>
          </p:nvGrpSpPr>
          <p:grpSpPr>
            <a:xfrm>
              <a:off x="10506599" y="811556"/>
              <a:ext cx="721206" cy="609701"/>
              <a:chOff x="11226844" y="909114"/>
              <a:chExt cx="871904" cy="748695"/>
            </a:xfrm>
          </p:grpSpPr>
          <p:sp>
            <p:nvSpPr>
              <p:cNvPr id="2679" name="Rectangle 2678">
                <a:extLst>
                  <a:ext uri="{FF2B5EF4-FFF2-40B4-BE49-F238E27FC236}">
                    <a16:creationId xmlns:a16="http://schemas.microsoft.com/office/drawing/2014/main" id="{197AC04D-302A-558A-283F-38A641304E89}"/>
                  </a:ext>
                </a:extLst>
              </p:cNvPr>
              <p:cNvSpPr/>
              <p:nvPr/>
            </p:nvSpPr>
            <p:spPr>
              <a:xfrm>
                <a:off x="1122684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680" name="Rectangle 2679">
                <a:extLst>
                  <a:ext uri="{FF2B5EF4-FFF2-40B4-BE49-F238E27FC236}">
                    <a16:creationId xmlns:a16="http://schemas.microsoft.com/office/drawing/2014/main" id="{FE7D62EB-AF1F-1D38-96F7-32F21F55BFAA}"/>
                  </a:ext>
                </a:extLst>
              </p:cNvPr>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81" name="Oval 15">
                <a:extLst>
                  <a:ext uri="{FF2B5EF4-FFF2-40B4-BE49-F238E27FC236}">
                    <a16:creationId xmlns:a16="http://schemas.microsoft.com/office/drawing/2014/main" id="{0814F30F-848D-71DB-01DE-630590509464}"/>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682" name="Straight Connector 2681">
                <a:extLst>
                  <a:ext uri="{FF2B5EF4-FFF2-40B4-BE49-F238E27FC236}">
                    <a16:creationId xmlns:a16="http://schemas.microsoft.com/office/drawing/2014/main" id="{6F0464BF-6117-81FC-1725-712E82687E60}"/>
                  </a:ext>
                </a:extLst>
              </p:cNvPr>
              <p:cNvCxnSpPr>
                <a:cxnSpLocks/>
                <a:stCxn id="2681"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683" name="Straight Connector 2682">
                <a:extLst>
                  <a:ext uri="{FF2B5EF4-FFF2-40B4-BE49-F238E27FC236}">
                    <a16:creationId xmlns:a16="http://schemas.microsoft.com/office/drawing/2014/main" id="{DC72B33D-654B-4218-D0C9-04349AFF723A}"/>
                  </a:ext>
                </a:extLst>
              </p:cNvPr>
              <p:cNvCxnSpPr>
                <a:cxnSpLocks/>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696" name="Group 2695">
              <a:extLst>
                <a:ext uri="{FF2B5EF4-FFF2-40B4-BE49-F238E27FC236}">
                  <a16:creationId xmlns:a16="http://schemas.microsoft.com/office/drawing/2014/main" id="{79BF022F-C786-9B0C-33A8-2EE8C58DB0D0}"/>
                </a:ext>
              </a:extLst>
            </p:cNvPr>
            <p:cNvGrpSpPr/>
            <p:nvPr/>
          </p:nvGrpSpPr>
          <p:grpSpPr>
            <a:xfrm>
              <a:off x="10518347" y="1536011"/>
              <a:ext cx="721206" cy="609701"/>
              <a:chOff x="11226844" y="88412"/>
              <a:chExt cx="871904" cy="748695"/>
            </a:xfrm>
          </p:grpSpPr>
          <p:sp>
            <p:nvSpPr>
              <p:cNvPr id="2697" name="Rectangle 2696">
                <a:hlinkHover r:id="" action="ppaction://noaction" highlightClick="1"/>
                <a:extLst>
                  <a:ext uri="{FF2B5EF4-FFF2-40B4-BE49-F238E27FC236}">
                    <a16:creationId xmlns:a16="http://schemas.microsoft.com/office/drawing/2014/main" id="{02E6AB1D-8ABE-EA38-C410-4D5090162599}"/>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AI Services</a:t>
                </a:r>
              </a:p>
            </p:txBody>
          </p:sp>
          <p:sp>
            <p:nvSpPr>
              <p:cNvPr id="2698" name="Oval 2697">
                <a:extLst>
                  <a:ext uri="{FF2B5EF4-FFF2-40B4-BE49-F238E27FC236}">
                    <a16:creationId xmlns:a16="http://schemas.microsoft.com/office/drawing/2014/main" id="{0AD8BF9B-034C-8EB1-FC80-52C5B26CC908}"/>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99" name="Isosceles Triangle 648">
                <a:extLst>
                  <a:ext uri="{FF2B5EF4-FFF2-40B4-BE49-F238E27FC236}">
                    <a16:creationId xmlns:a16="http://schemas.microsoft.com/office/drawing/2014/main" id="{501E2D12-B6B9-DB00-5C10-5F72064134ED}"/>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 name="Group 10">
            <a:extLst>
              <a:ext uri="{FF2B5EF4-FFF2-40B4-BE49-F238E27FC236}">
                <a16:creationId xmlns:a16="http://schemas.microsoft.com/office/drawing/2014/main" id="{B4E0EED2-D089-0A3A-93C6-E1964FDC5E0B}"/>
              </a:ext>
            </a:extLst>
          </p:cNvPr>
          <p:cNvGrpSpPr/>
          <p:nvPr/>
        </p:nvGrpSpPr>
        <p:grpSpPr>
          <a:xfrm>
            <a:off x="388127" y="4353425"/>
            <a:ext cx="11755150" cy="2497965"/>
            <a:chOff x="388127" y="4353425"/>
            <a:chExt cx="11755150" cy="2497965"/>
          </a:xfrm>
        </p:grpSpPr>
        <p:grpSp>
          <p:nvGrpSpPr>
            <p:cNvPr id="588" name="Group 587">
              <a:extLst>
                <a:ext uri="{FF2B5EF4-FFF2-40B4-BE49-F238E27FC236}">
                  <a16:creationId xmlns:a16="http://schemas.microsoft.com/office/drawing/2014/main" id="{EC7B5E05-549C-2849-AA26-E252CC2DEA7D}"/>
                </a:ext>
              </a:extLst>
            </p:cNvPr>
            <p:cNvGrpSpPr/>
            <p:nvPr/>
          </p:nvGrpSpPr>
          <p:grpSpPr>
            <a:xfrm>
              <a:off x="388127" y="4353425"/>
              <a:ext cx="11755150" cy="2497965"/>
              <a:chOff x="384641" y="4366642"/>
              <a:chExt cx="11755150" cy="2497965"/>
            </a:xfrm>
          </p:grpSpPr>
          <p:sp>
            <p:nvSpPr>
              <p:cNvPr id="474" name="Rectangle 473">
                <a:extLst>
                  <a:ext uri="{FF2B5EF4-FFF2-40B4-BE49-F238E27FC236}">
                    <a16:creationId xmlns:a16="http://schemas.microsoft.com/office/drawing/2014/main" id="{2D49E4DB-8F44-2D83-64E1-6CF69D1A261C}"/>
                  </a:ext>
                </a:extLst>
              </p:cNvPr>
              <p:cNvSpPr/>
              <p:nvPr/>
            </p:nvSpPr>
            <p:spPr>
              <a:xfrm>
                <a:off x="384641" y="4366642"/>
                <a:ext cx="1678869" cy="1454214"/>
              </a:xfrm>
              <a:custGeom>
                <a:avLst/>
                <a:gdLst>
                  <a:gd name="csX0" fmla="*/ 0 w 1678869"/>
                  <a:gd name="csY0" fmla="*/ 0 h 1438846"/>
                  <a:gd name="csX1" fmla="*/ 1678869 w 1678869"/>
                  <a:gd name="csY1" fmla="*/ 0 h 1438846"/>
                  <a:gd name="csX2" fmla="*/ 1678869 w 1678869"/>
                  <a:gd name="csY2" fmla="*/ 1438846 h 1438846"/>
                  <a:gd name="csX3" fmla="*/ 0 w 1678869"/>
                  <a:gd name="csY3" fmla="*/ 1438846 h 1438846"/>
                  <a:gd name="csX4" fmla="*/ 0 w 1678869"/>
                  <a:gd name="csY4" fmla="*/ 0 h 1438846"/>
                  <a:gd name="csX0" fmla="*/ 0 w 1678869"/>
                  <a:gd name="csY0" fmla="*/ 0 h 1454214"/>
                  <a:gd name="csX1" fmla="*/ 1678869 w 1678869"/>
                  <a:gd name="csY1" fmla="*/ 0 h 1454214"/>
                  <a:gd name="csX2" fmla="*/ 1678869 w 1678869"/>
                  <a:gd name="csY2" fmla="*/ 1438846 h 1454214"/>
                  <a:gd name="csX3" fmla="*/ 0 w 1678869"/>
                  <a:gd name="csY3" fmla="*/ 1454214 h 1454214"/>
                  <a:gd name="csX4" fmla="*/ 0 w 1678869"/>
                  <a:gd name="csY4" fmla="*/ 0 h 1454214"/>
                  <a:gd name="csX0" fmla="*/ 0 w 1678869"/>
                  <a:gd name="csY0" fmla="*/ 0 h 1454214"/>
                  <a:gd name="csX1" fmla="*/ 1678869 w 1678869"/>
                  <a:gd name="csY1" fmla="*/ 0 h 1454214"/>
                  <a:gd name="csX2" fmla="*/ 1678869 w 1678869"/>
                  <a:gd name="csY2" fmla="*/ 1446530 h 1454214"/>
                  <a:gd name="csX3" fmla="*/ 0 w 1678869"/>
                  <a:gd name="csY3" fmla="*/ 1454214 h 1454214"/>
                  <a:gd name="csX4" fmla="*/ 0 w 1678869"/>
                  <a:gd name="csY4" fmla="*/ 0 h 1454214"/>
                </a:gdLst>
                <a:ahLst/>
                <a:cxnLst>
                  <a:cxn ang="0">
                    <a:pos x="csX0" y="csY0"/>
                  </a:cxn>
                  <a:cxn ang="0">
                    <a:pos x="csX1" y="csY1"/>
                  </a:cxn>
                  <a:cxn ang="0">
                    <a:pos x="csX2" y="csY2"/>
                  </a:cxn>
                  <a:cxn ang="0">
                    <a:pos x="csX3" y="csY3"/>
                  </a:cxn>
                  <a:cxn ang="0">
                    <a:pos x="csX4" y="csY4"/>
                  </a:cxn>
                </a:cxnLst>
                <a:rect l="l" t="t" r="r" b="b"/>
                <a:pathLst>
                  <a:path w="1678869" h="1454214">
                    <a:moveTo>
                      <a:pt x="0" y="0"/>
                    </a:moveTo>
                    <a:lnTo>
                      <a:pt x="1678869" y="0"/>
                    </a:lnTo>
                    <a:lnTo>
                      <a:pt x="1678869" y="1446530"/>
                    </a:lnTo>
                    <a:lnTo>
                      <a:pt x="0" y="1454214"/>
                    </a:lnTo>
                    <a:lnTo>
                      <a:pt x="0" y="0"/>
                    </a:lnTo>
                    <a:close/>
                  </a:path>
                </a:pathLst>
              </a:custGeom>
              <a:solidFill>
                <a:srgbClr val="A6A6A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84" name="Group 183">
                <a:extLst>
                  <a:ext uri="{FF2B5EF4-FFF2-40B4-BE49-F238E27FC236}">
                    <a16:creationId xmlns:a16="http://schemas.microsoft.com/office/drawing/2014/main" id="{15ADACC4-69E5-1175-6738-92A4951C8036}"/>
                  </a:ext>
                </a:extLst>
              </p:cNvPr>
              <p:cNvGrpSpPr/>
              <p:nvPr/>
            </p:nvGrpSpPr>
            <p:grpSpPr>
              <a:xfrm>
                <a:off x="10520346" y="6005949"/>
                <a:ext cx="1619445" cy="858658"/>
                <a:chOff x="9803394" y="6005949"/>
                <a:chExt cx="1619445" cy="858658"/>
              </a:xfrm>
            </p:grpSpPr>
            <p:sp>
              <p:nvSpPr>
                <p:cNvPr id="164" name="Rectangle 163">
                  <a:extLst>
                    <a:ext uri="{FF2B5EF4-FFF2-40B4-BE49-F238E27FC236}">
                      <a16:creationId xmlns:a16="http://schemas.microsoft.com/office/drawing/2014/main" id="{11AC3E30-5B91-DA61-2E5F-AC8AAA9CE42B}"/>
                    </a:ext>
                  </a:extLst>
                </p:cNvPr>
                <p:cNvSpPr/>
                <p:nvPr/>
              </p:nvSpPr>
              <p:spPr>
                <a:xfrm>
                  <a:off x="9803394" y="6005949"/>
                  <a:ext cx="1619445" cy="858658"/>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TextBox 174">
                  <a:extLst>
                    <a:ext uri="{FF2B5EF4-FFF2-40B4-BE49-F238E27FC236}">
                      <a16:creationId xmlns:a16="http://schemas.microsoft.com/office/drawing/2014/main" id="{2F72C1F9-953E-13FC-8FA1-172DDFF949C8}"/>
                    </a:ext>
                  </a:extLst>
                </p:cNvPr>
                <p:cNvSpPr txBox="1"/>
                <p:nvPr/>
              </p:nvSpPr>
              <p:spPr>
                <a:xfrm>
                  <a:off x="9848922" y="6095301"/>
                  <a:ext cx="1567146"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effectLst/>
                      <a:uLnTx/>
                      <a:uFillTx/>
                      <a:latin typeface="Calibri" panose="020F0502020204030204"/>
                      <a:ea typeface="+mn-ea"/>
                      <a:cs typeface="+mn-cs"/>
                    </a:rPr>
                    <a:t>Surface</a:t>
                  </a:r>
                </a:p>
              </p:txBody>
            </p:sp>
          </p:grpSp>
        </p:grpSp>
        <p:grpSp>
          <p:nvGrpSpPr>
            <p:cNvPr id="2424" name="Group 2423">
              <a:extLst>
                <a:ext uri="{FF2B5EF4-FFF2-40B4-BE49-F238E27FC236}">
                  <a16:creationId xmlns:a16="http://schemas.microsoft.com/office/drawing/2014/main" id="{575DE021-D104-B2FC-551F-85044F3A7C6F}"/>
                </a:ext>
              </a:extLst>
            </p:cNvPr>
            <p:cNvGrpSpPr/>
            <p:nvPr/>
          </p:nvGrpSpPr>
          <p:grpSpPr>
            <a:xfrm>
              <a:off x="1269622" y="4419620"/>
              <a:ext cx="721206" cy="609701"/>
              <a:chOff x="4289254" y="5012622"/>
              <a:chExt cx="871904" cy="748695"/>
            </a:xfrm>
          </p:grpSpPr>
          <p:sp>
            <p:nvSpPr>
              <p:cNvPr id="2425" name="Rectangle 2424">
                <a:extLst>
                  <a:ext uri="{FF2B5EF4-FFF2-40B4-BE49-F238E27FC236}">
                    <a16:creationId xmlns:a16="http://schemas.microsoft.com/office/drawing/2014/main" id="{3F5DB6B4-A898-05A5-4164-27CC297866AD}"/>
                  </a:ext>
                </a:extLst>
              </p:cNvPr>
              <p:cNvSpPr/>
              <p:nvPr/>
            </p:nvSpPr>
            <p:spPr>
              <a:xfrm>
                <a:off x="4289254"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2426" name="Cylinder 2425">
                <a:extLst>
                  <a:ext uri="{FF2B5EF4-FFF2-40B4-BE49-F238E27FC236}">
                    <a16:creationId xmlns:a16="http://schemas.microsoft.com/office/drawing/2014/main" id="{0F20518B-02D9-CAFC-789C-ECCF5F90C93D}"/>
                  </a:ext>
                </a:extLst>
              </p:cNvPr>
              <p:cNvSpPr/>
              <p:nvPr/>
            </p:nvSpPr>
            <p:spPr>
              <a:xfrm>
                <a:off x="5072324"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27" name="Group 2426">
              <a:extLst>
                <a:ext uri="{FF2B5EF4-FFF2-40B4-BE49-F238E27FC236}">
                  <a16:creationId xmlns:a16="http://schemas.microsoft.com/office/drawing/2014/main" id="{4C940274-B04F-5AA4-FD0F-5DBA713785BA}"/>
                </a:ext>
              </a:extLst>
            </p:cNvPr>
            <p:cNvGrpSpPr/>
            <p:nvPr/>
          </p:nvGrpSpPr>
          <p:grpSpPr>
            <a:xfrm>
              <a:off x="432838" y="4419620"/>
              <a:ext cx="721206" cy="609701"/>
              <a:chOff x="3298169" y="5012622"/>
              <a:chExt cx="871904" cy="748695"/>
            </a:xfrm>
          </p:grpSpPr>
          <p:sp>
            <p:nvSpPr>
              <p:cNvPr id="2428" name="Rectangle 2427">
                <a:extLst>
                  <a:ext uri="{FF2B5EF4-FFF2-40B4-BE49-F238E27FC236}">
                    <a16:creationId xmlns:a16="http://schemas.microsoft.com/office/drawing/2014/main" id="{03FDB90C-5983-0B57-C676-F24415DCA2D6}"/>
                  </a:ext>
                </a:extLst>
              </p:cNvPr>
              <p:cNvSpPr/>
              <p:nvPr/>
            </p:nvSpPr>
            <p:spPr>
              <a:xfrm>
                <a:off x="3298169"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2429" name="Cylinder 2428">
                <a:extLst>
                  <a:ext uri="{FF2B5EF4-FFF2-40B4-BE49-F238E27FC236}">
                    <a16:creationId xmlns:a16="http://schemas.microsoft.com/office/drawing/2014/main" id="{0E76F8D6-8B5F-D15A-4418-3648B91DE384}"/>
                  </a:ext>
                </a:extLst>
              </p:cNvPr>
              <p:cNvSpPr/>
              <p:nvPr/>
            </p:nvSpPr>
            <p:spPr>
              <a:xfrm>
                <a:off x="4081239"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30" name="Group 2429">
              <a:extLst>
                <a:ext uri="{FF2B5EF4-FFF2-40B4-BE49-F238E27FC236}">
                  <a16:creationId xmlns:a16="http://schemas.microsoft.com/office/drawing/2014/main" id="{F8738581-5D48-09D8-7212-42304009DC1C}"/>
                </a:ext>
              </a:extLst>
            </p:cNvPr>
            <p:cNvGrpSpPr/>
            <p:nvPr/>
          </p:nvGrpSpPr>
          <p:grpSpPr>
            <a:xfrm>
              <a:off x="1268463" y="5141013"/>
              <a:ext cx="721206" cy="609701"/>
              <a:chOff x="4289254" y="4191922"/>
              <a:chExt cx="871904" cy="748695"/>
            </a:xfrm>
          </p:grpSpPr>
          <p:sp>
            <p:nvSpPr>
              <p:cNvPr id="2431" name="Rectangle 2430">
                <a:extLst>
                  <a:ext uri="{FF2B5EF4-FFF2-40B4-BE49-F238E27FC236}">
                    <a16:creationId xmlns:a16="http://schemas.microsoft.com/office/drawing/2014/main" id="{F202EF11-4080-1B0E-C2F5-6695005958C1}"/>
                  </a:ext>
                </a:extLst>
              </p:cNvPr>
              <p:cNvSpPr/>
              <p:nvPr/>
            </p:nvSpPr>
            <p:spPr>
              <a:xfrm>
                <a:off x="4289254"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2432" name="Cylinder 2431">
                <a:extLst>
                  <a:ext uri="{FF2B5EF4-FFF2-40B4-BE49-F238E27FC236}">
                    <a16:creationId xmlns:a16="http://schemas.microsoft.com/office/drawing/2014/main" id="{FAC76D9A-2BAB-4A87-226C-F1BD2982F1C8}"/>
                  </a:ext>
                </a:extLst>
              </p:cNvPr>
              <p:cNvSpPr/>
              <p:nvPr/>
            </p:nvSpPr>
            <p:spPr>
              <a:xfrm>
                <a:off x="5072324"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33" name="Group 2432">
              <a:extLst>
                <a:ext uri="{FF2B5EF4-FFF2-40B4-BE49-F238E27FC236}">
                  <a16:creationId xmlns:a16="http://schemas.microsoft.com/office/drawing/2014/main" id="{850932BD-B7D1-5F0F-EFF0-8F8B8900E161}"/>
                </a:ext>
              </a:extLst>
            </p:cNvPr>
            <p:cNvGrpSpPr/>
            <p:nvPr/>
          </p:nvGrpSpPr>
          <p:grpSpPr>
            <a:xfrm>
              <a:off x="431294" y="5141013"/>
              <a:ext cx="721206" cy="609701"/>
              <a:chOff x="3298169" y="4191922"/>
              <a:chExt cx="871904" cy="748695"/>
            </a:xfrm>
          </p:grpSpPr>
          <p:sp>
            <p:nvSpPr>
              <p:cNvPr id="2434" name="Rectangle 2433">
                <a:extLst>
                  <a:ext uri="{FF2B5EF4-FFF2-40B4-BE49-F238E27FC236}">
                    <a16:creationId xmlns:a16="http://schemas.microsoft.com/office/drawing/2014/main" id="{AC9E6E59-064C-0394-64EF-417E876A5B0D}"/>
                  </a:ext>
                </a:extLst>
              </p:cNvPr>
              <p:cNvSpPr/>
              <p:nvPr/>
            </p:nvSpPr>
            <p:spPr>
              <a:xfrm>
                <a:off x="3298169"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2435" name="Cylinder 2434">
                <a:extLst>
                  <a:ext uri="{FF2B5EF4-FFF2-40B4-BE49-F238E27FC236}">
                    <a16:creationId xmlns:a16="http://schemas.microsoft.com/office/drawing/2014/main" id="{9E814D79-BBDB-CE9A-8940-0335013D6926}"/>
                  </a:ext>
                </a:extLst>
              </p:cNvPr>
              <p:cNvSpPr/>
              <p:nvPr/>
            </p:nvSpPr>
            <p:spPr>
              <a:xfrm>
                <a:off x="4081239"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 name="Group 9">
            <a:extLst>
              <a:ext uri="{FF2B5EF4-FFF2-40B4-BE49-F238E27FC236}">
                <a16:creationId xmlns:a16="http://schemas.microsoft.com/office/drawing/2014/main" id="{40913ECA-A4E6-8948-DA6C-576C866C8F5D}"/>
              </a:ext>
            </a:extLst>
          </p:cNvPr>
          <p:cNvGrpSpPr/>
          <p:nvPr/>
        </p:nvGrpSpPr>
        <p:grpSpPr>
          <a:xfrm>
            <a:off x="3714748" y="5083297"/>
            <a:ext cx="6737351" cy="1782308"/>
            <a:chOff x="3714748" y="5083297"/>
            <a:chExt cx="6737351" cy="1782308"/>
          </a:xfrm>
        </p:grpSpPr>
        <p:sp>
          <p:nvSpPr>
            <p:cNvPr id="489" name="Rectangle 488">
              <a:extLst>
                <a:ext uri="{FF2B5EF4-FFF2-40B4-BE49-F238E27FC236}">
                  <a16:creationId xmlns:a16="http://schemas.microsoft.com/office/drawing/2014/main" id="{88F91FA8-1CD5-4E51-4F0A-B4B289E4972F}"/>
                </a:ext>
              </a:extLst>
            </p:cNvPr>
            <p:cNvSpPr/>
            <p:nvPr/>
          </p:nvSpPr>
          <p:spPr>
            <a:xfrm>
              <a:off x="3714748" y="5083297"/>
              <a:ext cx="6737351" cy="731280"/>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85" name="Group 184">
              <a:extLst>
                <a:ext uri="{FF2B5EF4-FFF2-40B4-BE49-F238E27FC236}">
                  <a16:creationId xmlns:a16="http://schemas.microsoft.com/office/drawing/2014/main" id="{41942221-F82C-FDD9-3D8A-749CAF2062E4}"/>
                </a:ext>
              </a:extLst>
            </p:cNvPr>
            <p:cNvGrpSpPr/>
            <p:nvPr/>
          </p:nvGrpSpPr>
          <p:grpSpPr>
            <a:xfrm>
              <a:off x="8554253" y="6006947"/>
              <a:ext cx="1874006" cy="858658"/>
              <a:chOff x="9817972" y="6005949"/>
              <a:chExt cx="1874006" cy="858658"/>
            </a:xfrm>
          </p:grpSpPr>
          <p:sp>
            <p:nvSpPr>
              <p:cNvPr id="186" name="Rectangle 185">
                <a:extLst>
                  <a:ext uri="{FF2B5EF4-FFF2-40B4-BE49-F238E27FC236}">
                    <a16:creationId xmlns:a16="http://schemas.microsoft.com/office/drawing/2014/main" id="{F7A49DD5-D18F-4EA5-10A4-FEF5887F133C}"/>
                  </a:ext>
                </a:extLst>
              </p:cNvPr>
              <p:cNvSpPr/>
              <p:nvPr/>
            </p:nvSpPr>
            <p:spPr>
              <a:xfrm>
                <a:off x="9817972" y="6005949"/>
                <a:ext cx="1874006" cy="858658"/>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7" name="TextBox 186">
                <a:extLst>
                  <a:ext uri="{FF2B5EF4-FFF2-40B4-BE49-F238E27FC236}">
                    <a16:creationId xmlns:a16="http://schemas.microsoft.com/office/drawing/2014/main" id="{8419F35F-FC0A-C5A1-E199-28F8C4391021}"/>
                  </a:ext>
                </a:extLst>
              </p:cNvPr>
              <p:cNvSpPr txBox="1"/>
              <p:nvPr/>
            </p:nvSpPr>
            <p:spPr>
              <a:xfrm>
                <a:off x="9848921" y="6095301"/>
                <a:ext cx="1836285"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effectLst/>
                    <a:uLnTx/>
                    <a:uFillTx/>
                    <a:latin typeface="Calibri" panose="020F0502020204030204"/>
                    <a:ea typeface="+mn-ea"/>
                    <a:cs typeface="+mn-cs"/>
                  </a:rPr>
                  <a:t>Network</a:t>
                </a:r>
              </a:p>
            </p:txBody>
          </p:sp>
        </p:grpSp>
        <p:grpSp>
          <p:nvGrpSpPr>
            <p:cNvPr id="2328" name="Group 2327">
              <a:extLst>
                <a:ext uri="{FF2B5EF4-FFF2-40B4-BE49-F238E27FC236}">
                  <a16:creationId xmlns:a16="http://schemas.microsoft.com/office/drawing/2014/main" id="{075A1BD2-0996-E02C-4D19-4181456663B5}"/>
                </a:ext>
              </a:extLst>
            </p:cNvPr>
            <p:cNvGrpSpPr/>
            <p:nvPr/>
          </p:nvGrpSpPr>
          <p:grpSpPr>
            <a:xfrm>
              <a:off x="9651074" y="5143363"/>
              <a:ext cx="721206" cy="609701"/>
              <a:chOff x="10235764" y="4191922"/>
              <a:chExt cx="871904" cy="748695"/>
            </a:xfrm>
          </p:grpSpPr>
          <p:sp>
            <p:nvSpPr>
              <p:cNvPr id="2329" name="Rectangle 2328">
                <a:hlinkHover r:id="" action="ppaction://noaction" highlightClick="1"/>
                <a:extLst>
                  <a:ext uri="{FF2B5EF4-FFF2-40B4-BE49-F238E27FC236}">
                    <a16:creationId xmlns:a16="http://schemas.microsoft.com/office/drawing/2014/main" id="{BC37DDD6-4EDB-9155-7E57-33708A411926}"/>
                  </a:ext>
                </a:extLst>
              </p:cNvPr>
              <p:cNvSpPr/>
              <p:nvPr/>
            </p:nvSpPr>
            <p:spPr>
              <a:xfrm>
                <a:off x="1023576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2330" name="Oval 2329">
                <a:extLst>
                  <a:ext uri="{FF2B5EF4-FFF2-40B4-BE49-F238E27FC236}">
                    <a16:creationId xmlns:a16="http://schemas.microsoft.com/office/drawing/2014/main" id="{F342B8C3-4528-0878-5F0E-E56708881021}"/>
                  </a:ext>
                </a:extLst>
              </p:cNvPr>
              <p:cNvSpPr/>
              <p:nvPr/>
            </p:nvSpPr>
            <p:spPr>
              <a:xfrm>
                <a:off x="10933601"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31" name="Isosceles Triangle 648">
                <a:extLst>
                  <a:ext uri="{FF2B5EF4-FFF2-40B4-BE49-F238E27FC236}">
                    <a16:creationId xmlns:a16="http://schemas.microsoft.com/office/drawing/2014/main" id="{36AB8D7C-6BA3-9041-5EF0-CBDA5A44F0A1}"/>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40" name="Group 2339">
              <a:extLst>
                <a:ext uri="{FF2B5EF4-FFF2-40B4-BE49-F238E27FC236}">
                  <a16:creationId xmlns:a16="http://schemas.microsoft.com/office/drawing/2014/main" id="{C041B04E-5A4F-4B10-9EB4-FBE6A3205701}"/>
                </a:ext>
              </a:extLst>
            </p:cNvPr>
            <p:cNvGrpSpPr/>
            <p:nvPr/>
          </p:nvGrpSpPr>
          <p:grpSpPr>
            <a:xfrm>
              <a:off x="8808415" y="5135706"/>
              <a:ext cx="721206" cy="609701"/>
              <a:chOff x="6271424" y="5012622"/>
              <a:chExt cx="871904" cy="748695"/>
            </a:xfrm>
          </p:grpSpPr>
          <p:sp>
            <p:nvSpPr>
              <p:cNvPr id="2341" name="Rectangle 2340">
                <a:hlinkHover r:id="" action="ppaction://noaction" highlightClick="1"/>
                <a:extLst>
                  <a:ext uri="{FF2B5EF4-FFF2-40B4-BE49-F238E27FC236}">
                    <a16:creationId xmlns:a16="http://schemas.microsoft.com/office/drawing/2014/main" id="{EBC4049D-9F58-C992-94E1-C38C323960FE}"/>
                  </a:ext>
                </a:extLst>
              </p:cNvPr>
              <p:cNvSpPr/>
              <p:nvPr/>
            </p:nvSpPr>
            <p:spPr>
              <a:xfrm>
                <a:off x="627142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2342" name="Oval 2341">
                <a:extLst>
                  <a:ext uri="{FF2B5EF4-FFF2-40B4-BE49-F238E27FC236}">
                    <a16:creationId xmlns:a16="http://schemas.microsoft.com/office/drawing/2014/main" id="{3120D241-19FE-B5B3-5D38-8CC55321F0B2}"/>
                  </a:ext>
                </a:extLst>
              </p:cNvPr>
              <p:cNvSpPr/>
              <p:nvPr/>
            </p:nvSpPr>
            <p:spPr>
              <a:xfrm>
                <a:off x="6967630"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43" name="Isosceles Triangle 648">
                <a:extLst>
                  <a:ext uri="{FF2B5EF4-FFF2-40B4-BE49-F238E27FC236}">
                    <a16:creationId xmlns:a16="http://schemas.microsoft.com/office/drawing/2014/main" id="{A1E36884-10DF-9D33-D101-FDC42BE5B449}"/>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36" name="Group 2635">
              <a:extLst>
                <a:ext uri="{FF2B5EF4-FFF2-40B4-BE49-F238E27FC236}">
                  <a16:creationId xmlns:a16="http://schemas.microsoft.com/office/drawing/2014/main" id="{9C19C35A-7207-3D69-191C-D756D2A004CD}"/>
                </a:ext>
              </a:extLst>
            </p:cNvPr>
            <p:cNvGrpSpPr/>
            <p:nvPr/>
          </p:nvGrpSpPr>
          <p:grpSpPr>
            <a:xfrm>
              <a:off x="5458938" y="5135301"/>
              <a:ext cx="721206" cy="609701"/>
              <a:chOff x="5280339" y="4191922"/>
              <a:chExt cx="871904" cy="748695"/>
            </a:xfrm>
          </p:grpSpPr>
          <p:sp>
            <p:nvSpPr>
              <p:cNvPr id="2637" name="Rectangle 2636">
                <a:hlinkHover r:id="" action="ppaction://noaction" highlightClick="1"/>
                <a:extLst>
                  <a:ext uri="{FF2B5EF4-FFF2-40B4-BE49-F238E27FC236}">
                    <a16:creationId xmlns:a16="http://schemas.microsoft.com/office/drawing/2014/main" id="{01B45200-C725-CF6F-ED8C-6C5FB7B2DDAC}"/>
                  </a:ext>
                </a:extLst>
              </p:cNvPr>
              <p:cNvSpPr/>
              <p:nvPr/>
            </p:nvSpPr>
            <p:spPr>
              <a:xfrm>
                <a:off x="528033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2638" name="Oval 2637">
                <a:extLst>
                  <a:ext uri="{FF2B5EF4-FFF2-40B4-BE49-F238E27FC236}">
                    <a16:creationId xmlns:a16="http://schemas.microsoft.com/office/drawing/2014/main" id="{C8287E2C-8CBA-BBE1-1D88-3FFE69B882A5}"/>
                  </a:ext>
                </a:extLst>
              </p:cNvPr>
              <p:cNvSpPr/>
              <p:nvPr/>
            </p:nvSpPr>
            <p:spPr>
              <a:xfrm>
                <a:off x="597784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39" name="Isosceles Triangle 648">
                <a:extLst>
                  <a:ext uri="{FF2B5EF4-FFF2-40B4-BE49-F238E27FC236}">
                    <a16:creationId xmlns:a16="http://schemas.microsoft.com/office/drawing/2014/main" id="{7E82BEB1-182E-840B-736C-9D3F855E226D}"/>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40" name="Group 2639">
              <a:extLst>
                <a:ext uri="{FF2B5EF4-FFF2-40B4-BE49-F238E27FC236}">
                  <a16:creationId xmlns:a16="http://schemas.microsoft.com/office/drawing/2014/main" id="{7A92E0D5-E8CD-B819-246A-3C703D18B941}"/>
                </a:ext>
              </a:extLst>
            </p:cNvPr>
            <p:cNvGrpSpPr/>
            <p:nvPr/>
          </p:nvGrpSpPr>
          <p:grpSpPr>
            <a:xfrm>
              <a:off x="6289144" y="5141013"/>
              <a:ext cx="721206" cy="609701"/>
              <a:chOff x="8253594" y="5012622"/>
              <a:chExt cx="871904" cy="748695"/>
            </a:xfrm>
          </p:grpSpPr>
          <p:sp>
            <p:nvSpPr>
              <p:cNvPr id="2641" name="Rectangle 2640">
                <a:hlinkHover r:id="" action="ppaction://noaction" highlightClick="1"/>
                <a:extLst>
                  <a:ext uri="{FF2B5EF4-FFF2-40B4-BE49-F238E27FC236}">
                    <a16:creationId xmlns:a16="http://schemas.microsoft.com/office/drawing/2014/main" id="{BE2F851B-EA59-49A4-5244-7FDEC0E49813}"/>
                  </a:ext>
                </a:extLst>
              </p:cNvPr>
              <p:cNvSpPr/>
              <p:nvPr/>
            </p:nvSpPr>
            <p:spPr>
              <a:xfrm>
                <a:off x="825359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2642" name="Oval 2641">
                <a:extLst>
                  <a:ext uri="{FF2B5EF4-FFF2-40B4-BE49-F238E27FC236}">
                    <a16:creationId xmlns:a16="http://schemas.microsoft.com/office/drawing/2014/main" id="{74BA7F5F-967D-9436-9879-9EAADB5A8768}"/>
                  </a:ext>
                </a:extLst>
              </p:cNvPr>
              <p:cNvSpPr/>
              <p:nvPr/>
            </p:nvSpPr>
            <p:spPr>
              <a:xfrm>
                <a:off x="895339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43" name="Isosceles Triangle 648">
                <a:extLst>
                  <a:ext uri="{FF2B5EF4-FFF2-40B4-BE49-F238E27FC236}">
                    <a16:creationId xmlns:a16="http://schemas.microsoft.com/office/drawing/2014/main" id="{FE36B651-2F71-4188-B8E3-E8D9EF31405D}"/>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56" name="Group 2655">
              <a:extLst>
                <a:ext uri="{FF2B5EF4-FFF2-40B4-BE49-F238E27FC236}">
                  <a16:creationId xmlns:a16="http://schemas.microsoft.com/office/drawing/2014/main" id="{C3A065E0-8F4B-2CB7-E1D1-61C93CFF8D92}"/>
                </a:ext>
              </a:extLst>
            </p:cNvPr>
            <p:cNvGrpSpPr/>
            <p:nvPr/>
          </p:nvGrpSpPr>
          <p:grpSpPr>
            <a:xfrm>
              <a:off x="3775041" y="5130129"/>
              <a:ext cx="721893" cy="609702"/>
              <a:chOff x="324914" y="2550516"/>
              <a:chExt cx="872735" cy="748697"/>
            </a:xfrm>
          </p:grpSpPr>
          <p:sp>
            <p:nvSpPr>
              <p:cNvPr id="2657" name="Rectangle 2656">
                <a:hlinkHover r:id="" action="ppaction://noaction" highlightClick="1"/>
                <a:extLst>
                  <a:ext uri="{FF2B5EF4-FFF2-40B4-BE49-F238E27FC236}">
                    <a16:creationId xmlns:a16="http://schemas.microsoft.com/office/drawing/2014/main" id="{8FC7A3E4-40B2-8B30-1EB3-F7CA21ACC0C2}"/>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2658" name="Group 2657">
                <a:extLst>
                  <a:ext uri="{FF2B5EF4-FFF2-40B4-BE49-F238E27FC236}">
                    <a16:creationId xmlns:a16="http://schemas.microsoft.com/office/drawing/2014/main" id="{CFBBE49A-3CC6-8CD5-3E2E-CCA8B1799347}"/>
                  </a:ext>
                </a:extLst>
              </p:cNvPr>
              <p:cNvGrpSpPr/>
              <p:nvPr/>
            </p:nvGrpSpPr>
            <p:grpSpPr>
              <a:xfrm>
                <a:off x="1040599" y="2550516"/>
                <a:ext cx="157050" cy="157050"/>
                <a:chOff x="1040599" y="2550516"/>
                <a:chExt cx="157050" cy="157050"/>
              </a:xfrm>
            </p:grpSpPr>
            <p:sp>
              <p:nvSpPr>
                <p:cNvPr id="2659" name="Diamond 2658">
                  <a:extLst>
                    <a:ext uri="{FF2B5EF4-FFF2-40B4-BE49-F238E27FC236}">
                      <a16:creationId xmlns:a16="http://schemas.microsoft.com/office/drawing/2014/main" id="{1C723904-FD7B-6150-E452-25B3F527109D}"/>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60" name="Oval 2659">
                  <a:extLst>
                    <a:ext uri="{FF2B5EF4-FFF2-40B4-BE49-F238E27FC236}">
                      <a16:creationId xmlns:a16="http://schemas.microsoft.com/office/drawing/2014/main" id="{4A4DC540-DA46-9B9D-47E6-2B27EB96F380}"/>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61" name="Group 2660">
              <a:extLst>
                <a:ext uri="{FF2B5EF4-FFF2-40B4-BE49-F238E27FC236}">
                  <a16:creationId xmlns:a16="http://schemas.microsoft.com/office/drawing/2014/main" id="{E6620BEC-0D54-B627-489F-95A9B91A0E96}"/>
                </a:ext>
              </a:extLst>
            </p:cNvPr>
            <p:cNvGrpSpPr/>
            <p:nvPr/>
          </p:nvGrpSpPr>
          <p:grpSpPr>
            <a:xfrm>
              <a:off x="4618174" y="5130744"/>
              <a:ext cx="721893" cy="609702"/>
              <a:chOff x="324914" y="2550516"/>
              <a:chExt cx="872735" cy="748697"/>
            </a:xfrm>
          </p:grpSpPr>
          <p:sp>
            <p:nvSpPr>
              <p:cNvPr id="2662" name="Rectangle 2661">
                <a:hlinkHover r:id="" action="ppaction://noaction" highlightClick="1"/>
                <a:extLst>
                  <a:ext uri="{FF2B5EF4-FFF2-40B4-BE49-F238E27FC236}">
                    <a16:creationId xmlns:a16="http://schemas.microsoft.com/office/drawing/2014/main" id="{3797346F-9525-87AD-3A69-776236CAB0C4}"/>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2663" name="Group 2662">
                <a:extLst>
                  <a:ext uri="{FF2B5EF4-FFF2-40B4-BE49-F238E27FC236}">
                    <a16:creationId xmlns:a16="http://schemas.microsoft.com/office/drawing/2014/main" id="{75A7BF2F-EAD9-B626-25C8-910D43B3B106}"/>
                  </a:ext>
                </a:extLst>
              </p:cNvPr>
              <p:cNvGrpSpPr/>
              <p:nvPr/>
            </p:nvGrpSpPr>
            <p:grpSpPr>
              <a:xfrm>
                <a:off x="1040599" y="2550516"/>
                <a:ext cx="157050" cy="157050"/>
                <a:chOff x="1040599" y="2550516"/>
                <a:chExt cx="157050" cy="157050"/>
              </a:xfrm>
            </p:grpSpPr>
            <p:sp>
              <p:nvSpPr>
                <p:cNvPr id="2664" name="Diamond 2663">
                  <a:extLst>
                    <a:ext uri="{FF2B5EF4-FFF2-40B4-BE49-F238E27FC236}">
                      <a16:creationId xmlns:a16="http://schemas.microsoft.com/office/drawing/2014/main" id="{9C68FE51-6F60-7557-29EA-5F316151384F}"/>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65" name="Oval 2664">
                  <a:extLst>
                    <a:ext uri="{FF2B5EF4-FFF2-40B4-BE49-F238E27FC236}">
                      <a16:creationId xmlns:a16="http://schemas.microsoft.com/office/drawing/2014/main" id="{60502B39-FCFB-2327-0761-B32D7CB7575E}"/>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66" name="Group 2665">
              <a:extLst>
                <a:ext uri="{FF2B5EF4-FFF2-40B4-BE49-F238E27FC236}">
                  <a16:creationId xmlns:a16="http://schemas.microsoft.com/office/drawing/2014/main" id="{DBCFDD4D-C350-FA96-11E4-A7B2414F6E4E}"/>
                </a:ext>
              </a:extLst>
            </p:cNvPr>
            <p:cNvGrpSpPr/>
            <p:nvPr/>
          </p:nvGrpSpPr>
          <p:grpSpPr>
            <a:xfrm>
              <a:off x="7125831" y="5143364"/>
              <a:ext cx="721206" cy="609701"/>
              <a:chOff x="8253594" y="4191922"/>
              <a:chExt cx="871904" cy="748695"/>
            </a:xfrm>
          </p:grpSpPr>
          <p:sp>
            <p:nvSpPr>
              <p:cNvPr id="2667" name="Rectangle 2666">
                <a:hlinkHover r:id="" action="ppaction://noaction" highlightClick="1"/>
                <a:extLst>
                  <a:ext uri="{FF2B5EF4-FFF2-40B4-BE49-F238E27FC236}">
                    <a16:creationId xmlns:a16="http://schemas.microsoft.com/office/drawing/2014/main" id="{BFACE753-AA48-0D96-502D-4D92101895EB}"/>
                  </a:ext>
                </a:extLst>
              </p:cNvPr>
              <p:cNvSpPr/>
              <p:nvPr/>
            </p:nvSpPr>
            <p:spPr>
              <a:xfrm>
                <a:off x="825359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2668" name="Oval 2667">
                <a:extLst>
                  <a:ext uri="{FF2B5EF4-FFF2-40B4-BE49-F238E27FC236}">
                    <a16:creationId xmlns:a16="http://schemas.microsoft.com/office/drawing/2014/main" id="{3129D4B8-BBFE-302E-C429-0664E66DBEF3}"/>
                  </a:ext>
                </a:extLst>
              </p:cNvPr>
              <p:cNvSpPr/>
              <p:nvPr/>
            </p:nvSpPr>
            <p:spPr>
              <a:xfrm>
                <a:off x="895339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69" name="Isosceles Triangle 648">
                <a:extLst>
                  <a:ext uri="{FF2B5EF4-FFF2-40B4-BE49-F238E27FC236}">
                    <a16:creationId xmlns:a16="http://schemas.microsoft.com/office/drawing/2014/main" id="{B98DA992-8B8D-944E-12AD-0FA8E8434D9F}"/>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 name="Group 3">
            <a:extLst>
              <a:ext uri="{FF2B5EF4-FFF2-40B4-BE49-F238E27FC236}">
                <a16:creationId xmlns:a16="http://schemas.microsoft.com/office/drawing/2014/main" id="{C15174F0-D604-2621-FC9F-55E5D1553E30}"/>
              </a:ext>
            </a:extLst>
          </p:cNvPr>
          <p:cNvGrpSpPr/>
          <p:nvPr/>
        </p:nvGrpSpPr>
        <p:grpSpPr>
          <a:xfrm>
            <a:off x="371474" y="763190"/>
            <a:ext cx="10080625" cy="6094810"/>
            <a:chOff x="371474" y="756580"/>
            <a:chExt cx="10080625" cy="6094810"/>
          </a:xfrm>
        </p:grpSpPr>
        <p:grpSp>
          <p:nvGrpSpPr>
            <p:cNvPr id="584" name="Group 583">
              <a:extLst>
                <a:ext uri="{FF2B5EF4-FFF2-40B4-BE49-F238E27FC236}">
                  <a16:creationId xmlns:a16="http://schemas.microsoft.com/office/drawing/2014/main" id="{333196D5-AB67-40BF-919D-D01DE2EFF116}"/>
                </a:ext>
              </a:extLst>
            </p:cNvPr>
            <p:cNvGrpSpPr/>
            <p:nvPr/>
          </p:nvGrpSpPr>
          <p:grpSpPr>
            <a:xfrm>
              <a:off x="371474" y="756580"/>
              <a:ext cx="10080625" cy="6094810"/>
              <a:chOff x="371474" y="760719"/>
              <a:chExt cx="10080625" cy="6094810"/>
            </a:xfrm>
          </p:grpSpPr>
          <p:grpSp>
            <p:nvGrpSpPr>
              <p:cNvPr id="178" name="Group 177">
                <a:extLst>
                  <a:ext uri="{FF2B5EF4-FFF2-40B4-BE49-F238E27FC236}">
                    <a16:creationId xmlns:a16="http://schemas.microsoft.com/office/drawing/2014/main" id="{C7913C34-DB15-5AA8-80EC-320D4A433F40}"/>
                  </a:ext>
                </a:extLst>
              </p:cNvPr>
              <p:cNvGrpSpPr/>
              <p:nvPr/>
            </p:nvGrpSpPr>
            <p:grpSpPr>
              <a:xfrm>
                <a:off x="3399570" y="6005949"/>
                <a:ext cx="1055331" cy="849580"/>
                <a:chOff x="4068168" y="6005949"/>
                <a:chExt cx="1055331" cy="849580"/>
              </a:xfrm>
            </p:grpSpPr>
            <p:sp>
              <p:nvSpPr>
                <p:cNvPr id="145" name="Rectangle 144">
                  <a:extLst>
                    <a:ext uri="{FF2B5EF4-FFF2-40B4-BE49-F238E27FC236}">
                      <a16:creationId xmlns:a16="http://schemas.microsoft.com/office/drawing/2014/main" id="{AF1D4578-2A50-D9EB-9768-C03A5850C371}"/>
                    </a:ext>
                  </a:extLst>
                </p:cNvPr>
                <p:cNvSpPr/>
                <p:nvPr/>
              </p:nvSpPr>
              <p:spPr>
                <a:xfrm>
                  <a:off x="4068168" y="6005949"/>
                  <a:ext cx="1055331" cy="849580"/>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7" name="TextBox 156">
                  <a:extLst>
                    <a:ext uri="{FF2B5EF4-FFF2-40B4-BE49-F238E27FC236}">
                      <a16:creationId xmlns:a16="http://schemas.microsoft.com/office/drawing/2014/main" id="{14A4615F-8BEA-C916-D09B-E58DB820158F}"/>
                    </a:ext>
                  </a:extLst>
                </p:cNvPr>
                <p:cNvSpPr txBox="1"/>
                <p:nvPr/>
              </p:nvSpPr>
              <p:spPr>
                <a:xfrm>
                  <a:off x="4068723" y="6100008"/>
                  <a:ext cx="1054776"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prstClr val="white">
                          <a:lumMod val="85000"/>
                        </a:prstClr>
                      </a:solidFill>
                      <a:effectLst/>
                      <a:uLnTx/>
                      <a:uFillTx/>
                      <a:latin typeface="Calibri" panose="020F0502020204030204"/>
                      <a:ea typeface="+mn-ea"/>
                      <a:cs typeface="+mn-cs"/>
                    </a:rPr>
                    <a:t>Data</a:t>
                  </a:r>
                </a:p>
              </p:txBody>
            </p:sp>
          </p:grpSp>
          <p:sp>
            <p:nvSpPr>
              <p:cNvPr id="494" name="Rectangle 493">
                <a:extLst>
                  <a:ext uri="{FF2B5EF4-FFF2-40B4-BE49-F238E27FC236}">
                    <a16:creationId xmlns:a16="http://schemas.microsoft.com/office/drawing/2014/main" id="{959ED9C4-E63F-0A8D-D153-AE2ECBEBEB73}"/>
                  </a:ext>
                </a:extLst>
              </p:cNvPr>
              <p:cNvSpPr/>
              <p:nvPr/>
            </p:nvSpPr>
            <p:spPr>
              <a:xfrm>
                <a:off x="371474" y="760719"/>
                <a:ext cx="10080625" cy="1444319"/>
              </a:xfrm>
              <a:custGeom>
                <a:avLst/>
                <a:gdLst>
                  <a:gd name="connsiteX0" fmla="*/ 0 w 10067459"/>
                  <a:gd name="connsiteY0" fmla="*/ 0 h 1439863"/>
                  <a:gd name="connsiteX1" fmla="*/ 10067459 w 10067459"/>
                  <a:gd name="connsiteY1" fmla="*/ 0 h 1439863"/>
                  <a:gd name="connsiteX2" fmla="*/ 10067459 w 10067459"/>
                  <a:gd name="connsiteY2" fmla="*/ 1439863 h 1439863"/>
                  <a:gd name="connsiteX3" fmla="*/ 0 w 10067459"/>
                  <a:gd name="connsiteY3" fmla="*/ 1439863 h 1439863"/>
                  <a:gd name="connsiteX4" fmla="*/ 0 w 10067459"/>
                  <a:gd name="connsiteY4" fmla="*/ 0 h 1439863"/>
                  <a:gd name="connsiteX0" fmla="*/ 0 w 10067459"/>
                  <a:gd name="connsiteY0" fmla="*/ 794 h 1440657"/>
                  <a:gd name="connsiteX1" fmla="*/ 5854234 w 10067459"/>
                  <a:gd name="connsiteY1" fmla="*/ 0 h 1440657"/>
                  <a:gd name="connsiteX2" fmla="*/ 10067459 w 10067459"/>
                  <a:gd name="connsiteY2" fmla="*/ 794 h 1440657"/>
                  <a:gd name="connsiteX3" fmla="*/ 10067459 w 10067459"/>
                  <a:gd name="connsiteY3" fmla="*/ 1440657 h 1440657"/>
                  <a:gd name="connsiteX4" fmla="*/ 0 w 10067459"/>
                  <a:gd name="connsiteY4" fmla="*/ 1440657 h 1440657"/>
                  <a:gd name="connsiteX5" fmla="*/ 0 w 10067459"/>
                  <a:gd name="connsiteY5" fmla="*/ 794 h 1440657"/>
                  <a:gd name="connsiteX0" fmla="*/ 3641 w 10071100"/>
                  <a:gd name="connsiteY0" fmla="*/ 794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3641 w 10071100"/>
                  <a:gd name="connsiteY6" fmla="*/ 794 h 1440657"/>
                  <a:gd name="connsiteX0" fmla="*/ 5871041 w 10071100"/>
                  <a:gd name="connsiteY0" fmla="*/ 719932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5871041 w 10071100"/>
                  <a:gd name="connsiteY6" fmla="*/ 719932 h 1440657"/>
                  <a:gd name="connsiteX0" fmla="*/ 5859135 w 10071100"/>
                  <a:gd name="connsiteY0" fmla="*/ 722313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5859135 w 10071100"/>
                  <a:gd name="connsiteY6" fmla="*/ 722313 h 1440657"/>
                  <a:gd name="connsiteX0" fmla="*/ 5859135 w 10071100"/>
                  <a:gd name="connsiteY0" fmla="*/ 717551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5859135 w 10071100"/>
                  <a:gd name="connsiteY6" fmla="*/ 717551 h 1440657"/>
                  <a:gd name="connsiteX0" fmla="*/ 5859135 w 10071100"/>
                  <a:gd name="connsiteY0" fmla="*/ 717551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5859135 w 10071100"/>
                  <a:gd name="connsiteY6" fmla="*/ 717551 h 1440657"/>
                  <a:gd name="connsiteX0" fmla="*/ 5859135 w 10071100"/>
                  <a:gd name="connsiteY0" fmla="*/ 717551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5859135 w 10071100"/>
                  <a:gd name="connsiteY6" fmla="*/ 717551 h 1440657"/>
                  <a:gd name="connsiteX0" fmla="*/ 5859135 w 10071100"/>
                  <a:gd name="connsiteY0" fmla="*/ 717551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5859135 w 10071100"/>
                  <a:gd name="connsiteY6" fmla="*/ 717551 h 1440657"/>
                  <a:gd name="connsiteX0" fmla="*/ 5859135 w 10071100"/>
                  <a:gd name="connsiteY0" fmla="*/ 717551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5859135 w 10071100"/>
                  <a:gd name="connsiteY6" fmla="*/ 717551 h 1440657"/>
                  <a:gd name="connsiteX0" fmla="*/ 5867491 w 10079456"/>
                  <a:gd name="connsiteY0" fmla="*/ 717551 h 1440657"/>
                  <a:gd name="connsiteX1" fmla="*/ 5866231 w 10079456"/>
                  <a:gd name="connsiteY1" fmla="*/ 0 h 1440657"/>
                  <a:gd name="connsiteX2" fmla="*/ 10079456 w 10079456"/>
                  <a:gd name="connsiteY2" fmla="*/ 794 h 1440657"/>
                  <a:gd name="connsiteX3" fmla="*/ 10079456 w 10079456"/>
                  <a:gd name="connsiteY3" fmla="*/ 1440657 h 1440657"/>
                  <a:gd name="connsiteX4" fmla="*/ 91 w 10079456"/>
                  <a:gd name="connsiteY4" fmla="*/ 1438276 h 1440657"/>
                  <a:gd name="connsiteX5" fmla="*/ 8356 w 10079456"/>
                  <a:gd name="connsiteY5" fmla="*/ 719138 h 1440657"/>
                  <a:gd name="connsiteX6" fmla="*/ 5867491 w 10079456"/>
                  <a:gd name="connsiteY6" fmla="*/ 717551 h 1440657"/>
                  <a:gd name="connsiteX0" fmla="*/ 5867491 w 10079456"/>
                  <a:gd name="connsiteY0" fmla="*/ 717551 h 1440657"/>
                  <a:gd name="connsiteX1" fmla="*/ 5866231 w 10079456"/>
                  <a:gd name="connsiteY1" fmla="*/ 0 h 1440657"/>
                  <a:gd name="connsiteX2" fmla="*/ 10079456 w 10079456"/>
                  <a:gd name="connsiteY2" fmla="*/ 794 h 1440657"/>
                  <a:gd name="connsiteX3" fmla="*/ 10079456 w 10079456"/>
                  <a:gd name="connsiteY3" fmla="*/ 1440657 h 1440657"/>
                  <a:gd name="connsiteX4" fmla="*/ 91 w 10079456"/>
                  <a:gd name="connsiteY4" fmla="*/ 1438276 h 1440657"/>
                  <a:gd name="connsiteX5" fmla="*/ 8356 w 10079456"/>
                  <a:gd name="connsiteY5" fmla="*/ 719138 h 1440657"/>
                  <a:gd name="connsiteX6" fmla="*/ 5867491 w 10079456"/>
                  <a:gd name="connsiteY6" fmla="*/ 717551 h 1440657"/>
                  <a:gd name="connsiteX0" fmla="*/ 5868660 w 10080625"/>
                  <a:gd name="connsiteY0" fmla="*/ 717551 h 1440657"/>
                  <a:gd name="connsiteX1" fmla="*/ 5867400 w 10080625"/>
                  <a:gd name="connsiteY1" fmla="*/ 0 h 1440657"/>
                  <a:gd name="connsiteX2" fmla="*/ 10080625 w 10080625"/>
                  <a:gd name="connsiteY2" fmla="*/ 794 h 1440657"/>
                  <a:gd name="connsiteX3" fmla="*/ 10080625 w 10080625"/>
                  <a:gd name="connsiteY3" fmla="*/ 1440657 h 1440657"/>
                  <a:gd name="connsiteX4" fmla="*/ 1260 w 10080625"/>
                  <a:gd name="connsiteY4" fmla="*/ 1438276 h 1440657"/>
                  <a:gd name="connsiteX5" fmla="*/ 0 w 10080625"/>
                  <a:gd name="connsiteY5" fmla="*/ 719138 h 1440657"/>
                  <a:gd name="connsiteX6" fmla="*/ 5868660 w 10080625"/>
                  <a:gd name="connsiteY6" fmla="*/ 717551 h 1440657"/>
                  <a:gd name="csX0" fmla="*/ 5868660 w 10080625"/>
                  <a:gd name="csY0" fmla="*/ 721213 h 1444319"/>
                  <a:gd name="csX1" fmla="*/ 5867400 w 10080625"/>
                  <a:gd name="csY1" fmla="*/ 3662 h 1444319"/>
                  <a:gd name="csX2" fmla="*/ 9233568 w 10080625"/>
                  <a:gd name="csY2" fmla="*/ 0 h 1444319"/>
                  <a:gd name="csX3" fmla="*/ 10080625 w 10080625"/>
                  <a:gd name="csY3" fmla="*/ 4456 h 1444319"/>
                  <a:gd name="csX4" fmla="*/ 10080625 w 10080625"/>
                  <a:gd name="csY4" fmla="*/ 1444319 h 1444319"/>
                  <a:gd name="csX5" fmla="*/ 1260 w 10080625"/>
                  <a:gd name="csY5" fmla="*/ 1441938 h 1444319"/>
                  <a:gd name="csX6" fmla="*/ 0 w 10080625"/>
                  <a:gd name="csY6" fmla="*/ 722800 h 1444319"/>
                  <a:gd name="csX7" fmla="*/ 5868660 w 10080625"/>
                  <a:gd name="csY7" fmla="*/ 721213 h 1444319"/>
                  <a:gd name="csX0" fmla="*/ 5868660 w 10080625"/>
                  <a:gd name="csY0" fmla="*/ 721213 h 1444319"/>
                  <a:gd name="csX1" fmla="*/ 5867400 w 10080625"/>
                  <a:gd name="csY1" fmla="*/ 3662 h 1444319"/>
                  <a:gd name="csX2" fmla="*/ 9233568 w 10080625"/>
                  <a:gd name="csY2" fmla="*/ 0 h 1444319"/>
                  <a:gd name="csX3" fmla="*/ 9235381 w 10080625"/>
                  <a:gd name="csY3" fmla="*/ 699861 h 1444319"/>
                  <a:gd name="csX4" fmla="*/ 10080625 w 10080625"/>
                  <a:gd name="csY4" fmla="*/ 1444319 h 1444319"/>
                  <a:gd name="csX5" fmla="*/ 1260 w 10080625"/>
                  <a:gd name="csY5" fmla="*/ 1441938 h 1444319"/>
                  <a:gd name="csX6" fmla="*/ 0 w 10080625"/>
                  <a:gd name="csY6" fmla="*/ 722800 h 1444319"/>
                  <a:gd name="csX7" fmla="*/ 5868660 w 10080625"/>
                  <a:gd name="csY7" fmla="*/ 721213 h 1444319"/>
                  <a:gd name="csX0" fmla="*/ 5868660 w 10080625"/>
                  <a:gd name="csY0" fmla="*/ 721213 h 1444319"/>
                  <a:gd name="csX1" fmla="*/ 5867400 w 10080625"/>
                  <a:gd name="csY1" fmla="*/ 3662 h 1444319"/>
                  <a:gd name="csX2" fmla="*/ 9233568 w 10080625"/>
                  <a:gd name="csY2" fmla="*/ 0 h 1444319"/>
                  <a:gd name="csX3" fmla="*/ 9235381 w 10080625"/>
                  <a:gd name="csY3" fmla="*/ 680651 h 1444319"/>
                  <a:gd name="csX4" fmla="*/ 10080625 w 10080625"/>
                  <a:gd name="csY4" fmla="*/ 1444319 h 1444319"/>
                  <a:gd name="csX5" fmla="*/ 1260 w 10080625"/>
                  <a:gd name="csY5" fmla="*/ 1441938 h 1444319"/>
                  <a:gd name="csX6" fmla="*/ 0 w 10080625"/>
                  <a:gd name="csY6" fmla="*/ 722800 h 1444319"/>
                  <a:gd name="csX7" fmla="*/ 5868660 w 10080625"/>
                  <a:gd name="csY7" fmla="*/ 721213 h 1444319"/>
                  <a:gd name="csX0" fmla="*/ 5868660 w 10080625"/>
                  <a:gd name="csY0" fmla="*/ 721213 h 1444319"/>
                  <a:gd name="csX1" fmla="*/ 5867400 w 10080625"/>
                  <a:gd name="csY1" fmla="*/ 3662 h 1444319"/>
                  <a:gd name="csX2" fmla="*/ 9233568 w 10080625"/>
                  <a:gd name="csY2" fmla="*/ 0 h 1444319"/>
                  <a:gd name="csX3" fmla="*/ 9235381 w 10080625"/>
                  <a:gd name="csY3" fmla="*/ 734440 h 1444319"/>
                  <a:gd name="csX4" fmla="*/ 10080625 w 10080625"/>
                  <a:gd name="csY4" fmla="*/ 1444319 h 1444319"/>
                  <a:gd name="csX5" fmla="*/ 1260 w 10080625"/>
                  <a:gd name="csY5" fmla="*/ 1441938 h 1444319"/>
                  <a:gd name="csX6" fmla="*/ 0 w 10080625"/>
                  <a:gd name="csY6" fmla="*/ 722800 h 1444319"/>
                  <a:gd name="csX7" fmla="*/ 5868660 w 10080625"/>
                  <a:gd name="csY7" fmla="*/ 721213 h 1444319"/>
                  <a:gd name="csX0" fmla="*/ 5868660 w 10080625"/>
                  <a:gd name="csY0" fmla="*/ 721213 h 1444319"/>
                  <a:gd name="csX1" fmla="*/ 5867400 w 10080625"/>
                  <a:gd name="csY1" fmla="*/ 3662 h 1444319"/>
                  <a:gd name="csX2" fmla="*/ 9233568 w 10080625"/>
                  <a:gd name="csY2" fmla="*/ 0 h 1444319"/>
                  <a:gd name="csX3" fmla="*/ 9235381 w 10080625"/>
                  <a:gd name="csY3" fmla="*/ 734440 h 1444319"/>
                  <a:gd name="csX4" fmla="*/ 9648506 w 10080625"/>
                  <a:gd name="csY4" fmla="*/ 1079607 h 1444319"/>
                  <a:gd name="csX5" fmla="*/ 10080625 w 10080625"/>
                  <a:gd name="csY5" fmla="*/ 1444319 h 1444319"/>
                  <a:gd name="csX6" fmla="*/ 1260 w 10080625"/>
                  <a:gd name="csY6" fmla="*/ 1441938 h 1444319"/>
                  <a:gd name="csX7" fmla="*/ 0 w 10080625"/>
                  <a:gd name="csY7" fmla="*/ 722800 h 1444319"/>
                  <a:gd name="csX8" fmla="*/ 5868660 w 10080625"/>
                  <a:gd name="csY8" fmla="*/ 721213 h 1444319"/>
                  <a:gd name="csX0" fmla="*/ 5868660 w 10080625"/>
                  <a:gd name="csY0" fmla="*/ 721213 h 1444319"/>
                  <a:gd name="csX1" fmla="*/ 5867400 w 10080625"/>
                  <a:gd name="csY1" fmla="*/ 3662 h 1444319"/>
                  <a:gd name="csX2" fmla="*/ 9233568 w 10080625"/>
                  <a:gd name="csY2" fmla="*/ 0 h 1444319"/>
                  <a:gd name="csX3" fmla="*/ 9235381 w 10080625"/>
                  <a:gd name="csY3" fmla="*/ 734440 h 1444319"/>
                  <a:gd name="csX4" fmla="*/ 10074970 w 10080625"/>
                  <a:gd name="csY4" fmla="*/ 710773 h 1444319"/>
                  <a:gd name="csX5" fmla="*/ 10080625 w 10080625"/>
                  <a:gd name="csY5" fmla="*/ 1444319 h 1444319"/>
                  <a:gd name="csX6" fmla="*/ 1260 w 10080625"/>
                  <a:gd name="csY6" fmla="*/ 1441938 h 1444319"/>
                  <a:gd name="csX7" fmla="*/ 0 w 10080625"/>
                  <a:gd name="csY7" fmla="*/ 722800 h 1444319"/>
                  <a:gd name="csX8" fmla="*/ 5868660 w 10080625"/>
                  <a:gd name="csY8" fmla="*/ 721213 h 1444319"/>
                  <a:gd name="csX0" fmla="*/ 5868660 w 10080625"/>
                  <a:gd name="csY0" fmla="*/ 721213 h 1444319"/>
                  <a:gd name="csX1" fmla="*/ 5867400 w 10080625"/>
                  <a:gd name="csY1" fmla="*/ 3662 h 1444319"/>
                  <a:gd name="csX2" fmla="*/ 9233568 w 10080625"/>
                  <a:gd name="csY2" fmla="*/ 0 h 1444319"/>
                  <a:gd name="csX3" fmla="*/ 9239223 w 10080625"/>
                  <a:gd name="csY3" fmla="*/ 707545 h 1444319"/>
                  <a:gd name="csX4" fmla="*/ 10074970 w 10080625"/>
                  <a:gd name="csY4" fmla="*/ 710773 h 1444319"/>
                  <a:gd name="csX5" fmla="*/ 10080625 w 10080625"/>
                  <a:gd name="csY5" fmla="*/ 1444319 h 1444319"/>
                  <a:gd name="csX6" fmla="*/ 1260 w 10080625"/>
                  <a:gd name="csY6" fmla="*/ 1441938 h 1444319"/>
                  <a:gd name="csX7" fmla="*/ 0 w 10080625"/>
                  <a:gd name="csY7" fmla="*/ 722800 h 1444319"/>
                  <a:gd name="csX8" fmla="*/ 5868660 w 10080625"/>
                  <a:gd name="csY8" fmla="*/ 721213 h 1444319"/>
                  <a:gd name="csX0" fmla="*/ 5868660 w 10080625"/>
                  <a:gd name="csY0" fmla="*/ 721213 h 1444319"/>
                  <a:gd name="csX1" fmla="*/ 5867400 w 10080625"/>
                  <a:gd name="csY1" fmla="*/ 3662 h 1444319"/>
                  <a:gd name="csX2" fmla="*/ 9233568 w 10080625"/>
                  <a:gd name="csY2" fmla="*/ 0 h 1444319"/>
                  <a:gd name="csX3" fmla="*/ 9239223 w 10080625"/>
                  <a:gd name="csY3" fmla="*/ 707545 h 1444319"/>
                  <a:gd name="csX4" fmla="*/ 10074970 w 10080625"/>
                  <a:gd name="csY4" fmla="*/ 726142 h 1444319"/>
                  <a:gd name="csX5" fmla="*/ 10080625 w 10080625"/>
                  <a:gd name="csY5" fmla="*/ 1444319 h 1444319"/>
                  <a:gd name="csX6" fmla="*/ 1260 w 10080625"/>
                  <a:gd name="csY6" fmla="*/ 1441938 h 1444319"/>
                  <a:gd name="csX7" fmla="*/ 0 w 10080625"/>
                  <a:gd name="csY7" fmla="*/ 722800 h 1444319"/>
                  <a:gd name="csX8" fmla="*/ 5868660 w 10080625"/>
                  <a:gd name="csY8" fmla="*/ 721213 h 14443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0080625" h="1444319">
                    <a:moveTo>
                      <a:pt x="5868660" y="721213"/>
                    </a:moveTo>
                    <a:lnTo>
                      <a:pt x="5867400" y="3662"/>
                    </a:lnTo>
                    <a:lnTo>
                      <a:pt x="9233568" y="0"/>
                    </a:lnTo>
                    <a:cubicBezTo>
                      <a:pt x="9234172" y="233287"/>
                      <a:pt x="9238619" y="474258"/>
                      <a:pt x="9239223" y="707545"/>
                    </a:cubicBezTo>
                    <a:lnTo>
                      <a:pt x="10074970" y="726142"/>
                    </a:lnTo>
                    <a:lnTo>
                      <a:pt x="10080625" y="1444319"/>
                    </a:lnTo>
                    <a:lnTo>
                      <a:pt x="1260" y="1441938"/>
                    </a:lnTo>
                    <a:cubicBezTo>
                      <a:pt x="46" y="1201432"/>
                      <a:pt x="1820" y="1083559"/>
                      <a:pt x="0" y="722800"/>
                    </a:cubicBezTo>
                    <a:lnTo>
                      <a:pt x="5868660" y="721213"/>
                    </a:lnTo>
                    <a:close/>
                  </a:path>
                </a:pathLst>
              </a:cu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2209" name="Group 2208">
              <a:extLst>
                <a:ext uri="{FF2B5EF4-FFF2-40B4-BE49-F238E27FC236}">
                  <a16:creationId xmlns:a16="http://schemas.microsoft.com/office/drawing/2014/main" id="{54064F39-93E8-6455-934E-9027239BEE97}"/>
                </a:ext>
              </a:extLst>
            </p:cNvPr>
            <p:cNvGrpSpPr/>
            <p:nvPr/>
          </p:nvGrpSpPr>
          <p:grpSpPr>
            <a:xfrm>
              <a:off x="5448055" y="1532276"/>
              <a:ext cx="721206" cy="609701"/>
              <a:chOff x="6271424" y="1729816"/>
              <a:chExt cx="871904" cy="748695"/>
            </a:xfrm>
          </p:grpSpPr>
          <p:sp>
            <p:nvSpPr>
              <p:cNvPr id="2210" name="Rectangle 2209">
                <a:extLst>
                  <a:ext uri="{FF2B5EF4-FFF2-40B4-BE49-F238E27FC236}">
                    <a16:creationId xmlns:a16="http://schemas.microsoft.com/office/drawing/2014/main" id="{D2008E09-EB9F-03CF-BA2C-E3E747E64E92}"/>
                  </a:ext>
                </a:extLst>
              </p:cNvPr>
              <p:cNvSpPr/>
              <p:nvPr/>
            </p:nvSpPr>
            <p:spPr>
              <a:xfrm>
                <a:off x="627142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2211" name="Rectangle 2210">
                <a:extLst>
                  <a:ext uri="{FF2B5EF4-FFF2-40B4-BE49-F238E27FC236}">
                    <a16:creationId xmlns:a16="http://schemas.microsoft.com/office/drawing/2014/main" id="{B468AE0F-7961-33D9-D91D-BB31EABCB49E}"/>
                  </a:ext>
                </a:extLst>
              </p:cNvPr>
              <p:cNvSpPr/>
              <p:nvPr/>
            </p:nvSpPr>
            <p:spPr>
              <a:xfrm flipV="1">
                <a:off x="7010822"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12" name="Oval 15">
                <a:extLst>
                  <a:ext uri="{FF2B5EF4-FFF2-40B4-BE49-F238E27FC236}">
                    <a16:creationId xmlns:a16="http://schemas.microsoft.com/office/drawing/2014/main" id="{BF0309B2-1699-70D5-5895-634AC71F854D}"/>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13" name="Straight Connector 2212">
                <a:extLst>
                  <a:ext uri="{FF2B5EF4-FFF2-40B4-BE49-F238E27FC236}">
                    <a16:creationId xmlns:a16="http://schemas.microsoft.com/office/drawing/2014/main" id="{7A5A9684-86E4-14CF-2341-732B5FE4B523}"/>
                  </a:ext>
                </a:extLst>
              </p:cNvPr>
              <p:cNvCxnSpPr>
                <a:cxnSpLocks/>
                <a:stCxn id="2212" idx="0"/>
              </p:cNvCxnSpPr>
              <p:nvPr/>
            </p:nvCxnSpPr>
            <p:spPr>
              <a:xfrm flipV="1">
                <a:off x="7050821"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14" name="Straight Connector 2213">
                <a:extLst>
                  <a:ext uri="{FF2B5EF4-FFF2-40B4-BE49-F238E27FC236}">
                    <a16:creationId xmlns:a16="http://schemas.microsoft.com/office/drawing/2014/main" id="{2133657F-1CE6-CB4E-F709-8F0E151DB3C1}"/>
                  </a:ext>
                </a:extLst>
              </p:cNvPr>
              <p:cNvCxnSpPr>
                <a:cxnSpLocks/>
              </p:cNvCxnSpPr>
              <p:nvPr/>
            </p:nvCxnSpPr>
            <p:spPr>
              <a:xfrm>
                <a:off x="7057735"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15" name="Group 2214">
              <a:extLst>
                <a:ext uri="{FF2B5EF4-FFF2-40B4-BE49-F238E27FC236}">
                  <a16:creationId xmlns:a16="http://schemas.microsoft.com/office/drawing/2014/main" id="{B7B2E158-7364-DAC7-9997-A9962E368AB3}"/>
                </a:ext>
              </a:extLst>
            </p:cNvPr>
            <p:cNvGrpSpPr/>
            <p:nvPr/>
          </p:nvGrpSpPr>
          <p:grpSpPr>
            <a:xfrm>
              <a:off x="6284562" y="1532276"/>
              <a:ext cx="721206" cy="609701"/>
              <a:chOff x="7262509" y="1729816"/>
              <a:chExt cx="871904" cy="748695"/>
            </a:xfrm>
          </p:grpSpPr>
          <p:sp>
            <p:nvSpPr>
              <p:cNvPr id="2216" name="Rectangle 2215">
                <a:extLst>
                  <a:ext uri="{FF2B5EF4-FFF2-40B4-BE49-F238E27FC236}">
                    <a16:creationId xmlns:a16="http://schemas.microsoft.com/office/drawing/2014/main" id="{74F2701C-D9B7-B22E-1DEB-0DB493200B75}"/>
                  </a:ext>
                </a:extLst>
              </p:cNvPr>
              <p:cNvSpPr/>
              <p:nvPr/>
            </p:nvSpPr>
            <p:spPr>
              <a:xfrm>
                <a:off x="7262509"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2217" name="Rectangle 2216">
                <a:extLst>
                  <a:ext uri="{FF2B5EF4-FFF2-40B4-BE49-F238E27FC236}">
                    <a16:creationId xmlns:a16="http://schemas.microsoft.com/office/drawing/2014/main" id="{2CF17D14-F6CF-B6AA-906E-C310B3237316}"/>
                  </a:ext>
                </a:extLst>
              </p:cNvPr>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18" name="Oval 15">
                <a:extLst>
                  <a:ext uri="{FF2B5EF4-FFF2-40B4-BE49-F238E27FC236}">
                    <a16:creationId xmlns:a16="http://schemas.microsoft.com/office/drawing/2014/main" id="{EB21E4BB-D078-92DA-D3A7-38C7C81D9307}"/>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19" name="Straight Connector 2218">
                <a:extLst>
                  <a:ext uri="{FF2B5EF4-FFF2-40B4-BE49-F238E27FC236}">
                    <a16:creationId xmlns:a16="http://schemas.microsoft.com/office/drawing/2014/main" id="{F798805C-D38B-A9F0-A64C-87F55D766235}"/>
                  </a:ext>
                </a:extLst>
              </p:cNvPr>
              <p:cNvCxnSpPr>
                <a:cxnSpLocks/>
                <a:stCxn id="2218"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20" name="Straight Connector 2219">
                <a:extLst>
                  <a:ext uri="{FF2B5EF4-FFF2-40B4-BE49-F238E27FC236}">
                    <a16:creationId xmlns:a16="http://schemas.microsoft.com/office/drawing/2014/main" id="{197FE0F3-85F3-6CD7-1366-7AE70FAB3723}"/>
                  </a:ext>
                </a:extLst>
              </p:cNvPr>
              <p:cNvCxnSpPr>
                <a:cxnSpLocks/>
              </p:cNvCxnSpPr>
              <p:nvPr/>
            </p:nvCxnSpPr>
            <p:spPr>
              <a:xfrm>
                <a:off x="80562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21" name="Group 2220">
              <a:extLst>
                <a:ext uri="{FF2B5EF4-FFF2-40B4-BE49-F238E27FC236}">
                  <a16:creationId xmlns:a16="http://schemas.microsoft.com/office/drawing/2014/main" id="{4B2E2FF4-3257-0C74-1601-BB225B249B0B}"/>
                </a:ext>
              </a:extLst>
            </p:cNvPr>
            <p:cNvGrpSpPr/>
            <p:nvPr/>
          </p:nvGrpSpPr>
          <p:grpSpPr>
            <a:xfrm>
              <a:off x="7121069" y="1532276"/>
              <a:ext cx="721206" cy="609701"/>
              <a:chOff x="8253594" y="1729816"/>
              <a:chExt cx="871904" cy="748695"/>
            </a:xfrm>
          </p:grpSpPr>
          <p:sp>
            <p:nvSpPr>
              <p:cNvPr id="2222" name="Rectangle 2221">
                <a:extLst>
                  <a:ext uri="{FF2B5EF4-FFF2-40B4-BE49-F238E27FC236}">
                    <a16:creationId xmlns:a16="http://schemas.microsoft.com/office/drawing/2014/main" id="{A8E8CE1C-F801-C079-6F75-187FA3A43FE2}"/>
                  </a:ext>
                </a:extLst>
              </p:cNvPr>
              <p:cNvSpPr/>
              <p:nvPr/>
            </p:nvSpPr>
            <p:spPr>
              <a:xfrm>
                <a:off x="825359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2223" name="Rectangle 2222">
                <a:extLst>
                  <a:ext uri="{FF2B5EF4-FFF2-40B4-BE49-F238E27FC236}">
                    <a16:creationId xmlns:a16="http://schemas.microsoft.com/office/drawing/2014/main" id="{E374529D-CF76-8722-6987-E10A757A351F}"/>
                  </a:ext>
                </a:extLst>
              </p:cNvPr>
              <p:cNvSpPr/>
              <p:nvPr/>
            </p:nvSpPr>
            <p:spPr>
              <a:xfrm flipV="1">
                <a:off x="8998048"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4" name="Oval 15">
                <a:extLst>
                  <a:ext uri="{FF2B5EF4-FFF2-40B4-BE49-F238E27FC236}">
                    <a16:creationId xmlns:a16="http://schemas.microsoft.com/office/drawing/2014/main" id="{1ED04B43-1F71-6A59-BCD1-A5DC79210AAE}"/>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25" name="Straight Connector 2224">
                <a:extLst>
                  <a:ext uri="{FF2B5EF4-FFF2-40B4-BE49-F238E27FC236}">
                    <a16:creationId xmlns:a16="http://schemas.microsoft.com/office/drawing/2014/main" id="{BC674641-3AC3-9460-B7B5-704F93C68299}"/>
                  </a:ext>
                </a:extLst>
              </p:cNvPr>
              <p:cNvCxnSpPr>
                <a:cxnSpLocks/>
                <a:stCxn id="2224" idx="0"/>
              </p:cNvCxnSpPr>
              <p:nvPr/>
            </p:nvCxnSpPr>
            <p:spPr>
              <a:xfrm flipV="1">
                <a:off x="9038047"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26" name="Straight Connector 2225">
                <a:extLst>
                  <a:ext uri="{FF2B5EF4-FFF2-40B4-BE49-F238E27FC236}">
                    <a16:creationId xmlns:a16="http://schemas.microsoft.com/office/drawing/2014/main" id="{D6EA0515-F05A-3998-6E80-2C0DEC6AA347}"/>
                  </a:ext>
                </a:extLst>
              </p:cNvPr>
              <p:cNvCxnSpPr>
                <a:cxnSpLocks/>
              </p:cNvCxnSpPr>
              <p:nvPr/>
            </p:nvCxnSpPr>
            <p:spPr>
              <a:xfrm>
                <a:off x="9044961"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27" name="Group 2226">
              <a:extLst>
                <a:ext uri="{FF2B5EF4-FFF2-40B4-BE49-F238E27FC236}">
                  <a16:creationId xmlns:a16="http://schemas.microsoft.com/office/drawing/2014/main" id="{593B4167-7997-5A95-46E5-50BA594C5DD2}"/>
                </a:ext>
              </a:extLst>
            </p:cNvPr>
            <p:cNvGrpSpPr/>
            <p:nvPr/>
          </p:nvGrpSpPr>
          <p:grpSpPr>
            <a:xfrm>
              <a:off x="3775041" y="1532276"/>
              <a:ext cx="721206" cy="609701"/>
              <a:chOff x="4289254" y="1729816"/>
              <a:chExt cx="871904" cy="748695"/>
            </a:xfrm>
          </p:grpSpPr>
          <p:sp>
            <p:nvSpPr>
              <p:cNvPr id="2228" name="Rectangle 2227">
                <a:extLst>
                  <a:ext uri="{FF2B5EF4-FFF2-40B4-BE49-F238E27FC236}">
                    <a16:creationId xmlns:a16="http://schemas.microsoft.com/office/drawing/2014/main" id="{672476C8-4C4B-3FF7-0EF6-A13B73068A98}"/>
                  </a:ext>
                </a:extLst>
              </p:cNvPr>
              <p:cNvSpPr/>
              <p:nvPr/>
            </p:nvSpPr>
            <p:spPr>
              <a:xfrm>
                <a:off x="428925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2229" name="Right Triangle 2228">
                <a:extLst>
                  <a:ext uri="{FF2B5EF4-FFF2-40B4-BE49-F238E27FC236}">
                    <a16:creationId xmlns:a16="http://schemas.microsoft.com/office/drawing/2014/main" id="{8D817F68-0360-000F-448E-59540360961F}"/>
                  </a:ext>
                </a:extLst>
              </p:cNvPr>
              <p:cNvSpPr/>
              <p:nvPr/>
            </p:nvSpPr>
            <p:spPr>
              <a:xfrm rot="10800000">
                <a:off x="5013435"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230" name="Group 2229">
                <a:extLst>
                  <a:ext uri="{FF2B5EF4-FFF2-40B4-BE49-F238E27FC236}">
                    <a16:creationId xmlns:a16="http://schemas.microsoft.com/office/drawing/2014/main" id="{8EAFB56A-FD12-34DB-4110-757CF7D8F4D7}"/>
                  </a:ext>
                </a:extLst>
              </p:cNvPr>
              <p:cNvGrpSpPr/>
              <p:nvPr/>
            </p:nvGrpSpPr>
            <p:grpSpPr>
              <a:xfrm>
                <a:off x="5093762" y="1742900"/>
                <a:ext cx="45719" cy="75385"/>
                <a:chOff x="3883481" y="2057400"/>
                <a:chExt cx="1608363" cy="2652031"/>
              </a:xfrm>
              <a:solidFill>
                <a:srgbClr val="A6A6A6"/>
              </a:solidFill>
            </p:grpSpPr>
            <p:sp>
              <p:nvSpPr>
                <p:cNvPr id="2231" name="Oval 27">
                  <a:extLst>
                    <a:ext uri="{FF2B5EF4-FFF2-40B4-BE49-F238E27FC236}">
                      <a16:creationId xmlns:a16="http://schemas.microsoft.com/office/drawing/2014/main" id="{A9EF8D4D-5CC6-1B27-9467-43FD771FBE2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2" name="Oval 28">
                  <a:extLst>
                    <a:ext uri="{FF2B5EF4-FFF2-40B4-BE49-F238E27FC236}">
                      <a16:creationId xmlns:a16="http://schemas.microsoft.com/office/drawing/2014/main" id="{2D63EE1C-02CE-C0B5-933C-85424A7B4C9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33" name="Group 2232">
              <a:extLst>
                <a:ext uri="{FF2B5EF4-FFF2-40B4-BE49-F238E27FC236}">
                  <a16:creationId xmlns:a16="http://schemas.microsoft.com/office/drawing/2014/main" id="{3D26A22E-63CB-81A5-B87A-5768F45501DD}"/>
                </a:ext>
              </a:extLst>
            </p:cNvPr>
            <p:cNvGrpSpPr/>
            <p:nvPr/>
          </p:nvGrpSpPr>
          <p:grpSpPr>
            <a:xfrm>
              <a:off x="4611548" y="1532276"/>
              <a:ext cx="721206" cy="609701"/>
              <a:chOff x="5280339" y="1729816"/>
              <a:chExt cx="871904" cy="748695"/>
            </a:xfrm>
          </p:grpSpPr>
          <p:sp>
            <p:nvSpPr>
              <p:cNvPr id="2234" name="Rectangle 2233">
                <a:extLst>
                  <a:ext uri="{FF2B5EF4-FFF2-40B4-BE49-F238E27FC236}">
                    <a16:creationId xmlns:a16="http://schemas.microsoft.com/office/drawing/2014/main" id="{8F67B110-B766-A3C7-8352-836EBD358432}"/>
                  </a:ext>
                </a:extLst>
              </p:cNvPr>
              <p:cNvSpPr/>
              <p:nvPr/>
            </p:nvSpPr>
            <p:spPr>
              <a:xfrm>
                <a:off x="528033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2235" name="Right Triangle 2234">
                <a:extLst>
                  <a:ext uri="{FF2B5EF4-FFF2-40B4-BE49-F238E27FC236}">
                    <a16:creationId xmlns:a16="http://schemas.microsoft.com/office/drawing/2014/main" id="{ACCCF512-4525-4D3D-F73A-73D006A7A280}"/>
                  </a:ext>
                </a:extLst>
              </p:cNvPr>
              <p:cNvSpPr/>
              <p:nvPr/>
            </p:nvSpPr>
            <p:spPr>
              <a:xfrm rot="10800000">
                <a:off x="6003472"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236" name="Group 2235">
                <a:extLst>
                  <a:ext uri="{FF2B5EF4-FFF2-40B4-BE49-F238E27FC236}">
                    <a16:creationId xmlns:a16="http://schemas.microsoft.com/office/drawing/2014/main" id="{6ACC2B34-E1A5-DB05-2FA8-0023118CD522}"/>
                  </a:ext>
                </a:extLst>
              </p:cNvPr>
              <p:cNvGrpSpPr/>
              <p:nvPr/>
            </p:nvGrpSpPr>
            <p:grpSpPr>
              <a:xfrm>
                <a:off x="6083799" y="1742900"/>
                <a:ext cx="45719" cy="75385"/>
                <a:chOff x="3883481" y="2057400"/>
                <a:chExt cx="1608363" cy="2652031"/>
              </a:xfrm>
              <a:solidFill>
                <a:srgbClr val="A6A6A6"/>
              </a:solidFill>
            </p:grpSpPr>
            <p:sp>
              <p:nvSpPr>
                <p:cNvPr id="2237" name="Oval 27">
                  <a:extLst>
                    <a:ext uri="{FF2B5EF4-FFF2-40B4-BE49-F238E27FC236}">
                      <a16:creationId xmlns:a16="http://schemas.microsoft.com/office/drawing/2014/main" id="{8C1D3C73-B196-A614-1009-56ACC999340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8" name="Oval 28">
                  <a:extLst>
                    <a:ext uri="{FF2B5EF4-FFF2-40B4-BE49-F238E27FC236}">
                      <a16:creationId xmlns:a16="http://schemas.microsoft.com/office/drawing/2014/main" id="{7128FA04-AAE7-609F-07F2-F32CB03D2AE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39" name="Group 2238">
              <a:extLst>
                <a:ext uri="{FF2B5EF4-FFF2-40B4-BE49-F238E27FC236}">
                  <a16:creationId xmlns:a16="http://schemas.microsoft.com/office/drawing/2014/main" id="{3FF05429-3668-3699-1A15-1A7A1AA2B2FD}"/>
                </a:ext>
              </a:extLst>
            </p:cNvPr>
            <p:cNvGrpSpPr/>
            <p:nvPr/>
          </p:nvGrpSpPr>
          <p:grpSpPr>
            <a:xfrm>
              <a:off x="2938534" y="1532276"/>
              <a:ext cx="721206" cy="610038"/>
              <a:chOff x="3298169" y="1729403"/>
              <a:chExt cx="871904" cy="749108"/>
            </a:xfrm>
          </p:grpSpPr>
          <p:sp>
            <p:nvSpPr>
              <p:cNvPr id="2240" name="Rectangle 2239">
                <a:extLst>
                  <a:ext uri="{FF2B5EF4-FFF2-40B4-BE49-F238E27FC236}">
                    <a16:creationId xmlns:a16="http://schemas.microsoft.com/office/drawing/2014/main" id="{A2EE3F28-1600-6CAD-0A4E-A61A17DA636A}"/>
                  </a:ext>
                </a:extLst>
              </p:cNvPr>
              <p:cNvSpPr/>
              <p:nvPr/>
            </p:nvSpPr>
            <p:spPr>
              <a:xfrm>
                <a:off x="329816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2241" name="Right Triangle 2240">
                <a:extLst>
                  <a:ext uri="{FF2B5EF4-FFF2-40B4-BE49-F238E27FC236}">
                    <a16:creationId xmlns:a16="http://schemas.microsoft.com/office/drawing/2014/main" id="{8BD942D0-779B-2269-D9F9-6F3F4096E57E}"/>
                  </a:ext>
                </a:extLst>
              </p:cNvPr>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2" name="Oval 27">
                <a:extLst>
                  <a:ext uri="{FF2B5EF4-FFF2-40B4-BE49-F238E27FC236}">
                    <a16:creationId xmlns:a16="http://schemas.microsoft.com/office/drawing/2014/main" id="{FECA22D0-EAAB-048A-B147-B466F91E5979}"/>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3" name="Oval 28">
                <a:extLst>
                  <a:ext uri="{FF2B5EF4-FFF2-40B4-BE49-F238E27FC236}">
                    <a16:creationId xmlns:a16="http://schemas.microsoft.com/office/drawing/2014/main" id="{F83F4169-3048-1A5F-5366-49789FFA4579}"/>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76" name="Group 2275">
              <a:extLst>
                <a:ext uri="{FF2B5EF4-FFF2-40B4-BE49-F238E27FC236}">
                  <a16:creationId xmlns:a16="http://schemas.microsoft.com/office/drawing/2014/main" id="{35A6A948-49EE-1B4A-EACE-2EB2361B4B43}"/>
                </a:ext>
              </a:extLst>
            </p:cNvPr>
            <p:cNvGrpSpPr/>
            <p:nvPr/>
          </p:nvGrpSpPr>
          <p:grpSpPr>
            <a:xfrm>
              <a:off x="6284590" y="811556"/>
              <a:ext cx="721206" cy="609701"/>
              <a:chOff x="8253594" y="909114"/>
              <a:chExt cx="871904" cy="748695"/>
            </a:xfrm>
          </p:grpSpPr>
          <p:sp>
            <p:nvSpPr>
              <p:cNvPr id="2277" name="Rectangle 2276">
                <a:hlinkHover r:id="" action="ppaction://noaction" highlightClick="1"/>
                <a:extLst>
                  <a:ext uri="{FF2B5EF4-FFF2-40B4-BE49-F238E27FC236}">
                    <a16:creationId xmlns:a16="http://schemas.microsoft.com/office/drawing/2014/main" id="{721F66C5-0558-98F2-7628-6742030AC206}"/>
                  </a:ext>
                </a:extLst>
              </p:cNvPr>
              <p:cNvSpPr/>
              <p:nvPr/>
            </p:nvSpPr>
            <p:spPr>
              <a:xfrm>
                <a:off x="825359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2278" name="Right Triangle 2277">
                <a:extLst>
                  <a:ext uri="{FF2B5EF4-FFF2-40B4-BE49-F238E27FC236}">
                    <a16:creationId xmlns:a16="http://schemas.microsoft.com/office/drawing/2014/main" id="{9DC1CAF0-EE5E-1F58-3EA1-6136002477F6}"/>
                  </a:ext>
                </a:extLst>
              </p:cNvPr>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9" name="Oval 27">
                <a:extLst>
                  <a:ext uri="{FF2B5EF4-FFF2-40B4-BE49-F238E27FC236}">
                    <a16:creationId xmlns:a16="http://schemas.microsoft.com/office/drawing/2014/main" id="{4B70D1D3-9C22-F2DD-9850-4EAE82215339}"/>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0" name="Oval 28">
                <a:extLst>
                  <a:ext uri="{FF2B5EF4-FFF2-40B4-BE49-F238E27FC236}">
                    <a16:creationId xmlns:a16="http://schemas.microsoft.com/office/drawing/2014/main" id="{D00D5FEA-ED04-7FD8-8EC4-6392A04EE49D}"/>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86" name="Group 2285">
              <a:extLst>
                <a:ext uri="{FF2B5EF4-FFF2-40B4-BE49-F238E27FC236}">
                  <a16:creationId xmlns:a16="http://schemas.microsoft.com/office/drawing/2014/main" id="{5BB78A7F-FCF2-B5DF-E89F-8C4632AD131B}"/>
                </a:ext>
              </a:extLst>
            </p:cNvPr>
            <p:cNvGrpSpPr/>
            <p:nvPr/>
          </p:nvGrpSpPr>
          <p:grpSpPr>
            <a:xfrm>
              <a:off x="7957576" y="811556"/>
              <a:ext cx="721206" cy="609701"/>
              <a:chOff x="4289254" y="909114"/>
              <a:chExt cx="871904" cy="748695"/>
            </a:xfrm>
          </p:grpSpPr>
          <p:sp>
            <p:nvSpPr>
              <p:cNvPr id="2287" name="Rectangle 2286">
                <a:extLst>
                  <a:ext uri="{FF2B5EF4-FFF2-40B4-BE49-F238E27FC236}">
                    <a16:creationId xmlns:a16="http://schemas.microsoft.com/office/drawing/2014/main" id="{A7F5CFE5-8371-33D5-EEE8-5D14EE7F4948}"/>
                  </a:ext>
                </a:extLst>
              </p:cNvPr>
              <p:cNvSpPr/>
              <p:nvPr/>
            </p:nvSpPr>
            <p:spPr>
              <a:xfrm>
                <a:off x="4289254"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2288" name="Rectangle 2287">
                <a:extLst>
                  <a:ext uri="{FF2B5EF4-FFF2-40B4-BE49-F238E27FC236}">
                    <a16:creationId xmlns:a16="http://schemas.microsoft.com/office/drawing/2014/main" id="{3076C69C-F1B3-E887-AFF7-7121338AD50E}"/>
                  </a:ext>
                </a:extLst>
              </p:cNvPr>
              <p:cNvSpPr/>
              <p:nvPr/>
            </p:nvSpPr>
            <p:spPr>
              <a:xfrm flipV="1">
                <a:off x="5036005"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9" name="Oval 15">
                <a:extLst>
                  <a:ext uri="{FF2B5EF4-FFF2-40B4-BE49-F238E27FC236}">
                    <a16:creationId xmlns:a16="http://schemas.microsoft.com/office/drawing/2014/main" id="{709260F5-866E-0959-768F-62BB9B22702F}"/>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90" name="Straight Connector 2289">
                <a:extLst>
                  <a:ext uri="{FF2B5EF4-FFF2-40B4-BE49-F238E27FC236}">
                    <a16:creationId xmlns:a16="http://schemas.microsoft.com/office/drawing/2014/main" id="{84EEE9C9-794A-5EB1-0F33-628596AEC951}"/>
                  </a:ext>
                </a:extLst>
              </p:cNvPr>
              <p:cNvCxnSpPr>
                <a:cxnSpLocks/>
                <a:stCxn id="2289" idx="0"/>
              </p:cNvCxnSpPr>
              <p:nvPr/>
            </p:nvCxnSpPr>
            <p:spPr>
              <a:xfrm flipV="1">
                <a:off x="5076004"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91" name="Straight Connector 2290">
                <a:extLst>
                  <a:ext uri="{FF2B5EF4-FFF2-40B4-BE49-F238E27FC236}">
                    <a16:creationId xmlns:a16="http://schemas.microsoft.com/office/drawing/2014/main" id="{F482A4C4-4173-9F9D-19EF-6022DF546E48}"/>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58" name="Group 2357">
              <a:extLst>
                <a:ext uri="{FF2B5EF4-FFF2-40B4-BE49-F238E27FC236}">
                  <a16:creationId xmlns:a16="http://schemas.microsoft.com/office/drawing/2014/main" id="{7E3206F7-E279-AD84-B1FF-3503AF94E82E}"/>
                </a:ext>
              </a:extLst>
            </p:cNvPr>
            <p:cNvGrpSpPr/>
            <p:nvPr/>
          </p:nvGrpSpPr>
          <p:grpSpPr>
            <a:xfrm>
              <a:off x="7957577" y="1532276"/>
              <a:ext cx="721206" cy="609701"/>
              <a:chOff x="9244679" y="1729815"/>
              <a:chExt cx="871904" cy="748695"/>
            </a:xfrm>
          </p:grpSpPr>
          <p:sp>
            <p:nvSpPr>
              <p:cNvPr id="2359" name="Rectangle 2358">
                <a:hlinkHover r:id="" action="ppaction://noaction" highlightClick="1"/>
                <a:extLst>
                  <a:ext uri="{FF2B5EF4-FFF2-40B4-BE49-F238E27FC236}">
                    <a16:creationId xmlns:a16="http://schemas.microsoft.com/office/drawing/2014/main" id="{FCF00FB8-672F-13A2-04CA-547B7BC437A2}"/>
                  </a:ext>
                </a:extLst>
              </p:cNvPr>
              <p:cNvSpPr/>
              <p:nvPr/>
            </p:nvSpPr>
            <p:spPr>
              <a:xfrm>
                <a:off x="9244679" y="1729815"/>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2360" name="Rectangle 2359">
                <a:extLst>
                  <a:ext uri="{FF2B5EF4-FFF2-40B4-BE49-F238E27FC236}">
                    <a16:creationId xmlns:a16="http://schemas.microsoft.com/office/drawing/2014/main" id="{9A2E8504-9EB8-9BB9-D211-673355D5CCD5}"/>
                  </a:ext>
                </a:extLst>
              </p:cNvPr>
              <p:cNvSpPr/>
              <p:nvPr/>
            </p:nvSpPr>
            <p:spPr>
              <a:xfrm flipV="1">
                <a:off x="99870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1" name="Oval 15">
                <a:extLst>
                  <a:ext uri="{FF2B5EF4-FFF2-40B4-BE49-F238E27FC236}">
                    <a16:creationId xmlns:a16="http://schemas.microsoft.com/office/drawing/2014/main" id="{F2B500B4-8810-F43D-8344-3E4CD0F7840F}"/>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62" name="Straight Connector 2361">
                <a:extLst>
                  <a:ext uri="{FF2B5EF4-FFF2-40B4-BE49-F238E27FC236}">
                    <a16:creationId xmlns:a16="http://schemas.microsoft.com/office/drawing/2014/main" id="{F71D42BA-D9E6-BEB2-B0AB-D82B2DBF386A}"/>
                  </a:ext>
                </a:extLst>
              </p:cNvPr>
              <p:cNvCxnSpPr>
                <a:cxnSpLocks/>
                <a:stCxn id="2361" idx="0"/>
              </p:cNvCxnSpPr>
              <p:nvPr/>
            </p:nvCxnSpPr>
            <p:spPr>
              <a:xfrm flipV="1">
                <a:off x="100270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63" name="Straight Connector 2362">
                <a:extLst>
                  <a:ext uri="{FF2B5EF4-FFF2-40B4-BE49-F238E27FC236}">
                    <a16:creationId xmlns:a16="http://schemas.microsoft.com/office/drawing/2014/main" id="{4CD46615-4D1E-1BE3-5344-FE0D9FC5F448}"/>
                  </a:ext>
                </a:extLst>
              </p:cNvPr>
              <p:cNvCxnSpPr>
                <a:cxnSpLocks/>
              </p:cNvCxnSpPr>
              <p:nvPr/>
            </p:nvCxnSpPr>
            <p:spPr>
              <a:xfrm>
                <a:off x="100339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64" name="Group 2363">
              <a:extLst>
                <a:ext uri="{FF2B5EF4-FFF2-40B4-BE49-F238E27FC236}">
                  <a16:creationId xmlns:a16="http://schemas.microsoft.com/office/drawing/2014/main" id="{ED4CABBB-44B3-081B-1C15-55C32035021F}"/>
                </a:ext>
              </a:extLst>
            </p:cNvPr>
            <p:cNvGrpSpPr/>
            <p:nvPr/>
          </p:nvGrpSpPr>
          <p:grpSpPr>
            <a:xfrm>
              <a:off x="9656908" y="1532276"/>
              <a:ext cx="721206" cy="609701"/>
              <a:chOff x="11226844" y="1729816"/>
              <a:chExt cx="871904" cy="748695"/>
            </a:xfrm>
          </p:grpSpPr>
          <p:sp>
            <p:nvSpPr>
              <p:cNvPr id="2365" name="Rectangle 2364">
                <a:extLst>
                  <a:ext uri="{FF2B5EF4-FFF2-40B4-BE49-F238E27FC236}">
                    <a16:creationId xmlns:a16="http://schemas.microsoft.com/office/drawing/2014/main" id="{A1C0AFF4-57A9-6B60-730F-7E0ACC49EF72}"/>
                  </a:ext>
                </a:extLst>
              </p:cNvPr>
              <p:cNvSpPr/>
              <p:nvPr/>
            </p:nvSpPr>
            <p:spPr>
              <a:xfrm>
                <a:off x="1122684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366" name="Rectangle 2365">
                <a:extLst>
                  <a:ext uri="{FF2B5EF4-FFF2-40B4-BE49-F238E27FC236}">
                    <a16:creationId xmlns:a16="http://schemas.microsoft.com/office/drawing/2014/main" id="{7C79F2F7-F51B-7B34-C562-2F22627F6C2C}"/>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7" name="Oval 15">
                <a:extLst>
                  <a:ext uri="{FF2B5EF4-FFF2-40B4-BE49-F238E27FC236}">
                    <a16:creationId xmlns:a16="http://schemas.microsoft.com/office/drawing/2014/main" id="{F023B25F-DACF-1047-91EF-414140C6FF0D}"/>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68" name="Straight Connector 2367">
                <a:extLst>
                  <a:ext uri="{FF2B5EF4-FFF2-40B4-BE49-F238E27FC236}">
                    <a16:creationId xmlns:a16="http://schemas.microsoft.com/office/drawing/2014/main" id="{F6A8FFA2-064A-8B69-FC28-7190E5D1D56D}"/>
                  </a:ext>
                </a:extLst>
              </p:cNvPr>
              <p:cNvCxnSpPr>
                <a:cxnSpLocks/>
                <a:stCxn id="2367"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69" name="Straight Connector 2368">
                <a:extLst>
                  <a:ext uri="{FF2B5EF4-FFF2-40B4-BE49-F238E27FC236}">
                    <a16:creationId xmlns:a16="http://schemas.microsoft.com/office/drawing/2014/main" id="{E24C0519-F02B-B1A9-9FED-E7A673FEC43F}"/>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70" name="Group 2369">
              <a:extLst>
                <a:ext uri="{FF2B5EF4-FFF2-40B4-BE49-F238E27FC236}">
                  <a16:creationId xmlns:a16="http://schemas.microsoft.com/office/drawing/2014/main" id="{017A4CC4-E6D1-3479-49AE-57614A29AAD2}"/>
                </a:ext>
              </a:extLst>
            </p:cNvPr>
            <p:cNvGrpSpPr/>
            <p:nvPr/>
          </p:nvGrpSpPr>
          <p:grpSpPr>
            <a:xfrm>
              <a:off x="8807242" y="1532276"/>
              <a:ext cx="721206" cy="609701"/>
              <a:chOff x="10235764" y="1729816"/>
              <a:chExt cx="871904" cy="748695"/>
            </a:xfrm>
          </p:grpSpPr>
          <p:sp>
            <p:nvSpPr>
              <p:cNvPr id="2371" name="Rectangle 2370">
                <a:hlinkHover r:id="" action="ppaction://noaction" highlightClick="1"/>
                <a:extLst>
                  <a:ext uri="{FF2B5EF4-FFF2-40B4-BE49-F238E27FC236}">
                    <a16:creationId xmlns:a16="http://schemas.microsoft.com/office/drawing/2014/main" id="{55E96844-AFBB-1944-5865-540702A51C9B}"/>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2372" name="Oval 2371">
                <a:extLst>
                  <a:ext uri="{FF2B5EF4-FFF2-40B4-BE49-F238E27FC236}">
                    <a16:creationId xmlns:a16="http://schemas.microsoft.com/office/drawing/2014/main" id="{726098F1-A901-D35E-E8B3-F2FE48105D7D}"/>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73" name="Isosceles Triangle 648">
                <a:extLst>
                  <a:ext uri="{FF2B5EF4-FFF2-40B4-BE49-F238E27FC236}">
                    <a16:creationId xmlns:a16="http://schemas.microsoft.com/office/drawing/2014/main" id="{E5B2CE74-2103-5330-F7C3-FFFEEEAE8F40}"/>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98" name="Group 2397">
              <a:extLst>
                <a:ext uri="{FF2B5EF4-FFF2-40B4-BE49-F238E27FC236}">
                  <a16:creationId xmlns:a16="http://schemas.microsoft.com/office/drawing/2014/main" id="{EE197724-C1CE-1613-3719-69ED72506213}"/>
                </a:ext>
              </a:extLst>
            </p:cNvPr>
            <p:cNvGrpSpPr/>
            <p:nvPr/>
          </p:nvGrpSpPr>
          <p:grpSpPr>
            <a:xfrm>
              <a:off x="8807242" y="811556"/>
              <a:ext cx="721206" cy="609701"/>
              <a:chOff x="10235764" y="909114"/>
              <a:chExt cx="871904" cy="748695"/>
            </a:xfrm>
          </p:grpSpPr>
          <p:sp>
            <p:nvSpPr>
              <p:cNvPr id="2399" name="Rectangle 2398">
                <a:hlinkHover r:id="" action="ppaction://noaction" highlightClick="1"/>
                <a:extLst>
                  <a:ext uri="{FF2B5EF4-FFF2-40B4-BE49-F238E27FC236}">
                    <a16:creationId xmlns:a16="http://schemas.microsoft.com/office/drawing/2014/main" id="{402C0E20-2699-BB3B-2516-7DD52B190382}"/>
                  </a:ext>
                </a:extLst>
              </p:cNvPr>
              <p:cNvSpPr/>
              <p:nvPr/>
            </p:nvSpPr>
            <p:spPr>
              <a:xfrm>
                <a:off x="10235764" y="909114"/>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2400" name="Diamond 2399">
                <a:extLst>
                  <a:ext uri="{FF2B5EF4-FFF2-40B4-BE49-F238E27FC236}">
                    <a16:creationId xmlns:a16="http://schemas.microsoft.com/office/drawing/2014/main" id="{00F8E1D8-7DAA-9995-2769-E34F6FD052DC}"/>
                  </a:ext>
                </a:extLst>
              </p:cNvPr>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01" name="Oval 2400">
                <a:extLst>
                  <a:ext uri="{FF2B5EF4-FFF2-40B4-BE49-F238E27FC236}">
                    <a16:creationId xmlns:a16="http://schemas.microsoft.com/office/drawing/2014/main" id="{5C87B4E3-5827-3494-26B3-2FB92C42EDD4}"/>
                  </a:ext>
                </a:extLst>
              </p:cNvPr>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517" name="Group 2516">
              <a:extLst>
                <a:ext uri="{FF2B5EF4-FFF2-40B4-BE49-F238E27FC236}">
                  <a16:creationId xmlns:a16="http://schemas.microsoft.com/office/drawing/2014/main" id="{39ACB95B-B5C5-80CA-EE6C-A828342D1389}"/>
                </a:ext>
              </a:extLst>
            </p:cNvPr>
            <p:cNvGrpSpPr/>
            <p:nvPr/>
          </p:nvGrpSpPr>
          <p:grpSpPr>
            <a:xfrm>
              <a:off x="2105349" y="1532276"/>
              <a:ext cx="721206" cy="609701"/>
              <a:chOff x="2307084" y="1729816"/>
              <a:chExt cx="871904" cy="748695"/>
            </a:xfrm>
          </p:grpSpPr>
          <p:sp>
            <p:nvSpPr>
              <p:cNvPr id="2518" name="Rectangle 2517">
                <a:extLst>
                  <a:ext uri="{FF2B5EF4-FFF2-40B4-BE49-F238E27FC236}">
                    <a16:creationId xmlns:a16="http://schemas.microsoft.com/office/drawing/2014/main" id="{D2380B29-F755-9B08-496C-CA98A2E7D3FC}"/>
                  </a:ext>
                </a:extLst>
              </p:cNvPr>
              <p:cNvSpPr/>
              <p:nvPr/>
            </p:nvSpPr>
            <p:spPr>
              <a:xfrm>
                <a:off x="230708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2519" name="Rectangle 2518">
                <a:extLst>
                  <a:ext uri="{FF2B5EF4-FFF2-40B4-BE49-F238E27FC236}">
                    <a16:creationId xmlns:a16="http://schemas.microsoft.com/office/drawing/2014/main" id="{8229651E-17E4-0627-BAC2-CA3C8911E6C7}"/>
                  </a:ext>
                </a:extLst>
              </p:cNvPr>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20" name="Oval 15">
                <a:extLst>
                  <a:ext uri="{FF2B5EF4-FFF2-40B4-BE49-F238E27FC236}">
                    <a16:creationId xmlns:a16="http://schemas.microsoft.com/office/drawing/2014/main" id="{A36599A1-28AA-C12F-4D5E-F980FFE5BAB9}"/>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521" name="Straight Connector 2520">
                <a:extLst>
                  <a:ext uri="{FF2B5EF4-FFF2-40B4-BE49-F238E27FC236}">
                    <a16:creationId xmlns:a16="http://schemas.microsoft.com/office/drawing/2014/main" id="{46B0D889-B8AA-E705-7D8A-C3BABAC421FC}"/>
                  </a:ext>
                </a:extLst>
              </p:cNvPr>
              <p:cNvCxnSpPr>
                <a:cxnSpLocks/>
                <a:stCxn id="2520"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522" name="Straight Connector 2521">
                <a:extLst>
                  <a:ext uri="{FF2B5EF4-FFF2-40B4-BE49-F238E27FC236}">
                    <a16:creationId xmlns:a16="http://schemas.microsoft.com/office/drawing/2014/main" id="{DD1B4C42-1AFE-4214-4758-EAF154CADF57}"/>
                  </a:ext>
                </a:extLst>
              </p:cNvPr>
              <p:cNvCxnSpPr>
                <a:cxnSpLocks/>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523" name="Group 2522">
              <a:extLst>
                <a:ext uri="{FF2B5EF4-FFF2-40B4-BE49-F238E27FC236}">
                  <a16:creationId xmlns:a16="http://schemas.microsoft.com/office/drawing/2014/main" id="{064D54FD-80D7-CCEB-C062-19F2B3FFC812}"/>
                </a:ext>
              </a:extLst>
            </p:cNvPr>
            <p:cNvGrpSpPr/>
            <p:nvPr/>
          </p:nvGrpSpPr>
          <p:grpSpPr>
            <a:xfrm>
              <a:off x="431659" y="1532276"/>
              <a:ext cx="721893" cy="610038"/>
              <a:chOff x="324914" y="1729403"/>
              <a:chExt cx="872735" cy="749108"/>
            </a:xfrm>
          </p:grpSpPr>
          <p:sp>
            <p:nvSpPr>
              <p:cNvPr id="2524" name="Rectangle 2523">
                <a:extLst>
                  <a:ext uri="{FF2B5EF4-FFF2-40B4-BE49-F238E27FC236}">
                    <a16:creationId xmlns:a16="http://schemas.microsoft.com/office/drawing/2014/main" id="{FE70E1B4-4EBE-3D9F-0592-A92CBD23FA1C}"/>
                  </a:ext>
                </a:extLst>
              </p:cNvPr>
              <p:cNvSpPr/>
              <p:nvPr/>
            </p:nvSpPr>
            <p:spPr>
              <a:xfrm>
                <a:off x="32491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2525" name="Right Triangle 2524">
                <a:extLst>
                  <a:ext uri="{FF2B5EF4-FFF2-40B4-BE49-F238E27FC236}">
                    <a16:creationId xmlns:a16="http://schemas.microsoft.com/office/drawing/2014/main" id="{183C7AD0-D762-41D6-42F6-A247E4C4491D}"/>
                  </a:ext>
                </a:extLst>
              </p:cNvPr>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26" name="Group 2525">
                <a:extLst>
                  <a:ext uri="{FF2B5EF4-FFF2-40B4-BE49-F238E27FC236}">
                    <a16:creationId xmlns:a16="http://schemas.microsoft.com/office/drawing/2014/main" id="{A57D58C5-BD67-ABBD-C9D9-4926683EBC42}"/>
                  </a:ext>
                </a:extLst>
              </p:cNvPr>
              <p:cNvGrpSpPr/>
              <p:nvPr/>
            </p:nvGrpSpPr>
            <p:grpSpPr>
              <a:xfrm>
                <a:off x="1136463" y="1736885"/>
                <a:ext cx="45719" cy="75385"/>
                <a:chOff x="3883481" y="2057400"/>
                <a:chExt cx="1608363" cy="2652031"/>
              </a:xfrm>
              <a:solidFill>
                <a:srgbClr val="A6A6A6"/>
              </a:solidFill>
            </p:grpSpPr>
            <p:sp>
              <p:nvSpPr>
                <p:cNvPr id="2527" name="Oval 27">
                  <a:extLst>
                    <a:ext uri="{FF2B5EF4-FFF2-40B4-BE49-F238E27FC236}">
                      <a16:creationId xmlns:a16="http://schemas.microsoft.com/office/drawing/2014/main" id="{06B631D6-A24E-99C6-2332-DC75D49D0A0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28" name="Oval 28">
                  <a:extLst>
                    <a:ext uri="{FF2B5EF4-FFF2-40B4-BE49-F238E27FC236}">
                      <a16:creationId xmlns:a16="http://schemas.microsoft.com/office/drawing/2014/main" id="{05C441DC-C3C1-BFA2-B262-D072239D050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29" name="Group 2528">
              <a:extLst>
                <a:ext uri="{FF2B5EF4-FFF2-40B4-BE49-F238E27FC236}">
                  <a16:creationId xmlns:a16="http://schemas.microsoft.com/office/drawing/2014/main" id="{74EAB032-F9E6-3993-9F77-FBA2C9C49DE0}"/>
                </a:ext>
              </a:extLst>
            </p:cNvPr>
            <p:cNvGrpSpPr/>
            <p:nvPr/>
          </p:nvGrpSpPr>
          <p:grpSpPr>
            <a:xfrm>
              <a:off x="1268842" y="1532276"/>
              <a:ext cx="721206" cy="610038"/>
              <a:chOff x="1315999" y="1729403"/>
              <a:chExt cx="871904" cy="749108"/>
            </a:xfrm>
          </p:grpSpPr>
          <p:sp>
            <p:nvSpPr>
              <p:cNvPr id="2530" name="Rectangle 2529">
                <a:extLst>
                  <a:ext uri="{FF2B5EF4-FFF2-40B4-BE49-F238E27FC236}">
                    <a16:creationId xmlns:a16="http://schemas.microsoft.com/office/drawing/2014/main" id="{E7CC55D8-CD5E-8B47-0D0B-5E8759BDFD94}"/>
                  </a:ext>
                </a:extLst>
              </p:cNvPr>
              <p:cNvSpPr/>
              <p:nvPr/>
            </p:nvSpPr>
            <p:spPr>
              <a:xfrm>
                <a:off x="131599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2531" name="Right Triangle 2530">
                <a:extLst>
                  <a:ext uri="{FF2B5EF4-FFF2-40B4-BE49-F238E27FC236}">
                    <a16:creationId xmlns:a16="http://schemas.microsoft.com/office/drawing/2014/main" id="{31E9B736-2F2A-5FF0-AA0B-2F63F51D9C50}"/>
                  </a:ext>
                </a:extLst>
              </p:cNvPr>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32" name="Group 2531">
                <a:extLst>
                  <a:ext uri="{FF2B5EF4-FFF2-40B4-BE49-F238E27FC236}">
                    <a16:creationId xmlns:a16="http://schemas.microsoft.com/office/drawing/2014/main" id="{5F64934D-6201-4FA7-E3DE-93E5F5C4A768}"/>
                  </a:ext>
                </a:extLst>
              </p:cNvPr>
              <p:cNvGrpSpPr/>
              <p:nvPr/>
            </p:nvGrpSpPr>
            <p:grpSpPr>
              <a:xfrm>
                <a:off x="2126717" y="1736885"/>
                <a:ext cx="45719" cy="75385"/>
                <a:chOff x="3883481" y="2057400"/>
                <a:chExt cx="1608363" cy="2652031"/>
              </a:xfrm>
              <a:solidFill>
                <a:srgbClr val="A6A6A6"/>
              </a:solidFill>
            </p:grpSpPr>
            <p:sp>
              <p:nvSpPr>
                <p:cNvPr id="2533" name="Oval 27">
                  <a:extLst>
                    <a:ext uri="{FF2B5EF4-FFF2-40B4-BE49-F238E27FC236}">
                      <a16:creationId xmlns:a16="http://schemas.microsoft.com/office/drawing/2014/main" id="{61F84542-CEAC-6CCF-D20F-33B0A5F898A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34" name="Oval 28">
                  <a:extLst>
                    <a:ext uri="{FF2B5EF4-FFF2-40B4-BE49-F238E27FC236}">
                      <a16:creationId xmlns:a16="http://schemas.microsoft.com/office/drawing/2014/main" id="{FE7E2498-3AB5-E22E-73FF-08779DC2994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84" name="Group 2683">
              <a:extLst>
                <a:ext uri="{FF2B5EF4-FFF2-40B4-BE49-F238E27FC236}">
                  <a16:creationId xmlns:a16="http://schemas.microsoft.com/office/drawing/2014/main" id="{C72E150D-D083-FB2B-FDAF-2A5E3E87C2AB}"/>
                </a:ext>
              </a:extLst>
            </p:cNvPr>
            <p:cNvGrpSpPr/>
            <p:nvPr/>
          </p:nvGrpSpPr>
          <p:grpSpPr>
            <a:xfrm>
              <a:off x="7113073" y="809264"/>
              <a:ext cx="721206" cy="609701"/>
              <a:chOff x="4289253" y="909114"/>
              <a:chExt cx="871904" cy="748695"/>
            </a:xfrm>
          </p:grpSpPr>
          <p:sp>
            <p:nvSpPr>
              <p:cNvPr id="2685" name="Rectangle 2684">
                <a:extLst>
                  <a:ext uri="{FF2B5EF4-FFF2-40B4-BE49-F238E27FC236}">
                    <a16:creationId xmlns:a16="http://schemas.microsoft.com/office/drawing/2014/main" id="{4E13E186-37EF-A8E5-B466-6556854E2EA9}"/>
                  </a:ext>
                </a:extLst>
              </p:cNvPr>
              <p:cNvSpPr/>
              <p:nvPr/>
            </p:nvSpPr>
            <p:spPr>
              <a:xfrm>
                <a:off x="4289253"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2686" name="Rectangle 2685">
                <a:extLst>
                  <a:ext uri="{FF2B5EF4-FFF2-40B4-BE49-F238E27FC236}">
                    <a16:creationId xmlns:a16="http://schemas.microsoft.com/office/drawing/2014/main" id="{7998DAD4-5FA5-086A-7DF8-64E9B7A026DD}"/>
                  </a:ext>
                </a:extLst>
              </p:cNvPr>
              <p:cNvSpPr/>
              <p:nvPr/>
            </p:nvSpPr>
            <p:spPr>
              <a:xfrm flipV="1">
                <a:off x="5036004" y="916254"/>
                <a:ext cx="121127"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87" name="Oval 15">
                <a:extLst>
                  <a:ext uri="{FF2B5EF4-FFF2-40B4-BE49-F238E27FC236}">
                    <a16:creationId xmlns:a16="http://schemas.microsoft.com/office/drawing/2014/main" id="{0A4D861E-DC61-5C09-18F6-9AB77FF4F16F}"/>
                  </a:ext>
                </a:extLst>
              </p:cNvPr>
              <p:cNvSpPr/>
              <p:nvPr/>
            </p:nvSpPr>
            <p:spPr>
              <a:xfrm>
                <a:off x="5069116"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688" name="Straight Connector 2687">
                <a:extLst>
                  <a:ext uri="{FF2B5EF4-FFF2-40B4-BE49-F238E27FC236}">
                    <a16:creationId xmlns:a16="http://schemas.microsoft.com/office/drawing/2014/main" id="{F19D731C-B1D1-FED7-9850-D5C1C0ABB7F8}"/>
                  </a:ext>
                </a:extLst>
              </p:cNvPr>
              <p:cNvCxnSpPr>
                <a:cxnSpLocks/>
                <a:stCxn id="2687" idx="0"/>
              </p:cNvCxnSpPr>
              <p:nvPr/>
            </p:nvCxnSpPr>
            <p:spPr>
              <a:xfrm flipV="1">
                <a:off x="5076002"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689" name="Straight Connector 2688">
                <a:extLst>
                  <a:ext uri="{FF2B5EF4-FFF2-40B4-BE49-F238E27FC236}">
                    <a16:creationId xmlns:a16="http://schemas.microsoft.com/office/drawing/2014/main" id="{6ECE1759-8877-D4D6-6739-8B54773110E9}"/>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grpSp>
        <p:nvGrpSpPr>
          <p:cNvPr id="9" name="Group 8">
            <a:extLst>
              <a:ext uri="{FF2B5EF4-FFF2-40B4-BE49-F238E27FC236}">
                <a16:creationId xmlns:a16="http://schemas.microsoft.com/office/drawing/2014/main" id="{238F042B-63B5-2AD8-99C1-7FBF51FE552D}"/>
              </a:ext>
            </a:extLst>
          </p:cNvPr>
          <p:cNvGrpSpPr/>
          <p:nvPr/>
        </p:nvGrpSpPr>
        <p:grpSpPr>
          <a:xfrm>
            <a:off x="5397990" y="3642114"/>
            <a:ext cx="6760088" cy="3223491"/>
            <a:chOff x="5397990" y="3642114"/>
            <a:chExt cx="6760088" cy="3223491"/>
          </a:xfrm>
        </p:grpSpPr>
        <p:sp>
          <p:nvSpPr>
            <p:cNvPr id="483" name="Rectangle 482">
              <a:extLst>
                <a:ext uri="{FF2B5EF4-FFF2-40B4-BE49-F238E27FC236}">
                  <a16:creationId xmlns:a16="http://schemas.microsoft.com/office/drawing/2014/main" id="{55664F84-99FE-6FA3-D6A2-F2893A156632}"/>
                </a:ext>
              </a:extLst>
            </p:cNvPr>
            <p:cNvSpPr/>
            <p:nvPr/>
          </p:nvSpPr>
          <p:spPr>
            <a:xfrm>
              <a:off x="5397990" y="3642114"/>
              <a:ext cx="6760088" cy="2172463"/>
            </a:xfrm>
            <a:custGeom>
              <a:avLst/>
              <a:gdLst>
                <a:gd name="connsiteX0" fmla="*/ 0 w 7636294"/>
                <a:gd name="connsiteY0" fmla="*/ 0 h 2148664"/>
                <a:gd name="connsiteX1" fmla="*/ 7636294 w 7636294"/>
                <a:gd name="connsiteY1" fmla="*/ 0 h 2148664"/>
                <a:gd name="connsiteX2" fmla="*/ 7636294 w 7636294"/>
                <a:gd name="connsiteY2" fmla="*/ 2148664 h 2148664"/>
                <a:gd name="connsiteX3" fmla="*/ 0 w 7636294"/>
                <a:gd name="connsiteY3" fmla="*/ 2148664 h 2148664"/>
                <a:gd name="connsiteX4" fmla="*/ 0 w 7636294"/>
                <a:gd name="connsiteY4" fmla="*/ 0 h 2148664"/>
                <a:gd name="connsiteX0" fmla="*/ 0 w 7636294"/>
                <a:gd name="connsiteY0" fmla="*/ 3175 h 2151839"/>
                <a:gd name="connsiteX1" fmla="*/ 862012 w 7636294"/>
                <a:gd name="connsiteY1" fmla="*/ 0 h 2151839"/>
                <a:gd name="connsiteX2" fmla="*/ 7636294 w 7636294"/>
                <a:gd name="connsiteY2" fmla="*/ 3175 h 2151839"/>
                <a:gd name="connsiteX3" fmla="*/ 7636294 w 7636294"/>
                <a:gd name="connsiteY3" fmla="*/ 2151839 h 2151839"/>
                <a:gd name="connsiteX4" fmla="*/ 0 w 7636294"/>
                <a:gd name="connsiteY4" fmla="*/ 2151839 h 2151839"/>
                <a:gd name="connsiteX5" fmla="*/ 0 w 7636294"/>
                <a:gd name="connsiteY5" fmla="*/ 3175 h 2151839"/>
                <a:gd name="connsiteX0" fmla="*/ 1588 w 7637882"/>
                <a:gd name="connsiteY0" fmla="*/ 31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1588 w 7637882"/>
                <a:gd name="connsiteY6" fmla="*/ 3175 h 2151839"/>
                <a:gd name="connsiteX0" fmla="*/ 862013 w 7637882"/>
                <a:gd name="connsiteY0" fmla="*/ 7143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62013 w 7637882"/>
                <a:gd name="connsiteY6" fmla="*/ 714375 h 2151839"/>
                <a:gd name="connsiteX0" fmla="*/ 862013 w 7637882"/>
                <a:gd name="connsiteY0" fmla="*/ 7143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62013 w 7637882"/>
                <a:gd name="connsiteY6" fmla="*/ 714375 h 2151839"/>
                <a:gd name="connsiteX0" fmla="*/ 862013 w 7637882"/>
                <a:gd name="connsiteY0" fmla="*/ 7143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62013 w 7637882"/>
                <a:gd name="connsiteY6" fmla="*/ 714375 h 2151839"/>
                <a:gd name="connsiteX0" fmla="*/ 862013 w 7637882"/>
                <a:gd name="connsiteY0" fmla="*/ 7143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62013 w 7637882"/>
                <a:gd name="connsiteY6" fmla="*/ 714375 h 2151839"/>
                <a:gd name="connsiteX0" fmla="*/ 871538 w 7637882"/>
                <a:gd name="connsiteY0" fmla="*/ 7270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71538 w 7637882"/>
                <a:gd name="connsiteY6" fmla="*/ 727075 h 2151839"/>
                <a:gd name="connsiteX0" fmla="*/ 871538 w 7637882"/>
                <a:gd name="connsiteY0" fmla="*/ 7270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71538 w 7637882"/>
                <a:gd name="connsiteY6" fmla="*/ 727075 h 2151839"/>
                <a:gd name="connsiteX0" fmla="*/ 871538 w 7637882"/>
                <a:gd name="connsiteY0" fmla="*/ 7270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71538 w 7637882"/>
                <a:gd name="connsiteY6" fmla="*/ 727075 h 2151839"/>
                <a:gd name="connsiteX0" fmla="*/ 871538 w 7637882"/>
                <a:gd name="connsiteY0" fmla="*/ 7270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71538 w 7637882"/>
                <a:gd name="connsiteY6" fmla="*/ 727075 h 2151839"/>
                <a:gd name="connsiteX0" fmla="*/ 1436071 w 8202415"/>
                <a:gd name="connsiteY0" fmla="*/ 727075 h 2151839"/>
                <a:gd name="connsiteX1" fmla="*/ 1428133 w 8202415"/>
                <a:gd name="connsiteY1" fmla="*/ 0 h 2151839"/>
                <a:gd name="connsiteX2" fmla="*/ 8202415 w 8202415"/>
                <a:gd name="connsiteY2" fmla="*/ 3175 h 2151839"/>
                <a:gd name="connsiteX3" fmla="*/ 8202415 w 8202415"/>
                <a:gd name="connsiteY3" fmla="*/ 2151839 h 2151839"/>
                <a:gd name="connsiteX4" fmla="*/ 566121 w 8202415"/>
                <a:gd name="connsiteY4" fmla="*/ 2151839 h 2151839"/>
                <a:gd name="connsiteX5" fmla="*/ 564533 w 8202415"/>
                <a:gd name="connsiteY5" fmla="*/ 1450976 h 2151839"/>
                <a:gd name="connsiteX6" fmla="*/ 564533 w 8202415"/>
                <a:gd name="connsiteY6" fmla="*/ 727076 h 2151839"/>
                <a:gd name="connsiteX7" fmla="*/ 1436071 w 8202415"/>
                <a:gd name="connsiteY7" fmla="*/ 727075 h 2151839"/>
                <a:gd name="connsiteX0" fmla="*/ 1436071 w 8202415"/>
                <a:gd name="connsiteY0" fmla="*/ 727075 h 2151839"/>
                <a:gd name="connsiteX1" fmla="*/ 1428133 w 8202415"/>
                <a:gd name="connsiteY1" fmla="*/ 0 h 2151839"/>
                <a:gd name="connsiteX2" fmla="*/ 8202415 w 8202415"/>
                <a:gd name="connsiteY2" fmla="*/ 3175 h 2151839"/>
                <a:gd name="connsiteX3" fmla="*/ 8202415 w 8202415"/>
                <a:gd name="connsiteY3" fmla="*/ 2151839 h 2151839"/>
                <a:gd name="connsiteX4" fmla="*/ 566121 w 8202415"/>
                <a:gd name="connsiteY4" fmla="*/ 2151839 h 2151839"/>
                <a:gd name="connsiteX5" fmla="*/ 564533 w 8202415"/>
                <a:gd name="connsiteY5" fmla="*/ 1450976 h 2151839"/>
                <a:gd name="connsiteX6" fmla="*/ 564533 w 8202415"/>
                <a:gd name="connsiteY6" fmla="*/ 727076 h 2151839"/>
                <a:gd name="connsiteX7" fmla="*/ 1436071 w 8202415"/>
                <a:gd name="connsiteY7" fmla="*/ 727075 h 2151839"/>
                <a:gd name="connsiteX0" fmla="*/ 1436071 w 8202415"/>
                <a:gd name="connsiteY0" fmla="*/ 727075 h 2151839"/>
                <a:gd name="connsiteX1" fmla="*/ 1428133 w 8202415"/>
                <a:gd name="connsiteY1" fmla="*/ 0 h 2151839"/>
                <a:gd name="connsiteX2" fmla="*/ 8202415 w 8202415"/>
                <a:gd name="connsiteY2" fmla="*/ 3175 h 2151839"/>
                <a:gd name="connsiteX3" fmla="*/ 8202415 w 8202415"/>
                <a:gd name="connsiteY3" fmla="*/ 2151839 h 2151839"/>
                <a:gd name="connsiteX4" fmla="*/ 566121 w 8202415"/>
                <a:gd name="connsiteY4" fmla="*/ 2151839 h 2151839"/>
                <a:gd name="connsiteX5" fmla="*/ 564533 w 8202415"/>
                <a:gd name="connsiteY5" fmla="*/ 1450976 h 2151839"/>
                <a:gd name="connsiteX6" fmla="*/ 564533 w 8202415"/>
                <a:gd name="connsiteY6" fmla="*/ 727076 h 2151839"/>
                <a:gd name="connsiteX7" fmla="*/ 1436071 w 8202415"/>
                <a:gd name="connsiteY7" fmla="*/ 727075 h 2151839"/>
                <a:gd name="connsiteX0" fmla="*/ 1436071 w 8202415"/>
                <a:gd name="connsiteY0" fmla="*/ 727075 h 2152651"/>
                <a:gd name="connsiteX1" fmla="*/ 1428133 w 8202415"/>
                <a:gd name="connsiteY1" fmla="*/ 0 h 2152651"/>
                <a:gd name="connsiteX2" fmla="*/ 8202415 w 8202415"/>
                <a:gd name="connsiteY2" fmla="*/ 3175 h 2152651"/>
                <a:gd name="connsiteX3" fmla="*/ 8202415 w 8202415"/>
                <a:gd name="connsiteY3" fmla="*/ 2151839 h 2152651"/>
                <a:gd name="connsiteX4" fmla="*/ 6473209 w 8202415"/>
                <a:gd name="connsiteY4" fmla="*/ 2152651 h 2152651"/>
                <a:gd name="connsiteX5" fmla="*/ 566121 w 8202415"/>
                <a:gd name="connsiteY5" fmla="*/ 2151839 h 2152651"/>
                <a:gd name="connsiteX6" fmla="*/ 564533 w 8202415"/>
                <a:gd name="connsiteY6" fmla="*/ 1450976 h 2152651"/>
                <a:gd name="connsiteX7" fmla="*/ 564533 w 8202415"/>
                <a:gd name="connsiteY7" fmla="*/ 727076 h 2152651"/>
                <a:gd name="connsiteX8" fmla="*/ 1436071 w 8202415"/>
                <a:gd name="connsiteY8" fmla="*/ 727075 h 2152651"/>
                <a:gd name="connsiteX0" fmla="*/ 1308455 w 8074799"/>
                <a:gd name="connsiteY0" fmla="*/ 727075 h 2152651"/>
                <a:gd name="connsiteX1" fmla="*/ 1300517 w 8074799"/>
                <a:gd name="connsiteY1" fmla="*/ 0 h 2152651"/>
                <a:gd name="connsiteX2" fmla="*/ 8074799 w 8074799"/>
                <a:gd name="connsiteY2" fmla="*/ 3175 h 2152651"/>
                <a:gd name="connsiteX3" fmla="*/ 8074799 w 8074799"/>
                <a:gd name="connsiteY3" fmla="*/ 2151839 h 2152651"/>
                <a:gd name="connsiteX4" fmla="*/ 6345593 w 8074799"/>
                <a:gd name="connsiteY4" fmla="*/ 2152651 h 2152651"/>
                <a:gd name="connsiteX5" fmla="*/ 6347180 w 8074799"/>
                <a:gd name="connsiteY5" fmla="*/ 1434289 h 2152651"/>
                <a:gd name="connsiteX6" fmla="*/ 436917 w 8074799"/>
                <a:gd name="connsiteY6" fmla="*/ 1450976 h 2152651"/>
                <a:gd name="connsiteX7" fmla="*/ 436917 w 8074799"/>
                <a:gd name="connsiteY7" fmla="*/ 727076 h 2152651"/>
                <a:gd name="connsiteX8" fmla="*/ 1308455 w 8074799"/>
                <a:gd name="connsiteY8" fmla="*/ 727075 h 2152651"/>
                <a:gd name="connsiteX0" fmla="*/ 1308455 w 8074799"/>
                <a:gd name="connsiteY0" fmla="*/ 727075 h 2152651"/>
                <a:gd name="connsiteX1" fmla="*/ 1300517 w 8074799"/>
                <a:gd name="connsiteY1" fmla="*/ 0 h 2152651"/>
                <a:gd name="connsiteX2" fmla="*/ 8074799 w 8074799"/>
                <a:gd name="connsiteY2" fmla="*/ 3175 h 2152651"/>
                <a:gd name="connsiteX3" fmla="*/ 8074799 w 8074799"/>
                <a:gd name="connsiteY3" fmla="*/ 2151839 h 2152651"/>
                <a:gd name="connsiteX4" fmla="*/ 6345593 w 8074799"/>
                <a:gd name="connsiteY4" fmla="*/ 2152651 h 2152651"/>
                <a:gd name="connsiteX5" fmla="*/ 6347180 w 8074799"/>
                <a:gd name="connsiteY5" fmla="*/ 1434289 h 2152651"/>
                <a:gd name="connsiteX6" fmla="*/ 436917 w 8074799"/>
                <a:gd name="connsiteY6" fmla="*/ 1450976 h 2152651"/>
                <a:gd name="connsiteX7" fmla="*/ 436917 w 8074799"/>
                <a:gd name="connsiteY7" fmla="*/ 727076 h 2152651"/>
                <a:gd name="connsiteX8" fmla="*/ 1308455 w 8074799"/>
                <a:gd name="connsiteY8" fmla="*/ 727075 h 2152651"/>
                <a:gd name="connsiteX0" fmla="*/ 1311576 w 8077920"/>
                <a:gd name="connsiteY0" fmla="*/ 727075 h 2152651"/>
                <a:gd name="connsiteX1" fmla="*/ 1303638 w 8077920"/>
                <a:gd name="connsiteY1" fmla="*/ 0 h 2152651"/>
                <a:gd name="connsiteX2" fmla="*/ 8077920 w 8077920"/>
                <a:gd name="connsiteY2" fmla="*/ 3175 h 2152651"/>
                <a:gd name="connsiteX3" fmla="*/ 8077920 w 8077920"/>
                <a:gd name="connsiteY3" fmla="*/ 2151839 h 2152651"/>
                <a:gd name="connsiteX4" fmla="*/ 6348714 w 8077920"/>
                <a:gd name="connsiteY4" fmla="*/ 2152651 h 2152651"/>
                <a:gd name="connsiteX5" fmla="*/ 6350301 w 8077920"/>
                <a:gd name="connsiteY5" fmla="*/ 1434289 h 2152651"/>
                <a:gd name="connsiteX6" fmla="*/ 440038 w 8077920"/>
                <a:gd name="connsiteY6" fmla="*/ 1450976 h 2152651"/>
                <a:gd name="connsiteX7" fmla="*/ 440038 w 8077920"/>
                <a:gd name="connsiteY7" fmla="*/ 727076 h 2152651"/>
                <a:gd name="connsiteX8" fmla="*/ 1311576 w 8077920"/>
                <a:gd name="connsiteY8" fmla="*/ 727075 h 2152651"/>
                <a:gd name="connsiteX0" fmla="*/ 871538 w 7637882"/>
                <a:gd name="connsiteY0" fmla="*/ 727075 h 2152651"/>
                <a:gd name="connsiteX1" fmla="*/ 863600 w 7637882"/>
                <a:gd name="connsiteY1" fmla="*/ 0 h 2152651"/>
                <a:gd name="connsiteX2" fmla="*/ 7637882 w 7637882"/>
                <a:gd name="connsiteY2" fmla="*/ 3175 h 2152651"/>
                <a:gd name="connsiteX3" fmla="*/ 7637882 w 7637882"/>
                <a:gd name="connsiteY3" fmla="*/ 2151839 h 2152651"/>
                <a:gd name="connsiteX4" fmla="*/ 5908676 w 7637882"/>
                <a:gd name="connsiteY4" fmla="*/ 2152651 h 2152651"/>
                <a:gd name="connsiteX5" fmla="*/ 5910263 w 7637882"/>
                <a:gd name="connsiteY5" fmla="*/ 1434289 h 2152651"/>
                <a:gd name="connsiteX6" fmla="*/ 0 w 7637882"/>
                <a:gd name="connsiteY6" fmla="*/ 1450976 h 2152651"/>
                <a:gd name="connsiteX7" fmla="*/ 0 w 7637882"/>
                <a:gd name="connsiteY7" fmla="*/ 727076 h 2152651"/>
                <a:gd name="connsiteX8" fmla="*/ 871538 w 7637882"/>
                <a:gd name="connsiteY8" fmla="*/ 727075 h 2152651"/>
                <a:gd name="connsiteX0" fmla="*/ 871538 w 7637882"/>
                <a:gd name="connsiteY0" fmla="*/ 727075 h 2152651"/>
                <a:gd name="connsiteX1" fmla="*/ 863600 w 7637882"/>
                <a:gd name="connsiteY1" fmla="*/ 0 h 2152651"/>
                <a:gd name="connsiteX2" fmla="*/ 7637882 w 7637882"/>
                <a:gd name="connsiteY2" fmla="*/ 3175 h 2152651"/>
                <a:gd name="connsiteX3" fmla="*/ 7637882 w 7637882"/>
                <a:gd name="connsiteY3" fmla="*/ 2151839 h 2152651"/>
                <a:gd name="connsiteX4" fmla="*/ 5908676 w 7637882"/>
                <a:gd name="connsiteY4" fmla="*/ 2152651 h 2152651"/>
                <a:gd name="connsiteX5" fmla="*/ 5910263 w 7637882"/>
                <a:gd name="connsiteY5" fmla="*/ 1434289 h 2152651"/>
                <a:gd name="connsiteX6" fmla="*/ 0 w 7637882"/>
                <a:gd name="connsiteY6" fmla="*/ 1450976 h 2152651"/>
                <a:gd name="connsiteX7" fmla="*/ 0 w 7637882"/>
                <a:gd name="connsiteY7" fmla="*/ 727076 h 2152651"/>
                <a:gd name="connsiteX8" fmla="*/ 871538 w 7637882"/>
                <a:gd name="connsiteY8" fmla="*/ 727075 h 2152651"/>
                <a:gd name="connsiteX0" fmla="*/ 871538 w 7637882"/>
                <a:gd name="connsiteY0" fmla="*/ 727075 h 2152651"/>
                <a:gd name="connsiteX1" fmla="*/ 863600 w 7637882"/>
                <a:gd name="connsiteY1" fmla="*/ 0 h 2152651"/>
                <a:gd name="connsiteX2" fmla="*/ 7637882 w 7637882"/>
                <a:gd name="connsiteY2" fmla="*/ 3175 h 2152651"/>
                <a:gd name="connsiteX3" fmla="*/ 7637882 w 7637882"/>
                <a:gd name="connsiteY3" fmla="*/ 2151839 h 2152651"/>
                <a:gd name="connsiteX4" fmla="*/ 5908676 w 7637882"/>
                <a:gd name="connsiteY4" fmla="*/ 2152651 h 2152651"/>
                <a:gd name="connsiteX5" fmla="*/ 5910263 w 7637882"/>
                <a:gd name="connsiteY5" fmla="*/ 1434289 h 2152651"/>
                <a:gd name="connsiteX6" fmla="*/ 0 w 7637882"/>
                <a:gd name="connsiteY6" fmla="*/ 1450976 h 2152651"/>
                <a:gd name="connsiteX7" fmla="*/ 0 w 7637882"/>
                <a:gd name="connsiteY7" fmla="*/ 727076 h 2152651"/>
                <a:gd name="connsiteX8" fmla="*/ 871538 w 7637882"/>
                <a:gd name="connsiteY8" fmla="*/ 727075 h 2152651"/>
                <a:gd name="connsiteX0" fmla="*/ 868363 w 7637882"/>
                <a:gd name="connsiteY0" fmla="*/ 727075 h 2152651"/>
                <a:gd name="connsiteX1" fmla="*/ 863600 w 7637882"/>
                <a:gd name="connsiteY1" fmla="*/ 0 h 2152651"/>
                <a:gd name="connsiteX2" fmla="*/ 7637882 w 7637882"/>
                <a:gd name="connsiteY2" fmla="*/ 3175 h 2152651"/>
                <a:gd name="connsiteX3" fmla="*/ 7637882 w 7637882"/>
                <a:gd name="connsiteY3" fmla="*/ 2151839 h 2152651"/>
                <a:gd name="connsiteX4" fmla="*/ 5908676 w 7637882"/>
                <a:gd name="connsiteY4" fmla="*/ 2152651 h 2152651"/>
                <a:gd name="connsiteX5" fmla="*/ 5910263 w 7637882"/>
                <a:gd name="connsiteY5" fmla="*/ 1434289 h 2152651"/>
                <a:gd name="connsiteX6" fmla="*/ 0 w 7637882"/>
                <a:gd name="connsiteY6" fmla="*/ 1450976 h 2152651"/>
                <a:gd name="connsiteX7" fmla="*/ 0 w 7637882"/>
                <a:gd name="connsiteY7" fmla="*/ 727076 h 2152651"/>
                <a:gd name="connsiteX8" fmla="*/ 868363 w 7637882"/>
                <a:gd name="connsiteY8" fmla="*/ 727075 h 2152651"/>
                <a:gd name="connsiteX0" fmla="*/ 868363 w 7637882"/>
                <a:gd name="connsiteY0" fmla="*/ 727075 h 2162176"/>
                <a:gd name="connsiteX1" fmla="*/ 863600 w 7637882"/>
                <a:gd name="connsiteY1" fmla="*/ 0 h 2162176"/>
                <a:gd name="connsiteX2" fmla="*/ 7637882 w 7637882"/>
                <a:gd name="connsiteY2" fmla="*/ 3175 h 2162176"/>
                <a:gd name="connsiteX3" fmla="*/ 7637882 w 7637882"/>
                <a:gd name="connsiteY3" fmla="*/ 2151839 h 2162176"/>
                <a:gd name="connsiteX4" fmla="*/ 5911851 w 7637882"/>
                <a:gd name="connsiteY4" fmla="*/ 2162176 h 2162176"/>
                <a:gd name="connsiteX5" fmla="*/ 5910263 w 7637882"/>
                <a:gd name="connsiteY5" fmla="*/ 1434289 h 2162176"/>
                <a:gd name="connsiteX6" fmla="*/ 0 w 7637882"/>
                <a:gd name="connsiteY6" fmla="*/ 1450976 h 2162176"/>
                <a:gd name="connsiteX7" fmla="*/ 0 w 7637882"/>
                <a:gd name="connsiteY7" fmla="*/ 727076 h 2162176"/>
                <a:gd name="connsiteX8" fmla="*/ 868363 w 7637882"/>
                <a:gd name="connsiteY8" fmla="*/ 727075 h 2162176"/>
                <a:gd name="connsiteX0" fmla="*/ 868363 w 7637882"/>
                <a:gd name="connsiteY0" fmla="*/ 727075 h 2162176"/>
                <a:gd name="connsiteX1" fmla="*/ 863600 w 7637882"/>
                <a:gd name="connsiteY1" fmla="*/ 0 h 2162176"/>
                <a:gd name="connsiteX2" fmla="*/ 7637882 w 7637882"/>
                <a:gd name="connsiteY2" fmla="*/ 3175 h 2162176"/>
                <a:gd name="connsiteX3" fmla="*/ 7602957 w 7637882"/>
                <a:gd name="connsiteY3" fmla="*/ 2155014 h 2162176"/>
                <a:gd name="connsiteX4" fmla="*/ 5911851 w 7637882"/>
                <a:gd name="connsiteY4" fmla="*/ 2162176 h 2162176"/>
                <a:gd name="connsiteX5" fmla="*/ 5910263 w 7637882"/>
                <a:gd name="connsiteY5" fmla="*/ 1434289 h 2162176"/>
                <a:gd name="connsiteX6" fmla="*/ 0 w 7637882"/>
                <a:gd name="connsiteY6" fmla="*/ 1450976 h 2162176"/>
                <a:gd name="connsiteX7" fmla="*/ 0 w 7637882"/>
                <a:gd name="connsiteY7" fmla="*/ 727076 h 2162176"/>
                <a:gd name="connsiteX8" fmla="*/ 868363 w 7637882"/>
                <a:gd name="connsiteY8" fmla="*/ 727075 h 2162176"/>
                <a:gd name="connsiteX0" fmla="*/ 868363 w 7637882"/>
                <a:gd name="connsiteY0" fmla="*/ 727075 h 2162176"/>
                <a:gd name="connsiteX1" fmla="*/ 863600 w 7637882"/>
                <a:gd name="connsiteY1" fmla="*/ 0 h 2162176"/>
                <a:gd name="connsiteX2" fmla="*/ 7637882 w 7637882"/>
                <a:gd name="connsiteY2" fmla="*/ 3175 h 2162176"/>
                <a:gd name="connsiteX3" fmla="*/ 7599782 w 7637882"/>
                <a:gd name="connsiteY3" fmla="*/ 2158189 h 2162176"/>
                <a:gd name="connsiteX4" fmla="*/ 5911851 w 7637882"/>
                <a:gd name="connsiteY4" fmla="*/ 2162176 h 2162176"/>
                <a:gd name="connsiteX5" fmla="*/ 5910263 w 7637882"/>
                <a:gd name="connsiteY5" fmla="*/ 1434289 h 2162176"/>
                <a:gd name="connsiteX6" fmla="*/ 0 w 7637882"/>
                <a:gd name="connsiteY6" fmla="*/ 1450976 h 2162176"/>
                <a:gd name="connsiteX7" fmla="*/ 0 w 7637882"/>
                <a:gd name="connsiteY7" fmla="*/ 727076 h 2162176"/>
                <a:gd name="connsiteX8" fmla="*/ 868363 w 7637882"/>
                <a:gd name="connsiteY8" fmla="*/ 727075 h 2162176"/>
                <a:gd name="connsiteX0" fmla="*/ 868363 w 7599782"/>
                <a:gd name="connsiteY0" fmla="*/ 727075 h 2162176"/>
                <a:gd name="connsiteX1" fmla="*/ 863600 w 7599782"/>
                <a:gd name="connsiteY1" fmla="*/ 0 h 2162176"/>
                <a:gd name="connsiteX2" fmla="*/ 7593432 w 7599782"/>
                <a:gd name="connsiteY2" fmla="*/ 3175 h 2162176"/>
                <a:gd name="connsiteX3" fmla="*/ 7599782 w 7599782"/>
                <a:gd name="connsiteY3" fmla="*/ 2158189 h 2162176"/>
                <a:gd name="connsiteX4" fmla="*/ 5911851 w 7599782"/>
                <a:gd name="connsiteY4" fmla="*/ 2162176 h 2162176"/>
                <a:gd name="connsiteX5" fmla="*/ 5910263 w 7599782"/>
                <a:gd name="connsiteY5" fmla="*/ 1434289 h 2162176"/>
                <a:gd name="connsiteX6" fmla="*/ 0 w 7599782"/>
                <a:gd name="connsiteY6" fmla="*/ 1450976 h 2162176"/>
                <a:gd name="connsiteX7" fmla="*/ 0 w 7599782"/>
                <a:gd name="connsiteY7" fmla="*/ 727076 h 2162176"/>
                <a:gd name="connsiteX8" fmla="*/ 868363 w 7599782"/>
                <a:gd name="connsiteY8" fmla="*/ 727075 h 2162176"/>
                <a:gd name="connsiteX0" fmla="*/ 868363 w 7599782"/>
                <a:gd name="connsiteY0" fmla="*/ 727075 h 2162176"/>
                <a:gd name="connsiteX1" fmla="*/ 863600 w 7599782"/>
                <a:gd name="connsiteY1" fmla="*/ 0 h 2162176"/>
                <a:gd name="connsiteX2" fmla="*/ 7593432 w 7599782"/>
                <a:gd name="connsiteY2" fmla="*/ 3175 h 2162176"/>
                <a:gd name="connsiteX3" fmla="*/ 7599782 w 7599782"/>
                <a:gd name="connsiteY3" fmla="*/ 2158189 h 2162176"/>
                <a:gd name="connsiteX4" fmla="*/ 6731001 w 7599782"/>
                <a:gd name="connsiteY4" fmla="*/ 2162175 h 2162176"/>
                <a:gd name="connsiteX5" fmla="*/ 5911851 w 7599782"/>
                <a:gd name="connsiteY5" fmla="*/ 2162176 h 2162176"/>
                <a:gd name="connsiteX6" fmla="*/ 5910263 w 7599782"/>
                <a:gd name="connsiteY6" fmla="*/ 1434289 h 2162176"/>
                <a:gd name="connsiteX7" fmla="*/ 0 w 7599782"/>
                <a:gd name="connsiteY7" fmla="*/ 1450976 h 2162176"/>
                <a:gd name="connsiteX8" fmla="*/ 0 w 7599782"/>
                <a:gd name="connsiteY8" fmla="*/ 727076 h 2162176"/>
                <a:gd name="connsiteX9" fmla="*/ 868363 w 7599782"/>
                <a:gd name="connsiteY9" fmla="*/ 727075 h 2162176"/>
                <a:gd name="connsiteX0" fmla="*/ 868363 w 8094215"/>
                <a:gd name="connsiteY0" fmla="*/ 727075 h 2162176"/>
                <a:gd name="connsiteX1" fmla="*/ 863600 w 8094215"/>
                <a:gd name="connsiteY1" fmla="*/ 0 h 2162176"/>
                <a:gd name="connsiteX2" fmla="*/ 7593432 w 8094215"/>
                <a:gd name="connsiteY2" fmla="*/ 3175 h 2162176"/>
                <a:gd name="connsiteX3" fmla="*/ 7600951 w 8094215"/>
                <a:gd name="connsiteY3" fmla="*/ 1454150 h 2162176"/>
                <a:gd name="connsiteX4" fmla="*/ 7599782 w 8094215"/>
                <a:gd name="connsiteY4" fmla="*/ 2158189 h 2162176"/>
                <a:gd name="connsiteX5" fmla="*/ 6731001 w 8094215"/>
                <a:gd name="connsiteY5" fmla="*/ 2162175 h 2162176"/>
                <a:gd name="connsiteX6" fmla="*/ 5911851 w 8094215"/>
                <a:gd name="connsiteY6" fmla="*/ 2162176 h 2162176"/>
                <a:gd name="connsiteX7" fmla="*/ 5910263 w 8094215"/>
                <a:gd name="connsiteY7" fmla="*/ 1434289 h 2162176"/>
                <a:gd name="connsiteX8" fmla="*/ 0 w 8094215"/>
                <a:gd name="connsiteY8" fmla="*/ 1450976 h 2162176"/>
                <a:gd name="connsiteX9" fmla="*/ 0 w 8094215"/>
                <a:gd name="connsiteY9" fmla="*/ 727076 h 2162176"/>
                <a:gd name="connsiteX10" fmla="*/ 868363 w 8094215"/>
                <a:gd name="connsiteY10" fmla="*/ 727075 h 2162176"/>
                <a:gd name="connsiteX0" fmla="*/ 868363 w 8093611"/>
                <a:gd name="connsiteY0" fmla="*/ 727075 h 2162176"/>
                <a:gd name="connsiteX1" fmla="*/ 863600 w 8093611"/>
                <a:gd name="connsiteY1" fmla="*/ 0 h 2162176"/>
                <a:gd name="connsiteX2" fmla="*/ 7593432 w 8093611"/>
                <a:gd name="connsiteY2" fmla="*/ 3175 h 2162176"/>
                <a:gd name="connsiteX3" fmla="*/ 7600951 w 8093611"/>
                <a:gd name="connsiteY3" fmla="*/ 1454150 h 2162176"/>
                <a:gd name="connsiteX4" fmla="*/ 7599782 w 8093611"/>
                <a:gd name="connsiteY4" fmla="*/ 2158189 h 2162176"/>
                <a:gd name="connsiteX5" fmla="*/ 6731001 w 8093611"/>
                <a:gd name="connsiteY5" fmla="*/ 2162175 h 2162176"/>
                <a:gd name="connsiteX6" fmla="*/ 5911851 w 8093611"/>
                <a:gd name="connsiteY6" fmla="*/ 2162176 h 2162176"/>
                <a:gd name="connsiteX7" fmla="*/ 5910263 w 8093611"/>
                <a:gd name="connsiteY7" fmla="*/ 1434289 h 2162176"/>
                <a:gd name="connsiteX8" fmla="*/ 0 w 8093611"/>
                <a:gd name="connsiteY8" fmla="*/ 1450976 h 2162176"/>
                <a:gd name="connsiteX9" fmla="*/ 0 w 8093611"/>
                <a:gd name="connsiteY9" fmla="*/ 727076 h 2162176"/>
                <a:gd name="connsiteX10" fmla="*/ 868363 w 8093611"/>
                <a:gd name="connsiteY10" fmla="*/ 727075 h 2162176"/>
                <a:gd name="connsiteX0" fmla="*/ 868363 w 8093611"/>
                <a:gd name="connsiteY0" fmla="*/ 727075 h 2162176"/>
                <a:gd name="connsiteX1" fmla="*/ 863600 w 8093611"/>
                <a:gd name="connsiteY1" fmla="*/ 0 h 2162176"/>
                <a:gd name="connsiteX2" fmla="*/ 7593432 w 8093611"/>
                <a:gd name="connsiteY2" fmla="*/ 3175 h 2162176"/>
                <a:gd name="connsiteX3" fmla="*/ 7600951 w 8093611"/>
                <a:gd name="connsiteY3" fmla="*/ 1454150 h 2162176"/>
                <a:gd name="connsiteX4" fmla="*/ 7599782 w 8093611"/>
                <a:gd name="connsiteY4" fmla="*/ 2158189 h 2162176"/>
                <a:gd name="connsiteX5" fmla="*/ 6731001 w 8093611"/>
                <a:gd name="connsiteY5" fmla="*/ 2162175 h 2162176"/>
                <a:gd name="connsiteX6" fmla="*/ 5911851 w 8093611"/>
                <a:gd name="connsiteY6" fmla="*/ 2162176 h 2162176"/>
                <a:gd name="connsiteX7" fmla="*/ 5910263 w 8093611"/>
                <a:gd name="connsiteY7" fmla="*/ 1434289 h 2162176"/>
                <a:gd name="connsiteX8" fmla="*/ 0 w 8093611"/>
                <a:gd name="connsiteY8" fmla="*/ 1450976 h 2162176"/>
                <a:gd name="connsiteX9" fmla="*/ 0 w 8093611"/>
                <a:gd name="connsiteY9" fmla="*/ 727076 h 2162176"/>
                <a:gd name="connsiteX10" fmla="*/ 868363 w 8093611"/>
                <a:gd name="connsiteY10" fmla="*/ 727075 h 2162176"/>
                <a:gd name="connsiteX0" fmla="*/ 868363 w 7664765"/>
                <a:gd name="connsiteY0" fmla="*/ 727075 h 2162176"/>
                <a:gd name="connsiteX1" fmla="*/ 863600 w 7664765"/>
                <a:gd name="connsiteY1" fmla="*/ 0 h 2162176"/>
                <a:gd name="connsiteX2" fmla="*/ 7593432 w 7664765"/>
                <a:gd name="connsiteY2" fmla="*/ 3175 h 2162176"/>
                <a:gd name="connsiteX3" fmla="*/ 7600951 w 7664765"/>
                <a:gd name="connsiteY3" fmla="*/ 1454150 h 2162176"/>
                <a:gd name="connsiteX4" fmla="*/ 7599782 w 7664765"/>
                <a:gd name="connsiteY4" fmla="*/ 2158189 h 2162176"/>
                <a:gd name="connsiteX5" fmla="*/ 6731001 w 7664765"/>
                <a:gd name="connsiteY5" fmla="*/ 2162175 h 2162176"/>
                <a:gd name="connsiteX6" fmla="*/ 5911851 w 7664765"/>
                <a:gd name="connsiteY6" fmla="*/ 2162176 h 2162176"/>
                <a:gd name="connsiteX7" fmla="*/ 5910263 w 7664765"/>
                <a:gd name="connsiteY7" fmla="*/ 1434289 h 2162176"/>
                <a:gd name="connsiteX8" fmla="*/ 0 w 7664765"/>
                <a:gd name="connsiteY8" fmla="*/ 1450976 h 2162176"/>
                <a:gd name="connsiteX9" fmla="*/ 0 w 7664765"/>
                <a:gd name="connsiteY9" fmla="*/ 727076 h 2162176"/>
                <a:gd name="connsiteX10" fmla="*/ 868363 w 7664765"/>
                <a:gd name="connsiteY10" fmla="*/ 727075 h 2162176"/>
                <a:gd name="connsiteX0" fmla="*/ 868363 w 7664765"/>
                <a:gd name="connsiteY0" fmla="*/ 727075 h 2162176"/>
                <a:gd name="connsiteX1" fmla="*/ 863600 w 7664765"/>
                <a:gd name="connsiteY1" fmla="*/ 0 h 2162176"/>
                <a:gd name="connsiteX2" fmla="*/ 7593432 w 7664765"/>
                <a:gd name="connsiteY2" fmla="*/ 3175 h 2162176"/>
                <a:gd name="connsiteX3" fmla="*/ 7600951 w 7664765"/>
                <a:gd name="connsiteY3" fmla="*/ 1454150 h 2162176"/>
                <a:gd name="connsiteX4" fmla="*/ 7599782 w 7664765"/>
                <a:gd name="connsiteY4" fmla="*/ 2158189 h 2162176"/>
                <a:gd name="connsiteX5" fmla="*/ 6731001 w 7664765"/>
                <a:gd name="connsiteY5" fmla="*/ 2162175 h 2162176"/>
                <a:gd name="connsiteX6" fmla="*/ 5911851 w 7664765"/>
                <a:gd name="connsiteY6" fmla="*/ 2162176 h 2162176"/>
                <a:gd name="connsiteX7" fmla="*/ 5910263 w 7664765"/>
                <a:gd name="connsiteY7" fmla="*/ 1434289 h 2162176"/>
                <a:gd name="connsiteX8" fmla="*/ 0 w 7664765"/>
                <a:gd name="connsiteY8" fmla="*/ 1450976 h 2162176"/>
                <a:gd name="connsiteX9" fmla="*/ 0 w 7664765"/>
                <a:gd name="connsiteY9" fmla="*/ 727076 h 2162176"/>
                <a:gd name="connsiteX10" fmla="*/ 868363 w 7664765"/>
                <a:gd name="connsiteY10" fmla="*/ 727075 h 2162176"/>
                <a:gd name="connsiteX0" fmla="*/ 868363 w 7601163"/>
                <a:gd name="connsiteY0" fmla="*/ 727075 h 2162176"/>
                <a:gd name="connsiteX1" fmla="*/ 863600 w 7601163"/>
                <a:gd name="connsiteY1" fmla="*/ 0 h 2162176"/>
                <a:gd name="connsiteX2" fmla="*/ 7593432 w 7601163"/>
                <a:gd name="connsiteY2" fmla="*/ 3175 h 2162176"/>
                <a:gd name="connsiteX3" fmla="*/ 7600951 w 7601163"/>
                <a:gd name="connsiteY3" fmla="*/ 1454150 h 2162176"/>
                <a:gd name="connsiteX4" fmla="*/ 7599782 w 7601163"/>
                <a:gd name="connsiteY4" fmla="*/ 2158189 h 2162176"/>
                <a:gd name="connsiteX5" fmla="*/ 6731001 w 7601163"/>
                <a:gd name="connsiteY5" fmla="*/ 2162175 h 2162176"/>
                <a:gd name="connsiteX6" fmla="*/ 5911851 w 7601163"/>
                <a:gd name="connsiteY6" fmla="*/ 2162176 h 2162176"/>
                <a:gd name="connsiteX7" fmla="*/ 5910263 w 7601163"/>
                <a:gd name="connsiteY7" fmla="*/ 1434289 h 2162176"/>
                <a:gd name="connsiteX8" fmla="*/ 0 w 7601163"/>
                <a:gd name="connsiteY8" fmla="*/ 1450976 h 2162176"/>
                <a:gd name="connsiteX9" fmla="*/ 0 w 7601163"/>
                <a:gd name="connsiteY9" fmla="*/ 727076 h 2162176"/>
                <a:gd name="connsiteX10" fmla="*/ 868363 w 7601163"/>
                <a:gd name="connsiteY10" fmla="*/ 727075 h 2162176"/>
                <a:gd name="connsiteX0" fmla="*/ 868363 w 7602957"/>
                <a:gd name="connsiteY0" fmla="*/ 727075 h 2167714"/>
                <a:gd name="connsiteX1" fmla="*/ 863600 w 7602957"/>
                <a:gd name="connsiteY1" fmla="*/ 0 h 2167714"/>
                <a:gd name="connsiteX2" fmla="*/ 7593432 w 7602957"/>
                <a:gd name="connsiteY2" fmla="*/ 3175 h 2167714"/>
                <a:gd name="connsiteX3" fmla="*/ 7600951 w 7602957"/>
                <a:gd name="connsiteY3" fmla="*/ 1454150 h 2167714"/>
                <a:gd name="connsiteX4" fmla="*/ 7602957 w 7602957"/>
                <a:gd name="connsiteY4" fmla="*/ 2167714 h 2167714"/>
                <a:gd name="connsiteX5" fmla="*/ 6731001 w 7602957"/>
                <a:gd name="connsiteY5" fmla="*/ 2162175 h 2167714"/>
                <a:gd name="connsiteX6" fmla="*/ 5911851 w 7602957"/>
                <a:gd name="connsiteY6" fmla="*/ 2162176 h 2167714"/>
                <a:gd name="connsiteX7" fmla="*/ 5910263 w 7602957"/>
                <a:gd name="connsiteY7" fmla="*/ 1434289 h 2167714"/>
                <a:gd name="connsiteX8" fmla="*/ 0 w 7602957"/>
                <a:gd name="connsiteY8" fmla="*/ 1450976 h 2167714"/>
                <a:gd name="connsiteX9" fmla="*/ 0 w 7602957"/>
                <a:gd name="connsiteY9" fmla="*/ 727076 h 2167714"/>
                <a:gd name="connsiteX10" fmla="*/ 868363 w 7602957"/>
                <a:gd name="connsiteY10" fmla="*/ 727075 h 2167714"/>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54150 h 2162176"/>
                <a:gd name="connsiteX4" fmla="*/ 6736182 w 7600951"/>
                <a:gd name="connsiteY4" fmla="*/ 1466039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0 w 7600951"/>
                <a:gd name="connsiteY8" fmla="*/ 1450976 h 2162176"/>
                <a:gd name="connsiteX9" fmla="*/ 0 w 7600951"/>
                <a:gd name="connsiteY9" fmla="*/ 727076 h 2162176"/>
                <a:gd name="connsiteX10" fmla="*/ 868363 w 7600951"/>
                <a:gd name="connsiteY10" fmla="*/ 727075 h 2162176"/>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54150 h 2162176"/>
                <a:gd name="connsiteX4" fmla="*/ 6736182 w 7600951"/>
                <a:gd name="connsiteY4" fmla="*/ 1466039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0 w 7600951"/>
                <a:gd name="connsiteY8" fmla="*/ 1450976 h 2162176"/>
                <a:gd name="connsiteX9" fmla="*/ 0 w 7600951"/>
                <a:gd name="connsiteY9" fmla="*/ 727076 h 2162176"/>
                <a:gd name="connsiteX10" fmla="*/ 868363 w 7600951"/>
                <a:gd name="connsiteY10" fmla="*/ 727075 h 2162176"/>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54150 h 2162176"/>
                <a:gd name="connsiteX4" fmla="*/ 6736182 w 7600951"/>
                <a:gd name="connsiteY4" fmla="*/ 1450164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0 w 7600951"/>
                <a:gd name="connsiteY8" fmla="*/ 1450976 h 2162176"/>
                <a:gd name="connsiteX9" fmla="*/ 0 w 7600951"/>
                <a:gd name="connsiteY9" fmla="*/ 727076 h 2162176"/>
                <a:gd name="connsiteX10" fmla="*/ 868363 w 7600951"/>
                <a:gd name="connsiteY10" fmla="*/ 727075 h 2162176"/>
                <a:gd name="connsiteX0" fmla="*/ 868363 w 7600953"/>
                <a:gd name="connsiteY0" fmla="*/ 727075 h 2162176"/>
                <a:gd name="connsiteX1" fmla="*/ 863600 w 7600953"/>
                <a:gd name="connsiteY1" fmla="*/ 0 h 2162176"/>
                <a:gd name="connsiteX2" fmla="*/ 7593432 w 7600953"/>
                <a:gd name="connsiteY2" fmla="*/ 3175 h 2162176"/>
                <a:gd name="connsiteX3" fmla="*/ 7600951 w 7600953"/>
                <a:gd name="connsiteY3" fmla="*/ 1454150 h 2162176"/>
                <a:gd name="connsiteX4" fmla="*/ 6736182 w 7600953"/>
                <a:gd name="connsiteY4" fmla="*/ 1450164 h 2162176"/>
                <a:gd name="connsiteX5" fmla="*/ 6731001 w 7600953"/>
                <a:gd name="connsiteY5" fmla="*/ 2162175 h 2162176"/>
                <a:gd name="connsiteX6" fmla="*/ 5911851 w 7600953"/>
                <a:gd name="connsiteY6" fmla="*/ 2162176 h 2162176"/>
                <a:gd name="connsiteX7" fmla="*/ 5910263 w 7600953"/>
                <a:gd name="connsiteY7" fmla="*/ 1434289 h 2162176"/>
                <a:gd name="connsiteX8" fmla="*/ 0 w 7600953"/>
                <a:gd name="connsiteY8" fmla="*/ 1450976 h 2162176"/>
                <a:gd name="connsiteX9" fmla="*/ 0 w 7600953"/>
                <a:gd name="connsiteY9" fmla="*/ 727076 h 2162176"/>
                <a:gd name="connsiteX10" fmla="*/ 868363 w 7600953"/>
                <a:gd name="connsiteY10" fmla="*/ 727075 h 2162176"/>
                <a:gd name="connsiteX0" fmla="*/ 868363 w 7600953"/>
                <a:gd name="connsiteY0" fmla="*/ 727075 h 2162176"/>
                <a:gd name="connsiteX1" fmla="*/ 863600 w 7600953"/>
                <a:gd name="connsiteY1" fmla="*/ 0 h 2162176"/>
                <a:gd name="connsiteX2" fmla="*/ 7593432 w 7600953"/>
                <a:gd name="connsiteY2" fmla="*/ 3175 h 2162176"/>
                <a:gd name="connsiteX3" fmla="*/ 7600951 w 7600953"/>
                <a:gd name="connsiteY3" fmla="*/ 1454150 h 2162176"/>
                <a:gd name="connsiteX4" fmla="*/ 6736182 w 7600953"/>
                <a:gd name="connsiteY4" fmla="*/ 1450164 h 2162176"/>
                <a:gd name="connsiteX5" fmla="*/ 6731001 w 7600953"/>
                <a:gd name="connsiteY5" fmla="*/ 2162175 h 2162176"/>
                <a:gd name="connsiteX6" fmla="*/ 5911851 w 7600953"/>
                <a:gd name="connsiteY6" fmla="*/ 2162176 h 2162176"/>
                <a:gd name="connsiteX7" fmla="*/ 5910263 w 7600953"/>
                <a:gd name="connsiteY7" fmla="*/ 1434289 h 2162176"/>
                <a:gd name="connsiteX8" fmla="*/ 0 w 7600953"/>
                <a:gd name="connsiteY8" fmla="*/ 1450976 h 2162176"/>
                <a:gd name="connsiteX9" fmla="*/ 0 w 7600953"/>
                <a:gd name="connsiteY9" fmla="*/ 727076 h 2162176"/>
                <a:gd name="connsiteX10" fmla="*/ 868363 w 7600953"/>
                <a:gd name="connsiteY10" fmla="*/ 727075 h 2162176"/>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54150 h 2162176"/>
                <a:gd name="connsiteX4" fmla="*/ 6736182 w 7600951"/>
                <a:gd name="connsiteY4" fmla="*/ 1450164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0 w 7600951"/>
                <a:gd name="connsiteY8" fmla="*/ 1450976 h 2162176"/>
                <a:gd name="connsiteX9" fmla="*/ 0 w 7600951"/>
                <a:gd name="connsiteY9" fmla="*/ 727076 h 2162176"/>
                <a:gd name="connsiteX10" fmla="*/ 868363 w 7600951"/>
                <a:gd name="connsiteY10" fmla="*/ 727075 h 2162176"/>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47800 h 2162176"/>
                <a:gd name="connsiteX4" fmla="*/ 6736182 w 7600951"/>
                <a:gd name="connsiteY4" fmla="*/ 1450164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0 w 7600951"/>
                <a:gd name="connsiteY8" fmla="*/ 1450976 h 2162176"/>
                <a:gd name="connsiteX9" fmla="*/ 0 w 7600951"/>
                <a:gd name="connsiteY9" fmla="*/ 727076 h 2162176"/>
                <a:gd name="connsiteX10" fmla="*/ 868363 w 7600951"/>
                <a:gd name="connsiteY10" fmla="*/ 727075 h 2162176"/>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47800 h 2162176"/>
                <a:gd name="connsiteX4" fmla="*/ 6736182 w 7600951"/>
                <a:gd name="connsiteY4" fmla="*/ 1450164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0 w 7600951"/>
                <a:gd name="connsiteY8" fmla="*/ 1450976 h 2162176"/>
                <a:gd name="connsiteX9" fmla="*/ 0 w 7600951"/>
                <a:gd name="connsiteY9" fmla="*/ 727076 h 2162176"/>
                <a:gd name="connsiteX10" fmla="*/ 868363 w 7600951"/>
                <a:gd name="connsiteY10" fmla="*/ 727075 h 2162176"/>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47800 h 2162176"/>
                <a:gd name="connsiteX4" fmla="*/ 6736182 w 7600951"/>
                <a:gd name="connsiteY4" fmla="*/ 1450164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849314 w 7600951"/>
                <a:gd name="connsiteY8" fmla="*/ 1444625 h 2162176"/>
                <a:gd name="connsiteX9" fmla="*/ 0 w 7600951"/>
                <a:gd name="connsiteY9" fmla="*/ 1450976 h 2162176"/>
                <a:gd name="connsiteX10" fmla="*/ 0 w 7600951"/>
                <a:gd name="connsiteY10" fmla="*/ 727076 h 2162176"/>
                <a:gd name="connsiteX11" fmla="*/ 868363 w 7600951"/>
                <a:gd name="connsiteY11" fmla="*/ 727075 h 2162176"/>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47800 h 2162176"/>
                <a:gd name="connsiteX4" fmla="*/ 6736182 w 7600951"/>
                <a:gd name="connsiteY4" fmla="*/ 1450164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849314 w 7600951"/>
                <a:gd name="connsiteY8" fmla="*/ 1444625 h 2162176"/>
                <a:gd name="connsiteX9" fmla="*/ 0 w 7600951"/>
                <a:gd name="connsiteY9" fmla="*/ 727076 h 2162176"/>
                <a:gd name="connsiteX10" fmla="*/ 868363 w 7600951"/>
                <a:gd name="connsiteY10" fmla="*/ 727075 h 2162176"/>
                <a:gd name="connsiteX0" fmla="*/ 19049 w 6751637"/>
                <a:gd name="connsiteY0" fmla="*/ 727075 h 2162176"/>
                <a:gd name="connsiteX1" fmla="*/ 14286 w 6751637"/>
                <a:gd name="connsiteY1" fmla="*/ 0 h 2162176"/>
                <a:gd name="connsiteX2" fmla="*/ 6744118 w 6751637"/>
                <a:gd name="connsiteY2" fmla="*/ 3175 h 2162176"/>
                <a:gd name="connsiteX3" fmla="*/ 6751637 w 6751637"/>
                <a:gd name="connsiteY3" fmla="*/ 1447800 h 2162176"/>
                <a:gd name="connsiteX4" fmla="*/ 5886868 w 6751637"/>
                <a:gd name="connsiteY4" fmla="*/ 1450164 h 2162176"/>
                <a:gd name="connsiteX5" fmla="*/ 5881687 w 6751637"/>
                <a:gd name="connsiteY5" fmla="*/ 2162175 h 2162176"/>
                <a:gd name="connsiteX6" fmla="*/ 5062537 w 6751637"/>
                <a:gd name="connsiteY6" fmla="*/ 2162176 h 2162176"/>
                <a:gd name="connsiteX7" fmla="*/ 5060949 w 6751637"/>
                <a:gd name="connsiteY7" fmla="*/ 1434289 h 2162176"/>
                <a:gd name="connsiteX8" fmla="*/ 0 w 6751637"/>
                <a:gd name="connsiteY8" fmla="*/ 1444625 h 2162176"/>
                <a:gd name="connsiteX9" fmla="*/ 19049 w 6751637"/>
                <a:gd name="connsiteY9" fmla="*/ 727075 h 2162176"/>
                <a:gd name="connsiteX0" fmla="*/ 4763 w 6737351"/>
                <a:gd name="connsiteY0" fmla="*/ 727075 h 2162176"/>
                <a:gd name="connsiteX1" fmla="*/ 0 w 6737351"/>
                <a:gd name="connsiteY1" fmla="*/ 0 h 2162176"/>
                <a:gd name="connsiteX2" fmla="*/ 6729832 w 6737351"/>
                <a:gd name="connsiteY2" fmla="*/ 3175 h 2162176"/>
                <a:gd name="connsiteX3" fmla="*/ 6737351 w 6737351"/>
                <a:gd name="connsiteY3" fmla="*/ 1447800 h 2162176"/>
                <a:gd name="connsiteX4" fmla="*/ 5872582 w 6737351"/>
                <a:gd name="connsiteY4" fmla="*/ 1450164 h 2162176"/>
                <a:gd name="connsiteX5" fmla="*/ 5867401 w 6737351"/>
                <a:gd name="connsiteY5" fmla="*/ 2162175 h 2162176"/>
                <a:gd name="connsiteX6" fmla="*/ 5048251 w 6737351"/>
                <a:gd name="connsiteY6" fmla="*/ 2162176 h 2162176"/>
                <a:gd name="connsiteX7" fmla="*/ 5046663 w 6737351"/>
                <a:gd name="connsiteY7" fmla="*/ 1434289 h 2162176"/>
                <a:gd name="connsiteX8" fmla="*/ 4764 w 6737351"/>
                <a:gd name="connsiteY8" fmla="*/ 1444625 h 2162176"/>
                <a:gd name="connsiteX9" fmla="*/ 4763 w 6737351"/>
                <a:gd name="connsiteY9" fmla="*/ 727075 h 2162176"/>
                <a:gd name="csX0" fmla="*/ 4763 w 6760088"/>
                <a:gd name="csY0" fmla="*/ 727075 h 2172463"/>
                <a:gd name="csX1" fmla="*/ 0 w 6760088"/>
                <a:gd name="csY1" fmla="*/ 0 h 2172463"/>
                <a:gd name="csX2" fmla="*/ 6729832 w 6760088"/>
                <a:gd name="csY2" fmla="*/ 3175 h 2172463"/>
                <a:gd name="csX3" fmla="*/ 6737351 w 6760088"/>
                <a:gd name="csY3" fmla="*/ 1447800 h 2172463"/>
                <a:gd name="csX4" fmla="*/ 6760088 w 6760088"/>
                <a:gd name="csY4" fmla="*/ 2172463 h 2172463"/>
                <a:gd name="csX5" fmla="*/ 5867401 w 6760088"/>
                <a:gd name="csY5" fmla="*/ 2162175 h 2172463"/>
                <a:gd name="csX6" fmla="*/ 5048251 w 6760088"/>
                <a:gd name="csY6" fmla="*/ 2162176 h 2172463"/>
                <a:gd name="csX7" fmla="*/ 5046663 w 6760088"/>
                <a:gd name="csY7" fmla="*/ 1434289 h 2172463"/>
                <a:gd name="csX8" fmla="*/ 4764 w 6760088"/>
                <a:gd name="csY8" fmla="*/ 1444625 h 2172463"/>
                <a:gd name="csX9" fmla="*/ 4763 w 6760088"/>
                <a:gd name="csY9" fmla="*/ 727075 h 21724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760088" h="2172463">
                  <a:moveTo>
                    <a:pt x="4763" y="727075"/>
                  </a:moveTo>
                  <a:cubicBezTo>
                    <a:pt x="3175" y="484717"/>
                    <a:pt x="1588" y="242358"/>
                    <a:pt x="0" y="0"/>
                  </a:cubicBezTo>
                  <a:lnTo>
                    <a:pt x="6729832" y="3175"/>
                  </a:lnTo>
                  <a:cubicBezTo>
                    <a:pt x="6733591" y="728662"/>
                    <a:pt x="6733591" y="722312"/>
                    <a:pt x="6737351" y="1447800"/>
                  </a:cubicBezTo>
                  <a:lnTo>
                    <a:pt x="6760088" y="2172463"/>
                  </a:lnTo>
                  <a:lnTo>
                    <a:pt x="5867401" y="2162175"/>
                  </a:lnTo>
                  <a:lnTo>
                    <a:pt x="5048251" y="2162176"/>
                  </a:lnTo>
                  <a:cubicBezTo>
                    <a:pt x="5048780" y="1922722"/>
                    <a:pt x="5045869" y="1793470"/>
                    <a:pt x="5046663" y="1434289"/>
                  </a:cubicBezTo>
                  <a:lnTo>
                    <a:pt x="4764" y="1444625"/>
                  </a:lnTo>
                  <a:cubicBezTo>
                    <a:pt x="4764" y="1205442"/>
                    <a:pt x="4763" y="966258"/>
                    <a:pt x="4763" y="727075"/>
                  </a:cubicBezTo>
                  <a:close/>
                </a:path>
              </a:pathLst>
            </a:cu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80" name="Group 179">
              <a:extLst>
                <a:ext uri="{FF2B5EF4-FFF2-40B4-BE49-F238E27FC236}">
                  <a16:creationId xmlns:a16="http://schemas.microsoft.com/office/drawing/2014/main" id="{7DFFBB60-69B7-2A7D-834A-A67E49096546}"/>
                </a:ext>
              </a:extLst>
            </p:cNvPr>
            <p:cNvGrpSpPr/>
            <p:nvPr/>
          </p:nvGrpSpPr>
          <p:grpSpPr>
            <a:xfrm>
              <a:off x="5744907" y="6006947"/>
              <a:ext cx="2761269" cy="858658"/>
              <a:chOff x="6788248" y="6005949"/>
              <a:chExt cx="2761269" cy="858658"/>
            </a:xfrm>
          </p:grpSpPr>
          <p:sp>
            <p:nvSpPr>
              <p:cNvPr id="160" name="Rectangle 159">
                <a:extLst>
                  <a:ext uri="{FF2B5EF4-FFF2-40B4-BE49-F238E27FC236}">
                    <a16:creationId xmlns:a16="http://schemas.microsoft.com/office/drawing/2014/main" id="{4E8DEC70-6C7F-9FEB-DEEA-09E9329BD7DD}"/>
                  </a:ext>
                </a:extLst>
              </p:cNvPr>
              <p:cNvSpPr/>
              <p:nvPr/>
            </p:nvSpPr>
            <p:spPr>
              <a:xfrm>
                <a:off x="6788249" y="6005949"/>
                <a:ext cx="2726222" cy="858658"/>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TextBox 160">
                <a:extLst>
                  <a:ext uri="{FF2B5EF4-FFF2-40B4-BE49-F238E27FC236}">
                    <a16:creationId xmlns:a16="http://schemas.microsoft.com/office/drawing/2014/main" id="{0306B742-BB26-D149-2B2D-644EECA7342D}"/>
                  </a:ext>
                </a:extLst>
              </p:cNvPr>
              <p:cNvSpPr txBox="1"/>
              <p:nvPr/>
            </p:nvSpPr>
            <p:spPr>
              <a:xfrm>
                <a:off x="6788248" y="6100008"/>
                <a:ext cx="2761269"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prstClr val="white">
                        <a:lumMod val="85000"/>
                      </a:prstClr>
                    </a:solidFill>
                    <a:effectLst/>
                    <a:uLnTx/>
                    <a:uFillTx/>
                    <a:latin typeface="Calibri" panose="020F0502020204030204"/>
                    <a:ea typeface="+mn-ea"/>
                    <a:cs typeface="+mn-cs"/>
                  </a:rPr>
                  <a:t>Infrastructure</a:t>
                </a:r>
              </a:p>
            </p:txBody>
          </p:sp>
        </p:grpSp>
        <p:grpSp>
          <p:nvGrpSpPr>
            <p:cNvPr id="2199" name="Group 2198">
              <a:extLst>
                <a:ext uri="{FF2B5EF4-FFF2-40B4-BE49-F238E27FC236}">
                  <a16:creationId xmlns:a16="http://schemas.microsoft.com/office/drawing/2014/main" id="{C30E574C-CB02-709D-C959-25550015B62D}"/>
                </a:ext>
              </a:extLst>
            </p:cNvPr>
            <p:cNvGrpSpPr/>
            <p:nvPr/>
          </p:nvGrpSpPr>
          <p:grpSpPr>
            <a:xfrm>
              <a:off x="7959193" y="3698227"/>
              <a:ext cx="721206" cy="609701"/>
              <a:chOff x="9258526" y="5012622"/>
              <a:chExt cx="871904" cy="748695"/>
            </a:xfrm>
          </p:grpSpPr>
          <p:sp>
            <p:nvSpPr>
              <p:cNvPr id="2200" name="Rectangle 2199">
                <a:hlinkHover r:id="" action="ppaction://noaction" highlightClick="1"/>
                <a:extLst>
                  <a:ext uri="{FF2B5EF4-FFF2-40B4-BE49-F238E27FC236}">
                    <a16:creationId xmlns:a16="http://schemas.microsoft.com/office/drawing/2014/main" id="{75C562FD-C18B-DBB0-06B8-018F0F636D54}"/>
                  </a:ext>
                </a:extLst>
              </p:cNvPr>
              <p:cNvSpPr/>
              <p:nvPr/>
            </p:nvSpPr>
            <p:spPr>
              <a:xfrm>
                <a:off x="9258526"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2201" name="Oval 2200">
                <a:extLst>
                  <a:ext uri="{FF2B5EF4-FFF2-40B4-BE49-F238E27FC236}">
                    <a16:creationId xmlns:a16="http://schemas.microsoft.com/office/drawing/2014/main" id="{A13A06FB-C24F-033A-1BB8-0794964D183E}"/>
                  </a:ext>
                </a:extLst>
              </p:cNvPr>
              <p:cNvSpPr/>
              <p:nvPr/>
            </p:nvSpPr>
            <p:spPr>
              <a:xfrm>
                <a:off x="995270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02" name="Isosceles Triangle 648">
                <a:extLst>
                  <a:ext uri="{FF2B5EF4-FFF2-40B4-BE49-F238E27FC236}">
                    <a16:creationId xmlns:a16="http://schemas.microsoft.com/office/drawing/2014/main" id="{6B72FB61-EC6A-D9B4-99DE-AEB16D42C4B9}"/>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04" name="Group 2303">
              <a:extLst>
                <a:ext uri="{FF2B5EF4-FFF2-40B4-BE49-F238E27FC236}">
                  <a16:creationId xmlns:a16="http://schemas.microsoft.com/office/drawing/2014/main" id="{CC70143A-FD90-5A47-CD22-055C718575FD}"/>
                </a:ext>
              </a:extLst>
            </p:cNvPr>
            <p:cNvGrpSpPr/>
            <p:nvPr/>
          </p:nvGrpSpPr>
          <p:grpSpPr>
            <a:xfrm>
              <a:off x="11356238" y="3694774"/>
              <a:ext cx="721206" cy="609701"/>
              <a:chOff x="11335787" y="4191133"/>
              <a:chExt cx="710037" cy="609701"/>
            </a:xfrm>
          </p:grpSpPr>
          <p:sp>
            <p:nvSpPr>
              <p:cNvPr id="2305" name="Rectangle 2304">
                <a:hlinkHover r:id="" action="ppaction://noaction" highlightClick="1"/>
                <a:extLst>
                  <a:ext uri="{FF2B5EF4-FFF2-40B4-BE49-F238E27FC236}">
                    <a16:creationId xmlns:a16="http://schemas.microsoft.com/office/drawing/2014/main" id="{A74C8084-600F-4265-DCCF-8F1A2C43FFFB}"/>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2306" name="Oval 2305">
                <a:extLst>
                  <a:ext uri="{FF2B5EF4-FFF2-40B4-BE49-F238E27FC236}">
                    <a16:creationId xmlns:a16="http://schemas.microsoft.com/office/drawing/2014/main" id="{67C39686-F132-CE13-1FBA-D0DBBCB8613F}"/>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7" name="Isosceles Triangle 648">
                <a:extLst>
                  <a:ext uri="{FF2B5EF4-FFF2-40B4-BE49-F238E27FC236}">
                    <a16:creationId xmlns:a16="http://schemas.microsoft.com/office/drawing/2014/main" id="{525E50B8-1E67-86FE-19A3-B0ABA03124E3}"/>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08" name="Group 2307">
              <a:extLst>
                <a:ext uri="{FF2B5EF4-FFF2-40B4-BE49-F238E27FC236}">
                  <a16:creationId xmlns:a16="http://schemas.microsoft.com/office/drawing/2014/main" id="{F51B64EC-57FE-E8C1-5E46-95C54A16F4BE}"/>
                </a:ext>
              </a:extLst>
            </p:cNvPr>
            <p:cNvGrpSpPr/>
            <p:nvPr/>
          </p:nvGrpSpPr>
          <p:grpSpPr>
            <a:xfrm>
              <a:off x="9657689" y="4419620"/>
              <a:ext cx="721206" cy="609701"/>
              <a:chOff x="11226844" y="5012622"/>
              <a:chExt cx="871904" cy="748695"/>
            </a:xfrm>
          </p:grpSpPr>
          <p:sp>
            <p:nvSpPr>
              <p:cNvPr id="2309" name="Rectangle 2308">
                <a:hlinkHover r:id="" action="ppaction://noaction" highlightClick="1"/>
                <a:extLst>
                  <a:ext uri="{FF2B5EF4-FFF2-40B4-BE49-F238E27FC236}">
                    <a16:creationId xmlns:a16="http://schemas.microsoft.com/office/drawing/2014/main" id="{3EEEBEBE-163F-0ECE-2FDE-69AC832E221C}"/>
                  </a:ext>
                </a:extLst>
              </p:cNvPr>
              <p:cNvSpPr/>
              <p:nvPr/>
            </p:nvSpPr>
            <p:spPr>
              <a:xfrm>
                <a:off x="1122684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2310" name="Oval 2309">
                <a:extLst>
                  <a:ext uri="{FF2B5EF4-FFF2-40B4-BE49-F238E27FC236}">
                    <a16:creationId xmlns:a16="http://schemas.microsoft.com/office/drawing/2014/main" id="{F3F063BD-CE2E-7951-F853-18FE2FD2C2D4}"/>
                  </a:ext>
                </a:extLst>
              </p:cNvPr>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1" name="Isosceles Triangle 648">
                <a:extLst>
                  <a:ext uri="{FF2B5EF4-FFF2-40B4-BE49-F238E27FC236}">
                    <a16:creationId xmlns:a16="http://schemas.microsoft.com/office/drawing/2014/main" id="{660BB382-B450-5393-A69F-3F8FA16A8138}"/>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12" name="Group 2311">
              <a:extLst>
                <a:ext uri="{FF2B5EF4-FFF2-40B4-BE49-F238E27FC236}">
                  <a16:creationId xmlns:a16="http://schemas.microsoft.com/office/drawing/2014/main" id="{9F67DD0F-1F94-909F-1C07-90312575B567}"/>
                </a:ext>
              </a:extLst>
            </p:cNvPr>
            <p:cNvGrpSpPr/>
            <p:nvPr/>
          </p:nvGrpSpPr>
          <p:grpSpPr>
            <a:xfrm>
              <a:off x="10506964" y="4419620"/>
              <a:ext cx="721206" cy="609701"/>
              <a:chOff x="11226844" y="88412"/>
              <a:chExt cx="871904" cy="748695"/>
            </a:xfrm>
          </p:grpSpPr>
          <p:sp>
            <p:nvSpPr>
              <p:cNvPr id="2313" name="Rectangle 2312">
                <a:hlinkHover r:id="" action="ppaction://noaction" highlightClick="1"/>
                <a:extLst>
                  <a:ext uri="{FF2B5EF4-FFF2-40B4-BE49-F238E27FC236}">
                    <a16:creationId xmlns:a16="http://schemas.microsoft.com/office/drawing/2014/main" id="{35C30AAF-2448-7DA4-59CC-57D5EE927239}"/>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2314" name="Oval 2313">
                <a:extLst>
                  <a:ext uri="{FF2B5EF4-FFF2-40B4-BE49-F238E27FC236}">
                    <a16:creationId xmlns:a16="http://schemas.microsoft.com/office/drawing/2014/main" id="{00DB1167-5175-C8B8-9132-18EC4B9F3D64}"/>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5" name="Isosceles Triangle 648">
                <a:extLst>
                  <a:ext uri="{FF2B5EF4-FFF2-40B4-BE49-F238E27FC236}">
                    <a16:creationId xmlns:a16="http://schemas.microsoft.com/office/drawing/2014/main" id="{BAA312D4-8786-D73C-6CE3-23FFEFD1CF3E}"/>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16" name="Group 2315">
              <a:extLst>
                <a:ext uri="{FF2B5EF4-FFF2-40B4-BE49-F238E27FC236}">
                  <a16:creationId xmlns:a16="http://schemas.microsoft.com/office/drawing/2014/main" id="{9F456B1B-5939-60EA-C99C-F0509E45F4ED}"/>
                </a:ext>
              </a:extLst>
            </p:cNvPr>
            <p:cNvGrpSpPr/>
            <p:nvPr/>
          </p:nvGrpSpPr>
          <p:grpSpPr>
            <a:xfrm>
              <a:off x="11355999" y="4416261"/>
              <a:ext cx="721206" cy="609701"/>
              <a:chOff x="11226844" y="88412"/>
              <a:chExt cx="871904" cy="748695"/>
            </a:xfrm>
          </p:grpSpPr>
          <p:sp>
            <p:nvSpPr>
              <p:cNvPr id="2317" name="Rectangle 2316">
                <a:hlinkHover r:id="" action="ppaction://noaction" highlightClick="1"/>
                <a:extLst>
                  <a:ext uri="{FF2B5EF4-FFF2-40B4-BE49-F238E27FC236}">
                    <a16:creationId xmlns:a16="http://schemas.microsoft.com/office/drawing/2014/main" id="{9712B3F0-A866-23FD-0300-1A44BD1DF46B}"/>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2318" name="Oval 2317">
                <a:extLst>
                  <a:ext uri="{FF2B5EF4-FFF2-40B4-BE49-F238E27FC236}">
                    <a16:creationId xmlns:a16="http://schemas.microsoft.com/office/drawing/2014/main" id="{037C6B25-690D-9906-CE1C-7C7651A86B76}"/>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9" name="Isosceles Triangle 648">
                <a:extLst>
                  <a:ext uri="{FF2B5EF4-FFF2-40B4-BE49-F238E27FC236}">
                    <a16:creationId xmlns:a16="http://schemas.microsoft.com/office/drawing/2014/main" id="{B5B7AF17-E9DC-E310-4774-67A47B17E11A}"/>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20" name="Group 2319">
              <a:extLst>
                <a:ext uri="{FF2B5EF4-FFF2-40B4-BE49-F238E27FC236}">
                  <a16:creationId xmlns:a16="http://schemas.microsoft.com/office/drawing/2014/main" id="{26B5AE38-3E2E-D10A-825C-A63FCA80309D}"/>
                </a:ext>
              </a:extLst>
            </p:cNvPr>
            <p:cNvGrpSpPr/>
            <p:nvPr/>
          </p:nvGrpSpPr>
          <p:grpSpPr>
            <a:xfrm>
              <a:off x="8808522" y="4416261"/>
              <a:ext cx="721206" cy="609701"/>
              <a:chOff x="11226844" y="88412"/>
              <a:chExt cx="871904" cy="748695"/>
            </a:xfrm>
          </p:grpSpPr>
          <p:sp>
            <p:nvSpPr>
              <p:cNvPr id="2321" name="Rectangle 2320">
                <a:hlinkHover r:id="" action="ppaction://noaction" highlightClick="1"/>
                <a:extLst>
                  <a:ext uri="{FF2B5EF4-FFF2-40B4-BE49-F238E27FC236}">
                    <a16:creationId xmlns:a16="http://schemas.microsoft.com/office/drawing/2014/main" id="{995948A9-860F-8073-EAC8-8CAD74F9C5D8}"/>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2322" name="Oval 2321">
                <a:extLst>
                  <a:ext uri="{FF2B5EF4-FFF2-40B4-BE49-F238E27FC236}">
                    <a16:creationId xmlns:a16="http://schemas.microsoft.com/office/drawing/2014/main" id="{03954694-9A93-0003-C6AC-A7A3BA8E1544}"/>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3" name="Isosceles Triangle 648">
                <a:extLst>
                  <a:ext uri="{FF2B5EF4-FFF2-40B4-BE49-F238E27FC236}">
                    <a16:creationId xmlns:a16="http://schemas.microsoft.com/office/drawing/2014/main" id="{684594BA-D9D2-F2DA-C23B-F45E38860EEE}"/>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24" name="Group 2323">
              <a:extLst>
                <a:ext uri="{FF2B5EF4-FFF2-40B4-BE49-F238E27FC236}">
                  <a16:creationId xmlns:a16="http://schemas.microsoft.com/office/drawing/2014/main" id="{C2A5C454-25C0-285F-F1C5-67BFF66511EA}"/>
                </a:ext>
              </a:extLst>
            </p:cNvPr>
            <p:cNvGrpSpPr/>
            <p:nvPr/>
          </p:nvGrpSpPr>
          <p:grpSpPr>
            <a:xfrm>
              <a:off x="10509575" y="5141013"/>
              <a:ext cx="721206" cy="609701"/>
              <a:chOff x="11226844" y="88412"/>
              <a:chExt cx="871904" cy="748695"/>
            </a:xfrm>
          </p:grpSpPr>
          <p:sp>
            <p:nvSpPr>
              <p:cNvPr id="2325" name="Rectangle 2324">
                <a:hlinkHover r:id="" action="ppaction://noaction" highlightClick="1"/>
                <a:extLst>
                  <a:ext uri="{FF2B5EF4-FFF2-40B4-BE49-F238E27FC236}">
                    <a16:creationId xmlns:a16="http://schemas.microsoft.com/office/drawing/2014/main" id="{FD5B0690-1DF5-63CA-C9E0-4B77BF2EB39D}"/>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2326" name="Oval 2325">
                <a:extLst>
                  <a:ext uri="{FF2B5EF4-FFF2-40B4-BE49-F238E27FC236}">
                    <a16:creationId xmlns:a16="http://schemas.microsoft.com/office/drawing/2014/main" id="{BE3191CE-32DE-CC4F-8BBC-054BE4EB1066}"/>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7" name="Isosceles Triangle 648">
                <a:extLst>
                  <a:ext uri="{FF2B5EF4-FFF2-40B4-BE49-F238E27FC236}">
                    <a16:creationId xmlns:a16="http://schemas.microsoft.com/office/drawing/2014/main" id="{971C48FB-4825-5C7B-91E0-5BEBE966598D}"/>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32" name="Group 2331">
              <a:extLst>
                <a:ext uri="{FF2B5EF4-FFF2-40B4-BE49-F238E27FC236}">
                  <a16:creationId xmlns:a16="http://schemas.microsoft.com/office/drawing/2014/main" id="{A19583FF-E00F-268E-8D8B-167E2F107D4D}"/>
                </a:ext>
              </a:extLst>
            </p:cNvPr>
            <p:cNvGrpSpPr/>
            <p:nvPr/>
          </p:nvGrpSpPr>
          <p:grpSpPr>
            <a:xfrm>
              <a:off x="9657610" y="3698227"/>
              <a:ext cx="721206" cy="609701"/>
              <a:chOff x="11226844" y="4191922"/>
              <a:chExt cx="871904" cy="748695"/>
            </a:xfrm>
          </p:grpSpPr>
          <p:sp>
            <p:nvSpPr>
              <p:cNvPr id="2333" name="Rectangle 2332">
                <a:hlinkHover r:id="" action="ppaction://noaction" highlightClick="1"/>
                <a:extLst>
                  <a:ext uri="{FF2B5EF4-FFF2-40B4-BE49-F238E27FC236}">
                    <a16:creationId xmlns:a16="http://schemas.microsoft.com/office/drawing/2014/main" id="{92A0FE6F-03EE-B4EF-CA88-FD65CCF229FF}"/>
                  </a:ext>
                </a:extLst>
              </p:cNvPr>
              <p:cNvSpPr/>
              <p:nvPr/>
            </p:nvSpPr>
            <p:spPr>
              <a:xfrm>
                <a:off x="1122684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2334" name="Oval 2333">
                <a:extLst>
                  <a:ext uri="{FF2B5EF4-FFF2-40B4-BE49-F238E27FC236}">
                    <a16:creationId xmlns:a16="http://schemas.microsoft.com/office/drawing/2014/main" id="{080542C0-559D-CDD6-BB71-EFD636CE0039}"/>
                  </a:ext>
                </a:extLst>
              </p:cNvPr>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35" name="Isosceles Triangle 648">
                <a:extLst>
                  <a:ext uri="{FF2B5EF4-FFF2-40B4-BE49-F238E27FC236}">
                    <a16:creationId xmlns:a16="http://schemas.microsoft.com/office/drawing/2014/main" id="{3D109E1D-B55B-1251-AD2B-3374AE90537D}"/>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36" name="Group 2335">
              <a:extLst>
                <a:ext uri="{FF2B5EF4-FFF2-40B4-BE49-F238E27FC236}">
                  <a16:creationId xmlns:a16="http://schemas.microsoft.com/office/drawing/2014/main" id="{F5CBDC6C-0AED-233E-77D5-BD792CF8E950}"/>
                </a:ext>
              </a:extLst>
            </p:cNvPr>
            <p:cNvGrpSpPr/>
            <p:nvPr/>
          </p:nvGrpSpPr>
          <p:grpSpPr>
            <a:xfrm>
              <a:off x="10506924" y="3698227"/>
              <a:ext cx="721206" cy="609701"/>
              <a:chOff x="11226844" y="88412"/>
              <a:chExt cx="871904" cy="748695"/>
            </a:xfrm>
          </p:grpSpPr>
          <p:sp>
            <p:nvSpPr>
              <p:cNvPr id="2337" name="Rectangle 2336">
                <a:hlinkHover r:id="" action="ppaction://noaction" highlightClick="1"/>
                <a:extLst>
                  <a:ext uri="{FF2B5EF4-FFF2-40B4-BE49-F238E27FC236}">
                    <a16:creationId xmlns:a16="http://schemas.microsoft.com/office/drawing/2014/main" id="{AFC30379-EF31-609F-C035-4AE73DAC834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2338" name="Oval 2337">
                <a:extLst>
                  <a:ext uri="{FF2B5EF4-FFF2-40B4-BE49-F238E27FC236}">
                    <a16:creationId xmlns:a16="http://schemas.microsoft.com/office/drawing/2014/main" id="{E686A75A-CC2A-9B33-5566-914A19AEF95F}"/>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39" name="Isosceles Triangle 648">
                <a:extLst>
                  <a:ext uri="{FF2B5EF4-FFF2-40B4-BE49-F238E27FC236}">
                    <a16:creationId xmlns:a16="http://schemas.microsoft.com/office/drawing/2014/main" id="{571E4282-0533-7A6B-FF05-7B5B86194B0E}"/>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02" name="Group 2401">
              <a:extLst>
                <a:ext uri="{FF2B5EF4-FFF2-40B4-BE49-F238E27FC236}">
                  <a16:creationId xmlns:a16="http://schemas.microsoft.com/office/drawing/2014/main" id="{E0B94606-7FC3-2244-1619-5D9431803436}"/>
                </a:ext>
              </a:extLst>
            </p:cNvPr>
            <p:cNvGrpSpPr/>
            <p:nvPr/>
          </p:nvGrpSpPr>
          <p:grpSpPr>
            <a:xfrm>
              <a:off x="8808415" y="3705984"/>
              <a:ext cx="721206" cy="609701"/>
              <a:chOff x="10235764" y="1729816"/>
              <a:chExt cx="871904" cy="748695"/>
            </a:xfrm>
          </p:grpSpPr>
          <p:sp>
            <p:nvSpPr>
              <p:cNvPr id="2403" name="Rectangle 2402">
                <a:hlinkHover r:id="" action="ppaction://noaction" highlightClick="1"/>
                <a:extLst>
                  <a:ext uri="{FF2B5EF4-FFF2-40B4-BE49-F238E27FC236}">
                    <a16:creationId xmlns:a16="http://schemas.microsoft.com/office/drawing/2014/main" id="{B39822AD-456C-9589-D744-29E7F1A8F519}"/>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2404" name="Oval 2403">
                <a:extLst>
                  <a:ext uri="{FF2B5EF4-FFF2-40B4-BE49-F238E27FC236}">
                    <a16:creationId xmlns:a16="http://schemas.microsoft.com/office/drawing/2014/main" id="{FD02B6A2-0B38-0DDA-03EE-93D0A91AEEC0}"/>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05" name="Isosceles Triangle 648">
                <a:extLst>
                  <a:ext uri="{FF2B5EF4-FFF2-40B4-BE49-F238E27FC236}">
                    <a16:creationId xmlns:a16="http://schemas.microsoft.com/office/drawing/2014/main" id="{A35A9B25-B73F-8B03-6AB4-9B6C2FFCAC65}"/>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32" name="Group 2631">
              <a:extLst>
                <a:ext uri="{FF2B5EF4-FFF2-40B4-BE49-F238E27FC236}">
                  <a16:creationId xmlns:a16="http://schemas.microsoft.com/office/drawing/2014/main" id="{6BD31EA3-094A-95EB-0FF1-B13EF254FA4D}"/>
                </a:ext>
              </a:extLst>
            </p:cNvPr>
            <p:cNvGrpSpPr/>
            <p:nvPr/>
          </p:nvGrpSpPr>
          <p:grpSpPr>
            <a:xfrm>
              <a:off x="6286128" y="4419620"/>
              <a:ext cx="721206" cy="609701"/>
              <a:chOff x="9244674" y="4191922"/>
              <a:chExt cx="871904" cy="748695"/>
            </a:xfrm>
          </p:grpSpPr>
          <p:sp>
            <p:nvSpPr>
              <p:cNvPr id="2633" name="Rectangle 2632">
                <a:hlinkHover r:id="" action="ppaction://noaction" highlightClick="1"/>
                <a:extLst>
                  <a:ext uri="{FF2B5EF4-FFF2-40B4-BE49-F238E27FC236}">
                    <a16:creationId xmlns:a16="http://schemas.microsoft.com/office/drawing/2014/main" id="{5F3F933C-B316-EB12-9EC2-96897B146882}"/>
                  </a:ext>
                </a:extLst>
              </p:cNvPr>
              <p:cNvSpPr/>
              <p:nvPr/>
            </p:nvSpPr>
            <p:spPr>
              <a:xfrm>
                <a:off x="924467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2634" name="Oval 2633">
                <a:extLst>
                  <a:ext uri="{FF2B5EF4-FFF2-40B4-BE49-F238E27FC236}">
                    <a16:creationId xmlns:a16="http://schemas.microsoft.com/office/drawing/2014/main" id="{6C0898FB-9C70-8927-576F-658D3DD776A6}"/>
                  </a:ext>
                </a:extLst>
              </p:cNvPr>
              <p:cNvSpPr/>
              <p:nvPr/>
            </p:nvSpPr>
            <p:spPr>
              <a:xfrm>
                <a:off x="9943180"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35" name="Isosceles Triangle 648">
                <a:extLst>
                  <a:ext uri="{FF2B5EF4-FFF2-40B4-BE49-F238E27FC236}">
                    <a16:creationId xmlns:a16="http://schemas.microsoft.com/office/drawing/2014/main" id="{571FD81A-672D-4DF0-F159-8FB83E2AB26C}"/>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44" name="Group 2643">
              <a:extLst>
                <a:ext uri="{FF2B5EF4-FFF2-40B4-BE49-F238E27FC236}">
                  <a16:creationId xmlns:a16="http://schemas.microsoft.com/office/drawing/2014/main" id="{759576A6-600C-8147-88B8-40D483EB6467}"/>
                </a:ext>
              </a:extLst>
            </p:cNvPr>
            <p:cNvGrpSpPr/>
            <p:nvPr/>
          </p:nvGrpSpPr>
          <p:grpSpPr>
            <a:xfrm>
              <a:off x="7122909" y="4419620"/>
              <a:ext cx="721206" cy="609701"/>
              <a:chOff x="7262509" y="5012622"/>
              <a:chExt cx="871904" cy="748695"/>
            </a:xfrm>
          </p:grpSpPr>
          <p:sp>
            <p:nvSpPr>
              <p:cNvPr id="2645" name="Rectangle 2644">
                <a:hlinkHover r:id="" action="ppaction://noaction" highlightClick="1"/>
                <a:extLst>
                  <a:ext uri="{FF2B5EF4-FFF2-40B4-BE49-F238E27FC236}">
                    <a16:creationId xmlns:a16="http://schemas.microsoft.com/office/drawing/2014/main" id="{A403384B-E8D6-2236-0DF1-4A821934368A}"/>
                  </a:ext>
                </a:extLst>
              </p:cNvPr>
              <p:cNvSpPr/>
              <p:nvPr/>
            </p:nvSpPr>
            <p:spPr>
              <a:xfrm>
                <a:off x="726250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2646" name="Oval 2645">
                <a:extLst>
                  <a:ext uri="{FF2B5EF4-FFF2-40B4-BE49-F238E27FC236}">
                    <a16:creationId xmlns:a16="http://schemas.microsoft.com/office/drawing/2014/main" id="{EC98F299-6E9D-5480-4D1C-43D08298C512}"/>
                  </a:ext>
                </a:extLst>
              </p:cNvPr>
              <p:cNvSpPr/>
              <p:nvPr/>
            </p:nvSpPr>
            <p:spPr>
              <a:xfrm>
                <a:off x="79612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47" name="Isosceles Triangle 648">
                <a:extLst>
                  <a:ext uri="{FF2B5EF4-FFF2-40B4-BE49-F238E27FC236}">
                    <a16:creationId xmlns:a16="http://schemas.microsoft.com/office/drawing/2014/main" id="{E499A153-912A-0BF2-E0FB-96FB0E1FB148}"/>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48" name="Group 2647">
              <a:extLst>
                <a:ext uri="{FF2B5EF4-FFF2-40B4-BE49-F238E27FC236}">
                  <a16:creationId xmlns:a16="http://schemas.microsoft.com/office/drawing/2014/main" id="{9B0237C1-1E27-A41C-8DFE-B76EE5E1FFBD}"/>
                </a:ext>
              </a:extLst>
            </p:cNvPr>
            <p:cNvGrpSpPr/>
            <p:nvPr/>
          </p:nvGrpSpPr>
          <p:grpSpPr>
            <a:xfrm>
              <a:off x="5451974" y="3707588"/>
              <a:ext cx="721206" cy="609701"/>
              <a:chOff x="11335787" y="4191133"/>
              <a:chExt cx="710037" cy="609701"/>
            </a:xfrm>
          </p:grpSpPr>
          <p:sp>
            <p:nvSpPr>
              <p:cNvPr id="2649" name="Rectangle 2648">
                <a:hlinkHover r:id="" action="ppaction://noaction" highlightClick="1"/>
                <a:extLst>
                  <a:ext uri="{FF2B5EF4-FFF2-40B4-BE49-F238E27FC236}">
                    <a16:creationId xmlns:a16="http://schemas.microsoft.com/office/drawing/2014/main" id="{35B0E9D7-8CF9-543E-F41D-0E772E06C431}"/>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650" name="Oval 2649">
                <a:extLst>
                  <a:ext uri="{FF2B5EF4-FFF2-40B4-BE49-F238E27FC236}">
                    <a16:creationId xmlns:a16="http://schemas.microsoft.com/office/drawing/2014/main" id="{C7C6EE8A-E76C-C1DB-5B6A-7A7C767FD9D5}"/>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51" name="Isosceles Triangle 648">
                <a:extLst>
                  <a:ext uri="{FF2B5EF4-FFF2-40B4-BE49-F238E27FC236}">
                    <a16:creationId xmlns:a16="http://schemas.microsoft.com/office/drawing/2014/main" id="{B11C5D4B-5435-014D-F209-D7234F4F583A}"/>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52" name="Group 2651">
              <a:extLst>
                <a:ext uri="{FF2B5EF4-FFF2-40B4-BE49-F238E27FC236}">
                  <a16:creationId xmlns:a16="http://schemas.microsoft.com/office/drawing/2014/main" id="{3C781E62-EBA3-356C-4AF2-43183B1944B8}"/>
                </a:ext>
              </a:extLst>
            </p:cNvPr>
            <p:cNvGrpSpPr/>
            <p:nvPr/>
          </p:nvGrpSpPr>
          <p:grpSpPr>
            <a:xfrm>
              <a:off x="5454383" y="4419620"/>
              <a:ext cx="721206" cy="609701"/>
              <a:chOff x="5280339" y="5012622"/>
              <a:chExt cx="871904" cy="748695"/>
            </a:xfrm>
          </p:grpSpPr>
          <p:sp>
            <p:nvSpPr>
              <p:cNvPr id="2653" name="Rectangle 2652">
                <a:hlinkHover r:id="" action="ppaction://noaction" highlightClick="1"/>
                <a:extLst>
                  <a:ext uri="{FF2B5EF4-FFF2-40B4-BE49-F238E27FC236}">
                    <a16:creationId xmlns:a16="http://schemas.microsoft.com/office/drawing/2014/main" id="{EADB194A-1B09-3F99-E063-78C29AF2B2D5}"/>
                  </a:ext>
                </a:extLst>
              </p:cNvPr>
              <p:cNvSpPr/>
              <p:nvPr/>
            </p:nvSpPr>
            <p:spPr>
              <a:xfrm>
                <a:off x="528033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2654" name="Oval 2653">
                <a:extLst>
                  <a:ext uri="{FF2B5EF4-FFF2-40B4-BE49-F238E27FC236}">
                    <a16:creationId xmlns:a16="http://schemas.microsoft.com/office/drawing/2014/main" id="{1DE197A5-B306-5D3B-1645-A4C45309FB6E}"/>
                  </a:ext>
                </a:extLst>
              </p:cNvPr>
              <p:cNvSpPr/>
              <p:nvPr/>
            </p:nvSpPr>
            <p:spPr>
              <a:xfrm>
                <a:off x="597784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55" name="Isosceles Triangle 648">
                <a:extLst>
                  <a:ext uri="{FF2B5EF4-FFF2-40B4-BE49-F238E27FC236}">
                    <a16:creationId xmlns:a16="http://schemas.microsoft.com/office/drawing/2014/main" id="{3C4BEB10-1B1D-C8EE-9B02-96EF4ECC4AB9}"/>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70" name="Group 2669">
              <a:extLst>
                <a:ext uri="{FF2B5EF4-FFF2-40B4-BE49-F238E27FC236}">
                  <a16:creationId xmlns:a16="http://schemas.microsoft.com/office/drawing/2014/main" id="{CE325992-18C4-0924-0CD1-F360E6D7EFF7}"/>
                </a:ext>
              </a:extLst>
            </p:cNvPr>
            <p:cNvGrpSpPr/>
            <p:nvPr/>
          </p:nvGrpSpPr>
          <p:grpSpPr>
            <a:xfrm>
              <a:off x="7122909" y="3698227"/>
              <a:ext cx="721206" cy="609701"/>
              <a:chOff x="7262509" y="4191922"/>
              <a:chExt cx="871904" cy="748695"/>
            </a:xfrm>
          </p:grpSpPr>
          <p:sp>
            <p:nvSpPr>
              <p:cNvPr id="2671" name="Rectangle 2670">
                <a:hlinkHover r:id="" action="ppaction://noaction" highlightClick="1"/>
                <a:extLst>
                  <a:ext uri="{FF2B5EF4-FFF2-40B4-BE49-F238E27FC236}">
                    <a16:creationId xmlns:a16="http://schemas.microsoft.com/office/drawing/2014/main" id="{A0E78F3E-FC84-1519-ED79-8F8FB767C3A2}"/>
                  </a:ext>
                </a:extLst>
              </p:cNvPr>
              <p:cNvSpPr/>
              <p:nvPr/>
            </p:nvSpPr>
            <p:spPr>
              <a:xfrm>
                <a:off x="726250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2672" name="Oval 2671">
                <a:extLst>
                  <a:ext uri="{FF2B5EF4-FFF2-40B4-BE49-F238E27FC236}">
                    <a16:creationId xmlns:a16="http://schemas.microsoft.com/office/drawing/2014/main" id="{1D8B177C-A06B-7395-2CCB-7B57902BC3E6}"/>
                  </a:ext>
                </a:extLst>
              </p:cNvPr>
              <p:cNvSpPr/>
              <p:nvPr/>
            </p:nvSpPr>
            <p:spPr>
              <a:xfrm>
                <a:off x="796122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73" name="Isosceles Triangle 648">
                <a:extLst>
                  <a:ext uri="{FF2B5EF4-FFF2-40B4-BE49-F238E27FC236}">
                    <a16:creationId xmlns:a16="http://schemas.microsoft.com/office/drawing/2014/main" id="{24D5C436-D819-FD88-0C74-0B641E2328B0}"/>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74" name="Group 2673">
              <a:extLst>
                <a:ext uri="{FF2B5EF4-FFF2-40B4-BE49-F238E27FC236}">
                  <a16:creationId xmlns:a16="http://schemas.microsoft.com/office/drawing/2014/main" id="{D7D296FF-A395-F80B-CA2B-5ED9B372389B}"/>
                </a:ext>
              </a:extLst>
            </p:cNvPr>
            <p:cNvGrpSpPr/>
            <p:nvPr/>
          </p:nvGrpSpPr>
          <p:grpSpPr>
            <a:xfrm>
              <a:off x="6286222" y="3698227"/>
              <a:ext cx="721206" cy="609701"/>
              <a:chOff x="6271424" y="4191922"/>
              <a:chExt cx="871904" cy="748695"/>
            </a:xfrm>
          </p:grpSpPr>
          <p:sp>
            <p:nvSpPr>
              <p:cNvPr id="2675" name="Rectangle 2674">
                <a:hlinkHover r:id="" action="ppaction://noaction" highlightClick="1"/>
                <a:extLst>
                  <a:ext uri="{FF2B5EF4-FFF2-40B4-BE49-F238E27FC236}">
                    <a16:creationId xmlns:a16="http://schemas.microsoft.com/office/drawing/2014/main" id="{5546FD32-084E-FD49-F7C6-791308DE352F}"/>
                  </a:ext>
                </a:extLst>
              </p:cNvPr>
              <p:cNvSpPr/>
              <p:nvPr/>
            </p:nvSpPr>
            <p:spPr>
              <a:xfrm>
                <a:off x="627142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2676" name="Oval 2675">
                <a:extLst>
                  <a:ext uri="{FF2B5EF4-FFF2-40B4-BE49-F238E27FC236}">
                    <a16:creationId xmlns:a16="http://schemas.microsoft.com/office/drawing/2014/main" id="{BDFB3011-CB51-A2CC-A391-CA0522891D3E}"/>
                  </a:ext>
                </a:extLst>
              </p:cNvPr>
              <p:cNvSpPr/>
              <p:nvPr/>
            </p:nvSpPr>
            <p:spPr>
              <a:xfrm>
                <a:off x="697080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77" name="Isosceles Triangle 648">
                <a:extLst>
                  <a:ext uri="{FF2B5EF4-FFF2-40B4-BE49-F238E27FC236}">
                    <a16:creationId xmlns:a16="http://schemas.microsoft.com/office/drawing/2014/main" id="{AD0B9372-21FA-3445-27B6-265F6E5561F8}"/>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706" name="Group 2705">
              <a:extLst>
                <a:ext uri="{FF2B5EF4-FFF2-40B4-BE49-F238E27FC236}">
                  <a16:creationId xmlns:a16="http://schemas.microsoft.com/office/drawing/2014/main" id="{87091A37-2B63-4E87-DF12-033C4078682F}"/>
                </a:ext>
              </a:extLst>
            </p:cNvPr>
            <p:cNvGrpSpPr/>
            <p:nvPr/>
          </p:nvGrpSpPr>
          <p:grpSpPr>
            <a:xfrm>
              <a:off x="11352864" y="5143204"/>
              <a:ext cx="721206" cy="609701"/>
              <a:chOff x="9244679" y="3370808"/>
              <a:chExt cx="871904" cy="748695"/>
            </a:xfrm>
          </p:grpSpPr>
          <p:sp>
            <p:nvSpPr>
              <p:cNvPr id="2707" name="Rectangle 2706">
                <a:extLst>
                  <a:ext uri="{FF2B5EF4-FFF2-40B4-BE49-F238E27FC236}">
                    <a16:creationId xmlns:a16="http://schemas.microsoft.com/office/drawing/2014/main" id="{A6AB0B3F-1EEA-E31D-7D73-FB0D83A8BB62}"/>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2708" name="Rectangle 2707">
                <a:extLst>
                  <a:ext uri="{FF2B5EF4-FFF2-40B4-BE49-F238E27FC236}">
                    <a16:creationId xmlns:a16="http://schemas.microsoft.com/office/drawing/2014/main" id="{FB1D22AA-56C2-5EFF-BEFD-A9F92BF02430}"/>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09" name="Oval 15">
                <a:extLst>
                  <a:ext uri="{FF2B5EF4-FFF2-40B4-BE49-F238E27FC236}">
                    <a16:creationId xmlns:a16="http://schemas.microsoft.com/office/drawing/2014/main" id="{59DA3312-2905-4A17-B76E-CB9626BBD5B2}"/>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710" name="Straight Connector 2709">
                <a:extLst>
                  <a:ext uri="{FF2B5EF4-FFF2-40B4-BE49-F238E27FC236}">
                    <a16:creationId xmlns:a16="http://schemas.microsoft.com/office/drawing/2014/main" id="{A8AC84D4-ECC5-5648-E5A9-73286AD5460E}"/>
                  </a:ext>
                </a:extLst>
              </p:cNvPr>
              <p:cNvCxnSpPr>
                <a:cxnSpLocks/>
                <a:stCxn id="2709"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711" name="Straight Connector 2710">
                <a:extLst>
                  <a:ext uri="{FF2B5EF4-FFF2-40B4-BE49-F238E27FC236}">
                    <a16:creationId xmlns:a16="http://schemas.microsoft.com/office/drawing/2014/main" id="{34482387-ED02-48DA-FF0A-C57D99C98923}"/>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grpSp>
        <p:nvGrpSpPr>
          <p:cNvPr id="3" name="Group 2">
            <a:extLst>
              <a:ext uri="{FF2B5EF4-FFF2-40B4-BE49-F238E27FC236}">
                <a16:creationId xmlns:a16="http://schemas.microsoft.com/office/drawing/2014/main" id="{2BD68BBF-6FF5-48B7-FC2C-6E1111E6FF92}"/>
              </a:ext>
            </a:extLst>
          </p:cNvPr>
          <p:cNvGrpSpPr/>
          <p:nvPr/>
        </p:nvGrpSpPr>
        <p:grpSpPr>
          <a:xfrm>
            <a:off x="371476" y="2198928"/>
            <a:ext cx="11790220" cy="4652462"/>
            <a:chOff x="371476" y="2198928"/>
            <a:chExt cx="11790220" cy="4652462"/>
          </a:xfrm>
        </p:grpSpPr>
        <p:grpSp>
          <p:nvGrpSpPr>
            <p:cNvPr id="579" name="Group 578">
              <a:extLst>
                <a:ext uri="{FF2B5EF4-FFF2-40B4-BE49-F238E27FC236}">
                  <a16:creationId xmlns:a16="http://schemas.microsoft.com/office/drawing/2014/main" id="{3E196918-2325-11B1-E886-998F5A83EBE6}"/>
                </a:ext>
              </a:extLst>
            </p:cNvPr>
            <p:cNvGrpSpPr/>
            <p:nvPr/>
          </p:nvGrpSpPr>
          <p:grpSpPr>
            <a:xfrm>
              <a:off x="371476" y="2198928"/>
              <a:ext cx="11790220" cy="4652462"/>
              <a:chOff x="371476" y="2198928"/>
              <a:chExt cx="11790220" cy="4652462"/>
            </a:xfrm>
          </p:grpSpPr>
          <p:sp>
            <p:nvSpPr>
              <p:cNvPr id="484" name="Rectangle 483">
                <a:extLst>
                  <a:ext uri="{FF2B5EF4-FFF2-40B4-BE49-F238E27FC236}">
                    <a16:creationId xmlns:a16="http://schemas.microsoft.com/office/drawing/2014/main" id="{ACB1CE9F-61F4-AED4-6229-4B35F4700F98}"/>
                  </a:ext>
                </a:extLst>
              </p:cNvPr>
              <p:cNvSpPr/>
              <p:nvPr/>
            </p:nvSpPr>
            <p:spPr>
              <a:xfrm>
                <a:off x="371476" y="2198928"/>
                <a:ext cx="11790220" cy="736773"/>
              </a:xfrm>
              <a:custGeom>
                <a:avLst/>
                <a:gdLst>
                  <a:gd name="connsiteX0" fmla="*/ 0 w 11782425"/>
                  <a:gd name="connsiteY0" fmla="*/ 0 h 1439862"/>
                  <a:gd name="connsiteX1" fmla="*/ 11782425 w 11782425"/>
                  <a:gd name="connsiteY1" fmla="*/ 0 h 1439862"/>
                  <a:gd name="connsiteX2" fmla="*/ 11782425 w 11782425"/>
                  <a:gd name="connsiteY2" fmla="*/ 1439862 h 1439862"/>
                  <a:gd name="connsiteX3" fmla="*/ 0 w 11782425"/>
                  <a:gd name="connsiteY3" fmla="*/ 1439862 h 1439862"/>
                  <a:gd name="connsiteX4" fmla="*/ 0 w 11782425"/>
                  <a:gd name="connsiteY4" fmla="*/ 0 h 1439862"/>
                  <a:gd name="connsiteX0" fmla="*/ 0 w 11782425"/>
                  <a:gd name="connsiteY0" fmla="*/ 0 h 1439862"/>
                  <a:gd name="connsiteX1" fmla="*/ 11782425 w 11782425"/>
                  <a:gd name="connsiteY1" fmla="*/ 0 h 1439862"/>
                  <a:gd name="connsiteX2" fmla="*/ 11782425 w 11782425"/>
                  <a:gd name="connsiteY2" fmla="*/ 1439862 h 1439862"/>
                  <a:gd name="connsiteX3" fmla="*/ 0 w 11782425"/>
                  <a:gd name="connsiteY3" fmla="*/ 1439862 h 1439862"/>
                  <a:gd name="connsiteX4" fmla="*/ 0 w 11782425"/>
                  <a:gd name="connsiteY4" fmla="*/ 719137 h 1439862"/>
                  <a:gd name="connsiteX5" fmla="*/ 0 w 11782425"/>
                  <a:gd name="connsiteY5" fmla="*/ 0 h 1439862"/>
                  <a:gd name="connsiteX0" fmla="*/ 0 w 11782425"/>
                  <a:gd name="connsiteY0" fmla="*/ 7938 h 1447800"/>
                  <a:gd name="connsiteX1" fmla="*/ 10077450 w 11782425"/>
                  <a:gd name="connsiteY1" fmla="*/ 0 h 1447800"/>
                  <a:gd name="connsiteX2" fmla="*/ 11782425 w 11782425"/>
                  <a:gd name="connsiteY2" fmla="*/ 7938 h 1447800"/>
                  <a:gd name="connsiteX3" fmla="*/ 11782425 w 11782425"/>
                  <a:gd name="connsiteY3" fmla="*/ 1447800 h 1447800"/>
                  <a:gd name="connsiteX4" fmla="*/ 0 w 11782425"/>
                  <a:gd name="connsiteY4" fmla="*/ 1447800 h 1447800"/>
                  <a:gd name="connsiteX5" fmla="*/ 0 w 11782425"/>
                  <a:gd name="connsiteY5" fmla="*/ 727075 h 1447800"/>
                  <a:gd name="connsiteX6" fmla="*/ 0 w 11782425"/>
                  <a:gd name="connsiteY6" fmla="*/ 7938 h 1447800"/>
                  <a:gd name="connsiteX0" fmla="*/ 0 w 11782425"/>
                  <a:gd name="connsiteY0" fmla="*/ 0 h 1439862"/>
                  <a:gd name="connsiteX1" fmla="*/ 10077450 w 11782425"/>
                  <a:gd name="connsiteY1" fmla="*/ 1587 h 1439862"/>
                  <a:gd name="connsiteX2" fmla="*/ 11782425 w 11782425"/>
                  <a:gd name="connsiteY2" fmla="*/ 0 h 1439862"/>
                  <a:gd name="connsiteX3" fmla="*/ 11782425 w 11782425"/>
                  <a:gd name="connsiteY3" fmla="*/ 1439862 h 1439862"/>
                  <a:gd name="connsiteX4" fmla="*/ 0 w 11782425"/>
                  <a:gd name="connsiteY4" fmla="*/ 1439862 h 1439862"/>
                  <a:gd name="connsiteX5" fmla="*/ 0 w 11782425"/>
                  <a:gd name="connsiteY5" fmla="*/ 719137 h 1439862"/>
                  <a:gd name="connsiteX6" fmla="*/ 0 w 11782425"/>
                  <a:gd name="connsiteY6" fmla="*/ 0 h 1439862"/>
                  <a:gd name="connsiteX0" fmla="*/ 10082213 w 11782425"/>
                  <a:gd name="connsiteY0" fmla="*/ 719137 h 1439862"/>
                  <a:gd name="connsiteX1" fmla="*/ 10077450 w 11782425"/>
                  <a:gd name="connsiteY1" fmla="*/ 1587 h 1439862"/>
                  <a:gd name="connsiteX2" fmla="*/ 11782425 w 11782425"/>
                  <a:gd name="connsiteY2" fmla="*/ 0 h 1439862"/>
                  <a:gd name="connsiteX3" fmla="*/ 11782425 w 11782425"/>
                  <a:gd name="connsiteY3" fmla="*/ 1439862 h 1439862"/>
                  <a:gd name="connsiteX4" fmla="*/ 0 w 11782425"/>
                  <a:gd name="connsiteY4" fmla="*/ 1439862 h 1439862"/>
                  <a:gd name="connsiteX5" fmla="*/ 0 w 11782425"/>
                  <a:gd name="connsiteY5" fmla="*/ 719137 h 1439862"/>
                  <a:gd name="connsiteX6" fmla="*/ 10082213 w 11782425"/>
                  <a:gd name="connsiteY6" fmla="*/ 719137 h 1439862"/>
                  <a:gd name="csX0" fmla="*/ 10082213 w 11782425"/>
                  <a:gd name="csY0" fmla="*/ 717550 h 1438275"/>
                  <a:gd name="csX1" fmla="*/ 10077450 w 11782425"/>
                  <a:gd name="csY1" fmla="*/ 0 h 1438275"/>
                  <a:gd name="csX2" fmla="*/ 11778583 w 11782425"/>
                  <a:gd name="csY2" fmla="*/ 713028 h 1438275"/>
                  <a:gd name="csX3" fmla="*/ 11782425 w 11782425"/>
                  <a:gd name="csY3" fmla="*/ 1438275 h 1438275"/>
                  <a:gd name="csX4" fmla="*/ 0 w 11782425"/>
                  <a:gd name="csY4" fmla="*/ 1438275 h 1438275"/>
                  <a:gd name="csX5" fmla="*/ 0 w 11782425"/>
                  <a:gd name="csY5" fmla="*/ 717550 h 1438275"/>
                  <a:gd name="csX6" fmla="*/ 10082213 w 11782425"/>
                  <a:gd name="csY6" fmla="*/ 717550 h 1438275"/>
                  <a:gd name="csX0" fmla="*/ 10082213 w 11782425"/>
                  <a:gd name="csY0" fmla="*/ 56924 h 777649"/>
                  <a:gd name="csX1" fmla="*/ 11778583 w 11782425"/>
                  <a:gd name="csY1" fmla="*/ 52402 h 777649"/>
                  <a:gd name="csX2" fmla="*/ 11782425 w 11782425"/>
                  <a:gd name="csY2" fmla="*/ 777649 h 777649"/>
                  <a:gd name="csX3" fmla="*/ 0 w 11782425"/>
                  <a:gd name="csY3" fmla="*/ 777649 h 777649"/>
                  <a:gd name="csX4" fmla="*/ 0 w 11782425"/>
                  <a:gd name="csY4" fmla="*/ 56924 h 777649"/>
                  <a:gd name="csX5" fmla="*/ 10082213 w 11782425"/>
                  <a:gd name="csY5" fmla="*/ 56924 h 777649"/>
                  <a:gd name="csX0" fmla="*/ 10082213 w 11782425"/>
                  <a:gd name="csY0" fmla="*/ 4522 h 725247"/>
                  <a:gd name="csX1" fmla="*/ 11778583 w 11782425"/>
                  <a:gd name="csY1" fmla="*/ 0 h 725247"/>
                  <a:gd name="csX2" fmla="*/ 11782425 w 11782425"/>
                  <a:gd name="csY2" fmla="*/ 725247 h 725247"/>
                  <a:gd name="csX3" fmla="*/ 0 w 11782425"/>
                  <a:gd name="csY3" fmla="*/ 725247 h 725247"/>
                  <a:gd name="csX4" fmla="*/ 0 w 11782425"/>
                  <a:gd name="csY4" fmla="*/ 4522 h 725247"/>
                  <a:gd name="csX5" fmla="*/ 10082213 w 11782425"/>
                  <a:gd name="csY5" fmla="*/ 4522 h 725247"/>
                  <a:gd name="csX0" fmla="*/ 10082213 w 11790220"/>
                  <a:gd name="csY0" fmla="*/ 4522 h 725247"/>
                  <a:gd name="csX1" fmla="*/ 11790109 w 11790220"/>
                  <a:gd name="csY1" fmla="*/ 0 h 725247"/>
                  <a:gd name="csX2" fmla="*/ 11782425 w 11790220"/>
                  <a:gd name="csY2" fmla="*/ 725247 h 725247"/>
                  <a:gd name="csX3" fmla="*/ 0 w 11790220"/>
                  <a:gd name="csY3" fmla="*/ 725247 h 725247"/>
                  <a:gd name="csX4" fmla="*/ 0 w 11790220"/>
                  <a:gd name="csY4" fmla="*/ 4522 h 725247"/>
                  <a:gd name="csX5" fmla="*/ 10082213 w 11790220"/>
                  <a:gd name="csY5" fmla="*/ 4522 h 725247"/>
                  <a:gd name="csX0" fmla="*/ 10082213 w 11790220"/>
                  <a:gd name="csY0" fmla="*/ 4522 h 736773"/>
                  <a:gd name="csX1" fmla="*/ 11790109 w 11790220"/>
                  <a:gd name="csY1" fmla="*/ 0 h 736773"/>
                  <a:gd name="csX2" fmla="*/ 11782425 w 11790220"/>
                  <a:gd name="csY2" fmla="*/ 725247 h 736773"/>
                  <a:gd name="csX3" fmla="*/ 0 w 11790220"/>
                  <a:gd name="csY3" fmla="*/ 736773 h 736773"/>
                  <a:gd name="csX4" fmla="*/ 0 w 11790220"/>
                  <a:gd name="csY4" fmla="*/ 4522 h 736773"/>
                  <a:gd name="csX5" fmla="*/ 10082213 w 11790220"/>
                  <a:gd name="csY5" fmla="*/ 4522 h 736773"/>
                </a:gdLst>
                <a:ahLst/>
                <a:cxnLst>
                  <a:cxn ang="0">
                    <a:pos x="csX0" y="csY0"/>
                  </a:cxn>
                  <a:cxn ang="0">
                    <a:pos x="csX1" y="csY1"/>
                  </a:cxn>
                  <a:cxn ang="0">
                    <a:pos x="csX2" y="csY2"/>
                  </a:cxn>
                  <a:cxn ang="0">
                    <a:pos x="csX3" y="csY3"/>
                  </a:cxn>
                  <a:cxn ang="0">
                    <a:pos x="csX4" y="csY4"/>
                  </a:cxn>
                  <a:cxn ang="0">
                    <a:pos x="csX5" y="csY5"/>
                  </a:cxn>
                </a:cxnLst>
                <a:rect l="l" t="t" r="r" b="b"/>
                <a:pathLst>
                  <a:path w="11790220" h="736773">
                    <a:moveTo>
                      <a:pt x="10082213" y="4522"/>
                    </a:moveTo>
                    <a:lnTo>
                      <a:pt x="11790109" y="0"/>
                    </a:lnTo>
                    <a:cubicBezTo>
                      <a:pt x="11791390" y="241749"/>
                      <a:pt x="11781144" y="483498"/>
                      <a:pt x="11782425" y="725247"/>
                    </a:cubicBezTo>
                    <a:lnTo>
                      <a:pt x="0" y="736773"/>
                    </a:lnTo>
                    <a:lnTo>
                      <a:pt x="0" y="4522"/>
                    </a:lnTo>
                    <a:lnTo>
                      <a:pt x="10082213" y="4522"/>
                    </a:lnTo>
                    <a:close/>
                  </a:path>
                </a:pathLst>
              </a:custGeom>
              <a:solidFill>
                <a:srgbClr val="BF9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7" name="Group 176">
                <a:extLst>
                  <a:ext uri="{FF2B5EF4-FFF2-40B4-BE49-F238E27FC236}">
                    <a16:creationId xmlns:a16="http://schemas.microsoft.com/office/drawing/2014/main" id="{6C179F98-B0C4-DCF3-3601-0360FBB59FA6}"/>
                  </a:ext>
                </a:extLst>
              </p:cNvPr>
              <p:cNvGrpSpPr/>
              <p:nvPr/>
            </p:nvGrpSpPr>
            <p:grpSpPr>
              <a:xfrm>
                <a:off x="1696185" y="6005949"/>
                <a:ext cx="1616062" cy="845441"/>
                <a:chOff x="2176822" y="6005949"/>
                <a:chExt cx="1616062" cy="845441"/>
              </a:xfrm>
            </p:grpSpPr>
            <p:sp>
              <p:nvSpPr>
                <p:cNvPr id="143" name="Rectangle 142">
                  <a:extLst>
                    <a:ext uri="{FF2B5EF4-FFF2-40B4-BE49-F238E27FC236}">
                      <a16:creationId xmlns:a16="http://schemas.microsoft.com/office/drawing/2014/main" id="{15C0C703-F69D-AFC4-B4EF-295883B1A910}"/>
                    </a:ext>
                  </a:extLst>
                </p:cNvPr>
                <p:cNvSpPr/>
                <p:nvPr/>
              </p:nvSpPr>
              <p:spPr>
                <a:xfrm>
                  <a:off x="2176822" y="6005949"/>
                  <a:ext cx="1615507" cy="845441"/>
                </a:xfrm>
                <a:prstGeom prst="rect">
                  <a:avLst/>
                </a:prstGeom>
                <a:solidFill>
                  <a:srgbClr val="BF9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TextBox 143">
                  <a:extLst>
                    <a:ext uri="{FF2B5EF4-FFF2-40B4-BE49-F238E27FC236}">
                      <a16:creationId xmlns:a16="http://schemas.microsoft.com/office/drawing/2014/main" id="{C4001372-562E-1A30-9E41-D9A2C711E303}"/>
                    </a:ext>
                  </a:extLst>
                </p:cNvPr>
                <p:cNvSpPr txBox="1"/>
                <p:nvPr/>
              </p:nvSpPr>
              <p:spPr>
                <a:xfrm>
                  <a:off x="2177377" y="6100008"/>
                  <a:ext cx="161550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prstClr val="white">
                          <a:lumMod val="85000"/>
                        </a:prstClr>
                      </a:solidFill>
                      <a:effectLst/>
                      <a:uLnTx/>
                      <a:uFillTx/>
                      <a:latin typeface="Calibri" panose="020F0502020204030204"/>
                      <a:ea typeface="+mn-ea"/>
                      <a:cs typeface="+mn-cs"/>
                    </a:rPr>
                    <a:t>Devices</a:t>
                  </a:r>
                </a:p>
              </p:txBody>
            </p:sp>
          </p:grpSp>
        </p:grpSp>
        <p:grpSp>
          <p:nvGrpSpPr>
            <p:cNvPr id="2203" name="Group 2202">
              <a:extLst>
                <a:ext uri="{FF2B5EF4-FFF2-40B4-BE49-F238E27FC236}">
                  <a16:creationId xmlns:a16="http://schemas.microsoft.com/office/drawing/2014/main" id="{57EDB205-C1D7-40DB-6A90-8100897C4136}"/>
                </a:ext>
              </a:extLst>
            </p:cNvPr>
            <p:cNvGrpSpPr/>
            <p:nvPr/>
          </p:nvGrpSpPr>
          <p:grpSpPr>
            <a:xfrm>
              <a:off x="7957576" y="2253333"/>
              <a:ext cx="721206" cy="609701"/>
              <a:chOff x="10240105" y="2560818"/>
              <a:chExt cx="871904" cy="748695"/>
            </a:xfrm>
          </p:grpSpPr>
          <p:sp>
            <p:nvSpPr>
              <p:cNvPr id="2204" name="Rectangle 2203">
                <a:extLst>
                  <a:ext uri="{FF2B5EF4-FFF2-40B4-BE49-F238E27FC236}">
                    <a16:creationId xmlns:a16="http://schemas.microsoft.com/office/drawing/2014/main" id="{B8F85CFE-E37B-CC6E-68F3-0DCF1C52DFB3}"/>
                  </a:ext>
                </a:extLst>
              </p:cNvPr>
              <p:cNvSpPr/>
              <p:nvPr/>
            </p:nvSpPr>
            <p:spPr>
              <a:xfrm>
                <a:off x="10240105"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2205" name="Right Triangle 2204">
                <a:extLst>
                  <a:ext uri="{FF2B5EF4-FFF2-40B4-BE49-F238E27FC236}">
                    <a16:creationId xmlns:a16="http://schemas.microsoft.com/office/drawing/2014/main" id="{E576F474-3588-2A43-9A9B-31B573E61375}"/>
                  </a:ext>
                </a:extLst>
              </p:cNvPr>
              <p:cNvSpPr/>
              <p:nvPr/>
            </p:nvSpPr>
            <p:spPr>
              <a:xfrm rot="10800000">
                <a:off x="10962978" y="25647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206" name="Group 2205">
                <a:extLst>
                  <a:ext uri="{FF2B5EF4-FFF2-40B4-BE49-F238E27FC236}">
                    <a16:creationId xmlns:a16="http://schemas.microsoft.com/office/drawing/2014/main" id="{0CCE194D-D42F-85FD-06EB-BC811FB091FE}"/>
                  </a:ext>
                </a:extLst>
              </p:cNvPr>
              <p:cNvGrpSpPr/>
              <p:nvPr/>
            </p:nvGrpSpPr>
            <p:grpSpPr>
              <a:xfrm>
                <a:off x="11043305" y="2572272"/>
                <a:ext cx="45719" cy="75385"/>
                <a:chOff x="3883481" y="2057400"/>
                <a:chExt cx="1608363" cy="2652031"/>
              </a:xfrm>
              <a:solidFill>
                <a:srgbClr val="A6A6A6"/>
              </a:solidFill>
            </p:grpSpPr>
            <p:sp>
              <p:nvSpPr>
                <p:cNvPr id="2207" name="Oval 27">
                  <a:extLst>
                    <a:ext uri="{FF2B5EF4-FFF2-40B4-BE49-F238E27FC236}">
                      <a16:creationId xmlns:a16="http://schemas.microsoft.com/office/drawing/2014/main" id="{DF72AF5C-9FDE-00C4-C195-8C080DFD07D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08" name="Oval 28">
                  <a:extLst>
                    <a:ext uri="{FF2B5EF4-FFF2-40B4-BE49-F238E27FC236}">
                      <a16:creationId xmlns:a16="http://schemas.microsoft.com/office/drawing/2014/main" id="{5842DB9D-30A5-7429-5DDF-2F491AA9BF7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81" name="Group 2280">
              <a:extLst>
                <a:ext uri="{FF2B5EF4-FFF2-40B4-BE49-F238E27FC236}">
                  <a16:creationId xmlns:a16="http://schemas.microsoft.com/office/drawing/2014/main" id="{2EC357C1-4BA1-8A2F-B934-A32AF5262FAF}"/>
                </a:ext>
              </a:extLst>
            </p:cNvPr>
            <p:cNvGrpSpPr/>
            <p:nvPr/>
          </p:nvGrpSpPr>
          <p:grpSpPr>
            <a:xfrm>
              <a:off x="6288014" y="2260882"/>
              <a:ext cx="721206" cy="609702"/>
              <a:chOff x="9244679" y="2560817"/>
              <a:chExt cx="871904" cy="748696"/>
            </a:xfrm>
          </p:grpSpPr>
          <p:sp>
            <p:nvSpPr>
              <p:cNvPr id="2282" name="Rectangle 2281">
                <a:extLst>
                  <a:ext uri="{FF2B5EF4-FFF2-40B4-BE49-F238E27FC236}">
                    <a16:creationId xmlns:a16="http://schemas.microsoft.com/office/drawing/2014/main" id="{D451BAE2-BA27-6A27-41C9-80E41CF1152B}"/>
                  </a:ext>
                </a:extLst>
              </p:cNvPr>
              <p:cNvSpPr/>
              <p:nvPr/>
            </p:nvSpPr>
            <p:spPr>
              <a:xfrm>
                <a:off x="924467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2283" name="Right Triangle 2282">
                <a:extLst>
                  <a:ext uri="{FF2B5EF4-FFF2-40B4-BE49-F238E27FC236}">
                    <a16:creationId xmlns:a16="http://schemas.microsoft.com/office/drawing/2014/main" id="{67280357-4F3E-763B-8F65-154F81A903C8}"/>
                  </a:ext>
                </a:extLst>
              </p:cNvPr>
              <p:cNvSpPr/>
              <p:nvPr/>
            </p:nvSpPr>
            <p:spPr>
              <a:xfrm rot="10800000">
                <a:off x="9970339" y="25608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4" name="Oval 27">
                <a:extLst>
                  <a:ext uri="{FF2B5EF4-FFF2-40B4-BE49-F238E27FC236}">
                    <a16:creationId xmlns:a16="http://schemas.microsoft.com/office/drawing/2014/main" id="{30C100AC-5B42-3864-AC85-97A8ADA023F0}"/>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5" name="Oval 28">
                <a:extLst>
                  <a:ext uri="{FF2B5EF4-FFF2-40B4-BE49-F238E27FC236}">
                    <a16:creationId xmlns:a16="http://schemas.microsoft.com/office/drawing/2014/main" id="{162FF4AE-33FA-FAA4-B1FC-56A81FC7555F}"/>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44" name="Group 2343">
              <a:extLst>
                <a:ext uri="{FF2B5EF4-FFF2-40B4-BE49-F238E27FC236}">
                  <a16:creationId xmlns:a16="http://schemas.microsoft.com/office/drawing/2014/main" id="{AC1191F4-21CD-E410-85FE-42764D81EB18}"/>
                </a:ext>
              </a:extLst>
            </p:cNvPr>
            <p:cNvGrpSpPr/>
            <p:nvPr/>
          </p:nvGrpSpPr>
          <p:grpSpPr>
            <a:xfrm>
              <a:off x="9656908" y="2253333"/>
              <a:ext cx="721206" cy="609701"/>
              <a:chOff x="11226844" y="2550518"/>
              <a:chExt cx="871904" cy="748695"/>
            </a:xfrm>
          </p:grpSpPr>
          <p:sp>
            <p:nvSpPr>
              <p:cNvPr id="2345" name="Rectangle 2344">
                <a:hlinkHover r:id="" action="ppaction://noaction" highlightClick="1"/>
                <a:extLst>
                  <a:ext uri="{FF2B5EF4-FFF2-40B4-BE49-F238E27FC236}">
                    <a16:creationId xmlns:a16="http://schemas.microsoft.com/office/drawing/2014/main" id="{5A844B95-CD35-488E-9200-F2FA2D6729BC}"/>
                  </a:ext>
                </a:extLst>
              </p:cNvPr>
              <p:cNvSpPr/>
              <p:nvPr/>
            </p:nvSpPr>
            <p:spPr>
              <a:xfrm>
                <a:off x="11226844" y="255051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Defender for Endpoints P2 </a:t>
                </a:r>
                <a:r>
                  <a:rPr lang="en-GB" sz="600" dirty="0">
                    <a:solidFill>
                      <a:srgbClr val="1F4E79"/>
                    </a:solidFill>
                    <a:latin typeface="Century Gothic" panose="020B0502020202020204" pitchFamily="34" charset="0"/>
                  </a:rPr>
                  <a:t>(Clients only)</a:t>
                </a:r>
                <a:endParaRPr kumimoji="0" lang="en-US" sz="6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
            <p:nvSpPr>
              <p:cNvPr id="2346" name="Rectangle 2345">
                <a:extLst>
                  <a:ext uri="{FF2B5EF4-FFF2-40B4-BE49-F238E27FC236}">
                    <a16:creationId xmlns:a16="http://schemas.microsoft.com/office/drawing/2014/main" id="{F6FAD42E-13E1-E155-1EF7-7BEDF9BA2509}"/>
                  </a:ext>
                </a:extLst>
              </p:cNvPr>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47" name="Oval 15">
                <a:extLst>
                  <a:ext uri="{FF2B5EF4-FFF2-40B4-BE49-F238E27FC236}">
                    <a16:creationId xmlns:a16="http://schemas.microsoft.com/office/drawing/2014/main" id="{0A1CD954-5E38-1642-2083-590FB47B3AAE}"/>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48" name="Straight Connector 2347">
                <a:extLst>
                  <a:ext uri="{FF2B5EF4-FFF2-40B4-BE49-F238E27FC236}">
                    <a16:creationId xmlns:a16="http://schemas.microsoft.com/office/drawing/2014/main" id="{544D177C-7962-0C30-ACE7-5717524B5EC2}"/>
                  </a:ext>
                </a:extLst>
              </p:cNvPr>
              <p:cNvCxnSpPr>
                <a:cxnSpLocks/>
                <a:stCxn id="2347"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49" name="Straight Connector 2348">
                <a:extLst>
                  <a:ext uri="{FF2B5EF4-FFF2-40B4-BE49-F238E27FC236}">
                    <a16:creationId xmlns:a16="http://schemas.microsoft.com/office/drawing/2014/main" id="{23454788-AD2A-249D-0541-21661F9DB396}"/>
                  </a:ext>
                </a:extLst>
              </p:cNvPr>
              <p:cNvCxnSpPr>
                <a:cxnSpLocks/>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50" name="Group 2349">
              <a:extLst>
                <a:ext uri="{FF2B5EF4-FFF2-40B4-BE49-F238E27FC236}">
                  <a16:creationId xmlns:a16="http://schemas.microsoft.com/office/drawing/2014/main" id="{C41817B4-88C2-5BE9-0A94-49442423EC28}"/>
                </a:ext>
              </a:extLst>
            </p:cNvPr>
            <p:cNvGrpSpPr/>
            <p:nvPr/>
          </p:nvGrpSpPr>
          <p:grpSpPr>
            <a:xfrm>
              <a:off x="8791947" y="2257115"/>
              <a:ext cx="733206" cy="613871"/>
              <a:chOff x="11202812" y="97937"/>
              <a:chExt cx="886411" cy="753816"/>
            </a:xfrm>
          </p:grpSpPr>
          <p:sp>
            <p:nvSpPr>
              <p:cNvPr id="2351" name="Rectangle 2350">
                <a:hlinkHover r:id="" action="ppaction://noaction" highlightClick="1"/>
                <a:extLst>
                  <a:ext uri="{FF2B5EF4-FFF2-40B4-BE49-F238E27FC236}">
                    <a16:creationId xmlns:a16="http://schemas.microsoft.com/office/drawing/2014/main" id="{FAF13106-2AF2-F35E-D504-491E9F2EA3A3}"/>
                  </a:ext>
                </a:extLst>
              </p:cNvPr>
              <p:cNvSpPr/>
              <p:nvPr/>
            </p:nvSpPr>
            <p:spPr>
              <a:xfrm>
                <a:off x="11202812" y="10305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2352" name="Oval 2351">
                <a:extLst>
                  <a:ext uri="{FF2B5EF4-FFF2-40B4-BE49-F238E27FC236}">
                    <a16:creationId xmlns:a16="http://schemas.microsoft.com/office/drawing/2014/main" id="{2558AF47-1031-812F-3818-4ED1FBADF775}"/>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53" name="Isosceles Triangle 648">
                <a:extLst>
                  <a:ext uri="{FF2B5EF4-FFF2-40B4-BE49-F238E27FC236}">
                    <a16:creationId xmlns:a16="http://schemas.microsoft.com/office/drawing/2014/main" id="{EBE88E04-5E63-C4B4-4840-95A8E3D63A95}"/>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54" name="Group 2353">
              <a:extLst>
                <a:ext uri="{FF2B5EF4-FFF2-40B4-BE49-F238E27FC236}">
                  <a16:creationId xmlns:a16="http://schemas.microsoft.com/office/drawing/2014/main" id="{9978F341-01AD-333A-DA08-24638BA53365}"/>
                </a:ext>
              </a:extLst>
            </p:cNvPr>
            <p:cNvGrpSpPr/>
            <p:nvPr/>
          </p:nvGrpSpPr>
          <p:grpSpPr>
            <a:xfrm>
              <a:off x="10506573" y="2253333"/>
              <a:ext cx="721206" cy="609701"/>
              <a:chOff x="10243575" y="88412"/>
              <a:chExt cx="871904" cy="748695"/>
            </a:xfrm>
          </p:grpSpPr>
          <p:sp>
            <p:nvSpPr>
              <p:cNvPr id="2355" name="Rectangle 2354">
                <a:hlinkHover r:id="" action="ppaction://noaction" highlightClick="1"/>
                <a:extLst>
                  <a:ext uri="{FF2B5EF4-FFF2-40B4-BE49-F238E27FC236}">
                    <a16:creationId xmlns:a16="http://schemas.microsoft.com/office/drawing/2014/main" id="{AACBC31A-4173-40E4-5D60-BC7A07E64413}"/>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2356" name="Diamond 2355">
                <a:extLst>
                  <a:ext uri="{FF2B5EF4-FFF2-40B4-BE49-F238E27FC236}">
                    <a16:creationId xmlns:a16="http://schemas.microsoft.com/office/drawing/2014/main" id="{AA8ED0C5-806C-4059-5B03-B6536388F8BD}"/>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57" name="Oval 2356">
                <a:extLst>
                  <a:ext uri="{FF2B5EF4-FFF2-40B4-BE49-F238E27FC236}">
                    <a16:creationId xmlns:a16="http://schemas.microsoft.com/office/drawing/2014/main" id="{55A2EC35-BDAA-AB17-50BC-AF6C5F09D0F6}"/>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70" name="Group 2469">
              <a:extLst>
                <a:ext uri="{FF2B5EF4-FFF2-40B4-BE49-F238E27FC236}">
                  <a16:creationId xmlns:a16="http://schemas.microsoft.com/office/drawing/2014/main" id="{39A0843C-492F-801C-B935-AFDE01A4C9B0}"/>
                </a:ext>
              </a:extLst>
            </p:cNvPr>
            <p:cNvGrpSpPr/>
            <p:nvPr/>
          </p:nvGrpSpPr>
          <p:grpSpPr>
            <a:xfrm>
              <a:off x="3778363" y="2253333"/>
              <a:ext cx="721206" cy="609701"/>
              <a:chOff x="5280339" y="2550516"/>
              <a:chExt cx="871904" cy="748695"/>
            </a:xfrm>
          </p:grpSpPr>
          <p:sp>
            <p:nvSpPr>
              <p:cNvPr id="2471" name="Rectangle 2470">
                <a:extLst>
                  <a:ext uri="{FF2B5EF4-FFF2-40B4-BE49-F238E27FC236}">
                    <a16:creationId xmlns:a16="http://schemas.microsoft.com/office/drawing/2014/main" id="{8159C9CE-1ADA-022E-DC67-91F9D6D8CF4F}"/>
                  </a:ext>
                </a:extLst>
              </p:cNvPr>
              <p:cNvSpPr/>
              <p:nvPr/>
            </p:nvSpPr>
            <p:spPr>
              <a:xfrm>
                <a:off x="5280339" y="25505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2472" name="Rectangle 2471">
                <a:extLst>
                  <a:ext uri="{FF2B5EF4-FFF2-40B4-BE49-F238E27FC236}">
                    <a16:creationId xmlns:a16="http://schemas.microsoft.com/office/drawing/2014/main" id="{53D9FCDC-B842-232F-C550-467E955643E6}"/>
                  </a:ext>
                </a:extLst>
              </p:cNvPr>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73" name="Oval 15">
                <a:extLst>
                  <a:ext uri="{FF2B5EF4-FFF2-40B4-BE49-F238E27FC236}">
                    <a16:creationId xmlns:a16="http://schemas.microsoft.com/office/drawing/2014/main" id="{61025955-A052-7FBE-051D-3B15B93A45A1}"/>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74" name="Straight Connector 2473">
                <a:extLst>
                  <a:ext uri="{FF2B5EF4-FFF2-40B4-BE49-F238E27FC236}">
                    <a16:creationId xmlns:a16="http://schemas.microsoft.com/office/drawing/2014/main" id="{009D14EB-0C1D-C079-A549-C31A472EB7BE}"/>
                  </a:ext>
                </a:extLst>
              </p:cNvPr>
              <p:cNvCxnSpPr>
                <a:cxnSpLocks/>
                <a:stCxn id="2473"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475" name="Straight Connector 2474">
                <a:extLst>
                  <a:ext uri="{FF2B5EF4-FFF2-40B4-BE49-F238E27FC236}">
                    <a16:creationId xmlns:a16="http://schemas.microsoft.com/office/drawing/2014/main" id="{8FC5EBAE-19B7-AA87-2923-B629E40C57EE}"/>
                  </a:ext>
                </a:extLst>
              </p:cNvPr>
              <p:cNvCxnSpPr>
                <a:cxnSpLocks/>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476" name="Group 2475">
              <a:extLst>
                <a:ext uri="{FF2B5EF4-FFF2-40B4-BE49-F238E27FC236}">
                  <a16:creationId xmlns:a16="http://schemas.microsoft.com/office/drawing/2014/main" id="{6E8FCE75-1CED-67DD-4BDA-85F2F473CC21}"/>
                </a:ext>
              </a:extLst>
            </p:cNvPr>
            <p:cNvGrpSpPr/>
            <p:nvPr/>
          </p:nvGrpSpPr>
          <p:grpSpPr>
            <a:xfrm>
              <a:off x="1268842" y="2253333"/>
              <a:ext cx="721206" cy="609701"/>
              <a:chOff x="1315999" y="2560818"/>
              <a:chExt cx="871904" cy="748695"/>
            </a:xfrm>
          </p:grpSpPr>
          <p:sp>
            <p:nvSpPr>
              <p:cNvPr id="2477" name="Rectangle 2476">
                <a:extLst>
                  <a:ext uri="{FF2B5EF4-FFF2-40B4-BE49-F238E27FC236}">
                    <a16:creationId xmlns:a16="http://schemas.microsoft.com/office/drawing/2014/main" id="{9D508F90-175E-2F60-4746-000F37DB41B5}"/>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2478" name="Right Triangle 2477">
                <a:extLst>
                  <a:ext uri="{FF2B5EF4-FFF2-40B4-BE49-F238E27FC236}">
                    <a16:creationId xmlns:a16="http://schemas.microsoft.com/office/drawing/2014/main" id="{CB8550D7-8C8E-8EAA-F1DC-97EC99BF3499}"/>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79" name="Group 2478">
                <a:extLst>
                  <a:ext uri="{FF2B5EF4-FFF2-40B4-BE49-F238E27FC236}">
                    <a16:creationId xmlns:a16="http://schemas.microsoft.com/office/drawing/2014/main" id="{EC0672D1-B735-BAA4-7E87-8030F508458C}"/>
                  </a:ext>
                </a:extLst>
              </p:cNvPr>
              <p:cNvGrpSpPr/>
              <p:nvPr/>
            </p:nvGrpSpPr>
            <p:grpSpPr>
              <a:xfrm>
                <a:off x="2126717" y="2576032"/>
                <a:ext cx="45719" cy="75385"/>
                <a:chOff x="3883481" y="2057400"/>
                <a:chExt cx="1608363" cy="2652031"/>
              </a:xfrm>
              <a:solidFill>
                <a:srgbClr val="A6A6A6"/>
              </a:solidFill>
            </p:grpSpPr>
            <p:sp>
              <p:nvSpPr>
                <p:cNvPr id="2480" name="Oval 27">
                  <a:extLst>
                    <a:ext uri="{FF2B5EF4-FFF2-40B4-BE49-F238E27FC236}">
                      <a16:creationId xmlns:a16="http://schemas.microsoft.com/office/drawing/2014/main" id="{81038D57-39ED-3F29-8BB0-FB8CF2D59B3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81" name="Oval 28">
                  <a:extLst>
                    <a:ext uri="{FF2B5EF4-FFF2-40B4-BE49-F238E27FC236}">
                      <a16:creationId xmlns:a16="http://schemas.microsoft.com/office/drawing/2014/main" id="{05564957-8036-2F07-464F-1953586146E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82" name="Group 2481">
              <a:extLst>
                <a:ext uri="{FF2B5EF4-FFF2-40B4-BE49-F238E27FC236}">
                  <a16:creationId xmlns:a16="http://schemas.microsoft.com/office/drawing/2014/main" id="{FF09EC1C-4EAF-1576-D9AF-137D14CBFE61}"/>
                </a:ext>
              </a:extLst>
            </p:cNvPr>
            <p:cNvGrpSpPr/>
            <p:nvPr/>
          </p:nvGrpSpPr>
          <p:grpSpPr>
            <a:xfrm>
              <a:off x="2105349" y="2253333"/>
              <a:ext cx="721206" cy="609701"/>
              <a:chOff x="2307084" y="2560818"/>
              <a:chExt cx="871904" cy="748695"/>
            </a:xfrm>
          </p:grpSpPr>
          <p:sp>
            <p:nvSpPr>
              <p:cNvPr id="2483" name="Rectangle 2482">
                <a:extLst>
                  <a:ext uri="{FF2B5EF4-FFF2-40B4-BE49-F238E27FC236}">
                    <a16:creationId xmlns:a16="http://schemas.microsoft.com/office/drawing/2014/main" id="{BB04922A-1C06-CF9C-CC5D-A7EC52B98901}"/>
                  </a:ext>
                </a:extLst>
              </p:cNvPr>
              <p:cNvSpPr/>
              <p:nvPr/>
            </p:nvSpPr>
            <p:spPr>
              <a:xfrm>
                <a:off x="230708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2484" name="Right Triangle 2483">
                <a:extLst>
                  <a:ext uri="{FF2B5EF4-FFF2-40B4-BE49-F238E27FC236}">
                    <a16:creationId xmlns:a16="http://schemas.microsoft.com/office/drawing/2014/main" id="{CD09D267-C42E-E9DB-1E31-CA55AD3DDCEF}"/>
                  </a:ext>
                </a:extLst>
              </p:cNvPr>
              <p:cNvSpPr/>
              <p:nvPr/>
            </p:nvSpPr>
            <p:spPr>
              <a:xfrm rot="10800000">
                <a:off x="3031994"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85" name="Group 2484">
                <a:extLst>
                  <a:ext uri="{FF2B5EF4-FFF2-40B4-BE49-F238E27FC236}">
                    <a16:creationId xmlns:a16="http://schemas.microsoft.com/office/drawing/2014/main" id="{37D26214-73CF-A7B8-67E8-EA285D8D393A}"/>
                  </a:ext>
                </a:extLst>
              </p:cNvPr>
              <p:cNvGrpSpPr/>
              <p:nvPr/>
            </p:nvGrpSpPr>
            <p:grpSpPr>
              <a:xfrm>
                <a:off x="3112321" y="2575860"/>
                <a:ext cx="45719" cy="75385"/>
                <a:chOff x="3883481" y="2057400"/>
                <a:chExt cx="1608363" cy="2652031"/>
              </a:xfrm>
              <a:solidFill>
                <a:srgbClr val="A6A6A6"/>
              </a:solidFill>
            </p:grpSpPr>
            <p:sp>
              <p:nvSpPr>
                <p:cNvPr id="2486" name="Oval 27">
                  <a:extLst>
                    <a:ext uri="{FF2B5EF4-FFF2-40B4-BE49-F238E27FC236}">
                      <a16:creationId xmlns:a16="http://schemas.microsoft.com/office/drawing/2014/main" id="{BEAC7490-7273-A1BA-C414-1FB15B43B96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87" name="Oval 28">
                  <a:extLst>
                    <a:ext uri="{FF2B5EF4-FFF2-40B4-BE49-F238E27FC236}">
                      <a16:creationId xmlns:a16="http://schemas.microsoft.com/office/drawing/2014/main" id="{36458887-0DF9-9079-8BB6-ABD41BBCCD1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88" name="Group 2487">
              <a:extLst>
                <a:ext uri="{FF2B5EF4-FFF2-40B4-BE49-F238E27FC236}">
                  <a16:creationId xmlns:a16="http://schemas.microsoft.com/office/drawing/2014/main" id="{59645B5D-18FC-D195-8A59-540B3AF26A15}"/>
                </a:ext>
              </a:extLst>
            </p:cNvPr>
            <p:cNvGrpSpPr/>
            <p:nvPr/>
          </p:nvGrpSpPr>
          <p:grpSpPr>
            <a:xfrm>
              <a:off x="2941856" y="2253333"/>
              <a:ext cx="721206" cy="609701"/>
              <a:chOff x="4289254" y="2560818"/>
              <a:chExt cx="871904" cy="748695"/>
            </a:xfrm>
          </p:grpSpPr>
          <p:sp>
            <p:nvSpPr>
              <p:cNvPr id="2489" name="Rectangle 2488">
                <a:extLst>
                  <a:ext uri="{FF2B5EF4-FFF2-40B4-BE49-F238E27FC236}">
                    <a16:creationId xmlns:a16="http://schemas.microsoft.com/office/drawing/2014/main" id="{0D464EB5-0455-2335-1FCB-1A7C8B1B2B50}"/>
                  </a:ext>
                </a:extLst>
              </p:cNvPr>
              <p:cNvSpPr/>
              <p:nvPr/>
            </p:nvSpPr>
            <p:spPr>
              <a:xfrm>
                <a:off x="428925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2490" name="Right Triangle 2489">
                <a:extLst>
                  <a:ext uri="{FF2B5EF4-FFF2-40B4-BE49-F238E27FC236}">
                    <a16:creationId xmlns:a16="http://schemas.microsoft.com/office/drawing/2014/main" id="{8C0DBD65-E4C5-6168-A34A-1297D8A32DE6}"/>
                  </a:ext>
                </a:extLst>
              </p:cNvPr>
              <p:cNvSpPr/>
              <p:nvPr/>
            </p:nvSpPr>
            <p:spPr>
              <a:xfrm rot="10800000">
                <a:off x="5018198" y="256761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91" name="Group 2490">
                <a:extLst>
                  <a:ext uri="{FF2B5EF4-FFF2-40B4-BE49-F238E27FC236}">
                    <a16:creationId xmlns:a16="http://schemas.microsoft.com/office/drawing/2014/main" id="{0CF864E6-4208-5310-2655-35AC482AB372}"/>
                  </a:ext>
                </a:extLst>
              </p:cNvPr>
              <p:cNvGrpSpPr/>
              <p:nvPr/>
            </p:nvGrpSpPr>
            <p:grpSpPr>
              <a:xfrm>
                <a:off x="5098525" y="2575096"/>
                <a:ext cx="45719" cy="75385"/>
                <a:chOff x="3883481" y="2057400"/>
                <a:chExt cx="1608363" cy="2652031"/>
              </a:xfrm>
              <a:solidFill>
                <a:srgbClr val="A6A6A6"/>
              </a:solidFill>
            </p:grpSpPr>
            <p:sp>
              <p:nvSpPr>
                <p:cNvPr id="2492" name="Oval 27">
                  <a:extLst>
                    <a:ext uri="{FF2B5EF4-FFF2-40B4-BE49-F238E27FC236}">
                      <a16:creationId xmlns:a16="http://schemas.microsoft.com/office/drawing/2014/main" id="{71314378-CFED-1E69-75D2-50093CD3158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93" name="Oval 28">
                  <a:extLst>
                    <a:ext uri="{FF2B5EF4-FFF2-40B4-BE49-F238E27FC236}">
                      <a16:creationId xmlns:a16="http://schemas.microsoft.com/office/drawing/2014/main" id="{9AF62DEA-26FA-7645-910D-8CC10C9519C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94" name="Group 2493">
              <a:extLst>
                <a:ext uri="{FF2B5EF4-FFF2-40B4-BE49-F238E27FC236}">
                  <a16:creationId xmlns:a16="http://schemas.microsoft.com/office/drawing/2014/main" id="{4B3AE8C2-B45E-0F92-C976-068237515EAC}"/>
                </a:ext>
              </a:extLst>
            </p:cNvPr>
            <p:cNvGrpSpPr/>
            <p:nvPr/>
          </p:nvGrpSpPr>
          <p:grpSpPr>
            <a:xfrm>
              <a:off x="4614870" y="2253333"/>
              <a:ext cx="721206" cy="609701"/>
              <a:chOff x="6271424" y="2560818"/>
              <a:chExt cx="871904" cy="748695"/>
            </a:xfrm>
          </p:grpSpPr>
          <p:sp>
            <p:nvSpPr>
              <p:cNvPr id="2495" name="Rectangle 2494">
                <a:extLst>
                  <a:ext uri="{FF2B5EF4-FFF2-40B4-BE49-F238E27FC236}">
                    <a16:creationId xmlns:a16="http://schemas.microsoft.com/office/drawing/2014/main" id="{BA9E2A99-0391-EC5C-699C-75434CFD36ED}"/>
                  </a:ext>
                </a:extLst>
              </p:cNvPr>
              <p:cNvSpPr/>
              <p:nvPr/>
            </p:nvSpPr>
            <p:spPr>
              <a:xfrm>
                <a:off x="627142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2496" name="Right Triangle 2495">
                <a:extLst>
                  <a:ext uri="{FF2B5EF4-FFF2-40B4-BE49-F238E27FC236}">
                    <a16:creationId xmlns:a16="http://schemas.microsoft.com/office/drawing/2014/main" id="{27B9457D-9191-0889-9A23-B4341222FC4D}"/>
                  </a:ext>
                </a:extLst>
              </p:cNvPr>
              <p:cNvSpPr/>
              <p:nvPr/>
            </p:nvSpPr>
            <p:spPr>
              <a:xfrm rot="10800000">
                <a:off x="6996110"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97" name="Group 2496">
                <a:extLst>
                  <a:ext uri="{FF2B5EF4-FFF2-40B4-BE49-F238E27FC236}">
                    <a16:creationId xmlns:a16="http://schemas.microsoft.com/office/drawing/2014/main" id="{67673E25-B21B-9858-97CF-979BA438D197}"/>
                  </a:ext>
                </a:extLst>
              </p:cNvPr>
              <p:cNvGrpSpPr/>
              <p:nvPr/>
            </p:nvGrpSpPr>
            <p:grpSpPr>
              <a:xfrm>
                <a:off x="7076437" y="2574863"/>
                <a:ext cx="45719" cy="75385"/>
                <a:chOff x="3883481" y="2057400"/>
                <a:chExt cx="1608363" cy="2652031"/>
              </a:xfrm>
              <a:solidFill>
                <a:srgbClr val="A6A6A6"/>
              </a:solidFill>
            </p:grpSpPr>
            <p:sp>
              <p:nvSpPr>
                <p:cNvPr id="2498" name="Oval 27">
                  <a:extLst>
                    <a:ext uri="{FF2B5EF4-FFF2-40B4-BE49-F238E27FC236}">
                      <a16:creationId xmlns:a16="http://schemas.microsoft.com/office/drawing/2014/main" id="{E2DB1CAA-D4C2-C769-4FF8-F1E71CDE16D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99" name="Oval 28">
                  <a:extLst>
                    <a:ext uri="{FF2B5EF4-FFF2-40B4-BE49-F238E27FC236}">
                      <a16:creationId xmlns:a16="http://schemas.microsoft.com/office/drawing/2014/main" id="{F3CD3BDB-AF69-3DA9-CE90-E42208A7A4F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00" name="Group 2499">
              <a:extLst>
                <a:ext uri="{FF2B5EF4-FFF2-40B4-BE49-F238E27FC236}">
                  <a16:creationId xmlns:a16="http://schemas.microsoft.com/office/drawing/2014/main" id="{6232E709-E835-F221-6928-BC439CA88705}"/>
                </a:ext>
              </a:extLst>
            </p:cNvPr>
            <p:cNvGrpSpPr/>
            <p:nvPr/>
          </p:nvGrpSpPr>
          <p:grpSpPr>
            <a:xfrm>
              <a:off x="11360399" y="2241807"/>
              <a:ext cx="721206" cy="609701"/>
              <a:chOff x="7262509" y="2560818"/>
              <a:chExt cx="871904" cy="748695"/>
            </a:xfrm>
          </p:grpSpPr>
          <p:sp>
            <p:nvSpPr>
              <p:cNvPr id="2501" name="Rectangle 2500">
                <a:extLst>
                  <a:ext uri="{FF2B5EF4-FFF2-40B4-BE49-F238E27FC236}">
                    <a16:creationId xmlns:a16="http://schemas.microsoft.com/office/drawing/2014/main" id="{96F3A94D-8C56-42A0-71AD-271416A935BC}"/>
                  </a:ext>
                </a:extLst>
              </p:cNvPr>
              <p:cNvSpPr/>
              <p:nvPr/>
            </p:nvSpPr>
            <p:spPr>
              <a:xfrm>
                <a:off x="726250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2502" name="Right Triangle 2501">
                <a:extLst>
                  <a:ext uri="{FF2B5EF4-FFF2-40B4-BE49-F238E27FC236}">
                    <a16:creationId xmlns:a16="http://schemas.microsoft.com/office/drawing/2014/main" id="{C296BED5-F82D-C0B5-6E40-83C11964EB0F}"/>
                  </a:ext>
                </a:extLst>
              </p:cNvPr>
              <p:cNvSpPr/>
              <p:nvPr/>
            </p:nvSpPr>
            <p:spPr>
              <a:xfrm rot="10800000">
                <a:off x="7986364"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03" name="Group 2502">
                <a:extLst>
                  <a:ext uri="{FF2B5EF4-FFF2-40B4-BE49-F238E27FC236}">
                    <a16:creationId xmlns:a16="http://schemas.microsoft.com/office/drawing/2014/main" id="{D7C64778-D987-6716-313A-45768A33D321}"/>
                  </a:ext>
                </a:extLst>
              </p:cNvPr>
              <p:cNvGrpSpPr/>
              <p:nvPr/>
            </p:nvGrpSpPr>
            <p:grpSpPr>
              <a:xfrm>
                <a:off x="8066691" y="2574863"/>
                <a:ext cx="45719" cy="75385"/>
                <a:chOff x="3883481" y="2057400"/>
                <a:chExt cx="1608363" cy="2652031"/>
              </a:xfrm>
              <a:solidFill>
                <a:srgbClr val="A6A6A6"/>
              </a:solidFill>
            </p:grpSpPr>
            <p:sp>
              <p:nvSpPr>
                <p:cNvPr id="2504" name="Oval 27">
                  <a:extLst>
                    <a:ext uri="{FF2B5EF4-FFF2-40B4-BE49-F238E27FC236}">
                      <a16:creationId xmlns:a16="http://schemas.microsoft.com/office/drawing/2014/main" id="{84C4D5EB-4281-FAB7-0EAD-1B4066F9011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05" name="Oval 28">
                  <a:extLst>
                    <a:ext uri="{FF2B5EF4-FFF2-40B4-BE49-F238E27FC236}">
                      <a16:creationId xmlns:a16="http://schemas.microsoft.com/office/drawing/2014/main" id="{DF7F9846-A38D-AB1A-5978-58E8BCB6424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06" name="Group 2505">
              <a:extLst>
                <a:ext uri="{FF2B5EF4-FFF2-40B4-BE49-F238E27FC236}">
                  <a16:creationId xmlns:a16="http://schemas.microsoft.com/office/drawing/2014/main" id="{BCD6BBE7-606A-8C34-48A3-3F7FF9E15143}"/>
                </a:ext>
              </a:extLst>
            </p:cNvPr>
            <p:cNvGrpSpPr/>
            <p:nvPr/>
          </p:nvGrpSpPr>
          <p:grpSpPr>
            <a:xfrm>
              <a:off x="5454167" y="2268701"/>
              <a:ext cx="721206" cy="609701"/>
              <a:chOff x="8253594" y="2560818"/>
              <a:chExt cx="871904" cy="748695"/>
            </a:xfrm>
          </p:grpSpPr>
          <p:sp>
            <p:nvSpPr>
              <p:cNvPr id="2507" name="Rectangle 2506">
                <a:extLst>
                  <a:ext uri="{FF2B5EF4-FFF2-40B4-BE49-F238E27FC236}">
                    <a16:creationId xmlns:a16="http://schemas.microsoft.com/office/drawing/2014/main" id="{4327D2A4-2AF5-D6ED-8680-EFE889117084}"/>
                  </a:ext>
                </a:extLst>
              </p:cNvPr>
              <p:cNvSpPr/>
              <p:nvPr/>
            </p:nvSpPr>
            <p:spPr>
              <a:xfrm>
                <a:off x="825359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2508" name="Right Triangle 2507">
                <a:extLst>
                  <a:ext uri="{FF2B5EF4-FFF2-40B4-BE49-F238E27FC236}">
                    <a16:creationId xmlns:a16="http://schemas.microsoft.com/office/drawing/2014/main" id="{5568A5D7-F01B-BA04-7B88-F8EBB55D71F4}"/>
                  </a:ext>
                </a:extLst>
              </p:cNvPr>
              <p:cNvSpPr/>
              <p:nvPr/>
            </p:nvSpPr>
            <p:spPr>
              <a:xfrm rot="10800000">
                <a:off x="8976730" y="256777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09" name="Group 2508">
                <a:extLst>
                  <a:ext uri="{FF2B5EF4-FFF2-40B4-BE49-F238E27FC236}">
                    <a16:creationId xmlns:a16="http://schemas.microsoft.com/office/drawing/2014/main" id="{116E4F1C-CFD4-4FC6-893B-1CC27C38AE96}"/>
                  </a:ext>
                </a:extLst>
              </p:cNvPr>
              <p:cNvGrpSpPr/>
              <p:nvPr/>
            </p:nvGrpSpPr>
            <p:grpSpPr>
              <a:xfrm>
                <a:off x="9057057" y="2575256"/>
                <a:ext cx="45719" cy="75385"/>
                <a:chOff x="3883481" y="2057400"/>
                <a:chExt cx="1608363" cy="2652031"/>
              </a:xfrm>
              <a:solidFill>
                <a:srgbClr val="A6A6A6"/>
              </a:solidFill>
            </p:grpSpPr>
            <p:sp>
              <p:nvSpPr>
                <p:cNvPr id="2510" name="Oval 27">
                  <a:extLst>
                    <a:ext uri="{FF2B5EF4-FFF2-40B4-BE49-F238E27FC236}">
                      <a16:creationId xmlns:a16="http://schemas.microsoft.com/office/drawing/2014/main" id="{CCED3006-DBB3-2415-58E4-F16636DBFE1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11" name="Oval 28">
                  <a:extLst>
                    <a:ext uri="{FF2B5EF4-FFF2-40B4-BE49-F238E27FC236}">
                      <a16:creationId xmlns:a16="http://schemas.microsoft.com/office/drawing/2014/main" id="{8A77FA67-E9F2-51AA-8747-B7DB6B2E8F2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12" name="Group 2511">
              <a:extLst>
                <a:ext uri="{FF2B5EF4-FFF2-40B4-BE49-F238E27FC236}">
                  <a16:creationId xmlns:a16="http://schemas.microsoft.com/office/drawing/2014/main" id="{D835FD3F-975B-0330-157B-A8E398B0FCB6}"/>
                </a:ext>
              </a:extLst>
            </p:cNvPr>
            <p:cNvGrpSpPr/>
            <p:nvPr/>
          </p:nvGrpSpPr>
          <p:grpSpPr>
            <a:xfrm>
              <a:off x="431659" y="2253333"/>
              <a:ext cx="721893" cy="609702"/>
              <a:chOff x="324914" y="2550516"/>
              <a:chExt cx="872735" cy="748697"/>
            </a:xfrm>
          </p:grpSpPr>
          <p:sp>
            <p:nvSpPr>
              <p:cNvPr id="2513" name="Rectangle 2512">
                <a:hlinkHover r:id="" action="ppaction://noaction" highlightClick="1"/>
                <a:extLst>
                  <a:ext uri="{FF2B5EF4-FFF2-40B4-BE49-F238E27FC236}">
                    <a16:creationId xmlns:a16="http://schemas.microsoft.com/office/drawing/2014/main" id="{0ABD5364-A7C1-6F53-0A59-1D8DCED0F994}"/>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2514" name="Group 2513">
                <a:extLst>
                  <a:ext uri="{FF2B5EF4-FFF2-40B4-BE49-F238E27FC236}">
                    <a16:creationId xmlns:a16="http://schemas.microsoft.com/office/drawing/2014/main" id="{33849D31-2F02-E7F7-D836-38BBD66DFF9F}"/>
                  </a:ext>
                </a:extLst>
              </p:cNvPr>
              <p:cNvGrpSpPr/>
              <p:nvPr/>
            </p:nvGrpSpPr>
            <p:grpSpPr>
              <a:xfrm>
                <a:off x="1040599" y="2550516"/>
                <a:ext cx="157050" cy="157050"/>
                <a:chOff x="1040599" y="2550516"/>
                <a:chExt cx="157050" cy="157050"/>
              </a:xfrm>
            </p:grpSpPr>
            <p:sp>
              <p:nvSpPr>
                <p:cNvPr id="2515" name="Diamond 2514">
                  <a:extLst>
                    <a:ext uri="{FF2B5EF4-FFF2-40B4-BE49-F238E27FC236}">
                      <a16:creationId xmlns:a16="http://schemas.microsoft.com/office/drawing/2014/main" id="{B5382FE9-26CC-8C59-4A18-B153678BE7F0}"/>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16" name="Oval 2515">
                  <a:extLst>
                    <a:ext uri="{FF2B5EF4-FFF2-40B4-BE49-F238E27FC236}">
                      <a16:creationId xmlns:a16="http://schemas.microsoft.com/office/drawing/2014/main" id="{096E51E4-D001-EC7C-1660-B17BE62964BF}"/>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712" name="Group 2711">
              <a:extLst>
                <a:ext uri="{FF2B5EF4-FFF2-40B4-BE49-F238E27FC236}">
                  <a16:creationId xmlns:a16="http://schemas.microsoft.com/office/drawing/2014/main" id="{8FB47C6F-5584-E43F-4DEE-F9DEAE7843D9}"/>
                </a:ext>
              </a:extLst>
            </p:cNvPr>
            <p:cNvGrpSpPr/>
            <p:nvPr/>
          </p:nvGrpSpPr>
          <p:grpSpPr>
            <a:xfrm>
              <a:off x="7114819" y="2256881"/>
              <a:ext cx="721206" cy="609701"/>
              <a:chOff x="9244679" y="3370808"/>
              <a:chExt cx="871904" cy="748695"/>
            </a:xfrm>
          </p:grpSpPr>
          <p:sp>
            <p:nvSpPr>
              <p:cNvPr id="2713" name="Rectangle 2712">
                <a:extLst>
                  <a:ext uri="{FF2B5EF4-FFF2-40B4-BE49-F238E27FC236}">
                    <a16:creationId xmlns:a16="http://schemas.microsoft.com/office/drawing/2014/main" id="{17334340-91E3-12BF-C868-B24CF93F9B5D}"/>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2714" name="Rectangle 2713">
                <a:extLst>
                  <a:ext uri="{FF2B5EF4-FFF2-40B4-BE49-F238E27FC236}">
                    <a16:creationId xmlns:a16="http://schemas.microsoft.com/office/drawing/2014/main" id="{5013E64A-FD43-3439-167D-E769B43EA029}"/>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15" name="Oval 15">
                <a:extLst>
                  <a:ext uri="{FF2B5EF4-FFF2-40B4-BE49-F238E27FC236}">
                    <a16:creationId xmlns:a16="http://schemas.microsoft.com/office/drawing/2014/main" id="{9E21DD93-D692-079B-5F8A-0C9CBF58427B}"/>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716" name="Straight Connector 2715">
                <a:extLst>
                  <a:ext uri="{FF2B5EF4-FFF2-40B4-BE49-F238E27FC236}">
                    <a16:creationId xmlns:a16="http://schemas.microsoft.com/office/drawing/2014/main" id="{27D336D1-AB7A-B297-9EA3-1D475508A19D}"/>
                  </a:ext>
                </a:extLst>
              </p:cNvPr>
              <p:cNvCxnSpPr>
                <a:cxnSpLocks/>
                <a:stCxn id="2715"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717" name="Straight Connector 2716">
                <a:extLst>
                  <a:ext uri="{FF2B5EF4-FFF2-40B4-BE49-F238E27FC236}">
                    <a16:creationId xmlns:a16="http://schemas.microsoft.com/office/drawing/2014/main" id="{437DE654-3605-F042-FE83-B7863459C2FD}"/>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pic>
        <p:nvPicPr>
          <p:cNvPr id="13" name="Picture 12">
            <a:hlinkClick r:id="rId3" action="ppaction://hlinksldjump"/>
            <a:extLst>
              <a:ext uri="{FF2B5EF4-FFF2-40B4-BE49-F238E27FC236}">
                <a16:creationId xmlns:a16="http://schemas.microsoft.com/office/drawing/2014/main" id="{3EC5F1E0-1F83-B512-A603-06B7EAF82DEA}"/>
              </a:ext>
            </a:extLst>
          </p:cNvPr>
          <p:cNvPicPr>
            <a:picLocks noChangeAspect="1"/>
          </p:cNvPicPr>
          <p:nvPr/>
        </p:nvPicPr>
        <p:blipFill>
          <a:blip r:embed="rId4"/>
          <a:stretch>
            <a:fillRect/>
          </a:stretch>
        </p:blipFill>
        <p:spPr>
          <a:xfrm>
            <a:off x="33922" y="0"/>
            <a:ext cx="211626" cy="6858000"/>
          </a:xfrm>
          <a:prstGeom prst="rect">
            <a:avLst/>
          </a:prstGeom>
          <a:solidFill>
            <a:schemeClr val="tx1">
              <a:alpha val="0"/>
            </a:schemeClr>
          </a:solidFill>
        </p:spPr>
      </p:pic>
      <p:grpSp>
        <p:nvGrpSpPr>
          <p:cNvPr id="14" name="Group 13">
            <a:extLst>
              <a:ext uri="{FF2B5EF4-FFF2-40B4-BE49-F238E27FC236}">
                <a16:creationId xmlns:a16="http://schemas.microsoft.com/office/drawing/2014/main" id="{7C3DB33A-E7AC-A750-0FAE-A0F92BF0D7AB}"/>
              </a:ext>
            </a:extLst>
          </p:cNvPr>
          <p:cNvGrpSpPr/>
          <p:nvPr/>
        </p:nvGrpSpPr>
        <p:grpSpPr>
          <a:xfrm>
            <a:off x="372852" y="2923586"/>
            <a:ext cx="11770147" cy="3919801"/>
            <a:chOff x="372852" y="2923586"/>
            <a:chExt cx="11770147" cy="3919801"/>
          </a:xfrm>
        </p:grpSpPr>
        <p:grpSp>
          <p:nvGrpSpPr>
            <p:cNvPr id="191" name="Group 190">
              <a:extLst>
                <a:ext uri="{FF2B5EF4-FFF2-40B4-BE49-F238E27FC236}">
                  <a16:creationId xmlns:a16="http://schemas.microsoft.com/office/drawing/2014/main" id="{862A6078-B2C5-9EDC-0636-1C81522C7560}"/>
                </a:ext>
              </a:extLst>
            </p:cNvPr>
            <p:cNvGrpSpPr/>
            <p:nvPr/>
          </p:nvGrpSpPr>
          <p:grpSpPr>
            <a:xfrm>
              <a:off x="372852" y="2923586"/>
              <a:ext cx="11770147" cy="3919801"/>
              <a:chOff x="376517" y="2937201"/>
              <a:chExt cx="11770147" cy="3919801"/>
            </a:xfrm>
          </p:grpSpPr>
          <p:sp>
            <p:nvSpPr>
              <p:cNvPr id="469" name="Rectangle 468">
                <a:extLst>
                  <a:ext uri="{FF2B5EF4-FFF2-40B4-BE49-F238E27FC236}">
                    <a16:creationId xmlns:a16="http://schemas.microsoft.com/office/drawing/2014/main" id="{D8BC72A1-F8ED-1D7F-AD05-1C356E863496}"/>
                  </a:ext>
                </a:extLst>
              </p:cNvPr>
              <p:cNvSpPr/>
              <p:nvPr/>
            </p:nvSpPr>
            <p:spPr>
              <a:xfrm>
                <a:off x="376517" y="2937201"/>
                <a:ext cx="11770147" cy="2892049"/>
              </a:xfrm>
              <a:custGeom>
                <a:avLst/>
                <a:gdLst>
                  <a:gd name="connsiteX0" fmla="*/ 0 w 11816509"/>
                  <a:gd name="connsiteY0" fmla="*/ 0 h 2907838"/>
                  <a:gd name="connsiteX1" fmla="*/ 11816509 w 11816509"/>
                  <a:gd name="connsiteY1" fmla="*/ 0 h 2907838"/>
                  <a:gd name="connsiteX2" fmla="*/ 11816509 w 11816509"/>
                  <a:gd name="connsiteY2" fmla="*/ 2907838 h 2907838"/>
                  <a:gd name="connsiteX3" fmla="*/ 0 w 11816509"/>
                  <a:gd name="connsiteY3" fmla="*/ 2907838 h 2907838"/>
                  <a:gd name="connsiteX4" fmla="*/ 0 w 11816509"/>
                  <a:gd name="connsiteY4" fmla="*/ 0 h 2907838"/>
                  <a:gd name="connsiteX0" fmla="*/ 16130 w 11832639"/>
                  <a:gd name="connsiteY0" fmla="*/ 0 h 2907838"/>
                  <a:gd name="connsiteX1" fmla="*/ 11832639 w 11832639"/>
                  <a:gd name="connsiteY1" fmla="*/ 0 h 2907838"/>
                  <a:gd name="connsiteX2" fmla="*/ 11832639 w 11832639"/>
                  <a:gd name="connsiteY2" fmla="*/ 2907838 h 2907838"/>
                  <a:gd name="connsiteX3" fmla="*/ 16130 w 11832639"/>
                  <a:gd name="connsiteY3" fmla="*/ 2907838 h 2907838"/>
                  <a:gd name="connsiteX4" fmla="*/ 0 w 11832639"/>
                  <a:gd name="connsiteY4" fmla="*/ 1452023 h 2907838"/>
                  <a:gd name="connsiteX5" fmla="*/ 16130 w 11832639"/>
                  <a:gd name="connsiteY5" fmla="*/ 0 h 2907838"/>
                  <a:gd name="connsiteX0" fmla="*/ 16130 w 11832639"/>
                  <a:gd name="connsiteY0" fmla="*/ 0 h 2916298"/>
                  <a:gd name="connsiteX1" fmla="*/ 11832639 w 11832639"/>
                  <a:gd name="connsiteY1" fmla="*/ 0 h 2916298"/>
                  <a:gd name="connsiteX2" fmla="*/ 11832639 w 11832639"/>
                  <a:gd name="connsiteY2" fmla="*/ 2907838 h 2916298"/>
                  <a:gd name="connsiteX3" fmla="*/ 1717589 w 11832639"/>
                  <a:gd name="connsiteY3" fmla="*/ 2916298 h 2916298"/>
                  <a:gd name="connsiteX4" fmla="*/ 16130 w 11832639"/>
                  <a:gd name="connsiteY4" fmla="*/ 2907838 h 2916298"/>
                  <a:gd name="connsiteX5" fmla="*/ 0 w 11832639"/>
                  <a:gd name="connsiteY5" fmla="*/ 1452023 h 2916298"/>
                  <a:gd name="connsiteX6" fmla="*/ 16130 w 11832639"/>
                  <a:gd name="connsiteY6" fmla="*/ 0 h 2916298"/>
                  <a:gd name="connsiteX0" fmla="*/ 16130 w 11832639"/>
                  <a:gd name="connsiteY0" fmla="*/ 0 h 2907838"/>
                  <a:gd name="connsiteX1" fmla="*/ 11832639 w 11832639"/>
                  <a:gd name="connsiteY1" fmla="*/ 0 h 2907838"/>
                  <a:gd name="connsiteX2" fmla="*/ 11832639 w 11832639"/>
                  <a:gd name="connsiteY2" fmla="*/ 2907838 h 2907838"/>
                  <a:gd name="connsiteX3" fmla="*/ 1723768 w 11832639"/>
                  <a:gd name="connsiteY3" fmla="*/ 2891585 h 2907838"/>
                  <a:gd name="connsiteX4" fmla="*/ 16130 w 11832639"/>
                  <a:gd name="connsiteY4" fmla="*/ 2907838 h 2907838"/>
                  <a:gd name="connsiteX5" fmla="*/ 0 w 11832639"/>
                  <a:gd name="connsiteY5" fmla="*/ 1452023 h 2907838"/>
                  <a:gd name="connsiteX6" fmla="*/ 16130 w 11832639"/>
                  <a:gd name="connsiteY6" fmla="*/ 0 h 2907838"/>
                  <a:gd name="connsiteX0" fmla="*/ 16130 w 11832639"/>
                  <a:gd name="connsiteY0" fmla="*/ 0 h 2922541"/>
                  <a:gd name="connsiteX1" fmla="*/ 11832639 w 11832639"/>
                  <a:gd name="connsiteY1" fmla="*/ 0 h 2922541"/>
                  <a:gd name="connsiteX2" fmla="*/ 11832639 w 11832639"/>
                  <a:gd name="connsiteY2" fmla="*/ 2907838 h 2922541"/>
                  <a:gd name="connsiteX3" fmla="*/ 1726149 w 11832639"/>
                  <a:gd name="connsiteY3" fmla="*/ 2922541 h 2922541"/>
                  <a:gd name="connsiteX4" fmla="*/ 16130 w 11832639"/>
                  <a:gd name="connsiteY4" fmla="*/ 2907838 h 2922541"/>
                  <a:gd name="connsiteX5" fmla="*/ 0 w 11832639"/>
                  <a:gd name="connsiteY5" fmla="*/ 1452023 h 2922541"/>
                  <a:gd name="connsiteX6" fmla="*/ 16130 w 11832639"/>
                  <a:gd name="connsiteY6" fmla="*/ 0 h 2922541"/>
                  <a:gd name="connsiteX0" fmla="*/ 0 w 11816509"/>
                  <a:gd name="connsiteY0" fmla="*/ 0 h 2922541"/>
                  <a:gd name="connsiteX1" fmla="*/ 11816509 w 11816509"/>
                  <a:gd name="connsiteY1" fmla="*/ 0 h 2922541"/>
                  <a:gd name="connsiteX2" fmla="*/ 11816509 w 11816509"/>
                  <a:gd name="connsiteY2" fmla="*/ 2907838 h 2922541"/>
                  <a:gd name="connsiteX3" fmla="*/ 1710019 w 11816509"/>
                  <a:gd name="connsiteY3" fmla="*/ 2922541 h 2922541"/>
                  <a:gd name="connsiteX4" fmla="*/ 0 w 11816509"/>
                  <a:gd name="connsiteY4" fmla="*/ 2907838 h 2922541"/>
                  <a:gd name="connsiteX5" fmla="*/ 19589 w 11816509"/>
                  <a:gd name="connsiteY5" fmla="*/ 1454405 h 2922541"/>
                  <a:gd name="connsiteX6" fmla="*/ 0 w 11816509"/>
                  <a:gd name="connsiteY6" fmla="*/ 0 h 2922541"/>
                  <a:gd name="connsiteX0" fmla="*/ 0 w 11816509"/>
                  <a:gd name="connsiteY0" fmla="*/ 0 h 2922541"/>
                  <a:gd name="connsiteX1" fmla="*/ 11816509 w 11816509"/>
                  <a:gd name="connsiteY1" fmla="*/ 0 h 2922541"/>
                  <a:gd name="connsiteX2" fmla="*/ 11816509 w 11816509"/>
                  <a:gd name="connsiteY2" fmla="*/ 2907838 h 2922541"/>
                  <a:gd name="connsiteX3" fmla="*/ 1710019 w 11816509"/>
                  <a:gd name="connsiteY3" fmla="*/ 2922541 h 2922541"/>
                  <a:gd name="connsiteX4" fmla="*/ 0 w 11816509"/>
                  <a:gd name="connsiteY4" fmla="*/ 2907838 h 2922541"/>
                  <a:gd name="connsiteX5" fmla="*/ 21970 w 11816509"/>
                  <a:gd name="connsiteY5" fmla="*/ 1452024 h 2922541"/>
                  <a:gd name="connsiteX6" fmla="*/ 0 w 11816509"/>
                  <a:gd name="connsiteY6" fmla="*/ 0 h 2922541"/>
                  <a:gd name="connsiteX0" fmla="*/ 0 w 11816509"/>
                  <a:gd name="connsiteY0" fmla="*/ 0 h 2922541"/>
                  <a:gd name="connsiteX1" fmla="*/ 11816509 w 11816509"/>
                  <a:gd name="connsiteY1" fmla="*/ 0 h 2922541"/>
                  <a:gd name="connsiteX2" fmla="*/ 11816509 w 11816509"/>
                  <a:gd name="connsiteY2" fmla="*/ 2907838 h 2922541"/>
                  <a:gd name="connsiteX3" fmla="*/ 1710019 w 11816509"/>
                  <a:gd name="connsiteY3" fmla="*/ 2922541 h 2922541"/>
                  <a:gd name="connsiteX4" fmla="*/ 1712119 w 11816509"/>
                  <a:gd name="connsiteY4" fmla="*/ 1448131 h 2922541"/>
                  <a:gd name="connsiteX5" fmla="*/ 21970 w 11816509"/>
                  <a:gd name="connsiteY5" fmla="*/ 1452024 h 2922541"/>
                  <a:gd name="connsiteX6" fmla="*/ 0 w 11816509"/>
                  <a:gd name="connsiteY6" fmla="*/ 0 h 2922541"/>
                  <a:gd name="connsiteX0" fmla="*/ 0 w 11799840"/>
                  <a:gd name="connsiteY0" fmla="*/ 9525 h 2922541"/>
                  <a:gd name="connsiteX1" fmla="*/ 11799840 w 11799840"/>
                  <a:gd name="connsiteY1" fmla="*/ 0 h 2922541"/>
                  <a:gd name="connsiteX2" fmla="*/ 11799840 w 11799840"/>
                  <a:gd name="connsiteY2" fmla="*/ 2907838 h 2922541"/>
                  <a:gd name="connsiteX3" fmla="*/ 1693350 w 11799840"/>
                  <a:gd name="connsiteY3" fmla="*/ 2922541 h 2922541"/>
                  <a:gd name="connsiteX4" fmla="*/ 1695450 w 11799840"/>
                  <a:gd name="connsiteY4" fmla="*/ 1448131 h 2922541"/>
                  <a:gd name="connsiteX5" fmla="*/ 5301 w 11799840"/>
                  <a:gd name="connsiteY5" fmla="*/ 1452024 h 2922541"/>
                  <a:gd name="connsiteX6" fmla="*/ 0 w 11799840"/>
                  <a:gd name="connsiteY6" fmla="*/ 9525 h 2922541"/>
                  <a:gd name="connsiteX0" fmla="*/ 0 w 11799840"/>
                  <a:gd name="connsiteY0" fmla="*/ 9525 h 2922541"/>
                  <a:gd name="connsiteX1" fmla="*/ 11799840 w 11799840"/>
                  <a:gd name="connsiteY1" fmla="*/ 0 h 2922541"/>
                  <a:gd name="connsiteX2" fmla="*/ 11799840 w 11799840"/>
                  <a:gd name="connsiteY2" fmla="*/ 2907838 h 2922541"/>
                  <a:gd name="connsiteX3" fmla="*/ 2480127 w 11799840"/>
                  <a:gd name="connsiteY3" fmla="*/ 2917972 h 2922541"/>
                  <a:gd name="connsiteX4" fmla="*/ 1693350 w 11799840"/>
                  <a:gd name="connsiteY4" fmla="*/ 2922541 h 2922541"/>
                  <a:gd name="connsiteX5" fmla="*/ 1695450 w 11799840"/>
                  <a:gd name="connsiteY5" fmla="*/ 1448131 h 2922541"/>
                  <a:gd name="connsiteX6" fmla="*/ 5301 w 11799840"/>
                  <a:gd name="connsiteY6" fmla="*/ 1452024 h 2922541"/>
                  <a:gd name="connsiteX7" fmla="*/ 0 w 11799840"/>
                  <a:gd name="connsiteY7" fmla="*/ 9525 h 2922541"/>
                  <a:gd name="connsiteX0" fmla="*/ 0 w 11799840"/>
                  <a:gd name="connsiteY0" fmla="*/ 9525 h 2922541"/>
                  <a:gd name="connsiteX1" fmla="*/ 11799840 w 11799840"/>
                  <a:gd name="connsiteY1" fmla="*/ 0 h 2922541"/>
                  <a:gd name="connsiteX2" fmla="*/ 11799840 w 11799840"/>
                  <a:gd name="connsiteY2" fmla="*/ 2907838 h 2922541"/>
                  <a:gd name="connsiteX3" fmla="*/ 2515845 w 11799840"/>
                  <a:gd name="connsiteY3" fmla="*/ 2917972 h 2922541"/>
                  <a:gd name="connsiteX4" fmla="*/ 1693350 w 11799840"/>
                  <a:gd name="connsiteY4" fmla="*/ 2922541 h 2922541"/>
                  <a:gd name="connsiteX5" fmla="*/ 1695450 w 11799840"/>
                  <a:gd name="connsiteY5" fmla="*/ 1448131 h 2922541"/>
                  <a:gd name="connsiteX6" fmla="*/ 5301 w 11799840"/>
                  <a:gd name="connsiteY6" fmla="*/ 1452024 h 2922541"/>
                  <a:gd name="connsiteX7" fmla="*/ 0 w 11799840"/>
                  <a:gd name="connsiteY7" fmla="*/ 9525 h 2922541"/>
                  <a:gd name="connsiteX0" fmla="*/ 0 w 11799840"/>
                  <a:gd name="connsiteY0" fmla="*/ 9525 h 2925116"/>
                  <a:gd name="connsiteX1" fmla="*/ 11799840 w 11799840"/>
                  <a:gd name="connsiteY1" fmla="*/ 0 h 2925116"/>
                  <a:gd name="connsiteX2" fmla="*/ 11799840 w 11799840"/>
                  <a:gd name="connsiteY2" fmla="*/ 2907838 h 2925116"/>
                  <a:gd name="connsiteX3" fmla="*/ 2501558 w 11799840"/>
                  <a:gd name="connsiteY3" fmla="*/ 2925116 h 2925116"/>
                  <a:gd name="connsiteX4" fmla="*/ 1693350 w 11799840"/>
                  <a:gd name="connsiteY4" fmla="*/ 2922541 h 2925116"/>
                  <a:gd name="connsiteX5" fmla="*/ 1695450 w 11799840"/>
                  <a:gd name="connsiteY5" fmla="*/ 1448131 h 2925116"/>
                  <a:gd name="connsiteX6" fmla="*/ 5301 w 11799840"/>
                  <a:gd name="connsiteY6" fmla="*/ 1452024 h 2925116"/>
                  <a:gd name="connsiteX7" fmla="*/ 0 w 11799840"/>
                  <a:gd name="connsiteY7" fmla="*/ 9525 h 2925116"/>
                  <a:gd name="connsiteX0" fmla="*/ 0 w 11807358"/>
                  <a:gd name="connsiteY0" fmla="*/ 9525 h 2925116"/>
                  <a:gd name="connsiteX1" fmla="*/ 11799840 w 11807358"/>
                  <a:gd name="connsiteY1" fmla="*/ 0 h 2925116"/>
                  <a:gd name="connsiteX2" fmla="*/ 11807358 w 11807358"/>
                  <a:gd name="connsiteY2" fmla="*/ 2176960 h 2925116"/>
                  <a:gd name="connsiteX3" fmla="*/ 11799840 w 11807358"/>
                  <a:gd name="connsiteY3" fmla="*/ 2907838 h 2925116"/>
                  <a:gd name="connsiteX4" fmla="*/ 2501558 w 11807358"/>
                  <a:gd name="connsiteY4" fmla="*/ 2925116 h 2925116"/>
                  <a:gd name="connsiteX5" fmla="*/ 1693350 w 11807358"/>
                  <a:gd name="connsiteY5" fmla="*/ 2922541 h 2925116"/>
                  <a:gd name="connsiteX6" fmla="*/ 1695450 w 11807358"/>
                  <a:gd name="connsiteY6" fmla="*/ 1448131 h 2925116"/>
                  <a:gd name="connsiteX7" fmla="*/ 5301 w 11807358"/>
                  <a:gd name="connsiteY7" fmla="*/ 1452024 h 2925116"/>
                  <a:gd name="connsiteX8" fmla="*/ 0 w 11807358"/>
                  <a:gd name="connsiteY8" fmla="*/ 9525 h 2925116"/>
                  <a:gd name="connsiteX0" fmla="*/ 0 w 11807358"/>
                  <a:gd name="connsiteY0" fmla="*/ 9525 h 2925116"/>
                  <a:gd name="connsiteX1" fmla="*/ 11799840 w 11807358"/>
                  <a:gd name="connsiteY1" fmla="*/ 0 h 2925116"/>
                  <a:gd name="connsiteX2" fmla="*/ 11807358 w 11807358"/>
                  <a:gd name="connsiteY2" fmla="*/ 2176960 h 2925116"/>
                  <a:gd name="connsiteX3" fmla="*/ 2503440 w 11807358"/>
                  <a:gd name="connsiteY3" fmla="*/ 2174413 h 2925116"/>
                  <a:gd name="connsiteX4" fmla="*/ 2501558 w 11807358"/>
                  <a:gd name="connsiteY4" fmla="*/ 2925116 h 2925116"/>
                  <a:gd name="connsiteX5" fmla="*/ 1693350 w 11807358"/>
                  <a:gd name="connsiteY5" fmla="*/ 2922541 h 2925116"/>
                  <a:gd name="connsiteX6" fmla="*/ 1695450 w 11807358"/>
                  <a:gd name="connsiteY6" fmla="*/ 1448131 h 2925116"/>
                  <a:gd name="connsiteX7" fmla="*/ 5301 w 11807358"/>
                  <a:gd name="connsiteY7" fmla="*/ 1452024 h 2925116"/>
                  <a:gd name="connsiteX8" fmla="*/ 0 w 11807358"/>
                  <a:gd name="connsiteY8" fmla="*/ 9525 h 2925116"/>
                  <a:gd name="connsiteX0" fmla="*/ 0 w 11807358"/>
                  <a:gd name="connsiteY0" fmla="*/ 9525 h 2925116"/>
                  <a:gd name="connsiteX1" fmla="*/ 11799840 w 11807358"/>
                  <a:gd name="connsiteY1" fmla="*/ 0 h 2925116"/>
                  <a:gd name="connsiteX2" fmla="*/ 11807358 w 11807358"/>
                  <a:gd name="connsiteY2" fmla="*/ 2176960 h 2925116"/>
                  <a:gd name="connsiteX3" fmla="*/ 3339633 w 11807358"/>
                  <a:gd name="connsiteY3" fmla="*/ 2176960 h 2925116"/>
                  <a:gd name="connsiteX4" fmla="*/ 2503440 w 11807358"/>
                  <a:gd name="connsiteY4" fmla="*/ 2174413 h 2925116"/>
                  <a:gd name="connsiteX5" fmla="*/ 2501558 w 11807358"/>
                  <a:gd name="connsiteY5" fmla="*/ 2925116 h 2925116"/>
                  <a:gd name="connsiteX6" fmla="*/ 1693350 w 11807358"/>
                  <a:gd name="connsiteY6" fmla="*/ 2922541 h 2925116"/>
                  <a:gd name="connsiteX7" fmla="*/ 1695450 w 11807358"/>
                  <a:gd name="connsiteY7" fmla="*/ 1448131 h 2925116"/>
                  <a:gd name="connsiteX8" fmla="*/ 5301 w 11807358"/>
                  <a:gd name="connsiteY8" fmla="*/ 1452024 h 2925116"/>
                  <a:gd name="connsiteX9" fmla="*/ 0 w 11807358"/>
                  <a:gd name="connsiteY9" fmla="*/ 9525 h 2925116"/>
                  <a:gd name="connsiteX0" fmla="*/ 0 w 11807358"/>
                  <a:gd name="connsiteY0" fmla="*/ 9525 h 2925116"/>
                  <a:gd name="connsiteX1" fmla="*/ 11799840 w 11807358"/>
                  <a:gd name="connsiteY1" fmla="*/ 0 h 2925116"/>
                  <a:gd name="connsiteX2" fmla="*/ 11797833 w 11807358"/>
                  <a:gd name="connsiteY2" fmla="*/ 1453060 h 2925116"/>
                  <a:gd name="connsiteX3" fmla="*/ 11807358 w 11807358"/>
                  <a:gd name="connsiteY3" fmla="*/ 2176960 h 2925116"/>
                  <a:gd name="connsiteX4" fmla="*/ 3339633 w 11807358"/>
                  <a:gd name="connsiteY4" fmla="*/ 2176960 h 2925116"/>
                  <a:gd name="connsiteX5" fmla="*/ 2503440 w 11807358"/>
                  <a:gd name="connsiteY5" fmla="*/ 2174413 h 2925116"/>
                  <a:gd name="connsiteX6" fmla="*/ 2501558 w 11807358"/>
                  <a:gd name="connsiteY6" fmla="*/ 2925116 h 2925116"/>
                  <a:gd name="connsiteX7" fmla="*/ 1693350 w 11807358"/>
                  <a:gd name="connsiteY7" fmla="*/ 2922541 h 2925116"/>
                  <a:gd name="connsiteX8" fmla="*/ 1695450 w 11807358"/>
                  <a:gd name="connsiteY8" fmla="*/ 1448131 h 2925116"/>
                  <a:gd name="connsiteX9" fmla="*/ 5301 w 11807358"/>
                  <a:gd name="connsiteY9" fmla="*/ 1452024 h 2925116"/>
                  <a:gd name="connsiteX10" fmla="*/ 0 w 11807358"/>
                  <a:gd name="connsiteY10" fmla="*/ 9525 h 2925116"/>
                  <a:gd name="connsiteX0" fmla="*/ 0 w 11799840"/>
                  <a:gd name="connsiteY0" fmla="*/ 9525 h 2925116"/>
                  <a:gd name="connsiteX1" fmla="*/ 11799840 w 11799840"/>
                  <a:gd name="connsiteY1" fmla="*/ 0 h 2925116"/>
                  <a:gd name="connsiteX2" fmla="*/ 11797833 w 11799840"/>
                  <a:gd name="connsiteY2" fmla="*/ 1453060 h 2925116"/>
                  <a:gd name="connsiteX3" fmla="*/ 3334871 w 11799840"/>
                  <a:gd name="connsiteY3" fmla="*/ 1453060 h 2925116"/>
                  <a:gd name="connsiteX4" fmla="*/ 3339633 w 11799840"/>
                  <a:gd name="connsiteY4" fmla="*/ 2176960 h 2925116"/>
                  <a:gd name="connsiteX5" fmla="*/ 2503440 w 11799840"/>
                  <a:gd name="connsiteY5" fmla="*/ 2174413 h 2925116"/>
                  <a:gd name="connsiteX6" fmla="*/ 2501558 w 11799840"/>
                  <a:gd name="connsiteY6" fmla="*/ 2925116 h 2925116"/>
                  <a:gd name="connsiteX7" fmla="*/ 1693350 w 11799840"/>
                  <a:gd name="connsiteY7" fmla="*/ 2922541 h 2925116"/>
                  <a:gd name="connsiteX8" fmla="*/ 1695450 w 11799840"/>
                  <a:gd name="connsiteY8" fmla="*/ 1448131 h 2925116"/>
                  <a:gd name="connsiteX9" fmla="*/ 5301 w 11799840"/>
                  <a:gd name="connsiteY9" fmla="*/ 1452024 h 2925116"/>
                  <a:gd name="connsiteX10" fmla="*/ 0 w 11799840"/>
                  <a:gd name="connsiteY10" fmla="*/ 9525 h 2925116"/>
                  <a:gd name="connsiteX0" fmla="*/ 0 w 11799840"/>
                  <a:gd name="connsiteY0" fmla="*/ 9525 h 2925116"/>
                  <a:gd name="connsiteX1" fmla="*/ 11799840 w 11799840"/>
                  <a:gd name="connsiteY1" fmla="*/ 0 h 2925116"/>
                  <a:gd name="connsiteX2" fmla="*/ 11793071 w 11799840"/>
                  <a:gd name="connsiteY2" fmla="*/ 724397 h 2925116"/>
                  <a:gd name="connsiteX3" fmla="*/ 11797833 w 11799840"/>
                  <a:gd name="connsiteY3" fmla="*/ 1453060 h 2925116"/>
                  <a:gd name="connsiteX4" fmla="*/ 3334871 w 11799840"/>
                  <a:gd name="connsiteY4" fmla="*/ 1453060 h 2925116"/>
                  <a:gd name="connsiteX5" fmla="*/ 3339633 w 11799840"/>
                  <a:gd name="connsiteY5" fmla="*/ 2176960 h 2925116"/>
                  <a:gd name="connsiteX6" fmla="*/ 2503440 w 11799840"/>
                  <a:gd name="connsiteY6" fmla="*/ 2174413 h 2925116"/>
                  <a:gd name="connsiteX7" fmla="*/ 2501558 w 11799840"/>
                  <a:gd name="connsiteY7" fmla="*/ 2925116 h 2925116"/>
                  <a:gd name="connsiteX8" fmla="*/ 1693350 w 11799840"/>
                  <a:gd name="connsiteY8" fmla="*/ 2922541 h 2925116"/>
                  <a:gd name="connsiteX9" fmla="*/ 1695450 w 11799840"/>
                  <a:gd name="connsiteY9" fmla="*/ 1448131 h 2925116"/>
                  <a:gd name="connsiteX10" fmla="*/ 5301 w 11799840"/>
                  <a:gd name="connsiteY10" fmla="*/ 1452024 h 2925116"/>
                  <a:gd name="connsiteX11" fmla="*/ 0 w 11799840"/>
                  <a:gd name="connsiteY11" fmla="*/ 9525 h 2925116"/>
                  <a:gd name="connsiteX0" fmla="*/ 0 w 11799840"/>
                  <a:gd name="connsiteY0" fmla="*/ 9525 h 2925116"/>
                  <a:gd name="connsiteX1" fmla="*/ 11799840 w 11799840"/>
                  <a:gd name="connsiteY1" fmla="*/ 0 h 2925116"/>
                  <a:gd name="connsiteX2" fmla="*/ 11793071 w 11799840"/>
                  <a:gd name="connsiteY2" fmla="*/ 724397 h 2925116"/>
                  <a:gd name="connsiteX3" fmla="*/ 11797833 w 11799840"/>
                  <a:gd name="connsiteY3" fmla="*/ 1453060 h 2925116"/>
                  <a:gd name="connsiteX4" fmla="*/ 5020796 w 11799840"/>
                  <a:gd name="connsiteY4" fmla="*/ 1448297 h 2925116"/>
                  <a:gd name="connsiteX5" fmla="*/ 3334871 w 11799840"/>
                  <a:gd name="connsiteY5" fmla="*/ 1453060 h 2925116"/>
                  <a:gd name="connsiteX6" fmla="*/ 3339633 w 11799840"/>
                  <a:gd name="connsiteY6" fmla="*/ 2176960 h 2925116"/>
                  <a:gd name="connsiteX7" fmla="*/ 2503440 w 11799840"/>
                  <a:gd name="connsiteY7" fmla="*/ 2174413 h 2925116"/>
                  <a:gd name="connsiteX8" fmla="*/ 2501558 w 11799840"/>
                  <a:gd name="connsiteY8" fmla="*/ 2925116 h 2925116"/>
                  <a:gd name="connsiteX9" fmla="*/ 1693350 w 11799840"/>
                  <a:gd name="connsiteY9" fmla="*/ 2922541 h 2925116"/>
                  <a:gd name="connsiteX10" fmla="*/ 1695450 w 11799840"/>
                  <a:gd name="connsiteY10" fmla="*/ 1448131 h 2925116"/>
                  <a:gd name="connsiteX11" fmla="*/ 5301 w 11799840"/>
                  <a:gd name="connsiteY11" fmla="*/ 1452024 h 2925116"/>
                  <a:gd name="connsiteX12" fmla="*/ 0 w 11799840"/>
                  <a:gd name="connsiteY12" fmla="*/ 9525 h 2925116"/>
                  <a:gd name="connsiteX0" fmla="*/ 0 w 11799840"/>
                  <a:gd name="connsiteY0" fmla="*/ 9525 h 2925116"/>
                  <a:gd name="connsiteX1" fmla="*/ 11799840 w 11799840"/>
                  <a:gd name="connsiteY1" fmla="*/ 0 h 2925116"/>
                  <a:gd name="connsiteX2" fmla="*/ 11793071 w 11799840"/>
                  <a:gd name="connsiteY2" fmla="*/ 724397 h 2925116"/>
                  <a:gd name="connsiteX3" fmla="*/ 5044608 w 11799840"/>
                  <a:gd name="connsiteY3" fmla="*/ 752972 h 2925116"/>
                  <a:gd name="connsiteX4" fmla="*/ 5020796 w 11799840"/>
                  <a:gd name="connsiteY4" fmla="*/ 1448297 h 2925116"/>
                  <a:gd name="connsiteX5" fmla="*/ 3334871 w 11799840"/>
                  <a:gd name="connsiteY5" fmla="*/ 1453060 h 2925116"/>
                  <a:gd name="connsiteX6" fmla="*/ 3339633 w 11799840"/>
                  <a:gd name="connsiteY6" fmla="*/ 2176960 h 2925116"/>
                  <a:gd name="connsiteX7" fmla="*/ 2503440 w 11799840"/>
                  <a:gd name="connsiteY7" fmla="*/ 2174413 h 2925116"/>
                  <a:gd name="connsiteX8" fmla="*/ 2501558 w 11799840"/>
                  <a:gd name="connsiteY8" fmla="*/ 2925116 h 2925116"/>
                  <a:gd name="connsiteX9" fmla="*/ 1693350 w 11799840"/>
                  <a:gd name="connsiteY9" fmla="*/ 2922541 h 2925116"/>
                  <a:gd name="connsiteX10" fmla="*/ 1695450 w 11799840"/>
                  <a:gd name="connsiteY10" fmla="*/ 1448131 h 2925116"/>
                  <a:gd name="connsiteX11" fmla="*/ 5301 w 11799840"/>
                  <a:gd name="connsiteY11" fmla="*/ 1452024 h 2925116"/>
                  <a:gd name="connsiteX12" fmla="*/ 0 w 11799840"/>
                  <a:gd name="connsiteY12" fmla="*/ 9525 h 2925116"/>
                  <a:gd name="connsiteX0" fmla="*/ 0 w 11799840"/>
                  <a:gd name="connsiteY0" fmla="*/ 9525 h 2925116"/>
                  <a:gd name="connsiteX1" fmla="*/ 11799840 w 11799840"/>
                  <a:gd name="connsiteY1" fmla="*/ 0 h 2925116"/>
                  <a:gd name="connsiteX2" fmla="*/ 11793071 w 11799840"/>
                  <a:gd name="connsiteY2" fmla="*/ 724397 h 2925116"/>
                  <a:gd name="connsiteX3" fmla="*/ 5044608 w 11799840"/>
                  <a:gd name="connsiteY3" fmla="*/ 752972 h 2925116"/>
                  <a:gd name="connsiteX4" fmla="*/ 5020796 w 11799840"/>
                  <a:gd name="connsiteY4" fmla="*/ 1448297 h 2925116"/>
                  <a:gd name="connsiteX5" fmla="*/ 3334871 w 11799840"/>
                  <a:gd name="connsiteY5" fmla="*/ 1453060 h 2925116"/>
                  <a:gd name="connsiteX6" fmla="*/ 3339633 w 11799840"/>
                  <a:gd name="connsiteY6" fmla="*/ 2176960 h 2925116"/>
                  <a:gd name="connsiteX7" fmla="*/ 2503440 w 11799840"/>
                  <a:gd name="connsiteY7" fmla="*/ 2174413 h 2925116"/>
                  <a:gd name="connsiteX8" fmla="*/ 2501558 w 11799840"/>
                  <a:gd name="connsiteY8" fmla="*/ 2925116 h 2925116"/>
                  <a:gd name="connsiteX9" fmla="*/ 1693350 w 11799840"/>
                  <a:gd name="connsiteY9" fmla="*/ 2922541 h 2925116"/>
                  <a:gd name="connsiteX10" fmla="*/ 1695450 w 11799840"/>
                  <a:gd name="connsiteY10" fmla="*/ 1448131 h 2925116"/>
                  <a:gd name="connsiteX11" fmla="*/ 5301 w 11799840"/>
                  <a:gd name="connsiteY11" fmla="*/ 1452024 h 2925116"/>
                  <a:gd name="connsiteX12" fmla="*/ 0 w 11799840"/>
                  <a:gd name="connsiteY12" fmla="*/ 9525 h 2925116"/>
                  <a:gd name="connsiteX0" fmla="*/ 0 w 11799840"/>
                  <a:gd name="connsiteY0" fmla="*/ 9525 h 2925116"/>
                  <a:gd name="connsiteX1" fmla="*/ 11799840 w 11799840"/>
                  <a:gd name="connsiteY1" fmla="*/ 0 h 2925116"/>
                  <a:gd name="connsiteX2" fmla="*/ 11793071 w 11799840"/>
                  <a:gd name="connsiteY2" fmla="*/ 724397 h 2925116"/>
                  <a:gd name="connsiteX3" fmla="*/ 5044608 w 11799840"/>
                  <a:gd name="connsiteY3" fmla="*/ 752972 h 2925116"/>
                  <a:gd name="connsiteX4" fmla="*/ 5020796 w 11799840"/>
                  <a:gd name="connsiteY4" fmla="*/ 1448297 h 2925116"/>
                  <a:gd name="connsiteX5" fmla="*/ 3334871 w 11799840"/>
                  <a:gd name="connsiteY5" fmla="*/ 1453060 h 2925116"/>
                  <a:gd name="connsiteX6" fmla="*/ 3339633 w 11799840"/>
                  <a:gd name="connsiteY6" fmla="*/ 2176960 h 2925116"/>
                  <a:gd name="connsiteX7" fmla="*/ 2503440 w 11799840"/>
                  <a:gd name="connsiteY7" fmla="*/ 2174413 h 2925116"/>
                  <a:gd name="connsiteX8" fmla="*/ 2501558 w 11799840"/>
                  <a:gd name="connsiteY8" fmla="*/ 2925116 h 2925116"/>
                  <a:gd name="connsiteX9" fmla="*/ 1693350 w 11799840"/>
                  <a:gd name="connsiteY9" fmla="*/ 2922541 h 2925116"/>
                  <a:gd name="connsiteX10" fmla="*/ 1695450 w 11799840"/>
                  <a:gd name="connsiteY10" fmla="*/ 1448131 h 2925116"/>
                  <a:gd name="connsiteX11" fmla="*/ 5301 w 11799840"/>
                  <a:gd name="connsiteY11" fmla="*/ 1452024 h 2925116"/>
                  <a:gd name="connsiteX12" fmla="*/ 0 w 11799840"/>
                  <a:gd name="connsiteY12" fmla="*/ 9525 h 2925116"/>
                  <a:gd name="connsiteX0" fmla="*/ 0 w 11799840"/>
                  <a:gd name="connsiteY0" fmla="*/ 9525 h 2922541"/>
                  <a:gd name="connsiteX1" fmla="*/ 11799840 w 11799840"/>
                  <a:gd name="connsiteY1" fmla="*/ 0 h 2922541"/>
                  <a:gd name="connsiteX2" fmla="*/ 11793071 w 11799840"/>
                  <a:gd name="connsiteY2" fmla="*/ 724397 h 2922541"/>
                  <a:gd name="connsiteX3" fmla="*/ 5044608 w 11799840"/>
                  <a:gd name="connsiteY3" fmla="*/ 752972 h 2922541"/>
                  <a:gd name="connsiteX4" fmla="*/ 5020796 w 11799840"/>
                  <a:gd name="connsiteY4" fmla="*/ 1448297 h 2922541"/>
                  <a:gd name="connsiteX5" fmla="*/ 3334871 w 11799840"/>
                  <a:gd name="connsiteY5" fmla="*/ 1453060 h 2922541"/>
                  <a:gd name="connsiteX6" fmla="*/ 3339633 w 11799840"/>
                  <a:gd name="connsiteY6" fmla="*/ 2176960 h 2922541"/>
                  <a:gd name="connsiteX7" fmla="*/ 2503440 w 11799840"/>
                  <a:gd name="connsiteY7" fmla="*/ 2174413 h 2922541"/>
                  <a:gd name="connsiteX8" fmla="*/ 2506321 w 11799840"/>
                  <a:gd name="connsiteY8" fmla="*/ 2887016 h 2922541"/>
                  <a:gd name="connsiteX9" fmla="*/ 1693350 w 11799840"/>
                  <a:gd name="connsiteY9" fmla="*/ 2922541 h 2922541"/>
                  <a:gd name="connsiteX10" fmla="*/ 1695450 w 11799840"/>
                  <a:gd name="connsiteY10" fmla="*/ 1448131 h 2922541"/>
                  <a:gd name="connsiteX11" fmla="*/ 5301 w 11799840"/>
                  <a:gd name="connsiteY11" fmla="*/ 1452024 h 2922541"/>
                  <a:gd name="connsiteX12" fmla="*/ 0 w 11799840"/>
                  <a:gd name="connsiteY12" fmla="*/ 9525 h 2922541"/>
                  <a:gd name="connsiteX0" fmla="*/ 0 w 11799840"/>
                  <a:gd name="connsiteY0" fmla="*/ 9525 h 2903491"/>
                  <a:gd name="connsiteX1" fmla="*/ 11799840 w 11799840"/>
                  <a:gd name="connsiteY1" fmla="*/ 0 h 2903491"/>
                  <a:gd name="connsiteX2" fmla="*/ 11793071 w 11799840"/>
                  <a:gd name="connsiteY2" fmla="*/ 724397 h 2903491"/>
                  <a:gd name="connsiteX3" fmla="*/ 5044608 w 11799840"/>
                  <a:gd name="connsiteY3" fmla="*/ 752972 h 2903491"/>
                  <a:gd name="connsiteX4" fmla="*/ 5020796 w 11799840"/>
                  <a:gd name="connsiteY4" fmla="*/ 1448297 h 2903491"/>
                  <a:gd name="connsiteX5" fmla="*/ 3334871 w 11799840"/>
                  <a:gd name="connsiteY5" fmla="*/ 1453060 h 2903491"/>
                  <a:gd name="connsiteX6" fmla="*/ 3339633 w 11799840"/>
                  <a:gd name="connsiteY6" fmla="*/ 2176960 h 2903491"/>
                  <a:gd name="connsiteX7" fmla="*/ 2503440 w 11799840"/>
                  <a:gd name="connsiteY7" fmla="*/ 2174413 h 2903491"/>
                  <a:gd name="connsiteX8" fmla="*/ 2506321 w 11799840"/>
                  <a:gd name="connsiteY8" fmla="*/ 2887016 h 2903491"/>
                  <a:gd name="connsiteX9" fmla="*/ 1683825 w 11799840"/>
                  <a:gd name="connsiteY9" fmla="*/ 2903491 h 2903491"/>
                  <a:gd name="connsiteX10" fmla="*/ 1695450 w 11799840"/>
                  <a:gd name="connsiteY10" fmla="*/ 1448131 h 2903491"/>
                  <a:gd name="connsiteX11" fmla="*/ 5301 w 11799840"/>
                  <a:gd name="connsiteY11" fmla="*/ 1452024 h 2903491"/>
                  <a:gd name="connsiteX12" fmla="*/ 0 w 11799840"/>
                  <a:gd name="connsiteY12" fmla="*/ 9525 h 2903491"/>
                  <a:gd name="connsiteX0" fmla="*/ 0 w 11799840"/>
                  <a:gd name="connsiteY0" fmla="*/ 9525 h 2889203"/>
                  <a:gd name="connsiteX1" fmla="*/ 11799840 w 11799840"/>
                  <a:gd name="connsiteY1" fmla="*/ 0 h 2889203"/>
                  <a:gd name="connsiteX2" fmla="*/ 11793071 w 11799840"/>
                  <a:gd name="connsiteY2" fmla="*/ 724397 h 2889203"/>
                  <a:gd name="connsiteX3" fmla="*/ 5044608 w 11799840"/>
                  <a:gd name="connsiteY3" fmla="*/ 752972 h 2889203"/>
                  <a:gd name="connsiteX4" fmla="*/ 5020796 w 11799840"/>
                  <a:gd name="connsiteY4" fmla="*/ 1448297 h 2889203"/>
                  <a:gd name="connsiteX5" fmla="*/ 3334871 w 11799840"/>
                  <a:gd name="connsiteY5" fmla="*/ 1453060 h 2889203"/>
                  <a:gd name="connsiteX6" fmla="*/ 3339633 w 11799840"/>
                  <a:gd name="connsiteY6" fmla="*/ 2176960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95450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44608 w 11799840"/>
                  <a:gd name="connsiteY3" fmla="*/ 752972 h 2889203"/>
                  <a:gd name="connsiteX4" fmla="*/ 5020796 w 11799840"/>
                  <a:gd name="connsiteY4" fmla="*/ 1448297 h 2889203"/>
                  <a:gd name="connsiteX5" fmla="*/ 3334871 w 11799840"/>
                  <a:gd name="connsiteY5" fmla="*/ 1453060 h 2889203"/>
                  <a:gd name="connsiteX6" fmla="*/ 3339633 w 11799840"/>
                  <a:gd name="connsiteY6" fmla="*/ 2176960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81163 w 11799840"/>
                  <a:gd name="connsiteY10" fmla="*/ 1450512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44608 w 11799840"/>
                  <a:gd name="connsiteY3" fmla="*/ 752972 h 2889203"/>
                  <a:gd name="connsiteX4" fmla="*/ 5020796 w 11799840"/>
                  <a:gd name="connsiteY4" fmla="*/ 1448297 h 2889203"/>
                  <a:gd name="connsiteX5" fmla="*/ 3334871 w 11799840"/>
                  <a:gd name="connsiteY5" fmla="*/ 1453060 h 2889203"/>
                  <a:gd name="connsiteX6" fmla="*/ 3339633 w 11799840"/>
                  <a:gd name="connsiteY6" fmla="*/ 2176960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76400 w 11799840"/>
                  <a:gd name="connsiteY10" fmla="*/ 1452893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44608 w 11799840"/>
                  <a:gd name="connsiteY3" fmla="*/ 752972 h 2889203"/>
                  <a:gd name="connsiteX4" fmla="*/ 5020796 w 11799840"/>
                  <a:gd name="connsiteY4" fmla="*/ 1448297 h 2889203"/>
                  <a:gd name="connsiteX5" fmla="*/ 3334871 w 11799840"/>
                  <a:gd name="connsiteY5" fmla="*/ 1453060 h 2889203"/>
                  <a:gd name="connsiteX6" fmla="*/ 3339633 w 11799840"/>
                  <a:gd name="connsiteY6" fmla="*/ 2176960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76400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30321 w 11799840"/>
                  <a:gd name="connsiteY3" fmla="*/ 729159 h 2889203"/>
                  <a:gd name="connsiteX4" fmla="*/ 5020796 w 11799840"/>
                  <a:gd name="connsiteY4" fmla="*/ 1448297 h 2889203"/>
                  <a:gd name="connsiteX5" fmla="*/ 3334871 w 11799840"/>
                  <a:gd name="connsiteY5" fmla="*/ 1453060 h 2889203"/>
                  <a:gd name="connsiteX6" fmla="*/ 3339633 w 11799840"/>
                  <a:gd name="connsiteY6" fmla="*/ 2176960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76400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30321 w 11799840"/>
                  <a:gd name="connsiteY3" fmla="*/ 729159 h 2889203"/>
                  <a:gd name="connsiteX4" fmla="*/ 5030321 w 11799840"/>
                  <a:gd name="connsiteY4" fmla="*/ 1445916 h 2889203"/>
                  <a:gd name="connsiteX5" fmla="*/ 3334871 w 11799840"/>
                  <a:gd name="connsiteY5" fmla="*/ 1453060 h 2889203"/>
                  <a:gd name="connsiteX6" fmla="*/ 3339633 w 11799840"/>
                  <a:gd name="connsiteY6" fmla="*/ 2176960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76400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30321 w 11799840"/>
                  <a:gd name="connsiteY3" fmla="*/ 729159 h 2889203"/>
                  <a:gd name="connsiteX4" fmla="*/ 5030321 w 11799840"/>
                  <a:gd name="connsiteY4" fmla="*/ 1448297 h 2889203"/>
                  <a:gd name="connsiteX5" fmla="*/ 3334871 w 11799840"/>
                  <a:gd name="connsiteY5" fmla="*/ 1453060 h 2889203"/>
                  <a:gd name="connsiteX6" fmla="*/ 3339633 w 11799840"/>
                  <a:gd name="connsiteY6" fmla="*/ 2176960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76400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30321 w 11799840"/>
                  <a:gd name="connsiteY3" fmla="*/ 729159 h 2889203"/>
                  <a:gd name="connsiteX4" fmla="*/ 5030321 w 11799840"/>
                  <a:gd name="connsiteY4" fmla="*/ 1448297 h 2889203"/>
                  <a:gd name="connsiteX5" fmla="*/ 3334871 w 11799840"/>
                  <a:gd name="connsiteY5" fmla="*/ 1453060 h 2889203"/>
                  <a:gd name="connsiteX6" fmla="*/ 3342015 w 11799840"/>
                  <a:gd name="connsiteY6" fmla="*/ 2172197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76400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30321 w 11799840"/>
                  <a:gd name="connsiteY3" fmla="*/ 729159 h 2889203"/>
                  <a:gd name="connsiteX4" fmla="*/ 5030321 w 11799840"/>
                  <a:gd name="connsiteY4" fmla="*/ 1448297 h 2889203"/>
                  <a:gd name="connsiteX5" fmla="*/ 3334871 w 11799840"/>
                  <a:gd name="connsiteY5" fmla="*/ 1453060 h 2889203"/>
                  <a:gd name="connsiteX6" fmla="*/ 3342015 w 11799840"/>
                  <a:gd name="connsiteY6" fmla="*/ 2172197 h 2889203"/>
                  <a:gd name="connsiteX7" fmla="*/ 2505822 w 11799840"/>
                  <a:gd name="connsiteY7" fmla="*/ 2172032 h 2889203"/>
                  <a:gd name="connsiteX8" fmla="*/ 2506321 w 11799840"/>
                  <a:gd name="connsiteY8" fmla="*/ 2887016 h 2889203"/>
                  <a:gd name="connsiteX9" fmla="*/ 1679062 w 11799840"/>
                  <a:gd name="connsiteY9" fmla="*/ 2889203 h 2889203"/>
                  <a:gd name="connsiteX10" fmla="*/ 1676400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30321 w 11799840"/>
                  <a:gd name="connsiteY3" fmla="*/ 729159 h 2889203"/>
                  <a:gd name="connsiteX4" fmla="*/ 5030321 w 11799840"/>
                  <a:gd name="connsiteY4" fmla="*/ 1448297 h 2889203"/>
                  <a:gd name="connsiteX5" fmla="*/ 3334871 w 11799840"/>
                  <a:gd name="connsiteY5" fmla="*/ 1453060 h 2889203"/>
                  <a:gd name="connsiteX6" fmla="*/ 3342015 w 11799840"/>
                  <a:gd name="connsiteY6" fmla="*/ 2172197 h 2889203"/>
                  <a:gd name="connsiteX7" fmla="*/ 2505822 w 11799840"/>
                  <a:gd name="connsiteY7" fmla="*/ 2172032 h 2889203"/>
                  <a:gd name="connsiteX8" fmla="*/ 2506321 w 11799840"/>
                  <a:gd name="connsiteY8" fmla="*/ 2887016 h 2889203"/>
                  <a:gd name="connsiteX9" fmla="*/ 1679062 w 11799840"/>
                  <a:gd name="connsiteY9" fmla="*/ 2889203 h 2889203"/>
                  <a:gd name="connsiteX10" fmla="*/ 1681162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30321 w 11799840"/>
                  <a:gd name="connsiteY3" fmla="*/ 729159 h 2889203"/>
                  <a:gd name="connsiteX4" fmla="*/ 5030321 w 11799840"/>
                  <a:gd name="connsiteY4" fmla="*/ 1448297 h 2889203"/>
                  <a:gd name="connsiteX5" fmla="*/ 3334871 w 11799840"/>
                  <a:gd name="connsiteY5" fmla="*/ 1453060 h 2889203"/>
                  <a:gd name="connsiteX6" fmla="*/ 3342015 w 11799840"/>
                  <a:gd name="connsiteY6" fmla="*/ 2172197 h 2889203"/>
                  <a:gd name="connsiteX7" fmla="*/ 2505822 w 11799840"/>
                  <a:gd name="connsiteY7" fmla="*/ 2172032 h 2889203"/>
                  <a:gd name="connsiteX8" fmla="*/ 2506321 w 11799840"/>
                  <a:gd name="connsiteY8" fmla="*/ 2887016 h 2889203"/>
                  <a:gd name="connsiteX9" fmla="*/ 1679062 w 11799840"/>
                  <a:gd name="connsiteY9" fmla="*/ 2889203 h 2889203"/>
                  <a:gd name="connsiteX10" fmla="*/ 1678781 w 11799840"/>
                  <a:gd name="connsiteY10" fmla="*/ 1450512 h 2889203"/>
                  <a:gd name="connsiteX11" fmla="*/ 5301 w 11799840"/>
                  <a:gd name="connsiteY11" fmla="*/ 1452024 h 2889203"/>
                  <a:gd name="connsiteX12" fmla="*/ 0 w 11799840"/>
                  <a:gd name="connsiteY12" fmla="*/ 9525 h 2889203"/>
                  <a:gd name="connsiteX0" fmla="*/ 0 w 11793173"/>
                  <a:gd name="connsiteY0" fmla="*/ 0 h 2879678"/>
                  <a:gd name="connsiteX1" fmla="*/ 11761740 w 11793173"/>
                  <a:gd name="connsiteY1" fmla="*/ 3175 h 2879678"/>
                  <a:gd name="connsiteX2" fmla="*/ 11793071 w 11793173"/>
                  <a:gd name="connsiteY2" fmla="*/ 714872 h 2879678"/>
                  <a:gd name="connsiteX3" fmla="*/ 5030321 w 11793173"/>
                  <a:gd name="connsiteY3" fmla="*/ 719634 h 2879678"/>
                  <a:gd name="connsiteX4" fmla="*/ 5030321 w 11793173"/>
                  <a:gd name="connsiteY4" fmla="*/ 1438772 h 2879678"/>
                  <a:gd name="connsiteX5" fmla="*/ 3334871 w 11793173"/>
                  <a:gd name="connsiteY5" fmla="*/ 1443535 h 2879678"/>
                  <a:gd name="connsiteX6" fmla="*/ 3342015 w 11793173"/>
                  <a:gd name="connsiteY6" fmla="*/ 2162672 h 2879678"/>
                  <a:gd name="connsiteX7" fmla="*/ 2505822 w 11793173"/>
                  <a:gd name="connsiteY7" fmla="*/ 2162507 h 2879678"/>
                  <a:gd name="connsiteX8" fmla="*/ 2506321 w 11793173"/>
                  <a:gd name="connsiteY8" fmla="*/ 2877491 h 2879678"/>
                  <a:gd name="connsiteX9" fmla="*/ 1679062 w 11793173"/>
                  <a:gd name="connsiteY9" fmla="*/ 2879678 h 2879678"/>
                  <a:gd name="connsiteX10" fmla="*/ 1678781 w 11793173"/>
                  <a:gd name="connsiteY10" fmla="*/ 1440987 h 2879678"/>
                  <a:gd name="connsiteX11" fmla="*/ 5301 w 11793173"/>
                  <a:gd name="connsiteY11" fmla="*/ 1442499 h 2879678"/>
                  <a:gd name="connsiteX12" fmla="*/ 0 w 11793173"/>
                  <a:gd name="connsiteY12" fmla="*/ 0 h 2879678"/>
                  <a:gd name="connsiteX0" fmla="*/ 0 w 11761740"/>
                  <a:gd name="connsiteY0" fmla="*/ 0 h 2879678"/>
                  <a:gd name="connsiteX1" fmla="*/ 11761740 w 11761740"/>
                  <a:gd name="connsiteY1" fmla="*/ 3175 h 2879678"/>
                  <a:gd name="connsiteX2" fmla="*/ 11758146 w 11761740"/>
                  <a:gd name="connsiteY2" fmla="*/ 714872 h 2879678"/>
                  <a:gd name="connsiteX3" fmla="*/ 5030321 w 11761740"/>
                  <a:gd name="connsiteY3" fmla="*/ 719634 h 2879678"/>
                  <a:gd name="connsiteX4" fmla="*/ 5030321 w 11761740"/>
                  <a:gd name="connsiteY4" fmla="*/ 1438772 h 2879678"/>
                  <a:gd name="connsiteX5" fmla="*/ 3334871 w 11761740"/>
                  <a:gd name="connsiteY5" fmla="*/ 1443535 h 2879678"/>
                  <a:gd name="connsiteX6" fmla="*/ 3342015 w 11761740"/>
                  <a:gd name="connsiteY6" fmla="*/ 2162672 h 2879678"/>
                  <a:gd name="connsiteX7" fmla="*/ 2505822 w 11761740"/>
                  <a:gd name="connsiteY7" fmla="*/ 2162507 h 2879678"/>
                  <a:gd name="connsiteX8" fmla="*/ 2506321 w 11761740"/>
                  <a:gd name="connsiteY8" fmla="*/ 2877491 h 2879678"/>
                  <a:gd name="connsiteX9" fmla="*/ 1679062 w 11761740"/>
                  <a:gd name="connsiteY9" fmla="*/ 2879678 h 2879678"/>
                  <a:gd name="connsiteX10" fmla="*/ 1678781 w 11761740"/>
                  <a:gd name="connsiteY10" fmla="*/ 1440987 h 2879678"/>
                  <a:gd name="connsiteX11" fmla="*/ 5301 w 11761740"/>
                  <a:gd name="connsiteY11" fmla="*/ 1442499 h 2879678"/>
                  <a:gd name="connsiteX12" fmla="*/ 0 w 11761740"/>
                  <a:gd name="connsiteY12" fmla="*/ 0 h 2879678"/>
                  <a:gd name="connsiteX0" fmla="*/ 0 w 11767992"/>
                  <a:gd name="connsiteY0" fmla="*/ 0 h 2879678"/>
                  <a:gd name="connsiteX1" fmla="*/ 11761740 w 11767992"/>
                  <a:gd name="connsiteY1" fmla="*/ 3175 h 2879678"/>
                  <a:gd name="connsiteX2" fmla="*/ 11767671 w 11767992"/>
                  <a:gd name="connsiteY2" fmla="*/ 711697 h 2879678"/>
                  <a:gd name="connsiteX3" fmla="*/ 5030321 w 11767992"/>
                  <a:gd name="connsiteY3" fmla="*/ 719634 h 2879678"/>
                  <a:gd name="connsiteX4" fmla="*/ 5030321 w 11767992"/>
                  <a:gd name="connsiteY4" fmla="*/ 1438772 h 2879678"/>
                  <a:gd name="connsiteX5" fmla="*/ 3334871 w 11767992"/>
                  <a:gd name="connsiteY5" fmla="*/ 1443535 h 2879678"/>
                  <a:gd name="connsiteX6" fmla="*/ 3342015 w 11767992"/>
                  <a:gd name="connsiteY6" fmla="*/ 2162672 h 2879678"/>
                  <a:gd name="connsiteX7" fmla="*/ 2505822 w 11767992"/>
                  <a:gd name="connsiteY7" fmla="*/ 2162507 h 2879678"/>
                  <a:gd name="connsiteX8" fmla="*/ 2506321 w 11767992"/>
                  <a:gd name="connsiteY8" fmla="*/ 2877491 h 2879678"/>
                  <a:gd name="connsiteX9" fmla="*/ 1679062 w 11767992"/>
                  <a:gd name="connsiteY9" fmla="*/ 2879678 h 2879678"/>
                  <a:gd name="connsiteX10" fmla="*/ 1678781 w 11767992"/>
                  <a:gd name="connsiteY10" fmla="*/ 1440987 h 2879678"/>
                  <a:gd name="connsiteX11" fmla="*/ 5301 w 11767992"/>
                  <a:gd name="connsiteY11" fmla="*/ 1442499 h 2879678"/>
                  <a:gd name="connsiteX12" fmla="*/ 0 w 11767992"/>
                  <a:gd name="connsiteY12" fmla="*/ 0 h 2879678"/>
                  <a:gd name="connsiteX0" fmla="*/ 0 w 11762024"/>
                  <a:gd name="connsiteY0" fmla="*/ 0 h 2879678"/>
                  <a:gd name="connsiteX1" fmla="*/ 11761740 w 11762024"/>
                  <a:gd name="connsiteY1" fmla="*/ 3175 h 2879678"/>
                  <a:gd name="connsiteX2" fmla="*/ 11761321 w 11762024"/>
                  <a:gd name="connsiteY2" fmla="*/ 714872 h 2879678"/>
                  <a:gd name="connsiteX3" fmla="*/ 5030321 w 11762024"/>
                  <a:gd name="connsiteY3" fmla="*/ 719634 h 2879678"/>
                  <a:gd name="connsiteX4" fmla="*/ 5030321 w 11762024"/>
                  <a:gd name="connsiteY4" fmla="*/ 1438772 h 2879678"/>
                  <a:gd name="connsiteX5" fmla="*/ 3334871 w 11762024"/>
                  <a:gd name="connsiteY5" fmla="*/ 1443535 h 2879678"/>
                  <a:gd name="connsiteX6" fmla="*/ 3342015 w 11762024"/>
                  <a:gd name="connsiteY6" fmla="*/ 2162672 h 2879678"/>
                  <a:gd name="connsiteX7" fmla="*/ 2505822 w 11762024"/>
                  <a:gd name="connsiteY7" fmla="*/ 2162507 h 2879678"/>
                  <a:gd name="connsiteX8" fmla="*/ 2506321 w 11762024"/>
                  <a:gd name="connsiteY8" fmla="*/ 2877491 h 2879678"/>
                  <a:gd name="connsiteX9" fmla="*/ 1679062 w 11762024"/>
                  <a:gd name="connsiteY9" fmla="*/ 2879678 h 2879678"/>
                  <a:gd name="connsiteX10" fmla="*/ 1678781 w 11762024"/>
                  <a:gd name="connsiteY10" fmla="*/ 1440987 h 2879678"/>
                  <a:gd name="connsiteX11" fmla="*/ 5301 w 11762024"/>
                  <a:gd name="connsiteY11" fmla="*/ 1442499 h 2879678"/>
                  <a:gd name="connsiteX12" fmla="*/ 0 w 11762024"/>
                  <a:gd name="connsiteY12" fmla="*/ 0 h 2879678"/>
                  <a:gd name="csX0" fmla="*/ 0 w 11762024"/>
                  <a:gd name="csY0" fmla="*/ 0 h 2879678"/>
                  <a:gd name="csX1" fmla="*/ 11761740 w 11762024"/>
                  <a:gd name="csY1" fmla="*/ 3175 h 2879678"/>
                  <a:gd name="csX2" fmla="*/ 11761321 w 11762024"/>
                  <a:gd name="csY2" fmla="*/ 714872 h 2879678"/>
                  <a:gd name="csX3" fmla="*/ 5030321 w 11762024"/>
                  <a:gd name="csY3" fmla="*/ 719634 h 2879678"/>
                  <a:gd name="csX4" fmla="*/ 5030321 w 11762024"/>
                  <a:gd name="csY4" fmla="*/ 1438772 h 2879678"/>
                  <a:gd name="csX5" fmla="*/ 3334871 w 11762024"/>
                  <a:gd name="csY5" fmla="*/ 1443535 h 2879678"/>
                  <a:gd name="csX6" fmla="*/ 3342015 w 11762024"/>
                  <a:gd name="csY6" fmla="*/ 2162672 h 2879678"/>
                  <a:gd name="csX7" fmla="*/ 2505822 w 11762024"/>
                  <a:gd name="csY7" fmla="*/ 2162507 h 2879678"/>
                  <a:gd name="csX8" fmla="*/ 2506321 w 11762024"/>
                  <a:gd name="csY8" fmla="*/ 2877491 h 2879678"/>
                  <a:gd name="csX9" fmla="*/ 1679062 w 11762024"/>
                  <a:gd name="csY9" fmla="*/ 2879678 h 2879678"/>
                  <a:gd name="csX10" fmla="*/ 1678781 w 11762024"/>
                  <a:gd name="csY10" fmla="*/ 1440987 h 2879678"/>
                  <a:gd name="csX11" fmla="*/ 5301 w 11762024"/>
                  <a:gd name="csY11" fmla="*/ 1442499 h 2879678"/>
                  <a:gd name="csX12" fmla="*/ 0 w 11762024"/>
                  <a:gd name="csY12" fmla="*/ 0 h 2879678"/>
                  <a:gd name="csX0" fmla="*/ 0 w 11762024"/>
                  <a:gd name="csY0" fmla="*/ 0 h 2879678"/>
                  <a:gd name="csX1" fmla="*/ 11761740 w 11762024"/>
                  <a:gd name="csY1" fmla="*/ 3175 h 2879678"/>
                  <a:gd name="csX2" fmla="*/ 11761321 w 11762024"/>
                  <a:gd name="csY2" fmla="*/ 714872 h 2879678"/>
                  <a:gd name="csX3" fmla="*/ 5030321 w 11762024"/>
                  <a:gd name="csY3" fmla="*/ 719634 h 2879678"/>
                  <a:gd name="csX4" fmla="*/ 5030321 w 11762024"/>
                  <a:gd name="csY4" fmla="*/ 1438772 h 2879678"/>
                  <a:gd name="csX5" fmla="*/ 3334871 w 11762024"/>
                  <a:gd name="csY5" fmla="*/ 1443535 h 2879678"/>
                  <a:gd name="csX6" fmla="*/ 3342015 w 11762024"/>
                  <a:gd name="csY6" fmla="*/ 2162672 h 2879678"/>
                  <a:gd name="csX7" fmla="*/ 2505822 w 11762024"/>
                  <a:gd name="csY7" fmla="*/ 2162507 h 2879678"/>
                  <a:gd name="csX8" fmla="*/ 2506321 w 11762024"/>
                  <a:gd name="csY8" fmla="*/ 2877491 h 2879678"/>
                  <a:gd name="csX9" fmla="*/ 1679062 w 11762024"/>
                  <a:gd name="csY9" fmla="*/ 2879678 h 2879678"/>
                  <a:gd name="csX10" fmla="*/ 1678781 w 11762024"/>
                  <a:gd name="csY10" fmla="*/ 1440987 h 2879678"/>
                  <a:gd name="csX11" fmla="*/ 5301 w 11762024"/>
                  <a:gd name="csY11" fmla="*/ 1442499 h 2879678"/>
                  <a:gd name="csX12" fmla="*/ 0 w 11762024"/>
                  <a:gd name="csY12" fmla="*/ 0 h 2879678"/>
                  <a:gd name="csX0" fmla="*/ 0 w 11762024"/>
                  <a:gd name="csY0" fmla="*/ 0 h 2879678"/>
                  <a:gd name="csX1" fmla="*/ 11761740 w 11762024"/>
                  <a:gd name="csY1" fmla="*/ 3175 h 2879678"/>
                  <a:gd name="csX2" fmla="*/ 11761321 w 11762024"/>
                  <a:gd name="csY2" fmla="*/ 714872 h 2879678"/>
                  <a:gd name="csX3" fmla="*/ 5030321 w 11762024"/>
                  <a:gd name="csY3" fmla="*/ 719634 h 2879678"/>
                  <a:gd name="csX4" fmla="*/ 5030321 w 11762024"/>
                  <a:gd name="csY4" fmla="*/ 1438772 h 2879678"/>
                  <a:gd name="csX5" fmla="*/ 3334871 w 11762024"/>
                  <a:gd name="csY5" fmla="*/ 1443535 h 2879678"/>
                  <a:gd name="csX6" fmla="*/ 3342015 w 11762024"/>
                  <a:gd name="csY6" fmla="*/ 2162672 h 2879678"/>
                  <a:gd name="csX7" fmla="*/ 2505822 w 11762024"/>
                  <a:gd name="csY7" fmla="*/ 2162507 h 2879678"/>
                  <a:gd name="csX8" fmla="*/ 2506321 w 11762024"/>
                  <a:gd name="csY8" fmla="*/ 2877491 h 2879678"/>
                  <a:gd name="csX9" fmla="*/ 1679062 w 11762024"/>
                  <a:gd name="csY9" fmla="*/ 2879678 h 2879678"/>
                  <a:gd name="csX10" fmla="*/ 1678781 w 11762024"/>
                  <a:gd name="csY10" fmla="*/ 1440987 h 2879678"/>
                  <a:gd name="csX11" fmla="*/ 5301 w 11762024"/>
                  <a:gd name="csY11" fmla="*/ 1442499 h 2879678"/>
                  <a:gd name="csX12" fmla="*/ 0 w 11762024"/>
                  <a:gd name="csY12" fmla="*/ 0 h 2879678"/>
                  <a:gd name="csX0" fmla="*/ 0 w 11762024"/>
                  <a:gd name="csY0" fmla="*/ 0 h 2885175"/>
                  <a:gd name="csX1" fmla="*/ 11761740 w 11762024"/>
                  <a:gd name="csY1" fmla="*/ 3175 h 2885175"/>
                  <a:gd name="csX2" fmla="*/ 11761321 w 11762024"/>
                  <a:gd name="csY2" fmla="*/ 714872 h 2885175"/>
                  <a:gd name="csX3" fmla="*/ 5030321 w 11762024"/>
                  <a:gd name="csY3" fmla="*/ 719634 h 2885175"/>
                  <a:gd name="csX4" fmla="*/ 5030321 w 11762024"/>
                  <a:gd name="csY4" fmla="*/ 1438772 h 2885175"/>
                  <a:gd name="csX5" fmla="*/ 3334871 w 11762024"/>
                  <a:gd name="csY5" fmla="*/ 1443535 h 2885175"/>
                  <a:gd name="csX6" fmla="*/ 3342015 w 11762024"/>
                  <a:gd name="csY6" fmla="*/ 2162672 h 2885175"/>
                  <a:gd name="csX7" fmla="*/ 2505822 w 11762024"/>
                  <a:gd name="csY7" fmla="*/ 2162507 h 2885175"/>
                  <a:gd name="csX8" fmla="*/ 3320828 w 11762024"/>
                  <a:gd name="csY8" fmla="*/ 2885175 h 2885175"/>
                  <a:gd name="csX9" fmla="*/ 1679062 w 11762024"/>
                  <a:gd name="csY9" fmla="*/ 2879678 h 2885175"/>
                  <a:gd name="csX10" fmla="*/ 1678781 w 11762024"/>
                  <a:gd name="csY10" fmla="*/ 1440987 h 2885175"/>
                  <a:gd name="csX11" fmla="*/ 5301 w 11762024"/>
                  <a:gd name="csY11" fmla="*/ 1442499 h 2885175"/>
                  <a:gd name="csX12" fmla="*/ 0 w 11762024"/>
                  <a:gd name="csY12" fmla="*/ 0 h 2885175"/>
                  <a:gd name="csX0" fmla="*/ 0 w 11762024"/>
                  <a:gd name="csY0" fmla="*/ 0 h 2937289"/>
                  <a:gd name="csX1" fmla="*/ 11761740 w 11762024"/>
                  <a:gd name="csY1" fmla="*/ 3175 h 2937289"/>
                  <a:gd name="csX2" fmla="*/ 11761321 w 11762024"/>
                  <a:gd name="csY2" fmla="*/ 714872 h 2937289"/>
                  <a:gd name="csX3" fmla="*/ 5030321 w 11762024"/>
                  <a:gd name="csY3" fmla="*/ 719634 h 2937289"/>
                  <a:gd name="csX4" fmla="*/ 5030321 w 11762024"/>
                  <a:gd name="csY4" fmla="*/ 1438772 h 2937289"/>
                  <a:gd name="csX5" fmla="*/ 3334871 w 11762024"/>
                  <a:gd name="csY5" fmla="*/ 1443535 h 2937289"/>
                  <a:gd name="csX6" fmla="*/ 3342015 w 11762024"/>
                  <a:gd name="csY6" fmla="*/ 2162672 h 2937289"/>
                  <a:gd name="csX7" fmla="*/ 3320828 w 11762024"/>
                  <a:gd name="csY7" fmla="*/ 2885175 h 2937289"/>
                  <a:gd name="csX8" fmla="*/ 1679062 w 11762024"/>
                  <a:gd name="csY8" fmla="*/ 2879678 h 2937289"/>
                  <a:gd name="csX9" fmla="*/ 1678781 w 11762024"/>
                  <a:gd name="csY9" fmla="*/ 1440987 h 2937289"/>
                  <a:gd name="csX10" fmla="*/ 5301 w 11762024"/>
                  <a:gd name="csY10" fmla="*/ 1442499 h 2937289"/>
                  <a:gd name="csX11" fmla="*/ 0 w 11762024"/>
                  <a:gd name="csY11" fmla="*/ 0 h 2937289"/>
                  <a:gd name="csX0" fmla="*/ 0 w 11762024"/>
                  <a:gd name="csY0" fmla="*/ 0 h 2937289"/>
                  <a:gd name="csX1" fmla="*/ 11761740 w 11762024"/>
                  <a:gd name="csY1" fmla="*/ 3175 h 2937289"/>
                  <a:gd name="csX2" fmla="*/ 11761321 w 11762024"/>
                  <a:gd name="csY2" fmla="*/ 714872 h 2937289"/>
                  <a:gd name="csX3" fmla="*/ 5030321 w 11762024"/>
                  <a:gd name="csY3" fmla="*/ 719634 h 2937289"/>
                  <a:gd name="csX4" fmla="*/ 5030321 w 11762024"/>
                  <a:gd name="csY4" fmla="*/ 1438772 h 2937289"/>
                  <a:gd name="csX5" fmla="*/ 3334871 w 11762024"/>
                  <a:gd name="csY5" fmla="*/ 1443535 h 2937289"/>
                  <a:gd name="csX6" fmla="*/ 3342015 w 11762024"/>
                  <a:gd name="csY6" fmla="*/ 2162672 h 2937289"/>
                  <a:gd name="csX7" fmla="*/ 3320828 w 11762024"/>
                  <a:gd name="csY7" fmla="*/ 2885175 h 2937289"/>
                  <a:gd name="csX8" fmla="*/ 1679062 w 11762024"/>
                  <a:gd name="csY8" fmla="*/ 2879678 h 2937289"/>
                  <a:gd name="csX9" fmla="*/ 1678781 w 11762024"/>
                  <a:gd name="csY9" fmla="*/ 1440987 h 2937289"/>
                  <a:gd name="csX10" fmla="*/ 5301 w 11762024"/>
                  <a:gd name="csY10" fmla="*/ 1442499 h 2937289"/>
                  <a:gd name="csX11" fmla="*/ 0 w 11762024"/>
                  <a:gd name="csY11" fmla="*/ 0 h 2937289"/>
                  <a:gd name="csX0" fmla="*/ 0 w 11762024"/>
                  <a:gd name="csY0" fmla="*/ 0 h 2937289"/>
                  <a:gd name="csX1" fmla="*/ 11761740 w 11762024"/>
                  <a:gd name="csY1" fmla="*/ 3175 h 2937289"/>
                  <a:gd name="csX2" fmla="*/ 11761321 w 11762024"/>
                  <a:gd name="csY2" fmla="*/ 714872 h 2937289"/>
                  <a:gd name="csX3" fmla="*/ 5030321 w 11762024"/>
                  <a:gd name="csY3" fmla="*/ 719634 h 2937289"/>
                  <a:gd name="csX4" fmla="*/ 5030321 w 11762024"/>
                  <a:gd name="csY4" fmla="*/ 1438772 h 2937289"/>
                  <a:gd name="csX5" fmla="*/ 3334871 w 11762024"/>
                  <a:gd name="csY5" fmla="*/ 1443535 h 2937289"/>
                  <a:gd name="csX6" fmla="*/ 3342015 w 11762024"/>
                  <a:gd name="csY6" fmla="*/ 2162672 h 2937289"/>
                  <a:gd name="csX7" fmla="*/ 3320828 w 11762024"/>
                  <a:gd name="csY7" fmla="*/ 2885175 h 2937289"/>
                  <a:gd name="csX8" fmla="*/ 1679062 w 11762024"/>
                  <a:gd name="csY8" fmla="*/ 2879678 h 2937289"/>
                  <a:gd name="csX9" fmla="*/ 1678781 w 11762024"/>
                  <a:gd name="csY9" fmla="*/ 1440987 h 2937289"/>
                  <a:gd name="csX10" fmla="*/ 5301 w 11762024"/>
                  <a:gd name="csY10" fmla="*/ 1442499 h 2937289"/>
                  <a:gd name="csX11" fmla="*/ 0 w 11762024"/>
                  <a:gd name="csY11" fmla="*/ 0 h 2937289"/>
                  <a:gd name="csX0" fmla="*/ 0 w 11762024"/>
                  <a:gd name="csY0" fmla="*/ 0 h 2895486"/>
                  <a:gd name="csX1" fmla="*/ 11761740 w 11762024"/>
                  <a:gd name="csY1" fmla="*/ 3175 h 2895486"/>
                  <a:gd name="csX2" fmla="*/ 11761321 w 11762024"/>
                  <a:gd name="csY2" fmla="*/ 714872 h 2895486"/>
                  <a:gd name="csX3" fmla="*/ 5030321 w 11762024"/>
                  <a:gd name="csY3" fmla="*/ 719634 h 2895486"/>
                  <a:gd name="csX4" fmla="*/ 5030321 w 11762024"/>
                  <a:gd name="csY4" fmla="*/ 1438772 h 2895486"/>
                  <a:gd name="csX5" fmla="*/ 3334871 w 11762024"/>
                  <a:gd name="csY5" fmla="*/ 1443535 h 2895486"/>
                  <a:gd name="csX6" fmla="*/ 3342015 w 11762024"/>
                  <a:gd name="csY6" fmla="*/ 2162672 h 2895486"/>
                  <a:gd name="csX7" fmla="*/ 1679062 w 11762024"/>
                  <a:gd name="csY7" fmla="*/ 2879678 h 2895486"/>
                  <a:gd name="csX8" fmla="*/ 1678781 w 11762024"/>
                  <a:gd name="csY8" fmla="*/ 1440987 h 2895486"/>
                  <a:gd name="csX9" fmla="*/ 5301 w 11762024"/>
                  <a:gd name="csY9" fmla="*/ 1442499 h 2895486"/>
                  <a:gd name="csX10" fmla="*/ 0 w 11762024"/>
                  <a:gd name="csY10" fmla="*/ 0 h 2895486"/>
                  <a:gd name="csX0" fmla="*/ 0 w 11762024"/>
                  <a:gd name="csY0" fmla="*/ 0 h 2162672"/>
                  <a:gd name="csX1" fmla="*/ 11761740 w 11762024"/>
                  <a:gd name="csY1" fmla="*/ 3175 h 2162672"/>
                  <a:gd name="csX2" fmla="*/ 11761321 w 11762024"/>
                  <a:gd name="csY2" fmla="*/ 714872 h 2162672"/>
                  <a:gd name="csX3" fmla="*/ 5030321 w 11762024"/>
                  <a:gd name="csY3" fmla="*/ 719634 h 2162672"/>
                  <a:gd name="csX4" fmla="*/ 5030321 w 11762024"/>
                  <a:gd name="csY4" fmla="*/ 1438772 h 2162672"/>
                  <a:gd name="csX5" fmla="*/ 3334871 w 11762024"/>
                  <a:gd name="csY5" fmla="*/ 1443535 h 2162672"/>
                  <a:gd name="csX6" fmla="*/ 3342015 w 11762024"/>
                  <a:gd name="csY6" fmla="*/ 2162672 h 2162672"/>
                  <a:gd name="csX7" fmla="*/ 1678781 w 11762024"/>
                  <a:gd name="csY7" fmla="*/ 1440987 h 2162672"/>
                  <a:gd name="csX8" fmla="*/ 5301 w 11762024"/>
                  <a:gd name="csY8" fmla="*/ 1442499 h 2162672"/>
                  <a:gd name="csX9" fmla="*/ 0 w 11762024"/>
                  <a:gd name="csY9" fmla="*/ 0 h 2162672"/>
                  <a:gd name="csX0" fmla="*/ 0 w 11762024"/>
                  <a:gd name="csY0" fmla="*/ 0 h 2436934"/>
                  <a:gd name="csX1" fmla="*/ 11761740 w 11762024"/>
                  <a:gd name="csY1" fmla="*/ 3175 h 2436934"/>
                  <a:gd name="csX2" fmla="*/ 11761321 w 11762024"/>
                  <a:gd name="csY2" fmla="*/ 714872 h 2436934"/>
                  <a:gd name="csX3" fmla="*/ 5030321 w 11762024"/>
                  <a:gd name="csY3" fmla="*/ 719634 h 2436934"/>
                  <a:gd name="csX4" fmla="*/ 5030321 w 11762024"/>
                  <a:gd name="csY4" fmla="*/ 1438772 h 2436934"/>
                  <a:gd name="csX5" fmla="*/ 3334871 w 11762024"/>
                  <a:gd name="csY5" fmla="*/ 1443535 h 2436934"/>
                  <a:gd name="csX6" fmla="*/ 3342015 w 11762024"/>
                  <a:gd name="csY6" fmla="*/ 2162672 h 2436934"/>
                  <a:gd name="csX7" fmla="*/ 2750704 w 11762024"/>
                  <a:gd name="csY7" fmla="*/ 2413017 h 2436934"/>
                  <a:gd name="csX8" fmla="*/ 5301 w 11762024"/>
                  <a:gd name="csY8" fmla="*/ 1442499 h 2436934"/>
                  <a:gd name="csX9" fmla="*/ 0 w 11762024"/>
                  <a:gd name="csY9" fmla="*/ 0 h 2436934"/>
                  <a:gd name="csX0" fmla="*/ 0 w 11762024"/>
                  <a:gd name="csY0" fmla="*/ 0 h 2413017"/>
                  <a:gd name="csX1" fmla="*/ 11761740 w 11762024"/>
                  <a:gd name="csY1" fmla="*/ 3175 h 2413017"/>
                  <a:gd name="csX2" fmla="*/ 11761321 w 11762024"/>
                  <a:gd name="csY2" fmla="*/ 714872 h 2413017"/>
                  <a:gd name="csX3" fmla="*/ 5030321 w 11762024"/>
                  <a:gd name="csY3" fmla="*/ 719634 h 2413017"/>
                  <a:gd name="csX4" fmla="*/ 5030321 w 11762024"/>
                  <a:gd name="csY4" fmla="*/ 1438772 h 2413017"/>
                  <a:gd name="csX5" fmla="*/ 3334871 w 11762024"/>
                  <a:gd name="csY5" fmla="*/ 1443535 h 2413017"/>
                  <a:gd name="csX6" fmla="*/ 2750704 w 11762024"/>
                  <a:gd name="csY6" fmla="*/ 2413017 h 2413017"/>
                  <a:gd name="csX7" fmla="*/ 5301 w 11762024"/>
                  <a:gd name="csY7" fmla="*/ 1442499 h 2413017"/>
                  <a:gd name="csX8" fmla="*/ 0 w 11762024"/>
                  <a:gd name="csY8" fmla="*/ 0 h 2413017"/>
                  <a:gd name="csX0" fmla="*/ 0 w 11762024"/>
                  <a:gd name="csY0" fmla="*/ 0 h 1549835"/>
                  <a:gd name="csX1" fmla="*/ 11761740 w 11762024"/>
                  <a:gd name="csY1" fmla="*/ 3175 h 1549835"/>
                  <a:gd name="csX2" fmla="*/ 11761321 w 11762024"/>
                  <a:gd name="csY2" fmla="*/ 714872 h 1549835"/>
                  <a:gd name="csX3" fmla="*/ 5030321 w 11762024"/>
                  <a:gd name="csY3" fmla="*/ 719634 h 1549835"/>
                  <a:gd name="csX4" fmla="*/ 5030321 w 11762024"/>
                  <a:gd name="csY4" fmla="*/ 1438772 h 1549835"/>
                  <a:gd name="csX5" fmla="*/ 3334871 w 11762024"/>
                  <a:gd name="csY5" fmla="*/ 1443535 h 1549835"/>
                  <a:gd name="csX6" fmla="*/ 5301 w 11762024"/>
                  <a:gd name="csY6" fmla="*/ 1442499 h 1549835"/>
                  <a:gd name="csX7" fmla="*/ 0 w 11762024"/>
                  <a:gd name="csY7" fmla="*/ 0 h 1549835"/>
                  <a:gd name="csX0" fmla="*/ 302140 w 12064164"/>
                  <a:gd name="csY0" fmla="*/ 0 h 1443535"/>
                  <a:gd name="csX1" fmla="*/ 12063880 w 12064164"/>
                  <a:gd name="csY1" fmla="*/ 3175 h 1443535"/>
                  <a:gd name="csX2" fmla="*/ 12063461 w 12064164"/>
                  <a:gd name="csY2" fmla="*/ 714872 h 1443535"/>
                  <a:gd name="csX3" fmla="*/ 5332461 w 12064164"/>
                  <a:gd name="csY3" fmla="*/ 719634 h 1443535"/>
                  <a:gd name="csX4" fmla="*/ 5332461 w 12064164"/>
                  <a:gd name="csY4" fmla="*/ 1438772 h 1443535"/>
                  <a:gd name="csX5" fmla="*/ 3637011 w 12064164"/>
                  <a:gd name="csY5" fmla="*/ 1443535 h 1443535"/>
                  <a:gd name="csX6" fmla="*/ 302140 w 12064164"/>
                  <a:gd name="csY6" fmla="*/ 0 h 1443535"/>
                  <a:gd name="csX0" fmla="*/ 0 w 11762024"/>
                  <a:gd name="csY0" fmla="*/ 0 h 1438772"/>
                  <a:gd name="csX1" fmla="*/ 11761740 w 11762024"/>
                  <a:gd name="csY1" fmla="*/ 3175 h 1438772"/>
                  <a:gd name="csX2" fmla="*/ 11761321 w 11762024"/>
                  <a:gd name="csY2" fmla="*/ 714872 h 1438772"/>
                  <a:gd name="csX3" fmla="*/ 5030321 w 11762024"/>
                  <a:gd name="csY3" fmla="*/ 719634 h 1438772"/>
                  <a:gd name="csX4" fmla="*/ 5030321 w 11762024"/>
                  <a:gd name="csY4" fmla="*/ 1438772 h 1438772"/>
                  <a:gd name="csX5" fmla="*/ 0 w 11762024"/>
                  <a:gd name="csY5" fmla="*/ 0 h 1438772"/>
                  <a:gd name="csX0" fmla="*/ 0 w 11762024"/>
                  <a:gd name="csY0" fmla="*/ 0 h 1438772"/>
                  <a:gd name="csX1" fmla="*/ 11761740 w 11762024"/>
                  <a:gd name="csY1" fmla="*/ 3175 h 1438772"/>
                  <a:gd name="csX2" fmla="*/ 11761321 w 11762024"/>
                  <a:gd name="csY2" fmla="*/ 714872 h 1438772"/>
                  <a:gd name="csX3" fmla="*/ 5030321 w 11762024"/>
                  <a:gd name="csY3" fmla="*/ 719634 h 1438772"/>
                  <a:gd name="csX4" fmla="*/ 5030321 w 11762024"/>
                  <a:gd name="csY4" fmla="*/ 1438772 h 1438772"/>
                  <a:gd name="csX5" fmla="*/ 0 w 11762024"/>
                  <a:gd name="csY5" fmla="*/ 0 h 1438772"/>
                  <a:gd name="csX0" fmla="*/ 8123 w 11770147"/>
                  <a:gd name="csY0" fmla="*/ 0 h 1438772"/>
                  <a:gd name="csX1" fmla="*/ 0 w 11770147"/>
                  <a:gd name="csY1" fmla="*/ 19308 h 1438772"/>
                  <a:gd name="csX2" fmla="*/ 11769863 w 11770147"/>
                  <a:gd name="csY2" fmla="*/ 3175 h 1438772"/>
                  <a:gd name="csX3" fmla="*/ 11769444 w 11770147"/>
                  <a:gd name="csY3" fmla="*/ 714872 h 1438772"/>
                  <a:gd name="csX4" fmla="*/ 5038444 w 11770147"/>
                  <a:gd name="csY4" fmla="*/ 719634 h 1438772"/>
                  <a:gd name="csX5" fmla="*/ 5038444 w 11770147"/>
                  <a:gd name="csY5" fmla="*/ 1438772 h 1438772"/>
                  <a:gd name="csX6" fmla="*/ 8123 w 11770147"/>
                  <a:gd name="csY6" fmla="*/ 0 h 1438772"/>
                  <a:gd name="csX0" fmla="*/ 15807 w 11770147"/>
                  <a:gd name="csY0" fmla="*/ 1437581 h 1437581"/>
                  <a:gd name="csX1" fmla="*/ 0 w 11770147"/>
                  <a:gd name="csY1" fmla="*/ 16133 h 1437581"/>
                  <a:gd name="csX2" fmla="*/ 11769863 w 11770147"/>
                  <a:gd name="csY2" fmla="*/ 0 h 1437581"/>
                  <a:gd name="csX3" fmla="*/ 11769444 w 11770147"/>
                  <a:gd name="csY3" fmla="*/ 711697 h 1437581"/>
                  <a:gd name="csX4" fmla="*/ 5038444 w 11770147"/>
                  <a:gd name="csY4" fmla="*/ 716459 h 1437581"/>
                  <a:gd name="csX5" fmla="*/ 5038444 w 11770147"/>
                  <a:gd name="csY5" fmla="*/ 1435597 h 1437581"/>
                  <a:gd name="csX6" fmla="*/ 15807 w 11770147"/>
                  <a:gd name="csY6" fmla="*/ 1437581 h 1437581"/>
                  <a:gd name="csX0" fmla="*/ 15807 w 11770147"/>
                  <a:gd name="csY0" fmla="*/ 1437581 h 1437581"/>
                  <a:gd name="csX1" fmla="*/ 0 w 11770147"/>
                  <a:gd name="csY1" fmla="*/ 16133 h 1437581"/>
                  <a:gd name="csX2" fmla="*/ 11769863 w 11770147"/>
                  <a:gd name="csY2" fmla="*/ 0 h 1437581"/>
                  <a:gd name="csX3" fmla="*/ 11769444 w 11770147"/>
                  <a:gd name="csY3" fmla="*/ 734749 h 1437581"/>
                  <a:gd name="csX4" fmla="*/ 5038444 w 11770147"/>
                  <a:gd name="csY4" fmla="*/ 716459 h 1437581"/>
                  <a:gd name="csX5" fmla="*/ 5038444 w 11770147"/>
                  <a:gd name="csY5" fmla="*/ 1435597 h 1437581"/>
                  <a:gd name="csX6" fmla="*/ 15807 w 11770147"/>
                  <a:gd name="csY6" fmla="*/ 1437581 h 1437581"/>
                  <a:gd name="csX0" fmla="*/ 15807 w 11770147"/>
                  <a:gd name="csY0" fmla="*/ 1437581 h 1437581"/>
                  <a:gd name="csX1" fmla="*/ 0 w 11770147"/>
                  <a:gd name="csY1" fmla="*/ 16133 h 1437581"/>
                  <a:gd name="csX2" fmla="*/ 11769863 w 11770147"/>
                  <a:gd name="csY2" fmla="*/ 0 h 1437581"/>
                  <a:gd name="csX3" fmla="*/ 11769444 w 11770147"/>
                  <a:gd name="csY3" fmla="*/ 719381 h 1437581"/>
                  <a:gd name="csX4" fmla="*/ 5038444 w 11770147"/>
                  <a:gd name="csY4" fmla="*/ 716459 h 1437581"/>
                  <a:gd name="csX5" fmla="*/ 5038444 w 11770147"/>
                  <a:gd name="csY5" fmla="*/ 1435597 h 1437581"/>
                  <a:gd name="csX6" fmla="*/ 15807 w 11770147"/>
                  <a:gd name="csY6" fmla="*/ 1437581 h 1437581"/>
                  <a:gd name="csX0" fmla="*/ 15807 w 11770147"/>
                  <a:gd name="csY0" fmla="*/ 1437581 h 1437581"/>
                  <a:gd name="csX1" fmla="*/ 0 w 11770147"/>
                  <a:gd name="csY1" fmla="*/ 16133 h 1437581"/>
                  <a:gd name="csX2" fmla="*/ 11769863 w 11770147"/>
                  <a:gd name="csY2" fmla="*/ 0 h 1437581"/>
                  <a:gd name="csX3" fmla="*/ 11769444 w 11770147"/>
                  <a:gd name="csY3" fmla="*/ 719381 h 1437581"/>
                  <a:gd name="csX4" fmla="*/ 5038444 w 11770147"/>
                  <a:gd name="csY4" fmla="*/ 716459 h 1437581"/>
                  <a:gd name="csX5" fmla="*/ 5038444 w 11770147"/>
                  <a:gd name="csY5" fmla="*/ 1435597 h 1437581"/>
                  <a:gd name="csX6" fmla="*/ 15807 w 11770147"/>
                  <a:gd name="csY6" fmla="*/ 1437581 h 1437581"/>
                  <a:gd name="csX0" fmla="*/ 15807 w 11770147"/>
                  <a:gd name="csY0" fmla="*/ 1437581 h 1437581"/>
                  <a:gd name="csX1" fmla="*/ 0 w 11770147"/>
                  <a:gd name="csY1" fmla="*/ 16133 h 1437581"/>
                  <a:gd name="csX2" fmla="*/ 11769863 w 11770147"/>
                  <a:gd name="csY2" fmla="*/ 0 h 1437581"/>
                  <a:gd name="csX3" fmla="*/ 11769444 w 11770147"/>
                  <a:gd name="csY3" fmla="*/ 719381 h 1437581"/>
                  <a:gd name="csX4" fmla="*/ 5038444 w 11770147"/>
                  <a:gd name="csY4" fmla="*/ 716459 h 1437581"/>
                  <a:gd name="csX5" fmla="*/ 5038444 w 11770147"/>
                  <a:gd name="csY5" fmla="*/ 1435597 h 1437581"/>
                  <a:gd name="csX6" fmla="*/ 3330852 w 11770147"/>
                  <a:gd name="csY6" fmla="*/ 1435926 h 1437581"/>
                  <a:gd name="csX7" fmla="*/ 15807 w 11770147"/>
                  <a:gd name="csY7" fmla="*/ 1437581 h 1437581"/>
                  <a:gd name="csX0" fmla="*/ 15807 w 11770147"/>
                  <a:gd name="csY0" fmla="*/ 1437581 h 1437581"/>
                  <a:gd name="csX1" fmla="*/ 0 w 11770147"/>
                  <a:gd name="csY1" fmla="*/ 16133 h 1437581"/>
                  <a:gd name="csX2" fmla="*/ 11769863 w 11770147"/>
                  <a:gd name="csY2" fmla="*/ 0 h 1437581"/>
                  <a:gd name="csX3" fmla="*/ 11769444 w 11770147"/>
                  <a:gd name="csY3" fmla="*/ 719381 h 1437581"/>
                  <a:gd name="csX4" fmla="*/ 5038444 w 11770147"/>
                  <a:gd name="csY4" fmla="*/ 716459 h 1437581"/>
                  <a:gd name="csX5" fmla="*/ 5038444 w 11770147"/>
                  <a:gd name="csY5" fmla="*/ 1435597 h 1437581"/>
                  <a:gd name="csX6" fmla="*/ 3327010 w 11770147"/>
                  <a:gd name="csY6" fmla="*/ 1424400 h 1437581"/>
                  <a:gd name="csX7" fmla="*/ 15807 w 11770147"/>
                  <a:gd name="csY7" fmla="*/ 1437581 h 1437581"/>
                  <a:gd name="csX0" fmla="*/ 15807 w 11770147"/>
                  <a:gd name="csY0" fmla="*/ 1437581 h 1437581"/>
                  <a:gd name="csX1" fmla="*/ 0 w 11770147"/>
                  <a:gd name="csY1" fmla="*/ 16133 h 1437581"/>
                  <a:gd name="csX2" fmla="*/ 11769863 w 11770147"/>
                  <a:gd name="csY2" fmla="*/ 0 h 1437581"/>
                  <a:gd name="csX3" fmla="*/ 11769444 w 11770147"/>
                  <a:gd name="csY3" fmla="*/ 719381 h 1437581"/>
                  <a:gd name="csX4" fmla="*/ 5038444 w 11770147"/>
                  <a:gd name="csY4" fmla="*/ 716459 h 1437581"/>
                  <a:gd name="csX5" fmla="*/ 5038444 w 11770147"/>
                  <a:gd name="csY5" fmla="*/ 1435597 h 1437581"/>
                  <a:gd name="csX6" fmla="*/ 3327010 w 11770147"/>
                  <a:gd name="csY6" fmla="*/ 1424400 h 1437581"/>
                  <a:gd name="csX7" fmla="*/ 1682627 w 11770147"/>
                  <a:gd name="csY7" fmla="*/ 1432084 h 1437581"/>
                  <a:gd name="csX8" fmla="*/ 15807 w 11770147"/>
                  <a:gd name="csY8" fmla="*/ 1437581 h 1437581"/>
                  <a:gd name="csX0" fmla="*/ 1682627 w 11770147"/>
                  <a:gd name="csY0" fmla="*/ 1432084 h 1523524"/>
                  <a:gd name="csX1" fmla="*/ 15807 w 11770147"/>
                  <a:gd name="csY1" fmla="*/ 1437581 h 1523524"/>
                  <a:gd name="csX2" fmla="*/ 0 w 11770147"/>
                  <a:gd name="csY2" fmla="*/ 16133 h 1523524"/>
                  <a:gd name="csX3" fmla="*/ 11769863 w 11770147"/>
                  <a:gd name="csY3" fmla="*/ 0 h 1523524"/>
                  <a:gd name="csX4" fmla="*/ 11769444 w 11770147"/>
                  <a:gd name="csY4" fmla="*/ 719381 h 1523524"/>
                  <a:gd name="csX5" fmla="*/ 5038444 w 11770147"/>
                  <a:gd name="csY5" fmla="*/ 716459 h 1523524"/>
                  <a:gd name="csX6" fmla="*/ 5038444 w 11770147"/>
                  <a:gd name="csY6" fmla="*/ 1435597 h 1523524"/>
                  <a:gd name="csX7" fmla="*/ 3327010 w 11770147"/>
                  <a:gd name="csY7" fmla="*/ 1424400 h 1523524"/>
                  <a:gd name="csX8" fmla="*/ 1774067 w 11770147"/>
                  <a:gd name="csY8" fmla="*/ 1523524 h 1523524"/>
                  <a:gd name="csX0" fmla="*/ 1682627 w 11770147"/>
                  <a:gd name="csY0" fmla="*/ 1432084 h 2683814"/>
                  <a:gd name="csX1" fmla="*/ 15807 w 11770147"/>
                  <a:gd name="csY1" fmla="*/ 1437581 h 2683814"/>
                  <a:gd name="csX2" fmla="*/ 0 w 11770147"/>
                  <a:gd name="csY2" fmla="*/ 16133 h 2683814"/>
                  <a:gd name="csX3" fmla="*/ 11769863 w 11770147"/>
                  <a:gd name="csY3" fmla="*/ 0 h 2683814"/>
                  <a:gd name="csX4" fmla="*/ 11769444 w 11770147"/>
                  <a:gd name="csY4" fmla="*/ 719381 h 2683814"/>
                  <a:gd name="csX5" fmla="*/ 5038444 w 11770147"/>
                  <a:gd name="csY5" fmla="*/ 716459 h 2683814"/>
                  <a:gd name="csX6" fmla="*/ 5038444 w 11770147"/>
                  <a:gd name="csY6" fmla="*/ 1435597 h 2683814"/>
                  <a:gd name="csX7" fmla="*/ 3327010 w 11770147"/>
                  <a:gd name="csY7" fmla="*/ 1424400 h 2683814"/>
                  <a:gd name="csX8" fmla="*/ 3084195 w 11770147"/>
                  <a:gd name="csY8" fmla="*/ 2683814 h 2683814"/>
                  <a:gd name="csX0" fmla="*/ 1682627 w 11770147"/>
                  <a:gd name="csY0" fmla="*/ 1432084 h 2683814"/>
                  <a:gd name="csX1" fmla="*/ 15807 w 11770147"/>
                  <a:gd name="csY1" fmla="*/ 1437581 h 2683814"/>
                  <a:gd name="csX2" fmla="*/ 0 w 11770147"/>
                  <a:gd name="csY2" fmla="*/ 16133 h 2683814"/>
                  <a:gd name="csX3" fmla="*/ 11769863 w 11770147"/>
                  <a:gd name="csY3" fmla="*/ 0 h 2683814"/>
                  <a:gd name="csX4" fmla="*/ 11769444 w 11770147"/>
                  <a:gd name="csY4" fmla="*/ 719381 h 2683814"/>
                  <a:gd name="csX5" fmla="*/ 5038444 w 11770147"/>
                  <a:gd name="csY5" fmla="*/ 716459 h 2683814"/>
                  <a:gd name="csX6" fmla="*/ 5038444 w 11770147"/>
                  <a:gd name="csY6" fmla="*/ 1435597 h 2683814"/>
                  <a:gd name="csX7" fmla="*/ 3327010 w 11770147"/>
                  <a:gd name="csY7" fmla="*/ 1424400 h 2683814"/>
                  <a:gd name="csX8" fmla="*/ 3084195 w 11770147"/>
                  <a:gd name="csY8" fmla="*/ 2683814 h 2683814"/>
                  <a:gd name="csX0" fmla="*/ 1682627 w 11770147"/>
                  <a:gd name="csY0" fmla="*/ 1432084 h 2752971"/>
                  <a:gd name="csX1" fmla="*/ 15807 w 11770147"/>
                  <a:gd name="csY1" fmla="*/ 1437581 h 2752971"/>
                  <a:gd name="csX2" fmla="*/ 0 w 11770147"/>
                  <a:gd name="csY2" fmla="*/ 16133 h 2752971"/>
                  <a:gd name="csX3" fmla="*/ 11769863 w 11770147"/>
                  <a:gd name="csY3" fmla="*/ 0 h 2752971"/>
                  <a:gd name="csX4" fmla="*/ 11769444 w 11770147"/>
                  <a:gd name="csY4" fmla="*/ 719381 h 2752971"/>
                  <a:gd name="csX5" fmla="*/ 5038444 w 11770147"/>
                  <a:gd name="csY5" fmla="*/ 716459 h 2752971"/>
                  <a:gd name="csX6" fmla="*/ 5038444 w 11770147"/>
                  <a:gd name="csY6" fmla="*/ 1435597 h 2752971"/>
                  <a:gd name="csX7" fmla="*/ 3327010 w 11770147"/>
                  <a:gd name="csY7" fmla="*/ 1424400 h 2752971"/>
                  <a:gd name="csX8" fmla="*/ 3095721 w 11770147"/>
                  <a:gd name="csY8" fmla="*/ 2752971 h 2752971"/>
                  <a:gd name="csX0" fmla="*/ 1682627 w 11770147"/>
                  <a:gd name="csY0" fmla="*/ 1432084 h 2879757"/>
                  <a:gd name="csX1" fmla="*/ 15807 w 11770147"/>
                  <a:gd name="csY1" fmla="*/ 1437581 h 2879757"/>
                  <a:gd name="csX2" fmla="*/ 0 w 11770147"/>
                  <a:gd name="csY2" fmla="*/ 16133 h 2879757"/>
                  <a:gd name="csX3" fmla="*/ 11769863 w 11770147"/>
                  <a:gd name="csY3" fmla="*/ 0 h 2879757"/>
                  <a:gd name="csX4" fmla="*/ 11769444 w 11770147"/>
                  <a:gd name="csY4" fmla="*/ 719381 h 2879757"/>
                  <a:gd name="csX5" fmla="*/ 5038444 w 11770147"/>
                  <a:gd name="csY5" fmla="*/ 716459 h 2879757"/>
                  <a:gd name="csX6" fmla="*/ 5038444 w 11770147"/>
                  <a:gd name="csY6" fmla="*/ 1435597 h 2879757"/>
                  <a:gd name="csX7" fmla="*/ 3327010 w 11770147"/>
                  <a:gd name="csY7" fmla="*/ 1424400 h 2879757"/>
                  <a:gd name="csX8" fmla="*/ 1708753 w 11770147"/>
                  <a:gd name="csY8" fmla="*/ 2879757 h 2879757"/>
                  <a:gd name="csX0" fmla="*/ 1682627 w 11770147"/>
                  <a:gd name="csY0" fmla="*/ 1432084 h 2988893"/>
                  <a:gd name="csX1" fmla="*/ 15807 w 11770147"/>
                  <a:gd name="csY1" fmla="*/ 1437581 h 2988893"/>
                  <a:gd name="csX2" fmla="*/ 0 w 11770147"/>
                  <a:gd name="csY2" fmla="*/ 16133 h 2988893"/>
                  <a:gd name="csX3" fmla="*/ 11769863 w 11770147"/>
                  <a:gd name="csY3" fmla="*/ 0 h 2988893"/>
                  <a:gd name="csX4" fmla="*/ 11769444 w 11770147"/>
                  <a:gd name="csY4" fmla="*/ 719381 h 2988893"/>
                  <a:gd name="csX5" fmla="*/ 5038444 w 11770147"/>
                  <a:gd name="csY5" fmla="*/ 716459 h 2988893"/>
                  <a:gd name="csX6" fmla="*/ 5038444 w 11770147"/>
                  <a:gd name="csY6" fmla="*/ 1435597 h 2988893"/>
                  <a:gd name="csX7" fmla="*/ 3327010 w 11770147"/>
                  <a:gd name="csY7" fmla="*/ 1424400 h 2988893"/>
                  <a:gd name="csX8" fmla="*/ 1708753 w 11770147"/>
                  <a:gd name="csY8" fmla="*/ 2879757 h 2988893"/>
                  <a:gd name="csX9" fmla="*/ 1713363 w 11770147"/>
                  <a:gd name="csY9" fmla="*/ 2884365 h 2988893"/>
                  <a:gd name="csX0" fmla="*/ 1682627 w 11770147"/>
                  <a:gd name="csY0" fmla="*/ 1432084 h 2988893"/>
                  <a:gd name="csX1" fmla="*/ 15807 w 11770147"/>
                  <a:gd name="csY1" fmla="*/ 1437581 h 2988893"/>
                  <a:gd name="csX2" fmla="*/ 0 w 11770147"/>
                  <a:gd name="csY2" fmla="*/ 16133 h 2988893"/>
                  <a:gd name="csX3" fmla="*/ 11769863 w 11770147"/>
                  <a:gd name="csY3" fmla="*/ 0 h 2988893"/>
                  <a:gd name="csX4" fmla="*/ 11769444 w 11770147"/>
                  <a:gd name="csY4" fmla="*/ 719381 h 2988893"/>
                  <a:gd name="csX5" fmla="*/ 5038444 w 11770147"/>
                  <a:gd name="csY5" fmla="*/ 716459 h 2988893"/>
                  <a:gd name="csX6" fmla="*/ 5038444 w 11770147"/>
                  <a:gd name="csY6" fmla="*/ 1435597 h 2988893"/>
                  <a:gd name="csX7" fmla="*/ 3327010 w 11770147"/>
                  <a:gd name="csY7" fmla="*/ 1424400 h 2988893"/>
                  <a:gd name="csX8" fmla="*/ 1708753 w 11770147"/>
                  <a:gd name="csY8" fmla="*/ 2879757 h 2988893"/>
                  <a:gd name="csX9" fmla="*/ 1713363 w 11770147"/>
                  <a:gd name="csY9" fmla="*/ 2884365 h 2988893"/>
                  <a:gd name="csX0" fmla="*/ 1682627 w 11770147"/>
                  <a:gd name="csY0" fmla="*/ 1432084 h 2988893"/>
                  <a:gd name="csX1" fmla="*/ 15807 w 11770147"/>
                  <a:gd name="csY1" fmla="*/ 1437581 h 2988893"/>
                  <a:gd name="csX2" fmla="*/ 0 w 11770147"/>
                  <a:gd name="csY2" fmla="*/ 16133 h 2988893"/>
                  <a:gd name="csX3" fmla="*/ 11769863 w 11770147"/>
                  <a:gd name="csY3" fmla="*/ 0 h 2988893"/>
                  <a:gd name="csX4" fmla="*/ 11769444 w 11770147"/>
                  <a:gd name="csY4" fmla="*/ 719381 h 2988893"/>
                  <a:gd name="csX5" fmla="*/ 5038444 w 11770147"/>
                  <a:gd name="csY5" fmla="*/ 716459 h 2988893"/>
                  <a:gd name="csX6" fmla="*/ 5038444 w 11770147"/>
                  <a:gd name="csY6" fmla="*/ 1435597 h 2988893"/>
                  <a:gd name="csX7" fmla="*/ 3327010 w 11770147"/>
                  <a:gd name="csY7" fmla="*/ 1424400 h 2988893"/>
                  <a:gd name="csX8" fmla="*/ 2531713 w 11770147"/>
                  <a:gd name="csY8" fmla="*/ 2127488 h 2988893"/>
                  <a:gd name="csX9" fmla="*/ 1708753 w 11770147"/>
                  <a:gd name="csY9" fmla="*/ 2879757 h 2988893"/>
                  <a:gd name="csX10" fmla="*/ 1713363 w 11770147"/>
                  <a:gd name="csY10" fmla="*/ 2884365 h 2988893"/>
                  <a:gd name="csX0" fmla="*/ 1682627 w 11770147"/>
                  <a:gd name="csY0" fmla="*/ 1432084 h 2988893"/>
                  <a:gd name="csX1" fmla="*/ 15807 w 11770147"/>
                  <a:gd name="csY1" fmla="*/ 1437581 h 2988893"/>
                  <a:gd name="csX2" fmla="*/ 0 w 11770147"/>
                  <a:gd name="csY2" fmla="*/ 16133 h 2988893"/>
                  <a:gd name="csX3" fmla="*/ 11769863 w 11770147"/>
                  <a:gd name="csY3" fmla="*/ 0 h 2988893"/>
                  <a:gd name="csX4" fmla="*/ 11769444 w 11770147"/>
                  <a:gd name="csY4" fmla="*/ 719381 h 2988893"/>
                  <a:gd name="csX5" fmla="*/ 5038444 w 11770147"/>
                  <a:gd name="csY5" fmla="*/ 716459 h 2988893"/>
                  <a:gd name="csX6" fmla="*/ 5038444 w 11770147"/>
                  <a:gd name="csY6" fmla="*/ 1435597 h 2988893"/>
                  <a:gd name="csX7" fmla="*/ 3327010 w 11770147"/>
                  <a:gd name="csY7" fmla="*/ 1424400 h 2988893"/>
                  <a:gd name="csX8" fmla="*/ 3330852 w 11770147"/>
                  <a:gd name="csY8" fmla="*/ 2907417 h 2988893"/>
                  <a:gd name="csX9" fmla="*/ 1708753 w 11770147"/>
                  <a:gd name="csY9" fmla="*/ 2879757 h 2988893"/>
                  <a:gd name="csX10" fmla="*/ 1713363 w 11770147"/>
                  <a:gd name="csY10" fmla="*/ 2884365 h 2988893"/>
                  <a:gd name="csX0" fmla="*/ 1682627 w 11770147"/>
                  <a:gd name="csY0" fmla="*/ 1432084 h 2907417"/>
                  <a:gd name="csX1" fmla="*/ 15807 w 11770147"/>
                  <a:gd name="csY1" fmla="*/ 1437581 h 2907417"/>
                  <a:gd name="csX2" fmla="*/ 0 w 11770147"/>
                  <a:gd name="csY2" fmla="*/ 16133 h 2907417"/>
                  <a:gd name="csX3" fmla="*/ 11769863 w 11770147"/>
                  <a:gd name="csY3" fmla="*/ 0 h 2907417"/>
                  <a:gd name="csX4" fmla="*/ 11769444 w 11770147"/>
                  <a:gd name="csY4" fmla="*/ 719381 h 2907417"/>
                  <a:gd name="csX5" fmla="*/ 5038444 w 11770147"/>
                  <a:gd name="csY5" fmla="*/ 716459 h 2907417"/>
                  <a:gd name="csX6" fmla="*/ 5038444 w 11770147"/>
                  <a:gd name="csY6" fmla="*/ 1435597 h 2907417"/>
                  <a:gd name="csX7" fmla="*/ 3327010 w 11770147"/>
                  <a:gd name="csY7" fmla="*/ 1424400 h 2907417"/>
                  <a:gd name="csX8" fmla="*/ 3330852 w 11770147"/>
                  <a:gd name="csY8" fmla="*/ 2907417 h 2907417"/>
                  <a:gd name="csX9" fmla="*/ 1708753 w 11770147"/>
                  <a:gd name="csY9" fmla="*/ 2879757 h 2907417"/>
                  <a:gd name="csX0" fmla="*/ 1682627 w 11770147"/>
                  <a:gd name="csY0" fmla="*/ 1432084 h 2907417"/>
                  <a:gd name="csX1" fmla="*/ 15807 w 11770147"/>
                  <a:gd name="csY1" fmla="*/ 1437581 h 2907417"/>
                  <a:gd name="csX2" fmla="*/ 0 w 11770147"/>
                  <a:gd name="csY2" fmla="*/ 16133 h 2907417"/>
                  <a:gd name="csX3" fmla="*/ 11769863 w 11770147"/>
                  <a:gd name="csY3" fmla="*/ 0 h 2907417"/>
                  <a:gd name="csX4" fmla="*/ 11769444 w 11770147"/>
                  <a:gd name="csY4" fmla="*/ 719381 h 2907417"/>
                  <a:gd name="csX5" fmla="*/ 5038444 w 11770147"/>
                  <a:gd name="csY5" fmla="*/ 716459 h 2907417"/>
                  <a:gd name="csX6" fmla="*/ 5038444 w 11770147"/>
                  <a:gd name="csY6" fmla="*/ 1435597 h 2907417"/>
                  <a:gd name="csX7" fmla="*/ 3327010 w 11770147"/>
                  <a:gd name="csY7" fmla="*/ 1424400 h 2907417"/>
                  <a:gd name="csX8" fmla="*/ 3330852 w 11770147"/>
                  <a:gd name="csY8" fmla="*/ 2907417 h 2907417"/>
                  <a:gd name="csX9" fmla="*/ 1712595 w 11770147"/>
                  <a:gd name="csY9" fmla="*/ 2879757 h 2907417"/>
                  <a:gd name="csX0" fmla="*/ 1682627 w 11770147"/>
                  <a:gd name="csY0" fmla="*/ 1432084 h 2907417"/>
                  <a:gd name="csX1" fmla="*/ 15807 w 11770147"/>
                  <a:gd name="csY1" fmla="*/ 1437581 h 2907417"/>
                  <a:gd name="csX2" fmla="*/ 0 w 11770147"/>
                  <a:gd name="csY2" fmla="*/ 16133 h 2907417"/>
                  <a:gd name="csX3" fmla="*/ 11769863 w 11770147"/>
                  <a:gd name="csY3" fmla="*/ 0 h 2907417"/>
                  <a:gd name="csX4" fmla="*/ 11769444 w 11770147"/>
                  <a:gd name="csY4" fmla="*/ 719381 h 2907417"/>
                  <a:gd name="csX5" fmla="*/ 5038444 w 11770147"/>
                  <a:gd name="csY5" fmla="*/ 716459 h 2907417"/>
                  <a:gd name="csX6" fmla="*/ 5038444 w 11770147"/>
                  <a:gd name="csY6" fmla="*/ 1435597 h 2907417"/>
                  <a:gd name="csX7" fmla="*/ 3327010 w 11770147"/>
                  <a:gd name="csY7" fmla="*/ 1424400 h 2907417"/>
                  <a:gd name="csX8" fmla="*/ 3330852 w 11770147"/>
                  <a:gd name="csY8" fmla="*/ 2907417 h 2907417"/>
                  <a:gd name="csX9" fmla="*/ 1697227 w 11770147"/>
                  <a:gd name="csY9" fmla="*/ 2887441 h 2907417"/>
                  <a:gd name="csX0" fmla="*/ 1682627 w 11770147"/>
                  <a:gd name="csY0" fmla="*/ 1432084 h 2907417"/>
                  <a:gd name="csX1" fmla="*/ 15807 w 11770147"/>
                  <a:gd name="csY1" fmla="*/ 1437581 h 2907417"/>
                  <a:gd name="csX2" fmla="*/ 0 w 11770147"/>
                  <a:gd name="csY2" fmla="*/ 16133 h 2907417"/>
                  <a:gd name="csX3" fmla="*/ 11769863 w 11770147"/>
                  <a:gd name="csY3" fmla="*/ 0 h 2907417"/>
                  <a:gd name="csX4" fmla="*/ 11769444 w 11770147"/>
                  <a:gd name="csY4" fmla="*/ 719381 h 2907417"/>
                  <a:gd name="csX5" fmla="*/ 5038444 w 11770147"/>
                  <a:gd name="csY5" fmla="*/ 716459 h 2907417"/>
                  <a:gd name="csX6" fmla="*/ 5038444 w 11770147"/>
                  <a:gd name="csY6" fmla="*/ 1435597 h 2907417"/>
                  <a:gd name="csX7" fmla="*/ 3327010 w 11770147"/>
                  <a:gd name="csY7" fmla="*/ 1424400 h 2907417"/>
                  <a:gd name="csX8" fmla="*/ 3330852 w 11770147"/>
                  <a:gd name="csY8" fmla="*/ 2907417 h 2907417"/>
                  <a:gd name="csX9" fmla="*/ 1697227 w 11770147"/>
                  <a:gd name="csY9" fmla="*/ 2872073 h 2907417"/>
                  <a:gd name="csX0" fmla="*/ 1682627 w 11770147"/>
                  <a:gd name="csY0" fmla="*/ 1432084 h 2892049"/>
                  <a:gd name="csX1" fmla="*/ 15807 w 11770147"/>
                  <a:gd name="csY1" fmla="*/ 1437581 h 2892049"/>
                  <a:gd name="csX2" fmla="*/ 0 w 11770147"/>
                  <a:gd name="csY2" fmla="*/ 16133 h 2892049"/>
                  <a:gd name="csX3" fmla="*/ 11769863 w 11770147"/>
                  <a:gd name="csY3" fmla="*/ 0 h 2892049"/>
                  <a:gd name="csX4" fmla="*/ 11769444 w 11770147"/>
                  <a:gd name="csY4" fmla="*/ 719381 h 2892049"/>
                  <a:gd name="csX5" fmla="*/ 5038444 w 11770147"/>
                  <a:gd name="csY5" fmla="*/ 716459 h 2892049"/>
                  <a:gd name="csX6" fmla="*/ 5038444 w 11770147"/>
                  <a:gd name="csY6" fmla="*/ 1435597 h 2892049"/>
                  <a:gd name="csX7" fmla="*/ 3327010 w 11770147"/>
                  <a:gd name="csY7" fmla="*/ 1424400 h 2892049"/>
                  <a:gd name="csX8" fmla="*/ 3338536 w 11770147"/>
                  <a:gd name="csY8" fmla="*/ 2892049 h 2892049"/>
                  <a:gd name="csX9" fmla="*/ 1697227 w 11770147"/>
                  <a:gd name="csY9" fmla="*/ 2872073 h 2892049"/>
                  <a:gd name="csX0" fmla="*/ 1682627 w 11770147"/>
                  <a:gd name="csY0" fmla="*/ 1432084 h 2892049"/>
                  <a:gd name="csX1" fmla="*/ 15807 w 11770147"/>
                  <a:gd name="csY1" fmla="*/ 1437581 h 2892049"/>
                  <a:gd name="csX2" fmla="*/ 0 w 11770147"/>
                  <a:gd name="csY2" fmla="*/ 16133 h 2892049"/>
                  <a:gd name="csX3" fmla="*/ 11769863 w 11770147"/>
                  <a:gd name="csY3" fmla="*/ 0 h 2892049"/>
                  <a:gd name="csX4" fmla="*/ 11769444 w 11770147"/>
                  <a:gd name="csY4" fmla="*/ 719381 h 2892049"/>
                  <a:gd name="csX5" fmla="*/ 5038444 w 11770147"/>
                  <a:gd name="csY5" fmla="*/ 716459 h 2892049"/>
                  <a:gd name="csX6" fmla="*/ 5038444 w 11770147"/>
                  <a:gd name="csY6" fmla="*/ 1435597 h 2892049"/>
                  <a:gd name="csX7" fmla="*/ 3327010 w 11770147"/>
                  <a:gd name="csY7" fmla="*/ 1424400 h 2892049"/>
                  <a:gd name="csX8" fmla="*/ 3338536 w 11770147"/>
                  <a:gd name="csY8" fmla="*/ 2892049 h 2892049"/>
                  <a:gd name="csX9" fmla="*/ 1685701 w 11770147"/>
                  <a:gd name="csY9" fmla="*/ 2887441 h 28920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1770147" h="2892049">
                    <a:moveTo>
                      <a:pt x="1682627" y="1432084"/>
                    </a:moveTo>
                    <a:lnTo>
                      <a:pt x="15807" y="1437581"/>
                    </a:lnTo>
                    <a:lnTo>
                      <a:pt x="0" y="16133"/>
                    </a:lnTo>
                    <a:lnTo>
                      <a:pt x="11769863" y="0"/>
                    </a:lnTo>
                    <a:cubicBezTo>
                      <a:pt x="11767607" y="241466"/>
                      <a:pt x="11771700" y="477915"/>
                      <a:pt x="11769444" y="719381"/>
                    </a:cubicBezTo>
                    <a:lnTo>
                      <a:pt x="5038444" y="716459"/>
                    </a:lnTo>
                    <a:lnTo>
                      <a:pt x="5038444" y="1435597"/>
                    </a:lnTo>
                    <a:lnTo>
                      <a:pt x="3327010" y="1424400"/>
                    </a:lnTo>
                    <a:cubicBezTo>
                      <a:pt x="3328291" y="1918739"/>
                      <a:pt x="3337255" y="2397710"/>
                      <a:pt x="3338536" y="2892049"/>
                    </a:cubicBezTo>
                    <a:lnTo>
                      <a:pt x="1685701" y="2887441"/>
                    </a:lnTo>
                  </a:path>
                </a:pathLst>
              </a:custGeom>
              <a:solidFill>
                <a:srgbClr val="007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6" name="Group 175">
                <a:extLst>
                  <a:ext uri="{FF2B5EF4-FFF2-40B4-BE49-F238E27FC236}">
                    <a16:creationId xmlns:a16="http://schemas.microsoft.com/office/drawing/2014/main" id="{A9019F0E-E784-364A-DFA6-B11312423415}"/>
                  </a:ext>
                </a:extLst>
              </p:cNvPr>
              <p:cNvGrpSpPr/>
              <p:nvPr/>
            </p:nvGrpSpPr>
            <p:grpSpPr>
              <a:xfrm>
                <a:off x="383162" y="6011562"/>
                <a:ext cx="1225700" cy="845440"/>
                <a:chOff x="675838" y="6011562"/>
                <a:chExt cx="1225700" cy="845440"/>
              </a:xfrm>
            </p:grpSpPr>
            <p:sp>
              <p:nvSpPr>
                <p:cNvPr id="504" name="Rectangle 503">
                  <a:extLst>
                    <a:ext uri="{FF2B5EF4-FFF2-40B4-BE49-F238E27FC236}">
                      <a16:creationId xmlns:a16="http://schemas.microsoft.com/office/drawing/2014/main" id="{296B2C50-89EF-3279-4469-2CFDA08520EC}"/>
                    </a:ext>
                  </a:extLst>
                </p:cNvPr>
                <p:cNvSpPr>
                  <a:spLocks/>
                </p:cNvSpPr>
                <p:nvPr/>
              </p:nvSpPr>
              <p:spPr>
                <a:xfrm>
                  <a:off x="675838" y="6011562"/>
                  <a:ext cx="1225144" cy="845440"/>
                </a:xfrm>
                <a:prstGeom prst="rect">
                  <a:avLst/>
                </a:prstGeom>
                <a:solidFill>
                  <a:srgbClr val="0078D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TextBox 141">
                  <a:extLst>
                    <a:ext uri="{FF2B5EF4-FFF2-40B4-BE49-F238E27FC236}">
                      <a16:creationId xmlns:a16="http://schemas.microsoft.com/office/drawing/2014/main" id="{33370F3D-6D26-88A8-14B8-141F317B3BEC}"/>
                    </a:ext>
                  </a:extLst>
                </p:cNvPr>
                <p:cNvSpPr txBox="1"/>
                <p:nvPr/>
              </p:nvSpPr>
              <p:spPr>
                <a:xfrm>
                  <a:off x="676394" y="6104100"/>
                  <a:ext cx="122514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dirty="0">
                      <a:ln>
                        <a:noFill/>
                      </a:ln>
                      <a:solidFill>
                        <a:prstClr val="white">
                          <a:lumMod val="85000"/>
                        </a:prstClr>
                      </a:solidFill>
                      <a:effectLst/>
                      <a:uLnTx/>
                      <a:uFillTx/>
                      <a:latin typeface="Calibri" panose="020F0502020204030204"/>
                      <a:ea typeface="+mn-ea"/>
                      <a:cs typeface="+mn-cs"/>
                    </a:rPr>
                    <a:t>Users</a:t>
                  </a:r>
                </a:p>
              </p:txBody>
            </p:sp>
          </p:grpSp>
        </p:grpSp>
        <p:grpSp>
          <p:nvGrpSpPr>
            <p:cNvPr id="2244" name="Group 2243">
              <a:extLst>
                <a:ext uri="{FF2B5EF4-FFF2-40B4-BE49-F238E27FC236}">
                  <a16:creationId xmlns:a16="http://schemas.microsoft.com/office/drawing/2014/main" id="{9D7B7F71-7980-A8E7-4BD6-89F098F56C62}"/>
                </a:ext>
              </a:extLst>
            </p:cNvPr>
            <p:cNvGrpSpPr/>
            <p:nvPr/>
          </p:nvGrpSpPr>
          <p:grpSpPr>
            <a:xfrm>
              <a:off x="6287105" y="2974054"/>
              <a:ext cx="721206" cy="609701"/>
              <a:chOff x="8253594" y="3370808"/>
              <a:chExt cx="871904" cy="748695"/>
            </a:xfrm>
          </p:grpSpPr>
          <p:sp>
            <p:nvSpPr>
              <p:cNvPr id="2245" name="Rectangle 2244">
                <a:hlinkHover r:id="" action="ppaction://noaction" highlightClick="1"/>
                <a:extLst>
                  <a:ext uri="{FF2B5EF4-FFF2-40B4-BE49-F238E27FC236}">
                    <a16:creationId xmlns:a16="http://schemas.microsoft.com/office/drawing/2014/main" id="{D5FA065F-1670-7D82-6DF0-8D012BED4CC7}"/>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2246" name="Rectangle 2245">
                <a:extLst>
                  <a:ext uri="{FF2B5EF4-FFF2-40B4-BE49-F238E27FC236}">
                    <a16:creationId xmlns:a16="http://schemas.microsoft.com/office/drawing/2014/main" id="{90247737-96D7-A5E7-58BC-8A8C1D664A92}"/>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7" name="Oval 15">
                <a:extLst>
                  <a:ext uri="{FF2B5EF4-FFF2-40B4-BE49-F238E27FC236}">
                    <a16:creationId xmlns:a16="http://schemas.microsoft.com/office/drawing/2014/main" id="{BD4829FD-8BE9-487A-8F8C-7E74A321A259}"/>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48" name="Straight Connector 2247">
                <a:extLst>
                  <a:ext uri="{FF2B5EF4-FFF2-40B4-BE49-F238E27FC236}">
                    <a16:creationId xmlns:a16="http://schemas.microsoft.com/office/drawing/2014/main" id="{8C35D78B-0083-78F8-B89C-34FB4345C3DD}"/>
                  </a:ext>
                </a:extLst>
              </p:cNvPr>
              <p:cNvCxnSpPr>
                <a:cxnSpLocks/>
                <a:stCxn id="2247"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49" name="Straight Connector 2248">
                <a:extLst>
                  <a:ext uri="{FF2B5EF4-FFF2-40B4-BE49-F238E27FC236}">
                    <a16:creationId xmlns:a16="http://schemas.microsoft.com/office/drawing/2014/main" id="{8270C49B-E7EA-CA21-6DE4-197153E199C9}"/>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50" name="Group 2249">
              <a:extLst>
                <a:ext uri="{FF2B5EF4-FFF2-40B4-BE49-F238E27FC236}">
                  <a16:creationId xmlns:a16="http://schemas.microsoft.com/office/drawing/2014/main" id="{D23405FF-E14B-C8E5-996A-0ECDFE9A0860}"/>
                </a:ext>
              </a:extLst>
            </p:cNvPr>
            <p:cNvGrpSpPr/>
            <p:nvPr/>
          </p:nvGrpSpPr>
          <p:grpSpPr>
            <a:xfrm>
              <a:off x="7123149" y="2974054"/>
              <a:ext cx="721206" cy="609701"/>
              <a:chOff x="8253594" y="3370808"/>
              <a:chExt cx="871904" cy="748695"/>
            </a:xfrm>
          </p:grpSpPr>
          <p:sp>
            <p:nvSpPr>
              <p:cNvPr id="2251" name="Rectangle 2250">
                <a:hlinkHover r:id="" action="ppaction://noaction" highlightClick="1"/>
                <a:extLst>
                  <a:ext uri="{FF2B5EF4-FFF2-40B4-BE49-F238E27FC236}">
                    <a16:creationId xmlns:a16="http://schemas.microsoft.com/office/drawing/2014/main" id="{17B5E0C5-F51A-5CFC-9221-D6C20B9074ED}"/>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dirty="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2252" name="Rectangle 2251">
                <a:extLst>
                  <a:ext uri="{FF2B5EF4-FFF2-40B4-BE49-F238E27FC236}">
                    <a16:creationId xmlns:a16="http://schemas.microsoft.com/office/drawing/2014/main" id="{67AB2C08-6526-8682-6848-21D196C8164C}"/>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53" name="Oval 15">
                <a:extLst>
                  <a:ext uri="{FF2B5EF4-FFF2-40B4-BE49-F238E27FC236}">
                    <a16:creationId xmlns:a16="http://schemas.microsoft.com/office/drawing/2014/main" id="{110F0AEF-2656-9A02-72CB-A30304BC9B3E}"/>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54" name="Straight Connector 2253">
                <a:extLst>
                  <a:ext uri="{FF2B5EF4-FFF2-40B4-BE49-F238E27FC236}">
                    <a16:creationId xmlns:a16="http://schemas.microsoft.com/office/drawing/2014/main" id="{A49A7F7C-A5DE-1241-7AC6-D5830FFF2DFD}"/>
                  </a:ext>
                </a:extLst>
              </p:cNvPr>
              <p:cNvCxnSpPr>
                <a:cxnSpLocks/>
                <a:stCxn id="2253"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55" name="Straight Connector 2254">
                <a:extLst>
                  <a:ext uri="{FF2B5EF4-FFF2-40B4-BE49-F238E27FC236}">
                    <a16:creationId xmlns:a16="http://schemas.microsoft.com/office/drawing/2014/main" id="{F32EB837-6BBB-5082-80CD-40D55F5241E1}"/>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56" name="Group 2255">
              <a:extLst>
                <a:ext uri="{FF2B5EF4-FFF2-40B4-BE49-F238E27FC236}">
                  <a16:creationId xmlns:a16="http://schemas.microsoft.com/office/drawing/2014/main" id="{AFC38B90-46ED-E985-4EB4-644F318E5B9A}"/>
                </a:ext>
              </a:extLst>
            </p:cNvPr>
            <p:cNvGrpSpPr/>
            <p:nvPr/>
          </p:nvGrpSpPr>
          <p:grpSpPr>
            <a:xfrm>
              <a:off x="7959193" y="2974054"/>
              <a:ext cx="721206" cy="609701"/>
              <a:chOff x="10243575" y="88412"/>
              <a:chExt cx="871904" cy="748695"/>
            </a:xfrm>
          </p:grpSpPr>
          <p:sp>
            <p:nvSpPr>
              <p:cNvPr id="2257" name="Rectangle 2256">
                <a:hlinkHover r:id="" action="ppaction://noaction" highlightClick="1"/>
                <a:extLst>
                  <a:ext uri="{FF2B5EF4-FFF2-40B4-BE49-F238E27FC236}">
                    <a16:creationId xmlns:a16="http://schemas.microsoft.com/office/drawing/2014/main" id="{D1E2C85E-9118-E7C8-F478-4A1C66C5DD7A}"/>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sp>
            <p:nvSpPr>
              <p:cNvPr id="2258" name="Diamond 2257">
                <a:extLst>
                  <a:ext uri="{FF2B5EF4-FFF2-40B4-BE49-F238E27FC236}">
                    <a16:creationId xmlns:a16="http://schemas.microsoft.com/office/drawing/2014/main" id="{F50AD32E-E2DC-2AA2-F158-E6654B45C4AF}"/>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59" name="Oval 2258">
                <a:extLst>
                  <a:ext uri="{FF2B5EF4-FFF2-40B4-BE49-F238E27FC236}">
                    <a16:creationId xmlns:a16="http://schemas.microsoft.com/office/drawing/2014/main" id="{B15E6867-6B46-8F1A-DDF6-2C0305D0D587}"/>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60" name="Group 2259">
              <a:extLst>
                <a:ext uri="{FF2B5EF4-FFF2-40B4-BE49-F238E27FC236}">
                  <a16:creationId xmlns:a16="http://schemas.microsoft.com/office/drawing/2014/main" id="{74396EAD-7787-A938-3F6B-0929EF2BBDCF}"/>
                </a:ext>
              </a:extLst>
            </p:cNvPr>
            <p:cNvGrpSpPr/>
            <p:nvPr/>
          </p:nvGrpSpPr>
          <p:grpSpPr>
            <a:xfrm>
              <a:off x="8795237" y="2974054"/>
              <a:ext cx="721206" cy="609701"/>
              <a:chOff x="10243575" y="88412"/>
              <a:chExt cx="871904" cy="748695"/>
            </a:xfrm>
          </p:grpSpPr>
          <p:sp>
            <p:nvSpPr>
              <p:cNvPr id="2261" name="Rectangle 2260">
                <a:hlinkHover r:id="" action="ppaction://noaction" highlightClick="1"/>
                <a:extLst>
                  <a:ext uri="{FF2B5EF4-FFF2-40B4-BE49-F238E27FC236}">
                    <a16:creationId xmlns:a16="http://schemas.microsoft.com/office/drawing/2014/main" id="{4C24A232-2761-C2EC-4B46-E85B9322601E}"/>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2262" name="Diamond 2261">
                <a:extLst>
                  <a:ext uri="{FF2B5EF4-FFF2-40B4-BE49-F238E27FC236}">
                    <a16:creationId xmlns:a16="http://schemas.microsoft.com/office/drawing/2014/main" id="{B2C5D81D-EA12-8ACB-CF69-D95583F04162}"/>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63" name="Oval 2262">
                <a:extLst>
                  <a:ext uri="{FF2B5EF4-FFF2-40B4-BE49-F238E27FC236}">
                    <a16:creationId xmlns:a16="http://schemas.microsoft.com/office/drawing/2014/main" id="{53EE9D71-BEB2-D0D7-57CB-BCF8AAB7D008}"/>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78" name="Group 2377">
              <a:extLst>
                <a:ext uri="{FF2B5EF4-FFF2-40B4-BE49-F238E27FC236}">
                  <a16:creationId xmlns:a16="http://schemas.microsoft.com/office/drawing/2014/main" id="{C5AD69B6-B6FB-9AC7-D423-6420861CD9AF}"/>
                </a:ext>
              </a:extLst>
            </p:cNvPr>
            <p:cNvGrpSpPr/>
            <p:nvPr/>
          </p:nvGrpSpPr>
          <p:grpSpPr>
            <a:xfrm>
              <a:off x="2110200" y="2990968"/>
              <a:ext cx="721206" cy="609701"/>
              <a:chOff x="9244679" y="3370808"/>
              <a:chExt cx="871904" cy="748695"/>
            </a:xfrm>
          </p:grpSpPr>
          <p:sp>
            <p:nvSpPr>
              <p:cNvPr id="2379" name="Rectangle 2378">
                <a:extLst>
                  <a:ext uri="{FF2B5EF4-FFF2-40B4-BE49-F238E27FC236}">
                    <a16:creationId xmlns:a16="http://schemas.microsoft.com/office/drawing/2014/main" id="{87B29D6A-C298-FC8A-14DE-3215A6BE5603}"/>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2380" name="Rectangle 2379">
                <a:extLst>
                  <a:ext uri="{FF2B5EF4-FFF2-40B4-BE49-F238E27FC236}">
                    <a16:creationId xmlns:a16="http://schemas.microsoft.com/office/drawing/2014/main" id="{553297BC-B546-C101-0ED4-1A841EB079CD}"/>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1" name="Oval 15">
                <a:extLst>
                  <a:ext uri="{FF2B5EF4-FFF2-40B4-BE49-F238E27FC236}">
                    <a16:creationId xmlns:a16="http://schemas.microsoft.com/office/drawing/2014/main" id="{AE34CB88-576B-4B5D-6455-E2833BF71602}"/>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82" name="Straight Connector 2381">
                <a:extLst>
                  <a:ext uri="{FF2B5EF4-FFF2-40B4-BE49-F238E27FC236}">
                    <a16:creationId xmlns:a16="http://schemas.microsoft.com/office/drawing/2014/main" id="{E80E2786-C4FC-CD92-FA5E-DE50414B0A1F}"/>
                  </a:ext>
                </a:extLst>
              </p:cNvPr>
              <p:cNvCxnSpPr>
                <a:cxnSpLocks/>
                <a:stCxn id="2381"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83" name="Straight Connector 2382">
                <a:extLst>
                  <a:ext uri="{FF2B5EF4-FFF2-40B4-BE49-F238E27FC236}">
                    <a16:creationId xmlns:a16="http://schemas.microsoft.com/office/drawing/2014/main" id="{2C9E2253-B79F-4DF4-941E-C304EFB826E9}"/>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84" name="Group 2383">
              <a:extLst>
                <a:ext uri="{FF2B5EF4-FFF2-40B4-BE49-F238E27FC236}">
                  <a16:creationId xmlns:a16="http://schemas.microsoft.com/office/drawing/2014/main" id="{37B6EDBB-9AC2-1236-3FF6-97C76D65C9B2}"/>
                </a:ext>
              </a:extLst>
            </p:cNvPr>
            <p:cNvGrpSpPr/>
            <p:nvPr/>
          </p:nvGrpSpPr>
          <p:grpSpPr>
            <a:xfrm>
              <a:off x="4611964" y="2970765"/>
              <a:ext cx="721206" cy="609701"/>
              <a:chOff x="11226844" y="3371220"/>
              <a:chExt cx="871904" cy="748695"/>
            </a:xfrm>
          </p:grpSpPr>
          <p:sp>
            <p:nvSpPr>
              <p:cNvPr id="2385" name="Rectangle 2384">
                <a:extLst>
                  <a:ext uri="{FF2B5EF4-FFF2-40B4-BE49-F238E27FC236}">
                    <a16:creationId xmlns:a16="http://schemas.microsoft.com/office/drawing/2014/main" id="{A9A083FE-8F1C-ECA4-D3B0-5E5941A868D7}"/>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2386" name="Rectangle 2385">
                <a:extLst>
                  <a:ext uri="{FF2B5EF4-FFF2-40B4-BE49-F238E27FC236}">
                    <a16:creationId xmlns:a16="http://schemas.microsoft.com/office/drawing/2014/main" id="{EFC94C48-E55A-FBB2-393A-64532D643DA7}"/>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7" name="Oval 15">
                <a:extLst>
                  <a:ext uri="{FF2B5EF4-FFF2-40B4-BE49-F238E27FC236}">
                    <a16:creationId xmlns:a16="http://schemas.microsoft.com/office/drawing/2014/main" id="{3C7FDB23-C9CD-AE5D-5688-014449C95992}"/>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88" name="Straight Connector 2387">
                <a:extLst>
                  <a:ext uri="{FF2B5EF4-FFF2-40B4-BE49-F238E27FC236}">
                    <a16:creationId xmlns:a16="http://schemas.microsoft.com/office/drawing/2014/main" id="{4EF4CDDC-47A6-43A8-24D3-292D9500CED3}"/>
                  </a:ext>
                </a:extLst>
              </p:cNvPr>
              <p:cNvCxnSpPr>
                <a:cxnSpLocks/>
                <a:stCxn id="2387"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89" name="Straight Connector 2388">
                <a:extLst>
                  <a:ext uri="{FF2B5EF4-FFF2-40B4-BE49-F238E27FC236}">
                    <a16:creationId xmlns:a16="http://schemas.microsoft.com/office/drawing/2014/main" id="{FF85F439-F6FA-78BE-A964-68DA10FE4708}"/>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90" name="Group 2389">
              <a:extLst>
                <a:ext uri="{FF2B5EF4-FFF2-40B4-BE49-F238E27FC236}">
                  <a16:creationId xmlns:a16="http://schemas.microsoft.com/office/drawing/2014/main" id="{3FF773F1-2CAF-A152-2F63-561E34F747A0}"/>
                </a:ext>
              </a:extLst>
            </p:cNvPr>
            <p:cNvGrpSpPr/>
            <p:nvPr/>
          </p:nvGrpSpPr>
          <p:grpSpPr>
            <a:xfrm>
              <a:off x="11355999" y="2974054"/>
              <a:ext cx="721206" cy="609701"/>
              <a:chOff x="10235764" y="3370808"/>
              <a:chExt cx="871904" cy="748695"/>
            </a:xfrm>
          </p:grpSpPr>
          <p:sp>
            <p:nvSpPr>
              <p:cNvPr id="2391" name="Rectangle 2390">
                <a:hlinkHover r:id="" action="ppaction://noaction" highlightClick="1"/>
                <a:extLst>
                  <a:ext uri="{FF2B5EF4-FFF2-40B4-BE49-F238E27FC236}">
                    <a16:creationId xmlns:a16="http://schemas.microsoft.com/office/drawing/2014/main" id="{F91CB468-188F-A501-C8EA-D0D49B8A6F24}"/>
                  </a:ext>
                </a:extLst>
              </p:cNvPr>
              <p:cNvSpPr/>
              <p:nvPr/>
            </p:nvSpPr>
            <p:spPr>
              <a:xfrm>
                <a:off x="10235764" y="337080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2392" name="Oval 2391">
                <a:extLst>
                  <a:ext uri="{FF2B5EF4-FFF2-40B4-BE49-F238E27FC236}">
                    <a16:creationId xmlns:a16="http://schemas.microsoft.com/office/drawing/2014/main" id="{789E1E80-0C7C-2707-F90F-FDD96632BE6D}"/>
                  </a:ext>
                </a:extLst>
              </p:cNvPr>
              <p:cNvSpPr/>
              <p:nvPr/>
            </p:nvSpPr>
            <p:spPr>
              <a:xfrm>
                <a:off x="10933601" y="338217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93" name="Isosceles Triangle 648">
                <a:extLst>
                  <a:ext uri="{FF2B5EF4-FFF2-40B4-BE49-F238E27FC236}">
                    <a16:creationId xmlns:a16="http://schemas.microsoft.com/office/drawing/2014/main" id="{1E03FB3A-5974-DB54-9CD4-ECDF6D7B88BD}"/>
                  </a:ext>
                </a:extLst>
              </p:cNvPr>
              <p:cNvSpPr/>
              <p:nvPr/>
            </p:nvSpPr>
            <p:spPr>
              <a:xfrm>
                <a:off x="10970020" y="339876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36" name="Group 2435">
              <a:extLst>
                <a:ext uri="{FF2B5EF4-FFF2-40B4-BE49-F238E27FC236}">
                  <a16:creationId xmlns:a16="http://schemas.microsoft.com/office/drawing/2014/main" id="{37B3FA08-7D5E-394B-353D-6D940D8541A6}"/>
                </a:ext>
              </a:extLst>
            </p:cNvPr>
            <p:cNvGrpSpPr/>
            <p:nvPr/>
          </p:nvGrpSpPr>
          <p:grpSpPr>
            <a:xfrm>
              <a:off x="431659" y="3698227"/>
              <a:ext cx="721206" cy="609701"/>
              <a:chOff x="1315999" y="3370808"/>
              <a:chExt cx="871904" cy="748695"/>
            </a:xfrm>
          </p:grpSpPr>
          <p:sp>
            <p:nvSpPr>
              <p:cNvPr id="2437" name="Rectangle 2436">
                <a:extLst>
                  <a:ext uri="{FF2B5EF4-FFF2-40B4-BE49-F238E27FC236}">
                    <a16:creationId xmlns:a16="http://schemas.microsoft.com/office/drawing/2014/main" id="{00B5B002-6A43-0750-8FF0-D3F6E85E9290}"/>
                  </a:ext>
                </a:extLst>
              </p:cNvPr>
              <p:cNvSpPr/>
              <p:nvPr/>
            </p:nvSpPr>
            <p:spPr>
              <a:xfrm>
                <a:off x="131599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2438" name="Right Triangle 2437">
                <a:extLst>
                  <a:ext uri="{FF2B5EF4-FFF2-40B4-BE49-F238E27FC236}">
                    <a16:creationId xmlns:a16="http://schemas.microsoft.com/office/drawing/2014/main" id="{8D69FAAD-AA51-0825-6F15-D5055E2F6DFB}"/>
                  </a:ext>
                </a:extLst>
              </p:cNvPr>
              <p:cNvSpPr/>
              <p:nvPr/>
            </p:nvSpPr>
            <p:spPr>
              <a:xfrm rot="10800000">
                <a:off x="2046390"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39" name="Group 2438">
                <a:extLst>
                  <a:ext uri="{FF2B5EF4-FFF2-40B4-BE49-F238E27FC236}">
                    <a16:creationId xmlns:a16="http://schemas.microsoft.com/office/drawing/2014/main" id="{B2DC7BCC-99CB-C571-6873-5DA5D5665659}"/>
                  </a:ext>
                </a:extLst>
              </p:cNvPr>
              <p:cNvGrpSpPr/>
              <p:nvPr/>
            </p:nvGrpSpPr>
            <p:grpSpPr>
              <a:xfrm>
                <a:off x="2126717" y="3380672"/>
                <a:ext cx="45719" cy="75385"/>
                <a:chOff x="3883481" y="2057400"/>
                <a:chExt cx="1608363" cy="2652031"/>
              </a:xfrm>
              <a:solidFill>
                <a:srgbClr val="A6A6A6"/>
              </a:solidFill>
            </p:grpSpPr>
            <p:sp>
              <p:nvSpPr>
                <p:cNvPr id="2440" name="Oval 27">
                  <a:extLst>
                    <a:ext uri="{FF2B5EF4-FFF2-40B4-BE49-F238E27FC236}">
                      <a16:creationId xmlns:a16="http://schemas.microsoft.com/office/drawing/2014/main" id="{406C5361-C05E-A5D7-8274-A237E009A01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41" name="Oval 28">
                  <a:extLst>
                    <a:ext uri="{FF2B5EF4-FFF2-40B4-BE49-F238E27FC236}">
                      <a16:creationId xmlns:a16="http://schemas.microsoft.com/office/drawing/2014/main" id="{8D21C8EA-33F7-7893-EBDC-CC1861A2157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42" name="Group 2441">
              <a:extLst>
                <a:ext uri="{FF2B5EF4-FFF2-40B4-BE49-F238E27FC236}">
                  <a16:creationId xmlns:a16="http://schemas.microsoft.com/office/drawing/2014/main" id="{D991C5C3-5D18-EDED-4DFA-8D2D5CB396AE}"/>
                </a:ext>
              </a:extLst>
            </p:cNvPr>
            <p:cNvGrpSpPr/>
            <p:nvPr/>
          </p:nvGrpSpPr>
          <p:grpSpPr>
            <a:xfrm>
              <a:off x="2942396" y="3698227"/>
              <a:ext cx="721206" cy="609701"/>
              <a:chOff x="3298169" y="3370808"/>
              <a:chExt cx="871904" cy="748695"/>
            </a:xfrm>
          </p:grpSpPr>
          <p:sp>
            <p:nvSpPr>
              <p:cNvPr id="2443" name="Rectangle 2442">
                <a:extLst>
                  <a:ext uri="{FF2B5EF4-FFF2-40B4-BE49-F238E27FC236}">
                    <a16:creationId xmlns:a16="http://schemas.microsoft.com/office/drawing/2014/main" id="{8BC416CF-AEB2-654A-55EF-8D64B6578448}"/>
                  </a:ext>
                </a:extLst>
              </p:cNvPr>
              <p:cNvSpPr/>
              <p:nvPr/>
            </p:nvSpPr>
            <p:spPr>
              <a:xfrm>
                <a:off x="329816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2444" name="Right Triangle 2443">
                <a:extLst>
                  <a:ext uri="{FF2B5EF4-FFF2-40B4-BE49-F238E27FC236}">
                    <a16:creationId xmlns:a16="http://schemas.microsoft.com/office/drawing/2014/main" id="{1F5EE749-285E-F82F-ED90-329C09C77564}"/>
                  </a:ext>
                </a:extLst>
              </p:cNvPr>
              <p:cNvSpPr/>
              <p:nvPr/>
            </p:nvSpPr>
            <p:spPr>
              <a:xfrm rot="10800000">
                <a:off x="4022248"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45" name="Group 2444">
                <a:extLst>
                  <a:ext uri="{FF2B5EF4-FFF2-40B4-BE49-F238E27FC236}">
                    <a16:creationId xmlns:a16="http://schemas.microsoft.com/office/drawing/2014/main" id="{5C1F3502-C2F1-86B9-5E66-14FD5E7C7B6A}"/>
                  </a:ext>
                </a:extLst>
              </p:cNvPr>
              <p:cNvGrpSpPr/>
              <p:nvPr/>
            </p:nvGrpSpPr>
            <p:grpSpPr>
              <a:xfrm>
                <a:off x="4102575" y="3389004"/>
                <a:ext cx="45719" cy="75385"/>
                <a:chOff x="3883481" y="2057400"/>
                <a:chExt cx="1608363" cy="2652031"/>
              </a:xfrm>
              <a:solidFill>
                <a:srgbClr val="A6A6A6"/>
              </a:solidFill>
            </p:grpSpPr>
            <p:sp>
              <p:nvSpPr>
                <p:cNvPr id="2446" name="Oval 27">
                  <a:extLst>
                    <a:ext uri="{FF2B5EF4-FFF2-40B4-BE49-F238E27FC236}">
                      <a16:creationId xmlns:a16="http://schemas.microsoft.com/office/drawing/2014/main" id="{CC22F8D8-3977-097C-1741-2E5638BD587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47" name="Oval 28">
                  <a:extLst>
                    <a:ext uri="{FF2B5EF4-FFF2-40B4-BE49-F238E27FC236}">
                      <a16:creationId xmlns:a16="http://schemas.microsoft.com/office/drawing/2014/main" id="{83BCCAE8-34E5-51B6-77E5-469515AC05E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48" name="Group 2447">
              <a:extLst>
                <a:ext uri="{FF2B5EF4-FFF2-40B4-BE49-F238E27FC236}">
                  <a16:creationId xmlns:a16="http://schemas.microsoft.com/office/drawing/2014/main" id="{D7CF3A49-3136-24DD-D61E-96BD9ABD1A59}"/>
                </a:ext>
              </a:extLst>
            </p:cNvPr>
            <p:cNvGrpSpPr/>
            <p:nvPr/>
          </p:nvGrpSpPr>
          <p:grpSpPr>
            <a:xfrm>
              <a:off x="3779083" y="3698227"/>
              <a:ext cx="721206" cy="609701"/>
              <a:chOff x="4289254" y="3370808"/>
              <a:chExt cx="871904" cy="748695"/>
            </a:xfrm>
          </p:grpSpPr>
          <p:sp>
            <p:nvSpPr>
              <p:cNvPr id="2449" name="Rectangle 2448">
                <a:extLst>
                  <a:ext uri="{FF2B5EF4-FFF2-40B4-BE49-F238E27FC236}">
                    <a16:creationId xmlns:a16="http://schemas.microsoft.com/office/drawing/2014/main" id="{FBABFCAE-9D9B-7EA9-05B0-0D02D257005F}"/>
                  </a:ext>
                </a:extLst>
              </p:cNvPr>
              <p:cNvSpPr/>
              <p:nvPr/>
            </p:nvSpPr>
            <p:spPr>
              <a:xfrm>
                <a:off x="428925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2450" name="Right Triangle 2449">
                <a:extLst>
                  <a:ext uri="{FF2B5EF4-FFF2-40B4-BE49-F238E27FC236}">
                    <a16:creationId xmlns:a16="http://schemas.microsoft.com/office/drawing/2014/main" id="{34DD86D8-C31E-76AE-2945-2A9695C36C52}"/>
                  </a:ext>
                </a:extLst>
              </p:cNvPr>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51" name="Group 2450">
                <a:extLst>
                  <a:ext uri="{FF2B5EF4-FFF2-40B4-BE49-F238E27FC236}">
                    <a16:creationId xmlns:a16="http://schemas.microsoft.com/office/drawing/2014/main" id="{CC4AE2EC-9853-773D-7F4F-C8C27CE860E0}"/>
                  </a:ext>
                </a:extLst>
              </p:cNvPr>
              <p:cNvGrpSpPr/>
              <p:nvPr/>
            </p:nvGrpSpPr>
            <p:grpSpPr>
              <a:xfrm>
                <a:off x="5098569" y="3381257"/>
                <a:ext cx="45719" cy="75385"/>
                <a:chOff x="3883481" y="2057400"/>
                <a:chExt cx="1608363" cy="2652031"/>
              </a:xfrm>
              <a:solidFill>
                <a:srgbClr val="A6A6A6"/>
              </a:solidFill>
            </p:grpSpPr>
            <p:sp>
              <p:nvSpPr>
                <p:cNvPr id="2452" name="Oval 27">
                  <a:extLst>
                    <a:ext uri="{FF2B5EF4-FFF2-40B4-BE49-F238E27FC236}">
                      <a16:creationId xmlns:a16="http://schemas.microsoft.com/office/drawing/2014/main" id="{9E757BE4-AD72-6390-5C7E-0D4A3CD8D8C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53" name="Oval 28">
                  <a:extLst>
                    <a:ext uri="{FF2B5EF4-FFF2-40B4-BE49-F238E27FC236}">
                      <a16:creationId xmlns:a16="http://schemas.microsoft.com/office/drawing/2014/main" id="{00F5CB64-7179-F6AC-8166-622875ED929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54" name="Group 2453">
              <a:extLst>
                <a:ext uri="{FF2B5EF4-FFF2-40B4-BE49-F238E27FC236}">
                  <a16:creationId xmlns:a16="http://schemas.microsoft.com/office/drawing/2014/main" id="{A0DC9910-D367-4653-95F2-AA02C11667F4}"/>
                </a:ext>
              </a:extLst>
            </p:cNvPr>
            <p:cNvGrpSpPr/>
            <p:nvPr/>
          </p:nvGrpSpPr>
          <p:grpSpPr>
            <a:xfrm>
              <a:off x="1268346" y="3698227"/>
              <a:ext cx="721893" cy="610374"/>
              <a:chOff x="324914" y="4191098"/>
              <a:chExt cx="872735" cy="749519"/>
            </a:xfrm>
          </p:grpSpPr>
          <p:sp>
            <p:nvSpPr>
              <p:cNvPr id="2455" name="Rectangle 2454">
                <a:extLst>
                  <a:ext uri="{FF2B5EF4-FFF2-40B4-BE49-F238E27FC236}">
                    <a16:creationId xmlns:a16="http://schemas.microsoft.com/office/drawing/2014/main" id="{32DA40E2-5276-DD5E-1AC8-2D1B822A07DB}"/>
                  </a:ext>
                </a:extLst>
              </p:cNvPr>
              <p:cNvSpPr/>
              <p:nvPr/>
            </p:nvSpPr>
            <p:spPr>
              <a:xfrm>
                <a:off x="32491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2456" name="Right Triangle 2455">
                <a:extLst>
                  <a:ext uri="{FF2B5EF4-FFF2-40B4-BE49-F238E27FC236}">
                    <a16:creationId xmlns:a16="http://schemas.microsoft.com/office/drawing/2014/main" id="{E590CDC4-2ADC-51B2-E273-4B70B1C24DAF}"/>
                  </a:ext>
                </a:extLst>
              </p:cNvPr>
              <p:cNvSpPr/>
              <p:nvPr/>
            </p:nvSpPr>
            <p:spPr>
              <a:xfrm rot="10800000">
                <a:off x="1056136"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57" name="Group 2456">
                <a:extLst>
                  <a:ext uri="{FF2B5EF4-FFF2-40B4-BE49-F238E27FC236}">
                    <a16:creationId xmlns:a16="http://schemas.microsoft.com/office/drawing/2014/main" id="{CA0763BB-0F11-78A9-A648-26D0200D756C}"/>
                  </a:ext>
                </a:extLst>
              </p:cNvPr>
              <p:cNvGrpSpPr/>
              <p:nvPr/>
            </p:nvGrpSpPr>
            <p:grpSpPr>
              <a:xfrm>
                <a:off x="1136463" y="4198579"/>
                <a:ext cx="45719" cy="75385"/>
                <a:chOff x="3883481" y="2057400"/>
                <a:chExt cx="1608363" cy="2652031"/>
              </a:xfrm>
              <a:solidFill>
                <a:srgbClr val="A6A6A6"/>
              </a:solidFill>
            </p:grpSpPr>
            <p:sp>
              <p:nvSpPr>
                <p:cNvPr id="2458" name="Oval 27">
                  <a:extLst>
                    <a:ext uri="{FF2B5EF4-FFF2-40B4-BE49-F238E27FC236}">
                      <a16:creationId xmlns:a16="http://schemas.microsoft.com/office/drawing/2014/main" id="{7C3CF5C1-2DC3-A00F-C77A-74D1A6A4BA8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59" name="Oval 28">
                  <a:extLst>
                    <a:ext uri="{FF2B5EF4-FFF2-40B4-BE49-F238E27FC236}">
                      <a16:creationId xmlns:a16="http://schemas.microsoft.com/office/drawing/2014/main" id="{0881415B-D564-42C8-77D2-458C830610F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60" name="Group 2459">
              <a:extLst>
                <a:ext uri="{FF2B5EF4-FFF2-40B4-BE49-F238E27FC236}">
                  <a16:creationId xmlns:a16="http://schemas.microsoft.com/office/drawing/2014/main" id="{9A03EBB5-3F8C-9303-7270-DB921961671C}"/>
                </a:ext>
              </a:extLst>
            </p:cNvPr>
            <p:cNvGrpSpPr/>
            <p:nvPr/>
          </p:nvGrpSpPr>
          <p:grpSpPr>
            <a:xfrm>
              <a:off x="4615770" y="3698227"/>
              <a:ext cx="721206" cy="609701"/>
              <a:chOff x="10235764" y="5012622"/>
              <a:chExt cx="871904" cy="748695"/>
            </a:xfrm>
          </p:grpSpPr>
          <p:sp>
            <p:nvSpPr>
              <p:cNvPr id="2461" name="Rectangle 2460">
                <a:hlinkHover r:id="" action="ppaction://noaction" highlightClick="1"/>
                <a:extLst>
                  <a:ext uri="{FF2B5EF4-FFF2-40B4-BE49-F238E27FC236}">
                    <a16:creationId xmlns:a16="http://schemas.microsoft.com/office/drawing/2014/main" id="{5B1C4839-DBAE-67F7-7114-A52BF00D0389}"/>
                  </a:ext>
                </a:extLst>
              </p:cNvPr>
              <p:cNvSpPr/>
              <p:nvPr/>
            </p:nvSpPr>
            <p:spPr>
              <a:xfrm>
                <a:off x="1023576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2462" name="Oval 2461">
                <a:extLst>
                  <a:ext uri="{FF2B5EF4-FFF2-40B4-BE49-F238E27FC236}">
                    <a16:creationId xmlns:a16="http://schemas.microsoft.com/office/drawing/2014/main" id="{BA7FDF54-A814-26BA-F5E4-73BC6EB942BE}"/>
                  </a:ext>
                </a:extLst>
              </p:cNvPr>
              <p:cNvSpPr/>
              <p:nvPr/>
            </p:nvSpPr>
            <p:spPr>
              <a:xfrm>
                <a:off x="109304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63" name="Isosceles Triangle 648">
                <a:extLst>
                  <a:ext uri="{FF2B5EF4-FFF2-40B4-BE49-F238E27FC236}">
                    <a16:creationId xmlns:a16="http://schemas.microsoft.com/office/drawing/2014/main" id="{1C8D7C39-AE3F-6F05-CBB8-6B5CF6E37C3C}"/>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64" name="Group 2463">
              <a:extLst>
                <a:ext uri="{FF2B5EF4-FFF2-40B4-BE49-F238E27FC236}">
                  <a16:creationId xmlns:a16="http://schemas.microsoft.com/office/drawing/2014/main" id="{B035BF8E-D370-AAB1-4E62-BDE5AEF3B493}"/>
                </a:ext>
              </a:extLst>
            </p:cNvPr>
            <p:cNvGrpSpPr/>
            <p:nvPr/>
          </p:nvGrpSpPr>
          <p:grpSpPr>
            <a:xfrm>
              <a:off x="2105709" y="3698227"/>
              <a:ext cx="721206" cy="610374"/>
              <a:chOff x="1315999" y="4191098"/>
              <a:chExt cx="871904" cy="749519"/>
            </a:xfrm>
          </p:grpSpPr>
          <p:sp>
            <p:nvSpPr>
              <p:cNvPr id="2465" name="Rectangle 2464">
                <a:extLst>
                  <a:ext uri="{FF2B5EF4-FFF2-40B4-BE49-F238E27FC236}">
                    <a16:creationId xmlns:a16="http://schemas.microsoft.com/office/drawing/2014/main" id="{CA7F68FD-E8BA-4170-F538-7A73C55BDC39}"/>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2466" name="Right Triangle 2465">
                <a:extLst>
                  <a:ext uri="{FF2B5EF4-FFF2-40B4-BE49-F238E27FC236}">
                    <a16:creationId xmlns:a16="http://schemas.microsoft.com/office/drawing/2014/main" id="{8E60477A-32F3-8253-FF2D-808B4210772E}"/>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67" name="Group 2466">
                <a:extLst>
                  <a:ext uri="{FF2B5EF4-FFF2-40B4-BE49-F238E27FC236}">
                    <a16:creationId xmlns:a16="http://schemas.microsoft.com/office/drawing/2014/main" id="{7D1FEE80-4CC1-F3B2-CD10-65EDE3C89E23}"/>
                  </a:ext>
                </a:extLst>
              </p:cNvPr>
              <p:cNvGrpSpPr/>
              <p:nvPr/>
            </p:nvGrpSpPr>
            <p:grpSpPr>
              <a:xfrm>
                <a:off x="2126717" y="4198579"/>
                <a:ext cx="45719" cy="75385"/>
                <a:chOff x="3883481" y="2057400"/>
                <a:chExt cx="1608363" cy="2652031"/>
              </a:xfrm>
              <a:solidFill>
                <a:srgbClr val="A6A6A6"/>
              </a:solidFill>
            </p:grpSpPr>
            <p:sp>
              <p:nvSpPr>
                <p:cNvPr id="2468" name="Oval 27">
                  <a:extLst>
                    <a:ext uri="{FF2B5EF4-FFF2-40B4-BE49-F238E27FC236}">
                      <a16:creationId xmlns:a16="http://schemas.microsoft.com/office/drawing/2014/main" id="{9C9A29C3-6EFC-881E-58C0-86463BBE2F0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69" name="Oval 28">
                  <a:extLst>
                    <a:ext uri="{FF2B5EF4-FFF2-40B4-BE49-F238E27FC236}">
                      <a16:creationId xmlns:a16="http://schemas.microsoft.com/office/drawing/2014/main" id="{D70F62BC-F0B5-A2A6-F3DB-BF36B4CFF23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35" name="Group 2534">
              <a:extLst>
                <a:ext uri="{FF2B5EF4-FFF2-40B4-BE49-F238E27FC236}">
                  <a16:creationId xmlns:a16="http://schemas.microsoft.com/office/drawing/2014/main" id="{470069F2-A809-9494-7B07-87B4D4035C77}"/>
                </a:ext>
              </a:extLst>
            </p:cNvPr>
            <p:cNvGrpSpPr/>
            <p:nvPr/>
          </p:nvGrpSpPr>
          <p:grpSpPr>
            <a:xfrm>
              <a:off x="5454383" y="2974054"/>
              <a:ext cx="721206" cy="609701"/>
              <a:chOff x="7262509" y="3370808"/>
              <a:chExt cx="871904" cy="748695"/>
            </a:xfrm>
          </p:grpSpPr>
          <p:sp>
            <p:nvSpPr>
              <p:cNvPr id="2536" name="Rectangle 2535">
                <a:extLst>
                  <a:ext uri="{FF2B5EF4-FFF2-40B4-BE49-F238E27FC236}">
                    <a16:creationId xmlns:a16="http://schemas.microsoft.com/office/drawing/2014/main" id="{5CAAFA08-BBD5-BF24-A500-88DFCB8F249B}"/>
                  </a:ext>
                </a:extLst>
              </p:cNvPr>
              <p:cNvSpPr/>
              <p:nvPr/>
            </p:nvSpPr>
            <p:spPr>
              <a:xfrm>
                <a:off x="726250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2537" name="Rectangle 2536">
                <a:extLst>
                  <a:ext uri="{FF2B5EF4-FFF2-40B4-BE49-F238E27FC236}">
                    <a16:creationId xmlns:a16="http://schemas.microsoft.com/office/drawing/2014/main" id="{5259EE6B-9A68-3E98-444C-45DB85ADF5A8}"/>
                  </a:ext>
                </a:extLst>
              </p:cNvPr>
              <p:cNvSpPr/>
              <p:nvPr/>
            </p:nvSpPr>
            <p:spPr>
              <a:xfrm flipV="1">
                <a:off x="7999814"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38" name="Oval 15">
                <a:extLst>
                  <a:ext uri="{FF2B5EF4-FFF2-40B4-BE49-F238E27FC236}">
                    <a16:creationId xmlns:a16="http://schemas.microsoft.com/office/drawing/2014/main" id="{6C724509-E450-5F26-828D-13EFCC0060AA}"/>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539" name="Straight Connector 2538">
                <a:extLst>
                  <a:ext uri="{FF2B5EF4-FFF2-40B4-BE49-F238E27FC236}">
                    <a16:creationId xmlns:a16="http://schemas.microsoft.com/office/drawing/2014/main" id="{23E59BB0-B087-36F3-405A-66B2EE07ABA7}"/>
                  </a:ext>
                </a:extLst>
              </p:cNvPr>
              <p:cNvCxnSpPr>
                <a:cxnSpLocks/>
                <a:stCxn id="2538" idx="0"/>
              </p:cNvCxnSpPr>
              <p:nvPr/>
            </p:nvCxnSpPr>
            <p:spPr>
              <a:xfrm flipV="1">
                <a:off x="8039813"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540" name="Straight Connector 2539">
                <a:extLst>
                  <a:ext uri="{FF2B5EF4-FFF2-40B4-BE49-F238E27FC236}">
                    <a16:creationId xmlns:a16="http://schemas.microsoft.com/office/drawing/2014/main" id="{6B8A15E0-CD05-ACD7-0220-09140BDDBB1E}"/>
                  </a:ext>
                </a:extLst>
              </p:cNvPr>
              <p:cNvCxnSpPr>
                <a:cxnSpLocks/>
              </p:cNvCxnSpPr>
              <p:nvPr/>
            </p:nvCxnSpPr>
            <p:spPr>
              <a:xfrm>
                <a:off x="8046727"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541" name="Group 2540">
              <a:extLst>
                <a:ext uri="{FF2B5EF4-FFF2-40B4-BE49-F238E27FC236}">
                  <a16:creationId xmlns:a16="http://schemas.microsoft.com/office/drawing/2014/main" id="{C0FF3BA2-DA51-3958-635D-05737DB6B2DB}"/>
                </a:ext>
              </a:extLst>
            </p:cNvPr>
            <p:cNvGrpSpPr/>
            <p:nvPr/>
          </p:nvGrpSpPr>
          <p:grpSpPr>
            <a:xfrm>
              <a:off x="431659" y="2974054"/>
              <a:ext cx="721893" cy="609701"/>
              <a:chOff x="324914" y="3371220"/>
              <a:chExt cx="872735" cy="748695"/>
            </a:xfrm>
          </p:grpSpPr>
          <p:sp>
            <p:nvSpPr>
              <p:cNvPr id="2542" name="Rectangle 2541">
                <a:extLst>
                  <a:ext uri="{FF2B5EF4-FFF2-40B4-BE49-F238E27FC236}">
                    <a16:creationId xmlns:a16="http://schemas.microsoft.com/office/drawing/2014/main" id="{67787BF8-F285-EF56-83C1-63427E217FF1}"/>
                  </a:ext>
                </a:extLst>
              </p:cNvPr>
              <p:cNvSpPr/>
              <p:nvPr/>
            </p:nvSpPr>
            <p:spPr>
              <a:xfrm>
                <a:off x="324914" y="3371220"/>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2543" name="Right Triangle 2542">
                <a:extLst>
                  <a:ext uri="{FF2B5EF4-FFF2-40B4-BE49-F238E27FC236}">
                    <a16:creationId xmlns:a16="http://schemas.microsoft.com/office/drawing/2014/main" id="{923C278A-8A9A-9985-F4EF-EA4B1E7D75AC}"/>
                  </a:ext>
                </a:extLst>
              </p:cNvPr>
              <p:cNvSpPr/>
              <p:nvPr/>
            </p:nvSpPr>
            <p:spPr>
              <a:xfrm rot="10800000">
                <a:off x="1056136"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44" name="Group 2543">
                <a:extLst>
                  <a:ext uri="{FF2B5EF4-FFF2-40B4-BE49-F238E27FC236}">
                    <a16:creationId xmlns:a16="http://schemas.microsoft.com/office/drawing/2014/main" id="{E0329065-E85C-75B1-3A50-81D415F30267}"/>
                  </a:ext>
                </a:extLst>
              </p:cNvPr>
              <p:cNvGrpSpPr/>
              <p:nvPr/>
            </p:nvGrpSpPr>
            <p:grpSpPr>
              <a:xfrm>
                <a:off x="1136463" y="3380672"/>
                <a:ext cx="45719" cy="75385"/>
                <a:chOff x="3883481" y="2057400"/>
                <a:chExt cx="1608363" cy="2652031"/>
              </a:xfrm>
              <a:solidFill>
                <a:srgbClr val="A6A6A6"/>
              </a:solidFill>
            </p:grpSpPr>
            <p:sp>
              <p:nvSpPr>
                <p:cNvPr id="2545" name="Oval 27">
                  <a:extLst>
                    <a:ext uri="{FF2B5EF4-FFF2-40B4-BE49-F238E27FC236}">
                      <a16:creationId xmlns:a16="http://schemas.microsoft.com/office/drawing/2014/main" id="{602E6C25-D32E-F09D-7A5B-CF0321AA2BA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46" name="Oval 28">
                  <a:extLst>
                    <a:ext uri="{FF2B5EF4-FFF2-40B4-BE49-F238E27FC236}">
                      <a16:creationId xmlns:a16="http://schemas.microsoft.com/office/drawing/2014/main" id="{A2532D59-B6D4-958F-BDAE-014FE199EE0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47" name="Group 2546">
              <a:extLst>
                <a:ext uri="{FF2B5EF4-FFF2-40B4-BE49-F238E27FC236}">
                  <a16:creationId xmlns:a16="http://schemas.microsoft.com/office/drawing/2014/main" id="{182165FA-1788-412E-9147-725DFFEF3B4C}"/>
                </a:ext>
              </a:extLst>
            </p:cNvPr>
            <p:cNvGrpSpPr/>
            <p:nvPr/>
          </p:nvGrpSpPr>
          <p:grpSpPr>
            <a:xfrm>
              <a:off x="2928083" y="5128486"/>
              <a:ext cx="724144" cy="609701"/>
              <a:chOff x="6271424" y="3370808"/>
              <a:chExt cx="875460" cy="748695"/>
            </a:xfrm>
          </p:grpSpPr>
          <p:sp>
            <p:nvSpPr>
              <p:cNvPr id="2548" name="Rectangle 2547">
                <a:extLst>
                  <a:ext uri="{FF2B5EF4-FFF2-40B4-BE49-F238E27FC236}">
                    <a16:creationId xmlns:a16="http://schemas.microsoft.com/office/drawing/2014/main" id="{C2F2DE7C-190F-A5BD-E118-D7EB558F4A76}"/>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Self Service Capabilities</a:t>
                </a:r>
              </a:p>
            </p:txBody>
          </p:sp>
          <p:sp>
            <p:nvSpPr>
              <p:cNvPr id="2549" name="Right Triangle 2548">
                <a:extLst>
                  <a:ext uri="{FF2B5EF4-FFF2-40B4-BE49-F238E27FC236}">
                    <a16:creationId xmlns:a16="http://schemas.microsoft.com/office/drawing/2014/main" id="{3C8124E7-275E-EDFE-00F5-388B16B46DBE}"/>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50" name="Group 2549">
                <a:extLst>
                  <a:ext uri="{FF2B5EF4-FFF2-40B4-BE49-F238E27FC236}">
                    <a16:creationId xmlns:a16="http://schemas.microsoft.com/office/drawing/2014/main" id="{11054074-BE7D-05E2-53AE-A7931228DD60}"/>
                  </a:ext>
                </a:extLst>
              </p:cNvPr>
              <p:cNvGrpSpPr/>
              <p:nvPr/>
            </p:nvGrpSpPr>
            <p:grpSpPr>
              <a:xfrm>
                <a:off x="7085694" y="3381257"/>
                <a:ext cx="45719" cy="75385"/>
                <a:chOff x="3883481" y="2057400"/>
                <a:chExt cx="1608363" cy="2652031"/>
              </a:xfrm>
              <a:solidFill>
                <a:srgbClr val="A6A6A6"/>
              </a:solidFill>
            </p:grpSpPr>
            <p:sp>
              <p:nvSpPr>
                <p:cNvPr id="2551" name="Oval 27">
                  <a:extLst>
                    <a:ext uri="{FF2B5EF4-FFF2-40B4-BE49-F238E27FC236}">
                      <a16:creationId xmlns:a16="http://schemas.microsoft.com/office/drawing/2014/main" id="{E7D81D75-E349-F16A-D969-FE50618B883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52" name="Oval 28">
                  <a:extLst>
                    <a:ext uri="{FF2B5EF4-FFF2-40B4-BE49-F238E27FC236}">
                      <a16:creationId xmlns:a16="http://schemas.microsoft.com/office/drawing/2014/main" id="{40F2FB6C-0D68-4CF8-C042-A3A3364058D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53" name="Group 2552">
              <a:extLst>
                <a:ext uri="{FF2B5EF4-FFF2-40B4-BE49-F238E27FC236}">
                  <a16:creationId xmlns:a16="http://schemas.microsoft.com/office/drawing/2014/main" id="{E69387B5-A085-2C06-D802-82EF9719622B}"/>
                </a:ext>
              </a:extLst>
            </p:cNvPr>
            <p:cNvGrpSpPr/>
            <p:nvPr/>
          </p:nvGrpSpPr>
          <p:grpSpPr>
            <a:xfrm>
              <a:off x="2940467" y="2974054"/>
              <a:ext cx="721206" cy="613154"/>
              <a:chOff x="2307084" y="4187684"/>
              <a:chExt cx="871904" cy="752933"/>
            </a:xfrm>
          </p:grpSpPr>
          <p:sp>
            <p:nvSpPr>
              <p:cNvPr id="2554" name="Rectangle 2553">
                <a:extLst>
                  <a:ext uri="{FF2B5EF4-FFF2-40B4-BE49-F238E27FC236}">
                    <a16:creationId xmlns:a16="http://schemas.microsoft.com/office/drawing/2014/main" id="{1BFA870C-013A-AECB-700D-CBB098CC70CB}"/>
                  </a:ext>
                </a:extLst>
              </p:cNvPr>
              <p:cNvSpPr/>
              <p:nvPr/>
            </p:nvSpPr>
            <p:spPr>
              <a:xfrm>
                <a:off x="230708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2555" name="Right Triangle 2554">
                <a:extLst>
                  <a:ext uri="{FF2B5EF4-FFF2-40B4-BE49-F238E27FC236}">
                    <a16:creationId xmlns:a16="http://schemas.microsoft.com/office/drawing/2014/main" id="{EC95DD82-6ECD-E2BA-2489-01E3CB65E6E1}"/>
                  </a:ext>
                </a:extLst>
              </p:cNvPr>
              <p:cNvSpPr/>
              <p:nvPr/>
            </p:nvSpPr>
            <p:spPr>
              <a:xfrm rot="10800000">
                <a:off x="3036801" y="418768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56" name="Group 2555">
                <a:extLst>
                  <a:ext uri="{FF2B5EF4-FFF2-40B4-BE49-F238E27FC236}">
                    <a16:creationId xmlns:a16="http://schemas.microsoft.com/office/drawing/2014/main" id="{4948C1C7-C4BE-43A1-2596-F3946D558EB8}"/>
                  </a:ext>
                </a:extLst>
              </p:cNvPr>
              <p:cNvGrpSpPr/>
              <p:nvPr/>
            </p:nvGrpSpPr>
            <p:grpSpPr>
              <a:xfrm>
                <a:off x="3117128" y="4195165"/>
                <a:ext cx="45719" cy="75385"/>
                <a:chOff x="3883481" y="2057400"/>
                <a:chExt cx="1608363" cy="2652031"/>
              </a:xfrm>
              <a:solidFill>
                <a:srgbClr val="A6A6A6"/>
              </a:solidFill>
            </p:grpSpPr>
            <p:sp>
              <p:nvSpPr>
                <p:cNvPr id="2557" name="Oval 27">
                  <a:extLst>
                    <a:ext uri="{FF2B5EF4-FFF2-40B4-BE49-F238E27FC236}">
                      <a16:creationId xmlns:a16="http://schemas.microsoft.com/office/drawing/2014/main" id="{BCF40D48-DA84-8C80-FCD8-7F6A0472359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58" name="Oval 28">
                  <a:extLst>
                    <a:ext uri="{FF2B5EF4-FFF2-40B4-BE49-F238E27FC236}">
                      <a16:creationId xmlns:a16="http://schemas.microsoft.com/office/drawing/2014/main" id="{5ACEF8C0-485B-E992-FCFC-41E78A440C3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59" name="Group 2558">
              <a:extLst>
                <a:ext uri="{FF2B5EF4-FFF2-40B4-BE49-F238E27FC236}">
                  <a16:creationId xmlns:a16="http://schemas.microsoft.com/office/drawing/2014/main" id="{654A5672-CA09-A4FA-5047-74F033D5F841}"/>
                </a:ext>
              </a:extLst>
            </p:cNvPr>
            <p:cNvGrpSpPr/>
            <p:nvPr/>
          </p:nvGrpSpPr>
          <p:grpSpPr>
            <a:xfrm>
              <a:off x="1268379" y="2974054"/>
              <a:ext cx="721206" cy="609701"/>
              <a:chOff x="1315999" y="2560818"/>
              <a:chExt cx="871904" cy="748695"/>
            </a:xfrm>
          </p:grpSpPr>
          <p:sp>
            <p:nvSpPr>
              <p:cNvPr id="2560" name="Rectangle 2559">
                <a:extLst>
                  <a:ext uri="{FF2B5EF4-FFF2-40B4-BE49-F238E27FC236}">
                    <a16:creationId xmlns:a16="http://schemas.microsoft.com/office/drawing/2014/main" id="{24FD8A42-4C5F-6E9E-D5E1-10E4B7BE1AA7}"/>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2561" name="Right Triangle 2560">
                <a:extLst>
                  <a:ext uri="{FF2B5EF4-FFF2-40B4-BE49-F238E27FC236}">
                    <a16:creationId xmlns:a16="http://schemas.microsoft.com/office/drawing/2014/main" id="{B049CC5B-2E7E-6BDF-B8F2-56BDE2315BB5}"/>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62" name="Group 2561">
                <a:extLst>
                  <a:ext uri="{FF2B5EF4-FFF2-40B4-BE49-F238E27FC236}">
                    <a16:creationId xmlns:a16="http://schemas.microsoft.com/office/drawing/2014/main" id="{B5A6F629-FD4D-0368-7E6E-67CCF4E3A51A}"/>
                  </a:ext>
                </a:extLst>
              </p:cNvPr>
              <p:cNvGrpSpPr/>
              <p:nvPr/>
            </p:nvGrpSpPr>
            <p:grpSpPr>
              <a:xfrm>
                <a:off x="2126717" y="2576032"/>
                <a:ext cx="45719" cy="75385"/>
                <a:chOff x="3883481" y="2057400"/>
                <a:chExt cx="1608363" cy="2652031"/>
              </a:xfrm>
              <a:solidFill>
                <a:srgbClr val="A6A6A6"/>
              </a:solidFill>
            </p:grpSpPr>
            <p:sp>
              <p:nvSpPr>
                <p:cNvPr id="2563" name="Oval 27">
                  <a:extLst>
                    <a:ext uri="{FF2B5EF4-FFF2-40B4-BE49-F238E27FC236}">
                      <a16:creationId xmlns:a16="http://schemas.microsoft.com/office/drawing/2014/main" id="{A9E47C96-3371-733D-D2F6-576588ABB50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64" name="Oval 28">
                  <a:extLst>
                    <a:ext uri="{FF2B5EF4-FFF2-40B4-BE49-F238E27FC236}">
                      <a16:creationId xmlns:a16="http://schemas.microsoft.com/office/drawing/2014/main" id="{205E9BD9-12F3-82E1-3C56-B50CC951AEC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89" name="Group 2588">
              <a:extLst>
                <a:ext uri="{FF2B5EF4-FFF2-40B4-BE49-F238E27FC236}">
                  <a16:creationId xmlns:a16="http://schemas.microsoft.com/office/drawing/2014/main" id="{C5DF3280-F7E2-530C-0DB8-8439276C224F}"/>
                </a:ext>
              </a:extLst>
            </p:cNvPr>
            <p:cNvGrpSpPr/>
            <p:nvPr/>
          </p:nvGrpSpPr>
          <p:grpSpPr>
            <a:xfrm>
              <a:off x="3776511" y="2974054"/>
              <a:ext cx="724144" cy="609701"/>
              <a:chOff x="6271424" y="3370808"/>
              <a:chExt cx="875460" cy="748695"/>
            </a:xfrm>
          </p:grpSpPr>
          <p:sp>
            <p:nvSpPr>
              <p:cNvPr id="2590" name="Rectangle 2589">
                <a:extLst>
                  <a:ext uri="{FF2B5EF4-FFF2-40B4-BE49-F238E27FC236}">
                    <a16:creationId xmlns:a16="http://schemas.microsoft.com/office/drawing/2014/main" id="{6E410829-9ED0-5D22-82B3-C1A7A9EADFDF}"/>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2591" name="Right Triangle 2590">
                <a:extLst>
                  <a:ext uri="{FF2B5EF4-FFF2-40B4-BE49-F238E27FC236}">
                    <a16:creationId xmlns:a16="http://schemas.microsoft.com/office/drawing/2014/main" id="{0FC116E9-C908-C314-6C7D-3BCE2CE3025E}"/>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92" name="Group 2591">
                <a:extLst>
                  <a:ext uri="{FF2B5EF4-FFF2-40B4-BE49-F238E27FC236}">
                    <a16:creationId xmlns:a16="http://schemas.microsoft.com/office/drawing/2014/main" id="{F0AD0327-F2AA-3E3C-62EE-AFC288A29DB9}"/>
                  </a:ext>
                </a:extLst>
              </p:cNvPr>
              <p:cNvGrpSpPr/>
              <p:nvPr/>
            </p:nvGrpSpPr>
            <p:grpSpPr>
              <a:xfrm>
                <a:off x="7085694" y="3381257"/>
                <a:ext cx="45719" cy="75385"/>
                <a:chOff x="3883481" y="2057400"/>
                <a:chExt cx="1608363" cy="2652031"/>
              </a:xfrm>
              <a:solidFill>
                <a:srgbClr val="A6A6A6"/>
              </a:solidFill>
            </p:grpSpPr>
            <p:sp>
              <p:nvSpPr>
                <p:cNvPr id="2593" name="Oval 27">
                  <a:extLst>
                    <a:ext uri="{FF2B5EF4-FFF2-40B4-BE49-F238E27FC236}">
                      <a16:creationId xmlns:a16="http://schemas.microsoft.com/office/drawing/2014/main" id="{1EFFB955-C953-71A9-AA39-F9C06C33E8A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94" name="Oval 28">
                  <a:extLst>
                    <a:ext uri="{FF2B5EF4-FFF2-40B4-BE49-F238E27FC236}">
                      <a16:creationId xmlns:a16="http://schemas.microsoft.com/office/drawing/2014/main" id="{5E92F457-932F-F5A1-11FC-89721053EBC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14" name="Group 2613">
              <a:extLst>
                <a:ext uri="{FF2B5EF4-FFF2-40B4-BE49-F238E27FC236}">
                  <a16:creationId xmlns:a16="http://schemas.microsoft.com/office/drawing/2014/main" id="{B4072F52-F9F8-3507-E76F-4E5BB29004E7}"/>
                </a:ext>
              </a:extLst>
            </p:cNvPr>
            <p:cNvGrpSpPr/>
            <p:nvPr/>
          </p:nvGrpSpPr>
          <p:grpSpPr>
            <a:xfrm>
              <a:off x="2099602" y="5136552"/>
              <a:ext cx="721206" cy="609701"/>
              <a:chOff x="2307084" y="3370808"/>
              <a:chExt cx="871904" cy="748695"/>
            </a:xfrm>
          </p:grpSpPr>
          <p:sp>
            <p:nvSpPr>
              <p:cNvPr id="2615" name="Rectangle 2614">
                <a:extLst>
                  <a:ext uri="{FF2B5EF4-FFF2-40B4-BE49-F238E27FC236}">
                    <a16:creationId xmlns:a16="http://schemas.microsoft.com/office/drawing/2014/main" id="{6ACDCD44-8A3A-3185-7528-D1186D02DB2D}"/>
                  </a:ext>
                </a:extLst>
              </p:cNvPr>
              <p:cNvSpPr/>
              <p:nvPr/>
            </p:nvSpPr>
            <p:spPr>
              <a:xfrm>
                <a:off x="230708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2616" name="Right Triangle 2615">
                <a:extLst>
                  <a:ext uri="{FF2B5EF4-FFF2-40B4-BE49-F238E27FC236}">
                    <a16:creationId xmlns:a16="http://schemas.microsoft.com/office/drawing/2014/main" id="{50CD2F2A-ABF8-DE3B-F507-A0E79F5BB084}"/>
                  </a:ext>
                </a:extLst>
              </p:cNvPr>
              <p:cNvSpPr/>
              <p:nvPr/>
            </p:nvSpPr>
            <p:spPr>
              <a:xfrm rot="10800000">
                <a:off x="3031994"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617" name="Group 2616">
                <a:extLst>
                  <a:ext uri="{FF2B5EF4-FFF2-40B4-BE49-F238E27FC236}">
                    <a16:creationId xmlns:a16="http://schemas.microsoft.com/office/drawing/2014/main" id="{12117B26-A54E-8BF3-5625-26A6E3A051E8}"/>
                  </a:ext>
                </a:extLst>
              </p:cNvPr>
              <p:cNvGrpSpPr/>
              <p:nvPr/>
            </p:nvGrpSpPr>
            <p:grpSpPr>
              <a:xfrm>
                <a:off x="3112321" y="3389004"/>
                <a:ext cx="45719" cy="75385"/>
                <a:chOff x="3883481" y="2057400"/>
                <a:chExt cx="1608363" cy="2652031"/>
              </a:xfrm>
              <a:solidFill>
                <a:srgbClr val="A6A6A6"/>
              </a:solidFill>
            </p:grpSpPr>
            <p:sp>
              <p:nvSpPr>
                <p:cNvPr id="2618" name="Oval 27">
                  <a:extLst>
                    <a:ext uri="{FF2B5EF4-FFF2-40B4-BE49-F238E27FC236}">
                      <a16:creationId xmlns:a16="http://schemas.microsoft.com/office/drawing/2014/main" id="{C66E7E00-CD38-884C-6D99-E5B9FCA235B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19" name="Oval 28">
                  <a:extLst>
                    <a:ext uri="{FF2B5EF4-FFF2-40B4-BE49-F238E27FC236}">
                      <a16:creationId xmlns:a16="http://schemas.microsoft.com/office/drawing/2014/main" id="{D6314F6E-65D3-FF5E-DB84-BC4FCC32695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20" name="Group 2619">
              <a:extLst>
                <a:ext uri="{FF2B5EF4-FFF2-40B4-BE49-F238E27FC236}">
                  <a16:creationId xmlns:a16="http://schemas.microsoft.com/office/drawing/2014/main" id="{C2A942C0-5AAF-E35C-2102-DB3B879E2349}"/>
                </a:ext>
              </a:extLst>
            </p:cNvPr>
            <p:cNvGrpSpPr/>
            <p:nvPr/>
          </p:nvGrpSpPr>
          <p:grpSpPr>
            <a:xfrm>
              <a:off x="2100388" y="4419620"/>
              <a:ext cx="721206" cy="609701"/>
              <a:chOff x="5280339" y="3370808"/>
              <a:chExt cx="871904" cy="748695"/>
            </a:xfrm>
          </p:grpSpPr>
          <p:sp>
            <p:nvSpPr>
              <p:cNvPr id="2621" name="Rectangle 2620">
                <a:extLst>
                  <a:ext uri="{FF2B5EF4-FFF2-40B4-BE49-F238E27FC236}">
                    <a16:creationId xmlns:a16="http://schemas.microsoft.com/office/drawing/2014/main" id="{1F02BDB5-66C8-F6A6-3B69-0B554F49257B}"/>
                  </a:ext>
                </a:extLst>
              </p:cNvPr>
              <p:cNvSpPr/>
              <p:nvPr/>
            </p:nvSpPr>
            <p:spPr>
              <a:xfrm>
                <a:off x="528033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2622" name="Right Triangle 2621">
                <a:extLst>
                  <a:ext uri="{FF2B5EF4-FFF2-40B4-BE49-F238E27FC236}">
                    <a16:creationId xmlns:a16="http://schemas.microsoft.com/office/drawing/2014/main" id="{328DA92B-E384-3E35-A7D8-B459B9493E5C}"/>
                  </a:ext>
                </a:extLst>
              </p:cNvPr>
              <p:cNvSpPr/>
              <p:nvPr/>
            </p:nvSpPr>
            <p:spPr>
              <a:xfrm rot="10800000">
                <a:off x="6009373"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623" name="Group 2622">
                <a:extLst>
                  <a:ext uri="{FF2B5EF4-FFF2-40B4-BE49-F238E27FC236}">
                    <a16:creationId xmlns:a16="http://schemas.microsoft.com/office/drawing/2014/main" id="{FDEBDB53-E657-4D8F-034E-B3B2D2922337}"/>
                  </a:ext>
                </a:extLst>
              </p:cNvPr>
              <p:cNvGrpSpPr/>
              <p:nvPr/>
            </p:nvGrpSpPr>
            <p:grpSpPr>
              <a:xfrm>
                <a:off x="6089700" y="3389004"/>
                <a:ext cx="45719" cy="75385"/>
                <a:chOff x="3883481" y="2057400"/>
                <a:chExt cx="1608363" cy="2652031"/>
              </a:xfrm>
              <a:solidFill>
                <a:srgbClr val="A6A6A6"/>
              </a:solidFill>
            </p:grpSpPr>
            <p:sp>
              <p:nvSpPr>
                <p:cNvPr id="2624" name="Oval 27">
                  <a:extLst>
                    <a:ext uri="{FF2B5EF4-FFF2-40B4-BE49-F238E27FC236}">
                      <a16:creationId xmlns:a16="http://schemas.microsoft.com/office/drawing/2014/main" id="{8CD11F5D-6A43-219B-45E0-6FD352DD56C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25" name="Oval 28">
                  <a:extLst>
                    <a:ext uri="{FF2B5EF4-FFF2-40B4-BE49-F238E27FC236}">
                      <a16:creationId xmlns:a16="http://schemas.microsoft.com/office/drawing/2014/main" id="{32DA6FF5-546A-BF47-4A3A-6257EE2B118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26" name="Group 2625">
              <a:extLst>
                <a:ext uri="{FF2B5EF4-FFF2-40B4-BE49-F238E27FC236}">
                  <a16:creationId xmlns:a16="http://schemas.microsoft.com/office/drawing/2014/main" id="{9A39A942-B65F-EFA0-20D5-93F2A742A510}"/>
                </a:ext>
              </a:extLst>
            </p:cNvPr>
            <p:cNvGrpSpPr/>
            <p:nvPr/>
          </p:nvGrpSpPr>
          <p:grpSpPr>
            <a:xfrm>
              <a:off x="2937172" y="4419620"/>
              <a:ext cx="721206" cy="610374"/>
              <a:chOff x="1315999" y="4191098"/>
              <a:chExt cx="871904" cy="749519"/>
            </a:xfrm>
          </p:grpSpPr>
          <p:sp>
            <p:nvSpPr>
              <p:cNvPr id="2627" name="Rectangle 2626">
                <a:extLst>
                  <a:ext uri="{FF2B5EF4-FFF2-40B4-BE49-F238E27FC236}">
                    <a16:creationId xmlns:a16="http://schemas.microsoft.com/office/drawing/2014/main" id="{060457FA-875C-E766-0849-6124E1FC8323}"/>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2628" name="Right Triangle 2627">
                <a:extLst>
                  <a:ext uri="{FF2B5EF4-FFF2-40B4-BE49-F238E27FC236}">
                    <a16:creationId xmlns:a16="http://schemas.microsoft.com/office/drawing/2014/main" id="{124A0A13-8CF2-A50A-75D2-CD9D953394EF}"/>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629" name="Group 2628">
                <a:extLst>
                  <a:ext uri="{FF2B5EF4-FFF2-40B4-BE49-F238E27FC236}">
                    <a16:creationId xmlns:a16="http://schemas.microsoft.com/office/drawing/2014/main" id="{ABB2DFE6-3D56-A6AC-1212-57E8ABC3AB8F}"/>
                  </a:ext>
                </a:extLst>
              </p:cNvPr>
              <p:cNvGrpSpPr/>
              <p:nvPr/>
            </p:nvGrpSpPr>
            <p:grpSpPr>
              <a:xfrm>
                <a:off x="2126717" y="4198579"/>
                <a:ext cx="45719" cy="75385"/>
                <a:chOff x="3883481" y="2057400"/>
                <a:chExt cx="1608363" cy="2652031"/>
              </a:xfrm>
              <a:solidFill>
                <a:srgbClr val="A6A6A6"/>
              </a:solidFill>
            </p:grpSpPr>
            <p:sp>
              <p:nvSpPr>
                <p:cNvPr id="2630" name="Oval 27">
                  <a:extLst>
                    <a:ext uri="{FF2B5EF4-FFF2-40B4-BE49-F238E27FC236}">
                      <a16:creationId xmlns:a16="http://schemas.microsoft.com/office/drawing/2014/main" id="{0029E678-DDE8-D251-E636-A2A5FB086B6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31" name="Oval 28">
                  <a:extLst>
                    <a:ext uri="{FF2B5EF4-FFF2-40B4-BE49-F238E27FC236}">
                      <a16:creationId xmlns:a16="http://schemas.microsoft.com/office/drawing/2014/main" id="{FBD8B22A-3EB1-AE54-7FD3-715CF9359A4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90" name="Group 2689">
              <a:extLst>
                <a:ext uri="{FF2B5EF4-FFF2-40B4-BE49-F238E27FC236}">
                  <a16:creationId xmlns:a16="http://schemas.microsoft.com/office/drawing/2014/main" id="{8834F7F2-99C8-7351-423D-D1E46A643AE2}"/>
                </a:ext>
              </a:extLst>
            </p:cNvPr>
            <p:cNvGrpSpPr/>
            <p:nvPr/>
          </p:nvGrpSpPr>
          <p:grpSpPr>
            <a:xfrm>
              <a:off x="10504032" y="2975151"/>
              <a:ext cx="721206" cy="609701"/>
              <a:chOff x="11226844" y="3371220"/>
              <a:chExt cx="871904" cy="748695"/>
            </a:xfrm>
          </p:grpSpPr>
          <p:sp>
            <p:nvSpPr>
              <p:cNvPr id="2691" name="Rectangle 2690">
                <a:extLst>
                  <a:ext uri="{FF2B5EF4-FFF2-40B4-BE49-F238E27FC236}">
                    <a16:creationId xmlns:a16="http://schemas.microsoft.com/office/drawing/2014/main" id="{BF04498C-58D6-1828-591F-F8F61BD0F3F5}"/>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solidFill>
                    <a:latin typeface="Century Gothic" panose="020B0502020202020204" pitchFamily="34" charset="0"/>
                  </a:rPr>
                  <a:t>Microsoft Entra Agent Identities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692" name="Rectangle 2691">
                <a:extLst>
                  <a:ext uri="{FF2B5EF4-FFF2-40B4-BE49-F238E27FC236}">
                    <a16:creationId xmlns:a16="http://schemas.microsoft.com/office/drawing/2014/main" id="{981673B8-291D-EF27-AE9E-5AC80D13EE21}"/>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93" name="Oval 15">
                <a:extLst>
                  <a:ext uri="{FF2B5EF4-FFF2-40B4-BE49-F238E27FC236}">
                    <a16:creationId xmlns:a16="http://schemas.microsoft.com/office/drawing/2014/main" id="{5427EC8B-34DF-858D-57D2-931121A9DF69}"/>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694" name="Straight Connector 2693">
                <a:extLst>
                  <a:ext uri="{FF2B5EF4-FFF2-40B4-BE49-F238E27FC236}">
                    <a16:creationId xmlns:a16="http://schemas.microsoft.com/office/drawing/2014/main" id="{E1B19931-7228-DC0B-5A6E-E6C248F8D139}"/>
                  </a:ext>
                </a:extLst>
              </p:cNvPr>
              <p:cNvCxnSpPr>
                <a:cxnSpLocks/>
                <a:stCxn id="2693"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695" name="Straight Connector 2694">
                <a:extLst>
                  <a:ext uri="{FF2B5EF4-FFF2-40B4-BE49-F238E27FC236}">
                    <a16:creationId xmlns:a16="http://schemas.microsoft.com/office/drawing/2014/main" id="{8B0ADFE7-ABDD-4E02-E26B-0103B836442C}"/>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 name="Group 5">
              <a:extLst>
                <a:ext uri="{FF2B5EF4-FFF2-40B4-BE49-F238E27FC236}">
                  <a16:creationId xmlns:a16="http://schemas.microsoft.com/office/drawing/2014/main" id="{50EA9647-969D-AF13-65D9-4A93E82B6DD2}"/>
                </a:ext>
              </a:extLst>
            </p:cNvPr>
            <p:cNvGrpSpPr/>
            <p:nvPr/>
          </p:nvGrpSpPr>
          <p:grpSpPr>
            <a:xfrm>
              <a:off x="9658105" y="2978440"/>
              <a:ext cx="721206" cy="609701"/>
              <a:chOff x="10243575" y="88412"/>
              <a:chExt cx="871904" cy="748695"/>
            </a:xfrm>
          </p:grpSpPr>
          <p:sp>
            <p:nvSpPr>
              <p:cNvPr id="7" name="Rectangle 6">
                <a:hlinkHover r:id="" action="ppaction://noaction" highlightClick="1"/>
                <a:extLst>
                  <a:ext uri="{FF2B5EF4-FFF2-40B4-BE49-F238E27FC236}">
                    <a16:creationId xmlns:a16="http://schemas.microsoft.com/office/drawing/2014/main" id="{DDA03C60-5444-2676-72E6-0013C374C332}"/>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8" name="Diamond 7">
                <a:extLst>
                  <a:ext uri="{FF2B5EF4-FFF2-40B4-BE49-F238E27FC236}">
                    <a16:creationId xmlns:a16="http://schemas.microsoft.com/office/drawing/2014/main" id="{A8A44B35-90A9-39BA-CDEC-1FE012031278}"/>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Oval 11">
                <a:extLst>
                  <a:ext uri="{FF2B5EF4-FFF2-40B4-BE49-F238E27FC236}">
                    <a16:creationId xmlns:a16="http://schemas.microsoft.com/office/drawing/2014/main" id="{A1ED8D02-F62A-2023-BC7C-66A55BF50C37}"/>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146518580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childTnLst>
                                </p:cTn>
                              </p:par>
                            </p:childTnLst>
                          </p:cTn>
                        </p:par>
                        <p:par>
                          <p:cTn id="7" fill="hold">
                            <p:stCondLst>
                              <p:cond delay="0"/>
                            </p:stCondLst>
                            <p:childTnLst>
                              <p:par>
                                <p:cTn id="8" presetID="10" presetClass="entr" presetSubtype="0" fill="hold" nodeType="afterEffect">
                                  <p:stCondLst>
                                    <p:cond delay="1000"/>
                                  </p:stCondLst>
                                  <p:childTnLst>
                                    <p:set>
                                      <p:cBhvr>
                                        <p:cTn id="9" dur="1" fill="hold">
                                          <p:stCondLst>
                                            <p:cond delay="0"/>
                                          </p:stCondLst>
                                        </p:cTn>
                                        <p:tgtEl>
                                          <p:spTgt spid="3"/>
                                        </p:tgtEl>
                                        <p:attrNameLst>
                                          <p:attrName>style.visibility</p:attrName>
                                        </p:attrNameLst>
                                      </p:cBhvr>
                                      <p:to>
                                        <p:strVal val="visible"/>
                                      </p:to>
                                    </p:set>
                                    <p:animEffect transition="in" filter="fade">
                                      <p:cBhvr>
                                        <p:cTn id="10" dur="500"/>
                                        <p:tgtEl>
                                          <p:spTgt spid="3"/>
                                        </p:tgtEl>
                                      </p:cBhvr>
                                    </p:animEffect>
                                  </p:childTnLst>
                                </p:cTn>
                              </p:par>
                            </p:childTnLst>
                          </p:cTn>
                        </p:par>
                        <p:par>
                          <p:cTn id="11" fill="hold">
                            <p:stCondLst>
                              <p:cond delay="1500"/>
                            </p:stCondLst>
                            <p:childTnLst>
                              <p:par>
                                <p:cTn id="12" presetID="10" presetClass="entr" presetSubtype="0" fill="hold" nodeType="afterEffect">
                                  <p:stCondLst>
                                    <p:cond delay="50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500"/>
                                        <p:tgtEl>
                                          <p:spTgt spid="4"/>
                                        </p:tgtEl>
                                      </p:cBhvr>
                                    </p:animEffect>
                                  </p:childTnLst>
                                </p:cTn>
                              </p:par>
                            </p:childTnLst>
                          </p:cTn>
                        </p:par>
                        <p:par>
                          <p:cTn id="15" fill="hold">
                            <p:stCondLst>
                              <p:cond delay="2500"/>
                            </p:stCondLst>
                            <p:childTnLst>
                              <p:par>
                                <p:cTn id="16" presetID="10" presetClass="entr" presetSubtype="0" fill="hold" nodeType="afterEffect">
                                  <p:stCondLst>
                                    <p:cond delay="50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500"/>
                                        <p:tgtEl>
                                          <p:spTgt spid="5"/>
                                        </p:tgtEl>
                                      </p:cBhvr>
                                    </p:animEffect>
                                  </p:childTnLst>
                                </p:cTn>
                              </p:par>
                            </p:childTnLst>
                          </p:cTn>
                        </p:par>
                        <p:par>
                          <p:cTn id="19" fill="hold">
                            <p:stCondLst>
                              <p:cond delay="3500"/>
                            </p:stCondLst>
                            <p:childTnLst>
                              <p:par>
                                <p:cTn id="20" presetID="10" presetClass="entr" presetSubtype="0" fill="hold" nodeType="afterEffect">
                                  <p:stCondLst>
                                    <p:cond delay="50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par>
                          <p:cTn id="23" fill="hold">
                            <p:stCondLst>
                              <p:cond delay="4500"/>
                            </p:stCondLst>
                            <p:childTnLst>
                              <p:par>
                                <p:cTn id="24" presetID="10" presetClass="entr" presetSubtype="0" fill="hold" nodeType="afterEffect">
                                  <p:stCondLst>
                                    <p:cond delay="50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500"/>
                                        <p:tgtEl>
                                          <p:spTgt spid="10"/>
                                        </p:tgtEl>
                                      </p:cBhvr>
                                    </p:animEffect>
                                  </p:childTnLst>
                                </p:cTn>
                              </p:par>
                            </p:childTnLst>
                          </p:cTn>
                        </p:par>
                        <p:par>
                          <p:cTn id="27" fill="hold">
                            <p:stCondLst>
                              <p:cond delay="5500"/>
                            </p:stCondLst>
                            <p:childTnLst>
                              <p:par>
                                <p:cTn id="28" presetID="10" presetClass="entr" presetSubtype="0" fill="hold" nodeType="afterEffect">
                                  <p:stCondLst>
                                    <p:cond delay="50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D63BC0-1F1C-83E0-E8E7-FC33E302AF8C}"/>
            </a:ext>
          </a:extLst>
        </p:cNvPr>
        <p:cNvGrpSpPr/>
        <p:nvPr/>
      </p:nvGrpSpPr>
      <p:grpSpPr>
        <a:xfrm>
          <a:off x="0" y="0"/>
          <a:ext cx="0" cy="0"/>
          <a:chOff x="0" y="0"/>
          <a:chExt cx="0" cy="0"/>
        </a:xfrm>
      </p:grpSpPr>
      <p:grpSp>
        <p:nvGrpSpPr>
          <p:cNvPr id="191" name="Group 190">
            <a:extLst>
              <a:ext uri="{FF2B5EF4-FFF2-40B4-BE49-F238E27FC236}">
                <a16:creationId xmlns:a16="http://schemas.microsoft.com/office/drawing/2014/main" id="{FD6FA085-6891-37AE-A15F-02AF88AF8E81}"/>
              </a:ext>
            </a:extLst>
          </p:cNvPr>
          <p:cNvGrpSpPr/>
          <p:nvPr/>
        </p:nvGrpSpPr>
        <p:grpSpPr>
          <a:xfrm>
            <a:off x="372852" y="2923586"/>
            <a:ext cx="11770147" cy="3919801"/>
            <a:chOff x="376517" y="2937201"/>
            <a:chExt cx="11770147" cy="3919801"/>
          </a:xfrm>
        </p:grpSpPr>
        <p:sp>
          <p:nvSpPr>
            <p:cNvPr id="469" name="Rectangle 468">
              <a:extLst>
                <a:ext uri="{FF2B5EF4-FFF2-40B4-BE49-F238E27FC236}">
                  <a16:creationId xmlns:a16="http://schemas.microsoft.com/office/drawing/2014/main" id="{BE24466F-34E1-156E-F7AB-D3D1C6ABDBB3}"/>
                </a:ext>
              </a:extLst>
            </p:cNvPr>
            <p:cNvSpPr/>
            <p:nvPr/>
          </p:nvSpPr>
          <p:spPr>
            <a:xfrm>
              <a:off x="376517" y="2937201"/>
              <a:ext cx="11770147" cy="2892049"/>
            </a:xfrm>
            <a:custGeom>
              <a:avLst/>
              <a:gdLst>
                <a:gd name="connsiteX0" fmla="*/ 0 w 11816509"/>
                <a:gd name="connsiteY0" fmla="*/ 0 h 2907838"/>
                <a:gd name="connsiteX1" fmla="*/ 11816509 w 11816509"/>
                <a:gd name="connsiteY1" fmla="*/ 0 h 2907838"/>
                <a:gd name="connsiteX2" fmla="*/ 11816509 w 11816509"/>
                <a:gd name="connsiteY2" fmla="*/ 2907838 h 2907838"/>
                <a:gd name="connsiteX3" fmla="*/ 0 w 11816509"/>
                <a:gd name="connsiteY3" fmla="*/ 2907838 h 2907838"/>
                <a:gd name="connsiteX4" fmla="*/ 0 w 11816509"/>
                <a:gd name="connsiteY4" fmla="*/ 0 h 2907838"/>
                <a:gd name="connsiteX0" fmla="*/ 16130 w 11832639"/>
                <a:gd name="connsiteY0" fmla="*/ 0 h 2907838"/>
                <a:gd name="connsiteX1" fmla="*/ 11832639 w 11832639"/>
                <a:gd name="connsiteY1" fmla="*/ 0 h 2907838"/>
                <a:gd name="connsiteX2" fmla="*/ 11832639 w 11832639"/>
                <a:gd name="connsiteY2" fmla="*/ 2907838 h 2907838"/>
                <a:gd name="connsiteX3" fmla="*/ 16130 w 11832639"/>
                <a:gd name="connsiteY3" fmla="*/ 2907838 h 2907838"/>
                <a:gd name="connsiteX4" fmla="*/ 0 w 11832639"/>
                <a:gd name="connsiteY4" fmla="*/ 1452023 h 2907838"/>
                <a:gd name="connsiteX5" fmla="*/ 16130 w 11832639"/>
                <a:gd name="connsiteY5" fmla="*/ 0 h 2907838"/>
                <a:gd name="connsiteX0" fmla="*/ 16130 w 11832639"/>
                <a:gd name="connsiteY0" fmla="*/ 0 h 2916298"/>
                <a:gd name="connsiteX1" fmla="*/ 11832639 w 11832639"/>
                <a:gd name="connsiteY1" fmla="*/ 0 h 2916298"/>
                <a:gd name="connsiteX2" fmla="*/ 11832639 w 11832639"/>
                <a:gd name="connsiteY2" fmla="*/ 2907838 h 2916298"/>
                <a:gd name="connsiteX3" fmla="*/ 1717589 w 11832639"/>
                <a:gd name="connsiteY3" fmla="*/ 2916298 h 2916298"/>
                <a:gd name="connsiteX4" fmla="*/ 16130 w 11832639"/>
                <a:gd name="connsiteY4" fmla="*/ 2907838 h 2916298"/>
                <a:gd name="connsiteX5" fmla="*/ 0 w 11832639"/>
                <a:gd name="connsiteY5" fmla="*/ 1452023 h 2916298"/>
                <a:gd name="connsiteX6" fmla="*/ 16130 w 11832639"/>
                <a:gd name="connsiteY6" fmla="*/ 0 h 2916298"/>
                <a:gd name="connsiteX0" fmla="*/ 16130 w 11832639"/>
                <a:gd name="connsiteY0" fmla="*/ 0 h 2907838"/>
                <a:gd name="connsiteX1" fmla="*/ 11832639 w 11832639"/>
                <a:gd name="connsiteY1" fmla="*/ 0 h 2907838"/>
                <a:gd name="connsiteX2" fmla="*/ 11832639 w 11832639"/>
                <a:gd name="connsiteY2" fmla="*/ 2907838 h 2907838"/>
                <a:gd name="connsiteX3" fmla="*/ 1723768 w 11832639"/>
                <a:gd name="connsiteY3" fmla="*/ 2891585 h 2907838"/>
                <a:gd name="connsiteX4" fmla="*/ 16130 w 11832639"/>
                <a:gd name="connsiteY4" fmla="*/ 2907838 h 2907838"/>
                <a:gd name="connsiteX5" fmla="*/ 0 w 11832639"/>
                <a:gd name="connsiteY5" fmla="*/ 1452023 h 2907838"/>
                <a:gd name="connsiteX6" fmla="*/ 16130 w 11832639"/>
                <a:gd name="connsiteY6" fmla="*/ 0 h 2907838"/>
                <a:gd name="connsiteX0" fmla="*/ 16130 w 11832639"/>
                <a:gd name="connsiteY0" fmla="*/ 0 h 2922541"/>
                <a:gd name="connsiteX1" fmla="*/ 11832639 w 11832639"/>
                <a:gd name="connsiteY1" fmla="*/ 0 h 2922541"/>
                <a:gd name="connsiteX2" fmla="*/ 11832639 w 11832639"/>
                <a:gd name="connsiteY2" fmla="*/ 2907838 h 2922541"/>
                <a:gd name="connsiteX3" fmla="*/ 1726149 w 11832639"/>
                <a:gd name="connsiteY3" fmla="*/ 2922541 h 2922541"/>
                <a:gd name="connsiteX4" fmla="*/ 16130 w 11832639"/>
                <a:gd name="connsiteY4" fmla="*/ 2907838 h 2922541"/>
                <a:gd name="connsiteX5" fmla="*/ 0 w 11832639"/>
                <a:gd name="connsiteY5" fmla="*/ 1452023 h 2922541"/>
                <a:gd name="connsiteX6" fmla="*/ 16130 w 11832639"/>
                <a:gd name="connsiteY6" fmla="*/ 0 h 2922541"/>
                <a:gd name="connsiteX0" fmla="*/ 0 w 11816509"/>
                <a:gd name="connsiteY0" fmla="*/ 0 h 2922541"/>
                <a:gd name="connsiteX1" fmla="*/ 11816509 w 11816509"/>
                <a:gd name="connsiteY1" fmla="*/ 0 h 2922541"/>
                <a:gd name="connsiteX2" fmla="*/ 11816509 w 11816509"/>
                <a:gd name="connsiteY2" fmla="*/ 2907838 h 2922541"/>
                <a:gd name="connsiteX3" fmla="*/ 1710019 w 11816509"/>
                <a:gd name="connsiteY3" fmla="*/ 2922541 h 2922541"/>
                <a:gd name="connsiteX4" fmla="*/ 0 w 11816509"/>
                <a:gd name="connsiteY4" fmla="*/ 2907838 h 2922541"/>
                <a:gd name="connsiteX5" fmla="*/ 19589 w 11816509"/>
                <a:gd name="connsiteY5" fmla="*/ 1454405 h 2922541"/>
                <a:gd name="connsiteX6" fmla="*/ 0 w 11816509"/>
                <a:gd name="connsiteY6" fmla="*/ 0 h 2922541"/>
                <a:gd name="connsiteX0" fmla="*/ 0 w 11816509"/>
                <a:gd name="connsiteY0" fmla="*/ 0 h 2922541"/>
                <a:gd name="connsiteX1" fmla="*/ 11816509 w 11816509"/>
                <a:gd name="connsiteY1" fmla="*/ 0 h 2922541"/>
                <a:gd name="connsiteX2" fmla="*/ 11816509 w 11816509"/>
                <a:gd name="connsiteY2" fmla="*/ 2907838 h 2922541"/>
                <a:gd name="connsiteX3" fmla="*/ 1710019 w 11816509"/>
                <a:gd name="connsiteY3" fmla="*/ 2922541 h 2922541"/>
                <a:gd name="connsiteX4" fmla="*/ 0 w 11816509"/>
                <a:gd name="connsiteY4" fmla="*/ 2907838 h 2922541"/>
                <a:gd name="connsiteX5" fmla="*/ 21970 w 11816509"/>
                <a:gd name="connsiteY5" fmla="*/ 1452024 h 2922541"/>
                <a:gd name="connsiteX6" fmla="*/ 0 w 11816509"/>
                <a:gd name="connsiteY6" fmla="*/ 0 h 2922541"/>
                <a:gd name="connsiteX0" fmla="*/ 0 w 11816509"/>
                <a:gd name="connsiteY0" fmla="*/ 0 h 2922541"/>
                <a:gd name="connsiteX1" fmla="*/ 11816509 w 11816509"/>
                <a:gd name="connsiteY1" fmla="*/ 0 h 2922541"/>
                <a:gd name="connsiteX2" fmla="*/ 11816509 w 11816509"/>
                <a:gd name="connsiteY2" fmla="*/ 2907838 h 2922541"/>
                <a:gd name="connsiteX3" fmla="*/ 1710019 w 11816509"/>
                <a:gd name="connsiteY3" fmla="*/ 2922541 h 2922541"/>
                <a:gd name="connsiteX4" fmla="*/ 1712119 w 11816509"/>
                <a:gd name="connsiteY4" fmla="*/ 1448131 h 2922541"/>
                <a:gd name="connsiteX5" fmla="*/ 21970 w 11816509"/>
                <a:gd name="connsiteY5" fmla="*/ 1452024 h 2922541"/>
                <a:gd name="connsiteX6" fmla="*/ 0 w 11816509"/>
                <a:gd name="connsiteY6" fmla="*/ 0 h 2922541"/>
                <a:gd name="connsiteX0" fmla="*/ 0 w 11799840"/>
                <a:gd name="connsiteY0" fmla="*/ 9525 h 2922541"/>
                <a:gd name="connsiteX1" fmla="*/ 11799840 w 11799840"/>
                <a:gd name="connsiteY1" fmla="*/ 0 h 2922541"/>
                <a:gd name="connsiteX2" fmla="*/ 11799840 w 11799840"/>
                <a:gd name="connsiteY2" fmla="*/ 2907838 h 2922541"/>
                <a:gd name="connsiteX3" fmla="*/ 1693350 w 11799840"/>
                <a:gd name="connsiteY3" fmla="*/ 2922541 h 2922541"/>
                <a:gd name="connsiteX4" fmla="*/ 1695450 w 11799840"/>
                <a:gd name="connsiteY4" fmla="*/ 1448131 h 2922541"/>
                <a:gd name="connsiteX5" fmla="*/ 5301 w 11799840"/>
                <a:gd name="connsiteY5" fmla="*/ 1452024 h 2922541"/>
                <a:gd name="connsiteX6" fmla="*/ 0 w 11799840"/>
                <a:gd name="connsiteY6" fmla="*/ 9525 h 2922541"/>
                <a:gd name="connsiteX0" fmla="*/ 0 w 11799840"/>
                <a:gd name="connsiteY0" fmla="*/ 9525 h 2922541"/>
                <a:gd name="connsiteX1" fmla="*/ 11799840 w 11799840"/>
                <a:gd name="connsiteY1" fmla="*/ 0 h 2922541"/>
                <a:gd name="connsiteX2" fmla="*/ 11799840 w 11799840"/>
                <a:gd name="connsiteY2" fmla="*/ 2907838 h 2922541"/>
                <a:gd name="connsiteX3" fmla="*/ 2480127 w 11799840"/>
                <a:gd name="connsiteY3" fmla="*/ 2917972 h 2922541"/>
                <a:gd name="connsiteX4" fmla="*/ 1693350 w 11799840"/>
                <a:gd name="connsiteY4" fmla="*/ 2922541 h 2922541"/>
                <a:gd name="connsiteX5" fmla="*/ 1695450 w 11799840"/>
                <a:gd name="connsiteY5" fmla="*/ 1448131 h 2922541"/>
                <a:gd name="connsiteX6" fmla="*/ 5301 w 11799840"/>
                <a:gd name="connsiteY6" fmla="*/ 1452024 h 2922541"/>
                <a:gd name="connsiteX7" fmla="*/ 0 w 11799840"/>
                <a:gd name="connsiteY7" fmla="*/ 9525 h 2922541"/>
                <a:gd name="connsiteX0" fmla="*/ 0 w 11799840"/>
                <a:gd name="connsiteY0" fmla="*/ 9525 h 2922541"/>
                <a:gd name="connsiteX1" fmla="*/ 11799840 w 11799840"/>
                <a:gd name="connsiteY1" fmla="*/ 0 h 2922541"/>
                <a:gd name="connsiteX2" fmla="*/ 11799840 w 11799840"/>
                <a:gd name="connsiteY2" fmla="*/ 2907838 h 2922541"/>
                <a:gd name="connsiteX3" fmla="*/ 2515845 w 11799840"/>
                <a:gd name="connsiteY3" fmla="*/ 2917972 h 2922541"/>
                <a:gd name="connsiteX4" fmla="*/ 1693350 w 11799840"/>
                <a:gd name="connsiteY4" fmla="*/ 2922541 h 2922541"/>
                <a:gd name="connsiteX5" fmla="*/ 1695450 w 11799840"/>
                <a:gd name="connsiteY5" fmla="*/ 1448131 h 2922541"/>
                <a:gd name="connsiteX6" fmla="*/ 5301 w 11799840"/>
                <a:gd name="connsiteY6" fmla="*/ 1452024 h 2922541"/>
                <a:gd name="connsiteX7" fmla="*/ 0 w 11799840"/>
                <a:gd name="connsiteY7" fmla="*/ 9525 h 2922541"/>
                <a:gd name="connsiteX0" fmla="*/ 0 w 11799840"/>
                <a:gd name="connsiteY0" fmla="*/ 9525 h 2925116"/>
                <a:gd name="connsiteX1" fmla="*/ 11799840 w 11799840"/>
                <a:gd name="connsiteY1" fmla="*/ 0 h 2925116"/>
                <a:gd name="connsiteX2" fmla="*/ 11799840 w 11799840"/>
                <a:gd name="connsiteY2" fmla="*/ 2907838 h 2925116"/>
                <a:gd name="connsiteX3" fmla="*/ 2501558 w 11799840"/>
                <a:gd name="connsiteY3" fmla="*/ 2925116 h 2925116"/>
                <a:gd name="connsiteX4" fmla="*/ 1693350 w 11799840"/>
                <a:gd name="connsiteY4" fmla="*/ 2922541 h 2925116"/>
                <a:gd name="connsiteX5" fmla="*/ 1695450 w 11799840"/>
                <a:gd name="connsiteY5" fmla="*/ 1448131 h 2925116"/>
                <a:gd name="connsiteX6" fmla="*/ 5301 w 11799840"/>
                <a:gd name="connsiteY6" fmla="*/ 1452024 h 2925116"/>
                <a:gd name="connsiteX7" fmla="*/ 0 w 11799840"/>
                <a:gd name="connsiteY7" fmla="*/ 9525 h 2925116"/>
                <a:gd name="connsiteX0" fmla="*/ 0 w 11807358"/>
                <a:gd name="connsiteY0" fmla="*/ 9525 h 2925116"/>
                <a:gd name="connsiteX1" fmla="*/ 11799840 w 11807358"/>
                <a:gd name="connsiteY1" fmla="*/ 0 h 2925116"/>
                <a:gd name="connsiteX2" fmla="*/ 11807358 w 11807358"/>
                <a:gd name="connsiteY2" fmla="*/ 2176960 h 2925116"/>
                <a:gd name="connsiteX3" fmla="*/ 11799840 w 11807358"/>
                <a:gd name="connsiteY3" fmla="*/ 2907838 h 2925116"/>
                <a:gd name="connsiteX4" fmla="*/ 2501558 w 11807358"/>
                <a:gd name="connsiteY4" fmla="*/ 2925116 h 2925116"/>
                <a:gd name="connsiteX5" fmla="*/ 1693350 w 11807358"/>
                <a:gd name="connsiteY5" fmla="*/ 2922541 h 2925116"/>
                <a:gd name="connsiteX6" fmla="*/ 1695450 w 11807358"/>
                <a:gd name="connsiteY6" fmla="*/ 1448131 h 2925116"/>
                <a:gd name="connsiteX7" fmla="*/ 5301 w 11807358"/>
                <a:gd name="connsiteY7" fmla="*/ 1452024 h 2925116"/>
                <a:gd name="connsiteX8" fmla="*/ 0 w 11807358"/>
                <a:gd name="connsiteY8" fmla="*/ 9525 h 2925116"/>
                <a:gd name="connsiteX0" fmla="*/ 0 w 11807358"/>
                <a:gd name="connsiteY0" fmla="*/ 9525 h 2925116"/>
                <a:gd name="connsiteX1" fmla="*/ 11799840 w 11807358"/>
                <a:gd name="connsiteY1" fmla="*/ 0 h 2925116"/>
                <a:gd name="connsiteX2" fmla="*/ 11807358 w 11807358"/>
                <a:gd name="connsiteY2" fmla="*/ 2176960 h 2925116"/>
                <a:gd name="connsiteX3" fmla="*/ 2503440 w 11807358"/>
                <a:gd name="connsiteY3" fmla="*/ 2174413 h 2925116"/>
                <a:gd name="connsiteX4" fmla="*/ 2501558 w 11807358"/>
                <a:gd name="connsiteY4" fmla="*/ 2925116 h 2925116"/>
                <a:gd name="connsiteX5" fmla="*/ 1693350 w 11807358"/>
                <a:gd name="connsiteY5" fmla="*/ 2922541 h 2925116"/>
                <a:gd name="connsiteX6" fmla="*/ 1695450 w 11807358"/>
                <a:gd name="connsiteY6" fmla="*/ 1448131 h 2925116"/>
                <a:gd name="connsiteX7" fmla="*/ 5301 w 11807358"/>
                <a:gd name="connsiteY7" fmla="*/ 1452024 h 2925116"/>
                <a:gd name="connsiteX8" fmla="*/ 0 w 11807358"/>
                <a:gd name="connsiteY8" fmla="*/ 9525 h 2925116"/>
                <a:gd name="connsiteX0" fmla="*/ 0 w 11807358"/>
                <a:gd name="connsiteY0" fmla="*/ 9525 h 2925116"/>
                <a:gd name="connsiteX1" fmla="*/ 11799840 w 11807358"/>
                <a:gd name="connsiteY1" fmla="*/ 0 h 2925116"/>
                <a:gd name="connsiteX2" fmla="*/ 11807358 w 11807358"/>
                <a:gd name="connsiteY2" fmla="*/ 2176960 h 2925116"/>
                <a:gd name="connsiteX3" fmla="*/ 3339633 w 11807358"/>
                <a:gd name="connsiteY3" fmla="*/ 2176960 h 2925116"/>
                <a:gd name="connsiteX4" fmla="*/ 2503440 w 11807358"/>
                <a:gd name="connsiteY4" fmla="*/ 2174413 h 2925116"/>
                <a:gd name="connsiteX5" fmla="*/ 2501558 w 11807358"/>
                <a:gd name="connsiteY5" fmla="*/ 2925116 h 2925116"/>
                <a:gd name="connsiteX6" fmla="*/ 1693350 w 11807358"/>
                <a:gd name="connsiteY6" fmla="*/ 2922541 h 2925116"/>
                <a:gd name="connsiteX7" fmla="*/ 1695450 w 11807358"/>
                <a:gd name="connsiteY7" fmla="*/ 1448131 h 2925116"/>
                <a:gd name="connsiteX8" fmla="*/ 5301 w 11807358"/>
                <a:gd name="connsiteY8" fmla="*/ 1452024 h 2925116"/>
                <a:gd name="connsiteX9" fmla="*/ 0 w 11807358"/>
                <a:gd name="connsiteY9" fmla="*/ 9525 h 2925116"/>
                <a:gd name="connsiteX0" fmla="*/ 0 w 11807358"/>
                <a:gd name="connsiteY0" fmla="*/ 9525 h 2925116"/>
                <a:gd name="connsiteX1" fmla="*/ 11799840 w 11807358"/>
                <a:gd name="connsiteY1" fmla="*/ 0 h 2925116"/>
                <a:gd name="connsiteX2" fmla="*/ 11797833 w 11807358"/>
                <a:gd name="connsiteY2" fmla="*/ 1453060 h 2925116"/>
                <a:gd name="connsiteX3" fmla="*/ 11807358 w 11807358"/>
                <a:gd name="connsiteY3" fmla="*/ 2176960 h 2925116"/>
                <a:gd name="connsiteX4" fmla="*/ 3339633 w 11807358"/>
                <a:gd name="connsiteY4" fmla="*/ 2176960 h 2925116"/>
                <a:gd name="connsiteX5" fmla="*/ 2503440 w 11807358"/>
                <a:gd name="connsiteY5" fmla="*/ 2174413 h 2925116"/>
                <a:gd name="connsiteX6" fmla="*/ 2501558 w 11807358"/>
                <a:gd name="connsiteY6" fmla="*/ 2925116 h 2925116"/>
                <a:gd name="connsiteX7" fmla="*/ 1693350 w 11807358"/>
                <a:gd name="connsiteY7" fmla="*/ 2922541 h 2925116"/>
                <a:gd name="connsiteX8" fmla="*/ 1695450 w 11807358"/>
                <a:gd name="connsiteY8" fmla="*/ 1448131 h 2925116"/>
                <a:gd name="connsiteX9" fmla="*/ 5301 w 11807358"/>
                <a:gd name="connsiteY9" fmla="*/ 1452024 h 2925116"/>
                <a:gd name="connsiteX10" fmla="*/ 0 w 11807358"/>
                <a:gd name="connsiteY10" fmla="*/ 9525 h 2925116"/>
                <a:gd name="connsiteX0" fmla="*/ 0 w 11799840"/>
                <a:gd name="connsiteY0" fmla="*/ 9525 h 2925116"/>
                <a:gd name="connsiteX1" fmla="*/ 11799840 w 11799840"/>
                <a:gd name="connsiteY1" fmla="*/ 0 h 2925116"/>
                <a:gd name="connsiteX2" fmla="*/ 11797833 w 11799840"/>
                <a:gd name="connsiteY2" fmla="*/ 1453060 h 2925116"/>
                <a:gd name="connsiteX3" fmla="*/ 3334871 w 11799840"/>
                <a:gd name="connsiteY3" fmla="*/ 1453060 h 2925116"/>
                <a:gd name="connsiteX4" fmla="*/ 3339633 w 11799840"/>
                <a:gd name="connsiteY4" fmla="*/ 2176960 h 2925116"/>
                <a:gd name="connsiteX5" fmla="*/ 2503440 w 11799840"/>
                <a:gd name="connsiteY5" fmla="*/ 2174413 h 2925116"/>
                <a:gd name="connsiteX6" fmla="*/ 2501558 w 11799840"/>
                <a:gd name="connsiteY6" fmla="*/ 2925116 h 2925116"/>
                <a:gd name="connsiteX7" fmla="*/ 1693350 w 11799840"/>
                <a:gd name="connsiteY7" fmla="*/ 2922541 h 2925116"/>
                <a:gd name="connsiteX8" fmla="*/ 1695450 w 11799840"/>
                <a:gd name="connsiteY8" fmla="*/ 1448131 h 2925116"/>
                <a:gd name="connsiteX9" fmla="*/ 5301 w 11799840"/>
                <a:gd name="connsiteY9" fmla="*/ 1452024 h 2925116"/>
                <a:gd name="connsiteX10" fmla="*/ 0 w 11799840"/>
                <a:gd name="connsiteY10" fmla="*/ 9525 h 2925116"/>
                <a:gd name="connsiteX0" fmla="*/ 0 w 11799840"/>
                <a:gd name="connsiteY0" fmla="*/ 9525 h 2925116"/>
                <a:gd name="connsiteX1" fmla="*/ 11799840 w 11799840"/>
                <a:gd name="connsiteY1" fmla="*/ 0 h 2925116"/>
                <a:gd name="connsiteX2" fmla="*/ 11793071 w 11799840"/>
                <a:gd name="connsiteY2" fmla="*/ 724397 h 2925116"/>
                <a:gd name="connsiteX3" fmla="*/ 11797833 w 11799840"/>
                <a:gd name="connsiteY3" fmla="*/ 1453060 h 2925116"/>
                <a:gd name="connsiteX4" fmla="*/ 3334871 w 11799840"/>
                <a:gd name="connsiteY4" fmla="*/ 1453060 h 2925116"/>
                <a:gd name="connsiteX5" fmla="*/ 3339633 w 11799840"/>
                <a:gd name="connsiteY5" fmla="*/ 2176960 h 2925116"/>
                <a:gd name="connsiteX6" fmla="*/ 2503440 w 11799840"/>
                <a:gd name="connsiteY6" fmla="*/ 2174413 h 2925116"/>
                <a:gd name="connsiteX7" fmla="*/ 2501558 w 11799840"/>
                <a:gd name="connsiteY7" fmla="*/ 2925116 h 2925116"/>
                <a:gd name="connsiteX8" fmla="*/ 1693350 w 11799840"/>
                <a:gd name="connsiteY8" fmla="*/ 2922541 h 2925116"/>
                <a:gd name="connsiteX9" fmla="*/ 1695450 w 11799840"/>
                <a:gd name="connsiteY9" fmla="*/ 1448131 h 2925116"/>
                <a:gd name="connsiteX10" fmla="*/ 5301 w 11799840"/>
                <a:gd name="connsiteY10" fmla="*/ 1452024 h 2925116"/>
                <a:gd name="connsiteX11" fmla="*/ 0 w 11799840"/>
                <a:gd name="connsiteY11" fmla="*/ 9525 h 2925116"/>
                <a:gd name="connsiteX0" fmla="*/ 0 w 11799840"/>
                <a:gd name="connsiteY0" fmla="*/ 9525 h 2925116"/>
                <a:gd name="connsiteX1" fmla="*/ 11799840 w 11799840"/>
                <a:gd name="connsiteY1" fmla="*/ 0 h 2925116"/>
                <a:gd name="connsiteX2" fmla="*/ 11793071 w 11799840"/>
                <a:gd name="connsiteY2" fmla="*/ 724397 h 2925116"/>
                <a:gd name="connsiteX3" fmla="*/ 11797833 w 11799840"/>
                <a:gd name="connsiteY3" fmla="*/ 1453060 h 2925116"/>
                <a:gd name="connsiteX4" fmla="*/ 5020796 w 11799840"/>
                <a:gd name="connsiteY4" fmla="*/ 1448297 h 2925116"/>
                <a:gd name="connsiteX5" fmla="*/ 3334871 w 11799840"/>
                <a:gd name="connsiteY5" fmla="*/ 1453060 h 2925116"/>
                <a:gd name="connsiteX6" fmla="*/ 3339633 w 11799840"/>
                <a:gd name="connsiteY6" fmla="*/ 2176960 h 2925116"/>
                <a:gd name="connsiteX7" fmla="*/ 2503440 w 11799840"/>
                <a:gd name="connsiteY7" fmla="*/ 2174413 h 2925116"/>
                <a:gd name="connsiteX8" fmla="*/ 2501558 w 11799840"/>
                <a:gd name="connsiteY8" fmla="*/ 2925116 h 2925116"/>
                <a:gd name="connsiteX9" fmla="*/ 1693350 w 11799840"/>
                <a:gd name="connsiteY9" fmla="*/ 2922541 h 2925116"/>
                <a:gd name="connsiteX10" fmla="*/ 1695450 w 11799840"/>
                <a:gd name="connsiteY10" fmla="*/ 1448131 h 2925116"/>
                <a:gd name="connsiteX11" fmla="*/ 5301 w 11799840"/>
                <a:gd name="connsiteY11" fmla="*/ 1452024 h 2925116"/>
                <a:gd name="connsiteX12" fmla="*/ 0 w 11799840"/>
                <a:gd name="connsiteY12" fmla="*/ 9525 h 2925116"/>
                <a:gd name="connsiteX0" fmla="*/ 0 w 11799840"/>
                <a:gd name="connsiteY0" fmla="*/ 9525 h 2925116"/>
                <a:gd name="connsiteX1" fmla="*/ 11799840 w 11799840"/>
                <a:gd name="connsiteY1" fmla="*/ 0 h 2925116"/>
                <a:gd name="connsiteX2" fmla="*/ 11793071 w 11799840"/>
                <a:gd name="connsiteY2" fmla="*/ 724397 h 2925116"/>
                <a:gd name="connsiteX3" fmla="*/ 5044608 w 11799840"/>
                <a:gd name="connsiteY3" fmla="*/ 752972 h 2925116"/>
                <a:gd name="connsiteX4" fmla="*/ 5020796 w 11799840"/>
                <a:gd name="connsiteY4" fmla="*/ 1448297 h 2925116"/>
                <a:gd name="connsiteX5" fmla="*/ 3334871 w 11799840"/>
                <a:gd name="connsiteY5" fmla="*/ 1453060 h 2925116"/>
                <a:gd name="connsiteX6" fmla="*/ 3339633 w 11799840"/>
                <a:gd name="connsiteY6" fmla="*/ 2176960 h 2925116"/>
                <a:gd name="connsiteX7" fmla="*/ 2503440 w 11799840"/>
                <a:gd name="connsiteY7" fmla="*/ 2174413 h 2925116"/>
                <a:gd name="connsiteX8" fmla="*/ 2501558 w 11799840"/>
                <a:gd name="connsiteY8" fmla="*/ 2925116 h 2925116"/>
                <a:gd name="connsiteX9" fmla="*/ 1693350 w 11799840"/>
                <a:gd name="connsiteY9" fmla="*/ 2922541 h 2925116"/>
                <a:gd name="connsiteX10" fmla="*/ 1695450 w 11799840"/>
                <a:gd name="connsiteY10" fmla="*/ 1448131 h 2925116"/>
                <a:gd name="connsiteX11" fmla="*/ 5301 w 11799840"/>
                <a:gd name="connsiteY11" fmla="*/ 1452024 h 2925116"/>
                <a:gd name="connsiteX12" fmla="*/ 0 w 11799840"/>
                <a:gd name="connsiteY12" fmla="*/ 9525 h 2925116"/>
                <a:gd name="connsiteX0" fmla="*/ 0 w 11799840"/>
                <a:gd name="connsiteY0" fmla="*/ 9525 h 2925116"/>
                <a:gd name="connsiteX1" fmla="*/ 11799840 w 11799840"/>
                <a:gd name="connsiteY1" fmla="*/ 0 h 2925116"/>
                <a:gd name="connsiteX2" fmla="*/ 11793071 w 11799840"/>
                <a:gd name="connsiteY2" fmla="*/ 724397 h 2925116"/>
                <a:gd name="connsiteX3" fmla="*/ 5044608 w 11799840"/>
                <a:gd name="connsiteY3" fmla="*/ 752972 h 2925116"/>
                <a:gd name="connsiteX4" fmla="*/ 5020796 w 11799840"/>
                <a:gd name="connsiteY4" fmla="*/ 1448297 h 2925116"/>
                <a:gd name="connsiteX5" fmla="*/ 3334871 w 11799840"/>
                <a:gd name="connsiteY5" fmla="*/ 1453060 h 2925116"/>
                <a:gd name="connsiteX6" fmla="*/ 3339633 w 11799840"/>
                <a:gd name="connsiteY6" fmla="*/ 2176960 h 2925116"/>
                <a:gd name="connsiteX7" fmla="*/ 2503440 w 11799840"/>
                <a:gd name="connsiteY7" fmla="*/ 2174413 h 2925116"/>
                <a:gd name="connsiteX8" fmla="*/ 2501558 w 11799840"/>
                <a:gd name="connsiteY8" fmla="*/ 2925116 h 2925116"/>
                <a:gd name="connsiteX9" fmla="*/ 1693350 w 11799840"/>
                <a:gd name="connsiteY9" fmla="*/ 2922541 h 2925116"/>
                <a:gd name="connsiteX10" fmla="*/ 1695450 w 11799840"/>
                <a:gd name="connsiteY10" fmla="*/ 1448131 h 2925116"/>
                <a:gd name="connsiteX11" fmla="*/ 5301 w 11799840"/>
                <a:gd name="connsiteY11" fmla="*/ 1452024 h 2925116"/>
                <a:gd name="connsiteX12" fmla="*/ 0 w 11799840"/>
                <a:gd name="connsiteY12" fmla="*/ 9525 h 2925116"/>
                <a:gd name="connsiteX0" fmla="*/ 0 w 11799840"/>
                <a:gd name="connsiteY0" fmla="*/ 9525 h 2925116"/>
                <a:gd name="connsiteX1" fmla="*/ 11799840 w 11799840"/>
                <a:gd name="connsiteY1" fmla="*/ 0 h 2925116"/>
                <a:gd name="connsiteX2" fmla="*/ 11793071 w 11799840"/>
                <a:gd name="connsiteY2" fmla="*/ 724397 h 2925116"/>
                <a:gd name="connsiteX3" fmla="*/ 5044608 w 11799840"/>
                <a:gd name="connsiteY3" fmla="*/ 752972 h 2925116"/>
                <a:gd name="connsiteX4" fmla="*/ 5020796 w 11799840"/>
                <a:gd name="connsiteY4" fmla="*/ 1448297 h 2925116"/>
                <a:gd name="connsiteX5" fmla="*/ 3334871 w 11799840"/>
                <a:gd name="connsiteY5" fmla="*/ 1453060 h 2925116"/>
                <a:gd name="connsiteX6" fmla="*/ 3339633 w 11799840"/>
                <a:gd name="connsiteY6" fmla="*/ 2176960 h 2925116"/>
                <a:gd name="connsiteX7" fmla="*/ 2503440 w 11799840"/>
                <a:gd name="connsiteY7" fmla="*/ 2174413 h 2925116"/>
                <a:gd name="connsiteX8" fmla="*/ 2501558 w 11799840"/>
                <a:gd name="connsiteY8" fmla="*/ 2925116 h 2925116"/>
                <a:gd name="connsiteX9" fmla="*/ 1693350 w 11799840"/>
                <a:gd name="connsiteY9" fmla="*/ 2922541 h 2925116"/>
                <a:gd name="connsiteX10" fmla="*/ 1695450 w 11799840"/>
                <a:gd name="connsiteY10" fmla="*/ 1448131 h 2925116"/>
                <a:gd name="connsiteX11" fmla="*/ 5301 w 11799840"/>
                <a:gd name="connsiteY11" fmla="*/ 1452024 h 2925116"/>
                <a:gd name="connsiteX12" fmla="*/ 0 w 11799840"/>
                <a:gd name="connsiteY12" fmla="*/ 9525 h 2925116"/>
                <a:gd name="connsiteX0" fmla="*/ 0 w 11799840"/>
                <a:gd name="connsiteY0" fmla="*/ 9525 h 2922541"/>
                <a:gd name="connsiteX1" fmla="*/ 11799840 w 11799840"/>
                <a:gd name="connsiteY1" fmla="*/ 0 h 2922541"/>
                <a:gd name="connsiteX2" fmla="*/ 11793071 w 11799840"/>
                <a:gd name="connsiteY2" fmla="*/ 724397 h 2922541"/>
                <a:gd name="connsiteX3" fmla="*/ 5044608 w 11799840"/>
                <a:gd name="connsiteY3" fmla="*/ 752972 h 2922541"/>
                <a:gd name="connsiteX4" fmla="*/ 5020796 w 11799840"/>
                <a:gd name="connsiteY4" fmla="*/ 1448297 h 2922541"/>
                <a:gd name="connsiteX5" fmla="*/ 3334871 w 11799840"/>
                <a:gd name="connsiteY5" fmla="*/ 1453060 h 2922541"/>
                <a:gd name="connsiteX6" fmla="*/ 3339633 w 11799840"/>
                <a:gd name="connsiteY6" fmla="*/ 2176960 h 2922541"/>
                <a:gd name="connsiteX7" fmla="*/ 2503440 w 11799840"/>
                <a:gd name="connsiteY7" fmla="*/ 2174413 h 2922541"/>
                <a:gd name="connsiteX8" fmla="*/ 2506321 w 11799840"/>
                <a:gd name="connsiteY8" fmla="*/ 2887016 h 2922541"/>
                <a:gd name="connsiteX9" fmla="*/ 1693350 w 11799840"/>
                <a:gd name="connsiteY9" fmla="*/ 2922541 h 2922541"/>
                <a:gd name="connsiteX10" fmla="*/ 1695450 w 11799840"/>
                <a:gd name="connsiteY10" fmla="*/ 1448131 h 2922541"/>
                <a:gd name="connsiteX11" fmla="*/ 5301 w 11799840"/>
                <a:gd name="connsiteY11" fmla="*/ 1452024 h 2922541"/>
                <a:gd name="connsiteX12" fmla="*/ 0 w 11799840"/>
                <a:gd name="connsiteY12" fmla="*/ 9525 h 2922541"/>
                <a:gd name="connsiteX0" fmla="*/ 0 w 11799840"/>
                <a:gd name="connsiteY0" fmla="*/ 9525 h 2903491"/>
                <a:gd name="connsiteX1" fmla="*/ 11799840 w 11799840"/>
                <a:gd name="connsiteY1" fmla="*/ 0 h 2903491"/>
                <a:gd name="connsiteX2" fmla="*/ 11793071 w 11799840"/>
                <a:gd name="connsiteY2" fmla="*/ 724397 h 2903491"/>
                <a:gd name="connsiteX3" fmla="*/ 5044608 w 11799840"/>
                <a:gd name="connsiteY3" fmla="*/ 752972 h 2903491"/>
                <a:gd name="connsiteX4" fmla="*/ 5020796 w 11799840"/>
                <a:gd name="connsiteY4" fmla="*/ 1448297 h 2903491"/>
                <a:gd name="connsiteX5" fmla="*/ 3334871 w 11799840"/>
                <a:gd name="connsiteY5" fmla="*/ 1453060 h 2903491"/>
                <a:gd name="connsiteX6" fmla="*/ 3339633 w 11799840"/>
                <a:gd name="connsiteY6" fmla="*/ 2176960 h 2903491"/>
                <a:gd name="connsiteX7" fmla="*/ 2503440 w 11799840"/>
                <a:gd name="connsiteY7" fmla="*/ 2174413 h 2903491"/>
                <a:gd name="connsiteX8" fmla="*/ 2506321 w 11799840"/>
                <a:gd name="connsiteY8" fmla="*/ 2887016 h 2903491"/>
                <a:gd name="connsiteX9" fmla="*/ 1683825 w 11799840"/>
                <a:gd name="connsiteY9" fmla="*/ 2903491 h 2903491"/>
                <a:gd name="connsiteX10" fmla="*/ 1695450 w 11799840"/>
                <a:gd name="connsiteY10" fmla="*/ 1448131 h 2903491"/>
                <a:gd name="connsiteX11" fmla="*/ 5301 w 11799840"/>
                <a:gd name="connsiteY11" fmla="*/ 1452024 h 2903491"/>
                <a:gd name="connsiteX12" fmla="*/ 0 w 11799840"/>
                <a:gd name="connsiteY12" fmla="*/ 9525 h 2903491"/>
                <a:gd name="connsiteX0" fmla="*/ 0 w 11799840"/>
                <a:gd name="connsiteY0" fmla="*/ 9525 h 2889203"/>
                <a:gd name="connsiteX1" fmla="*/ 11799840 w 11799840"/>
                <a:gd name="connsiteY1" fmla="*/ 0 h 2889203"/>
                <a:gd name="connsiteX2" fmla="*/ 11793071 w 11799840"/>
                <a:gd name="connsiteY2" fmla="*/ 724397 h 2889203"/>
                <a:gd name="connsiteX3" fmla="*/ 5044608 w 11799840"/>
                <a:gd name="connsiteY3" fmla="*/ 752972 h 2889203"/>
                <a:gd name="connsiteX4" fmla="*/ 5020796 w 11799840"/>
                <a:gd name="connsiteY4" fmla="*/ 1448297 h 2889203"/>
                <a:gd name="connsiteX5" fmla="*/ 3334871 w 11799840"/>
                <a:gd name="connsiteY5" fmla="*/ 1453060 h 2889203"/>
                <a:gd name="connsiteX6" fmla="*/ 3339633 w 11799840"/>
                <a:gd name="connsiteY6" fmla="*/ 2176960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95450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44608 w 11799840"/>
                <a:gd name="connsiteY3" fmla="*/ 752972 h 2889203"/>
                <a:gd name="connsiteX4" fmla="*/ 5020796 w 11799840"/>
                <a:gd name="connsiteY4" fmla="*/ 1448297 h 2889203"/>
                <a:gd name="connsiteX5" fmla="*/ 3334871 w 11799840"/>
                <a:gd name="connsiteY5" fmla="*/ 1453060 h 2889203"/>
                <a:gd name="connsiteX6" fmla="*/ 3339633 w 11799840"/>
                <a:gd name="connsiteY6" fmla="*/ 2176960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81163 w 11799840"/>
                <a:gd name="connsiteY10" fmla="*/ 1450512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44608 w 11799840"/>
                <a:gd name="connsiteY3" fmla="*/ 752972 h 2889203"/>
                <a:gd name="connsiteX4" fmla="*/ 5020796 w 11799840"/>
                <a:gd name="connsiteY4" fmla="*/ 1448297 h 2889203"/>
                <a:gd name="connsiteX5" fmla="*/ 3334871 w 11799840"/>
                <a:gd name="connsiteY5" fmla="*/ 1453060 h 2889203"/>
                <a:gd name="connsiteX6" fmla="*/ 3339633 w 11799840"/>
                <a:gd name="connsiteY6" fmla="*/ 2176960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76400 w 11799840"/>
                <a:gd name="connsiteY10" fmla="*/ 1452893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44608 w 11799840"/>
                <a:gd name="connsiteY3" fmla="*/ 752972 h 2889203"/>
                <a:gd name="connsiteX4" fmla="*/ 5020796 w 11799840"/>
                <a:gd name="connsiteY4" fmla="*/ 1448297 h 2889203"/>
                <a:gd name="connsiteX5" fmla="*/ 3334871 w 11799840"/>
                <a:gd name="connsiteY5" fmla="*/ 1453060 h 2889203"/>
                <a:gd name="connsiteX6" fmla="*/ 3339633 w 11799840"/>
                <a:gd name="connsiteY6" fmla="*/ 2176960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76400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30321 w 11799840"/>
                <a:gd name="connsiteY3" fmla="*/ 729159 h 2889203"/>
                <a:gd name="connsiteX4" fmla="*/ 5020796 w 11799840"/>
                <a:gd name="connsiteY4" fmla="*/ 1448297 h 2889203"/>
                <a:gd name="connsiteX5" fmla="*/ 3334871 w 11799840"/>
                <a:gd name="connsiteY5" fmla="*/ 1453060 h 2889203"/>
                <a:gd name="connsiteX6" fmla="*/ 3339633 w 11799840"/>
                <a:gd name="connsiteY6" fmla="*/ 2176960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76400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30321 w 11799840"/>
                <a:gd name="connsiteY3" fmla="*/ 729159 h 2889203"/>
                <a:gd name="connsiteX4" fmla="*/ 5030321 w 11799840"/>
                <a:gd name="connsiteY4" fmla="*/ 1445916 h 2889203"/>
                <a:gd name="connsiteX5" fmla="*/ 3334871 w 11799840"/>
                <a:gd name="connsiteY5" fmla="*/ 1453060 h 2889203"/>
                <a:gd name="connsiteX6" fmla="*/ 3339633 w 11799840"/>
                <a:gd name="connsiteY6" fmla="*/ 2176960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76400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30321 w 11799840"/>
                <a:gd name="connsiteY3" fmla="*/ 729159 h 2889203"/>
                <a:gd name="connsiteX4" fmla="*/ 5030321 w 11799840"/>
                <a:gd name="connsiteY4" fmla="*/ 1448297 h 2889203"/>
                <a:gd name="connsiteX5" fmla="*/ 3334871 w 11799840"/>
                <a:gd name="connsiteY5" fmla="*/ 1453060 h 2889203"/>
                <a:gd name="connsiteX6" fmla="*/ 3339633 w 11799840"/>
                <a:gd name="connsiteY6" fmla="*/ 2176960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76400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30321 w 11799840"/>
                <a:gd name="connsiteY3" fmla="*/ 729159 h 2889203"/>
                <a:gd name="connsiteX4" fmla="*/ 5030321 w 11799840"/>
                <a:gd name="connsiteY4" fmla="*/ 1448297 h 2889203"/>
                <a:gd name="connsiteX5" fmla="*/ 3334871 w 11799840"/>
                <a:gd name="connsiteY5" fmla="*/ 1453060 h 2889203"/>
                <a:gd name="connsiteX6" fmla="*/ 3342015 w 11799840"/>
                <a:gd name="connsiteY6" fmla="*/ 2172197 h 2889203"/>
                <a:gd name="connsiteX7" fmla="*/ 2503440 w 11799840"/>
                <a:gd name="connsiteY7" fmla="*/ 2174413 h 2889203"/>
                <a:gd name="connsiteX8" fmla="*/ 2506321 w 11799840"/>
                <a:gd name="connsiteY8" fmla="*/ 2887016 h 2889203"/>
                <a:gd name="connsiteX9" fmla="*/ 1679062 w 11799840"/>
                <a:gd name="connsiteY9" fmla="*/ 2889203 h 2889203"/>
                <a:gd name="connsiteX10" fmla="*/ 1676400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30321 w 11799840"/>
                <a:gd name="connsiteY3" fmla="*/ 729159 h 2889203"/>
                <a:gd name="connsiteX4" fmla="*/ 5030321 w 11799840"/>
                <a:gd name="connsiteY4" fmla="*/ 1448297 h 2889203"/>
                <a:gd name="connsiteX5" fmla="*/ 3334871 w 11799840"/>
                <a:gd name="connsiteY5" fmla="*/ 1453060 h 2889203"/>
                <a:gd name="connsiteX6" fmla="*/ 3342015 w 11799840"/>
                <a:gd name="connsiteY6" fmla="*/ 2172197 h 2889203"/>
                <a:gd name="connsiteX7" fmla="*/ 2505822 w 11799840"/>
                <a:gd name="connsiteY7" fmla="*/ 2172032 h 2889203"/>
                <a:gd name="connsiteX8" fmla="*/ 2506321 w 11799840"/>
                <a:gd name="connsiteY8" fmla="*/ 2887016 h 2889203"/>
                <a:gd name="connsiteX9" fmla="*/ 1679062 w 11799840"/>
                <a:gd name="connsiteY9" fmla="*/ 2889203 h 2889203"/>
                <a:gd name="connsiteX10" fmla="*/ 1676400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30321 w 11799840"/>
                <a:gd name="connsiteY3" fmla="*/ 729159 h 2889203"/>
                <a:gd name="connsiteX4" fmla="*/ 5030321 w 11799840"/>
                <a:gd name="connsiteY4" fmla="*/ 1448297 h 2889203"/>
                <a:gd name="connsiteX5" fmla="*/ 3334871 w 11799840"/>
                <a:gd name="connsiteY5" fmla="*/ 1453060 h 2889203"/>
                <a:gd name="connsiteX6" fmla="*/ 3342015 w 11799840"/>
                <a:gd name="connsiteY6" fmla="*/ 2172197 h 2889203"/>
                <a:gd name="connsiteX7" fmla="*/ 2505822 w 11799840"/>
                <a:gd name="connsiteY7" fmla="*/ 2172032 h 2889203"/>
                <a:gd name="connsiteX8" fmla="*/ 2506321 w 11799840"/>
                <a:gd name="connsiteY8" fmla="*/ 2887016 h 2889203"/>
                <a:gd name="connsiteX9" fmla="*/ 1679062 w 11799840"/>
                <a:gd name="connsiteY9" fmla="*/ 2889203 h 2889203"/>
                <a:gd name="connsiteX10" fmla="*/ 1681162 w 11799840"/>
                <a:gd name="connsiteY10" fmla="*/ 1448131 h 2889203"/>
                <a:gd name="connsiteX11" fmla="*/ 5301 w 11799840"/>
                <a:gd name="connsiteY11" fmla="*/ 1452024 h 2889203"/>
                <a:gd name="connsiteX12" fmla="*/ 0 w 11799840"/>
                <a:gd name="connsiteY12" fmla="*/ 9525 h 2889203"/>
                <a:gd name="connsiteX0" fmla="*/ 0 w 11799840"/>
                <a:gd name="connsiteY0" fmla="*/ 9525 h 2889203"/>
                <a:gd name="connsiteX1" fmla="*/ 11799840 w 11799840"/>
                <a:gd name="connsiteY1" fmla="*/ 0 h 2889203"/>
                <a:gd name="connsiteX2" fmla="*/ 11793071 w 11799840"/>
                <a:gd name="connsiteY2" fmla="*/ 724397 h 2889203"/>
                <a:gd name="connsiteX3" fmla="*/ 5030321 w 11799840"/>
                <a:gd name="connsiteY3" fmla="*/ 729159 h 2889203"/>
                <a:gd name="connsiteX4" fmla="*/ 5030321 w 11799840"/>
                <a:gd name="connsiteY4" fmla="*/ 1448297 h 2889203"/>
                <a:gd name="connsiteX5" fmla="*/ 3334871 w 11799840"/>
                <a:gd name="connsiteY5" fmla="*/ 1453060 h 2889203"/>
                <a:gd name="connsiteX6" fmla="*/ 3342015 w 11799840"/>
                <a:gd name="connsiteY6" fmla="*/ 2172197 h 2889203"/>
                <a:gd name="connsiteX7" fmla="*/ 2505822 w 11799840"/>
                <a:gd name="connsiteY7" fmla="*/ 2172032 h 2889203"/>
                <a:gd name="connsiteX8" fmla="*/ 2506321 w 11799840"/>
                <a:gd name="connsiteY8" fmla="*/ 2887016 h 2889203"/>
                <a:gd name="connsiteX9" fmla="*/ 1679062 w 11799840"/>
                <a:gd name="connsiteY9" fmla="*/ 2889203 h 2889203"/>
                <a:gd name="connsiteX10" fmla="*/ 1678781 w 11799840"/>
                <a:gd name="connsiteY10" fmla="*/ 1450512 h 2889203"/>
                <a:gd name="connsiteX11" fmla="*/ 5301 w 11799840"/>
                <a:gd name="connsiteY11" fmla="*/ 1452024 h 2889203"/>
                <a:gd name="connsiteX12" fmla="*/ 0 w 11799840"/>
                <a:gd name="connsiteY12" fmla="*/ 9525 h 2889203"/>
                <a:gd name="connsiteX0" fmla="*/ 0 w 11793173"/>
                <a:gd name="connsiteY0" fmla="*/ 0 h 2879678"/>
                <a:gd name="connsiteX1" fmla="*/ 11761740 w 11793173"/>
                <a:gd name="connsiteY1" fmla="*/ 3175 h 2879678"/>
                <a:gd name="connsiteX2" fmla="*/ 11793071 w 11793173"/>
                <a:gd name="connsiteY2" fmla="*/ 714872 h 2879678"/>
                <a:gd name="connsiteX3" fmla="*/ 5030321 w 11793173"/>
                <a:gd name="connsiteY3" fmla="*/ 719634 h 2879678"/>
                <a:gd name="connsiteX4" fmla="*/ 5030321 w 11793173"/>
                <a:gd name="connsiteY4" fmla="*/ 1438772 h 2879678"/>
                <a:gd name="connsiteX5" fmla="*/ 3334871 w 11793173"/>
                <a:gd name="connsiteY5" fmla="*/ 1443535 h 2879678"/>
                <a:gd name="connsiteX6" fmla="*/ 3342015 w 11793173"/>
                <a:gd name="connsiteY6" fmla="*/ 2162672 h 2879678"/>
                <a:gd name="connsiteX7" fmla="*/ 2505822 w 11793173"/>
                <a:gd name="connsiteY7" fmla="*/ 2162507 h 2879678"/>
                <a:gd name="connsiteX8" fmla="*/ 2506321 w 11793173"/>
                <a:gd name="connsiteY8" fmla="*/ 2877491 h 2879678"/>
                <a:gd name="connsiteX9" fmla="*/ 1679062 w 11793173"/>
                <a:gd name="connsiteY9" fmla="*/ 2879678 h 2879678"/>
                <a:gd name="connsiteX10" fmla="*/ 1678781 w 11793173"/>
                <a:gd name="connsiteY10" fmla="*/ 1440987 h 2879678"/>
                <a:gd name="connsiteX11" fmla="*/ 5301 w 11793173"/>
                <a:gd name="connsiteY11" fmla="*/ 1442499 h 2879678"/>
                <a:gd name="connsiteX12" fmla="*/ 0 w 11793173"/>
                <a:gd name="connsiteY12" fmla="*/ 0 h 2879678"/>
                <a:gd name="connsiteX0" fmla="*/ 0 w 11761740"/>
                <a:gd name="connsiteY0" fmla="*/ 0 h 2879678"/>
                <a:gd name="connsiteX1" fmla="*/ 11761740 w 11761740"/>
                <a:gd name="connsiteY1" fmla="*/ 3175 h 2879678"/>
                <a:gd name="connsiteX2" fmla="*/ 11758146 w 11761740"/>
                <a:gd name="connsiteY2" fmla="*/ 714872 h 2879678"/>
                <a:gd name="connsiteX3" fmla="*/ 5030321 w 11761740"/>
                <a:gd name="connsiteY3" fmla="*/ 719634 h 2879678"/>
                <a:gd name="connsiteX4" fmla="*/ 5030321 w 11761740"/>
                <a:gd name="connsiteY4" fmla="*/ 1438772 h 2879678"/>
                <a:gd name="connsiteX5" fmla="*/ 3334871 w 11761740"/>
                <a:gd name="connsiteY5" fmla="*/ 1443535 h 2879678"/>
                <a:gd name="connsiteX6" fmla="*/ 3342015 w 11761740"/>
                <a:gd name="connsiteY6" fmla="*/ 2162672 h 2879678"/>
                <a:gd name="connsiteX7" fmla="*/ 2505822 w 11761740"/>
                <a:gd name="connsiteY7" fmla="*/ 2162507 h 2879678"/>
                <a:gd name="connsiteX8" fmla="*/ 2506321 w 11761740"/>
                <a:gd name="connsiteY8" fmla="*/ 2877491 h 2879678"/>
                <a:gd name="connsiteX9" fmla="*/ 1679062 w 11761740"/>
                <a:gd name="connsiteY9" fmla="*/ 2879678 h 2879678"/>
                <a:gd name="connsiteX10" fmla="*/ 1678781 w 11761740"/>
                <a:gd name="connsiteY10" fmla="*/ 1440987 h 2879678"/>
                <a:gd name="connsiteX11" fmla="*/ 5301 w 11761740"/>
                <a:gd name="connsiteY11" fmla="*/ 1442499 h 2879678"/>
                <a:gd name="connsiteX12" fmla="*/ 0 w 11761740"/>
                <a:gd name="connsiteY12" fmla="*/ 0 h 2879678"/>
                <a:gd name="connsiteX0" fmla="*/ 0 w 11767992"/>
                <a:gd name="connsiteY0" fmla="*/ 0 h 2879678"/>
                <a:gd name="connsiteX1" fmla="*/ 11761740 w 11767992"/>
                <a:gd name="connsiteY1" fmla="*/ 3175 h 2879678"/>
                <a:gd name="connsiteX2" fmla="*/ 11767671 w 11767992"/>
                <a:gd name="connsiteY2" fmla="*/ 711697 h 2879678"/>
                <a:gd name="connsiteX3" fmla="*/ 5030321 w 11767992"/>
                <a:gd name="connsiteY3" fmla="*/ 719634 h 2879678"/>
                <a:gd name="connsiteX4" fmla="*/ 5030321 w 11767992"/>
                <a:gd name="connsiteY4" fmla="*/ 1438772 h 2879678"/>
                <a:gd name="connsiteX5" fmla="*/ 3334871 w 11767992"/>
                <a:gd name="connsiteY5" fmla="*/ 1443535 h 2879678"/>
                <a:gd name="connsiteX6" fmla="*/ 3342015 w 11767992"/>
                <a:gd name="connsiteY6" fmla="*/ 2162672 h 2879678"/>
                <a:gd name="connsiteX7" fmla="*/ 2505822 w 11767992"/>
                <a:gd name="connsiteY7" fmla="*/ 2162507 h 2879678"/>
                <a:gd name="connsiteX8" fmla="*/ 2506321 w 11767992"/>
                <a:gd name="connsiteY8" fmla="*/ 2877491 h 2879678"/>
                <a:gd name="connsiteX9" fmla="*/ 1679062 w 11767992"/>
                <a:gd name="connsiteY9" fmla="*/ 2879678 h 2879678"/>
                <a:gd name="connsiteX10" fmla="*/ 1678781 w 11767992"/>
                <a:gd name="connsiteY10" fmla="*/ 1440987 h 2879678"/>
                <a:gd name="connsiteX11" fmla="*/ 5301 w 11767992"/>
                <a:gd name="connsiteY11" fmla="*/ 1442499 h 2879678"/>
                <a:gd name="connsiteX12" fmla="*/ 0 w 11767992"/>
                <a:gd name="connsiteY12" fmla="*/ 0 h 2879678"/>
                <a:gd name="connsiteX0" fmla="*/ 0 w 11762024"/>
                <a:gd name="connsiteY0" fmla="*/ 0 h 2879678"/>
                <a:gd name="connsiteX1" fmla="*/ 11761740 w 11762024"/>
                <a:gd name="connsiteY1" fmla="*/ 3175 h 2879678"/>
                <a:gd name="connsiteX2" fmla="*/ 11761321 w 11762024"/>
                <a:gd name="connsiteY2" fmla="*/ 714872 h 2879678"/>
                <a:gd name="connsiteX3" fmla="*/ 5030321 w 11762024"/>
                <a:gd name="connsiteY3" fmla="*/ 719634 h 2879678"/>
                <a:gd name="connsiteX4" fmla="*/ 5030321 w 11762024"/>
                <a:gd name="connsiteY4" fmla="*/ 1438772 h 2879678"/>
                <a:gd name="connsiteX5" fmla="*/ 3334871 w 11762024"/>
                <a:gd name="connsiteY5" fmla="*/ 1443535 h 2879678"/>
                <a:gd name="connsiteX6" fmla="*/ 3342015 w 11762024"/>
                <a:gd name="connsiteY6" fmla="*/ 2162672 h 2879678"/>
                <a:gd name="connsiteX7" fmla="*/ 2505822 w 11762024"/>
                <a:gd name="connsiteY7" fmla="*/ 2162507 h 2879678"/>
                <a:gd name="connsiteX8" fmla="*/ 2506321 w 11762024"/>
                <a:gd name="connsiteY8" fmla="*/ 2877491 h 2879678"/>
                <a:gd name="connsiteX9" fmla="*/ 1679062 w 11762024"/>
                <a:gd name="connsiteY9" fmla="*/ 2879678 h 2879678"/>
                <a:gd name="connsiteX10" fmla="*/ 1678781 w 11762024"/>
                <a:gd name="connsiteY10" fmla="*/ 1440987 h 2879678"/>
                <a:gd name="connsiteX11" fmla="*/ 5301 w 11762024"/>
                <a:gd name="connsiteY11" fmla="*/ 1442499 h 2879678"/>
                <a:gd name="connsiteX12" fmla="*/ 0 w 11762024"/>
                <a:gd name="connsiteY12" fmla="*/ 0 h 2879678"/>
                <a:gd name="csX0" fmla="*/ 0 w 11762024"/>
                <a:gd name="csY0" fmla="*/ 0 h 2879678"/>
                <a:gd name="csX1" fmla="*/ 11761740 w 11762024"/>
                <a:gd name="csY1" fmla="*/ 3175 h 2879678"/>
                <a:gd name="csX2" fmla="*/ 11761321 w 11762024"/>
                <a:gd name="csY2" fmla="*/ 714872 h 2879678"/>
                <a:gd name="csX3" fmla="*/ 5030321 w 11762024"/>
                <a:gd name="csY3" fmla="*/ 719634 h 2879678"/>
                <a:gd name="csX4" fmla="*/ 5030321 w 11762024"/>
                <a:gd name="csY4" fmla="*/ 1438772 h 2879678"/>
                <a:gd name="csX5" fmla="*/ 3334871 w 11762024"/>
                <a:gd name="csY5" fmla="*/ 1443535 h 2879678"/>
                <a:gd name="csX6" fmla="*/ 3342015 w 11762024"/>
                <a:gd name="csY6" fmla="*/ 2162672 h 2879678"/>
                <a:gd name="csX7" fmla="*/ 2505822 w 11762024"/>
                <a:gd name="csY7" fmla="*/ 2162507 h 2879678"/>
                <a:gd name="csX8" fmla="*/ 2506321 w 11762024"/>
                <a:gd name="csY8" fmla="*/ 2877491 h 2879678"/>
                <a:gd name="csX9" fmla="*/ 1679062 w 11762024"/>
                <a:gd name="csY9" fmla="*/ 2879678 h 2879678"/>
                <a:gd name="csX10" fmla="*/ 1678781 w 11762024"/>
                <a:gd name="csY10" fmla="*/ 1440987 h 2879678"/>
                <a:gd name="csX11" fmla="*/ 5301 w 11762024"/>
                <a:gd name="csY11" fmla="*/ 1442499 h 2879678"/>
                <a:gd name="csX12" fmla="*/ 0 w 11762024"/>
                <a:gd name="csY12" fmla="*/ 0 h 2879678"/>
                <a:gd name="csX0" fmla="*/ 0 w 11762024"/>
                <a:gd name="csY0" fmla="*/ 0 h 2879678"/>
                <a:gd name="csX1" fmla="*/ 11761740 w 11762024"/>
                <a:gd name="csY1" fmla="*/ 3175 h 2879678"/>
                <a:gd name="csX2" fmla="*/ 11761321 w 11762024"/>
                <a:gd name="csY2" fmla="*/ 714872 h 2879678"/>
                <a:gd name="csX3" fmla="*/ 5030321 w 11762024"/>
                <a:gd name="csY3" fmla="*/ 719634 h 2879678"/>
                <a:gd name="csX4" fmla="*/ 5030321 w 11762024"/>
                <a:gd name="csY4" fmla="*/ 1438772 h 2879678"/>
                <a:gd name="csX5" fmla="*/ 3334871 w 11762024"/>
                <a:gd name="csY5" fmla="*/ 1443535 h 2879678"/>
                <a:gd name="csX6" fmla="*/ 3342015 w 11762024"/>
                <a:gd name="csY6" fmla="*/ 2162672 h 2879678"/>
                <a:gd name="csX7" fmla="*/ 2505822 w 11762024"/>
                <a:gd name="csY7" fmla="*/ 2162507 h 2879678"/>
                <a:gd name="csX8" fmla="*/ 2506321 w 11762024"/>
                <a:gd name="csY8" fmla="*/ 2877491 h 2879678"/>
                <a:gd name="csX9" fmla="*/ 1679062 w 11762024"/>
                <a:gd name="csY9" fmla="*/ 2879678 h 2879678"/>
                <a:gd name="csX10" fmla="*/ 1678781 w 11762024"/>
                <a:gd name="csY10" fmla="*/ 1440987 h 2879678"/>
                <a:gd name="csX11" fmla="*/ 5301 w 11762024"/>
                <a:gd name="csY11" fmla="*/ 1442499 h 2879678"/>
                <a:gd name="csX12" fmla="*/ 0 w 11762024"/>
                <a:gd name="csY12" fmla="*/ 0 h 2879678"/>
                <a:gd name="csX0" fmla="*/ 0 w 11762024"/>
                <a:gd name="csY0" fmla="*/ 0 h 2879678"/>
                <a:gd name="csX1" fmla="*/ 11761740 w 11762024"/>
                <a:gd name="csY1" fmla="*/ 3175 h 2879678"/>
                <a:gd name="csX2" fmla="*/ 11761321 w 11762024"/>
                <a:gd name="csY2" fmla="*/ 714872 h 2879678"/>
                <a:gd name="csX3" fmla="*/ 5030321 w 11762024"/>
                <a:gd name="csY3" fmla="*/ 719634 h 2879678"/>
                <a:gd name="csX4" fmla="*/ 5030321 w 11762024"/>
                <a:gd name="csY4" fmla="*/ 1438772 h 2879678"/>
                <a:gd name="csX5" fmla="*/ 3334871 w 11762024"/>
                <a:gd name="csY5" fmla="*/ 1443535 h 2879678"/>
                <a:gd name="csX6" fmla="*/ 3342015 w 11762024"/>
                <a:gd name="csY6" fmla="*/ 2162672 h 2879678"/>
                <a:gd name="csX7" fmla="*/ 2505822 w 11762024"/>
                <a:gd name="csY7" fmla="*/ 2162507 h 2879678"/>
                <a:gd name="csX8" fmla="*/ 2506321 w 11762024"/>
                <a:gd name="csY8" fmla="*/ 2877491 h 2879678"/>
                <a:gd name="csX9" fmla="*/ 1679062 w 11762024"/>
                <a:gd name="csY9" fmla="*/ 2879678 h 2879678"/>
                <a:gd name="csX10" fmla="*/ 1678781 w 11762024"/>
                <a:gd name="csY10" fmla="*/ 1440987 h 2879678"/>
                <a:gd name="csX11" fmla="*/ 5301 w 11762024"/>
                <a:gd name="csY11" fmla="*/ 1442499 h 2879678"/>
                <a:gd name="csX12" fmla="*/ 0 w 11762024"/>
                <a:gd name="csY12" fmla="*/ 0 h 2879678"/>
                <a:gd name="csX0" fmla="*/ 0 w 11762024"/>
                <a:gd name="csY0" fmla="*/ 0 h 2885175"/>
                <a:gd name="csX1" fmla="*/ 11761740 w 11762024"/>
                <a:gd name="csY1" fmla="*/ 3175 h 2885175"/>
                <a:gd name="csX2" fmla="*/ 11761321 w 11762024"/>
                <a:gd name="csY2" fmla="*/ 714872 h 2885175"/>
                <a:gd name="csX3" fmla="*/ 5030321 w 11762024"/>
                <a:gd name="csY3" fmla="*/ 719634 h 2885175"/>
                <a:gd name="csX4" fmla="*/ 5030321 w 11762024"/>
                <a:gd name="csY4" fmla="*/ 1438772 h 2885175"/>
                <a:gd name="csX5" fmla="*/ 3334871 w 11762024"/>
                <a:gd name="csY5" fmla="*/ 1443535 h 2885175"/>
                <a:gd name="csX6" fmla="*/ 3342015 w 11762024"/>
                <a:gd name="csY6" fmla="*/ 2162672 h 2885175"/>
                <a:gd name="csX7" fmla="*/ 2505822 w 11762024"/>
                <a:gd name="csY7" fmla="*/ 2162507 h 2885175"/>
                <a:gd name="csX8" fmla="*/ 3320828 w 11762024"/>
                <a:gd name="csY8" fmla="*/ 2885175 h 2885175"/>
                <a:gd name="csX9" fmla="*/ 1679062 w 11762024"/>
                <a:gd name="csY9" fmla="*/ 2879678 h 2885175"/>
                <a:gd name="csX10" fmla="*/ 1678781 w 11762024"/>
                <a:gd name="csY10" fmla="*/ 1440987 h 2885175"/>
                <a:gd name="csX11" fmla="*/ 5301 w 11762024"/>
                <a:gd name="csY11" fmla="*/ 1442499 h 2885175"/>
                <a:gd name="csX12" fmla="*/ 0 w 11762024"/>
                <a:gd name="csY12" fmla="*/ 0 h 2885175"/>
                <a:gd name="csX0" fmla="*/ 0 w 11762024"/>
                <a:gd name="csY0" fmla="*/ 0 h 2937289"/>
                <a:gd name="csX1" fmla="*/ 11761740 w 11762024"/>
                <a:gd name="csY1" fmla="*/ 3175 h 2937289"/>
                <a:gd name="csX2" fmla="*/ 11761321 w 11762024"/>
                <a:gd name="csY2" fmla="*/ 714872 h 2937289"/>
                <a:gd name="csX3" fmla="*/ 5030321 w 11762024"/>
                <a:gd name="csY3" fmla="*/ 719634 h 2937289"/>
                <a:gd name="csX4" fmla="*/ 5030321 w 11762024"/>
                <a:gd name="csY4" fmla="*/ 1438772 h 2937289"/>
                <a:gd name="csX5" fmla="*/ 3334871 w 11762024"/>
                <a:gd name="csY5" fmla="*/ 1443535 h 2937289"/>
                <a:gd name="csX6" fmla="*/ 3342015 w 11762024"/>
                <a:gd name="csY6" fmla="*/ 2162672 h 2937289"/>
                <a:gd name="csX7" fmla="*/ 3320828 w 11762024"/>
                <a:gd name="csY7" fmla="*/ 2885175 h 2937289"/>
                <a:gd name="csX8" fmla="*/ 1679062 w 11762024"/>
                <a:gd name="csY8" fmla="*/ 2879678 h 2937289"/>
                <a:gd name="csX9" fmla="*/ 1678781 w 11762024"/>
                <a:gd name="csY9" fmla="*/ 1440987 h 2937289"/>
                <a:gd name="csX10" fmla="*/ 5301 w 11762024"/>
                <a:gd name="csY10" fmla="*/ 1442499 h 2937289"/>
                <a:gd name="csX11" fmla="*/ 0 w 11762024"/>
                <a:gd name="csY11" fmla="*/ 0 h 2937289"/>
                <a:gd name="csX0" fmla="*/ 0 w 11762024"/>
                <a:gd name="csY0" fmla="*/ 0 h 2937289"/>
                <a:gd name="csX1" fmla="*/ 11761740 w 11762024"/>
                <a:gd name="csY1" fmla="*/ 3175 h 2937289"/>
                <a:gd name="csX2" fmla="*/ 11761321 w 11762024"/>
                <a:gd name="csY2" fmla="*/ 714872 h 2937289"/>
                <a:gd name="csX3" fmla="*/ 5030321 w 11762024"/>
                <a:gd name="csY3" fmla="*/ 719634 h 2937289"/>
                <a:gd name="csX4" fmla="*/ 5030321 w 11762024"/>
                <a:gd name="csY4" fmla="*/ 1438772 h 2937289"/>
                <a:gd name="csX5" fmla="*/ 3334871 w 11762024"/>
                <a:gd name="csY5" fmla="*/ 1443535 h 2937289"/>
                <a:gd name="csX6" fmla="*/ 3342015 w 11762024"/>
                <a:gd name="csY6" fmla="*/ 2162672 h 2937289"/>
                <a:gd name="csX7" fmla="*/ 3320828 w 11762024"/>
                <a:gd name="csY7" fmla="*/ 2885175 h 2937289"/>
                <a:gd name="csX8" fmla="*/ 1679062 w 11762024"/>
                <a:gd name="csY8" fmla="*/ 2879678 h 2937289"/>
                <a:gd name="csX9" fmla="*/ 1678781 w 11762024"/>
                <a:gd name="csY9" fmla="*/ 1440987 h 2937289"/>
                <a:gd name="csX10" fmla="*/ 5301 w 11762024"/>
                <a:gd name="csY10" fmla="*/ 1442499 h 2937289"/>
                <a:gd name="csX11" fmla="*/ 0 w 11762024"/>
                <a:gd name="csY11" fmla="*/ 0 h 2937289"/>
                <a:gd name="csX0" fmla="*/ 0 w 11762024"/>
                <a:gd name="csY0" fmla="*/ 0 h 2937289"/>
                <a:gd name="csX1" fmla="*/ 11761740 w 11762024"/>
                <a:gd name="csY1" fmla="*/ 3175 h 2937289"/>
                <a:gd name="csX2" fmla="*/ 11761321 w 11762024"/>
                <a:gd name="csY2" fmla="*/ 714872 h 2937289"/>
                <a:gd name="csX3" fmla="*/ 5030321 w 11762024"/>
                <a:gd name="csY3" fmla="*/ 719634 h 2937289"/>
                <a:gd name="csX4" fmla="*/ 5030321 w 11762024"/>
                <a:gd name="csY4" fmla="*/ 1438772 h 2937289"/>
                <a:gd name="csX5" fmla="*/ 3334871 w 11762024"/>
                <a:gd name="csY5" fmla="*/ 1443535 h 2937289"/>
                <a:gd name="csX6" fmla="*/ 3342015 w 11762024"/>
                <a:gd name="csY6" fmla="*/ 2162672 h 2937289"/>
                <a:gd name="csX7" fmla="*/ 3320828 w 11762024"/>
                <a:gd name="csY7" fmla="*/ 2885175 h 2937289"/>
                <a:gd name="csX8" fmla="*/ 1679062 w 11762024"/>
                <a:gd name="csY8" fmla="*/ 2879678 h 2937289"/>
                <a:gd name="csX9" fmla="*/ 1678781 w 11762024"/>
                <a:gd name="csY9" fmla="*/ 1440987 h 2937289"/>
                <a:gd name="csX10" fmla="*/ 5301 w 11762024"/>
                <a:gd name="csY10" fmla="*/ 1442499 h 2937289"/>
                <a:gd name="csX11" fmla="*/ 0 w 11762024"/>
                <a:gd name="csY11" fmla="*/ 0 h 2937289"/>
                <a:gd name="csX0" fmla="*/ 0 w 11762024"/>
                <a:gd name="csY0" fmla="*/ 0 h 2895486"/>
                <a:gd name="csX1" fmla="*/ 11761740 w 11762024"/>
                <a:gd name="csY1" fmla="*/ 3175 h 2895486"/>
                <a:gd name="csX2" fmla="*/ 11761321 w 11762024"/>
                <a:gd name="csY2" fmla="*/ 714872 h 2895486"/>
                <a:gd name="csX3" fmla="*/ 5030321 w 11762024"/>
                <a:gd name="csY3" fmla="*/ 719634 h 2895486"/>
                <a:gd name="csX4" fmla="*/ 5030321 w 11762024"/>
                <a:gd name="csY4" fmla="*/ 1438772 h 2895486"/>
                <a:gd name="csX5" fmla="*/ 3334871 w 11762024"/>
                <a:gd name="csY5" fmla="*/ 1443535 h 2895486"/>
                <a:gd name="csX6" fmla="*/ 3342015 w 11762024"/>
                <a:gd name="csY6" fmla="*/ 2162672 h 2895486"/>
                <a:gd name="csX7" fmla="*/ 1679062 w 11762024"/>
                <a:gd name="csY7" fmla="*/ 2879678 h 2895486"/>
                <a:gd name="csX8" fmla="*/ 1678781 w 11762024"/>
                <a:gd name="csY8" fmla="*/ 1440987 h 2895486"/>
                <a:gd name="csX9" fmla="*/ 5301 w 11762024"/>
                <a:gd name="csY9" fmla="*/ 1442499 h 2895486"/>
                <a:gd name="csX10" fmla="*/ 0 w 11762024"/>
                <a:gd name="csY10" fmla="*/ 0 h 2895486"/>
                <a:gd name="csX0" fmla="*/ 0 w 11762024"/>
                <a:gd name="csY0" fmla="*/ 0 h 2162672"/>
                <a:gd name="csX1" fmla="*/ 11761740 w 11762024"/>
                <a:gd name="csY1" fmla="*/ 3175 h 2162672"/>
                <a:gd name="csX2" fmla="*/ 11761321 w 11762024"/>
                <a:gd name="csY2" fmla="*/ 714872 h 2162672"/>
                <a:gd name="csX3" fmla="*/ 5030321 w 11762024"/>
                <a:gd name="csY3" fmla="*/ 719634 h 2162672"/>
                <a:gd name="csX4" fmla="*/ 5030321 w 11762024"/>
                <a:gd name="csY4" fmla="*/ 1438772 h 2162672"/>
                <a:gd name="csX5" fmla="*/ 3334871 w 11762024"/>
                <a:gd name="csY5" fmla="*/ 1443535 h 2162672"/>
                <a:gd name="csX6" fmla="*/ 3342015 w 11762024"/>
                <a:gd name="csY6" fmla="*/ 2162672 h 2162672"/>
                <a:gd name="csX7" fmla="*/ 1678781 w 11762024"/>
                <a:gd name="csY7" fmla="*/ 1440987 h 2162672"/>
                <a:gd name="csX8" fmla="*/ 5301 w 11762024"/>
                <a:gd name="csY8" fmla="*/ 1442499 h 2162672"/>
                <a:gd name="csX9" fmla="*/ 0 w 11762024"/>
                <a:gd name="csY9" fmla="*/ 0 h 2162672"/>
                <a:gd name="csX0" fmla="*/ 0 w 11762024"/>
                <a:gd name="csY0" fmla="*/ 0 h 2436934"/>
                <a:gd name="csX1" fmla="*/ 11761740 w 11762024"/>
                <a:gd name="csY1" fmla="*/ 3175 h 2436934"/>
                <a:gd name="csX2" fmla="*/ 11761321 w 11762024"/>
                <a:gd name="csY2" fmla="*/ 714872 h 2436934"/>
                <a:gd name="csX3" fmla="*/ 5030321 w 11762024"/>
                <a:gd name="csY3" fmla="*/ 719634 h 2436934"/>
                <a:gd name="csX4" fmla="*/ 5030321 w 11762024"/>
                <a:gd name="csY4" fmla="*/ 1438772 h 2436934"/>
                <a:gd name="csX5" fmla="*/ 3334871 w 11762024"/>
                <a:gd name="csY5" fmla="*/ 1443535 h 2436934"/>
                <a:gd name="csX6" fmla="*/ 3342015 w 11762024"/>
                <a:gd name="csY6" fmla="*/ 2162672 h 2436934"/>
                <a:gd name="csX7" fmla="*/ 2750704 w 11762024"/>
                <a:gd name="csY7" fmla="*/ 2413017 h 2436934"/>
                <a:gd name="csX8" fmla="*/ 5301 w 11762024"/>
                <a:gd name="csY8" fmla="*/ 1442499 h 2436934"/>
                <a:gd name="csX9" fmla="*/ 0 w 11762024"/>
                <a:gd name="csY9" fmla="*/ 0 h 2436934"/>
                <a:gd name="csX0" fmla="*/ 0 w 11762024"/>
                <a:gd name="csY0" fmla="*/ 0 h 2413017"/>
                <a:gd name="csX1" fmla="*/ 11761740 w 11762024"/>
                <a:gd name="csY1" fmla="*/ 3175 h 2413017"/>
                <a:gd name="csX2" fmla="*/ 11761321 w 11762024"/>
                <a:gd name="csY2" fmla="*/ 714872 h 2413017"/>
                <a:gd name="csX3" fmla="*/ 5030321 w 11762024"/>
                <a:gd name="csY3" fmla="*/ 719634 h 2413017"/>
                <a:gd name="csX4" fmla="*/ 5030321 w 11762024"/>
                <a:gd name="csY4" fmla="*/ 1438772 h 2413017"/>
                <a:gd name="csX5" fmla="*/ 3334871 w 11762024"/>
                <a:gd name="csY5" fmla="*/ 1443535 h 2413017"/>
                <a:gd name="csX6" fmla="*/ 2750704 w 11762024"/>
                <a:gd name="csY6" fmla="*/ 2413017 h 2413017"/>
                <a:gd name="csX7" fmla="*/ 5301 w 11762024"/>
                <a:gd name="csY7" fmla="*/ 1442499 h 2413017"/>
                <a:gd name="csX8" fmla="*/ 0 w 11762024"/>
                <a:gd name="csY8" fmla="*/ 0 h 2413017"/>
                <a:gd name="csX0" fmla="*/ 0 w 11762024"/>
                <a:gd name="csY0" fmla="*/ 0 h 1549835"/>
                <a:gd name="csX1" fmla="*/ 11761740 w 11762024"/>
                <a:gd name="csY1" fmla="*/ 3175 h 1549835"/>
                <a:gd name="csX2" fmla="*/ 11761321 w 11762024"/>
                <a:gd name="csY2" fmla="*/ 714872 h 1549835"/>
                <a:gd name="csX3" fmla="*/ 5030321 w 11762024"/>
                <a:gd name="csY3" fmla="*/ 719634 h 1549835"/>
                <a:gd name="csX4" fmla="*/ 5030321 w 11762024"/>
                <a:gd name="csY4" fmla="*/ 1438772 h 1549835"/>
                <a:gd name="csX5" fmla="*/ 3334871 w 11762024"/>
                <a:gd name="csY5" fmla="*/ 1443535 h 1549835"/>
                <a:gd name="csX6" fmla="*/ 5301 w 11762024"/>
                <a:gd name="csY6" fmla="*/ 1442499 h 1549835"/>
                <a:gd name="csX7" fmla="*/ 0 w 11762024"/>
                <a:gd name="csY7" fmla="*/ 0 h 1549835"/>
                <a:gd name="csX0" fmla="*/ 302140 w 12064164"/>
                <a:gd name="csY0" fmla="*/ 0 h 1443535"/>
                <a:gd name="csX1" fmla="*/ 12063880 w 12064164"/>
                <a:gd name="csY1" fmla="*/ 3175 h 1443535"/>
                <a:gd name="csX2" fmla="*/ 12063461 w 12064164"/>
                <a:gd name="csY2" fmla="*/ 714872 h 1443535"/>
                <a:gd name="csX3" fmla="*/ 5332461 w 12064164"/>
                <a:gd name="csY3" fmla="*/ 719634 h 1443535"/>
                <a:gd name="csX4" fmla="*/ 5332461 w 12064164"/>
                <a:gd name="csY4" fmla="*/ 1438772 h 1443535"/>
                <a:gd name="csX5" fmla="*/ 3637011 w 12064164"/>
                <a:gd name="csY5" fmla="*/ 1443535 h 1443535"/>
                <a:gd name="csX6" fmla="*/ 302140 w 12064164"/>
                <a:gd name="csY6" fmla="*/ 0 h 1443535"/>
                <a:gd name="csX0" fmla="*/ 0 w 11762024"/>
                <a:gd name="csY0" fmla="*/ 0 h 1438772"/>
                <a:gd name="csX1" fmla="*/ 11761740 w 11762024"/>
                <a:gd name="csY1" fmla="*/ 3175 h 1438772"/>
                <a:gd name="csX2" fmla="*/ 11761321 w 11762024"/>
                <a:gd name="csY2" fmla="*/ 714872 h 1438772"/>
                <a:gd name="csX3" fmla="*/ 5030321 w 11762024"/>
                <a:gd name="csY3" fmla="*/ 719634 h 1438772"/>
                <a:gd name="csX4" fmla="*/ 5030321 w 11762024"/>
                <a:gd name="csY4" fmla="*/ 1438772 h 1438772"/>
                <a:gd name="csX5" fmla="*/ 0 w 11762024"/>
                <a:gd name="csY5" fmla="*/ 0 h 1438772"/>
                <a:gd name="csX0" fmla="*/ 0 w 11762024"/>
                <a:gd name="csY0" fmla="*/ 0 h 1438772"/>
                <a:gd name="csX1" fmla="*/ 11761740 w 11762024"/>
                <a:gd name="csY1" fmla="*/ 3175 h 1438772"/>
                <a:gd name="csX2" fmla="*/ 11761321 w 11762024"/>
                <a:gd name="csY2" fmla="*/ 714872 h 1438772"/>
                <a:gd name="csX3" fmla="*/ 5030321 w 11762024"/>
                <a:gd name="csY3" fmla="*/ 719634 h 1438772"/>
                <a:gd name="csX4" fmla="*/ 5030321 w 11762024"/>
                <a:gd name="csY4" fmla="*/ 1438772 h 1438772"/>
                <a:gd name="csX5" fmla="*/ 0 w 11762024"/>
                <a:gd name="csY5" fmla="*/ 0 h 1438772"/>
                <a:gd name="csX0" fmla="*/ 8123 w 11770147"/>
                <a:gd name="csY0" fmla="*/ 0 h 1438772"/>
                <a:gd name="csX1" fmla="*/ 0 w 11770147"/>
                <a:gd name="csY1" fmla="*/ 19308 h 1438772"/>
                <a:gd name="csX2" fmla="*/ 11769863 w 11770147"/>
                <a:gd name="csY2" fmla="*/ 3175 h 1438772"/>
                <a:gd name="csX3" fmla="*/ 11769444 w 11770147"/>
                <a:gd name="csY3" fmla="*/ 714872 h 1438772"/>
                <a:gd name="csX4" fmla="*/ 5038444 w 11770147"/>
                <a:gd name="csY4" fmla="*/ 719634 h 1438772"/>
                <a:gd name="csX5" fmla="*/ 5038444 w 11770147"/>
                <a:gd name="csY5" fmla="*/ 1438772 h 1438772"/>
                <a:gd name="csX6" fmla="*/ 8123 w 11770147"/>
                <a:gd name="csY6" fmla="*/ 0 h 1438772"/>
                <a:gd name="csX0" fmla="*/ 15807 w 11770147"/>
                <a:gd name="csY0" fmla="*/ 1437581 h 1437581"/>
                <a:gd name="csX1" fmla="*/ 0 w 11770147"/>
                <a:gd name="csY1" fmla="*/ 16133 h 1437581"/>
                <a:gd name="csX2" fmla="*/ 11769863 w 11770147"/>
                <a:gd name="csY2" fmla="*/ 0 h 1437581"/>
                <a:gd name="csX3" fmla="*/ 11769444 w 11770147"/>
                <a:gd name="csY3" fmla="*/ 711697 h 1437581"/>
                <a:gd name="csX4" fmla="*/ 5038444 w 11770147"/>
                <a:gd name="csY4" fmla="*/ 716459 h 1437581"/>
                <a:gd name="csX5" fmla="*/ 5038444 w 11770147"/>
                <a:gd name="csY5" fmla="*/ 1435597 h 1437581"/>
                <a:gd name="csX6" fmla="*/ 15807 w 11770147"/>
                <a:gd name="csY6" fmla="*/ 1437581 h 1437581"/>
                <a:gd name="csX0" fmla="*/ 15807 w 11770147"/>
                <a:gd name="csY0" fmla="*/ 1437581 h 1437581"/>
                <a:gd name="csX1" fmla="*/ 0 w 11770147"/>
                <a:gd name="csY1" fmla="*/ 16133 h 1437581"/>
                <a:gd name="csX2" fmla="*/ 11769863 w 11770147"/>
                <a:gd name="csY2" fmla="*/ 0 h 1437581"/>
                <a:gd name="csX3" fmla="*/ 11769444 w 11770147"/>
                <a:gd name="csY3" fmla="*/ 734749 h 1437581"/>
                <a:gd name="csX4" fmla="*/ 5038444 w 11770147"/>
                <a:gd name="csY4" fmla="*/ 716459 h 1437581"/>
                <a:gd name="csX5" fmla="*/ 5038444 w 11770147"/>
                <a:gd name="csY5" fmla="*/ 1435597 h 1437581"/>
                <a:gd name="csX6" fmla="*/ 15807 w 11770147"/>
                <a:gd name="csY6" fmla="*/ 1437581 h 1437581"/>
                <a:gd name="csX0" fmla="*/ 15807 w 11770147"/>
                <a:gd name="csY0" fmla="*/ 1437581 h 1437581"/>
                <a:gd name="csX1" fmla="*/ 0 w 11770147"/>
                <a:gd name="csY1" fmla="*/ 16133 h 1437581"/>
                <a:gd name="csX2" fmla="*/ 11769863 w 11770147"/>
                <a:gd name="csY2" fmla="*/ 0 h 1437581"/>
                <a:gd name="csX3" fmla="*/ 11769444 w 11770147"/>
                <a:gd name="csY3" fmla="*/ 719381 h 1437581"/>
                <a:gd name="csX4" fmla="*/ 5038444 w 11770147"/>
                <a:gd name="csY4" fmla="*/ 716459 h 1437581"/>
                <a:gd name="csX5" fmla="*/ 5038444 w 11770147"/>
                <a:gd name="csY5" fmla="*/ 1435597 h 1437581"/>
                <a:gd name="csX6" fmla="*/ 15807 w 11770147"/>
                <a:gd name="csY6" fmla="*/ 1437581 h 1437581"/>
                <a:gd name="csX0" fmla="*/ 15807 w 11770147"/>
                <a:gd name="csY0" fmla="*/ 1437581 h 1437581"/>
                <a:gd name="csX1" fmla="*/ 0 w 11770147"/>
                <a:gd name="csY1" fmla="*/ 16133 h 1437581"/>
                <a:gd name="csX2" fmla="*/ 11769863 w 11770147"/>
                <a:gd name="csY2" fmla="*/ 0 h 1437581"/>
                <a:gd name="csX3" fmla="*/ 11769444 w 11770147"/>
                <a:gd name="csY3" fmla="*/ 719381 h 1437581"/>
                <a:gd name="csX4" fmla="*/ 5038444 w 11770147"/>
                <a:gd name="csY4" fmla="*/ 716459 h 1437581"/>
                <a:gd name="csX5" fmla="*/ 5038444 w 11770147"/>
                <a:gd name="csY5" fmla="*/ 1435597 h 1437581"/>
                <a:gd name="csX6" fmla="*/ 15807 w 11770147"/>
                <a:gd name="csY6" fmla="*/ 1437581 h 1437581"/>
                <a:gd name="csX0" fmla="*/ 15807 w 11770147"/>
                <a:gd name="csY0" fmla="*/ 1437581 h 1437581"/>
                <a:gd name="csX1" fmla="*/ 0 w 11770147"/>
                <a:gd name="csY1" fmla="*/ 16133 h 1437581"/>
                <a:gd name="csX2" fmla="*/ 11769863 w 11770147"/>
                <a:gd name="csY2" fmla="*/ 0 h 1437581"/>
                <a:gd name="csX3" fmla="*/ 11769444 w 11770147"/>
                <a:gd name="csY3" fmla="*/ 719381 h 1437581"/>
                <a:gd name="csX4" fmla="*/ 5038444 w 11770147"/>
                <a:gd name="csY4" fmla="*/ 716459 h 1437581"/>
                <a:gd name="csX5" fmla="*/ 5038444 w 11770147"/>
                <a:gd name="csY5" fmla="*/ 1435597 h 1437581"/>
                <a:gd name="csX6" fmla="*/ 3330852 w 11770147"/>
                <a:gd name="csY6" fmla="*/ 1435926 h 1437581"/>
                <a:gd name="csX7" fmla="*/ 15807 w 11770147"/>
                <a:gd name="csY7" fmla="*/ 1437581 h 1437581"/>
                <a:gd name="csX0" fmla="*/ 15807 w 11770147"/>
                <a:gd name="csY0" fmla="*/ 1437581 h 1437581"/>
                <a:gd name="csX1" fmla="*/ 0 w 11770147"/>
                <a:gd name="csY1" fmla="*/ 16133 h 1437581"/>
                <a:gd name="csX2" fmla="*/ 11769863 w 11770147"/>
                <a:gd name="csY2" fmla="*/ 0 h 1437581"/>
                <a:gd name="csX3" fmla="*/ 11769444 w 11770147"/>
                <a:gd name="csY3" fmla="*/ 719381 h 1437581"/>
                <a:gd name="csX4" fmla="*/ 5038444 w 11770147"/>
                <a:gd name="csY4" fmla="*/ 716459 h 1437581"/>
                <a:gd name="csX5" fmla="*/ 5038444 w 11770147"/>
                <a:gd name="csY5" fmla="*/ 1435597 h 1437581"/>
                <a:gd name="csX6" fmla="*/ 3327010 w 11770147"/>
                <a:gd name="csY6" fmla="*/ 1424400 h 1437581"/>
                <a:gd name="csX7" fmla="*/ 15807 w 11770147"/>
                <a:gd name="csY7" fmla="*/ 1437581 h 1437581"/>
                <a:gd name="csX0" fmla="*/ 15807 w 11770147"/>
                <a:gd name="csY0" fmla="*/ 1437581 h 1437581"/>
                <a:gd name="csX1" fmla="*/ 0 w 11770147"/>
                <a:gd name="csY1" fmla="*/ 16133 h 1437581"/>
                <a:gd name="csX2" fmla="*/ 11769863 w 11770147"/>
                <a:gd name="csY2" fmla="*/ 0 h 1437581"/>
                <a:gd name="csX3" fmla="*/ 11769444 w 11770147"/>
                <a:gd name="csY3" fmla="*/ 719381 h 1437581"/>
                <a:gd name="csX4" fmla="*/ 5038444 w 11770147"/>
                <a:gd name="csY4" fmla="*/ 716459 h 1437581"/>
                <a:gd name="csX5" fmla="*/ 5038444 w 11770147"/>
                <a:gd name="csY5" fmla="*/ 1435597 h 1437581"/>
                <a:gd name="csX6" fmla="*/ 3327010 w 11770147"/>
                <a:gd name="csY6" fmla="*/ 1424400 h 1437581"/>
                <a:gd name="csX7" fmla="*/ 1682627 w 11770147"/>
                <a:gd name="csY7" fmla="*/ 1432084 h 1437581"/>
                <a:gd name="csX8" fmla="*/ 15807 w 11770147"/>
                <a:gd name="csY8" fmla="*/ 1437581 h 1437581"/>
                <a:gd name="csX0" fmla="*/ 1682627 w 11770147"/>
                <a:gd name="csY0" fmla="*/ 1432084 h 1523524"/>
                <a:gd name="csX1" fmla="*/ 15807 w 11770147"/>
                <a:gd name="csY1" fmla="*/ 1437581 h 1523524"/>
                <a:gd name="csX2" fmla="*/ 0 w 11770147"/>
                <a:gd name="csY2" fmla="*/ 16133 h 1523524"/>
                <a:gd name="csX3" fmla="*/ 11769863 w 11770147"/>
                <a:gd name="csY3" fmla="*/ 0 h 1523524"/>
                <a:gd name="csX4" fmla="*/ 11769444 w 11770147"/>
                <a:gd name="csY4" fmla="*/ 719381 h 1523524"/>
                <a:gd name="csX5" fmla="*/ 5038444 w 11770147"/>
                <a:gd name="csY5" fmla="*/ 716459 h 1523524"/>
                <a:gd name="csX6" fmla="*/ 5038444 w 11770147"/>
                <a:gd name="csY6" fmla="*/ 1435597 h 1523524"/>
                <a:gd name="csX7" fmla="*/ 3327010 w 11770147"/>
                <a:gd name="csY7" fmla="*/ 1424400 h 1523524"/>
                <a:gd name="csX8" fmla="*/ 1774067 w 11770147"/>
                <a:gd name="csY8" fmla="*/ 1523524 h 1523524"/>
                <a:gd name="csX0" fmla="*/ 1682627 w 11770147"/>
                <a:gd name="csY0" fmla="*/ 1432084 h 2683814"/>
                <a:gd name="csX1" fmla="*/ 15807 w 11770147"/>
                <a:gd name="csY1" fmla="*/ 1437581 h 2683814"/>
                <a:gd name="csX2" fmla="*/ 0 w 11770147"/>
                <a:gd name="csY2" fmla="*/ 16133 h 2683814"/>
                <a:gd name="csX3" fmla="*/ 11769863 w 11770147"/>
                <a:gd name="csY3" fmla="*/ 0 h 2683814"/>
                <a:gd name="csX4" fmla="*/ 11769444 w 11770147"/>
                <a:gd name="csY4" fmla="*/ 719381 h 2683814"/>
                <a:gd name="csX5" fmla="*/ 5038444 w 11770147"/>
                <a:gd name="csY5" fmla="*/ 716459 h 2683814"/>
                <a:gd name="csX6" fmla="*/ 5038444 w 11770147"/>
                <a:gd name="csY6" fmla="*/ 1435597 h 2683814"/>
                <a:gd name="csX7" fmla="*/ 3327010 w 11770147"/>
                <a:gd name="csY7" fmla="*/ 1424400 h 2683814"/>
                <a:gd name="csX8" fmla="*/ 3084195 w 11770147"/>
                <a:gd name="csY8" fmla="*/ 2683814 h 2683814"/>
                <a:gd name="csX0" fmla="*/ 1682627 w 11770147"/>
                <a:gd name="csY0" fmla="*/ 1432084 h 2683814"/>
                <a:gd name="csX1" fmla="*/ 15807 w 11770147"/>
                <a:gd name="csY1" fmla="*/ 1437581 h 2683814"/>
                <a:gd name="csX2" fmla="*/ 0 w 11770147"/>
                <a:gd name="csY2" fmla="*/ 16133 h 2683814"/>
                <a:gd name="csX3" fmla="*/ 11769863 w 11770147"/>
                <a:gd name="csY3" fmla="*/ 0 h 2683814"/>
                <a:gd name="csX4" fmla="*/ 11769444 w 11770147"/>
                <a:gd name="csY4" fmla="*/ 719381 h 2683814"/>
                <a:gd name="csX5" fmla="*/ 5038444 w 11770147"/>
                <a:gd name="csY5" fmla="*/ 716459 h 2683814"/>
                <a:gd name="csX6" fmla="*/ 5038444 w 11770147"/>
                <a:gd name="csY6" fmla="*/ 1435597 h 2683814"/>
                <a:gd name="csX7" fmla="*/ 3327010 w 11770147"/>
                <a:gd name="csY7" fmla="*/ 1424400 h 2683814"/>
                <a:gd name="csX8" fmla="*/ 3084195 w 11770147"/>
                <a:gd name="csY8" fmla="*/ 2683814 h 2683814"/>
                <a:gd name="csX0" fmla="*/ 1682627 w 11770147"/>
                <a:gd name="csY0" fmla="*/ 1432084 h 2752971"/>
                <a:gd name="csX1" fmla="*/ 15807 w 11770147"/>
                <a:gd name="csY1" fmla="*/ 1437581 h 2752971"/>
                <a:gd name="csX2" fmla="*/ 0 w 11770147"/>
                <a:gd name="csY2" fmla="*/ 16133 h 2752971"/>
                <a:gd name="csX3" fmla="*/ 11769863 w 11770147"/>
                <a:gd name="csY3" fmla="*/ 0 h 2752971"/>
                <a:gd name="csX4" fmla="*/ 11769444 w 11770147"/>
                <a:gd name="csY4" fmla="*/ 719381 h 2752971"/>
                <a:gd name="csX5" fmla="*/ 5038444 w 11770147"/>
                <a:gd name="csY5" fmla="*/ 716459 h 2752971"/>
                <a:gd name="csX6" fmla="*/ 5038444 w 11770147"/>
                <a:gd name="csY6" fmla="*/ 1435597 h 2752971"/>
                <a:gd name="csX7" fmla="*/ 3327010 w 11770147"/>
                <a:gd name="csY7" fmla="*/ 1424400 h 2752971"/>
                <a:gd name="csX8" fmla="*/ 3095721 w 11770147"/>
                <a:gd name="csY8" fmla="*/ 2752971 h 2752971"/>
                <a:gd name="csX0" fmla="*/ 1682627 w 11770147"/>
                <a:gd name="csY0" fmla="*/ 1432084 h 2879757"/>
                <a:gd name="csX1" fmla="*/ 15807 w 11770147"/>
                <a:gd name="csY1" fmla="*/ 1437581 h 2879757"/>
                <a:gd name="csX2" fmla="*/ 0 w 11770147"/>
                <a:gd name="csY2" fmla="*/ 16133 h 2879757"/>
                <a:gd name="csX3" fmla="*/ 11769863 w 11770147"/>
                <a:gd name="csY3" fmla="*/ 0 h 2879757"/>
                <a:gd name="csX4" fmla="*/ 11769444 w 11770147"/>
                <a:gd name="csY4" fmla="*/ 719381 h 2879757"/>
                <a:gd name="csX5" fmla="*/ 5038444 w 11770147"/>
                <a:gd name="csY5" fmla="*/ 716459 h 2879757"/>
                <a:gd name="csX6" fmla="*/ 5038444 w 11770147"/>
                <a:gd name="csY6" fmla="*/ 1435597 h 2879757"/>
                <a:gd name="csX7" fmla="*/ 3327010 w 11770147"/>
                <a:gd name="csY7" fmla="*/ 1424400 h 2879757"/>
                <a:gd name="csX8" fmla="*/ 1708753 w 11770147"/>
                <a:gd name="csY8" fmla="*/ 2879757 h 2879757"/>
                <a:gd name="csX0" fmla="*/ 1682627 w 11770147"/>
                <a:gd name="csY0" fmla="*/ 1432084 h 2988893"/>
                <a:gd name="csX1" fmla="*/ 15807 w 11770147"/>
                <a:gd name="csY1" fmla="*/ 1437581 h 2988893"/>
                <a:gd name="csX2" fmla="*/ 0 w 11770147"/>
                <a:gd name="csY2" fmla="*/ 16133 h 2988893"/>
                <a:gd name="csX3" fmla="*/ 11769863 w 11770147"/>
                <a:gd name="csY3" fmla="*/ 0 h 2988893"/>
                <a:gd name="csX4" fmla="*/ 11769444 w 11770147"/>
                <a:gd name="csY4" fmla="*/ 719381 h 2988893"/>
                <a:gd name="csX5" fmla="*/ 5038444 w 11770147"/>
                <a:gd name="csY5" fmla="*/ 716459 h 2988893"/>
                <a:gd name="csX6" fmla="*/ 5038444 w 11770147"/>
                <a:gd name="csY6" fmla="*/ 1435597 h 2988893"/>
                <a:gd name="csX7" fmla="*/ 3327010 w 11770147"/>
                <a:gd name="csY7" fmla="*/ 1424400 h 2988893"/>
                <a:gd name="csX8" fmla="*/ 1708753 w 11770147"/>
                <a:gd name="csY8" fmla="*/ 2879757 h 2988893"/>
                <a:gd name="csX9" fmla="*/ 1713363 w 11770147"/>
                <a:gd name="csY9" fmla="*/ 2884365 h 2988893"/>
                <a:gd name="csX0" fmla="*/ 1682627 w 11770147"/>
                <a:gd name="csY0" fmla="*/ 1432084 h 2988893"/>
                <a:gd name="csX1" fmla="*/ 15807 w 11770147"/>
                <a:gd name="csY1" fmla="*/ 1437581 h 2988893"/>
                <a:gd name="csX2" fmla="*/ 0 w 11770147"/>
                <a:gd name="csY2" fmla="*/ 16133 h 2988893"/>
                <a:gd name="csX3" fmla="*/ 11769863 w 11770147"/>
                <a:gd name="csY3" fmla="*/ 0 h 2988893"/>
                <a:gd name="csX4" fmla="*/ 11769444 w 11770147"/>
                <a:gd name="csY4" fmla="*/ 719381 h 2988893"/>
                <a:gd name="csX5" fmla="*/ 5038444 w 11770147"/>
                <a:gd name="csY5" fmla="*/ 716459 h 2988893"/>
                <a:gd name="csX6" fmla="*/ 5038444 w 11770147"/>
                <a:gd name="csY6" fmla="*/ 1435597 h 2988893"/>
                <a:gd name="csX7" fmla="*/ 3327010 w 11770147"/>
                <a:gd name="csY7" fmla="*/ 1424400 h 2988893"/>
                <a:gd name="csX8" fmla="*/ 1708753 w 11770147"/>
                <a:gd name="csY8" fmla="*/ 2879757 h 2988893"/>
                <a:gd name="csX9" fmla="*/ 1713363 w 11770147"/>
                <a:gd name="csY9" fmla="*/ 2884365 h 2988893"/>
                <a:gd name="csX0" fmla="*/ 1682627 w 11770147"/>
                <a:gd name="csY0" fmla="*/ 1432084 h 2988893"/>
                <a:gd name="csX1" fmla="*/ 15807 w 11770147"/>
                <a:gd name="csY1" fmla="*/ 1437581 h 2988893"/>
                <a:gd name="csX2" fmla="*/ 0 w 11770147"/>
                <a:gd name="csY2" fmla="*/ 16133 h 2988893"/>
                <a:gd name="csX3" fmla="*/ 11769863 w 11770147"/>
                <a:gd name="csY3" fmla="*/ 0 h 2988893"/>
                <a:gd name="csX4" fmla="*/ 11769444 w 11770147"/>
                <a:gd name="csY4" fmla="*/ 719381 h 2988893"/>
                <a:gd name="csX5" fmla="*/ 5038444 w 11770147"/>
                <a:gd name="csY5" fmla="*/ 716459 h 2988893"/>
                <a:gd name="csX6" fmla="*/ 5038444 w 11770147"/>
                <a:gd name="csY6" fmla="*/ 1435597 h 2988893"/>
                <a:gd name="csX7" fmla="*/ 3327010 w 11770147"/>
                <a:gd name="csY7" fmla="*/ 1424400 h 2988893"/>
                <a:gd name="csX8" fmla="*/ 2531713 w 11770147"/>
                <a:gd name="csY8" fmla="*/ 2127488 h 2988893"/>
                <a:gd name="csX9" fmla="*/ 1708753 w 11770147"/>
                <a:gd name="csY9" fmla="*/ 2879757 h 2988893"/>
                <a:gd name="csX10" fmla="*/ 1713363 w 11770147"/>
                <a:gd name="csY10" fmla="*/ 2884365 h 2988893"/>
                <a:gd name="csX0" fmla="*/ 1682627 w 11770147"/>
                <a:gd name="csY0" fmla="*/ 1432084 h 2988893"/>
                <a:gd name="csX1" fmla="*/ 15807 w 11770147"/>
                <a:gd name="csY1" fmla="*/ 1437581 h 2988893"/>
                <a:gd name="csX2" fmla="*/ 0 w 11770147"/>
                <a:gd name="csY2" fmla="*/ 16133 h 2988893"/>
                <a:gd name="csX3" fmla="*/ 11769863 w 11770147"/>
                <a:gd name="csY3" fmla="*/ 0 h 2988893"/>
                <a:gd name="csX4" fmla="*/ 11769444 w 11770147"/>
                <a:gd name="csY4" fmla="*/ 719381 h 2988893"/>
                <a:gd name="csX5" fmla="*/ 5038444 w 11770147"/>
                <a:gd name="csY5" fmla="*/ 716459 h 2988893"/>
                <a:gd name="csX6" fmla="*/ 5038444 w 11770147"/>
                <a:gd name="csY6" fmla="*/ 1435597 h 2988893"/>
                <a:gd name="csX7" fmla="*/ 3327010 w 11770147"/>
                <a:gd name="csY7" fmla="*/ 1424400 h 2988893"/>
                <a:gd name="csX8" fmla="*/ 3330852 w 11770147"/>
                <a:gd name="csY8" fmla="*/ 2907417 h 2988893"/>
                <a:gd name="csX9" fmla="*/ 1708753 w 11770147"/>
                <a:gd name="csY9" fmla="*/ 2879757 h 2988893"/>
                <a:gd name="csX10" fmla="*/ 1713363 w 11770147"/>
                <a:gd name="csY10" fmla="*/ 2884365 h 2988893"/>
                <a:gd name="csX0" fmla="*/ 1682627 w 11770147"/>
                <a:gd name="csY0" fmla="*/ 1432084 h 2907417"/>
                <a:gd name="csX1" fmla="*/ 15807 w 11770147"/>
                <a:gd name="csY1" fmla="*/ 1437581 h 2907417"/>
                <a:gd name="csX2" fmla="*/ 0 w 11770147"/>
                <a:gd name="csY2" fmla="*/ 16133 h 2907417"/>
                <a:gd name="csX3" fmla="*/ 11769863 w 11770147"/>
                <a:gd name="csY3" fmla="*/ 0 h 2907417"/>
                <a:gd name="csX4" fmla="*/ 11769444 w 11770147"/>
                <a:gd name="csY4" fmla="*/ 719381 h 2907417"/>
                <a:gd name="csX5" fmla="*/ 5038444 w 11770147"/>
                <a:gd name="csY5" fmla="*/ 716459 h 2907417"/>
                <a:gd name="csX6" fmla="*/ 5038444 w 11770147"/>
                <a:gd name="csY6" fmla="*/ 1435597 h 2907417"/>
                <a:gd name="csX7" fmla="*/ 3327010 w 11770147"/>
                <a:gd name="csY7" fmla="*/ 1424400 h 2907417"/>
                <a:gd name="csX8" fmla="*/ 3330852 w 11770147"/>
                <a:gd name="csY8" fmla="*/ 2907417 h 2907417"/>
                <a:gd name="csX9" fmla="*/ 1708753 w 11770147"/>
                <a:gd name="csY9" fmla="*/ 2879757 h 2907417"/>
                <a:gd name="csX0" fmla="*/ 1682627 w 11770147"/>
                <a:gd name="csY0" fmla="*/ 1432084 h 2907417"/>
                <a:gd name="csX1" fmla="*/ 15807 w 11770147"/>
                <a:gd name="csY1" fmla="*/ 1437581 h 2907417"/>
                <a:gd name="csX2" fmla="*/ 0 w 11770147"/>
                <a:gd name="csY2" fmla="*/ 16133 h 2907417"/>
                <a:gd name="csX3" fmla="*/ 11769863 w 11770147"/>
                <a:gd name="csY3" fmla="*/ 0 h 2907417"/>
                <a:gd name="csX4" fmla="*/ 11769444 w 11770147"/>
                <a:gd name="csY4" fmla="*/ 719381 h 2907417"/>
                <a:gd name="csX5" fmla="*/ 5038444 w 11770147"/>
                <a:gd name="csY5" fmla="*/ 716459 h 2907417"/>
                <a:gd name="csX6" fmla="*/ 5038444 w 11770147"/>
                <a:gd name="csY6" fmla="*/ 1435597 h 2907417"/>
                <a:gd name="csX7" fmla="*/ 3327010 w 11770147"/>
                <a:gd name="csY7" fmla="*/ 1424400 h 2907417"/>
                <a:gd name="csX8" fmla="*/ 3330852 w 11770147"/>
                <a:gd name="csY8" fmla="*/ 2907417 h 2907417"/>
                <a:gd name="csX9" fmla="*/ 1712595 w 11770147"/>
                <a:gd name="csY9" fmla="*/ 2879757 h 2907417"/>
                <a:gd name="csX0" fmla="*/ 1682627 w 11770147"/>
                <a:gd name="csY0" fmla="*/ 1432084 h 2907417"/>
                <a:gd name="csX1" fmla="*/ 15807 w 11770147"/>
                <a:gd name="csY1" fmla="*/ 1437581 h 2907417"/>
                <a:gd name="csX2" fmla="*/ 0 w 11770147"/>
                <a:gd name="csY2" fmla="*/ 16133 h 2907417"/>
                <a:gd name="csX3" fmla="*/ 11769863 w 11770147"/>
                <a:gd name="csY3" fmla="*/ 0 h 2907417"/>
                <a:gd name="csX4" fmla="*/ 11769444 w 11770147"/>
                <a:gd name="csY4" fmla="*/ 719381 h 2907417"/>
                <a:gd name="csX5" fmla="*/ 5038444 w 11770147"/>
                <a:gd name="csY5" fmla="*/ 716459 h 2907417"/>
                <a:gd name="csX6" fmla="*/ 5038444 w 11770147"/>
                <a:gd name="csY6" fmla="*/ 1435597 h 2907417"/>
                <a:gd name="csX7" fmla="*/ 3327010 w 11770147"/>
                <a:gd name="csY7" fmla="*/ 1424400 h 2907417"/>
                <a:gd name="csX8" fmla="*/ 3330852 w 11770147"/>
                <a:gd name="csY8" fmla="*/ 2907417 h 2907417"/>
                <a:gd name="csX9" fmla="*/ 1697227 w 11770147"/>
                <a:gd name="csY9" fmla="*/ 2887441 h 2907417"/>
                <a:gd name="csX0" fmla="*/ 1682627 w 11770147"/>
                <a:gd name="csY0" fmla="*/ 1432084 h 2907417"/>
                <a:gd name="csX1" fmla="*/ 15807 w 11770147"/>
                <a:gd name="csY1" fmla="*/ 1437581 h 2907417"/>
                <a:gd name="csX2" fmla="*/ 0 w 11770147"/>
                <a:gd name="csY2" fmla="*/ 16133 h 2907417"/>
                <a:gd name="csX3" fmla="*/ 11769863 w 11770147"/>
                <a:gd name="csY3" fmla="*/ 0 h 2907417"/>
                <a:gd name="csX4" fmla="*/ 11769444 w 11770147"/>
                <a:gd name="csY4" fmla="*/ 719381 h 2907417"/>
                <a:gd name="csX5" fmla="*/ 5038444 w 11770147"/>
                <a:gd name="csY5" fmla="*/ 716459 h 2907417"/>
                <a:gd name="csX6" fmla="*/ 5038444 w 11770147"/>
                <a:gd name="csY6" fmla="*/ 1435597 h 2907417"/>
                <a:gd name="csX7" fmla="*/ 3327010 w 11770147"/>
                <a:gd name="csY7" fmla="*/ 1424400 h 2907417"/>
                <a:gd name="csX8" fmla="*/ 3330852 w 11770147"/>
                <a:gd name="csY8" fmla="*/ 2907417 h 2907417"/>
                <a:gd name="csX9" fmla="*/ 1697227 w 11770147"/>
                <a:gd name="csY9" fmla="*/ 2872073 h 2907417"/>
                <a:gd name="csX0" fmla="*/ 1682627 w 11770147"/>
                <a:gd name="csY0" fmla="*/ 1432084 h 2892049"/>
                <a:gd name="csX1" fmla="*/ 15807 w 11770147"/>
                <a:gd name="csY1" fmla="*/ 1437581 h 2892049"/>
                <a:gd name="csX2" fmla="*/ 0 w 11770147"/>
                <a:gd name="csY2" fmla="*/ 16133 h 2892049"/>
                <a:gd name="csX3" fmla="*/ 11769863 w 11770147"/>
                <a:gd name="csY3" fmla="*/ 0 h 2892049"/>
                <a:gd name="csX4" fmla="*/ 11769444 w 11770147"/>
                <a:gd name="csY4" fmla="*/ 719381 h 2892049"/>
                <a:gd name="csX5" fmla="*/ 5038444 w 11770147"/>
                <a:gd name="csY5" fmla="*/ 716459 h 2892049"/>
                <a:gd name="csX6" fmla="*/ 5038444 w 11770147"/>
                <a:gd name="csY6" fmla="*/ 1435597 h 2892049"/>
                <a:gd name="csX7" fmla="*/ 3327010 w 11770147"/>
                <a:gd name="csY7" fmla="*/ 1424400 h 2892049"/>
                <a:gd name="csX8" fmla="*/ 3338536 w 11770147"/>
                <a:gd name="csY8" fmla="*/ 2892049 h 2892049"/>
                <a:gd name="csX9" fmla="*/ 1697227 w 11770147"/>
                <a:gd name="csY9" fmla="*/ 2872073 h 2892049"/>
                <a:gd name="csX0" fmla="*/ 1682627 w 11770147"/>
                <a:gd name="csY0" fmla="*/ 1432084 h 2892049"/>
                <a:gd name="csX1" fmla="*/ 15807 w 11770147"/>
                <a:gd name="csY1" fmla="*/ 1437581 h 2892049"/>
                <a:gd name="csX2" fmla="*/ 0 w 11770147"/>
                <a:gd name="csY2" fmla="*/ 16133 h 2892049"/>
                <a:gd name="csX3" fmla="*/ 11769863 w 11770147"/>
                <a:gd name="csY3" fmla="*/ 0 h 2892049"/>
                <a:gd name="csX4" fmla="*/ 11769444 w 11770147"/>
                <a:gd name="csY4" fmla="*/ 719381 h 2892049"/>
                <a:gd name="csX5" fmla="*/ 5038444 w 11770147"/>
                <a:gd name="csY5" fmla="*/ 716459 h 2892049"/>
                <a:gd name="csX6" fmla="*/ 5038444 w 11770147"/>
                <a:gd name="csY6" fmla="*/ 1435597 h 2892049"/>
                <a:gd name="csX7" fmla="*/ 3327010 w 11770147"/>
                <a:gd name="csY7" fmla="*/ 1424400 h 2892049"/>
                <a:gd name="csX8" fmla="*/ 3338536 w 11770147"/>
                <a:gd name="csY8" fmla="*/ 2892049 h 2892049"/>
                <a:gd name="csX9" fmla="*/ 1685701 w 11770147"/>
                <a:gd name="csY9" fmla="*/ 2887441 h 28920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1770147" h="2892049">
                  <a:moveTo>
                    <a:pt x="1682627" y="1432084"/>
                  </a:moveTo>
                  <a:lnTo>
                    <a:pt x="15807" y="1437581"/>
                  </a:lnTo>
                  <a:lnTo>
                    <a:pt x="0" y="16133"/>
                  </a:lnTo>
                  <a:lnTo>
                    <a:pt x="11769863" y="0"/>
                  </a:lnTo>
                  <a:cubicBezTo>
                    <a:pt x="11767607" y="241466"/>
                    <a:pt x="11771700" y="477915"/>
                    <a:pt x="11769444" y="719381"/>
                  </a:cubicBezTo>
                  <a:lnTo>
                    <a:pt x="5038444" y="716459"/>
                  </a:lnTo>
                  <a:lnTo>
                    <a:pt x="5038444" y="1435597"/>
                  </a:lnTo>
                  <a:lnTo>
                    <a:pt x="3327010" y="1424400"/>
                  </a:lnTo>
                  <a:cubicBezTo>
                    <a:pt x="3328291" y="1918739"/>
                    <a:pt x="3337255" y="2397710"/>
                    <a:pt x="3338536" y="2892049"/>
                  </a:cubicBezTo>
                  <a:lnTo>
                    <a:pt x="1685701" y="2887441"/>
                  </a:lnTo>
                </a:path>
              </a:pathLst>
            </a:custGeom>
            <a:solidFill>
              <a:srgbClr val="007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6" name="Group 175">
              <a:extLst>
                <a:ext uri="{FF2B5EF4-FFF2-40B4-BE49-F238E27FC236}">
                  <a16:creationId xmlns:a16="http://schemas.microsoft.com/office/drawing/2014/main" id="{A1F786EC-3E31-AA72-9315-D10B126297B9}"/>
                </a:ext>
              </a:extLst>
            </p:cNvPr>
            <p:cNvGrpSpPr/>
            <p:nvPr/>
          </p:nvGrpSpPr>
          <p:grpSpPr>
            <a:xfrm>
              <a:off x="383162" y="6011562"/>
              <a:ext cx="1225700" cy="845440"/>
              <a:chOff x="675838" y="6011562"/>
              <a:chExt cx="1225700" cy="845440"/>
            </a:xfrm>
          </p:grpSpPr>
          <p:sp>
            <p:nvSpPr>
              <p:cNvPr id="504" name="Rectangle 503">
                <a:extLst>
                  <a:ext uri="{FF2B5EF4-FFF2-40B4-BE49-F238E27FC236}">
                    <a16:creationId xmlns:a16="http://schemas.microsoft.com/office/drawing/2014/main" id="{8C5108F7-61BB-DA93-4796-000F9B325BF4}"/>
                  </a:ext>
                </a:extLst>
              </p:cNvPr>
              <p:cNvSpPr>
                <a:spLocks/>
              </p:cNvSpPr>
              <p:nvPr/>
            </p:nvSpPr>
            <p:spPr>
              <a:xfrm>
                <a:off x="675838" y="6011562"/>
                <a:ext cx="1225144" cy="845440"/>
              </a:xfrm>
              <a:prstGeom prst="rect">
                <a:avLst/>
              </a:prstGeom>
              <a:solidFill>
                <a:srgbClr val="0078D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TextBox 141">
                <a:extLst>
                  <a:ext uri="{FF2B5EF4-FFF2-40B4-BE49-F238E27FC236}">
                    <a16:creationId xmlns:a16="http://schemas.microsoft.com/office/drawing/2014/main" id="{B49B0646-2BE9-D257-987D-67ADFC5FEA17}"/>
                  </a:ext>
                </a:extLst>
              </p:cNvPr>
              <p:cNvSpPr txBox="1"/>
              <p:nvPr/>
            </p:nvSpPr>
            <p:spPr>
              <a:xfrm>
                <a:off x="676394" y="6104100"/>
                <a:ext cx="122514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prstClr val="white">
                        <a:lumMod val="85000"/>
                      </a:prstClr>
                    </a:solidFill>
                    <a:effectLst/>
                    <a:uLnTx/>
                    <a:uFillTx/>
                    <a:latin typeface="Calibri" panose="020F0502020204030204"/>
                    <a:ea typeface="+mn-ea"/>
                    <a:cs typeface="+mn-cs"/>
                  </a:rPr>
                  <a:t>Users</a:t>
                </a:r>
              </a:p>
            </p:txBody>
          </p:sp>
        </p:grpSp>
      </p:grpSp>
      <p:grpSp>
        <p:nvGrpSpPr>
          <p:cNvPr id="588" name="Group 587">
            <a:extLst>
              <a:ext uri="{FF2B5EF4-FFF2-40B4-BE49-F238E27FC236}">
                <a16:creationId xmlns:a16="http://schemas.microsoft.com/office/drawing/2014/main" id="{9CD69631-025E-63F0-2970-7A5CB60AECEB}"/>
              </a:ext>
            </a:extLst>
          </p:cNvPr>
          <p:cNvGrpSpPr/>
          <p:nvPr/>
        </p:nvGrpSpPr>
        <p:grpSpPr>
          <a:xfrm>
            <a:off x="388127" y="4353425"/>
            <a:ext cx="11755150" cy="2497965"/>
            <a:chOff x="384641" y="4366642"/>
            <a:chExt cx="11755150" cy="2497965"/>
          </a:xfrm>
        </p:grpSpPr>
        <p:sp>
          <p:nvSpPr>
            <p:cNvPr id="474" name="Rectangle 473">
              <a:extLst>
                <a:ext uri="{FF2B5EF4-FFF2-40B4-BE49-F238E27FC236}">
                  <a16:creationId xmlns:a16="http://schemas.microsoft.com/office/drawing/2014/main" id="{46B6D1D5-BBE8-7EEF-C4C7-6805F5E58A6B}"/>
                </a:ext>
              </a:extLst>
            </p:cNvPr>
            <p:cNvSpPr/>
            <p:nvPr/>
          </p:nvSpPr>
          <p:spPr>
            <a:xfrm>
              <a:off x="384641" y="4366642"/>
              <a:ext cx="1678869" cy="1454214"/>
            </a:xfrm>
            <a:custGeom>
              <a:avLst/>
              <a:gdLst>
                <a:gd name="csX0" fmla="*/ 0 w 1678869"/>
                <a:gd name="csY0" fmla="*/ 0 h 1438846"/>
                <a:gd name="csX1" fmla="*/ 1678869 w 1678869"/>
                <a:gd name="csY1" fmla="*/ 0 h 1438846"/>
                <a:gd name="csX2" fmla="*/ 1678869 w 1678869"/>
                <a:gd name="csY2" fmla="*/ 1438846 h 1438846"/>
                <a:gd name="csX3" fmla="*/ 0 w 1678869"/>
                <a:gd name="csY3" fmla="*/ 1438846 h 1438846"/>
                <a:gd name="csX4" fmla="*/ 0 w 1678869"/>
                <a:gd name="csY4" fmla="*/ 0 h 1438846"/>
                <a:gd name="csX0" fmla="*/ 0 w 1678869"/>
                <a:gd name="csY0" fmla="*/ 0 h 1454214"/>
                <a:gd name="csX1" fmla="*/ 1678869 w 1678869"/>
                <a:gd name="csY1" fmla="*/ 0 h 1454214"/>
                <a:gd name="csX2" fmla="*/ 1678869 w 1678869"/>
                <a:gd name="csY2" fmla="*/ 1438846 h 1454214"/>
                <a:gd name="csX3" fmla="*/ 0 w 1678869"/>
                <a:gd name="csY3" fmla="*/ 1454214 h 1454214"/>
                <a:gd name="csX4" fmla="*/ 0 w 1678869"/>
                <a:gd name="csY4" fmla="*/ 0 h 1454214"/>
                <a:gd name="csX0" fmla="*/ 0 w 1678869"/>
                <a:gd name="csY0" fmla="*/ 0 h 1454214"/>
                <a:gd name="csX1" fmla="*/ 1678869 w 1678869"/>
                <a:gd name="csY1" fmla="*/ 0 h 1454214"/>
                <a:gd name="csX2" fmla="*/ 1678869 w 1678869"/>
                <a:gd name="csY2" fmla="*/ 1446530 h 1454214"/>
                <a:gd name="csX3" fmla="*/ 0 w 1678869"/>
                <a:gd name="csY3" fmla="*/ 1454214 h 1454214"/>
                <a:gd name="csX4" fmla="*/ 0 w 1678869"/>
                <a:gd name="csY4" fmla="*/ 0 h 1454214"/>
              </a:gdLst>
              <a:ahLst/>
              <a:cxnLst>
                <a:cxn ang="0">
                  <a:pos x="csX0" y="csY0"/>
                </a:cxn>
                <a:cxn ang="0">
                  <a:pos x="csX1" y="csY1"/>
                </a:cxn>
                <a:cxn ang="0">
                  <a:pos x="csX2" y="csY2"/>
                </a:cxn>
                <a:cxn ang="0">
                  <a:pos x="csX3" y="csY3"/>
                </a:cxn>
                <a:cxn ang="0">
                  <a:pos x="csX4" y="csY4"/>
                </a:cxn>
              </a:cxnLst>
              <a:rect l="l" t="t" r="r" b="b"/>
              <a:pathLst>
                <a:path w="1678869" h="1454214">
                  <a:moveTo>
                    <a:pt x="0" y="0"/>
                  </a:moveTo>
                  <a:lnTo>
                    <a:pt x="1678869" y="0"/>
                  </a:lnTo>
                  <a:lnTo>
                    <a:pt x="1678869" y="1446530"/>
                  </a:lnTo>
                  <a:lnTo>
                    <a:pt x="0" y="1454214"/>
                  </a:lnTo>
                  <a:lnTo>
                    <a:pt x="0" y="0"/>
                  </a:lnTo>
                  <a:close/>
                </a:path>
              </a:pathLst>
            </a:custGeom>
            <a:solidFill>
              <a:srgbClr val="A6A6A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84" name="Group 183">
              <a:extLst>
                <a:ext uri="{FF2B5EF4-FFF2-40B4-BE49-F238E27FC236}">
                  <a16:creationId xmlns:a16="http://schemas.microsoft.com/office/drawing/2014/main" id="{E24C1C64-7811-21C0-48D0-61AC256AB4E9}"/>
                </a:ext>
              </a:extLst>
            </p:cNvPr>
            <p:cNvGrpSpPr/>
            <p:nvPr/>
          </p:nvGrpSpPr>
          <p:grpSpPr>
            <a:xfrm>
              <a:off x="10520346" y="6005949"/>
              <a:ext cx="1619445" cy="858658"/>
              <a:chOff x="9803394" y="6005949"/>
              <a:chExt cx="1619445" cy="858658"/>
            </a:xfrm>
          </p:grpSpPr>
          <p:sp>
            <p:nvSpPr>
              <p:cNvPr id="164" name="Rectangle 163">
                <a:extLst>
                  <a:ext uri="{FF2B5EF4-FFF2-40B4-BE49-F238E27FC236}">
                    <a16:creationId xmlns:a16="http://schemas.microsoft.com/office/drawing/2014/main" id="{88FF2BC1-6407-6004-4EEB-A3001FC9CF22}"/>
                  </a:ext>
                </a:extLst>
              </p:cNvPr>
              <p:cNvSpPr/>
              <p:nvPr/>
            </p:nvSpPr>
            <p:spPr>
              <a:xfrm>
                <a:off x="9803394" y="6005949"/>
                <a:ext cx="1619445" cy="858658"/>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TextBox 174">
                <a:extLst>
                  <a:ext uri="{FF2B5EF4-FFF2-40B4-BE49-F238E27FC236}">
                    <a16:creationId xmlns:a16="http://schemas.microsoft.com/office/drawing/2014/main" id="{47A78F12-6BC9-63AF-C002-FBF07E867957}"/>
                  </a:ext>
                </a:extLst>
              </p:cNvPr>
              <p:cNvSpPr txBox="1"/>
              <p:nvPr/>
            </p:nvSpPr>
            <p:spPr>
              <a:xfrm>
                <a:off x="9848922" y="6095301"/>
                <a:ext cx="1567146"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effectLst/>
                    <a:uLnTx/>
                    <a:uFillTx/>
                    <a:latin typeface="Calibri" panose="020F0502020204030204"/>
                    <a:ea typeface="+mn-ea"/>
                    <a:cs typeface="+mn-cs"/>
                  </a:rPr>
                  <a:t>Surface</a:t>
                </a:r>
              </a:p>
            </p:txBody>
          </p:sp>
        </p:grpSp>
      </p:grpSp>
      <p:grpSp>
        <p:nvGrpSpPr>
          <p:cNvPr id="587" name="Group 586">
            <a:extLst>
              <a:ext uri="{FF2B5EF4-FFF2-40B4-BE49-F238E27FC236}">
                <a16:creationId xmlns:a16="http://schemas.microsoft.com/office/drawing/2014/main" id="{455835EB-ED03-70C9-F7E7-CC8C46C3F4C2}"/>
              </a:ext>
            </a:extLst>
          </p:cNvPr>
          <p:cNvGrpSpPr/>
          <p:nvPr/>
        </p:nvGrpSpPr>
        <p:grpSpPr>
          <a:xfrm>
            <a:off x="3714748" y="5083297"/>
            <a:ext cx="6737351" cy="1782308"/>
            <a:chOff x="3719513" y="5082299"/>
            <a:chExt cx="6737351" cy="1782308"/>
          </a:xfrm>
        </p:grpSpPr>
        <p:sp>
          <p:nvSpPr>
            <p:cNvPr id="489" name="Rectangle 488">
              <a:extLst>
                <a:ext uri="{FF2B5EF4-FFF2-40B4-BE49-F238E27FC236}">
                  <a16:creationId xmlns:a16="http://schemas.microsoft.com/office/drawing/2014/main" id="{E3B75DC4-5551-4DE8-AF7E-C0754E92EACB}"/>
                </a:ext>
              </a:extLst>
            </p:cNvPr>
            <p:cNvSpPr/>
            <p:nvPr/>
          </p:nvSpPr>
          <p:spPr>
            <a:xfrm>
              <a:off x="3719513" y="5082299"/>
              <a:ext cx="6737351" cy="731280"/>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85" name="Group 184">
              <a:extLst>
                <a:ext uri="{FF2B5EF4-FFF2-40B4-BE49-F238E27FC236}">
                  <a16:creationId xmlns:a16="http://schemas.microsoft.com/office/drawing/2014/main" id="{F259C2CE-7F56-9E07-64FA-B6C616B82099}"/>
                </a:ext>
              </a:extLst>
            </p:cNvPr>
            <p:cNvGrpSpPr/>
            <p:nvPr/>
          </p:nvGrpSpPr>
          <p:grpSpPr>
            <a:xfrm>
              <a:off x="8559018" y="6005949"/>
              <a:ext cx="1874006" cy="858658"/>
              <a:chOff x="9817972" y="6005949"/>
              <a:chExt cx="1874006" cy="858658"/>
            </a:xfrm>
          </p:grpSpPr>
          <p:sp>
            <p:nvSpPr>
              <p:cNvPr id="186" name="Rectangle 185">
                <a:extLst>
                  <a:ext uri="{FF2B5EF4-FFF2-40B4-BE49-F238E27FC236}">
                    <a16:creationId xmlns:a16="http://schemas.microsoft.com/office/drawing/2014/main" id="{9BAE51D2-4EF3-64FB-6539-9690A740DD40}"/>
                  </a:ext>
                </a:extLst>
              </p:cNvPr>
              <p:cNvSpPr/>
              <p:nvPr/>
            </p:nvSpPr>
            <p:spPr>
              <a:xfrm>
                <a:off x="9817972" y="6005949"/>
                <a:ext cx="1874006" cy="858658"/>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7" name="TextBox 186">
                <a:extLst>
                  <a:ext uri="{FF2B5EF4-FFF2-40B4-BE49-F238E27FC236}">
                    <a16:creationId xmlns:a16="http://schemas.microsoft.com/office/drawing/2014/main" id="{5C0F3348-BFD3-4C12-3A3F-BE09CE57107E}"/>
                  </a:ext>
                </a:extLst>
              </p:cNvPr>
              <p:cNvSpPr txBox="1"/>
              <p:nvPr/>
            </p:nvSpPr>
            <p:spPr>
              <a:xfrm>
                <a:off x="9848921" y="6095301"/>
                <a:ext cx="1836285"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effectLst/>
                    <a:uLnTx/>
                    <a:uFillTx/>
                    <a:latin typeface="Calibri" panose="020F0502020204030204"/>
                    <a:ea typeface="+mn-ea"/>
                    <a:cs typeface="+mn-cs"/>
                  </a:rPr>
                  <a:t>Network</a:t>
                </a:r>
              </a:p>
            </p:txBody>
          </p:sp>
        </p:grpSp>
      </p:grpSp>
      <p:grpSp>
        <p:nvGrpSpPr>
          <p:cNvPr id="586" name="Group 585">
            <a:extLst>
              <a:ext uri="{FF2B5EF4-FFF2-40B4-BE49-F238E27FC236}">
                <a16:creationId xmlns:a16="http://schemas.microsoft.com/office/drawing/2014/main" id="{FE964A64-E4C0-3B08-B43E-77487FE2E59F}"/>
              </a:ext>
            </a:extLst>
          </p:cNvPr>
          <p:cNvGrpSpPr/>
          <p:nvPr/>
        </p:nvGrpSpPr>
        <p:grpSpPr>
          <a:xfrm>
            <a:off x="5409635" y="3642723"/>
            <a:ext cx="6760088" cy="3222882"/>
            <a:chOff x="5410200" y="3641725"/>
            <a:chExt cx="6760088" cy="3222882"/>
          </a:xfrm>
        </p:grpSpPr>
        <p:sp>
          <p:nvSpPr>
            <p:cNvPr id="483" name="Rectangle 482">
              <a:extLst>
                <a:ext uri="{FF2B5EF4-FFF2-40B4-BE49-F238E27FC236}">
                  <a16:creationId xmlns:a16="http://schemas.microsoft.com/office/drawing/2014/main" id="{CCCB56B3-DC8B-0A71-5F64-460BC3587D86}"/>
                </a:ext>
              </a:extLst>
            </p:cNvPr>
            <p:cNvSpPr/>
            <p:nvPr/>
          </p:nvSpPr>
          <p:spPr>
            <a:xfrm>
              <a:off x="5410200" y="3641725"/>
              <a:ext cx="6760088" cy="2172463"/>
            </a:xfrm>
            <a:custGeom>
              <a:avLst/>
              <a:gdLst>
                <a:gd name="connsiteX0" fmla="*/ 0 w 7636294"/>
                <a:gd name="connsiteY0" fmla="*/ 0 h 2148664"/>
                <a:gd name="connsiteX1" fmla="*/ 7636294 w 7636294"/>
                <a:gd name="connsiteY1" fmla="*/ 0 h 2148664"/>
                <a:gd name="connsiteX2" fmla="*/ 7636294 w 7636294"/>
                <a:gd name="connsiteY2" fmla="*/ 2148664 h 2148664"/>
                <a:gd name="connsiteX3" fmla="*/ 0 w 7636294"/>
                <a:gd name="connsiteY3" fmla="*/ 2148664 h 2148664"/>
                <a:gd name="connsiteX4" fmla="*/ 0 w 7636294"/>
                <a:gd name="connsiteY4" fmla="*/ 0 h 2148664"/>
                <a:gd name="connsiteX0" fmla="*/ 0 w 7636294"/>
                <a:gd name="connsiteY0" fmla="*/ 3175 h 2151839"/>
                <a:gd name="connsiteX1" fmla="*/ 862012 w 7636294"/>
                <a:gd name="connsiteY1" fmla="*/ 0 h 2151839"/>
                <a:gd name="connsiteX2" fmla="*/ 7636294 w 7636294"/>
                <a:gd name="connsiteY2" fmla="*/ 3175 h 2151839"/>
                <a:gd name="connsiteX3" fmla="*/ 7636294 w 7636294"/>
                <a:gd name="connsiteY3" fmla="*/ 2151839 h 2151839"/>
                <a:gd name="connsiteX4" fmla="*/ 0 w 7636294"/>
                <a:gd name="connsiteY4" fmla="*/ 2151839 h 2151839"/>
                <a:gd name="connsiteX5" fmla="*/ 0 w 7636294"/>
                <a:gd name="connsiteY5" fmla="*/ 3175 h 2151839"/>
                <a:gd name="connsiteX0" fmla="*/ 1588 w 7637882"/>
                <a:gd name="connsiteY0" fmla="*/ 31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1588 w 7637882"/>
                <a:gd name="connsiteY6" fmla="*/ 3175 h 2151839"/>
                <a:gd name="connsiteX0" fmla="*/ 862013 w 7637882"/>
                <a:gd name="connsiteY0" fmla="*/ 7143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62013 w 7637882"/>
                <a:gd name="connsiteY6" fmla="*/ 714375 h 2151839"/>
                <a:gd name="connsiteX0" fmla="*/ 862013 w 7637882"/>
                <a:gd name="connsiteY0" fmla="*/ 7143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62013 w 7637882"/>
                <a:gd name="connsiteY6" fmla="*/ 714375 h 2151839"/>
                <a:gd name="connsiteX0" fmla="*/ 862013 w 7637882"/>
                <a:gd name="connsiteY0" fmla="*/ 7143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62013 w 7637882"/>
                <a:gd name="connsiteY6" fmla="*/ 714375 h 2151839"/>
                <a:gd name="connsiteX0" fmla="*/ 862013 w 7637882"/>
                <a:gd name="connsiteY0" fmla="*/ 7143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62013 w 7637882"/>
                <a:gd name="connsiteY6" fmla="*/ 714375 h 2151839"/>
                <a:gd name="connsiteX0" fmla="*/ 871538 w 7637882"/>
                <a:gd name="connsiteY0" fmla="*/ 7270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71538 w 7637882"/>
                <a:gd name="connsiteY6" fmla="*/ 727075 h 2151839"/>
                <a:gd name="connsiteX0" fmla="*/ 871538 w 7637882"/>
                <a:gd name="connsiteY0" fmla="*/ 7270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71538 w 7637882"/>
                <a:gd name="connsiteY6" fmla="*/ 727075 h 2151839"/>
                <a:gd name="connsiteX0" fmla="*/ 871538 w 7637882"/>
                <a:gd name="connsiteY0" fmla="*/ 7270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71538 w 7637882"/>
                <a:gd name="connsiteY6" fmla="*/ 727075 h 2151839"/>
                <a:gd name="connsiteX0" fmla="*/ 871538 w 7637882"/>
                <a:gd name="connsiteY0" fmla="*/ 727075 h 2151839"/>
                <a:gd name="connsiteX1" fmla="*/ 863600 w 7637882"/>
                <a:gd name="connsiteY1" fmla="*/ 0 h 2151839"/>
                <a:gd name="connsiteX2" fmla="*/ 7637882 w 7637882"/>
                <a:gd name="connsiteY2" fmla="*/ 3175 h 2151839"/>
                <a:gd name="connsiteX3" fmla="*/ 7637882 w 7637882"/>
                <a:gd name="connsiteY3" fmla="*/ 2151839 h 2151839"/>
                <a:gd name="connsiteX4" fmla="*/ 1588 w 7637882"/>
                <a:gd name="connsiteY4" fmla="*/ 2151839 h 2151839"/>
                <a:gd name="connsiteX5" fmla="*/ 0 w 7637882"/>
                <a:gd name="connsiteY5" fmla="*/ 727076 h 2151839"/>
                <a:gd name="connsiteX6" fmla="*/ 871538 w 7637882"/>
                <a:gd name="connsiteY6" fmla="*/ 727075 h 2151839"/>
                <a:gd name="connsiteX0" fmla="*/ 1436071 w 8202415"/>
                <a:gd name="connsiteY0" fmla="*/ 727075 h 2151839"/>
                <a:gd name="connsiteX1" fmla="*/ 1428133 w 8202415"/>
                <a:gd name="connsiteY1" fmla="*/ 0 h 2151839"/>
                <a:gd name="connsiteX2" fmla="*/ 8202415 w 8202415"/>
                <a:gd name="connsiteY2" fmla="*/ 3175 h 2151839"/>
                <a:gd name="connsiteX3" fmla="*/ 8202415 w 8202415"/>
                <a:gd name="connsiteY3" fmla="*/ 2151839 h 2151839"/>
                <a:gd name="connsiteX4" fmla="*/ 566121 w 8202415"/>
                <a:gd name="connsiteY4" fmla="*/ 2151839 h 2151839"/>
                <a:gd name="connsiteX5" fmla="*/ 564533 w 8202415"/>
                <a:gd name="connsiteY5" fmla="*/ 1450976 h 2151839"/>
                <a:gd name="connsiteX6" fmla="*/ 564533 w 8202415"/>
                <a:gd name="connsiteY6" fmla="*/ 727076 h 2151839"/>
                <a:gd name="connsiteX7" fmla="*/ 1436071 w 8202415"/>
                <a:gd name="connsiteY7" fmla="*/ 727075 h 2151839"/>
                <a:gd name="connsiteX0" fmla="*/ 1436071 w 8202415"/>
                <a:gd name="connsiteY0" fmla="*/ 727075 h 2151839"/>
                <a:gd name="connsiteX1" fmla="*/ 1428133 w 8202415"/>
                <a:gd name="connsiteY1" fmla="*/ 0 h 2151839"/>
                <a:gd name="connsiteX2" fmla="*/ 8202415 w 8202415"/>
                <a:gd name="connsiteY2" fmla="*/ 3175 h 2151839"/>
                <a:gd name="connsiteX3" fmla="*/ 8202415 w 8202415"/>
                <a:gd name="connsiteY3" fmla="*/ 2151839 h 2151839"/>
                <a:gd name="connsiteX4" fmla="*/ 566121 w 8202415"/>
                <a:gd name="connsiteY4" fmla="*/ 2151839 h 2151839"/>
                <a:gd name="connsiteX5" fmla="*/ 564533 w 8202415"/>
                <a:gd name="connsiteY5" fmla="*/ 1450976 h 2151839"/>
                <a:gd name="connsiteX6" fmla="*/ 564533 w 8202415"/>
                <a:gd name="connsiteY6" fmla="*/ 727076 h 2151839"/>
                <a:gd name="connsiteX7" fmla="*/ 1436071 w 8202415"/>
                <a:gd name="connsiteY7" fmla="*/ 727075 h 2151839"/>
                <a:gd name="connsiteX0" fmla="*/ 1436071 w 8202415"/>
                <a:gd name="connsiteY0" fmla="*/ 727075 h 2151839"/>
                <a:gd name="connsiteX1" fmla="*/ 1428133 w 8202415"/>
                <a:gd name="connsiteY1" fmla="*/ 0 h 2151839"/>
                <a:gd name="connsiteX2" fmla="*/ 8202415 w 8202415"/>
                <a:gd name="connsiteY2" fmla="*/ 3175 h 2151839"/>
                <a:gd name="connsiteX3" fmla="*/ 8202415 w 8202415"/>
                <a:gd name="connsiteY3" fmla="*/ 2151839 h 2151839"/>
                <a:gd name="connsiteX4" fmla="*/ 566121 w 8202415"/>
                <a:gd name="connsiteY4" fmla="*/ 2151839 h 2151839"/>
                <a:gd name="connsiteX5" fmla="*/ 564533 w 8202415"/>
                <a:gd name="connsiteY5" fmla="*/ 1450976 h 2151839"/>
                <a:gd name="connsiteX6" fmla="*/ 564533 w 8202415"/>
                <a:gd name="connsiteY6" fmla="*/ 727076 h 2151839"/>
                <a:gd name="connsiteX7" fmla="*/ 1436071 w 8202415"/>
                <a:gd name="connsiteY7" fmla="*/ 727075 h 2151839"/>
                <a:gd name="connsiteX0" fmla="*/ 1436071 w 8202415"/>
                <a:gd name="connsiteY0" fmla="*/ 727075 h 2152651"/>
                <a:gd name="connsiteX1" fmla="*/ 1428133 w 8202415"/>
                <a:gd name="connsiteY1" fmla="*/ 0 h 2152651"/>
                <a:gd name="connsiteX2" fmla="*/ 8202415 w 8202415"/>
                <a:gd name="connsiteY2" fmla="*/ 3175 h 2152651"/>
                <a:gd name="connsiteX3" fmla="*/ 8202415 w 8202415"/>
                <a:gd name="connsiteY3" fmla="*/ 2151839 h 2152651"/>
                <a:gd name="connsiteX4" fmla="*/ 6473209 w 8202415"/>
                <a:gd name="connsiteY4" fmla="*/ 2152651 h 2152651"/>
                <a:gd name="connsiteX5" fmla="*/ 566121 w 8202415"/>
                <a:gd name="connsiteY5" fmla="*/ 2151839 h 2152651"/>
                <a:gd name="connsiteX6" fmla="*/ 564533 w 8202415"/>
                <a:gd name="connsiteY6" fmla="*/ 1450976 h 2152651"/>
                <a:gd name="connsiteX7" fmla="*/ 564533 w 8202415"/>
                <a:gd name="connsiteY7" fmla="*/ 727076 h 2152651"/>
                <a:gd name="connsiteX8" fmla="*/ 1436071 w 8202415"/>
                <a:gd name="connsiteY8" fmla="*/ 727075 h 2152651"/>
                <a:gd name="connsiteX0" fmla="*/ 1308455 w 8074799"/>
                <a:gd name="connsiteY0" fmla="*/ 727075 h 2152651"/>
                <a:gd name="connsiteX1" fmla="*/ 1300517 w 8074799"/>
                <a:gd name="connsiteY1" fmla="*/ 0 h 2152651"/>
                <a:gd name="connsiteX2" fmla="*/ 8074799 w 8074799"/>
                <a:gd name="connsiteY2" fmla="*/ 3175 h 2152651"/>
                <a:gd name="connsiteX3" fmla="*/ 8074799 w 8074799"/>
                <a:gd name="connsiteY3" fmla="*/ 2151839 h 2152651"/>
                <a:gd name="connsiteX4" fmla="*/ 6345593 w 8074799"/>
                <a:gd name="connsiteY4" fmla="*/ 2152651 h 2152651"/>
                <a:gd name="connsiteX5" fmla="*/ 6347180 w 8074799"/>
                <a:gd name="connsiteY5" fmla="*/ 1434289 h 2152651"/>
                <a:gd name="connsiteX6" fmla="*/ 436917 w 8074799"/>
                <a:gd name="connsiteY6" fmla="*/ 1450976 h 2152651"/>
                <a:gd name="connsiteX7" fmla="*/ 436917 w 8074799"/>
                <a:gd name="connsiteY7" fmla="*/ 727076 h 2152651"/>
                <a:gd name="connsiteX8" fmla="*/ 1308455 w 8074799"/>
                <a:gd name="connsiteY8" fmla="*/ 727075 h 2152651"/>
                <a:gd name="connsiteX0" fmla="*/ 1308455 w 8074799"/>
                <a:gd name="connsiteY0" fmla="*/ 727075 h 2152651"/>
                <a:gd name="connsiteX1" fmla="*/ 1300517 w 8074799"/>
                <a:gd name="connsiteY1" fmla="*/ 0 h 2152651"/>
                <a:gd name="connsiteX2" fmla="*/ 8074799 w 8074799"/>
                <a:gd name="connsiteY2" fmla="*/ 3175 h 2152651"/>
                <a:gd name="connsiteX3" fmla="*/ 8074799 w 8074799"/>
                <a:gd name="connsiteY3" fmla="*/ 2151839 h 2152651"/>
                <a:gd name="connsiteX4" fmla="*/ 6345593 w 8074799"/>
                <a:gd name="connsiteY4" fmla="*/ 2152651 h 2152651"/>
                <a:gd name="connsiteX5" fmla="*/ 6347180 w 8074799"/>
                <a:gd name="connsiteY5" fmla="*/ 1434289 h 2152651"/>
                <a:gd name="connsiteX6" fmla="*/ 436917 w 8074799"/>
                <a:gd name="connsiteY6" fmla="*/ 1450976 h 2152651"/>
                <a:gd name="connsiteX7" fmla="*/ 436917 w 8074799"/>
                <a:gd name="connsiteY7" fmla="*/ 727076 h 2152651"/>
                <a:gd name="connsiteX8" fmla="*/ 1308455 w 8074799"/>
                <a:gd name="connsiteY8" fmla="*/ 727075 h 2152651"/>
                <a:gd name="connsiteX0" fmla="*/ 1311576 w 8077920"/>
                <a:gd name="connsiteY0" fmla="*/ 727075 h 2152651"/>
                <a:gd name="connsiteX1" fmla="*/ 1303638 w 8077920"/>
                <a:gd name="connsiteY1" fmla="*/ 0 h 2152651"/>
                <a:gd name="connsiteX2" fmla="*/ 8077920 w 8077920"/>
                <a:gd name="connsiteY2" fmla="*/ 3175 h 2152651"/>
                <a:gd name="connsiteX3" fmla="*/ 8077920 w 8077920"/>
                <a:gd name="connsiteY3" fmla="*/ 2151839 h 2152651"/>
                <a:gd name="connsiteX4" fmla="*/ 6348714 w 8077920"/>
                <a:gd name="connsiteY4" fmla="*/ 2152651 h 2152651"/>
                <a:gd name="connsiteX5" fmla="*/ 6350301 w 8077920"/>
                <a:gd name="connsiteY5" fmla="*/ 1434289 h 2152651"/>
                <a:gd name="connsiteX6" fmla="*/ 440038 w 8077920"/>
                <a:gd name="connsiteY6" fmla="*/ 1450976 h 2152651"/>
                <a:gd name="connsiteX7" fmla="*/ 440038 w 8077920"/>
                <a:gd name="connsiteY7" fmla="*/ 727076 h 2152651"/>
                <a:gd name="connsiteX8" fmla="*/ 1311576 w 8077920"/>
                <a:gd name="connsiteY8" fmla="*/ 727075 h 2152651"/>
                <a:gd name="connsiteX0" fmla="*/ 871538 w 7637882"/>
                <a:gd name="connsiteY0" fmla="*/ 727075 h 2152651"/>
                <a:gd name="connsiteX1" fmla="*/ 863600 w 7637882"/>
                <a:gd name="connsiteY1" fmla="*/ 0 h 2152651"/>
                <a:gd name="connsiteX2" fmla="*/ 7637882 w 7637882"/>
                <a:gd name="connsiteY2" fmla="*/ 3175 h 2152651"/>
                <a:gd name="connsiteX3" fmla="*/ 7637882 w 7637882"/>
                <a:gd name="connsiteY3" fmla="*/ 2151839 h 2152651"/>
                <a:gd name="connsiteX4" fmla="*/ 5908676 w 7637882"/>
                <a:gd name="connsiteY4" fmla="*/ 2152651 h 2152651"/>
                <a:gd name="connsiteX5" fmla="*/ 5910263 w 7637882"/>
                <a:gd name="connsiteY5" fmla="*/ 1434289 h 2152651"/>
                <a:gd name="connsiteX6" fmla="*/ 0 w 7637882"/>
                <a:gd name="connsiteY6" fmla="*/ 1450976 h 2152651"/>
                <a:gd name="connsiteX7" fmla="*/ 0 w 7637882"/>
                <a:gd name="connsiteY7" fmla="*/ 727076 h 2152651"/>
                <a:gd name="connsiteX8" fmla="*/ 871538 w 7637882"/>
                <a:gd name="connsiteY8" fmla="*/ 727075 h 2152651"/>
                <a:gd name="connsiteX0" fmla="*/ 871538 w 7637882"/>
                <a:gd name="connsiteY0" fmla="*/ 727075 h 2152651"/>
                <a:gd name="connsiteX1" fmla="*/ 863600 w 7637882"/>
                <a:gd name="connsiteY1" fmla="*/ 0 h 2152651"/>
                <a:gd name="connsiteX2" fmla="*/ 7637882 w 7637882"/>
                <a:gd name="connsiteY2" fmla="*/ 3175 h 2152651"/>
                <a:gd name="connsiteX3" fmla="*/ 7637882 w 7637882"/>
                <a:gd name="connsiteY3" fmla="*/ 2151839 h 2152651"/>
                <a:gd name="connsiteX4" fmla="*/ 5908676 w 7637882"/>
                <a:gd name="connsiteY4" fmla="*/ 2152651 h 2152651"/>
                <a:gd name="connsiteX5" fmla="*/ 5910263 w 7637882"/>
                <a:gd name="connsiteY5" fmla="*/ 1434289 h 2152651"/>
                <a:gd name="connsiteX6" fmla="*/ 0 w 7637882"/>
                <a:gd name="connsiteY6" fmla="*/ 1450976 h 2152651"/>
                <a:gd name="connsiteX7" fmla="*/ 0 w 7637882"/>
                <a:gd name="connsiteY7" fmla="*/ 727076 h 2152651"/>
                <a:gd name="connsiteX8" fmla="*/ 871538 w 7637882"/>
                <a:gd name="connsiteY8" fmla="*/ 727075 h 2152651"/>
                <a:gd name="connsiteX0" fmla="*/ 871538 w 7637882"/>
                <a:gd name="connsiteY0" fmla="*/ 727075 h 2152651"/>
                <a:gd name="connsiteX1" fmla="*/ 863600 w 7637882"/>
                <a:gd name="connsiteY1" fmla="*/ 0 h 2152651"/>
                <a:gd name="connsiteX2" fmla="*/ 7637882 w 7637882"/>
                <a:gd name="connsiteY2" fmla="*/ 3175 h 2152651"/>
                <a:gd name="connsiteX3" fmla="*/ 7637882 w 7637882"/>
                <a:gd name="connsiteY3" fmla="*/ 2151839 h 2152651"/>
                <a:gd name="connsiteX4" fmla="*/ 5908676 w 7637882"/>
                <a:gd name="connsiteY4" fmla="*/ 2152651 h 2152651"/>
                <a:gd name="connsiteX5" fmla="*/ 5910263 w 7637882"/>
                <a:gd name="connsiteY5" fmla="*/ 1434289 h 2152651"/>
                <a:gd name="connsiteX6" fmla="*/ 0 w 7637882"/>
                <a:gd name="connsiteY6" fmla="*/ 1450976 h 2152651"/>
                <a:gd name="connsiteX7" fmla="*/ 0 w 7637882"/>
                <a:gd name="connsiteY7" fmla="*/ 727076 h 2152651"/>
                <a:gd name="connsiteX8" fmla="*/ 871538 w 7637882"/>
                <a:gd name="connsiteY8" fmla="*/ 727075 h 2152651"/>
                <a:gd name="connsiteX0" fmla="*/ 868363 w 7637882"/>
                <a:gd name="connsiteY0" fmla="*/ 727075 h 2152651"/>
                <a:gd name="connsiteX1" fmla="*/ 863600 w 7637882"/>
                <a:gd name="connsiteY1" fmla="*/ 0 h 2152651"/>
                <a:gd name="connsiteX2" fmla="*/ 7637882 w 7637882"/>
                <a:gd name="connsiteY2" fmla="*/ 3175 h 2152651"/>
                <a:gd name="connsiteX3" fmla="*/ 7637882 w 7637882"/>
                <a:gd name="connsiteY3" fmla="*/ 2151839 h 2152651"/>
                <a:gd name="connsiteX4" fmla="*/ 5908676 w 7637882"/>
                <a:gd name="connsiteY4" fmla="*/ 2152651 h 2152651"/>
                <a:gd name="connsiteX5" fmla="*/ 5910263 w 7637882"/>
                <a:gd name="connsiteY5" fmla="*/ 1434289 h 2152651"/>
                <a:gd name="connsiteX6" fmla="*/ 0 w 7637882"/>
                <a:gd name="connsiteY6" fmla="*/ 1450976 h 2152651"/>
                <a:gd name="connsiteX7" fmla="*/ 0 w 7637882"/>
                <a:gd name="connsiteY7" fmla="*/ 727076 h 2152651"/>
                <a:gd name="connsiteX8" fmla="*/ 868363 w 7637882"/>
                <a:gd name="connsiteY8" fmla="*/ 727075 h 2152651"/>
                <a:gd name="connsiteX0" fmla="*/ 868363 w 7637882"/>
                <a:gd name="connsiteY0" fmla="*/ 727075 h 2162176"/>
                <a:gd name="connsiteX1" fmla="*/ 863600 w 7637882"/>
                <a:gd name="connsiteY1" fmla="*/ 0 h 2162176"/>
                <a:gd name="connsiteX2" fmla="*/ 7637882 w 7637882"/>
                <a:gd name="connsiteY2" fmla="*/ 3175 h 2162176"/>
                <a:gd name="connsiteX3" fmla="*/ 7637882 w 7637882"/>
                <a:gd name="connsiteY3" fmla="*/ 2151839 h 2162176"/>
                <a:gd name="connsiteX4" fmla="*/ 5911851 w 7637882"/>
                <a:gd name="connsiteY4" fmla="*/ 2162176 h 2162176"/>
                <a:gd name="connsiteX5" fmla="*/ 5910263 w 7637882"/>
                <a:gd name="connsiteY5" fmla="*/ 1434289 h 2162176"/>
                <a:gd name="connsiteX6" fmla="*/ 0 w 7637882"/>
                <a:gd name="connsiteY6" fmla="*/ 1450976 h 2162176"/>
                <a:gd name="connsiteX7" fmla="*/ 0 w 7637882"/>
                <a:gd name="connsiteY7" fmla="*/ 727076 h 2162176"/>
                <a:gd name="connsiteX8" fmla="*/ 868363 w 7637882"/>
                <a:gd name="connsiteY8" fmla="*/ 727075 h 2162176"/>
                <a:gd name="connsiteX0" fmla="*/ 868363 w 7637882"/>
                <a:gd name="connsiteY0" fmla="*/ 727075 h 2162176"/>
                <a:gd name="connsiteX1" fmla="*/ 863600 w 7637882"/>
                <a:gd name="connsiteY1" fmla="*/ 0 h 2162176"/>
                <a:gd name="connsiteX2" fmla="*/ 7637882 w 7637882"/>
                <a:gd name="connsiteY2" fmla="*/ 3175 h 2162176"/>
                <a:gd name="connsiteX3" fmla="*/ 7602957 w 7637882"/>
                <a:gd name="connsiteY3" fmla="*/ 2155014 h 2162176"/>
                <a:gd name="connsiteX4" fmla="*/ 5911851 w 7637882"/>
                <a:gd name="connsiteY4" fmla="*/ 2162176 h 2162176"/>
                <a:gd name="connsiteX5" fmla="*/ 5910263 w 7637882"/>
                <a:gd name="connsiteY5" fmla="*/ 1434289 h 2162176"/>
                <a:gd name="connsiteX6" fmla="*/ 0 w 7637882"/>
                <a:gd name="connsiteY6" fmla="*/ 1450976 h 2162176"/>
                <a:gd name="connsiteX7" fmla="*/ 0 w 7637882"/>
                <a:gd name="connsiteY7" fmla="*/ 727076 h 2162176"/>
                <a:gd name="connsiteX8" fmla="*/ 868363 w 7637882"/>
                <a:gd name="connsiteY8" fmla="*/ 727075 h 2162176"/>
                <a:gd name="connsiteX0" fmla="*/ 868363 w 7637882"/>
                <a:gd name="connsiteY0" fmla="*/ 727075 h 2162176"/>
                <a:gd name="connsiteX1" fmla="*/ 863600 w 7637882"/>
                <a:gd name="connsiteY1" fmla="*/ 0 h 2162176"/>
                <a:gd name="connsiteX2" fmla="*/ 7637882 w 7637882"/>
                <a:gd name="connsiteY2" fmla="*/ 3175 h 2162176"/>
                <a:gd name="connsiteX3" fmla="*/ 7599782 w 7637882"/>
                <a:gd name="connsiteY3" fmla="*/ 2158189 h 2162176"/>
                <a:gd name="connsiteX4" fmla="*/ 5911851 w 7637882"/>
                <a:gd name="connsiteY4" fmla="*/ 2162176 h 2162176"/>
                <a:gd name="connsiteX5" fmla="*/ 5910263 w 7637882"/>
                <a:gd name="connsiteY5" fmla="*/ 1434289 h 2162176"/>
                <a:gd name="connsiteX6" fmla="*/ 0 w 7637882"/>
                <a:gd name="connsiteY6" fmla="*/ 1450976 h 2162176"/>
                <a:gd name="connsiteX7" fmla="*/ 0 w 7637882"/>
                <a:gd name="connsiteY7" fmla="*/ 727076 h 2162176"/>
                <a:gd name="connsiteX8" fmla="*/ 868363 w 7637882"/>
                <a:gd name="connsiteY8" fmla="*/ 727075 h 2162176"/>
                <a:gd name="connsiteX0" fmla="*/ 868363 w 7599782"/>
                <a:gd name="connsiteY0" fmla="*/ 727075 h 2162176"/>
                <a:gd name="connsiteX1" fmla="*/ 863600 w 7599782"/>
                <a:gd name="connsiteY1" fmla="*/ 0 h 2162176"/>
                <a:gd name="connsiteX2" fmla="*/ 7593432 w 7599782"/>
                <a:gd name="connsiteY2" fmla="*/ 3175 h 2162176"/>
                <a:gd name="connsiteX3" fmla="*/ 7599782 w 7599782"/>
                <a:gd name="connsiteY3" fmla="*/ 2158189 h 2162176"/>
                <a:gd name="connsiteX4" fmla="*/ 5911851 w 7599782"/>
                <a:gd name="connsiteY4" fmla="*/ 2162176 h 2162176"/>
                <a:gd name="connsiteX5" fmla="*/ 5910263 w 7599782"/>
                <a:gd name="connsiteY5" fmla="*/ 1434289 h 2162176"/>
                <a:gd name="connsiteX6" fmla="*/ 0 w 7599782"/>
                <a:gd name="connsiteY6" fmla="*/ 1450976 h 2162176"/>
                <a:gd name="connsiteX7" fmla="*/ 0 w 7599782"/>
                <a:gd name="connsiteY7" fmla="*/ 727076 h 2162176"/>
                <a:gd name="connsiteX8" fmla="*/ 868363 w 7599782"/>
                <a:gd name="connsiteY8" fmla="*/ 727075 h 2162176"/>
                <a:gd name="connsiteX0" fmla="*/ 868363 w 7599782"/>
                <a:gd name="connsiteY0" fmla="*/ 727075 h 2162176"/>
                <a:gd name="connsiteX1" fmla="*/ 863600 w 7599782"/>
                <a:gd name="connsiteY1" fmla="*/ 0 h 2162176"/>
                <a:gd name="connsiteX2" fmla="*/ 7593432 w 7599782"/>
                <a:gd name="connsiteY2" fmla="*/ 3175 h 2162176"/>
                <a:gd name="connsiteX3" fmla="*/ 7599782 w 7599782"/>
                <a:gd name="connsiteY3" fmla="*/ 2158189 h 2162176"/>
                <a:gd name="connsiteX4" fmla="*/ 6731001 w 7599782"/>
                <a:gd name="connsiteY4" fmla="*/ 2162175 h 2162176"/>
                <a:gd name="connsiteX5" fmla="*/ 5911851 w 7599782"/>
                <a:gd name="connsiteY5" fmla="*/ 2162176 h 2162176"/>
                <a:gd name="connsiteX6" fmla="*/ 5910263 w 7599782"/>
                <a:gd name="connsiteY6" fmla="*/ 1434289 h 2162176"/>
                <a:gd name="connsiteX7" fmla="*/ 0 w 7599782"/>
                <a:gd name="connsiteY7" fmla="*/ 1450976 h 2162176"/>
                <a:gd name="connsiteX8" fmla="*/ 0 w 7599782"/>
                <a:gd name="connsiteY8" fmla="*/ 727076 h 2162176"/>
                <a:gd name="connsiteX9" fmla="*/ 868363 w 7599782"/>
                <a:gd name="connsiteY9" fmla="*/ 727075 h 2162176"/>
                <a:gd name="connsiteX0" fmla="*/ 868363 w 8094215"/>
                <a:gd name="connsiteY0" fmla="*/ 727075 h 2162176"/>
                <a:gd name="connsiteX1" fmla="*/ 863600 w 8094215"/>
                <a:gd name="connsiteY1" fmla="*/ 0 h 2162176"/>
                <a:gd name="connsiteX2" fmla="*/ 7593432 w 8094215"/>
                <a:gd name="connsiteY2" fmla="*/ 3175 h 2162176"/>
                <a:gd name="connsiteX3" fmla="*/ 7600951 w 8094215"/>
                <a:gd name="connsiteY3" fmla="*/ 1454150 h 2162176"/>
                <a:gd name="connsiteX4" fmla="*/ 7599782 w 8094215"/>
                <a:gd name="connsiteY4" fmla="*/ 2158189 h 2162176"/>
                <a:gd name="connsiteX5" fmla="*/ 6731001 w 8094215"/>
                <a:gd name="connsiteY5" fmla="*/ 2162175 h 2162176"/>
                <a:gd name="connsiteX6" fmla="*/ 5911851 w 8094215"/>
                <a:gd name="connsiteY6" fmla="*/ 2162176 h 2162176"/>
                <a:gd name="connsiteX7" fmla="*/ 5910263 w 8094215"/>
                <a:gd name="connsiteY7" fmla="*/ 1434289 h 2162176"/>
                <a:gd name="connsiteX8" fmla="*/ 0 w 8094215"/>
                <a:gd name="connsiteY8" fmla="*/ 1450976 h 2162176"/>
                <a:gd name="connsiteX9" fmla="*/ 0 w 8094215"/>
                <a:gd name="connsiteY9" fmla="*/ 727076 h 2162176"/>
                <a:gd name="connsiteX10" fmla="*/ 868363 w 8094215"/>
                <a:gd name="connsiteY10" fmla="*/ 727075 h 2162176"/>
                <a:gd name="connsiteX0" fmla="*/ 868363 w 8093611"/>
                <a:gd name="connsiteY0" fmla="*/ 727075 h 2162176"/>
                <a:gd name="connsiteX1" fmla="*/ 863600 w 8093611"/>
                <a:gd name="connsiteY1" fmla="*/ 0 h 2162176"/>
                <a:gd name="connsiteX2" fmla="*/ 7593432 w 8093611"/>
                <a:gd name="connsiteY2" fmla="*/ 3175 h 2162176"/>
                <a:gd name="connsiteX3" fmla="*/ 7600951 w 8093611"/>
                <a:gd name="connsiteY3" fmla="*/ 1454150 h 2162176"/>
                <a:gd name="connsiteX4" fmla="*/ 7599782 w 8093611"/>
                <a:gd name="connsiteY4" fmla="*/ 2158189 h 2162176"/>
                <a:gd name="connsiteX5" fmla="*/ 6731001 w 8093611"/>
                <a:gd name="connsiteY5" fmla="*/ 2162175 h 2162176"/>
                <a:gd name="connsiteX6" fmla="*/ 5911851 w 8093611"/>
                <a:gd name="connsiteY6" fmla="*/ 2162176 h 2162176"/>
                <a:gd name="connsiteX7" fmla="*/ 5910263 w 8093611"/>
                <a:gd name="connsiteY7" fmla="*/ 1434289 h 2162176"/>
                <a:gd name="connsiteX8" fmla="*/ 0 w 8093611"/>
                <a:gd name="connsiteY8" fmla="*/ 1450976 h 2162176"/>
                <a:gd name="connsiteX9" fmla="*/ 0 w 8093611"/>
                <a:gd name="connsiteY9" fmla="*/ 727076 h 2162176"/>
                <a:gd name="connsiteX10" fmla="*/ 868363 w 8093611"/>
                <a:gd name="connsiteY10" fmla="*/ 727075 h 2162176"/>
                <a:gd name="connsiteX0" fmla="*/ 868363 w 8093611"/>
                <a:gd name="connsiteY0" fmla="*/ 727075 h 2162176"/>
                <a:gd name="connsiteX1" fmla="*/ 863600 w 8093611"/>
                <a:gd name="connsiteY1" fmla="*/ 0 h 2162176"/>
                <a:gd name="connsiteX2" fmla="*/ 7593432 w 8093611"/>
                <a:gd name="connsiteY2" fmla="*/ 3175 h 2162176"/>
                <a:gd name="connsiteX3" fmla="*/ 7600951 w 8093611"/>
                <a:gd name="connsiteY3" fmla="*/ 1454150 h 2162176"/>
                <a:gd name="connsiteX4" fmla="*/ 7599782 w 8093611"/>
                <a:gd name="connsiteY4" fmla="*/ 2158189 h 2162176"/>
                <a:gd name="connsiteX5" fmla="*/ 6731001 w 8093611"/>
                <a:gd name="connsiteY5" fmla="*/ 2162175 h 2162176"/>
                <a:gd name="connsiteX6" fmla="*/ 5911851 w 8093611"/>
                <a:gd name="connsiteY6" fmla="*/ 2162176 h 2162176"/>
                <a:gd name="connsiteX7" fmla="*/ 5910263 w 8093611"/>
                <a:gd name="connsiteY7" fmla="*/ 1434289 h 2162176"/>
                <a:gd name="connsiteX8" fmla="*/ 0 w 8093611"/>
                <a:gd name="connsiteY8" fmla="*/ 1450976 h 2162176"/>
                <a:gd name="connsiteX9" fmla="*/ 0 w 8093611"/>
                <a:gd name="connsiteY9" fmla="*/ 727076 h 2162176"/>
                <a:gd name="connsiteX10" fmla="*/ 868363 w 8093611"/>
                <a:gd name="connsiteY10" fmla="*/ 727075 h 2162176"/>
                <a:gd name="connsiteX0" fmla="*/ 868363 w 7664765"/>
                <a:gd name="connsiteY0" fmla="*/ 727075 h 2162176"/>
                <a:gd name="connsiteX1" fmla="*/ 863600 w 7664765"/>
                <a:gd name="connsiteY1" fmla="*/ 0 h 2162176"/>
                <a:gd name="connsiteX2" fmla="*/ 7593432 w 7664765"/>
                <a:gd name="connsiteY2" fmla="*/ 3175 h 2162176"/>
                <a:gd name="connsiteX3" fmla="*/ 7600951 w 7664765"/>
                <a:gd name="connsiteY3" fmla="*/ 1454150 h 2162176"/>
                <a:gd name="connsiteX4" fmla="*/ 7599782 w 7664765"/>
                <a:gd name="connsiteY4" fmla="*/ 2158189 h 2162176"/>
                <a:gd name="connsiteX5" fmla="*/ 6731001 w 7664765"/>
                <a:gd name="connsiteY5" fmla="*/ 2162175 h 2162176"/>
                <a:gd name="connsiteX6" fmla="*/ 5911851 w 7664765"/>
                <a:gd name="connsiteY6" fmla="*/ 2162176 h 2162176"/>
                <a:gd name="connsiteX7" fmla="*/ 5910263 w 7664765"/>
                <a:gd name="connsiteY7" fmla="*/ 1434289 h 2162176"/>
                <a:gd name="connsiteX8" fmla="*/ 0 w 7664765"/>
                <a:gd name="connsiteY8" fmla="*/ 1450976 h 2162176"/>
                <a:gd name="connsiteX9" fmla="*/ 0 w 7664765"/>
                <a:gd name="connsiteY9" fmla="*/ 727076 h 2162176"/>
                <a:gd name="connsiteX10" fmla="*/ 868363 w 7664765"/>
                <a:gd name="connsiteY10" fmla="*/ 727075 h 2162176"/>
                <a:gd name="connsiteX0" fmla="*/ 868363 w 7664765"/>
                <a:gd name="connsiteY0" fmla="*/ 727075 h 2162176"/>
                <a:gd name="connsiteX1" fmla="*/ 863600 w 7664765"/>
                <a:gd name="connsiteY1" fmla="*/ 0 h 2162176"/>
                <a:gd name="connsiteX2" fmla="*/ 7593432 w 7664765"/>
                <a:gd name="connsiteY2" fmla="*/ 3175 h 2162176"/>
                <a:gd name="connsiteX3" fmla="*/ 7600951 w 7664765"/>
                <a:gd name="connsiteY3" fmla="*/ 1454150 h 2162176"/>
                <a:gd name="connsiteX4" fmla="*/ 7599782 w 7664765"/>
                <a:gd name="connsiteY4" fmla="*/ 2158189 h 2162176"/>
                <a:gd name="connsiteX5" fmla="*/ 6731001 w 7664765"/>
                <a:gd name="connsiteY5" fmla="*/ 2162175 h 2162176"/>
                <a:gd name="connsiteX6" fmla="*/ 5911851 w 7664765"/>
                <a:gd name="connsiteY6" fmla="*/ 2162176 h 2162176"/>
                <a:gd name="connsiteX7" fmla="*/ 5910263 w 7664765"/>
                <a:gd name="connsiteY7" fmla="*/ 1434289 h 2162176"/>
                <a:gd name="connsiteX8" fmla="*/ 0 w 7664765"/>
                <a:gd name="connsiteY8" fmla="*/ 1450976 h 2162176"/>
                <a:gd name="connsiteX9" fmla="*/ 0 w 7664765"/>
                <a:gd name="connsiteY9" fmla="*/ 727076 h 2162176"/>
                <a:gd name="connsiteX10" fmla="*/ 868363 w 7664765"/>
                <a:gd name="connsiteY10" fmla="*/ 727075 h 2162176"/>
                <a:gd name="connsiteX0" fmla="*/ 868363 w 7601163"/>
                <a:gd name="connsiteY0" fmla="*/ 727075 h 2162176"/>
                <a:gd name="connsiteX1" fmla="*/ 863600 w 7601163"/>
                <a:gd name="connsiteY1" fmla="*/ 0 h 2162176"/>
                <a:gd name="connsiteX2" fmla="*/ 7593432 w 7601163"/>
                <a:gd name="connsiteY2" fmla="*/ 3175 h 2162176"/>
                <a:gd name="connsiteX3" fmla="*/ 7600951 w 7601163"/>
                <a:gd name="connsiteY3" fmla="*/ 1454150 h 2162176"/>
                <a:gd name="connsiteX4" fmla="*/ 7599782 w 7601163"/>
                <a:gd name="connsiteY4" fmla="*/ 2158189 h 2162176"/>
                <a:gd name="connsiteX5" fmla="*/ 6731001 w 7601163"/>
                <a:gd name="connsiteY5" fmla="*/ 2162175 h 2162176"/>
                <a:gd name="connsiteX6" fmla="*/ 5911851 w 7601163"/>
                <a:gd name="connsiteY6" fmla="*/ 2162176 h 2162176"/>
                <a:gd name="connsiteX7" fmla="*/ 5910263 w 7601163"/>
                <a:gd name="connsiteY7" fmla="*/ 1434289 h 2162176"/>
                <a:gd name="connsiteX8" fmla="*/ 0 w 7601163"/>
                <a:gd name="connsiteY8" fmla="*/ 1450976 h 2162176"/>
                <a:gd name="connsiteX9" fmla="*/ 0 w 7601163"/>
                <a:gd name="connsiteY9" fmla="*/ 727076 h 2162176"/>
                <a:gd name="connsiteX10" fmla="*/ 868363 w 7601163"/>
                <a:gd name="connsiteY10" fmla="*/ 727075 h 2162176"/>
                <a:gd name="connsiteX0" fmla="*/ 868363 w 7602957"/>
                <a:gd name="connsiteY0" fmla="*/ 727075 h 2167714"/>
                <a:gd name="connsiteX1" fmla="*/ 863600 w 7602957"/>
                <a:gd name="connsiteY1" fmla="*/ 0 h 2167714"/>
                <a:gd name="connsiteX2" fmla="*/ 7593432 w 7602957"/>
                <a:gd name="connsiteY2" fmla="*/ 3175 h 2167714"/>
                <a:gd name="connsiteX3" fmla="*/ 7600951 w 7602957"/>
                <a:gd name="connsiteY3" fmla="*/ 1454150 h 2167714"/>
                <a:gd name="connsiteX4" fmla="*/ 7602957 w 7602957"/>
                <a:gd name="connsiteY4" fmla="*/ 2167714 h 2167714"/>
                <a:gd name="connsiteX5" fmla="*/ 6731001 w 7602957"/>
                <a:gd name="connsiteY5" fmla="*/ 2162175 h 2167714"/>
                <a:gd name="connsiteX6" fmla="*/ 5911851 w 7602957"/>
                <a:gd name="connsiteY6" fmla="*/ 2162176 h 2167714"/>
                <a:gd name="connsiteX7" fmla="*/ 5910263 w 7602957"/>
                <a:gd name="connsiteY7" fmla="*/ 1434289 h 2167714"/>
                <a:gd name="connsiteX8" fmla="*/ 0 w 7602957"/>
                <a:gd name="connsiteY8" fmla="*/ 1450976 h 2167714"/>
                <a:gd name="connsiteX9" fmla="*/ 0 w 7602957"/>
                <a:gd name="connsiteY9" fmla="*/ 727076 h 2167714"/>
                <a:gd name="connsiteX10" fmla="*/ 868363 w 7602957"/>
                <a:gd name="connsiteY10" fmla="*/ 727075 h 2167714"/>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54150 h 2162176"/>
                <a:gd name="connsiteX4" fmla="*/ 6736182 w 7600951"/>
                <a:gd name="connsiteY4" fmla="*/ 1466039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0 w 7600951"/>
                <a:gd name="connsiteY8" fmla="*/ 1450976 h 2162176"/>
                <a:gd name="connsiteX9" fmla="*/ 0 w 7600951"/>
                <a:gd name="connsiteY9" fmla="*/ 727076 h 2162176"/>
                <a:gd name="connsiteX10" fmla="*/ 868363 w 7600951"/>
                <a:gd name="connsiteY10" fmla="*/ 727075 h 2162176"/>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54150 h 2162176"/>
                <a:gd name="connsiteX4" fmla="*/ 6736182 w 7600951"/>
                <a:gd name="connsiteY4" fmla="*/ 1466039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0 w 7600951"/>
                <a:gd name="connsiteY8" fmla="*/ 1450976 h 2162176"/>
                <a:gd name="connsiteX9" fmla="*/ 0 w 7600951"/>
                <a:gd name="connsiteY9" fmla="*/ 727076 h 2162176"/>
                <a:gd name="connsiteX10" fmla="*/ 868363 w 7600951"/>
                <a:gd name="connsiteY10" fmla="*/ 727075 h 2162176"/>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54150 h 2162176"/>
                <a:gd name="connsiteX4" fmla="*/ 6736182 w 7600951"/>
                <a:gd name="connsiteY4" fmla="*/ 1450164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0 w 7600951"/>
                <a:gd name="connsiteY8" fmla="*/ 1450976 h 2162176"/>
                <a:gd name="connsiteX9" fmla="*/ 0 w 7600951"/>
                <a:gd name="connsiteY9" fmla="*/ 727076 h 2162176"/>
                <a:gd name="connsiteX10" fmla="*/ 868363 w 7600951"/>
                <a:gd name="connsiteY10" fmla="*/ 727075 h 2162176"/>
                <a:gd name="connsiteX0" fmla="*/ 868363 w 7600953"/>
                <a:gd name="connsiteY0" fmla="*/ 727075 h 2162176"/>
                <a:gd name="connsiteX1" fmla="*/ 863600 w 7600953"/>
                <a:gd name="connsiteY1" fmla="*/ 0 h 2162176"/>
                <a:gd name="connsiteX2" fmla="*/ 7593432 w 7600953"/>
                <a:gd name="connsiteY2" fmla="*/ 3175 h 2162176"/>
                <a:gd name="connsiteX3" fmla="*/ 7600951 w 7600953"/>
                <a:gd name="connsiteY3" fmla="*/ 1454150 h 2162176"/>
                <a:gd name="connsiteX4" fmla="*/ 6736182 w 7600953"/>
                <a:gd name="connsiteY4" fmla="*/ 1450164 h 2162176"/>
                <a:gd name="connsiteX5" fmla="*/ 6731001 w 7600953"/>
                <a:gd name="connsiteY5" fmla="*/ 2162175 h 2162176"/>
                <a:gd name="connsiteX6" fmla="*/ 5911851 w 7600953"/>
                <a:gd name="connsiteY6" fmla="*/ 2162176 h 2162176"/>
                <a:gd name="connsiteX7" fmla="*/ 5910263 w 7600953"/>
                <a:gd name="connsiteY7" fmla="*/ 1434289 h 2162176"/>
                <a:gd name="connsiteX8" fmla="*/ 0 w 7600953"/>
                <a:gd name="connsiteY8" fmla="*/ 1450976 h 2162176"/>
                <a:gd name="connsiteX9" fmla="*/ 0 w 7600953"/>
                <a:gd name="connsiteY9" fmla="*/ 727076 h 2162176"/>
                <a:gd name="connsiteX10" fmla="*/ 868363 w 7600953"/>
                <a:gd name="connsiteY10" fmla="*/ 727075 h 2162176"/>
                <a:gd name="connsiteX0" fmla="*/ 868363 w 7600953"/>
                <a:gd name="connsiteY0" fmla="*/ 727075 h 2162176"/>
                <a:gd name="connsiteX1" fmla="*/ 863600 w 7600953"/>
                <a:gd name="connsiteY1" fmla="*/ 0 h 2162176"/>
                <a:gd name="connsiteX2" fmla="*/ 7593432 w 7600953"/>
                <a:gd name="connsiteY2" fmla="*/ 3175 h 2162176"/>
                <a:gd name="connsiteX3" fmla="*/ 7600951 w 7600953"/>
                <a:gd name="connsiteY3" fmla="*/ 1454150 h 2162176"/>
                <a:gd name="connsiteX4" fmla="*/ 6736182 w 7600953"/>
                <a:gd name="connsiteY4" fmla="*/ 1450164 h 2162176"/>
                <a:gd name="connsiteX5" fmla="*/ 6731001 w 7600953"/>
                <a:gd name="connsiteY5" fmla="*/ 2162175 h 2162176"/>
                <a:gd name="connsiteX6" fmla="*/ 5911851 w 7600953"/>
                <a:gd name="connsiteY6" fmla="*/ 2162176 h 2162176"/>
                <a:gd name="connsiteX7" fmla="*/ 5910263 w 7600953"/>
                <a:gd name="connsiteY7" fmla="*/ 1434289 h 2162176"/>
                <a:gd name="connsiteX8" fmla="*/ 0 w 7600953"/>
                <a:gd name="connsiteY8" fmla="*/ 1450976 h 2162176"/>
                <a:gd name="connsiteX9" fmla="*/ 0 w 7600953"/>
                <a:gd name="connsiteY9" fmla="*/ 727076 h 2162176"/>
                <a:gd name="connsiteX10" fmla="*/ 868363 w 7600953"/>
                <a:gd name="connsiteY10" fmla="*/ 727075 h 2162176"/>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54150 h 2162176"/>
                <a:gd name="connsiteX4" fmla="*/ 6736182 w 7600951"/>
                <a:gd name="connsiteY4" fmla="*/ 1450164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0 w 7600951"/>
                <a:gd name="connsiteY8" fmla="*/ 1450976 h 2162176"/>
                <a:gd name="connsiteX9" fmla="*/ 0 w 7600951"/>
                <a:gd name="connsiteY9" fmla="*/ 727076 h 2162176"/>
                <a:gd name="connsiteX10" fmla="*/ 868363 w 7600951"/>
                <a:gd name="connsiteY10" fmla="*/ 727075 h 2162176"/>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47800 h 2162176"/>
                <a:gd name="connsiteX4" fmla="*/ 6736182 w 7600951"/>
                <a:gd name="connsiteY4" fmla="*/ 1450164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0 w 7600951"/>
                <a:gd name="connsiteY8" fmla="*/ 1450976 h 2162176"/>
                <a:gd name="connsiteX9" fmla="*/ 0 w 7600951"/>
                <a:gd name="connsiteY9" fmla="*/ 727076 h 2162176"/>
                <a:gd name="connsiteX10" fmla="*/ 868363 w 7600951"/>
                <a:gd name="connsiteY10" fmla="*/ 727075 h 2162176"/>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47800 h 2162176"/>
                <a:gd name="connsiteX4" fmla="*/ 6736182 w 7600951"/>
                <a:gd name="connsiteY4" fmla="*/ 1450164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0 w 7600951"/>
                <a:gd name="connsiteY8" fmla="*/ 1450976 h 2162176"/>
                <a:gd name="connsiteX9" fmla="*/ 0 w 7600951"/>
                <a:gd name="connsiteY9" fmla="*/ 727076 h 2162176"/>
                <a:gd name="connsiteX10" fmla="*/ 868363 w 7600951"/>
                <a:gd name="connsiteY10" fmla="*/ 727075 h 2162176"/>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47800 h 2162176"/>
                <a:gd name="connsiteX4" fmla="*/ 6736182 w 7600951"/>
                <a:gd name="connsiteY4" fmla="*/ 1450164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849314 w 7600951"/>
                <a:gd name="connsiteY8" fmla="*/ 1444625 h 2162176"/>
                <a:gd name="connsiteX9" fmla="*/ 0 w 7600951"/>
                <a:gd name="connsiteY9" fmla="*/ 1450976 h 2162176"/>
                <a:gd name="connsiteX10" fmla="*/ 0 w 7600951"/>
                <a:gd name="connsiteY10" fmla="*/ 727076 h 2162176"/>
                <a:gd name="connsiteX11" fmla="*/ 868363 w 7600951"/>
                <a:gd name="connsiteY11" fmla="*/ 727075 h 2162176"/>
                <a:gd name="connsiteX0" fmla="*/ 868363 w 7600951"/>
                <a:gd name="connsiteY0" fmla="*/ 727075 h 2162176"/>
                <a:gd name="connsiteX1" fmla="*/ 863600 w 7600951"/>
                <a:gd name="connsiteY1" fmla="*/ 0 h 2162176"/>
                <a:gd name="connsiteX2" fmla="*/ 7593432 w 7600951"/>
                <a:gd name="connsiteY2" fmla="*/ 3175 h 2162176"/>
                <a:gd name="connsiteX3" fmla="*/ 7600951 w 7600951"/>
                <a:gd name="connsiteY3" fmla="*/ 1447800 h 2162176"/>
                <a:gd name="connsiteX4" fmla="*/ 6736182 w 7600951"/>
                <a:gd name="connsiteY4" fmla="*/ 1450164 h 2162176"/>
                <a:gd name="connsiteX5" fmla="*/ 6731001 w 7600951"/>
                <a:gd name="connsiteY5" fmla="*/ 2162175 h 2162176"/>
                <a:gd name="connsiteX6" fmla="*/ 5911851 w 7600951"/>
                <a:gd name="connsiteY6" fmla="*/ 2162176 h 2162176"/>
                <a:gd name="connsiteX7" fmla="*/ 5910263 w 7600951"/>
                <a:gd name="connsiteY7" fmla="*/ 1434289 h 2162176"/>
                <a:gd name="connsiteX8" fmla="*/ 849314 w 7600951"/>
                <a:gd name="connsiteY8" fmla="*/ 1444625 h 2162176"/>
                <a:gd name="connsiteX9" fmla="*/ 0 w 7600951"/>
                <a:gd name="connsiteY9" fmla="*/ 727076 h 2162176"/>
                <a:gd name="connsiteX10" fmla="*/ 868363 w 7600951"/>
                <a:gd name="connsiteY10" fmla="*/ 727075 h 2162176"/>
                <a:gd name="connsiteX0" fmla="*/ 19049 w 6751637"/>
                <a:gd name="connsiteY0" fmla="*/ 727075 h 2162176"/>
                <a:gd name="connsiteX1" fmla="*/ 14286 w 6751637"/>
                <a:gd name="connsiteY1" fmla="*/ 0 h 2162176"/>
                <a:gd name="connsiteX2" fmla="*/ 6744118 w 6751637"/>
                <a:gd name="connsiteY2" fmla="*/ 3175 h 2162176"/>
                <a:gd name="connsiteX3" fmla="*/ 6751637 w 6751637"/>
                <a:gd name="connsiteY3" fmla="*/ 1447800 h 2162176"/>
                <a:gd name="connsiteX4" fmla="*/ 5886868 w 6751637"/>
                <a:gd name="connsiteY4" fmla="*/ 1450164 h 2162176"/>
                <a:gd name="connsiteX5" fmla="*/ 5881687 w 6751637"/>
                <a:gd name="connsiteY5" fmla="*/ 2162175 h 2162176"/>
                <a:gd name="connsiteX6" fmla="*/ 5062537 w 6751637"/>
                <a:gd name="connsiteY6" fmla="*/ 2162176 h 2162176"/>
                <a:gd name="connsiteX7" fmla="*/ 5060949 w 6751637"/>
                <a:gd name="connsiteY7" fmla="*/ 1434289 h 2162176"/>
                <a:gd name="connsiteX8" fmla="*/ 0 w 6751637"/>
                <a:gd name="connsiteY8" fmla="*/ 1444625 h 2162176"/>
                <a:gd name="connsiteX9" fmla="*/ 19049 w 6751637"/>
                <a:gd name="connsiteY9" fmla="*/ 727075 h 2162176"/>
                <a:gd name="connsiteX0" fmla="*/ 4763 w 6737351"/>
                <a:gd name="connsiteY0" fmla="*/ 727075 h 2162176"/>
                <a:gd name="connsiteX1" fmla="*/ 0 w 6737351"/>
                <a:gd name="connsiteY1" fmla="*/ 0 h 2162176"/>
                <a:gd name="connsiteX2" fmla="*/ 6729832 w 6737351"/>
                <a:gd name="connsiteY2" fmla="*/ 3175 h 2162176"/>
                <a:gd name="connsiteX3" fmla="*/ 6737351 w 6737351"/>
                <a:gd name="connsiteY3" fmla="*/ 1447800 h 2162176"/>
                <a:gd name="connsiteX4" fmla="*/ 5872582 w 6737351"/>
                <a:gd name="connsiteY4" fmla="*/ 1450164 h 2162176"/>
                <a:gd name="connsiteX5" fmla="*/ 5867401 w 6737351"/>
                <a:gd name="connsiteY5" fmla="*/ 2162175 h 2162176"/>
                <a:gd name="connsiteX6" fmla="*/ 5048251 w 6737351"/>
                <a:gd name="connsiteY6" fmla="*/ 2162176 h 2162176"/>
                <a:gd name="connsiteX7" fmla="*/ 5046663 w 6737351"/>
                <a:gd name="connsiteY7" fmla="*/ 1434289 h 2162176"/>
                <a:gd name="connsiteX8" fmla="*/ 4764 w 6737351"/>
                <a:gd name="connsiteY8" fmla="*/ 1444625 h 2162176"/>
                <a:gd name="connsiteX9" fmla="*/ 4763 w 6737351"/>
                <a:gd name="connsiteY9" fmla="*/ 727075 h 2162176"/>
                <a:gd name="csX0" fmla="*/ 4763 w 6760088"/>
                <a:gd name="csY0" fmla="*/ 727075 h 2172463"/>
                <a:gd name="csX1" fmla="*/ 0 w 6760088"/>
                <a:gd name="csY1" fmla="*/ 0 h 2172463"/>
                <a:gd name="csX2" fmla="*/ 6729832 w 6760088"/>
                <a:gd name="csY2" fmla="*/ 3175 h 2172463"/>
                <a:gd name="csX3" fmla="*/ 6737351 w 6760088"/>
                <a:gd name="csY3" fmla="*/ 1447800 h 2172463"/>
                <a:gd name="csX4" fmla="*/ 6760088 w 6760088"/>
                <a:gd name="csY4" fmla="*/ 2172463 h 2172463"/>
                <a:gd name="csX5" fmla="*/ 5867401 w 6760088"/>
                <a:gd name="csY5" fmla="*/ 2162175 h 2172463"/>
                <a:gd name="csX6" fmla="*/ 5048251 w 6760088"/>
                <a:gd name="csY6" fmla="*/ 2162176 h 2172463"/>
                <a:gd name="csX7" fmla="*/ 5046663 w 6760088"/>
                <a:gd name="csY7" fmla="*/ 1434289 h 2172463"/>
                <a:gd name="csX8" fmla="*/ 4764 w 6760088"/>
                <a:gd name="csY8" fmla="*/ 1444625 h 2172463"/>
                <a:gd name="csX9" fmla="*/ 4763 w 6760088"/>
                <a:gd name="csY9" fmla="*/ 727075 h 21724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760088" h="2172463">
                  <a:moveTo>
                    <a:pt x="4763" y="727075"/>
                  </a:moveTo>
                  <a:cubicBezTo>
                    <a:pt x="3175" y="484717"/>
                    <a:pt x="1588" y="242358"/>
                    <a:pt x="0" y="0"/>
                  </a:cubicBezTo>
                  <a:lnTo>
                    <a:pt x="6729832" y="3175"/>
                  </a:lnTo>
                  <a:cubicBezTo>
                    <a:pt x="6733591" y="728662"/>
                    <a:pt x="6733591" y="722312"/>
                    <a:pt x="6737351" y="1447800"/>
                  </a:cubicBezTo>
                  <a:lnTo>
                    <a:pt x="6760088" y="2172463"/>
                  </a:lnTo>
                  <a:lnTo>
                    <a:pt x="5867401" y="2162175"/>
                  </a:lnTo>
                  <a:lnTo>
                    <a:pt x="5048251" y="2162176"/>
                  </a:lnTo>
                  <a:cubicBezTo>
                    <a:pt x="5048780" y="1922722"/>
                    <a:pt x="5045869" y="1793470"/>
                    <a:pt x="5046663" y="1434289"/>
                  </a:cubicBezTo>
                  <a:lnTo>
                    <a:pt x="4764" y="1444625"/>
                  </a:lnTo>
                  <a:cubicBezTo>
                    <a:pt x="4764" y="1205442"/>
                    <a:pt x="4763" y="966258"/>
                    <a:pt x="4763" y="727075"/>
                  </a:cubicBezTo>
                  <a:close/>
                </a:path>
              </a:pathLst>
            </a:cu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80" name="Group 179">
              <a:extLst>
                <a:ext uri="{FF2B5EF4-FFF2-40B4-BE49-F238E27FC236}">
                  <a16:creationId xmlns:a16="http://schemas.microsoft.com/office/drawing/2014/main" id="{216C3E43-6D94-CC3D-E08C-311B307574E6}"/>
                </a:ext>
              </a:extLst>
            </p:cNvPr>
            <p:cNvGrpSpPr/>
            <p:nvPr/>
          </p:nvGrpSpPr>
          <p:grpSpPr>
            <a:xfrm>
              <a:off x="5745472" y="6005949"/>
              <a:ext cx="2726223" cy="858658"/>
              <a:chOff x="6788248" y="6005949"/>
              <a:chExt cx="2726223" cy="858658"/>
            </a:xfrm>
          </p:grpSpPr>
          <p:sp>
            <p:nvSpPr>
              <p:cNvPr id="160" name="Rectangle 159">
                <a:extLst>
                  <a:ext uri="{FF2B5EF4-FFF2-40B4-BE49-F238E27FC236}">
                    <a16:creationId xmlns:a16="http://schemas.microsoft.com/office/drawing/2014/main" id="{0BBC20F5-BAEC-9324-B524-28501D597313}"/>
                  </a:ext>
                </a:extLst>
              </p:cNvPr>
              <p:cNvSpPr/>
              <p:nvPr/>
            </p:nvSpPr>
            <p:spPr>
              <a:xfrm>
                <a:off x="6788249" y="6005949"/>
                <a:ext cx="2726222" cy="858658"/>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TextBox 160">
                <a:extLst>
                  <a:ext uri="{FF2B5EF4-FFF2-40B4-BE49-F238E27FC236}">
                    <a16:creationId xmlns:a16="http://schemas.microsoft.com/office/drawing/2014/main" id="{ED98C6B2-A603-F0FF-9C30-ED108AC1353C}"/>
                  </a:ext>
                </a:extLst>
              </p:cNvPr>
              <p:cNvSpPr txBox="1"/>
              <p:nvPr/>
            </p:nvSpPr>
            <p:spPr>
              <a:xfrm>
                <a:off x="6788248" y="6100008"/>
                <a:ext cx="2726222"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prstClr val="white">
                        <a:lumMod val="85000"/>
                      </a:prstClr>
                    </a:solidFill>
                    <a:effectLst/>
                    <a:uLnTx/>
                    <a:uFillTx/>
                    <a:latin typeface="Calibri" panose="020F0502020204030204"/>
                    <a:ea typeface="+mn-ea"/>
                    <a:cs typeface="+mn-cs"/>
                  </a:rPr>
                  <a:t>Infrastructure</a:t>
                </a:r>
              </a:p>
            </p:txBody>
          </p:sp>
        </p:grpSp>
      </p:grpSp>
      <p:grpSp>
        <p:nvGrpSpPr>
          <p:cNvPr id="585" name="Group 584">
            <a:extLst>
              <a:ext uri="{FF2B5EF4-FFF2-40B4-BE49-F238E27FC236}">
                <a16:creationId xmlns:a16="http://schemas.microsoft.com/office/drawing/2014/main" id="{E6143573-7536-C6BD-57BA-9E6CD9E70F62}"/>
              </a:ext>
            </a:extLst>
          </p:cNvPr>
          <p:cNvGrpSpPr/>
          <p:nvPr/>
        </p:nvGrpSpPr>
        <p:grpSpPr>
          <a:xfrm>
            <a:off x="371476" y="44451"/>
            <a:ext cx="11780584" cy="6813549"/>
            <a:chOff x="371476" y="44451"/>
            <a:chExt cx="11780584" cy="6813549"/>
          </a:xfrm>
        </p:grpSpPr>
        <p:sp>
          <p:nvSpPr>
            <p:cNvPr id="499" name="Rectangle 498">
              <a:extLst>
                <a:ext uri="{FF2B5EF4-FFF2-40B4-BE49-F238E27FC236}">
                  <a16:creationId xmlns:a16="http://schemas.microsoft.com/office/drawing/2014/main" id="{9755F56F-E62F-84F5-4DE8-1CC82901D655}"/>
                </a:ext>
              </a:extLst>
            </p:cNvPr>
            <p:cNvSpPr/>
            <p:nvPr/>
          </p:nvSpPr>
          <p:spPr>
            <a:xfrm>
              <a:off x="371476" y="44451"/>
              <a:ext cx="11780584" cy="2157583"/>
            </a:xfrm>
            <a:custGeom>
              <a:avLst/>
              <a:gdLst>
                <a:gd name="connsiteX0" fmla="*/ 0 w 11772900"/>
                <a:gd name="connsiteY0" fmla="*/ 0 h 1435283"/>
                <a:gd name="connsiteX1" fmla="*/ 11772900 w 11772900"/>
                <a:gd name="connsiteY1" fmla="*/ 0 h 1435283"/>
                <a:gd name="connsiteX2" fmla="*/ 11772900 w 11772900"/>
                <a:gd name="connsiteY2" fmla="*/ 1435283 h 1435283"/>
                <a:gd name="connsiteX3" fmla="*/ 0 w 11772900"/>
                <a:gd name="connsiteY3" fmla="*/ 1435283 h 1435283"/>
                <a:gd name="connsiteX4" fmla="*/ 0 w 11772900"/>
                <a:gd name="connsiteY4" fmla="*/ 0 h 1435283"/>
                <a:gd name="connsiteX0" fmla="*/ 0 w 11772900"/>
                <a:gd name="connsiteY0" fmla="*/ 1587 h 1436870"/>
                <a:gd name="connsiteX1" fmla="*/ 2514599 w 11772900"/>
                <a:gd name="connsiteY1" fmla="*/ 0 h 1436870"/>
                <a:gd name="connsiteX2" fmla="*/ 11772900 w 11772900"/>
                <a:gd name="connsiteY2" fmla="*/ 1587 h 1436870"/>
                <a:gd name="connsiteX3" fmla="*/ 11772900 w 11772900"/>
                <a:gd name="connsiteY3" fmla="*/ 1436870 h 1436870"/>
                <a:gd name="connsiteX4" fmla="*/ 0 w 11772900"/>
                <a:gd name="connsiteY4" fmla="*/ 1436870 h 1436870"/>
                <a:gd name="connsiteX5" fmla="*/ 0 w 11772900"/>
                <a:gd name="connsiteY5" fmla="*/ 1587 h 1436870"/>
                <a:gd name="connsiteX0" fmla="*/ 0 w 11772900"/>
                <a:gd name="connsiteY0" fmla="*/ 1587 h 1436870"/>
                <a:gd name="connsiteX1" fmla="*/ 2514599 w 11772900"/>
                <a:gd name="connsiteY1" fmla="*/ 0 h 1436870"/>
                <a:gd name="connsiteX2" fmla="*/ 9229724 w 11772900"/>
                <a:gd name="connsiteY2" fmla="*/ 0 h 1436870"/>
                <a:gd name="connsiteX3" fmla="*/ 11772900 w 11772900"/>
                <a:gd name="connsiteY3" fmla="*/ 1587 h 1436870"/>
                <a:gd name="connsiteX4" fmla="*/ 11772900 w 11772900"/>
                <a:gd name="connsiteY4" fmla="*/ 1436870 h 1436870"/>
                <a:gd name="connsiteX5" fmla="*/ 0 w 11772900"/>
                <a:gd name="connsiteY5" fmla="*/ 1436870 h 1436870"/>
                <a:gd name="connsiteX6" fmla="*/ 0 w 11772900"/>
                <a:gd name="connsiteY6" fmla="*/ 1587 h 1436870"/>
                <a:gd name="connsiteX0" fmla="*/ 0 w 11772900"/>
                <a:gd name="connsiteY0" fmla="*/ 1587 h 1436870"/>
                <a:gd name="connsiteX1" fmla="*/ 2514599 w 11772900"/>
                <a:gd name="connsiteY1" fmla="*/ 0 h 1436870"/>
                <a:gd name="connsiteX2" fmla="*/ 6300787 w 11772900"/>
                <a:gd name="connsiteY2" fmla="*/ 0 h 1436870"/>
                <a:gd name="connsiteX3" fmla="*/ 9229724 w 11772900"/>
                <a:gd name="connsiteY3" fmla="*/ 0 h 1436870"/>
                <a:gd name="connsiteX4" fmla="*/ 11772900 w 11772900"/>
                <a:gd name="connsiteY4" fmla="*/ 1587 h 1436870"/>
                <a:gd name="connsiteX5" fmla="*/ 11772900 w 11772900"/>
                <a:gd name="connsiteY5" fmla="*/ 1436870 h 1436870"/>
                <a:gd name="connsiteX6" fmla="*/ 0 w 11772900"/>
                <a:gd name="connsiteY6" fmla="*/ 1436870 h 1436870"/>
                <a:gd name="connsiteX7" fmla="*/ 0 w 11772900"/>
                <a:gd name="connsiteY7" fmla="*/ 1587 h 1436870"/>
                <a:gd name="connsiteX0" fmla="*/ 0 w 11772900"/>
                <a:gd name="connsiteY0" fmla="*/ 1587 h 1436870"/>
                <a:gd name="connsiteX1" fmla="*/ 2514599 w 11772900"/>
                <a:gd name="connsiteY1" fmla="*/ 0 h 1436870"/>
                <a:gd name="connsiteX2" fmla="*/ 2524125 w 11772900"/>
                <a:gd name="connsiteY2" fmla="*/ 723900 h 1436870"/>
                <a:gd name="connsiteX3" fmla="*/ 9229724 w 11772900"/>
                <a:gd name="connsiteY3" fmla="*/ 0 h 1436870"/>
                <a:gd name="connsiteX4" fmla="*/ 11772900 w 11772900"/>
                <a:gd name="connsiteY4" fmla="*/ 1587 h 1436870"/>
                <a:gd name="connsiteX5" fmla="*/ 11772900 w 11772900"/>
                <a:gd name="connsiteY5" fmla="*/ 1436870 h 1436870"/>
                <a:gd name="connsiteX6" fmla="*/ 0 w 11772900"/>
                <a:gd name="connsiteY6" fmla="*/ 1436870 h 1436870"/>
                <a:gd name="connsiteX7" fmla="*/ 0 w 11772900"/>
                <a:gd name="connsiteY7" fmla="*/ 1587 h 1436870"/>
                <a:gd name="connsiteX0" fmla="*/ 0 w 11772900"/>
                <a:gd name="connsiteY0" fmla="*/ 1587 h 1436870"/>
                <a:gd name="connsiteX1" fmla="*/ 2533649 w 11772900"/>
                <a:gd name="connsiteY1" fmla="*/ 4763 h 1436870"/>
                <a:gd name="connsiteX2" fmla="*/ 2524125 w 11772900"/>
                <a:gd name="connsiteY2" fmla="*/ 723900 h 1436870"/>
                <a:gd name="connsiteX3" fmla="*/ 9229724 w 11772900"/>
                <a:gd name="connsiteY3" fmla="*/ 0 h 1436870"/>
                <a:gd name="connsiteX4" fmla="*/ 11772900 w 11772900"/>
                <a:gd name="connsiteY4" fmla="*/ 1587 h 1436870"/>
                <a:gd name="connsiteX5" fmla="*/ 11772900 w 11772900"/>
                <a:gd name="connsiteY5" fmla="*/ 1436870 h 1436870"/>
                <a:gd name="connsiteX6" fmla="*/ 0 w 11772900"/>
                <a:gd name="connsiteY6" fmla="*/ 1436870 h 1436870"/>
                <a:gd name="connsiteX7" fmla="*/ 0 w 11772900"/>
                <a:gd name="connsiteY7" fmla="*/ 1587 h 1436870"/>
                <a:gd name="connsiteX0" fmla="*/ 0 w 11772900"/>
                <a:gd name="connsiteY0" fmla="*/ 1587 h 1436870"/>
                <a:gd name="connsiteX1" fmla="*/ 2533649 w 11772900"/>
                <a:gd name="connsiteY1" fmla="*/ 4763 h 1436870"/>
                <a:gd name="connsiteX2" fmla="*/ 2524125 w 11772900"/>
                <a:gd name="connsiteY2" fmla="*/ 723900 h 1436870"/>
                <a:gd name="connsiteX3" fmla="*/ 8691562 w 11772900"/>
                <a:gd name="connsiteY3" fmla="*/ 42862 h 1436870"/>
                <a:gd name="connsiteX4" fmla="*/ 9229724 w 11772900"/>
                <a:gd name="connsiteY4" fmla="*/ 0 h 1436870"/>
                <a:gd name="connsiteX5" fmla="*/ 11772900 w 11772900"/>
                <a:gd name="connsiteY5" fmla="*/ 1587 h 1436870"/>
                <a:gd name="connsiteX6" fmla="*/ 11772900 w 11772900"/>
                <a:gd name="connsiteY6" fmla="*/ 1436870 h 1436870"/>
                <a:gd name="connsiteX7" fmla="*/ 0 w 11772900"/>
                <a:gd name="connsiteY7" fmla="*/ 1436870 h 1436870"/>
                <a:gd name="connsiteX8" fmla="*/ 0 w 11772900"/>
                <a:gd name="connsiteY8" fmla="*/ 1587 h 1436870"/>
                <a:gd name="connsiteX0" fmla="*/ 0 w 11772900"/>
                <a:gd name="connsiteY0" fmla="*/ 1587 h 1436870"/>
                <a:gd name="connsiteX1" fmla="*/ 2533649 w 11772900"/>
                <a:gd name="connsiteY1" fmla="*/ 4763 h 1436870"/>
                <a:gd name="connsiteX2" fmla="*/ 2524125 w 11772900"/>
                <a:gd name="connsiteY2" fmla="*/ 723900 h 1436870"/>
                <a:gd name="connsiteX3" fmla="*/ 9220199 w 11772900"/>
                <a:gd name="connsiteY3" fmla="*/ 719137 h 1436870"/>
                <a:gd name="connsiteX4" fmla="*/ 9229724 w 11772900"/>
                <a:gd name="connsiteY4" fmla="*/ 0 h 1436870"/>
                <a:gd name="connsiteX5" fmla="*/ 11772900 w 11772900"/>
                <a:gd name="connsiteY5" fmla="*/ 1587 h 1436870"/>
                <a:gd name="connsiteX6" fmla="*/ 11772900 w 11772900"/>
                <a:gd name="connsiteY6" fmla="*/ 1436870 h 1436870"/>
                <a:gd name="connsiteX7" fmla="*/ 0 w 11772900"/>
                <a:gd name="connsiteY7" fmla="*/ 1436870 h 1436870"/>
                <a:gd name="connsiteX8" fmla="*/ 0 w 11772900"/>
                <a:gd name="connsiteY8" fmla="*/ 1587 h 1436870"/>
                <a:gd name="connsiteX0" fmla="*/ 0 w 11772900"/>
                <a:gd name="connsiteY0" fmla="*/ 1587 h 1436870"/>
                <a:gd name="connsiteX1" fmla="*/ 2533649 w 11772900"/>
                <a:gd name="connsiteY1" fmla="*/ 4763 h 1436870"/>
                <a:gd name="connsiteX2" fmla="*/ 2524125 w 11772900"/>
                <a:gd name="connsiteY2" fmla="*/ 723900 h 1436870"/>
                <a:gd name="connsiteX3" fmla="*/ 5862637 w 11772900"/>
                <a:gd name="connsiteY3" fmla="*/ 709612 h 1436870"/>
                <a:gd name="connsiteX4" fmla="*/ 9220199 w 11772900"/>
                <a:gd name="connsiteY4" fmla="*/ 719137 h 1436870"/>
                <a:gd name="connsiteX5" fmla="*/ 9229724 w 11772900"/>
                <a:gd name="connsiteY5" fmla="*/ 0 h 1436870"/>
                <a:gd name="connsiteX6" fmla="*/ 11772900 w 11772900"/>
                <a:gd name="connsiteY6" fmla="*/ 1587 h 1436870"/>
                <a:gd name="connsiteX7" fmla="*/ 11772900 w 11772900"/>
                <a:gd name="connsiteY7" fmla="*/ 1436870 h 1436870"/>
                <a:gd name="connsiteX8" fmla="*/ 0 w 11772900"/>
                <a:gd name="connsiteY8" fmla="*/ 1436870 h 1436870"/>
                <a:gd name="connsiteX9" fmla="*/ 0 w 11772900"/>
                <a:gd name="connsiteY9" fmla="*/ 1587 h 1436870"/>
                <a:gd name="connsiteX0" fmla="*/ 0 w 11772900"/>
                <a:gd name="connsiteY0" fmla="*/ 1587 h 1436870"/>
                <a:gd name="connsiteX1" fmla="*/ 2533649 w 11772900"/>
                <a:gd name="connsiteY1" fmla="*/ 4763 h 1436870"/>
                <a:gd name="connsiteX2" fmla="*/ 2524125 w 11772900"/>
                <a:gd name="connsiteY2" fmla="*/ 723900 h 1436870"/>
                <a:gd name="connsiteX3" fmla="*/ 5862637 w 11772900"/>
                <a:gd name="connsiteY3" fmla="*/ 733424 h 1436870"/>
                <a:gd name="connsiteX4" fmla="*/ 9220199 w 11772900"/>
                <a:gd name="connsiteY4" fmla="*/ 719137 h 1436870"/>
                <a:gd name="connsiteX5" fmla="*/ 9229724 w 11772900"/>
                <a:gd name="connsiteY5" fmla="*/ 0 h 1436870"/>
                <a:gd name="connsiteX6" fmla="*/ 11772900 w 11772900"/>
                <a:gd name="connsiteY6" fmla="*/ 1587 h 1436870"/>
                <a:gd name="connsiteX7" fmla="*/ 11772900 w 11772900"/>
                <a:gd name="connsiteY7" fmla="*/ 1436870 h 1436870"/>
                <a:gd name="connsiteX8" fmla="*/ 0 w 11772900"/>
                <a:gd name="connsiteY8" fmla="*/ 1436870 h 1436870"/>
                <a:gd name="connsiteX9" fmla="*/ 0 w 11772900"/>
                <a:gd name="connsiteY9" fmla="*/ 1587 h 1436870"/>
                <a:gd name="connsiteX0" fmla="*/ 0 w 11772900"/>
                <a:gd name="connsiteY0" fmla="*/ 1587 h 1436870"/>
                <a:gd name="connsiteX1" fmla="*/ 2533649 w 11772900"/>
                <a:gd name="connsiteY1" fmla="*/ 4763 h 1436870"/>
                <a:gd name="connsiteX2" fmla="*/ 2524125 w 11772900"/>
                <a:gd name="connsiteY2" fmla="*/ 723900 h 1436870"/>
                <a:gd name="connsiteX3" fmla="*/ 5862637 w 11772900"/>
                <a:gd name="connsiteY3" fmla="*/ 733424 h 1436870"/>
                <a:gd name="connsiteX4" fmla="*/ 7081837 w 11772900"/>
                <a:gd name="connsiteY4" fmla="*/ 723900 h 1436870"/>
                <a:gd name="connsiteX5" fmla="*/ 9220199 w 11772900"/>
                <a:gd name="connsiteY5" fmla="*/ 719137 h 1436870"/>
                <a:gd name="connsiteX6" fmla="*/ 9229724 w 11772900"/>
                <a:gd name="connsiteY6" fmla="*/ 0 h 1436870"/>
                <a:gd name="connsiteX7" fmla="*/ 11772900 w 11772900"/>
                <a:gd name="connsiteY7" fmla="*/ 1587 h 1436870"/>
                <a:gd name="connsiteX8" fmla="*/ 11772900 w 11772900"/>
                <a:gd name="connsiteY8" fmla="*/ 1436870 h 1436870"/>
                <a:gd name="connsiteX9" fmla="*/ 0 w 11772900"/>
                <a:gd name="connsiteY9" fmla="*/ 1436870 h 1436870"/>
                <a:gd name="connsiteX10" fmla="*/ 0 w 11772900"/>
                <a:gd name="connsiteY10" fmla="*/ 1587 h 1436870"/>
                <a:gd name="connsiteX0" fmla="*/ 0 w 11772900"/>
                <a:gd name="connsiteY0" fmla="*/ 1587 h 1436870"/>
                <a:gd name="connsiteX1" fmla="*/ 2533649 w 11772900"/>
                <a:gd name="connsiteY1" fmla="*/ 4763 h 1436870"/>
                <a:gd name="connsiteX2" fmla="*/ 2524125 w 11772900"/>
                <a:gd name="connsiteY2" fmla="*/ 723900 h 1436870"/>
                <a:gd name="connsiteX3" fmla="*/ 5862637 w 11772900"/>
                <a:gd name="connsiteY3" fmla="*/ 733424 h 1436870"/>
                <a:gd name="connsiteX4" fmla="*/ 7081837 w 11772900"/>
                <a:gd name="connsiteY4" fmla="*/ 723900 h 1436870"/>
                <a:gd name="connsiteX5" fmla="*/ 8567737 w 11772900"/>
                <a:gd name="connsiteY5" fmla="*/ 719137 h 1436870"/>
                <a:gd name="connsiteX6" fmla="*/ 9220199 w 11772900"/>
                <a:gd name="connsiteY6" fmla="*/ 719137 h 1436870"/>
                <a:gd name="connsiteX7" fmla="*/ 9229724 w 11772900"/>
                <a:gd name="connsiteY7" fmla="*/ 0 h 1436870"/>
                <a:gd name="connsiteX8" fmla="*/ 11772900 w 11772900"/>
                <a:gd name="connsiteY8" fmla="*/ 1587 h 1436870"/>
                <a:gd name="connsiteX9" fmla="*/ 11772900 w 11772900"/>
                <a:gd name="connsiteY9" fmla="*/ 1436870 h 1436870"/>
                <a:gd name="connsiteX10" fmla="*/ 0 w 11772900"/>
                <a:gd name="connsiteY10" fmla="*/ 1436870 h 1436870"/>
                <a:gd name="connsiteX11" fmla="*/ 0 w 11772900"/>
                <a:gd name="connsiteY11" fmla="*/ 1587 h 1436870"/>
                <a:gd name="connsiteX0" fmla="*/ 0 w 11772900"/>
                <a:gd name="connsiteY0" fmla="*/ 1587 h 1443037"/>
                <a:gd name="connsiteX1" fmla="*/ 2533649 w 11772900"/>
                <a:gd name="connsiteY1" fmla="*/ 4763 h 1443037"/>
                <a:gd name="connsiteX2" fmla="*/ 2524125 w 11772900"/>
                <a:gd name="connsiteY2" fmla="*/ 723900 h 1443037"/>
                <a:gd name="connsiteX3" fmla="*/ 5862637 w 11772900"/>
                <a:gd name="connsiteY3" fmla="*/ 733424 h 1443037"/>
                <a:gd name="connsiteX4" fmla="*/ 5862637 w 11772900"/>
                <a:gd name="connsiteY4" fmla="*/ 1443037 h 1443037"/>
                <a:gd name="connsiteX5" fmla="*/ 8567737 w 11772900"/>
                <a:gd name="connsiteY5" fmla="*/ 719137 h 1443037"/>
                <a:gd name="connsiteX6" fmla="*/ 9220199 w 11772900"/>
                <a:gd name="connsiteY6" fmla="*/ 719137 h 1443037"/>
                <a:gd name="connsiteX7" fmla="*/ 9229724 w 11772900"/>
                <a:gd name="connsiteY7" fmla="*/ 0 h 1443037"/>
                <a:gd name="connsiteX8" fmla="*/ 11772900 w 11772900"/>
                <a:gd name="connsiteY8" fmla="*/ 1587 h 1443037"/>
                <a:gd name="connsiteX9" fmla="*/ 11772900 w 11772900"/>
                <a:gd name="connsiteY9" fmla="*/ 1436870 h 1443037"/>
                <a:gd name="connsiteX10" fmla="*/ 0 w 11772900"/>
                <a:gd name="connsiteY10" fmla="*/ 1436870 h 1443037"/>
                <a:gd name="connsiteX11" fmla="*/ 0 w 11772900"/>
                <a:gd name="connsiteY11" fmla="*/ 1587 h 1443037"/>
                <a:gd name="connsiteX0" fmla="*/ 0 w 11772900"/>
                <a:gd name="connsiteY0" fmla="*/ 1587 h 1443037"/>
                <a:gd name="connsiteX1" fmla="*/ 2533649 w 11772900"/>
                <a:gd name="connsiteY1" fmla="*/ 4763 h 1443037"/>
                <a:gd name="connsiteX2" fmla="*/ 2524125 w 11772900"/>
                <a:gd name="connsiteY2" fmla="*/ 723900 h 1443037"/>
                <a:gd name="connsiteX3" fmla="*/ 5862637 w 11772900"/>
                <a:gd name="connsiteY3" fmla="*/ 733424 h 1443037"/>
                <a:gd name="connsiteX4" fmla="*/ 5862637 w 11772900"/>
                <a:gd name="connsiteY4" fmla="*/ 1443037 h 1443037"/>
                <a:gd name="connsiteX5" fmla="*/ 10091737 w 11772900"/>
                <a:gd name="connsiteY5" fmla="*/ 1423987 h 1443037"/>
                <a:gd name="connsiteX6" fmla="*/ 9220199 w 11772900"/>
                <a:gd name="connsiteY6" fmla="*/ 719137 h 1443037"/>
                <a:gd name="connsiteX7" fmla="*/ 9229724 w 11772900"/>
                <a:gd name="connsiteY7" fmla="*/ 0 h 1443037"/>
                <a:gd name="connsiteX8" fmla="*/ 11772900 w 11772900"/>
                <a:gd name="connsiteY8" fmla="*/ 1587 h 1443037"/>
                <a:gd name="connsiteX9" fmla="*/ 11772900 w 11772900"/>
                <a:gd name="connsiteY9" fmla="*/ 1436870 h 1443037"/>
                <a:gd name="connsiteX10" fmla="*/ 0 w 11772900"/>
                <a:gd name="connsiteY10" fmla="*/ 1436870 h 1443037"/>
                <a:gd name="connsiteX11" fmla="*/ 0 w 11772900"/>
                <a:gd name="connsiteY11" fmla="*/ 1587 h 1443037"/>
                <a:gd name="connsiteX0" fmla="*/ 0 w 11772900"/>
                <a:gd name="connsiteY0" fmla="*/ 1587 h 1443037"/>
                <a:gd name="connsiteX1" fmla="*/ 2533649 w 11772900"/>
                <a:gd name="connsiteY1" fmla="*/ 4763 h 1443037"/>
                <a:gd name="connsiteX2" fmla="*/ 2524125 w 11772900"/>
                <a:gd name="connsiteY2" fmla="*/ 723900 h 1443037"/>
                <a:gd name="connsiteX3" fmla="*/ 5862637 w 11772900"/>
                <a:gd name="connsiteY3" fmla="*/ 733424 h 1443037"/>
                <a:gd name="connsiteX4" fmla="*/ 5862637 w 11772900"/>
                <a:gd name="connsiteY4" fmla="*/ 1443037 h 1443037"/>
                <a:gd name="connsiteX5" fmla="*/ 10091737 w 11772900"/>
                <a:gd name="connsiteY5" fmla="*/ 1423987 h 1443037"/>
                <a:gd name="connsiteX6" fmla="*/ 9629774 w 11772900"/>
                <a:gd name="connsiteY6" fmla="*/ 1062037 h 1443037"/>
                <a:gd name="connsiteX7" fmla="*/ 9220199 w 11772900"/>
                <a:gd name="connsiteY7" fmla="*/ 719137 h 1443037"/>
                <a:gd name="connsiteX8" fmla="*/ 9229724 w 11772900"/>
                <a:gd name="connsiteY8" fmla="*/ 0 h 1443037"/>
                <a:gd name="connsiteX9" fmla="*/ 11772900 w 11772900"/>
                <a:gd name="connsiteY9" fmla="*/ 1587 h 1443037"/>
                <a:gd name="connsiteX10" fmla="*/ 11772900 w 11772900"/>
                <a:gd name="connsiteY10" fmla="*/ 1436870 h 1443037"/>
                <a:gd name="connsiteX11" fmla="*/ 0 w 11772900"/>
                <a:gd name="connsiteY11" fmla="*/ 1436870 h 1443037"/>
                <a:gd name="connsiteX12" fmla="*/ 0 w 11772900"/>
                <a:gd name="connsiteY12" fmla="*/ 1587 h 1443037"/>
                <a:gd name="connsiteX0" fmla="*/ 0 w 11772900"/>
                <a:gd name="connsiteY0" fmla="*/ 1587 h 1443037"/>
                <a:gd name="connsiteX1" fmla="*/ 2533649 w 11772900"/>
                <a:gd name="connsiteY1" fmla="*/ 4763 h 1443037"/>
                <a:gd name="connsiteX2" fmla="*/ 2524125 w 11772900"/>
                <a:gd name="connsiteY2" fmla="*/ 723900 h 1443037"/>
                <a:gd name="connsiteX3" fmla="*/ 5862637 w 11772900"/>
                <a:gd name="connsiteY3" fmla="*/ 733424 h 1443037"/>
                <a:gd name="connsiteX4" fmla="*/ 5862637 w 11772900"/>
                <a:gd name="connsiteY4" fmla="*/ 1443037 h 1443037"/>
                <a:gd name="connsiteX5" fmla="*/ 10091737 w 11772900"/>
                <a:gd name="connsiteY5" fmla="*/ 1423987 h 1443037"/>
                <a:gd name="connsiteX6" fmla="*/ 10091737 w 11772900"/>
                <a:gd name="connsiteY6" fmla="*/ 723900 h 1443037"/>
                <a:gd name="connsiteX7" fmla="*/ 9220199 w 11772900"/>
                <a:gd name="connsiteY7" fmla="*/ 719137 h 1443037"/>
                <a:gd name="connsiteX8" fmla="*/ 9229724 w 11772900"/>
                <a:gd name="connsiteY8" fmla="*/ 0 h 1443037"/>
                <a:gd name="connsiteX9" fmla="*/ 11772900 w 11772900"/>
                <a:gd name="connsiteY9" fmla="*/ 1587 h 1443037"/>
                <a:gd name="connsiteX10" fmla="*/ 11772900 w 11772900"/>
                <a:gd name="connsiteY10" fmla="*/ 1436870 h 1443037"/>
                <a:gd name="connsiteX11" fmla="*/ 0 w 11772900"/>
                <a:gd name="connsiteY11" fmla="*/ 1436870 h 1443037"/>
                <a:gd name="connsiteX12" fmla="*/ 0 w 11772900"/>
                <a:gd name="connsiteY12" fmla="*/ 1587 h 1443037"/>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10091737 w 11772900"/>
                <a:gd name="csY6" fmla="*/ 722313 h 1441450"/>
                <a:gd name="csX7" fmla="*/ 9220199 w 11772900"/>
                <a:gd name="csY7" fmla="*/ 717550 h 1441450"/>
                <a:gd name="csX8" fmla="*/ 10059600 w 11772900"/>
                <a:gd name="csY8" fmla="*/ 25307 h 1441450"/>
                <a:gd name="csX9" fmla="*/ 11772900 w 11772900"/>
                <a:gd name="csY9" fmla="*/ 0 h 1441450"/>
                <a:gd name="csX10" fmla="*/ 11772900 w 11772900"/>
                <a:gd name="csY10" fmla="*/ 1435283 h 1441450"/>
                <a:gd name="csX11" fmla="*/ 0 w 11772900"/>
                <a:gd name="csY11" fmla="*/ 1435283 h 1441450"/>
                <a:gd name="csX12" fmla="*/ 0 w 11772900"/>
                <a:gd name="csY12"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10059600 w 11772900"/>
                <a:gd name="csY8" fmla="*/ 25307 h 1441450"/>
                <a:gd name="csX9" fmla="*/ 11772900 w 11772900"/>
                <a:gd name="csY9" fmla="*/ 0 h 1441450"/>
                <a:gd name="csX10" fmla="*/ 11772900 w 11772900"/>
                <a:gd name="csY10" fmla="*/ 1435283 h 1441450"/>
                <a:gd name="csX11" fmla="*/ 0 w 11772900"/>
                <a:gd name="csY11" fmla="*/ 1435283 h 1441450"/>
                <a:gd name="csX12" fmla="*/ 0 w 11772900"/>
                <a:gd name="csY12"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9644662 w 11772900"/>
                <a:gd name="csY8" fmla="*/ 351277 h 1441450"/>
                <a:gd name="csX9" fmla="*/ 10059600 w 11772900"/>
                <a:gd name="csY9" fmla="*/ 25307 h 1441450"/>
                <a:gd name="csX10" fmla="*/ 11772900 w 11772900"/>
                <a:gd name="csY10" fmla="*/ 0 h 1441450"/>
                <a:gd name="csX11" fmla="*/ 11772900 w 11772900"/>
                <a:gd name="csY11" fmla="*/ 1435283 h 1441450"/>
                <a:gd name="csX12" fmla="*/ 0 w 11772900"/>
                <a:gd name="csY12" fmla="*/ 1435283 h 1441450"/>
                <a:gd name="csX13" fmla="*/ 0 w 11772900"/>
                <a:gd name="csY13"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10067284 w 11772900"/>
                <a:gd name="csY8" fmla="*/ 689374 h 1441450"/>
                <a:gd name="csX9" fmla="*/ 10059600 w 11772900"/>
                <a:gd name="csY9" fmla="*/ 25307 h 1441450"/>
                <a:gd name="csX10" fmla="*/ 11772900 w 11772900"/>
                <a:gd name="csY10" fmla="*/ 0 h 1441450"/>
                <a:gd name="csX11" fmla="*/ 11772900 w 11772900"/>
                <a:gd name="csY11" fmla="*/ 1435283 h 1441450"/>
                <a:gd name="csX12" fmla="*/ 0 w 11772900"/>
                <a:gd name="csY12" fmla="*/ 1435283 h 1441450"/>
                <a:gd name="csX13" fmla="*/ 0 w 11772900"/>
                <a:gd name="csY13"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10017337 w 11772900"/>
                <a:gd name="csY8" fmla="*/ 708584 h 1441450"/>
                <a:gd name="csX9" fmla="*/ 10067284 w 11772900"/>
                <a:gd name="csY9" fmla="*/ 689374 h 1441450"/>
                <a:gd name="csX10" fmla="*/ 10059600 w 11772900"/>
                <a:gd name="csY10" fmla="*/ 25307 h 1441450"/>
                <a:gd name="csX11" fmla="*/ 11772900 w 11772900"/>
                <a:gd name="csY11" fmla="*/ 0 h 1441450"/>
                <a:gd name="csX12" fmla="*/ 11772900 w 11772900"/>
                <a:gd name="csY12" fmla="*/ 1435283 h 1441450"/>
                <a:gd name="csX13" fmla="*/ 0 w 11772900"/>
                <a:gd name="csY13" fmla="*/ 1435283 h 1441450"/>
                <a:gd name="csX14" fmla="*/ 0 w 11772900"/>
                <a:gd name="csY14"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10067284 w 11772900"/>
                <a:gd name="csY8" fmla="*/ 689374 h 1441450"/>
                <a:gd name="csX9" fmla="*/ 10059600 w 11772900"/>
                <a:gd name="csY9" fmla="*/ 25307 h 1441450"/>
                <a:gd name="csX10" fmla="*/ 11772900 w 11772900"/>
                <a:gd name="csY10" fmla="*/ 0 h 1441450"/>
                <a:gd name="csX11" fmla="*/ 11772900 w 11772900"/>
                <a:gd name="csY11" fmla="*/ 1435283 h 1441450"/>
                <a:gd name="csX12" fmla="*/ 0 w 11772900"/>
                <a:gd name="csY12" fmla="*/ 1435283 h 1441450"/>
                <a:gd name="csX13" fmla="*/ 0 w 11772900"/>
                <a:gd name="csY13"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10067284 w 11772900"/>
                <a:gd name="csY8" fmla="*/ 689374 h 1441450"/>
                <a:gd name="csX9" fmla="*/ 10059600 w 11772900"/>
                <a:gd name="csY9" fmla="*/ 25307 h 1441450"/>
                <a:gd name="csX10" fmla="*/ 11772900 w 11772900"/>
                <a:gd name="csY10" fmla="*/ 0 h 1441450"/>
                <a:gd name="csX11" fmla="*/ 11772900 w 11772900"/>
                <a:gd name="csY11" fmla="*/ 1435283 h 1441450"/>
                <a:gd name="csX12" fmla="*/ 0 w 11772900"/>
                <a:gd name="csY12" fmla="*/ 1435283 h 1441450"/>
                <a:gd name="csX13" fmla="*/ 0 w 11772900"/>
                <a:gd name="csY13"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10059600 w 11772900"/>
                <a:gd name="csY8" fmla="*/ 723952 h 1441450"/>
                <a:gd name="csX9" fmla="*/ 10059600 w 11772900"/>
                <a:gd name="csY9" fmla="*/ 25307 h 1441450"/>
                <a:gd name="csX10" fmla="*/ 11772900 w 11772900"/>
                <a:gd name="csY10" fmla="*/ 0 h 1441450"/>
                <a:gd name="csX11" fmla="*/ 11772900 w 11772900"/>
                <a:gd name="csY11" fmla="*/ 1435283 h 1441450"/>
                <a:gd name="csX12" fmla="*/ 0 w 11772900"/>
                <a:gd name="csY12" fmla="*/ 1435283 h 1441450"/>
                <a:gd name="csX13" fmla="*/ 0 w 11772900"/>
                <a:gd name="csY13" fmla="*/ 0 h 1441450"/>
                <a:gd name="csX0" fmla="*/ 0 w 11772900"/>
                <a:gd name="csY0" fmla="*/ 0 h 1441450"/>
                <a:gd name="csX1" fmla="*/ 2533649 w 11772900"/>
                <a:gd name="csY1" fmla="*/ 3176 h 1441450"/>
                <a:gd name="csX2" fmla="*/ 2524125 w 11772900"/>
                <a:gd name="csY2" fmla="*/ 722313 h 1441450"/>
                <a:gd name="csX3" fmla="*/ 5862637 w 11772900"/>
                <a:gd name="csY3" fmla="*/ 731837 h 1441450"/>
                <a:gd name="csX4" fmla="*/ 5862637 w 11772900"/>
                <a:gd name="csY4" fmla="*/ 1441450 h 1441450"/>
                <a:gd name="csX5" fmla="*/ 10091737 w 11772900"/>
                <a:gd name="csY5" fmla="*/ 1422400 h 1441450"/>
                <a:gd name="csX6" fmla="*/ 9204231 w 11772900"/>
                <a:gd name="csY6" fmla="*/ 1410034 h 1441450"/>
                <a:gd name="csX7" fmla="*/ 9220199 w 11772900"/>
                <a:gd name="csY7" fmla="*/ 717550 h 1441450"/>
                <a:gd name="csX8" fmla="*/ 10059600 w 11772900"/>
                <a:gd name="csY8" fmla="*/ 712426 h 1441450"/>
                <a:gd name="csX9" fmla="*/ 10059600 w 11772900"/>
                <a:gd name="csY9" fmla="*/ 25307 h 1441450"/>
                <a:gd name="csX10" fmla="*/ 11772900 w 11772900"/>
                <a:gd name="csY10" fmla="*/ 0 h 1441450"/>
                <a:gd name="csX11" fmla="*/ 11772900 w 11772900"/>
                <a:gd name="csY11" fmla="*/ 1435283 h 1441450"/>
                <a:gd name="csX12" fmla="*/ 0 w 11772900"/>
                <a:gd name="csY12" fmla="*/ 1435283 h 1441450"/>
                <a:gd name="csX13" fmla="*/ 0 w 11772900"/>
                <a:gd name="csY13" fmla="*/ 0 h 1441450"/>
                <a:gd name="csX0" fmla="*/ 0 w 11780584"/>
                <a:gd name="csY0" fmla="*/ 0 h 2157583"/>
                <a:gd name="csX1" fmla="*/ 2533649 w 11780584"/>
                <a:gd name="csY1" fmla="*/ 3176 h 2157583"/>
                <a:gd name="csX2" fmla="*/ 2524125 w 11780584"/>
                <a:gd name="csY2" fmla="*/ 722313 h 2157583"/>
                <a:gd name="csX3" fmla="*/ 5862637 w 11780584"/>
                <a:gd name="csY3" fmla="*/ 731837 h 2157583"/>
                <a:gd name="csX4" fmla="*/ 5862637 w 11780584"/>
                <a:gd name="csY4" fmla="*/ 1441450 h 2157583"/>
                <a:gd name="csX5" fmla="*/ 10091737 w 11780584"/>
                <a:gd name="csY5" fmla="*/ 1422400 h 2157583"/>
                <a:gd name="csX6" fmla="*/ 9204231 w 11780584"/>
                <a:gd name="csY6" fmla="*/ 1410034 h 2157583"/>
                <a:gd name="csX7" fmla="*/ 9220199 w 11780584"/>
                <a:gd name="csY7" fmla="*/ 717550 h 2157583"/>
                <a:gd name="csX8" fmla="*/ 10059600 w 11780584"/>
                <a:gd name="csY8" fmla="*/ 712426 h 2157583"/>
                <a:gd name="csX9" fmla="*/ 10059600 w 11780584"/>
                <a:gd name="csY9" fmla="*/ 25307 h 2157583"/>
                <a:gd name="csX10" fmla="*/ 11772900 w 11780584"/>
                <a:gd name="csY10" fmla="*/ 0 h 2157583"/>
                <a:gd name="csX11" fmla="*/ 11780584 w 11780584"/>
                <a:gd name="csY11" fmla="*/ 2157583 h 2157583"/>
                <a:gd name="csX12" fmla="*/ 0 w 11780584"/>
                <a:gd name="csY12" fmla="*/ 1435283 h 2157583"/>
                <a:gd name="csX13" fmla="*/ 0 w 11780584"/>
                <a:gd name="csY13" fmla="*/ 0 h 2157583"/>
                <a:gd name="csX0" fmla="*/ 0 w 11780584"/>
                <a:gd name="csY0" fmla="*/ 0 h 2157583"/>
                <a:gd name="csX1" fmla="*/ 2533649 w 11780584"/>
                <a:gd name="csY1" fmla="*/ 3176 h 2157583"/>
                <a:gd name="csX2" fmla="*/ 2524125 w 11780584"/>
                <a:gd name="csY2" fmla="*/ 722313 h 2157583"/>
                <a:gd name="csX3" fmla="*/ 5862637 w 11780584"/>
                <a:gd name="csY3" fmla="*/ 731837 h 2157583"/>
                <a:gd name="csX4" fmla="*/ 5862637 w 11780584"/>
                <a:gd name="csY4" fmla="*/ 1441450 h 2157583"/>
                <a:gd name="csX5" fmla="*/ 10091737 w 11780584"/>
                <a:gd name="csY5" fmla="*/ 1422400 h 2157583"/>
                <a:gd name="csX6" fmla="*/ 9204231 w 11780584"/>
                <a:gd name="csY6" fmla="*/ 1410034 h 2157583"/>
                <a:gd name="csX7" fmla="*/ 9220199 w 11780584"/>
                <a:gd name="csY7" fmla="*/ 717550 h 2157583"/>
                <a:gd name="csX8" fmla="*/ 10059600 w 11780584"/>
                <a:gd name="csY8" fmla="*/ 712426 h 2157583"/>
                <a:gd name="csX9" fmla="*/ 10059600 w 11780584"/>
                <a:gd name="csY9" fmla="*/ 25307 h 2157583"/>
                <a:gd name="csX10" fmla="*/ 11772900 w 11780584"/>
                <a:gd name="csY10" fmla="*/ 0 h 2157583"/>
                <a:gd name="csX11" fmla="*/ 11780584 w 11780584"/>
                <a:gd name="csY11" fmla="*/ 2157583 h 2157583"/>
                <a:gd name="csX12" fmla="*/ 10082652 w 11780584"/>
                <a:gd name="csY12" fmla="*/ 2045606 h 2157583"/>
                <a:gd name="csX13" fmla="*/ 0 w 11780584"/>
                <a:gd name="csY13" fmla="*/ 1435283 h 2157583"/>
                <a:gd name="csX14" fmla="*/ 0 w 11780584"/>
                <a:gd name="csY14" fmla="*/ 0 h 2157583"/>
                <a:gd name="csX0" fmla="*/ 0 w 11780584"/>
                <a:gd name="csY0" fmla="*/ 0 h 2157583"/>
                <a:gd name="csX1" fmla="*/ 2533649 w 11780584"/>
                <a:gd name="csY1" fmla="*/ 3176 h 2157583"/>
                <a:gd name="csX2" fmla="*/ 2524125 w 11780584"/>
                <a:gd name="csY2" fmla="*/ 722313 h 2157583"/>
                <a:gd name="csX3" fmla="*/ 5862637 w 11780584"/>
                <a:gd name="csY3" fmla="*/ 731837 h 2157583"/>
                <a:gd name="csX4" fmla="*/ 5862637 w 11780584"/>
                <a:gd name="csY4" fmla="*/ 1441450 h 2157583"/>
                <a:gd name="csX5" fmla="*/ 10091737 w 11780584"/>
                <a:gd name="csY5" fmla="*/ 1422400 h 2157583"/>
                <a:gd name="csX6" fmla="*/ 9204231 w 11780584"/>
                <a:gd name="csY6" fmla="*/ 1410034 h 2157583"/>
                <a:gd name="csX7" fmla="*/ 9220199 w 11780584"/>
                <a:gd name="csY7" fmla="*/ 717550 h 2157583"/>
                <a:gd name="csX8" fmla="*/ 10059600 w 11780584"/>
                <a:gd name="csY8" fmla="*/ 712426 h 2157583"/>
                <a:gd name="csX9" fmla="*/ 10059600 w 11780584"/>
                <a:gd name="csY9" fmla="*/ 25307 h 2157583"/>
                <a:gd name="csX10" fmla="*/ 11772900 w 11780584"/>
                <a:gd name="csY10" fmla="*/ 0 h 2157583"/>
                <a:gd name="csX11" fmla="*/ 11780584 w 11780584"/>
                <a:gd name="csY11" fmla="*/ 2157583 h 2157583"/>
                <a:gd name="csX12" fmla="*/ 10082652 w 11780584"/>
                <a:gd name="csY12" fmla="*/ 2149341 h 2157583"/>
                <a:gd name="csX13" fmla="*/ 0 w 11780584"/>
                <a:gd name="csY13" fmla="*/ 1435283 h 2157583"/>
                <a:gd name="csX14" fmla="*/ 0 w 11780584"/>
                <a:gd name="csY14" fmla="*/ 0 h 2157583"/>
                <a:gd name="csX0" fmla="*/ 0 w 11780584"/>
                <a:gd name="csY0" fmla="*/ 1435283 h 2240781"/>
                <a:gd name="csX1" fmla="*/ 0 w 11780584"/>
                <a:gd name="csY1" fmla="*/ 0 h 2240781"/>
                <a:gd name="csX2" fmla="*/ 2533649 w 11780584"/>
                <a:gd name="csY2" fmla="*/ 3176 h 2240781"/>
                <a:gd name="csX3" fmla="*/ 2524125 w 11780584"/>
                <a:gd name="csY3" fmla="*/ 722313 h 2240781"/>
                <a:gd name="csX4" fmla="*/ 5862637 w 11780584"/>
                <a:gd name="csY4" fmla="*/ 731837 h 2240781"/>
                <a:gd name="csX5" fmla="*/ 5862637 w 11780584"/>
                <a:gd name="csY5" fmla="*/ 1441450 h 2240781"/>
                <a:gd name="csX6" fmla="*/ 10091737 w 11780584"/>
                <a:gd name="csY6" fmla="*/ 1422400 h 2240781"/>
                <a:gd name="csX7" fmla="*/ 9204231 w 11780584"/>
                <a:gd name="csY7" fmla="*/ 1410034 h 2240781"/>
                <a:gd name="csX8" fmla="*/ 9220199 w 11780584"/>
                <a:gd name="csY8" fmla="*/ 717550 h 2240781"/>
                <a:gd name="csX9" fmla="*/ 10059600 w 11780584"/>
                <a:gd name="csY9" fmla="*/ 712426 h 2240781"/>
                <a:gd name="csX10" fmla="*/ 10059600 w 11780584"/>
                <a:gd name="csY10" fmla="*/ 25307 h 2240781"/>
                <a:gd name="csX11" fmla="*/ 11772900 w 11780584"/>
                <a:gd name="csY11" fmla="*/ 0 h 2240781"/>
                <a:gd name="csX12" fmla="*/ 11780584 w 11780584"/>
                <a:gd name="csY12" fmla="*/ 2157583 h 2240781"/>
                <a:gd name="csX13" fmla="*/ 10174092 w 11780584"/>
                <a:gd name="csY13" fmla="*/ 2240781 h 2240781"/>
                <a:gd name="csX0" fmla="*/ 0 w 11780584"/>
                <a:gd name="csY0" fmla="*/ 1435283 h 2240781"/>
                <a:gd name="csX1" fmla="*/ 0 w 11780584"/>
                <a:gd name="csY1" fmla="*/ 0 h 2240781"/>
                <a:gd name="csX2" fmla="*/ 2533649 w 11780584"/>
                <a:gd name="csY2" fmla="*/ 3176 h 2240781"/>
                <a:gd name="csX3" fmla="*/ 2524125 w 11780584"/>
                <a:gd name="csY3" fmla="*/ 722313 h 2240781"/>
                <a:gd name="csX4" fmla="*/ 5862637 w 11780584"/>
                <a:gd name="csY4" fmla="*/ 731837 h 2240781"/>
                <a:gd name="csX5" fmla="*/ 5862637 w 11780584"/>
                <a:gd name="csY5" fmla="*/ 1441450 h 2240781"/>
                <a:gd name="csX6" fmla="*/ 10091737 w 11780584"/>
                <a:gd name="csY6" fmla="*/ 1422400 h 2240781"/>
                <a:gd name="csX7" fmla="*/ 9204231 w 11780584"/>
                <a:gd name="csY7" fmla="*/ 1410034 h 2240781"/>
                <a:gd name="csX8" fmla="*/ 9220199 w 11780584"/>
                <a:gd name="csY8" fmla="*/ 717550 h 2240781"/>
                <a:gd name="csX9" fmla="*/ 10059600 w 11780584"/>
                <a:gd name="csY9" fmla="*/ 712426 h 2240781"/>
                <a:gd name="csX10" fmla="*/ 10059600 w 11780584"/>
                <a:gd name="csY10" fmla="*/ 25307 h 2240781"/>
                <a:gd name="csX11" fmla="*/ 11772900 w 11780584"/>
                <a:gd name="csY11" fmla="*/ 0 h 2240781"/>
                <a:gd name="csX12" fmla="*/ 11780584 w 11780584"/>
                <a:gd name="csY12" fmla="*/ 2157583 h 2240781"/>
                <a:gd name="csX13" fmla="*/ 10174092 w 11780584"/>
                <a:gd name="csY13" fmla="*/ 2240781 h 2240781"/>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10091737 w 11780584"/>
                <a:gd name="csY6" fmla="*/ 142240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10093410 w 11780584"/>
                <a:gd name="csY13" fmla="*/ 2125521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10091737 w 11780584"/>
                <a:gd name="csY6" fmla="*/ 142240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10093410 w 11780584"/>
                <a:gd name="csY13" fmla="*/ 2152416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9204231 w 11780584"/>
                <a:gd name="csY6" fmla="*/ 1410034 h 2157583"/>
                <a:gd name="csX7" fmla="*/ 9220199 w 11780584"/>
                <a:gd name="csY7" fmla="*/ 717550 h 2157583"/>
                <a:gd name="csX8" fmla="*/ 10059600 w 11780584"/>
                <a:gd name="csY8" fmla="*/ 712426 h 2157583"/>
                <a:gd name="csX9" fmla="*/ 10059600 w 11780584"/>
                <a:gd name="csY9" fmla="*/ 25307 h 2157583"/>
                <a:gd name="csX10" fmla="*/ 11772900 w 11780584"/>
                <a:gd name="csY10" fmla="*/ 0 h 2157583"/>
                <a:gd name="csX11" fmla="*/ 11780584 w 11780584"/>
                <a:gd name="csY11" fmla="*/ 2157583 h 2157583"/>
                <a:gd name="csX12" fmla="*/ 10093410 w 11780584"/>
                <a:gd name="csY12" fmla="*/ 2152416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10093410 w 11780584"/>
                <a:gd name="csY13" fmla="*/ 2152416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10093410 w 11780584"/>
                <a:gd name="csY13" fmla="*/ 2152416 h 2157583"/>
                <a:gd name="csX14" fmla="*/ 0 w 11780584"/>
                <a:gd name="csY14" fmla="*/ 1435283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10093410 w 11780584"/>
                <a:gd name="csY13" fmla="*/ 2152416 h 2157583"/>
                <a:gd name="csX14" fmla="*/ 5852591 w 11780584"/>
                <a:gd name="csY14" fmla="*/ 1442410 h 2157583"/>
                <a:gd name="csX15" fmla="*/ 0 w 11780584"/>
                <a:gd name="csY15" fmla="*/ 1435283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10093410 w 11780584"/>
                <a:gd name="csY13" fmla="*/ 2152416 h 2157583"/>
                <a:gd name="csX14" fmla="*/ 9152884 w 11780584"/>
                <a:gd name="csY14" fmla="*/ 2022554 h 2157583"/>
                <a:gd name="csX15" fmla="*/ 5852591 w 11780584"/>
                <a:gd name="csY15" fmla="*/ 1442410 h 2157583"/>
                <a:gd name="csX16" fmla="*/ 0 w 11780584"/>
                <a:gd name="csY16" fmla="*/ 1435283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10093410 w 11780584"/>
                <a:gd name="csY13" fmla="*/ 2152416 h 2157583"/>
                <a:gd name="csX14" fmla="*/ 5852591 w 11780584"/>
                <a:gd name="csY14" fmla="*/ 1442410 h 2157583"/>
                <a:gd name="csX15" fmla="*/ 0 w 11780584"/>
                <a:gd name="csY15" fmla="*/ 1435283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04231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9213588 w 11780584"/>
                <a:gd name="csY13" fmla="*/ 2152416 h 2157583"/>
                <a:gd name="csX14" fmla="*/ 5852591 w 11780584"/>
                <a:gd name="csY14" fmla="*/ 1442410 h 2157583"/>
                <a:gd name="csX15" fmla="*/ 0 w 11780584"/>
                <a:gd name="csY15" fmla="*/ 1435283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38809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9213588 w 11780584"/>
                <a:gd name="csY13" fmla="*/ 2152416 h 2157583"/>
                <a:gd name="csX14" fmla="*/ 5852591 w 11780584"/>
                <a:gd name="csY14" fmla="*/ 1442410 h 2157583"/>
                <a:gd name="csX15" fmla="*/ 0 w 11780584"/>
                <a:gd name="csY15" fmla="*/ 1435283 h 2157583"/>
                <a:gd name="csX0" fmla="*/ 0 w 11780584"/>
                <a:gd name="csY0" fmla="*/ 1435283 h 2157583"/>
                <a:gd name="csX1" fmla="*/ 0 w 11780584"/>
                <a:gd name="csY1" fmla="*/ 0 h 2157583"/>
                <a:gd name="csX2" fmla="*/ 2533649 w 11780584"/>
                <a:gd name="csY2" fmla="*/ 3176 h 2157583"/>
                <a:gd name="csX3" fmla="*/ 2524125 w 11780584"/>
                <a:gd name="csY3" fmla="*/ 722313 h 2157583"/>
                <a:gd name="csX4" fmla="*/ 5862637 w 11780584"/>
                <a:gd name="csY4" fmla="*/ 731837 h 2157583"/>
                <a:gd name="csX5" fmla="*/ 5862637 w 11780584"/>
                <a:gd name="csY5" fmla="*/ 1441450 h 2157583"/>
                <a:gd name="csX6" fmla="*/ 5837223 w 11780584"/>
                <a:gd name="csY6" fmla="*/ 1442410 h 2157583"/>
                <a:gd name="csX7" fmla="*/ 9215757 w 11780584"/>
                <a:gd name="csY7" fmla="*/ 1410034 h 2157583"/>
                <a:gd name="csX8" fmla="*/ 9220199 w 11780584"/>
                <a:gd name="csY8" fmla="*/ 717550 h 2157583"/>
                <a:gd name="csX9" fmla="*/ 10059600 w 11780584"/>
                <a:gd name="csY9" fmla="*/ 712426 h 2157583"/>
                <a:gd name="csX10" fmla="*/ 10059600 w 11780584"/>
                <a:gd name="csY10" fmla="*/ 25307 h 2157583"/>
                <a:gd name="csX11" fmla="*/ 11772900 w 11780584"/>
                <a:gd name="csY11" fmla="*/ 0 h 2157583"/>
                <a:gd name="csX12" fmla="*/ 11780584 w 11780584"/>
                <a:gd name="csY12" fmla="*/ 2157583 h 2157583"/>
                <a:gd name="csX13" fmla="*/ 9213588 w 11780584"/>
                <a:gd name="csY13" fmla="*/ 2152416 h 2157583"/>
                <a:gd name="csX14" fmla="*/ 5852591 w 11780584"/>
                <a:gd name="csY14" fmla="*/ 1442410 h 2157583"/>
                <a:gd name="csX15" fmla="*/ 0 w 11780584"/>
                <a:gd name="csY15" fmla="*/ 1435283 h 21575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11780584" h="2157583">
                  <a:moveTo>
                    <a:pt x="0" y="1435283"/>
                  </a:moveTo>
                  <a:lnTo>
                    <a:pt x="0" y="0"/>
                  </a:lnTo>
                  <a:lnTo>
                    <a:pt x="2533649" y="3176"/>
                  </a:lnTo>
                  <a:lnTo>
                    <a:pt x="2524125" y="722313"/>
                  </a:lnTo>
                  <a:lnTo>
                    <a:pt x="5862637" y="731837"/>
                  </a:lnTo>
                  <a:lnTo>
                    <a:pt x="5862637" y="1441450"/>
                  </a:lnTo>
                  <a:lnTo>
                    <a:pt x="5837223" y="1442410"/>
                  </a:lnTo>
                  <a:lnTo>
                    <a:pt x="9215757" y="1410034"/>
                  </a:lnTo>
                  <a:cubicBezTo>
                    <a:pt x="9217238" y="1179206"/>
                    <a:pt x="9218718" y="948378"/>
                    <a:pt x="9220199" y="717550"/>
                  </a:cubicBezTo>
                  <a:lnTo>
                    <a:pt x="10059600" y="712426"/>
                  </a:lnTo>
                  <a:cubicBezTo>
                    <a:pt x="10057039" y="491070"/>
                    <a:pt x="10062161" y="246663"/>
                    <a:pt x="10059600" y="25307"/>
                  </a:cubicBezTo>
                  <a:lnTo>
                    <a:pt x="11772900" y="0"/>
                  </a:lnTo>
                  <a:cubicBezTo>
                    <a:pt x="11775461" y="719194"/>
                    <a:pt x="11778023" y="1438389"/>
                    <a:pt x="11780584" y="2157583"/>
                  </a:cubicBezTo>
                  <a:lnTo>
                    <a:pt x="9213588" y="2152416"/>
                  </a:lnTo>
                  <a:cubicBezTo>
                    <a:pt x="8225589" y="2033220"/>
                    <a:pt x="7534826" y="1561932"/>
                    <a:pt x="5852591" y="1442410"/>
                  </a:cubicBezTo>
                  <a:lnTo>
                    <a:pt x="0" y="1435283"/>
                  </a:lnTo>
                  <a:close/>
                </a:path>
              </a:pathLst>
            </a:custGeom>
            <a:solidFill>
              <a:srgbClr val="3B20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9" name="Group 178">
              <a:extLst>
                <a:ext uri="{FF2B5EF4-FFF2-40B4-BE49-F238E27FC236}">
                  <a16:creationId xmlns:a16="http://schemas.microsoft.com/office/drawing/2014/main" id="{666C5B8E-5FD9-E910-DC2F-93F4F0CAEE12}"/>
                </a:ext>
              </a:extLst>
            </p:cNvPr>
            <p:cNvGrpSpPr/>
            <p:nvPr/>
          </p:nvGrpSpPr>
          <p:grpSpPr>
            <a:xfrm>
              <a:off x="4542224" y="6005949"/>
              <a:ext cx="1115925" cy="852051"/>
              <a:chOff x="5398783" y="6005949"/>
              <a:chExt cx="1115925" cy="852051"/>
            </a:xfrm>
          </p:grpSpPr>
          <p:sp>
            <p:nvSpPr>
              <p:cNvPr id="158" name="Rectangle 157">
                <a:extLst>
                  <a:ext uri="{FF2B5EF4-FFF2-40B4-BE49-F238E27FC236}">
                    <a16:creationId xmlns:a16="http://schemas.microsoft.com/office/drawing/2014/main" id="{88F2DCA7-B2A2-FCDE-60CA-045655F156E7}"/>
                  </a:ext>
                </a:extLst>
              </p:cNvPr>
              <p:cNvSpPr/>
              <p:nvPr/>
            </p:nvSpPr>
            <p:spPr>
              <a:xfrm>
                <a:off x="5398783" y="6005949"/>
                <a:ext cx="1115925" cy="852051"/>
              </a:xfrm>
              <a:prstGeom prst="rect">
                <a:avLst/>
              </a:prstGeom>
              <a:solidFill>
                <a:srgbClr val="3B20C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TextBox 158">
                <a:extLst>
                  <a:ext uri="{FF2B5EF4-FFF2-40B4-BE49-F238E27FC236}">
                    <a16:creationId xmlns:a16="http://schemas.microsoft.com/office/drawing/2014/main" id="{352240A8-36B5-6D09-FD1E-CE41A029283B}"/>
                  </a:ext>
                </a:extLst>
              </p:cNvPr>
              <p:cNvSpPr txBox="1"/>
              <p:nvPr/>
            </p:nvSpPr>
            <p:spPr>
              <a:xfrm>
                <a:off x="5399338" y="6100008"/>
                <a:ext cx="1115370"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prstClr val="white">
                        <a:lumMod val="85000"/>
                      </a:prstClr>
                    </a:solidFill>
                    <a:effectLst/>
                    <a:uLnTx/>
                    <a:uFillTx/>
                    <a:latin typeface="Calibri" panose="020F0502020204030204"/>
                    <a:ea typeface="+mn-ea"/>
                    <a:cs typeface="+mn-cs"/>
                  </a:rPr>
                  <a:t>Apps</a:t>
                </a:r>
              </a:p>
            </p:txBody>
          </p:sp>
        </p:grpSp>
      </p:grpSp>
      <p:grpSp>
        <p:nvGrpSpPr>
          <p:cNvPr id="584" name="Group 583">
            <a:extLst>
              <a:ext uri="{FF2B5EF4-FFF2-40B4-BE49-F238E27FC236}">
                <a16:creationId xmlns:a16="http://schemas.microsoft.com/office/drawing/2014/main" id="{3A574A97-FE6D-2396-7D7A-F8BD9A2D3481}"/>
              </a:ext>
            </a:extLst>
          </p:cNvPr>
          <p:cNvGrpSpPr/>
          <p:nvPr/>
        </p:nvGrpSpPr>
        <p:grpSpPr>
          <a:xfrm>
            <a:off x="371474" y="756580"/>
            <a:ext cx="10080625" cy="6094810"/>
            <a:chOff x="371474" y="760719"/>
            <a:chExt cx="10080625" cy="6094810"/>
          </a:xfrm>
        </p:grpSpPr>
        <p:sp>
          <p:nvSpPr>
            <p:cNvPr id="494" name="Rectangle 493">
              <a:extLst>
                <a:ext uri="{FF2B5EF4-FFF2-40B4-BE49-F238E27FC236}">
                  <a16:creationId xmlns:a16="http://schemas.microsoft.com/office/drawing/2014/main" id="{CC96AC43-4D43-1BA4-499B-2A78458FEA99}"/>
                </a:ext>
              </a:extLst>
            </p:cNvPr>
            <p:cNvSpPr/>
            <p:nvPr/>
          </p:nvSpPr>
          <p:spPr>
            <a:xfrm>
              <a:off x="371474" y="760719"/>
              <a:ext cx="10080625" cy="1444319"/>
            </a:xfrm>
            <a:custGeom>
              <a:avLst/>
              <a:gdLst>
                <a:gd name="connsiteX0" fmla="*/ 0 w 10067459"/>
                <a:gd name="connsiteY0" fmla="*/ 0 h 1439863"/>
                <a:gd name="connsiteX1" fmla="*/ 10067459 w 10067459"/>
                <a:gd name="connsiteY1" fmla="*/ 0 h 1439863"/>
                <a:gd name="connsiteX2" fmla="*/ 10067459 w 10067459"/>
                <a:gd name="connsiteY2" fmla="*/ 1439863 h 1439863"/>
                <a:gd name="connsiteX3" fmla="*/ 0 w 10067459"/>
                <a:gd name="connsiteY3" fmla="*/ 1439863 h 1439863"/>
                <a:gd name="connsiteX4" fmla="*/ 0 w 10067459"/>
                <a:gd name="connsiteY4" fmla="*/ 0 h 1439863"/>
                <a:gd name="connsiteX0" fmla="*/ 0 w 10067459"/>
                <a:gd name="connsiteY0" fmla="*/ 794 h 1440657"/>
                <a:gd name="connsiteX1" fmla="*/ 5854234 w 10067459"/>
                <a:gd name="connsiteY1" fmla="*/ 0 h 1440657"/>
                <a:gd name="connsiteX2" fmla="*/ 10067459 w 10067459"/>
                <a:gd name="connsiteY2" fmla="*/ 794 h 1440657"/>
                <a:gd name="connsiteX3" fmla="*/ 10067459 w 10067459"/>
                <a:gd name="connsiteY3" fmla="*/ 1440657 h 1440657"/>
                <a:gd name="connsiteX4" fmla="*/ 0 w 10067459"/>
                <a:gd name="connsiteY4" fmla="*/ 1440657 h 1440657"/>
                <a:gd name="connsiteX5" fmla="*/ 0 w 10067459"/>
                <a:gd name="connsiteY5" fmla="*/ 794 h 1440657"/>
                <a:gd name="connsiteX0" fmla="*/ 3641 w 10071100"/>
                <a:gd name="connsiteY0" fmla="*/ 794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3641 w 10071100"/>
                <a:gd name="connsiteY6" fmla="*/ 794 h 1440657"/>
                <a:gd name="connsiteX0" fmla="*/ 5871041 w 10071100"/>
                <a:gd name="connsiteY0" fmla="*/ 719932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5871041 w 10071100"/>
                <a:gd name="connsiteY6" fmla="*/ 719932 h 1440657"/>
                <a:gd name="connsiteX0" fmla="*/ 5859135 w 10071100"/>
                <a:gd name="connsiteY0" fmla="*/ 722313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5859135 w 10071100"/>
                <a:gd name="connsiteY6" fmla="*/ 722313 h 1440657"/>
                <a:gd name="connsiteX0" fmla="*/ 5859135 w 10071100"/>
                <a:gd name="connsiteY0" fmla="*/ 717551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5859135 w 10071100"/>
                <a:gd name="connsiteY6" fmla="*/ 717551 h 1440657"/>
                <a:gd name="connsiteX0" fmla="*/ 5859135 w 10071100"/>
                <a:gd name="connsiteY0" fmla="*/ 717551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5859135 w 10071100"/>
                <a:gd name="connsiteY6" fmla="*/ 717551 h 1440657"/>
                <a:gd name="connsiteX0" fmla="*/ 5859135 w 10071100"/>
                <a:gd name="connsiteY0" fmla="*/ 717551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5859135 w 10071100"/>
                <a:gd name="connsiteY6" fmla="*/ 717551 h 1440657"/>
                <a:gd name="connsiteX0" fmla="*/ 5859135 w 10071100"/>
                <a:gd name="connsiteY0" fmla="*/ 717551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5859135 w 10071100"/>
                <a:gd name="connsiteY6" fmla="*/ 717551 h 1440657"/>
                <a:gd name="connsiteX0" fmla="*/ 5859135 w 10071100"/>
                <a:gd name="connsiteY0" fmla="*/ 717551 h 1440657"/>
                <a:gd name="connsiteX1" fmla="*/ 5857875 w 10071100"/>
                <a:gd name="connsiteY1" fmla="*/ 0 h 1440657"/>
                <a:gd name="connsiteX2" fmla="*/ 10071100 w 10071100"/>
                <a:gd name="connsiteY2" fmla="*/ 794 h 1440657"/>
                <a:gd name="connsiteX3" fmla="*/ 10071100 w 10071100"/>
                <a:gd name="connsiteY3" fmla="*/ 1440657 h 1440657"/>
                <a:gd name="connsiteX4" fmla="*/ 3641 w 10071100"/>
                <a:gd name="connsiteY4" fmla="*/ 1440657 h 1440657"/>
                <a:gd name="connsiteX5" fmla="*/ 0 w 10071100"/>
                <a:gd name="connsiteY5" fmla="*/ 719138 h 1440657"/>
                <a:gd name="connsiteX6" fmla="*/ 5859135 w 10071100"/>
                <a:gd name="connsiteY6" fmla="*/ 717551 h 1440657"/>
                <a:gd name="connsiteX0" fmla="*/ 5867491 w 10079456"/>
                <a:gd name="connsiteY0" fmla="*/ 717551 h 1440657"/>
                <a:gd name="connsiteX1" fmla="*/ 5866231 w 10079456"/>
                <a:gd name="connsiteY1" fmla="*/ 0 h 1440657"/>
                <a:gd name="connsiteX2" fmla="*/ 10079456 w 10079456"/>
                <a:gd name="connsiteY2" fmla="*/ 794 h 1440657"/>
                <a:gd name="connsiteX3" fmla="*/ 10079456 w 10079456"/>
                <a:gd name="connsiteY3" fmla="*/ 1440657 h 1440657"/>
                <a:gd name="connsiteX4" fmla="*/ 91 w 10079456"/>
                <a:gd name="connsiteY4" fmla="*/ 1438276 h 1440657"/>
                <a:gd name="connsiteX5" fmla="*/ 8356 w 10079456"/>
                <a:gd name="connsiteY5" fmla="*/ 719138 h 1440657"/>
                <a:gd name="connsiteX6" fmla="*/ 5867491 w 10079456"/>
                <a:gd name="connsiteY6" fmla="*/ 717551 h 1440657"/>
                <a:gd name="connsiteX0" fmla="*/ 5867491 w 10079456"/>
                <a:gd name="connsiteY0" fmla="*/ 717551 h 1440657"/>
                <a:gd name="connsiteX1" fmla="*/ 5866231 w 10079456"/>
                <a:gd name="connsiteY1" fmla="*/ 0 h 1440657"/>
                <a:gd name="connsiteX2" fmla="*/ 10079456 w 10079456"/>
                <a:gd name="connsiteY2" fmla="*/ 794 h 1440657"/>
                <a:gd name="connsiteX3" fmla="*/ 10079456 w 10079456"/>
                <a:gd name="connsiteY3" fmla="*/ 1440657 h 1440657"/>
                <a:gd name="connsiteX4" fmla="*/ 91 w 10079456"/>
                <a:gd name="connsiteY4" fmla="*/ 1438276 h 1440657"/>
                <a:gd name="connsiteX5" fmla="*/ 8356 w 10079456"/>
                <a:gd name="connsiteY5" fmla="*/ 719138 h 1440657"/>
                <a:gd name="connsiteX6" fmla="*/ 5867491 w 10079456"/>
                <a:gd name="connsiteY6" fmla="*/ 717551 h 1440657"/>
                <a:gd name="connsiteX0" fmla="*/ 5868660 w 10080625"/>
                <a:gd name="connsiteY0" fmla="*/ 717551 h 1440657"/>
                <a:gd name="connsiteX1" fmla="*/ 5867400 w 10080625"/>
                <a:gd name="connsiteY1" fmla="*/ 0 h 1440657"/>
                <a:gd name="connsiteX2" fmla="*/ 10080625 w 10080625"/>
                <a:gd name="connsiteY2" fmla="*/ 794 h 1440657"/>
                <a:gd name="connsiteX3" fmla="*/ 10080625 w 10080625"/>
                <a:gd name="connsiteY3" fmla="*/ 1440657 h 1440657"/>
                <a:gd name="connsiteX4" fmla="*/ 1260 w 10080625"/>
                <a:gd name="connsiteY4" fmla="*/ 1438276 h 1440657"/>
                <a:gd name="connsiteX5" fmla="*/ 0 w 10080625"/>
                <a:gd name="connsiteY5" fmla="*/ 719138 h 1440657"/>
                <a:gd name="connsiteX6" fmla="*/ 5868660 w 10080625"/>
                <a:gd name="connsiteY6" fmla="*/ 717551 h 1440657"/>
                <a:gd name="csX0" fmla="*/ 5868660 w 10080625"/>
                <a:gd name="csY0" fmla="*/ 721213 h 1444319"/>
                <a:gd name="csX1" fmla="*/ 5867400 w 10080625"/>
                <a:gd name="csY1" fmla="*/ 3662 h 1444319"/>
                <a:gd name="csX2" fmla="*/ 9233568 w 10080625"/>
                <a:gd name="csY2" fmla="*/ 0 h 1444319"/>
                <a:gd name="csX3" fmla="*/ 10080625 w 10080625"/>
                <a:gd name="csY3" fmla="*/ 4456 h 1444319"/>
                <a:gd name="csX4" fmla="*/ 10080625 w 10080625"/>
                <a:gd name="csY4" fmla="*/ 1444319 h 1444319"/>
                <a:gd name="csX5" fmla="*/ 1260 w 10080625"/>
                <a:gd name="csY5" fmla="*/ 1441938 h 1444319"/>
                <a:gd name="csX6" fmla="*/ 0 w 10080625"/>
                <a:gd name="csY6" fmla="*/ 722800 h 1444319"/>
                <a:gd name="csX7" fmla="*/ 5868660 w 10080625"/>
                <a:gd name="csY7" fmla="*/ 721213 h 1444319"/>
                <a:gd name="csX0" fmla="*/ 5868660 w 10080625"/>
                <a:gd name="csY0" fmla="*/ 721213 h 1444319"/>
                <a:gd name="csX1" fmla="*/ 5867400 w 10080625"/>
                <a:gd name="csY1" fmla="*/ 3662 h 1444319"/>
                <a:gd name="csX2" fmla="*/ 9233568 w 10080625"/>
                <a:gd name="csY2" fmla="*/ 0 h 1444319"/>
                <a:gd name="csX3" fmla="*/ 9235381 w 10080625"/>
                <a:gd name="csY3" fmla="*/ 699861 h 1444319"/>
                <a:gd name="csX4" fmla="*/ 10080625 w 10080625"/>
                <a:gd name="csY4" fmla="*/ 1444319 h 1444319"/>
                <a:gd name="csX5" fmla="*/ 1260 w 10080625"/>
                <a:gd name="csY5" fmla="*/ 1441938 h 1444319"/>
                <a:gd name="csX6" fmla="*/ 0 w 10080625"/>
                <a:gd name="csY6" fmla="*/ 722800 h 1444319"/>
                <a:gd name="csX7" fmla="*/ 5868660 w 10080625"/>
                <a:gd name="csY7" fmla="*/ 721213 h 1444319"/>
                <a:gd name="csX0" fmla="*/ 5868660 w 10080625"/>
                <a:gd name="csY0" fmla="*/ 721213 h 1444319"/>
                <a:gd name="csX1" fmla="*/ 5867400 w 10080625"/>
                <a:gd name="csY1" fmla="*/ 3662 h 1444319"/>
                <a:gd name="csX2" fmla="*/ 9233568 w 10080625"/>
                <a:gd name="csY2" fmla="*/ 0 h 1444319"/>
                <a:gd name="csX3" fmla="*/ 9235381 w 10080625"/>
                <a:gd name="csY3" fmla="*/ 680651 h 1444319"/>
                <a:gd name="csX4" fmla="*/ 10080625 w 10080625"/>
                <a:gd name="csY4" fmla="*/ 1444319 h 1444319"/>
                <a:gd name="csX5" fmla="*/ 1260 w 10080625"/>
                <a:gd name="csY5" fmla="*/ 1441938 h 1444319"/>
                <a:gd name="csX6" fmla="*/ 0 w 10080625"/>
                <a:gd name="csY6" fmla="*/ 722800 h 1444319"/>
                <a:gd name="csX7" fmla="*/ 5868660 w 10080625"/>
                <a:gd name="csY7" fmla="*/ 721213 h 1444319"/>
                <a:gd name="csX0" fmla="*/ 5868660 w 10080625"/>
                <a:gd name="csY0" fmla="*/ 721213 h 1444319"/>
                <a:gd name="csX1" fmla="*/ 5867400 w 10080625"/>
                <a:gd name="csY1" fmla="*/ 3662 h 1444319"/>
                <a:gd name="csX2" fmla="*/ 9233568 w 10080625"/>
                <a:gd name="csY2" fmla="*/ 0 h 1444319"/>
                <a:gd name="csX3" fmla="*/ 9235381 w 10080625"/>
                <a:gd name="csY3" fmla="*/ 734440 h 1444319"/>
                <a:gd name="csX4" fmla="*/ 10080625 w 10080625"/>
                <a:gd name="csY4" fmla="*/ 1444319 h 1444319"/>
                <a:gd name="csX5" fmla="*/ 1260 w 10080625"/>
                <a:gd name="csY5" fmla="*/ 1441938 h 1444319"/>
                <a:gd name="csX6" fmla="*/ 0 w 10080625"/>
                <a:gd name="csY6" fmla="*/ 722800 h 1444319"/>
                <a:gd name="csX7" fmla="*/ 5868660 w 10080625"/>
                <a:gd name="csY7" fmla="*/ 721213 h 1444319"/>
                <a:gd name="csX0" fmla="*/ 5868660 w 10080625"/>
                <a:gd name="csY0" fmla="*/ 721213 h 1444319"/>
                <a:gd name="csX1" fmla="*/ 5867400 w 10080625"/>
                <a:gd name="csY1" fmla="*/ 3662 h 1444319"/>
                <a:gd name="csX2" fmla="*/ 9233568 w 10080625"/>
                <a:gd name="csY2" fmla="*/ 0 h 1444319"/>
                <a:gd name="csX3" fmla="*/ 9235381 w 10080625"/>
                <a:gd name="csY3" fmla="*/ 734440 h 1444319"/>
                <a:gd name="csX4" fmla="*/ 9648506 w 10080625"/>
                <a:gd name="csY4" fmla="*/ 1079607 h 1444319"/>
                <a:gd name="csX5" fmla="*/ 10080625 w 10080625"/>
                <a:gd name="csY5" fmla="*/ 1444319 h 1444319"/>
                <a:gd name="csX6" fmla="*/ 1260 w 10080625"/>
                <a:gd name="csY6" fmla="*/ 1441938 h 1444319"/>
                <a:gd name="csX7" fmla="*/ 0 w 10080625"/>
                <a:gd name="csY7" fmla="*/ 722800 h 1444319"/>
                <a:gd name="csX8" fmla="*/ 5868660 w 10080625"/>
                <a:gd name="csY8" fmla="*/ 721213 h 1444319"/>
                <a:gd name="csX0" fmla="*/ 5868660 w 10080625"/>
                <a:gd name="csY0" fmla="*/ 721213 h 1444319"/>
                <a:gd name="csX1" fmla="*/ 5867400 w 10080625"/>
                <a:gd name="csY1" fmla="*/ 3662 h 1444319"/>
                <a:gd name="csX2" fmla="*/ 9233568 w 10080625"/>
                <a:gd name="csY2" fmla="*/ 0 h 1444319"/>
                <a:gd name="csX3" fmla="*/ 9235381 w 10080625"/>
                <a:gd name="csY3" fmla="*/ 734440 h 1444319"/>
                <a:gd name="csX4" fmla="*/ 10074970 w 10080625"/>
                <a:gd name="csY4" fmla="*/ 710773 h 1444319"/>
                <a:gd name="csX5" fmla="*/ 10080625 w 10080625"/>
                <a:gd name="csY5" fmla="*/ 1444319 h 1444319"/>
                <a:gd name="csX6" fmla="*/ 1260 w 10080625"/>
                <a:gd name="csY6" fmla="*/ 1441938 h 1444319"/>
                <a:gd name="csX7" fmla="*/ 0 w 10080625"/>
                <a:gd name="csY7" fmla="*/ 722800 h 1444319"/>
                <a:gd name="csX8" fmla="*/ 5868660 w 10080625"/>
                <a:gd name="csY8" fmla="*/ 721213 h 1444319"/>
                <a:gd name="csX0" fmla="*/ 5868660 w 10080625"/>
                <a:gd name="csY0" fmla="*/ 721213 h 1444319"/>
                <a:gd name="csX1" fmla="*/ 5867400 w 10080625"/>
                <a:gd name="csY1" fmla="*/ 3662 h 1444319"/>
                <a:gd name="csX2" fmla="*/ 9233568 w 10080625"/>
                <a:gd name="csY2" fmla="*/ 0 h 1444319"/>
                <a:gd name="csX3" fmla="*/ 9239223 w 10080625"/>
                <a:gd name="csY3" fmla="*/ 707545 h 1444319"/>
                <a:gd name="csX4" fmla="*/ 10074970 w 10080625"/>
                <a:gd name="csY4" fmla="*/ 710773 h 1444319"/>
                <a:gd name="csX5" fmla="*/ 10080625 w 10080625"/>
                <a:gd name="csY5" fmla="*/ 1444319 h 1444319"/>
                <a:gd name="csX6" fmla="*/ 1260 w 10080625"/>
                <a:gd name="csY6" fmla="*/ 1441938 h 1444319"/>
                <a:gd name="csX7" fmla="*/ 0 w 10080625"/>
                <a:gd name="csY7" fmla="*/ 722800 h 1444319"/>
                <a:gd name="csX8" fmla="*/ 5868660 w 10080625"/>
                <a:gd name="csY8" fmla="*/ 721213 h 1444319"/>
                <a:gd name="csX0" fmla="*/ 5868660 w 10080625"/>
                <a:gd name="csY0" fmla="*/ 721213 h 1444319"/>
                <a:gd name="csX1" fmla="*/ 5867400 w 10080625"/>
                <a:gd name="csY1" fmla="*/ 3662 h 1444319"/>
                <a:gd name="csX2" fmla="*/ 9233568 w 10080625"/>
                <a:gd name="csY2" fmla="*/ 0 h 1444319"/>
                <a:gd name="csX3" fmla="*/ 9239223 w 10080625"/>
                <a:gd name="csY3" fmla="*/ 707545 h 1444319"/>
                <a:gd name="csX4" fmla="*/ 10074970 w 10080625"/>
                <a:gd name="csY4" fmla="*/ 726142 h 1444319"/>
                <a:gd name="csX5" fmla="*/ 10080625 w 10080625"/>
                <a:gd name="csY5" fmla="*/ 1444319 h 1444319"/>
                <a:gd name="csX6" fmla="*/ 1260 w 10080625"/>
                <a:gd name="csY6" fmla="*/ 1441938 h 1444319"/>
                <a:gd name="csX7" fmla="*/ 0 w 10080625"/>
                <a:gd name="csY7" fmla="*/ 722800 h 1444319"/>
                <a:gd name="csX8" fmla="*/ 5868660 w 10080625"/>
                <a:gd name="csY8" fmla="*/ 721213 h 14443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0080625" h="1444319">
                  <a:moveTo>
                    <a:pt x="5868660" y="721213"/>
                  </a:moveTo>
                  <a:lnTo>
                    <a:pt x="5867400" y="3662"/>
                  </a:lnTo>
                  <a:lnTo>
                    <a:pt x="9233568" y="0"/>
                  </a:lnTo>
                  <a:cubicBezTo>
                    <a:pt x="9234172" y="233287"/>
                    <a:pt x="9238619" y="474258"/>
                    <a:pt x="9239223" y="707545"/>
                  </a:cubicBezTo>
                  <a:lnTo>
                    <a:pt x="10074970" y="726142"/>
                  </a:lnTo>
                  <a:lnTo>
                    <a:pt x="10080625" y="1444319"/>
                  </a:lnTo>
                  <a:lnTo>
                    <a:pt x="1260" y="1441938"/>
                  </a:lnTo>
                  <a:cubicBezTo>
                    <a:pt x="46" y="1201432"/>
                    <a:pt x="1820" y="1083559"/>
                    <a:pt x="0" y="722800"/>
                  </a:cubicBezTo>
                  <a:lnTo>
                    <a:pt x="5868660" y="721213"/>
                  </a:lnTo>
                  <a:close/>
                </a:path>
              </a:pathLst>
            </a:cu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8" name="Group 177">
              <a:extLst>
                <a:ext uri="{FF2B5EF4-FFF2-40B4-BE49-F238E27FC236}">
                  <a16:creationId xmlns:a16="http://schemas.microsoft.com/office/drawing/2014/main" id="{6A2C41EC-49CE-E952-0F8E-F6A37A444C10}"/>
                </a:ext>
              </a:extLst>
            </p:cNvPr>
            <p:cNvGrpSpPr/>
            <p:nvPr/>
          </p:nvGrpSpPr>
          <p:grpSpPr>
            <a:xfrm>
              <a:off x="3399570" y="6005949"/>
              <a:ext cx="1055331" cy="849580"/>
              <a:chOff x="4068168" y="6005949"/>
              <a:chExt cx="1055331" cy="849580"/>
            </a:xfrm>
          </p:grpSpPr>
          <p:sp>
            <p:nvSpPr>
              <p:cNvPr id="145" name="Rectangle 144">
                <a:extLst>
                  <a:ext uri="{FF2B5EF4-FFF2-40B4-BE49-F238E27FC236}">
                    <a16:creationId xmlns:a16="http://schemas.microsoft.com/office/drawing/2014/main" id="{7EF92912-D391-D552-87B9-C1B40F13235A}"/>
                  </a:ext>
                </a:extLst>
              </p:cNvPr>
              <p:cNvSpPr/>
              <p:nvPr/>
            </p:nvSpPr>
            <p:spPr>
              <a:xfrm>
                <a:off x="4068168" y="6005949"/>
                <a:ext cx="1055331" cy="849580"/>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7" name="TextBox 156">
                <a:extLst>
                  <a:ext uri="{FF2B5EF4-FFF2-40B4-BE49-F238E27FC236}">
                    <a16:creationId xmlns:a16="http://schemas.microsoft.com/office/drawing/2014/main" id="{CFA4CE2F-EC13-DF9C-5796-D511DB289086}"/>
                  </a:ext>
                </a:extLst>
              </p:cNvPr>
              <p:cNvSpPr txBox="1"/>
              <p:nvPr/>
            </p:nvSpPr>
            <p:spPr>
              <a:xfrm>
                <a:off x="4068723" y="6100008"/>
                <a:ext cx="1054776"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prstClr val="white">
                        <a:lumMod val="85000"/>
                      </a:prstClr>
                    </a:solidFill>
                    <a:effectLst/>
                    <a:uLnTx/>
                    <a:uFillTx/>
                    <a:latin typeface="Calibri" panose="020F0502020204030204"/>
                    <a:ea typeface="+mn-ea"/>
                    <a:cs typeface="+mn-cs"/>
                  </a:rPr>
                  <a:t>Data</a:t>
                </a:r>
              </a:p>
            </p:txBody>
          </p:sp>
        </p:grpSp>
      </p:grpSp>
      <p:grpSp>
        <p:nvGrpSpPr>
          <p:cNvPr id="579" name="Group 578">
            <a:extLst>
              <a:ext uri="{FF2B5EF4-FFF2-40B4-BE49-F238E27FC236}">
                <a16:creationId xmlns:a16="http://schemas.microsoft.com/office/drawing/2014/main" id="{132A8ED3-BBE1-1F8C-F76B-359B9978EF43}"/>
              </a:ext>
            </a:extLst>
          </p:cNvPr>
          <p:cNvGrpSpPr/>
          <p:nvPr/>
        </p:nvGrpSpPr>
        <p:grpSpPr>
          <a:xfrm>
            <a:off x="371476" y="2198928"/>
            <a:ext cx="11790220" cy="4652462"/>
            <a:chOff x="371476" y="2198928"/>
            <a:chExt cx="11790220" cy="4652462"/>
          </a:xfrm>
        </p:grpSpPr>
        <p:sp>
          <p:nvSpPr>
            <p:cNvPr id="484" name="Rectangle 483">
              <a:extLst>
                <a:ext uri="{FF2B5EF4-FFF2-40B4-BE49-F238E27FC236}">
                  <a16:creationId xmlns:a16="http://schemas.microsoft.com/office/drawing/2014/main" id="{5D5C778E-A9BB-8500-9009-EBFAEE094BD4}"/>
                </a:ext>
              </a:extLst>
            </p:cNvPr>
            <p:cNvSpPr/>
            <p:nvPr/>
          </p:nvSpPr>
          <p:spPr>
            <a:xfrm>
              <a:off x="371476" y="2198928"/>
              <a:ext cx="11790220" cy="736773"/>
            </a:xfrm>
            <a:custGeom>
              <a:avLst/>
              <a:gdLst>
                <a:gd name="connsiteX0" fmla="*/ 0 w 11782425"/>
                <a:gd name="connsiteY0" fmla="*/ 0 h 1439862"/>
                <a:gd name="connsiteX1" fmla="*/ 11782425 w 11782425"/>
                <a:gd name="connsiteY1" fmla="*/ 0 h 1439862"/>
                <a:gd name="connsiteX2" fmla="*/ 11782425 w 11782425"/>
                <a:gd name="connsiteY2" fmla="*/ 1439862 h 1439862"/>
                <a:gd name="connsiteX3" fmla="*/ 0 w 11782425"/>
                <a:gd name="connsiteY3" fmla="*/ 1439862 h 1439862"/>
                <a:gd name="connsiteX4" fmla="*/ 0 w 11782425"/>
                <a:gd name="connsiteY4" fmla="*/ 0 h 1439862"/>
                <a:gd name="connsiteX0" fmla="*/ 0 w 11782425"/>
                <a:gd name="connsiteY0" fmla="*/ 0 h 1439862"/>
                <a:gd name="connsiteX1" fmla="*/ 11782425 w 11782425"/>
                <a:gd name="connsiteY1" fmla="*/ 0 h 1439862"/>
                <a:gd name="connsiteX2" fmla="*/ 11782425 w 11782425"/>
                <a:gd name="connsiteY2" fmla="*/ 1439862 h 1439862"/>
                <a:gd name="connsiteX3" fmla="*/ 0 w 11782425"/>
                <a:gd name="connsiteY3" fmla="*/ 1439862 h 1439862"/>
                <a:gd name="connsiteX4" fmla="*/ 0 w 11782425"/>
                <a:gd name="connsiteY4" fmla="*/ 719137 h 1439862"/>
                <a:gd name="connsiteX5" fmla="*/ 0 w 11782425"/>
                <a:gd name="connsiteY5" fmla="*/ 0 h 1439862"/>
                <a:gd name="connsiteX0" fmla="*/ 0 w 11782425"/>
                <a:gd name="connsiteY0" fmla="*/ 7938 h 1447800"/>
                <a:gd name="connsiteX1" fmla="*/ 10077450 w 11782425"/>
                <a:gd name="connsiteY1" fmla="*/ 0 h 1447800"/>
                <a:gd name="connsiteX2" fmla="*/ 11782425 w 11782425"/>
                <a:gd name="connsiteY2" fmla="*/ 7938 h 1447800"/>
                <a:gd name="connsiteX3" fmla="*/ 11782425 w 11782425"/>
                <a:gd name="connsiteY3" fmla="*/ 1447800 h 1447800"/>
                <a:gd name="connsiteX4" fmla="*/ 0 w 11782425"/>
                <a:gd name="connsiteY4" fmla="*/ 1447800 h 1447800"/>
                <a:gd name="connsiteX5" fmla="*/ 0 w 11782425"/>
                <a:gd name="connsiteY5" fmla="*/ 727075 h 1447800"/>
                <a:gd name="connsiteX6" fmla="*/ 0 w 11782425"/>
                <a:gd name="connsiteY6" fmla="*/ 7938 h 1447800"/>
                <a:gd name="connsiteX0" fmla="*/ 0 w 11782425"/>
                <a:gd name="connsiteY0" fmla="*/ 0 h 1439862"/>
                <a:gd name="connsiteX1" fmla="*/ 10077450 w 11782425"/>
                <a:gd name="connsiteY1" fmla="*/ 1587 h 1439862"/>
                <a:gd name="connsiteX2" fmla="*/ 11782425 w 11782425"/>
                <a:gd name="connsiteY2" fmla="*/ 0 h 1439862"/>
                <a:gd name="connsiteX3" fmla="*/ 11782425 w 11782425"/>
                <a:gd name="connsiteY3" fmla="*/ 1439862 h 1439862"/>
                <a:gd name="connsiteX4" fmla="*/ 0 w 11782425"/>
                <a:gd name="connsiteY4" fmla="*/ 1439862 h 1439862"/>
                <a:gd name="connsiteX5" fmla="*/ 0 w 11782425"/>
                <a:gd name="connsiteY5" fmla="*/ 719137 h 1439862"/>
                <a:gd name="connsiteX6" fmla="*/ 0 w 11782425"/>
                <a:gd name="connsiteY6" fmla="*/ 0 h 1439862"/>
                <a:gd name="connsiteX0" fmla="*/ 10082213 w 11782425"/>
                <a:gd name="connsiteY0" fmla="*/ 719137 h 1439862"/>
                <a:gd name="connsiteX1" fmla="*/ 10077450 w 11782425"/>
                <a:gd name="connsiteY1" fmla="*/ 1587 h 1439862"/>
                <a:gd name="connsiteX2" fmla="*/ 11782425 w 11782425"/>
                <a:gd name="connsiteY2" fmla="*/ 0 h 1439862"/>
                <a:gd name="connsiteX3" fmla="*/ 11782425 w 11782425"/>
                <a:gd name="connsiteY3" fmla="*/ 1439862 h 1439862"/>
                <a:gd name="connsiteX4" fmla="*/ 0 w 11782425"/>
                <a:gd name="connsiteY4" fmla="*/ 1439862 h 1439862"/>
                <a:gd name="connsiteX5" fmla="*/ 0 w 11782425"/>
                <a:gd name="connsiteY5" fmla="*/ 719137 h 1439862"/>
                <a:gd name="connsiteX6" fmla="*/ 10082213 w 11782425"/>
                <a:gd name="connsiteY6" fmla="*/ 719137 h 1439862"/>
                <a:gd name="csX0" fmla="*/ 10082213 w 11782425"/>
                <a:gd name="csY0" fmla="*/ 717550 h 1438275"/>
                <a:gd name="csX1" fmla="*/ 10077450 w 11782425"/>
                <a:gd name="csY1" fmla="*/ 0 h 1438275"/>
                <a:gd name="csX2" fmla="*/ 11778583 w 11782425"/>
                <a:gd name="csY2" fmla="*/ 713028 h 1438275"/>
                <a:gd name="csX3" fmla="*/ 11782425 w 11782425"/>
                <a:gd name="csY3" fmla="*/ 1438275 h 1438275"/>
                <a:gd name="csX4" fmla="*/ 0 w 11782425"/>
                <a:gd name="csY4" fmla="*/ 1438275 h 1438275"/>
                <a:gd name="csX5" fmla="*/ 0 w 11782425"/>
                <a:gd name="csY5" fmla="*/ 717550 h 1438275"/>
                <a:gd name="csX6" fmla="*/ 10082213 w 11782425"/>
                <a:gd name="csY6" fmla="*/ 717550 h 1438275"/>
                <a:gd name="csX0" fmla="*/ 10082213 w 11782425"/>
                <a:gd name="csY0" fmla="*/ 56924 h 777649"/>
                <a:gd name="csX1" fmla="*/ 11778583 w 11782425"/>
                <a:gd name="csY1" fmla="*/ 52402 h 777649"/>
                <a:gd name="csX2" fmla="*/ 11782425 w 11782425"/>
                <a:gd name="csY2" fmla="*/ 777649 h 777649"/>
                <a:gd name="csX3" fmla="*/ 0 w 11782425"/>
                <a:gd name="csY3" fmla="*/ 777649 h 777649"/>
                <a:gd name="csX4" fmla="*/ 0 w 11782425"/>
                <a:gd name="csY4" fmla="*/ 56924 h 777649"/>
                <a:gd name="csX5" fmla="*/ 10082213 w 11782425"/>
                <a:gd name="csY5" fmla="*/ 56924 h 777649"/>
                <a:gd name="csX0" fmla="*/ 10082213 w 11782425"/>
                <a:gd name="csY0" fmla="*/ 4522 h 725247"/>
                <a:gd name="csX1" fmla="*/ 11778583 w 11782425"/>
                <a:gd name="csY1" fmla="*/ 0 h 725247"/>
                <a:gd name="csX2" fmla="*/ 11782425 w 11782425"/>
                <a:gd name="csY2" fmla="*/ 725247 h 725247"/>
                <a:gd name="csX3" fmla="*/ 0 w 11782425"/>
                <a:gd name="csY3" fmla="*/ 725247 h 725247"/>
                <a:gd name="csX4" fmla="*/ 0 w 11782425"/>
                <a:gd name="csY4" fmla="*/ 4522 h 725247"/>
                <a:gd name="csX5" fmla="*/ 10082213 w 11782425"/>
                <a:gd name="csY5" fmla="*/ 4522 h 725247"/>
                <a:gd name="csX0" fmla="*/ 10082213 w 11790220"/>
                <a:gd name="csY0" fmla="*/ 4522 h 725247"/>
                <a:gd name="csX1" fmla="*/ 11790109 w 11790220"/>
                <a:gd name="csY1" fmla="*/ 0 h 725247"/>
                <a:gd name="csX2" fmla="*/ 11782425 w 11790220"/>
                <a:gd name="csY2" fmla="*/ 725247 h 725247"/>
                <a:gd name="csX3" fmla="*/ 0 w 11790220"/>
                <a:gd name="csY3" fmla="*/ 725247 h 725247"/>
                <a:gd name="csX4" fmla="*/ 0 w 11790220"/>
                <a:gd name="csY4" fmla="*/ 4522 h 725247"/>
                <a:gd name="csX5" fmla="*/ 10082213 w 11790220"/>
                <a:gd name="csY5" fmla="*/ 4522 h 725247"/>
                <a:gd name="csX0" fmla="*/ 10082213 w 11790220"/>
                <a:gd name="csY0" fmla="*/ 4522 h 736773"/>
                <a:gd name="csX1" fmla="*/ 11790109 w 11790220"/>
                <a:gd name="csY1" fmla="*/ 0 h 736773"/>
                <a:gd name="csX2" fmla="*/ 11782425 w 11790220"/>
                <a:gd name="csY2" fmla="*/ 725247 h 736773"/>
                <a:gd name="csX3" fmla="*/ 0 w 11790220"/>
                <a:gd name="csY3" fmla="*/ 736773 h 736773"/>
                <a:gd name="csX4" fmla="*/ 0 w 11790220"/>
                <a:gd name="csY4" fmla="*/ 4522 h 736773"/>
                <a:gd name="csX5" fmla="*/ 10082213 w 11790220"/>
                <a:gd name="csY5" fmla="*/ 4522 h 736773"/>
              </a:gdLst>
              <a:ahLst/>
              <a:cxnLst>
                <a:cxn ang="0">
                  <a:pos x="csX0" y="csY0"/>
                </a:cxn>
                <a:cxn ang="0">
                  <a:pos x="csX1" y="csY1"/>
                </a:cxn>
                <a:cxn ang="0">
                  <a:pos x="csX2" y="csY2"/>
                </a:cxn>
                <a:cxn ang="0">
                  <a:pos x="csX3" y="csY3"/>
                </a:cxn>
                <a:cxn ang="0">
                  <a:pos x="csX4" y="csY4"/>
                </a:cxn>
                <a:cxn ang="0">
                  <a:pos x="csX5" y="csY5"/>
                </a:cxn>
              </a:cxnLst>
              <a:rect l="l" t="t" r="r" b="b"/>
              <a:pathLst>
                <a:path w="11790220" h="736773">
                  <a:moveTo>
                    <a:pt x="10082213" y="4522"/>
                  </a:moveTo>
                  <a:lnTo>
                    <a:pt x="11790109" y="0"/>
                  </a:lnTo>
                  <a:cubicBezTo>
                    <a:pt x="11791390" y="241749"/>
                    <a:pt x="11781144" y="483498"/>
                    <a:pt x="11782425" y="725247"/>
                  </a:cubicBezTo>
                  <a:lnTo>
                    <a:pt x="0" y="736773"/>
                  </a:lnTo>
                  <a:lnTo>
                    <a:pt x="0" y="4522"/>
                  </a:lnTo>
                  <a:lnTo>
                    <a:pt x="10082213" y="4522"/>
                  </a:lnTo>
                  <a:close/>
                </a:path>
              </a:pathLst>
            </a:custGeom>
            <a:solidFill>
              <a:srgbClr val="BF9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7" name="Group 176">
              <a:extLst>
                <a:ext uri="{FF2B5EF4-FFF2-40B4-BE49-F238E27FC236}">
                  <a16:creationId xmlns:a16="http://schemas.microsoft.com/office/drawing/2014/main" id="{F10AA295-02F6-A747-BC05-2834BD7B6E7E}"/>
                </a:ext>
              </a:extLst>
            </p:cNvPr>
            <p:cNvGrpSpPr/>
            <p:nvPr/>
          </p:nvGrpSpPr>
          <p:grpSpPr>
            <a:xfrm>
              <a:off x="1696185" y="6005949"/>
              <a:ext cx="1616062" cy="845441"/>
              <a:chOff x="2176822" y="6005949"/>
              <a:chExt cx="1616062" cy="845441"/>
            </a:xfrm>
          </p:grpSpPr>
          <p:sp>
            <p:nvSpPr>
              <p:cNvPr id="143" name="Rectangle 142">
                <a:extLst>
                  <a:ext uri="{FF2B5EF4-FFF2-40B4-BE49-F238E27FC236}">
                    <a16:creationId xmlns:a16="http://schemas.microsoft.com/office/drawing/2014/main" id="{C3710F16-A07F-1228-8E05-DBBD0DE66F34}"/>
                  </a:ext>
                </a:extLst>
              </p:cNvPr>
              <p:cNvSpPr/>
              <p:nvPr/>
            </p:nvSpPr>
            <p:spPr>
              <a:xfrm>
                <a:off x="2176822" y="6005949"/>
                <a:ext cx="1615507" cy="845441"/>
              </a:xfrm>
              <a:prstGeom prst="rect">
                <a:avLst/>
              </a:prstGeom>
              <a:solidFill>
                <a:srgbClr val="BF9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TextBox 143">
                <a:extLst>
                  <a:ext uri="{FF2B5EF4-FFF2-40B4-BE49-F238E27FC236}">
                    <a16:creationId xmlns:a16="http://schemas.microsoft.com/office/drawing/2014/main" id="{D3131302-17CA-DADC-2B25-4B9BDA9F5649}"/>
                  </a:ext>
                </a:extLst>
              </p:cNvPr>
              <p:cNvSpPr txBox="1"/>
              <p:nvPr/>
            </p:nvSpPr>
            <p:spPr>
              <a:xfrm>
                <a:off x="2177377" y="6100008"/>
                <a:ext cx="161550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prstClr val="white">
                        <a:lumMod val="85000"/>
                      </a:prstClr>
                    </a:solidFill>
                    <a:effectLst/>
                    <a:uLnTx/>
                    <a:uFillTx/>
                    <a:latin typeface="Calibri" panose="020F0502020204030204"/>
                    <a:ea typeface="+mn-ea"/>
                    <a:cs typeface="+mn-cs"/>
                  </a:rPr>
                  <a:t>Devices</a:t>
                </a:r>
              </a:p>
            </p:txBody>
          </p:sp>
        </p:grpSp>
      </p:grpSp>
      <p:grpSp>
        <p:nvGrpSpPr>
          <p:cNvPr id="2193" name="Group 2192">
            <a:extLst>
              <a:ext uri="{FF2B5EF4-FFF2-40B4-BE49-F238E27FC236}">
                <a16:creationId xmlns:a16="http://schemas.microsoft.com/office/drawing/2014/main" id="{2444EC89-AC74-7589-7946-6F100056A121}"/>
              </a:ext>
            </a:extLst>
          </p:cNvPr>
          <p:cNvGrpSpPr/>
          <p:nvPr/>
        </p:nvGrpSpPr>
        <p:grpSpPr>
          <a:xfrm>
            <a:off x="3779655" y="811556"/>
            <a:ext cx="721206" cy="609701"/>
            <a:chOff x="5280339" y="909114"/>
            <a:chExt cx="871904" cy="748695"/>
          </a:xfrm>
        </p:grpSpPr>
        <p:sp>
          <p:nvSpPr>
            <p:cNvPr id="2194" name="Rectangle 2193">
              <a:extLst>
                <a:ext uri="{FF2B5EF4-FFF2-40B4-BE49-F238E27FC236}">
                  <a16:creationId xmlns:a16="http://schemas.microsoft.com/office/drawing/2014/main" id="{4E5F4395-8D4C-1A76-3558-A14E51872D47}"/>
                </a:ext>
              </a:extLst>
            </p:cNvPr>
            <p:cNvSpPr/>
            <p:nvPr/>
          </p:nvSpPr>
          <p:spPr>
            <a:xfrm>
              <a:off x="528033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2195" name="Rectangle 2194">
              <a:extLst>
                <a:ext uri="{FF2B5EF4-FFF2-40B4-BE49-F238E27FC236}">
                  <a16:creationId xmlns:a16="http://schemas.microsoft.com/office/drawing/2014/main" id="{B8F99A6D-4935-EF16-BD2E-8A780A237AFC}"/>
                </a:ext>
              </a:extLst>
            </p:cNvPr>
            <p:cNvSpPr/>
            <p:nvPr/>
          </p:nvSpPr>
          <p:spPr>
            <a:xfrm flipV="1">
              <a:off x="6024997"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96" name="Oval 15">
              <a:extLst>
                <a:ext uri="{FF2B5EF4-FFF2-40B4-BE49-F238E27FC236}">
                  <a16:creationId xmlns:a16="http://schemas.microsoft.com/office/drawing/2014/main" id="{233E7C90-8B26-463D-30DE-FB75ACA9D1BF}"/>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197" name="Straight Connector 2196">
              <a:extLst>
                <a:ext uri="{FF2B5EF4-FFF2-40B4-BE49-F238E27FC236}">
                  <a16:creationId xmlns:a16="http://schemas.microsoft.com/office/drawing/2014/main" id="{C416C036-39A2-F97D-D572-A0E5FB1531C6}"/>
                </a:ext>
              </a:extLst>
            </p:cNvPr>
            <p:cNvCxnSpPr>
              <a:cxnSpLocks/>
              <a:stCxn id="2196" idx="0"/>
            </p:cNvCxnSpPr>
            <p:nvPr/>
          </p:nvCxnSpPr>
          <p:spPr>
            <a:xfrm flipV="1">
              <a:off x="6064996"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198" name="Straight Connector 2197">
              <a:extLst>
                <a:ext uri="{FF2B5EF4-FFF2-40B4-BE49-F238E27FC236}">
                  <a16:creationId xmlns:a16="http://schemas.microsoft.com/office/drawing/2014/main" id="{E003250C-E02F-8B36-8654-2A1D64732DB0}"/>
                </a:ext>
              </a:extLst>
            </p:cNvPr>
            <p:cNvCxnSpPr>
              <a:cxnSpLocks/>
            </p:cNvCxnSpPr>
            <p:nvPr/>
          </p:nvCxnSpPr>
          <p:spPr>
            <a:xfrm>
              <a:off x="6071910"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199" name="Group 2198">
            <a:extLst>
              <a:ext uri="{FF2B5EF4-FFF2-40B4-BE49-F238E27FC236}">
                <a16:creationId xmlns:a16="http://schemas.microsoft.com/office/drawing/2014/main" id="{830786F7-C9EC-2742-15CB-73A17B9DC72F}"/>
              </a:ext>
            </a:extLst>
          </p:cNvPr>
          <p:cNvGrpSpPr/>
          <p:nvPr/>
        </p:nvGrpSpPr>
        <p:grpSpPr>
          <a:xfrm>
            <a:off x="7959193" y="3698227"/>
            <a:ext cx="721206" cy="609701"/>
            <a:chOff x="9258526" y="5012622"/>
            <a:chExt cx="871904" cy="748695"/>
          </a:xfrm>
        </p:grpSpPr>
        <p:sp>
          <p:nvSpPr>
            <p:cNvPr id="2200" name="Rectangle 2199">
              <a:hlinkHover r:id="" action="ppaction://noaction" highlightClick="1"/>
              <a:extLst>
                <a:ext uri="{FF2B5EF4-FFF2-40B4-BE49-F238E27FC236}">
                  <a16:creationId xmlns:a16="http://schemas.microsoft.com/office/drawing/2014/main" id="{95922222-23A5-E3CA-3897-D50EDB5A5983}"/>
                </a:ext>
              </a:extLst>
            </p:cNvPr>
            <p:cNvSpPr/>
            <p:nvPr/>
          </p:nvSpPr>
          <p:spPr>
            <a:xfrm>
              <a:off x="9258526"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2201" name="Oval 2200">
              <a:extLst>
                <a:ext uri="{FF2B5EF4-FFF2-40B4-BE49-F238E27FC236}">
                  <a16:creationId xmlns:a16="http://schemas.microsoft.com/office/drawing/2014/main" id="{A89BA2FB-34A1-DC96-308C-200D9E3180AB}"/>
                </a:ext>
              </a:extLst>
            </p:cNvPr>
            <p:cNvSpPr/>
            <p:nvPr/>
          </p:nvSpPr>
          <p:spPr>
            <a:xfrm>
              <a:off x="995270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02" name="Isosceles Triangle 648">
              <a:extLst>
                <a:ext uri="{FF2B5EF4-FFF2-40B4-BE49-F238E27FC236}">
                  <a16:creationId xmlns:a16="http://schemas.microsoft.com/office/drawing/2014/main" id="{0A2459AF-0A8F-2EAA-70A9-F26AB88EE115}"/>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03" name="Group 2202">
            <a:extLst>
              <a:ext uri="{FF2B5EF4-FFF2-40B4-BE49-F238E27FC236}">
                <a16:creationId xmlns:a16="http://schemas.microsoft.com/office/drawing/2014/main" id="{E6CF53F1-0BCA-DE58-D1EC-329F4B641CC9}"/>
              </a:ext>
            </a:extLst>
          </p:cNvPr>
          <p:cNvGrpSpPr/>
          <p:nvPr/>
        </p:nvGrpSpPr>
        <p:grpSpPr>
          <a:xfrm>
            <a:off x="7957576" y="2253333"/>
            <a:ext cx="721206" cy="609701"/>
            <a:chOff x="10240105" y="2560818"/>
            <a:chExt cx="871904" cy="748695"/>
          </a:xfrm>
        </p:grpSpPr>
        <p:sp>
          <p:nvSpPr>
            <p:cNvPr id="2204" name="Rectangle 2203">
              <a:extLst>
                <a:ext uri="{FF2B5EF4-FFF2-40B4-BE49-F238E27FC236}">
                  <a16:creationId xmlns:a16="http://schemas.microsoft.com/office/drawing/2014/main" id="{2366AEE0-4478-42F1-DB7B-141CBD7F9B2C}"/>
                </a:ext>
              </a:extLst>
            </p:cNvPr>
            <p:cNvSpPr/>
            <p:nvPr/>
          </p:nvSpPr>
          <p:spPr>
            <a:xfrm>
              <a:off x="10240105"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2205" name="Right Triangle 2204">
              <a:extLst>
                <a:ext uri="{FF2B5EF4-FFF2-40B4-BE49-F238E27FC236}">
                  <a16:creationId xmlns:a16="http://schemas.microsoft.com/office/drawing/2014/main" id="{D8A875E5-51DC-5A57-E0E2-0CEEAF13F38E}"/>
                </a:ext>
              </a:extLst>
            </p:cNvPr>
            <p:cNvSpPr/>
            <p:nvPr/>
          </p:nvSpPr>
          <p:spPr>
            <a:xfrm rot="10800000">
              <a:off x="10962978" y="25647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206" name="Group 2205">
              <a:extLst>
                <a:ext uri="{FF2B5EF4-FFF2-40B4-BE49-F238E27FC236}">
                  <a16:creationId xmlns:a16="http://schemas.microsoft.com/office/drawing/2014/main" id="{C0BC9776-7ABF-F0AF-DF6A-69F89A0F8148}"/>
                </a:ext>
              </a:extLst>
            </p:cNvPr>
            <p:cNvGrpSpPr/>
            <p:nvPr/>
          </p:nvGrpSpPr>
          <p:grpSpPr>
            <a:xfrm>
              <a:off x="11043305" y="2572272"/>
              <a:ext cx="45719" cy="75385"/>
              <a:chOff x="3883481" y="2057400"/>
              <a:chExt cx="1608363" cy="2652031"/>
            </a:xfrm>
            <a:solidFill>
              <a:srgbClr val="A6A6A6"/>
            </a:solidFill>
          </p:grpSpPr>
          <p:sp>
            <p:nvSpPr>
              <p:cNvPr id="2207" name="Oval 27">
                <a:extLst>
                  <a:ext uri="{FF2B5EF4-FFF2-40B4-BE49-F238E27FC236}">
                    <a16:creationId xmlns:a16="http://schemas.microsoft.com/office/drawing/2014/main" id="{7D329E57-020C-1817-B0D9-0B9A7E3C9A3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08" name="Oval 28">
                <a:extLst>
                  <a:ext uri="{FF2B5EF4-FFF2-40B4-BE49-F238E27FC236}">
                    <a16:creationId xmlns:a16="http://schemas.microsoft.com/office/drawing/2014/main" id="{AC31A22A-0A0D-1B9D-4617-1F9E4D52EEB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09" name="Group 2208">
            <a:extLst>
              <a:ext uri="{FF2B5EF4-FFF2-40B4-BE49-F238E27FC236}">
                <a16:creationId xmlns:a16="http://schemas.microsoft.com/office/drawing/2014/main" id="{B659106A-E49A-4535-F0BE-FF22C075293B}"/>
              </a:ext>
            </a:extLst>
          </p:cNvPr>
          <p:cNvGrpSpPr/>
          <p:nvPr/>
        </p:nvGrpSpPr>
        <p:grpSpPr>
          <a:xfrm>
            <a:off x="5448055" y="1532276"/>
            <a:ext cx="721206" cy="609701"/>
            <a:chOff x="6271424" y="1729816"/>
            <a:chExt cx="871904" cy="748695"/>
          </a:xfrm>
        </p:grpSpPr>
        <p:sp>
          <p:nvSpPr>
            <p:cNvPr id="2210" name="Rectangle 2209">
              <a:extLst>
                <a:ext uri="{FF2B5EF4-FFF2-40B4-BE49-F238E27FC236}">
                  <a16:creationId xmlns:a16="http://schemas.microsoft.com/office/drawing/2014/main" id="{6671E9EA-D0FC-3522-1CD9-53F93FFC1ABF}"/>
                </a:ext>
              </a:extLst>
            </p:cNvPr>
            <p:cNvSpPr/>
            <p:nvPr/>
          </p:nvSpPr>
          <p:spPr>
            <a:xfrm>
              <a:off x="627142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2211" name="Rectangle 2210">
              <a:extLst>
                <a:ext uri="{FF2B5EF4-FFF2-40B4-BE49-F238E27FC236}">
                  <a16:creationId xmlns:a16="http://schemas.microsoft.com/office/drawing/2014/main" id="{CFA5D3E9-DA2C-3E67-3563-E04EC4DB5B77}"/>
                </a:ext>
              </a:extLst>
            </p:cNvPr>
            <p:cNvSpPr/>
            <p:nvPr/>
          </p:nvSpPr>
          <p:spPr>
            <a:xfrm flipV="1">
              <a:off x="7010822"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12" name="Oval 15">
              <a:extLst>
                <a:ext uri="{FF2B5EF4-FFF2-40B4-BE49-F238E27FC236}">
                  <a16:creationId xmlns:a16="http://schemas.microsoft.com/office/drawing/2014/main" id="{F1527763-045A-46D2-6262-45BA22B23BE1}"/>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13" name="Straight Connector 2212">
              <a:extLst>
                <a:ext uri="{FF2B5EF4-FFF2-40B4-BE49-F238E27FC236}">
                  <a16:creationId xmlns:a16="http://schemas.microsoft.com/office/drawing/2014/main" id="{02324D91-9826-E95C-6AE3-2678C9DB6162}"/>
                </a:ext>
              </a:extLst>
            </p:cNvPr>
            <p:cNvCxnSpPr>
              <a:cxnSpLocks/>
              <a:stCxn id="2212" idx="0"/>
            </p:cNvCxnSpPr>
            <p:nvPr/>
          </p:nvCxnSpPr>
          <p:spPr>
            <a:xfrm flipV="1">
              <a:off x="7050821"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14" name="Straight Connector 2213">
              <a:extLst>
                <a:ext uri="{FF2B5EF4-FFF2-40B4-BE49-F238E27FC236}">
                  <a16:creationId xmlns:a16="http://schemas.microsoft.com/office/drawing/2014/main" id="{A18CE381-E3CB-7CCC-0AAC-8C263122F220}"/>
                </a:ext>
              </a:extLst>
            </p:cNvPr>
            <p:cNvCxnSpPr>
              <a:cxnSpLocks/>
            </p:cNvCxnSpPr>
            <p:nvPr/>
          </p:nvCxnSpPr>
          <p:spPr>
            <a:xfrm>
              <a:off x="7057735"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15" name="Group 2214">
            <a:extLst>
              <a:ext uri="{FF2B5EF4-FFF2-40B4-BE49-F238E27FC236}">
                <a16:creationId xmlns:a16="http://schemas.microsoft.com/office/drawing/2014/main" id="{44F43E7D-F8BB-DFE8-7283-2D5886476687}"/>
              </a:ext>
            </a:extLst>
          </p:cNvPr>
          <p:cNvGrpSpPr/>
          <p:nvPr/>
        </p:nvGrpSpPr>
        <p:grpSpPr>
          <a:xfrm>
            <a:off x="6284562" y="1532276"/>
            <a:ext cx="721206" cy="609701"/>
            <a:chOff x="7262509" y="1729816"/>
            <a:chExt cx="871904" cy="748695"/>
          </a:xfrm>
        </p:grpSpPr>
        <p:sp>
          <p:nvSpPr>
            <p:cNvPr id="2216" name="Rectangle 2215">
              <a:extLst>
                <a:ext uri="{FF2B5EF4-FFF2-40B4-BE49-F238E27FC236}">
                  <a16:creationId xmlns:a16="http://schemas.microsoft.com/office/drawing/2014/main" id="{509237E1-DD9B-C11F-66B5-45A3D4C9B37A}"/>
                </a:ext>
              </a:extLst>
            </p:cNvPr>
            <p:cNvSpPr/>
            <p:nvPr/>
          </p:nvSpPr>
          <p:spPr>
            <a:xfrm>
              <a:off x="7262509"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2217" name="Rectangle 2216">
              <a:extLst>
                <a:ext uri="{FF2B5EF4-FFF2-40B4-BE49-F238E27FC236}">
                  <a16:creationId xmlns:a16="http://schemas.microsoft.com/office/drawing/2014/main" id="{830536EB-978F-C041-47F5-1F1B5AF97E67}"/>
                </a:ext>
              </a:extLst>
            </p:cNvPr>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18" name="Oval 15">
              <a:extLst>
                <a:ext uri="{FF2B5EF4-FFF2-40B4-BE49-F238E27FC236}">
                  <a16:creationId xmlns:a16="http://schemas.microsoft.com/office/drawing/2014/main" id="{079C9845-71E8-9787-E212-BFD1B8D796EC}"/>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19" name="Straight Connector 2218">
              <a:extLst>
                <a:ext uri="{FF2B5EF4-FFF2-40B4-BE49-F238E27FC236}">
                  <a16:creationId xmlns:a16="http://schemas.microsoft.com/office/drawing/2014/main" id="{825EEC21-BE3F-E9F3-F0B1-1D586525222D}"/>
                </a:ext>
              </a:extLst>
            </p:cNvPr>
            <p:cNvCxnSpPr>
              <a:cxnSpLocks/>
              <a:stCxn id="2218"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20" name="Straight Connector 2219">
              <a:extLst>
                <a:ext uri="{FF2B5EF4-FFF2-40B4-BE49-F238E27FC236}">
                  <a16:creationId xmlns:a16="http://schemas.microsoft.com/office/drawing/2014/main" id="{C8A02F95-8DC8-94CF-02CD-DA63C7360A2B}"/>
                </a:ext>
              </a:extLst>
            </p:cNvPr>
            <p:cNvCxnSpPr>
              <a:cxnSpLocks/>
            </p:cNvCxnSpPr>
            <p:nvPr/>
          </p:nvCxnSpPr>
          <p:spPr>
            <a:xfrm>
              <a:off x="80562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21" name="Group 2220">
            <a:extLst>
              <a:ext uri="{FF2B5EF4-FFF2-40B4-BE49-F238E27FC236}">
                <a16:creationId xmlns:a16="http://schemas.microsoft.com/office/drawing/2014/main" id="{62E38877-DA6B-056D-3074-21573FAB7391}"/>
              </a:ext>
            </a:extLst>
          </p:cNvPr>
          <p:cNvGrpSpPr/>
          <p:nvPr/>
        </p:nvGrpSpPr>
        <p:grpSpPr>
          <a:xfrm>
            <a:off x="7121069" y="1532276"/>
            <a:ext cx="721206" cy="609701"/>
            <a:chOff x="8253594" y="1729816"/>
            <a:chExt cx="871904" cy="748695"/>
          </a:xfrm>
        </p:grpSpPr>
        <p:sp>
          <p:nvSpPr>
            <p:cNvPr id="2222" name="Rectangle 2221">
              <a:extLst>
                <a:ext uri="{FF2B5EF4-FFF2-40B4-BE49-F238E27FC236}">
                  <a16:creationId xmlns:a16="http://schemas.microsoft.com/office/drawing/2014/main" id="{5AE4D9EC-DFC0-7506-D9E4-45F1E2DDDC1D}"/>
                </a:ext>
              </a:extLst>
            </p:cNvPr>
            <p:cNvSpPr/>
            <p:nvPr/>
          </p:nvSpPr>
          <p:spPr>
            <a:xfrm>
              <a:off x="825359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2223" name="Rectangle 2222">
              <a:extLst>
                <a:ext uri="{FF2B5EF4-FFF2-40B4-BE49-F238E27FC236}">
                  <a16:creationId xmlns:a16="http://schemas.microsoft.com/office/drawing/2014/main" id="{88007C75-17AD-2340-80C1-48CE5344EBCC}"/>
                </a:ext>
              </a:extLst>
            </p:cNvPr>
            <p:cNvSpPr/>
            <p:nvPr/>
          </p:nvSpPr>
          <p:spPr>
            <a:xfrm flipV="1">
              <a:off x="8998048"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4" name="Oval 15">
              <a:extLst>
                <a:ext uri="{FF2B5EF4-FFF2-40B4-BE49-F238E27FC236}">
                  <a16:creationId xmlns:a16="http://schemas.microsoft.com/office/drawing/2014/main" id="{803295D7-D4E0-96E2-BC9E-7866F5AA33CA}"/>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25" name="Straight Connector 2224">
              <a:extLst>
                <a:ext uri="{FF2B5EF4-FFF2-40B4-BE49-F238E27FC236}">
                  <a16:creationId xmlns:a16="http://schemas.microsoft.com/office/drawing/2014/main" id="{912B08B1-B05B-A1BB-A95E-24E921F7CF27}"/>
                </a:ext>
              </a:extLst>
            </p:cNvPr>
            <p:cNvCxnSpPr>
              <a:cxnSpLocks/>
              <a:stCxn id="2224" idx="0"/>
            </p:cNvCxnSpPr>
            <p:nvPr/>
          </p:nvCxnSpPr>
          <p:spPr>
            <a:xfrm flipV="1">
              <a:off x="9038047"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26" name="Straight Connector 2225">
              <a:extLst>
                <a:ext uri="{FF2B5EF4-FFF2-40B4-BE49-F238E27FC236}">
                  <a16:creationId xmlns:a16="http://schemas.microsoft.com/office/drawing/2014/main" id="{83B239A6-CD62-3809-F7E9-8CDB90B06F22}"/>
                </a:ext>
              </a:extLst>
            </p:cNvPr>
            <p:cNvCxnSpPr>
              <a:cxnSpLocks/>
            </p:cNvCxnSpPr>
            <p:nvPr/>
          </p:nvCxnSpPr>
          <p:spPr>
            <a:xfrm>
              <a:off x="9044961"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27" name="Group 2226">
            <a:extLst>
              <a:ext uri="{FF2B5EF4-FFF2-40B4-BE49-F238E27FC236}">
                <a16:creationId xmlns:a16="http://schemas.microsoft.com/office/drawing/2014/main" id="{3717CFAD-39A9-876B-D703-E8580E67EF4B}"/>
              </a:ext>
            </a:extLst>
          </p:cNvPr>
          <p:cNvGrpSpPr/>
          <p:nvPr/>
        </p:nvGrpSpPr>
        <p:grpSpPr>
          <a:xfrm>
            <a:off x="3775041" y="1532276"/>
            <a:ext cx="721206" cy="609701"/>
            <a:chOff x="4289254" y="1729816"/>
            <a:chExt cx="871904" cy="748695"/>
          </a:xfrm>
        </p:grpSpPr>
        <p:sp>
          <p:nvSpPr>
            <p:cNvPr id="2228" name="Rectangle 2227">
              <a:extLst>
                <a:ext uri="{FF2B5EF4-FFF2-40B4-BE49-F238E27FC236}">
                  <a16:creationId xmlns:a16="http://schemas.microsoft.com/office/drawing/2014/main" id="{8718EFD9-6F18-0BB1-EAB8-AD76BDB97C82}"/>
                </a:ext>
              </a:extLst>
            </p:cNvPr>
            <p:cNvSpPr/>
            <p:nvPr/>
          </p:nvSpPr>
          <p:spPr>
            <a:xfrm>
              <a:off x="428925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2229" name="Right Triangle 2228">
              <a:extLst>
                <a:ext uri="{FF2B5EF4-FFF2-40B4-BE49-F238E27FC236}">
                  <a16:creationId xmlns:a16="http://schemas.microsoft.com/office/drawing/2014/main" id="{3A1C9525-8C64-D7DE-9D1E-90AFF757B1CE}"/>
                </a:ext>
              </a:extLst>
            </p:cNvPr>
            <p:cNvSpPr/>
            <p:nvPr/>
          </p:nvSpPr>
          <p:spPr>
            <a:xfrm rot="10800000">
              <a:off x="5013435"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230" name="Group 2229">
              <a:extLst>
                <a:ext uri="{FF2B5EF4-FFF2-40B4-BE49-F238E27FC236}">
                  <a16:creationId xmlns:a16="http://schemas.microsoft.com/office/drawing/2014/main" id="{985F2DD6-2C10-565F-8593-8DE0A57A4F11}"/>
                </a:ext>
              </a:extLst>
            </p:cNvPr>
            <p:cNvGrpSpPr/>
            <p:nvPr/>
          </p:nvGrpSpPr>
          <p:grpSpPr>
            <a:xfrm>
              <a:off x="5093762" y="1742900"/>
              <a:ext cx="45719" cy="75385"/>
              <a:chOff x="3883481" y="2057400"/>
              <a:chExt cx="1608363" cy="2652031"/>
            </a:xfrm>
            <a:solidFill>
              <a:srgbClr val="A6A6A6"/>
            </a:solidFill>
          </p:grpSpPr>
          <p:sp>
            <p:nvSpPr>
              <p:cNvPr id="2231" name="Oval 27">
                <a:extLst>
                  <a:ext uri="{FF2B5EF4-FFF2-40B4-BE49-F238E27FC236}">
                    <a16:creationId xmlns:a16="http://schemas.microsoft.com/office/drawing/2014/main" id="{860AA126-65E7-ACAF-0595-C6988EE80D7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2" name="Oval 28">
                <a:extLst>
                  <a:ext uri="{FF2B5EF4-FFF2-40B4-BE49-F238E27FC236}">
                    <a16:creationId xmlns:a16="http://schemas.microsoft.com/office/drawing/2014/main" id="{BC1BA87A-1C95-CA88-9AE0-B327C1ADE90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33" name="Group 2232">
            <a:extLst>
              <a:ext uri="{FF2B5EF4-FFF2-40B4-BE49-F238E27FC236}">
                <a16:creationId xmlns:a16="http://schemas.microsoft.com/office/drawing/2014/main" id="{985764B4-F751-806F-07C9-3965403F4A3D}"/>
              </a:ext>
            </a:extLst>
          </p:cNvPr>
          <p:cNvGrpSpPr/>
          <p:nvPr/>
        </p:nvGrpSpPr>
        <p:grpSpPr>
          <a:xfrm>
            <a:off x="4611548" y="1532276"/>
            <a:ext cx="721206" cy="609701"/>
            <a:chOff x="5280339" y="1729816"/>
            <a:chExt cx="871904" cy="748695"/>
          </a:xfrm>
        </p:grpSpPr>
        <p:sp>
          <p:nvSpPr>
            <p:cNvPr id="2234" name="Rectangle 2233">
              <a:extLst>
                <a:ext uri="{FF2B5EF4-FFF2-40B4-BE49-F238E27FC236}">
                  <a16:creationId xmlns:a16="http://schemas.microsoft.com/office/drawing/2014/main" id="{31122ACF-7F02-1D3C-7B14-EAF24FD7BB31}"/>
                </a:ext>
              </a:extLst>
            </p:cNvPr>
            <p:cNvSpPr/>
            <p:nvPr/>
          </p:nvSpPr>
          <p:spPr>
            <a:xfrm>
              <a:off x="528033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2235" name="Right Triangle 2234">
              <a:extLst>
                <a:ext uri="{FF2B5EF4-FFF2-40B4-BE49-F238E27FC236}">
                  <a16:creationId xmlns:a16="http://schemas.microsoft.com/office/drawing/2014/main" id="{B366D168-5BA7-4917-08FD-E28C2C125F29}"/>
                </a:ext>
              </a:extLst>
            </p:cNvPr>
            <p:cNvSpPr/>
            <p:nvPr/>
          </p:nvSpPr>
          <p:spPr>
            <a:xfrm rot="10800000">
              <a:off x="6003472"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236" name="Group 2235">
              <a:extLst>
                <a:ext uri="{FF2B5EF4-FFF2-40B4-BE49-F238E27FC236}">
                  <a16:creationId xmlns:a16="http://schemas.microsoft.com/office/drawing/2014/main" id="{2DC8F248-8A3F-46E7-E263-534BBE56F0D2}"/>
                </a:ext>
              </a:extLst>
            </p:cNvPr>
            <p:cNvGrpSpPr/>
            <p:nvPr/>
          </p:nvGrpSpPr>
          <p:grpSpPr>
            <a:xfrm>
              <a:off x="6083799" y="1742900"/>
              <a:ext cx="45719" cy="75385"/>
              <a:chOff x="3883481" y="2057400"/>
              <a:chExt cx="1608363" cy="2652031"/>
            </a:xfrm>
            <a:solidFill>
              <a:srgbClr val="A6A6A6"/>
            </a:solidFill>
          </p:grpSpPr>
          <p:sp>
            <p:nvSpPr>
              <p:cNvPr id="2237" name="Oval 27">
                <a:extLst>
                  <a:ext uri="{FF2B5EF4-FFF2-40B4-BE49-F238E27FC236}">
                    <a16:creationId xmlns:a16="http://schemas.microsoft.com/office/drawing/2014/main" id="{BB43361C-6AC2-B1AF-722C-45430607C62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8" name="Oval 28">
                <a:extLst>
                  <a:ext uri="{FF2B5EF4-FFF2-40B4-BE49-F238E27FC236}">
                    <a16:creationId xmlns:a16="http://schemas.microsoft.com/office/drawing/2014/main" id="{A09AA61C-3F23-4128-4595-0022AEC0A81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39" name="Group 2238">
            <a:extLst>
              <a:ext uri="{FF2B5EF4-FFF2-40B4-BE49-F238E27FC236}">
                <a16:creationId xmlns:a16="http://schemas.microsoft.com/office/drawing/2014/main" id="{85411FDB-737F-9474-859A-658E7AB6075D}"/>
              </a:ext>
            </a:extLst>
          </p:cNvPr>
          <p:cNvGrpSpPr/>
          <p:nvPr/>
        </p:nvGrpSpPr>
        <p:grpSpPr>
          <a:xfrm>
            <a:off x="2938534" y="1532276"/>
            <a:ext cx="721206" cy="610038"/>
            <a:chOff x="3298169" y="1729403"/>
            <a:chExt cx="871904" cy="749108"/>
          </a:xfrm>
        </p:grpSpPr>
        <p:sp>
          <p:nvSpPr>
            <p:cNvPr id="2240" name="Rectangle 2239">
              <a:extLst>
                <a:ext uri="{FF2B5EF4-FFF2-40B4-BE49-F238E27FC236}">
                  <a16:creationId xmlns:a16="http://schemas.microsoft.com/office/drawing/2014/main" id="{1294FC78-876C-5EEF-C904-1B3120A49D4D}"/>
                </a:ext>
              </a:extLst>
            </p:cNvPr>
            <p:cNvSpPr/>
            <p:nvPr/>
          </p:nvSpPr>
          <p:spPr>
            <a:xfrm>
              <a:off x="329816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2241" name="Right Triangle 2240">
              <a:extLst>
                <a:ext uri="{FF2B5EF4-FFF2-40B4-BE49-F238E27FC236}">
                  <a16:creationId xmlns:a16="http://schemas.microsoft.com/office/drawing/2014/main" id="{F4F32407-F651-0113-3B46-0FCE065C6319}"/>
                </a:ext>
              </a:extLst>
            </p:cNvPr>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2" name="Oval 27">
              <a:extLst>
                <a:ext uri="{FF2B5EF4-FFF2-40B4-BE49-F238E27FC236}">
                  <a16:creationId xmlns:a16="http://schemas.microsoft.com/office/drawing/2014/main" id="{FAC722B6-E4C6-31E5-E80D-6CE04B05EF0B}"/>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3" name="Oval 28">
              <a:extLst>
                <a:ext uri="{FF2B5EF4-FFF2-40B4-BE49-F238E27FC236}">
                  <a16:creationId xmlns:a16="http://schemas.microsoft.com/office/drawing/2014/main" id="{A2D30BFA-7B4A-0C35-98F5-E97DF3297E0C}"/>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44" name="Group 2243">
            <a:extLst>
              <a:ext uri="{FF2B5EF4-FFF2-40B4-BE49-F238E27FC236}">
                <a16:creationId xmlns:a16="http://schemas.microsoft.com/office/drawing/2014/main" id="{D5F42879-4706-903B-832C-824A08393591}"/>
              </a:ext>
            </a:extLst>
          </p:cNvPr>
          <p:cNvGrpSpPr/>
          <p:nvPr/>
        </p:nvGrpSpPr>
        <p:grpSpPr>
          <a:xfrm>
            <a:off x="6287105" y="2974054"/>
            <a:ext cx="721206" cy="609701"/>
            <a:chOff x="8253594" y="3370808"/>
            <a:chExt cx="871904" cy="748695"/>
          </a:xfrm>
        </p:grpSpPr>
        <p:sp>
          <p:nvSpPr>
            <p:cNvPr id="2245" name="Rectangle 2244">
              <a:hlinkHover r:id="" action="ppaction://noaction" highlightClick="1"/>
              <a:extLst>
                <a:ext uri="{FF2B5EF4-FFF2-40B4-BE49-F238E27FC236}">
                  <a16:creationId xmlns:a16="http://schemas.microsoft.com/office/drawing/2014/main" id="{9D573092-79B5-8E04-472E-1A8D8768B940}"/>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2246" name="Rectangle 2245">
              <a:extLst>
                <a:ext uri="{FF2B5EF4-FFF2-40B4-BE49-F238E27FC236}">
                  <a16:creationId xmlns:a16="http://schemas.microsoft.com/office/drawing/2014/main" id="{2C5ACE12-E4FB-8DFA-BE73-F6A39B9624FC}"/>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7" name="Oval 15">
              <a:extLst>
                <a:ext uri="{FF2B5EF4-FFF2-40B4-BE49-F238E27FC236}">
                  <a16:creationId xmlns:a16="http://schemas.microsoft.com/office/drawing/2014/main" id="{26A8AEAB-5D6C-7A2D-0B01-081DB3386F15}"/>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48" name="Straight Connector 2247">
              <a:extLst>
                <a:ext uri="{FF2B5EF4-FFF2-40B4-BE49-F238E27FC236}">
                  <a16:creationId xmlns:a16="http://schemas.microsoft.com/office/drawing/2014/main" id="{76D329C3-12EB-D80E-9428-CE6B0E193DAF}"/>
                </a:ext>
              </a:extLst>
            </p:cNvPr>
            <p:cNvCxnSpPr>
              <a:cxnSpLocks/>
              <a:stCxn id="2247"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49" name="Straight Connector 2248">
              <a:extLst>
                <a:ext uri="{FF2B5EF4-FFF2-40B4-BE49-F238E27FC236}">
                  <a16:creationId xmlns:a16="http://schemas.microsoft.com/office/drawing/2014/main" id="{A92AE84D-4FAD-11A2-9088-FB5B763DB54D}"/>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50" name="Group 2249">
            <a:extLst>
              <a:ext uri="{FF2B5EF4-FFF2-40B4-BE49-F238E27FC236}">
                <a16:creationId xmlns:a16="http://schemas.microsoft.com/office/drawing/2014/main" id="{847852B6-632C-C31F-2B9E-0E077B438E73}"/>
              </a:ext>
            </a:extLst>
          </p:cNvPr>
          <p:cNvGrpSpPr/>
          <p:nvPr/>
        </p:nvGrpSpPr>
        <p:grpSpPr>
          <a:xfrm>
            <a:off x="7123149" y="2974054"/>
            <a:ext cx="721206" cy="609701"/>
            <a:chOff x="8253594" y="3370808"/>
            <a:chExt cx="871904" cy="748695"/>
          </a:xfrm>
        </p:grpSpPr>
        <p:sp>
          <p:nvSpPr>
            <p:cNvPr id="2251" name="Rectangle 2250">
              <a:hlinkHover r:id="" action="ppaction://noaction" highlightClick="1"/>
              <a:extLst>
                <a:ext uri="{FF2B5EF4-FFF2-40B4-BE49-F238E27FC236}">
                  <a16:creationId xmlns:a16="http://schemas.microsoft.com/office/drawing/2014/main" id="{821C1325-FCA1-1A64-78DF-BB53121CDDA0}"/>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2252" name="Rectangle 2251">
              <a:extLst>
                <a:ext uri="{FF2B5EF4-FFF2-40B4-BE49-F238E27FC236}">
                  <a16:creationId xmlns:a16="http://schemas.microsoft.com/office/drawing/2014/main" id="{47FEE0B6-0417-0641-F2E4-57D5E5C68CFF}"/>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53" name="Oval 15">
              <a:extLst>
                <a:ext uri="{FF2B5EF4-FFF2-40B4-BE49-F238E27FC236}">
                  <a16:creationId xmlns:a16="http://schemas.microsoft.com/office/drawing/2014/main" id="{E1EB2FE7-FA78-B741-1D20-E85CC0731528}"/>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54" name="Straight Connector 2253">
              <a:extLst>
                <a:ext uri="{FF2B5EF4-FFF2-40B4-BE49-F238E27FC236}">
                  <a16:creationId xmlns:a16="http://schemas.microsoft.com/office/drawing/2014/main" id="{89E9E8B6-A68F-DCC1-AD23-DDCDEEB9BE94}"/>
                </a:ext>
              </a:extLst>
            </p:cNvPr>
            <p:cNvCxnSpPr>
              <a:cxnSpLocks/>
              <a:stCxn id="2253"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55" name="Straight Connector 2254">
              <a:extLst>
                <a:ext uri="{FF2B5EF4-FFF2-40B4-BE49-F238E27FC236}">
                  <a16:creationId xmlns:a16="http://schemas.microsoft.com/office/drawing/2014/main" id="{50DC6AA8-5B38-043B-6213-76DF3023CCC2}"/>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56" name="Group 2255">
            <a:extLst>
              <a:ext uri="{FF2B5EF4-FFF2-40B4-BE49-F238E27FC236}">
                <a16:creationId xmlns:a16="http://schemas.microsoft.com/office/drawing/2014/main" id="{82BAE2D6-DACB-C33A-1283-62D9FDB3FDA5}"/>
              </a:ext>
            </a:extLst>
          </p:cNvPr>
          <p:cNvGrpSpPr/>
          <p:nvPr/>
        </p:nvGrpSpPr>
        <p:grpSpPr>
          <a:xfrm>
            <a:off x="7959193" y="2974054"/>
            <a:ext cx="721206" cy="609701"/>
            <a:chOff x="10243575" y="88412"/>
            <a:chExt cx="871904" cy="748695"/>
          </a:xfrm>
        </p:grpSpPr>
        <p:sp>
          <p:nvSpPr>
            <p:cNvPr id="2257" name="Rectangle 2256">
              <a:hlinkHover r:id="" action="ppaction://noaction" highlightClick="1"/>
              <a:extLst>
                <a:ext uri="{FF2B5EF4-FFF2-40B4-BE49-F238E27FC236}">
                  <a16:creationId xmlns:a16="http://schemas.microsoft.com/office/drawing/2014/main" id="{99B93311-D1D6-CC1D-59DC-61D2E73012AF}"/>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sp>
          <p:nvSpPr>
            <p:cNvPr id="2258" name="Diamond 2257">
              <a:extLst>
                <a:ext uri="{FF2B5EF4-FFF2-40B4-BE49-F238E27FC236}">
                  <a16:creationId xmlns:a16="http://schemas.microsoft.com/office/drawing/2014/main" id="{AFBD50D1-9AAD-9572-6E0C-87A09619909C}"/>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59" name="Oval 2258">
              <a:extLst>
                <a:ext uri="{FF2B5EF4-FFF2-40B4-BE49-F238E27FC236}">
                  <a16:creationId xmlns:a16="http://schemas.microsoft.com/office/drawing/2014/main" id="{FB9611AB-A5FF-2F2F-9227-0589773B47F2}"/>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60" name="Group 2259">
            <a:extLst>
              <a:ext uri="{FF2B5EF4-FFF2-40B4-BE49-F238E27FC236}">
                <a16:creationId xmlns:a16="http://schemas.microsoft.com/office/drawing/2014/main" id="{007355ED-7C87-B180-391B-1DFD9CAD9BBD}"/>
              </a:ext>
            </a:extLst>
          </p:cNvPr>
          <p:cNvGrpSpPr/>
          <p:nvPr/>
        </p:nvGrpSpPr>
        <p:grpSpPr>
          <a:xfrm>
            <a:off x="8795237" y="2974054"/>
            <a:ext cx="721206" cy="609701"/>
            <a:chOff x="10243575" y="88412"/>
            <a:chExt cx="871904" cy="748695"/>
          </a:xfrm>
        </p:grpSpPr>
        <p:sp>
          <p:nvSpPr>
            <p:cNvPr id="2261" name="Rectangle 2260">
              <a:hlinkHover r:id="" action="ppaction://noaction" highlightClick="1"/>
              <a:extLst>
                <a:ext uri="{FF2B5EF4-FFF2-40B4-BE49-F238E27FC236}">
                  <a16:creationId xmlns:a16="http://schemas.microsoft.com/office/drawing/2014/main" id="{D5121F67-F8E9-DD42-D422-021E8B8D4EB9}"/>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2262" name="Diamond 2261">
              <a:extLst>
                <a:ext uri="{FF2B5EF4-FFF2-40B4-BE49-F238E27FC236}">
                  <a16:creationId xmlns:a16="http://schemas.microsoft.com/office/drawing/2014/main" id="{6CE789FA-63DC-FE51-631B-8F7979235EA6}"/>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63" name="Oval 2262">
              <a:extLst>
                <a:ext uri="{FF2B5EF4-FFF2-40B4-BE49-F238E27FC236}">
                  <a16:creationId xmlns:a16="http://schemas.microsoft.com/office/drawing/2014/main" id="{21B73957-CB06-C5E4-6E5A-A35EC701E3E6}"/>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64" name="Group 2263">
            <a:extLst>
              <a:ext uri="{FF2B5EF4-FFF2-40B4-BE49-F238E27FC236}">
                <a16:creationId xmlns:a16="http://schemas.microsoft.com/office/drawing/2014/main" id="{CC77D2F7-A9C8-B795-4053-1F1CE8E70DF2}"/>
              </a:ext>
            </a:extLst>
          </p:cNvPr>
          <p:cNvGrpSpPr/>
          <p:nvPr/>
        </p:nvGrpSpPr>
        <p:grpSpPr>
          <a:xfrm>
            <a:off x="4605608" y="811556"/>
            <a:ext cx="722058" cy="609701"/>
            <a:chOff x="6271424" y="909114"/>
            <a:chExt cx="872938" cy="748695"/>
          </a:xfrm>
        </p:grpSpPr>
        <p:sp>
          <p:nvSpPr>
            <p:cNvPr id="2265" name="Rectangle 2264">
              <a:extLst>
                <a:ext uri="{FF2B5EF4-FFF2-40B4-BE49-F238E27FC236}">
                  <a16:creationId xmlns:a16="http://schemas.microsoft.com/office/drawing/2014/main" id="{F3B0F9F6-4413-C33B-E4CB-1DB60F51E508}"/>
                </a:ext>
              </a:extLst>
            </p:cNvPr>
            <p:cNvSpPr/>
            <p:nvPr/>
          </p:nvSpPr>
          <p:spPr>
            <a:xfrm>
              <a:off x="627142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266" name="Rectangle 2265">
              <a:extLst>
                <a:ext uri="{FF2B5EF4-FFF2-40B4-BE49-F238E27FC236}">
                  <a16:creationId xmlns:a16="http://schemas.microsoft.com/office/drawing/2014/main" id="{B8BE2F6B-06A9-B9A5-A239-65D749260151}"/>
                </a:ext>
              </a:extLst>
            </p:cNvPr>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67" name="Oval 15">
              <a:extLst>
                <a:ext uri="{FF2B5EF4-FFF2-40B4-BE49-F238E27FC236}">
                  <a16:creationId xmlns:a16="http://schemas.microsoft.com/office/drawing/2014/main" id="{A3C03CCC-0224-7387-5C78-054049D40A9D}"/>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68" name="Straight Connector 2267">
              <a:extLst>
                <a:ext uri="{FF2B5EF4-FFF2-40B4-BE49-F238E27FC236}">
                  <a16:creationId xmlns:a16="http://schemas.microsoft.com/office/drawing/2014/main" id="{8EEBDA07-E97F-2EEA-8256-DCDB5ED08E7C}"/>
                </a:ext>
              </a:extLst>
            </p:cNvPr>
            <p:cNvCxnSpPr>
              <a:cxnSpLocks/>
              <a:stCxn id="2267"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69" name="Straight Connector 2268">
              <a:extLst>
                <a:ext uri="{FF2B5EF4-FFF2-40B4-BE49-F238E27FC236}">
                  <a16:creationId xmlns:a16="http://schemas.microsoft.com/office/drawing/2014/main" id="{BE8FACF7-2D12-57D3-F02A-3B29A087A974}"/>
                </a:ext>
              </a:extLst>
            </p:cNvPr>
            <p:cNvCxnSpPr>
              <a:cxnSpLocks/>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70" name="Group 2269">
            <a:extLst>
              <a:ext uri="{FF2B5EF4-FFF2-40B4-BE49-F238E27FC236}">
                <a16:creationId xmlns:a16="http://schemas.microsoft.com/office/drawing/2014/main" id="{1BDB2FC3-B55B-DC9B-3B5B-07D2A5EABE34}"/>
              </a:ext>
            </a:extLst>
          </p:cNvPr>
          <p:cNvGrpSpPr/>
          <p:nvPr/>
        </p:nvGrpSpPr>
        <p:grpSpPr>
          <a:xfrm>
            <a:off x="5442072" y="811556"/>
            <a:ext cx="728206" cy="609701"/>
            <a:chOff x="7262509" y="909114"/>
            <a:chExt cx="880366" cy="748695"/>
          </a:xfrm>
        </p:grpSpPr>
        <p:sp>
          <p:nvSpPr>
            <p:cNvPr id="2271" name="Rectangle 2270">
              <a:extLst>
                <a:ext uri="{FF2B5EF4-FFF2-40B4-BE49-F238E27FC236}">
                  <a16:creationId xmlns:a16="http://schemas.microsoft.com/office/drawing/2014/main" id="{1A4D3744-CF06-D1AF-1EF2-F6FA968984B5}"/>
                </a:ext>
              </a:extLst>
            </p:cNvPr>
            <p:cNvSpPr/>
            <p:nvPr/>
          </p:nvSpPr>
          <p:spPr>
            <a:xfrm>
              <a:off x="726250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2272" name="Rectangle 2271">
              <a:extLst>
                <a:ext uri="{FF2B5EF4-FFF2-40B4-BE49-F238E27FC236}">
                  <a16:creationId xmlns:a16="http://schemas.microsoft.com/office/drawing/2014/main" id="{A77D4C7B-9B37-3ADC-C7CD-A6F6EEB45EDD}"/>
                </a:ext>
              </a:extLst>
            </p:cNvPr>
            <p:cNvSpPr/>
            <p:nvPr/>
          </p:nvSpPr>
          <p:spPr>
            <a:xfrm flipV="1">
              <a:off x="8021749"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3" name="Oval 15">
              <a:extLst>
                <a:ext uri="{FF2B5EF4-FFF2-40B4-BE49-F238E27FC236}">
                  <a16:creationId xmlns:a16="http://schemas.microsoft.com/office/drawing/2014/main" id="{1871B108-D9D7-A3B4-4E5F-6C8750752C79}"/>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74" name="Straight Connector 2273">
              <a:extLst>
                <a:ext uri="{FF2B5EF4-FFF2-40B4-BE49-F238E27FC236}">
                  <a16:creationId xmlns:a16="http://schemas.microsoft.com/office/drawing/2014/main" id="{2E03662D-8374-DE70-906D-51354B98B156}"/>
                </a:ext>
              </a:extLst>
            </p:cNvPr>
            <p:cNvCxnSpPr>
              <a:cxnSpLocks/>
              <a:stCxn id="2273" idx="0"/>
            </p:cNvCxnSpPr>
            <p:nvPr/>
          </p:nvCxnSpPr>
          <p:spPr>
            <a:xfrm flipV="1">
              <a:off x="8061748"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75" name="Straight Connector 2274">
              <a:extLst>
                <a:ext uri="{FF2B5EF4-FFF2-40B4-BE49-F238E27FC236}">
                  <a16:creationId xmlns:a16="http://schemas.microsoft.com/office/drawing/2014/main" id="{CBF657A8-960B-211C-33D4-AE1DC34B97B6}"/>
                </a:ext>
              </a:extLst>
            </p:cNvPr>
            <p:cNvCxnSpPr>
              <a:cxnSpLocks/>
            </p:cNvCxnSpPr>
            <p:nvPr/>
          </p:nvCxnSpPr>
          <p:spPr>
            <a:xfrm>
              <a:off x="8068662"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76" name="Group 2275">
            <a:extLst>
              <a:ext uri="{FF2B5EF4-FFF2-40B4-BE49-F238E27FC236}">
                <a16:creationId xmlns:a16="http://schemas.microsoft.com/office/drawing/2014/main" id="{C4D5A619-83CF-FD0A-29DA-3A4CD7C626F2}"/>
              </a:ext>
            </a:extLst>
          </p:cNvPr>
          <p:cNvGrpSpPr/>
          <p:nvPr/>
        </p:nvGrpSpPr>
        <p:grpSpPr>
          <a:xfrm>
            <a:off x="6284590" y="811556"/>
            <a:ext cx="721206" cy="609701"/>
            <a:chOff x="8253594" y="909114"/>
            <a:chExt cx="871904" cy="748695"/>
          </a:xfrm>
        </p:grpSpPr>
        <p:sp>
          <p:nvSpPr>
            <p:cNvPr id="2277" name="Rectangle 2276">
              <a:hlinkHover r:id="" action="ppaction://noaction" highlightClick="1"/>
              <a:extLst>
                <a:ext uri="{FF2B5EF4-FFF2-40B4-BE49-F238E27FC236}">
                  <a16:creationId xmlns:a16="http://schemas.microsoft.com/office/drawing/2014/main" id="{30D65EF9-E1AC-D842-5F30-A2AB432169E3}"/>
                </a:ext>
              </a:extLst>
            </p:cNvPr>
            <p:cNvSpPr/>
            <p:nvPr/>
          </p:nvSpPr>
          <p:spPr>
            <a:xfrm>
              <a:off x="825359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2278" name="Right Triangle 2277">
              <a:extLst>
                <a:ext uri="{FF2B5EF4-FFF2-40B4-BE49-F238E27FC236}">
                  <a16:creationId xmlns:a16="http://schemas.microsoft.com/office/drawing/2014/main" id="{6665166B-9075-E569-7F24-AEB8A2F514AF}"/>
                </a:ext>
              </a:extLst>
            </p:cNvPr>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9" name="Oval 27">
              <a:extLst>
                <a:ext uri="{FF2B5EF4-FFF2-40B4-BE49-F238E27FC236}">
                  <a16:creationId xmlns:a16="http://schemas.microsoft.com/office/drawing/2014/main" id="{FA22FAA0-A7A2-1136-AF14-54F39415071F}"/>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0" name="Oval 28">
              <a:extLst>
                <a:ext uri="{FF2B5EF4-FFF2-40B4-BE49-F238E27FC236}">
                  <a16:creationId xmlns:a16="http://schemas.microsoft.com/office/drawing/2014/main" id="{28238020-045E-4FB9-60B0-51DF3E498F99}"/>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81" name="Group 2280">
            <a:extLst>
              <a:ext uri="{FF2B5EF4-FFF2-40B4-BE49-F238E27FC236}">
                <a16:creationId xmlns:a16="http://schemas.microsoft.com/office/drawing/2014/main" id="{A6E0A10E-2D77-01B1-D1D7-157C61F583DA}"/>
              </a:ext>
            </a:extLst>
          </p:cNvPr>
          <p:cNvGrpSpPr/>
          <p:nvPr/>
        </p:nvGrpSpPr>
        <p:grpSpPr>
          <a:xfrm>
            <a:off x="6288014" y="2260882"/>
            <a:ext cx="721206" cy="609702"/>
            <a:chOff x="9244679" y="2560817"/>
            <a:chExt cx="871904" cy="748696"/>
          </a:xfrm>
        </p:grpSpPr>
        <p:sp>
          <p:nvSpPr>
            <p:cNvPr id="2282" name="Rectangle 2281">
              <a:extLst>
                <a:ext uri="{FF2B5EF4-FFF2-40B4-BE49-F238E27FC236}">
                  <a16:creationId xmlns:a16="http://schemas.microsoft.com/office/drawing/2014/main" id="{675E9D0C-F166-2B5E-92E8-3BB9AE249DF6}"/>
                </a:ext>
              </a:extLst>
            </p:cNvPr>
            <p:cNvSpPr/>
            <p:nvPr/>
          </p:nvSpPr>
          <p:spPr>
            <a:xfrm>
              <a:off x="924467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2283" name="Right Triangle 2282">
              <a:extLst>
                <a:ext uri="{FF2B5EF4-FFF2-40B4-BE49-F238E27FC236}">
                  <a16:creationId xmlns:a16="http://schemas.microsoft.com/office/drawing/2014/main" id="{3A58432E-9916-6A33-77E6-B2EF0F39B3FB}"/>
                </a:ext>
              </a:extLst>
            </p:cNvPr>
            <p:cNvSpPr/>
            <p:nvPr/>
          </p:nvSpPr>
          <p:spPr>
            <a:xfrm rot="10800000">
              <a:off x="9970339" y="25608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4" name="Oval 27">
              <a:extLst>
                <a:ext uri="{FF2B5EF4-FFF2-40B4-BE49-F238E27FC236}">
                  <a16:creationId xmlns:a16="http://schemas.microsoft.com/office/drawing/2014/main" id="{94561879-2FEE-44D9-08CD-EC202BB9DE88}"/>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5" name="Oval 28">
              <a:extLst>
                <a:ext uri="{FF2B5EF4-FFF2-40B4-BE49-F238E27FC236}">
                  <a16:creationId xmlns:a16="http://schemas.microsoft.com/office/drawing/2014/main" id="{A7E69B9E-292F-BB54-049E-E4DCE6686AD3}"/>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86" name="Group 2285">
            <a:extLst>
              <a:ext uri="{FF2B5EF4-FFF2-40B4-BE49-F238E27FC236}">
                <a16:creationId xmlns:a16="http://schemas.microsoft.com/office/drawing/2014/main" id="{943676B6-CC7D-725D-8B5C-4F68E0043051}"/>
              </a:ext>
            </a:extLst>
          </p:cNvPr>
          <p:cNvGrpSpPr/>
          <p:nvPr/>
        </p:nvGrpSpPr>
        <p:grpSpPr>
          <a:xfrm>
            <a:off x="7957576" y="811556"/>
            <a:ext cx="721206" cy="609701"/>
            <a:chOff x="4289254" y="909114"/>
            <a:chExt cx="871904" cy="748695"/>
          </a:xfrm>
        </p:grpSpPr>
        <p:sp>
          <p:nvSpPr>
            <p:cNvPr id="2287" name="Rectangle 2286">
              <a:extLst>
                <a:ext uri="{FF2B5EF4-FFF2-40B4-BE49-F238E27FC236}">
                  <a16:creationId xmlns:a16="http://schemas.microsoft.com/office/drawing/2014/main" id="{B19EE162-67C4-BC53-7DF2-7A2A72F445BE}"/>
                </a:ext>
              </a:extLst>
            </p:cNvPr>
            <p:cNvSpPr/>
            <p:nvPr/>
          </p:nvSpPr>
          <p:spPr>
            <a:xfrm>
              <a:off x="4289254"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2288" name="Rectangle 2287">
              <a:extLst>
                <a:ext uri="{FF2B5EF4-FFF2-40B4-BE49-F238E27FC236}">
                  <a16:creationId xmlns:a16="http://schemas.microsoft.com/office/drawing/2014/main" id="{8BEF3BBF-5F9D-B9DB-B743-71D9594A8D64}"/>
                </a:ext>
              </a:extLst>
            </p:cNvPr>
            <p:cNvSpPr/>
            <p:nvPr/>
          </p:nvSpPr>
          <p:spPr>
            <a:xfrm flipV="1">
              <a:off x="5036005"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9" name="Oval 15">
              <a:extLst>
                <a:ext uri="{FF2B5EF4-FFF2-40B4-BE49-F238E27FC236}">
                  <a16:creationId xmlns:a16="http://schemas.microsoft.com/office/drawing/2014/main" id="{956028CA-D486-44BE-E412-CCEB65EB39C9}"/>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90" name="Straight Connector 2289">
              <a:extLst>
                <a:ext uri="{FF2B5EF4-FFF2-40B4-BE49-F238E27FC236}">
                  <a16:creationId xmlns:a16="http://schemas.microsoft.com/office/drawing/2014/main" id="{9616F395-7F48-1CEC-68D2-B50B0A458980}"/>
                </a:ext>
              </a:extLst>
            </p:cNvPr>
            <p:cNvCxnSpPr>
              <a:cxnSpLocks/>
              <a:stCxn id="2289" idx="0"/>
            </p:cNvCxnSpPr>
            <p:nvPr/>
          </p:nvCxnSpPr>
          <p:spPr>
            <a:xfrm flipV="1">
              <a:off x="5076004"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91" name="Straight Connector 2290">
              <a:extLst>
                <a:ext uri="{FF2B5EF4-FFF2-40B4-BE49-F238E27FC236}">
                  <a16:creationId xmlns:a16="http://schemas.microsoft.com/office/drawing/2014/main" id="{D54C9CAF-B0E5-1443-EABD-A60AC532F4D1}"/>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92" name="Group 2291">
            <a:extLst>
              <a:ext uri="{FF2B5EF4-FFF2-40B4-BE49-F238E27FC236}">
                <a16:creationId xmlns:a16="http://schemas.microsoft.com/office/drawing/2014/main" id="{F93F46B9-F95F-3341-8A12-6A4B78924A24}"/>
              </a:ext>
            </a:extLst>
          </p:cNvPr>
          <p:cNvGrpSpPr/>
          <p:nvPr/>
        </p:nvGrpSpPr>
        <p:grpSpPr>
          <a:xfrm>
            <a:off x="9667833" y="811173"/>
            <a:ext cx="721206" cy="609701"/>
            <a:chOff x="10243575" y="88412"/>
            <a:chExt cx="871904" cy="748695"/>
          </a:xfrm>
        </p:grpSpPr>
        <p:sp>
          <p:nvSpPr>
            <p:cNvPr id="2293" name="Rectangle 2292">
              <a:hlinkHover r:id="" action="ppaction://noaction" highlightClick="1"/>
              <a:extLst>
                <a:ext uri="{FF2B5EF4-FFF2-40B4-BE49-F238E27FC236}">
                  <a16:creationId xmlns:a16="http://schemas.microsoft.com/office/drawing/2014/main" id="{559D6E45-316F-E95B-F724-CE4B0C501933}"/>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2294" name="Diamond 2293">
              <a:extLst>
                <a:ext uri="{FF2B5EF4-FFF2-40B4-BE49-F238E27FC236}">
                  <a16:creationId xmlns:a16="http://schemas.microsoft.com/office/drawing/2014/main" id="{308D62D1-DEFC-77D2-FF3C-A629A3992DB2}"/>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5" name="Oval 2294">
              <a:extLst>
                <a:ext uri="{FF2B5EF4-FFF2-40B4-BE49-F238E27FC236}">
                  <a16:creationId xmlns:a16="http://schemas.microsoft.com/office/drawing/2014/main" id="{61A53567-9E89-2DA2-2595-9BED74594F74}"/>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96" name="Group 2295">
            <a:extLst>
              <a:ext uri="{FF2B5EF4-FFF2-40B4-BE49-F238E27FC236}">
                <a16:creationId xmlns:a16="http://schemas.microsoft.com/office/drawing/2014/main" id="{0471AE79-675C-6DFC-65DF-31CF28DD47E8}"/>
              </a:ext>
            </a:extLst>
          </p:cNvPr>
          <p:cNvGrpSpPr/>
          <p:nvPr/>
        </p:nvGrpSpPr>
        <p:grpSpPr>
          <a:xfrm>
            <a:off x="10507318" y="90836"/>
            <a:ext cx="721206" cy="609701"/>
            <a:chOff x="11226844" y="88412"/>
            <a:chExt cx="871904" cy="748695"/>
          </a:xfrm>
        </p:grpSpPr>
        <p:sp>
          <p:nvSpPr>
            <p:cNvPr id="2297" name="Rectangle 2296">
              <a:hlinkHover r:id="" action="ppaction://noaction" highlightClick="1"/>
              <a:extLst>
                <a:ext uri="{FF2B5EF4-FFF2-40B4-BE49-F238E27FC236}">
                  <a16:creationId xmlns:a16="http://schemas.microsoft.com/office/drawing/2014/main" id="{BC76FA7B-CEF6-DA93-FBAB-C9AC30983E7A}"/>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2298" name="Oval 2297">
              <a:extLst>
                <a:ext uri="{FF2B5EF4-FFF2-40B4-BE49-F238E27FC236}">
                  <a16:creationId xmlns:a16="http://schemas.microsoft.com/office/drawing/2014/main" id="{35ABDF63-6207-6C94-AAE9-8995BA87285B}"/>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9" name="Isosceles Triangle 648">
              <a:extLst>
                <a:ext uri="{FF2B5EF4-FFF2-40B4-BE49-F238E27FC236}">
                  <a16:creationId xmlns:a16="http://schemas.microsoft.com/office/drawing/2014/main" id="{9A7D24F2-003B-9828-7FE1-B5F87BF49E09}"/>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00" name="Group 2299">
            <a:extLst>
              <a:ext uri="{FF2B5EF4-FFF2-40B4-BE49-F238E27FC236}">
                <a16:creationId xmlns:a16="http://schemas.microsoft.com/office/drawing/2014/main" id="{0F4FE004-0722-C2B2-E411-A06297B4B4ED}"/>
              </a:ext>
            </a:extLst>
          </p:cNvPr>
          <p:cNvGrpSpPr/>
          <p:nvPr/>
        </p:nvGrpSpPr>
        <p:grpSpPr>
          <a:xfrm>
            <a:off x="11356238" y="90836"/>
            <a:ext cx="721206" cy="609701"/>
            <a:chOff x="11226844" y="88412"/>
            <a:chExt cx="871904" cy="748695"/>
          </a:xfrm>
        </p:grpSpPr>
        <p:sp>
          <p:nvSpPr>
            <p:cNvPr id="2301" name="Rectangle 2300">
              <a:hlinkHover r:id="" action="ppaction://noaction" highlightClick="1"/>
              <a:extLst>
                <a:ext uri="{FF2B5EF4-FFF2-40B4-BE49-F238E27FC236}">
                  <a16:creationId xmlns:a16="http://schemas.microsoft.com/office/drawing/2014/main" id="{1F34832B-1B73-ABCF-8E93-AE809F3C59A4}"/>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2302" name="Oval 2301">
              <a:extLst>
                <a:ext uri="{FF2B5EF4-FFF2-40B4-BE49-F238E27FC236}">
                  <a16:creationId xmlns:a16="http://schemas.microsoft.com/office/drawing/2014/main" id="{60F38B9A-A8EB-024F-FB06-853AA391B0A1}"/>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3" name="Isosceles Triangle 648">
              <a:extLst>
                <a:ext uri="{FF2B5EF4-FFF2-40B4-BE49-F238E27FC236}">
                  <a16:creationId xmlns:a16="http://schemas.microsoft.com/office/drawing/2014/main" id="{1586D640-8736-937A-A3EB-53569BF99C5B}"/>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04" name="Group 2303">
            <a:extLst>
              <a:ext uri="{FF2B5EF4-FFF2-40B4-BE49-F238E27FC236}">
                <a16:creationId xmlns:a16="http://schemas.microsoft.com/office/drawing/2014/main" id="{E8B16F49-DB20-577A-5BF4-F2A93CDE9A8E}"/>
              </a:ext>
            </a:extLst>
          </p:cNvPr>
          <p:cNvGrpSpPr/>
          <p:nvPr/>
        </p:nvGrpSpPr>
        <p:grpSpPr>
          <a:xfrm>
            <a:off x="11356238" y="3694774"/>
            <a:ext cx="721206" cy="609701"/>
            <a:chOff x="11335787" y="4191133"/>
            <a:chExt cx="710037" cy="609701"/>
          </a:xfrm>
        </p:grpSpPr>
        <p:sp>
          <p:nvSpPr>
            <p:cNvPr id="2305" name="Rectangle 2304">
              <a:hlinkHover r:id="" action="ppaction://noaction" highlightClick="1"/>
              <a:extLst>
                <a:ext uri="{FF2B5EF4-FFF2-40B4-BE49-F238E27FC236}">
                  <a16:creationId xmlns:a16="http://schemas.microsoft.com/office/drawing/2014/main" id="{DCF89A7C-A2A6-7735-DEB0-9EE96C479297}"/>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2306" name="Oval 2305">
              <a:extLst>
                <a:ext uri="{FF2B5EF4-FFF2-40B4-BE49-F238E27FC236}">
                  <a16:creationId xmlns:a16="http://schemas.microsoft.com/office/drawing/2014/main" id="{0A935BAB-768E-6DD7-A041-173D7F7EF32C}"/>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7" name="Isosceles Triangle 648">
              <a:extLst>
                <a:ext uri="{FF2B5EF4-FFF2-40B4-BE49-F238E27FC236}">
                  <a16:creationId xmlns:a16="http://schemas.microsoft.com/office/drawing/2014/main" id="{A547FD0D-D815-E7C6-CCA7-7ACDEC881602}"/>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08" name="Group 2307">
            <a:extLst>
              <a:ext uri="{FF2B5EF4-FFF2-40B4-BE49-F238E27FC236}">
                <a16:creationId xmlns:a16="http://schemas.microsoft.com/office/drawing/2014/main" id="{9820FCE7-CDB4-2FB8-957E-200A6056621A}"/>
              </a:ext>
            </a:extLst>
          </p:cNvPr>
          <p:cNvGrpSpPr/>
          <p:nvPr/>
        </p:nvGrpSpPr>
        <p:grpSpPr>
          <a:xfrm>
            <a:off x="9657689" y="4419620"/>
            <a:ext cx="721206" cy="609701"/>
            <a:chOff x="11226844" y="5012622"/>
            <a:chExt cx="871904" cy="748695"/>
          </a:xfrm>
        </p:grpSpPr>
        <p:sp>
          <p:nvSpPr>
            <p:cNvPr id="2309" name="Rectangle 2308">
              <a:hlinkHover r:id="" action="ppaction://noaction" highlightClick="1"/>
              <a:extLst>
                <a:ext uri="{FF2B5EF4-FFF2-40B4-BE49-F238E27FC236}">
                  <a16:creationId xmlns:a16="http://schemas.microsoft.com/office/drawing/2014/main" id="{CC68ED88-3114-D848-2C0D-C372B74C5EB5}"/>
                </a:ext>
              </a:extLst>
            </p:cNvPr>
            <p:cNvSpPr/>
            <p:nvPr/>
          </p:nvSpPr>
          <p:spPr>
            <a:xfrm>
              <a:off x="1122684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2310" name="Oval 2309">
              <a:extLst>
                <a:ext uri="{FF2B5EF4-FFF2-40B4-BE49-F238E27FC236}">
                  <a16:creationId xmlns:a16="http://schemas.microsoft.com/office/drawing/2014/main" id="{18F78CD6-193B-D70E-F173-8021AD37888D}"/>
                </a:ext>
              </a:extLst>
            </p:cNvPr>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1" name="Isosceles Triangle 648">
              <a:extLst>
                <a:ext uri="{FF2B5EF4-FFF2-40B4-BE49-F238E27FC236}">
                  <a16:creationId xmlns:a16="http://schemas.microsoft.com/office/drawing/2014/main" id="{AC2B2154-0CC9-6973-067B-DE535B7ECC31}"/>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12" name="Group 2311">
            <a:extLst>
              <a:ext uri="{FF2B5EF4-FFF2-40B4-BE49-F238E27FC236}">
                <a16:creationId xmlns:a16="http://schemas.microsoft.com/office/drawing/2014/main" id="{3E0E3473-DD79-9417-106B-02E2E0655998}"/>
              </a:ext>
            </a:extLst>
          </p:cNvPr>
          <p:cNvGrpSpPr/>
          <p:nvPr/>
        </p:nvGrpSpPr>
        <p:grpSpPr>
          <a:xfrm>
            <a:off x="10506964" y="4419620"/>
            <a:ext cx="721206" cy="609701"/>
            <a:chOff x="11226844" y="88412"/>
            <a:chExt cx="871904" cy="748695"/>
          </a:xfrm>
        </p:grpSpPr>
        <p:sp>
          <p:nvSpPr>
            <p:cNvPr id="2313" name="Rectangle 2312">
              <a:hlinkHover r:id="" action="ppaction://noaction" highlightClick="1"/>
              <a:extLst>
                <a:ext uri="{FF2B5EF4-FFF2-40B4-BE49-F238E27FC236}">
                  <a16:creationId xmlns:a16="http://schemas.microsoft.com/office/drawing/2014/main" id="{218C42A5-B62A-4B0C-E1C7-B2694A72A821}"/>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2314" name="Oval 2313">
              <a:extLst>
                <a:ext uri="{FF2B5EF4-FFF2-40B4-BE49-F238E27FC236}">
                  <a16:creationId xmlns:a16="http://schemas.microsoft.com/office/drawing/2014/main" id="{91DCBBDC-2AF0-FC7B-29D7-6DFCC142F562}"/>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5" name="Isosceles Triangle 648">
              <a:extLst>
                <a:ext uri="{FF2B5EF4-FFF2-40B4-BE49-F238E27FC236}">
                  <a16:creationId xmlns:a16="http://schemas.microsoft.com/office/drawing/2014/main" id="{7CC7A1AC-E170-5CB9-3C53-1BCFBBB54C0A}"/>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16" name="Group 2315">
            <a:extLst>
              <a:ext uri="{FF2B5EF4-FFF2-40B4-BE49-F238E27FC236}">
                <a16:creationId xmlns:a16="http://schemas.microsoft.com/office/drawing/2014/main" id="{A4AA9998-D827-47B1-939B-A1D7C837F4B2}"/>
              </a:ext>
            </a:extLst>
          </p:cNvPr>
          <p:cNvGrpSpPr/>
          <p:nvPr/>
        </p:nvGrpSpPr>
        <p:grpSpPr>
          <a:xfrm>
            <a:off x="11355999" y="4416261"/>
            <a:ext cx="721206" cy="609701"/>
            <a:chOff x="11226844" y="88412"/>
            <a:chExt cx="871904" cy="748695"/>
          </a:xfrm>
        </p:grpSpPr>
        <p:sp>
          <p:nvSpPr>
            <p:cNvPr id="2317" name="Rectangle 2316">
              <a:hlinkHover r:id="" action="ppaction://noaction" highlightClick="1"/>
              <a:extLst>
                <a:ext uri="{FF2B5EF4-FFF2-40B4-BE49-F238E27FC236}">
                  <a16:creationId xmlns:a16="http://schemas.microsoft.com/office/drawing/2014/main" id="{7440EAE5-C02A-19EF-14CF-C598DF9C5838}"/>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2318" name="Oval 2317">
              <a:extLst>
                <a:ext uri="{FF2B5EF4-FFF2-40B4-BE49-F238E27FC236}">
                  <a16:creationId xmlns:a16="http://schemas.microsoft.com/office/drawing/2014/main" id="{2C39C329-F255-CBB0-F9B1-2379FDD6551A}"/>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9" name="Isosceles Triangle 648">
              <a:extLst>
                <a:ext uri="{FF2B5EF4-FFF2-40B4-BE49-F238E27FC236}">
                  <a16:creationId xmlns:a16="http://schemas.microsoft.com/office/drawing/2014/main" id="{BE1D1A7A-F9BF-8119-09C1-4FCBC35FDB3D}"/>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20" name="Group 2319">
            <a:extLst>
              <a:ext uri="{FF2B5EF4-FFF2-40B4-BE49-F238E27FC236}">
                <a16:creationId xmlns:a16="http://schemas.microsoft.com/office/drawing/2014/main" id="{B68FAFC7-C4C0-23CD-4C32-381C5622BE57}"/>
              </a:ext>
            </a:extLst>
          </p:cNvPr>
          <p:cNvGrpSpPr/>
          <p:nvPr/>
        </p:nvGrpSpPr>
        <p:grpSpPr>
          <a:xfrm>
            <a:off x="8808522" y="4416261"/>
            <a:ext cx="721206" cy="609701"/>
            <a:chOff x="11226844" y="88412"/>
            <a:chExt cx="871904" cy="748695"/>
          </a:xfrm>
        </p:grpSpPr>
        <p:sp>
          <p:nvSpPr>
            <p:cNvPr id="2321" name="Rectangle 2320">
              <a:hlinkHover r:id="" action="ppaction://noaction" highlightClick="1"/>
              <a:extLst>
                <a:ext uri="{FF2B5EF4-FFF2-40B4-BE49-F238E27FC236}">
                  <a16:creationId xmlns:a16="http://schemas.microsoft.com/office/drawing/2014/main" id="{DCCB650F-5609-C1B8-893F-E7422B7EC066}"/>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2322" name="Oval 2321">
              <a:extLst>
                <a:ext uri="{FF2B5EF4-FFF2-40B4-BE49-F238E27FC236}">
                  <a16:creationId xmlns:a16="http://schemas.microsoft.com/office/drawing/2014/main" id="{319EAC82-B6D8-4B53-1340-747F172BBE0C}"/>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3" name="Isosceles Triangle 648">
              <a:extLst>
                <a:ext uri="{FF2B5EF4-FFF2-40B4-BE49-F238E27FC236}">
                  <a16:creationId xmlns:a16="http://schemas.microsoft.com/office/drawing/2014/main" id="{85672F2E-381A-D063-B47B-9B7866E9891B}"/>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24" name="Group 2323">
            <a:extLst>
              <a:ext uri="{FF2B5EF4-FFF2-40B4-BE49-F238E27FC236}">
                <a16:creationId xmlns:a16="http://schemas.microsoft.com/office/drawing/2014/main" id="{249FC8F6-83B4-1999-FDC5-0614C4571AC6}"/>
              </a:ext>
            </a:extLst>
          </p:cNvPr>
          <p:cNvGrpSpPr/>
          <p:nvPr/>
        </p:nvGrpSpPr>
        <p:grpSpPr>
          <a:xfrm>
            <a:off x="10509575" y="5141013"/>
            <a:ext cx="721206" cy="609701"/>
            <a:chOff x="11226844" y="88412"/>
            <a:chExt cx="871904" cy="748695"/>
          </a:xfrm>
        </p:grpSpPr>
        <p:sp>
          <p:nvSpPr>
            <p:cNvPr id="2325" name="Rectangle 2324">
              <a:hlinkHover r:id="" action="ppaction://noaction" highlightClick="1"/>
              <a:extLst>
                <a:ext uri="{FF2B5EF4-FFF2-40B4-BE49-F238E27FC236}">
                  <a16:creationId xmlns:a16="http://schemas.microsoft.com/office/drawing/2014/main" id="{93D1F6D9-6FF8-55B9-4984-4DA4802077AD}"/>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2326" name="Oval 2325">
              <a:extLst>
                <a:ext uri="{FF2B5EF4-FFF2-40B4-BE49-F238E27FC236}">
                  <a16:creationId xmlns:a16="http://schemas.microsoft.com/office/drawing/2014/main" id="{28109D34-7390-7FFF-D5EE-4DFE458E332A}"/>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7" name="Isosceles Triangle 648">
              <a:extLst>
                <a:ext uri="{FF2B5EF4-FFF2-40B4-BE49-F238E27FC236}">
                  <a16:creationId xmlns:a16="http://schemas.microsoft.com/office/drawing/2014/main" id="{C0491FB0-9E9D-F021-219A-E955D37A4273}"/>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28" name="Group 2327">
            <a:extLst>
              <a:ext uri="{FF2B5EF4-FFF2-40B4-BE49-F238E27FC236}">
                <a16:creationId xmlns:a16="http://schemas.microsoft.com/office/drawing/2014/main" id="{B9BD15F5-3C75-0915-CEC6-CDA18D9E9D30}"/>
              </a:ext>
            </a:extLst>
          </p:cNvPr>
          <p:cNvGrpSpPr/>
          <p:nvPr/>
        </p:nvGrpSpPr>
        <p:grpSpPr>
          <a:xfrm>
            <a:off x="9651074" y="5143363"/>
            <a:ext cx="721206" cy="609701"/>
            <a:chOff x="10235764" y="4191922"/>
            <a:chExt cx="871904" cy="748695"/>
          </a:xfrm>
        </p:grpSpPr>
        <p:sp>
          <p:nvSpPr>
            <p:cNvPr id="2329" name="Rectangle 2328">
              <a:hlinkHover r:id="" action="ppaction://noaction" highlightClick="1"/>
              <a:extLst>
                <a:ext uri="{FF2B5EF4-FFF2-40B4-BE49-F238E27FC236}">
                  <a16:creationId xmlns:a16="http://schemas.microsoft.com/office/drawing/2014/main" id="{5FE86B75-07C6-0164-E507-8A266EA251EF}"/>
                </a:ext>
              </a:extLst>
            </p:cNvPr>
            <p:cNvSpPr/>
            <p:nvPr/>
          </p:nvSpPr>
          <p:spPr>
            <a:xfrm>
              <a:off x="1023576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2330" name="Oval 2329">
              <a:extLst>
                <a:ext uri="{FF2B5EF4-FFF2-40B4-BE49-F238E27FC236}">
                  <a16:creationId xmlns:a16="http://schemas.microsoft.com/office/drawing/2014/main" id="{02A619CD-997F-6BFA-74D6-2D104476C7E1}"/>
                </a:ext>
              </a:extLst>
            </p:cNvPr>
            <p:cNvSpPr/>
            <p:nvPr/>
          </p:nvSpPr>
          <p:spPr>
            <a:xfrm>
              <a:off x="10933601"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31" name="Isosceles Triangle 648">
              <a:extLst>
                <a:ext uri="{FF2B5EF4-FFF2-40B4-BE49-F238E27FC236}">
                  <a16:creationId xmlns:a16="http://schemas.microsoft.com/office/drawing/2014/main" id="{34B98CE1-60A3-AAE5-05EF-BBA646DBBB4D}"/>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32" name="Group 2331">
            <a:extLst>
              <a:ext uri="{FF2B5EF4-FFF2-40B4-BE49-F238E27FC236}">
                <a16:creationId xmlns:a16="http://schemas.microsoft.com/office/drawing/2014/main" id="{4D7D27DA-C8CA-F3FA-4D9B-28CB7DF6E5A8}"/>
              </a:ext>
            </a:extLst>
          </p:cNvPr>
          <p:cNvGrpSpPr/>
          <p:nvPr/>
        </p:nvGrpSpPr>
        <p:grpSpPr>
          <a:xfrm>
            <a:off x="9657610" y="3698227"/>
            <a:ext cx="721206" cy="609701"/>
            <a:chOff x="11226844" y="4191922"/>
            <a:chExt cx="871904" cy="748695"/>
          </a:xfrm>
        </p:grpSpPr>
        <p:sp>
          <p:nvSpPr>
            <p:cNvPr id="2333" name="Rectangle 2332">
              <a:hlinkHover r:id="" action="ppaction://noaction" highlightClick="1"/>
              <a:extLst>
                <a:ext uri="{FF2B5EF4-FFF2-40B4-BE49-F238E27FC236}">
                  <a16:creationId xmlns:a16="http://schemas.microsoft.com/office/drawing/2014/main" id="{5CDD1CF7-AFE7-BD24-4975-59F37A01513A}"/>
                </a:ext>
              </a:extLst>
            </p:cNvPr>
            <p:cNvSpPr/>
            <p:nvPr/>
          </p:nvSpPr>
          <p:spPr>
            <a:xfrm>
              <a:off x="1122684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2334" name="Oval 2333">
              <a:extLst>
                <a:ext uri="{FF2B5EF4-FFF2-40B4-BE49-F238E27FC236}">
                  <a16:creationId xmlns:a16="http://schemas.microsoft.com/office/drawing/2014/main" id="{B29452FC-067D-7787-A5E9-8A7E0A480700}"/>
                </a:ext>
              </a:extLst>
            </p:cNvPr>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35" name="Isosceles Triangle 648">
              <a:extLst>
                <a:ext uri="{FF2B5EF4-FFF2-40B4-BE49-F238E27FC236}">
                  <a16:creationId xmlns:a16="http://schemas.microsoft.com/office/drawing/2014/main" id="{10891D80-4281-74C3-00A3-1F678C03FB22}"/>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36" name="Group 2335">
            <a:extLst>
              <a:ext uri="{FF2B5EF4-FFF2-40B4-BE49-F238E27FC236}">
                <a16:creationId xmlns:a16="http://schemas.microsoft.com/office/drawing/2014/main" id="{09545B80-E72E-FE50-74BB-3CB98D5B1B3F}"/>
              </a:ext>
            </a:extLst>
          </p:cNvPr>
          <p:cNvGrpSpPr/>
          <p:nvPr/>
        </p:nvGrpSpPr>
        <p:grpSpPr>
          <a:xfrm>
            <a:off x="10506924" y="3698227"/>
            <a:ext cx="721206" cy="609701"/>
            <a:chOff x="11226844" y="88412"/>
            <a:chExt cx="871904" cy="748695"/>
          </a:xfrm>
        </p:grpSpPr>
        <p:sp>
          <p:nvSpPr>
            <p:cNvPr id="2337" name="Rectangle 2336">
              <a:hlinkHover r:id="" action="ppaction://noaction" highlightClick="1"/>
              <a:extLst>
                <a:ext uri="{FF2B5EF4-FFF2-40B4-BE49-F238E27FC236}">
                  <a16:creationId xmlns:a16="http://schemas.microsoft.com/office/drawing/2014/main" id="{82631D9E-B97A-7B14-DE15-B1E087A46FA5}"/>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2338" name="Oval 2337">
              <a:extLst>
                <a:ext uri="{FF2B5EF4-FFF2-40B4-BE49-F238E27FC236}">
                  <a16:creationId xmlns:a16="http://schemas.microsoft.com/office/drawing/2014/main" id="{DF81A5F1-939E-F332-5354-86221C004C79}"/>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39" name="Isosceles Triangle 648">
              <a:extLst>
                <a:ext uri="{FF2B5EF4-FFF2-40B4-BE49-F238E27FC236}">
                  <a16:creationId xmlns:a16="http://schemas.microsoft.com/office/drawing/2014/main" id="{D7572A45-60DC-DFA1-1E64-B29F6C088ACD}"/>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40" name="Group 2339">
            <a:extLst>
              <a:ext uri="{FF2B5EF4-FFF2-40B4-BE49-F238E27FC236}">
                <a16:creationId xmlns:a16="http://schemas.microsoft.com/office/drawing/2014/main" id="{EA4C9509-87E3-CAAA-729E-02EFC68FA7FC}"/>
              </a:ext>
            </a:extLst>
          </p:cNvPr>
          <p:cNvGrpSpPr/>
          <p:nvPr/>
        </p:nvGrpSpPr>
        <p:grpSpPr>
          <a:xfrm>
            <a:off x="8808415" y="5135706"/>
            <a:ext cx="721206" cy="609701"/>
            <a:chOff x="6271424" y="5012622"/>
            <a:chExt cx="871904" cy="748695"/>
          </a:xfrm>
        </p:grpSpPr>
        <p:sp>
          <p:nvSpPr>
            <p:cNvPr id="2341" name="Rectangle 2340">
              <a:hlinkHover r:id="" action="ppaction://noaction" highlightClick="1"/>
              <a:extLst>
                <a:ext uri="{FF2B5EF4-FFF2-40B4-BE49-F238E27FC236}">
                  <a16:creationId xmlns:a16="http://schemas.microsoft.com/office/drawing/2014/main" id="{E420BB99-EAD8-58D5-5803-C052F25C9ACE}"/>
                </a:ext>
              </a:extLst>
            </p:cNvPr>
            <p:cNvSpPr/>
            <p:nvPr/>
          </p:nvSpPr>
          <p:spPr>
            <a:xfrm>
              <a:off x="627142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2342" name="Oval 2341">
              <a:extLst>
                <a:ext uri="{FF2B5EF4-FFF2-40B4-BE49-F238E27FC236}">
                  <a16:creationId xmlns:a16="http://schemas.microsoft.com/office/drawing/2014/main" id="{83985D73-4D49-F9B6-CB4B-C8F9FF939AE5}"/>
                </a:ext>
              </a:extLst>
            </p:cNvPr>
            <p:cNvSpPr/>
            <p:nvPr/>
          </p:nvSpPr>
          <p:spPr>
            <a:xfrm>
              <a:off x="6967630"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43" name="Isosceles Triangle 648">
              <a:extLst>
                <a:ext uri="{FF2B5EF4-FFF2-40B4-BE49-F238E27FC236}">
                  <a16:creationId xmlns:a16="http://schemas.microsoft.com/office/drawing/2014/main" id="{7E9AF255-018D-56EA-F105-8EF34B3B9B90}"/>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44" name="Group 2343">
            <a:extLst>
              <a:ext uri="{FF2B5EF4-FFF2-40B4-BE49-F238E27FC236}">
                <a16:creationId xmlns:a16="http://schemas.microsoft.com/office/drawing/2014/main" id="{DE3A83CA-D0B4-4E63-C83D-3B3E9B69C07F}"/>
              </a:ext>
            </a:extLst>
          </p:cNvPr>
          <p:cNvGrpSpPr/>
          <p:nvPr/>
        </p:nvGrpSpPr>
        <p:grpSpPr>
          <a:xfrm>
            <a:off x="9656908" y="2253333"/>
            <a:ext cx="721206" cy="609701"/>
            <a:chOff x="11226844" y="2550518"/>
            <a:chExt cx="871904" cy="748695"/>
          </a:xfrm>
        </p:grpSpPr>
        <p:sp>
          <p:nvSpPr>
            <p:cNvPr id="2345" name="Rectangle 2344">
              <a:hlinkHover r:id="" action="ppaction://noaction" highlightClick="1"/>
              <a:extLst>
                <a:ext uri="{FF2B5EF4-FFF2-40B4-BE49-F238E27FC236}">
                  <a16:creationId xmlns:a16="http://schemas.microsoft.com/office/drawing/2014/main" id="{0A75584B-1309-6A24-7250-8D44A724C766}"/>
                </a:ext>
              </a:extLst>
            </p:cNvPr>
            <p:cNvSpPr/>
            <p:nvPr/>
          </p:nvSpPr>
          <p:spPr>
            <a:xfrm>
              <a:off x="11226844" y="255051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346" name="Rectangle 2345">
              <a:extLst>
                <a:ext uri="{FF2B5EF4-FFF2-40B4-BE49-F238E27FC236}">
                  <a16:creationId xmlns:a16="http://schemas.microsoft.com/office/drawing/2014/main" id="{D4D1CCDE-8566-F64E-7F3D-508DFCA434AF}"/>
                </a:ext>
              </a:extLst>
            </p:cNvPr>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47" name="Oval 15">
              <a:extLst>
                <a:ext uri="{FF2B5EF4-FFF2-40B4-BE49-F238E27FC236}">
                  <a16:creationId xmlns:a16="http://schemas.microsoft.com/office/drawing/2014/main" id="{73607FE8-5755-6991-D1B7-C297192AEFBC}"/>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48" name="Straight Connector 2347">
              <a:extLst>
                <a:ext uri="{FF2B5EF4-FFF2-40B4-BE49-F238E27FC236}">
                  <a16:creationId xmlns:a16="http://schemas.microsoft.com/office/drawing/2014/main" id="{26917725-C12A-0E52-384E-C576D0A54245}"/>
                </a:ext>
              </a:extLst>
            </p:cNvPr>
            <p:cNvCxnSpPr>
              <a:cxnSpLocks/>
              <a:stCxn id="2347"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49" name="Straight Connector 2348">
              <a:extLst>
                <a:ext uri="{FF2B5EF4-FFF2-40B4-BE49-F238E27FC236}">
                  <a16:creationId xmlns:a16="http://schemas.microsoft.com/office/drawing/2014/main" id="{AA8A2094-471B-192C-BF5D-F41B80E6D2CE}"/>
                </a:ext>
              </a:extLst>
            </p:cNvPr>
            <p:cNvCxnSpPr>
              <a:cxnSpLocks/>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50" name="Group 2349">
            <a:extLst>
              <a:ext uri="{FF2B5EF4-FFF2-40B4-BE49-F238E27FC236}">
                <a16:creationId xmlns:a16="http://schemas.microsoft.com/office/drawing/2014/main" id="{EBB2B99C-495D-449A-BB97-EE5B638AD415}"/>
              </a:ext>
            </a:extLst>
          </p:cNvPr>
          <p:cNvGrpSpPr/>
          <p:nvPr/>
        </p:nvGrpSpPr>
        <p:grpSpPr>
          <a:xfrm>
            <a:off x="8791947" y="2257115"/>
            <a:ext cx="733206" cy="613871"/>
            <a:chOff x="11202812" y="97937"/>
            <a:chExt cx="886411" cy="753816"/>
          </a:xfrm>
        </p:grpSpPr>
        <p:sp>
          <p:nvSpPr>
            <p:cNvPr id="2351" name="Rectangle 2350">
              <a:hlinkHover r:id="" action="ppaction://noaction" highlightClick="1"/>
              <a:extLst>
                <a:ext uri="{FF2B5EF4-FFF2-40B4-BE49-F238E27FC236}">
                  <a16:creationId xmlns:a16="http://schemas.microsoft.com/office/drawing/2014/main" id="{BA8E3BB1-1CD0-0E88-0ABC-747AAE086007}"/>
                </a:ext>
              </a:extLst>
            </p:cNvPr>
            <p:cNvSpPr/>
            <p:nvPr/>
          </p:nvSpPr>
          <p:spPr>
            <a:xfrm>
              <a:off x="11202812" y="10305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2352" name="Oval 2351">
              <a:extLst>
                <a:ext uri="{FF2B5EF4-FFF2-40B4-BE49-F238E27FC236}">
                  <a16:creationId xmlns:a16="http://schemas.microsoft.com/office/drawing/2014/main" id="{A9EAAF36-44A5-73F7-DE5B-DD09A3878A02}"/>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53" name="Isosceles Triangle 648">
              <a:extLst>
                <a:ext uri="{FF2B5EF4-FFF2-40B4-BE49-F238E27FC236}">
                  <a16:creationId xmlns:a16="http://schemas.microsoft.com/office/drawing/2014/main" id="{0AAA16ED-AC84-5087-3063-3277AE1FB70B}"/>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54" name="Group 2353">
            <a:extLst>
              <a:ext uri="{FF2B5EF4-FFF2-40B4-BE49-F238E27FC236}">
                <a16:creationId xmlns:a16="http://schemas.microsoft.com/office/drawing/2014/main" id="{7F4D5CAB-8956-3799-F2CE-F7F7D00562A9}"/>
              </a:ext>
            </a:extLst>
          </p:cNvPr>
          <p:cNvGrpSpPr/>
          <p:nvPr/>
        </p:nvGrpSpPr>
        <p:grpSpPr>
          <a:xfrm>
            <a:off x="10506573" y="2253333"/>
            <a:ext cx="721206" cy="609701"/>
            <a:chOff x="10243575" y="88412"/>
            <a:chExt cx="871904" cy="748695"/>
          </a:xfrm>
        </p:grpSpPr>
        <p:sp>
          <p:nvSpPr>
            <p:cNvPr id="2355" name="Rectangle 2354">
              <a:hlinkHover r:id="" action="ppaction://noaction" highlightClick="1"/>
              <a:extLst>
                <a:ext uri="{FF2B5EF4-FFF2-40B4-BE49-F238E27FC236}">
                  <a16:creationId xmlns:a16="http://schemas.microsoft.com/office/drawing/2014/main" id="{3AC40111-5867-8504-657D-9FFAE3081DD0}"/>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2356" name="Diamond 2355">
              <a:extLst>
                <a:ext uri="{FF2B5EF4-FFF2-40B4-BE49-F238E27FC236}">
                  <a16:creationId xmlns:a16="http://schemas.microsoft.com/office/drawing/2014/main" id="{DF6CA9FF-82DD-6D4C-E786-289A95620E92}"/>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57" name="Oval 2356">
              <a:extLst>
                <a:ext uri="{FF2B5EF4-FFF2-40B4-BE49-F238E27FC236}">
                  <a16:creationId xmlns:a16="http://schemas.microsoft.com/office/drawing/2014/main" id="{7565A983-3A9C-14A1-B974-1E917A34F51E}"/>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58" name="Group 2357">
            <a:extLst>
              <a:ext uri="{FF2B5EF4-FFF2-40B4-BE49-F238E27FC236}">
                <a16:creationId xmlns:a16="http://schemas.microsoft.com/office/drawing/2014/main" id="{F6121232-AD6F-F3C0-29AA-0A1F496A3B39}"/>
              </a:ext>
            </a:extLst>
          </p:cNvPr>
          <p:cNvGrpSpPr/>
          <p:nvPr/>
        </p:nvGrpSpPr>
        <p:grpSpPr>
          <a:xfrm>
            <a:off x="7957577" y="1532276"/>
            <a:ext cx="721206" cy="609701"/>
            <a:chOff x="9244679" y="1729815"/>
            <a:chExt cx="871904" cy="748695"/>
          </a:xfrm>
        </p:grpSpPr>
        <p:sp>
          <p:nvSpPr>
            <p:cNvPr id="2359" name="Rectangle 2358">
              <a:hlinkHover r:id="" action="ppaction://noaction" highlightClick="1"/>
              <a:extLst>
                <a:ext uri="{FF2B5EF4-FFF2-40B4-BE49-F238E27FC236}">
                  <a16:creationId xmlns:a16="http://schemas.microsoft.com/office/drawing/2014/main" id="{0E2FA7EB-A7AC-6CE1-485B-5251BDB10FC8}"/>
                </a:ext>
              </a:extLst>
            </p:cNvPr>
            <p:cNvSpPr/>
            <p:nvPr/>
          </p:nvSpPr>
          <p:spPr>
            <a:xfrm>
              <a:off x="9244679" y="1729815"/>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2360" name="Rectangle 2359">
              <a:extLst>
                <a:ext uri="{FF2B5EF4-FFF2-40B4-BE49-F238E27FC236}">
                  <a16:creationId xmlns:a16="http://schemas.microsoft.com/office/drawing/2014/main" id="{383AB56D-5B12-83E1-99BB-5187BB643B6A}"/>
                </a:ext>
              </a:extLst>
            </p:cNvPr>
            <p:cNvSpPr/>
            <p:nvPr/>
          </p:nvSpPr>
          <p:spPr>
            <a:xfrm flipV="1">
              <a:off x="99870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1" name="Oval 15">
              <a:extLst>
                <a:ext uri="{FF2B5EF4-FFF2-40B4-BE49-F238E27FC236}">
                  <a16:creationId xmlns:a16="http://schemas.microsoft.com/office/drawing/2014/main" id="{BBB5918A-C154-8972-EA73-20CA18511433}"/>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62" name="Straight Connector 2361">
              <a:extLst>
                <a:ext uri="{FF2B5EF4-FFF2-40B4-BE49-F238E27FC236}">
                  <a16:creationId xmlns:a16="http://schemas.microsoft.com/office/drawing/2014/main" id="{58AA9F38-C294-4C15-C863-731F319EEBDF}"/>
                </a:ext>
              </a:extLst>
            </p:cNvPr>
            <p:cNvCxnSpPr>
              <a:cxnSpLocks/>
              <a:stCxn id="2361" idx="0"/>
            </p:cNvCxnSpPr>
            <p:nvPr/>
          </p:nvCxnSpPr>
          <p:spPr>
            <a:xfrm flipV="1">
              <a:off x="100270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63" name="Straight Connector 2362">
              <a:extLst>
                <a:ext uri="{FF2B5EF4-FFF2-40B4-BE49-F238E27FC236}">
                  <a16:creationId xmlns:a16="http://schemas.microsoft.com/office/drawing/2014/main" id="{130110F1-6A5D-D221-58E4-911D62C06375}"/>
                </a:ext>
              </a:extLst>
            </p:cNvPr>
            <p:cNvCxnSpPr>
              <a:cxnSpLocks/>
            </p:cNvCxnSpPr>
            <p:nvPr/>
          </p:nvCxnSpPr>
          <p:spPr>
            <a:xfrm>
              <a:off x="100339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64" name="Group 2363">
            <a:extLst>
              <a:ext uri="{FF2B5EF4-FFF2-40B4-BE49-F238E27FC236}">
                <a16:creationId xmlns:a16="http://schemas.microsoft.com/office/drawing/2014/main" id="{AB1BC77E-BA02-0CAB-BAC0-B108E6599A86}"/>
              </a:ext>
            </a:extLst>
          </p:cNvPr>
          <p:cNvGrpSpPr/>
          <p:nvPr/>
        </p:nvGrpSpPr>
        <p:grpSpPr>
          <a:xfrm>
            <a:off x="9656908" y="1532276"/>
            <a:ext cx="721206" cy="609701"/>
            <a:chOff x="11226844" y="1729816"/>
            <a:chExt cx="871904" cy="748695"/>
          </a:xfrm>
        </p:grpSpPr>
        <p:sp>
          <p:nvSpPr>
            <p:cNvPr id="2365" name="Rectangle 2364">
              <a:extLst>
                <a:ext uri="{FF2B5EF4-FFF2-40B4-BE49-F238E27FC236}">
                  <a16:creationId xmlns:a16="http://schemas.microsoft.com/office/drawing/2014/main" id="{4B313FAE-B066-4DF0-9797-F4A0BF170A41}"/>
                </a:ext>
              </a:extLst>
            </p:cNvPr>
            <p:cNvSpPr/>
            <p:nvPr/>
          </p:nvSpPr>
          <p:spPr>
            <a:xfrm>
              <a:off x="1122684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366" name="Rectangle 2365">
              <a:extLst>
                <a:ext uri="{FF2B5EF4-FFF2-40B4-BE49-F238E27FC236}">
                  <a16:creationId xmlns:a16="http://schemas.microsoft.com/office/drawing/2014/main" id="{E61B59DC-BBED-2051-1FDC-36FEF5823F9E}"/>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7" name="Oval 15">
              <a:extLst>
                <a:ext uri="{FF2B5EF4-FFF2-40B4-BE49-F238E27FC236}">
                  <a16:creationId xmlns:a16="http://schemas.microsoft.com/office/drawing/2014/main" id="{322E3285-46DC-872B-BEC9-DD28F6FFE4DF}"/>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68" name="Straight Connector 2367">
              <a:extLst>
                <a:ext uri="{FF2B5EF4-FFF2-40B4-BE49-F238E27FC236}">
                  <a16:creationId xmlns:a16="http://schemas.microsoft.com/office/drawing/2014/main" id="{456A13E1-D9EE-5FC5-6B39-DE54C8104436}"/>
                </a:ext>
              </a:extLst>
            </p:cNvPr>
            <p:cNvCxnSpPr>
              <a:cxnSpLocks/>
              <a:stCxn id="2367"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69" name="Straight Connector 2368">
              <a:extLst>
                <a:ext uri="{FF2B5EF4-FFF2-40B4-BE49-F238E27FC236}">
                  <a16:creationId xmlns:a16="http://schemas.microsoft.com/office/drawing/2014/main" id="{C3423A42-5998-A783-B966-E5B122F02343}"/>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70" name="Group 2369">
            <a:extLst>
              <a:ext uri="{FF2B5EF4-FFF2-40B4-BE49-F238E27FC236}">
                <a16:creationId xmlns:a16="http://schemas.microsoft.com/office/drawing/2014/main" id="{1CA41CC4-679F-5BA5-5271-F1FAEF30349E}"/>
              </a:ext>
            </a:extLst>
          </p:cNvPr>
          <p:cNvGrpSpPr/>
          <p:nvPr/>
        </p:nvGrpSpPr>
        <p:grpSpPr>
          <a:xfrm>
            <a:off x="8807242" y="1532276"/>
            <a:ext cx="721206" cy="609701"/>
            <a:chOff x="10235764" y="1729816"/>
            <a:chExt cx="871904" cy="748695"/>
          </a:xfrm>
        </p:grpSpPr>
        <p:sp>
          <p:nvSpPr>
            <p:cNvPr id="2371" name="Rectangle 2370">
              <a:hlinkHover r:id="" action="ppaction://noaction" highlightClick="1"/>
              <a:extLst>
                <a:ext uri="{FF2B5EF4-FFF2-40B4-BE49-F238E27FC236}">
                  <a16:creationId xmlns:a16="http://schemas.microsoft.com/office/drawing/2014/main" id="{791B185A-DB77-5ECF-F57B-F00AE72E9981}"/>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2372" name="Oval 2371">
              <a:extLst>
                <a:ext uri="{FF2B5EF4-FFF2-40B4-BE49-F238E27FC236}">
                  <a16:creationId xmlns:a16="http://schemas.microsoft.com/office/drawing/2014/main" id="{F787C604-69F3-0F96-6B90-2842AF8EC2A2}"/>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73" name="Isosceles Triangle 648">
              <a:extLst>
                <a:ext uri="{FF2B5EF4-FFF2-40B4-BE49-F238E27FC236}">
                  <a16:creationId xmlns:a16="http://schemas.microsoft.com/office/drawing/2014/main" id="{FDFE7A4F-C36E-6A3C-D968-99E2C80209BC}"/>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74" name="Group 2373">
            <a:extLst>
              <a:ext uri="{FF2B5EF4-FFF2-40B4-BE49-F238E27FC236}">
                <a16:creationId xmlns:a16="http://schemas.microsoft.com/office/drawing/2014/main" id="{3856918D-146A-FECF-17F5-B0D1F9EEAD4B}"/>
              </a:ext>
            </a:extLst>
          </p:cNvPr>
          <p:cNvGrpSpPr/>
          <p:nvPr/>
        </p:nvGrpSpPr>
        <p:grpSpPr>
          <a:xfrm>
            <a:off x="11356238" y="1532276"/>
            <a:ext cx="721206" cy="609701"/>
            <a:chOff x="11226844" y="88412"/>
            <a:chExt cx="871904" cy="748695"/>
          </a:xfrm>
        </p:grpSpPr>
        <p:sp>
          <p:nvSpPr>
            <p:cNvPr id="2375" name="Rectangle 2374">
              <a:hlinkHover r:id="" action="ppaction://noaction" highlightClick="1"/>
              <a:extLst>
                <a:ext uri="{FF2B5EF4-FFF2-40B4-BE49-F238E27FC236}">
                  <a16:creationId xmlns:a16="http://schemas.microsoft.com/office/drawing/2014/main" id="{7CC1D0E0-FF34-5B38-646E-677BD5AABC22}"/>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2376" name="Oval 2375">
              <a:extLst>
                <a:ext uri="{FF2B5EF4-FFF2-40B4-BE49-F238E27FC236}">
                  <a16:creationId xmlns:a16="http://schemas.microsoft.com/office/drawing/2014/main" id="{18EC1ECE-7B1E-1D39-398A-B876C454AEA5}"/>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77" name="Isosceles Triangle 648">
              <a:extLst>
                <a:ext uri="{FF2B5EF4-FFF2-40B4-BE49-F238E27FC236}">
                  <a16:creationId xmlns:a16="http://schemas.microsoft.com/office/drawing/2014/main" id="{47BB9928-B0A3-0DCE-867B-068ADCE8A8E9}"/>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78" name="Group 2377">
            <a:extLst>
              <a:ext uri="{FF2B5EF4-FFF2-40B4-BE49-F238E27FC236}">
                <a16:creationId xmlns:a16="http://schemas.microsoft.com/office/drawing/2014/main" id="{FE3B6573-CBB3-D53E-5339-4515DFADF86C}"/>
              </a:ext>
            </a:extLst>
          </p:cNvPr>
          <p:cNvGrpSpPr/>
          <p:nvPr/>
        </p:nvGrpSpPr>
        <p:grpSpPr>
          <a:xfrm>
            <a:off x="2110200" y="2990968"/>
            <a:ext cx="721206" cy="609701"/>
            <a:chOff x="9244679" y="3370808"/>
            <a:chExt cx="871904" cy="748695"/>
          </a:xfrm>
        </p:grpSpPr>
        <p:sp>
          <p:nvSpPr>
            <p:cNvPr id="2379" name="Rectangle 2378">
              <a:extLst>
                <a:ext uri="{FF2B5EF4-FFF2-40B4-BE49-F238E27FC236}">
                  <a16:creationId xmlns:a16="http://schemas.microsoft.com/office/drawing/2014/main" id="{8E681236-8B58-84B5-77D5-B8FD3629B6C5}"/>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2380" name="Rectangle 2379">
              <a:extLst>
                <a:ext uri="{FF2B5EF4-FFF2-40B4-BE49-F238E27FC236}">
                  <a16:creationId xmlns:a16="http://schemas.microsoft.com/office/drawing/2014/main" id="{46D4FB01-5BF6-72FF-1037-305A9763EB99}"/>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1" name="Oval 15">
              <a:extLst>
                <a:ext uri="{FF2B5EF4-FFF2-40B4-BE49-F238E27FC236}">
                  <a16:creationId xmlns:a16="http://schemas.microsoft.com/office/drawing/2014/main" id="{59B4D8ED-2619-66BE-0C51-342758C603C6}"/>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82" name="Straight Connector 2381">
              <a:extLst>
                <a:ext uri="{FF2B5EF4-FFF2-40B4-BE49-F238E27FC236}">
                  <a16:creationId xmlns:a16="http://schemas.microsoft.com/office/drawing/2014/main" id="{C9EE53F9-CB23-D7E7-4C26-F8BE1FA707A5}"/>
                </a:ext>
              </a:extLst>
            </p:cNvPr>
            <p:cNvCxnSpPr>
              <a:cxnSpLocks/>
              <a:stCxn id="2381"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83" name="Straight Connector 2382">
              <a:extLst>
                <a:ext uri="{FF2B5EF4-FFF2-40B4-BE49-F238E27FC236}">
                  <a16:creationId xmlns:a16="http://schemas.microsoft.com/office/drawing/2014/main" id="{F23B3F81-9520-C853-03D9-B2A7CF07046B}"/>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84" name="Group 2383">
            <a:extLst>
              <a:ext uri="{FF2B5EF4-FFF2-40B4-BE49-F238E27FC236}">
                <a16:creationId xmlns:a16="http://schemas.microsoft.com/office/drawing/2014/main" id="{306A659C-7EF7-78E4-A9CA-301ED98A36E1}"/>
              </a:ext>
            </a:extLst>
          </p:cNvPr>
          <p:cNvGrpSpPr/>
          <p:nvPr/>
        </p:nvGrpSpPr>
        <p:grpSpPr>
          <a:xfrm>
            <a:off x="4611964" y="2970765"/>
            <a:ext cx="721206" cy="609701"/>
            <a:chOff x="11226844" y="3371220"/>
            <a:chExt cx="871904" cy="748695"/>
          </a:xfrm>
        </p:grpSpPr>
        <p:sp>
          <p:nvSpPr>
            <p:cNvPr id="2385" name="Rectangle 2384">
              <a:extLst>
                <a:ext uri="{FF2B5EF4-FFF2-40B4-BE49-F238E27FC236}">
                  <a16:creationId xmlns:a16="http://schemas.microsoft.com/office/drawing/2014/main" id="{65E8BBA4-AA14-44DF-59BC-4A4E87A94373}"/>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2386" name="Rectangle 2385">
              <a:extLst>
                <a:ext uri="{FF2B5EF4-FFF2-40B4-BE49-F238E27FC236}">
                  <a16:creationId xmlns:a16="http://schemas.microsoft.com/office/drawing/2014/main" id="{4FB17F95-C9F5-77C4-68B2-ADA5AACDFDBB}"/>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7" name="Oval 15">
              <a:extLst>
                <a:ext uri="{FF2B5EF4-FFF2-40B4-BE49-F238E27FC236}">
                  <a16:creationId xmlns:a16="http://schemas.microsoft.com/office/drawing/2014/main" id="{B9DB24E1-18B2-23F0-D336-2056A0916BEE}"/>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88" name="Straight Connector 2387">
              <a:extLst>
                <a:ext uri="{FF2B5EF4-FFF2-40B4-BE49-F238E27FC236}">
                  <a16:creationId xmlns:a16="http://schemas.microsoft.com/office/drawing/2014/main" id="{EC057DFD-2E74-236F-71F6-B06EFD234EF2}"/>
                </a:ext>
              </a:extLst>
            </p:cNvPr>
            <p:cNvCxnSpPr>
              <a:cxnSpLocks/>
              <a:stCxn id="2387"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89" name="Straight Connector 2388">
              <a:extLst>
                <a:ext uri="{FF2B5EF4-FFF2-40B4-BE49-F238E27FC236}">
                  <a16:creationId xmlns:a16="http://schemas.microsoft.com/office/drawing/2014/main" id="{AA8DFACC-164A-349A-78AC-F7CF57F2DF44}"/>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90" name="Group 2389">
            <a:extLst>
              <a:ext uri="{FF2B5EF4-FFF2-40B4-BE49-F238E27FC236}">
                <a16:creationId xmlns:a16="http://schemas.microsoft.com/office/drawing/2014/main" id="{F4E560FA-A008-AEB9-3B12-8A19A804D389}"/>
              </a:ext>
            </a:extLst>
          </p:cNvPr>
          <p:cNvGrpSpPr/>
          <p:nvPr/>
        </p:nvGrpSpPr>
        <p:grpSpPr>
          <a:xfrm>
            <a:off x="11355999" y="2974054"/>
            <a:ext cx="721206" cy="609701"/>
            <a:chOff x="10235764" y="3370808"/>
            <a:chExt cx="871904" cy="748695"/>
          </a:xfrm>
        </p:grpSpPr>
        <p:sp>
          <p:nvSpPr>
            <p:cNvPr id="2391" name="Rectangle 2390">
              <a:hlinkHover r:id="" action="ppaction://noaction" highlightClick="1"/>
              <a:extLst>
                <a:ext uri="{FF2B5EF4-FFF2-40B4-BE49-F238E27FC236}">
                  <a16:creationId xmlns:a16="http://schemas.microsoft.com/office/drawing/2014/main" id="{E05B35D7-24BF-1DBB-F092-1A0162B5C43F}"/>
                </a:ext>
              </a:extLst>
            </p:cNvPr>
            <p:cNvSpPr/>
            <p:nvPr/>
          </p:nvSpPr>
          <p:spPr>
            <a:xfrm>
              <a:off x="10235764" y="337080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2392" name="Oval 2391">
              <a:extLst>
                <a:ext uri="{FF2B5EF4-FFF2-40B4-BE49-F238E27FC236}">
                  <a16:creationId xmlns:a16="http://schemas.microsoft.com/office/drawing/2014/main" id="{8DCE52DA-B2AA-DEF6-125B-5A2DA9962B4E}"/>
                </a:ext>
              </a:extLst>
            </p:cNvPr>
            <p:cNvSpPr/>
            <p:nvPr/>
          </p:nvSpPr>
          <p:spPr>
            <a:xfrm>
              <a:off x="10933601" y="338217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93" name="Isosceles Triangle 648">
              <a:extLst>
                <a:ext uri="{FF2B5EF4-FFF2-40B4-BE49-F238E27FC236}">
                  <a16:creationId xmlns:a16="http://schemas.microsoft.com/office/drawing/2014/main" id="{8C1F5A7D-D683-D3F8-37A7-6AC1063B9FC2}"/>
                </a:ext>
              </a:extLst>
            </p:cNvPr>
            <p:cNvSpPr/>
            <p:nvPr/>
          </p:nvSpPr>
          <p:spPr>
            <a:xfrm>
              <a:off x="10970020" y="339876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94" name="Group 2393">
            <a:extLst>
              <a:ext uri="{FF2B5EF4-FFF2-40B4-BE49-F238E27FC236}">
                <a16:creationId xmlns:a16="http://schemas.microsoft.com/office/drawing/2014/main" id="{E771738B-6D2A-5D61-D24F-8187E7C9BA2E}"/>
              </a:ext>
            </a:extLst>
          </p:cNvPr>
          <p:cNvGrpSpPr/>
          <p:nvPr/>
        </p:nvGrpSpPr>
        <p:grpSpPr>
          <a:xfrm>
            <a:off x="11356238" y="811556"/>
            <a:ext cx="721206" cy="609701"/>
            <a:chOff x="11226844" y="88412"/>
            <a:chExt cx="871904" cy="748695"/>
          </a:xfrm>
        </p:grpSpPr>
        <p:sp>
          <p:nvSpPr>
            <p:cNvPr id="2395" name="Rectangle 2394">
              <a:hlinkHover r:id="" action="ppaction://noaction" highlightClick="1"/>
              <a:extLst>
                <a:ext uri="{FF2B5EF4-FFF2-40B4-BE49-F238E27FC236}">
                  <a16:creationId xmlns:a16="http://schemas.microsoft.com/office/drawing/2014/main" id="{37D9B0CB-46B0-ABCC-067B-91A50F663662}"/>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2396" name="Oval 2395">
              <a:extLst>
                <a:ext uri="{FF2B5EF4-FFF2-40B4-BE49-F238E27FC236}">
                  <a16:creationId xmlns:a16="http://schemas.microsoft.com/office/drawing/2014/main" id="{4FB7AF19-9D70-6E0F-F943-F6C8128089B3}"/>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97" name="Isosceles Triangle 648">
              <a:extLst>
                <a:ext uri="{FF2B5EF4-FFF2-40B4-BE49-F238E27FC236}">
                  <a16:creationId xmlns:a16="http://schemas.microsoft.com/office/drawing/2014/main" id="{5FA9E4FB-98F8-7C31-0D82-9934FBFF3142}"/>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98" name="Group 2397">
            <a:extLst>
              <a:ext uri="{FF2B5EF4-FFF2-40B4-BE49-F238E27FC236}">
                <a16:creationId xmlns:a16="http://schemas.microsoft.com/office/drawing/2014/main" id="{E0E0DB7D-526C-4A31-B5B9-07E5C3BF971F}"/>
              </a:ext>
            </a:extLst>
          </p:cNvPr>
          <p:cNvGrpSpPr/>
          <p:nvPr/>
        </p:nvGrpSpPr>
        <p:grpSpPr>
          <a:xfrm>
            <a:off x="8807242" y="811556"/>
            <a:ext cx="721206" cy="609701"/>
            <a:chOff x="10235764" y="909114"/>
            <a:chExt cx="871904" cy="748695"/>
          </a:xfrm>
        </p:grpSpPr>
        <p:sp>
          <p:nvSpPr>
            <p:cNvPr id="2399" name="Rectangle 2398">
              <a:hlinkHover r:id="" action="ppaction://noaction" highlightClick="1"/>
              <a:extLst>
                <a:ext uri="{FF2B5EF4-FFF2-40B4-BE49-F238E27FC236}">
                  <a16:creationId xmlns:a16="http://schemas.microsoft.com/office/drawing/2014/main" id="{D6868F9E-5FD7-4895-E002-CC42324A4345}"/>
                </a:ext>
              </a:extLst>
            </p:cNvPr>
            <p:cNvSpPr/>
            <p:nvPr/>
          </p:nvSpPr>
          <p:spPr>
            <a:xfrm>
              <a:off x="10235764" y="909114"/>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2400" name="Diamond 2399">
              <a:extLst>
                <a:ext uri="{FF2B5EF4-FFF2-40B4-BE49-F238E27FC236}">
                  <a16:creationId xmlns:a16="http://schemas.microsoft.com/office/drawing/2014/main" id="{6B13A99B-30AA-0EC4-4BFA-35B61220B427}"/>
                </a:ext>
              </a:extLst>
            </p:cNvPr>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01" name="Oval 2400">
              <a:extLst>
                <a:ext uri="{FF2B5EF4-FFF2-40B4-BE49-F238E27FC236}">
                  <a16:creationId xmlns:a16="http://schemas.microsoft.com/office/drawing/2014/main" id="{2E652E6C-D436-BEB7-935D-30DF627DFD65}"/>
                </a:ext>
              </a:extLst>
            </p:cNvPr>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02" name="Group 2401">
            <a:extLst>
              <a:ext uri="{FF2B5EF4-FFF2-40B4-BE49-F238E27FC236}">
                <a16:creationId xmlns:a16="http://schemas.microsoft.com/office/drawing/2014/main" id="{866B82FA-CD2F-E736-9272-095EBC150A45}"/>
              </a:ext>
            </a:extLst>
          </p:cNvPr>
          <p:cNvGrpSpPr/>
          <p:nvPr/>
        </p:nvGrpSpPr>
        <p:grpSpPr>
          <a:xfrm>
            <a:off x="8808415" y="3705984"/>
            <a:ext cx="721206" cy="609701"/>
            <a:chOff x="10235764" y="1729816"/>
            <a:chExt cx="871904" cy="748695"/>
          </a:xfrm>
        </p:grpSpPr>
        <p:sp>
          <p:nvSpPr>
            <p:cNvPr id="2403" name="Rectangle 2402">
              <a:hlinkHover r:id="" action="ppaction://noaction" highlightClick="1"/>
              <a:extLst>
                <a:ext uri="{FF2B5EF4-FFF2-40B4-BE49-F238E27FC236}">
                  <a16:creationId xmlns:a16="http://schemas.microsoft.com/office/drawing/2014/main" id="{3BB7088A-6BB4-D3C2-0921-D3D84A128787}"/>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2404" name="Oval 2403">
              <a:extLst>
                <a:ext uri="{FF2B5EF4-FFF2-40B4-BE49-F238E27FC236}">
                  <a16:creationId xmlns:a16="http://schemas.microsoft.com/office/drawing/2014/main" id="{570172AF-F04E-EFD3-B152-CCD69094DBA8}"/>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05" name="Isosceles Triangle 648">
              <a:extLst>
                <a:ext uri="{FF2B5EF4-FFF2-40B4-BE49-F238E27FC236}">
                  <a16:creationId xmlns:a16="http://schemas.microsoft.com/office/drawing/2014/main" id="{6A94F3A7-C412-F9E0-E8E6-C2ABA38BD2C7}"/>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06" name="Group 2405">
            <a:extLst>
              <a:ext uri="{FF2B5EF4-FFF2-40B4-BE49-F238E27FC236}">
                <a16:creationId xmlns:a16="http://schemas.microsoft.com/office/drawing/2014/main" id="{BA69A47F-9DA6-83A5-F05F-7132B47D35DA}"/>
              </a:ext>
            </a:extLst>
          </p:cNvPr>
          <p:cNvGrpSpPr/>
          <p:nvPr/>
        </p:nvGrpSpPr>
        <p:grpSpPr>
          <a:xfrm>
            <a:off x="431659" y="90836"/>
            <a:ext cx="721206" cy="609701"/>
            <a:chOff x="325745" y="88412"/>
            <a:chExt cx="871904" cy="748695"/>
          </a:xfrm>
        </p:grpSpPr>
        <p:sp>
          <p:nvSpPr>
            <p:cNvPr id="2407" name="Rectangle 2406">
              <a:extLst>
                <a:ext uri="{FF2B5EF4-FFF2-40B4-BE49-F238E27FC236}">
                  <a16:creationId xmlns:a16="http://schemas.microsoft.com/office/drawing/2014/main" id="{6B49635B-0500-2EAF-FF3D-50A94E1A5E5D}"/>
                </a:ext>
              </a:extLst>
            </p:cNvPr>
            <p:cNvSpPr/>
            <p:nvPr/>
          </p:nvSpPr>
          <p:spPr>
            <a:xfrm>
              <a:off x="325745"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2408" name="Rectangle 2407">
              <a:extLst>
                <a:ext uri="{FF2B5EF4-FFF2-40B4-BE49-F238E27FC236}">
                  <a16:creationId xmlns:a16="http://schemas.microsoft.com/office/drawing/2014/main" id="{9C34C782-2DFF-94EC-7226-E7744B081E3F}"/>
                </a:ext>
              </a:extLst>
            </p:cNvPr>
            <p:cNvSpPr/>
            <p:nvPr/>
          </p:nvSpPr>
          <p:spPr>
            <a:xfrm flipV="1">
              <a:off x="1076521" y="88412"/>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09" name="Oval 15">
              <a:extLst>
                <a:ext uri="{FF2B5EF4-FFF2-40B4-BE49-F238E27FC236}">
                  <a16:creationId xmlns:a16="http://schemas.microsoft.com/office/drawing/2014/main" id="{0D0079D8-83BE-7F13-E9F2-52E34F2DB722}"/>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10" name="Straight Connector 2409">
              <a:extLst>
                <a:ext uri="{FF2B5EF4-FFF2-40B4-BE49-F238E27FC236}">
                  <a16:creationId xmlns:a16="http://schemas.microsoft.com/office/drawing/2014/main" id="{F22D33E1-5089-5536-A72E-D534878CDC68}"/>
                </a:ext>
              </a:extLst>
            </p:cNvPr>
            <p:cNvCxnSpPr>
              <a:cxnSpLocks/>
              <a:stCxn id="2409" idx="0"/>
            </p:cNvCxnSpPr>
            <p:nvPr/>
          </p:nvCxnSpPr>
          <p:spPr>
            <a:xfrm flipV="1">
              <a:off x="1116520" y="105005"/>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411" name="Straight Connector 2410">
              <a:extLst>
                <a:ext uri="{FF2B5EF4-FFF2-40B4-BE49-F238E27FC236}">
                  <a16:creationId xmlns:a16="http://schemas.microsoft.com/office/drawing/2014/main" id="{D8E4E958-2446-E100-6B35-9A1BA259ACD3}"/>
                </a:ext>
              </a:extLst>
            </p:cNvPr>
            <p:cNvCxnSpPr>
              <a:cxnSpLocks/>
            </p:cNvCxnSpPr>
            <p:nvPr/>
          </p:nvCxnSpPr>
          <p:spPr>
            <a:xfrm>
              <a:off x="1123434" y="105005"/>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412" name="Group 2411">
            <a:extLst>
              <a:ext uri="{FF2B5EF4-FFF2-40B4-BE49-F238E27FC236}">
                <a16:creationId xmlns:a16="http://schemas.microsoft.com/office/drawing/2014/main" id="{B49BDE2F-014B-1FC1-31EF-4866B197DAF2}"/>
              </a:ext>
            </a:extLst>
          </p:cNvPr>
          <p:cNvGrpSpPr/>
          <p:nvPr/>
        </p:nvGrpSpPr>
        <p:grpSpPr>
          <a:xfrm>
            <a:off x="1267284" y="90836"/>
            <a:ext cx="721206" cy="609701"/>
            <a:chOff x="1315999" y="88412"/>
            <a:chExt cx="871904" cy="748695"/>
          </a:xfrm>
        </p:grpSpPr>
        <p:sp>
          <p:nvSpPr>
            <p:cNvPr id="2413" name="Rectangle 2412">
              <a:extLst>
                <a:ext uri="{FF2B5EF4-FFF2-40B4-BE49-F238E27FC236}">
                  <a16:creationId xmlns:a16="http://schemas.microsoft.com/office/drawing/2014/main" id="{0EB50C68-6D02-19BC-4BB7-4AB29B1A4CB1}"/>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2414" name="Rectangle 2413">
              <a:extLst>
                <a:ext uri="{FF2B5EF4-FFF2-40B4-BE49-F238E27FC236}">
                  <a16:creationId xmlns:a16="http://schemas.microsoft.com/office/drawing/2014/main" id="{3849FC98-0862-E0E6-BC5A-12DEABF5DACC}"/>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15" name="Oval 15">
              <a:extLst>
                <a:ext uri="{FF2B5EF4-FFF2-40B4-BE49-F238E27FC236}">
                  <a16:creationId xmlns:a16="http://schemas.microsoft.com/office/drawing/2014/main" id="{185DD64B-61F3-1C2E-3861-A630C23B109A}"/>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16" name="Straight Connector 2415">
              <a:extLst>
                <a:ext uri="{FF2B5EF4-FFF2-40B4-BE49-F238E27FC236}">
                  <a16:creationId xmlns:a16="http://schemas.microsoft.com/office/drawing/2014/main" id="{0F4E4397-89BE-5EE2-7F7E-9D78B5D1DAB0}"/>
                </a:ext>
              </a:extLst>
            </p:cNvPr>
            <p:cNvCxnSpPr>
              <a:cxnSpLocks/>
              <a:stCxn id="2415"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417" name="Straight Connector 2416">
              <a:extLst>
                <a:ext uri="{FF2B5EF4-FFF2-40B4-BE49-F238E27FC236}">
                  <a16:creationId xmlns:a16="http://schemas.microsoft.com/office/drawing/2014/main" id="{4AD885B0-97B9-D99F-947C-496F1C3BEC3A}"/>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418" name="Group 2417">
            <a:extLst>
              <a:ext uri="{FF2B5EF4-FFF2-40B4-BE49-F238E27FC236}">
                <a16:creationId xmlns:a16="http://schemas.microsoft.com/office/drawing/2014/main" id="{EA616CB3-CB13-5002-7BC2-EB24330CBC00}"/>
              </a:ext>
            </a:extLst>
          </p:cNvPr>
          <p:cNvGrpSpPr/>
          <p:nvPr/>
        </p:nvGrpSpPr>
        <p:grpSpPr>
          <a:xfrm>
            <a:off x="2102909" y="90836"/>
            <a:ext cx="721206" cy="609701"/>
            <a:chOff x="1315999" y="88412"/>
            <a:chExt cx="871904" cy="748695"/>
          </a:xfrm>
        </p:grpSpPr>
        <p:sp>
          <p:nvSpPr>
            <p:cNvPr id="2419" name="Rectangle 2418">
              <a:extLst>
                <a:ext uri="{FF2B5EF4-FFF2-40B4-BE49-F238E27FC236}">
                  <a16:creationId xmlns:a16="http://schemas.microsoft.com/office/drawing/2014/main" id="{120B4CAC-DD19-1B6E-35DA-99163BC2190A}"/>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2420" name="Rectangle 2419">
              <a:extLst>
                <a:ext uri="{FF2B5EF4-FFF2-40B4-BE49-F238E27FC236}">
                  <a16:creationId xmlns:a16="http://schemas.microsoft.com/office/drawing/2014/main" id="{FB7BD6FF-5722-B6D6-53B0-E8FF2E61240F}"/>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21" name="Oval 15">
              <a:extLst>
                <a:ext uri="{FF2B5EF4-FFF2-40B4-BE49-F238E27FC236}">
                  <a16:creationId xmlns:a16="http://schemas.microsoft.com/office/drawing/2014/main" id="{C50C43A1-7617-54FB-1447-E7CAC4F6F537}"/>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22" name="Straight Connector 2421">
              <a:extLst>
                <a:ext uri="{FF2B5EF4-FFF2-40B4-BE49-F238E27FC236}">
                  <a16:creationId xmlns:a16="http://schemas.microsoft.com/office/drawing/2014/main" id="{3B36B68D-0D2F-5673-19A5-27C42036BC4E}"/>
                </a:ext>
              </a:extLst>
            </p:cNvPr>
            <p:cNvCxnSpPr>
              <a:cxnSpLocks/>
              <a:stCxn id="2421"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423" name="Straight Connector 2422">
              <a:extLst>
                <a:ext uri="{FF2B5EF4-FFF2-40B4-BE49-F238E27FC236}">
                  <a16:creationId xmlns:a16="http://schemas.microsoft.com/office/drawing/2014/main" id="{AFD8D3CC-A0FF-44C2-D0D2-346CFAD0D037}"/>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424" name="Group 2423">
            <a:extLst>
              <a:ext uri="{FF2B5EF4-FFF2-40B4-BE49-F238E27FC236}">
                <a16:creationId xmlns:a16="http://schemas.microsoft.com/office/drawing/2014/main" id="{A80FF965-3D19-D4C6-0F57-B01E0C46963E}"/>
              </a:ext>
            </a:extLst>
          </p:cNvPr>
          <p:cNvGrpSpPr/>
          <p:nvPr/>
        </p:nvGrpSpPr>
        <p:grpSpPr>
          <a:xfrm>
            <a:off x="1269622" y="4419620"/>
            <a:ext cx="721206" cy="609701"/>
            <a:chOff x="4289254" y="5012622"/>
            <a:chExt cx="871904" cy="748695"/>
          </a:xfrm>
        </p:grpSpPr>
        <p:sp>
          <p:nvSpPr>
            <p:cNvPr id="2425" name="Rectangle 2424">
              <a:extLst>
                <a:ext uri="{FF2B5EF4-FFF2-40B4-BE49-F238E27FC236}">
                  <a16:creationId xmlns:a16="http://schemas.microsoft.com/office/drawing/2014/main" id="{7C33E4FB-E554-C021-BD4A-D042E4E29F81}"/>
                </a:ext>
              </a:extLst>
            </p:cNvPr>
            <p:cNvSpPr/>
            <p:nvPr/>
          </p:nvSpPr>
          <p:spPr>
            <a:xfrm>
              <a:off x="4289254"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2426" name="Cylinder 2425">
              <a:extLst>
                <a:ext uri="{FF2B5EF4-FFF2-40B4-BE49-F238E27FC236}">
                  <a16:creationId xmlns:a16="http://schemas.microsoft.com/office/drawing/2014/main" id="{CF444A03-0C7E-D17F-E2B5-8F07E8360864}"/>
                </a:ext>
              </a:extLst>
            </p:cNvPr>
            <p:cNvSpPr/>
            <p:nvPr/>
          </p:nvSpPr>
          <p:spPr>
            <a:xfrm>
              <a:off x="5072324"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27" name="Group 2426">
            <a:extLst>
              <a:ext uri="{FF2B5EF4-FFF2-40B4-BE49-F238E27FC236}">
                <a16:creationId xmlns:a16="http://schemas.microsoft.com/office/drawing/2014/main" id="{E7432ED6-396A-7BD4-08A1-2BB7D9E90462}"/>
              </a:ext>
            </a:extLst>
          </p:cNvPr>
          <p:cNvGrpSpPr/>
          <p:nvPr/>
        </p:nvGrpSpPr>
        <p:grpSpPr>
          <a:xfrm>
            <a:off x="432838" y="4419620"/>
            <a:ext cx="721206" cy="609701"/>
            <a:chOff x="3298169" y="5012622"/>
            <a:chExt cx="871904" cy="748695"/>
          </a:xfrm>
        </p:grpSpPr>
        <p:sp>
          <p:nvSpPr>
            <p:cNvPr id="2428" name="Rectangle 2427">
              <a:extLst>
                <a:ext uri="{FF2B5EF4-FFF2-40B4-BE49-F238E27FC236}">
                  <a16:creationId xmlns:a16="http://schemas.microsoft.com/office/drawing/2014/main" id="{279B53A3-9C38-B6E6-3DDA-D00FE8F8AD73}"/>
                </a:ext>
              </a:extLst>
            </p:cNvPr>
            <p:cNvSpPr/>
            <p:nvPr/>
          </p:nvSpPr>
          <p:spPr>
            <a:xfrm>
              <a:off x="3298169"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2429" name="Cylinder 2428">
              <a:extLst>
                <a:ext uri="{FF2B5EF4-FFF2-40B4-BE49-F238E27FC236}">
                  <a16:creationId xmlns:a16="http://schemas.microsoft.com/office/drawing/2014/main" id="{DE087E7D-D607-4F46-2E24-9574CEF95ACC}"/>
                </a:ext>
              </a:extLst>
            </p:cNvPr>
            <p:cNvSpPr/>
            <p:nvPr/>
          </p:nvSpPr>
          <p:spPr>
            <a:xfrm>
              <a:off x="4081239"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30" name="Group 2429">
            <a:extLst>
              <a:ext uri="{FF2B5EF4-FFF2-40B4-BE49-F238E27FC236}">
                <a16:creationId xmlns:a16="http://schemas.microsoft.com/office/drawing/2014/main" id="{E4CED5BA-69F8-6153-3364-EA85671E7581}"/>
              </a:ext>
            </a:extLst>
          </p:cNvPr>
          <p:cNvGrpSpPr/>
          <p:nvPr/>
        </p:nvGrpSpPr>
        <p:grpSpPr>
          <a:xfrm>
            <a:off x="1268463" y="5141013"/>
            <a:ext cx="721206" cy="609701"/>
            <a:chOff x="4289254" y="4191922"/>
            <a:chExt cx="871904" cy="748695"/>
          </a:xfrm>
        </p:grpSpPr>
        <p:sp>
          <p:nvSpPr>
            <p:cNvPr id="2431" name="Rectangle 2430">
              <a:extLst>
                <a:ext uri="{FF2B5EF4-FFF2-40B4-BE49-F238E27FC236}">
                  <a16:creationId xmlns:a16="http://schemas.microsoft.com/office/drawing/2014/main" id="{D6126F81-FC15-D3EB-1447-F56B6BB5E338}"/>
                </a:ext>
              </a:extLst>
            </p:cNvPr>
            <p:cNvSpPr/>
            <p:nvPr/>
          </p:nvSpPr>
          <p:spPr>
            <a:xfrm>
              <a:off x="4289254"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2432" name="Cylinder 2431">
              <a:extLst>
                <a:ext uri="{FF2B5EF4-FFF2-40B4-BE49-F238E27FC236}">
                  <a16:creationId xmlns:a16="http://schemas.microsoft.com/office/drawing/2014/main" id="{CACF3B7C-C877-DACF-FD70-DBC5A5A9CC99}"/>
                </a:ext>
              </a:extLst>
            </p:cNvPr>
            <p:cNvSpPr/>
            <p:nvPr/>
          </p:nvSpPr>
          <p:spPr>
            <a:xfrm>
              <a:off x="5072324"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33" name="Group 2432">
            <a:extLst>
              <a:ext uri="{FF2B5EF4-FFF2-40B4-BE49-F238E27FC236}">
                <a16:creationId xmlns:a16="http://schemas.microsoft.com/office/drawing/2014/main" id="{993C2898-C096-6CFC-2B4F-23AF4E2B184F}"/>
              </a:ext>
            </a:extLst>
          </p:cNvPr>
          <p:cNvGrpSpPr/>
          <p:nvPr/>
        </p:nvGrpSpPr>
        <p:grpSpPr>
          <a:xfrm>
            <a:off x="431294" y="5141013"/>
            <a:ext cx="721206" cy="609701"/>
            <a:chOff x="3298169" y="4191922"/>
            <a:chExt cx="871904" cy="748695"/>
          </a:xfrm>
        </p:grpSpPr>
        <p:sp>
          <p:nvSpPr>
            <p:cNvPr id="2434" name="Rectangle 2433">
              <a:extLst>
                <a:ext uri="{FF2B5EF4-FFF2-40B4-BE49-F238E27FC236}">
                  <a16:creationId xmlns:a16="http://schemas.microsoft.com/office/drawing/2014/main" id="{3F70BAF4-9D0F-6DF3-BAA3-268838D6BB59}"/>
                </a:ext>
              </a:extLst>
            </p:cNvPr>
            <p:cNvSpPr/>
            <p:nvPr/>
          </p:nvSpPr>
          <p:spPr>
            <a:xfrm>
              <a:off x="3298169"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2435" name="Cylinder 2434">
              <a:extLst>
                <a:ext uri="{FF2B5EF4-FFF2-40B4-BE49-F238E27FC236}">
                  <a16:creationId xmlns:a16="http://schemas.microsoft.com/office/drawing/2014/main" id="{0F59C2BF-B629-BB6E-1C94-30BB6BFF9D59}"/>
                </a:ext>
              </a:extLst>
            </p:cNvPr>
            <p:cNvSpPr/>
            <p:nvPr/>
          </p:nvSpPr>
          <p:spPr>
            <a:xfrm>
              <a:off x="4081239"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36" name="Group 2435">
            <a:extLst>
              <a:ext uri="{FF2B5EF4-FFF2-40B4-BE49-F238E27FC236}">
                <a16:creationId xmlns:a16="http://schemas.microsoft.com/office/drawing/2014/main" id="{EF01AC3F-4E66-BD65-E825-13FAA6551831}"/>
              </a:ext>
            </a:extLst>
          </p:cNvPr>
          <p:cNvGrpSpPr/>
          <p:nvPr/>
        </p:nvGrpSpPr>
        <p:grpSpPr>
          <a:xfrm>
            <a:off x="431659" y="3698227"/>
            <a:ext cx="721206" cy="609701"/>
            <a:chOff x="1315999" y="3370808"/>
            <a:chExt cx="871904" cy="748695"/>
          </a:xfrm>
        </p:grpSpPr>
        <p:sp>
          <p:nvSpPr>
            <p:cNvPr id="2437" name="Rectangle 2436">
              <a:extLst>
                <a:ext uri="{FF2B5EF4-FFF2-40B4-BE49-F238E27FC236}">
                  <a16:creationId xmlns:a16="http://schemas.microsoft.com/office/drawing/2014/main" id="{6EF91D24-F1E6-E69B-D1F3-8C5F0BC7F2C7}"/>
                </a:ext>
              </a:extLst>
            </p:cNvPr>
            <p:cNvSpPr/>
            <p:nvPr/>
          </p:nvSpPr>
          <p:spPr>
            <a:xfrm>
              <a:off x="131599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2438" name="Right Triangle 2437">
              <a:extLst>
                <a:ext uri="{FF2B5EF4-FFF2-40B4-BE49-F238E27FC236}">
                  <a16:creationId xmlns:a16="http://schemas.microsoft.com/office/drawing/2014/main" id="{F16F8819-CBE2-AD1D-1085-4AA5BB63DFE3}"/>
                </a:ext>
              </a:extLst>
            </p:cNvPr>
            <p:cNvSpPr/>
            <p:nvPr/>
          </p:nvSpPr>
          <p:spPr>
            <a:xfrm rot="10800000">
              <a:off x="2046390"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39" name="Group 2438">
              <a:extLst>
                <a:ext uri="{FF2B5EF4-FFF2-40B4-BE49-F238E27FC236}">
                  <a16:creationId xmlns:a16="http://schemas.microsoft.com/office/drawing/2014/main" id="{64EA7D71-B0E5-CC36-8461-02D0EE28EE37}"/>
                </a:ext>
              </a:extLst>
            </p:cNvPr>
            <p:cNvGrpSpPr/>
            <p:nvPr/>
          </p:nvGrpSpPr>
          <p:grpSpPr>
            <a:xfrm>
              <a:off x="2126717" y="3380672"/>
              <a:ext cx="45719" cy="75385"/>
              <a:chOff x="3883481" y="2057400"/>
              <a:chExt cx="1608363" cy="2652031"/>
            </a:xfrm>
            <a:solidFill>
              <a:srgbClr val="A6A6A6"/>
            </a:solidFill>
          </p:grpSpPr>
          <p:sp>
            <p:nvSpPr>
              <p:cNvPr id="2440" name="Oval 27">
                <a:extLst>
                  <a:ext uri="{FF2B5EF4-FFF2-40B4-BE49-F238E27FC236}">
                    <a16:creationId xmlns:a16="http://schemas.microsoft.com/office/drawing/2014/main" id="{F9452175-4400-3265-6D62-2CA5C377FAE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41" name="Oval 28">
                <a:extLst>
                  <a:ext uri="{FF2B5EF4-FFF2-40B4-BE49-F238E27FC236}">
                    <a16:creationId xmlns:a16="http://schemas.microsoft.com/office/drawing/2014/main" id="{ABD7258C-C6A5-ADDC-D6A3-D49FA838E33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42" name="Group 2441">
            <a:extLst>
              <a:ext uri="{FF2B5EF4-FFF2-40B4-BE49-F238E27FC236}">
                <a16:creationId xmlns:a16="http://schemas.microsoft.com/office/drawing/2014/main" id="{E3E039D9-A402-8277-38D0-0C51C92E3EC8}"/>
              </a:ext>
            </a:extLst>
          </p:cNvPr>
          <p:cNvGrpSpPr/>
          <p:nvPr/>
        </p:nvGrpSpPr>
        <p:grpSpPr>
          <a:xfrm>
            <a:off x="2942396" y="3698227"/>
            <a:ext cx="721206" cy="609701"/>
            <a:chOff x="3298169" y="3370808"/>
            <a:chExt cx="871904" cy="748695"/>
          </a:xfrm>
        </p:grpSpPr>
        <p:sp>
          <p:nvSpPr>
            <p:cNvPr id="2443" name="Rectangle 2442">
              <a:extLst>
                <a:ext uri="{FF2B5EF4-FFF2-40B4-BE49-F238E27FC236}">
                  <a16:creationId xmlns:a16="http://schemas.microsoft.com/office/drawing/2014/main" id="{22F4241D-CFC3-E65D-B385-FAAC5D6A1490}"/>
                </a:ext>
              </a:extLst>
            </p:cNvPr>
            <p:cNvSpPr/>
            <p:nvPr/>
          </p:nvSpPr>
          <p:spPr>
            <a:xfrm>
              <a:off x="329816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2444" name="Right Triangle 2443">
              <a:extLst>
                <a:ext uri="{FF2B5EF4-FFF2-40B4-BE49-F238E27FC236}">
                  <a16:creationId xmlns:a16="http://schemas.microsoft.com/office/drawing/2014/main" id="{C0279BCC-3A8C-D382-B3D1-2B13DB9F73D2}"/>
                </a:ext>
              </a:extLst>
            </p:cNvPr>
            <p:cNvSpPr/>
            <p:nvPr/>
          </p:nvSpPr>
          <p:spPr>
            <a:xfrm rot="10800000">
              <a:off x="4022248"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45" name="Group 2444">
              <a:extLst>
                <a:ext uri="{FF2B5EF4-FFF2-40B4-BE49-F238E27FC236}">
                  <a16:creationId xmlns:a16="http://schemas.microsoft.com/office/drawing/2014/main" id="{FFD57CF4-20E9-51AC-0221-2429BDA8E342}"/>
                </a:ext>
              </a:extLst>
            </p:cNvPr>
            <p:cNvGrpSpPr/>
            <p:nvPr/>
          </p:nvGrpSpPr>
          <p:grpSpPr>
            <a:xfrm>
              <a:off x="4102575" y="3389004"/>
              <a:ext cx="45719" cy="75385"/>
              <a:chOff x="3883481" y="2057400"/>
              <a:chExt cx="1608363" cy="2652031"/>
            </a:xfrm>
            <a:solidFill>
              <a:srgbClr val="A6A6A6"/>
            </a:solidFill>
          </p:grpSpPr>
          <p:sp>
            <p:nvSpPr>
              <p:cNvPr id="2446" name="Oval 27">
                <a:extLst>
                  <a:ext uri="{FF2B5EF4-FFF2-40B4-BE49-F238E27FC236}">
                    <a16:creationId xmlns:a16="http://schemas.microsoft.com/office/drawing/2014/main" id="{CB72704C-74C5-0F5B-9C87-45A6F033EA6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47" name="Oval 28">
                <a:extLst>
                  <a:ext uri="{FF2B5EF4-FFF2-40B4-BE49-F238E27FC236}">
                    <a16:creationId xmlns:a16="http://schemas.microsoft.com/office/drawing/2014/main" id="{3E8DE699-EA13-21D6-13D0-360083BFF47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48" name="Group 2447">
            <a:extLst>
              <a:ext uri="{FF2B5EF4-FFF2-40B4-BE49-F238E27FC236}">
                <a16:creationId xmlns:a16="http://schemas.microsoft.com/office/drawing/2014/main" id="{DD8E2946-3EA5-8D93-8A75-92D0403EA3B0}"/>
              </a:ext>
            </a:extLst>
          </p:cNvPr>
          <p:cNvGrpSpPr/>
          <p:nvPr/>
        </p:nvGrpSpPr>
        <p:grpSpPr>
          <a:xfrm>
            <a:off x="3779083" y="3698227"/>
            <a:ext cx="721206" cy="609701"/>
            <a:chOff x="4289254" y="3370808"/>
            <a:chExt cx="871904" cy="748695"/>
          </a:xfrm>
        </p:grpSpPr>
        <p:sp>
          <p:nvSpPr>
            <p:cNvPr id="2449" name="Rectangle 2448">
              <a:extLst>
                <a:ext uri="{FF2B5EF4-FFF2-40B4-BE49-F238E27FC236}">
                  <a16:creationId xmlns:a16="http://schemas.microsoft.com/office/drawing/2014/main" id="{654052DD-7A16-7B8C-AFC7-8E9986B049D3}"/>
                </a:ext>
              </a:extLst>
            </p:cNvPr>
            <p:cNvSpPr/>
            <p:nvPr/>
          </p:nvSpPr>
          <p:spPr>
            <a:xfrm>
              <a:off x="428925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2450" name="Right Triangle 2449">
              <a:extLst>
                <a:ext uri="{FF2B5EF4-FFF2-40B4-BE49-F238E27FC236}">
                  <a16:creationId xmlns:a16="http://schemas.microsoft.com/office/drawing/2014/main" id="{061D99CC-F4FA-3BFE-2FA5-55152E029660}"/>
                </a:ext>
              </a:extLst>
            </p:cNvPr>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51" name="Group 2450">
              <a:extLst>
                <a:ext uri="{FF2B5EF4-FFF2-40B4-BE49-F238E27FC236}">
                  <a16:creationId xmlns:a16="http://schemas.microsoft.com/office/drawing/2014/main" id="{65C77B9D-DB96-DB52-C184-75D39FF05647}"/>
                </a:ext>
              </a:extLst>
            </p:cNvPr>
            <p:cNvGrpSpPr/>
            <p:nvPr/>
          </p:nvGrpSpPr>
          <p:grpSpPr>
            <a:xfrm>
              <a:off x="5098569" y="3381257"/>
              <a:ext cx="45719" cy="75385"/>
              <a:chOff x="3883481" y="2057400"/>
              <a:chExt cx="1608363" cy="2652031"/>
            </a:xfrm>
            <a:solidFill>
              <a:srgbClr val="A6A6A6"/>
            </a:solidFill>
          </p:grpSpPr>
          <p:sp>
            <p:nvSpPr>
              <p:cNvPr id="2452" name="Oval 27">
                <a:extLst>
                  <a:ext uri="{FF2B5EF4-FFF2-40B4-BE49-F238E27FC236}">
                    <a16:creationId xmlns:a16="http://schemas.microsoft.com/office/drawing/2014/main" id="{0CE53482-2C0F-2ADB-FFF0-382C1311AD9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53" name="Oval 28">
                <a:extLst>
                  <a:ext uri="{FF2B5EF4-FFF2-40B4-BE49-F238E27FC236}">
                    <a16:creationId xmlns:a16="http://schemas.microsoft.com/office/drawing/2014/main" id="{ED4FBC5A-9E82-270A-AACC-9672456FE44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54" name="Group 2453">
            <a:extLst>
              <a:ext uri="{FF2B5EF4-FFF2-40B4-BE49-F238E27FC236}">
                <a16:creationId xmlns:a16="http://schemas.microsoft.com/office/drawing/2014/main" id="{54CBEB37-EA01-4E2B-69D6-8415738369E0}"/>
              </a:ext>
            </a:extLst>
          </p:cNvPr>
          <p:cNvGrpSpPr/>
          <p:nvPr/>
        </p:nvGrpSpPr>
        <p:grpSpPr>
          <a:xfrm>
            <a:off x="1268346" y="3698227"/>
            <a:ext cx="721893" cy="610374"/>
            <a:chOff x="324914" y="4191098"/>
            <a:chExt cx="872735" cy="749519"/>
          </a:xfrm>
        </p:grpSpPr>
        <p:sp>
          <p:nvSpPr>
            <p:cNvPr id="2455" name="Rectangle 2454">
              <a:extLst>
                <a:ext uri="{FF2B5EF4-FFF2-40B4-BE49-F238E27FC236}">
                  <a16:creationId xmlns:a16="http://schemas.microsoft.com/office/drawing/2014/main" id="{9DCEFA2D-3FA4-8016-B0F7-926DB9A63627}"/>
                </a:ext>
              </a:extLst>
            </p:cNvPr>
            <p:cNvSpPr/>
            <p:nvPr/>
          </p:nvSpPr>
          <p:spPr>
            <a:xfrm>
              <a:off x="32491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2456" name="Right Triangle 2455">
              <a:extLst>
                <a:ext uri="{FF2B5EF4-FFF2-40B4-BE49-F238E27FC236}">
                  <a16:creationId xmlns:a16="http://schemas.microsoft.com/office/drawing/2014/main" id="{6912123A-6AA4-93DA-B649-B87A562B9166}"/>
                </a:ext>
              </a:extLst>
            </p:cNvPr>
            <p:cNvSpPr/>
            <p:nvPr/>
          </p:nvSpPr>
          <p:spPr>
            <a:xfrm rot="10800000">
              <a:off x="1056136"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57" name="Group 2456">
              <a:extLst>
                <a:ext uri="{FF2B5EF4-FFF2-40B4-BE49-F238E27FC236}">
                  <a16:creationId xmlns:a16="http://schemas.microsoft.com/office/drawing/2014/main" id="{84E877C8-EE9D-F5A0-AD30-A5551E67DFDD}"/>
                </a:ext>
              </a:extLst>
            </p:cNvPr>
            <p:cNvGrpSpPr/>
            <p:nvPr/>
          </p:nvGrpSpPr>
          <p:grpSpPr>
            <a:xfrm>
              <a:off x="1136463" y="4198579"/>
              <a:ext cx="45719" cy="75385"/>
              <a:chOff x="3883481" y="2057400"/>
              <a:chExt cx="1608363" cy="2652031"/>
            </a:xfrm>
            <a:solidFill>
              <a:srgbClr val="A6A6A6"/>
            </a:solidFill>
          </p:grpSpPr>
          <p:sp>
            <p:nvSpPr>
              <p:cNvPr id="2458" name="Oval 27">
                <a:extLst>
                  <a:ext uri="{FF2B5EF4-FFF2-40B4-BE49-F238E27FC236}">
                    <a16:creationId xmlns:a16="http://schemas.microsoft.com/office/drawing/2014/main" id="{AE3E9A5C-A3B9-84F9-F12C-66D7FD7990A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59" name="Oval 28">
                <a:extLst>
                  <a:ext uri="{FF2B5EF4-FFF2-40B4-BE49-F238E27FC236}">
                    <a16:creationId xmlns:a16="http://schemas.microsoft.com/office/drawing/2014/main" id="{BEAEB323-9248-891D-AC64-6B8C8B111E6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60" name="Group 2459">
            <a:extLst>
              <a:ext uri="{FF2B5EF4-FFF2-40B4-BE49-F238E27FC236}">
                <a16:creationId xmlns:a16="http://schemas.microsoft.com/office/drawing/2014/main" id="{C29B3F99-E46E-5996-76EE-69ADB583183A}"/>
              </a:ext>
            </a:extLst>
          </p:cNvPr>
          <p:cNvGrpSpPr/>
          <p:nvPr/>
        </p:nvGrpSpPr>
        <p:grpSpPr>
          <a:xfrm>
            <a:off x="4615770" y="3698227"/>
            <a:ext cx="721206" cy="609701"/>
            <a:chOff x="10235764" y="5012622"/>
            <a:chExt cx="871904" cy="748695"/>
          </a:xfrm>
        </p:grpSpPr>
        <p:sp>
          <p:nvSpPr>
            <p:cNvPr id="2461" name="Rectangle 2460">
              <a:hlinkHover r:id="" action="ppaction://noaction" highlightClick="1"/>
              <a:extLst>
                <a:ext uri="{FF2B5EF4-FFF2-40B4-BE49-F238E27FC236}">
                  <a16:creationId xmlns:a16="http://schemas.microsoft.com/office/drawing/2014/main" id="{E452E6E3-FC48-30A7-8825-90C94B6B263C}"/>
                </a:ext>
              </a:extLst>
            </p:cNvPr>
            <p:cNvSpPr/>
            <p:nvPr/>
          </p:nvSpPr>
          <p:spPr>
            <a:xfrm>
              <a:off x="1023576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2462" name="Oval 2461">
              <a:extLst>
                <a:ext uri="{FF2B5EF4-FFF2-40B4-BE49-F238E27FC236}">
                  <a16:creationId xmlns:a16="http://schemas.microsoft.com/office/drawing/2014/main" id="{337091B9-38B5-F9BD-62EC-9E26BC2E4E64}"/>
                </a:ext>
              </a:extLst>
            </p:cNvPr>
            <p:cNvSpPr/>
            <p:nvPr/>
          </p:nvSpPr>
          <p:spPr>
            <a:xfrm>
              <a:off x="109304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63" name="Isosceles Triangle 648">
              <a:extLst>
                <a:ext uri="{FF2B5EF4-FFF2-40B4-BE49-F238E27FC236}">
                  <a16:creationId xmlns:a16="http://schemas.microsoft.com/office/drawing/2014/main" id="{C587ABFD-B518-15E6-1AE4-01B26EB0241B}"/>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64" name="Group 2463">
            <a:extLst>
              <a:ext uri="{FF2B5EF4-FFF2-40B4-BE49-F238E27FC236}">
                <a16:creationId xmlns:a16="http://schemas.microsoft.com/office/drawing/2014/main" id="{B0984D94-3B00-CFCC-4727-2634E3CA1287}"/>
              </a:ext>
            </a:extLst>
          </p:cNvPr>
          <p:cNvGrpSpPr/>
          <p:nvPr/>
        </p:nvGrpSpPr>
        <p:grpSpPr>
          <a:xfrm>
            <a:off x="2105709" y="3698227"/>
            <a:ext cx="721206" cy="610374"/>
            <a:chOff x="1315999" y="4191098"/>
            <a:chExt cx="871904" cy="749519"/>
          </a:xfrm>
        </p:grpSpPr>
        <p:sp>
          <p:nvSpPr>
            <p:cNvPr id="2465" name="Rectangle 2464">
              <a:extLst>
                <a:ext uri="{FF2B5EF4-FFF2-40B4-BE49-F238E27FC236}">
                  <a16:creationId xmlns:a16="http://schemas.microsoft.com/office/drawing/2014/main" id="{731AE692-B4DA-D760-6817-EB8D8C58E6D6}"/>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2466" name="Right Triangle 2465">
              <a:extLst>
                <a:ext uri="{FF2B5EF4-FFF2-40B4-BE49-F238E27FC236}">
                  <a16:creationId xmlns:a16="http://schemas.microsoft.com/office/drawing/2014/main" id="{B71CFA89-4A03-33BA-73D2-A6759E0EE6E3}"/>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67" name="Group 2466">
              <a:extLst>
                <a:ext uri="{FF2B5EF4-FFF2-40B4-BE49-F238E27FC236}">
                  <a16:creationId xmlns:a16="http://schemas.microsoft.com/office/drawing/2014/main" id="{1767BF59-2614-F12B-C396-DCA0819E846F}"/>
                </a:ext>
              </a:extLst>
            </p:cNvPr>
            <p:cNvGrpSpPr/>
            <p:nvPr/>
          </p:nvGrpSpPr>
          <p:grpSpPr>
            <a:xfrm>
              <a:off x="2126717" y="4198579"/>
              <a:ext cx="45719" cy="75385"/>
              <a:chOff x="3883481" y="2057400"/>
              <a:chExt cx="1608363" cy="2652031"/>
            </a:xfrm>
            <a:solidFill>
              <a:srgbClr val="A6A6A6"/>
            </a:solidFill>
          </p:grpSpPr>
          <p:sp>
            <p:nvSpPr>
              <p:cNvPr id="2468" name="Oval 27">
                <a:extLst>
                  <a:ext uri="{FF2B5EF4-FFF2-40B4-BE49-F238E27FC236}">
                    <a16:creationId xmlns:a16="http://schemas.microsoft.com/office/drawing/2014/main" id="{0BF41E9A-8280-018E-0411-7944CB443C5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69" name="Oval 28">
                <a:extLst>
                  <a:ext uri="{FF2B5EF4-FFF2-40B4-BE49-F238E27FC236}">
                    <a16:creationId xmlns:a16="http://schemas.microsoft.com/office/drawing/2014/main" id="{03FF51B9-DCF5-4EEA-104D-8F9D60A7466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70" name="Group 2469">
            <a:extLst>
              <a:ext uri="{FF2B5EF4-FFF2-40B4-BE49-F238E27FC236}">
                <a16:creationId xmlns:a16="http://schemas.microsoft.com/office/drawing/2014/main" id="{F5A2E92F-D265-EEE6-69DE-D4A09CA68FF2}"/>
              </a:ext>
            </a:extLst>
          </p:cNvPr>
          <p:cNvGrpSpPr/>
          <p:nvPr/>
        </p:nvGrpSpPr>
        <p:grpSpPr>
          <a:xfrm>
            <a:off x="3778363" y="2253333"/>
            <a:ext cx="721206" cy="609701"/>
            <a:chOff x="5280339" y="2550516"/>
            <a:chExt cx="871904" cy="748695"/>
          </a:xfrm>
        </p:grpSpPr>
        <p:sp>
          <p:nvSpPr>
            <p:cNvPr id="2471" name="Rectangle 2470">
              <a:extLst>
                <a:ext uri="{FF2B5EF4-FFF2-40B4-BE49-F238E27FC236}">
                  <a16:creationId xmlns:a16="http://schemas.microsoft.com/office/drawing/2014/main" id="{D3111100-A28B-12EC-8C2F-7BF285392FFD}"/>
                </a:ext>
              </a:extLst>
            </p:cNvPr>
            <p:cNvSpPr/>
            <p:nvPr/>
          </p:nvSpPr>
          <p:spPr>
            <a:xfrm>
              <a:off x="5280339" y="25505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2472" name="Rectangle 2471">
              <a:extLst>
                <a:ext uri="{FF2B5EF4-FFF2-40B4-BE49-F238E27FC236}">
                  <a16:creationId xmlns:a16="http://schemas.microsoft.com/office/drawing/2014/main" id="{BE233321-9774-7021-597B-EBE500FA4F41}"/>
                </a:ext>
              </a:extLst>
            </p:cNvPr>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73" name="Oval 15">
              <a:extLst>
                <a:ext uri="{FF2B5EF4-FFF2-40B4-BE49-F238E27FC236}">
                  <a16:creationId xmlns:a16="http://schemas.microsoft.com/office/drawing/2014/main" id="{4C2C8B71-F4B9-9012-EE0A-66792896947D}"/>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74" name="Straight Connector 2473">
              <a:extLst>
                <a:ext uri="{FF2B5EF4-FFF2-40B4-BE49-F238E27FC236}">
                  <a16:creationId xmlns:a16="http://schemas.microsoft.com/office/drawing/2014/main" id="{0A197767-98A8-0529-8F97-AE71B4D2B295}"/>
                </a:ext>
              </a:extLst>
            </p:cNvPr>
            <p:cNvCxnSpPr>
              <a:cxnSpLocks/>
              <a:stCxn id="2473"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475" name="Straight Connector 2474">
              <a:extLst>
                <a:ext uri="{FF2B5EF4-FFF2-40B4-BE49-F238E27FC236}">
                  <a16:creationId xmlns:a16="http://schemas.microsoft.com/office/drawing/2014/main" id="{9B2795AB-5174-DA91-DD7D-6E6A1200D024}"/>
                </a:ext>
              </a:extLst>
            </p:cNvPr>
            <p:cNvCxnSpPr>
              <a:cxnSpLocks/>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476" name="Group 2475">
            <a:extLst>
              <a:ext uri="{FF2B5EF4-FFF2-40B4-BE49-F238E27FC236}">
                <a16:creationId xmlns:a16="http://schemas.microsoft.com/office/drawing/2014/main" id="{BC64D896-E07D-9554-84BC-791FDF0213A5}"/>
              </a:ext>
            </a:extLst>
          </p:cNvPr>
          <p:cNvGrpSpPr/>
          <p:nvPr/>
        </p:nvGrpSpPr>
        <p:grpSpPr>
          <a:xfrm>
            <a:off x="1268842" y="2253333"/>
            <a:ext cx="721206" cy="609701"/>
            <a:chOff x="1315999" y="2560818"/>
            <a:chExt cx="871904" cy="748695"/>
          </a:xfrm>
        </p:grpSpPr>
        <p:sp>
          <p:nvSpPr>
            <p:cNvPr id="2477" name="Rectangle 2476">
              <a:extLst>
                <a:ext uri="{FF2B5EF4-FFF2-40B4-BE49-F238E27FC236}">
                  <a16:creationId xmlns:a16="http://schemas.microsoft.com/office/drawing/2014/main" id="{084FC9CC-2101-B52C-0B4E-9C6C3F157F2D}"/>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2478" name="Right Triangle 2477">
              <a:extLst>
                <a:ext uri="{FF2B5EF4-FFF2-40B4-BE49-F238E27FC236}">
                  <a16:creationId xmlns:a16="http://schemas.microsoft.com/office/drawing/2014/main" id="{6982E1D0-5D0E-24B0-F900-DFE4EF66D307}"/>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79" name="Group 2478">
              <a:extLst>
                <a:ext uri="{FF2B5EF4-FFF2-40B4-BE49-F238E27FC236}">
                  <a16:creationId xmlns:a16="http://schemas.microsoft.com/office/drawing/2014/main" id="{20608263-22BD-7588-E014-C801C766AD5D}"/>
                </a:ext>
              </a:extLst>
            </p:cNvPr>
            <p:cNvGrpSpPr/>
            <p:nvPr/>
          </p:nvGrpSpPr>
          <p:grpSpPr>
            <a:xfrm>
              <a:off x="2126717" y="2576032"/>
              <a:ext cx="45719" cy="75385"/>
              <a:chOff x="3883481" y="2057400"/>
              <a:chExt cx="1608363" cy="2652031"/>
            </a:xfrm>
            <a:solidFill>
              <a:srgbClr val="A6A6A6"/>
            </a:solidFill>
          </p:grpSpPr>
          <p:sp>
            <p:nvSpPr>
              <p:cNvPr id="2480" name="Oval 27">
                <a:extLst>
                  <a:ext uri="{FF2B5EF4-FFF2-40B4-BE49-F238E27FC236}">
                    <a16:creationId xmlns:a16="http://schemas.microsoft.com/office/drawing/2014/main" id="{BCC7D7ED-1916-72FE-395F-F5AE94B6677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81" name="Oval 28">
                <a:extLst>
                  <a:ext uri="{FF2B5EF4-FFF2-40B4-BE49-F238E27FC236}">
                    <a16:creationId xmlns:a16="http://schemas.microsoft.com/office/drawing/2014/main" id="{9C8B02FE-D5AD-BBA4-596D-005E6C28FFC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82" name="Group 2481">
            <a:extLst>
              <a:ext uri="{FF2B5EF4-FFF2-40B4-BE49-F238E27FC236}">
                <a16:creationId xmlns:a16="http://schemas.microsoft.com/office/drawing/2014/main" id="{D52CDAD9-3CDB-8AC4-F5BA-27EB3B69D121}"/>
              </a:ext>
            </a:extLst>
          </p:cNvPr>
          <p:cNvGrpSpPr/>
          <p:nvPr/>
        </p:nvGrpSpPr>
        <p:grpSpPr>
          <a:xfrm>
            <a:off x="2105349" y="2253333"/>
            <a:ext cx="721206" cy="609701"/>
            <a:chOff x="2307084" y="2560818"/>
            <a:chExt cx="871904" cy="748695"/>
          </a:xfrm>
        </p:grpSpPr>
        <p:sp>
          <p:nvSpPr>
            <p:cNvPr id="2483" name="Rectangle 2482">
              <a:extLst>
                <a:ext uri="{FF2B5EF4-FFF2-40B4-BE49-F238E27FC236}">
                  <a16:creationId xmlns:a16="http://schemas.microsoft.com/office/drawing/2014/main" id="{488C4DAE-FA9B-69F8-70D3-C82E5E748E5F}"/>
                </a:ext>
              </a:extLst>
            </p:cNvPr>
            <p:cNvSpPr/>
            <p:nvPr/>
          </p:nvSpPr>
          <p:spPr>
            <a:xfrm>
              <a:off x="230708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2484" name="Right Triangle 2483">
              <a:extLst>
                <a:ext uri="{FF2B5EF4-FFF2-40B4-BE49-F238E27FC236}">
                  <a16:creationId xmlns:a16="http://schemas.microsoft.com/office/drawing/2014/main" id="{62D8D94B-7EF2-438E-C2A7-4CE700001A4A}"/>
                </a:ext>
              </a:extLst>
            </p:cNvPr>
            <p:cNvSpPr/>
            <p:nvPr/>
          </p:nvSpPr>
          <p:spPr>
            <a:xfrm rot="10800000">
              <a:off x="3031994"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85" name="Group 2484">
              <a:extLst>
                <a:ext uri="{FF2B5EF4-FFF2-40B4-BE49-F238E27FC236}">
                  <a16:creationId xmlns:a16="http://schemas.microsoft.com/office/drawing/2014/main" id="{FCAA313A-E5A3-9F1E-6538-3B430505B245}"/>
                </a:ext>
              </a:extLst>
            </p:cNvPr>
            <p:cNvGrpSpPr/>
            <p:nvPr/>
          </p:nvGrpSpPr>
          <p:grpSpPr>
            <a:xfrm>
              <a:off x="3112321" y="2575860"/>
              <a:ext cx="45719" cy="75385"/>
              <a:chOff x="3883481" y="2057400"/>
              <a:chExt cx="1608363" cy="2652031"/>
            </a:xfrm>
            <a:solidFill>
              <a:srgbClr val="A6A6A6"/>
            </a:solidFill>
          </p:grpSpPr>
          <p:sp>
            <p:nvSpPr>
              <p:cNvPr id="2486" name="Oval 27">
                <a:extLst>
                  <a:ext uri="{FF2B5EF4-FFF2-40B4-BE49-F238E27FC236}">
                    <a16:creationId xmlns:a16="http://schemas.microsoft.com/office/drawing/2014/main" id="{1465D183-7CC2-666F-9820-21660D8C340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87" name="Oval 28">
                <a:extLst>
                  <a:ext uri="{FF2B5EF4-FFF2-40B4-BE49-F238E27FC236}">
                    <a16:creationId xmlns:a16="http://schemas.microsoft.com/office/drawing/2014/main" id="{E3538D4F-3123-3C08-04C6-9B6951F8337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88" name="Group 2487">
            <a:extLst>
              <a:ext uri="{FF2B5EF4-FFF2-40B4-BE49-F238E27FC236}">
                <a16:creationId xmlns:a16="http://schemas.microsoft.com/office/drawing/2014/main" id="{8D97AD0D-D20C-B342-7831-D4E166779FE4}"/>
              </a:ext>
            </a:extLst>
          </p:cNvPr>
          <p:cNvGrpSpPr/>
          <p:nvPr/>
        </p:nvGrpSpPr>
        <p:grpSpPr>
          <a:xfrm>
            <a:off x="2941856" y="2253333"/>
            <a:ext cx="721206" cy="609701"/>
            <a:chOff x="4289254" y="2560818"/>
            <a:chExt cx="871904" cy="748695"/>
          </a:xfrm>
        </p:grpSpPr>
        <p:sp>
          <p:nvSpPr>
            <p:cNvPr id="2489" name="Rectangle 2488">
              <a:extLst>
                <a:ext uri="{FF2B5EF4-FFF2-40B4-BE49-F238E27FC236}">
                  <a16:creationId xmlns:a16="http://schemas.microsoft.com/office/drawing/2014/main" id="{608D8C00-60CE-F932-0DF5-3FD3FDA78DB1}"/>
                </a:ext>
              </a:extLst>
            </p:cNvPr>
            <p:cNvSpPr/>
            <p:nvPr/>
          </p:nvSpPr>
          <p:spPr>
            <a:xfrm>
              <a:off x="428925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2490" name="Right Triangle 2489">
              <a:extLst>
                <a:ext uri="{FF2B5EF4-FFF2-40B4-BE49-F238E27FC236}">
                  <a16:creationId xmlns:a16="http://schemas.microsoft.com/office/drawing/2014/main" id="{3E9245BE-1DCC-E325-CCF7-F8DD336FB874}"/>
                </a:ext>
              </a:extLst>
            </p:cNvPr>
            <p:cNvSpPr/>
            <p:nvPr/>
          </p:nvSpPr>
          <p:spPr>
            <a:xfrm rot="10800000">
              <a:off x="5018198" y="256761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91" name="Group 2490">
              <a:extLst>
                <a:ext uri="{FF2B5EF4-FFF2-40B4-BE49-F238E27FC236}">
                  <a16:creationId xmlns:a16="http://schemas.microsoft.com/office/drawing/2014/main" id="{833666EA-0BD1-2BD6-9458-DA0A97680AF9}"/>
                </a:ext>
              </a:extLst>
            </p:cNvPr>
            <p:cNvGrpSpPr/>
            <p:nvPr/>
          </p:nvGrpSpPr>
          <p:grpSpPr>
            <a:xfrm>
              <a:off x="5098525" y="2575096"/>
              <a:ext cx="45719" cy="75385"/>
              <a:chOff x="3883481" y="2057400"/>
              <a:chExt cx="1608363" cy="2652031"/>
            </a:xfrm>
            <a:solidFill>
              <a:srgbClr val="A6A6A6"/>
            </a:solidFill>
          </p:grpSpPr>
          <p:sp>
            <p:nvSpPr>
              <p:cNvPr id="2492" name="Oval 27">
                <a:extLst>
                  <a:ext uri="{FF2B5EF4-FFF2-40B4-BE49-F238E27FC236}">
                    <a16:creationId xmlns:a16="http://schemas.microsoft.com/office/drawing/2014/main" id="{02CD44A8-AF4A-A681-8F39-8F01039400F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93" name="Oval 28">
                <a:extLst>
                  <a:ext uri="{FF2B5EF4-FFF2-40B4-BE49-F238E27FC236}">
                    <a16:creationId xmlns:a16="http://schemas.microsoft.com/office/drawing/2014/main" id="{C52ED96E-3577-473B-7ECF-80E4341A9B3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94" name="Group 2493">
            <a:extLst>
              <a:ext uri="{FF2B5EF4-FFF2-40B4-BE49-F238E27FC236}">
                <a16:creationId xmlns:a16="http://schemas.microsoft.com/office/drawing/2014/main" id="{D7393348-B145-9149-0D39-AA0D99B7956E}"/>
              </a:ext>
            </a:extLst>
          </p:cNvPr>
          <p:cNvGrpSpPr/>
          <p:nvPr/>
        </p:nvGrpSpPr>
        <p:grpSpPr>
          <a:xfrm>
            <a:off x="4614870" y="2253333"/>
            <a:ext cx="721206" cy="609701"/>
            <a:chOff x="6271424" y="2560818"/>
            <a:chExt cx="871904" cy="748695"/>
          </a:xfrm>
        </p:grpSpPr>
        <p:sp>
          <p:nvSpPr>
            <p:cNvPr id="2495" name="Rectangle 2494">
              <a:extLst>
                <a:ext uri="{FF2B5EF4-FFF2-40B4-BE49-F238E27FC236}">
                  <a16:creationId xmlns:a16="http://schemas.microsoft.com/office/drawing/2014/main" id="{07EF160F-CEE1-B099-C489-EC53FB0E3F9E}"/>
                </a:ext>
              </a:extLst>
            </p:cNvPr>
            <p:cNvSpPr/>
            <p:nvPr/>
          </p:nvSpPr>
          <p:spPr>
            <a:xfrm>
              <a:off x="627142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2496" name="Right Triangle 2495">
              <a:extLst>
                <a:ext uri="{FF2B5EF4-FFF2-40B4-BE49-F238E27FC236}">
                  <a16:creationId xmlns:a16="http://schemas.microsoft.com/office/drawing/2014/main" id="{0386DAF6-A455-2742-D217-61F8E7D54265}"/>
                </a:ext>
              </a:extLst>
            </p:cNvPr>
            <p:cNvSpPr/>
            <p:nvPr/>
          </p:nvSpPr>
          <p:spPr>
            <a:xfrm rot="10800000">
              <a:off x="6996110"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97" name="Group 2496">
              <a:extLst>
                <a:ext uri="{FF2B5EF4-FFF2-40B4-BE49-F238E27FC236}">
                  <a16:creationId xmlns:a16="http://schemas.microsoft.com/office/drawing/2014/main" id="{F7EB5182-E6C3-241F-E852-157656B196A8}"/>
                </a:ext>
              </a:extLst>
            </p:cNvPr>
            <p:cNvGrpSpPr/>
            <p:nvPr/>
          </p:nvGrpSpPr>
          <p:grpSpPr>
            <a:xfrm>
              <a:off x="7076437" y="2574863"/>
              <a:ext cx="45719" cy="75385"/>
              <a:chOff x="3883481" y="2057400"/>
              <a:chExt cx="1608363" cy="2652031"/>
            </a:xfrm>
            <a:solidFill>
              <a:srgbClr val="A6A6A6"/>
            </a:solidFill>
          </p:grpSpPr>
          <p:sp>
            <p:nvSpPr>
              <p:cNvPr id="2498" name="Oval 27">
                <a:extLst>
                  <a:ext uri="{FF2B5EF4-FFF2-40B4-BE49-F238E27FC236}">
                    <a16:creationId xmlns:a16="http://schemas.microsoft.com/office/drawing/2014/main" id="{58E283A5-242F-B08A-D03D-AB32C930CD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99" name="Oval 28">
                <a:extLst>
                  <a:ext uri="{FF2B5EF4-FFF2-40B4-BE49-F238E27FC236}">
                    <a16:creationId xmlns:a16="http://schemas.microsoft.com/office/drawing/2014/main" id="{3B944352-05B6-83D0-0770-294A20A4788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00" name="Group 2499">
            <a:extLst>
              <a:ext uri="{FF2B5EF4-FFF2-40B4-BE49-F238E27FC236}">
                <a16:creationId xmlns:a16="http://schemas.microsoft.com/office/drawing/2014/main" id="{88A784DE-A3A6-B0B8-544F-E5C20CB9C2EC}"/>
              </a:ext>
            </a:extLst>
          </p:cNvPr>
          <p:cNvGrpSpPr/>
          <p:nvPr/>
        </p:nvGrpSpPr>
        <p:grpSpPr>
          <a:xfrm>
            <a:off x="11360399" y="2241807"/>
            <a:ext cx="721206" cy="609701"/>
            <a:chOff x="7262509" y="2560818"/>
            <a:chExt cx="871904" cy="748695"/>
          </a:xfrm>
        </p:grpSpPr>
        <p:sp>
          <p:nvSpPr>
            <p:cNvPr id="2501" name="Rectangle 2500">
              <a:extLst>
                <a:ext uri="{FF2B5EF4-FFF2-40B4-BE49-F238E27FC236}">
                  <a16:creationId xmlns:a16="http://schemas.microsoft.com/office/drawing/2014/main" id="{25F342BD-8504-0072-B1D2-C0BF792F9207}"/>
                </a:ext>
              </a:extLst>
            </p:cNvPr>
            <p:cNvSpPr/>
            <p:nvPr/>
          </p:nvSpPr>
          <p:spPr>
            <a:xfrm>
              <a:off x="726250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2502" name="Right Triangle 2501">
              <a:extLst>
                <a:ext uri="{FF2B5EF4-FFF2-40B4-BE49-F238E27FC236}">
                  <a16:creationId xmlns:a16="http://schemas.microsoft.com/office/drawing/2014/main" id="{1340996A-C23F-8F2F-33C2-E2943E61A3E4}"/>
                </a:ext>
              </a:extLst>
            </p:cNvPr>
            <p:cNvSpPr/>
            <p:nvPr/>
          </p:nvSpPr>
          <p:spPr>
            <a:xfrm rot="10800000">
              <a:off x="7986364"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03" name="Group 2502">
              <a:extLst>
                <a:ext uri="{FF2B5EF4-FFF2-40B4-BE49-F238E27FC236}">
                  <a16:creationId xmlns:a16="http://schemas.microsoft.com/office/drawing/2014/main" id="{A5A4D06E-DBCE-7C8B-5825-650BA763D671}"/>
                </a:ext>
              </a:extLst>
            </p:cNvPr>
            <p:cNvGrpSpPr/>
            <p:nvPr/>
          </p:nvGrpSpPr>
          <p:grpSpPr>
            <a:xfrm>
              <a:off x="8066691" y="2574863"/>
              <a:ext cx="45719" cy="75385"/>
              <a:chOff x="3883481" y="2057400"/>
              <a:chExt cx="1608363" cy="2652031"/>
            </a:xfrm>
            <a:solidFill>
              <a:srgbClr val="A6A6A6"/>
            </a:solidFill>
          </p:grpSpPr>
          <p:sp>
            <p:nvSpPr>
              <p:cNvPr id="2504" name="Oval 27">
                <a:extLst>
                  <a:ext uri="{FF2B5EF4-FFF2-40B4-BE49-F238E27FC236}">
                    <a16:creationId xmlns:a16="http://schemas.microsoft.com/office/drawing/2014/main" id="{B799D653-034A-EBE6-3FAD-5C31089E33A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05" name="Oval 28">
                <a:extLst>
                  <a:ext uri="{FF2B5EF4-FFF2-40B4-BE49-F238E27FC236}">
                    <a16:creationId xmlns:a16="http://schemas.microsoft.com/office/drawing/2014/main" id="{3367C130-DC7A-454C-EB12-D7FA183BC2B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06" name="Group 2505">
            <a:extLst>
              <a:ext uri="{FF2B5EF4-FFF2-40B4-BE49-F238E27FC236}">
                <a16:creationId xmlns:a16="http://schemas.microsoft.com/office/drawing/2014/main" id="{084204D8-043C-7CBC-CD21-4439DB269A87}"/>
              </a:ext>
            </a:extLst>
          </p:cNvPr>
          <p:cNvGrpSpPr/>
          <p:nvPr/>
        </p:nvGrpSpPr>
        <p:grpSpPr>
          <a:xfrm>
            <a:off x="5454167" y="2268701"/>
            <a:ext cx="721206" cy="609701"/>
            <a:chOff x="8253594" y="2560818"/>
            <a:chExt cx="871904" cy="748695"/>
          </a:xfrm>
        </p:grpSpPr>
        <p:sp>
          <p:nvSpPr>
            <p:cNvPr id="2507" name="Rectangle 2506">
              <a:extLst>
                <a:ext uri="{FF2B5EF4-FFF2-40B4-BE49-F238E27FC236}">
                  <a16:creationId xmlns:a16="http://schemas.microsoft.com/office/drawing/2014/main" id="{0C3C4194-8E49-BF7B-8A64-CAB3D559681C}"/>
                </a:ext>
              </a:extLst>
            </p:cNvPr>
            <p:cNvSpPr/>
            <p:nvPr/>
          </p:nvSpPr>
          <p:spPr>
            <a:xfrm>
              <a:off x="825359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2508" name="Right Triangle 2507">
              <a:extLst>
                <a:ext uri="{FF2B5EF4-FFF2-40B4-BE49-F238E27FC236}">
                  <a16:creationId xmlns:a16="http://schemas.microsoft.com/office/drawing/2014/main" id="{7D6B53B7-8EB0-B991-1719-520A9C99F874}"/>
                </a:ext>
              </a:extLst>
            </p:cNvPr>
            <p:cNvSpPr/>
            <p:nvPr/>
          </p:nvSpPr>
          <p:spPr>
            <a:xfrm rot="10800000">
              <a:off x="8976730" y="256777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09" name="Group 2508">
              <a:extLst>
                <a:ext uri="{FF2B5EF4-FFF2-40B4-BE49-F238E27FC236}">
                  <a16:creationId xmlns:a16="http://schemas.microsoft.com/office/drawing/2014/main" id="{050039D3-401D-E7CB-BA97-CC1BB8794DDA}"/>
                </a:ext>
              </a:extLst>
            </p:cNvPr>
            <p:cNvGrpSpPr/>
            <p:nvPr/>
          </p:nvGrpSpPr>
          <p:grpSpPr>
            <a:xfrm>
              <a:off x="9057057" y="2575256"/>
              <a:ext cx="45719" cy="75385"/>
              <a:chOff x="3883481" y="2057400"/>
              <a:chExt cx="1608363" cy="2652031"/>
            </a:xfrm>
            <a:solidFill>
              <a:srgbClr val="A6A6A6"/>
            </a:solidFill>
          </p:grpSpPr>
          <p:sp>
            <p:nvSpPr>
              <p:cNvPr id="2510" name="Oval 27">
                <a:extLst>
                  <a:ext uri="{FF2B5EF4-FFF2-40B4-BE49-F238E27FC236}">
                    <a16:creationId xmlns:a16="http://schemas.microsoft.com/office/drawing/2014/main" id="{2B6A7C27-28D6-CD90-A6B2-D6943D22F93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11" name="Oval 28">
                <a:extLst>
                  <a:ext uri="{FF2B5EF4-FFF2-40B4-BE49-F238E27FC236}">
                    <a16:creationId xmlns:a16="http://schemas.microsoft.com/office/drawing/2014/main" id="{1E28E163-B265-5E29-8012-E6B8F967C16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12" name="Group 2511">
            <a:extLst>
              <a:ext uri="{FF2B5EF4-FFF2-40B4-BE49-F238E27FC236}">
                <a16:creationId xmlns:a16="http://schemas.microsoft.com/office/drawing/2014/main" id="{F6F73EBD-790A-CC54-DA0A-35B01EA9D491}"/>
              </a:ext>
            </a:extLst>
          </p:cNvPr>
          <p:cNvGrpSpPr/>
          <p:nvPr/>
        </p:nvGrpSpPr>
        <p:grpSpPr>
          <a:xfrm>
            <a:off x="431659" y="2253333"/>
            <a:ext cx="721893" cy="609702"/>
            <a:chOff x="324914" y="2550516"/>
            <a:chExt cx="872735" cy="748697"/>
          </a:xfrm>
        </p:grpSpPr>
        <p:sp>
          <p:nvSpPr>
            <p:cNvPr id="2513" name="Rectangle 2512">
              <a:hlinkHover r:id="" action="ppaction://noaction" highlightClick="1"/>
              <a:extLst>
                <a:ext uri="{FF2B5EF4-FFF2-40B4-BE49-F238E27FC236}">
                  <a16:creationId xmlns:a16="http://schemas.microsoft.com/office/drawing/2014/main" id="{9C4882C3-44ED-8CA7-BB5E-75C585238CF4}"/>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2514" name="Group 2513">
              <a:extLst>
                <a:ext uri="{FF2B5EF4-FFF2-40B4-BE49-F238E27FC236}">
                  <a16:creationId xmlns:a16="http://schemas.microsoft.com/office/drawing/2014/main" id="{450B7187-BCA9-139A-7E6E-C136BBF83910}"/>
                </a:ext>
              </a:extLst>
            </p:cNvPr>
            <p:cNvGrpSpPr/>
            <p:nvPr/>
          </p:nvGrpSpPr>
          <p:grpSpPr>
            <a:xfrm>
              <a:off x="1040599" y="2550516"/>
              <a:ext cx="157050" cy="157050"/>
              <a:chOff x="1040599" y="2550516"/>
              <a:chExt cx="157050" cy="157050"/>
            </a:xfrm>
          </p:grpSpPr>
          <p:sp>
            <p:nvSpPr>
              <p:cNvPr id="2515" name="Diamond 2514">
                <a:extLst>
                  <a:ext uri="{FF2B5EF4-FFF2-40B4-BE49-F238E27FC236}">
                    <a16:creationId xmlns:a16="http://schemas.microsoft.com/office/drawing/2014/main" id="{97FD0161-ADA6-F68C-FA71-7A1C8B394DA6}"/>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16" name="Oval 2515">
                <a:extLst>
                  <a:ext uri="{FF2B5EF4-FFF2-40B4-BE49-F238E27FC236}">
                    <a16:creationId xmlns:a16="http://schemas.microsoft.com/office/drawing/2014/main" id="{99A2AAE2-13E1-02CA-3516-C67CFF817126}"/>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17" name="Group 2516">
            <a:extLst>
              <a:ext uri="{FF2B5EF4-FFF2-40B4-BE49-F238E27FC236}">
                <a16:creationId xmlns:a16="http://schemas.microsoft.com/office/drawing/2014/main" id="{FA0AC0FF-1D4E-096F-AEEC-1A5F7E4B8057}"/>
              </a:ext>
            </a:extLst>
          </p:cNvPr>
          <p:cNvGrpSpPr/>
          <p:nvPr/>
        </p:nvGrpSpPr>
        <p:grpSpPr>
          <a:xfrm>
            <a:off x="2105349" y="1532276"/>
            <a:ext cx="721206" cy="609701"/>
            <a:chOff x="2307084" y="1729816"/>
            <a:chExt cx="871904" cy="748695"/>
          </a:xfrm>
        </p:grpSpPr>
        <p:sp>
          <p:nvSpPr>
            <p:cNvPr id="2518" name="Rectangle 2517">
              <a:extLst>
                <a:ext uri="{FF2B5EF4-FFF2-40B4-BE49-F238E27FC236}">
                  <a16:creationId xmlns:a16="http://schemas.microsoft.com/office/drawing/2014/main" id="{7E4906FF-48C4-F6F3-8F18-4DBA6CA96A16}"/>
                </a:ext>
              </a:extLst>
            </p:cNvPr>
            <p:cNvSpPr/>
            <p:nvPr/>
          </p:nvSpPr>
          <p:spPr>
            <a:xfrm>
              <a:off x="230708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2519" name="Rectangle 2518">
              <a:extLst>
                <a:ext uri="{FF2B5EF4-FFF2-40B4-BE49-F238E27FC236}">
                  <a16:creationId xmlns:a16="http://schemas.microsoft.com/office/drawing/2014/main" id="{EEED59DC-0824-CB8C-C7A3-D2DB3D35CAD8}"/>
                </a:ext>
              </a:extLst>
            </p:cNvPr>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20" name="Oval 15">
              <a:extLst>
                <a:ext uri="{FF2B5EF4-FFF2-40B4-BE49-F238E27FC236}">
                  <a16:creationId xmlns:a16="http://schemas.microsoft.com/office/drawing/2014/main" id="{52763392-CFFB-4992-9386-17310B17FC6B}"/>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521" name="Straight Connector 2520">
              <a:extLst>
                <a:ext uri="{FF2B5EF4-FFF2-40B4-BE49-F238E27FC236}">
                  <a16:creationId xmlns:a16="http://schemas.microsoft.com/office/drawing/2014/main" id="{8386A817-EF71-BCD1-6FD1-A927A1AA78EF}"/>
                </a:ext>
              </a:extLst>
            </p:cNvPr>
            <p:cNvCxnSpPr>
              <a:cxnSpLocks/>
              <a:stCxn id="2520"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522" name="Straight Connector 2521">
              <a:extLst>
                <a:ext uri="{FF2B5EF4-FFF2-40B4-BE49-F238E27FC236}">
                  <a16:creationId xmlns:a16="http://schemas.microsoft.com/office/drawing/2014/main" id="{DC23B806-8923-DDD4-7AD5-3D6FB8F1DEC5}"/>
                </a:ext>
              </a:extLst>
            </p:cNvPr>
            <p:cNvCxnSpPr>
              <a:cxnSpLocks/>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523" name="Group 2522">
            <a:extLst>
              <a:ext uri="{FF2B5EF4-FFF2-40B4-BE49-F238E27FC236}">
                <a16:creationId xmlns:a16="http://schemas.microsoft.com/office/drawing/2014/main" id="{94053135-2264-E3AE-728A-940029B8344B}"/>
              </a:ext>
            </a:extLst>
          </p:cNvPr>
          <p:cNvGrpSpPr/>
          <p:nvPr/>
        </p:nvGrpSpPr>
        <p:grpSpPr>
          <a:xfrm>
            <a:off x="431659" y="1532276"/>
            <a:ext cx="721893" cy="610038"/>
            <a:chOff x="324914" y="1729403"/>
            <a:chExt cx="872735" cy="749108"/>
          </a:xfrm>
        </p:grpSpPr>
        <p:sp>
          <p:nvSpPr>
            <p:cNvPr id="2524" name="Rectangle 2523">
              <a:extLst>
                <a:ext uri="{FF2B5EF4-FFF2-40B4-BE49-F238E27FC236}">
                  <a16:creationId xmlns:a16="http://schemas.microsoft.com/office/drawing/2014/main" id="{F62DB7C6-EA5E-B191-6ED6-D1206B752871}"/>
                </a:ext>
              </a:extLst>
            </p:cNvPr>
            <p:cNvSpPr/>
            <p:nvPr/>
          </p:nvSpPr>
          <p:spPr>
            <a:xfrm>
              <a:off x="32491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2525" name="Right Triangle 2524">
              <a:extLst>
                <a:ext uri="{FF2B5EF4-FFF2-40B4-BE49-F238E27FC236}">
                  <a16:creationId xmlns:a16="http://schemas.microsoft.com/office/drawing/2014/main" id="{269FA4BF-1168-8075-C1D9-C936AE1A2E57}"/>
                </a:ext>
              </a:extLst>
            </p:cNvPr>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26" name="Group 2525">
              <a:extLst>
                <a:ext uri="{FF2B5EF4-FFF2-40B4-BE49-F238E27FC236}">
                  <a16:creationId xmlns:a16="http://schemas.microsoft.com/office/drawing/2014/main" id="{F543C849-922A-D198-3C04-16C5110FFD12}"/>
                </a:ext>
              </a:extLst>
            </p:cNvPr>
            <p:cNvGrpSpPr/>
            <p:nvPr/>
          </p:nvGrpSpPr>
          <p:grpSpPr>
            <a:xfrm>
              <a:off x="1136463" y="1736885"/>
              <a:ext cx="45719" cy="75385"/>
              <a:chOff x="3883481" y="2057400"/>
              <a:chExt cx="1608363" cy="2652031"/>
            </a:xfrm>
            <a:solidFill>
              <a:srgbClr val="A6A6A6"/>
            </a:solidFill>
          </p:grpSpPr>
          <p:sp>
            <p:nvSpPr>
              <p:cNvPr id="2527" name="Oval 27">
                <a:extLst>
                  <a:ext uri="{FF2B5EF4-FFF2-40B4-BE49-F238E27FC236}">
                    <a16:creationId xmlns:a16="http://schemas.microsoft.com/office/drawing/2014/main" id="{C17F8D68-60DC-CB1B-66C3-7FE21C356C9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28" name="Oval 28">
                <a:extLst>
                  <a:ext uri="{FF2B5EF4-FFF2-40B4-BE49-F238E27FC236}">
                    <a16:creationId xmlns:a16="http://schemas.microsoft.com/office/drawing/2014/main" id="{5E2B6AC3-B686-13AD-C4E4-05905785344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29" name="Group 2528">
            <a:extLst>
              <a:ext uri="{FF2B5EF4-FFF2-40B4-BE49-F238E27FC236}">
                <a16:creationId xmlns:a16="http://schemas.microsoft.com/office/drawing/2014/main" id="{70162650-324F-A348-6E26-655324BFEA6C}"/>
              </a:ext>
            </a:extLst>
          </p:cNvPr>
          <p:cNvGrpSpPr/>
          <p:nvPr/>
        </p:nvGrpSpPr>
        <p:grpSpPr>
          <a:xfrm>
            <a:off x="1268842" y="1532276"/>
            <a:ext cx="721206" cy="610038"/>
            <a:chOff x="1315999" y="1729403"/>
            <a:chExt cx="871904" cy="749108"/>
          </a:xfrm>
        </p:grpSpPr>
        <p:sp>
          <p:nvSpPr>
            <p:cNvPr id="2530" name="Rectangle 2529">
              <a:extLst>
                <a:ext uri="{FF2B5EF4-FFF2-40B4-BE49-F238E27FC236}">
                  <a16:creationId xmlns:a16="http://schemas.microsoft.com/office/drawing/2014/main" id="{EDC459A5-641B-C210-8B8D-5AFC4FB001B3}"/>
                </a:ext>
              </a:extLst>
            </p:cNvPr>
            <p:cNvSpPr/>
            <p:nvPr/>
          </p:nvSpPr>
          <p:spPr>
            <a:xfrm>
              <a:off x="131599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2531" name="Right Triangle 2530">
              <a:extLst>
                <a:ext uri="{FF2B5EF4-FFF2-40B4-BE49-F238E27FC236}">
                  <a16:creationId xmlns:a16="http://schemas.microsoft.com/office/drawing/2014/main" id="{68CEA2FD-9F85-D3B2-792B-1ABD8508B241}"/>
                </a:ext>
              </a:extLst>
            </p:cNvPr>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32" name="Group 2531">
              <a:extLst>
                <a:ext uri="{FF2B5EF4-FFF2-40B4-BE49-F238E27FC236}">
                  <a16:creationId xmlns:a16="http://schemas.microsoft.com/office/drawing/2014/main" id="{D926882D-0E5B-CC4C-470C-82FDF30FAB8A}"/>
                </a:ext>
              </a:extLst>
            </p:cNvPr>
            <p:cNvGrpSpPr/>
            <p:nvPr/>
          </p:nvGrpSpPr>
          <p:grpSpPr>
            <a:xfrm>
              <a:off x="2126717" y="1736885"/>
              <a:ext cx="45719" cy="75385"/>
              <a:chOff x="3883481" y="2057400"/>
              <a:chExt cx="1608363" cy="2652031"/>
            </a:xfrm>
            <a:solidFill>
              <a:srgbClr val="A6A6A6"/>
            </a:solidFill>
          </p:grpSpPr>
          <p:sp>
            <p:nvSpPr>
              <p:cNvPr id="2533" name="Oval 27">
                <a:extLst>
                  <a:ext uri="{FF2B5EF4-FFF2-40B4-BE49-F238E27FC236}">
                    <a16:creationId xmlns:a16="http://schemas.microsoft.com/office/drawing/2014/main" id="{661B78FB-4F9C-CCCA-AB1F-69805BC9291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34" name="Oval 28">
                <a:extLst>
                  <a:ext uri="{FF2B5EF4-FFF2-40B4-BE49-F238E27FC236}">
                    <a16:creationId xmlns:a16="http://schemas.microsoft.com/office/drawing/2014/main" id="{40AED701-217D-C43B-7BC7-9689015C0D9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35" name="Group 2534">
            <a:extLst>
              <a:ext uri="{FF2B5EF4-FFF2-40B4-BE49-F238E27FC236}">
                <a16:creationId xmlns:a16="http://schemas.microsoft.com/office/drawing/2014/main" id="{9A075F57-E711-273B-2C35-DBC34742E73C}"/>
              </a:ext>
            </a:extLst>
          </p:cNvPr>
          <p:cNvGrpSpPr/>
          <p:nvPr/>
        </p:nvGrpSpPr>
        <p:grpSpPr>
          <a:xfrm>
            <a:off x="5454383" y="2974054"/>
            <a:ext cx="721206" cy="609701"/>
            <a:chOff x="7262509" y="3370808"/>
            <a:chExt cx="871904" cy="748695"/>
          </a:xfrm>
        </p:grpSpPr>
        <p:sp>
          <p:nvSpPr>
            <p:cNvPr id="2536" name="Rectangle 2535">
              <a:extLst>
                <a:ext uri="{FF2B5EF4-FFF2-40B4-BE49-F238E27FC236}">
                  <a16:creationId xmlns:a16="http://schemas.microsoft.com/office/drawing/2014/main" id="{FBF921E3-EF7A-CA48-CF68-1CA72C1802FE}"/>
                </a:ext>
              </a:extLst>
            </p:cNvPr>
            <p:cNvSpPr/>
            <p:nvPr/>
          </p:nvSpPr>
          <p:spPr>
            <a:xfrm>
              <a:off x="726250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2537" name="Rectangle 2536">
              <a:extLst>
                <a:ext uri="{FF2B5EF4-FFF2-40B4-BE49-F238E27FC236}">
                  <a16:creationId xmlns:a16="http://schemas.microsoft.com/office/drawing/2014/main" id="{5AED22DF-5D74-E8E3-B2FF-8B0250D58584}"/>
                </a:ext>
              </a:extLst>
            </p:cNvPr>
            <p:cNvSpPr/>
            <p:nvPr/>
          </p:nvSpPr>
          <p:spPr>
            <a:xfrm flipV="1">
              <a:off x="7999814"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38" name="Oval 15">
              <a:extLst>
                <a:ext uri="{FF2B5EF4-FFF2-40B4-BE49-F238E27FC236}">
                  <a16:creationId xmlns:a16="http://schemas.microsoft.com/office/drawing/2014/main" id="{FB33A74E-73E7-CB02-7345-BCA548C0AA86}"/>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539" name="Straight Connector 2538">
              <a:extLst>
                <a:ext uri="{FF2B5EF4-FFF2-40B4-BE49-F238E27FC236}">
                  <a16:creationId xmlns:a16="http://schemas.microsoft.com/office/drawing/2014/main" id="{75AFECE8-FD00-A413-4796-C9501E3FC601}"/>
                </a:ext>
              </a:extLst>
            </p:cNvPr>
            <p:cNvCxnSpPr>
              <a:cxnSpLocks/>
              <a:stCxn id="2538" idx="0"/>
            </p:cNvCxnSpPr>
            <p:nvPr/>
          </p:nvCxnSpPr>
          <p:spPr>
            <a:xfrm flipV="1">
              <a:off x="8039813"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540" name="Straight Connector 2539">
              <a:extLst>
                <a:ext uri="{FF2B5EF4-FFF2-40B4-BE49-F238E27FC236}">
                  <a16:creationId xmlns:a16="http://schemas.microsoft.com/office/drawing/2014/main" id="{23005121-0088-021C-63F3-AFDD7F571EF0}"/>
                </a:ext>
              </a:extLst>
            </p:cNvPr>
            <p:cNvCxnSpPr>
              <a:cxnSpLocks/>
            </p:cNvCxnSpPr>
            <p:nvPr/>
          </p:nvCxnSpPr>
          <p:spPr>
            <a:xfrm>
              <a:off x="8046727"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541" name="Group 2540">
            <a:extLst>
              <a:ext uri="{FF2B5EF4-FFF2-40B4-BE49-F238E27FC236}">
                <a16:creationId xmlns:a16="http://schemas.microsoft.com/office/drawing/2014/main" id="{CC72D9A3-409B-283D-6F3E-C74DCD9519D3}"/>
              </a:ext>
            </a:extLst>
          </p:cNvPr>
          <p:cNvGrpSpPr/>
          <p:nvPr/>
        </p:nvGrpSpPr>
        <p:grpSpPr>
          <a:xfrm>
            <a:off x="431659" y="2974054"/>
            <a:ext cx="721893" cy="609701"/>
            <a:chOff x="324914" y="3371220"/>
            <a:chExt cx="872735" cy="748695"/>
          </a:xfrm>
        </p:grpSpPr>
        <p:sp>
          <p:nvSpPr>
            <p:cNvPr id="2542" name="Rectangle 2541">
              <a:extLst>
                <a:ext uri="{FF2B5EF4-FFF2-40B4-BE49-F238E27FC236}">
                  <a16:creationId xmlns:a16="http://schemas.microsoft.com/office/drawing/2014/main" id="{85491D25-0D89-2DE7-80ED-5BB56CBFF95A}"/>
                </a:ext>
              </a:extLst>
            </p:cNvPr>
            <p:cNvSpPr/>
            <p:nvPr/>
          </p:nvSpPr>
          <p:spPr>
            <a:xfrm>
              <a:off x="324914" y="3371220"/>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2543" name="Right Triangle 2542">
              <a:extLst>
                <a:ext uri="{FF2B5EF4-FFF2-40B4-BE49-F238E27FC236}">
                  <a16:creationId xmlns:a16="http://schemas.microsoft.com/office/drawing/2014/main" id="{90080274-A8E7-DC6B-7AA6-070BB6DE63F6}"/>
                </a:ext>
              </a:extLst>
            </p:cNvPr>
            <p:cNvSpPr/>
            <p:nvPr/>
          </p:nvSpPr>
          <p:spPr>
            <a:xfrm rot="10800000">
              <a:off x="1056136"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44" name="Group 2543">
              <a:extLst>
                <a:ext uri="{FF2B5EF4-FFF2-40B4-BE49-F238E27FC236}">
                  <a16:creationId xmlns:a16="http://schemas.microsoft.com/office/drawing/2014/main" id="{A3AC601B-6D32-61EB-0C47-96591E96D85A}"/>
                </a:ext>
              </a:extLst>
            </p:cNvPr>
            <p:cNvGrpSpPr/>
            <p:nvPr/>
          </p:nvGrpSpPr>
          <p:grpSpPr>
            <a:xfrm>
              <a:off x="1136463" y="3380672"/>
              <a:ext cx="45719" cy="75385"/>
              <a:chOff x="3883481" y="2057400"/>
              <a:chExt cx="1608363" cy="2652031"/>
            </a:xfrm>
            <a:solidFill>
              <a:srgbClr val="A6A6A6"/>
            </a:solidFill>
          </p:grpSpPr>
          <p:sp>
            <p:nvSpPr>
              <p:cNvPr id="2545" name="Oval 27">
                <a:extLst>
                  <a:ext uri="{FF2B5EF4-FFF2-40B4-BE49-F238E27FC236}">
                    <a16:creationId xmlns:a16="http://schemas.microsoft.com/office/drawing/2014/main" id="{8C6E6E92-809E-AF1A-1096-AD5351946E4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46" name="Oval 28">
                <a:extLst>
                  <a:ext uri="{FF2B5EF4-FFF2-40B4-BE49-F238E27FC236}">
                    <a16:creationId xmlns:a16="http://schemas.microsoft.com/office/drawing/2014/main" id="{67357734-CF72-34B3-1208-18E2AD95C24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47" name="Group 2546">
            <a:extLst>
              <a:ext uri="{FF2B5EF4-FFF2-40B4-BE49-F238E27FC236}">
                <a16:creationId xmlns:a16="http://schemas.microsoft.com/office/drawing/2014/main" id="{CB029F0D-224E-76B7-4192-094381C9BD31}"/>
              </a:ext>
            </a:extLst>
          </p:cNvPr>
          <p:cNvGrpSpPr/>
          <p:nvPr/>
        </p:nvGrpSpPr>
        <p:grpSpPr>
          <a:xfrm>
            <a:off x="2928083" y="5128486"/>
            <a:ext cx="724144" cy="609701"/>
            <a:chOff x="6271424" y="3370808"/>
            <a:chExt cx="875460" cy="748695"/>
          </a:xfrm>
        </p:grpSpPr>
        <p:sp>
          <p:nvSpPr>
            <p:cNvPr id="2548" name="Rectangle 2547">
              <a:extLst>
                <a:ext uri="{FF2B5EF4-FFF2-40B4-BE49-F238E27FC236}">
                  <a16:creationId xmlns:a16="http://schemas.microsoft.com/office/drawing/2014/main" id="{FD45BDB9-FE0F-7F0A-06A0-0FE3FE7386A4}"/>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2549" name="Right Triangle 2548">
              <a:extLst>
                <a:ext uri="{FF2B5EF4-FFF2-40B4-BE49-F238E27FC236}">
                  <a16:creationId xmlns:a16="http://schemas.microsoft.com/office/drawing/2014/main" id="{15F42BA5-4B19-A8B9-DE03-4C2A6634EADA}"/>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50" name="Group 2549">
              <a:extLst>
                <a:ext uri="{FF2B5EF4-FFF2-40B4-BE49-F238E27FC236}">
                  <a16:creationId xmlns:a16="http://schemas.microsoft.com/office/drawing/2014/main" id="{B9F47F82-CEFB-277E-5955-69AAB9078FA3}"/>
                </a:ext>
              </a:extLst>
            </p:cNvPr>
            <p:cNvGrpSpPr/>
            <p:nvPr/>
          </p:nvGrpSpPr>
          <p:grpSpPr>
            <a:xfrm>
              <a:off x="7085694" y="3381257"/>
              <a:ext cx="45719" cy="75385"/>
              <a:chOff x="3883481" y="2057400"/>
              <a:chExt cx="1608363" cy="2652031"/>
            </a:xfrm>
            <a:solidFill>
              <a:srgbClr val="A6A6A6"/>
            </a:solidFill>
          </p:grpSpPr>
          <p:sp>
            <p:nvSpPr>
              <p:cNvPr id="2551" name="Oval 27">
                <a:extLst>
                  <a:ext uri="{FF2B5EF4-FFF2-40B4-BE49-F238E27FC236}">
                    <a16:creationId xmlns:a16="http://schemas.microsoft.com/office/drawing/2014/main" id="{DA3807A4-F7AC-F86C-55D4-2207623CE73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52" name="Oval 28">
                <a:extLst>
                  <a:ext uri="{FF2B5EF4-FFF2-40B4-BE49-F238E27FC236}">
                    <a16:creationId xmlns:a16="http://schemas.microsoft.com/office/drawing/2014/main" id="{0B1394E5-B83F-A719-9A97-09748925078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53" name="Group 2552">
            <a:extLst>
              <a:ext uri="{FF2B5EF4-FFF2-40B4-BE49-F238E27FC236}">
                <a16:creationId xmlns:a16="http://schemas.microsoft.com/office/drawing/2014/main" id="{E8B770BF-6EC1-DBF8-04B9-6F915560DB5E}"/>
              </a:ext>
            </a:extLst>
          </p:cNvPr>
          <p:cNvGrpSpPr/>
          <p:nvPr/>
        </p:nvGrpSpPr>
        <p:grpSpPr>
          <a:xfrm>
            <a:off x="2940467" y="2974054"/>
            <a:ext cx="721206" cy="613154"/>
            <a:chOff x="2307084" y="4187684"/>
            <a:chExt cx="871904" cy="752933"/>
          </a:xfrm>
        </p:grpSpPr>
        <p:sp>
          <p:nvSpPr>
            <p:cNvPr id="2554" name="Rectangle 2553">
              <a:extLst>
                <a:ext uri="{FF2B5EF4-FFF2-40B4-BE49-F238E27FC236}">
                  <a16:creationId xmlns:a16="http://schemas.microsoft.com/office/drawing/2014/main" id="{7792BD82-3E4E-0390-8EC4-B03535158B87}"/>
                </a:ext>
              </a:extLst>
            </p:cNvPr>
            <p:cNvSpPr/>
            <p:nvPr/>
          </p:nvSpPr>
          <p:spPr>
            <a:xfrm>
              <a:off x="230708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2555" name="Right Triangle 2554">
              <a:extLst>
                <a:ext uri="{FF2B5EF4-FFF2-40B4-BE49-F238E27FC236}">
                  <a16:creationId xmlns:a16="http://schemas.microsoft.com/office/drawing/2014/main" id="{120DCD30-76EC-36CD-584B-6FACD2A312B1}"/>
                </a:ext>
              </a:extLst>
            </p:cNvPr>
            <p:cNvSpPr/>
            <p:nvPr/>
          </p:nvSpPr>
          <p:spPr>
            <a:xfrm rot="10800000">
              <a:off x="3036801" y="418768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56" name="Group 2555">
              <a:extLst>
                <a:ext uri="{FF2B5EF4-FFF2-40B4-BE49-F238E27FC236}">
                  <a16:creationId xmlns:a16="http://schemas.microsoft.com/office/drawing/2014/main" id="{D74293B9-273F-E528-AA5C-F2236307D619}"/>
                </a:ext>
              </a:extLst>
            </p:cNvPr>
            <p:cNvGrpSpPr/>
            <p:nvPr/>
          </p:nvGrpSpPr>
          <p:grpSpPr>
            <a:xfrm>
              <a:off x="3117128" y="4195165"/>
              <a:ext cx="45719" cy="75385"/>
              <a:chOff x="3883481" y="2057400"/>
              <a:chExt cx="1608363" cy="2652031"/>
            </a:xfrm>
            <a:solidFill>
              <a:srgbClr val="A6A6A6"/>
            </a:solidFill>
          </p:grpSpPr>
          <p:sp>
            <p:nvSpPr>
              <p:cNvPr id="2557" name="Oval 27">
                <a:extLst>
                  <a:ext uri="{FF2B5EF4-FFF2-40B4-BE49-F238E27FC236}">
                    <a16:creationId xmlns:a16="http://schemas.microsoft.com/office/drawing/2014/main" id="{EBC728C7-18EC-F1A2-92E7-0480091E12A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58" name="Oval 28">
                <a:extLst>
                  <a:ext uri="{FF2B5EF4-FFF2-40B4-BE49-F238E27FC236}">
                    <a16:creationId xmlns:a16="http://schemas.microsoft.com/office/drawing/2014/main" id="{CEBE436F-05E2-C614-664A-64C60E14C17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59" name="Group 2558">
            <a:extLst>
              <a:ext uri="{FF2B5EF4-FFF2-40B4-BE49-F238E27FC236}">
                <a16:creationId xmlns:a16="http://schemas.microsoft.com/office/drawing/2014/main" id="{BEDD4347-BF9D-171C-8723-D0BABF8A0955}"/>
              </a:ext>
            </a:extLst>
          </p:cNvPr>
          <p:cNvGrpSpPr/>
          <p:nvPr/>
        </p:nvGrpSpPr>
        <p:grpSpPr>
          <a:xfrm>
            <a:off x="1268379" y="2974054"/>
            <a:ext cx="721206" cy="609701"/>
            <a:chOff x="1315999" y="2560818"/>
            <a:chExt cx="871904" cy="748695"/>
          </a:xfrm>
        </p:grpSpPr>
        <p:sp>
          <p:nvSpPr>
            <p:cNvPr id="2560" name="Rectangle 2559">
              <a:extLst>
                <a:ext uri="{FF2B5EF4-FFF2-40B4-BE49-F238E27FC236}">
                  <a16:creationId xmlns:a16="http://schemas.microsoft.com/office/drawing/2014/main" id="{E1947DFA-EBF7-1563-8E89-18A973ED8AD9}"/>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2561" name="Right Triangle 2560">
              <a:extLst>
                <a:ext uri="{FF2B5EF4-FFF2-40B4-BE49-F238E27FC236}">
                  <a16:creationId xmlns:a16="http://schemas.microsoft.com/office/drawing/2014/main" id="{C3DA1D52-A196-85D5-37F3-CE8D0FB0CA2C}"/>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62" name="Group 2561">
              <a:extLst>
                <a:ext uri="{FF2B5EF4-FFF2-40B4-BE49-F238E27FC236}">
                  <a16:creationId xmlns:a16="http://schemas.microsoft.com/office/drawing/2014/main" id="{486C846F-F425-174E-93A6-6AEF4453C9C0}"/>
                </a:ext>
              </a:extLst>
            </p:cNvPr>
            <p:cNvGrpSpPr/>
            <p:nvPr/>
          </p:nvGrpSpPr>
          <p:grpSpPr>
            <a:xfrm>
              <a:off x="2126717" y="2576032"/>
              <a:ext cx="45719" cy="75385"/>
              <a:chOff x="3883481" y="2057400"/>
              <a:chExt cx="1608363" cy="2652031"/>
            </a:xfrm>
            <a:solidFill>
              <a:srgbClr val="A6A6A6"/>
            </a:solidFill>
          </p:grpSpPr>
          <p:sp>
            <p:nvSpPr>
              <p:cNvPr id="2563" name="Oval 27">
                <a:extLst>
                  <a:ext uri="{FF2B5EF4-FFF2-40B4-BE49-F238E27FC236}">
                    <a16:creationId xmlns:a16="http://schemas.microsoft.com/office/drawing/2014/main" id="{53D3920B-7689-316C-1BC3-908CA161E8F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64" name="Oval 28">
                <a:extLst>
                  <a:ext uri="{FF2B5EF4-FFF2-40B4-BE49-F238E27FC236}">
                    <a16:creationId xmlns:a16="http://schemas.microsoft.com/office/drawing/2014/main" id="{17CF6E4C-4439-76D4-0875-84008D45D63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65" name="Group 2564">
            <a:extLst>
              <a:ext uri="{FF2B5EF4-FFF2-40B4-BE49-F238E27FC236}">
                <a16:creationId xmlns:a16="http://schemas.microsoft.com/office/drawing/2014/main" id="{880B405F-552C-0A60-49D4-6412FA9B7B77}"/>
              </a:ext>
            </a:extLst>
          </p:cNvPr>
          <p:cNvGrpSpPr/>
          <p:nvPr/>
        </p:nvGrpSpPr>
        <p:grpSpPr>
          <a:xfrm>
            <a:off x="2938534" y="811556"/>
            <a:ext cx="721206" cy="609701"/>
            <a:chOff x="3298169" y="909114"/>
            <a:chExt cx="871904" cy="748695"/>
          </a:xfrm>
        </p:grpSpPr>
        <p:sp>
          <p:nvSpPr>
            <p:cNvPr id="2566" name="Rectangle 2565">
              <a:extLst>
                <a:ext uri="{FF2B5EF4-FFF2-40B4-BE49-F238E27FC236}">
                  <a16:creationId xmlns:a16="http://schemas.microsoft.com/office/drawing/2014/main" id="{21AA7E58-DE95-E24E-223C-7612D81045CA}"/>
                </a:ext>
              </a:extLst>
            </p:cNvPr>
            <p:cNvSpPr/>
            <p:nvPr/>
          </p:nvSpPr>
          <p:spPr>
            <a:xfrm>
              <a:off x="329816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2567" name="Rectangle 2566">
              <a:extLst>
                <a:ext uri="{FF2B5EF4-FFF2-40B4-BE49-F238E27FC236}">
                  <a16:creationId xmlns:a16="http://schemas.microsoft.com/office/drawing/2014/main" id="{ECFF79F9-8501-6897-A989-3712620E6E2B}"/>
                </a:ext>
              </a:extLst>
            </p:cNvPr>
            <p:cNvSpPr/>
            <p:nvPr/>
          </p:nvSpPr>
          <p:spPr>
            <a:xfrm flipV="1">
              <a:off x="4043182"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68" name="Oval 15">
              <a:extLst>
                <a:ext uri="{FF2B5EF4-FFF2-40B4-BE49-F238E27FC236}">
                  <a16:creationId xmlns:a16="http://schemas.microsoft.com/office/drawing/2014/main" id="{31215C58-1EA0-1FCD-3047-69F142280593}"/>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569" name="Straight Connector 2568">
              <a:extLst>
                <a:ext uri="{FF2B5EF4-FFF2-40B4-BE49-F238E27FC236}">
                  <a16:creationId xmlns:a16="http://schemas.microsoft.com/office/drawing/2014/main" id="{98A80048-DC92-C58E-BB6F-D25CBEA21F96}"/>
                </a:ext>
              </a:extLst>
            </p:cNvPr>
            <p:cNvCxnSpPr>
              <a:cxnSpLocks/>
              <a:stCxn id="2568" idx="0"/>
            </p:cNvCxnSpPr>
            <p:nvPr/>
          </p:nvCxnSpPr>
          <p:spPr>
            <a:xfrm flipV="1">
              <a:off x="4083181"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570" name="Straight Connector 2569">
              <a:extLst>
                <a:ext uri="{FF2B5EF4-FFF2-40B4-BE49-F238E27FC236}">
                  <a16:creationId xmlns:a16="http://schemas.microsoft.com/office/drawing/2014/main" id="{F113D890-C306-349B-E262-B67EC9D6FE69}"/>
                </a:ext>
              </a:extLst>
            </p:cNvPr>
            <p:cNvCxnSpPr>
              <a:cxnSpLocks/>
            </p:cNvCxnSpPr>
            <p:nvPr/>
          </p:nvCxnSpPr>
          <p:spPr>
            <a:xfrm>
              <a:off x="4090095"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571" name="Group 2570">
            <a:extLst>
              <a:ext uri="{FF2B5EF4-FFF2-40B4-BE49-F238E27FC236}">
                <a16:creationId xmlns:a16="http://schemas.microsoft.com/office/drawing/2014/main" id="{6D45B310-0C44-0420-9ECA-15D777458511}"/>
              </a:ext>
            </a:extLst>
          </p:cNvPr>
          <p:cNvGrpSpPr/>
          <p:nvPr/>
        </p:nvGrpSpPr>
        <p:grpSpPr>
          <a:xfrm>
            <a:off x="2102909" y="811556"/>
            <a:ext cx="721206" cy="609701"/>
            <a:chOff x="2307084" y="909114"/>
            <a:chExt cx="871904" cy="748695"/>
          </a:xfrm>
        </p:grpSpPr>
        <p:sp>
          <p:nvSpPr>
            <p:cNvPr id="2572" name="Rectangle 2571">
              <a:extLst>
                <a:ext uri="{FF2B5EF4-FFF2-40B4-BE49-F238E27FC236}">
                  <a16:creationId xmlns:a16="http://schemas.microsoft.com/office/drawing/2014/main" id="{3CA62BDC-6A97-359E-7D51-3B2639112185}"/>
                </a:ext>
              </a:extLst>
            </p:cNvPr>
            <p:cNvSpPr/>
            <p:nvPr/>
          </p:nvSpPr>
          <p:spPr>
            <a:xfrm>
              <a:off x="230708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573" name="Rectangle 2572">
              <a:extLst>
                <a:ext uri="{FF2B5EF4-FFF2-40B4-BE49-F238E27FC236}">
                  <a16:creationId xmlns:a16="http://schemas.microsoft.com/office/drawing/2014/main" id="{B23283EB-E630-910C-1C75-B8818D637694}"/>
                </a:ext>
              </a:extLst>
            </p:cNvPr>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74" name="Oval 15">
              <a:extLst>
                <a:ext uri="{FF2B5EF4-FFF2-40B4-BE49-F238E27FC236}">
                  <a16:creationId xmlns:a16="http://schemas.microsoft.com/office/drawing/2014/main" id="{7C55F361-BB02-9AF9-FF25-86A15596A56E}"/>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575" name="Straight Connector 2574">
              <a:extLst>
                <a:ext uri="{FF2B5EF4-FFF2-40B4-BE49-F238E27FC236}">
                  <a16:creationId xmlns:a16="http://schemas.microsoft.com/office/drawing/2014/main" id="{D73C459C-32F0-5173-75DD-F82147F41723}"/>
                </a:ext>
              </a:extLst>
            </p:cNvPr>
            <p:cNvCxnSpPr>
              <a:cxnSpLocks/>
              <a:stCxn id="2574"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576" name="Straight Connector 2575">
              <a:extLst>
                <a:ext uri="{FF2B5EF4-FFF2-40B4-BE49-F238E27FC236}">
                  <a16:creationId xmlns:a16="http://schemas.microsoft.com/office/drawing/2014/main" id="{B06B7484-63FB-D33C-6DE2-1666E4FB5D53}"/>
                </a:ext>
              </a:extLst>
            </p:cNvPr>
            <p:cNvCxnSpPr>
              <a:cxnSpLocks/>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577" name="Group 2576">
            <a:extLst>
              <a:ext uri="{FF2B5EF4-FFF2-40B4-BE49-F238E27FC236}">
                <a16:creationId xmlns:a16="http://schemas.microsoft.com/office/drawing/2014/main" id="{3E25DC6E-7DD0-9C68-7367-D015D34EF5F2}"/>
              </a:ext>
            </a:extLst>
          </p:cNvPr>
          <p:cNvGrpSpPr/>
          <p:nvPr/>
        </p:nvGrpSpPr>
        <p:grpSpPr>
          <a:xfrm>
            <a:off x="431659" y="811556"/>
            <a:ext cx="721206" cy="609701"/>
            <a:chOff x="324914" y="909114"/>
            <a:chExt cx="871904" cy="748695"/>
          </a:xfrm>
        </p:grpSpPr>
        <p:sp>
          <p:nvSpPr>
            <p:cNvPr id="2578" name="Rectangle 2577">
              <a:extLst>
                <a:ext uri="{FF2B5EF4-FFF2-40B4-BE49-F238E27FC236}">
                  <a16:creationId xmlns:a16="http://schemas.microsoft.com/office/drawing/2014/main" id="{9B692003-C2D9-2B29-C633-E49808EC6209}"/>
                </a:ext>
              </a:extLst>
            </p:cNvPr>
            <p:cNvSpPr/>
            <p:nvPr/>
          </p:nvSpPr>
          <p:spPr>
            <a:xfrm>
              <a:off x="32491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2579" name="Right Triangle 2578">
              <a:extLst>
                <a:ext uri="{FF2B5EF4-FFF2-40B4-BE49-F238E27FC236}">
                  <a16:creationId xmlns:a16="http://schemas.microsoft.com/office/drawing/2014/main" id="{88FC548B-249E-9835-A2AE-07B083E65B75}"/>
                </a:ext>
              </a:extLst>
            </p:cNvPr>
            <p:cNvSpPr/>
            <p:nvPr/>
          </p:nvSpPr>
          <p:spPr>
            <a:xfrm rot="10800000">
              <a:off x="1053755"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80" name="Group 2579">
              <a:extLst>
                <a:ext uri="{FF2B5EF4-FFF2-40B4-BE49-F238E27FC236}">
                  <a16:creationId xmlns:a16="http://schemas.microsoft.com/office/drawing/2014/main" id="{92F702D2-038E-5AC7-0124-0D7069932C86}"/>
                </a:ext>
              </a:extLst>
            </p:cNvPr>
            <p:cNvGrpSpPr/>
            <p:nvPr/>
          </p:nvGrpSpPr>
          <p:grpSpPr>
            <a:xfrm>
              <a:off x="1134082" y="918978"/>
              <a:ext cx="45719" cy="75385"/>
              <a:chOff x="3883481" y="2057400"/>
              <a:chExt cx="1608363" cy="2652031"/>
            </a:xfrm>
            <a:solidFill>
              <a:srgbClr val="A6A6A6"/>
            </a:solidFill>
          </p:grpSpPr>
          <p:sp>
            <p:nvSpPr>
              <p:cNvPr id="2581" name="Oval 27">
                <a:extLst>
                  <a:ext uri="{FF2B5EF4-FFF2-40B4-BE49-F238E27FC236}">
                    <a16:creationId xmlns:a16="http://schemas.microsoft.com/office/drawing/2014/main" id="{DA248848-66D9-6123-94C9-1BAAE5C78B1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82" name="Oval 28">
                <a:extLst>
                  <a:ext uri="{FF2B5EF4-FFF2-40B4-BE49-F238E27FC236}">
                    <a16:creationId xmlns:a16="http://schemas.microsoft.com/office/drawing/2014/main" id="{F7620C42-834E-6C99-A7D7-D94E75164A0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83" name="Group 2582">
            <a:extLst>
              <a:ext uri="{FF2B5EF4-FFF2-40B4-BE49-F238E27FC236}">
                <a16:creationId xmlns:a16="http://schemas.microsoft.com/office/drawing/2014/main" id="{2CA52847-7207-EF14-0A18-B276A00BD2E7}"/>
              </a:ext>
            </a:extLst>
          </p:cNvPr>
          <p:cNvGrpSpPr/>
          <p:nvPr/>
        </p:nvGrpSpPr>
        <p:grpSpPr>
          <a:xfrm>
            <a:off x="1267284" y="811556"/>
            <a:ext cx="721206" cy="609701"/>
            <a:chOff x="1315999" y="909114"/>
            <a:chExt cx="871904" cy="748695"/>
          </a:xfrm>
        </p:grpSpPr>
        <p:sp>
          <p:nvSpPr>
            <p:cNvPr id="2584" name="Rectangle 2583">
              <a:extLst>
                <a:ext uri="{FF2B5EF4-FFF2-40B4-BE49-F238E27FC236}">
                  <a16:creationId xmlns:a16="http://schemas.microsoft.com/office/drawing/2014/main" id="{7F7378C6-EE9F-627C-0D95-2101B19919DD}"/>
                </a:ext>
              </a:extLst>
            </p:cNvPr>
            <p:cNvSpPr/>
            <p:nvPr/>
          </p:nvSpPr>
          <p:spPr>
            <a:xfrm>
              <a:off x="1315999"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2585" name="Right Triangle 2584">
              <a:extLst>
                <a:ext uri="{FF2B5EF4-FFF2-40B4-BE49-F238E27FC236}">
                  <a16:creationId xmlns:a16="http://schemas.microsoft.com/office/drawing/2014/main" id="{D5E79C83-4944-69EA-710A-5F13ACCB4E79}"/>
                </a:ext>
              </a:extLst>
            </p:cNvPr>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86" name="Group 2585">
              <a:extLst>
                <a:ext uri="{FF2B5EF4-FFF2-40B4-BE49-F238E27FC236}">
                  <a16:creationId xmlns:a16="http://schemas.microsoft.com/office/drawing/2014/main" id="{6CADC085-107B-0B62-DA8B-FAF79E813BD8}"/>
                </a:ext>
              </a:extLst>
            </p:cNvPr>
            <p:cNvGrpSpPr/>
            <p:nvPr/>
          </p:nvGrpSpPr>
          <p:grpSpPr>
            <a:xfrm>
              <a:off x="2126717" y="918978"/>
              <a:ext cx="45719" cy="75385"/>
              <a:chOff x="3883481" y="2057400"/>
              <a:chExt cx="1608363" cy="2652031"/>
            </a:xfrm>
            <a:solidFill>
              <a:srgbClr val="A6A6A6"/>
            </a:solidFill>
          </p:grpSpPr>
          <p:sp>
            <p:nvSpPr>
              <p:cNvPr id="2587" name="Oval 27">
                <a:extLst>
                  <a:ext uri="{FF2B5EF4-FFF2-40B4-BE49-F238E27FC236}">
                    <a16:creationId xmlns:a16="http://schemas.microsoft.com/office/drawing/2014/main" id="{A2EBDC62-FC78-4CC1-4DF1-980E4E44444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88" name="Oval 28">
                <a:extLst>
                  <a:ext uri="{FF2B5EF4-FFF2-40B4-BE49-F238E27FC236}">
                    <a16:creationId xmlns:a16="http://schemas.microsoft.com/office/drawing/2014/main" id="{7B07B193-B20D-FE74-1ED5-D26135009D5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89" name="Group 2588">
            <a:extLst>
              <a:ext uri="{FF2B5EF4-FFF2-40B4-BE49-F238E27FC236}">
                <a16:creationId xmlns:a16="http://schemas.microsoft.com/office/drawing/2014/main" id="{337D8808-68E4-BD90-4D0E-74226E8A9FE8}"/>
              </a:ext>
            </a:extLst>
          </p:cNvPr>
          <p:cNvGrpSpPr/>
          <p:nvPr/>
        </p:nvGrpSpPr>
        <p:grpSpPr>
          <a:xfrm>
            <a:off x="3776511" y="2974054"/>
            <a:ext cx="724144" cy="609701"/>
            <a:chOff x="6271424" y="3370808"/>
            <a:chExt cx="875460" cy="748695"/>
          </a:xfrm>
        </p:grpSpPr>
        <p:sp>
          <p:nvSpPr>
            <p:cNvPr id="2590" name="Rectangle 2589">
              <a:extLst>
                <a:ext uri="{FF2B5EF4-FFF2-40B4-BE49-F238E27FC236}">
                  <a16:creationId xmlns:a16="http://schemas.microsoft.com/office/drawing/2014/main" id="{AB6173DB-47A9-A359-5E16-F7E59D497356}"/>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2591" name="Right Triangle 2590">
              <a:extLst>
                <a:ext uri="{FF2B5EF4-FFF2-40B4-BE49-F238E27FC236}">
                  <a16:creationId xmlns:a16="http://schemas.microsoft.com/office/drawing/2014/main" id="{BAB8D721-5D58-EDD7-2882-E340DD1397BD}"/>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92" name="Group 2591">
              <a:extLst>
                <a:ext uri="{FF2B5EF4-FFF2-40B4-BE49-F238E27FC236}">
                  <a16:creationId xmlns:a16="http://schemas.microsoft.com/office/drawing/2014/main" id="{9FFCA3D2-7B8E-6B26-5431-F8CE989BFC83}"/>
                </a:ext>
              </a:extLst>
            </p:cNvPr>
            <p:cNvGrpSpPr/>
            <p:nvPr/>
          </p:nvGrpSpPr>
          <p:grpSpPr>
            <a:xfrm>
              <a:off x="7085694" y="3381257"/>
              <a:ext cx="45719" cy="75385"/>
              <a:chOff x="3883481" y="2057400"/>
              <a:chExt cx="1608363" cy="2652031"/>
            </a:xfrm>
            <a:solidFill>
              <a:srgbClr val="A6A6A6"/>
            </a:solidFill>
          </p:grpSpPr>
          <p:sp>
            <p:nvSpPr>
              <p:cNvPr id="2593" name="Oval 27">
                <a:extLst>
                  <a:ext uri="{FF2B5EF4-FFF2-40B4-BE49-F238E27FC236}">
                    <a16:creationId xmlns:a16="http://schemas.microsoft.com/office/drawing/2014/main" id="{E1EB7E3F-2A6B-BA45-ED2D-A30E376BF7A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94" name="Oval 28">
                <a:extLst>
                  <a:ext uri="{FF2B5EF4-FFF2-40B4-BE49-F238E27FC236}">
                    <a16:creationId xmlns:a16="http://schemas.microsoft.com/office/drawing/2014/main" id="{62771EAF-1516-1F04-D155-FE0DD550FB6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14" name="Group 2613">
            <a:extLst>
              <a:ext uri="{FF2B5EF4-FFF2-40B4-BE49-F238E27FC236}">
                <a16:creationId xmlns:a16="http://schemas.microsoft.com/office/drawing/2014/main" id="{6A1DE7BD-D4FE-C1FC-703D-B9BF4241A5AE}"/>
              </a:ext>
            </a:extLst>
          </p:cNvPr>
          <p:cNvGrpSpPr/>
          <p:nvPr/>
        </p:nvGrpSpPr>
        <p:grpSpPr>
          <a:xfrm>
            <a:off x="2099602" y="5136552"/>
            <a:ext cx="721206" cy="609701"/>
            <a:chOff x="2307084" y="3370808"/>
            <a:chExt cx="871904" cy="748695"/>
          </a:xfrm>
        </p:grpSpPr>
        <p:sp>
          <p:nvSpPr>
            <p:cNvPr id="2615" name="Rectangle 2614">
              <a:extLst>
                <a:ext uri="{FF2B5EF4-FFF2-40B4-BE49-F238E27FC236}">
                  <a16:creationId xmlns:a16="http://schemas.microsoft.com/office/drawing/2014/main" id="{4AF9F52C-3D36-0D39-79C4-C62638D0CB16}"/>
                </a:ext>
              </a:extLst>
            </p:cNvPr>
            <p:cNvSpPr/>
            <p:nvPr/>
          </p:nvSpPr>
          <p:spPr>
            <a:xfrm>
              <a:off x="230708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2616" name="Right Triangle 2615">
              <a:extLst>
                <a:ext uri="{FF2B5EF4-FFF2-40B4-BE49-F238E27FC236}">
                  <a16:creationId xmlns:a16="http://schemas.microsoft.com/office/drawing/2014/main" id="{660A280C-E24E-FC8D-F963-5311E5D47D2D}"/>
                </a:ext>
              </a:extLst>
            </p:cNvPr>
            <p:cNvSpPr/>
            <p:nvPr/>
          </p:nvSpPr>
          <p:spPr>
            <a:xfrm rot="10800000">
              <a:off x="3031994"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617" name="Group 2616">
              <a:extLst>
                <a:ext uri="{FF2B5EF4-FFF2-40B4-BE49-F238E27FC236}">
                  <a16:creationId xmlns:a16="http://schemas.microsoft.com/office/drawing/2014/main" id="{839C5E3A-A134-15CB-A5C2-860FDD3CC776}"/>
                </a:ext>
              </a:extLst>
            </p:cNvPr>
            <p:cNvGrpSpPr/>
            <p:nvPr/>
          </p:nvGrpSpPr>
          <p:grpSpPr>
            <a:xfrm>
              <a:off x="3112321" y="3389004"/>
              <a:ext cx="45719" cy="75385"/>
              <a:chOff x="3883481" y="2057400"/>
              <a:chExt cx="1608363" cy="2652031"/>
            </a:xfrm>
            <a:solidFill>
              <a:srgbClr val="A6A6A6"/>
            </a:solidFill>
          </p:grpSpPr>
          <p:sp>
            <p:nvSpPr>
              <p:cNvPr id="2618" name="Oval 27">
                <a:extLst>
                  <a:ext uri="{FF2B5EF4-FFF2-40B4-BE49-F238E27FC236}">
                    <a16:creationId xmlns:a16="http://schemas.microsoft.com/office/drawing/2014/main" id="{5E4C60B0-D9AE-CF8E-A3B4-030FC20D77E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19" name="Oval 28">
                <a:extLst>
                  <a:ext uri="{FF2B5EF4-FFF2-40B4-BE49-F238E27FC236}">
                    <a16:creationId xmlns:a16="http://schemas.microsoft.com/office/drawing/2014/main" id="{FB84B4B0-D612-1909-9359-546BC2CF5D1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20" name="Group 2619">
            <a:extLst>
              <a:ext uri="{FF2B5EF4-FFF2-40B4-BE49-F238E27FC236}">
                <a16:creationId xmlns:a16="http://schemas.microsoft.com/office/drawing/2014/main" id="{7C5539C4-E42E-9FD8-50DD-6291D69B5AF8}"/>
              </a:ext>
            </a:extLst>
          </p:cNvPr>
          <p:cNvGrpSpPr/>
          <p:nvPr/>
        </p:nvGrpSpPr>
        <p:grpSpPr>
          <a:xfrm>
            <a:off x="2100388" y="4419620"/>
            <a:ext cx="721206" cy="609701"/>
            <a:chOff x="5280339" y="3370808"/>
            <a:chExt cx="871904" cy="748695"/>
          </a:xfrm>
        </p:grpSpPr>
        <p:sp>
          <p:nvSpPr>
            <p:cNvPr id="2621" name="Rectangle 2620">
              <a:extLst>
                <a:ext uri="{FF2B5EF4-FFF2-40B4-BE49-F238E27FC236}">
                  <a16:creationId xmlns:a16="http://schemas.microsoft.com/office/drawing/2014/main" id="{A6AB175B-80C9-C042-A8C7-0F42A76FBA2A}"/>
                </a:ext>
              </a:extLst>
            </p:cNvPr>
            <p:cNvSpPr/>
            <p:nvPr/>
          </p:nvSpPr>
          <p:spPr>
            <a:xfrm>
              <a:off x="528033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2622" name="Right Triangle 2621">
              <a:extLst>
                <a:ext uri="{FF2B5EF4-FFF2-40B4-BE49-F238E27FC236}">
                  <a16:creationId xmlns:a16="http://schemas.microsoft.com/office/drawing/2014/main" id="{882FB6A5-64D4-61D6-E2D4-F3088760C2C6}"/>
                </a:ext>
              </a:extLst>
            </p:cNvPr>
            <p:cNvSpPr/>
            <p:nvPr/>
          </p:nvSpPr>
          <p:spPr>
            <a:xfrm rot="10800000">
              <a:off x="6009373"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623" name="Group 2622">
              <a:extLst>
                <a:ext uri="{FF2B5EF4-FFF2-40B4-BE49-F238E27FC236}">
                  <a16:creationId xmlns:a16="http://schemas.microsoft.com/office/drawing/2014/main" id="{1DA33417-2ACA-6234-EE7B-C3AFE5C22953}"/>
                </a:ext>
              </a:extLst>
            </p:cNvPr>
            <p:cNvGrpSpPr/>
            <p:nvPr/>
          </p:nvGrpSpPr>
          <p:grpSpPr>
            <a:xfrm>
              <a:off x="6089700" y="3389004"/>
              <a:ext cx="45719" cy="75385"/>
              <a:chOff x="3883481" y="2057400"/>
              <a:chExt cx="1608363" cy="2652031"/>
            </a:xfrm>
            <a:solidFill>
              <a:srgbClr val="A6A6A6"/>
            </a:solidFill>
          </p:grpSpPr>
          <p:sp>
            <p:nvSpPr>
              <p:cNvPr id="2624" name="Oval 27">
                <a:extLst>
                  <a:ext uri="{FF2B5EF4-FFF2-40B4-BE49-F238E27FC236}">
                    <a16:creationId xmlns:a16="http://schemas.microsoft.com/office/drawing/2014/main" id="{B8EF0C23-F563-40E2-3CFD-64817D658CF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25" name="Oval 28">
                <a:extLst>
                  <a:ext uri="{FF2B5EF4-FFF2-40B4-BE49-F238E27FC236}">
                    <a16:creationId xmlns:a16="http://schemas.microsoft.com/office/drawing/2014/main" id="{CA2A7208-34B3-73DF-5E29-7F813B85759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26" name="Group 2625">
            <a:extLst>
              <a:ext uri="{FF2B5EF4-FFF2-40B4-BE49-F238E27FC236}">
                <a16:creationId xmlns:a16="http://schemas.microsoft.com/office/drawing/2014/main" id="{6F049645-6605-2AB8-F7B7-F5A98682AEC5}"/>
              </a:ext>
            </a:extLst>
          </p:cNvPr>
          <p:cNvGrpSpPr/>
          <p:nvPr/>
        </p:nvGrpSpPr>
        <p:grpSpPr>
          <a:xfrm>
            <a:off x="2937172" y="4419620"/>
            <a:ext cx="721206" cy="610374"/>
            <a:chOff x="1315999" y="4191098"/>
            <a:chExt cx="871904" cy="749519"/>
          </a:xfrm>
        </p:grpSpPr>
        <p:sp>
          <p:nvSpPr>
            <p:cNvPr id="2627" name="Rectangle 2626">
              <a:extLst>
                <a:ext uri="{FF2B5EF4-FFF2-40B4-BE49-F238E27FC236}">
                  <a16:creationId xmlns:a16="http://schemas.microsoft.com/office/drawing/2014/main" id="{BE0E8F5F-C2B6-1060-898D-64CE606FDA19}"/>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2628" name="Right Triangle 2627">
              <a:extLst>
                <a:ext uri="{FF2B5EF4-FFF2-40B4-BE49-F238E27FC236}">
                  <a16:creationId xmlns:a16="http://schemas.microsoft.com/office/drawing/2014/main" id="{FC205E4D-6549-1434-F45F-A32529564021}"/>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629" name="Group 2628">
              <a:extLst>
                <a:ext uri="{FF2B5EF4-FFF2-40B4-BE49-F238E27FC236}">
                  <a16:creationId xmlns:a16="http://schemas.microsoft.com/office/drawing/2014/main" id="{9726B992-33FE-0FF3-EDDC-B39631592FB9}"/>
                </a:ext>
              </a:extLst>
            </p:cNvPr>
            <p:cNvGrpSpPr/>
            <p:nvPr/>
          </p:nvGrpSpPr>
          <p:grpSpPr>
            <a:xfrm>
              <a:off x="2126717" y="4198579"/>
              <a:ext cx="45719" cy="75385"/>
              <a:chOff x="3883481" y="2057400"/>
              <a:chExt cx="1608363" cy="2652031"/>
            </a:xfrm>
            <a:solidFill>
              <a:srgbClr val="A6A6A6"/>
            </a:solidFill>
          </p:grpSpPr>
          <p:sp>
            <p:nvSpPr>
              <p:cNvPr id="2630" name="Oval 27">
                <a:extLst>
                  <a:ext uri="{FF2B5EF4-FFF2-40B4-BE49-F238E27FC236}">
                    <a16:creationId xmlns:a16="http://schemas.microsoft.com/office/drawing/2014/main" id="{7A6FC17D-382F-7270-292F-1A7E07B60B1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31" name="Oval 28">
                <a:extLst>
                  <a:ext uri="{FF2B5EF4-FFF2-40B4-BE49-F238E27FC236}">
                    <a16:creationId xmlns:a16="http://schemas.microsoft.com/office/drawing/2014/main" id="{A166A596-FCB6-0699-8AC2-C10032D8D66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32" name="Group 2631">
            <a:extLst>
              <a:ext uri="{FF2B5EF4-FFF2-40B4-BE49-F238E27FC236}">
                <a16:creationId xmlns:a16="http://schemas.microsoft.com/office/drawing/2014/main" id="{CB136398-E60E-869E-260F-F1FCECD6E74B}"/>
              </a:ext>
            </a:extLst>
          </p:cNvPr>
          <p:cNvGrpSpPr/>
          <p:nvPr/>
        </p:nvGrpSpPr>
        <p:grpSpPr>
          <a:xfrm>
            <a:off x="6286128" y="4419620"/>
            <a:ext cx="721206" cy="609701"/>
            <a:chOff x="9244674" y="4191922"/>
            <a:chExt cx="871904" cy="748695"/>
          </a:xfrm>
        </p:grpSpPr>
        <p:sp>
          <p:nvSpPr>
            <p:cNvPr id="2633" name="Rectangle 2632">
              <a:hlinkHover r:id="" action="ppaction://noaction" highlightClick="1"/>
              <a:extLst>
                <a:ext uri="{FF2B5EF4-FFF2-40B4-BE49-F238E27FC236}">
                  <a16:creationId xmlns:a16="http://schemas.microsoft.com/office/drawing/2014/main" id="{D1FB96F9-75AE-079C-0FC5-AC71C1AF4996}"/>
                </a:ext>
              </a:extLst>
            </p:cNvPr>
            <p:cNvSpPr/>
            <p:nvPr/>
          </p:nvSpPr>
          <p:spPr>
            <a:xfrm>
              <a:off x="924467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2634" name="Oval 2633">
              <a:extLst>
                <a:ext uri="{FF2B5EF4-FFF2-40B4-BE49-F238E27FC236}">
                  <a16:creationId xmlns:a16="http://schemas.microsoft.com/office/drawing/2014/main" id="{211B562F-E5D5-8E50-B606-F9EB5372358F}"/>
                </a:ext>
              </a:extLst>
            </p:cNvPr>
            <p:cNvSpPr/>
            <p:nvPr/>
          </p:nvSpPr>
          <p:spPr>
            <a:xfrm>
              <a:off x="9943180"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35" name="Isosceles Triangle 648">
              <a:extLst>
                <a:ext uri="{FF2B5EF4-FFF2-40B4-BE49-F238E27FC236}">
                  <a16:creationId xmlns:a16="http://schemas.microsoft.com/office/drawing/2014/main" id="{EB5E55EC-3F88-A0DD-AC95-73A0B3CD500D}"/>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36" name="Group 2635">
            <a:extLst>
              <a:ext uri="{FF2B5EF4-FFF2-40B4-BE49-F238E27FC236}">
                <a16:creationId xmlns:a16="http://schemas.microsoft.com/office/drawing/2014/main" id="{3920C817-A8FC-DC9F-B01C-EE9BEBAE5BC8}"/>
              </a:ext>
            </a:extLst>
          </p:cNvPr>
          <p:cNvGrpSpPr/>
          <p:nvPr/>
        </p:nvGrpSpPr>
        <p:grpSpPr>
          <a:xfrm>
            <a:off x="5458938" y="5135301"/>
            <a:ext cx="721206" cy="609701"/>
            <a:chOff x="5280339" y="4191922"/>
            <a:chExt cx="871904" cy="748695"/>
          </a:xfrm>
        </p:grpSpPr>
        <p:sp>
          <p:nvSpPr>
            <p:cNvPr id="2637" name="Rectangle 2636">
              <a:hlinkHover r:id="" action="ppaction://noaction" highlightClick="1"/>
              <a:extLst>
                <a:ext uri="{FF2B5EF4-FFF2-40B4-BE49-F238E27FC236}">
                  <a16:creationId xmlns:a16="http://schemas.microsoft.com/office/drawing/2014/main" id="{ADBE865B-EEE1-D39F-F814-7800C3CD6875}"/>
                </a:ext>
              </a:extLst>
            </p:cNvPr>
            <p:cNvSpPr/>
            <p:nvPr/>
          </p:nvSpPr>
          <p:spPr>
            <a:xfrm>
              <a:off x="528033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2638" name="Oval 2637">
              <a:extLst>
                <a:ext uri="{FF2B5EF4-FFF2-40B4-BE49-F238E27FC236}">
                  <a16:creationId xmlns:a16="http://schemas.microsoft.com/office/drawing/2014/main" id="{388FB586-4C69-BAE4-D091-12F7523455B1}"/>
                </a:ext>
              </a:extLst>
            </p:cNvPr>
            <p:cNvSpPr/>
            <p:nvPr/>
          </p:nvSpPr>
          <p:spPr>
            <a:xfrm>
              <a:off x="597784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39" name="Isosceles Triangle 648">
              <a:extLst>
                <a:ext uri="{FF2B5EF4-FFF2-40B4-BE49-F238E27FC236}">
                  <a16:creationId xmlns:a16="http://schemas.microsoft.com/office/drawing/2014/main" id="{36B8419F-69AC-A7E1-F751-4B09A9F2B13A}"/>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40" name="Group 2639">
            <a:extLst>
              <a:ext uri="{FF2B5EF4-FFF2-40B4-BE49-F238E27FC236}">
                <a16:creationId xmlns:a16="http://schemas.microsoft.com/office/drawing/2014/main" id="{4ADECE7C-BEED-46BA-456B-FE6F45F05E3C}"/>
              </a:ext>
            </a:extLst>
          </p:cNvPr>
          <p:cNvGrpSpPr/>
          <p:nvPr/>
        </p:nvGrpSpPr>
        <p:grpSpPr>
          <a:xfrm>
            <a:off x="6289144" y="5141013"/>
            <a:ext cx="721206" cy="609701"/>
            <a:chOff x="8253594" y="5012622"/>
            <a:chExt cx="871904" cy="748695"/>
          </a:xfrm>
        </p:grpSpPr>
        <p:sp>
          <p:nvSpPr>
            <p:cNvPr id="2641" name="Rectangle 2640">
              <a:hlinkHover r:id="" action="ppaction://noaction" highlightClick="1"/>
              <a:extLst>
                <a:ext uri="{FF2B5EF4-FFF2-40B4-BE49-F238E27FC236}">
                  <a16:creationId xmlns:a16="http://schemas.microsoft.com/office/drawing/2014/main" id="{91404B12-17F1-630E-7103-B8DC91CC1EC6}"/>
                </a:ext>
              </a:extLst>
            </p:cNvPr>
            <p:cNvSpPr/>
            <p:nvPr/>
          </p:nvSpPr>
          <p:spPr>
            <a:xfrm>
              <a:off x="825359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2642" name="Oval 2641">
              <a:extLst>
                <a:ext uri="{FF2B5EF4-FFF2-40B4-BE49-F238E27FC236}">
                  <a16:creationId xmlns:a16="http://schemas.microsoft.com/office/drawing/2014/main" id="{5516FC35-810A-4B60-D292-C88302D97C00}"/>
                </a:ext>
              </a:extLst>
            </p:cNvPr>
            <p:cNvSpPr/>
            <p:nvPr/>
          </p:nvSpPr>
          <p:spPr>
            <a:xfrm>
              <a:off x="895339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43" name="Isosceles Triangle 648">
              <a:extLst>
                <a:ext uri="{FF2B5EF4-FFF2-40B4-BE49-F238E27FC236}">
                  <a16:creationId xmlns:a16="http://schemas.microsoft.com/office/drawing/2014/main" id="{6B5A550E-A76C-EF53-32CF-879E90E768A7}"/>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44" name="Group 2643">
            <a:extLst>
              <a:ext uri="{FF2B5EF4-FFF2-40B4-BE49-F238E27FC236}">
                <a16:creationId xmlns:a16="http://schemas.microsoft.com/office/drawing/2014/main" id="{F989BB20-45D5-45C7-571D-32EC30BC0F78}"/>
              </a:ext>
            </a:extLst>
          </p:cNvPr>
          <p:cNvGrpSpPr/>
          <p:nvPr/>
        </p:nvGrpSpPr>
        <p:grpSpPr>
          <a:xfrm>
            <a:off x="7122909" y="4419620"/>
            <a:ext cx="721206" cy="609701"/>
            <a:chOff x="7262509" y="5012622"/>
            <a:chExt cx="871904" cy="748695"/>
          </a:xfrm>
        </p:grpSpPr>
        <p:sp>
          <p:nvSpPr>
            <p:cNvPr id="2645" name="Rectangle 2644">
              <a:hlinkHover r:id="" action="ppaction://noaction" highlightClick="1"/>
              <a:extLst>
                <a:ext uri="{FF2B5EF4-FFF2-40B4-BE49-F238E27FC236}">
                  <a16:creationId xmlns:a16="http://schemas.microsoft.com/office/drawing/2014/main" id="{B2B37034-936E-2E41-8AEB-5C8F488B0E14}"/>
                </a:ext>
              </a:extLst>
            </p:cNvPr>
            <p:cNvSpPr/>
            <p:nvPr/>
          </p:nvSpPr>
          <p:spPr>
            <a:xfrm>
              <a:off x="726250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2646" name="Oval 2645">
              <a:extLst>
                <a:ext uri="{FF2B5EF4-FFF2-40B4-BE49-F238E27FC236}">
                  <a16:creationId xmlns:a16="http://schemas.microsoft.com/office/drawing/2014/main" id="{16CE31DC-0AE3-DE90-8ECE-EEEF995090C6}"/>
                </a:ext>
              </a:extLst>
            </p:cNvPr>
            <p:cNvSpPr/>
            <p:nvPr/>
          </p:nvSpPr>
          <p:spPr>
            <a:xfrm>
              <a:off x="79612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47" name="Isosceles Triangle 648">
              <a:extLst>
                <a:ext uri="{FF2B5EF4-FFF2-40B4-BE49-F238E27FC236}">
                  <a16:creationId xmlns:a16="http://schemas.microsoft.com/office/drawing/2014/main" id="{F0C60D0E-5787-C4EC-3DDD-B74BF5EED8FD}"/>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48" name="Group 2647">
            <a:extLst>
              <a:ext uri="{FF2B5EF4-FFF2-40B4-BE49-F238E27FC236}">
                <a16:creationId xmlns:a16="http://schemas.microsoft.com/office/drawing/2014/main" id="{BD2B56DB-95A9-98C6-8C53-B18B01D03662}"/>
              </a:ext>
            </a:extLst>
          </p:cNvPr>
          <p:cNvGrpSpPr/>
          <p:nvPr/>
        </p:nvGrpSpPr>
        <p:grpSpPr>
          <a:xfrm>
            <a:off x="5451974" y="3707588"/>
            <a:ext cx="721206" cy="609701"/>
            <a:chOff x="11335787" y="4191133"/>
            <a:chExt cx="710037" cy="609701"/>
          </a:xfrm>
        </p:grpSpPr>
        <p:sp>
          <p:nvSpPr>
            <p:cNvPr id="2649" name="Rectangle 2648">
              <a:hlinkHover r:id="" action="ppaction://noaction" highlightClick="1"/>
              <a:extLst>
                <a:ext uri="{FF2B5EF4-FFF2-40B4-BE49-F238E27FC236}">
                  <a16:creationId xmlns:a16="http://schemas.microsoft.com/office/drawing/2014/main" id="{C9E74806-38FA-6706-8E96-D796185E36F4}"/>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650" name="Oval 2649">
              <a:extLst>
                <a:ext uri="{FF2B5EF4-FFF2-40B4-BE49-F238E27FC236}">
                  <a16:creationId xmlns:a16="http://schemas.microsoft.com/office/drawing/2014/main" id="{C4CB438F-43F7-F075-FA0E-68AAE57DE9AD}"/>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51" name="Isosceles Triangle 648">
              <a:extLst>
                <a:ext uri="{FF2B5EF4-FFF2-40B4-BE49-F238E27FC236}">
                  <a16:creationId xmlns:a16="http://schemas.microsoft.com/office/drawing/2014/main" id="{53010584-1809-F91E-4D83-7D861DE1706C}"/>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52" name="Group 2651">
            <a:extLst>
              <a:ext uri="{FF2B5EF4-FFF2-40B4-BE49-F238E27FC236}">
                <a16:creationId xmlns:a16="http://schemas.microsoft.com/office/drawing/2014/main" id="{A9E596DD-425B-C8CA-F638-846C8717CF3E}"/>
              </a:ext>
            </a:extLst>
          </p:cNvPr>
          <p:cNvGrpSpPr/>
          <p:nvPr/>
        </p:nvGrpSpPr>
        <p:grpSpPr>
          <a:xfrm>
            <a:off x="5454383" y="4419620"/>
            <a:ext cx="721206" cy="609701"/>
            <a:chOff x="5280339" y="5012622"/>
            <a:chExt cx="871904" cy="748695"/>
          </a:xfrm>
        </p:grpSpPr>
        <p:sp>
          <p:nvSpPr>
            <p:cNvPr id="2653" name="Rectangle 2652">
              <a:hlinkHover r:id="" action="ppaction://noaction" highlightClick="1"/>
              <a:extLst>
                <a:ext uri="{FF2B5EF4-FFF2-40B4-BE49-F238E27FC236}">
                  <a16:creationId xmlns:a16="http://schemas.microsoft.com/office/drawing/2014/main" id="{CCE6F315-9175-689D-F274-EA87E66EB760}"/>
                </a:ext>
              </a:extLst>
            </p:cNvPr>
            <p:cNvSpPr/>
            <p:nvPr/>
          </p:nvSpPr>
          <p:spPr>
            <a:xfrm>
              <a:off x="528033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2654" name="Oval 2653">
              <a:extLst>
                <a:ext uri="{FF2B5EF4-FFF2-40B4-BE49-F238E27FC236}">
                  <a16:creationId xmlns:a16="http://schemas.microsoft.com/office/drawing/2014/main" id="{43FC011A-59FF-5D86-E2B0-AA55BD419882}"/>
                </a:ext>
              </a:extLst>
            </p:cNvPr>
            <p:cNvSpPr/>
            <p:nvPr/>
          </p:nvSpPr>
          <p:spPr>
            <a:xfrm>
              <a:off x="597784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55" name="Isosceles Triangle 648">
              <a:extLst>
                <a:ext uri="{FF2B5EF4-FFF2-40B4-BE49-F238E27FC236}">
                  <a16:creationId xmlns:a16="http://schemas.microsoft.com/office/drawing/2014/main" id="{6C424757-78E1-60DA-6F02-4307DD492BDC}"/>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56" name="Group 2655">
            <a:extLst>
              <a:ext uri="{FF2B5EF4-FFF2-40B4-BE49-F238E27FC236}">
                <a16:creationId xmlns:a16="http://schemas.microsoft.com/office/drawing/2014/main" id="{7E0ED2E1-3B82-E28B-5041-2B43FAC2C905}"/>
              </a:ext>
            </a:extLst>
          </p:cNvPr>
          <p:cNvGrpSpPr/>
          <p:nvPr/>
        </p:nvGrpSpPr>
        <p:grpSpPr>
          <a:xfrm>
            <a:off x="3775041" y="5130129"/>
            <a:ext cx="721893" cy="609702"/>
            <a:chOff x="324914" y="2550516"/>
            <a:chExt cx="872735" cy="748697"/>
          </a:xfrm>
        </p:grpSpPr>
        <p:sp>
          <p:nvSpPr>
            <p:cNvPr id="2657" name="Rectangle 2656">
              <a:hlinkHover r:id="" action="ppaction://noaction" highlightClick="1"/>
              <a:extLst>
                <a:ext uri="{FF2B5EF4-FFF2-40B4-BE49-F238E27FC236}">
                  <a16:creationId xmlns:a16="http://schemas.microsoft.com/office/drawing/2014/main" id="{23307613-593D-0983-7AAF-41C12DD6D20D}"/>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2658" name="Group 2657">
              <a:extLst>
                <a:ext uri="{FF2B5EF4-FFF2-40B4-BE49-F238E27FC236}">
                  <a16:creationId xmlns:a16="http://schemas.microsoft.com/office/drawing/2014/main" id="{CC34F3DD-59D9-C6A7-E1FB-727DD043F9A6}"/>
                </a:ext>
              </a:extLst>
            </p:cNvPr>
            <p:cNvGrpSpPr/>
            <p:nvPr/>
          </p:nvGrpSpPr>
          <p:grpSpPr>
            <a:xfrm>
              <a:off x="1040599" y="2550516"/>
              <a:ext cx="157050" cy="157050"/>
              <a:chOff x="1040599" y="2550516"/>
              <a:chExt cx="157050" cy="157050"/>
            </a:xfrm>
          </p:grpSpPr>
          <p:sp>
            <p:nvSpPr>
              <p:cNvPr id="2659" name="Diamond 2658">
                <a:extLst>
                  <a:ext uri="{FF2B5EF4-FFF2-40B4-BE49-F238E27FC236}">
                    <a16:creationId xmlns:a16="http://schemas.microsoft.com/office/drawing/2014/main" id="{24DCB604-3F55-C9BF-7D8C-02AC5BA4E055}"/>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60" name="Oval 2659">
                <a:extLst>
                  <a:ext uri="{FF2B5EF4-FFF2-40B4-BE49-F238E27FC236}">
                    <a16:creationId xmlns:a16="http://schemas.microsoft.com/office/drawing/2014/main" id="{AFE42112-7A84-2A67-8DFA-154B6A4B938B}"/>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61" name="Group 2660">
            <a:extLst>
              <a:ext uri="{FF2B5EF4-FFF2-40B4-BE49-F238E27FC236}">
                <a16:creationId xmlns:a16="http://schemas.microsoft.com/office/drawing/2014/main" id="{6F110212-AB0D-C9C8-7FB7-7BB48D9B7B71}"/>
              </a:ext>
            </a:extLst>
          </p:cNvPr>
          <p:cNvGrpSpPr/>
          <p:nvPr/>
        </p:nvGrpSpPr>
        <p:grpSpPr>
          <a:xfrm>
            <a:off x="4618174" y="5130744"/>
            <a:ext cx="721893" cy="609702"/>
            <a:chOff x="324914" y="2550516"/>
            <a:chExt cx="872735" cy="748697"/>
          </a:xfrm>
        </p:grpSpPr>
        <p:sp>
          <p:nvSpPr>
            <p:cNvPr id="2662" name="Rectangle 2661">
              <a:hlinkHover r:id="" action="ppaction://noaction" highlightClick="1"/>
              <a:extLst>
                <a:ext uri="{FF2B5EF4-FFF2-40B4-BE49-F238E27FC236}">
                  <a16:creationId xmlns:a16="http://schemas.microsoft.com/office/drawing/2014/main" id="{345970D1-74B1-E80A-ADEB-D17302915FE7}"/>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2663" name="Group 2662">
              <a:extLst>
                <a:ext uri="{FF2B5EF4-FFF2-40B4-BE49-F238E27FC236}">
                  <a16:creationId xmlns:a16="http://schemas.microsoft.com/office/drawing/2014/main" id="{75E57496-102F-4115-979A-C3653BDFA4C8}"/>
                </a:ext>
              </a:extLst>
            </p:cNvPr>
            <p:cNvGrpSpPr/>
            <p:nvPr/>
          </p:nvGrpSpPr>
          <p:grpSpPr>
            <a:xfrm>
              <a:off x="1040599" y="2550516"/>
              <a:ext cx="157050" cy="157050"/>
              <a:chOff x="1040599" y="2550516"/>
              <a:chExt cx="157050" cy="157050"/>
            </a:xfrm>
          </p:grpSpPr>
          <p:sp>
            <p:nvSpPr>
              <p:cNvPr id="2664" name="Diamond 2663">
                <a:extLst>
                  <a:ext uri="{FF2B5EF4-FFF2-40B4-BE49-F238E27FC236}">
                    <a16:creationId xmlns:a16="http://schemas.microsoft.com/office/drawing/2014/main" id="{DF8A888D-5896-B472-D02F-DC6AE63A2BAD}"/>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65" name="Oval 2664">
                <a:extLst>
                  <a:ext uri="{FF2B5EF4-FFF2-40B4-BE49-F238E27FC236}">
                    <a16:creationId xmlns:a16="http://schemas.microsoft.com/office/drawing/2014/main" id="{6AE24C72-E01C-C311-15E0-C82C32CDBC7D}"/>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66" name="Group 2665">
            <a:extLst>
              <a:ext uri="{FF2B5EF4-FFF2-40B4-BE49-F238E27FC236}">
                <a16:creationId xmlns:a16="http://schemas.microsoft.com/office/drawing/2014/main" id="{2BE814D3-46F3-4728-DF6D-660CA611B50A}"/>
              </a:ext>
            </a:extLst>
          </p:cNvPr>
          <p:cNvGrpSpPr/>
          <p:nvPr/>
        </p:nvGrpSpPr>
        <p:grpSpPr>
          <a:xfrm>
            <a:off x="7125831" y="5143364"/>
            <a:ext cx="721206" cy="609701"/>
            <a:chOff x="8253594" y="4191922"/>
            <a:chExt cx="871904" cy="748695"/>
          </a:xfrm>
        </p:grpSpPr>
        <p:sp>
          <p:nvSpPr>
            <p:cNvPr id="2667" name="Rectangle 2666">
              <a:hlinkHover r:id="" action="ppaction://noaction" highlightClick="1"/>
              <a:extLst>
                <a:ext uri="{FF2B5EF4-FFF2-40B4-BE49-F238E27FC236}">
                  <a16:creationId xmlns:a16="http://schemas.microsoft.com/office/drawing/2014/main" id="{B5DEBF59-6723-DB51-90ED-D0063C44732D}"/>
                </a:ext>
              </a:extLst>
            </p:cNvPr>
            <p:cNvSpPr/>
            <p:nvPr/>
          </p:nvSpPr>
          <p:spPr>
            <a:xfrm>
              <a:off x="825359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2668" name="Oval 2667">
              <a:extLst>
                <a:ext uri="{FF2B5EF4-FFF2-40B4-BE49-F238E27FC236}">
                  <a16:creationId xmlns:a16="http://schemas.microsoft.com/office/drawing/2014/main" id="{91C8F94A-E85B-EBFE-26F0-FD368C4EA9A7}"/>
                </a:ext>
              </a:extLst>
            </p:cNvPr>
            <p:cNvSpPr/>
            <p:nvPr/>
          </p:nvSpPr>
          <p:spPr>
            <a:xfrm>
              <a:off x="895339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69" name="Isosceles Triangle 648">
              <a:extLst>
                <a:ext uri="{FF2B5EF4-FFF2-40B4-BE49-F238E27FC236}">
                  <a16:creationId xmlns:a16="http://schemas.microsoft.com/office/drawing/2014/main" id="{C3438DD1-78BB-5073-D952-FA2A24C29FB0}"/>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70" name="Group 2669">
            <a:extLst>
              <a:ext uri="{FF2B5EF4-FFF2-40B4-BE49-F238E27FC236}">
                <a16:creationId xmlns:a16="http://schemas.microsoft.com/office/drawing/2014/main" id="{F62988D8-DC23-42B3-0F6C-14FD87BF7EC0}"/>
              </a:ext>
            </a:extLst>
          </p:cNvPr>
          <p:cNvGrpSpPr/>
          <p:nvPr/>
        </p:nvGrpSpPr>
        <p:grpSpPr>
          <a:xfrm>
            <a:off x="7122909" y="3698227"/>
            <a:ext cx="721206" cy="609701"/>
            <a:chOff x="7262509" y="4191922"/>
            <a:chExt cx="871904" cy="748695"/>
          </a:xfrm>
        </p:grpSpPr>
        <p:sp>
          <p:nvSpPr>
            <p:cNvPr id="2671" name="Rectangle 2670">
              <a:hlinkHover r:id="" action="ppaction://noaction" highlightClick="1"/>
              <a:extLst>
                <a:ext uri="{FF2B5EF4-FFF2-40B4-BE49-F238E27FC236}">
                  <a16:creationId xmlns:a16="http://schemas.microsoft.com/office/drawing/2014/main" id="{128C94BE-BFF8-F6B1-8100-0C1A58278EE9}"/>
                </a:ext>
              </a:extLst>
            </p:cNvPr>
            <p:cNvSpPr/>
            <p:nvPr/>
          </p:nvSpPr>
          <p:spPr>
            <a:xfrm>
              <a:off x="726250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2672" name="Oval 2671">
              <a:extLst>
                <a:ext uri="{FF2B5EF4-FFF2-40B4-BE49-F238E27FC236}">
                  <a16:creationId xmlns:a16="http://schemas.microsoft.com/office/drawing/2014/main" id="{3F566AEC-7A8D-432F-345C-13480F635A78}"/>
                </a:ext>
              </a:extLst>
            </p:cNvPr>
            <p:cNvSpPr/>
            <p:nvPr/>
          </p:nvSpPr>
          <p:spPr>
            <a:xfrm>
              <a:off x="796122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73" name="Isosceles Triangle 648">
              <a:extLst>
                <a:ext uri="{FF2B5EF4-FFF2-40B4-BE49-F238E27FC236}">
                  <a16:creationId xmlns:a16="http://schemas.microsoft.com/office/drawing/2014/main" id="{AA605CF2-0F40-6D0C-E6DB-7654F626E58F}"/>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74" name="Group 2673">
            <a:extLst>
              <a:ext uri="{FF2B5EF4-FFF2-40B4-BE49-F238E27FC236}">
                <a16:creationId xmlns:a16="http://schemas.microsoft.com/office/drawing/2014/main" id="{1841E610-7843-7781-2F0E-5753EA579937}"/>
              </a:ext>
            </a:extLst>
          </p:cNvPr>
          <p:cNvGrpSpPr/>
          <p:nvPr/>
        </p:nvGrpSpPr>
        <p:grpSpPr>
          <a:xfrm>
            <a:off x="6286222" y="3698227"/>
            <a:ext cx="721206" cy="609701"/>
            <a:chOff x="6271424" y="4191922"/>
            <a:chExt cx="871904" cy="748695"/>
          </a:xfrm>
        </p:grpSpPr>
        <p:sp>
          <p:nvSpPr>
            <p:cNvPr id="2675" name="Rectangle 2674">
              <a:hlinkHover r:id="" action="ppaction://noaction" highlightClick="1"/>
              <a:extLst>
                <a:ext uri="{FF2B5EF4-FFF2-40B4-BE49-F238E27FC236}">
                  <a16:creationId xmlns:a16="http://schemas.microsoft.com/office/drawing/2014/main" id="{4BE9B311-3428-E089-475C-8D9629D01F22}"/>
                </a:ext>
              </a:extLst>
            </p:cNvPr>
            <p:cNvSpPr/>
            <p:nvPr/>
          </p:nvSpPr>
          <p:spPr>
            <a:xfrm>
              <a:off x="627142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2676" name="Oval 2675">
              <a:extLst>
                <a:ext uri="{FF2B5EF4-FFF2-40B4-BE49-F238E27FC236}">
                  <a16:creationId xmlns:a16="http://schemas.microsoft.com/office/drawing/2014/main" id="{D2C37FF0-F70B-CD05-EB00-134CBB3356F2}"/>
                </a:ext>
              </a:extLst>
            </p:cNvPr>
            <p:cNvSpPr/>
            <p:nvPr/>
          </p:nvSpPr>
          <p:spPr>
            <a:xfrm>
              <a:off x="697080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77" name="Isosceles Triangle 648">
              <a:extLst>
                <a:ext uri="{FF2B5EF4-FFF2-40B4-BE49-F238E27FC236}">
                  <a16:creationId xmlns:a16="http://schemas.microsoft.com/office/drawing/2014/main" id="{125EC56B-F0C1-8D3F-C138-A52B648E9018}"/>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78" name="Group 2677">
            <a:extLst>
              <a:ext uri="{FF2B5EF4-FFF2-40B4-BE49-F238E27FC236}">
                <a16:creationId xmlns:a16="http://schemas.microsoft.com/office/drawing/2014/main" id="{6E7AA892-1090-24C3-F554-AF3303AA67FF}"/>
              </a:ext>
            </a:extLst>
          </p:cNvPr>
          <p:cNvGrpSpPr/>
          <p:nvPr/>
        </p:nvGrpSpPr>
        <p:grpSpPr>
          <a:xfrm>
            <a:off x="10506599" y="811556"/>
            <a:ext cx="721206" cy="609701"/>
            <a:chOff x="11226844" y="909114"/>
            <a:chExt cx="871904" cy="748695"/>
          </a:xfrm>
        </p:grpSpPr>
        <p:sp>
          <p:nvSpPr>
            <p:cNvPr id="2679" name="Rectangle 2678">
              <a:extLst>
                <a:ext uri="{FF2B5EF4-FFF2-40B4-BE49-F238E27FC236}">
                  <a16:creationId xmlns:a16="http://schemas.microsoft.com/office/drawing/2014/main" id="{8B226512-B0F6-0FE4-A8CC-FC2BB7218369}"/>
                </a:ext>
              </a:extLst>
            </p:cNvPr>
            <p:cNvSpPr/>
            <p:nvPr/>
          </p:nvSpPr>
          <p:spPr>
            <a:xfrm>
              <a:off x="1122684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680" name="Rectangle 2679">
              <a:extLst>
                <a:ext uri="{FF2B5EF4-FFF2-40B4-BE49-F238E27FC236}">
                  <a16:creationId xmlns:a16="http://schemas.microsoft.com/office/drawing/2014/main" id="{50C8522F-57B7-8B0D-19F9-88B234AF8A0C}"/>
                </a:ext>
              </a:extLst>
            </p:cNvPr>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81" name="Oval 15">
              <a:extLst>
                <a:ext uri="{FF2B5EF4-FFF2-40B4-BE49-F238E27FC236}">
                  <a16:creationId xmlns:a16="http://schemas.microsoft.com/office/drawing/2014/main" id="{CFAC7DB3-35FD-C22C-7688-0713407E2F08}"/>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682" name="Straight Connector 2681">
              <a:extLst>
                <a:ext uri="{FF2B5EF4-FFF2-40B4-BE49-F238E27FC236}">
                  <a16:creationId xmlns:a16="http://schemas.microsoft.com/office/drawing/2014/main" id="{4224D478-136B-6AF7-E34A-6664F0B27539}"/>
                </a:ext>
              </a:extLst>
            </p:cNvPr>
            <p:cNvCxnSpPr>
              <a:cxnSpLocks/>
              <a:stCxn id="2681"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683" name="Straight Connector 2682">
              <a:extLst>
                <a:ext uri="{FF2B5EF4-FFF2-40B4-BE49-F238E27FC236}">
                  <a16:creationId xmlns:a16="http://schemas.microsoft.com/office/drawing/2014/main" id="{CEEAA362-EB21-CFF5-43A2-33186A90CA73}"/>
                </a:ext>
              </a:extLst>
            </p:cNvPr>
            <p:cNvCxnSpPr>
              <a:cxnSpLocks/>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684" name="Group 2683">
            <a:extLst>
              <a:ext uri="{FF2B5EF4-FFF2-40B4-BE49-F238E27FC236}">
                <a16:creationId xmlns:a16="http://schemas.microsoft.com/office/drawing/2014/main" id="{B2FCE608-9468-6155-B95C-49D8199410DC}"/>
              </a:ext>
            </a:extLst>
          </p:cNvPr>
          <p:cNvGrpSpPr/>
          <p:nvPr/>
        </p:nvGrpSpPr>
        <p:grpSpPr>
          <a:xfrm>
            <a:off x="7113073" y="809264"/>
            <a:ext cx="721206" cy="609701"/>
            <a:chOff x="4289253" y="909114"/>
            <a:chExt cx="871904" cy="748695"/>
          </a:xfrm>
        </p:grpSpPr>
        <p:sp>
          <p:nvSpPr>
            <p:cNvPr id="2685" name="Rectangle 2684">
              <a:extLst>
                <a:ext uri="{FF2B5EF4-FFF2-40B4-BE49-F238E27FC236}">
                  <a16:creationId xmlns:a16="http://schemas.microsoft.com/office/drawing/2014/main" id="{2174CD22-3BBA-2EA1-B4A4-5B01624258A5}"/>
                </a:ext>
              </a:extLst>
            </p:cNvPr>
            <p:cNvSpPr/>
            <p:nvPr/>
          </p:nvSpPr>
          <p:spPr>
            <a:xfrm>
              <a:off x="4289253"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2686" name="Rectangle 2685">
              <a:extLst>
                <a:ext uri="{FF2B5EF4-FFF2-40B4-BE49-F238E27FC236}">
                  <a16:creationId xmlns:a16="http://schemas.microsoft.com/office/drawing/2014/main" id="{03D61657-A93A-6305-EDDC-B89466349143}"/>
                </a:ext>
              </a:extLst>
            </p:cNvPr>
            <p:cNvSpPr/>
            <p:nvPr/>
          </p:nvSpPr>
          <p:spPr>
            <a:xfrm flipV="1">
              <a:off x="5036004" y="916254"/>
              <a:ext cx="121127"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87" name="Oval 15">
              <a:extLst>
                <a:ext uri="{FF2B5EF4-FFF2-40B4-BE49-F238E27FC236}">
                  <a16:creationId xmlns:a16="http://schemas.microsoft.com/office/drawing/2014/main" id="{35B659D7-8C47-C9CE-FFDE-E30E5B81F824}"/>
                </a:ext>
              </a:extLst>
            </p:cNvPr>
            <p:cNvSpPr/>
            <p:nvPr/>
          </p:nvSpPr>
          <p:spPr>
            <a:xfrm>
              <a:off x="5069116"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688" name="Straight Connector 2687">
              <a:extLst>
                <a:ext uri="{FF2B5EF4-FFF2-40B4-BE49-F238E27FC236}">
                  <a16:creationId xmlns:a16="http://schemas.microsoft.com/office/drawing/2014/main" id="{9BC87327-4D84-A6B4-2AF3-19BF21C2204C}"/>
                </a:ext>
              </a:extLst>
            </p:cNvPr>
            <p:cNvCxnSpPr>
              <a:cxnSpLocks/>
              <a:stCxn id="2687" idx="0"/>
            </p:cNvCxnSpPr>
            <p:nvPr/>
          </p:nvCxnSpPr>
          <p:spPr>
            <a:xfrm flipV="1">
              <a:off x="5076002"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689" name="Straight Connector 2688">
              <a:extLst>
                <a:ext uri="{FF2B5EF4-FFF2-40B4-BE49-F238E27FC236}">
                  <a16:creationId xmlns:a16="http://schemas.microsoft.com/office/drawing/2014/main" id="{72EAA57D-2D5C-E13D-9894-C3B3D839C328}"/>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690" name="Group 2689">
            <a:extLst>
              <a:ext uri="{FF2B5EF4-FFF2-40B4-BE49-F238E27FC236}">
                <a16:creationId xmlns:a16="http://schemas.microsoft.com/office/drawing/2014/main" id="{1DDF16B3-D943-DDCD-54C5-93CDCCDC4D52}"/>
              </a:ext>
            </a:extLst>
          </p:cNvPr>
          <p:cNvGrpSpPr/>
          <p:nvPr/>
        </p:nvGrpSpPr>
        <p:grpSpPr>
          <a:xfrm>
            <a:off x="10504032" y="2975151"/>
            <a:ext cx="721206" cy="609701"/>
            <a:chOff x="11226844" y="3371220"/>
            <a:chExt cx="871904" cy="748695"/>
          </a:xfrm>
        </p:grpSpPr>
        <p:sp>
          <p:nvSpPr>
            <p:cNvPr id="2691" name="Rectangle 2690">
              <a:extLst>
                <a:ext uri="{FF2B5EF4-FFF2-40B4-BE49-F238E27FC236}">
                  <a16:creationId xmlns:a16="http://schemas.microsoft.com/office/drawing/2014/main" id="{D7526656-E7C8-0C0B-8E0A-CEB29A15C1B2}"/>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solidFill>
                  <a:latin typeface="Century Gothic" panose="020B0502020202020204" pitchFamily="34" charset="0"/>
                </a:rPr>
                <a:t>Microsoft Entra Agent Identities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692" name="Rectangle 2691">
              <a:extLst>
                <a:ext uri="{FF2B5EF4-FFF2-40B4-BE49-F238E27FC236}">
                  <a16:creationId xmlns:a16="http://schemas.microsoft.com/office/drawing/2014/main" id="{ED044337-7E85-E53E-929B-F821302BE4EF}"/>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93" name="Oval 15">
              <a:extLst>
                <a:ext uri="{FF2B5EF4-FFF2-40B4-BE49-F238E27FC236}">
                  <a16:creationId xmlns:a16="http://schemas.microsoft.com/office/drawing/2014/main" id="{2B44DF9F-1DEC-4970-57AD-A8E240CD2B06}"/>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694" name="Straight Connector 2693">
              <a:extLst>
                <a:ext uri="{FF2B5EF4-FFF2-40B4-BE49-F238E27FC236}">
                  <a16:creationId xmlns:a16="http://schemas.microsoft.com/office/drawing/2014/main" id="{BC3F27B1-0960-D1CA-50B5-69805217E5A3}"/>
                </a:ext>
              </a:extLst>
            </p:cNvPr>
            <p:cNvCxnSpPr>
              <a:cxnSpLocks/>
              <a:stCxn id="2693"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695" name="Straight Connector 2694">
              <a:extLst>
                <a:ext uri="{FF2B5EF4-FFF2-40B4-BE49-F238E27FC236}">
                  <a16:creationId xmlns:a16="http://schemas.microsoft.com/office/drawing/2014/main" id="{5C398EAE-396E-6202-C971-7B390E55F169}"/>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696" name="Group 2695">
            <a:extLst>
              <a:ext uri="{FF2B5EF4-FFF2-40B4-BE49-F238E27FC236}">
                <a16:creationId xmlns:a16="http://schemas.microsoft.com/office/drawing/2014/main" id="{04A77517-A201-033E-379B-3F798E9C0004}"/>
              </a:ext>
            </a:extLst>
          </p:cNvPr>
          <p:cNvGrpSpPr/>
          <p:nvPr/>
        </p:nvGrpSpPr>
        <p:grpSpPr>
          <a:xfrm>
            <a:off x="10518347" y="1536011"/>
            <a:ext cx="721206" cy="609701"/>
            <a:chOff x="11226844" y="88412"/>
            <a:chExt cx="871904" cy="748695"/>
          </a:xfrm>
        </p:grpSpPr>
        <p:sp>
          <p:nvSpPr>
            <p:cNvPr id="2697" name="Rectangle 2696">
              <a:hlinkHover r:id="" action="ppaction://noaction" highlightClick="1"/>
              <a:extLst>
                <a:ext uri="{FF2B5EF4-FFF2-40B4-BE49-F238E27FC236}">
                  <a16:creationId xmlns:a16="http://schemas.microsoft.com/office/drawing/2014/main" id="{E0BF0C67-A8A6-8251-F6EA-D45F10ACE00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AI Services</a:t>
              </a:r>
            </a:p>
          </p:txBody>
        </p:sp>
        <p:sp>
          <p:nvSpPr>
            <p:cNvPr id="2698" name="Oval 2697">
              <a:extLst>
                <a:ext uri="{FF2B5EF4-FFF2-40B4-BE49-F238E27FC236}">
                  <a16:creationId xmlns:a16="http://schemas.microsoft.com/office/drawing/2014/main" id="{7C62E013-EAC1-18AF-5C98-EF154FD587D1}"/>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99" name="Isosceles Triangle 648">
              <a:extLst>
                <a:ext uri="{FF2B5EF4-FFF2-40B4-BE49-F238E27FC236}">
                  <a16:creationId xmlns:a16="http://schemas.microsoft.com/office/drawing/2014/main" id="{EE4B01E9-CCDB-3D51-B530-1F4C42243E68}"/>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706" name="Group 2705">
            <a:extLst>
              <a:ext uri="{FF2B5EF4-FFF2-40B4-BE49-F238E27FC236}">
                <a16:creationId xmlns:a16="http://schemas.microsoft.com/office/drawing/2014/main" id="{B353203E-E02E-0FA2-9F1B-D98926F2B46D}"/>
              </a:ext>
            </a:extLst>
          </p:cNvPr>
          <p:cNvGrpSpPr/>
          <p:nvPr/>
        </p:nvGrpSpPr>
        <p:grpSpPr>
          <a:xfrm>
            <a:off x="11352864" y="5143204"/>
            <a:ext cx="721206" cy="609701"/>
            <a:chOff x="9244679" y="3370808"/>
            <a:chExt cx="871904" cy="748695"/>
          </a:xfrm>
        </p:grpSpPr>
        <p:sp>
          <p:nvSpPr>
            <p:cNvPr id="2707" name="Rectangle 2706">
              <a:extLst>
                <a:ext uri="{FF2B5EF4-FFF2-40B4-BE49-F238E27FC236}">
                  <a16:creationId xmlns:a16="http://schemas.microsoft.com/office/drawing/2014/main" id="{A02CC348-47E3-D48A-1D1E-4A43F672987D}"/>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2708" name="Rectangle 2707">
              <a:extLst>
                <a:ext uri="{FF2B5EF4-FFF2-40B4-BE49-F238E27FC236}">
                  <a16:creationId xmlns:a16="http://schemas.microsoft.com/office/drawing/2014/main" id="{BB3B1F8E-D77A-4F66-B5D6-5B54E778C640}"/>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09" name="Oval 15">
              <a:extLst>
                <a:ext uri="{FF2B5EF4-FFF2-40B4-BE49-F238E27FC236}">
                  <a16:creationId xmlns:a16="http://schemas.microsoft.com/office/drawing/2014/main" id="{2397C0C2-9609-9285-F48E-C09FFA7805C9}"/>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710" name="Straight Connector 2709">
              <a:extLst>
                <a:ext uri="{FF2B5EF4-FFF2-40B4-BE49-F238E27FC236}">
                  <a16:creationId xmlns:a16="http://schemas.microsoft.com/office/drawing/2014/main" id="{BC4118F4-D52A-9828-46F8-063F0FAD0F5B}"/>
                </a:ext>
              </a:extLst>
            </p:cNvPr>
            <p:cNvCxnSpPr>
              <a:cxnSpLocks/>
              <a:stCxn id="2709"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711" name="Straight Connector 2710">
              <a:extLst>
                <a:ext uri="{FF2B5EF4-FFF2-40B4-BE49-F238E27FC236}">
                  <a16:creationId xmlns:a16="http://schemas.microsoft.com/office/drawing/2014/main" id="{AFE6134F-4212-3E47-702B-73B6A5F3A158}"/>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712" name="Group 2711">
            <a:extLst>
              <a:ext uri="{FF2B5EF4-FFF2-40B4-BE49-F238E27FC236}">
                <a16:creationId xmlns:a16="http://schemas.microsoft.com/office/drawing/2014/main" id="{8DCA6B0E-1363-0E95-EE0D-A656006B84A4}"/>
              </a:ext>
            </a:extLst>
          </p:cNvPr>
          <p:cNvGrpSpPr/>
          <p:nvPr/>
        </p:nvGrpSpPr>
        <p:grpSpPr>
          <a:xfrm>
            <a:off x="7114819" y="2256881"/>
            <a:ext cx="721206" cy="609701"/>
            <a:chOff x="9244679" y="3370808"/>
            <a:chExt cx="871904" cy="748695"/>
          </a:xfrm>
        </p:grpSpPr>
        <p:sp>
          <p:nvSpPr>
            <p:cNvPr id="2713" name="Rectangle 2712">
              <a:extLst>
                <a:ext uri="{FF2B5EF4-FFF2-40B4-BE49-F238E27FC236}">
                  <a16:creationId xmlns:a16="http://schemas.microsoft.com/office/drawing/2014/main" id="{EC766EA6-5432-2F43-2345-EE81A1225C34}"/>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2714" name="Rectangle 2713">
              <a:extLst>
                <a:ext uri="{FF2B5EF4-FFF2-40B4-BE49-F238E27FC236}">
                  <a16:creationId xmlns:a16="http://schemas.microsoft.com/office/drawing/2014/main" id="{F8080169-7E96-64A0-9666-F874ADED552C}"/>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15" name="Oval 15">
              <a:extLst>
                <a:ext uri="{FF2B5EF4-FFF2-40B4-BE49-F238E27FC236}">
                  <a16:creationId xmlns:a16="http://schemas.microsoft.com/office/drawing/2014/main" id="{11871E87-CD48-ACF0-A562-986173249AD5}"/>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716" name="Straight Connector 2715">
              <a:extLst>
                <a:ext uri="{FF2B5EF4-FFF2-40B4-BE49-F238E27FC236}">
                  <a16:creationId xmlns:a16="http://schemas.microsoft.com/office/drawing/2014/main" id="{FE2F31CD-AF9B-A050-C8E8-0241A9C762F8}"/>
                </a:ext>
              </a:extLst>
            </p:cNvPr>
            <p:cNvCxnSpPr>
              <a:cxnSpLocks/>
              <a:stCxn id="2715"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717" name="Straight Connector 2716">
              <a:extLst>
                <a:ext uri="{FF2B5EF4-FFF2-40B4-BE49-F238E27FC236}">
                  <a16:creationId xmlns:a16="http://schemas.microsoft.com/office/drawing/2014/main" id="{37FD92AC-7BA0-669B-B9A0-87C0AD70357D}"/>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sp>
        <p:nvSpPr>
          <p:cNvPr id="2" name="TextBox 1">
            <a:extLst>
              <a:ext uri="{FF2B5EF4-FFF2-40B4-BE49-F238E27FC236}">
                <a16:creationId xmlns:a16="http://schemas.microsoft.com/office/drawing/2014/main" id="{44CD033F-AF14-FF60-68C6-7123068AE6A6}"/>
              </a:ext>
            </a:extLst>
          </p:cNvPr>
          <p:cNvSpPr txBox="1"/>
          <p:nvPr/>
        </p:nvSpPr>
        <p:spPr>
          <a:xfrm>
            <a:off x="2887281" y="65163"/>
            <a:ext cx="1547668"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prstClr val="white">
                    <a:lumMod val="85000"/>
                  </a:prstClr>
                </a:solidFill>
                <a:effectLst/>
                <a:uLnTx/>
                <a:uFillTx/>
                <a:latin typeface="Calibri" panose="020F0502020204030204"/>
                <a:ea typeface="+mn-ea"/>
                <a:cs typeface="+mn-cs"/>
              </a:rPr>
              <a:t>Protect</a:t>
            </a:r>
          </a:p>
        </p:txBody>
      </p:sp>
      <p:sp>
        <p:nvSpPr>
          <p:cNvPr id="3" name="TextBox 2">
            <a:extLst>
              <a:ext uri="{FF2B5EF4-FFF2-40B4-BE49-F238E27FC236}">
                <a16:creationId xmlns:a16="http://schemas.microsoft.com/office/drawing/2014/main" id="{734E8A60-2D43-1D88-3ECF-0A0A5E3F02FD}"/>
              </a:ext>
            </a:extLst>
          </p:cNvPr>
          <p:cNvSpPr txBox="1"/>
          <p:nvPr/>
        </p:nvSpPr>
        <p:spPr>
          <a:xfrm>
            <a:off x="5615011" y="65163"/>
            <a:ext cx="1422762"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prstClr val="white">
                    <a:lumMod val="85000"/>
                  </a:prstClr>
                </a:solidFill>
                <a:effectLst/>
                <a:uLnTx/>
                <a:uFillTx/>
                <a:latin typeface="Calibri" panose="020F0502020204030204"/>
                <a:ea typeface="+mn-ea"/>
                <a:cs typeface="+mn-cs"/>
              </a:rPr>
              <a:t>Detect</a:t>
            </a:r>
          </a:p>
        </p:txBody>
      </p:sp>
      <p:sp>
        <p:nvSpPr>
          <p:cNvPr id="4" name="TextBox 3">
            <a:extLst>
              <a:ext uri="{FF2B5EF4-FFF2-40B4-BE49-F238E27FC236}">
                <a16:creationId xmlns:a16="http://schemas.microsoft.com/office/drawing/2014/main" id="{FAD99412-E876-F7E0-DF19-645B3B82F0D4}"/>
              </a:ext>
            </a:extLst>
          </p:cNvPr>
          <p:cNvSpPr txBox="1"/>
          <p:nvPr/>
        </p:nvSpPr>
        <p:spPr>
          <a:xfrm>
            <a:off x="7874563" y="65163"/>
            <a:ext cx="180677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prstClr val="white">
                    <a:lumMod val="85000"/>
                  </a:prstClr>
                </a:solidFill>
                <a:effectLst/>
                <a:uLnTx/>
                <a:uFillTx/>
                <a:latin typeface="Calibri" panose="020F0502020204030204"/>
                <a:ea typeface="+mn-ea"/>
                <a:cs typeface="+mn-cs"/>
              </a:rPr>
              <a:t>Respond</a:t>
            </a:r>
          </a:p>
        </p:txBody>
      </p:sp>
      <p:grpSp>
        <p:nvGrpSpPr>
          <p:cNvPr id="16" name="Group 15">
            <a:extLst>
              <a:ext uri="{FF2B5EF4-FFF2-40B4-BE49-F238E27FC236}">
                <a16:creationId xmlns:a16="http://schemas.microsoft.com/office/drawing/2014/main" id="{D64D6707-7125-8B0D-3E42-21AAFC179765}"/>
              </a:ext>
            </a:extLst>
          </p:cNvPr>
          <p:cNvGrpSpPr/>
          <p:nvPr/>
        </p:nvGrpSpPr>
        <p:grpSpPr>
          <a:xfrm>
            <a:off x="2889438" y="751337"/>
            <a:ext cx="8412283" cy="5001728"/>
            <a:chOff x="2889438" y="751337"/>
            <a:chExt cx="8412283" cy="5001728"/>
          </a:xfrm>
        </p:grpSpPr>
        <p:grpSp>
          <p:nvGrpSpPr>
            <p:cNvPr id="5" name="Group 4">
              <a:extLst>
                <a:ext uri="{FF2B5EF4-FFF2-40B4-BE49-F238E27FC236}">
                  <a16:creationId xmlns:a16="http://schemas.microsoft.com/office/drawing/2014/main" id="{BE2E35A3-D1AF-CB19-EC77-B8B3C3D184B4}"/>
                </a:ext>
              </a:extLst>
            </p:cNvPr>
            <p:cNvGrpSpPr/>
            <p:nvPr/>
          </p:nvGrpSpPr>
          <p:grpSpPr>
            <a:xfrm>
              <a:off x="2889438" y="751337"/>
              <a:ext cx="5022643" cy="5001728"/>
              <a:chOff x="2889438" y="751337"/>
              <a:chExt cx="5022643" cy="5001728"/>
            </a:xfrm>
          </p:grpSpPr>
          <p:cxnSp>
            <p:nvCxnSpPr>
              <p:cNvPr id="6" name="Straight Connector 5">
                <a:extLst>
                  <a:ext uri="{FF2B5EF4-FFF2-40B4-BE49-F238E27FC236}">
                    <a16:creationId xmlns:a16="http://schemas.microsoft.com/office/drawing/2014/main" id="{347D6907-F644-C54B-0B3E-5E7DCB3F3CF8}"/>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DAABD29D-A53D-9121-D65B-4B080657078A}"/>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4DA0B2A3-8E8E-3C72-617C-3004DE155590}"/>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55BEDAAC-A476-6646-BC99-4E1296D34BCE}"/>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BCF074B0-EF92-6BC4-AEDD-448C9FF59943}"/>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9E73D7D-98CA-0FAA-6F08-086276DA7F40}"/>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0D3EB3FF-9DA1-556D-52CE-CB4B0133F08B}"/>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8C590568-CBD4-17B4-1627-15F248EEFC18}"/>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95947BF-0BCD-0BAC-935A-E48272C96BDF}"/>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CB5C19F1-C6AF-0265-E51B-F9FD8DEFC03E}"/>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2D56753C-A6C8-487B-1081-7A8FB841F71F}"/>
                </a:ext>
              </a:extLst>
            </p:cNvPr>
            <p:cNvGrpSpPr/>
            <p:nvPr/>
          </p:nvGrpSpPr>
          <p:grpSpPr>
            <a:xfrm>
              <a:off x="7905566" y="751337"/>
              <a:ext cx="3396155" cy="4999377"/>
              <a:chOff x="7905566" y="751337"/>
              <a:chExt cx="3396155" cy="4999377"/>
            </a:xfrm>
          </p:grpSpPr>
          <p:cxnSp>
            <p:nvCxnSpPr>
              <p:cNvPr id="25" name="Straight Connector 24">
                <a:extLst>
                  <a:ext uri="{FF2B5EF4-FFF2-40B4-BE49-F238E27FC236}">
                    <a16:creationId xmlns:a16="http://schemas.microsoft.com/office/drawing/2014/main" id="{4D26ECA1-91C8-8A0D-0734-1FB36E10A78D}"/>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54B6AAC3-3FEF-B34D-F9F6-64E6C8419EF9}"/>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A9296A56-BA19-9751-21A9-15F4989B7D2B}"/>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CB32AFD2-D701-0855-CB0D-78E56FFA7EBE}"/>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EBDB20C4-8415-9C42-1017-948D3F7F2A65}"/>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7B82F830-8BB4-4DDB-162A-D17C42AB911B}"/>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BE0891FE-BF28-DED8-3B83-FC528E2CFA9E}"/>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32" name="Straight Connector 31">
              <a:extLst>
                <a:ext uri="{FF2B5EF4-FFF2-40B4-BE49-F238E27FC236}">
                  <a16:creationId xmlns:a16="http://schemas.microsoft.com/office/drawing/2014/main" id="{C26A1E40-0986-C9D3-5BC9-F5BC2D9195DD}"/>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pic>
        <p:nvPicPr>
          <p:cNvPr id="18" name="Picture 17">
            <a:hlinkClick r:id="rId3" action="ppaction://hlinksldjump"/>
            <a:extLst>
              <a:ext uri="{FF2B5EF4-FFF2-40B4-BE49-F238E27FC236}">
                <a16:creationId xmlns:a16="http://schemas.microsoft.com/office/drawing/2014/main" id="{879EBEDB-74D3-EE12-6A45-C09E44B1CDFF}"/>
              </a:ext>
            </a:extLst>
          </p:cNvPr>
          <p:cNvPicPr>
            <a:picLocks noChangeAspect="1"/>
          </p:cNvPicPr>
          <p:nvPr/>
        </p:nvPicPr>
        <p:blipFill>
          <a:blip r:embed="rId4"/>
          <a:stretch>
            <a:fillRect/>
          </a:stretch>
        </p:blipFill>
        <p:spPr>
          <a:xfrm>
            <a:off x="0" y="0"/>
            <a:ext cx="211626" cy="6858000"/>
          </a:xfrm>
          <a:prstGeom prst="rect">
            <a:avLst/>
          </a:prstGeom>
        </p:spPr>
      </p:pic>
      <p:grpSp>
        <p:nvGrpSpPr>
          <p:cNvPr id="17" name="Group 16">
            <a:extLst>
              <a:ext uri="{FF2B5EF4-FFF2-40B4-BE49-F238E27FC236}">
                <a16:creationId xmlns:a16="http://schemas.microsoft.com/office/drawing/2014/main" id="{9301D0DD-CFB0-65CB-CD16-F60A073CBBBD}"/>
              </a:ext>
            </a:extLst>
          </p:cNvPr>
          <p:cNvGrpSpPr/>
          <p:nvPr/>
        </p:nvGrpSpPr>
        <p:grpSpPr>
          <a:xfrm>
            <a:off x="9658105" y="2978440"/>
            <a:ext cx="721206" cy="609701"/>
            <a:chOff x="10243575" y="88412"/>
            <a:chExt cx="871904" cy="748695"/>
          </a:xfrm>
        </p:grpSpPr>
        <p:sp>
          <p:nvSpPr>
            <p:cNvPr id="19" name="Rectangle 18">
              <a:hlinkHover r:id="" action="ppaction://noaction" highlightClick="1"/>
              <a:extLst>
                <a:ext uri="{FF2B5EF4-FFF2-40B4-BE49-F238E27FC236}">
                  <a16:creationId xmlns:a16="http://schemas.microsoft.com/office/drawing/2014/main" id="{A14811BD-F683-5B44-3987-1FCEE8C731DA}"/>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20" name="Diamond 19">
              <a:extLst>
                <a:ext uri="{FF2B5EF4-FFF2-40B4-BE49-F238E27FC236}">
                  <a16:creationId xmlns:a16="http://schemas.microsoft.com/office/drawing/2014/main" id="{6F1C91B5-42F4-C897-48B8-3164086C82B6}"/>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Oval 20">
              <a:extLst>
                <a:ext uri="{FF2B5EF4-FFF2-40B4-BE49-F238E27FC236}">
                  <a16:creationId xmlns:a16="http://schemas.microsoft.com/office/drawing/2014/main" id="{6E9A0334-3561-E80B-50BE-3CB8C256801E}"/>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9017235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fade">
                                      <p:cBhvr>
                                        <p:cTn id="13" dur="1000"/>
                                        <p:tgtEl>
                                          <p:spTgt spid="4"/>
                                        </p:tgtEl>
                                      </p:cBhvr>
                                    </p:animEffect>
                                    <p:anim calcmode="lin" valueType="num">
                                      <p:cBhvr>
                                        <p:cTn id="14" dur="1000" fill="hold"/>
                                        <p:tgtEl>
                                          <p:spTgt spid="4"/>
                                        </p:tgtEl>
                                        <p:attrNameLst>
                                          <p:attrName>ppt_x</p:attrName>
                                        </p:attrNameLst>
                                      </p:cBhvr>
                                      <p:tavLst>
                                        <p:tav tm="0">
                                          <p:val>
                                            <p:strVal val="#ppt_x"/>
                                          </p:val>
                                        </p:tav>
                                        <p:tav tm="100000">
                                          <p:val>
                                            <p:strVal val="#ppt_x"/>
                                          </p:val>
                                        </p:tav>
                                      </p:tavLst>
                                    </p:anim>
                                    <p:anim calcmode="lin" valueType="num">
                                      <p:cBhvr>
                                        <p:cTn id="15" dur="1000" fill="hold"/>
                                        <p:tgtEl>
                                          <p:spTgt spid="4"/>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grpId="0"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1000"/>
                                        <p:tgtEl>
                                          <p:spTgt spid="2"/>
                                        </p:tgtEl>
                                      </p:cBhvr>
                                    </p:animEffect>
                                    <p:anim calcmode="lin" valueType="num">
                                      <p:cBhvr>
                                        <p:cTn id="20" dur="1000" fill="hold"/>
                                        <p:tgtEl>
                                          <p:spTgt spid="2"/>
                                        </p:tgtEl>
                                        <p:attrNameLst>
                                          <p:attrName>ppt_x</p:attrName>
                                        </p:attrNameLst>
                                      </p:cBhvr>
                                      <p:tavLst>
                                        <p:tav tm="0">
                                          <p:val>
                                            <p:strVal val="#ppt_x"/>
                                          </p:val>
                                        </p:tav>
                                        <p:tav tm="100000">
                                          <p:val>
                                            <p:strVal val="#ppt_x"/>
                                          </p:val>
                                        </p:tav>
                                      </p:tavLst>
                                    </p:anim>
                                    <p:anim calcmode="lin" valueType="num">
                                      <p:cBhvr>
                                        <p:cTn id="21" dur="1000" fill="hold"/>
                                        <p:tgtEl>
                                          <p:spTgt spid="2"/>
                                        </p:tgtEl>
                                        <p:attrNameLst>
                                          <p:attrName>ppt_y</p:attrName>
                                        </p:attrNameLst>
                                      </p:cBhvr>
                                      <p:tavLst>
                                        <p:tav tm="0">
                                          <p:val>
                                            <p:strVal val="#ppt_y+.1"/>
                                          </p:val>
                                        </p:tav>
                                        <p:tav tm="100000">
                                          <p:val>
                                            <p:strVal val="#ppt_y"/>
                                          </p:val>
                                        </p:tav>
                                      </p:tavLst>
                                    </p:anim>
                                  </p:childTnLst>
                                </p:cTn>
                              </p:par>
                            </p:childTnLst>
                          </p:cTn>
                        </p:par>
                        <p:par>
                          <p:cTn id="22" fill="hold">
                            <p:stCondLst>
                              <p:cond delay="3000"/>
                            </p:stCondLst>
                            <p:childTnLst>
                              <p:par>
                                <p:cTn id="23" presetID="26" presetClass="emph" presetSubtype="0" fill="hold" nodeType="afterEffect">
                                  <p:stCondLst>
                                    <p:cond delay="0"/>
                                  </p:stCondLst>
                                  <p:childTnLst>
                                    <p:animEffect transition="out" filter="fade">
                                      <p:cBhvr>
                                        <p:cTn id="24" dur="500" tmFilter="0, 0; .2, .5; .8, .5; 1, 0"/>
                                        <p:tgtEl>
                                          <p:spTgt spid="16"/>
                                        </p:tgtEl>
                                      </p:cBhvr>
                                    </p:animEffect>
                                    <p:animScale>
                                      <p:cBhvr>
                                        <p:cTn id="25" dur="250" autoRev="1" fill="hold"/>
                                        <p:tgtEl>
                                          <p:spTgt spid="16"/>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p:bldLst>
  </p:timing>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41" name="Group 40">
            <a:extLst>
              <a:ext uri="{FF2B5EF4-FFF2-40B4-BE49-F238E27FC236}">
                <a16:creationId xmlns:a16="http://schemas.microsoft.com/office/drawing/2014/main" id="{9522577C-BB64-2B01-3878-814A511BA17B}"/>
              </a:ext>
            </a:extLst>
          </p:cNvPr>
          <p:cNvGrpSpPr/>
          <p:nvPr/>
        </p:nvGrpSpPr>
        <p:grpSpPr>
          <a:xfrm>
            <a:off x="4166167" y="5948886"/>
            <a:ext cx="871904" cy="748695"/>
            <a:chOff x="1315999" y="88412"/>
            <a:chExt cx="871904" cy="748695"/>
          </a:xfrm>
        </p:grpSpPr>
        <p:sp>
          <p:nvSpPr>
            <p:cNvPr id="55" name="Rectangle 54">
              <a:extLst>
                <a:ext uri="{FF2B5EF4-FFF2-40B4-BE49-F238E27FC236}">
                  <a16:creationId xmlns:a16="http://schemas.microsoft.com/office/drawing/2014/main" id="{47320357-4206-2017-C592-1801DAF32D1A}"/>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E5 Technologies</a:t>
              </a:r>
            </a:p>
          </p:txBody>
        </p:sp>
        <p:sp>
          <p:nvSpPr>
            <p:cNvPr id="62" name="Rectangle 61">
              <a:extLst>
                <a:ext uri="{FF2B5EF4-FFF2-40B4-BE49-F238E27FC236}">
                  <a16:creationId xmlns:a16="http://schemas.microsoft.com/office/drawing/2014/main" id="{422438BA-CF96-44B0-1256-B04C8C36E674}"/>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 name="Oval 15">
              <a:extLst>
                <a:ext uri="{FF2B5EF4-FFF2-40B4-BE49-F238E27FC236}">
                  <a16:creationId xmlns:a16="http://schemas.microsoft.com/office/drawing/2014/main" id="{CA7430AE-B9EE-20B3-E672-DB7838E9B611}"/>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60" name="Straight Connector 459">
              <a:extLst>
                <a:ext uri="{FF2B5EF4-FFF2-40B4-BE49-F238E27FC236}">
                  <a16:creationId xmlns:a16="http://schemas.microsoft.com/office/drawing/2014/main" id="{FB2A3861-385F-D23F-E486-B45295F54FA4}"/>
                </a:ext>
              </a:extLst>
            </p:cNvPr>
            <p:cNvCxnSpPr>
              <a:cxnSpLocks/>
              <a:stCxn id="63"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61" name="Straight Connector 460">
              <a:extLst>
                <a:ext uri="{FF2B5EF4-FFF2-40B4-BE49-F238E27FC236}">
                  <a16:creationId xmlns:a16="http://schemas.microsoft.com/office/drawing/2014/main" id="{BF5C701F-41A5-886B-B67C-BD2C3200E3DC}"/>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62" name="Group 461">
            <a:extLst>
              <a:ext uri="{FF2B5EF4-FFF2-40B4-BE49-F238E27FC236}">
                <a16:creationId xmlns:a16="http://schemas.microsoft.com/office/drawing/2014/main" id="{10D0EEC0-DBC6-C28B-3D15-AEF934FA46E6}"/>
              </a:ext>
            </a:extLst>
          </p:cNvPr>
          <p:cNvGrpSpPr/>
          <p:nvPr/>
        </p:nvGrpSpPr>
        <p:grpSpPr>
          <a:xfrm>
            <a:off x="2792774" y="5948886"/>
            <a:ext cx="872735" cy="749521"/>
            <a:chOff x="324914" y="4191096"/>
            <a:chExt cx="872735" cy="749521"/>
          </a:xfrm>
        </p:grpSpPr>
        <p:sp>
          <p:nvSpPr>
            <p:cNvPr id="463" name="Rectangle 462">
              <a:extLst>
                <a:ext uri="{FF2B5EF4-FFF2-40B4-BE49-F238E27FC236}">
                  <a16:creationId xmlns:a16="http://schemas.microsoft.com/office/drawing/2014/main" id="{E2CBC2DB-7698-4265-E89C-F959805DF6C8}"/>
                </a:ext>
              </a:extLst>
            </p:cNvPr>
            <p:cNvSpPr/>
            <p:nvPr/>
          </p:nvSpPr>
          <p:spPr>
            <a:xfrm>
              <a:off x="32491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E3 Technologies</a:t>
              </a:r>
            </a:p>
          </p:txBody>
        </p:sp>
        <p:sp>
          <p:nvSpPr>
            <p:cNvPr id="469" name="Right Triangle 468">
              <a:extLst>
                <a:ext uri="{FF2B5EF4-FFF2-40B4-BE49-F238E27FC236}">
                  <a16:creationId xmlns:a16="http://schemas.microsoft.com/office/drawing/2014/main" id="{FA52515E-9581-7BFD-6818-1D5D9E4BDBEC}"/>
                </a:ext>
              </a:extLst>
            </p:cNvPr>
            <p:cNvSpPr/>
            <p:nvPr/>
          </p:nvSpPr>
          <p:spPr>
            <a:xfrm rot="10800000">
              <a:off x="1056136"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74" name="Group 473">
              <a:extLst>
                <a:ext uri="{FF2B5EF4-FFF2-40B4-BE49-F238E27FC236}">
                  <a16:creationId xmlns:a16="http://schemas.microsoft.com/office/drawing/2014/main" id="{3F631F88-457F-A7C5-2C73-7B57C3F9E63D}"/>
                </a:ext>
              </a:extLst>
            </p:cNvPr>
            <p:cNvGrpSpPr/>
            <p:nvPr/>
          </p:nvGrpSpPr>
          <p:grpSpPr>
            <a:xfrm>
              <a:off x="1136463" y="4198579"/>
              <a:ext cx="45719" cy="75385"/>
              <a:chOff x="3883481" y="2057400"/>
              <a:chExt cx="1608363" cy="2652031"/>
            </a:xfrm>
            <a:solidFill>
              <a:srgbClr val="A6A6A6"/>
            </a:solidFill>
          </p:grpSpPr>
          <p:sp>
            <p:nvSpPr>
              <p:cNvPr id="479" name="Oval 27">
                <a:extLst>
                  <a:ext uri="{FF2B5EF4-FFF2-40B4-BE49-F238E27FC236}">
                    <a16:creationId xmlns:a16="http://schemas.microsoft.com/office/drawing/2014/main" id="{FA6C138F-0BA9-B58D-59CB-707DA8ED720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3" name="Oval 28">
                <a:extLst>
                  <a:ext uri="{FF2B5EF4-FFF2-40B4-BE49-F238E27FC236}">
                    <a16:creationId xmlns:a16="http://schemas.microsoft.com/office/drawing/2014/main" id="{C0297219-637A-BB53-43CC-3EB86EDAE62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84" name="Group 483">
            <a:extLst>
              <a:ext uri="{FF2B5EF4-FFF2-40B4-BE49-F238E27FC236}">
                <a16:creationId xmlns:a16="http://schemas.microsoft.com/office/drawing/2014/main" id="{ABE1B8E8-38E2-3F33-3776-429F13D59659}"/>
              </a:ext>
            </a:extLst>
          </p:cNvPr>
          <p:cNvGrpSpPr/>
          <p:nvPr/>
        </p:nvGrpSpPr>
        <p:grpSpPr>
          <a:xfrm>
            <a:off x="5538729" y="5948886"/>
            <a:ext cx="871904" cy="748695"/>
            <a:chOff x="5280339" y="4191922"/>
            <a:chExt cx="871904" cy="748695"/>
          </a:xfrm>
        </p:grpSpPr>
        <p:sp>
          <p:nvSpPr>
            <p:cNvPr id="489" name="Rectangle 488">
              <a:hlinkHover r:id="" action="ppaction://noaction" highlightClick="1"/>
              <a:extLst>
                <a:ext uri="{FF2B5EF4-FFF2-40B4-BE49-F238E27FC236}">
                  <a16:creationId xmlns:a16="http://schemas.microsoft.com/office/drawing/2014/main" id="{E5432E57-536E-14F7-1D08-D5968451A2DD}"/>
                </a:ext>
              </a:extLst>
            </p:cNvPr>
            <p:cNvSpPr/>
            <p:nvPr/>
          </p:nvSpPr>
          <p:spPr>
            <a:xfrm>
              <a:off x="528033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7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Technologies (Consumption)</a:t>
              </a:r>
            </a:p>
          </p:txBody>
        </p:sp>
        <p:sp>
          <p:nvSpPr>
            <p:cNvPr id="494" name="Oval 493">
              <a:extLst>
                <a:ext uri="{FF2B5EF4-FFF2-40B4-BE49-F238E27FC236}">
                  <a16:creationId xmlns:a16="http://schemas.microsoft.com/office/drawing/2014/main" id="{5BCE9052-4997-ABC5-5465-5ED41E29CDBD}"/>
                </a:ext>
              </a:extLst>
            </p:cNvPr>
            <p:cNvSpPr/>
            <p:nvPr/>
          </p:nvSpPr>
          <p:spPr>
            <a:xfrm>
              <a:off x="597784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9" name="Isosceles Triangle 648">
              <a:extLst>
                <a:ext uri="{FF2B5EF4-FFF2-40B4-BE49-F238E27FC236}">
                  <a16:creationId xmlns:a16="http://schemas.microsoft.com/office/drawing/2014/main" id="{FB4E881D-27D2-E5BE-D8D3-520B1ED9BE64}"/>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04" name="Group 503">
            <a:extLst>
              <a:ext uri="{FF2B5EF4-FFF2-40B4-BE49-F238E27FC236}">
                <a16:creationId xmlns:a16="http://schemas.microsoft.com/office/drawing/2014/main" id="{55407180-43E4-10AF-2EE9-9A816DDCBC29}"/>
              </a:ext>
            </a:extLst>
          </p:cNvPr>
          <p:cNvGrpSpPr/>
          <p:nvPr/>
        </p:nvGrpSpPr>
        <p:grpSpPr>
          <a:xfrm>
            <a:off x="6911291" y="5948886"/>
            <a:ext cx="871904" cy="748695"/>
            <a:chOff x="10235764" y="909114"/>
            <a:chExt cx="871904" cy="748695"/>
          </a:xfrm>
        </p:grpSpPr>
        <p:sp>
          <p:nvSpPr>
            <p:cNvPr id="65" name="Rectangle 64">
              <a:hlinkHover r:id="" action="ppaction://noaction" highlightClick="1"/>
              <a:extLst>
                <a:ext uri="{FF2B5EF4-FFF2-40B4-BE49-F238E27FC236}">
                  <a16:creationId xmlns:a16="http://schemas.microsoft.com/office/drawing/2014/main" id="{CA09BB12-545E-E8D7-C55F-6D60414A8F93}"/>
                </a:ext>
              </a:extLst>
            </p:cNvPr>
            <p:cNvSpPr/>
            <p:nvPr/>
          </p:nvSpPr>
          <p:spPr>
            <a:xfrm>
              <a:off x="10235764" y="909114"/>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Standalone (own) license</a:t>
              </a:r>
            </a:p>
          </p:txBody>
        </p:sp>
        <p:sp>
          <p:nvSpPr>
            <p:cNvPr id="66" name="Diamond 65">
              <a:extLst>
                <a:ext uri="{FF2B5EF4-FFF2-40B4-BE49-F238E27FC236}">
                  <a16:creationId xmlns:a16="http://schemas.microsoft.com/office/drawing/2014/main" id="{41BD089E-5FE3-5E5D-A84D-86C826842A43}"/>
                </a:ext>
              </a:extLst>
            </p:cNvPr>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Oval 111">
              <a:extLst>
                <a:ext uri="{FF2B5EF4-FFF2-40B4-BE49-F238E27FC236}">
                  <a16:creationId xmlns:a16="http://schemas.microsoft.com/office/drawing/2014/main" id="{049D78E3-81CD-1F16-8550-00F897BAB09E}"/>
                </a:ext>
              </a:extLst>
            </p:cNvPr>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9" name="Group 118">
            <a:extLst>
              <a:ext uri="{FF2B5EF4-FFF2-40B4-BE49-F238E27FC236}">
                <a16:creationId xmlns:a16="http://schemas.microsoft.com/office/drawing/2014/main" id="{9C820326-04D3-6362-D3FE-BC2B5492B548}"/>
              </a:ext>
            </a:extLst>
          </p:cNvPr>
          <p:cNvGrpSpPr/>
          <p:nvPr/>
        </p:nvGrpSpPr>
        <p:grpSpPr>
          <a:xfrm>
            <a:off x="8283853" y="5948886"/>
            <a:ext cx="871904" cy="748695"/>
            <a:chOff x="4289254" y="5012622"/>
            <a:chExt cx="871904" cy="748695"/>
          </a:xfrm>
        </p:grpSpPr>
        <p:sp>
          <p:nvSpPr>
            <p:cNvPr id="125" name="Rectangle 124">
              <a:extLst>
                <a:ext uri="{FF2B5EF4-FFF2-40B4-BE49-F238E27FC236}">
                  <a16:creationId xmlns:a16="http://schemas.microsoft.com/office/drawing/2014/main" id="{DEAB9A24-D7AD-0C1A-588A-9625F3A6B6F7}"/>
                </a:ext>
              </a:extLst>
            </p:cNvPr>
            <p:cNvSpPr/>
            <p:nvPr/>
          </p:nvSpPr>
          <p:spPr>
            <a:xfrm>
              <a:off x="4289254"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Security features</a:t>
              </a:r>
            </a:p>
          </p:txBody>
        </p:sp>
        <p:sp>
          <p:nvSpPr>
            <p:cNvPr id="563" name="Cylinder 562">
              <a:extLst>
                <a:ext uri="{FF2B5EF4-FFF2-40B4-BE49-F238E27FC236}">
                  <a16:creationId xmlns:a16="http://schemas.microsoft.com/office/drawing/2014/main" id="{45B8DE8F-EEAF-847F-72E5-9157DF328026}"/>
                </a:ext>
              </a:extLst>
            </p:cNvPr>
            <p:cNvSpPr/>
            <p:nvPr/>
          </p:nvSpPr>
          <p:spPr>
            <a:xfrm>
              <a:off x="5072324"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 name="Group 50">
            <a:extLst>
              <a:ext uri="{FF2B5EF4-FFF2-40B4-BE49-F238E27FC236}">
                <a16:creationId xmlns:a16="http://schemas.microsoft.com/office/drawing/2014/main" id="{44471067-6995-E417-DA3E-FA872975FCBD}"/>
              </a:ext>
            </a:extLst>
          </p:cNvPr>
          <p:cNvGrpSpPr/>
          <p:nvPr/>
        </p:nvGrpSpPr>
        <p:grpSpPr>
          <a:xfrm>
            <a:off x="3779655" y="811556"/>
            <a:ext cx="721206" cy="609701"/>
            <a:chOff x="5280339" y="909114"/>
            <a:chExt cx="871904" cy="748695"/>
          </a:xfrm>
        </p:grpSpPr>
        <p:sp>
          <p:nvSpPr>
            <p:cNvPr id="53" name="Rectangle 52">
              <a:extLst>
                <a:ext uri="{FF2B5EF4-FFF2-40B4-BE49-F238E27FC236}">
                  <a16:creationId xmlns:a16="http://schemas.microsoft.com/office/drawing/2014/main" id="{9ED1643C-2F6B-D588-BBB8-77EC456E398F}"/>
                </a:ext>
              </a:extLst>
            </p:cNvPr>
            <p:cNvSpPr/>
            <p:nvPr/>
          </p:nvSpPr>
          <p:spPr>
            <a:xfrm>
              <a:off x="528033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57" name="Rectangle 56">
              <a:extLst>
                <a:ext uri="{FF2B5EF4-FFF2-40B4-BE49-F238E27FC236}">
                  <a16:creationId xmlns:a16="http://schemas.microsoft.com/office/drawing/2014/main" id="{650C43CA-0FBD-81C8-92F0-A5A1C6AE87E4}"/>
                </a:ext>
              </a:extLst>
            </p:cNvPr>
            <p:cNvSpPr/>
            <p:nvPr/>
          </p:nvSpPr>
          <p:spPr>
            <a:xfrm flipV="1">
              <a:off x="6024997"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 name="Oval 15">
              <a:extLst>
                <a:ext uri="{FF2B5EF4-FFF2-40B4-BE49-F238E27FC236}">
                  <a16:creationId xmlns:a16="http://schemas.microsoft.com/office/drawing/2014/main" id="{54700BDA-D0D0-A075-6071-50B721E7747E}"/>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49" name="Straight Connector 448">
              <a:extLst>
                <a:ext uri="{FF2B5EF4-FFF2-40B4-BE49-F238E27FC236}">
                  <a16:creationId xmlns:a16="http://schemas.microsoft.com/office/drawing/2014/main" id="{8D898F78-31E9-DA40-66BB-1F7A6E56C6D2}"/>
                </a:ext>
              </a:extLst>
            </p:cNvPr>
            <p:cNvCxnSpPr>
              <a:cxnSpLocks/>
              <a:stCxn id="58" idx="0"/>
            </p:cNvCxnSpPr>
            <p:nvPr/>
          </p:nvCxnSpPr>
          <p:spPr>
            <a:xfrm flipV="1">
              <a:off x="6064996"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54" name="Straight Connector 453">
              <a:extLst>
                <a:ext uri="{FF2B5EF4-FFF2-40B4-BE49-F238E27FC236}">
                  <a16:creationId xmlns:a16="http://schemas.microsoft.com/office/drawing/2014/main" id="{8AC78C55-BEE5-0A01-BF38-074C0DD67CE2}"/>
                </a:ext>
              </a:extLst>
            </p:cNvPr>
            <p:cNvCxnSpPr>
              <a:cxnSpLocks/>
            </p:cNvCxnSpPr>
            <p:nvPr/>
          </p:nvCxnSpPr>
          <p:spPr>
            <a:xfrm>
              <a:off x="6071910"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59" name="Group 458">
            <a:extLst>
              <a:ext uri="{FF2B5EF4-FFF2-40B4-BE49-F238E27FC236}">
                <a16:creationId xmlns:a16="http://schemas.microsoft.com/office/drawing/2014/main" id="{75A62C55-D9BF-8893-9A8E-1D73B5C53692}"/>
              </a:ext>
            </a:extLst>
          </p:cNvPr>
          <p:cNvGrpSpPr/>
          <p:nvPr/>
        </p:nvGrpSpPr>
        <p:grpSpPr>
          <a:xfrm>
            <a:off x="7959193" y="3698227"/>
            <a:ext cx="721206" cy="609701"/>
            <a:chOff x="9258526" y="5012622"/>
            <a:chExt cx="871904" cy="748695"/>
          </a:xfrm>
        </p:grpSpPr>
        <p:sp>
          <p:nvSpPr>
            <p:cNvPr id="464" name="Rectangle 463">
              <a:hlinkHover r:id="" action="ppaction://noaction" highlightClick="1"/>
              <a:extLst>
                <a:ext uri="{FF2B5EF4-FFF2-40B4-BE49-F238E27FC236}">
                  <a16:creationId xmlns:a16="http://schemas.microsoft.com/office/drawing/2014/main" id="{64755D78-807A-34ED-4F22-54818ED3FD14}"/>
                </a:ext>
              </a:extLst>
            </p:cNvPr>
            <p:cNvSpPr/>
            <p:nvPr/>
          </p:nvSpPr>
          <p:spPr>
            <a:xfrm>
              <a:off x="9258526"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509" name="Oval 508">
              <a:extLst>
                <a:ext uri="{FF2B5EF4-FFF2-40B4-BE49-F238E27FC236}">
                  <a16:creationId xmlns:a16="http://schemas.microsoft.com/office/drawing/2014/main" id="{2B831FCD-2A62-8D6F-4F8B-5AC2961C8DB1}"/>
                </a:ext>
              </a:extLst>
            </p:cNvPr>
            <p:cNvSpPr/>
            <p:nvPr/>
          </p:nvSpPr>
          <p:spPr>
            <a:xfrm>
              <a:off x="995270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 name="Isosceles Triangle 648">
              <a:extLst>
                <a:ext uri="{FF2B5EF4-FFF2-40B4-BE49-F238E27FC236}">
                  <a16:creationId xmlns:a16="http://schemas.microsoft.com/office/drawing/2014/main" id="{27FA5E7C-AE1B-2050-E920-515A5A8E35F7}"/>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3" name="Group 82">
            <a:extLst>
              <a:ext uri="{FF2B5EF4-FFF2-40B4-BE49-F238E27FC236}">
                <a16:creationId xmlns:a16="http://schemas.microsoft.com/office/drawing/2014/main" id="{2011F549-6FB8-300E-4E99-F60E2B6986B1}"/>
              </a:ext>
            </a:extLst>
          </p:cNvPr>
          <p:cNvGrpSpPr/>
          <p:nvPr/>
        </p:nvGrpSpPr>
        <p:grpSpPr>
          <a:xfrm>
            <a:off x="7957576" y="2253333"/>
            <a:ext cx="721206" cy="609701"/>
            <a:chOff x="10240105" y="2560818"/>
            <a:chExt cx="871904" cy="748695"/>
          </a:xfrm>
        </p:grpSpPr>
        <p:sp>
          <p:nvSpPr>
            <p:cNvPr id="117" name="Rectangle 116">
              <a:extLst>
                <a:ext uri="{FF2B5EF4-FFF2-40B4-BE49-F238E27FC236}">
                  <a16:creationId xmlns:a16="http://schemas.microsoft.com/office/drawing/2014/main" id="{5AAFD80C-9835-1110-ED4A-DE7DC2DEBC98}"/>
                </a:ext>
              </a:extLst>
            </p:cNvPr>
            <p:cNvSpPr/>
            <p:nvPr/>
          </p:nvSpPr>
          <p:spPr>
            <a:xfrm>
              <a:off x="10240105"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solidFill>
                  <a:latin typeface="Century Gothic" panose="020B0502020202020204" pitchFamily="34" charset="0"/>
                </a:rPr>
                <a:t>Microsoft </a:t>
              </a: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P1 (Clients Only)</a:t>
              </a:r>
            </a:p>
          </p:txBody>
        </p:sp>
        <p:sp>
          <p:nvSpPr>
            <p:cNvPr id="553" name="Right Triangle 552">
              <a:extLst>
                <a:ext uri="{FF2B5EF4-FFF2-40B4-BE49-F238E27FC236}">
                  <a16:creationId xmlns:a16="http://schemas.microsoft.com/office/drawing/2014/main" id="{D8034F43-1C0C-C869-E846-EB21F745BDD9}"/>
                </a:ext>
              </a:extLst>
            </p:cNvPr>
            <p:cNvSpPr/>
            <p:nvPr/>
          </p:nvSpPr>
          <p:spPr>
            <a:xfrm rot="10800000">
              <a:off x="10962978" y="25647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7BA9D4E4-874F-BA33-F6B9-4B213DAB2C11}"/>
                </a:ext>
              </a:extLst>
            </p:cNvPr>
            <p:cNvGrpSpPr/>
            <p:nvPr/>
          </p:nvGrpSpPr>
          <p:grpSpPr>
            <a:xfrm>
              <a:off x="11043305" y="2572272"/>
              <a:ext cx="45719" cy="75385"/>
              <a:chOff x="3883481" y="2057400"/>
              <a:chExt cx="1608363" cy="2652031"/>
            </a:xfrm>
            <a:solidFill>
              <a:srgbClr val="A6A6A6"/>
            </a:solidFill>
          </p:grpSpPr>
          <p:sp>
            <p:nvSpPr>
              <p:cNvPr id="555" name="Oval 27">
                <a:extLst>
                  <a:ext uri="{FF2B5EF4-FFF2-40B4-BE49-F238E27FC236}">
                    <a16:creationId xmlns:a16="http://schemas.microsoft.com/office/drawing/2014/main" id="{F4F74D20-2802-6CE1-69E1-F90815B432F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6" name="Oval 28">
                <a:extLst>
                  <a:ext uri="{FF2B5EF4-FFF2-40B4-BE49-F238E27FC236}">
                    <a16:creationId xmlns:a16="http://schemas.microsoft.com/office/drawing/2014/main" id="{D043DB4C-5F5F-1F38-7483-925024A29DE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61" name="Group 560">
            <a:extLst>
              <a:ext uri="{FF2B5EF4-FFF2-40B4-BE49-F238E27FC236}">
                <a16:creationId xmlns:a16="http://schemas.microsoft.com/office/drawing/2014/main" id="{9A3E36D9-4EA8-BFC9-B726-58138F4E8E59}"/>
              </a:ext>
            </a:extLst>
          </p:cNvPr>
          <p:cNvGrpSpPr/>
          <p:nvPr/>
        </p:nvGrpSpPr>
        <p:grpSpPr>
          <a:xfrm>
            <a:off x="5448055" y="1532276"/>
            <a:ext cx="721206" cy="609701"/>
            <a:chOff x="6271424" y="1729816"/>
            <a:chExt cx="871904" cy="748695"/>
          </a:xfrm>
        </p:grpSpPr>
        <p:sp>
          <p:nvSpPr>
            <p:cNvPr id="140" name="Rectangle 139">
              <a:extLst>
                <a:ext uri="{FF2B5EF4-FFF2-40B4-BE49-F238E27FC236}">
                  <a16:creationId xmlns:a16="http://schemas.microsoft.com/office/drawing/2014/main" id="{08459227-A02B-01B1-2198-B841EB9DB178}"/>
                </a:ext>
              </a:extLst>
            </p:cNvPr>
            <p:cNvSpPr/>
            <p:nvPr/>
          </p:nvSpPr>
          <p:spPr>
            <a:xfrm>
              <a:off x="627142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141" name="Rectangle 140">
              <a:extLst>
                <a:ext uri="{FF2B5EF4-FFF2-40B4-BE49-F238E27FC236}">
                  <a16:creationId xmlns:a16="http://schemas.microsoft.com/office/drawing/2014/main" id="{37BA9096-8130-BBF7-E9D1-AFE5DF8D29F5}"/>
                </a:ext>
              </a:extLst>
            </p:cNvPr>
            <p:cNvSpPr/>
            <p:nvPr/>
          </p:nvSpPr>
          <p:spPr>
            <a:xfrm flipV="1">
              <a:off x="7010822"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9" name="Oval 15">
              <a:extLst>
                <a:ext uri="{FF2B5EF4-FFF2-40B4-BE49-F238E27FC236}">
                  <a16:creationId xmlns:a16="http://schemas.microsoft.com/office/drawing/2014/main" id="{CBDB6992-BA48-D4CE-D6CD-F2BDA577FD06}"/>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04" name="Straight Connector 603">
              <a:extLst>
                <a:ext uri="{FF2B5EF4-FFF2-40B4-BE49-F238E27FC236}">
                  <a16:creationId xmlns:a16="http://schemas.microsoft.com/office/drawing/2014/main" id="{52794A35-8D85-C565-FDD7-F7A40FE3586B}"/>
                </a:ext>
              </a:extLst>
            </p:cNvPr>
            <p:cNvCxnSpPr>
              <a:cxnSpLocks/>
              <a:stCxn id="599" idx="0"/>
            </p:cNvCxnSpPr>
            <p:nvPr/>
          </p:nvCxnSpPr>
          <p:spPr>
            <a:xfrm flipV="1">
              <a:off x="7050821"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09" name="Straight Connector 608">
              <a:extLst>
                <a:ext uri="{FF2B5EF4-FFF2-40B4-BE49-F238E27FC236}">
                  <a16:creationId xmlns:a16="http://schemas.microsoft.com/office/drawing/2014/main" id="{76899391-EB17-495E-3A0A-CDFB1140EBC6}"/>
                </a:ext>
              </a:extLst>
            </p:cNvPr>
            <p:cNvCxnSpPr>
              <a:cxnSpLocks/>
            </p:cNvCxnSpPr>
            <p:nvPr/>
          </p:nvCxnSpPr>
          <p:spPr>
            <a:xfrm>
              <a:off x="7057735"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14" name="Group 613">
            <a:extLst>
              <a:ext uri="{FF2B5EF4-FFF2-40B4-BE49-F238E27FC236}">
                <a16:creationId xmlns:a16="http://schemas.microsoft.com/office/drawing/2014/main" id="{907197A0-BD65-993B-3ECE-30E51FA37798}"/>
              </a:ext>
            </a:extLst>
          </p:cNvPr>
          <p:cNvGrpSpPr/>
          <p:nvPr/>
        </p:nvGrpSpPr>
        <p:grpSpPr>
          <a:xfrm>
            <a:off x="6284562" y="1532276"/>
            <a:ext cx="721206" cy="609701"/>
            <a:chOff x="7262509" y="1729816"/>
            <a:chExt cx="871904" cy="748695"/>
          </a:xfrm>
        </p:grpSpPr>
        <p:sp>
          <p:nvSpPr>
            <p:cNvPr id="636" name="Rectangle 635">
              <a:extLst>
                <a:ext uri="{FF2B5EF4-FFF2-40B4-BE49-F238E27FC236}">
                  <a16:creationId xmlns:a16="http://schemas.microsoft.com/office/drawing/2014/main" id="{48C00458-1C0C-17F4-E1BD-486784CE137B}"/>
                </a:ext>
              </a:extLst>
            </p:cNvPr>
            <p:cNvSpPr/>
            <p:nvPr/>
          </p:nvSpPr>
          <p:spPr>
            <a:xfrm>
              <a:off x="7262509"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639" name="Rectangle 638">
              <a:extLst>
                <a:ext uri="{FF2B5EF4-FFF2-40B4-BE49-F238E27FC236}">
                  <a16:creationId xmlns:a16="http://schemas.microsoft.com/office/drawing/2014/main" id="{15A46024-3C80-068A-9EE8-2E0604852582}"/>
                </a:ext>
              </a:extLst>
            </p:cNvPr>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2" name="Oval 15">
              <a:extLst>
                <a:ext uri="{FF2B5EF4-FFF2-40B4-BE49-F238E27FC236}">
                  <a16:creationId xmlns:a16="http://schemas.microsoft.com/office/drawing/2014/main" id="{E0D835ED-8511-DC96-ADE5-7892094D307D}"/>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43" name="Straight Connector 642">
              <a:extLst>
                <a:ext uri="{FF2B5EF4-FFF2-40B4-BE49-F238E27FC236}">
                  <a16:creationId xmlns:a16="http://schemas.microsoft.com/office/drawing/2014/main" id="{B1FB29C6-4867-E08D-E282-71F98973C3B2}"/>
                </a:ext>
              </a:extLst>
            </p:cNvPr>
            <p:cNvCxnSpPr>
              <a:cxnSpLocks/>
              <a:stCxn id="642"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52" name="Straight Connector 651">
              <a:extLst>
                <a:ext uri="{FF2B5EF4-FFF2-40B4-BE49-F238E27FC236}">
                  <a16:creationId xmlns:a16="http://schemas.microsoft.com/office/drawing/2014/main" id="{C876B8BE-3061-462A-7390-5FD1FE10A413}"/>
                </a:ext>
              </a:extLst>
            </p:cNvPr>
            <p:cNvCxnSpPr>
              <a:cxnSpLocks/>
            </p:cNvCxnSpPr>
            <p:nvPr/>
          </p:nvCxnSpPr>
          <p:spPr>
            <a:xfrm>
              <a:off x="80562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53" name="Group 652">
            <a:extLst>
              <a:ext uri="{FF2B5EF4-FFF2-40B4-BE49-F238E27FC236}">
                <a16:creationId xmlns:a16="http://schemas.microsoft.com/office/drawing/2014/main" id="{D5EF0AF2-5D3C-7931-A374-F72F7C7A5714}"/>
              </a:ext>
            </a:extLst>
          </p:cNvPr>
          <p:cNvGrpSpPr/>
          <p:nvPr/>
        </p:nvGrpSpPr>
        <p:grpSpPr>
          <a:xfrm>
            <a:off x="7121069" y="1532276"/>
            <a:ext cx="721206" cy="609701"/>
            <a:chOff x="8253594" y="1729816"/>
            <a:chExt cx="871904" cy="748695"/>
          </a:xfrm>
        </p:grpSpPr>
        <p:sp>
          <p:nvSpPr>
            <p:cNvPr id="654" name="Rectangle 653">
              <a:extLst>
                <a:ext uri="{FF2B5EF4-FFF2-40B4-BE49-F238E27FC236}">
                  <a16:creationId xmlns:a16="http://schemas.microsoft.com/office/drawing/2014/main" id="{E3F3589D-DE1B-3EEA-09F4-897509FB6A47}"/>
                </a:ext>
              </a:extLst>
            </p:cNvPr>
            <p:cNvSpPr/>
            <p:nvPr/>
          </p:nvSpPr>
          <p:spPr>
            <a:xfrm>
              <a:off x="825359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657" name="Rectangle 656">
              <a:extLst>
                <a:ext uri="{FF2B5EF4-FFF2-40B4-BE49-F238E27FC236}">
                  <a16:creationId xmlns:a16="http://schemas.microsoft.com/office/drawing/2014/main" id="{9C3D1F30-669A-734B-BE03-B56BCC789332}"/>
                </a:ext>
              </a:extLst>
            </p:cNvPr>
            <p:cNvSpPr/>
            <p:nvPr/>
          </p:nvSpPr>
          <p:spPr>
            <a:xfrm flipV="1">
              <a:off x="8998048"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0" name="Oval 15">
              <a:extLst>
                <a:ext uri="{FF2B5EF4-FFF2-40B4-BE49-F238E27FC236}">
                  <a16:creationId xmlns:a16="http://schemas.microsoft.com/office/drawing/2014/main" id="{56E3D1A6-A9A4-EFC6-6CAA-B00995C51610}"/>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63" name="Straight Connector 662">
              <a:extLst>
                <a:ext uri="{FF2B5EF4-FFF2-40B4-BE49-F238E27FC236}">
                  <a16:creationId xmlns:a16="http://schemas.microsoft.com/office/drawing/2014/main" id="{BBDE6124-E0B7-280B-E321-0AFFE3D0C26E}"/>
                </a:ext>
              </a:extLst>
            </p:cNvPr>
            <p:cNvCxnSpPr>
              <a:cxnSpLocks/>
              <a:stCxn id="660" idx="0"/>
            </p:cNvCxnSpPr>
            <p:nvPr/>
          </p:nvCxnSpPr>
          <p:spPr>
            <a:xfrm flipV="1">
              <a:off x="9038047"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64" name="Straight Connector 663">
              <a:extLst>
                <a:ext uri="{FF2B5EF4-FFF2-40B4-BE49-F238E27FC236}">
                  <a16:creationId xmlns:a16="http://schemas.microsoft.com/office/drawing/2014/main" id="{676D06B2-B40B-A3BF-3AE3-5F4F98D7DBBE}"/>
                </a:ext>
              </a:extLst>
            </p:cNvPr>
            <p:cNvCxnSpPr>
              <a:cxnSpLocks/>
            </p:cNvCxnSpPr>
            <p:nvPr/>
          </p:nvCxnSpPr>
          <p:spPr>
            <a:xfrm>
              <a:off x="9044961"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65" name="Group 664">
            <a:extLst>
              <a:ext uri="{FF2B5EF4-FFF2-40B4-BE49-F238E27FC236}">
                <a16:creationId xmlns:a16="http://schemas.microsoft.com/office/drawing/2014/main" id="{3785BC1B-F8C4-D4DA-3495-166F052A64B5}"/>
              </a:ext>
            </a:extLst>
          </p:cNvPr>
          <p:cNvGrpSpPr/>
          <p:nvPr/>
        </p:nvGrpSpPr>
        <p:grpSpPr>
          <a:xfrm>
            <a:off x="3775041" y="1532276"/>
            <a:ext cx="721206" cy="609701"/>
            <a:chOff x="4289254" y="1729816"/>
            <a:chExt cx="871904" cy="748695"/>
          </a:xfrm>
        </p:grpSpPr>
        <p:sp>
          <p:nvSpPr>
            <p:cNvPr id="666" name="Rectangle 665">
              <a:extLst>
                <a:ext uri="{FF2B5EF4-FFF2-40B4-BE49-F238E27FC236}">
                  <a16:creationId xmlns:a16="http://schemas.microsoft.com/office/drawing/2014/main" id="{1B857334-A7E8-3898-3A13-62540C691520}"/>
                </a:ext>
              </a:extLst>
            </p:cNvPr>
            <p:cNvSpPr/>
            <p:nvPr/>
          </p:nvSpPr>
          <p:spPr>
            <a:xfrm>
              <a:off x="428925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669" name="Right Triangle 668">
              <a:extLst>
                <a:ext uri="{FF2B5EF4-FFF2-40B4-BE49-F238E27FC236}">
                  <a16:creationId xmlns:a16="http://schemas.microsoft.com/office/drawing/2014/main" id="{3C90588B-6938-F196-7294-657E01B803E4}"/>
                </a:ext>
              </a:extLst>
            </p:cNvPr>
            <p:cNvSpPr/>
            <p:nvPr/>
          </p:nvSpPr>
          <p:spPr>
            <a:xfrm rot="10800000">
              <a:off x="5013435"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71" name="Group 670">
              <a:extLst>
                <a:ext uri="{FF2B5EF4-FFF2-40B4-BE49-F238E27FC236}">
                  <a16:creationId xmlns:a16="http://schemas.microsoft.com/office/drawing/2014/main" id="{699CED48-CE01-BA6E-90D7-B2E1949E6975}"/>
                </a:ext>
              </a:extLst>
            </p:cNvPr>
            <p:cNvGrpSpPr/>
            <p:nvPr/>
          </p:nvGrpSpPr>
          <p:grpSpPr>
            <a:xfrm>
              <a:off x="5093762" y="1742900"/>
              <a:ext cx="45719" cy="75385"/>
              <a:chOff x="3883481" y="2057400"/>
              <a:chExt cx="1608363" cy="2652031"/>
            </a:xfrm>
            <a:solidFill>
              <a:srgbClr val="A6A6A6"/>
            </a:solidFill>
          </p:grpSpPr>
          <p:sp>
            <p:nvSpPr>
              <p:cNvPr id="673" name="Oval 27">
                <a:extLst>
                  <a:ext uri="{FF2B5EF4-FFF2-40B4-BE49-F238E27FC236}">
                    <a16:creationId xmlns:a16="http://schemas.microsoft.com/office/drawing/2014/main" id="{90E0D362-1E45-C347-0676-1708B89F786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4" name="Oval 28">
                <a:extLst>
                  <a:ext uri="{FF2B5EF4-FFF2-40B4-BE49-F238E27FC236}">
                    <a16:creationId xmlns:a16="http://schemas.microsoft.com/office/drawing/2014/main" id="{DF646250-26EA-A30E-A3CD-9491AE3B780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75" name="Group 674">
            <a:extLst>
              <a:ext uri="{FF2B5EF4-FFF2-40B4-BE49-F238E27FC236}">
                <a16:creationId xmlns:a16="http://schemas.microsoft.com/office/drawing/2014/main" id="{389796B4-4978-5A67-A132-A4F9FCCEEB9C}"/>
              </a:ext>
            </a:extLst>
          </p:cNvPr>
          <p:cNvGrpSpPr/>
          <p:nvPr/>
        </p:nvGrpSpPr>
        <p:grpSpPr>
          <a:xfrm>
            <a:off x="4611548" y="1532276"/>
            <a:ext cx="721206" cy="609701"/>
            <a:chOff x="5280339" y="1729816"/>
            <a:chExt cx="871904" cy="748695"/>
          </a:xfrm>
        </p:grpSpPr>
        <p:sp>
          <p:nvSpPr>
            <p:cNvPr id="677" name="Rectangle 676">
              <a:extLst>
                <a:ext uri="{FF2B5EF4-FFF2-40B4-BE49-F238E27FC236}">
                  <a16:creationId xmlns:a16="http://schemas.microsoft.com/office/drawing/2014/main" id="{4C74D8E3-55B3-96CC-1031-DE2DBDCED9E9}"/>
                </a:ext>
              </a:extLst>
            </p:cNvPr>
            <p:cNvSpPr/>
            <p:nvPr/>
          </p:nvSpPr>
          <p:spPr>
            <a:xfrm>
              <a:off x="528033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678" name="Right Triangle 677">
              <a:extLst>
                <a:ext uri="{FF2B5EF4-FFF2-40B4-BE49-F238E27FC236}">
                  <a16:creationId xmlns:a16="http://schemas.microsoft.com/office/drawing/2014/main" id="{117A826E-CB55-6FB8-878C-DA70BBDB0620}"/>
                </a:ext>
              </a:extLst>
            </p:cNvPr>
            <p:cNvSpPr/>
            <p:nvPr/>
          </p:nvSpPr>
          <p:spPr>
            <a:xfrm rot="10800000">
              <a:off x="6003472"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79" name="Group 678">
              <a:extLst>
                <a:ext uri="{FF2B5EF4-FFF2-40B4-BE49-F238E27FC236}">
                  <a16:creationId xmlns:a16="http://schemas.microsoft.com/office/drawing/2014/main" id="{874A7400-9517-F699-0D35-B6A329EA7010}"/>
                </a:ext>
              </a:extLst>
            </p:cNvPr>
            <p:cNvGrpSpPr/>
            <p:nvPr/>
          </p:nvGrpSpPr>
          <p:grpSpPr>
            <a:xfrm>
              <a:off x="6083799" y="1742900"/>
              <a:ext cx="45719" cy="75385"/>
              <a:chOff x="3883481" y="2057400"/>
              <a:chExt cx="1608363" cy="2652031"/>
            </a:xfrm>
            <a:solidFill>
              <a:srgbClr val="A6A6A6"/>
            </a:solidFill>
          </p:grpSpPr>
          <p:sp>
            <p:nvSpPr>
              <p:cNvPr id="680" name="Oval 27">
                <a:extLst>
                  <a:ext uri="{FF2B5EF4-FFF2-40B4-BE49-F238E27FC236}">
                    <a16:creationId xmlns:a16="http://schemas.microsoft.com/office/drawing/2014/main" id="{BE8D3D17-D497-0393-3C4F-015DF4BF3BF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1" name="Oval 28">
                <a:extLst>
                  <a:ext uri="{FF2B5EF4-FFF2-40B4-BE49-F238E27FC236}">
                    <a16:creationId xmlns:a16="http://schemas.microsoft.com/office/drawing/2014/main" id="{E8F0B74D-7531-DA2B-F0FE-E7FED7A07FC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82" name="Group 681">
            <a:extLst>
              <a:ext uri="{FF2B5EF4-FFF2-40B4-BE49-F238E27FC236}">
                <a16:creationId xmlns:a16="http://schemas.microsoft.com/office/drawing/2014/main" id="{D6995F3E-528A-C547-29CA-38C38DC0B890}"/>
              </a:ext>
            </a:extLst>
          </p:cNvPr>
          <p:cNvGrpSpPr/>
          <p:nvPr/>
        </p:nvGrpSpPr>
        <p:grpSpPr>
          <a:xfrm>
            <a:off x="2938534" y="1532276"/>
            <a:ext cx="721206" cy="610038"/>
            <a:chOff x="3298169" y="1729403"/>
            <a:chExt cx="871904" cy="749108"/>
          </a:xfrm>
        </p:grpSpPr>
        <p:sp>
          <p:nvSpPr>
            <p:cNvPr id="685" name="Rectangle 684">
              <a:extLst>
                <a:ext uri="{FF2B5EF4-FFF2-40B4-BE49-F238E27FC236}">
                  <a16:creationId xmlns:a16="http://schemas.microsoft.com/office/drawing/2014/main" id="{7D3C6B75-9542-CC4C-7A23-C607A943EF51}"/>
                </a:ext>
              </a:extLst>
            </p:cNvPr>
            <p:cNvSpPr/>
            <p:nvPr/>
          </p:nvSpPr>
          <p:spPr>
            <a:xfrm>
              <a:off x="329816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686" name="Right Triangle 685">
              <a:extLst>
                <a:ext uri="{FF2B5EF4-FFF2-40B4-BE49-F238E27FC236}">
                  <a16:creationId xmlns:a16="http://schemas.microsoft.com/office/drawing/2014/main" id="{FD63A603-19A6-53E4-A447-296126F2158C}"/>
                </a:ext>
              </a:extLst>
            </p:cNvPr>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7" name="Oval 27">
              <a:extLst>
                <a:ext uri="{FF2B5EF4-FFF2-40B4-BE49-F238E27FC236}">
                  <a16:creationId xmlns:a16="http://schemas.microsoft.com/office/drawing/2014/main" id="{3AFA1A7B-AF75-B53A-E154-06A7A4E18ECE}"/>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8" name="Oval 28">
              <a:extLst>
                <a:ext uri="{FF2B5EF4-FFF2-40B4-BE49-F238E27FC236}">
                  <a16:creationId xmlns:a16="http://schemas.microsoft.com/office/drawing/2014/main" id="{6414B42D-21BF-8207-1955-79AAF55C0172}"/>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89" name="Group 688">
            <a:extLst>
              <a:ext uri="{FF2B5EF4-FFF2-40B4-BE49-F238E27FC236}">
                <a16:creationId xmlns:a16="http://schemas.microsoft.com/office/drawing/2014/main" id="{F5D3C177-F152-4339-F1A0-348CCFC8C20F}"/>
              </a:ext>
            </a:extLst>
          </p:cNvPr>
          <p:cNvGrpSpPr/>
          <p:nvPr/>
        </p:nvGrpSpPr>
        <p:grpSpPr>
          <a:xfrm>
            <a:off x="6287105" y="2974054"/>
            <a:ext cx="721206" cy="609701"/>
            <a:chOff x="8253594" y="3370808"/>
            <a:chExt cx="871904" cy="748695"/>
          </a:xfrm>
        </p:grpSpPr>
        <p:sp>
          <p:nvSpPr>
            <p:cNvPr id="690" name="Rectangle 689">
              <a:hlinkHover r:id="" action="ppaction://noaction" highlightClick="1"/>
              <a:extLst>
                <a:ext uri="{FF2B5EF4-FFF2-40B4-BE49-F238E27FC236}">
                  <a16:creationId xmlns:a16="http://schemas.microsoft.com/office/drawing/2014/main" id="{A25971FC-1A24-80EF-3727-8431EB041382}"/>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691" name="Rectangle 690">
              <a:extLst>
                <a:ext uri="{FF2B5EF4-FFF2-40B4-BE49-F238E27FC236}">
                  <a16:creationId xmlns:a16="http://schemas.microsoft.com/office/drawing/2014/main" id="{CD1B62C0-F6FD-94D7-F464-4361DD7FC1E3}"/>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2" name="Oval 15">
              <a:extLst>
                <a:ext uri="{FF2B5EF4-FFF2-40B4-BE49-F238E27FC236}">
                  <a16:creationId xmlns:a16="http://schemas.microsoft.com/office/drawing/2014/main" id="{576B08FD-D944-161F-FA67-BB253C0E7809}"/>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93" name="Straight Connector 692">
              <a:extLst>
                <a:ext uri="{FF2B5EF4-FFF2-40B4-BE49-F238E27FC236}">
                  <a16:creationId xmlns:a16="http://schemas.microsoft.com/office/drawing/2014/main" id="{1D47A63F-FE9C-6F3C-196E-1875AF3BDA62}"/>
                </a:ext>
              </a:extLst>
            </p:cNvPr>
            <p:cNvCxnSpPr>
              <a:cxnSpLocks/>
              <a:stCxn id="692"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94" name="Straight Connector 693">
              <a:extLst>
                <a:ext uri="{FF2B5EF4-FFF2-40B4-BE49-F238E27FC236}">
                  <a16:creationId xmlns:a16="http://schemas.microsoft.com/office/drawing/2014/main" id="{BD11C66F-C0DB-FECA-CF2C-9CC217B20F77}"/>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95" name="Group 694">
            <a:extLst>
              <a:ext uri="{FF2B5EF4-FFF2-40B4-BE49-F238E27FC236}">
                <a16:creationId xmlns:a16="http://schemas.microsoft.com/office/drawing/2014/main" id="{688D7A16-3506-5832-F7F1-CE32BC4BB4C2}"/>
              </a:ext>
            </a:extLst>
          </p:cNvPr>
          <p:cNvGrpSpPr/>
          <p:nvPr/>
        </p:nvGrpSpPr>
        <p:grpSpPr>
          <a:xfrm>
            <a:off x="7123149" y="2974054"/>
            <a:ext cx="721206" cy="609701"/>
            <a:chOff x="8253594" y="3370808"/>
            <a:chExt cx="871904" cy="748695"/>
          </a:xfrm>
        </p:grpSpPr>
        <p:sp>
          <p:nvSpPr>
            <p:cNvPr id="696" name="Rectangle 695">
              <a:hlinkHover r:id="" action="ppaction://noaction" highlightClick="1"/>
              <a:extLst>
                <a:ext uri="{FF2B5EF4-FFF2-40B4-BE49-F238E27FC236}">
                  <a16:creationId xmlns:a16="http://schemas.microsoft.com/office/drawing/2014/main" id="{BD2AC732-C25F-20A2-3A98-6401126015A4}"/>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697" name="Rectangle 696">
              <a:extLst>
                <a:ext uri="{FF2B5EF4-FFF2-40B4-BE49-F238E27FC236}">
                  <a16:creationId xmlns:a16="http://schemas.microsoft.com/office/drawing/2014/main" id="{1ECBFDF8-5309-4CAE-D64D-B1AFFC9F85C9}"/>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8" name="Oval 15">
              <a:extLst>
                <a:ext uri="{FF2B5EF4-FFF2-40B4-BE49-F238E27FC236}">
                  <a16:creationId xmlns:a16="http://schemas.microsoft.com/office/drawing/2014/main" id="{F9AD2C7E-FA22-57C3-74DF-9160FE886DF3}"/>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99" name="Straight Connector 698">
              <a:extLst>
                <a:ext uri="{FF2B5EF4-FFF2-40B4-BE49-F238E27FC236}">
                  <a16:creationId xmlns:a16="http://schemas.microsoft.com/office/drawing/2014/main" id="{44136A22-0112-65A5-E744-23E25C0F6FCD}"/>
                </a:ext>
              </a:extLst>
            </p:cNvPr>
            <p:cNvCxnSpPr>
              <a:cxnSpLocks/>
              <a:stCxn id="698"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00" name="Straight Connector 699">
              <a:extLst>
                <a:ext uri="{FF2B5EF4-FFF2-40B4-BE49-F238E27FC236}">
                  <a16:creationId xmlns:a16="http://schemas.microsoft.com/office/drawing/2014/main" id="{03CBA037-7091-1312-C531-3663C33F79D2}"/>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04" name="Group 703">
            <a:extLst>
              <a:ext uri="{FF2B5EF4-FFF2-40B4-BE49-F238E27FC236}">
                <a16:creationId xmlns:a16="http://schemas.microsoft.com/office/drawing/2014/main" id="{BD218A00-99AC-7210-AE06-8593240D34EC}"/>
              </a:ext>
            </a:extLst>
          </p:cNvPr>
          <p:cNvGrpSpPr/>
          <p:nvPr/>
        </p:nvGrpSpPr>
        <p:grpSpPr>
          <a:xfrm>
            <a:off x="7959193" y="2974054"/>
            <a:ext cx="721206" cy="609701"/>
            <a:chOff x="10243575" y="88412"/>
            <a:chExt cx="871904" cy="748695"/>
          </a:xfrm>
        </p:grpSpPr>
        <p:sp>
          <p:nvSpPr>
            <p:cNvPr id="705" name="Rectangle 704">
              <a:hlinkHover r:id="" action="ppaction://noaction" highlightClick="1"/>
              <a:extLst>
                <a:ext uri="{FF2B5EF4-FFF2-40B4-BE49-F238E27FC236}">
                  <a16:creationId xmlns:a16="http://schemas.microsoft.com/office/drawing/2014/main" id="{B39285E6-0059-C7FF-B73B-C37C4995A057}"/>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sp>
          <p:nvSpPr>
            <p:cNvPr id="706" name="Diamond 705">
              <a:extLst>
                <a:ext uri="{FF2B5EF4-FFF2-40B4-BE49-F238E27FC236}">
                  <a16:creationId xmlns:a16="http://schemas.microsoft.com/office/drawing/2014/main" id="{0536DAA7-B681-8303-FA83-364C0708E18F}"/>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7" name="Oval 706">
              <a:extLst>
                <a:ext uri="{FF2B5EF4-FFF2-40B4-BE49-F238E27FC236}">
                  <a16:creationId xmlns:a16="http://schemas.microsoft.com/office/drawing/2014/main" id="{F5F8E460-302D-840E-E6FE-3052A0BC3684}"/>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709" name="Group 708">
            <a:extLst>
              <a:ext uri="{FF2B5EF4-FFF2-40B4-BE49-F238E27FC236}">
                <a16:creationId xmlns:a16="http://schemas.microsoft.com/office/drawing/2014/main" id="{66D1A4E7-2B7B-D610-90AE-34D9D698E805}"/>
              </a:ext>
            </a:extLst>
          </p:cNvPr>
          <p:cNvGrpSpPr/>
          <p:nvPr/>
        </p:nvGrpSpPr>
        <p:grpSpPr>
          <a:xfrm>
            <a:off x="8795237" y="2974054"/>
            <a:ext cx="721206" cy="609701"/>
            <a:chOff x="10243575" y="88412"/>
            <a:chExt cx="871904" cy="748695"/>
          </a:xfrm>
        </p:grpSpPr>
        <p:sp>
          <p:nvSpPr>
            <p:cNvPr id="724" name="Rectangle 723">
              <a:hlinkHover r:id="" action="ppaction://noaction" highlightClick="1"/>
              <a:extLst>
                <a:ext uri="{FF2B5EF4-FFF2-40B4-BE49-F238E27FC236}">
                  <a16:creationId xmlns:a16="http://schemas.microsoft.com/office/drawing/2014/main" id="{B6DCC240-0B37-5DCD-843F-6C3A5150E211}"/>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731" name="Diamond 730">
              <a:extLst>
                <a:ext uri="{FF2B5EF4-FFF2-40B4-BE49-F238E27FC236}">
                  <a16:creationId xmlns:a16="http://schemas.microsoft.com/office/drawing/2014/main" id="{7E7CCD22-DB1B-A971-52B6-3FAAEC6D2202}"/>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2" name="Oval 731">
              <a:extLst>
                <a:ext uri="{FF2B5EF4-FFF2-40B4-BE49-F238E27FC236}">
                  <a16:creationId xmlns:a16="http://schemas.microsoft.com/office/drawing/2014/main" id="{3C797AFF-F9AA-51C8-58CC-B0DFB5EE236A}"/>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733" name="Group 732">
            <a:extLst>
              <a:ext uri="{FF2B5EF4-FFF2-40B4-BE49-F238E27FC236}">
                <a16:creationId xmlns:a16="http://schemas.microsoft.com/office/drawing/2014/main" id="{29961128-1DC1-63DD-BA41-2BB5E0DEAEFC}"/>
              </a:ext>
            </a:extLst>
          </p:cNvPr>
          <p:cNvGrpSpPr/>
          <p:nvPr/>
        </p:nvGrpSpPr>
        <p:grpSpPr>
          <a:xfrm>
            <a:off x="4605608" y="811556"/>
            <a:ext cx="722058" cy="609701"/>
            <a:chOff x="6271424" y="909114"/>
            <a:chExt cx="872938" cy="748695"/>
          </a:xfrm>
        </p:grpSpPr>
        <p:sp>
          <p:nvSpPr>
            <p:cNvPr id="738" name="Rectangle 737">
              <a:extLst>
                <a:ext uri="{FF2B5EF4-FFF2-40B4-BE49-F238E27FC236}">
                  <a16:creationId xmlns:a16="http://schemas.microsoft.com/office/drawing/2014/main" id="{A48C69E1-BD10-FC82-C46A-010746760E3F}"/>
                </a:ext>
              </a:extLst>
            </p:cNvPr>
            <p:cNvSpPr/>
            <p:nvPr/>
          </p:nvSpPr>
          <p:spPr>
            <a:xfrm>
              <a:off x="627142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740" name="Rectangle 739">
              <a:extLst>
                <a:ext uri="{FF2B5EF4-FFF2-40B4-BE49-F238E27FC236}">
                  <a16:creationId xmlns:a16="http://schemas.microsoft.com/office/drawing/2014/main" id="{5A629D88-D8B1-D743-253B-D34E78256EB3}"/>
                </a:ext>
              </a:extLst>
            </p:cNvPr>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1" name="Oval 15">
              <a:extLst>
                <a:ext uri="{FF2B5EF4-FFF2-40B4-BE49-F238E27FC236}">
                  <a16:creationId xmlns:a16="http://schemas.microsoft.com/office/drawing/2014/main" id="{B4F2F380-B8DC-D3BB-96DD-4BC5F8A56459}"/>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47" name="Straight Connector 746">
              <a:extLst>
                <a:ext uri="{FF2B5EF4-FFF2-40B4-BE49-F238E27FC236}">
                  <a16:creationId xmlns:a16="http://schemas.microsoft.com/office/drawing/2014/main" id="{80716208-1FB0-2BBE-FA6F-2917D496BC20}"/>
                </a:ext>
              </a:extLst>
            </p:cNvPr>
            <p:cNvCxnSpPr>
              <a:cxnSpLocks/>
              <a:stCxn id="741"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48" name="Straight Connector 747">
              <a:extLst>
                <a:ext uri="{FF2B5EF4-FFF2-40B4-BE49-F238E27FC236}">
                  <a16:creationId xmlns:a16="http://schemas.microsoft.com/office/drawing/2014/main" id="{D5E9E492-DFAE-F457-8D82-9CC46CADFA7F}"/>
                </a:ext>
              </a:extLst>
            </p:cNvPr>
            <p:cNvCxnSpPr>
              <a:cxnSpLocks/>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50" name="Group 749">
            <a:extLst>
              <a:ext uri="{FF2B5EF4-FFF2-40B4-BE49-F238E27FC236}">
                <a16:creationId xmlns:a16="http://schemas.microsoft.com/office/drawing/2014/main" id="{C9E6B7B8-F00F-1E6A-0B50-82CA20036CF5}"/>
              </a:ext>
            </a:extLst>
          </p:cNvPr>
          <p:cNvGrpSpPr/>
          <p:nvPr/>
        </p:nvGrpSpPr>
        <p:grpSpPr>
          <a:xfrm>
            <a:off x="5442072" y="811556"/>
            <a:ext cx="728206" cy="609701"/>
            <a:chOff x="7262509" y="909114"/>
            <a:chExt cx="880366" cy="748695"/>
          </a:xfrm>
        </p:grpSpPr>
        <p:sp>
          <p:nvSpPr>
            <p:cNvPr id="752" name="Rectangle 751">
              <a:extLst>
                <a:ext uri="{FF2B5EF4-FFF2-40B4-BE49-F238E27FC236}">
                  <a16:creationId xmlns:a16="http://schemas.microsoft.com/office/drawing/2014/main" id="{E1BCA78B-104A-6FD9-126C-E7D098D6CD6D}"/>
                </a:ext>
              </a:extLst>
            </p:cNvPr>
            <p:cNvSpPr/>
            <p:nvPr/>
          </p:nvSpPr>
          <p:spPr>
            <a:xfrm>
              <a:off x="726250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753" name="Rectangle 752">
              <a:extLst>
                <a:ext uri="{FF2B5EF4-FFF2-40B4-BE49-F238E27FC236}">
                  <a16:creationId xmlns:a16="http://schemas.microsoft.com/office/drawing/2014/main" id="{4A3BB150-3D5E-CFDE-E6C5-180D0EF3DC48}"/>
                </a:ext>
              </a:extLst>
            </p:cNvPr>
            <p:cNvSpPr/>
            <p:nvPr/>
          </p:nvSpPr>
          <p:spPr>
            <a:xfrm flipV="1">
              <a:off x="8021749"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7" name="Oval 15">
              <a:extLst>
                <a:ext uri="{FF2B5EF4-FFF2-40B4-BE49-F238E27FC236}">
                  <a16:creationId xmlns:a16="http://schemas.microsoft.com/office/drawing/2014/main" id="{EB5F8038-95CB-DF81-BF04-5350A6432392}"/>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61" name="Straight Connector 760">
              <a:extLst>
                <a:ext uri="{FF2B5EF4-FFF2-40B4-BE49-F238E27FC236}">
                  <a16:creationId xmlns:a16="http://schemas.microsoft.com/office/drawing/2014/main" id="{10F6A875-6D94-073D-4B39-A007804DACC9}"/>
                </a:ext>
              </a:extLst>
            </p:cNvPr>
            <p:cNvCxnSpPr>
              <a:cxnSpLocks/>
              <a:stCxn id="757" idx="0"/>
            </p:cNvCxnSpPr>
            <p:nvPr/>
          </p:nvCxnSpPr>
          <p:spPr>
            <a:xfrm flipV="1">
              <a:off x="8061748"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62" name="Straight Connector 761">
              <a:extLst>
                <a:ext uri="{FF2B5EF4-FFF2-40B4-BE49-F238E27FC236}">
                  <a16:creationId xmlns:a16="http://schemas.microsoft.com/office/drawing/2014/main" id="{C331C942-11C2-0CA0-E0AF-7187C0511712}"/>
                </a:ext>
              </a:extLst>
            </p:cNvPr>
            <p:cNvCxnSpPr>
              <a:cxnSpLocks/>
            </p:cNvCxnSpPr>
            <p:nvPr/>
          </p:nvCxnSpPr>
          <p:spPr>
            <a:xfrm>
              <a:off x="8068662"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65" name="Group 764">
            <a:extLst>
              <a:ext uri="{FF2B5EF4-FFF2-40B4-BE49-F238E27FC236}">
                <a16:creationId xmlns:a16="http://schemas.microsoft.com/office/drawing/2014/main" id="{88DF97DD-3919-1204-7AA0-B3EBDDAD5EAB}"/>
              </a:ext>
            </a:extLst>
          </p:cNvPr>
          <p:cNvGrpSpPr/>
          <p:nvPr/>
        </p:nvGrpSpPr>
        <p:grpSpPr>
          <a:xfrm>
            <a:off x="6284590" y="811556"/>
            <a:ext cx="721206" cy="609701"/>
            <a:chOff x="8253594" y="909114"/>
            <a:chExt cx="871904" cy="748695"/>
          </a:xfrm>
        </p:grpSpPr>
        <p:sp>
          <p:nvSpPr>
            <p:cNvPr id="767" name="Rectangle 766">
              <a:hlinkHover r:id="" action="ppaction://noaction" highlightClick="1"/>
              <a:extLst>
                <a:ext uri="{FF2B5EF4-FFF2-40B4-BE49-F238E27FC236}">
                  <a16:creationId xmlns:a16="http://schemas.microsoft.com/office/drawing/2014/main" id="{F5295D2F-2186-E187-29B2-743A56F962C8}"/>
                </a:ext>
              </a:extLst>
            </p:cNvPr>
            <p:cNvSpPr/>
            <p:nvPr/>
          </p:nvSpPr>
          <p:spPr>
            <a:xfrm>
              <a:off x="825359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257" name="Right Triangle 256">
              <a:extLst>
                <a:ext uri="{FF2B5EF4-FFF2-40B4-BE49-F238E27FC236}">
                  <a16:creationId xmlns:a16="http://schemas.microsoft.com/office/drawing/2014/main" id="{7741D4B1-7707-FD49-2049-1AD130B97FC3}"/>
                </a:ext>
              </a:extLst>
            </p:cNvPr>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8" name="Oval 27">
              <a:extLst>
                <a:ext uri="{FF2B5EF4-FFF2-40B4-BE49-F238E27FC236}">
                  <a16:creationId xmlns:a16="http://schemas.microsoft.com/office/drawing/2014/main" id="{80C07459-3F73-2520-4461-1E8875852735}"/>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9" name="Oval 28">
              <a:extLst>
                <a:ext uri="{FF2B5EF4-FFF2-40B4-BE49-F238E27FC236}">
                  <a16:creationId xmlns:a16="http://schemas.microsoft.com/office/drawing/2014/main" id="{7EB60D80-3559-6B5B-B048-85300F83948D}"/>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0" name="Group 259">
            <a:extLst>
              <a:ext uri="{FF2B5EF4-FFF2-40B4-BE49-F238E27FC236}">
                <a16:creationId xmlns:a16="http://schemas.microsoft.com/office/drawing/2014/main" id="{CE509682-3FE7-96D2-2AB0-0D2E6AFB02DC}"/>
              </a:ext>
            </a:extLst>
          </p:cNvPr>
          <p:cNvGrpSpPr/>
          <p:nvPr/>
        </p:nvGrpSpPr>
        <p:grpSpPr>
          <a:xfrm>
            <a:off x="6288014" y="2260882"/>
            <a:ext cx="721206" cy="609702"/>
            <a:chOff x="9244679" y="2560817"/>
            <a:chExt cx="871904" cy="748696"/>
          </a:xfrm>
        </p:grpSpPr>
        <p:sp>
          <p:nvSpPr>
            <p:cNvPr id="263" name="Rectangle 262">
              <a:extLst>
                <a:ext uri="{FF2B5EF4-FFF2-40B4-BE49-F238E27FC236}">
                  <a16:creationId xmlns:a16="http://schemas.microsoft.com/office/drawing/2014/main" id="{59F8C9BA-7F1A-637D-9A90-63C9BEC33E4B}"/>
                </a:ext>
              </a:extLst>
            </p:cNvPr>
            <p:cNvSpPr/>
            <p:nvPr/>
          </p:nvSpPr>
          <p:spPr>
            <a:xfrm>
              <a:off x="924467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264" name="Right Triangle 263">
              <a:extLst>
                <a:ext uri="{FF2B5EF4-FFF2-40B4-BE49-F238E27FC236}">
                  <a16:creationId xmlns:a16="http://schemas.microsoft.com/office/drawing/2014/main" id="{EA2C3793-9506-DE79-89BF-57614F779430}"/>
                </a:ext>
              </a:extLst>
            </p:cNvPr>
            <p:cNvSpPr/>
            <p:nvPr/>
          </p:nvSpPr>
          <p:spPr>
            <a:xfrm rot="10800000">
              <a:off x="9970339" y="25608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5" name="Oval 27">
              <a:extLst>
                <a:ext uri="{FF2B5EF4-FFF2-40B4-BE49-F238E27FC236}">
                  <a16:creationId xmlns:a16="http://schemas.microsoft.com/office/drawing/2014/main" id="{8DD484F4-C68E-CF0C-2B08-B56248368578}"/>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6" name="Oval 28">
              <a:extLst>
                <a:ext uri="{FF2B5EF4-FFF2-40B4-BE49-F238E27FC236}">
                  <a16:creationId xmlns:a16="http://schemas.microsoft.com/office/drawing/2014/main" id="{0255693A-14E3-D709-0D7B-EB2F7069EBD9}"/>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7" name="Group 266">
            <a:extLst>
              <a:ext uri="{FF2B5EF4-FFF2-40B4-BE49-F238E27FC236}">
                <a16:creationId xmlns:a16="http://schemas.microsoft.com/office/drawing/2014/main" id="{AB4933E1-E127-4A42-F8CB-6DC3BD49E7C0}"/>
              </a:ext>
            </a:extLst>
          </p:cNvPr>
          <p:cNvGrpSpPr/>
          <p:nvPr/>
        </p:nvGrpSpPr>
        <p:grpSpPr>
          <a:xfrm>
            <a:off x="7957576" y="811556"/>
            <a:ext cx="721206" cy="609701"/>
            <a:chOff x="4289254" y="909114"/>
            <a:chExt cx="871904" cy="748695"/>
          </a:xfrm>
        </p:grpSpPr>
        <p:sp>
          <p:nvSpPr>
            <p:cNvPr id="269" name="Rectangle 268">
              <a:extLst>
                <a:ext uri="{FF2B5EF4-FFF2-40B4-BE49-F238E27FC236}">
                  <a16:creationId xmlns:a16="http://schemas.microsoft.com/office/drawing/2014/main" id="{2215E201-E6E9-D43D-2D20-D5358928C5D9}"/>
                </a:ext>
              </a:extLst>
            </p:cNvPr>
            <p:cNvSpPr/>
            <p:nvPr/>
          </p:nvSpPr>
          <p:spPr>
            <a:xfrm>
              <a:off x="4289254"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270" name="Rectangle 269">
              <a:extLst>
                <a:ext uri="{FF2B5EF4-FFF2-40B4-BE49-F238E27FC236}">
                  <a16:creationId xmlns:a16="http://schemas.microsoft.com/office/drawing/2014/main" id="{95E400B0-00FB-294B-6E09-D997A19293DB}"/>
                </a:ext>
              </a:extLst>
            </p:cNvPr>
            <p:cNvSpPr/>
            <p:nvPr/>
          </p:nvSpPr>
          <p:spPr>
            <a:xfrm flipV="1">
              <a:off x="5036005"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2" name="Oval 15">
              <a:extLst>
                <a:ext uri="{FF2B5EF4-FFF2-40B4-BE49-F238E27FC236}">
                  <a16:creationId xmlns:a16="http://schemas.microsoft.com/office/drawing/2014/main" id="{98755683-B745-F7E8-1421-C0FD64843E06}"/>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74" name="Straight Connector 273">
              <a:extLst>
                <a:ext uri="{FF2B5EF4-FFF2-40B4-BE49-F238E27FC236}">
                  <a16:creationId xmlns:a16="http://schemas.microsoft.com/office/drawing/2014/main" id="{9BD7982F-21D8-FDAC-3183-53D1786A5103}"/>
                </a:ext>
              </a:extLst>
            </p:cNvPr>
            <p:cNvCxnSpPr>
              <a:cxnSpLocks/>
              <a:stCxn id="272" idx="0"/>
            </p:cNvCxnSpPr>
            <p:nvPr/>
          </p:nvCxnSpPr>
          <p:spPr>
            <a:xfrm flipV="1">
              <a:off x="5076004"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77" name="Straight Connector 276">
              <a:extLst>
                <a:ext uri="{FF2B5EF4-FFF2-40B4-BE49-F238E27FC236}">
                  <a16:creationId xmlns:a16="http://schemas.microsoft.com/office/drawing/2014/main" id="{55622131-D1F3-0A31-A716-B6F10CED411A}"/>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78" name="Group 277">
            <a:extLst>
              <a:ext uri="{FF2B5EF4-FFF2-40B4-BE49-F238E27FC236}">
                <a16:creationId xmlns:a16="http://schemas.microsoft.com/office/drawing/2014/main" id="{81CB4079-709D-B752-CE18-5F58490DD935}"/>
              </a:ext>
            </a:extLst>
          </p:cNvPr>
          <p:cNvGrpSpPr/>
          <p:nvPr/>
        </p:nvGrpSpPr>
        <p:grpSpPr>
          <a:xfrm>
            <a:off x="9667833" y="811173"/>
            <a:ext cx="721206" cy="609701"/>
            <a:chOff x="10243575" y="88412"/>
            <a:chExt cx="871904" cy="748695"/>
          </a:xfrm>
        </p:grpSpPr>
        <p:sp>
          <p:nvSpPr>
            <p:cNvPr id="281" name="Rectangle 280">
              <a:hlinkHover r:id="" action="ppaction://noaction" highlightClick="1"/>
              <a:extLst>
                <a:ext uri="{FF2B5EF4-FFF2-40B4-BE49-F238E27FC236}">
                  <a16:creationId xmlns:a16="http://schemas.microsoft.com/office/drawing/2014/main" id="{16650BD2-B6CC-85F2-3587-A3ABAC183FFC}"/>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282" name="Diamond 281">
              <a:extLst>
                <a:ext uri="{FF2B5EF4-FFF2-40B4-BE49-F238E27FC236}">
                  <a16:creationId xmlns:a16="http://schemas.microsoft.com/office/drawing/2014/main" id="{C08B805D-8F06-CB37-1BDA-DB00DAD877DA}"/>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3" name="Oval 282">
              <a:extLst>
                <a:ext uri="{FF2B5EF4-FFF2-40B4-BE49-F238E27FC236}">
                  <a16:creationId xmlns:a16="http://schemas.microsoft.com/office/drawing/2014/main" id="{5319ED05-CDB6-CC9F-1C0D-6E70D8661578}"/>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84" name="Group 283">
            <a:extLst>
              <a:ext uri="{FF2B5EF4-FFF2-40B4-BE49-F238E27FC236}">
                <a16:creationId xmlns:a16="http://schemas.microsoft.com/office/drawing/2014/main" id="{A53B801A-E363-2B13-55A6-E941DF8DCFC9}"/>
              </a:ext>
            </a:extLst>
          </p:cNvPr>
          <p:cNvGrpSpPr/>
          <p:nvPr/>
        </p:nvGrpSpPr>
        <p:grpSpPr>
          <a:xfrm>
            <a:off x="10507318" y="90836"/>
            <a:ext cx="721206" cy="609701"/>
            <a:chOff x="11226844" y="88412"/>
            <a:chExt cx="871904" cy="748695"/>
          </a:xfrm>
        </p:grpSpPr>
        <p:sp>
          <p:nvSpPr>
            <p:cNvPr id="285" name="Rectangle 284">
              <a:hlinkHover r:id="" action="ppaction://noaction" highlightClick="1"/>
              <a:extLst>
                <a:ext uri="{FF2B5EF4-FFF2-40B4-BE49-F238E27FC236}">
                  <a16:creationId xmlns:a16="http://schemas.microsoft.com/office/drawing/2014/main" id="{0C88894F-CEE4-0300-973A-280D0CB434B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286" name="Oval 285">
              <a:extLst>
                <a:ext uri="{FF2B5EF4-FFF2-40B4-BE49-F238E27FC236}">
                  <a16:creationId xmlns:a16="http://schemas.microsoft.com/office/drawing/2014/main" id="{D8CC43C7-2EFA-3245-B84B-1C85E2AEFA6E}"/>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7" name="Isosceles Triangle 648">
              <a:extLst>
                <a:ext uri="{FF2B5EF4-FFF2-40B4-BE49-F238E27FC236}">
                  <a16:creationId xmlns:a16="http://schemas.microsoft.com/office/drawing/2014/main" id="{496422DE-B344-4CE7-58EB-9C2F8830EDC4}"/>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88" name="Group 287">
            <a:extLst>
              <a:ext uri="{FF2B5EF4-FFF2-40B4-BE49-F238E27FC236}">
                <a16:creationId xmlns:a16="http://schemas.microsoft.com/office/drawing/2014/main" id="{21D6CA13-DF0C-61F1-0F43-F50061CD6468}"/>
              </a:ext>
            </a:extLst>
          </p:cNvPr>
          <p:cNvGrpSpPr/>
          <p:nvPr/>
        </p:nvGrpSpPr>
        <p:grpSpPr>
          <a:xfrm>
            <a:off x="11356238" y="90836"/>
            <a:ext cx="721206" cy="609701"/>
            <a:chOff x="11226844" y="88412"/>
            <a:chExt cx="871904" cy="748695"/>
          </a:xfrm>
        </p:grpSpPr>
        <p:sp>
          <p:nvSpPr>
            <p:cNvPr id="776" name="Rectangle 775">
              <a:hlinkHover r:id="" action="ppaction://noaction" highlightClick="1"/>
              <a:extLst>
                <a:ext uri="{FF2B5EF4-FFF2-40B4-BE49-F238E27FC236}">
                  <a16:creationId xmlns:a16="http://schemas.microsoft.com/office/drawing/2014/main" id="{D5BFFC96-D5A8-2573-2152-EC024B3D6024}"/>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807" name="Oval 806">
              <a:extLst>
                <a:ext uri="{FF2B5EF4-FFF2-40B4-BE49-F238E27FC236}">
                  <a16:creationId xmlns:a16="http://schemas.microsoft.com/office/drawing/2014/main" id="{0E5F113B-916E-7DC2-48D8-7A0D37BFE96C}"/>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8" name="Isosceles Triangle 648">
              <a:extLst>
                <a:ext uri="{FF2B5EF4-FFF2-40B4-BE49-F238E27FC236}">
                  <a16:creationId xmlns:a16="http://schemas.microsoft.com/office/drawing/2014/main" id="{ADAD0B44-E233-0369-CC33-3DE067EFAB14}"/>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09" name="Group 808">
            <a:extLst>
              <a:ext uri="{FF2B5EF4-FFF2-40B4-BE49-F238E27FC236}">
                <a16:creationId xmlns:a16="http://schemas.microsoft.com/office/drawing/2014/main" id="{C9D9B357-7D68-7973-C840-2F9DED7A856D}"/>
              </a:ext>
            </a:extLst>
          </p:cNvPr>
          <p:cNvGrpSpPr/>
          <p:nvPr/>
        </p:nvGrpSpPr>
        <p:grpSpPr>
          <a:xfrm>
            <a:off x="11356238" y="3694774"/>
            <a:ext cx="721206" cy="609701"/>
            <a:chOff x="11335787" y="4191133"/>
            <a:chExt cx="710037" cy="609701"/>
          </a:xfrm>
        </p:grpSpPr>
        <p:sp>
          <p:nvSpPr>
            <p:cNvPr id="810" name="Rectangle 809">
              <a:hlinkHover r:id="" action="ppaction://noaction" highlightClick="1"/>
              <a:extLst>
                <a:ext uri="{FF2B5EF4-FFF2-40B4-BE49-F238E27FC236}">
                  <a16:creationId xmlns:a16="http://schemas.microsoft.com/office/drawing/2014/main" id="{B2912694-A3AD-2BDC-62D2-E68F2007925E}"/>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811" name="Oval 810">
              <a:extLst>
                <a:ext uri="{FF2B5EF4-FFF2-40B4-BE49-F238E27FC236}">
                  <a16:creationId xmlns:a16="http://schemas.microsoft.com/office/drawing/2014/main" id="{8DA8D693-F9CA-EFBD-1A2D-B386242677D0}"/>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12" name="Isosceles Triangle 648">
              <a:extLst>
                <a:ext uri="{FF2B5EF4-FFF2-40B4-BE49-F238E27FC236}">
                  <a16:creationId xmlns:a16="http://schemas.microsoft.com/office/drawing/2014/main" id="{F00D9C66-6DDD-5B77-7C5D-5DC49A303E7F}"/>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13" name="Group 812">
            <a:extLst>
              <a:ext uri="{FF2B5EF4-FFF2-40B4-BE49-F238E27FC236}">
                <a16:creationId xmlns:a16="http://schemas.microsoft.com/office/drawing/2014/main" id="{1559FC22-AAD3-AFC8-C08F-CAF463EEF947}"/>
              </a:ext>
            </a:extLst>
          </p:cNvPr>
          <p:cNvGrpSpPr/>
          <p:nvPr/>
        </p:nvGrpSpPr>
        <p:grpSpPr>
          <a:xfrm>
            <a:off x="9657689" y="4419620"/>
            <a:ext cx="721206" cy="609701"/>
            <a:chOff x="11226844" y="5012622"/>
            <a:chExt cx="871904" cy="748695"/>
          </a:xfrm>
        </p:grpSpPr>
        <p:sp>
          <p:nvSpPr>
            <p:cNvPr id="814" name="Rectangle 813">
              <a:hlinkHover r:id="" action="ppaction://noaction" highlightClick="1"/>
              <a:extLst>
                <a:ext uri="{FF2B5EF4-FFF2-40B4-BE49-F238E27FC236}">
                  <a16:creationId xmlns:a16="http://schemas.microsoft.com/office/drawing/2014/main" id="{CEF9165D-7ABC-2733-1DCE-C98BA6D7DFCE}"/>
                </a:ext>
              </a:extLst>
            </p:cNvPr>
            <p:cNvSpPr/>
            <p:nvPr/>
          </p:nvSpPr>
          <p:spPr>
            <a:xfrm>
              <a:off x="1122684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815" name="Oval 814">
              <a:extLst>
                <a:ext uri="{FF2B5EF4-FFF2-40B4-BE49-F238E27FC236}">
                  <a16:creationId xmlns:a16="http://schemas.microsoft.com/office/drawing/2014/main" id="{468CD0AE-3576-8B6D-92DF-1FD404DC0903}"/>
                </a:ext>
              </a:extLst>
            </p:cNvPr>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16" name="Isosceles Triangle 648">
              <a:extLst>
                <a:ext uri="{FF2B5EF4-FFF2-40B4-BE49-F238E27FC236}">
                  <a16:creationId xmlns:a16="http://schemas.microsoft.com/office/drawing/2014/main" id="{047BEB9B-47F9-E7C0-3ED8-0C9561EDF36C}"/>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17" name="Group 816">
            <a:extLst>
              <a:ext uri="{FF2B5EF4-FFF2-40B4-BE49-F238E27FC236}">
                <a16:creationId xmlns:a16="http://schemas.microsoft.com/office/drawing/2014/main" id="{BA9D02E6-066B-861E-D7DD-F447B3345481}"/>
              </a:ext>
            </a:extLst>
          </p:cNvPr>
          <p:cNvGrpSpPr/>
          <p:nvPr/>
        </p:nvGrpSpPr>
        <p:grpSpPr>
          <a:xfrm>
            <a:off x="10506964" y="4419620"/>
            <a:ext cx="721206" cy="609701"/>
            <a:chOff x="11226844" y="88412"/>
            <a:chExt cx="871904" cy="748695"/>
          </a:xfrm>
        </p:grpSpPr>
        <p:sp>
          <p:nvSpPr>
            <p:cNvPr id="818" name="Rectangle 817">
              <a:hlinkHover r:id="" action="ppaction://noaction" highlightClick="1"/>
              <a:extLst>
                <a:ext uri="{FF2B5EF4-FFF2-40B4-BE49-F238E27FC236}">
                  <a16:creationId xmlns:a16="http://schemas.microsoft.com/office/drawing/2014/main" id="{462209EC-FC16-1334-629A-C82170F1F74A}"/>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819" name="Oval 818">
              <a:extLst>
                <a:ext uri="{FF2B5EF4-FFF2-40B4-BE49-F238E27FC236}">
                  <a16:creationId xmlns:a16="http://schemas.microsoft.com/office/drawing/2014/main" id="{6D8363DE-1996-58AA-8A60-133F5E65C205}"/>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20" name="Isosceles Triangle 648">
              <a:extLst>
                <a:ext uri="{FF2B5EF4-FFF2-40B4-BE49-F238E27FC236}">
                  <a16:creationId xmlns:a16="http://schemas.microsoft.com/office/drawing/2014/main" id="{3B63367E-4676-DE75-BA28-8DCE14969E28}"/>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21" name="Group 820">
            <a:extLst>
              <a:ext uri="{FF2B5EF4-FFF2-40B4-BE49-F238E27FC236}">
                <a16:creationId xmlns:a16="http://schemas.microsoft.com/office/drawing/2014/main" id="{3D71EB4B-01E4-66A1-CB92-256C32F9D7E0}"/>
              </a:ext>
            </a:extLst>
          </p:cNvPr>
          <p:cNvGrpSpPr/>
          <p:nvPr/>
        </p:nvGrpSpPr>
        <p:grpSpPr>
          <a:xfrm>
            <a:off x="11355999" y="4416261"/>
            <a:ext cx="721206" cy="609701"/>
            <a:chOff x="11226844" y="88412"/>
            <a:chExt cx="871904" cy="748695"/>
          </a:xfrm>
        </p:grpSpPr>
        <p:sp>
          <p:nvSpPr>
            <p:cNvPr id="822" name="Rectangle 821">
              <a:hlinkHover r:id="" action="ppaction://noaction" highlightClick="1"/>
              <a:extLst>
                <a:ext uri="{FF2B5EF4-FFF2-40B4-BE49-F238E27FC236}">
                  <a16:creationId xmlns:a16="http://schemas.microsoft.com/office/drawing/2014/main" id="{3D484BE7-66A9-01D7-FD7E-3007F07A7A24}"/>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823" name="Oval 822">
              <a:extLst>
                <a:ext uri="{FF2B5EF4-FFF2-40B4-BE49-F238E27FC236}">
                  <a16:creationId xmlns:a16="http://schemas.microsoft.com/office/drawing/2014/main" id="{53029636-49E9-F5FB-2FEC-592BA2798F08}"/>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24" name="Isosceles Triangle 648">
              <a:extLst>
                <a:ext uri="{FF2B5EF4-FFF2-40B4-BE49-F238E27FC236}">
                  <a16:creationId xmlns:a16="http://schemas.microsoft.com/office/drawing/2014/main" id="{A783F98E-CE9F-334B-3B1B-DE03A329E941}"/>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25" name="Group 824">
            <a:extLst>
              <a:ext uri="{FF2B5EF4-FFF2-40B4-BE49-F238E27FC236}">
                <a16:creationId xmlns:a16="http://schemas.microsoft.com/office/drawing/2014/main" id="{76DA59EB-7AC0-9E7D-CDB7-4632910D719B}"/>
              </a:ext>
            </a:extLst>
          </p:cNvPr>
          <p:cNvGrpSpPr/>
          <p:nvPr/>
        </p:nvGrpSpPr>
        <p:grpSpPr>
          <a:xfrm>
            <a:off x="8808522" y="4416261"/>
            <a:ext cx="721206" cy="609701"/>
            <a:chOff x="11226844" y="88412"/>
            <a:chExt cx="871904" cy="748695"/>
          </a:xfrm>
        </p:grpSpPr>
        <p:sp>
          <p:nvSpPr>
            <p:cNvPr id="826" name="Rectangle 825">
              <a:hlinkHover r:id="" action="ppaction://noaction" highlightClick="1"/>
              <a:extLst>
                <a:ext uri="{FF2B5EF4-FFF2-40B4-BE49-F238E27FC236}">
                  <a16:creationId xmlns:a16="http://schemas.microsoft.com/office/drawing/2014/main" id="{32C1F133-482A-E835-7D14-43C3BDD89F96}"/>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827" name="Oval 826">
              <a:extLst>
                <a:ext uri="{FF2B5EF4-FFF2-40B4-BE49-F238E27FC236}">
                  <a16:creationId xmlns:a16="http://schemas.microsoft.com/office/drawing/2014/main" id="{62B2F5D8-BF82-10E4-AE20-6C1EB810508F}"/>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28" name="Isosceles Triangle 648">
              <a:extLst>
                <a:ext uri="{FF2B5EF4-FFF2-40B4-BE49-F238E27FC236}">
                  <a16:creationId xmlns:a16="http://schemas.microsoft.com/office/drawing/2014/main" id="{7584A548-C785-6E39-AFF3-CDDF5C86ED74}"/>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29" name="Group 828">
            <a:extLst>
              <a:ext uri="{FF2B5EF4-FFF2-40B4-BE49-F238E27FC236}">
                <a16:creationId xmlns:a16="http://schemas.microsoft.com/office/drawing/2014/main" id="{C769A7EA-0AC6-0A16-E9AE-75AF5AF9D87E}"/>
              </a:ext>
            </a:extLst>
          </p:cNvPr>
          <p:cNvGrpSpPr/>
          <p:nvPr/>
        </p:nvGrpSpPr>
        <p:grpSpPr>
          <a:xfrm>
            <a:off x="10509575" y="5141013"/>
            <a:ext cx="721206" cy="609701"/>
            <a:chOff x="11226844" y="88412"/>
            <a:chExt cx="871904" cy="748695"/>
          </a:xfrm>
        </p:grpSpPr>
        <p:sp>
          <p:nvSpPr>
            <p:cNvPr id="830" name="Rectangle 829">
              <a:hlinkHover r:id="" action="ppaction://noaction" highlightClick="1"/>
              <a:extLst>
                <a:ext uri="{FF2B5EF4-FFF2-40B4-BE49-F238E27FC236}">
                  <a16:creationId xmlns:a16="http://schemas.microsoft.com/office/drawing/2014/main" id="{E1DBF346-D6D4-A04D-D5B4-9B735A4AB60F}"/>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831" name="Oval 830">
              <a:extLst>
                <a:ext uri="{FF2B5EF4-FFF2-40B4-BE49-F238E27FC236}">
                  <a16:creationId xmlns:a16="http://schemas.microsoft.com/office/drawing/2014/main" id="{69B02C8A-7343-3CEE-3431-31AAFAE4B2E9}"/>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0" name="Isosceles Triangle 648">
              <a:extLst>
                <a:ext uri="{FF2B5EF4-FFF2-40B4-BE49-F238E27FC236}">
                  <a16:creationId xmlns:a16="http://schemas.microsoft.com/office/drawing/2014/main" id="{FDA767F2-AE8E-5FE4-781C-2F25C10364AE}"/>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1" name="Group 320">
            <a:extLst>
              <a:ext uri="{FF2B5EF4-FFF2-40B4-BE49-F238E27FC236}">
                <a16:creationId xmlns:a16="http://schemas.microsoft.com/office/drawing/2014/main" id="{ACCF2D7A-0D16-35E7-61C1-FEFAA436EC33}"/>
              </a:ext>
            </a:extLst>
          </p:cNvPr>
          <p:cNvGrpSpPr/>
          <p:nvPr/>
        </p:nvGrpSpPr>
        <p:grpSpPr>
          <a:xfrm>
            <a:off x="9651074" y="5143363"/>
            <a:ext cx="721206" cy="609701"/>
            <a:chOff x="10235764" y="4191922"/>
            <a:chExt cx="871904" cy="748695"/>
          </a:xfrm>
        </p:grpSpPr>
        <p:sp>
          <p:nvSpPr>
            <p:cNvPr id="322" name="Rectangle 321">
              <a:hlinkHover r:id="" action="ppaction://noaction" highlightClick="1"/>
              <a:extLst>
                <a:ext uri="{FF2B5EF4-FFF2-40B4-BE49-F238E27FC236}">
                  <a16:creationId xmlns:a16="http://schemas.microsoft.com/office/drawing/2014/main" id="{A63EFA03-10D4-7D1F-97D1-CB235D02BAB9}"/>
                </a:ext>
              </a:extLst>
            </p:cNvPr>
            <p:cNvSpPr/>
            <p:nvPr/>
          </p:nvSpPr>
          <p:spPr>
            <a:xfrm>
              <a:off x="1023576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323" name="Oval 322">
              <a:extLst>
                <a:ext uri="{FF2B5EF4-FFF2-40B4-BE49-F238E27FC236}">
                  <a16:creationId xmlns:a16="http://schemas.microsoft.com/office/drawing/2014/main" id="{5FF1F2F9-1BC5-46A2-9763-EEC18CF536B6}"/>
                </a:ext>
              </a:extLst>
            </p:cNvPr>
            <p:cNvSpPr/>
            <p:nvPr/>
          </p:nvSpPr>
          <p:spPr>
            <a:xfrm>
              <a:off x="10933601"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4" name="Isosceles Triangle 648">
              <a:extLst>
                <a:ext uri="{FF2B5EF4-FFF2-40B4-BE49-F238E27FC236}">
                  <a16:creationId xmlns:a16="http://schemas.microsoft.com/office/drawing/2014/main" id="{51AABD25-A76F-A799-C6D4-FD0E355A7243}"/>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5" name="Group 324">
            <a:extLst>
              <a:ext uri="{FF2B5EF4-FFF2-40B4-BE49-F238E27FC236}">
                <a16:creationId xmlns:a16="http://schemas.microsoft.com/office/drawing/2014/main" id="{1A52B9BE-18A2-9659-1415-26CD39C3C5A1}"/>
              </a:ext>
            </a:extLst>
          </p:cNvPr>
          <p:cNvGrpSpPr/>
          <p:nvPr/>
        </p:nvGrpSpPr>
        <p:grpSpPr>
          <a:xfrm>
            <a:off x="9657610" y="3698227"/>
            <a:ext cx="721206" cy="609701"/>
            <a:chOff x="11226844" y="4191922"/>
            <a:chExt cx="871904" cy="748695"/>
          </a:xfrm>
        </p:grpSpPr>
        <p:sp>
          <p:nvSpPr>
            <p:cNvPr id="327" name="Rectangle 326">
              <a:hlinkHover r:id="" action="ppaction://noaction" highlightClick="1"/>
              <a:extLst>
                <a:ext uri="{FF2B5EF4-FFF2-40B4-BE49-F238E27FC236}">
                  <a16:creationId xmlns:a16="http://schemas.microsoft.com/office/drawing/2014/main" id="{1D331577-1695-848E-4BE7-B2C83115FDE7}"/>
                </a:ext>
              </a:extLst>
            </p:cNvPr>
            <p:cNvSpPr/>
            <p:nvPr/>
          </p:nvSpPr>
          <p:spPr>
            <a:xfrm>
              <a:off x="1122684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328" name="Oval 327">
              <a:extLst>
                <a:ext uri="{FF2B5EF4-FFF2-40B4-BE49-F238E27FC236}">
                  <a16:creationId xmlns:a16="http://schemas.microsoft.com/office/drawing/2014/main" id="{43898754-33C1-CDB7-29E1-AA82C4BB663B}"/>
                </a:ext>
              </a:extLst>
            </p:cNvPr>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 name="Isosceles Triangle 648">
              <a:extLst>
                <a:ext uri="{FF2B5EF4-FFF2-40B4-BE49-F238E27FC236}">
                  <a16:creationId xmlns:a16="http://schemas.microsoft.com/office/drawing/2014/main" id="{A3E13A62-F56F-9A3A-4774-7BD88141EC5A}"/>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30" name="Group 329">
            <a:extLst>
              <a:ext uri="{FF2B5EF4-FFF2-40B4-BE49-F238E27FC236}">
                <a16:creationId xmlns:a16="http://schemas.microsoft.com/office/drawing/2014/main" id="{03C76367-70E4-7B84-A2EB-43DFBBD0E0CF}"/>
              </a:ext>
            </a:extLst>
          </p:cNvPr>
          <p:cNvGrpSpPr/>
          <p:nvPr/>
        </p:nvGrpSpPr>
        <p:grpSpPr>
          <a:xfrm>
            <a:off x="10506924" y="3698227"/>
            <a:ext cx="721206" cy="609701"/>
            <a:chOff x="11226844" y="88412"/>
            <a:chExt cx="871904" cy="748695"/>
          </a:xfrm>
        </p:grpSpPr>
        <p:sp>
          <p:nvSpPr>
            <p:cNvPr id="332" name="Rectangle 331">
              <a:hlinkHover r:id="" action="ppaction://noaction" highlightClick="1"/>
              <a:extLst>
                <a:ext uri="{FF2B5EF4-FFF2-40B4-BE49-F238E27FC236}">
                  <a16:creationId xmlns:a16="http://schemas.microsoft.com/office/drawing/2014/main" id="{A557AEDA-A03F-489D-A13A-581E1677EE77}"/>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333" name="Oval 332">
              <a:extLst>
                <a:ext uri="{FF2B5EF4-FFF2-40B4-BE49-F238E27FC236}">
                  <a16:creationId xmlns:a16="http://schemas.microsoft.com/office/drawing/2014/main" id="{9EE6CF5A-F309-5F04-FDEA-68708215DCD2}"/>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4" name="Isosceles Triangle 648">
              <a:extLst>
                <a:ext uri="{FF2B5EF4-FFF2-40B4-BE49-F238E27FC236}">
                  <a16:creationId xmlns:a16="http://schemas.microsoft.com/office/drawing/2014/main" id="{4AED05E0-0D6A-0E06-C292-E2694E46AF0D}"/>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35" name="Group 334">
            <a:extLst>
              <a:ext uri="{FF2B5EF4-FFF2-40B4-BE49-F238E27FC236}">
                <a16:creationId xmlns:a16="http://schemas.microsoft.com/office/drawing/2014/main" id="{73757A2B-8D37-5126-1878-928A383073CF}"/>
              </a:ext>
            </a:extLst>
          </p:cNvPr>
          <p:cNvGrpSpPr/>
          <p:nvPr/>
        </p:nvGrpSpPr>
        <p:grpSpPr>
          <a:xfrm>
            <a:off x="8808415" y="5135706"/>
            <a:ext cx="721206" cy="609701"/>
            <a:chOff x="6271424" y="5012622"/>
            <a:chExt cx="871904" cy="748695"/>
          </a:xfrm>
        </p:grpSpPr>
        <p:sp>
          <p:nvSpPr>
            <p:cNvPr id="336" name="Rectangle 335">
              <a:hlinkHover r:id="" action="ppaction://noaction" highlightClick="1"/>
              <a:extLst>
                <a:ext uri="{FF2B5EF4-FFF2-40B4-BE49-F238E27FC236}">
                  <a16:creationId xmlns:a16="http://schemas.microsoft.com/office/drawing/2014/main" id="{22F71EB0-6D01-5E50-1AE8-2DC86E555EF6}"/>
                </a:ext>
              </a:extLst>
            </p:cNvPr>
            <p:cNvSpPr/>
            <p:nvPr/>
          </p:nvSpPr>
          <p:spPr>
            <a:xfrm>
              <a:off x="627142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337" name="Oval 336">
              <a:extLst>
                <a:ext uri="{FF2B5EF4-FFF2-40B4-BE49-F238E27FC236}">
                  <a16:creationId xmlns:a16="http://schemas.microsoft.com/office/drawing/2014/main" id="{765ADFF5-A710-6C8D-676E-F7416F1A46B3}"/>
                </a:ext>
              </a:extLst>
            </p:cNvPr>
            <p:cNvSpPr/>
            <p:nvPr/>
          </p:nvSpPr>
          <p:spPr>
            <a:xfrm>
              <a:off x="6967630"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 name="Isosceles Triangle 648">
              <a:extLst>
                <a:ext uri="{FF2B5EF4-FFF2-40B4-BE49-F238E27FC236}">
                  <a16:creationId xmlns:a16="http://schemas.microsoft.com/office/drawing/2014/main" id="{DFE348DA-82E0-B96E-0E8A-50BC4C60E10F}"/>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39" name="Group 338">
            <a:extLst>
              <a:ext uri="{FF2B5EF4-FFF2-40B4-BE49-F238E27FC236}">
                <a16:creationId xmlns:a16="http://schemas.microsoft.com/office/drawing/2014/main" id="{4292C002-46F1-BCED-7BBE-65882D842E26}"/>
              </a:ext>
            </a:extLst>
          </p:cNvPr>
          <p:cNvGrpSpPr/>
          <p:nvPr/>
        </p:nvGrpSpPr>
        <p:grpSpPr>
          <a:xfrm>
            <a:off x="9656908" y="2253333"/>
            <a:ext cx="721206" cy="609701"/>
            <a:chOff x="11226844" y="2550518"/>
            <a:chExt cx="871904" cy="748695"/>
          </a:xfrm>
        </p:grpSpPr>
        <p:sp>
          <p:nvSpPr>
            <p:cNvPr id="340" name="Rectangle 339">
              <a:hlinkHover r:id="" action="ppaction://noaction" highlightClick="1"/>
              <a:extLst>
                <a:ext uri="{FF2B5EF4-FFF2-40B4-BE49-F238E27FC236}">
                  <a16:creationId xmlns:a16="http://schemas.microsoft.com/office/drawing/2014/main" id="{A0AF46EE-1EF2-2D39-F80E-F773EBD4AA7D}"/>
                </a:ext>
              </a:extLst>
            </p:cNvPr>
            <p:cNvSpPr/>
            <p:nvPr/>
          </p:nvSpPr>
          <p:spPr>
            <a:xfrm>
              <a:off x="11226844" y="255051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341" name="Rectangle 340">
              <a:extLst>
                <a:ext uri="{FF2B5EF4-FFF2-40B4-BE49-F238E27FC236}">
                  <a16:creationId xmlns:a16="http://schemas.microsoft.com/office/drawing/2014/main" id="{68AA7D49-EC75-4838-74AC-E746500F954A}"/>
                </a:ext>
              </a:extLst>
            </p:cNvPr>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2" name="Oval 15">
              <a:extLst>
                <a:ext uri="{FF2B5EF4-FFF2-40B4-BE49-F238E27FC236}">
                  <a16:creationId xmlns:a16="http://schemas.microsoft.com/office/drawing/2014/main" id="{1EA3C77E-F098-76C8-7137-2E4DECFD4DEC}"/>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43" name="Straight Connector 342">
              <a:extLst>
                <a:ext uri="{FF2B5EF4-FFF2-40B4-BE49-F238E27FC236}">
                  <a16:creationId xmlns:a16="http://schemas.microsoft.com/office/drawing/2014/main" id="{F8EFEEB0-A061-75AA-4FE8-4DD6936BECC2}"/>
                </a:ext>
              </a:extLst>
            </p:cNvPr>
            <p:cNvCxnSpPr>
              <a:cxnSpLocks/>
              <a:stCxn id="342"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44" name="Straight Connector 343">
              <a:extLst>
                <a:ext uri="{FF2B5EF4-FFF2-40B4-BE49-F238E27FC236}">
                  <a16:creationId xmlns:a16="http://schemas.microsoft.com/office/drawing/2014/main" id="{F2E02B6D-D570-CF61-F81F-DE3F09AF7FE6}"/>
                </a:ext>
              </a:extLst>
            </p:cNvPr>
            <p:cNvCxnSpPr>
              <a:cxnSpLocks/>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6666D4F7-3F78-9FDA-7064-1D6A6F960905}"/>
              </a:ext>
            </a:extLst>
          </p:cNvPr>
          <p:cNvGrpSpPr/>
          <p:nvPr/>
        </p:nvGrpSpPr>
        <p:grpSpPr>
          <a:xfrm>
            <a:off x="8791947" y="2257115"/>
            <a:ext cx="733206" cy="613871"/>
            <a:chOff x="11202812" y="97937"/>
            <a:chExt cx="886411" cy="753816"/>
          </a:xfrm>
        </p:grpSpPr>
        <p:sp>
          <p:nvSpPr>
            <p:cNvPr id="346" name="Rectangle 345">
              <a:hlinkHover r:id="" action="ppaction://noaction" highlightClick="1"/>
              <a:extLst>
                <a:ext uri="{FF2B5EF4-FFF2-40B4-BE49-F238E27FC236}">
                  <a16:creationId xmlns:a16="http://schemas.microsoft.com/office/drawing/2014/main" id="{642A5BB0-D91F-B46C-C93E-EAA55B6D88EC}"/>
                </a:ext>
              </a:extLst>
            </p:cNvPr>
            <p:cNvSpPr/>
            <p:nvPr/>
          </p:nvSpPr>
          <p:spPr>
            <a:xfrm>
              <a:off x="11202812" y="10305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347" name="Oval 346">
              <a:extLst>
                <a:ext uri="{FF2B5EF4-FFF2-40B4-BE49-F238E27FC236}">
                  <a16:creationId xmlns:a16="http://schemas.microsoft.com/office/drawing/2014/main" id="{B8779075-A9A7-E8D7-555E-69DB6222CEC8}"/>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8" name="Isosceles Triangle 648">
              <a:extLst>
                <a:ext uri="{FF2B5EF4-FFF2-40B4-BE49-F238E27FC236}">
                  <a16:creationId xmlns:a16="http://schemas.microsoft.com/office/drawing/2014/main" id="{D06846D0-1306-87EE-E3FC-0CA52DE9357B}"/>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9" name="Group 348">
            <a:extLst>
              <a:ext uri="{FF2B5EF4-FFF2-40B4-BE49-F238E27FC236}">
                <a16:creationId xmlns:a16="http://schemas.microsoft.com/office/drawing/2014/main" id="{8A93E518-934D-3208-8149-A2C48B687E67}"/>
              </a:ext>
            </a:extLst>
          </p:cNvPr>
          <p:cNvGrpSpPr/>
          <p:nvPr/>
        </p:nvGrpSpPr>
        <p:grpSpPr>
          <a:xfrm>
            <a:off x="10506573" y="2253333"/>
            <a:ext cx="721206" cy="609701"/>
            <a:chOff x="10243575" y="88412"/>
            <a:chExt cx="871904" cy="748695"/>
          </a:xfrm>
        </p:grpSpPr>
        <p:sp>
          <p:nvSpPr>
            <p:cNvPr id="350" name="Rectangle 349">
              <a:hlinkHover r:id="" action="ppaction://noaction" highlightClick="1"/>
              <a:extLst>
                <a:ext uri="{FF2B5EF4-FFF2-40B4-BE49-F238E27FC236}">
                  <a16:creationId xmlns:a16="http://schemas.microsoft.com/office/drawing/2014/main" id="{0B080926-DA57-A0B0-B3DF-6009038C0CAF}"/>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351" name="Diamond 350">
              <a:extLst>
                <a:ext uri="{FF2B5EF4-FFF2-40B4-BE49-F238E27FC236}">
                  <a16:creationId xmlns:a16="http://schemas.microsoft.com/office/drawing/2014/main" id="{E92AC082-BC4A-2DDC-CF9D-6103B23D35A9}"/>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2" name="Oval 351">
              <a:extLst>
                <a:ext uri="{FF2B5EF4-FFF2-40B4-BE49-F238E27FC236}">
                  <a16:creationId xmlns:a16="http://schemas.microsoft.com/office/drawing/2014/main" id="{6D36D5FB-289F-7E36-F5B3-5EED0AC69FF4}"/>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53" name="Group 352">
            <a:extLst>
              <a:ext uri="{FF2B5EF4-FFF2-40B4-BE49-F238E27FC236}">
                <a16:creationId xmlns:a16="http://schemas.microsoft.com/office/drawing/2014/main" id="{D81BD0F2-AFE9-05F0-EA77-3237443B648E}"/>
              </a:ext>
            </a:extLst>
          </p:cNvPr>
          <p:cNvGrpSpPr/>
          <p:nvPr/>
        </p:nvGrpSpPr>
        <p:grpSpPr>
          <a:xfrm>
            <a:off x="7957577" y="1532276"/>
            <a:ext cx="721206" cy="609701"/>
            <a:chOff x="9244679" y="1729815"/>
            <a:chExt cx="871904" cy="748695"/>
          </a:xfrm>
        </p:grpSpPr>
        <p:sp>
          <p:nvSpPr>
            <p:cNvPr id="354" name="Rectangle 353">
              <a:hlinkHover r:id="" action="ppaction://noaction" highlightClick="1"/>
              <a:extLst>
                <a:ext uri="{FF2B5EF4-FFF2-40B4-BE49-F238E27FC236}">
                  <a16:creationId xmlns:a16="http://schemas.microsoft.com/office/drawing/2014/main" id="{E4962E90-FEC0-275B-B66E-BB725A3D9BDB}"/>
                </a:ext>
              </a:extLst>
            </p:cNvPr>
            <p:cNvSpPr/>
            <p:nvPr/>
          </p:nvSpPr>
          <p:spPr>
            <a:xfrm>
              <a:off x="9244679" y="1729815"/>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355" name="Rectangle 354">
              <a:extLst>
                <a:ext uri="{FF2B5EF4-FFF2-40B4-BE49-F238E27FC236}">
                  <a16:creationId xmlns:a16="http://schemas.microsoft.com/office/drawing/2014/main" id="{7F6662AD-13B1-905A-84FC-5C33D0F1B354}"/>
                </a:ext>
              </a:extLst>
            </p:cNvPr>
            <p:cNvSpPr/>
            <p:nvPr/>
          </p:nvSpPr>
          <p:spPr>
            <a:xfrm flipV="1">
              <a:off x="99870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6" name="Oval 15">
              <a:extLst>
                <a:ext uri="{FF2B5EF4-FFF2-40B4-BE49-F238E27FC236}">
                  <a16:creationId xmlns:a16="http://schemas.microsoft.com/office/drawing/2014/main" id="{85512840-1696-756B-84FF-5E4FB8B4B400}"/>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57" name="Straight Connector 356">
              <a:extLst>
                <a:ext uri="{FF2B5EF4-FFF2-40B4-BE49-F238E27FC236}">
                  <a16:creationId xmlns:a16="http://schemas.microsoft.com/office/drawing/2014/main" id="{250C0003-2D4A-7889-BD78-34B186B40CEE}"/>
                </a:ext>
              </a:extLst>
            </p:cNvPr>
            <p:cNvCxnSpPr>
              <a:cxnSpLocks/>
              <a:stCxn id="356" idx="0"/>
            </p:cNvCxnSpPr>
            <p:nvPr/>
          </p:nvCxnSpPr>
          <p:spPr>
            <a:xfrm flipV="1">
              <a:off x="100270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58" name="Straight Connector 357">
              <a:extLst>
                <a:ext uri="{FF2B5EF4-FFF2-40B4-BE49-F238E27FC236}">
                  <a16:creationId xmlns:a16="http://schemas.microsoft.com/office/drawing/2014/main" id="{010F75BE-56B2-802A-54C9-C56143254D14}"/>
                </a:ext>
              </a:extLst>
            </p:cNvPr>
            <p:cNvCxnSpPr>
              <a:cxnSpLocks/>
            </p:cNvCxnSpPr>
            <p:nvPr/>
          </p:nvCxnSpPr>
          <p:spPr>
            <a:xfrm>
              <a:off x="100339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59" name="Group 358">
            <a:extLst>
              <a:ext uri="{FF2B5EF4-FFF2-40B4-BE49-F238E27FC236}">
                <a16:creationId xmlns:a16="http://schemas.microsoft.com/office/drawing/2014/main" id="{557D2373-1F33-331B-5F3A-0A7B07EB99DF}"/>
              </a:ext>
            </a:extLst>
          </p:cNvPr>
          <p:cNvGrpSpPr/>
          <p:nvPr/>
        </p:nvGrpSpPr>
        <p:grpSpPr>
          <a:xfrm>
            <a:off x="9656908" y="1532276"/>
            <a:ext cx="721206" cy="609701"/>
            <a:chOff x="11226844" y="1729816"/>
            <a:chExt cx="871904" cy="748695"/>
          </a:xfrm>
        </p:grpSpPr>
        <p:sp>
          <p:nvSpPr>
            <p:cNvPr id="360" name="Rectangle 359">
              <a:extLst>
                <a:ext uri="{FF2B5EF4-FFF2-40B4-BE49-F238E27FC236}">
                  <a16:creationId xmlns:a16="http://schemas.microsoft.com/office/drawing/2014/main" id="{0B8EB881-502E-DCC9-4648-3CA1EB0CBC15}"/>
                </a:ext>
              </a:extLst>
            </p:cNvPr>
            <p:cNvSpPr/>
            <p:nvPr/>
          </p:nvSpPr>
          <p:spPr>
            <a:xfrm>
              <a:off x="1122684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361" name="Rectangle 360">
              <a:extLst>
                <a:ext uri="{FF2B5EF4-FFF2-40B4-BE49-F238E27FC236}">
                  <a16:creationId xmlns:a16="http://schemas.microsoft.com/office/drawing/2014/main" id="{E27A2F54-962E-26C1-0047-5B029FC5C50C}"/>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2" name="Oval 15">
              <a:extLst>
                <a:ext uri="{FF2B5EF4-FFF2-40B4-BE49-F238E27FC236}">
                  <a16:creationId xmlns:a16="http://schemas.microsoft.com/office/drawing/2014/main" id="{1D4966E3-AE12-5399-A5DD-C3D1F6E4CCB1}"/>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63" name="Straight Connector 362">
              <a:extLst>
                <a:ext uri="{FF2B5EF4-FFF2-40B4-BE49-F238E27FC236}">
                  <a16:creationId xmlns:a16="http://schemas.microsoft.com/office/drawing/2014/main" id="{C9624929-F0D6-987E-1E63-9F7E084BA20A}"/>
                </a:ext>
              </a:extLst>
            </p:cNvPr>
            <p:cNvCxnSpPr>
              <a:cxnSpLocks/>
              <a:stCxn id="362"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64" name="Straight Connector 363">
              <a:extLst>
                <a:ext uri="{FF2B5EF4-FFF2-40B4-BE49-F238E27FC236}">
                  <a16:creationId xmlns:a16="http://schemas.microsoft.com/office/drawing/2014/main" id="{A171FECF-3BDD-5F86-1F9C-E036D0007B7D}"/>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65" name="Group 364">
            <a:extLst>
              <a:ext uri="{FF2B5EF4-FFF2-40B4-BE49-F238E27FC236}">
                <a16:creationId xmlns:a16="http://schemas.microsoft.com/office/drawing/2014/main" id="{282080C5-E3D1-0C25-965D-ACB96D10B3AA}"/>
              </a:ext>
            </a:extLst>
          </p:cNvPr>
          <p:cNvGrpSpPr/>
          <p:nvPr/>
        </p:nvGrpSpPr>
        <p:grpSpPr>
          <a:xfrm>
            <a:off x="8807242" y="1532276"/>
            <a:ext cx="721206" cy="609701"/>
            <a:chOff x="10235764" y="1729816"/>
            <a:chExt cx="871904" cy="748695"/>
          </a:xfrm>
        </p:grpSpPr>
        <p:sp>
          <p:nvSpPr>
            <p:cNvPr id="366" name="Rectangle 365">
              <a:hlinkHover r:id="" action="ppaction://noaction" highlightClick="1"/>
              <a:extLst>
                <a:ext uri="{FF2B5EF4-FFF2-40B4-BE49-F238E27FC236}">
                  <a16:creationId xmlns:a16="http://schemas.microsoft.com/office/drawing/2014/main" id="{8A47D6E7-9BCD-06AC-2DD6-5EC0EE392D10}"/>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367" name="Oval 366">
              <a:extLst>
                <a:ext uri="{FF2B5EF4-FFF2-40B4-BE49-F238E27FC236}">
                  <a16:creationId xmlns:a16="http://schemas.microsoft.com/office/drawing/2014/main" id="{E497ED41-16BD-876C-11D5-DF0C1987B69E}"/>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8" name="Isosceles Triangle 648">
              <a:extLst>
                <a:ext uri="{FF2B5EF4-FFF2-40B4-BE49-F238E27FC236}">
                  <a16:creationId xmlns:a16="http://schemas.microsoft.com/office/drawing/2014/main" id="{AA4BB71E-A7A9-AFFF-8682-B9C25A6DA5A1}"/>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69" name="Group 368">
            <a:extLst>
              <a:ext uri="{FF2B5EF4-FFF2-40B4-BE49-F238E27FC236}">
                <a16:creationId xmlns:a16="http://schemas.microsoft.com/office/drawing/2014/main" id="{C046FF92-DFFC-6652-CC5C-BA1981F35776}"/>
              </a:ext>
            </a:extLst>
          </p:cNvPr>
          <p:cNvGrpSpPr/>
          <p:nvPr/>
        </p:nvGrpSpPr>
        <p:grpSpPr>
          <a:xfrm>
            <a:off x="11356238" y="1532276"/>
            <a:ext cx="721206" cy="609701"/>
            <a:chOff x="11226844" y="88412"/>
            <a:chExt cx="871904" cy="748695"/>
          </a:xfrm>
        </p:grpSpPr>
        <p:sp>
          <p:nvSpPr>
            <p:cNvPr id="370" name="Rectangle 369">
              <a:hlinkHover r:id="" action="ppaction://noaction" highlightClick="1"/>
              <a:extLst>
                <a:ext uri="{FF2B5EF4-FFF2-40B4-BE49-F238E27FC236}">
                  <a16:creationId xmlns:a16="http://schemas.microsoft.com/office/drawing/2014/main" id="{DF156F02-21E6-43EF-39EF-57777520C7A2}"/>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371" name="Oval 370">
              <a:extLst>
                <a:ext uri="{FF2B5EF4-FFF2-40B4-BE49-F238E27FC236}">
                  <a16:creationId xmlns:a16="http://schemas.microsoft.com/office/drawing/2014/main" id="{79409330-01D0-AEF5-798E-28E203647770}"/>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2" name="Isosceles Triangle 648">
              <a:extLst>
                <a:ext uri="{FF2B5EF4-FFF2-40B4-BE49-F238E27FC236}">
                  <a16:creationId xmlns:a16="http://schemas.microsoft.com/office/drawing/2014/main" id="{99403926-04D8-6070-E91C-AAAAF1B67161}"/>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73" name="Group 372">
            <a:extLst>
              <a:ext uri="{FF2B5EF4-FFF2-40B4-BE49-F238E27FC236}">
                <a16:creationId xmlns:a16="http://schemas.microsoft.com/office/drawing/2014/main" id="{3433C963-04B0-0A8F-BADD-311F31DB599A}"/>
              </a:ext>
            </a:extLst>
          </p:cNvPr>
          <p:cNvGrpSpPr/>
          <p:nvPr/>
        </p:nvGrpSpPr>
        <p:grpSpPr>
          <a:xfrm>
            <a:off x="2110200" y="2990968"/>
            <a:ext cx="721206" cy="609701"/>
            <a:chOff x="9244679" y="3370808"/>
            <a:chExt cx="871904" cy="748695"/>
          </a:xfrm>
        </p:grpSpPr>
        <p:sp>
          <p:nvSpPr>
            <p:cNvPr id="374" name="Rectangle 373">
              <a:extLst>
                <a:ext uri="{FF2B5EF4-FFF2-40B4-BE49-F238E27FC236}">
                  <a16:creationId xmlns:a16="http://schemas.microsoft.com/office/drawing/2014/main" id="{025528FC-7A0F-C44A-7F53-B72A8E1EEAE5}"/>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375" name="Rectangle 374">
              <a:extLst>
                <a:ext uri="{FF2B5EF4-FFF2-40B4-BE49-F238E27FC236}">
                  <a16:creationId xmlns:a16="http://schemas.microsoft.com/office/drawing/2014/main" id="{CACCD294-BE6B-5ED0-8F2B-3B16AFF0B3E4}"/>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6" name="Oval 15">
              <a:extLst>
                <a:ext uri="{FF2B5EF4-FFF2-40B4-BE49-F238E27FC236}">
                  <a16:creationId xmlns:a16="http://schemas.microsoft.com/office/drawing/2014/main" id="{3F17ACDD-D7C4-CDCA-E639-D8982F347CF5}"/>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77" name="Straight Connector 376">
              <a:extLst>
                <a:ext uri="{FF2B5EF4-FFF2-40B4-BE49-F238E27FC236}">
                  <a16:creationId xmlns:a16="http://schemas.microsoft.com/office/drawing/2014/main" id="{5B57877A-EB5A-4D41-B843-02699A59695B}"/>
                </a:ext>
              </a:extLst>
            </p:cNvPr>
            <p:cNvCxnSpPr>
              <a:cxnSpLocks/>
              <a:stCxn id="376"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78" name="Straight Connector 377">
              <a:extLst>
                <a:ext uri="{FF2B5EF4-FFF2-40B4-BE49-F238E27FC236}">
                  <a16:creationId xmlns:a16="http://schemas.microsoft.com/office/drawing/2014/main" id="{350EB577-B847-1813-5A7C-79D49B336A86}"/>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79" name="Group 378">
            <a:extLst>
              <a:ext uri="{FF2B5EF4-FFF2-40B4-BE49-F238E27FC236}">
                <a16:creationId xmlns:a16="http://schemas.microsoft.com/office/drawing/2014/main" id="{F808F5D0-BA54-B8A1-DA41-1834913D34F2}"/>
              </a:ext>
            </a:extLst>
          </p:cNvPr>
          <p:cNvGrpSpPr/>
          <p:nvPr/>
        </p:nvGrpSpPr>
        <p:grpSpPr>
          <a:xfrm>
            <a:off x="4611964" y="2970765"/>
            <a:ext cx="721206" cy="609701"/>
            <a:chOff x="11226844" y="3371220"/>
            <a:chExt cx="871904" cy="748695"/>
          </a:xfrm>
        </p:grpSpPr>
        <p:sp>
          <p:nvSpPr>
            <p:cNvPr id="380" name="Rectangle 379">
              <a:extLst>
                <a:ext uri="{FF2B5EF4-FFF2-40B4-BE49-F238E27FC236}">
                  <a16:creationId xmlns:a16="http://schemas.microsoft.com/office/drawing/2014/main" id="{9BF8F7E3-B9BA-CE8C-62AE-C2ACF6DE254C}"/>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381" name="Rectangle 380">
              <a:extLst>
                <a:ext uri="{FF2B5EF4-FFF2-40B4-BE49-F238E27FC236}">
                  <a16:creationId xmlns:a16="http://schemas.microsoft.com/office/drawing/2014/main" id="{BE20FD51-94CE-04C5-F6A8-C23DB3F3E5FB}"/>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2" name="Oval 15">
              <a:extLst>
                <a:ext uri="{FF2B5EF4-FFF2-40B4-BE49-F238E27FC236}">
                  <a16:creationId xmlns:a16="http://schemas.microsoft.com/office/drawing/2014/main" id="{0CBF8BCE-7C22-C67A-FE89-AB69542E8DF7}"/>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83" name="Straight Connector 382">
              <a:extLst>
                <a:ext uri="{FF2B5EF4-FFF2-40B4-BE49-F238E27FC236}">
                  <a16:creationId xmlns:a16="http://schemas.microsoft.com/office/drawing/2014/main" id="{C558EF4B-6550-CCF0-07B3-EFD4F9700E5F}"/>
                </a:ext>
              </a:extLst>
            </p:cNvPr>
            <p:cNvCxnSpPr>
              <a:cxnSpLocks/>
              <a:stCxn id="382"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84" name="Straight Connector 383">
              <a:extLst>
                <a:ext uri="{FF2B5EF4-FFF2-40B4-BE49-F238E27FC236}">
                  <a16:creationId xmlns:a16="http://schemas.microsoft.com/office/drawing/2014/main" id="{2906AF15-3F63-FD4A-1D95-485579082D19}"/>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85" name="Group 384">
            <a:extLst>
              <a:ext uri="{FF2B5EF4-FFF2-40B4-BE49-F238E27FC236}">
                <a16:creationId xmlns:a16="http://schemas.microsoft.com/office/drawing/2014/main" id="{4F426A40-5FF8-BAD9-4234-A05D09E4B840}"/>
              </a:ext>
            </a:extLst>
          </p:cNvPr>
          <p:cNvGrpSpPr/>
          <p:nvPr/>
        </p:nvGrpSpPr>
        <p:grpSpPr>
          <a:xfrm>
            <a:off x="11355999" y="2974054"/>
            <a:ext cx="721206" cy="609701"/>
            <a:chOff x="10235764" y="3370808"/>
            <a:chExt cx="871904" cy="748695"/>
          </a:xfrm>
        </p:grpSpPr>
        <p:sp>
          <p:nvSpPr>
            <p:cNvPr id="386" name="Rectangle 385">
              <a:hlinkHover r:id="" action="ppaction://noaction" highlightClick="1"/>
              <a:extLst>
                <a:ext uri="{FF2B5EF4-FFF2-40B4-BE49-F238E27FC236}">
                  <a16:creationId xmlns:a16="http://schemas.microsoft.com/office/drawing/2014/main" id="{06772091-5777-7569-C291-937F731F0BB7}"/>
                </a:ext>
              </a:extLst>
            </p:cNvPr>
            <p:cNvSpPr/>
            <p:nvPr/>
          </p:nvSpPr>
          <p:spPr>
            <a:xfrm>
              <a:off x="10235764" y="337080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387" name="Oval 386">
              <a:extLst>
                <a:ext uri="{FF2B5EF4-FFF2-40B4-BE49-F238E27FC236}">
                  <a16:creationId xmlns:a16="http://schemas.microsoft.com/office/drawing/2014/main" id="{C3F48060-9954-852D-2D9F-A887CFB734BD}"/>
                </a:ext>
              </a:extLst>
            </p:cNvPr>
            <p:cNvSpPr/>
            <p:nvPr/>
          </p:nvSpPr>
          <p:spPr>
            <a:xfrm>
              <a:off x="10933601" y="338217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8" name="Isosceles Triangle 648">
              <a:extLst>
                <a:ext uri="{FF2B5EF4-FFF2-40B4-BE49-F238E27FC236}">
                  <a16:creationId xmlns:a16="http://schemas.microsoft.com/office/drawing/2014/main" id="{3AB15AFC-5BAE-7B4F-8624-26E495881FF3}"/>
                </a:ext>
              </a:extLst>
            </p:cNvPr>
            <p:cNvSpPr/>
            <p:nvPr/>
          </p:nvSpPr>
          <p:spPr>
            <a:xfrm>
              <a:off x="10970020" y="339876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89" name="Group 388">
            <a:extLst>
              <a:ext uri="{FF2B5EF4-FFF2-40B4-BE49-F238E27FC236}">
                <a16:creationId xmlns:a16="http://schemas.microsoft.com/office/drawing/2014/main" id="{B5A09B42-39AA-B5DF-CA6C-9FC8B53EE9E4}"/>
              </a:ext>
            </a:extLst>
          </p:cNvPr>
          <p:cNvGrpSpPr/>
          <p:nvPr/>
        </p:nvGrpSpPr>
        <p:grpSpPr>
          <a:xfrm>
            <a:off x="11356238" y="811556"/>
            <a:ext cx="721206" cy="609701"/>
            <a:chOff x="11226844" y="88412"/>
            <a:chExt cx="871904" cy="748695"/>
          </a:xfrm>
        </p:grpSpPr>
        <p:sp>
          <p:nvSpPr>
            <p:cNvPr id="394" name="Rectangle 393">
              <a:hlinkHover r:id="" action="ppaction://noaction" highlightClick="1"/>
              <a:extLst>
                <a:ext uri="{FF2B5EF4-FFF2-40B4-BE49-F238E27FC236}">
                  <a16:creationId xmlns:a16="http://schemas.microsoft.com/office/drawing/2014/main" id="{5D9F83D9-98F4-518A-7220-5A6001D35604}"/>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395" name="Oval 394">
              <a:extLst>
                <a:ext uri="{FF2B5EF4-FFF2-40B4-BE49-F238E27FC236}">
                  <a16:creationId xmlns:a16="http://schemas.microsoft.com/office/drawing/2014/main" id="{61030C9C-328A-F732-2646-07FC9658EEE4}"/>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6" name="Isosceles Triangle 648">
              <a:extLst>
                <a:ext uri="{FF2B5EF4-FFF2-40B4-BE49-F238E27FC236}">
                  <a16:creationId xmlns:a16="http://schemas.microsoft.com/office/drawing/2014/main" id="{187FD323-7FBC-8E3D-4233-A2530D30DB51}"/>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97" name="Group 396">
            <a:extLst>
              <a:ext uri="{FF2B5EF4-FFF2-40B4-BE49-F238E27FC236}">
                <a16:creationId xmlns:a16="http://schemas.microsoft.com/office/drawing/2014/main" id="{FE1797B8-500D-C2DD-0290-C84D505CC64F}"/>
              </a:ext>
            </a:extLst>
          </p:cNvPr>
          <p:cNvGrpSpPr/>
          <p:nvPr/>
        </p:nvGrpSpPr>
        <p:grpSpPr>
          <a:xfrm>
            <a:off x="8807242" y="811556"/>
            <a:ext cx="721206" cy="609701"/>
            <a:chOff x="10235764" y="909114"/>
            <a:chExt cx="871904" cy="748695"/>
          </a:xfrm>
        </p:grpSpPr>
        <p:sp>
          <p:nvSpPr>
            <p:cNvPr id="398" name="Rectangle 397">
              <a:hlinkHover r:id="" action="ppaction://noaction" highlightClick="1"/>
              <a:extLst>
                <a:ext uri="{FF2B5EF4-FFF2-40B4-BE49-F238E27FC236}">
                  <a16:creationId xmlns:a16="http://schemas.microsoft.com/office/drawing/2014/main" id="{E68A46DF-EBEE-B3C8-61CA-D37005753189}"/>
                </a:ext>
              </a:extLst>
            </p:cNvPr>
            <p:cNvSpPr/>
            <p:nvPr/>
          </p:nvSpPr>
          <p:spPr>
            <a:xfrm>
              <a:off x="10235764" y="909114"/>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399" name="Diamond 398">
              <a:extLst>
                <a:ext uri="{FF2B5EF4-FFF2-40B4-BE49-F238E27FC236}">
                  <a16:creationId xmlns:a16="http://schemas.microsoft.com/office/drawing/2014/main" id="{4318F5FA-9460-3198-2B69-117266110B13}"/>
                </a:ext>
              </a:extLst>
            </p:cNvPr>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4" name="Oval 403">
              <a:extLst>
                <a:ext uri="{FF2B5EF4-FFF2-40B4-BE49-F238E27FC236}">
                  <a16:creationId xmlns:a16="http://schemas.microsoft.com/office/drawing/2014/main" id="{14502A8D-3FA8-3941-0170-15AC1E9FD48C}"/>
                </a:ext>
              </a:extLst>
            </p:cNvPr>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09" name="Group 408">
            <a:extLst>
              <a:ext uri="{FF2B5EF4-FFF2-40B4-BE49-F238E27FC236}">
                <a16:creationId xmlns:a16="http://schemas.microsoft.com/office/drawing/2014/main" id="{BCEADDD1-E418-408A-D856-ECB3FA8320FA}"/>
              </a:ext>
            </a:extLst>
          </p:cNvPr>
          <p:cNvGrpSpPr/>
          <p:nvPr/>
        </p:nvGrpSpPr>
        <p:grpSpPr>
          <a:xfrm>
            <a:off x="8808415" y="3705984"/>
            <a:ext cx="721206" cy="609701"/>
            <a:chOff x="10235764" y="1729816"/>
            <a:chExt cx="871904" cy="748695"/>
          </a:xfrm>
        </p:grpSpPr>
        <p:sp>
          <p:nvSpPr>
            <p:cNvPr id="414" name="Rectangle 413">
              <a:hlinkHover r:id="" action="ppaction://noaction" highlightClick="1"/>
              <a:extLst>
                <a:ext uri="{FF2B5EF4-FFF2-40B4-BE49-F238E27FC236}">
                  <a16:creationId xmlns:a16="http://schemas.microsoft.com/office/drawing/2014/main" id="{DEA6BD04-E54A-3DDA-5F1A-A39B3439FA98}"/>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419" name="Oval 418">
              <a:extLst>
                <a:ext uri="{FF2B5EF4-FFF2-40B4-BE49-F238E27FC236}">
                  <a16:creationId xmlns:a16="http://schemas.microsoft.com/office/drawing/2014/main" id="{CF97BACE-A0DC-569A-6E29-055D8DF41603}"/>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4" name="Isosceles Triangle 648">
              <a:extLst>
                <a:ext uri="{FF2B5EF4-FFF2-40B4-BE49-F238E27FC236}">
                  <a16:creationId xmlns:a16="http://schemas.microsoft.com/office/drawing/2014/main" id="{D6D95C70-05E1-C1EA-B9C2-45D9CD370119}"/>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29" name="Group 428">
            <a:extLst>
              <a:ext uri="{FF2B5EF4-FFF2-40B4-BE49-F238E27FC236}">
                <a16:creationId xmlns:a16="http://schemas.microsoft.com/office/drawing/2014/main" id="{058A5E19-FE0F-5BF6-4DEC-E2EDB837B92B}"/>
              </a:ext>
            </a:extLst>
          </p:cNvPr>
          <p:cNvGrpSpPr/>
          <p:nvPr/>
        </p:nvGrpSpPr>
        <p:grpSpPr>
          <a:xfrm>
            <a:off x="431659" y="90836"/>
            <a:ext cx="721206" cy="609701"/>
            <a:chOff x="325745" y="88412"/>
            <a:chExt cx="871904" cy="748695"/>
          </a:xfrm>
        </p:grpSpPr>
        <p:sp>
          <p:nvSpPr>
            <p:cNvPr id="434" name="Rectangle 433">
              <a:extLst>
                <a:ext uri="{FF2B5EF4-FFF2-40B4-BE49-F238E27FC236}">
                  <a16:creationId xmlns:a16="http://schemas.microsoft.com/office/drawing/2014/main" id="{FE09245A-FE92-F0A5-B3BE-87B6F61E39AA}"/>
                </a:ext>
              </a:extLst>
            </p:cNvPr>
            <p:cNvSpPr/>
            <p:nvPr/>
          </p:nvSpPr>
          <p:spPr>
            <a:xfrm>
              <a:off x="325745"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439" name="Rectangle 438">
              <a:extLst>
                <a:ext uri="{FF2B5EF4-FFF2-40B4-BE49-F238E27FC236}">
                  <a16:creationId xmlns:a16="http://schemas.microsoft.com/office/drawing/2014/main" id="{265C655E-4165-5F32-A687-A35A843B9D06}"/>
                </a:ext>
              </a:extLst>
            </p:cNvPr>
            <p:cNvSpPr/>
            <p:nvPr/>
          </p:nvSpPr>
          <p:spPr>
            <a:xfrm flipV="1">
              <a:off x="1076521" y="88412"/>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4" name="Oval 15">
              <a:extLst>
                <a:ext uri="{FF2B5EF4-FFF2-40B4-BE49-F238E27FC236}">
                  <a16:creationId xmlns:a16="http://schemas.microsoft.com/office/drawing/2014/main" id="{848EA151-A924-0A36-8FE3-AB517D35E23A}"/>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32" name="Straight Connector 831">
              <a:extLst>
                <a:ext uri="{FF2B5EF4-FFF2-40B4-BE49-F238E27FC236}">
                  <a16:creationId xmlns:a16="http://schemas.microsoft.com/office/drawing/2014/main" id="{92043D49-0F93-13FB-CE6B-EDEACFD1CD3E}"/>
                </a:ext>
              </a:extLst>
            </p:cNvPr>
            <p:cNvCxnSpPr>
              <a:cxnSpLocks/>
              <a:stCxn id="444" idx="0"/>
            </p:cNvCxnSpPr>
            <p:nvPr/>
          </p:nvCxnSpPr>
          <p:spPr>
            <a:xfrm flipV="1">
              <a:off x="1116520" y="105005"/>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33" name="Straight Connector 832">
              <a:extLst>
                <a:ext uri="{FF2B5EF4-FFF2-40B4-BE49-F238E27FC236}">
                  <a16:creationId xmlns:a16="http://schemas.microsoft.com/office/drawing/2014/main" id="{7145ED2F-34F3-2A37-2B4D-7F408294ED89}"/>
                </a:ext>
              </a:extLst>
            </p:cNvPr>
            <p:cNvCxnSpPr>
              <a:cxnSpLocks/>
            </p:cNvCxnSpPr>
            <p:nvPr/>
          </p:nvCxnSpPr>
          <p:spPr>
            <a:xfrm>
              <a:off x="1123434" y="105005"/>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34" name="Group 833">
            <a:extLst>
              <a:ext uri="{FF2B5EF4-FFF2-40B4-BE49-F238E27FC236}">
                <a16:creationId xmlns:a16="http://schemas.microsoft.com/office/drawing/2014/main" id="{7C26DA14-2F7F-BB87-89DA-1884024BAD9B}"/>
              </a:ext>
            </a:extLst>
          </p:cNvPr>
          <p:cNvGrpSpPr/>
          <p:nvPr/>
        </p:nvGrpSpPr>
        <p:grpSpPr>
          <a:xfrm>
            <a:off x="1267284" y="90836"/>
            <a:ext cx="721206" cy="609701"/>
            <a:chOff x="1315999" y="88412"/>
            <a:chExt cx="871904" cy="748695"/>
          </a:xfrm>
        </p:grpSpPr>
        <p:sp>
          <p:nvSpPr>
            <p:cNvPr id="835" name="Rectangle 834">
              <a:extLst>
                <a:ext uri="{FF2B5EF4-FFF2-40B4-BE49-F238E27FC236}">
                  <a16:creationId xmlns:a16="http://schemas.microsoft.com/office/drawing/2014/main" id="{C779B301-65CA-6580-696C-1DE2F12549B2}"/>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836" name="Rectangle 835">
              <a:extLst>
                <a:ext uri="{FF2B5EF4-FFF2-40B4-BE49-F238E27FC236}">
                  <a16:creationId xmlns:a16="http://schemas.microsoft.com/office/drawing/2014/main" id="{7274DD8C-7D2E-FA57-1545-F6A15B6DA07F}"/>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37" name="Oval 15">
              <a:extLst>
                <a:ext uri="{FF2B5EF4-FFF2-40B4-BE49-F238E27FC236}">
                  <a16:creationId xmlns:a16="http://schemas.microsoft.com/office/drawing/2014/main" id="{576CEB88-51DB-0076-5108-1623E9F749D2}"/>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38" name="Straight Connector 837">
              <a:extLst>
                <a:ext uri="{FF2B5EF4-FFF2-40B4-BE49-F238E27FC236}">
                  <a16:creationId xmlns:a16="http://schemas.microsoft.com/office/drawing/2014/main" id="{14FA880A-863A-68C2-606D-3B0E16DC3B32}"/>
                </a:ext>
              </a:extLst>
            </p:cNvPr>
            <p:cNvCxnSpPr>
              <a:cxnSpLocks/>
              <a:stCxn id="837"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39" name="Straight Connector 838">
              <a:extLst>
                <a:ext uri="{FF2B5EF4-FFF2-40B4-BE49-F238E27FC236}">
                  <a16:creationId xmlns:a16="http://schemas.microsoft.com/office/drawing/2014/main" id="{4D5CCEDE-662D-9401-0D9F-5AF6135222A3}"/>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40" name="Group 839">
            <a:extLst>
              <a:ext uri="{FF2B5EF4-FFF2-40B4-BE49-F238E27FC236}">
                <a16:creationId xmlns:a16="http://schemas.microsoft.com/office/drawing/2014/main" id="{425B7D56-F6CB-3550-FF6F-48F18FEF7568}"/>
              </a:ext>
            </a:extLst>
          </p:cNvPr>
          <p:cNvGrpSpPr/>
          <p:nvPr/>
        </p:nvGrpSpPr>
        <p:grpSpPr>
          <a:xfrm>
            <a:off x="2102909" y="90836"/>
            <a:ext cx="721206" cy="609701"/>
            <a:chOff x="1315999" y="88412"/>
            <a:chExt cx="871904" cy="748695"/>
          </a:xfrm>
        </p:grpSpPr>
        <p:sp>
          <p:nvSpPr>
            <p:cNvPr id="841" name="Rectangle 840">
              <a:extLst>
                <a:ext uri="{FF2B5EF4-FFF2-40B4-BE49-F238E27FC236}">
                  <a16:creationId xmlns:a16="http://schemas.microsoft.com/office/drawing/2014/main" id="{C3EE50D5-DFDD-5742-ED73-898D31C65BC7}"/>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842" name="Rectangle 841">
              <a:extLst>
                <a:ext uri="{FF2B5EF4-FFF2-40B4-BE49-F238E27FC236}">
                  <a16:creationId xmlns:a16="http://schemas.microsoft.com/office/drawing/2014/main" id="{811E5E9F-153F-1F1B-08C5-69A88A80E89F}"/>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3" name="Oval 15">
              <a:extLst>
                <a:ext uri="{FF2B5EF4-FFF2-40B4-BE49-F238E27FC236}">
                  <a16:creationId xmlns:a16="http://schemas.microsoft.com/office/drawing/2014/main" id="{B5671627-FFA9-0F51-BC96-76FAA8936D6F}"/>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44" name="Straight Connector 843">
              <a:extLst>
                <a:ext uri="{FF2B5EF4-FFF2-40B4-BE49-F238E27FC236}">
                  <a16:creationId xmlns:a16="http://schemas.microsoft.com/office/drawing/2014/main" id="{5069EA20-B76C-C223-AC26-F6890F22BEFE}"/>
                </a:ext>
              </a:extLst>
            </p:cNvPr>
            <p:cNvCxnSpPr>
              <a:cxnSpLocks/>
              <a:stCxn id="843"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45" name="Straight Connector 844">
              <a:extLst>
                <a:ext uri="{FF2B5EF4-FFF2-40B4-BE49-F238E27FC236}">
                  <a16:creationId xmlns:a16="http://schemas.microsoft.com/office/drawing/2014/main" id="{7D2365DE-BEA6-E4B9-4400-581A36743DCF}"/>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46" name="Group 845">
            <a:extLst>
              <a:ext uri="{FF2B5EF4-FFF2-40B4-BE49-F238E27FC236}">
                <a16:creationId xmlns:a16="http://schemas.microsoft.com/office/drawing/2014/main" id="{0D8FBEB2-DFD3-BEB0-5764-3E41AE0A8D4D}"/>
              </a:ext>
            </a:extLst>
          </p:cNvPr>
          <p:cNvGrpSpPr/>
          <p:nvPr/>
        </p:nvGrpSpPr>
        <p:grpSpPr>
          <a:xfrm>
            <a:off x="1269622" y="4419620"/>
            <a:ext cx="721206" cy="609701"/>
            <a:chOff x="4289254" y="5012622"/>
            <a:chExt cx="871904" cy="748695"/>
          </a:xfrm>
        </p:grpSpPr>
        <p:sp>
          <p:nvSpPr>
            <p:cNvPr id="847" name="Rectangle 846">
              <a:extLst>
                <a:ext uri="{FF2B5EF4-FFF2-40B4-BE49-F238E27FC236}">
                  <a16:creationId xmlns:a16="http://schemas.microsoft.com/office/drawing/2014/main" id="{0AE10BAB-93B3-1450-AB8F-A2493DCAF1CD}"/>
                </a:ext>
              </a:extLst>
            </p:cNvPr>
            <p:cNvSpPr/>
            <p:nvPr/>
          </p:nvSpPr>
          <p:spPr>
            <a:xfrm>
              <a:off x="4289254"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848" name="Cylinder 847">
              <a:extLst>
                <a:ext uri="{FF2B5EF4-FFF2-40B4-BE49-F238E27FC236}">
                  <a16:creationId xmlns:a16="http://schemas.microsoft.com/office/drawing/2014/main" id="{D4BBA2F7-D899-6A65-8D10-99D3777EFBFB}"/>
                </a:ext>
              </a:extLst>
            </p:cNvPr>
            <p:cNvSpPr/>
            <p:nvPr/>
          </p:nvSpPr>
          <p:spPr>
            <a:xfrm>
              <a:off x="5072324"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49" name="Group 848">
            <a:extLst>
              <a:ext uri="{FF2B5EF4-FFF2-40B4-BE49-F238E27FC236}">
                <a16:creationId xmlns:a16="http://schemas.microsoft.com/office/drawing/2014/main" id="{AB58AA92-DCB3-A858-0718-4A4DC2BA80D6}"/>
              </a:ext>
            </a:extLst>
          </p:cNvPr>
          <p:cNvGrpSpPr/>
          <p:nvPr/>
        </p:nvGrpSpPr>
        <p:grpSpPr>
          <a:xfrm>
            <a:off x="432838" y="4419620"/>
            <a:ext cx="721206" cy="609701"/>
            <a:chOff x="3298169" y="5012622"/>
            <a:chExt cx="871904" cy="748695"/>
          </a:xfrm>
        </p:grpSpPr>
        <p:sp>
          <p:nvSpPr>
            <p:cNvPr id="850" name="Rectangle 849">
              <a:extLst>
                <a:ext uri="{FF2B5EF4-FFF2-40B4-BE49-F238E27FC236}">
                  <a16:creationId xmlns:a16="http://schemas.microsoft.com/office/drawing/2014/main" id="{230E9966-F549-7393-6EA3-594FB6829B1B}"/>
                </a:ext>
              </a:extLst>
            </p:cNvPr>
            <p:cNvSpPr/>
            <p:nvPr/>
          </p:nvSpPr>
          <p:spPr>
            <a:xfrm>
              <a:off x="3298169"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851" name="Cylinder 850">
              <a:extLst>
                <a:ext uri="{FF2B5EF4-FFF2-40B4-BE49-F238E27FC236}">
                  <a16:creationId xmlns:a16="http://schemas.microsoft.com/office/drawing/2014/main" id="{E0F15AA5-240E-9F9F-597E-B049ACAB128B}"/>
                </a:ext>
              </a:extLst>
            </p:cNvPr>
            <p:cNvSpPr/>
            <p:nvPr/>
          </p:nvSpPr>
          <p:spPr>
            <a:xfrm>
              <a:off x="4081239"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52" name="Group 851">
            <a:extLst>
              <a:ext uri="{FF2B5EF4-FFF2-40B4-BE49-F238E27FC236}">
                <a16:creationId xmlns:a16="http://schemas.microsoft.com/office/drawing/2014/main" id="{715CCB38-2BCB-1F8D-2B3F-C3909183D6F7}"/>
              </a:ext>
            </a:extLst>
          </p:cNvPr>
          <p:cNvGrpSpPr/>
          <p:nvPr/>
        </p:nvGrpSpPr>
        <p:grpSpPr>
          <a:xfrm>
            <a:off x="1268463" y="5141013"/>
            <a:ext cx="721206" cy="609701"/>
            <a:chOff x="4289254" y="4191922"/>
            <a:chExt cx="871904" cy="748695"/>
          </a:xfrm>
        </p:grpSpPr>
        <p:sp>
          <p:nvSpPr>
            <p:cNvPr id="853" name="Rectangle 852">
              <a:extLst>
                <a:ext uri="{FF2B5EF4-FFF2-40B4-BE49-F238E27FC236}">
                  <a16:creationId xmlns:a16="http://schemas.microsoft.com/office/drawing/2014/main" id="{C61FBBC7-4B68-5898-96EC-9EBEC4FF2760}"/>
                </a:ext>
              </a:extLst>
            </p:cNvPr>
            <p:cNvSpPr/>
            <p:nvPr/>
          </p:nvSpPr>
          <p:spPr>
            <a:xfrm>
              <a:off x="4289254"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854" name="Cylinder 853">
              <a:extLst>
                <a:ext uri="{FF2B5EF4-FFF2-40B4-BE49-F238E27FC236}">
                  <a16:creationId xmlns:a16="http://schemas.microsoft.com/office/drawing/2014/main" id="{BC44C343-E8DB-78CE-C59F-2E65E5B841EE}"/>
                </a:ext>
              </a:extLst>
            </p:cNvPr>
            <p:cNvSpPr/>
            <p:nvPr/>
          </p:nvSpPr>
          <p:spPr>
            <a:xfrm>
              <a:off x="5072324"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55" name="Group 854">
            <a:extLst>
              <a:ext uri="{FF2B5EF4-FFF2-40B4-BE49-F238E27FC236}">
                <a16:creationId xmlns:a16="http://schemas.microsoft.com/office/drawing/2014/main" id="{AE2AE318-9DD7-BA9D-4D1F-3A873211F90F}"/>
              </a:ext>
            </a:extLst>
          </p:cNvPr>
          <p:cNvGrpSpPr/>
          <p:nvPr/>
        </p:nvGrpSpPr>
        <p:grpSpPr>
          <a:xfrm>
            <a:off x="431294" y="5141013"/>
            <a:ext cx="721206" cy="609701"/>
            <a:chOff x="3298169" y="4191922"/>
            <a:chExt cx="871904" cy="748695"/>
          </a:xfrm>
        </p:grpSpPr>
        <p:sp>
          <p:nvSpPr>
            <p:cNvPr id="856" name="Rectangle 855">
              <a:extLst>
                <a:ext uri="{FF2B5EF4-FFF2-40B4-BE49-F238E27FC236}">
                  <a16:creationId xmlns:a16="http://schemas.microsoft.com/office/drawing/2014/main" id="{E3FB23CB-1D20-34F5-5D5E-2B273E0B9C19}"/>
                </a:ext>
              </a:extLst>
            </p:cNvPr>
            <p:cNvSpPr/>
            <p:nvPr/>
          </p:nvSpPr>
          <p:spPr>
            <a:xfrm>
              <a:off x="3298169"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857" name="Cylinder 856">
              <a:extLst>
                <a:ext uri="{FF2B5EF4-FFF2-40B4-BE49-F238E27FC236}">
                  <a16:creationId xmlns:a16="http://schemas.microsoft.com/office/drawing/2014/main" id="{3829A19E-F81B-5A09-EA4C-E732834025CE}"/>
                </a:ext>
              </a:extLst>
            </p:cNvPr>
            <p:cNvSpPr/>
            <p:nvPr/>
          </p:nvSpPr>
          <p:spPr>
            <a:xfrm>
              <a:off x="4081239"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58" name="Group 857">
            <a:extLst>
              <a:ext uri="{FF2B5EF4-FFF2-40B4-BE49-F238E27FC236}">
                <a16:creationId xmlns:a16="http://schemas.microsoft.com/office/drawing/2014/main" id="{3E5775B2-F674-A3B1-8A5E-1358B15CCB5E}"/>
              </a:ext>
            </a:extLst>
          </p:cNvPr>
          <p:cNvGrpSpPr/>
          <p:nvPr/>
        </p:nvGrpSpPr>
        <p:grpSpPr>
          <a:xfrm>
            <a:off x="431659" y="3698227"/>
            <a:ext cx="721206" cy="609701"/>
            <a:chOff x="1315999" y="3370808"/>
            <a:chExt cx="871904" cy="748695"/>
          </a:xfrm>
        </p:grpSpPr>
        <p:sp>
          <p:nvSpPr>
            <p:cNvPr id="859" name="Rectangle 858">
              <a:extLst>
                <a:ext uri="{FF2B5EF4-FFF2-40B4-BE49-F238E27FC236}">
                  <a16:creationId xmlns:a16="http://schemas.microsoft.com/office/drawing/2014/main" id="{6E8A5DF4-FF94-0158-52F2-9E29A6309532}"/>
                </a:ext>
              </a:extLst>
            </p:cNvPr>
            <p:cNvSpPr/>
            <p:nvPr/>
          </p:nvSpPr>
          <p:spPr>
            <a:xfrm>
              <a:off x="131599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860" name="Right Triangle 859">
              <a:extLst>
                <a:ext uri="{FF2B5EF4-FFF2-40B4-BE49-F238E27FC236}">
                  <a16:creationId xmlns:a16="http://schemas.microsoft.com/office/drawing/2014/main" id="{E4A6AA1F-9A28-9144-ECA0-D4E7776ADC0A}"/>
                </a:ext>
              </a:extLst>
            </p:cNvPr>
            <p:cNvSpPr/>
            <p:nvPr/>
          </p:nvSpPr>
          <p:spPr>
            <a:xfrm rot="10800000">
              <a:off x="2046390"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61" name="Group 860">
              <a:extLst>
                <a:ext uri="{FF2B5EF4-FFF2-40B4-BE49-F238E27FC236}">
                  <a16:creationId xmlns:a16="http://schemas.microsoft.com/office/drawing/2014/main" id="{02541962-D056-C037-D0C8-22565F45BFE4}"/>
                </a:ext>
              </a:extLst>
            </p:cNvPr>
            <p:cNvGrpSpPr/>
            <p:nvPr/>
          </p:nvGrpSpPr>
          <p:grpSpPr>
            <a:xfrm>
              <a:off x="2126717" y="3380672"/>
              <a:ext cx="45719" cy="75385"/>
              <a:chOff x="3883481" y="2057400"/>
              <a:chExt cx="1608363" cy="2652031"/>
            </a:xfrm>
            <a:solidFill>
              <a:srgbClr val="A6A6A6"/>
            </a:solidFill>
          </p:grpSpPr>
          <p:sp>
            <p:nvSpPr>
              <p:cNvPr id="862" name="Oval 27">
                <a:extLst>
                  <a:ext uri="{FF2B5EF4-FFF2-40B4-BE49-F238E27FC236}">
                    <a16:creationId xmlns:a16="http://schemas.microsoft.com/office/drawing/2014/main" id="{8B9E2F8D-4337-4A6F-AF2A-E87377FD50D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3" name="Oval 28">
                <a:extLst>
                  <a:ext uri="{FF2B5EF4-FFF2-40B4-BE49-F238E27FC236}">
                    <a16:creationId xmlns:a16="http://schemas.microsoft.com/office/drawing/2014/main" id="{3A7D4D2B-DA10-C8DA-AABA-65E404BD363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64" name="Group 863">
            <a:extLst>
              <a:ext uri="{FF2B5EF4-FFF2-40B4-BE49-F238E27FC236}">
                <a16:creationId xmlns:a16="http://schemas.microsoft.com/office/drawing/2014/main" id="{53FFA92F-A199-6152-A1F6-FB1C0284C932}"/>
              </a:ext>
            </a:extLst>
          </p:cNvPr>
          <p:cNvGrpSpPr/>
          <p:nvPr/>
        </p:nvGrpSpPr>
        <p:grpSpPr>
          <a:xfrm>
            <a:off x="2942396" y="3698227"/>
            <a:ext cx="721206" cy="609701"/>
            <a:chOff x="3298169" y="3370808"/>
            <a:chExt cx="871904" cy="748695"/>
          </a:xfrm>
        </p:grpSpPr>
        <p:sp>
          <p:nvSpPr>
            <p:cNvPr id="865" name="Rectangle 864">
              <a:extLst>
                <a:ext uri="{FF2B5EF4-FFF2-40B4-BE49-F238E27FC236}">
                  <a16:creationId xmlns:a16="http://schemas.microsoft.com/office/drawing/2014/main" id="{0BD9AA3A-66B6-4857-DD30-3019C08FCBD6}"/>
                </a:ext>
              </a:extLst>
            </p:cNvPr>
            <p:cNvSpPr/>
            <p:nvPr/>
          </p:nvSpPr>
          <p:spPr>
            <a:xfrm>
              <a:off x="329816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866" name="Right Triangle 865">
              <a:extLst>
                <a:ext uri="{FF2B5EF4-FFF2-40B4-BE49-F238E27FC236}">
                  <a16:creationId xmlns:a16="http://schemas.microsoft.com/office/drawing/2014/main" id="{C9182E42-24EF-3BF7-C372-E2D07321B0FC}"/>
                </a:ext>
              </a:extLst>
            </p:cNvPr>
            <p:cNvSpPr/>
            <p:nvPr/>
          </p:nvSpPr>
          <p:spPr>
            <a:xfrm rot="10800000">
              <a:off x="4022248"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67" name="Group 866">
              <a:extLst>
                <a:ext uri="{FF2B5EF4-FFF2-40B4-BE49-F238E27FC236}">
                  <a16:creationId xmlns:a16="http://schemas.microsoft.com/office/drawing/2014/main" id="{085F4A60-0C17-66E6-783D-3A3B7DBE81D2}"/>
                </a:ext>
              </a:extLst>
            </p:cNvPr>
            <p:cNvGrpSpPr/>
            <p:nvPr/>
          </p:nvGrpSpPr>
          <p:grpSpPr>
            <a:xfrm>
              <a:off x="4102575" y="3389004"/>
              <a:ext cx="45719" cy="75385"/>
              <a:chOff x="3883481" y="2057400"/>
              <a:chExt cx="1608363" cy="2652031"/>
            </a:xfrm>
            <a:solidFill>
              <a:srgbClr val="A6A6A6"/>
            </a:solidFill>
          </p:grpSpPr>
          <p:sp>
            <p:nvSpPr>
              <p:cNvPr id="868" name="Oval 27">
                <a:extLst>
                  <a:ext uri="{FF2B5EF4-FFF2-40B4-BE49-F238E27FC236}">
                    <a16:creationId xmlns:a16="http://schemas.microsoft.com/office/drawing/2014/main" id="{9C61EEC1-AFDC-0770-C181-71B80B6E958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9" name="Oval 28">
                <a:extLst>
                  <a:ext uri="{FF2B5EF4-FFF2-40B4-BE49-F238E27FC236}">
                    <a16:creationId xmlns:a16="http://schemas.microsoft.com/office/drawing/2014/main" id="{FEB0B6A3-6FED-6CC5-7009-2F4E5B80BA3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70" name="Group 869">
            <a:extLst>
              <a:ext uri="{FF2B5EF4-FFF2-40B4-BE49-F238E27FC236}">
                <a16:creationId xmlns:a16="http://schemas.microsoft.com/office/drawing/2014/main" id="{BABC2CB5-0F5E-B440-F85D-80453AC997BB}"/>
              </a:ext>
            </a:extLst>
          </p:cNvPr>
          <p:cNvGrpSpPr/>
          <p:nvPr/>
        </p:nvGrpSpPr>
        <p:grpSpPr>
          <a:xfrm>
            <a:off x="3779083" y="3698227"/>
            <a:ext cx="721206" cy="609701"/>
            <a:chOff x="4289254" y="3370808"/>
            <a:chExt cx="871904" cy="748695"/>
          </a:xfrm>
        </p:grpSpPr>
        <p:sp>
          <p:nvSpPr>
            <p:cNvPr id="871" name="Rectangle 870">
              <a:extLst>
                <a:ext uri="{FF2B5EF4-FFF2-40B4-BE49-F238E27FC236}">
                  <a16:creationId xmlns:a16="http://schemas.microsoft.com/office/drawing/2014/main" id="{C5FAE54B-7AD9-F00B-19A5-B7026B0C27B8}"/>
                </a:ext>
              </a:extLst>
            </p:cNvPr>
            <p:cNvSpPr/>
            <p:nvPr/>
          </p:nvSpPr>
          <p:spPr>
            <a:xfrm>
              <a:off x="428925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872" name="Right Triangle 871">
              <a:extLst>
                <a:ext uri="{FF2B5EF4-FFF2-40B4-BE49-F238E27FC236}">
                  <a16:creationId xmlns:a16="http://schemas.microsoft.com/office/drawing/2014/main" id="{D49429E8-CF50-41A3-4F2B-4AE84F3B7700}"/>
                </a:ext>
              </a:extLst>
            </p:cNvPr>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73" name="Group 872">
              <a:extLst>
                <a:ext uri="{FF2B5EF4-FFF2-40B4-BE49-F238E27FC236}">
                  <a16:creationId xmlns:a16="http://schemas.microsoft.com/office/drawing/2014/main" id="{D16807A1-929A-8300-0BB5-51BB5286932C}"/>
                </a:ext>
              </a:extLst>
            </p:cNvPr>
            <p:cNvGrpSpPr/>
            <p:nvPr/>
          </p:nvGrpSpPr>
          <p:grpSpPr>
            <a:xfrm>
              <a:off x="5098569" y="3381257"/>
              <a:ext cx="45719" cy="75385"/>
              <a:chOff x="3883481" y="2057400"/>
              <a:chExt cx="1608363" cy="2652031"/>
            </a:xfrm>
            <a:solidFill>
              <a:srgbClr val="A6A6A6"/>
            </a:solidFill>
          </p:grpSpPr>
          <p:sp>
            <p:nvSpPr>
              <p:cNvPr id="874" name="Oval 27">
                <a:extLst>
                  <a:ext uri="{FF2B5EF4-FFF2-40B4-BE49-F238E27FC236}">
                    <a16:creationId xmlns:a16="http://schemas.microsoft.com/office/drawing/2014/main" id="{BC5E548A-14BC-119E-3169-49824C7C443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5" name="Oval 28">
                <a:extLst>
                  <a:ext uri="{FF2B5EF4-FFF2-40B4-BE49-F238E27FC236}">
                    <a16:creationId xmlns:a16="http://schemas.microsoft.com/office/drawing/2014/main" id="{8DE028EC-D123-6415-9D20-7D5F294042C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76" name="Group 875">
            <a:extLst>
              <a:ext uri="{FF2B5EF4-FFF2-40B4-BE49-F238E27FC236}">
                <a16:creationId xmlns:a16="http://schemas.microsoft.com/office/drawing/2014/main" id="{75680094-BB89-D237-9EFE-B447A90762D2}"/>
              </a:ext>
            </a:extLst>
          </p:cNvPr>
          <p:cNvGrpSpPr/>
          <p:nvPr/>
        </p:nvGrpSpPr>
        <p:grpSpPr>
          <a:xfrm>
            <a:off x="1268346" y="3698227"/>
            <a:ext cx="721893" cy="610374"/>
            <a:chOff x="324914" y="4191098"/>
            <a:chExt cx="872735" cy="749519"/>
          </a:xfrm>
        </p:grpSpPr>
        <p:sp>
          <p:nvSpPr>
            <p:cNvPr id="877" name="Rectangle 876">
              <a:extLst>
                <a:ext uri="{FF2B5EF4-FFF2-40B4-BE49-F238E27FC236}">
                  <a16:creationId xmlns:a16="http://schemas.microsoft.com/office/drawing/2014/main" id="{8B205BA0-562B-138C-EF3B-563C52FC8469}"/>
                </a:ext>
              </a:extLst>
            </p:cNvPr>
            <p:cNvSpPr/>
            <p:nvPr/>
          </p:nvSpPr>
          <p:spPr>
            <a:xfrm>
              <a:off x="32491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878" name="Right Triangle 877">
              <a:extLst>
                <a:ext uri="{FF2B5EF4-FFF2-40B4-BE49-F238E27FC236}">
                  <a16:creationId xmlns:a16="http://schemas.microsoft.com/office/drawing/2014/main" id="{62DC1DCC-6A6B-6B21-EF74-2A7CCBA1B5F8}"/>
                </a:ext>
              </a:extLst>
            </p:cNvPr>
            <p:cNvSpPr/>
            <p:nvPr/>
          </p:nvSpPr>
          <p:spPr>
            <a:xfrm rot="10800000">
              <a:off x="1056136"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79" name="Group 878">
              <a:extLst>
                <a:ext uri="{FF2B5EF4-FFF2-40B4-BE49-F238E27FC236}">
                  <a16:creationId xmlns:a16="http://schemas.microsoft.com/office/drawing/2014/main" id="{26D9ADEB-C868-B151-91A5-48DA9CFE9B41}"/>
                </a:ext>
              </a:extLst>
            </p:cNvPr>
            <p:cNvGrpSpPr/>
            <p:nvPr/>
          </p:nvGrpSpPr>
          <p:grpSpPr>
            <a:xfrm>
              <a:off x="1136463" y="4198579"/>
              <a:ext cx="45719" cy="75385"/>
              <a:chOff x="3883481" y="2057400"/>
              <a:chExt cx="1608363" cy="2652031"/>
            </a:xfrm>
            <a:solidFill>
              <a:srgbClr val="A6A6A6"/>
            </a:solidFill>
          </p:grpSpPr>
          <p:sp>
            <p:nvSpPr>
              <p:cNvPr id="880" name="Oval 27">
                <a:extLst>
                  <a:ext uri="{FF2B5EF4-FFF2-40B4-BE49-F238E27FC236}">
                    <a16:creationId xmlns:a16="http://schemas.microsoft.com/office/drawing/2014/main" id="{AE890F78-BD49-E75E-0D4E-F4D190BB956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1" name="Oval 28">
                <a:extLst>
                  <a:ext uri="{FF2B5EF4-FFF2-40B4-BE49-F238E27FC236}">
                    <a16:creationId xmlns:a16="http://schemas.microsoft.com/office/drawing/2014/main" id="{57AA76F2-A64A-71C1-BEDE-985818F1BD0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82" name="Group 881">
            <a:extLst>
              <a:ext uri="{FF2B5EF4-FFF2-40B4-BE49-F238E27FC236}">
                <a16:creationId xmlns:a16="http://schemas.microsoft.com/office/drawing/2014/main" id="{33D7755E-2902-59BD-9935-99B41619849D}"/>
              </a:ext>
            </a:extLst>
          </p:cNvPr>
          <p:cNvGrpSpPr/>
          <p:nvPr/>
        </p:nvGrpSpPr>
        <p:grpSpPr>
          <a:xfrm>
            <a:off x="4615770" y="3698227"/>
            <a:ext cx="721206" cy="609701"/>
            <a:chOff x="10235764" y="5012622"/>
            <a:chExt cx="871904" cy="748695"/>
          </a:xfrm>
        </p:grpSpPr>
        <p:sp>
          <p:nvSpPr>
            <p:cNvPr id="883" name="Rectangle 882">
              <a:hlinkHover r:id="" action="ppaction://noaction" highlightClick="1"/>
              <a:extLst>
                <a:ext uri="{FF2B5EF4-FFF2-40B4-BE49-F238E27FC236}">
                  <a16:creationId xmlns:a16="http://schemas.microsoft.com/office/drawing/2014/main" id="{2E9DDC0A-80E6-5A4D-DE77-4E3F448DC2A5}"/>
                </a:ext>
              </a:extLst>
            </p:cNvPr>
            <p:cNvSpPr/>
            <p:nvPr/>
          </p:nvSpPr>
          <p:spPr>
            <a:xfrm>
              <a:off x="1023576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884" name="Oval 883">
              <a:extLst>
                <a:ext uri="{FF2B5EF4-FFF2-40B4-BE49-F238E27FC236}">
                  <a16:creationId xmlns:a16="http://schemas.microsoft.com/office/drawing/2014/main" id="{7A7D47DE-9A6C-25E0-465E-743FB9B4AB98}"/>
                </a:ext>
              </a:extLst>
            </p:cNvPr>
            <p:cNvSpPr/>
            <p:nvPr/>
          </p:nvSpPr>
          <p:spPr>
            <a:xfrm>
              <a:off x="109304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5" name="Isosceles Triangle 648">
              <a:extLst>
                <a:ext uri="{FF2B5EF4-FFF2-40B4-BE49-F238E27FC236}">
                  <a16:creationId xmlns:a16="http://schemas.microsoft.com/office/drawing/2014/main" id="{A24553AF-36E9-0463-0B2A-F1391B967AC9}"/>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86" name="Group 885">
            <a:extLst>
              <a:ext uri="{FF2B5EF4-FFF2-40B4-BE49-F238E27FC236}">
                <a16:creationId xmlns:a16="http://schemas.microsoft.com/office/drawing/2014/main" id="{92A84C7D-0959-CA00-2EA5-DE8BEB2A4CB4}"/>
              </a:ext>
            </a:extLst>
          </p:cNvPr>
          <p:cNvGrpSpPr/>
          <p:nvPr/>
        </p:nvGrpSpPr>
        <p:grpSpPr>
          <a:xfrm>
            <a:off x="2105709" y="3698227"/>
            <a:ext cx="721206" cy="610374"/>
            <a:chOff x="1315999" y="4191098"/>
            <a:chExt cx="871904" cy="749519"/>
          </a:xfrm>
        </p:grpSpPr>
        <p:sp>
          <p:nvSpPr>
            <p:cNvPr id="887" name="Rectangle 886">
              <a:extLst>
                <a:ext uri="{FF2B5EF4-FFF2-40B4-BE49-F238E27FC236}">
                  <a16:creationId xmlns:a16="http://schemas.microsoft.com/office/drawing/2014/main" id="{839A78BC-EDB9-ECB9-71AF-D71DEEC32C94}"/>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888" name="Right Triangle 887">
              <a:extLst>
                <a:ext uri="{FF2B5EF4-FFF2-40B4-BE49-F238E27FC236}">
                  <a16:creationId xmlns:a16="http://schemas.microsoft.com/office/drawing/2014/main" id="{6CC6E11B-1DEE-E07F-30EC-DAFB38AE18CA}"/>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89" name="Group 888">
              <a:extLst>
                <a:ext uri="{FF2B5EF4-FFF2-40B4-BE49-F238E27FC236}">
                  <a16:creationId xmlns:a16="http://schemas.microsoft.com/office/drawing/2014/main" id="{AB0C4466-A337-347C-C1A3-7D1D0B819700}"/>
                </a:ext>
              </a:extLst>
            </p:cNvPr>
            <p:cNvGrpSpPr/>
            <p:nvPr/>
          </p:nvGrpSpPr>
          <p:grpSpPr>
            <a:xfrm>
              <a:off x="2126717" y="4198579"/>
              <a:ext cx="45719" cy="75385"/>
              <a:chOff x="3883481" y="2057400"/>
              <a:chExt cx="1608363" cy="2652031"/>
            </a:xfrm>
            <a:solidFill>
              <a:srgbClr val="A6A6A6"/>
            </a:solidFill>
          </p:grpSpPr>
          <p:sp>
            <p:nvSpPr>
              <p:cNvPr id="890" name="Oval 27">
                <a:extLst>
                  <a:ext uri="{FF2B5EF4-FFF2-40B4-BE49-F238E27FC236}">
                    <a16:creationId xmlns:a16="http://schemas.microsoft.com/office/drawing/2014/main" id="{72FF1226-AA4D-DC05-06EA-7E82C00B683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1" name="Oval 28">
                <a:extLst>
                  <a:ext uri="{FF2B5EF4-FFF2-40B4-BE49-F238E27FC236}">
                    <a16:creationId xmlns:a16="http://schemas.microsoft.com/office/drawing/2014/main" id="{C90874F9-0592-EA4A-C0D7-F92476BE178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92" name="Group 891">
            <a:extLst>
              <a:ext uri="{FF2B5EF4-FFF2-40B4-BE49-F238E27FC236}">
                <a16:creationId xmlns:a16="http://schemas.microsoft.com/office/drawing/2014/main" id="{A91B4960-3623-564A-F690-4C5F8098899C}"/>
              </a:ext>
            </a:extLst>
          </p:cNvPr>
          <p:cNvGrpSpPr/>
          <p:nvPr/>
        </p:nvGrpSpPr>
        <p:grpSpPr>
          <a:xfrm>
            <a:off x="3778363" y="2253333"/>
            <a:ext cx="721206" cy="609701"/>
            <a:chOff x="5280339" y="2550516"/>
            <a:chExt cx="871904" cy="748695"/>
          </a:xfrm>
        </p:grpSpPr>
        <p:sp>
          <p:nvSpPr>
            <p:cNvPr id="893" name="Rectangle 892">
              <a:extLst>
                <a:ext uri="{FF2B5EF4-FFF2-40B4-BE49-F238E27FC236}">
                  <a16:creationId xmlns:a16="http://schemas.microsoft.com/office/drawing/2014/main" id="{A4431874-3504-B315-DB16-F226BC585968}"/>
                </a:ext>
              </a:extLst>
            </p:cNvPr>
            <p:cNvSpPr/>
            <p:nvPr/>
          </p:nvSpPr>
          <p:spPr>
            <a:xfrm>
              <a:off x="5280339" y="25505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894" name="Rectangle 893">
              <a:extLst>
                <a:ext uri="{FF2B5EF4-FFF2-40B4-BE49-F238E27FC236}">
                  <a16:creationId xmlns:a16="http://schemas.microsoft.com/office/drawing/2014/main" id="{9F4DB9B1-7C43-BE66-063E-CF44F8680087}"/>
                </a:ext>
              </a:extLst>
            </p:cNvPr>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5" name="Oval 15">
              <a:extLst>
                <a:ext uri="{FF2B5EF4-FFF2-40B4-BE49-F238E27FC236}">
                  <a16:creationId xmlns:a16="http://schemas.microsoft.com/office/drawing/2014/main" id="{56F3577F-AC61-A22F-F66B-3C6CF4BE1773}"/>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96" name="Straight Connector 895">
              <a:extLst>
                <a:ext uri="{FF2B5EF4-FFF2-40B4-BE49-F238E27FC236}">
                  <a16:creationId xmlns:a16="http://schemas.microsoft.com/office/drawing/2014/main" id="{DB01FF0C-1906-B9BD-21D5-A855A8F311A9}"/>
                </a:ext>
              </a:extLst>
            </p:cNvPr>
            <p:cNvCxnSpPr>
              <a:cxnSpLocks/>
              <a:stCxn id="895"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97" name="Straight Connector 896">
              <a:extLst>
                <a:ext uri="{FF2B5EF4-FFF2-40B4-BE49-F238E27FC236}">
                  <a16:creationId xmlns:a16="http://schemas.microsoft.com/office/drawing/2014/main" id="{E37B813D-5840-FE6C-4827-8BC166A20B41}"/>
                </a:ext>
              </a:extLst>
            </p:cNvPr>
            <p:cNvCxnSpPr>
              <a:cxnSpLocks/>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98" name="Group 897">
            <a:extLst>
              <a:ext uri="{FF2B5EF4-FFF2-40B4-BE49-F238E27FC236}">
                <a16:creationId xmlns:a16="http://schemas.microsoft.com/office/drawing/2014/main" id="{896403BE-0489-BCAA-713D-B3E004CF60F4}"/>
              </a:ext>
            </a:extLst>
          </p:cNvPr>
          <p:cNvGrpSpPr/>
          <p:nvPr/>
        </p:nvGrpSpPr>
        <p:grpSpPr>
          <a:xfrm>
            <a:off x="1268842" y="2253333"/>
            <a:ext cx="721206" cy="609701"/>
            <a:chOff x="1315999" y="2560818"/>
            <a:chExt cx="871904" cy="748695"/>
          </a:xfrm>
        </p:grpSpPr>
        <p:sp>
          <p:nvSpPr>
            <p:cNvPr id="899" name="Rectangle 898">
              <a:extLst>
                <a:ext uri="{FF2B5EF4-FFF2-40B4-BE49-F238E27FC236}">
                  <a16:creationId xmlns:a16="http://schemas.microsoft.com/office/drawing/2014/main" id="{7CFA7C23-E7D6-CB63-47F3-826DC307C774}"/>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900" name="Right Triangle 899">
              <a:extLst>
                <a:ext uri="{FF2B5EF4-FFF2-40B4-BE49-F238E27FC236}">
                  <a16:creationId xmlns:a16="http://schemas.microsoft.com/office/drawing/2014/main" id="{193B771E-C894-DF68-A6AB-5913181B31B6}"/>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01" name="Group 900">
              <a:extLst>
                <a:ext uri="{FF2B5EF4-FFF2-40B4-BE49-F238E27FC236}">
                  <a16:creationId xmlns:a16="http://schemas.microsoft.com/office/drawing/2014/main" id="{378BAE48-8049-1D1A-4A82-63F5E3A9BB60}"/>
                </a:ext>
              </a:extLst>
            </p:cNvPr>
            <p:cNvGrpSpPr/>
            <p:nvPr/>
          </p:nvGrpSpPr>
          <p:grpSpPr>
            <a:xfrm>
              <a:off x="2126717" y="2576032"/>
              <a:ext cx="45719" cy="75385"/>
              <a:chOff x="3883481" y="2057400"/>
              <a:chExt cx="1608363" cy="2652031"/>
            </a:xfrm>
            <a:solidFill>
              <a:srgbClr val="A6A6A6"/>
            </a:solidFill>
          </p:grpSpPr>
          <p:sp>
            <p:nvSpPr>
              <p:cNvPr id="902" name="Oval 27">
                <a:extLst>
                  <a:ext uri="{FF2B5EF4-FFF2-40B4-BE49-F238E27FC236}">
                    <a16:creationId xmlns:a16="http://schemas.microsoft.com/office/drawing/2014/main" id="{627160CE-3085-E3CF-B727-D56F1F43B60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3" name="Oval 28">
                <a:extLst>
                  <a:ext uri="{FF2B5EF4-FFF2-40B4-BE49-F238E27FC236}">
                    <a16:creationId xmlns:a16="http://schemas.microsoft.com/office/drawing/2014/main" id="{D077AC5F-CC4A-7471-EEB9-BFF32D2868B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04" name="Group 903">
            <a:extLst>
              <a:ext uri="{FF2B5EF4-FFF2-40B4-BE49-F238E27FC236}">
                <a16:creationId xmlns:a16="http://schemas.microsoft.com/office/drawing/2014/main" id="{19EA4A93-800B-DEDB-66B7-4DBC52A46A5A}"/>
              </a:ext>
            </a:extLst>
          </p:cNvPr>
          <p:cNvGrpSpPr/>
          <p:nvPr/>
        </p:nvGrpSpPr>
        <p:grpSpPr>
          <a:xfrm>
            <a:off x="2105349" y="2253333"/>
            <a:ext cx="721206" cy="609701"/>
            <a:chOff x="2307084" y="2560818"/>
            <a:chExt cx="871904" cy="748695"/>
          </a:xfrm>
        </p:grpSpPr>
        <p:sp>
          <p:nvSpPr>
            <p:cNvPr id="905" name="Rectangle 904">
              <a:extLst>
                <a:ext uri="{FF2B5EF4-FFF2-40B4-BE49-F238E27FC236}">
                  <a16:creationId xmlns:a16="http://schemas.microsoft.com/office/drawing/2014/main" id="{8C465BCA-596C-16A3-0B52-DB3EDFD62B21}"/>
                </a:ext>
              </a:extLst>
            </p:cNvPr>
            <p:cNvSpPr/>
            <p:nvPr/>
          </p:nvSpPr>
          <p:spPr>
            <a:xfrm>
              <a:off x="230708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906" name="Right Triangle 905">
              <a:extLst>
                <a:ext uri="{FF2B5EF4-FFF2-40B4-BE49-F238E27FC236}">
                  <a16:creationId xmlns:a16="http://schemas.microsoft.com/office/drawing/2014/main" id="{51CB4A8B-BC0D-8AE2-8A73-DAB9F70B5451}"/>
                </a:ext>
              </a:extLst>
            </p:cNvPr>
            <p:cNvSpPr/>
            <p:nvPr/>
          </p:nvSpPr>
          <p:spPr>
            <a:xfrm rot="10800000">
              <a:off x="3031994"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07" name="Group 906">
              <a:extLst>
                <a:ext uri="{FF2B5EF4-FFF2-40B4-BE49-F238E27FC236}">
                  <a16:creationId xmlns:a16="http://schemas.microsoft.com/office/drawing/2014/main" id="{E020BFF7-4220-D9FB-D68B-1279D02E3E37}"/>
                </a:ext>
              </a:extLst>
            </p:cNvPr>
            <p:cNvGrpSpPr/>
            <p:nvPr/>
          </p:nvGrpSpPr>
          <p:grpSpPr>
            <a:xfrm>
              <a:off x="3112321" y="2575860"/>
              <a:ext cx="45719" cy="75385"/>
              <a:chOff x="3883481" y="2057400"/>
              <a:chExt cx="1608363" cy="2652031"/>
            </a:xfrm>
            <a:solidFill>
              <a:srgbClr val="A6A6A6"/>
            </a:solidFill>
          </p:grpSpPr>
          <p:sp>
            <p:nvSpPr>
              <p:cNvPr id="908" name="Oval 27">
                <a:extLst>
                  <a:ext uri="{FF2B5EF4-FFF2-40B4-BE49-F238E27FC236}">
                    <a16:creationId xmlns:a16="http://schemas.microsoft.com/office/drawing/2014/main" id="{6880B9C8-FD2F-C4A8-AA96-85AD093F6DE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9" name="Oval 28">
                <a:extLst>
                  <a:ext uri="{FF2B5EF4-FFF2-40B4-BE49-F238E27FC236}">
                    <a16:creationId xmlns:a16="http://schemas.microsoft.com/office/drawing/2014/main" id="{94CFC6C6-4753-0032-6B3E-9B8D8AB7342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10" name="Group 909">
            <a:extLst>
              <a:ext uri="{FF2B5EF4-FFF2-40B4-BE49-F238E27FC236}">
                <a16:creationId xmlns:a16="http://schemas.microsoft.com/office/drawing/2014/main" id="{43954689-B3F5-89DC-FB65-BCBB7C45C656}"/>
              </a:ext>
            </a:extLst>
          </p:cNvPr>
          <p:cNvGrpSpPr/>
          <p:nvPr/>
        </p:nvGrpSpPr>
        <p:grpSpPr>
          <a:xfrm>
            <a:off x="2941856" y="2253333"/>
            <a:ext cx="721206" cy="609701"/>
            <a:chOff x="4289254" y="2560818"/>
            <a:chExt cx="871904" cy="748695"/>
          </a:xfrm>
        </p:grpSpPr>
        <p:sp>
          <p:nvSpPr>
            <p:cNvPr id="911" name="Rectangle 910">
              <a:extLst>
                <a:ext uri="{FF2B5EF4-FFF2-40B4-BE49-F238E27FC236}">
                  <a16:creationId xmlns:a16="http://schemas.microsoft.com/office/drawing/2014/main" id="{1258751A-CC4C-127A-0658-4565FD152211}"/>
                </a:ext>
              </a:extLst>
            </p:cNvPr>
            <p:cNvSpPr/>
            <p:nvPr/>
          </p:nvSpPr>
          <p:spPr>
            <a:xfrm>
              <a:off x="428925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912" name="Right Triangle 911">
              <a:extLst>
                <a:ext uri="{FF2B5EF4-FFF2-40B4-BE49-F238E27FC236}">
                  <a16:creationId xmlns:a16="http://schemas.microsoft.com/office/drawing/2014/main" id="{AF9D084D-207A-EF9D-D1FD-423D6B11B536}"/>
                </a:ext>
              </a:extLst>
            </p:cNvPr>
            <p:cNvSpPr/>
            <p:nvPr/>
          </p:nvSpPr>
          <p:spPr>
            <a:xfrm rot="10800000">
              <a:off x="5018198" y="256761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13" name="Group 912">
              <a:extLst>
                <a:ext uri="{FF2B5EF4-FFF2-40B4-BE49-F238E27FC236}">
                  <a16:creationId xmlns:a16="http://schemas.microsoft.com/office/drawing/2014/main" id="{E4A8E58F-9D9E-50B4-6FBE-7CD0E0FECE6E}"/>
                </a:ext>
              </a:extLst>
            </p:cNvPr>
            <p:cNvGrpSpPr/>
            <p:nvPr/>
          </p:nvGrpSpPr>
          <p:grpSpPr>
            <a:xfrm>
              <a:off x="5098525" y="2575096"/>
              <a:ext cx="45719" cy="75385"/>
              <a:chOff x="3883481" y="2057400"/>
              <a:chExt cx="1608363" cy="2652031"/>
            </a:xfrm>
            <a:solidFill>
              <a:srgbClr val="A6A6A6"/>
            </a:solidFill>
          </p:grpSpPr>
          <p:sp>
            <p:nvSpPr>
              <p:cNvPr id="914" name="Oval 27">
                <a:extLst>
                  <a:ext uri="{FF2B5EF4-FFF2-40B4-BE49-F238E27FC236}">
                    <a16:creationId xmlns:a16="http://schemas.microsoft.com/office/drawing/2014/main" id="{2B04AA6C-2A36-F131-CCDC-9919FDD0431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5" name="Oval 28">
                <a:extLst>
                  <a:ext uri="{FF2B5EF4-FFF2-40B4-BE49-F238E27FC236}">
                    <a16:creationId xmlns:a16="http://schemas.microsoft.com/office/drawing/2014/main" id="{A60FEB81-9421-006B-4553-963B31EBCCF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16" name="Group 915">
            <a:extLst>
              <a:ext uri="{FF2B5EF4-FFF2-40B4-BE49-F238E27FC236}">
                <a16:creationId xmlns:a16="http://schemas.microsoft.com/office/drawing/2014/main" id="{850A92A4-EE12-7EC1-537B-CA6D9FA3F469}"/>
              </a:ext>
            </a:extLst>
          </p:cNvPr>
          <p:cNvGrpSpPr/>
          <p:nvPr/>
        </p:nvGrpSpPr>
        <p:grpSpPr>
          <a:xfrm>
            <a:off x="4614870" y="2253333"/>
            <a:ext cx="721206" cy="609701"/>
            <a:chOff x="6271424" y="2560818"/>
            <a:chExt cx="871904" cy="748695"/>
          </a:xfrm>
        </p:grpSpPr>
        <p:sp>
          <p:nvSpPr>
            <p:cNvPr id="917" name="Rectangle 916">
              <a:extLst>
                <a:ext uri="{FF2B5EF4-FFF2-40B4-BE49-F238E27FC236}">
                  <a16:creationId xmlns:a16="http://schemas.microsoft.com/office/drawing/2014/main" id="{66AF5628-29AE-2607-7101-FFA5C976E220}"/>
                </a:ext>
              </a:extLst>
            </p:cNvPr>
            <p:cNvSpPr/>
            <p:nvPr/>
          </p:nvSpPr>
          <p:spPr>
            <a:xfrm>
              <a:off x="627142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918" name="Right Triangle 917">
              <a:extLst>
                <a:ext uri="{FF2B5EF4-FFF2-40B4-BE49-F238E27FC236}">
                  <a16:creationId xmlns:a16="http://schemas.microsoft.com/office/drawing/2014/main" id="{D31313C0-089C-2244-23FE-BE0E91CB2C23}"/>
                </a:ext>
              </a:extLst>
            </p:cNvPr>
            <p:cNvSpPr/>
            <p:nvPr/>
          </p:nvSpPr>
          <p:spPr>
            <a:xfrm rot="10800000">
              <a:off x="6996110"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19" name="Group 918">
              <a:extLst>
                <a:ext uri="{FF2B5EF4-FFF2-40B4-BE49-F238E27FC236}">
                  <a16:creationId xmlns:a16="http://schemas.microsoft.com/office/drawing/2014/main" id="{CC214ECA-66F7-4517-1B18-66A5239E058D}"/>
                </a:ext>
              </a:extLst>
            </p:cNvPr>
            <p:cNvGrpSpPr/>
            <p:nvPr/>
          </p:nvGrpSpPr>
          <p:grpSpPr>
            <a:xfrm>
              <a:off x="7076437" y="2574863"/>
              <a:ext cx="45719" cy="75385"/>
              <a:chOff x="3883481" y="2057400"/>
              <a:chExt cx="1608363" cy="2652031"/>
            </a:xfrm>
            <a:solidFill>
              <a:srgbClr val="A6A6A6"/>
            </a:solidFill>
          </p:grpSpPr>
          <p:sp>
            <p:nvSpPr>
              <p:cNvPr id="920" name="Oval 27">
                <a:extLst>
                  <a:ext uri="{FF2B5EF4-FFF2-40B4-BE49-F238E27FC236}">
                    <a16:creationId xmlns:a16="http://schemas.microsoft.com/office/drawing/2014/main" id="{8A11C6F9-4161-AE58-703E-576D2FD6EAB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1" name="Oval 28">
                <a:extLst>
                  <a:ext uri="{FF2B5EF4-FFF2-40B4-BE49-F238E27FC236}">
                    <a16:creationId xmlns:a16="http://schemas.microsoft.com/office/drawing/2014/main" id="{130BECF1-D01C-3972-E62B-036A758EA19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22" name="Group 921">
            <a:extLst>
              <a:ext uri="{FF2B5EF4-FFF2-40B4-BE49-F238E27FC236}">
                <a16:creationId xmlns:a16="http://schemas.microsoft.com/office/drawing/2014/main" id="{E76FE72D-1B1C-9149-EFB9-B34824EB31E0}"/>
              </a:ext>
            </a:extLst>
          </p:cNvPr>
          <p:cNvGrpSpPr/>
          <p:nvPr/>
        </p:nvGrpSpPr>
        <p:grpSpPr>
          <a:xfrm>
            <a:off x="11360399" y="2241807"/>
            <a:ext cx="721206" cy="609701"/>
            <a:chOff x="7262509" y="2560818"/>
            <a:chExt cx="871904" cy="748695"/>
          </a:xfrm>
        </p:grpSpPr>
        <p:sp>
          <p:nvSpPr>
            <p:cNvPr id="923" name="Rectangle 922">
              <a:extLst>
                <a:ext uri="{FF2B5EF4-FFF2-40B4-BE49-F238E27FC236}">
                  <a16:creationId xmlns:a16="http://schemas.microsoft.com/office/drawing/2014/main" id="{C5BD1E40-0C0C-D97E-AB4E-E5064D43FED9}"/>
                </a:ext>
              </a:extLst>
            </p:cNvPr>
            <p:cNvSpPr/>
            <p:nvPr/>
          </p:nvSpPr>
          <p:spPr>
            <a:xfrm>
              <a:off x="726250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924" name="Right Triangle 923">
              <a:extLst>
                <a:ext uri="{FF2B5EF4-FFF2-40B4-BE49-F238E27FC236}">
                  <a16:creationId xmlns:a16="http://schemas.microsoft.com/office/drawing/2014/main" id="{128E9130-D790-8371-4615-83366C28F3BD}"/>
                </a:ext>
              </a:extLst>
            </p:cNvPr>
            <p:cNvSpPr/>
            <p:nvPr/>
          </p:nvSpPr>
          <p:spPr>
            <a:xfrm rot="10800000">
              <a:off x="7986364"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25" name="Group 924">
              <a:extLst>
                <a:ext uri="{FF2B5EF4-FFF2-40B4-BE49-F238E27FC236}">
                  <a16:creationId xmlns:a16="http://schemas.microsoft.com/office/drawing/2014/main" id="{C9089B26-64CD-AD47-810A-8F9BC8B7B5A7}"/>
                </a:ext>
              </a:extLst>
            </p:cNvPr>
            <p:cNvGrpSpPr/>
            <p:nvPr/>
          </p:nvGrpSpPr>
          <p:grpSpPr>
            <a:xfrm>
              <a:off x="8066691" y="2574863"/>
              <a:ext cx="45719" cy="75385"/>
              <a:chOff x="3883481" y="2057400"/>
              <a:chExt cx="1608363" cy="2652031"/>
            </a:xfrm>
            <a:solidFill>
              <a:srgbClr val="A6A6A6"/>
            </a:solidFill>
          </p:grpSpPr>
          <p:sp>
            <p:nvSpPr>
              <p:cNvPr id="926" name="Oval 27">
                <a:extLst>
                  <a:ext uri="{FF2B5EF4-FFF2-40B4-BE49-F238E27FC236}">
                    <a16:creationId xmlns:a16="http://schemas.microsoft.com/office/drawing/2014/main" id="{A5D2E34F-64F2-D470-1F28-1368EE4D7B9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7" name="Oval 28">
                <a:extLst>
                  <a:ext uri="{FF2B5EF4-FFF2-40B4-BE49-F238E27FC236}">
                    <a16:creationId xmlns:a16="http://schemas.microsoft.com/office/drawing/2014/main" id="{4429BDE5-7FDF-AD0E-362C-B1800DC51F6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28" name="Group 927">
            <a:extLst>
              <a:ext uri="{FF2B5EF4-FFF2-40B4-BE49-F238E27FC236}">
                <a16:creationId xmlns:a16="http://schemas.microsoft.com/office/drawing/2014/main" id="{958B175E-EAE8-F3DC-76B8-6B042A208B27}"/>
              </a:ext>
            </a:extLst>
          </p:cNvPr>
          <p:cNvGrpSpPr/>
          <p:nvPr/>
        </p:nvGrpSpPr>
        <p:grpSpPr>
          <a:xfrm>
            <a:off x="5454167" y="2268701"/>
            <a:ext cx="721206" cy="609701"/>
            <a:chOff x="8253594" y="2560818"/>
            <a:chExt cx="871904" cy="748695"/>
          </a:xfrm>
        </p:grpSpPr>
        <p:sp>
          <p:nvSpPr>
            <p:cNvPr id="929" name="Rectangle 928">
              <a:extLst>
                <a:ext uri="{FF2B5EF4-FFF2-40B4-BE49-F238E27FC236}">
                  <a16:creationId xmlns:a16="http://schemas.microsoft.com/office/drawing/2014/main" id="{053055A9-CFE8-A693-65A5-97257741A5FD}"/>
                </a:ext>
              </a:extLst>
            </p:cNvPr>
            <p:cNvSpPr/>
            <p:nvPr/>
          </p:nvSpPr>
          <p:spPr>
            <a:xfrm>
              <a:off x="825359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930" name="Right Triangle 929">
              <a:extLst>
                <a:ext uri="{FF2B5EF4-FFF2-40B4-BE49-F238E27FC236}">
                  <a16:creationId xmlns:a16="http://schemas.microsoft.com/office/drawing/2014/main" id="{8BFC93A7-7048-D4C9-072C-64D0C9999301}"/>
                </a:ext>
              </a:extLst>
            </p:cNvPr>
            <p:cNvSpPr/>
            <p:nvPr/>
          </p:nvSpPr>
          <p:spPr>
            <a:xfrm rot="10800000">
              <a:off x="8976730" y="256777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31" name="Group 930">
              <a:extLst>
                <a:ext uri="{FF2B5EF4-FFF2-40B4-BE49-F238E27FC236}">
                  <a16:creationId xmlns:a16="http://schemas.microsoft.com/office/drawing/2014/main" id="{0BBA1596-D21F-952C-FB96-92856B827FCA}"/>
                </a:ext>
              </a:extLst>
            </p:cNvPr>
            <p:cNvGrpSpPr/>
            <p:nvPr/>
          </p:nvGrpSpPr>
          <p:grpSpPr>
            <a:xfrm>
              <a:off x="9057057" y="2575256"/>
              <a:ext cx="45719" cy="75385"/>
              <a:chOff x="3883481" y="2057400"/>
              <a:chExt cx="1608363" cy="2652031"/>
            </a:xfrm>
            <a:solidFill>
              <a:srgbClr val="A6A6A6"/>
            </a:solidFill>
          </p:grpSpPr>
          <p:sp>
            <p:nvSpPr>
              <p:cNvPr id="932" name="Oval 27">
                <a:extLst>
                  <a:ext uri="{FF2B5EF4-FFF2-40B4-BE49-F238E27FC236}">
                    <a16:creationId xmlns:a16="http://schemas.microsoft.com/office/drawing/2014/main" id="{55B34F97-DF25-9D32-E8B2-DCAB67E95E7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3" name="Oval 28">
                <a:extLst>
                  <a:ext uri="{FF2B5EF4-FFF2-40B4-BE49-F238E27FC236}">
                    <a16:creationId xmlns:a16="http://schemas.microsoft.com/office/drawing/2014/main" id="{CD6006C8-4325-5A0F-8700-3ECA5C0D8BD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34" name="Group 933">
            <a:extLst>
              <a:ext uri="{FF2B5EF4-FFF2-40B4-BE49-F238E27FC236}">
                <a16:creationId xmlns:a16="http://schemas.microsoft.com/office/drawing/2014/main" id="{BD7B3640-235C-1BB6-3E9D-93249C1566B5}"/>
              </a:ext>
            </a:extLst>
          </p:cNvPr>
          <p:cNvGrpSpPr/>
          <p:nvPr/>
        </p:nvGrpSpPr>
        <p:grpSpPr>
          <a:xfrm>
            <a:off x="431659" y="2253333"/>
            <a:ext cx="721893" cy="609702"/>
            <a:chOff x="324914" y="2550516"/>
            <a:chExt cx="872735" cy="748697"/>
          </a:xfrm>
        </p:grpSpPr>
        <p:sp>
          <p:nvSpPr>
            <p:cNvPr id="935" name="Rectangle 934">
              <a:hlinkHover r:id="" action="ppaction://noaction" highlightClick="1"/>
              <a:extLst>
                <a:ext uri="{FF2B5EF4-FFF2-40B4-BE49-F238E27FC236}">
                  <a16:creationId xmlns:a16="http://schemas.microsoft.com/office/drawing/2014/main" id="{667EF6A2-5009-2AFC-AF68-865C609F228E}"/>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936" name="Group 935">
              <a:extLst>
                <a:ext uri="{FF2B5EF4-FFF2-40B4-BE49-F238E27FC236}">
                  <a16:creationId xmlns:a16="http://schemas.microsoft.com/office/drawing/2014/main" id="{BD0C1069-637E-A2CB-D90D-5BB6535ECBC6}"/>
                </a:ext>
              </a:extLst>
            </p:cNvPr>
            <p:cNvGrpSpPr/>
            <p:nvPr/>
          </p:nvGrpSpPr>
          <p:grpSpPr>
            <a:xfrm>
              <a:off x="1040599" y="2550516"/>
              <a:ext cx="157050" cy="157050"/>
              <a:chOff x="1040599" y="2550516"/>
              <a:chExt cx="157050" cy="157050"/>
            </a:xfrm>
          </p:grpSpPr>
          <p:sp>
            <p:nvSpPr>
              <p:cNvPr id="937" name="Diamond 936">
                <a:extLst>
                  <a:ext uri="{FF2B5EF4-FFF2-40B4-BE49-F238E27FC236}">
                    <a16:creationId xmlns:a16="http://schemas.microsoft.com/office/drawing/2014/main" id="{F3F5EE7E-B4E6-B296-2712-BFCA475A70CE}"/>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8" name="Oval 937">
                <a:extLst>
                  <a:ext uri="{FF2B5EF4-FFF2-40B4-BE49-F238E27FC236}">
                    <a16:creationId xmlns:a16="http://schemas.microsoft.com/office/drawing/2014/main" id="{8E0B8EB7-4B9D-B916-EBEE-C372491090AE}"/>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39" name="Group 938">
            <a:extLst>
              <a:ext uri="{FF2B5EF4-FFF2-40B4-BE49-F238E27FC236}">
                <a16:creationId xmlns:a16="http://schemas.microsoft.com/office/drawing/2014/main" id="{03FA7B2D-C6F3-BC19-DF08-BA3541771787}"/>
              </a:ext>
            </a:extLst>
          </p:cNvPr>
          <p:cNvGrpSpPr/>
          <p:nvPr/>
        </p:nvGrpSpPr>
        <p:grpSpPr>
          <a:xfrm>
            <a:off x="2105349" y="1532276"/>
            <a:ext cx="721206" cy="609701"/>
            <a:chOff x="2307084" y="1729816"/>
            <a:chExt cx="871904" cy="748695"/>
          </a:xfrm>
        </p:grpSpPr>
        <p:sp>
          <p:nvSpPr>
            <p:cNvPr id="940" name="Rectangle 939">
              <a:extLst>
                <a:ext uri="{FF2B5EF4-FFF2-40B4-BE49-F238E27FC236}">
                  <a16:creationId xmlns:a16="http://schemas.microsoft.com/office/drawing/2014/main" id="{005BECF3-7C78-9E2E-8E4A-E994DC1A6487}"/>
                </a:ext>
              </a:extLst>
            </p:cNvPr>
            <p:cNvSpPr/>
            <p:nvPr/>
          </p:nvSpPr>
          <p:spPr>
            <a:xfrm>
              <a:off x="230708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941" name="Rectangle 940">
              <a:extLst>
                <a:ext uri="{FF2B5EF4-FFF2-40B4-BE49-F238E27FC236}">
                  <a16:creationId xmlns:a16="http://schemas.microsoft.com/office/drawing/2014/main" id="{2CF713D6-189B-BE03-AC97-C061329DD4E6}"/>
                </a:ext>
              </a:extLst>
            </p:cNvPr>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2" name="Oval 15">
              <a:extLst>
                <a:ext uri="{FF2B5EF4-FFF2-40B4-BE49-F238E27FC236}">
                  <a16:creationId xmlns:a16="http://schemas.microsoft.com/office/drawing/2014/main" id="{D16650DB-82FA-3C01-DE3A-B817B76CB6DF}"/>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43" name="Straight Connector 942">
              <a:extLst>
                <a:ext uri="{FF2B5EF4-FFF2-40B4-BE49-F238E27FC236}">
                  <a16:creationId xmlns:a16="http://schemas.microsoft.com/office/drawing/2014/main" id="{4DBADE12-E861-E38E-ACA7-C61C60B5E93C}"/>
                </a:ext>
              </a:extLst>
            </p:cNvPr>
            <p:cNvCxnSpPr>
              <a:cxnSpLocks/>
              <a:stCxn id="942"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44" name="Straight Connector 943">
              <a:extLst>
                <a:ext uri="{FF2B5EF4-FFF2-40B4-BE49-F238E27FC236}">
                  <a16:creationId xmlns:a16="http://schemas.microsoft.com/office/drawing/2014/main" id="{BE4321D6-3A76-0EA5-BDEA-A3BD8BCB9C6E}"/>
                </a:ext>
              </a:extLst>
            </p:cNvPr>
            <p:cNvCxnSpPr>
              <a:cxnSpLocks/>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45" name="Group 944">
            <a:extLst>
              <a:ext uri="{FF2B5EF4-FFF2-40B4-BE49-F238E27FC236}">
                <a16:creationId xmlns:a16="http://schemas.microsoft.com/office/drawing/2014/main" id="{262AE9A3-5AAB-9B7A-A814-89824D85E4B6}"/>
              </a:ext>
            </a:extLst>
          </p:cNvPr>
          <p:cNvGrpSpPr/>
          <p:nvPr/>
        </p:nvGrpSpPr>
        <p:grpSpPr>
          <a:xfrm>
            <a:off x="431659" y="1532276"/>
            <a:ext cx="721893" cy="610038"/>
            <a:chOff x="324914" y="1729403"/>
            <a:chExt cx="872735" cy="749108"/>
          </a:xfrm>
        </p:grpSpPr>
        <p:sp>
          <p:nvSpPr>
            <p:cNvPr id="946" name="Rectangle 945">
              <a:extLst>
                <a:ext uri="{FF2B5EF4-FFF2-40B4-BE49-F238E27FC236}">
                  <a16:creationId xmlns:a16="http://schemas.microsoft.com/office/drawing/2014/main" id="{4C23F0DF-1D73-F856-CCDE-FB94FA69F056}"/>
                </a:ext>
              </a:extLst>
            </p:cNvPr>
            <p:cNvSpPr/>
            <p:nvPr/>
          </p:nvSpPr>
          <p:spPr>
            <a:xfrm>
              <a:off x="32491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947" name="Right Triangle 946">
              <a:extLst>
                <a:ext uri="{FF2B5EF4-FFF2-40B4-BE49-F238E27FC236}">
                  <a16:creationId xmlns:a16="http://schemas.microsoft.com/office/drawing/2014/main" id="{CCCF86A2-3A85-28B2-E8DD-5D25FC3BEB9A}"/>
                </a:ext>
              </a:extLst>
            </p:cNvPr>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48" name="Group 947">
              <a:extLst>
                <a:ext uri="{FF2B5EF4-FFF2-40B4-BE49-F238E27FC236}">
                  <a16:creationId xmlns:a16="http://schemas.microsoft.com/office/drawing/2014/main" id="{5A863B5F-4C63-8976-57EE-7792F65312DD}"/>
                </a:ext>
              </a:extLst>
            </p:cNvPr>
            <p:cNvGrpSpPr/>
            <p:nvPr/>
          </p:nvGrpSpPr>
          <p:grpSpPr>
            <a:xfrm>
              <a:off x="1136463" y="1736885"/>
              <a:ext cx="45719" cy="75385"/>
              <a:chOff x="3883481" y="2057400"/>
              <a:chExt cx="1608363" cy="2652031"/>
            </a:xfrm>
            <a:solidFill>
              <a:srgbClr val="A6A6A6"/>
            </a:solidFill>
          </p:grpSpPr>
          <p:sp>
            <p:nvSpPr>
              <p:cNvPr id="949" name="Oval 27">
                <a:extLst>
                  <a:ext uri="{FF2B5EF4-FFF2-40B4-BE49-F238E27FC236}">
                    <a16:creationId xmlns:a16="http://schemas.microsoft.com/office/drawing/2014/main" id="{8F35BD35-64F7-C3AD-06C2-C750086047E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0" name="Oval 28">
                <a:extLst>
                  <a:ext uri="{FF2B5EF4-FFF2-40B4-BE49-F238E27FC236}">
                    <a16:creationId xmlns:a16="http://schemas.microsoft.com/office/drawing/2014/main" id="{81D849FE-B9C6-EBBD-5364-B42842B52DF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51" name="Group 950">
            <a:extLst>
              <a:ext uri="{FF2B5EF4-FFF2-40B4-BE49-F238E27FC236}">
                <a16:creationId xmlns:a16="http://schemas.microsoft.com/office/drawing/2014/main" id="{C821E378-8B0D-0A48-7305-D42959F0B69A}"/>
              </a:ext>
            </a:extLst>
          </p:cNvPr>
          <p:cNvGrpSpPr/>
          <p:nvPr/>
        </p:nvGrpSpPr>
        <p:grpSpPr>
          <a:xfrm>
            <a:off x="1268842" y="1532276"/>
            <a:ext cx="721206" cy="610038"/>
            <a:chOff x="1315999" y="1729403"/>
            <a:chExt cx="871904" cy="749108"/>
          </a:xfrm>
        </p:grpSpPr>
        <p:sp>
          <p:nvSpPr>
            <p:cNvPr id="952" name="Rectangle 951">
              <a:extLst>
                <a:ext uri="{FF2B5EF4-FFF2-40B4-BE49-F238E27FC236}">
                  <a16:creationId xmlns:a16="http://schemas.microsoft.com/office/drawing/2014/main" id="{8D44D4AB-B131-70BF-4C09-667DE5134A31}"/>
                </a:ext>
              </a:extLst>
            </p:cNvPr>
            <p:cNvSpPr/>
            <p:nvPr/>
          </p:nvSpPr>
          <p:spPr>
            <a:xfrm>
              <a:off x="131599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953" name="Right Triangle 952">
              <a:extLst>
                <a:ext uri="{FF2B5EF4-FFF2-40B4-BE49-F238E27FC236}">
                  <a16:creationId xmlns:a16="http://schemas.microsoft.com/office/drawing/2014/main" id="{C374A566-B126-9700-A158-92797BE4D2C3}"/>
                </a:ext>
              </a:extLst>
            </p:cNvPr>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54" name="Group 953">
              <a:extLst>
                <a:ext uri="{FF2B5EF4-FFF2-40B4-BE49-F238E27FC236}">
                  <a16:creationId xmlns:a16="http://schemas.microsoft.com/office/drawing/2014/main" id="{FB75DB74-77B7-15F2-348F-832700BDDC8B}"/>
                </a:ext>
              </a:extLst>
            </p:cNvPr>
            <p:cNvGrpSpPr/>
            <p:nvPr/>
          </p:nvGrpSpPr>
          <p:grpSpPr>
            <a:xfrm>
              <a:off x="2126717" y="1736885"/>
              <a:ext cx="45719" cy="75385"/>
              <a:chOff x="3883481" y="2057400"/>
              <a:chExt cx="1608363" cy="2652031"/>
            </a:xfrm>
            <a:solidFill>
              <a:srgbClr val="A6A6A6"/>
            </a:solidFill>
          </p:grpSpPr>
          <p:sp>
            <p:nvSpPr>
              <p:cNvPr id="955" name="Oval 27">
                <a:extLst>
                  <a:ext uri="{FF2B5EF4-FFF2-40B4-BE49-F238E27FC236}">
                    <a16:creationId xmlns:a16="http://schemas.microsoft.com/office/drawing/2014/main" id="{96939728-8E4F-6B64-489C-E18DB5B93B2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6" name="Oval 28">
                <a:extLst>
                  <a:ext uri="{FF2B5EF4-FFF2-40B4-BE49-F238E27FC236}">
                    <a16:creationId xmlns:a16="http://schemas.microsoft.com/office/drawing/2014/main" id="{3905972F-03B5-8F3A-62DF-0ED44B1C5CD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57" name="Group 956">
            <a:extLst>
              <a:ext uri="{FF2B5EF4-FFF2-40B4-BE49-F238E27FC236}">
                <a16:creationId xmlns:a16="http://schemas.microsoft.com/office/drawing/2014/main" id="{3BBCE45D-B948-CA81-1A61-5F0BF9E05E92}"/>
              </a:ext>
            </a:extLst>
          </p:cNvPr>
          <p:cNvGrpSpPr/>
          <p:nvPr/>
        </p:nvGrpSpPr>
        <p:grpSpPr>
          <a:xfrm>
            <a:off x="5454383" y="2974054"/>
            <a:ext cx="721206" cy="609701"/>
            <a:chOff x="7262509" y="3370808"/>
            <a:chExt cx="871904" cy="748695"/>
          </a:xfrm>
        </p:grpSpPr>
        <p:sp>
          <p:nvSpPr>
            <p:cNvPr id="958" name="Rectangle 957">
              <a:extLst>
                <a:ext uri="{FF2B5EF4-FFF2-40B4-BE49-F238E27FC236}">
                  <a16:creationId xmlns:a16="http://schemas.microsoft.com/office/drawing/2014/main" id="{B7FADCCC-DA67-167E-7356-1EFE2C23F695}"/>
                </a:ext>
              </a:extLst>
            </p:cNvPr>
            <p:cNvSpPr/>
            <p:nvPr/>
          </p:nvSpPr>
          <p:spPr>
            <a:xfrm>
              <a:off x="726250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959" name="Rectangle 958">
              <a:extLst>
                <a:ext uri="{FF2B5EF4-FFF2-40B4-BE49-F238E27FC236}">
                  <a16:creationId xmlns:a16="http://schemas.microsoft.com/office/drawing/2014/main" id="{D65B5AC9-3E40-FC5D-70F5-6C4FC2961B74}"/>
                </a:ext>
              </a:extLst>
            </p:cNvPr>
            <p:cNvSpPr/>
            <p:nvPr/>
          </p:nvSpPr>
          <p:spPr>
            <a:xfrm flipV="1">
              <a:off x="7999814"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0" name="Oval 15">
              <a:extLst>
                <a:ext uri="{FF2B5EF4-FFF2-40B4-BE49-F238E27FC236}">
                  <a16:creationId xmlns:a16="http://schemas.microsoft.com/office/drawing/2014/main" id="{63A4EFBF-4BA8-6EDC-2D19-DA3D54413E66}"/>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61" name="Straight Connector 960">
              <a:extLst>
                <a:ext uri="{FF2B5EF4-FFF2-40B4-BE49-F238E27FC236}">
                  <a16:creationId xmlns:a16="http://schemas.microsoft.com/office/drawing/2014/main" id="{60EF8402-DFD5-43AC-EEF6-250DEA62838D}"/>
                </a:ext>
              </a:extLst>
            </p:cNvPr>
            <p:cNvCxnSpPr>
              <a:cxnSpLocks/>
              <a:stCxn id="960" idx="0"/>
            </p:cNvCxnSpPr>
            <p:nvPr/>
          </p:nvCxnSpPr>
          <p:spPr>
            <a:xfrm flipV="1">
              <a:off x="8039813"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62" name="Straight Connector 961">
              <a:extLst>
                <a:ext uri="{FF2B5EF4-FFF2-40B4-BE49-F238E27FC236}">
                  <a16:creationId xmlns:a16="http://schemas.microsoft.com/office/drawing/2014/main" id="{7175DFDD-0C7D-8DF0-D97B-C530D99DD0E7}"/>
                </a:ext>
              </a:extLst>
            </p:cNvPr>
            <p:cNvCxnSpPr>
              <a:cxnSpLocks/>
            </p:cNvCxnSpPr>
            <p:nvPr/>
          </p:nvCxnSpPr>
          <p:spPr>
            <a:xfrm>
              <a:off x="8046727"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63" name="Group 962">
            <a:extLst>
              <a:ext uri="{FF2B5EF4-FFF2-40B4-BE49-F238E27FC236}">
                <a16:creationId xmlns:a16="http://schemas.microsoft.com/office/drawing/2014/main" id="{AB4EC1E9-AE73-8EB0-55D0-8F763097786E}"/>
              </a:ext>
            </a:extLst>
          </p:cNvPr>
          <p:cNvGrpSpPr/>
          <p:nvPr/>
        </p:nvGrpSpPr>
        <p:grpSpPr>
          <a:xfrm>
            <a:off x="431659" y="2974054"/>
            <a:ext cx="721893" cy="609701"/>
            <a:chOff x="324914" y="3371220"/>
            <a:chExt cx="872735" cy="748695"/>
          </a:xfrm>
        </p:grpSpPr>
        <p:sp>
          <p:nvSpPr>
            <p:cNvPr id="964" name="Rectangle 963">
              <a:extLst>
                <a:ext uri="{FF2B5EF4-FFF2-40B4-BE49-F238E27FC236}">
                  <a16:creationId xmlns:a16="http://schemas.microsoft.com/office/drawing/2014/main" id="{B500E4B5-31D7-F1FA-EF4D-D83E041C63DB}"/>
                </a:ext>
              </a:extLst>
            </p:cNvPr>
            <p:cNvSpPr/>
            <p:nvPr/>
          </p:nvSpPr>
          <p:spPr>
            <a:xfrm>
              <a:off x="324914" y="3371220"/>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965" name="Right Triangle 964">
              <a:extLst>
                <a:ext uri="{FF2B5EF4-FFF2-40B4-BE49-F238E27FC236}">
                  <a16:creationId xmlns:a16="http://schemas.microsoft.com/office/drawing/2014/main" id="{470886EF-C542-1EBE-A1AC-9D11C7A956BB}"/>
                </a:ext>
              </a:extLst>
            </p:cNvPr>
            <p:cNvSpPr/>
            <p:nvPr/>
          </p:nvSpPr>
          <p:spPr>
            <a:xfrm rot="10800000">
              <a:off x="1056136"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66" name="Group 965">
              <a:extLst>
                <a:ext uri="{FF2B5EF4-FFF2-40B4-BE49-F238E27FC236}">
                  <a16:creationId xmlns:a16="http://schemas.microsoft.com/office/drawing/2014/main" id="{07DB3774-D59B-0129-F95F-1D3D6B7D62C6}"/>
                </a:ext>
              </a:extLst>
            </p:cNvPr>
            <p:cNvGrpSpPr/>
            <p:nvPr/>
          </p:nvGrpSpPr>
          <p:grpSpPr>
            <a:xfrm>
              <a:off x="1136463" y="3380672"/>
              <a:ext cx="45719" cy="75385"/>
              <a:chOff x="3883481" y="2057400"/>
              <a:chExt cx="1608363" cy="2652031"/>
            </a:xfrm>
            <a:solidFill>
              <a:srgbClr val="A6A6A6"/>
            </a:solidFill>
          </p:grpSpPr>
          <p:sp>
            <p:nvSpPr>
              <p:cNvPr id="967" name="Oval 27">
                <a:extLst>
                  <a:ext uri="{FF2B5EF4-FFF2-40B4-BE49-F238E27FC236}">
                    <a16:creationId xmlns:a16="http://schemas.microsoft.com/office/drawing/2014/main" id="{80D5581C-D5D3-CDCE-1281-9897A12E30D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8" name="Oval 28">
                <a:extLst>
                  <a:ext uri="{FF2B5EF4-FFF2-40B4-BE49-F238E27FC236}">
                    <a16:creationId xmlns:a16="http://schemas.microsoft.com/office/drawing/2014/main" id="{22E03DD1-8926-3BF5-8265-7F45F6ABA98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69" name="Group 968">
            <a:extLst>
              <a:ext uri="{FF2B5EF4-FFF2-40B4-BE49-F238E27FC236}">
                <a16:creationId xmlns:a16="http://schemas.microsoft.com/office/drawing/2014/main" id="{43E19D7B-D614-D878-17C3-5A1E2DD5940C}"/>
              </a:ext>
            </a:extLst>
          </p:cNvPr>
          <p:cNvGrpSpPr/>
          <p:nvPr/>
        </p:nvGrpSpPr>
        <p:grpSpPr>
          <a:xfrm>
            <a:off x="2928083" y="5128486"/>
            <a:ext cx="724144" cy="609701"/>
            <a:chOff x="6271424" y="3370808"/>
            <a:chExt cx="875460" cy="748695"/>
          </a:xfrm>
        </p:grpSpPr>
        <p:sp>
          <p:nvSpPr>
            <p:cNvPr id="970" name="Rectangle 969">
              <a:extLst>
                <a:ext uri="{FF2B5EF4-FFF2-40B4-BE49-F238E27FC236}">
                  <a16:creationId xmlns:a16="http://schemas.microsoft.com/office/drawing/2014/main" id="{D1779E5C-35A9-D020-7CC9-8BED4C411331}"/>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971" name="Right Triangle 970">
              <a:extLst>
                <a:ext uri="{FF2B5EF4-FFF2-40B4-BE49-F238E27FC236}">
                  <a16:creationId xmlns:a16="http://schemas.microsoft.com/office/drawing/2014/main" id="{BC777597-FF2D-03B9-AE7A-093EC83E860C}"/>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72" name="Group 971">
              <a:extLst>
                <a:ext uri="{FF2B5EF4-FFF2-40B4-BE49-F238E27FC236}">
                  <a16:creationId xmlns:a16="http://schemas.microsoft.com/office/drawing/2014/main" id="{BAE202FD-C930-F324-C320-F636E1B19423}"/>
                </a:ext>
              </a:extLst>
            </p:cNvPr>
            <p:cNvGrpSpPr/>
            <p:nvPr/>
          </p:nvGrpSpPr>
          <p:grpSpPr>
            <a:xfrm>
              <a:off x="7085694" y="3381257"/>
              <a:ext cx="45719" cy="75385"/>
              <a:chOff x="3883481" y="2057400"/>
              <a:chExt cx="1608363" cy="2652031"/>
            </a:xfrm>
            <a:solidFill>
              <a:srgbClr val="A6A6A6"/>
            </a:solidFill>
          </p:grpSpPr>
          <p:sp>
            <p:nvSpPr>
              <p:cNvPr id="973" name="Oval 27">
                <a:extLst>
                  <a:ext uri="{FF2B5EF4-FFF2-40B4-BE49-F238E27FC236}">
                    <a16:creationId xmlns:a16="http://schemas.microsoft.com/office/drawing/2014/main" id="{04BE20AD-6593-1424-511B-1452C5F22D8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4" name="Oval 28">
                <a:extLst>
                  <a:ext uri="{FF2B5EF4-FFF2-40B4-BE49-F238E27FC236}">
                    <a16:creationId xmlns:a16="http://schemas.microsoft.com/office/drawing/2014/main" id="{7B0E5F76-0129-C5FB-4E81-B4415002B75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75" name="Group 974">
            <a:extLst>
              <a:ext uri="{FF2B5EF4-FFF2-40B4-BE49-F238E27FC236}">
                <a16:creationId xmlns:a16="http://schemas.microsoft.com/office/drawing/2014/main" id="{63D2BD09-F421-9F2A-8029-3CE791F7CA8F}"/>
              </a:ext>
            </a:extLst>
          </p:cNvPr>
          <p:cNvGrpSpPr/>
          <p:nvPr/>
        </p:nvGrpSpPr>
        <p:grpSpPr>
          <a:xfrm>
            <a:off x="2940467" y="2974054"/>
            <a:ext cx="721206" cy="613154"/>
            <a:chOff x="2307084" y="4187684"/>
            <a:chExt cx="871904" cy="752933"/>
          </a:xfrm>
        </p:grpSpPr>
        <p:sp>
          <p:nvSpPr>
            <p:cNvPr id="976" name="Rectangle 975">
              <a:extLst>
                <a:ext uri="{FF2B5EF4-FFF2-40B4-BE49-F238E27FC236}">
                  <a16:creationId xmlns:a16="http://schemas.microsoft.com/office/drawing/2014/main" id="{DE573033-4D7C-12B1-5BE3-4BF16B30776B}"/>
                </a:ext>
              </a:extLst>
            </p:cNvPr>
            <p:cNvSpPr/>
            <p:nvPr/>
          </p:nvSpPr>
          <p:spPr>
            <a:xfrm>
              <a:off x="230708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977" name="Right Triangle 976">
              <a:extLst>
                <a:ext uri="{FF2B5EF4-FFF2-40B4-BE49-F238E27FC236}">
                  <a16:creationId xmlns:a16="http://schemas.microsoft.com/office/drawing/2014/main" id="{D89462CC-1FBB-DAE9-B095-31798401823A}"/>
                </a:ext>
              </a:extLst>
            </p:cNvPr>
            <p:cNvSpPr/>
            <p:nvPr/>
          </p:nvSpPr>
          <p:spPr>
            <a:xfrm rot="10800000">
              <a:off x="3036801" y="418768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78" name="Group 977">
              <a:extLst>
                <a:ext uri="{FF2B5EF4-FFF2-40B4-BE49-F238E27FC236}">
                  <a16:creationId xmlns:a16="http://schemas.microsoft.com/office/drawing/2014/main" id="{ABFE66AE-7A20-5711-D2DA-2C1C5C064280}"/>
                </a:ext>
              </a:extLst>
            </p:cNvPr>
            <p:cNvGrpSpPr/>
            <p:nvPr/>
          </p:nvGrpSpPr>
          <p:grpSpPr>
            <a:xfrm>
              <a:off x="3117128" y="4195165"/>
              <a:ext cx="45719" cy="75385"/>
              <a:chOff x="3883481" y="2057400"/>
              <a:chExt cx="1608363" cy="2652031"/>
            </a:xfrm>
            <a:solidFill>
              <a:srgbClr val="A6A6A6"/>
            </a:solidFill>
          </p:grpSpPr>
          <p:sp>
            <p:nvSpPr>
              <p:cNvPr id="979" name="Oval 27">
                <a:extLst>
                  <a:ext uri="{FF2B5EF4-FFF2-40B4-BE49-F238E27FC236}">
                    <a16:creationId xmlns:a16="http://schemas.microsoft.com/office/drawing/2014/main" id="{D68C92AF-FEB3-7189-F52A-1BD4AD1F03E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0" name="Oval 28">
                <a:extLst>
                  <a:ext uri="{FF2B5EF4-FFF2-40B4-BE49-F238E27FC236}">
                    <a16:creationId xmlns:a16="http://schemas.microsoft.com/office/drawing/2014/main" id="{B13B98F5-1655-5E3A-1686-254078D7E1C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81" name="Group 980">
            <a:extLst>
              <a:ext uri="{FF2B5EF4-FFF2-40B4-BE49-F238E27FC236}">
                <a16:creationId xmlns:a16="http://schemas.microsoft.com/office/drawing/2014/main" id="{00A69559-C075-DADF-DC6B-77185D920AD7}"/>
              </a:ext>
            </a:extLst>
          </p:cNvPr>
          <p:cNvGrpSpPr/>
          <p:nvPr/>
        </p:nvGrpSpPr>
        <p:grpSpPr>
          <a:xfrm>
            <a:off x="1268379" y="2974054"/>
            <a:ext cx="721206" cy="609701"/>
            <a:chOff x="1315999" y="2560818"/>
            <a:chExt cx="871904" cy="748695"/>
          </a:xfrm>
        </p:grpSpPr>
        <p:sp>
          <p:nvSpPr>
            <p:cNvPr id="982" name="Rectangle 981">
              <a:extLst>
                <a:ext uri="{FF2B5EF4-FFF2-40B4-BE49-F238E27FC236}">
                  <a16:creationId xmlns:a16="http://schemas.microsoft.com/office/drawing/2014/main" id="{6AAED871-A567-372F-D45E-56C856707AFC}"/>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983" name="Right Triangle 982">
              <a:extLst>
                <a:ext uri="{FF2B5EF4-FFF2-40B4-BE49-F238E27FC236}">
                  <a16:creationId xmlns:a16="http://schemas.microsoft.com/office/drawing/2014/main" id="{2407A7A4-3FB3-8A95-AB65-1224067A0EA9}"/>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84" name="Group 983">
              <a:extLst>
                <a:ext uri="{FF2B5EF4-FFF2-40B4-BE49-F238E27FC236}">
                  <a16:creationId xmlns:a16="http://schemas.microsoft.com/office/drawing/2014/main" id="{4178B4F8-1F7D-75FA-124D-6958401A9180}"/>
                </a:ext>
              </a:extLst>
            </p:cNvPr>
            <p:cNvGrpSpPr/>
            <p:nvPr/>
          </p:nvGrpSpPr>
          <p:grpSpPr>
            <a:xfrm>
              <a:off x="2126717" y="2576032"/>
              <a:ext cx="45719" cy="75385"/>
              <a:chOff x="3883481" y="2057400"/>
              <a:chExt cx="1608363" cy="2652031"/>
            </a:xfrm>
            <a:solidFill>
              <a:srgbClr val="A6A6A6"/>
            </a:solidFill>
          </p:grpSpPr>
          <p:sp>
            <p:nvSpPr>
              <p:cNvPr id="985" name="Oval 27">
                <a:extLst>
                  <a:ext uri="{FF2B5EF4-FFF2-40B4-BE49-F238E27FC236}">
                    <a16:creationId xmlns:a16="http://schemas.microsoft.com/office/drawing/2014/main" id="{F97CB1AD-A770-01D7-CDD7-5C757B73C77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6" name="Oval 28">
                <a:extLst>
                  <a:ext uri="{FF2B5EF4-FFF2-40B4-BE49-F238E27FC236}">
                    <a16:creationId xmlns:a16="http://schemas.microsoft.com/office/drawing/2014/main" id="{C1A7DCEC-F71F-9202-FE80-CEE3D5A3E3F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87" name="Group 986">
            <a:extLst>
              <a:ext uri="{FF2B5EF4-FFF2-40B4-BE49-F238E27FC236}">
                <a16:creationId xmlns:a16="http://schemas.microsoft.com/office/drawing/2014/main" id="{1E1C22D2-17CC-93D4-E053-AB8378D4B341}"/>
              </a:ext>
            </a:extLst>
          </p:cNvPr>
          <p:cNvGrpSpPr/>
          <p:nvPr/>
        </p:nvGrpSpPr>
        <p:grpSpPr>
          <a:xfrm>
            <a:off x="2938534" y="811556"/>
            <a:ext cx="721206" cy="609701"/>
            <a:chOff x="3298169" y="909114"/>
            <a:chExt cx="871904" cy="748695"/>
          </a:xfrm>
        </p:grpSpPr>
        <p:sp>
          <p:nvSpPr>
            <p:cNvPr id="988" name="Rectangle 987">
              <a:extLst>
                <a:ext uri="{FF2B5EF4-FFF2-40B4-BE49-F238E27FC236}">
                  <a16:creationId xmlns:a16="http://schemas.microsoft.com/office/drawing/2014/main" id="{6665DC33-901D-C992-120D-AFC6FC7273C9}"/>
                </a:ext>
              </a:extLst>
            </p:cNvPr>
            <p:cNvSpPr/>
            <p:nvPr/>
          </p:nvSpPr>
          <p:spPr>
            <a:xfrm>
              <a:off x="329816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989" name="Rectangle 988">
              <a:extLst>
                <a:ext uri="{FF2B5EF4-FFF2-40B4-BE49-F238E27FC236}">
                  <a16:creationId xmlns:a16="http://schemas.microsoft.com/office/drawing/2014/main" id="{C924DE7C-8FCB-EB3D-4566-5972AD56E208}"/>
                </a:ext>
              </a:extLst>
            </p:cNvPr>
            <p:cNvSpPr/>
            <p:nvPr/>
          </p:nvSpPr>
          <p:spPr>
            <a:xfrm flipV="1">
              <a:off x="4043182"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0" name="Oval 15">
              <a:extLst>
                <a:ext uri="{FF2B5EF4-FFF2-40B4-BE49-F238E27FC236}">
                  <a16:creationId xmlns:a16="http://schemas.microsoft.com/office/drawing/2014/main" id="{5D61D30A-2B9F-4D91-01EC-2280C2FDDECC}"/>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91" name="Straight Connector 990">
              <a:extLst>
                <a:ext uri="{FF2B5EF4-FFF2-40B4-BE49-F238E27FC236}">
                  <a16:creationId xmlns:a16="http://schemas.microsoft.com/office/drawing/2014/main" id="{0A2603C5-2D17-41C8-19D9-CCF29CF2E2FC}"/>
                </a:ext>
              </a:extLst>
            </p:cNvPr>
            <p:cNvCxnSpPr>
              <a:cxnSpLocks/>
              <a:stCxn id="990" idx="0"/>
            </p:cNvCxnSpPr>
            <p:nvPr/>
          </p:nvCxnSpPr>
          <p:spPr>
            <a:xfrm flipV="1">
              <a:off x="4083181"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92" name="Straight Connector 991">
              <a:extLst>
                <a:ext uri="{FF2B5EF4-FFF2-40B4-BE49-F238E27FC236}">
                  <a16:creationId xmlns:a16="http://schemas.microsoft.com/office/drawing/2014/main" id="{54D4A0ED-F54E-9F7B-BE9B-1C306390F8CB}"/>
                </a:ext>
              </a:extLst>
            </p:cNvPr>
            <p:cNvCxnSpPr>
              <a:cxnSpLocks/>
            </p:cNvCxnSpPr>
            <p:nvPr/>
          </p:nvCxnSpPr>
          <p:spPr>
            <a:xfrm>
              <a:off x="4090095"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93" name="Group 992">
            <a:extLst>
              <a:ext uri="{FF2B5EF4-FFF2-40B4-BE49-F238E27FC236}">
                <a16:creationId xmlns:a16="http://schemas.microsoft.com/office/drawing/2014/main" id="{43CDEAA3-A38E-FC24-B7C9-14989A29CC15}"/>
              </a:ext>
            </a:extLst>
          </p:cNvPr>
          <p:cNvGrpSpPr/>
          <p:nvPr/>
        </p:nvGrpSpPr>
        <p:grpSpPr>
          <a:xfrm>
            <a:off x="2102909" y="811556"/>
            <a:ext cx="721206" cy="609701"/>
            <a:chOff x="2307084" y="909114"/>
            <a:chExt cx="871904" cy="748695"/>
          </a:xfrm>
        </p:grpSpPr>
        <p:sp>
          <p:nvSpPr>
            <p:cNvPr id="994" name="Rectangle 993">
              <a:extLst>
                <a:ext uri="{FF2B5EF4-FFF2-40B4-BE49-F238E27FC236}">
                  <a16:creationId xmlns:a16="http://schemas.microsoft.com/office/drawing/2014/main" id="{F464CA51-9E3D-7941-762E-CD6AFF018B96}"/>
                </a:ext>
              </a:extLst>
            </p:cNvPr>
            <p:cNvSpPr/>
            <p:nvPr/>
          </p:nvSpPr>
          <p:spPr>
            <a:xfrm>
              <a:off x="230708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95" name="Rectangle 994">
              <a:extLst>
                <a:ext uri="{FF2B5EF4-FFF2-40B4-BE49-F238E27FC236}">
                  <a16:creationId xmlns:a16="http://schemas.microsoft.com/office/drawing/2014/main" id="{845B4EB1-9162-37FA-739E-77D6CDC78C0D}"/>
                </a:ext>
              </a:extLst>
            </p:cNvPr>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6" name="Oval 15">
              <a:extLst>
                <a:ext uri="{FF2B5EF4-FFF2-40B4-BE49-F238E27FC236}">
                  <a16:creationId xmlns:a16="http://schemas.microsoft.com/office/drawing/2014/main" id="{7309F1F4-D4BC-35C4-5CEF-529C7EAF7AA5}"/>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97" name="Straight Connector 996">
              <a:extLst>
                <a:ext uri="{FF2B5EF4-FFF2-40B4-BE49-F238E27FC236}">
                  <a16:creationId xmlns:a16="http://schemas.microsoft.com/office/drawing/2014/main" id="{F9F127C3-EEC8-2C38-EF95-C68D2A726770}"/>
                </a:ext>
              </a:extLst>
            </p:cNvPr>
            <p:cNvCxnSpPr>
              <a:cxnSpLocks/>
              <a:stCxn id="996"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98" name="Straight Connector 997">
              <a:extLst>
                <a:ext uri="{FF2B5EF4-FFF2-40B4-BE49-F238E27FC236}">
                  <a16:creationId xmlns:a16="http://schemas.microsoft.com/office/drawing/2014/main" id="{3DF66369-E6F1-C36A-B5CC-1692F3BD94B7}"/>
                </a:ext>
              </a:extLst>
            </p:cNvPr>
            <p:cNvCxnSpPr>
              <a:cxnSpLocks/>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99" name="Group 998">
            <a:extLst>
              <a:ext uri="{FF2B5EF4-FFF2-40B4-BE49-F238E27FC236}">
                <a16:creationId xmlns:a16="http://schemas.microsoft.com/office/drawing/2014/main" id="{AE04333F-14D6-ECEF-F500-1EDCC2001306}"/>
              </a:ext>
            </a:extLst>
          </p:cNvPr>
          <p:cNvGrpSpPr/>
          <p:nvPr/>
        </p:nvGrpSpPr>
        <p:grpSpPr>
          <a:xfrm>
            <a:off x="431659" y="811556"/>
            <a:ext cx="721206" cy="609701"/>
            <a:chOff x="324914" y="909114"/>
            <a:chExt cx="871904" cy="748695"/>
          </a:xfrm>
        </p:grpSpPr>
        <p:sp>
          <p:nvSpPr>
            <p:cNvPr id="1000" name="Rectangle 999">
              <a:extLst>
                <a:ext uri="{FF2B5EF4-FFF2-40B4-BE49-F238E27FC236}">
                  <a16:creationId xmlns:a16="http://schemas.microsoft.com/office/drawing/2014/main" id="{5B19DFDB-4C4E-ED2E-3F34-9F5E37476CC2}"/>
                </a:ext>
              </a:extLst>
            </p:cNvPr>
            <p:cNvSpPr/>
            <p:nvPr/>
          </p:nvSpPr>
          <p:spPr>
            <a:xfrm>
              <a:off x="32491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1001" name="Right Triangle 1000">
              <a:extLst>
                <a:ext uri="{FF2B5EF4-FFF2-40B4-BE49-F238E27FC236}">
                  <a16:creationId xmlns:a16="http://schemas.microsoft.com/office/drawing/2014/main" id="{7889BA18-EF8B-9413-4B6F-3C2E04397263}"/>
                </a:ext>
              </a:extLst>
            </p:cNvPr>
            <p:cNvSpPr/>
            <p:nvPr/>
          </p:nvSpPr>
          <p:spPr>
            <a:xfrm rot="10800000">
              <a:off x="1053755"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02" name="Group 1001">
              <a:extLst>
                <a:ext uri="{FF2B5EF4-FFF2-40B4-BE49-F238E27FC236}">
                  <a16:creationId xmlns:a16="http://schemas.microsoft.com/office/drawing/2014/main" id="{8527D1AC-5C9E-919D-2745-13E9E1F3DD73}"/>
                </a:ext>
              </a:extLst>
            </p:cNvPr>
            <p:cNvGrpSpPr/>
            <p:nvPr/>
          </p:nvGrpSpPr>
          <p:grpSpPr>
            <a:xfrm>
              <a:off x="1134082" y="918978"/>
              <a:ext cx="45719" cy="75385"/>
              <a:chOff x="3883481" y="2057400"/>
              <a:chExt cx="1608363" cy="2652031"/>
            </a:xfrm>
            <a:solidFill>
              <a:srgbClr val="A6A6A6"/>
            </a:solidFill>
          </p:grpSpPr>
          <p:sp>
            <p:nvSpPr>
              <p:cNvPr id="1003" name="Oval 27">
                <a:extLst>
                  <a:ext uri="{FF2B5EF4-FFF2-40B4-BE49-F238E27FC236}">
                    <a16:creationId xmlns:a16="http://schemas.microsoft.com/office/drawing/2014/main" id="{0548E3C5-B5D8-34CD-9D51-E1822AE3AB9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4" name="Oval 28">
                <a:extLst>
                  <a:ext uri="{FF2B5EF4-FFF2-40B4-BE49-F238E27FC236}">
                    <a16:creationId xmlns:a16="http://schemas.microsoft.com/office/drawing/2014/main" id="{36BD809F-65D8-1710-8AD6-DB1A3F42967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05" name="Group 1004">
            <a:extLst>
              <a:ext uri="{FF2B5EF4-FFF2-40B4-BE49-F238E27FC236}">
                <a16:creationId xmlns:a16="http://schemas.microsoft.com/office/drawing/2014/main" id="{DD0CD0DC-ACCC-BDA4-2703-931E86DC8756}"/>
              </a:ext>
            </a:extLst>
          </p:cNvPr>
          <p:cNvGrpSpPr/>
          <p:nvPr/>
        </p:nvGrpSpPr>
        <p:grpSpPr>
          <a:xfrm>
            <a:off x="1267284" y="811556"/>
            <a:ext cx="721206" cy="609701"/>
            <a:chOff x="1315999" y="909114"/>
            <a:chExt cx="871904" cy="748695"/>
          </a:xfrm>
        </p:grpSpPr>
        <p:sp>
          <p:nvSpPr>
            <p:cNvPr id="1006" name="Rectangle 1005">
              <a:extLst>
                <a:ext uri="{FF2B5EF4-FFF2-40B4-BE49-F238E27FC236}">
                  <a16:creationId xmlns:a16="http://schemas.microsoft.com/office/drawing/2014/main" id="{E6059C91-36C2-2BA0-BF89-D7607AF078E8}"/>
                </a:ext>
              </a:extLst>
            </p:cNvPr>
            <p:cNvSpPr/>
            <p:nvPr/>
          </p:nvSpPr>
          <p:spPr>
            <a:xfrm>
              <a:off x="1315999"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1007" name="Right Triangle 1006">
              <a:extLst>
                <a:ext uri="{FF2B5EF4-FFF2-40B4-BE49-F238E27FC236}">
                  <a16:creationId xmlns:a16="http://schemas.microsoft.com/office/drawing/2014/main" id="{D31639E6-D994-507B-FAF7-07766384C821}"/>
                </a:ext>
              </a:extLst>
            </p:cNvPr>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08" name="Group 1007">
              <a:extLst>
                <a:ext uri="{FF2B5EF4-FFF2-40B4-BE49-F238E27FC236}">
                  <a16:creationId xmlns:a16="http://schemas.microsoft.com/office/drawing/2014/main" id="{BDD2302C-9096-C0C5-F967-614D13D97AA0}"/>
                </a:ext>
              </a:extLst>
            </p:cNvPr>
            <p:cNvGrpSpPr/>
            <p:nvPr/>
          </p:nvGrpSpPr>
          <p:grpSpPr>
            <a:xfrm>
              <a:off x="2126717" y="918978"/>
              <a:ext cx="45719" cy="75385"/>
              <a:chOff x="3883481" y="2057400"/>
              <a:chExt cx="1608363" cy="2652031"/>
            </a:xfrm>
            <a:solidFill>
              <a:srgbClr val="A6A6A6"/>
            </a:solidFill>
          </p:grpSpPr>
          <p:sp>
            <p:nvSpPr>
              <p:cNvPr id="1009" name="Oval 27">
                <a:extLst>
                  <a:ext uri="{FF2B5EF4-FFF2-40B4-BE49-F238E27FC236}">
                    <a16:creationId xmlns:a16="http://schemas.microsoft.com/office/drawing/2014/main" id="{20FEC6CC-7E06-6BA3-AA84-FE8120018ED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0" name="Oval 28">
                <a:extLst>
                  <a:ext uri="{FF2B5EF4-FFF2-40B4-BE49-F238E27FC236}">
                    <a16:creationId xmlns:a16="http://schemas.microsoft.com/office/drawing/2014/main" id="{663690C3-F80E-56BA-75B9-3C3651925B0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11" name="Group 1010">
            <a:extLst>
              <a:ext uri="{FF2B5EF4-FFF2-40B4-BE49-F238E27FC236}">
                <a16:creationId xmlns:a16="http://schemas.microsoft.com/office/drawing/2014/main" id="{6781C8CD-9A5D-D53C-3C57-6D1FB4404C58}"/>
              </a:ext>
            </a:extLst>
          </p:cNvPr>
          <p:cNvGrpSpPr/>
          <p:nvPr/>
        </p:nvGrpSpPr>
        <p:grpSpPr>
          <a:xfrm>
            <a:off x="3776511" y="2974054"/>
            <a:ext cx="724144" cy="609701"/>
            <a:chOff x="6271424" y="3370808"/>
            <a:chExt cx="875460" cy="748695"/>
          </a:xfrm>
        </p:grpSpPr>
        <p:sp>
          <p:nvSpPr>
            <p:cNvPr id="1012" name="Rectangle 1011">
              <a:extLst>
                <a:ext uri="{FF2B5EF4-FFF2-40B4-BE49-F238E27FC236}">
                  <a16:creationId xmlns:a16="http://schemas.microsoft.com/office/drawing/2014/main" id="{78635ECB-1E3C-89E2-2C80-45F8E43801FC}"/>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1013" name="Right Triangle 1012">
              <a:extLst>
                <a:ext uri="{FF2B5EF4-FFF2-40B4-BE49-F238E27FC236}">
                  <a16:creationId xmlns:a16="http://schemas.microsoft.com/office/drawing/2014/main" id="{C6C2F394-2CD6-D2E6-CAC7-C1742E9E3D5B}"/>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14" name="Group 1013">
              <a:extLst>
                <a:ext uri="{FF2B5EF4-FFF2-40B4-BE49-F238E27FC236}">
                  <a16:creationId xmlns:a16="http://schemas.microsoft.com/office/drawing/2014/main" id="{D1B2DB67-22F6-7B5B-D1F5-E14CF8FBC9F2}"/>
                </a:ext>
              </a:extLst>
            </p:cNvPr>
            <p:cNvGrpSpPr/>
            <p:nvPr/>
          </p:nvGrpSpPr>
          <p:grpSpPr>
            <a:xfrm>
              <a:off x="7085694" y="3381257"/>
              <a:ext cx="45719" cy="75385"/>
              <a:chOff x="3883481" y="2057400"/>
              <a:chExt cx="1608363" cy="2652031"/>
            </a:xfrm>
            <a:solidFill>
              <a:srgbClr val="A6A6A6"/>
            </a:solidFill>
          </p:grpSpPr>
          <p:sp>
            <p:nvSpPr>
              <p:cNvPr id="1015" name="Oval 27">
                <a:extLst>
                  <a:ext uri="{FF2B5EF4-FFF2-40B4-BE49-F238E27FC236}">
                    <a16:creationId xmlns:a16="http://schemas.microsoft.com/office/drawing/2014/main" id="{D3C8B800-0C69-D2C6-0858-07B28F2F79B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6" name="Oval 28">
                <a:extLst>
                  <a:ext uri="{FF2B5EF4-FFF2-40B4-BE49-F238E27FC236}">
                    <a16:creationId xmlns:a16="http://schemas.microsoft.com/office/drawing/2014/main" id="{2C9250A3-1B3D-61C5-C697-2D2CCDE26DC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17" name="Group 1016">
            <a:extLst>
              <a:ext uri="{FF2B5EF4-FFF2-40B4-BE49-F238E27FC236}">
                <a16:creationId xmlns:a16="http://schemas.microsoft.com/office/drawing/2014/main" id="{1E4969B1-8234-A8DC-8B15-6F596356A4DA}"/>
              </a:ext>
            </a:extLst>
          </p:cNvPr>
          <p:cNvGrpSpPr/>
          <p:nvPr/>
        </p:nvGrpSpPr>
        <p:grpSpPr>
          <a:xfrm>
            <a:off x="2889438" y="751337"/>
            <a:ext cx="5022643" cy="5001728"/>
            <a:chOff x="2889438" y="751337"/>
            <a:chExt cx="5022643" cy="5001728"/>
          </a:xfrm>
        </p:grpSpPr>
        <p:cxnSp>
          <p:nvCxnSpPr>
            <p:cNvPr id="1018" name="Straight Connector 1017">
              <a:extLst>
                <a:ext uri="{FF2B5EF4-FFF2-40B4-BE49-F238E27FC236}">
                  <a16:creationId xmlns:a16="http://schemas.microsoft.com/office/drawing/2014/main" id="{71F8C9F1-81B7-D6AE-F3A3-41E0281274A5}"/>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19" name="Straight Connector 1018">
              <a:extLst>
                <a:ext uri="{FF2B5EF4-FFF2-40B4-BE49-F238E27FC236}">
                  <a16:creationId xmlns:a16="http://schemas.microsoft.com/office/drawing/2014/main" id="{4B28F498-9B30-37DB-42AB-0F8913E0943E}"/>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0" name="Straight Connector 1019">
              <a:extLst>
                <a:ext uri="{FF2B5EF4-FFF2-40B4-BE49-F238E27FC236}">
                  <a16:creationId xmlns:a16="http://schemas.microsoft.com/office/drawing/2014/main" id="{3310DE84-D74B-59EC-2EE3-DC0EA8FE4B44}"/>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1" name="Straight Connector 1020">
              <a:extLst>
                <a:ext uri="{FF2B5EF4-FFF2-40B4-BE49-F238E27FC236}">
                  <a16:creationId xmlns:a16="http://schemas.microsoft.com/office/drawing/2014/main" id="{8F06904E-24AF-C447-2DF2-0E0C9A5C1D51}"/>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2" name="Straight Connector 1021">
              <a:extLst>
                <a:ext uri="{FF2B5EF4-FFF2-40B4-BE49-F238E27FC236}">
                  <a16:creationId xmlns:a16="http://schemas.microsoft.com/office/drawing/2014/main" id="{135BAAB3-A25B-CDA0-99CB-692F258B1679}"/>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3" name="Straight Connector 1022">
              <a:extLst>
                <a:ext uri="{FF2B5EF4-FFF2-40B4-BE49-F238E27FC236}">
                  <a16:creationId xmlns:a16="http://schemas.microsoft.com/office/drawing/2014/main" id="{1B308A59-A500-F471-017F-2DAB1EBD1A0F}"/>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4" name="Straight Connector 1023">
              <a:extLst>
                <a:ext uri="{FF2B5EF4-FFF2-40B4-BE49-F238E27FC236}">
                  <a16:creationId xmlns:a16="http://schemas.microsoft.com/office/drawing/2014/main" id="{8631C71E-87D8-456D-7D08-6E7F1F4E7248}"/>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5" name="Straight Connector 1024">
              <a:extLst>
                <a:ext uri="{FF2B5EF4-FFF2-40B4-BE49-F238E27FC236}">
                  <a16:creationId xmlns:a16="http://schemas.microsoft.com/office/drawing/2014/main" id="{AAEDD852-DB26-960D-9C8D-718A7BF89E60}"/>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6" name="Straight Connector 1025">
              <a:extLst>
                <a:ext uri="{FF2B5EF4-FFF2-40B4-BE49-F238E27FC236}">
                  <a16:creationId xmlns:a16="http://schemas.microsoft.com/office/drawing/2014/main" id="{3C0E92E0-F9DD-4CFF-F48E-2E6A00007380}"/>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7" name="Straight Connector 1026">
              <a:extLst>
                <a:ext uri="{FF2B5EF4-FFF2-40B4-BE49-F238E27FC236}">
                  <a16:creationId xmlns:a16="http://schemas.microsoft.com/office/drawing/2014/main" id="{4A44FD81-3068-5F7C-291E-71B98976856B}"/>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036" name="Group 1035">
            <a:extLst>
              <a:ext uri="{FF2B5EF4-FFF2-40B4-BE49-F238E27FC236}">
                <a16:creationId xmlns:a16="http://schemas.microsoft.com/office/drawing/2014/main" id="{942CCCBF-E4D5-8730-EAC8-7BE937DC4C2E}"/>
              </a:ext>
            </a:extLst>
          </p:cNvPr>
          <p:cNvGrpSpPr/>
          <p:nvPr/>
        </p:nvGrpSpPr>
        <p:grpSpPr>
          <a:xfrm>
            <a:off x="2099602" y="5136552"/>
            <a:ext cx="721206" cy="609701"/>
            <a:chOff x="2307084" y="3370808"/>
            <a:chExt cx="871904" cy="748695"/>
          </a:xfrm>
        </p:grpSpPr>
        <p:sp>
          <p:nvSpPr>
            <p:cNvPr id="1037" name="Rectangle 1036">
              <a:extLst>
                <a:ext uri="{FF2B5EF4-FFF2-40B4-BE49-F238E27FC236}">
                  <a16:creationId xmlns:a16="http://schemas.microsoft.com/office/drawing/2014/main" id="{8508E51C-22A7-FFE8-D13D-7657BE5C7834}"/>
                </a:ext>
              </a:extLst>
            </p:cNvPr>
            <p:cNvSpPr/>
            <p:nvPr/>
          </p:nvSpPr>
          <p:spPr>
            <a:xfrm>
              <a:off x="230708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1038" name="Right Triangle 1037">
              <a:extLst>
                <a:ext uri="{FF2B5EF4-FFF2-40B4-BE49-F238E27FC236}">
                  <a16:creationId xmlns:a16="http://schemas.microsoft.com/office/drawing/2014/main" id="{876B9727-9A21-A0EE-91FC-4FDC47AB964D}"/>
                </a:ext>
              </a:extLst>
            </p:cNvPr>
            <p:cNvSpPr/>
            <p:nvPr/>
          </p:nvSpPr>
          <p:spPr>
            <a:xfrm rot="10800000">
              <a:off x="3031994"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39" name="Group 1038">
              <a:extLst>
                <a:ext uri="{FF2B5EF4-FFF2-40B4-BE49-F238E27FC236}">
                  <a16:creationId xmlns:a16="http://schemas.microsoft.com/office/drawing/2014/main" id="{6DC9B73D-128B-EAFD-7B04-C60529BC5EBB}"/>
                </a:ext>
              </a:extLst>
            </p:cNvPr>
            <p:cNvGrpSpPr/>
            <p:nvPr/>
          </p:nvGrpSpPr>
          <p:grpSpPr>
            <a:xfrm>
              <a:off x="3112321" y="3389004"/>
              <a:ext cx="45719" cy="75385"/>
              <a:chOff x="3883481" y="2057400"/>
              <a:chExt cx="1608363" cy="2652031"/>
            </a:xfrm>
            <a:solidFill>
              <a:srgbClr val="A6A6A6"/>
            </a:solidFill>
          </p:grpSpPr>
          <p:sp>
            <p:nvSpPr>
              <p:cNvPr id="1040" name="Oval 27">
                <a:extLst>
                  <a:ext uri="{FF2B5EF4-FFF2-40B4-BE49-F238E27FC236}">
                    <a16:creationId xmlns:a16="http://schemas.microsoft.com/office/drawing/2014/main" id="{5EF155D1-6ABE-4297-124E-1895E382C30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1" name="Oval 28">
                <a:extLst>
                  <a:ext uri="{FF2B5EF4-FFF2-40B4-BE49-F238E27FC236}">
                    <a16:creationId xmlns:a16="http://schemas.microsoft.com/office/drawing/2014/main" id="{E6BD4056-C9BE-9CC1-6152-545E18619F7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42" name="Group 1041">
            <a:extLst>
              <a:ext uri="{FF2B5EF4-FFF2-40B4-BE49-F238E27FC236}">
                <a16:creationId xmlns:a16="http://schemas.microsoft.com/office/drawing/2014/main" id="{346B39CA-EA61-46A5-9F42-5EA34C20F338}"/>
              </a:ext>
            </a:extLst>
          </p:cNvPr>
          <p:cNvGrpSpPr/>
          <p:nvPr/>
        </p:nvGrpSpPr>
        <p:grpSpPr>
          <a:xfrm>
            <a:off x="2100388" y="4419620"/>
            <a:ext cx="721206" cy="609701"/>
            <a:chOff x="5280339" y="3370808"/>
            <a:chExt cx="871904" cy="748695"/>
          </a:xfrm>
        </p:grpSpPr>
        <p:sp>
          <p:nvSpPr>
            <p:cNvPr id="1043" name="Rectangle 1042">
              <a:extLst>
                <a:ext uri="{FF2B5EF4-FFF2-40B4-BE49-F238E27FC236}">
                  <a16:creationId xmlns:a16="http://schemas.microsoft.com/office/drawing/2014/main" id="{43B328E0-F16D-62E8-F748-CE9E4C4B7C52}"/>
                </a:ext>
              </a:extLst>
            </p:cNvPr>
            <p:cNvSpPr/>
            <p:nvPr/>
          </p:nvSpPr>
          <p:spPr>
            <a:xfrm>
              <a:off x="528033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1044" name="Right Triangle 1043">
              <a:extLst>
                <a:ext uri="{FF2B5EF4-FFF2-40B4-BE49-F238E27FC236}">
                  <a16:creationId xmlns:a16="http://schemas.microsoft.com/office/drawing/2014/main" id="{FA8A3223-4B6A-3E81-4A2F-06947739B687}"/>
                </a:ext>
              </a:extLst>
            </p:cNvPr>
            <p:cNvSpPr/>
            <p:nvPr/>
          </p:nvSpPr>
          <p:spPr>
            <a:xfrm rot="10800000">
              <a:off x="6009373"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45" name="Group 1044">
              <a:extLst>
                <a:ext uri="{FF2B5EF4-FFF2-40B4-BE49-F238E27FC236}">
                  <a16:creationId xmlns:a16="http://schemas.microsoft.com/office/drawing/2014/main" id="{A179F566-1B1C-6937-EF35-541849D9BCE3}"/>
                </a:ext>
              </a:extLst>
            </p:cNvPr>
            <p:cNvGrpSpPr/>
            <p:nvPr/>
          </p:nvGrpSpPr>
          <p:grpSpPr>
            <a:xfrm>
              <a:off x="6089700" y="3389004"/>
              <a:ext cx="45719" cy="75385"/>
              <a:chOff x="3883481" y="2057400"/>
              <a:chExt cx="1608363" cy="2652031"/>
            </a:xfrm>
            <a:solidFill>
              <a:srgbClr val="A6A6A6"/>
            </a:solidFill>
          </p:grpSpPr>
          <p:sp>
            <p:nvSpPr>
              <p:cNvPr id="1046" name="Oval 27">
                <a:extLst>
                  <a:ext uri="{FF2B5EF4-FFF2-40B4-BE49-F238E27FC236}">
                    <a16:creationId xmlns:a16="http://schemas.microsoft.com/office/drawing/2014/main" id="{777A7C1E-5122-33B0-75B9-713485904CE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7" name="Oval 28">
                <a:extLst>
                  <a:ext uri="{FF2B5EF4-FFF2-40B4-BE49-F238E27FC236}">
                    <a16:creationId xmlns:a16="http://schemas.microsoft.com/office/drawing/2014/main" id="{F509DCB8-6E4E-0350-998C-C6AAD5B7BFF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48" name="Group 1047">
            <a:extLst>
              <a:ext uri="{FF2B5EF4-FFF2-40B4-BE49-F238E27FC236}">
                <a16:creationId xmlns:a16="http://schemas.microsoft.com/office/drawing/2014/main" id="{0D6936B2-2F84-5424-C3EB-A57F178C0232}"/>
              </a:ext>
            </a:extLst>
          </p:cNvPr>
          <p:cNvGrpSpPr/>
          <p:nvPr/>
        </p:nvGrpSpPr>
        <p:grpSpPr>
          <a:xfrm>
            <a:off x="2937172" y="4419620"/>
            <a:ext cx="721206" cy="610374"/>
            <a:chOff x="1315999" y="4191098"/>
            <a:chExt cx="871904" cy="749519"/>
          </a:xfrm>
        </p:grpSpPr>
        <p:sp>
          <p:nvSpPr>
            <p:cNvPr id="1049" name="Rectangle 1048">
              <a:extLst>
                <a:ext uri="{FF2B5EF4-FFF2-40B4-BE49-F238E27FC236}">
                  <a16:creationId xmlns:a16="http://schemas.microsoft.com/office/drawing/2014/main" id="{8F4FB7B2-8535-2426-8914-34BCCE44C97E}"/>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1050" name="Right Triangle 1049">
              <a:extLst>
                <a:ext uri="{FF2B5EF4-FFF2-40B4-BE49-F238E27FC236}">
                  <a16:creationId xmlns:a16="http://schemas.microsoft.com/office/drawing/2014/main" id="{F14FFB39-0FB4-6949-9A00-3E21B7115CF8}"/>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51" name="Group 1050">
              <a:extLst>
                <a:ext uri="{FF2B5EF4-FFF2-40B4-BE49-F238E27FC236}">
                  <a16:creationId xmlns:a16="http://schemas.microsoft.com/office/drawing/2014/main" id="{4FE88F51-A998-D0E2-CE7E-94794C1A4CED}"/>
                </a:ext>
              </a:extLst>
            </p:cNvPr>
            <p:cNvGrpSpPr/>
            <p:nvPr/>
          </p:nvGrpSpPr>
          <p:grpSpPr>
            <a:xfrm>
              <a:off x="2126717" y="4198579"/>
              <a:ext cx="45719" cy="75385"/>
              <a:chOff x="3883481" y="2057400"/>
              <a:chExt cx="1608363" cy="2652031"/>
            </a:xfrm>
            <a:solidFill>
              <a:srgbClr val="A6A6A6"/>
            </a:solidFill>
          </p:grpSpPr>
          <p:sp>
            <p:nvSpPr>
              <p:cNvPr id="1052" name="Oval 27">
                <a:extLst>
                  <a:ext uri="{FF2B5EF4-FFF2-40B4-BE49-F238E27FC236}">
                    <a16:creationId xmlns:a16="http://schemas.microsoft.com/office/drawing/2014/main" id="{CD25F8E8-FA91-8EE4-8DAD-5CB81CF9B9D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3" name="Oval 28">
                <a:extLst>
                  <a:ext uri="{FF2B5EF4-FFF2-40B4-BE49-F238E27FC236}">
                    <a16:creationId xmlns:a16="http://schemas.microsoft.com/office/drawing/2014/main" id="{5553CE89-D162-1835-DC96-742E8E7A8D6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54" name="Group 1053">
            <a:extLst>
              <a:ext uri="{FF2B5EF4-FFF2-40B4-BE49-F238E27FC236}">
                <a16:creationId xmlns:a16="http://schemas.microsoft.com/office/drawing/2014/main" id="{3AC44749-E143-D276-EE62-3E7B870AEBDC}"/>
              </a:ext>
            </a:extLst>
          </p:cNvPr>
          <p:cNvGrpSpPr/>
          <p:nvPr/>
        </p:nvGrpSpPr>
        <p:grpSpPr>
          <a:xfrm>
            <a:off x="6286128" y="4419620"/>
            <a:ext cx="721206" cy="609701"/>
            <a:chOff x="9244674" y="4191922"/>
            <a:chExt cx="871904" cy="748695"/>
          </a:xfrm>
        </p:grpSpPr>
        <p:sp>
          <p:nvSpPr>
            <p:cNvPr id="1055" name="Rectangle 1054">
              <a:hlinkHover r:id="" action="ppaction://noaction" highlightClick="1"/>
              <a:extLst>
                <a:ext uri="{FF2B5EF4-FFF2-40B4-BE49-F238E27FC236}">
                  <a16:creationId xmlns:a16="http://schemas.microsoft.com/office/drawing/2014/main" id="{13572C05-6051-B82C-852D-424F907EB5CB}"/>
                </a:ext>
              </a:extLst>
            </p:cNvPr>
            <p:cNvSpPr/>
            <p:nvPr/>
          </p:nvSpPr>
          <p:spPr>
            <a:xfrm>
              <a:off x="924467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1056" name="Oval 1055">
              <a:extLst>
                <a:ext uri="{FF2B5EF4-FFF2-40B4-BE49-F238E27FC236}">
                  <a16:creationId xmlns:a16="http://schemas.microsoft.com/office/drawing/2014/main" id="{A186937E-5541-8A71-48DC-BE2AC2196265}"/>
                </a:ext>
              </a:extLst>
            </p:cNvPr>
            <p:cNvSpPr/>
            <p:nvPr/>
          </p:nvSpPr>
          <p:spPr>
            <a:xfrm>
              <a:off x="9943180"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7" name="Isosceles Triangle 648">
              <a:extLst>
                <a:ext uri="{FF2B5EF4-FFF2-40B4-BE49-F238E27FC236}">
                  <a16:creationId xmlns:a16="http://schemas.microsoft.com/office/drawing/2014/main" id="{953A30A2-CEC9-C6A8-F3AE-88B10E8F173E}"/>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58" name="Group 1057">
            <a:extLst>
              <a:ext uri="{FF2B5EF4-FFF2-40B4-BE49-F238E27FC236}">
                <a16:creationId xmlns:a16="http://schemas.microsoft.com/office/drawing/2014/main" id="{4FCF221C-856F-ADF4-4965-E23C8DE7B485}"/>
              </a:ext>
            </a:extLst>
          </p:cNvPr>
          <p:cNvGrpSpPr/>
          <p:nvPr/>
        </p:nvGrpSpPr>
        <p:grpSpPr>
          <a:xfrm>
            <a:off x="5458938" y="5135301"/>
            <a:ext cx="721206" cy="609701"/>
            <a:chOff x="5280339" y="4191922"/>
            <a:chExt cx="871904" cy="748695"/>
          </a:xfrm>
        </p:grpSpPr>
        <p:sp>
          <p:nvSpPr>
            <p:cNvPr id="1059" name="Rectangle 1058">
              <a:hlinkHover r:id="" action="ppaction://noaction" highlightClick="1"/>
              <a:extLst>
                <a:ext uri="{FF2B5EF4-FFF2-40B4-BE49-F238E27FC236}">
                  <a16:creationId xmlns:a16="http://schemas.microsoft.com/office/drawing/2014/main" id="{A8904862-CBEF-0F22-C9A4-7DD9ACBFEC6D}"/>
                </a:ext>
              </a:extLst>
            </p:cNvPr>
            <p:cNvSpPr/>
            <p:nvPr/>
          </p:nvSpPr>
          <p:spPr>
            <a:xfrm>
              <a:off x="528033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1060" name="Oval 1059">
              <a:extLst>
                <a:ext uri="{FF2B5EF4-FFF2-40B4-BE49-F238E27FC236}">
                  <a16:creationId xmlns:a16="http://schemas.microsoft.com/office/drawing/2014/main" id="{C258F32E-8C24-FA55-9F30-4EBDE2519382}"/>
                </a:ext>
              </a:extLst>
            </p:cNvPr>
            <p:cNvSpPr/>
            <p:nvPr/>
          </p:nvSpPr>
          <p:spPr>
            <a:xfrm>
              <a:off x="597784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1" name="Isosceles Triangle 648">
              <a:extLst>
                <a:ext uri="{FF2B5EF4-FFF2-40B4-BE49-F238E27FC236}">
                  <a16:creationId xmlns:a16="http://schemas.microsoft.com/office/drawing/2014/main" id="{6FA98BE6-F318-268D-38B3-D76B406E9616}"/>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62" name="Group 1061">
            <a:extLst>
              <a:ext uri="{FF2B5EF4-FFF2-40B4-BE49-F238E27FC236}">
                <a16:creationId xmlns:a16="http://schemas.microsoft.com/office/drawing/2014/main" id="{6C216B17-9D22-BDE7-35CA-BEE7328F903A}"/>
              </a:ext>
            </a:extLst>
          </p:cNvPr>
          <p:cNvGrpSpPr/>
          <p:nvPr/>
        </p:nvGrpSpPr>
        <p:grpSpPr>
          <a:xfrm>
            <a:off x="6289144" y="5141013"/>
            <a:ext cx="721206" cy="609701"/>
            <a:chOff x="8253594" y="5012622"/>
            <a:chExt cx="871904" cy="748695"/>
          </a:xfrm>
        </p:grpSpPr>
        <p:sp>
          <p:nvSpPr>
            <p:cNvPr id="1063" name="Rectangle 1062">
              <a:hlinkHover r:id="" action="ppaction://noaction" highlightClick="1"/>
              <a:extLst>
                <a:ext uri="{FF2B5EF4-FFF2-40B4-BE49-F238E27FC236}">
                  <a16:creationId xmlns:a16="http://schemas.microsoft.com/office/drawing/2014/main" id="{4B36D299-97F3-D6F1-EFD6-3478503038E1}"/>
                </a:ext>
              </a:extLst>
            </p:cNvPr>
            <p:cNvSpPr/>
            <p:nvPr/>
          </p:nvSpPr>
          <p:spPr>
            <a:xfrm>
              <a:off x="825359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1064" name="Oval 1063">
              <a:extLst>
                <a:ext uri="{FF2B5EF4-FFF2-40B4-BE49-F238E27FC236}">
                  <a16:creationId xmlns:a16="http://schemas.microsoft.com/office/drawing/2014/main" id="{6BCD57BE-F691-108C-F838-652259D1402F}"/>
                </a:ext>
              </a:extLst>
            </p:cNvPr>
            <p:cNvSpPr/>
            <p:nvPr/>
          </p:nvSpPr>
          <p:spPr>
            <a:xfrm>
              <a:off x="895339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5" name="Isosceles Triangle 648">
              <a:extLst>
                <a:ext uri="{FF2B5EF4-FFF2-40B4-BE49-F238E27FC236}">
                  <a16:creationId xmlns:a16="http://schemas.microsoft.com/office/drawing/2014/main" id="{316EAE55-CCDA-CC82-3827-D5A6DFF91C36}"/>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66" name="Group 1065">
            <a:extLst>
              <a:ext uri="{FF2B5EF4-FFF2-40B4-BE49-F238E27FC236}">
                <a16:creationId xmlns:a16="http://schemas.microsoft.com/office/drawing/2014/main" id="{2082BE50-A663-D305-4C49-B851BD9BEA34}"/>
              </a:ext>
            </a:extLst>
          </p:cNvPr>
          <p:cNvGrpSpPr/>
          <p:nvPr/>
        </p:nvGrpSpPr>
        <p:grpSpPr>
          <a:xfrm>
            <a:off x="7122909" y="4419620"/>
            <a:ext cx="721206" cy="609701"/>
            <a:chOff x="7262509" y="5012622"/>
            <a:chExt cx="871904" cy="748695"/>
          </a:xfrm>
        </p:grpSpPr>
        <p:sp>
          <p:nvSpPr>
            <p:cNvPr id="1067" name="Rectangle 1066">
              <a:hlinkHover r:id="" action="ppaction://noaction" highlightClick="1"/>
              <a:extLst>
                <a:ext uri="{FF2B5EF4-FFF2-40B4-BE49-F238E27FC236}">
                  <a16:creationId xmlns:a16="http://schemas.microsoft.com/office/drawing/2014/main" id="{95A15D4E-9641-CCAB-9608-3609C9531C3C}"/>
                </a:ext>
              </a:extLst>
            </p:cNvPr>
            <p:cNvSpPr/>
            <p:nvPr/>
          </p:nvSpPr>
          <p:spPr>
            <a:xfrm>
              <a:off x="726250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1068" name="Oval 1067">
              <a:extLst>
                <a:ext uri="{FF2B5EF4-FFF2-40B4-BE49-F238E27FC236}">
                  <a16:creationId xmlns:a16="http://schemas.microsoft.com/office/drawing/2014/main" id="{E8B53E1E-FAE8-FA7C-B805-B17237073C47}"/>
                </a:ext>
              </a:extLst>
            </p:cNvPr>
            <p:cNvSpPr/>
            <p:nvPr/>
          </p:nvSpPr>
          <p:spPr>
            <a:xfrm>
              <a:off x="79612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9" name="Isosceles Triangle 648">
              <a:extLst>
                <a:ext uri="{FF2B5EF4-FFF2-40B4-BE49-F238E27FC236}">
                  <a16:creationId xmlns:a16="http://schemas.microsoft.com/office/drawing/2014/main" id="{3EA8D3D3-E6C1-82DE-2D5C-F99B4E6A3832}"/>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70" name="Group 1069">
            <a:extLst>
              <a:ext uri="{FF2B5EF4-FFF2-40B4-BE49-F238E27FC236}">
                <a16:creationId xmlns:a16="http://schemas.microsoft.com/office/drawing/2014/main" id="{4DAC4AD6-4BD6-7B44-3611-E6FF7920C78D}"/>
              </a:ext>
            </a:extLst>
          </p:cNvPr>
          <p:cNvGrpSpPr/>
          <p:nvPr/>
        </p:nvGrpSpPr>
        <p:grpSpPr>
          <a:xfrm>
            <a:off x="5451974" y="3707588"/>
            <a:ext cx="721206" cy="609701"/>
            <a:chOff x="11335787" y="4191133"/>
            <a:chExt cx="710037" cy="609701"/>
          </a:xfrm>
        </p:grpSpPr>
        <p:sp>
          <p:nvSpPr>
            <p:cNvPr id="1071" name="Rectangle 1070">
              <a:hlinkHover r:id="" action="ppaction://noaction" highlightClick="1"/>
              <a:extLst>
                <a:ext uri="{FF2B5EF4-FFF2-40B4-BE49-F238E27FC236}">
                  <a16:creationId xmlns:a16="http://schemas.microsoft.com/office/drawing/2014/main" id="{9CABCD1D-90E4-12B6-5C7C-DCA2B43FF69D}"/>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72" name="Oval 1071">
              <a:extLst>
                <a:ext uri="{FF2B5EF4-FFF2-40B4-BE49-F238E27FC236}">
                  <a16:creationId xmlns:a16="http://schemas.microsoft.com/office/drawing/2014/main" id="{251F6E2E-6D10-4C5F-B196-4DCC53561635}"/>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3" name="Isosceles Triangle 648">
              <a:extLst>
                <a:ext uri="{FF2B5EF4-FFF2-40B4-BE49-F238E27FC236}">
                  <a16:creationId xmlns:a16="http://schemas.microsoft.com/office/drawing/2014/main" id="{755E0F2A-CFC6-E9D2-4BCE-8E921EC7E2E2}"/>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74" name="Group 1073">
            <a:extLst>
              <a:ext uri="{FF2B5EF4-FFF2-40B4-BE49-F238E27FC236}">
                <a16:creationId xmlns:a16="http://schemas.microsoft.com/office/drawing/2014/main" id="{F8B1BC68-F1CD-0304-321E-F40BE5A20632}"/>
              </a:ext>
            </a:extLst>
          </p:cNvPr>
          <p:cNvGrpSpPr/>
          <p:nvPr/>
        </p:nvGrpSpPr>
        <p:grpSpPr>
          <a:xfrm>
            <a:off x="5454383" y="4419620"/>
            <a:ext cx="721206" cy="609701"/>
            <a:chOff x="5280339" y="5012622"/>
            <a:chExt cx="871904" cy="748695"/>
          </a:xfrm>
        </p:grpSpPr>
        <p:sp>
          <p:nvSpPr>
            <p:cNvPr id="1075" name="Rectangle 1074">
              <a:hlinkHover r:id="" action="ppaction://noaction" highlightClick="1"/>
              <a:extLst>
                <a:ext uri="{FF2B5EF4-FFF2-40B4-BE49-F238E27FC236}">
                  <a16:creationId xmlns:a16="http://schemas.microsoft.com/office/drawing/2014/main" id="{002341EB-D133-3250-2210-D9D35CDBCDFD}"/>
                </a:ext>
              </a:extLst>
            </p:cNvPr>
            <p:cNvSpPr/>
            <p:nvPr/>
          </p:nvSpPr>
          <p:spPr>
            <a:xfrm>
              <a:off x="528033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1076" name="Oval 1075">
              <a:extLst>
                <a:ext uri="{FF2B5EF4-FFF2-40B4-BE49-F238E27FC236}">
                  <a16:creationId xmlns:a16="http://schemas.microsoft.com/office/drawing/2014/main" id="{B3112050-C36A-804E-BD50-EB41558A2218}"/>
                </a:ext>
              </a:extLst>
            </p:cNvPr>
            <p:cNvSpPr/>
            <p:nvPr/>
          </p:nvSpPr>
          <p:spPr>
            <a:xfrm>
              <a:off x="597784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7" name="Isosceles Triangle 648">
              <a:extLst>
                <a:ext uri="{FF2B5EF4-FFF2-40B4-BE49-F238E27FC236}">
                  <a16:creationId xmlns:a16="http://schemas.microsoft.com/office/drawing/2014/main" id="{6E21D43F-1FCA-6982-B249-FD04215FF224}"/>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78" name="Group 1077">
            <a:extLst>
              <a:ext uri="{FF2B5EF4-FFF2-40B4-BE49-F238E27FC236}">
                <a16:creationId xmlns:a16="http://schemas.microsoft.com/office/drawing/2014/main" id="{843649C3-C7FF-D6F8-126F-B7E0104E1135}"/>
              </a:ext>
            </a:extLst>
          </p:cNvPr>
          <p:cNvGrpSpPr/>
          <p:nvPr/>
        </p:nvGrpSpPr>
        <p:grpSpPr>
          <a:xfrm>
            <a:off x="3775041" y="5130129"/>
            <a:ext cx="721893" cy="609702"/>
            <a:chOff x="324914" y="2550516"/>
            <a:chExt cx="872735" cy="748697"/>
          </a:xfrm>
        </p:grpSpPr>
        <p:sp>
          <p:nvSpPr>
            <p:cNvPr id="1079" name="Rectangle 1078">
              <a:hlinkHover r:id="" action="ppaction://noaction" highlightClick="1"/>
              <a:extLst>
                <a:ext uri="{FF2B5EF4-FFF2-40B4-BE49-F238E27FC236}">
                  <a16:creationId xmlns:a16="http://schemas.microsoft.com/office/drawing/2014/main" id="{942FD71E-340A-C480-0106-9728178CB493}"/>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1080" name="Group 1079">
              <a:extLst>
                <a:ext uri="{FF2B5EF4-FFF2-40B4-BE49-F238E27FC236}">
                  <a16:creationId xmlns:a16="http://schemas.microsoft.com/office/drawing/2014/main" id="{406E9B50-103E-194B-EBF3-15BB8D47FAA1}"/>
                </a:ext>
              </a:extLst>
            </p:cNvPr>
            <p:cNvGrpSpPr/>
            <p:nvPr/>
          </p:nvGrpSpPr>
          <p:grpSpPr>
            <a:xfrm>
              <a:off x="1040599" y="2550516"/>
              <a:ext cx="157050" cy="157050"/>
              <a:chOff x="1040599" y="2550516"/>
              <a:chExt cx="157050" cy="157050"/>
            </a:xfrm>
          </p:grpSpPr>
          <p:sp>
            <p:nvSpPr>
              <p:cNvPr id="1081" name="Diamond 1080">
                <a:extLst>
                  <a:ext uri="{FF2B5EF4-FFF2-40B4-BE49-F238E27FC236}">
                    <a16:creationId xmlns:a16="http://schemas.microsoft.com/office/drawing/2014/main" id="{9DF56B31-B0F8-6EFA-D467-DF1FABE1D7F1}"/>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2" name="Oval 1081">
                <a:extLst>
                  <a:ext uri="{FF2B5EF4-FFF2-40B4-BE49-F238E27FC236}">
                    <a16:creationId xmlns:a16="http://schemas.microsoft.com/office/drawing/2014/main" id="{18665B27-DA2D-C40A-B9E8-24CD83FAA5F6}"/>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83" name="Group 1082">
            <a:extLst>
              <a:ext uri="{FF2B5EF4-FFF2-40B4-BE49-F238E27FC236}">
                <a16:creationId xmlns:a16="http://schemas.microsoft.com/office/drawing/2014/main" id="{D41A34EA-EECA-011F-A353-43E2556D165B}"/>
              </a:ext>
            </a:extLst>
          </p:cNvPr>
          <p:cNvGrpSpPr/>
          <p:nvPr/>
        </p:nvGrpSpPr>
        <p:grpSpPr>
          <a:xfrm>
            <a:off x="4618174" y="5130744"/>
            <a:ext cx="721893" cy="609702"/>
            <a:chOff x="324914" y="2550516"/>
            <a:chExt cx="872735" cy="748697"/>
          </a:xfrm>
        </p:grpSpPr>
        <p:sp>
          <p:nvSpPr>
            <p:cNvPr id="1084" name="Rectangle 1083">
              <a:hlinkHover r:id="" action="ppaction://noaction" highlightClick="1"/>
              <a:extLst>
                <a:ext uri="{FF2B5EF4-FFF2-40B4-BE49-F238E27FC236}">
                  <a16:creationId xmlns:a16="http://schemas.microsoft.com/office/drawing/2014/main" id="{5894BC0D-E1FB-58FF-61AA-5E6D4C9DF1A3}"/>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1085" name="Group 1084">
              <a:extLst>
                <a:ext uri="{FF2B5EF4-FFF2-40B4-BE49-F238E27FC236}">
                  <a16:creationId xmlns:a16="http://schemas.microsoft.com/office/drawing/2014/main" id="{87C8D0B4-023A-6226-127C-8AD6B59948F4}"/>
                </a:ext>
              </a:extLst>
            </p:cNvPr>
            <p:cNvGrpSpPr/>
            <p:nvPr/>
          </p:nvGrpSpPr>
          <p:grpSpPr>
            <a:xfrm>
              <a:off x="1040599" y="2550516"/>
              <a:ext cx="157050" cy="157050"/>
              <a:chOff x="1040599" y="2550516"/>
              <a:chExt cx="157050" cy="157050"/>
            </a:xfrm>
          </p:grpSpPr>
          <p:sp>
            <p:nvSpPr>
              <p:cNvPr id="1086" name="Diamond 1085">
                <a:extLst>
                  <a:ext uri="{FF2B5EF4-FFF2-40B4-BE49-F238E27FC236}">
                    <a16:creationId xmlns:a16="http://schemas.microsoft.com/office/drawing/2014/main" id="{758F30CF-72D3-1790-AD2D-38223C1F21EF}"/>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7" name="Oval 1086">
                <a:extLst>
                  <a:ext uri="{FF2B5EF4-FFF2-40B4-BE49-F238E27FC236}">
                    <a16:creationId xmlns:a16="http://schemas.microsoft.com/office/drawing/2014/main" id="{31743B08-CB2F-594B-B0EF-61F9215DF13B}"/>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88" name="Group 1087">
            <a:extLst>
              <a:ext uri="{FF2B5EF4-FFF2-40B4-BE49-F238E27FC236}">
                <a16:creationId xmlns:a16="http://schemas.microsoft.com/office/drawing/2014/main" id="{CCCDBD32-718C-609E-5416-E07DFBD92A24}"/>
              </a:ext>
            </a:extLst>
          </p:cNvPr>
          <p:cNvGrpSpPr/>
          <p:nvPr/>
        </p:nvGrpSpPr>
        <p:grpSpPr>
          <a:xfrm>
            <a:off x="7125831" y="5143364"/>
            <a:ext cx="721206" cy="609701"/>
            <a:chOff x="8253594" y="4191922"/>
            <a:chExt cx="871904" cy="748695"/>
          </a:xfrm>
        </p:grpSpPr>
        <p:sp>
          <p:nvSpPr>
            <p:cNvPr id="1089" name="Rectangle 1088">
              <a:hlinkHover r:id="" action="ppaction://noaction" highlightClick="1"/>
              <a:extLst>
                <a:ext uri="{FF2B5EF4-FFF2-40B4-BE49-F238E27FC236}">
                  <a16:creationId xmlns:a16="http://schemas.microsoft.com/office/drawing/2014/main" id="{0F725800-8C23-3B68-8DF7-4BC0220FC2D4}"/>
                </a:ext>
              </a:extLst>
            </p:cNvPr>
            <p:cNvSpPr/>
            <p:nvPr/>
          </p:nvSpPr>
          <p:spPr>
            <a:xfrm>
              <a:off x="825359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1090" name="Oval 1089">
              <a:extLst>
                <a:ext uri="{FF2B5EF4-FFF2-40B4-BE49-F238E27FC236}">
                  <a16:creationId xmlns:a16="http://schemas.microsoft.com/office/drawing/2014/main" id="{2B3255A6-6BCF-A657-4A4C-41B729A1C856}"/>
                </a:ext>
              </a:extLst>
            </p:cNvPr>
            <p:cNvSpPr/>
            <p:nvPr/>
          </p:nvSpPr>
          <p:spPr>
            <a:xfrm>
              <a:off x="895339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1" name="Isosceles Triangle 648">
              <a:extLst>
                <a:ext uri="{FF2B5EF4-FFF2-40B4-BE49-F238E27FC236}">
                  <a16:creationId xmlns:a16="http://schemas.microsoft.com/office/drawing/2014/main" id="{BAA8F9E6-F4F1-3308-78F4-C75CE42DB523}"/>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92" name="Group 1091">
            <a:extLst>
              <a:ext uri="{FF2B5EF4-FFF2-40B4-BE49-F238E27FC236}">
                <a16:creationId xmlns:a16="http://schemas.microsoft.com/office/drawing/2014/main" id="{D8C206B8-5C5E-91DF-9EAF-6E1E3370D06E}"/>
              </a:ext>
            </a:extLst>
          </p:cNvPr>
          <p:cNvGrpSpPr/>
          <p:nvPr/>
        </p:nvGrpSpPr>
        <p:grpSpPr>
          <a:xfrm>
            <a:off x="7122909" y="3698227"/>
            <a:ext cx="721206" cy="609701"/>
            <a:chOff x="7262509" y="4191922"/>
            <a:chExt cx="871904" cy="748695"/>
          </a:xfrm>
        </p:grpSpPr>
        <p:sp>
          <p:nvSpPr>
            <p:cNvPr id="1093" name="Rectangle 1092">
              <a:hlinkHover r:id="" action="ppaction://noaction" highlightClick="1"/>
              <a:extLst>
                <a:ext uri="{FF2B5EF4-FFF2-40B4-BE49-F238E27FC236}">
                  <a16:creationId xmlns:a16="http://schemas.microsoft.com/office/drawing/2014/main" id="{A7D7A4F6-8466-BDBC-65D9-01D83959E838}"/>
                </a:ext>
              </a:extLst>
            </p:cNvPr>
            <p:cNvSpPr/>
            <p:nvPr/>
          </p:nvSpPr>
          <p:spPr>
            <a:xfrm>
              <a:off x="726250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1094" name="Oval 1093">
              <a:extLst>
                <a:ext uri="{FF2B5EF4-FFF2-40B4-BE49-F238E27FC236}">
                  <a16:creationId xmlns:a16="http://schemas.microsoft.com/office/drawing/2014/main" id="{55E1D451-D495-B0D9-613F-8699A27DBB3B}"/>
                </a:ext>
              </a:extLst>
            </p:cNvPr>
            <p:cNvSpPr/>
            <p:nvPr/>
          </p:nvSpPr>
          <p:spPr>
            <a:xfrm>
              <a:off x="796122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5" name="Isosceles Triangle 648">
              <a:extLst>
                <a:ext uri="{FF2B5EF4-FFF2-40B4-BE49-F238E27FC236}">
                  <a16:creationId xmlns:a16="http://schemas.microsoft.com/office/drawing/2014/main" id="{E2FD5876-8959-D891-79EA-12CFD434BC98}"/>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96" name="Group 1095">
            <a:extLst>
              <a:ext uri="{FF2B5EF4-FFF2-40B4-BE49-F238E27FC236}">
                <a16:creationId xmlns:a16="http://schemas.microsoft.com/office/drawing/2014/main" id="{DE433B6B-2AF5-B88F-AB97-1DFC636E131A}"/>
              </a:ext>
            </a:extLst>
          </p:cNvPr>
          <p:cNvGrpSpPr/>
          <p:nvPr/>
        </p:nvGrpSpPr>
        <p:grpSpPr>
          <a:xfrm>
            <a:off x="6286222" y="3698227"/>
            <a:ext cx="721206" cy="609701"/>
            <a:chOff x="6271424" y="4191922"/>
            <a:chExt cx="871904" cy="748695"/>
          </a:xfrm>
        </p:grpSpPr>
        <p:sp>
          <p:nvSpPr>
            <p:cNvPr id="1097" name="Rectangle 1096">
              <a:hlinkHover r:id="" action="ppaction://noaction" highlightClick="1"/>
              <a:extLst>
                <a:ext uri="{FF2B5EF4-FFF2-40B4-BE49-F238E27FC236}">
                  <a16:creationId xmlns:a16="http://schemas.microsoft.com/office/drawing/2014/main" id="{01CCAE0D-97D9-4638-F50F-3462C296D276}"/>
                </a:ext>
              </a:extLst>
            </p:cNvPr>
            <p:cNvSpPr/>
            <p:nvPr/>
          </p:nvSpPr>
          <p:spPr>
            <a:xfrm>
              <a:off x="627142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1098" name="Oval 1097">
              <a:extLst>
                <a:ext uri="{FF2B5EF4-FFF2-40B4-BE49-F238E27FC236}">
                  <a16:creationId xmlns:a16="http://schemas.microsoft.com/office/drawing/2014/main" id="{8F9D3BB2-336F-82F7-1195-D7E20AB8EA43}"/>
                </a:ext>
              </a:extLst>
            </p:cNvPr>
            <p:cNvSpPr/>
            <p:nvPr/>
          </p:nvSpPr>
          <p:spPr>
            <a:xfrm>
              <a:off x="697080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9" name="Isosceles Triangle 648">
              <a:extLst>
                <a:ext uri="{FF2B5EF4-FFF2-40B4-BE49-F238E27FC236}">
                  <a16:creationId xmlns:a16="http://schemas.microsoft.com/office/drawing/2014/main" id="{16D1E49D-EB22-D455-4F54-3A42D924644E}"/>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00" name="Group 1099">
            <a:extLst>
              <a:ext uri="{FF2B5EF4-FFF2-40B4-BE49-F238E27FC236}">
                <a16:creationId xmlns:a16="http://schemas.microsoft.com/office/drawing/2014/main" id="{37B6A2A1-7072-8BCA-659D-C04DB1ED84AF}"/>
              </a:ext>
            </a:extLst>
          </p:cNvPr>
          <p:cNvGrpSpPr/>
          <p:nvPr/>
        </p:nvGrpSpPr>
        <p:grpSpPr>
          <a:xfrm>
            <a:off x="10506599" y="811556"/>
            <a:ext cx="721206" cy="609701"/>
            <a:chOff x="11226844" y="909114"/>
            <a:chExt cx="871904" cy="748695"/>
          </a:xfrm>
        </p:grpSpPr>
        <p:sp>
          <p:nvSpPr>
            <p:cNvPr id="1101" name="Rectangle 1100">
              <a:extLst>
                <a:ext uri="{FF2B5EF4-FFF2-40B4-BE49-F238E27FC236}">
                  <a16:creationId xmlns:a16="http://schemas.microsoft.com/office/drawing/2014/main" id="{C3F63FB7-D0EC-5F46-8DEF-8E9F70CBDED7}"/>
                </a:ext>
              </a:extLst>
            </p:cNvPr>
            <p:cNvSpPr/>
            <p:nvPr/>
          </p:nvSpPr>
          <p:spPr>
            <a:xfrm>
              <a:off x="1122684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102" name="Rectangle 1101">
              <a:extLst>
                <a:ext uri="{FF2B5EF4-FFF2-40B4-BE49-F238E27FC236}">
                  <a16:creationId xmlns:a16="http://schemas.microsoft.com/office/drawing/2014/main" id="{5A6EB0B3-E7DA-F927-866C-43DC6ADB8F06}"/>
                </a:ext>
              </a:extLst>
            </p:cNvPr>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3" name="Oval 15">
              <a:extLst>
                <a:ext uri="{FF2B5EF4-FFF2-40B4-BE49-F238E27FC236}">
                  <a16:creationId xmlns:a16="http://schemas.microsoft.com/office/drawing/2014/main" id="{BE8CDB4C-5A38-E110-09DB-E2ADF86BCC68}"/>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04" name="Straight Connector 1103">
              <a:extLst>
                <a:ext uri="{FF2B5EF4-FFF2-40B4-BE49-F238E27FC236}">
                  <a16:creationId xmlns:a16="http://schemas.microsoft.com/office/drawing/2014/main" id="{B61FCF49-9617-D3C2-1DA6-8C0A0E87FD33}"/>
                </a:ext>
              </a:extLst>
            </p:cNvPr>
            <p:cNvCxnSpPr>
              <a:cxnSpLocks/>
              <a:stCxn id="1103"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05" name="Straight Connector 1104">
              <a:extLst>
                <a:ext uri="{FF2B5EF4-FFF2-40B4-BE49-F238E27FC236}">
                  <a16:creationId xmlns:a16="http://schemas.microsoft.com/office/drawing/2014/main" id="{C2942807-C39B-0B13-CCBA-D2F1B43C6FEA}"/>
                </a:ext>
              </a:extLst>
            </p:cNvPr>
            <p:cNvCxnSpPr>
              <a:cxnSpLocks/>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06" name="Group 1105">
            <a:extLst>
              <a:ext uri="{FF2B5EF4-FFF2-40B4-BE49-F238E27FC236}">
                <a16:creationId xmlns:a16="http://schemas.microsoft.com/office/drawing/2014/main" id="{8F6CA03A-C5DC-6FF7-1B8E-3DDF54BE5A1B}"/>
              </a:ext>
            </a:extLst>
          </p:cNvPr>
          <p:cNvGrpSpPr/>
          <p:nvPr/>
        </p:nvGrpSpPr>
        <p:grpSpPr>
          <a:xfrm>
            <a:off x="7113073" y="809264"/>
            <a:ext cx="721206" cy="609701"/>
            <a:chOff x="4289253" y="909114"/>
            <a:chExt cx="871904" cy="748695"/>
          </a:xfrm>
        </p:grpSpPr>
        <p:sp>
          <p:nvSpPr>
            <p:cNvPr id="1107" name="Rectangle 1106">
              <a:extLst>
                <a:ext uri="{FF2B5EF4-FFF2-40B4-BE49-F238E27FC236}">
                  <a16:creationId xmlns:a16="http://schemas.microsoft.com/office/drawing/2014/main" id="{791C2999-E1F5-5B75-19C9-286BC599B0F7}"/>
                </a:ext>
              </a:extLst>
            </p:cNvPr>
            <p:cNvSpPr/>
            <p:nvPr/>
          </p:nvSpPr>
          <p:spPr>
            <a:xfrm>
              <a:off x="4289253"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108" name="Rectangle 1107">
              <a:extLst>
                <a:ext uri="{FF2B5EF4-FFF2-40B4-BE49-F238E27FC236}">
                  <a16:creationId xmlns:a16="http://schemas.microsoft.com/office/drawing/2014/main" id="{3AF48288-A986-D84C-EE8E-FC761CE4DC2C}"/>
                </a:ext>
              </a:extLst>
            </p:cNvPr>
            <p:cNvSpPr/>
            <p:nvPr/>
          </p:nvSpPr>
          <p:spPr>
            <a:xfrm flipV="1">
              <a:off x="5036004" y="916254"/>
              <a:ext cx="121127"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9" name="Oval 15">
              <a:extLst>
                <a:ext uri="{FF2B5EF4-FFF2-40B4-BE49-F238E27FC236}">
                  <a16:creationId xmlns:a16="http://schemas.microsoft.com/office/drawing/2014/main" id="{11AE7795-9D45-449F-1FE9-805AFF01BB22}"/>
                </a:ext>
              </a:extLst>
            </p:cNvPr>
            <p:cNvSpPr/>
            <p:nvPr/>
          </p:nvSpPr>
          <p:spPr>
            <a:xfrm>
              <a:off x="5069116"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10" name="Straight Connector 1109">
              <a:extLst>
                <a:ext uri="{FF2B5EF4-FFF2-40B4-BE49-F238E27FC236}">
                  <a16:creationId xmlns:a16="http://schemas.microsoft.com/office/drawing/2014/main" id="{B2CFD2A9-8665-771E-396A-0CDEF3299B85}"/>
                </a:ext>
              </a:extLst>
            </p:cNvPr>
            <p:cNvCxnSpPr>
              <a:cxnSpLocks/>
              <a:stCxn id="1109" idx="0"/>
            </p:cNvCxnSpPr>
            <p:nvPr/>
          </p:nvCxnSpPr>
          <p:spPr>
            <a:xfrm flipV="1">
              <a:off x="5076002"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11" name="Straight Connector 1110">
              <a:extLst>
                <a:ext uri="{FF2B5EF4-FFF2-40B4-BE49-F238E27FC236}">
                  <a16:creationId xmlns:a16="http://schemas.microsoft.com/office/drawing/2014/main" id="{E57BD819-CCA6-2668-9B16-B79BB3373962}"/>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12" name="Group 1111">
            <a:extLst>
              <a:ext uri="{FF2B5EF4-FFF2-40B4-BE49-F238E27FC236}">
                <a16:creationId xmlns:a16="http://schemas.microsoft.com/office/drawing/2014/main" id="{E1E3A798-056E-F2C8-7F96-1F103A3067E4}"/>
              </a:ext>
            </a:extLst>
          </p:cNvPr>
          <p:cNvGrpSpPr/>
          <p:nvPr/>
        </p:nvGrpSpPr>
        <p:grpSpPr>
          <a:xfrm>
            <a:off x="10504032" y="2975151"/>
            <a:ext cx="721206" cy="609701"/>
            <a:chOff x="11226844" y="3371220"/>
            <a:chExt cx="871904" cy="748695"/>
          </a:xfrm>
        </p:grpSpPr>
        <p:sp>
          <p:nvSpPr>
            <p:cNvPr id="1113" name="Rectangle 1112">
              <a:extLst>
                <a:ext uri="{FF2B5EF4-FFF2-40B4-BE49-F238E27FC236}">
                  <a16:creationId xmlns:a16="http://schemas.microsoft.com/office/drawing/2014/main" id="{3671ED48-1CE2-408C-7900-5824911523BE}"/>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solidFill>
                  <a:latin typeface="Century Gothic" panose="020B0502020202020204" pitchFamily="34" charset="0"/>
                </a:rPr>
                <a:t>Microsoft Entra Agent Identities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114" name="Rectangle 1113">
              <a:extLst>
                <a:ext uri="{FF2B5EF4-FFF2-40B4-BE49-F238E27FC236}">
                  <a16:creationId xmlns:a16="http://schemas.microsoft.com/office/drawing/2014/main" id="{32A3E456-CE7E-7565-3CAA-ADF2933807EC}"/>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5" name="Oval 15">
              <a:extLst>
                <a:ext uri="{FF2B5EF4-FFF2-40B4-BE49-F238E27FC236}">
                  <a16:creationId xmlns:a16="http://schemas.microsoft.com/office/drawing/2014/main" id="{CEDAB592-272A-2951-D7E6-2F10AA4ABD76}"/>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16" name="Straight Connector 1115">
              <a:extLst>
                <a:ext uri="{FF2B5EF4-FFF2-40B4-BE49-F238E27FC236}">
                  <a16:creationId xmlns:a16="http://schemas.microsoft.com/office/drawing/2014/main" id="{118D7EE8-C4FA-D7CA-86B3-F48FA5150F69}"/>
                </a:ext>
              </a:extLst>
            </p:cNvPr>
            <p:cNvCxnSpPr>
              <a:cxnSpLocks/>
              <a:stCxn id="1115"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17" name="Straight Connector 1116">
              <a:extLst>
                <a:ext uri="{FF2B5EF4-FFF2-40B4-BE49-F238E27FC236}">
                  <a16:creationId xmlns:a16="http://schemas.microsoft.com/office/drawing/2014/main" id="{FDB8C450-9EC0-9DF3-7797-67D71D44E045}"/>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18" name="Group 1117">
            <a:extLst>
              <a:ext uri="{FF2B5EF4-FFF2-40B4-BE49-F238E27FC236}">
                <a16:creationId xmlns:a16="http://schemas.microsoft.com/office/drawing/2014/main" id="{9B7ACFF3-58CE-B885-7702-3F3079C1D545}"/>
              </a:ext>
            </a:extLst>
          </p:cNvPr>
          <p:cNvGrpSpPr/>
          <p:nvPr/>
        </p:nvGrpSpPr>
        <p:grpSpPr>
          <a:xfrm>
            <a:off x="10518347" y="1536011"/>
            <a:ext cx="721206" cy="609701"/>
            <a:chOff x="11226844" y="88412"/>
            <a:chExt cx="871904" cy="748695"/>
          </a:xfrm>
        </p:grpSpPr>
        <p:sp>
          <p:nvSpPr>
            <p:cNvPr id="1119" name="Rectangle 1118">
              <a:hlinkHover r:id="" action="ppaction://noaction" highlightClick="1"/>
              <a:extLst>
                <a:ext uri="{FF2B5EF4-FFF2-40B4-BE49-F238E27FC236}">
                  <a16:creationId xmlns:a16="http://schemas.microsoft.com/office/drawing/2014/main" id="{76C21EC3-0332-DB29-E00B-E462FF54198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AI Services</a:t>
              </a:r>
            </a:p>
          </p:txBody>
        </p:sp>
        <p:sp>
          <p:nvSpPr>
            <p:cNvPr id="1120" name="Oval 1119">
              <a:extLst>
                <a:ext uri="{FF2B5EF4-FFF2-40B4-BE49-F238E27FC236}">
                  <a16:creationId xmlns:a16="http://schemas.microsoft.com/office/drawing/2014/main" id="{3510D7DF-2909-F083-5FA4-464BAD76F183}"/>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1" name="Isosceles Triangle 648">
              <a:extLst>
                <a:ext uri="{FF2B5EF4-FFF2-40B4-BE49-F238E27FC236}">
                  <a16:creationId xmlns:a16="http://schemas.microsoft.com/office/drawing/2014/main" id="{0E6D19FB-3DEE-6EEB-6825-2DF4C2169301}"/>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28" name="Group 1127">
            <a:extLst>
              <a:ext uri="{FF2B5EF4-FFF2-40B4-BE49-F238E27FC236}">
                <a16:creationId xmlns:a16="http://schemas.microsoft.com/office/drawing/2014/main" id="{35689C85-C978-660E-42A7-88771BC4E142}"/>
              </a:ext>
            </a:extLst>
          </p:cNvPr>
          <p:cNvGrpSpPr/>
          <p:nvPr/>
        </p:nvGrpSpPr>
        <p:grpSpPr>
          <a:xfrm>
            <a:off x="11352864" y="5143204"/>
            <a:ext cx="721206" cy="609701"/>
            <a:chOff x="9244679" y="3370808"/>
            <a:chExt cx="871904" cy="748695"/>
          </a:xfrm>
        </p:grpSpPr>
        <p:sp>
          <p:nvSpPr>
            <p:cNvPr id="1129" name="Rectangle 1128">
              <a:extLst>
                <a:ext uri="{FF2B5EF4-FFF2-40B4-BE49-F238E27FC236}">
                  <a16:creationId xmlns:a16="http://schemas.microsoft.com/office/drawing/2014/main" id="{DC9EA29F-DFCD-08CD-45A1-0345D4D19C95}"/>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1130" name="Rectangle 1129">
              <a:extLst>
                <a:ext uri="{FF2B5EF4-FFF2-40B4-BE49-F238E27FC236}">
                  <a16:creationId xmlns:a16="http://schemas.microsoft.com/office/drawing/2014/main" id="{4413AAA5-EA3E-C421-9470-64CF114863B6}"/>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1" name="Oval 15">
              <a:extLst>
                <a:ext uri="{FF2B5EF4-FFF2-40B4-BE49-F238E27FC236}">
                  <a16:creationId xmlns:a16="http://schemas.microsoft.com/office/drawing/2014/main" id="{E827DECD-ED1C-12BE-B78E-563A9161DDFC}"/>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32" name="Straight Connector 1131">
              <a:extLst>
                <a:ext uri="{FF2B5EF4-FFF2-40B4-BE49-F238E27FC236}">
                  <a16:creationId xmlns:a16="http://schemas.microsoft.com/office/drawing/2014/main" id="{3B03A348-7CD2-5A62-27A6-CE4EB790F852}"/>
                </a:ext>
              </a:extLst>
            </p:cNvPr>
            <p:cNvCxnSpPr>
              <a:cxnSpLocks/>
              <a:stCxn id="1131"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33" name="Straight Connector 1132">
              <a:extLst>
                <a:ext uri="{FF2B5EF4-FFF2-40B4-BE49-F238E27FC236}">
                  <a16:creationId xmlns:a16="http://schemas.microsoft.com/office/drawing/2014/main" id="{000B5193-0691-0EE2-9B2A-64FBD673F66A}"/>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34" name="Group 1133">
            <a:extLst>
              <a:ext uri="{FF2B5EF4-FFF2-40B4-BE49-F238E27FC236}">
                <a16:creationId xmlns:a16="http://schemas.microsoft.com/office/drawing/2014/main" id="{72705516-F9AD-5FD4-BD62-089CF5F2E27D}"/>
              </a:ext>
            </a:extLst>
          </p:cNvPr>
          <p:cNvGrpSpPr/>
          <p:nvPr/>
        </p:nvGrpSpPr>
        <p:grpSpPr>
          <a:xfrm>
            <a:off x="7114819" y="2256881"/>
            <a:ext cx="721206" cy="609701"/>
            <a:chOff x="9244679" y="3370808"/>
            <a:chExt cx="871904" cy="748695"/>
          </a:xfrm>
        </p:grpSpPr>
        <p:sp>
          <p:nvSpPr>
            <p:cNvPr id="1135" name="Rectangle 1134">
              <a:extLst>
                <a:ext uri="{FF2B5EF4-FFF2-40B4-BE49-F238E27FC236}">
                  <a16:creationId xmlns:a16="http://schemas.microsoft.com/office/drawing/2014/main" id="{6975FB8E-9B58-B6E5-E80F-816353C0E45E}"/>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1136" name="Rectangle 1135">
              <a:extLst>
                <a:ext uri="{FF2B5EF4-FFF2-40B4-BE49-F238E27FC236}">
                  <a16:creationId xmlns:a16="http://schemas.microsoft.com/office/drawing/2014/main" id="{7AE3E297-64EB-3884-0CD8-E934D8638708}"/>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7" name="Oval 15">
              <a:extLst>
                <a:ext uri="{FF2B5EF4-FFF2-40B4-BE49-F238E27FC236}">
                  <a16:creationId xmlns:a16="http://schemas.microsoft.com/office/drawing/2014/main" id="{43487005-4EE3-1362-D0A6-4FD3C3951F09}"/>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38" name="Straight Connector 1137">
              <a:extLst>
                <a:ext uri="{FF2B5EF4-FFF2-40B4-BE49-F238E27FC236}">
                  <a16:creationId xmlns:a16="http://schemas.microsoft.com/office/drawing/2014/main" id="{8ECA450F-30DD-ED2A-ED8C-0E9FED804C1C}"/>
                </a:ext>
              </a:extLst>
            </p:cNvPr>
            <p:cNvCxnSpPr>
              <a:cxnSpLocks/>
              <a:stCxn id="1137"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39" name="Straight Connector 1138">
              <a:extLst>
                <a:ext uri="{FF2B5EF4-FFF2-40B4-BE49-F238E27FC236}">
                  <a16:creationId xmlns:a16="http://schemas.microsoft.com/office/drawing/2014/main" id="{180FA9B8-7E21-EE02-3DAB-7F1000B31DB3}"/>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 name="Group 1">
            <a:extLst>
              <a:ext uri="{FF2B5EF4-FFF2-40B4-BE49-F238E27FC236}">
                <a16:creationId xmlns:a16="http://schemas.microsoft.com/office/drawing/2014/main" id="{C6AD4813-34CC-08F0-A84C-1F41EA235BE2}"/>
              </a:ext>
            </a:extLst>
          </p:cNvPr>
          <p:cNvGrpSpPr/>
          <p:nvPr/>
        </p:nvGrpSpPr>
        <p:grpSpPr>
          <a:xfrm>
            <a:off x="7905566" y="751337"/>
            <a:ext cx="3396155" cy="4999377"/>
            <a:chOff x="7905566" y="751337"/>
            <a:chExt cx="3396155" cy="4999377"/>
          </a:xfrm>
        </p:grpSpPr>
        <p:cxnSp>
          <p:nvCxnSpPr>
            <p:cNvPr id="3" name="Straight Connector 2">
              <a:extLst>
                <a:ext uri="{FF2B5EF4-FFF2-40B4-BE49-F238E27FC236}">
                  <a16:creationId xmlns:a16="http://schemas.microsoft.com/office/drawing/2014/main" id="{1E97D85A-FFB2-9BA4-7148-8ECC064E2E04}"/>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3EA2719C-8AD5-A556-2D77-29DAF1EB2726}"/>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251B207F-E2F2-2B45-A747-419DAD5839A9}"/>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04C90BCC-EE46-5E6F-0017-95492C909013}"/>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C876F742-9725-C5F7-5E89-0C8D1C5FF692}"/>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91A9335E-806E-D82C-D156-2D321C6B4D6F}"/>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7C1975A5-3D17-5B84-CDAE-C0AD05FFDB88}"/>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0" name="Straight Connector 9">
            <a:extLst>
              <a:ext uri="{FF2B5EF4-FFF2-40B4-BE49-F238E27FC236}">
                <a16:creationId xmlns:a16="http://schemas.microsoft.com/office/drawing/2014/main" id="{C5B21C35-110C-2D33-7FCB-1F0A5401DB99}"/>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11" name="Picture 10">
            <a:hlinkClick r:id="rId3" action="ppaction://hlinksldjump"/>
            <a:extLst>
              <a:ext uri="{FF2B5EF4-FFF2-40B4-BE49-F238E27FC236}">
                <a16:creationId xmlns:a16="http://schemas.microsoft.com/office/drawing/2014/main" id="{80F38F06-BE94-C638-653B-7F3CD6E486BF}"/>
              </a:ext>
            </a:extLst>
          </p:cNvPr>
          <p:cNvPicPr>
            <a:picLocks noChangeAspect="1"/>
          </p:cNvPicPr>
          <p:nvPr/>
        </p:nvPicPr>
        <p:blipFill>
          <a:blip r:embed="rId4"/>
          <a:stretch>
            <a:fillRect/>
          </a:stretch>
        </p:blipFill>
        <p:spPr>
          <a:xfrm>
            <a:off x="0" y="0"/>
            <a:ext cx="211626" cy="6858000"/>
          </a:xfrm>
          <a:prstGeom prst="rect">
            <a:avLst/>
          </a:prstGeom>
        </p:spPr>
      </p:pic>
      <p:grpSp>
        <p:nvGrpSpPr>
          <p:cNvPr id="12" name="Group 11">
            <a:extLst>
              <a:ext uri="{FF2B5EF4-FFF2-40B4-BE49-F238E27FC236}">
                <a16:creationId xmlns:a16="http://schemas.microsoft.com/office/drawing/2014/main" id="{05A50762-1CF9-F503-3F9E-A24C74BB8183}"/>
              </a:ext>
            </a:extLst>
          </p:cNvPr>
          <p:cNvGrpSpPr/>
          <p:nvPr/>
        </p:nvGrpSpPr>
        <p:grpSpPr>
          <a:xfrm>
            <a:off x="9658105" y="2978440"/>
            <a:ext cx="721206" cy="609701"/>
            <a:chOff x="10243575" y="88412"/>
            <a:chExt cx="871904" cy="748695"/>
          </a:xfrm>
        </p:grpSpPr>
        <p:sp>
          <p:nvSpPr>
            <p:cNvPr id="13" name="Rectangle 12">
              <a:hlinkHover r:id="" action="ppaction://noaction" highlightClick="1"/>
              <a:extLst>
                <a:ext uri="{FF2B5EF4-FFF2-40B4-BE49-F238E27FC236}">
                  <a16:creationId xmlns:a16="http://schemas.microsoft.com/office/drawing/2014/main" id="{0DD8B68F-7002-B5CE-6C2E-A8B05D58758E}"/>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14" name="Diamond 13">
              <a:extLst>
                <a:ext uri="{FF2B5EF4-FFF2-40B4-BE49-F238E27FC236}">
                  <a16:creationId xmlns:a16="http://schemas.microsoft.com/office/drawing/2014/main" id="{DE746AC5-5084-178A-61FF-45ABE4E7A6FA}"/>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 name="Oval 14">
              <a:extLst>
                <a:ext uri="{FF2B5EF4-FFF2-40B4-BE49-F238E27FC236}">
                  <a16:creationId xmlns:a16="http://schemas.microsoft.com/office/drawing/2014/main" id="{6E95FAB0-0142-3EAE-FBCE-4815387BD150}"/>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04620877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fade">
                                      <p:cBhvr>
                                        <p:cTn id="7" dur="500"/>
                                        <p:tgtEl>
                                          <p:spTgt spid="41"/>
                                        </p:tgtEl>
                                      </p:cBhvr>
                                    </p:animEffect>
                                  </p:childTnLst>
                                </p:cTn>
                              </p:par>
                              <p:par>
                                <p:cTn id="8" presetID="10" presetClass="entr" presetSubtype="0" fill="hold" nodeType="withEffect">
                                  <p:stCondLst>
                                    <p:cond delay="0"/>
                                  </p:stCondLst>
                                  <p:childTnLst>
                                    <p:set>
                                      <p:cBhvr>
                                        <p:cTn id="9" dur="1" fill="hold">
                                          <p:stCondLst>
                                            <p:cond delay="0"/>
                                          </p:stCondLst>
                                        </p:cTn>
                                        <p:tgtEl>
                                          <p:spTgt spid="462"/>
                                        </p:tgtEl>
                                        <p:attrNameLst>
                                          <p:attrName>style.visibility</p:attrName>
                                        </p:attrNameLst>
                                      </p:cBhvr>
                                      <p:to>
                                        <p:strVal val="visible"/>
                                      </p:to>
                                    </p:set>
                                    <p:animEffect transition="in" filter="fade">
                                      <p:cBhvr>
                                        <p:cTn id="10" dur="500"/>
                                        <p:tgtEl>
                                          <p:spTgt spid="462"/>
                                        </p:tgtEl>
                                      </p:cBhvr>
                                    </p:animEffect>
                                  </p:childTnLst>
                                </p:cTn>
                              </p:par>
                              <p:par>
                                <p:cTn id="11" presetID="10" presetClass="entr" presetSubtype="0" fill="hold" nodeType="withEffect">
                                  <p:stCondLst>
                                    <p:cond delay="0"/>
                                  </p:stCondLst>
                                  <p:childTnLst>
                                    <p:set>
                                      <p:cBhvr>
                                        <p:cTn id="12" dur="1" fill="hold">
                                          <p:stCondLst>
                                            <p:cond delay="0"/>
                                          </p:stCondLst>
                                        </p:cTn>
                                        <p:tgtEl>
                                          <p:spTgt spid="484"/>
                                        </p:tgtEl>
                                        <p:attrNameLst>
                                          <p:attrName>style.visibility</p:attrName>
                                        </p:attrNameLst>
                                      </p:cBhvr>
                                      <p:to>
                                        <p:strVal val="visible"/>
                                      </p:to>
                                    </p:set>
                                    <p:animEffect transition="in" filter="fade">
                                      <p:cBhvr>
                                        <p:cTn id="13" dur="500"/>
                                        <p:tgtEl>
                                          <p:spTgt spid="484"/>
                                        </p:tgtEl>
                                      </p:cBhvr>
                                    </p:animEffect>
                                  </p:childTnLst>
                                </p:cTn>
                              </p:par>
                              <p:par>
                                <p:cTn id="14" presetID="10" presetClass="entr" presetSubtype="0" fill="hold" nodeType="withEffect">
                                  <p:stCondLst>
                                    <p:cond delay="0"/>
                                  </p:stCondLst>
                                  <p:childTnLst>
                                    <p:set>
                                      <p:cBhvr>
                                        <p:cTn id="15" dur="1" fill="hold">
                                          <p:stCondLst>
                                            <p:cond delay="0"/>
                                          </p:stCondLst>
                                        </p:cTn>
                                        <p:tgtEl>
                                          <p:spTgt spid="504"/>
                                        </p:tgtEl>
                                        <p:attrNameLst>
                                          <p:attrName>style.visibility</p:attrName>
                                        </p:attrNameLst>
                                      </p:cBhvr>
                                      <p:to>
                                        <p:strVal val="visible"/>
                                      </p:to>
                                    </p:set>
                                    <p:animEffect transition="in" filter="fade">
                                      <p:cBhvr>
                                        <p:cTn id="16" dur="500"/>
                                        <p:tgtEl>
                                          <p:spTgt spid="504"/>
                                        </p:tgtEl>
                                      </p:cBhvr>
                                    </p:animEffect>
                                  </p:childTnLst>
                                </p:cTn>
                              </p:par>
                              <p:par>
                                <p:cTn id="17" presetID="10" presetClass="entr" presetSubtype="0" fill="hold" nodeType="withEffect">
                                  <p:stCondLst>
                                    <p:cond delay="0"/>
                                  </p:stCondLst>
                                  <p:childTnLst>
                                    <p:set>
                                      <p:cBhvr>
                                        <p:cTn id="18" dur="1" fill="hold">
                                          <p:stCondLst>
                                            <p:cond delay="0"/>
                                          </p:stCondLst>
                                        </p:cTn>
                                        <p:tgtEl>
                                          <p:spTgt spid="119"/>
                                        </p:tgtEl>
                                        <p:attrNameLst>
                                          <p:attrName>style.visibility</p:attrName>
                                        </p:attrNameLst>
                                      </p:cBhvr>
                                      <p:to>
                                        <p:strVal val="visible"/>
                                      </p:to>
                                    </p:set>
                                    <p:animEffect transition="in" filter="fade">
                                      <p:cBhvr>
                                        <p:cTn id="19" dur="500"/>
                                        <p:tgtEl>
                                          <p:spTgt spid="119"/>
                                        </p:tgtEl>
                                      </p:cBhvr>
                                    </p:animEffect>
                                  </p:childTnLst>
                                </p:cTn>
                              </p:par>
                            </p:childTnLst>
                          </p:cTn>
                        </p:par>
                        <p:par>
                          <p:cTn id="20" fill="hold">
                            <p:stCondLst>
                              <p:cond delay="500"/>
                            </p:stCondLst>
                            <p:childTnLst>
                              <p:par>
                                <p:cTn id="21" presetID="26" presetClass="emph" presetSubtype="0" fill="hold" nodeType="afterEffect">
                                  <p:stCondLst>
                                    <p:cond delay="0"/>
                                  </p:stCondLst>
                                  <p:childTnLst>
                                    <p:animEffect transition="out" filter="fade">
                                      <p:cBhvr>
                                        <p:cTn id="22" dur="500" tmFilter="0, 0; .2, .5; .8, .5; 1, 0"/>
                                        <p:tgtEl>
                                          <p:spTgt spid="41"/>
                                        </p:tgtEl>
                                      </p:cBhvr>
                                    </p:animEffect>
                                    <p:animScale>
                                      <p:cBhvr>
                                        <p:cTn id="23" dur="250" autoRev="1" fill="hold"/>
                                        <p:tgtEl>
                                          <p:spTgt spid="41"/>
                                        </p:tgtEl>
                                      </p:cBhvr>
                                      <p:by x="105000" y="105000"/>
                                    </p:animScale>
                                  </p:childTnLst>
                                </p:cTn>
                              </p:par>
                              <p:par>
                                <p:cTn id="24" presetID="26" presetClass="emph" presetSubtype="0" fill="hold" nodeType="withEffect">
                                  <p:stCondLst>
                                    <p:cond delay="0"/>
                                  </p:stCondLst>
                                  <p:childTnLst>
                                    <p:animEffect transition="out" filter="fade">
                                      <p:cBhvr>
                                        <p:cTn id="25" dur="500" tmFilter="0, 0; .2, .5; .8, .5; 1, 0"/>
                                        <p:tgtEl>
                                          <p:spTgt spid="462"/>
                                        </p:tgtEl>
                                      </p:cBhvr>
                                    </p:animEffect>
                                    <p:animScale>
                                      <p:cBhvr>
                                        <p:cTn id="26" dur="250" autoRev="1" fill="hold"/>
                                        <p:tgtEl>
                                          <p:spTgt spid="462"/>
                                        </p:tgtEl>
                                      </p:cBhvr>
                                      <p:by x="105000" y="105000"/>
                                    </p:animScale>
                                  </p:childTnLst>
                                </p:cTn>
                              </p:par>
                              <p:par>
                                <p:cTn id="27" presetID="26" presetClass="emph" presetSubtype="0" fill="hold" nodeType="withEffect">
                                  <p:stCondLst>
                                    <p:cond delay="0"/>
                                  </p:stCondLst>
                                  <p:childTnLst>
                                    <p:animEffect transition="out" filter="fade">
                                      <p:cBhvr>
                                        <p:cTn id="28" dur="500" tmFilter="0, 0; .2, .5; .8, .5; 1, 0"/>
                                        <p:tgtEl>
                                          <p:spTgt spid="484"/>
                                        </p:tgtEl>
                                      </p:cBhvr>
                                    </p:animEffect>
                                    <p:animScale>
                                      <p:cBhvr>
                                        <p:cTn id="29" dur="250" autoRev="1" fill="hold"/>
                                        <p:tgtEl>
                                          <p:spTgt spid="484"/>
                                        </p:tgtEl>
                                      </p:cBhvr>
                                      <p:by x="105000" y="105000"/>
                                    </p:animScale>
                                  </p:childTnLst>
                                </p:cTn>
                              </p:par>
                              <p:par>
                                <p:cTn id="30" presetID="26" presetClass="emph" presetSubtype="0" fill="hold" nodeType="withEffect">
                                  <p:stCondLst>
                                    <p:cond delay="0"/>
                                  </p:stCondLst>
                                  <p:childTnLst>
                                    <p:animEffect transition="out" filter="fade">
                                      <p:cBhvr>
                                        <p:cTn id="31" dur="500" tmFilter="0, 0; .2, .5; .8, .5; 1, 0"/>
                                        <p:tgtEl>
                                          <p:spTgt spid="504"/>
                                        </p:tgtEl>
                                      </p:cBhvr>
                                    </p:animEffect>
                                    <p:animScale>
                                      <p:cBhvr>
                                        <p:cTn id="32" dur="250" autoRev="1" fill="hold"/>
                                        <p:tgtEl>
                                          <p:spTgt spid="504"/>
                                        </p:tgtEl>
                                      </p:cBhvr>
                                      <p:by x="105000" y="105000"/>
                                    </p:animScale>
                                  </p:childTnLst>
                                </p:cTn>
                              </p:par>
                              <p:par>
                                <p:cTn id="33" presetID="26" presetClass="emph" presetSubtype="0" fill="hold" nodeType="withEffect">
                                  <p:stCondLst>
                                    <p:cond delay="0"/>
                                  </p:stCondLst>
                                  <p:childTnLst>
                                    <p:animEffect transition="out" filter="fade">
                                      <p:cBhvr>
                                        <p:cTn id="34" dur="500" tmFilter="0, 0; .2, .5; .8, .5; 1, 0"/>
                                        <p:tgtEl>
                                          <p:spTgt spid="119"/>
                                        </p:tgtEl>
                                      </p:cBhvr>
                                    </p:animEffect>
                                    <p:animScale>
                                      <p:cBhvr>
                                        <p:cTn id="35" dur="250" autoRev="1" fill="hold"/>
                                        <p:tgtEl>
                                          <p:spTgt spid="119"/>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a:extLst>
              <a:ext uri="{FF2B5EF4-FFF2-40B4-BE49-F238E27FC236}">
                <a16:creationId xmlns:a16="http://schemas.microsoft.com/office/drawing/2014/main" id="{97A0A120-D305-D492-63AA-5D5F9805D54E}"/>
              </a:ext>
            </a:extLst>
          </p:cNvPr>
          <p:cNvPicPr>
            <a:picLocks noChangeAspect="1"/>
          </p:cNvPicPr>
          <p:nvPr/>
        </p:nvPicPr>
        <p:blipFill>
          <a:blip r:embed="rId3" cstate="screen">
            <a:alphaModFix amt="69000"/>
            <a:extLst>
              <a:ext uri="{28A0092B-C50C-407E-A947-70E740481C1C}">
                <a14:useLocalDpi xmlns:a14="http://schemas.microsoft.com/office/drawing/2010/main"/>
              </a:ext>
            </a:extLst>
          </a:blip>
          <a:stretch>
            <a:fillRect/>
          </a:stretch>
        </p:blipFill>
        <p:spPr>
          <a:xfrm>
            <a:off x="0" y="973"/>
            <a:ext cx="12192000" cy="6857027"/>
          </a:xfrm>
          <a:prstGeom prst="rect">
            <a:avLst/>
          </a:prstGeom>
        </p:spPr>
      </p:pic>
      <p:sp>
        <p:nvSpPr>
          <p:cNvPr id="12" name="Rectangle 11">
            <a:extLst>
              <a:ext uri="{FF2B5EF4-FFF2-40B4-BE49-F238E27FC236}">
                <a16:creationId xmlns:a16="http://schemas.microsoft.com/office/drawing/2014/main" id="{45C45B44-C99A-9570-2D65-5AB9D3185BE9}"/>
              </a:ext>
            </a:extLst>
          </p:cNvPr>
          <p:cNvSpPr/>
          <p:nvPr/>
        </p:nvSpPr>
        <p:spPr bwMode="auto">
          <a:xfrm>
            <a:off x="0" y="0"/>
            <a:ext cx="5894962" cy="6857027"/>
          </a:xfrm>
          <a:prstGeom prst="rect">
            <a:avLst/>
          </a:prstGeom>
          <a:solidFill>
            <a:schemeClr val="tx1">
              <a:alpha val="83000"/>
            </a:schemeClr>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GB" sz="1600" b="0" i="0" u="none" strike="noStrike" kern="1200" cap="none" spc="0" normalizeH="0" baseline="0" noProof="0">
              <a:ln>
                <a:noFill/>
              </a:ln>
              <a:gradFill>
                <a:gsLst>
                  <a:gs pos="40075">
                    <a:srgbClr val="FFFFFF"/>
                  </a:gs>
                  <a:gs pos="30000">
                    <a:srgbClr val="FFFFFF"/>
                  </a:gs>
                </a:gsLst>
                <a:lin ang="5400000" scaled="0"/>
              </a:gradFill>
              <a:effectLst/>
              <a:uLnTx/>
              <a:uFillTx/>
              <a:latin typeface="Segoe UI"/>
              <a:ea typeface="+mn-ea"/>
              <a:cs typeface="+mn-cs"/>
            </a:endParaRPr>
          </a:p>
        </p:txBody>
      </p:sp>
      <mc:AlternateContent xmlns:mc="http://schemas.openxmlformats.org/markup-compatibility/2006" xmlns:pslz="http://schemas.microsoft.com/office/powerpoint/2016/slidezoom">
        <mc:Choice Requires="pslz">
          <p:graphicFrame>
            <p:nvGraphicFramePr>
              <p:cNvPr id="3" name="Slide Zoom 2">
                <a:extLst>
                  <a:ext uri="{FF2B5EF4-FFF2-40B4-BE49-F238E27FC236}">
                    <a16:creationId xmlns:a16="http://schemas.microsoft.com/office/drawing/2014/main" id="{2CA78867-972E-4624-C99F-E0B7B47B81EF}"/>
                  </a:ext>
                </a:extLst>
              </p:cNvPr>
              <p:cNvGraphicFramePr>
                <a:graphicFrameLocks noChangeAspect="1"/>
              </p:cNvGraphicFramePr>
              <p:nvPr/>
            </p:nvGraphicFramePr>
            <p:xfrm>
              <a:off x="9365210" y="5430019"/>
              <a:ext cx="2157228" cy="1213441"/>
            </p:xfrm>
            <a:graphic>
              <a:graphicData uri="http://schemas.microsoft.com/office/powerpoint/2016/slidezoom">
                <pslz:sldZm>
                  <pslz:sldZmObj sldId="1599" cId="3324776221">
                    <pslz:zmPr id="{40004F92-0843-41AF-9684-C29B14EFF4F1}" returnToParent="0" transitionDur="1000">
                      <p166:blipFill xmlns:p166="http://schemas.microsoft.com/office/powerpoint/2016/6/main">
                        <a:blip r:embed="rId4"/>
                        <a:stretch>
                          <a:fillRect/>
                        </a:stretch>
                      </p166:blipFill>
                      <p166:spPr xmlns:p166="http://schemas.microsoft.com/office/powerpoint/2016/6/main">
                        <a:xfrm>
                          <a:off x="0" y="0"/>
                          <a:ext cx="2157228" cy="1213441"/>
                        </a:xfrm>
                        <a:prstGeom prst="rect">
                          <a:avLst/>
                        </a:prstGeom>
                        <a:ln w="3175">
                          <a:solidFill>
                            <a:prstClr val="ltGray"/>
                          </a:solidFill>
                        </a:ln>
                      </p166:spPr>
                    </pslz:zmPr>
                  </pslz:sldZmObj>
                </pslz:sldZm>
              </a:graphicData>
            </a:graphic>
          </p:graphicFrame>
        </mc:Choice>
        <mc:Fallback xmlns="">
          <p:pic>
            <p:nvPicPr>
              <p:cNvPr id="3" name="Slide Zoom 2">
                <a:hlinkClick r:id="rId5" action="ppaction://hlinksldjump"/>
                <a:extLst>
                  <a:ext uri="{FF2B5EF4-FFF2-40B4-BE49-F238E27FC236}">
                    <a16:creationId xmlns:a16="http://schemas.microsoft.com/office/drawing/2014/main" id="{2CA78867-972E-4624-C99F-E0B7B47B81EF}"/>
                  </a:ext>
                </a:extLst>
              </p:cNvPr>
              <p:cNvPicPr>
                <a:picLocks noGrp="1" noRot="1" noChangeAspect="1" noMove="1" noResize="1" noEditPoints="1" noAdjustHandles="1" noChangeArrowheads="1" noChangeShapeType="1"/>
              </p:cNvPicPr>
              <p:nvPr/>
            </p:nvPicPr>
            <p:blipFill>
              <a:blip r:embed="rId6"/>
              <a:stretch>
                <a:fillRect/>
              </a:stretch>
            </p:blipFill>
            <p:spPr>
              <a:xfrm>
                <a:off x="9365210" y="5430019"/>
                <a:ext cx="2157228" cy="1213441"/>
              </a:xfrm>
              <a:prstGeom prst="rect">
                <a:avLst/>
              </a:prstGeom>
              <a:ln w="3175">
                <a:solidFill>
                  <a:prstClr val="ltGray"/>
                </a:solidFill>
              </a:ln>
            </p:spPr>
          </p:pic>
        </mc:Fallback>
      </mc:AlternateContent>
      <mc:AlternateContent xmlns:mc="http://schemas.openxmlformats.org/markup-compatibility/2006" xmlns:pslz="http://schemas.microsoft.com/office/powerpoint/2016/slidezoom">
        <mc:Choice Requires="pslz">
          <p:graphicFrame>
            <p:nvGraphicFramePr>
              <p:cNvPr id="4" name="Slide Zoom 3">
                <a:extLst>
                  <a:ext uri="{FF2B5EF4-FFF2-40B4-BE49-F238E27FC236}">
                    <a16:creationId xmlns:a16="http://schemas.microsoft.com/office/drawing/2014/main" id="{893CC11D-C09E-3956-C342-62925F2557E9}"/>
                  </a:ext>
                </a:extLst>
              </p:cNvPr>
              <p:cNvGraphicFramePr>
                <a:graphicFrameLocks noChangeAspect="1"/>
              </p:cNvGraphicFramePr>
              <p:nvPr>
                <p:extLst>
                  <p:ext uri="{D42A27DB-BD31-4B8C-83A1-F6EECF244321}">
                    <p14:modId xmlns:p14="http://schemas.microsoft.com/office/powerpoint/2010/main" val="3578172617"/>
                  </p:ext>
                </p:extLst>
              </p:nvPr>
            </p:nvGraphicFramePr>
            <p:xfrm>
              <a:off x="669562" y="2006177"/>
              <a:ext cx="2157228" cy="1196710"/>
            </p:xfrm>
            <a:graphic>
              <a:graphicData uri="http://schemas.microsoft.com/office/powerpoint/2016/slidezoom">
                <pslz:sldZm>
                  <pslz:sldZmObj sldId="4426" cId="2625591674">
                    <pslz:zmPr id="{1A44A0B0-7FD0-4BBB-BF14-A748E0F89A95}" returnToParent="0" imageType="cover" transitionDur="1000">
                      <p166:blipFill xmlns:p166="http://schemas.microsoft.com/office/powerpoint/2016/6/main">
                        <a:blip r:embed="rId7">
                          <a:extLst>
                            <a:ext uri="{28A0092B-C50C-407E-A947-70E740481C1C}">
                              <a14:useLocalDpi xmlns:a14="http://schemas.microsoft.com/office/drawing/2010/main" val="0"/>
                            </a:ext>
                          </a:extLst>
                        </a:blip>
                        <a:stretch>
                          <a:fillRect/>
                        </a:stretch>
                      </p166:blipFill>
                      <p166:spPr xmlns:p166="http://schemas.microsoft.com/office/powerpoint/2016/6/main">
                        <a:xfrm>
                          <a:off x="0" y="0"/>
                          <a:ext cx="2157228" cy="1196710"/>
                        </a:xfrm>
                        <a:prstGeom prst="rect">
                          <a:avLst/>
                        </a:prstGeom>
                        <a:ln w="12700">
                          <a:solidFill>
                            <a:prstClr val="ltGray"/>
                          </a:solidFill>
                        </a:ln>
                      </p166:spPr>
                    </pslz:zmPr>
                  </pslz:sldZmObj>
                </pslz:sldZm>
              </a:graphicData>
            </a:graphic>
          </p:graphicFrame>
        </mc:Choice>
        <mc:Fallback xmlns="">
          <p:pic>
            <p:nvPicPr>
              <p:cNvPr id="4" name="Slide Zoom 3">
                <a:hlinkClick r:id="rId8" action="ppaction://hlinksldjump"/>
                <a:extLst>
                  <a:ext uri="{FF2B5EF4-FFF2-40B4-BE49-F238E27FC236}">
                    <a16:creationId xmlns:a16="http://schemas.microsoft.com/office/drawing/2014/main" id="{893CC11D-C09E-3956-C342-62925F2557E9}"/>
                  </a:ext>
                </a:extLst>
              </p:cNvPr>
              <p:cNvPicPr>
                <a:picLocks noGrp="1" noRot="1" noChangeAspect="1" noMove="1" noResize="1" noEditPoints="1" noAdjustHandles="1" noChangeArrowheads="1" noChangeShapeType="1"/>
              </p:cNvPicPr>
              <p:nvPr/>
            </p:nvPicPr>
            <p:blipFill>
              <a:blip r:embed="rId9">
                <a:extLst>
                  <a:ext uri="{28A0092B-C50C-407E-A947-70E740481C1C}">
                    <a14:useLocalDpi xmlns:a14="http://schemas.microsoft.com/office/drawing/2010/main" val="0"/>
                  </a:ext>
                </a:extLst>
              </a:blip>
              <a:stretch>
                <a:fillRect/>
              </a:stretch>
            </p:blipFill>
            <p:spPr>
              <a:xfrm>
                <a:off x="669562" y="2006177"/>
                <a:ext cx="2157228" cy="1196710"/>
              </a:xfrm>
              <a:prstGeom prst="rect">
                <a:avLst/>
              </a:prstGeom>
              <a:ln w="12700">
                <a:solidFill>
                  <a:prstClr val="ltGray"/>
                </a:solidFill>
              </a:ln>
            </p:spPr>
          </p:pic>
        </mc:Fallback>
      </mc:AlternateContent>
      <mc:AlternateContent xmlns:mc="http://schemas.openxmlformats.org/markup-compatibility/2006" xmlns:pslz="http://schemas.microsoft.com/office/powerpoint/2016/slidezoom">
        <mc:Choice Requires="pslz">
          <p:graphicFrame>
            <p:nvGraphicFramePr>
              <p:cNvPr id="5" name="Slide Zoom 4">
                <a:extLst>
                  <a:ext uri="{FF2B5EF4-FFF2-40B4-BE49-F238E27FC236}">
                    <a16:creationId xmlns:a16="http://schemas.microsoft.com/office/drawing/2014/main" id="{5F672B84-9DD3-E523-5D9A-31CC881977B9}"/>
                  </a:ext>
                </a:extLst>
              </p:cNvPr>
              <p:cNvGraphicFramePr>
                <a:graphicFrameLocks noChangeAspect="1"/>
              </p:cNvGraphicFramePr>
              <p:nvPr>
                <p:extLst>
                  <p:ext uri="{D42A27DB-BD31-4B8C-83A1-F6EECF244321}">
                    <p14:modId xmlns:p14="http://schemas.microsoft.com/office/powerpoint/2010/main" val="2776825140"/>
                  </p:ext>
                </p:extLst>
              </p:nvPr>
            </p:nvGraphicFramePr>
            <p:xfrm>
              <a:off x="669562" y="3685183"/>
              <a:ext cx="2157228" cy="1197579"/>
            </p:xfrm>
            <a:graphic>
              <a:graphicData uri="http://schemas.microsoft.com/office/powerpoint/2016/slidezoom">
                <pslz:sldZm>
                  <pslz:sldZmObj sldId="4430" cId="996501530">
                    <pslz:zmPr id="{C4777C16-7230-4CAD-A6BC-D75F6D33C590}" returnToParent="0" imageType="cover" transitionDur="1000">
                      <p166:blipFill xmlns:p166="http://schemas.microsoft.com/office/powerpoint/2016/6/main">
                        <a:blip r:embed="rId10">
                          <a:extLst>
                            <a:ext uri="{28A0092B-C50C-407E-A947-70E740481C1C}">
                              <a14:useLocalDpi xmlns:a14="http://schemas.microsoft.com/office/drawing/2010/main" val="0"/>
                            </a:ext>
                          </a:extLst>
                        </a:blip>
                        <a:stretch>
                          <a:fillRect/>
                        </a:stretch>
                      </p166:blipFill>
                      <p166:spPr xmlns:p166="http://schemas.microsoft.com/office/powerpoint/2016/6/main">
                        <a:xfrm>
                          <a:off x="0" y="0"/>
                          <a:ext cx="2157228" cy="1197579"/>
                        </a:xfrm>
                        <a:prstGeom prst="rect">
                          <a:avLst/>
                        </a:prstGeom>
                        <a:ln w="12700">
                          <a:solidFill>
                            <a:prstClr val="ltGray"/>
                          </a:solidFill>
                        </a:ln>
                      </p166:spPr>
                    </pslz:zmPr>
                  </pslz:sldZmObj>
                </pslz:sldZm>
              </a:graphicData>
            </a:graphic>
          </p:graphicFrame>
        </mc:Choice>
        <mc:Fallback xmlns="">
          <p:pic>
            <p:nvPicPr>
              <p:cNvPr id="5" name="Slide Zoom 4">
                <a:hlinkClick r:id="rId11" action="ppaction://hlinksldjump"/>
                <a:extLst>
                  <a:ext uri="{FF2B5EF4-FFF2-40B4-BE49-F238E27FC236}">
                    <a16:creationId xmlns:a16="http://schemas.microsoft.com/office/drawing/2014/main" id="{5F672B84-9DD3-E523-5D9A-31CC881977B9}"/>
                  </a:ext>
                </a:extLst>
              </p:cNvPr>
              <p:cNvPicPr>
                <a:picLocks noGrp="1" noRot="1" noChangeAspect="1" noMove="1" noResize="1" noEditPoints="1" noAdjustHandles="1" noChangeArrowheads="1" noChangeShapeType="1"/>
              </p:cNvPicPr>
              <p:nvPr/>
            </p:nvPicPr>
            <p:blipFill>
              <a:blip r:embed="rId12">
                <a:extLst>
                  <a:ext uri="{28A0092B-C50C-407E-A947-70E740481C1C}">
                    <a14:useLocalDpi xmlns:a14="http://schemas.microsoft.com/office/drawing/2010/main" val="0"/>
                  </a:ext>
                </a:extLst>
              </a:blip>
              <a:stretch>
                <a:fillRect/>
              </a:stretch>
            </p:blipFill>
            <p:spPr>
              <a:xfrm>
                <a:off x="669562" y="3685183"/>
                <a:ext cx="2157228" cy="1197579"/>
              </a:xfrm>
              <a:prstGeom prst="rect">
                <a:avLst/>
              </a:prstGeom>
              <a:ln w="12700">
                <a:solidFill>
                  <a:prstClr val="ltGray"/>
                </a:solidFill>
              </a:ln>
            </p:spPr>
          </p:pic>
        </mc:Fallback>
      </mc:AlternateContent>
      <mc:AlternateContent xmlns:mc="http://schemas.openxmlformats.org/markup-compatibility/2006" xmlns:pslz="http://schemas.microsoft.com/office/powerpoint/2016/slidezoom">
        <mc:Choice Requires="pslz">
          <p:graphicFrame>
            <p:nvGraphicFramePr>
              <p:cNvPr id="6" name="Slide Zoom 5">
                <a:extLst>
                  <a:ext uri="{FF2B5EF4-FFF2-40B4-BE49-F238E27FC236}">
                    <a16:creationId xmlns:a16="http://schemas.microsoft.com/office/drawing/2014/main" id="{38DE2F0A-C65E-60A4-226D-8D1F31119D98}"/>
                  </a:ext>
                </a:extLst>
              </p:cNvPr>
              <p:cNvGraphicFramePr>
                <a:graphicFrameLocks noChangeAspect="1"/>
              </p:cNvGraphicFramePr>
              <p:nvPr>
                <p:extLst>
                  <p:ext uri="{D42A27DB-BD31-4B8C-83A1-F6EECF244321}">
                    <p14:modId xmlns:p14="http://schemas.microsoft.com/office/powerpoint/2010/main" val="3261432973"/>
                  </p:ext>
                </p:extLst>
              </p:nvPr>
            </p:nvGraphicFramePr>
            <p:xfrm>
              <a:off x="3055163" y="343033"/>
              <a:ext cx="2157228" cy="1213441"/>
            </p:xfrm>
            <a:graphic>
              <a:graphicData uri="http://schemas.microsoft.com/office/powerpoint/2016/slidezoom">
                <pslz:sldZm>
                  <pslz:sldZmObj sldId="4436" cId="3411470809">
                    <pslz:zmPr id="{EF5EBD39-9D41-444E-B1F0-2BAB14BE6E34}" returnToParent="0" imageType="cover" transitionDur="1000">
                      <p166:blipFill xmlns:p166="http://schemas.microsoft.com/office/powerpoint/2016/6/main">
                        <a:blip r:embed="rId13">
                          <a:extLst>
                            <a:ext uri="{28A0092B-C50C-407E-A947-70E740481C1C}">
                              <a14:useLocalDpi xmlns:a14="http://schemas.microsoft.com/office/drawing/2010/main" val="0"/>
                            </a:ext>
                          </a:extLst>
                        </a:blip>
                        <a:stretch>
                          <a:fillRect/>
                        </a:stretch>
                      </p166:blipFill>
                      <p166:spPr xmlns:p166="http://schemas.microsoft.com/office/powerpoint/2016/6/main">
                        <a:xfrm>
                          <a:off x="0" y="0"/>
                          <a:ext cx="2157228" cy="1213441"/>
                        </a:xfrm>
                        <a:prstGeom prst="rect">
                          <a:avLst/>
                        </a:prstGeom>
                        <a:ln w="12700">
                          <a:solidFill>
                            <a:prstClr val="ltGray"/>
                          </a:solidFill>
                        </a:ln>
                      </p166:spPr>
                    </pslz:zmPr>
                  </pslz:sldZmObj>
                </pslz:sldZm>
              </a:graphicData>
            </a:graphic>
          </p:graphicFrame>
        </mc:Choice>
        <mc:Fallback xmlns="">
          <p:pic>
            <p:nvPicPr>
              <p:cNvPr id="6" name="Slide Zoom 5">
                <a:hlinkClick r:id="rId14" action="ppaction://hlinksldjump"/>
                <a:extLst>
                  <a:ext uri="{FF2B5EF4-FFF2-40B4-BE49-F238E27FC236}">
                    <a16:creationId xmlns:a16="http://schemas.microsoft.com/office/drawing/2014/main" id="{38DE2F0A-C65E-60A4-226D-8D1F31119D98}"/>
                  </a:ext>
                </a:extLst>
              </p:cNvPr>
              <p:cNvPicPr>
                <a:picLocks noGrp="1" noRot="1" noChangeAspect="1" noMove="1" noResize="1" noEditPoints="1" noAdjustHandles="1" noChangeArrowheads="1" noChangeShapeType="1"/>
              </p:cNvPicPr>
              <p:nvPr/>
            </p:nvPicPr>
            <p:blipFill>
              <a:blip r:embed="rId15">
                <a:extLst>
                  <a:ext uri="{28A0092B-C50C-407E-A947-70E740481C1C}">
                    <a14:useLocalDpi xmlns:a14="http://schemas.microsoft.com/office/drawing/2010/main" val="0"/>
                  </a:ext>
                </a:extLst>
              </a:blip>
              <a:stretch>
                <a:fillRect/>
              </a:stretch>
            </p:blipFill>
            <p:spPr>
              <a:xfrm>
                <a:off x="3055163" y="343033"/>
                <a:ext cx="2157228" cy="1213441"/>
              </a:xfrm>
              <a:prstGeom prst="rect">
                <a:avLst/>
              </a:prstGeom>
              <a:ln w="12700">
                <a:solidFill>
                  <a:prstClr val="ltGray"/>
                </a:solidFill>
              </a:ln>
            </p:spPr>
          </p:pic>
        </mc:Fallback>
      </mc:AlternateContent>
      <mc:AlternateContent xmlns:mc="http://schemas.openxmlformats.org/markup-compatibility/2006" xmlns:pslz="http://schemas.microsoft.com/office/powerpoint/2016/slidezoom">
        <mc:Choice Requires="pslz">
          <p:graphicFrame>
            <p:nvGraphicFramePr>
              <p:cNvPr id="7" name="Slide Zoom 6">
                <a:extLst>
                  <a:ext uri="{FF2B5EF4-FFF2-40B4-BE49-F238E27FC236}">
                    <a16:creationId xmlns:a16="http://schemas.microsoft.com/office/drawing/2014/main" id="{E5F5B763-B44F-5EF8-A192-2077572122D4}"/>
                  </a:ext>
                </a:extLst>
              </p:cNvPr>
              <p:cNvGraphicFramePr>
                <a:graphicFrameLocks noChangeAspect="1"/>
              </p:cNvGraphicFramePr>
              <p:nvPr>
                <p:extLst>
                  <p:ext uri="{D42A27DB-BD31-4B8C-83A1-F6EECF244321}">
                    <p14:modId xmlns:p14="http://schemas.microsoft.com/office/powerpoint/2010/main" val="4053872676"/>
                  </p:ext>
                </p:extLst>
              </p:nvPr>
            </p:nvGraphicFramePr>
            <p:xfrm>
              <a:off x="3081394" y="1997811"/>
              <a:ext cx="2135341" cy="1213441"/>
            </p:xfrm>
            <a:graphic>
              <a:graphicData uri="http://schemas.microsoft.com/office/powerpoint/2016/slidezoom">
                <pslz:sldZm>
                  <pslz:sldZmObj sldId="4456" cId="1831846349">
                    <pslz:zmPr id="{8C779315-E346-47E3-BF27-0807FE406207}" returnToParent="0" imageType="cover" transitionDur="1000">
                      <p166:blipFill xmlns:p166="http://schemas.microsoft.com/office/powerpoint/2016/6/main">
                        <a:blip r:embed="rId16">
                          <a:extLst>
                            <a:ext uri="{28A0092B-C50C-407E-A947-70E740481C1C}">
                              <a14:useLocalDpi xmlns:a14="http://schemas.microsoft.com/office/drawing/2010/main" val="0"/>
                            </a:ext>
                          </a:extLst>
                        </a:blip>
                        <a:stretch>
                          <a:fillRect/>
                        </a:stretch>
                      </p166:blipFill>
                      <p166:spPr xmlns:p166="http://schemas.microsoft.com/office/powerpoint/2016/6/main">
                        <a:xfrm>
                          <a:off x="0" y="0"/>
                          <a:ext cx="2135341" cy="1213441"/>
                        </a:xfrm>
                        <a:prstGeom prst="rect">
                          <a:avLst/>
                        </a:prstGeom>
                        <a:ln w="19050">
                          <a:solidFill>
                            <a:prstClr val="ltGray"/>
                          </a:solidFill>
                        </a:ln>
                      </p166:spPr>
                    </pslz:zmPr>
                  </pslz:sldZmObj>
                </pslz:sldZm>
              </a:graphicData>
            </a:graphic>
          </p:graphicFrame>
        </mc:Choice>
        <mc:Fallback xmlns="">
          <p:pic>
            <p:nvPicPr>
              <p:cNvPr id="7" name="Slide Zoom 6">
                <a:hlinkClick r:id="rId17" action="ppaction://hlinksldjump"/>
                <a:extLst>
                  <a:ext uri="{FF2B5EF4-FFF2-40B4-BE49-F238E27FC236}">
                    <a16:creationId xmlns:a16="http://schemas.microsoft.com/office/drawing/2014/main" id="{E5F5B763-B44F-5EF8-A192-2077572122D4}"/>
                  </a:ext>
                </a:extLst>
              </p:cNvPr>
              <p:cNvPicPr>
                <a:picLocks noGrp="1" noRot="1" noChangeAspect="1" noMove="1" noResize="1" noEditPoints="1" noAdjustHandles="1" noChangeArrowheads="1" noChangeShapeType="1"/>
              </p:cNvPicPr>
              <p:nvPr/>
            </p:nvPicPr>
            <p:blipFill>
              <a:blip r:embed="rId18">
                <a:extLst>
                  <a:ext uri="{28A0092B-C50C-407E-A947-70E740481C1C}">
                    <a14:useLocalDpi xmlns:a14="http://schemas.microsoft.com/office/drawing/2010/main" val="0"/>
                  </a:ext>
                </a:extLst>
              </a:blip>
              <a:stretch>
                <a:fillRect/>
              </a:stretch>
            </p:blipFill>
            <p:spPr>
              <a:xfrm>
                <a:off x="3081394" y="1997811"/>
                <a:ext cx="2135341" cy="1213441"/>
              </a:xfrm>
              <a:prstGeom prst="rect">
                <a:avLst/>
              </a:prstGeom>
              <a:ln w="19050">
                <a:solidFill>
                  <a:prstClr val="ltGray"/>
                </a:solidFill>
              </a:ln>
            </p:spPr>
          </p:pic>
        </mc:Fallback>
      </mc:AlternateContent>
      <mc:AlternateContent xmlns:mc="http://schemas.openxmlformats.org/markup-compatibility/2006" xmlns:pslz="http://schemas.microsoft.com/office/powerpoint/2016/slidezoom">
        <mc:Choice Requires="pslz">
          <p:graphicFrame>
            <p:nvGraphicFramePr>
              <p:cNvPr id="8" name="Slide Zoom 7">
                <a:extLst>
                  <a:ext uri="{FF2B5EF4-FFF2-40B4-BE49-F238E27FC236}">
                    <a16:creationId xmlns:a16="http://schemas.microsoft.com/office/drawing/2014/main" id="{5D7F382A-FF69-D0E4-EB44-B24A17E5DDE8}"/>
                  </a:ext>
                </a:extLst>
              </p:cNvPr>
              <p:cNvGraphicFramePr>
                <a:graphicFrameLocks noChangeAspect="1"/>
              </p:cNvGraphicFramePr>
              <p:nvPr>
                <p:extLst>
                  <p:ext uri="{D42A27DB-BD31-4B8C-83A1-F6EECF244321}">
                    <p14:modId xmlns:p14="http://schemas.microsoft.com/office/powerpoint/2010/main" val="296296235"/>
                  </p:ext>
                </p:extLst>
              </p:nvPr>
            </p:nvGraphicFramePr>
            <p:xfrm>
              <a:off x="3081394" y="3685183"/>
              <a:ext cx="2157228" cy="1208996"/>
            </p:xfrm>
            <a:graphic>
              <a:graphicData uri="http://schemas.microsoft.com/office/powerpoint/2016/slidezoom">
                <pslz:sldZm>
                  <pslz:sldZmObj sldId="4516" cId="1816530003">
                    <pslz:zmPr id="{9DF7B172-84CA-4F97-B8A8-DF7FD1953C3C}" returnToParent="0" imageType="cover" transitionDur="1000">
                      <p166:blipFill xmlns:p166="http://schemas.microsoft.com/office/powerpoint/2016/6/main">
                        <a:blip r:embed="rId19">
                          <a:extLst>
                            <a:ext uri="{28A0092B-C50C-407E-A947-70E740481C1C}">
                              <a14:useLocalDpi xmlns:a14="http://schemas.microsoft.com/office/drawing/2010/main" val="0"/>
                            </a:ext>
                          </a:extLst>
                        </a:blip>
                        <a:stretch>
                          <a:fillRect/>
                        </a:stretch>
                      </p166:blipFill>
                      <p166:spPr xmlns:p166="http://schemas.microsoft.com/office/powerpoint/2016/6/main">
                        <a:xfrm>
                          <a:off x="0" y="0"/>
                          <a:ext cx="2157228" cy="1208996"/>
                        </a:xfrm>
                        <a:prstGeom prst="rect">
                          <a:avLst/>
                        </a:prstGeom>
                        <a:ln w="19050">
                          <a:solidFill>
                            <a:prstClr val="ltGray"/>
                          </a:solidFill>
                        </a:ln>
                      </p166:spPr>
                    </pslz:zmPr>
                  </pslz:sldZmObj>
                </pslz:sldZm>
              </a:graphicData>
            </a:graphic>
          </p:graphicFrame>
        </mc:Choice>
        <mc:Fallback xmlns="">
          <p:pic>
            <p:nvPicPr>
              <p:cNvPr id="8" name="Slide Zoom 7">
                <a:hlinkClick r:id="rId20" action="ppaction://hlinksldjump"/>
                <a:extLst>
                  <a:ext uri="{FF2B5EF4-FFF2-40B4-BE49-F238E27FC236}">
                    <a16:creationId xmlns:a16="http://schemas.microsoft.com/office/drawing/2014/main" id="{5D7F382A-FF69-D0E4-EB44-B24A17E5DDE8}"/>
                  </a:ext>
                </a:extLst>
              </p:cNvPr>
              <p:cNvPicPr>
                <a:picLocks noGrp="1" noRot="1" noChangeAspect="1" noMove="1" noResize="1" noEditPoints="1" noAdjustHandles="1" noChangeArrowheads="1" noChangeShapeType="1"/>
              </p:cNvPicPr>
              <p:nvPr/>
            </p:nvPicPr>
            <p:blipFill>
              <a:blip r:embed="rId21">
                <a:extLst>
                  <a:ext uri="{28A0092B-C50C-407E-A947-70E740481C1C}">
                    <a14:useLocalDpi xmlns:a14="http://schemas.microsoft.com/office/drawing/2010/main" val="0"/>
                  </a:ext>
                </a:extLst>
              </a:blip>
              <a:stretch>
                <a:fillRect/>
              </a:stretch>
            </p:blipFill>
            <p:spPr>
              <a:xfrm>
                <a:off x="3081394" y="3685183"/>
                <a:ext cx="2157228" cy="1208996"/>
              </a:xfrm>
              <a:prstGeom prst="rect">
                <a:avLst/>
              </a:prstGeom>
              <a:ln w="19050">
                <a:solidFill>
                  <a:prstClr val="ltGray"/>
                </a:solidFill>
              </a:ln>
            </p:spPr>
          </p:pic>
        </mc:Fallback>
      </mc:AlternateContent>
      <mc:AlternateContent xmlns:mc="http://schemas.openxmlformats.org/markup-compatibility/2006" xmlns:pslz="http://schemas.microsoft.com/office/powerpoint/2016/slidezoom">
        <mc:Choice Requires="pslz">
          <p:graphicFrame>
            <p:nvGraphicFramePr>
              <p:cNvPr id="9" name="Slide Zoom 8">
                <a:extLst>
                  <a:ext uri="{FF2B5EF4-FFF2-40B4-BE49-F238E27FC236}">
                    <a16:creationId xmlns:a16="http://schemas.microsoft.com/office/drawing/2014/main" id="{1B612650-CBBE-C2DD-6C9C-F975D5F54485}"/>
                  </a:ext>
                </a:extLst>
              </p:cNvPr>
              <p:cNvGraphicFramePr>
                <a:graphicFrameLocks noChangeAspect="1"/>
              </p:cNvGraphicFramePr>
              <p:nvPr>
                <p:extLst>
                  <p:ext uri="{D42A27DB-BD31-4B8C-83A1-F6EECF244321}">
                    <p14:modId xmlns:p14="http://schemas.microsoft.com/office/powerpoint/2010/main" val="3545887409"/>
                  </p:ext>
                </p:extLst>
              </p:nvPr>
            </p:nvGraphicFramePr>
            <p:xfrm>
              <a:off x="669562" y="5375992"/>
              <a:ext cx="2157228" cy="1206450"/>
            </p:xfrm>
            <a:graphic>
              <a:graphicData uri="http://schemas.microsoft.com/office/powerpoint/2016/slidezoom">
                <pslz:sldZm>
                  <pslz:sldZmObj sldId="2076137728" cId="2729141314">
                    <pslz:zmPr id="{91029DAA-4964-4615-B40B-AEC7AC439563}" returnToParent="0" imageType="cover" transitionDur="1000">
                      <p166:blipFill xmlns:p166="http://schemas.microsoft.com/office/powerpoint/2016/6/main">
                        <a:blip r:embed="rId22">
                          <a:extLst>
                            <a:ext uri="{28A0092B-C50C-407E-A947-70E740481C1C}">
                              <a14:useLocalDpi xmlns:a14="http://schemas.microsoft.com/office/drawing/2010/main" val="0"/>
                            </a:ext>
                          </a:extLst>
                        </a:blip>
                        <a:stretch>
                          <a:fillRect/>
                        </a:stretch>
                      </p166:blipFill>
                      <p166:spPr xmlns:p166="http://schemas.microsoft.com/office/powerpoint/2016/6/main">
                        <a:xfrm>
                          <a:off x="0" y="0"/>
                          <a:ext cx="2157228" cy="1206450"/>
                        </a:xfrm>
                        <a:prstGeom prst="rect">
                          <a:avLst/>
                        </a:prstGeom>
                        <a:ln w="12700">
                          <a:solidFill>
                            <a:prstClr val="ltGray"/>
                          </a:solidFill>
                        </a:ln>
                      </p166:spPr>
                    </pslz:zmPr>
                  </pslz:sldZmObj>
                </pslz:sldZm>
              </a:graphicData>
            </a:graphic>
          </p:graphicFrame>
        </mc:Choice>
        <mc:Fallback xmlns="">
          <p:pic>
            <p:nvPicPr>
              <p:cNvPr id="9" name="Slide Zoom 8">
                <a:hlinkClick r:id="rId23" action="ppaction://hlinksldjump"/>
                <a:extLst>
                  <a:ext uri="{FF2B5EF4-FFF2-40B4-BE49-F238E27FC236}">
                    <a16:creationId xmlns:a16="http://schemas.microsoft.com/office/drawing/2014/main" id="{1B612650-CBBE-C2DD-6C9C-F975D5F54485}"/>
                  </a:ext>
                </a:extLst>
              </p:cNvPr>
              <p:cNvPicPr>
                <a:picLocks noGrp="1" noRot="1" noChangeAspect="1" noMove="1" noResize="1" noEditPoints="1" noAdjustHandles="1" noChangeArrowheads="1" noChangeShapeType="1"/>
              </p:cNvPicPr>
              <p:nvPr/>
            </p:nvPicPr>
            <p:blipFill>
              <a:blip r:embed="rId24">
                <a:extLst>
                  <a:ext uri="{28A0092B-C50C-407E-A947-70E740481C1C}">
                    <a14:useLocalDpi xmlns:a14="http://schemas.microsoft.com/office/drawing/2010/main" val="0"/>
                  </a:ext>
                </a:extLst>
              </a:blip>
              <a:stretch>
                <a:fillRect/>
              </a:stretch>
            </p:blipFill>
            <p:spPr>
              <a:xfrm>
                <a:off x="669562" y="5375992"/>
                <a:ext cx="2157228" cy="1206450"/>
              </a:xfrm>
              <a:prstGeom prst="rect">
                <a:avLst/>
              </a:prstGeom>
              <a:ln w="12700">
                <a:solidFill>
                  <a:prstClr val="ltGray"/>
                </a:solidFill>
              </a:ln>
            </p:spPr>
          </p:pic>
        </mc:Fallback>
      </mc:AlternateContent>
      <mc:AlternateContent xmlns:mc="http://schemas.openxmlformats.org/markup-compatibility/2006" xmlns:pslz="http://schemas.microsoft.com/office/powerpoint/2016/slidezoom">
        <mc:Choice Requires="pslz">
          <p:graphicFrame>
            <p:nvGraphicFramePr>
              <p:cNvPr id="10" name="Slide Zoom 9">
                <a:extLst>
                  <a:ext uri="{FF2B5EF4-FFF2-40B4-BE49-F238E27FC236}">
                    <a16:creationId xmlns:a16="http://schemas.microsoft.com/office/drawing/2014/main" id="{C6387D9E-040D-04B1-359D-B80587F55325}"/>
                  </a:ext>
                </a:extLst>
              </p:cNvPr>
              <p:cNvGraphicFramePr>
                <a:graphicFrameLocks noChangeAspect="1"/>
              </p:cNvGraphicFramePr>
              <p:nvPr>
                <p:extLst>
                  <p:ext uri="{D42A27DB-BD31-4B8C-83A1-F6EECF244321}">
                    <p14:modId xmlns:p14="http://schemas.microsoft.com/office/powerpoint/2010/main" val="3035056373"/>
                  </p:ext>
                </p:extLst>
              </p:nvPr>
            </p:nvGraphicFramePr>
            <p:xfrm>
              <a:off x="669562" y="338272"/>
              <a:ext cx="2157228" cy="1201094"/>
            </p:xfrm>
            <a:graphic>
              <a:graphicData uri="http://schemas.microsoft.com/office/powerpoint/2016/slidezoom">
                <pslz:sldZm>
                  <pslz:sldZmObj sldId="2076137761" cId="1326535194">
                    <pslz:zmPr id="{88C16DFF-092D-411B-9C63-893C1979D2E2}" returnToParent="0" imageType="cover" transitionDur="1000">
                      <p166:blipFill xmlns:p166="http://schemas.microsoft.com/office/powerpoint/2016/6/main">
                        <a:blip r:embed="rId25">
                          <a:extLst>
                            <a:ext uri="{28A0092B-C50C-407E-A947-70E740481C1C}">
                              <a14:useLocalDpi xmlns:a14="http://schemas.microsoft.com/office/drawing/2010/main" val="0"/>
                            </a:ext>
                          </a:extLst>
                        </a:blip>
                        <a:stretch>
                          <a:fillRect/>
                        </a:stretch>
                      </p166:blipFill>
                      <p166:spPr xmlns:p166="http://schemas.microsoft.com/office/powerpoint/2016/6/main">
                        <a:xfrm>
                          <a:off x="0" y="0"/>
                          <a:ext cx="2157228" cy="1201094"/>
                        </a:xfrm>
                        <a:prstGeom prst="rect">
                          <a:avLst/>
                        </a:prstGeom>
                        <a:ln w="12700">
                          <a:solidFill>
                            <a:schemeClr val="bg1"/>
                          </a:solidFill>
                        </a:ln>
                      </p166:spPr>
                    </pslz:zmPr>
                  </pslz:sldZmObj>
                </pslz:sldZm>
              </a:graphicData>
            </a:graphic>
          </p:graphicFrame>
        </mc:Choice>
        <mc:Fallback xmlns="">
          <p:pic>
            <p:nvPicPr>
              <p:cNvPr id="10" name="Slide Zoom 9">
                <a:hlinkClick r:id="rId26" action="ppaction://hlinksldjump"/>
                <a:extLst>
                  <a:ext uri="{FF2B5EF4-FFF2-40B4-BE49-F238E27FC236}">
                    <a16:creationId xmlns:a16="http://schemas.microsoft.com/office/drawing/2014/main" id="{C6387D9E-040D-04B1-359D-B80587F55325}"/>
                  </a:ext>
                </a:extLst>
              </p:cNvPr>
              <p:cNvPicPr>
                <a:picLocks noGrp="1" noRot="1" noChangeAspect="1" noMove="1" noResize="1" noEditPoints="1" noAdjustHandles="1" noChangeArrowheads="1" noChangeShapeType="1"/>
              </p:cNvPicPr>
              <p:nvPr/>
            </p:nvPicPr>
            <p:blipFill>
              <a:blip r:embed="rId27">
                <a:extLst>
                  <a:ext uri="{28A0092B-C50C-407E-A947-70E740481C1C}">
                    <a14:useLocalDpi xmlns:a14="http://schemas.microsoft.com/office/drawing/2010/main" val="0"/>
                  </a:ext>
                </a:extLst>
              </a:blip>
              <a:stretch>
                <a:fillRect/>
              </a:stretch>
            </p:blipFill>
            <p:spPr>
              <a:xfrm>
                <a:off x="669562" y="338272"/>
                <a:ext cx="2157228" cy="1201094"/>
              </a:xfrm>
              <a:prstGeom prst="rect">
                <a:avLst/>
              </a:prstGeom>
              <a:ln w="12700">
                <a:solidFill>
                  <a:schemeClr val="bg1"/>
                </a:solidFill>
              </a:ln>
            </p:spPr>
          </p:pic>
        </mc:Fallback>
      </mc:AlternateContent>
      <mc:AlternateContent xmlns:mc="http://schemas.openxmlformats.org/markup-compatibility/2006" xmlns:pslz="http://schemas.microsoft.com/office/powerpoint/2016/slidezoom">
        <mc:Choice Requires="pslz">
          <p:graphicFrame>
            <p:nvGraphicFramePr>
              <p:cNvPr id="11" name="Slide Zoom 10">
                <a:extLst>
                  <a:ext uri="{FF2B5EF4-FFF2-40B4-BE49-F238E27FC236}">
                    <a16:creationId xmlns:a16="http://schemas.microsoft.com/office/drawing/2014/main" id="{83F3592D-BD08-2CD8-901A-2027711C7F23}"/>
                  </a:ext>
                </a:extLst>
              </p:cNvPr>
              <p:cNvGraphicFramePr>
                <a:graphicFrameLocks noChangeAspect="1"/>
              </p:cNvGraphicFramePr>
              <p:nvPr>
                <p:extLst>
                  <p:ext uri="{D42A27DB-BD31-4B8C-83A1-F6EECF244321}">
                    <p14:modId xmlns:p14="http://schemas.microsoft.com/office/powerpoint/2010/main" val="3470132791"/>
                  </p:ext>
                </p:extLst>
              </p:nvPr>
            </p:nvGraphicFramePr>
            <p:xfrm>
              <a:off x="3081394" y="5375992"/>
              <a:ext cx="2160151" cy="1228820"/>
            </p:xfrm>
            <a:graphic>
              <a:graphicData uri="http://schemas.microsoft.com/office/powerpoint/2016/slidezoom">
                <pslz:sldZm>
                  <pslz:sldZmObj sldId="2076137801" cId="3595040019">
                    <pslz:zmPr id="{A3631328-0984-46DF-871D-422100AE3BF3}" returnToParent="0" imageType="cover" transitionDur="1000">
                      <p166:blipFill xmlns:p166="http://schemas.microsoft.com/office/powerpoint/2016/6/main">
                        <a:blip r:embed="rId28">
                          <a:extLst>
                            <a:ext uri="{28A0092B-C50C-407E-A947-70E740481C1C}">
                              <a14:useLocalDpi xmlns:a14="http://schemas.microsoft.com/office/drawing/2010/main" val="0"/>
                            </a:ext>
                          </a:extLst>
                        </a:blip>
                        <a:stretch>
                          <a:fillRect/>
                        </a:stretch>
                      </p166:blipFill>
                      <p166:spPr xmlns:p166="http://schemas.microsoft.com/office/powerpoint/2016/6/main">
                        <a:xfrm>
                          <a:off x="0" y="0"/>
                          <a:ext cx="2160151" cy="1228820"/>
                        </a:xfrm>
                        <a:prstGeom prst="rect">
                          <a:avLst/>
                        </a:prstGeom>
                        <a:ln w="12700">
                          <a:solidFill>
                            <a:prstClr val="ltGray"/>
                          </a:solidFill>
                        </a:ln>
                      </p166:spPr>
                    </pslz:zmPr>
                  </pslz:sldZmObj>
                </pslz:sldZm>
              </a:graphicData>
            </a:graphic>
          </p:graphicFrame>
        </mc:Choice>
        <mc:Fallback xmlns="">
          <p:pic>
            <p:nvPicPr>
              <p:cNvPr id="11" name="Slide Zoom 10">
                <a:hlinkClick r:id="rId29" action="ppaction://hlinksldjump"/>
                <a:extLst>
                  <a:ext uri="{FF2B5EF4-FFF2-40B4-BE49-F238E27FC236}">
                    <a16:creationId xmlns:a16="http://schemas.microsoft.com/office/drawing/2014/main" id="{83F3592D-BD08-2CD8-901A-2027711C7F23}"/>
                  </a:ext>
                </a:extLst>
              </p:cNvPr>
              <p:cNvPicPr>
                <a:picLocks noGrp="1" noRot="1" noChangeAspect="1" noMove="1" noResize="1" noEditPoints="1" noAdjustHandles="1" noChangeArrowheads="1" noChangeShapeType="1"/>
              </p:cNvPicPr>
              <p:nvPr/>
            </p:nvPicPr>
            <p:blipFill>
              <a:blip r:embed="rId30">
                <a:extLst>
                  <a:ext uri="{28A0092B-C50C-407E-A947-70E740481C1C}">
                    <a14:useLocalDpi xmlns:a14="http://schemas.microsoft.com/office/drawing/2010/main" val="0"/>
                  </a:ext>
                </a:extLst>
              </a:blip>
              <a:stretch>
                <a:fillRect/>
              </a:stretch>
            </p:blipFill>
            <p:spPr>
              <a:xfrm>
                <a:off x="3081394" y="5375992"/>
                <a:ext cx="2160151" cy="1228820"/>
              </a:xfrm>
              <a:prstGeom prst="rect">
                <a:avLst/>
              </a:prstGeom>
              <a:ln w="12700">
                <a:solidFill>
                  <a:prstClr val="ltGray"/>
                </a:solidFill>
              </a:ln>
            </p:spPr>
          </p:pic>
        </mc:Fallback>
      </mc:AlternateContent>
    </p:spTree>
    <p:extLst>
      <p:ext uri="{BB962C8B-B14F-4D97-AF65-F5344CB8AC3E}">
        <p14:creationId xmlns:p14="http://schemas.microsoft.com/office/powerpoint/2010/main" val="3615328162"/>
      </p:ext>
    </p:extLst>
  </p:cSld>
  <p:clrMapOvr>
    <a:masterClrMapping/>
  </p:clrMapOvr>
  <p:transition>
    <p:fade/>
  </p:transition>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a:spLocks/>
          </p:cNvSpPr>
          <p:nvPr/>
        </p:nvSpPr>
        <p:spPr>
          <a:xfrm>
            <a:off x="3298169" y="262704"/>
            <a:ext cx="5815312" cy="400110"/>
          </a:xfrm>
          <a:prstGeom prst="rect">
            <a:avLst/>
          </a:prstGeom>
          <a:noFill/>
        </p:spPr>
        <p:txBody>
          <a:bodyPr wrap="square"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IS a Security Vendor</a:t>
            </a:r>
          </a:p>
        </p:txBody>
      </p:sp>
      <p:sp>
        <p:nvSpPr>
          <p:cNvPr id="57" name="Rectangle 56">
            <a:hlinkClick r:id="rId3" action="ppaction://hlinksldjump"/>
            <a:hlinkHover r:id="rId3" action="ppaction://hlinksldjump"/>
            <a:extLst>
              <a:ext uri="{FF2B5EF4-FFF2-40B4-BE49-F238E27FC236}">
                <a16:creationId xmlns:a16="http://schemas.microsoft.com/office/drawing/2014/main" id="{44014997-12D2-746A-E2AA-1BD1F826466B}"/>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58" name="Rectangle 57">
            <a:hlinkClick r:id="rId4" action="ppaction://hlinksldjump"/>
            <a:hlinkHover r:id="rId4" action="ppaction://hlinksldjump"/>
            <a:extLst>
              <a:ext uri="{FF2B5EF4-FFF2-40B4-BE49-F238E27FC236}">
                <a16:creationId xmlns:a16="http://schemas.microsoft.com/office/drawing/2014/main" id="{FCAE7DE0-B56C-336E-A724-ADEBD8B7A994}"/>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449" name="Rectangle 448">
            <a:hlinkClick r:id="rId5" action="ppaction://hlinksldjump"/>
            <a:hlinkHover r:id="rId5" action="ppaction://hlinksldjump"/>
            <a:extLst>
              <a:ext uri="{FF2B5EF4-FFF2-40B4-BE49-F238E27FC236}">
                <a16:creationId xmlns:a16="http://schemas.microsoft.com/office/drawing/2014/main" id="{2EA160EF-9F56-5C26-EBC4-8090F98ABD38}"/>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454" name="Rectangle 453">
            <a:hlinkClick r:id="rId6" action="ppaction://hlinksldjump"/>
            <a:hlinkHover r:id="rId6" action="ppaction://hlinksldjump"/>
            <a:extLst>
              <a:ext uri="{FF2B5EF4-FFF2-40B4-BE49-F238E27FC236}">
                <a16:creationId xmlns:a16="http://schemas.microsoft.com/office/drawing/2014/main" id="{2054C210-1E9C-208F-3230-36E7E6955B4A}"/>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459" name="Rectangle 458">
            <a:hlinkClick r:id="rId7" action="ppaction://hlinksldjump"/>
            <a:hlinkHover r:id="rId7" action="ppaction://hlinksldjump"/>
            <a:extLst>
              <a:ext uri="{FF2B5EF4-FFF2-40B4-BE49-F238E27FC236}">
                <a16:creationId xmlns:a16="http://schemas.microsoft.com/office/drawing/2014/main" id="{D4D35364-DFEE-6F07-FD25-D1D003ED0DBB}"/>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464" name="Rectangle 463">
            <a:hlinkClick r:id="rId8" action="ppaction://hlinksldjump"/>
            <a:hlinkHover r:id="rId8" action="ppaction://hlinksldjump"/>
            <a:extLst>
              <a:ext uri="{FF2B5EF4-FFF2-40B4-BE49-F238E27FC236}">
                <a16:creationId xmlns:a16="http://schemas.microsoft.com/office/drawing/2014/main" id="{BEE3683B-1311-534F-B332-385B4843346B}"/>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469" name="Rectangle 468">
            <a:hlinkClick r:id="rId9" action="ppaction://hlinksldjump"/>
            <a:hlinkHover r:id="rId9" action="ppaction://hlinksldjump"/>
            <a:extLst>
              <a:ext uri="{FF2B5EF4-FFF2-40B4-BE49-F238E27FC236}">
                <a16:creationId xmlns:a16="http://schemas.microsoft.com/office/drawing/2014/main" id="{6DF62CE7-D0CD-B22C-66EF-6A6CF3059A72}"/>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474" name="Rectangle 473">
            <a:hlinkClick r:id="rId10" action="ppaction://hlinksldjump"/>
            <a:hlinkHover r:id="rId10" action="ppaction://hlinksldjump"/>
            <a:extLst>
              <a:ext uri="{FF2B5EF4-FFF2-40B4-BE49-F238E27FC236}">
                <a16:creationId xmlns:a16="http://schemas.microsoft.com/office/drawing/2014/main" id="{0F45F5DC-B38D-F8A3-F49A-38CDC110FF39}"/>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479" name="Rectangle 478">
            <a:hlinkClick r:id="rId11" action="ppaction://hlinksldjump"/>
            <a:hlinkHover r:id="rId11" action="ppaction://hlinksldjump"/>
            <a:extLst>
              <a:ext uri="{FF2B5EF4-FFF2-40B4-BE49-F238E27FC236}">
                <a16:creationId xmlns:a16="http://schemas.microsoft.com/office/drawing/2014/main" id="{EF94005E-3C7F-31E6-BFAF-D1E0DFDFB122}"/>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483" name="Rectangle 482">
            <a:hlinkClick r:id="rId12" action="ppaction://hlinksldjump"/>
            <a:hlinkHover r:id="rId12" action="ppaction://hlinksldjump"/>
            <a:extLst>
              <a:ext uri="{FF2B5EF4-FFF2-40B4-BE49-F238E27FC236}">
                <a16:creationId xmlns:a16="http://schemas.microsoft.com/office/drawing/2014/main" id="{57C266AA-7891-8472-74E2-BA00AA72143F}"/>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484" name="Rectangle 483">
            <a:hlinkClick r:id="rId13" action="ppaction://hlinksldjump"/>
            <a:hlinkHover r:id="rId13" action="ppaction://hlinksldjump"/>
            <a:extLst>
              <a:ext uri="{FF2B5EF4-FFF2-40B4-BE49-F238E27FC236}">
                <a16:creationId xmlns:a16="http://schemas.microsoft.com/office/drawing/2014/main" id="{B335EDA3-852B-7F72-0B18-4A321C1C85B3}"/>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489" name="Rectangle 488">
            <a:hlinkClick r:id="rId14" action="ppaction://hlinksldjump"/>
            <a:hlinkHover r:id="rId14" action="ppaction://hlinksldjump"/>
            <a:extLst>
              <a:ext uri="{FF2B5EF4-FFF2-40B4-BE49-F238E27FC236}">
                <a16:creationId xmlns:a16="http://schemas.microsoft.com/office/drawing/2014/main" id="{61633BE6-9E3F-2DFA-82AF-045595D73A54}"/>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494" name="Rectangle 493">
            <a:hlinkClick r:id="rId15" action="ppaction://hlinksldjump"/>
            <a:hlinkHover r:id="rId15" action="ppaction://hlinksldjump"/>
            <a:extLst>
              <a:ext uri="{FF2B5EF4-FFF2-40B4-BE49-F238E27FC236}">
                <a16:creationId xmlns:a16="http://schemas.microsoft.com/office/drawing/2014/main" id="{9EAD682D-E6F6-DC39-50D6-074A51311BB8}"/>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499" name="Rectangle 498">
            <a:hlinkClick r:id="rId16" action="ppaction://hlinksldjump"/>
            <a:hlinkHover r:id="rId16" action="ppaction://hlinksldjump"/>
            <a:extLst>
              <a:ext uri="{FF2B5EF4-FFF2-40B4-BE49-F238E27FC236}">
                <a16:creationId xmlns:a16="http://schemas.microsoft.com/office/drawing/2014/main" id="{2CD965B3-7024-5D03-11D9-5144EEF5CD58}"/>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504" name="Rectangle 503">
            <a:hlinkClick r:id="rId17" action="ppaction://hlinksldjump"/>
            <a:hlinkHover r:id="rId17" action="ppaction://hlinksldjump"/>
            <a:extLst>
              <a:ext uri="{FF2B5EF4-FFF2-40B4-BE49-F238E27FC236}">
                <a16:creationId xmlns:a16="http://schemas.microsoft.com/office/drawing/2014/main" id="{75E319DB-94EA-9238-F703-711CD397C6A8}"/>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509" name="Rectangle 508">
            <a:hlinkClick r:id="rId18" action="ppaction://hlinksldjump"/>
            <a:hlinkHover r:id="rId18" action="ppaction://hlinksldjump"/>
            <a:extLst>
              <a:ext uri="{FF2B5EF4-FFF2-40B4-BE49-F238E27FC236}">
                <a16:creationId xmlns:a16="http://schemas.microsoft.com/office/drawing/2014/main" id="{50D1229D-4970-BF4F-4C4B-E784780F8964}"/>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68" name="Rectangle 67">
            <a:hlinkClick r:id="rId19" action="ppaction://hlinksldjump"/>
            <a:hlinkHover r:id="rId19" action="ppaction://hlinksldjump"/>
            <a:extLst>
              <a:ext uri="{FF2B5EF4-FFF2-40B4-BE49-F238E27FC236}">
                <a16:creationId xmlns:a16="http://schemas.microsoft.com/office/drawing/2014/main" id="{CA486A11-E6DE-02A4-7E2C-C7F96516BC24}"/>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83" name="Rectangle 82">
            <a:hlinkClick r:id="rId20" action="ppaction://hlinksldjump"/>
            <a:hlinkHover r:id="rId20" action="ppaction://hlinksldjump"/>
            <a:extLst>
              <a:ext uri="{FF2B5EF4-FFF2-40B4-BE49-F238E27FC236}">
                <a16:creationId xmlns:a16="http://schemas.microsoft.com/office/drawing/2014/main" id="{4496B2DD-EB7B-AF74-46BD-BB0AD0F26460}"/>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51" name="Rectangle 50">
            <a:extLst>
              <a:ext uri="{FF2B5EF4-FFF2-40B4-BE49-F238E27FC236}">
                <a16:creationId xmlns:a16="http://schemas.microsoft.com/office/drawing/2014/main" id="{2CA82D51-632F-B537-059E-0C6DBB55CC68}"/>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 name="Rectangle 52">
            <a:extLst>
              <a:ext uri="{FF2B5EF4-FFF2-40B4-BE49-F238E27FC236}">
                <a16:creationId xmlns:a16="http://schemas.microsoft.com/office/drawing/2014/main" id="{B0D8D737-EF9D-FB4E-59F6-1CA5832EB16C}"/>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 name="Rectangle 83">
            <a:extLst>
              <a:ext uri="{FF2B5EF4-FFF2-40B4-BE49-F238E27FC236}">
                <a16:creationId xmlns:a16="http://schemas.microsoft.com/office/drawing/2014/main" id="{85A09847-D2CA-D534-6D4C-4F61018A4281}"/>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 name="Rectangle 84">
            <a:extLst>
              <a:ext uri="{FF2B5EF4-FFF2-40B4-BE49-F238E27FC236}">
                <a16:creationId xmlns:a16="http://schemas.microsoft.com/office/drawing/2014/main" id="{B0F01D33-2DC4-2151-DE42-0699B4254640}"/>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 name="Rectangle 85">
            <a:extLst>
              <a:ext uri="{FF2B5EF4-FFF2-40B4-BE49-F238E27FC236}">
                <a16:creationId xmlns:a16="http://schemas.microsoft.com/office/drawing/2014/main" id="{28CC6FA0-8D75-E799-C739-83CF545BDAA3}"/>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 name="Rectangle 86">
            <a:extLst>
              <a:ext uri="{FF2B5EF4-FFF2-40B4-BE49-F238E27FC236}">
                <a16:creationId xmlns:a16="http://schemas.microsoft.com/office/drawing/2014/main" id="{0F3D25EC-CE61-A7A8-B55C-1F5F5C64C04A}"/>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5" name="Group 114">
            <a:extLst>
              <a:ext uri="{FF2B5EF4-FFF2-40B4-BE49-F238E27FC236}">
                <a16:creationId xmlns:a16="http://schemas.microsoft.com/office/drawing/2014/main" id="{7A67003D-D51C-2500-B0A5-F94D85FF5C50}"/>
              </a:ext>
            </a:extLst>
          </p:cNvPr>
          <p:cNvGrpSpPr/>
          <p:nvPr/>
        </p:nvGrpSpPr>
        <p:grpSpPr>
          <a:xfrm>
            <a:off x="3779655" y="811556"/>
            <a:ext cx="721206" cy="609701"/>
            <a:chOff x="5280339" y="909114"/>
            <a:chExt cx="871904" cy="748695"/>
          </a:xfrm>
        </p:grpSpPr>
        <p:sp>
          <p:nvSpPr>
            <p:cNvPr id="120" name="Rectangle 119">
              <a:extLst>
                <a:ext uri="{FF2B5EF4-FFF2-40B4-BE49-F238E27FC236}">
                  <a16:creationId xmlns:a16="http://schemas.microsoft.com/office/drawing/2014/main" id="{5759EF16-E537-054A-D092-3297B621D1DC}"/>
                </a:ext>
              </a:extLst>
            </p:cNvPr>
            <p:cNvSpPr/>
            <p:nvPr/>
          </p:nvSpPr>
          <p:spPr>
            <a:xfrm>
              <a:off x="528033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121" name="Rectangle 120">
              <a:extLst>
                <a:ext uri="{FF2B5EF4-FFF2-40B4-BE49-F238E27FC236}">
                  <a16:creationId xmlns:a16="http://schemas.microsoft.com/office/drawing/2014/main" id="{3FED668F-7D8C-0E9D-2CF1-FE051501E7D4}"/>
                </a:ext>
              </a:extLst>
            </p:cNvPr>
            <p:cNvSpPr/>
            <p:nvPr/>
          </p:nvSpPr>
          <p:spPr>
            <a:xfrm flipV="1">
              <a:off x="6024997"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 name="Oval 15">
              <a:extLst>
                <a:ext uri="{FF2B5EF4-FFF2-40B4-BE49-F238E27FC236}">
                  <a16:creationId xmlns:a16="http://schemas.microsoft.com/office/drawing/2014/main" id="{1EC7DEA0-BFE3-1185-AF65-A3E99D63641D}"/>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4" name="Straight Connector 123">
              <a:extLst>
                <a:ext uri="{FF2B5EF4-FFF2-40B4-BE49-F238E27FC236}">
                  <a16:creationId xmlns:a16="http://schemas.microsoft.com/office/drawing/2014/main" id="{F125381B-B5E2-57FA-F72E-958ACA544DDC}"/>
                </a:ext>
              </a:extLst>
            </p:cNvPr>
            <p:cNvCxnSpPr>
              <a:cxnSpLocks/>
              <a:stCxn id="123" idx="0"/>
            </p:cNvCxnSpPr>
            <p:nvPr/>
          </p:nvCxnSpPr>
          <p:spPr>
            <a:xfrm flipV="1">
              <a:off x="6064996"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2" name="Straight Connector 131">
              <a:extLst>
                <a:ext uri="{FF2B5EF4-FFF2-40B4-BE49-F238E27FC236}">
                  <a16:creationId xmlns:a16="http://schemas.microsoft.com/office/drawing/2014/main" id="{8E66AD33-CC29-4AF0-A610-F038ECAE6CD1}"/>
                </a:ext>
              </a:extLst>
            </p:cNvPr>
            <p:cNvCxnSpPr>
              <a:cxnSpLocks/>
            </p:cNvCxnSpPr>
            <p:nvPr/>
          </p:nvCxnSpPr>
          <p:spPr>
            <a:xfrm>
              <a:off x="6071910"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3" name="Group 132">
            <a:extLst>
              <a:ext uri="{FF2B5EF4-FFF2-40B4-BE49-F238E27FC236}">
                <a16:creationId xmlns:a16="http://schemas.microsoft.com/office/drawing/2014/main" id="{0A9A92C7-E1B6-5A1A-3DDF-71752733E8E2}"/>
              </a:ext>
            </a:extLst>
          </p:cNvPr>
          <p:cNvGrpSpPr/>
          <p:nvPr/>
        </p:nvGrpSpPr>
        <p:grpSpPr>
          <a:xfrm>
            <a:off x="7959193" y="3698227"/>
            <a:ext cx="721206" cy="609701"/>
            <a:chOff x="9258526" y="5012622"/>
            <a:chExt cx="871904" cy="748695"/>
          </a:xfrm>
        </p:grpSpPr>
        <p:sp>
          <p:nvSpPr>
            <p:cNvPr id="134" name="Rectangle 133">
              <a:hlinkHover r:id="" action="ppaction://noaction" highlightClick="1"/>
              <a:extLst>
                <a:ext uri="{FF2B5EF4-FFF2-40B4-BE49-F238E27FC236}">
                  <a16:creationId xmlns:a16="http://schemas.microsoft.com/office/drawing/2014/main" id="{59EA273D-4503-5F7F-8806-5134C05376EA}"/>
                </a:ext>
              </a:extLst>
            </p:cNvPr>
            <p:cNvSpPr/>
            <p:nvPr/>
          </p:nvSpPr>
          <p:spPr>
            <a:xfrm>
              <a:off x="9258526"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135" name="Oval 134">
              <a:extLst>
                <a:ext uri="{FF2B5EF4-FFF2-40B4-BE49-F238E27FC236}">
                  <a16:creationId xmlns:a16="http://schemas.microsoft.com/office/drawing/2014/main" id="{7D776D8E-DE9C-D52D-A584-C051CCF627D8}"/>
                </a:ext>
              </a:extLst>
            </p:cNvPr>
            <p:cNvSpPr/>
            <p:nvPr/>
          </p:nvSpPr>
          <p:spPr>
            <a:xfrm>
              <a:off x="995270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Isosceles Triangle 648">
              <a:extLst>
                <a:ext uri="{FF2B5EF4-FFF2-40B4-BE49-F238E27FC236}">
                  <a16:creationId xmlns:a16="http://schemas.microsoft.com/office/drawing/2014/main" id="{867C87E8-0151-B2EF-18A3-864CDB514F82}"/>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4" name="Group 143">
            <a:extLst>
              <a:ext uri="{FF2B5EF4-FFF2-40B4-BE49-F238E27FC236}">
                <a16:creationId xmlns:a16="http://schemas.microsoft.com/office/drawing/2014/main" id="{9F2BD3C2-4B3E-E9CA-7170-B6929989F9E4}"/>
              </a:ext>
            </a:extLst>
          </p:cNvPr>
          <p:cNvGrpSpPr/>
          <p:nvPr/>
        </p:nvGrpSpPr>
        <p:grpSpPr>
          <a:xfrm>
            <a:off x="5448055" y="1532276"/>
            <a:ext cx="721206" cy="609701"/>
            <a:chOff x="6271424" y="1729816"/>
            <a:chExt cx="871904" cy="748695"/>
          </a:xfrm>
        </p:grpSpPr>
        <p:sp>
          <p:nvSpPr>
            <p:cNvPr id="145" name="Rectangle 144">
              <a:extLst>
                <a:ext uri="{FF2B5EF4-FFF2-40B4-BE49-F238E27FC236}">
                  <a16:creationId xmlns:a16="http://schemas.microsoft.com/office/drawing/2014/main" id="{66CBDDB9-09F7-E4D8-7893-81E046E11B2E}"/>
                </a:ext>
              </a:extLst>
            </p:cNvPr>
            <p:cNvSpPr/>
            <p:nvPr/>
          </p:nvSpPr>
          <p:spPr>
            <a:xfrm>
              <a:off x="627142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146" name="Rectangle 145">
              <a:extLst>
                <a:ext uri="{FF2B5EF4-FFF2-40B4-BE49-F238E27FC236}">
                  <a16:creationId xmlns:a16="http://schemas.microsoft.com/office/drawing/2014/main" id="{28633EA4-85A6-23C0-35C7-0C7A89AB3296}"/>
                </a:ext>
              </a:extLst>
            </p:cNvPr>
            <p:cNvSpPr/>
            <p:nvPr/>
          </p:nvSpPr>
          <p:spPr>
            <a:xfrm flipV="1">
              <a:off x="7010822"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7" name="Oval 15">
              <a:extLst>
                <a:ext uri="{FF2B5EF4-FFF2-40B4-BE49-F238E27FC236}">
                  <a16:creationId xmlns:a16="http://schemas.microsoft.com/office/drawing/2014/main" id="{561177A5-2804-5EEA-78F3-5744E1885160}"/>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8" name="Straight Connector 147">
              <a:extLst>
                <a:ext uri="{FF2B5EF4-FFF2-40B4-BE49-F238E27FC236}">
                  <a16:creationId xmlns:a16="http://schemas.microsoft.com/office/drawing/2014/main" id="{E1C83C19-7478-6B15-FD3F-AE0C13E7D65E}"/>
                </a:ext>
              </a:extLst>
            </p:cNvPr>
            <p:cNvCxnSpPr>
              <a:cxnSpLocks/>
              <a:stCxn id="147" idx="0"/>
            </p:cNvCxnSpPr>
            <p:nvPr/>
          </p:nvCxnSpPr>
          <p:spPr>
            <a:xfrm flipV="1">
              <a:off x="7050821"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0" name="Straight Connector 149">
              <a:extLst>
                <a:ext uri="{FF2B5EF4-FFF2-40B4-BE49-F238E27FC236}">
                  <a16:creationId xmlns:a16="http://schemas.microsoft.com/office/drawing/2014/main" id="{A1B0E5FE-7285-BDED-AFA7-2E73A7B9B4E5}"/>
                </a:ext>
              </a:extLst>
            </p:cNvPr>
            <p:cNvCxnSpPr>
              <a:cxnSpLocks/>
            </p:cNvCxnSpPr>
            <p:nvPr/>
          </p:nvCxnSpPr>
          <p:spPr>
            <a:xfrm>
              <a:off x="7057735"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1" name="Group 150">
            <a:extLst>
              <a:ext uri="{FF2B5EF4-FFF2-40B4-BE49-F238E27FC236}">
                <a16:creationId xmlns:a16="http://schemas.microsoft.com/office/drawing/2014/main" id="{F2D9E323-1409-5EBA-7AC0-C61536AAF697}"/>
              </a:ext>
            </a:extLst>
          </p:cNvPr>
          <p:cNvGrpSpPr/>
          <p:nvPr/>
        </p:nvGrpSpPr>
        <p:grpSpPr>
          <a:xfrm>
            <a:off x="6284562" y="1532276"/>
            <a:ext cx="721206" cy="609701"/>
            <a:chOff x="7262509" y="1729816"/>
            <a:chExt cx="871904" cy="748695"/>
          </a:xfrm>
        </p:grpSpPr>
        <p:sp>
          <p:nvSpPr>
            <p:cNvPr id="152" name="Rectangle 151">
              <a:extLst>
                <a:ext uri="{FF2B5EF4-FFF2-40B4-BE49-F238E27FC236}">
                  <a16:creationId xmlns:a16="http://schemas.microsoft.com/office/drawing/2014/main" id="{914E0DAC-69D7-7BB3-7F32-C218AFAA4A14}"/>
                </a:ext>
              </a:extLst>
            </p:cNvPr>
            <p:cNvSpPr/>
            <p:nvPr/>
          </p:nvSpPr>
          <p:spPr>
            <a:xfrm>
              <a:off x="7262509"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153" name="Rectangle 152">
              <a:extLst>
                <a:ext uri="{FF2B5EF4-FFF2-40B4-BE49-F238E27FC236}">
                  <a16:creationId xmlns:a16="http://schemas.microsoft.com/office/drawing/2014/main" id="{753AF7E7-522A-567D-371F-C70737E31B71}"/>
                </a:ext>
              </a:extLst>
            </p:cNvPr>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4" name="Oval 15">
              <a:extLst>
                <a:ext uri="{FF2B5EF4-FFF2-40B4-BE49-F238E27FC236}">
                  <a16:creationId xmlns:a16="http://schemas.microsoft.com/office/drawing/2014/main" id="{3D22BDB0-8EB4-47D3-F4A7-E84C4B639FED}"/>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5" name="Straight Connector 154">
              <a:extLst>
                <a:ext uri="{FF2B5EF4-FFF2-40B4-BE49-F238E27FC236}">
                  <a16:creationId xmlns:a16="http://schemas.microsoft.com/office/drawing/2014/main" id="{877698D8-AA08-1E11-4DA4-1DCA2EB0138A}"/>
                </a:ext>
              </a:extLst>
            </p:cNvPr>
            <p:cNvCxnSpPr>
              <a:cxnSpLocks/>
              <a:stCxn id="154"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6" name="Straight Connector 155">
              <a:extLst>
                <a:ext uri="{FF2B5EF4-FFF2-40B4-BE49-F238E27FC236}">
                  <a16:creationId xmlns:a16="http://schemas.microsoft.com/office/drawing/2014/main" id="{CFA71C44-607E-F071-1846-215F056D31B2}"/>
                </a:ext>
              </a:extLst>
            </p:cNvPr>
            <p:cNvCxnSpPr>
              <a:cxnSpLocks/>
            </p:cNvCxnSpPr>
            <p:nvPr/>
          </p:nvCxnSpPr>
          <p:spPr>
            <a:xfrm>
              <a:off x="80562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7" name="Group 156">
            <a:extLst>
              <a:ext uri="{FF2B5EF4-FFF2-40B4-BE49-F238E27FC236}">
                <a16:creationId xmlns:a16="http://schemas.microsoft.com/office/drawing/2014/main" id="{FA88A9E4-C91E-2E4A-725D-A61A069B3732}"/>
              </a:ext>
            </a:extLst>
          </p:cNvPr>
          <p:cNvGrpSpPr/>
          <p:nvPr/>
        </p:nvGrpSpPr>
        <p:grpSpPr>
          <a:xfrm>
            <a:off x="7121069" y="1532276"/>
            <a:ext cx="721206" cy="609701"/>
            <a:chOff x="8253594" y="1729816"/>
            <a:chExt cx="871904" cy="748695"/>
          </a:xfrm>
        </p:grpSpPr>
        <p:sp>
          <p:nvSpPr>
            <p:cNvPr id="158" name="Rectangle 157">
              <a:extLst>
                <a:ext uri="{FF2B5EF4-FFF2-40B4-BE49-F238E27FC236}">
                  <a16:creationId xmlns:a16="http://schemas.microsoft.com/office/drawing/2014/main" id="{1EE1193C-490E-1D1A-612E-606F0CD967C9}"/>
                </a:ext>
              </a:extLst>
            </p:cNvPr>
            <p:cNvSpPr/>
            <p:nvPr/>
          </p:nvSpPr>
          <p:spPr>
            <a:xfrm>
              <a:off x="825359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159" name="Rectangle 158">
              <a:extLst>
                <a:ext uri="{FF2B5EF4-FFF2-40B4-BE49-F238E27FC236}">
                  <a16:creationId xmlns:a16="http://schemas.microsoft.com/office/drawing/2014/main" id="{977D71E0-36BE-87A4-0123-94B892062EF3}"/>
                </a:ext>
              </a:extLst>
            </p:cNvPr>
            <p:cNvSpPr/>
            <p:nvPr/>
          </p:nvSpPr>
          <p:spPr>
            <a:xfrm flipV="1">
              <a:off x="8998048"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Oval 15">
              <a:extLst>
                <a:ext uri="{FF2B5EF4-FFF2-40B4-BE49-F238E27FC236}">
                  <a16:creationId xmlns:a16="http://schemas.microsoft.com/office/drawing/2014/main" id="{7497F6EF-3302-89D1-0C67-7F9CBBF42DD6}"/>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1" name="Straight Connector 160">
              <a:extLst>
                <a:ext uri="{FF2B5EF4-FFF2-40B4-BE49-F238E27FC236}">
                  <a16:creationId xmlns:a16="http://schemas.microsoft.com/office/drawing/2014/main" id="{6ABA797D-52AF-D898-6F31-F3B25C45D064}"/>
                </a:ext>
              </a:extLst>
            </p:cNvPr>
            <p:cNvCxnSpPr>
              <a:cxnSpLocks/>
              <a:stCxn id="160" idx="0"/>
            </p:cNvCxnSpPr>
            <p:nvPr/>
          </p:nvCxnSpPr>
          <p:spPr>
            <a:xfrm flipV="1">
              <a:off x="9038047"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2" name="Straight Connector 161">
              <a:extLst>
                <a:ext uri="{FF2B5EF4-FFF2-40B4-BE49-F238E27FC236}">
                  <a16:creationId xmlns:a16="http://schemas.microsoft.com/office/drawing/2014/main" id="{E42EAD6A-8C15-4413-BEF5-7152C775342B}"/>
                </a:ext>
              </a:extLst>
            </p:cNvPr>
            <p:cNvCxnSpPr>
              <a:cxnSpLocks/>
            </p:cNvCxnSpPr>
            <p:nvPr/>
          </p:nvCxnSpPr>
          <p:spPr>
            <a:xfrm>
              <a:off x="9044961"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3" name="Group 162">
            <a:extLst>
              <a:ext uri="{FF2B5EF4-FFF2-40B4-BE49-F238E27FC236}">
                <a16:creationId xmlns:a16="http://schemas.microsoft.com/office/drawing/2014/main" id="{807E2E2B-9C65-6912-4D13-1D16752494A4}"/>
              </a:ext>
            </a:extLst>
          </p:cNvPr>
          <p:cNvGrpSpPr/>
          <p:nvPr/>
        </p:nvGrpSpPr>
        <p:grpSpPr>
          <a:xfrm>
            <a:off x="3775041" y="1532276"/>
            <a:ext cx="721206" cy="609701"/>
            <a:chOff x="4289254" y="1729816"/>
            <a:chExt cx="871904" cy="748695"/>
          </a:xfrm>
        </p:grpSpPr>
        <p:sp>
          <p:nvSpPr>
            <p:cNvPr id="164" name="Rectangle 163">
              <a:extLst>
                <a:ext uri="{FF2B5EF4-FFF2-40B4-BE49-F238E27FC236}">
                  <a16:creationId xmlns:a16="http://schemas.microsoft.com/office/drawing/2014/main" id="{D6CF94D2-2133-B578-ACAD-913124F97A5A}"/>
                </a:ext>
              </a:extLst>
            </p:cNvPr>
            <p:cNvSpPr/>
            <p:nvPr/>
          </p:nvSpPr>
          <p:spPr>
            <a:xfrm>
              <a:off x="428925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165" name="Right Triangle 164">
              <a:extLst>
                <a:ext uri="{FF2B5EF4-FFF2-40B4-BE49-F238E27FC236}">
                  <a16:creationId xmlns:a16="http://schemas.microsoft.com/office/drawing/2014/main" id="{41DA97CC-B692-10A7-7A0C-48FF7612E2CF}"/>
                </a:ext>
              </a:extLst>
            </p:cNvPr>
            <p:cNvSpPr/>
            <p:nvPr/>
          </p:nvSpPr>
          <p:spPr>
            <a:xfrm rot="10800000">
              <a:off x="5013435"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6" name="Group 165">
              <a:extLst>
                <a:ext uri="{FF2B5EF4-FFF2-40B4-BE49-F238E27FC236}">
                  <a16:creationId xmlns:a16="http://schemas.microsoft.com/office/drawing/2014/main" id="{E002A6F6-181F-7D8C-E8DF-F373BFAD71C6}"/>
                </a:ext>
              </a:extLst>
            </p:cNvPr>
            <p:cNvGrpSpPr/>
            <p:nvPr/>
          </p:nvGrpSpPr>
          <p:grpSpPr>
            <a:xfrm>
              <a:off x="5093762" y="1742900"/>
              <a:ext cx="45719" cy="75385"/>
              <a:chOff x="3883481" y="2057400"/>
              <a:chExt cx="1608363" cy="2652031"/>
            </a:xfrm>
            <a:solidFill>
              <a:srgbClr val="A6A6A6"/>
            </a:solidFill>
          </p:grpSpPr>
          <p:sp>
            <p:nvSpPr>
              <p:cNvPr id="167" name="Oval 27">
                <a:extLst>
                  <a:ext uri="{FF2B5EF4-FFF2-40B4-BE49-F238E27FC236}">
                    <a16:creationId xmlns:a16="http://schemas.microsoft.com/office/drawing/2014/main" id="{BB8C9CB6-7535-7628-1105-D3E9B9E20F3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Oval 28">
                <a:extLst>
                  <a:ext uri="{FF2B5EF4-FFF2-40B4-BE49-F238E27FC236}">
                    <a16:creationId xmlns:a16="http://schemas.microsoft.com/office/drawing/2014/main" id="{7E23B753-F291-CA8B-6E38-BE4DCBEECC4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170318A4-782D-6E40-3A1F-934F0BAA7D0B}"/>
              </a:ext>
            </a:extLst>
          </p:cNvPr>
          <p:cNvGrpSpPr/>
          <p:nvPr/>
        </p:nvGrpSpPr>
        <p:grpSpPr>
          <a:xfrm>
            <a:off x="4611548" y="1532276"/>
            <a:ext cx="721206" cy="609701"/>
            <a:chOff x="5280339" y="1729816"/>
            <a:chExt cx="871904" cy="748695"/>
          </a:xfrm>
        </p:grpSpPr>
        <p:sp>
          <p:nvSpPr>
            <p:cNvPr id="170" name="Rectangle 169">
              <a:extLst>
                <a:ext uri="{FF2B5EF4-FFF2-40B4-BE49-F238E27FC236}">
                  <a16:creationId xmlns:a16="http://schemas.microsoft.com/office/drawing/2014/main" id="{ABC10F04-F586-463A-B764-2B56A290DDB4}"/>
                </a:ext>
              </a:extLst>
            </p:cNvPr>
            <p:cNvSpPr/>
            <p:nvPr/>
          </p:nvSpPr>
          <p:spPr>
            <a:xfrm>
              <a:off x="528033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71" name="Right Triangle 170">
              <a:extLst>
                <a:ext uri="{FF2B5EF4-FFF2-40B4-BE49-F238E27FC236}">
                  <a16:creationId xmlns:a16="http://schemas.microsoft.com/office/drawing/2014/main" id="{9822FDA9-6559-2432-3D29-50876799CB83}"/>
                </a:ext>
              </a:extLst>
            </p:cNvPr>
            <p:cNvSpPr/>
            <p:nvPr/>
          </p:nvSpPr>
          <p:spPr>
            <a:xfrm rot="10800000">
              <a:off x="6003472"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2" name="Group 171">
              <a:extLst>
                <a:ext uri="{FF2B5EF4-FFF2-40B4-BE49-F238E27FC236}">
                  <a16:creationId xmlns:a16="http://schemas.microsoft.com/office/drawing/2014/main" id="{23251C99-217A-5B59-416A-C28F82920771}"/>
                </a:ext>
              </a:extLst>
            </p:cNvPr>
            <p:cNvGrpSpPr/>
            <p:nvPr/>
          </p:nvGrpSpPr>
          <p:grpSpPr>
            <a:xfrm>
              <a:off x="6083799" y="1742900"/>
              <a:ext cx="45719" cy="75385"/>
              <a:chOff x="3883481" y="2057400"/>
              <a:chExt cx="1608363" cy="2652031"/>
            </a:xfrm>
            <a:solidFill>
              <a:srgbClr val="A6A6A6"/>
            </a:solidFill>
          </p:grpSpPr>
          <p:sp>
            <p:nvSpPr>
              <p:cNvPr id="173" name="Oval 27">
                <a:extLst>
                  <a:ext uri="{FF2B5EF4-FFF2-40B4-BE49-F238E27FC236}">
                    <a16:creationId xmlns:a16="http://schemas.microsoft.com/office/drawing/2014/main" id="{A53A098B-5C99-F1D5-436B-67EC1A1921E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Oval 28">
                <a:extLst>
                  <a:ext uri="{FF2B5EF4-FFF2-40B4-BE49-F238E27FC236}">
                    <a16:creationId xmlns:a16="http://schemas.microsoft.com/office/drawing/2014/main" id="{0D5C91C3-B086-9F2D-B51E-756CC68EB47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5" name="Group 174">
            <a:extLst>
              <a:ext uri="{FF2B5EF4-FFF2-40B4-BE49-F238E27FC236}">
                <a16:creationId xmlns:a16="http://schemas.microsoft.com/office/drawing/2014/main" id="{CE718AB3-AEA7-4841-89ED-F663A2BA33C4}"/>
              </a:ext>
            </a:extLst>
          </p:cNvPr>
          <p:cNvGrpSpPr/>
          <p:nvPr/>
        </p:nvGrpSpPr>
        <p:grpSpPr>
          <a:xfrm>
            <a:off x="2938534" y="1532276"/>
            <a:ext cx="721206" cy="610038"/>
            <a:chOff x="3298169" y="1729403"/>
            <a:chExt cx="871904" cy="749108"/>
          </a:xfrm>
        </p:grpSpPr>
        <p:sp>
          <p:nvSpPr>
            <p:cNvPr id="176" name="Rectangle 175">
              <a:extLst>
                <a:ext uri="{FF2B5EF4-FFF2-40B4-BE49-F238E27FC236}">
                  <a16:creationId xmlns:a16="http://schemas.microsoft.com/office/drawing/2014/main" id="{59277CAE-0C65-3886-343E-10A566C31ED3}"/>
                </a:ext>
              </a:extLst>
            </p:cNvPr>
            <p:cNvSpPr/>
            <p:nvPr/>
          </p:nvSpPr>
          <p:spPr>
            <a:xfrm>
              <a:off x="329816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177" name="Right Triangle 176">
              <a:extLst>
                <a:ext uri="{FF2B5EF4-FFF2-40B4-BE49-F238E27FC236}">
                  <a16:creationId xmlns:a16="http://schemas.microsoft.com/office/drawing/2014/main" id="{84A33B9D-4F40-891C-962A-73B3BD929099}"/>
                </a:ext>
              </a:extLst>
            </p:cNvPr>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8" name="Oval 27">
              <a:extLst>
                <a:ext uri="{FF2B5EF4-FFF2-40B4-BE49-F238E27FC236}">
                  <a16:creationId xmlns:a16="http://schemas.microsoft.com/office/drawing/2014/main" id="{C93E454A-4DA5-298B-058E-86B7E3651748}"/>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9" name="Oval 28">
              <a:extLst>
                <a:ext uri="{FF2B5EF4-FFF2-40B4-BE49-F238E27FC236}">
                  <a16:creationId xmlns:a16="http://schemas.microsoft.com/office/drawing/2014/main" id="{B95C727D-227C-393E-C14D-C81B447D86C0}"/>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80" name="Group 179">
            <a:extLst>
              <a:ext uri="{FF2B5EF4-FFF2-40B4-BE49-F238E27FC236}">
                <a16:creationId xmlns:a16="http://schemas.microsoft.com/office/drawing/2014/main" id="{D21B46D0-1BE5-3AFC-620A-4C4C19FC2D00}"/>
              </a:ext>
            </a:extLst>
          </p:cNvPr>
          <p:cNvGrpSpPr/>
          <p:nvPr/>
        </p:nvGrpSpPr>
        <p:grpSpPr>
          <a:xfrm>
            <a:off x="6287105" y="2974054"/>
            <a:ext cx="721206" cy="609701"/>
            <a:chOff x="8253594" y="3370808"/>
            <a:chExt cx="871904" cy="748695"/>
          </a:xfrm>
        </p:grpSpPr>
        <p:sp>
          <p:nvSpPr>
            <p:cNvPr id="184" name="Rectangle 183">
              <a:hlinkHover r:id="" action="ppaction://noaction" highlightClick="1"/>
              <a:extLst>
                <a:ext uri="{FF2B5EF4-FFF2-40B4-BE49-F238E27FC236}">
                  <a16:creationId xmlns:a16="http://schemas.microsoft.com/office/drawing/2014/main" id="{97B0BEF9-22AB-52B3-B85C-F2948C04AEB0}"/>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185" name="Rectangle 184">
              <a:extLst>
                <a:ext uri="{FF2B5EF4-FFF2-40B4-BE49-F238E27FC236}">
                  <a16:creationId xmlns:a16="http://schemas.microsoft.com/office/drawing/2014/main" id="{196234E4-10FC-F3A5-F6BE-AC5D4FC7FDE5}"/>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6" name="Oval 15">
              <a:extLst>
                <a:ext uri="{FF2B5EF4-FFF2-40B4-BE49-F238E27FC236}">
                  <a16:creationId xmlns:a16="http://schemas.microsoft.com/office/drawing/2014/main" id="{B36F3AE9-8232-95C2-E346-4BCA752CD061}"/>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7" name="Straight Connector 186">
              <a:extLst>
                <a:ext uri="{FF2B5EF4-FFF2-40B4-BE49-F238E27FC236}">
                  <a16:creationId xmlns:a16="http://schemas.microsoft.com/office/drawing/2014/main" id="{C7F2FCAA-B0D4-AC5B-929B-97EBC4D58499}"/>
                </a:ext>
              </a:extLst>
            </p:cNvPr>
            <p:cNvCxnSpPr>
              <a:cxnSpLocks/>
              <a:stCxn id="186"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8" name="Straight Connector 187">
              <a:extLst>
                <a:ext uri="{FF2B5EF4-FFF2-40B4-BE49-F238E27FC236}">
                  <a16:creationId xmlns:a16="http://schemas.microsoft.com/office/drawing/2014/main" id="{37F64632-1E7A-788D-7D05-407CB9725765}"/>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C84CFB76-E87D-A187-A1DD-6CC6B0AC812F}"/>
              </a:ext>
            </a:extLst>
          </p:cNvPr>
          <p:cNvGrpSpPr/>
          <p:nvPr/>
        </p:nvGrpSpPr>
        <p:grpSpPr>
          <a:xfrm>
            <a:off x="7123149" y="2974054"/>
            <a:ext cx="721206" cy="609701"/>
            <a:chOff x="8253594" y="3370808"/>
            <a:chExt cx="871904" cy="748695"/>
          </a:xfrm>
        </p:grpSpPr>
        <p:sp>
          <p:nvSpPr>
            <p:cNvPr id="190" name="Rectangle 189">
              <a:hlinkHover r:id="" action="ppaction://noaction" highlightClick="1"/>
              <a:extLst>
                <a:ext uri="{FF2B5EF4-FFF2-40B4-BE49-F238E27FC236}">
                  <a16:creationId xmlns:a16="http://schemas.microsoft.com/office/drawing/2014/main" id="{CE875F40-7B00-7347-D5E5-558496E3A044}"/>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191" name="Rectangle 190">
              <a:extLst>
                <a:ext uri="{FF2B5EF4-FFF2-40B4-BE49-F238E27FC236}">
                  <a16:creationId xmlns:a16="http://schemas.microsoft.com/office/drawing/2014/main" id="{E7A583EA-B9B1-4B71-1144-92E47435B97C}"/>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6" name="Oval 15">
              <a:extLst>
                <a:ext uri="{FF2B5EF4-FFF2-40B4-BE49-F238E27FC236}">
                  <a16:creationId xmlns:a16="http://schemas.microsoft.com/office/drawing/2014/main" id="{579E71AB-FCED-90D0-E4FD-FA0387FE13BB}"/>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57" name="Straight Connector 256">
              <a:extLst>
                <a:ext uri="{FF2B5EF4-FFF2-40B4-BE49-F238E27FC236}">
                  <a16:creationId xmlns:a16="http://schemas.microsoft.com/office/drawing/2014/main" id="{2078A2D2-BBD6-226D-6B8C-9342F9E8CCDA}"/>
                </a:ext>
              </a:extLst>
            </p:cNvPr>
            <p:cNvCxnSpPr>
              <a:cxnSpLocks/>
              <a:stCxn id="256"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58" name="Straight Connector 257">
              <a:extLst>
                <a:ext uri="{FF2B5EF4-FFF2-40B4-BE49-F238E27FC236}">
                  <a16:creationId xmlns:a16="http://schemas.microsoft.com/office/drawing/2014/main" id="{FC92AB44-1B42-0CD7-CCAB-406C938B40D8}"/>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59" name="Group 258">
            <a:extLst>
              <a:ext uri="{FF2B5EF4-FFF2-40B4-BE49-F238E27FC236}">
                <a16:creationId xmlns:a16="http://schemas.microsoft.com/office/drawing/2014/main" id="{101AE944-FF42-8EE9-4C99-C79C1EE464E1}"/>
              </a:ext>
            </a:extLst>
          </p:cNvPr>
          <p:cNvGrpSpPr/>
          <p:nvPr/>
        </p:nvGrpSpPr>
        <p:grpSpPr>
          <a:xfrm>
            <a:off x="7959193" y="2974054"/>
            <a:ext cx="721206" cy="609701"/>
            <a:chOff x="10243575" y="88412"/>
            <a:chExt cx="871904" cy="748695"/>
          </a:xfrm>
        </p:grpSpPr>
        <p:sp>
          <p:nvSpPr>
            <p:cNvPr id="260" name="Rectangle 259">
              <a:hlinkHover r:id="" action="ppaction://noaction" highlightClick="1"/>
              <a:extLst>
                <a:ext uri="{FF2B5EF4-FFF2-40B4-BE49-F238E27FC236}">
                  <a16:creationId xmlns:a16="http://schemas.microsoft.com/office/drawing/2014/main" id="{6CBB9976-6D23-DFCE-40FD-5DF43F9AFEB7}"/>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sp>
          <p:nvSpPr>
            <p:cNvPr id="262" name="Diamond 261">
              <a:extLst>
                <a:ext uri="{FF2B5EF4-FFF2-40B4-BE49-F238E27FC236}">
                  <a16:creationId xmlns:a16="http://schemas.microsoft.com/office/drawing/2014/main" id="{1E2F8516-FF03-7BDC-F64E-8E9B174B83B9}"/>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3" name="Oval 262">
              <a:extLst>
                <a:ext uri="{FF2B5EF4-FFF2-40B4-BE49-F238E27FC236}">
                  <a16:creationId xmlns:a16="http://schemas.microsoft.com/office/drawing/2014/main" id="{61A05346-846B-77B7-D46D-C9B141E9F3CB}"/>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4" name="Group 263">
            <a:extLst>
              <a:ext uri="{FF2B5EF4-FFF2-40B4-BE49-F238E27FC236}">
                <a16:creationId xmlns:a16="http://schemas.microsoft.com/office/drawing/2014/main" id="{7A06AE42-C1F4-6817-5490-47ADB0AA53DA}"/>
              </a:ext>
            </a:extLst>
          </p:cNvPr>
          <p:cNvGrpSpPr/>
          <p:nvPr/>
        </p:nvGrpSpPr>
        <p:grpSpPr>
          <a:xfrm>
            <a:off x="8795237" y="2974054"/>
            <a:ext cx="721206" cy="609701"/>
            <a:chOff x="10243575" y="88412"/>
            <a:chExt cx="871904" cy="748695"/>
          </a:xfrm>
        </p:grpSpPr>
        <p:sp>
          <p:nvSpPr>
            <p:cNvPr id="265" name="Rectangle 264">
              <a:hlinkHover r:id="" action="ppaction://noaction" highlightClick="1"/>
              <a:extLst>
                <a:ext uri="{FF2B5EF4-FFF2-40B4-BE49-F238E27FC236}">
                  <a16:creationId xmlns:a16="http://schemas.microsoft.com/office/drawing/2014/main" id="{C7259B49-CEC3-12A0-9842-D8FF1EA7F588}"/>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266" name="Diamond 265">
              <a:extLst>
                <a:ext uri="{FF2B5EF4-FFF2-40B4-BE49-F238E27FC236}">
                  <a16:creationId xmlns:a16="http://schemas.microsoft.com/office/drawing/2014/main" id="{DC44AFD4-B11D-2396-BB9B-A40879B15306}"/>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7" name="Oval 266">
              <a:extLst>
                <a:ext uri="{FF2B5EF4-FFF2-40B4-BE49-F238E27FC236}">
                  <a16:creationId xmlns:a16="http://schemas.microsoft.com/office/drawing/2014/main" id="{E6A96C50-1C98-B002-B65D-76B799819702}"/>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74" name="Group 273">
            <a:extLst>
              <a:ext uri="{FF2B5EF4-FFF2-40B4-BE49-F238E27FC236}">
                <a16:creationId xmlns:a16="http://schemas.microsoft.com/office/drawing/2014/main" id="{68DEB444-24F7-D54D-1E75-D0B0EB095929}"/>
              </a:ext>
            </a:extLst>
          </p:cNvPr>
          <p:cNvGrpSpPr/>
          <p:nvPr/>
        </p:nvGrpSpPr>
        <p:grpSpPr>
          <a:xfrm>
            <a:off x="5442072" y="811556"/>
            <a:ext cx="728206" cy="609701"/>
            <a:chOff x="7262509" y="909114"/>
            <a:chExt cx="880366" cy="748695"/>
          </a:xfrm>
        </p:grpSpPr>
        <p:sp>
          <p:nvSpPr>
            <p:cNvPr id="275" name="Rectangle 274">
              <a:extLst>
                <a:ext uri="{FF2B5EF4-FFF2-40B4-BE49-F238E27FC236}">
                  <a16:creationId xmlns:a16="http://schemas.microsoft.com/office/drawing/2014/main" id="{E4FD6050-613C-712E-9475-A2BD1250ABF3}"/>
                </a:ext>
              </a:extLst>
            </p:cNvPr>
            <p:cNvSpPr/>
            <p:nvPr/>
          </p:nvSpPr>
          <p:spPr>
            <a:xfrm>
              <a:off x="726250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276" name="Rectangle 275">
              <a:extLst>
                <a:ext uri="{FF2B5EF4-FFF2-40B4-BE49-F238E27FC236}">
                  <a16:creationId xmlns:a16="http://schemas.microsoft.com/office/drawing/2014/main" id="{94C25F26-3DB8-15E7-DDA6-C4FA161A6F45}"/>
                </a:ext>
              </a:extLst>
            </p:cNvPr>
            <p:cNvSpPr/>
            <p:nvPr/>
          </p:nvSpPr>
          <p:spPr>
            <a:xfrm flipV="1">
              <a:off x="8021749"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7" name="Oval 15">
              <a:extLst>
                <a:ext uri="{FF2B5EF4-FFF2-40B4-BE49-F238E27FC236}">
                  <a16:creationId xmlns:a16="http://schemas.microsoft.com/office/drawing/2014/main" id="{8A951F4A-4C8A-73B0-80C4-CDA24A5C1A41}"/>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78" name="Straight Connector 277">
              <a:extLst>
                <a:ext uri="{FF2B5EF4-FFF2-40B4-BE49-F238E27FC236}">
                  <a16:creationId xmlns:a16="http://schemas.microsoft.com/office/drawing/2014/main" id="{DCC59505-D226-3E4D-8245-E1613FE8D369}"/>
                </a:ext>
              </a:extLst>
            </p:cNvPr>
            <p:cNvCxnSpPr>
              <a:cxnSpLocks/>
              <a:stCxn id="277" idx="0"/>
            </p:cNvCxnSpPr>
            <p:nvPr/>
          </p:nvCxnSpPr>
          <p:spPr>
            <a:xfrm flipV="1">
              <a:off x="8061748"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79" name="Straight Connector 278">
              <a:extLst>
                <a:ext uri="{FF2B5EF4-FFF2-40B4-BE49-F238E27FC236}">
                  <a16:creationId xmlns:a16="http://schemas.microsoft.com/office/drawing/2014/main" id="{5D50832C-8225-499A-5BDC-464D5A490A09}"/>
                </a:ext>
              </a:extLst>
            </p:cNvPr>
            <p:cNvCxnSpPr>
              <a:cxnSpLocks/>
            </p:cNvCxnSpPr>
            <p:nvPr/>
          </p:nvCxnSpPr>
          <p:spPr>
            <a:xfrm>
              <a:off x="8068662"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80" name="Group 279">
            <a:extLst>
              <a:ext uri="{FF2B5EF4-FFF2-40B4-BE49-F238E27FC236}">
                <a16:creationId xmlns:a16="http://schemas.microsoft.com/office/drawing/2014/main" id="{9B4F2A59-EB3C-09DB-7698-6CB43282CB3A}"/>
              </a:ext>
            </a:extLst>
          </p:cNvPr>
          <p:cNvGrpSpPr/>
          <p:nvPr/>
        </p:nvGrpSpPr>
        <p:grpSpPr>
          <a:xfrm>
            <a:off x="6284590" y="811556"/>
            <a:ext cx="721206" cy="609701"/>
            <a:chOff x="8253594" y="909114"/>
            <a:chExt cx="871904" cy="748695"/>
          </a:xfrm>
        </p:grpSpPr>
        <p:sp>
          <p:nvSpPr>
            <p:cNvPr id="281" name="Rectangle 280">
              <a:hlinkHover r:id="" action="ppaction://noaction" highlightClick="1"/>
              <a:extLst>
                <a:ext uri="{FF2B5EF4-FFF2-40B4-BE49-F238E27FC236}">
                  <a16:creationId xmlns:a16="http://schemas.microsoft.com/office/drawing/2014/main" id="{209CB041-AB06-1DE2-BDFA-4C1D230B9589}"/>
                </a:ext>
              </a:extLst>
            </p:cNvPr>
            <p:cNvSpPr/>
            <p:nvPr/>
          </p:nvSpPr>
          <p:spPr>
            <a:xfrm>
              <a:off x="825359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282" name="Right Triangle 281">
              <a:extLst>
                <a:ext uri="{FF2B5EF4-FFF2-40B4-BE49-F238E27FC236}">
                  <a16:creationId xmlns:a16="http://schemas.microsoft.com/office/drawing/2014/main" id="{0F969D77-5DAB-DEA3-8FE9-C5F6A7045ADF}"/>
                </a:ext>
              </a:extLst>
            </p:cNvPr>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3" name="Oval 27">
              <a:extLst>
                <a:ext uri="{FF2B5EF4-FFF2-40B4-BE49-F238E27FC236}">
                  <a16:creationId xmlns:a16="http://schemas.microsoft.com/office/drawing/2014/main" id="{A515CDF5-6DB8-1AEF-15BF-2DC66CF6237C}"/>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4" name="Oval 28">
              <a:extLst>
                <a:ext uri="{FF2B5EF4-FFF2-40B4-BE49-F238E27FC236}">
                  <a16:creationId xmlns:a16="http://schemas.microsoft.com/office/drawing/2014/main" id="{C2401803-D6DF-1B9B-C883-7A63C6AFD734}"/>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90" name="Group 289">
            <a:extLst>
              <a:ext uri="{FF2B5EF4-FFF2-40B4-BE49-F238E27FC236}">
                <a16:creationId xmlns:a16="http://schemas.microsoft.com/office/drawing/2014/main" id="{2659B7F7-C86F-CD8D-8617-2E52B484812F}"/>
              </a:ext>
            </a:extLst>
          </p:cNvPr>
          <p:cNvGrpSpPr/>
          <p:nvPr/>
        </p:nvGrpSpPr>
        <p:grpSpPr>
          <a:xfrm>
            <a:off x="7957576" y="811556"/>
            <a:ext cx="721206" cy="609701"/>
            <a:chOff x="4289254" y="909114"/>
            <a:chExt cx="871904" cy="748695"/>
          </a:xfrm>
        </p:grpSpPr>
        <p:sp>
          <p:nvSpPr>
            <p:cNvPr id="291" name="Rectangle 290">
              <a:extLst>
                <a:ext uri="{FF2B5EF4-FFF2-40B4-BE49-F238E27FC236}">
                  <a16:creationId xmlns:a16="http://schemas.microsoft.com/office/drawing/2014/main" id="{0429A805-7989-D421-D114-1019EFD2296B}"/>
                </a:ext>
              </a:extLst>
            </p:cNvPr>
            <p:cNvSpPr/>
            <p:nvPr/>
          </p:nvSpPr>
          <p:spPr>
            <a:xfrm>
              <a:off x="4289254"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292" name="Rectangle 291">
              <a:extLst>
                <a:ext uri="{FF2B5EF4-FFF2-40B4-BE49-F238E27FC236}">
                  <a16:creationId xmlns:a16="http://schemas.microsoft.com/office/drawing/2014/main" id="{F18634DD-F390-4F68-ED92-1AC5AA92EC4E}"/>
                </a:ext>
              </a:extLst>
            </p:cNvPr>
            <p:cNvSpPr/>
            <p:nvPr/>
          </p:nvSpPr>
          <p:spPr>
            <a:xfrm flipV="1">
              <a:off x="5036005"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3" name="Oval 15">
              <a:extLst>
                <a:ext uri="{FF2B5EF4-FFF2-40B4-BE49-F238E27FC236}">
                  <a16:creationId xmlns:a16="http://schemas.microsoft.com/office/drawing/2014/main" id="{72E21504-0636-E246-CA29-5C0BEF817FD5}"/>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94" name="Straight Connector 293">
              <a:extLst>
                <a:ext uri="{FF2B5EF4-FFF2-40B4-BE49-F238E27FC236}">
                  <a16:creationId xmlns:a16="http://schemas.microsoft.com/office/drawing/2014/main" id="{11BCC4FE-2E68-DD37-AC58-F0389A09422C}"/>
                </a:ext>
              </a:extLst>
            </p:cNvPr>
            <p:cNvCxnSpPr>
              <a:cxnSpLocks/>
              <a:stCxn id="293" idx="0"/>
            </p:cNvCxnSpPr>
            <p:nvPr/>
          </p:nvCxnSpPr>
          <p:spPr>
            <a:xfrm flipV="1">
              <a:off x="5076004"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95" name="Straight Connector 294">
              <a:extLst>
                <a:ext uri="{FF2B5EF4-FFF2-40B4-BE49-F238E27FC236}">
                  <a16:creationId xmlns:a16="http://schemas.microsoft.com/office/drawing/2014/main" id="{EFD3C963-AE62-95B4-7375-6E70E61180E4}"/>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04" name="Group 303">
            <a:extLst>
              <a:ext uri="{FF2B5EF4-FFF2-40B4-BE49-F238E27FC236}">
                <a16:creationId xmlns:a16="http://schemas.microsoft.com/office/drawing/2014/main" id="{69D56CA3-FE45-286F-3FB0-D792954019BB}"/>
              </a:ext>
            </a:extLst>
          </p:cNvPr>
          <p:cNvGrpSpPr/>
          <p:nvPr/>
        </p:nvGrpSpPr>
        <p:grpSpPr>
          <a:xfrm>
            <a:off x="11356238" y="90836"/>
            <a:ext cx="721206" cy="609701"/>
            <a:chOff x="11226844" y="88412"/>
            <a:chExt cx="871904" cy="748695"/>
          </a:xfrm>
        </p:grpSpPr>
        <p:sp>
          <p:nvSpPr>
            <p:cNvPr id="305" name="Rectangle 304">
              <a:hlinkHover r:id="" action="ppaction://noaction" highlightClick="1"/>
              <a:extLst>
                <a:ext uri="{FF2B5EF4-FFF2-40B4-BE49-F238E27FC236}">
                  <a16:creationId xmlns:a16="http://schemas.microsoft.com/office/drawing/2014/main" id="{999D5B5E-6BA4-7F35-0D52-C1B4C5434D25}"/>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306" name="Oval 305">
              <a:extLst>
                <a:ext uri="{FF2B5EF4-FFF2-40B4-BE49-F238E27FC236}">
                  <a16:creationId xmlns:a16="http://schemas.microsoft.com/office/drawing/2014/main" id="{ADB756E9-C35B-7260-0025-1B7906225EFD}"/>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8" name="Isosceles Triangle 648">
              <a:extLst>
                <a:ext uri="{FF2B5EF4-FFF2-40B4-BE49-F238E27FC236}">
                  <a16:creationId xmlns:a16="http://schemas.microsoft.com/office/drawing/2014/main" id="{2FE09484-A2A4-59DB-891A-E63152A28207}"/>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09" name="Group 308">
            <a:extLst>
              <a:ext uri="{FF2B5EF4-FFF2-40B4-BE49-F238E27FC236}">
                <a16:creationId xmlns:a16="http://schemas.microsoft.com/office/drawing/2014/main" id="{2BF6E2D1-BDCB-4151-0DF0-16767E559BA8}"/>
              </a:ext>
            </a:extLst>
          </p:cNvPr>
          <p:cNvGrpSpPr/>
          <p:nvPr/>
        </p:nvGrpSpPr>
        <p:grpSpPr>
          <a:xfrm>
            <a:off x="11356238" y="3694774"/>
            <a:ext cx="721206" cy="609701"/>
            <a:chOff x="11335787" y="4191133"/>
            <a:chExt cx="710037" cy="609701"/>
          </a:xfrm>
        </p:grpSpPr>
        <p:sp>
          <p:nvSpPr>
            <p:cNvPr id="310" name="Rectangle 309">
              <a:hlinkHover r:id="" action="ppaction://noaction" highlightClick="1"/>
              <a:extLst>
                <a:ext uri="{FF2B5EF4-FFF2-40B4-BE49-F238E27FC236}">
                  <a16:creationId xmlns:a16="http://schemas.microsoft.com/office/drawing/2014/main" id="{6450AEC3-22E8-02B2-4648-9B2F40917394}"/>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312" name="Oval 311">
              <a:extLst>
                <a:ext uri="{FF2B5EF4-FFF2-40B4-BE49-F238E27FC236}">
                  <a16:creationId xmlns:a16="http://schemas.microsoft.com/office/drawing/2014/main" id="{5CD5F7B1-C7B1-DE87-05C6-7D8DAC1AEFDF}"/>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3" name="Isosceles Triangle 648">
              <a:extLst>
                <a:ext uri="{FF2B5EF4-FFF2-40B4-BE49-F238E27FC236}">
                  <a16:creationId xmlns:a16="http://schemas.microsoft.com/office/drawing/2014/main" id="{9EF9CA36-C2ED-5C63-83A9-EEAFC5B3A135}"/>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15" name="Group 314">
            <a:extLst>
              <a:ext uri="{FF2B5EF4-FFF2-40B4-BE49-F238E27FC236}">
                <a16:creationId xmlns:a16="http://schemas.microsoft.com/office/drawing/2014/main" id="{593FFC5E-3CD0-E9FF-FA41-08BC2DE851ED}"/>
              </a:ext>
            </a:extLst>
          </p:cNvPr>
          <p:cNvGrpSpPr/>
          <p:nvPr/>
        </p:nvGrpSpPr>
        <p:grpSpPr>
          <a:xfrm>
            <a:off x="9657689" y="4419620"/>
            <a:ext cx="721206" cy="609701"/>
            <a:chOff x="11226844" y="5012622"/>
            <a:chExt cx="871904" cy="748695"/>
          </a:xfrm>
        </p:grpSpPr>
        <p:sp>
          <p:nvSpPr>
            <p:cNvPr id="316" name="Rectangle 315">
              <a:hlinkHover r:id="" action="ppaction://noaction" highlightClick="1"/>
              <a:extLst>
                <a:ext uri="{FF2B5EF4-FFF2-40B4-BE49-F238E27FC236}">
                  <a16:creationId xmlns:a16="http://schemas.microsoft.com/office/drawing/2014/main" id="{349551FE-1DB7-A0E2-B30B-491B2CD89535}"/>
                </a:ext>
              </a:extLst>
            </p:cNvPr>
            <p:cNvSpPr/>
            <p:nvPr/>
          </p:nvSpPr>
          <p:spPr>
            <a:xfrm>
              <a:off x="1122684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318" name="Oval 317">
              <a:extLst>
                <a:ext uri="{FF2B5EF4-FFF2-40B4-BE49-F238E27FC236}">
                  <a16:creationId xmlns:a16="http://schemas.microsoft.com/office/drawing/2014/main" id="{D254792E-9414-A1CC-645A-F011F9D00716}"/>
                </a:ext>
              </a:extLst>
            </p:cNvPr>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9" name="Isosceles Triangle 648">
              <a:extLst>
                <a:ext uri="{FF2B5EF4-FFF2-40B4-BE49-F238E27FC236}">
                  <a16:creationId xmlns:a16="http://schemas.microsoft.com/office/drawing/2014/main" id="{54A3C6F1-717E-0E04-057D-80FE39D7810E}"/>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0" name="Group 319">
            <a:extLst>
              <a:ext uri="{FF2B5EF4-FFF2-40B4-BE49-F238E27FC236}">
                <a16:creationId xmlns:a16="http://schemas.microsoft.com/office/drawing/2014/main" id="{B5A01C2D-E1F4-5E5A-2670-F03B4C7C514B}"/>
              </a:ext>
            </a:extLst>
          </p:cNvPr>
          <p:cNvGrpSpPr/>
          <p:nvPr/>
        </p:nvGrpSpPr>
        <p:grpSpPr>
          <a:xfrm>
            <a:off x="10506964" y="4419620"/>
            <a:ext cx="721206" cy="609701"/>
            <a:chOff x="11226844" y="88412"/>
            <a:chExt cx="871904" cy="748695"/>
          </a:xfrm>
        </p:grpSpPr>
        <p:sp>
          <p:nvSpPr>
            <p:cNvPr id="321" name="Rectangle 320">
              <a:hlinkHover r:id="" action="ppaction://noaction" highlightClick="1"/>
              <a:extLst>
                <a:ext uri="{FF2B5EF4-FFF2-40B4-BE49-F238E27FC236}">
                  <a16:creationId xmlns:a16="http://schemas.microsoft.com/office/drawing/2014/main" id="{CF292AE4-1397-D57D-DE79-54A0DF4EC9AF}"/>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322" name="Oval 321">
              <a:extLst>
                <a:ext uri="{FF2B5EF4-FFF2-40B4-BE49-F238E27FC236}">
                  <a16:creationId xmlns:a16="http://schemas.microsoft.com/office/drawing/2014/main" id="{8CA19717-6164-4BFB-10C3-B30582344BEB}"/>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3" name="Isosceles Triangle 648">
              <a:extLst>
                <a:ext uri="{FF2B5EF4-FFF2-40B4-BE49-F238E27FC236}">
                  <a16:creationId xmlns:a16="http://schemas.microsoft.com/office/drawing/2014/main" id="{703A8674-27C9-10A7-5766-8D853C0694A6}"/>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4" name="Group 323">
            <a:extLst>
              <a:ext uri="{FF2B5EF4-FFF2-40B4-BE49-F238E27FC236}">
                <a16:creationId xmlns:a16="http://schemas.microsoft.com/office/drawing/2014/main" id="{81C93144-4866-14B9-B273-03D38A721287}"/>
              </a:ext>
            </a:extLst>
          </p:cNvPr>
          <p:cNvGrpSpPr/>
          <p:nvPr/>
        </p:nvGrpSpPr>
        <p:grpSpPr>
          <a:xfrm>
            <a:off x="11355999" y="4416261"/>
            <a:ext cx="721206" cy="609701"/>
            <a:chOff x="11226844" y="88412"/>
            <a:chExt cx="871904" cy="748695"/>
          </a:xfrm>
        </p:grpSpPr>
        <p:sp>
          <p:nvSpPr>
            <p:cNvPr id="325" name="Rectangle 324">
              <a:hlinkHover r:id="" action="ppaction://noaction" highlightClick="1"/>
              <a:extLst>
                <a:ext uri="{FF2B5EF4-FFF2-40B4-BE49-F238E27FC236}">
                  <a16:creationId xmlns:a16="http://schemas.microsoft.com/office/drawing/2014/main" id="{DC888237-3DDF-93C5-C4DD-EAE885F3AC7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327" name="Oval 326">
              <a:extLst>
                <a:ext uri="{FF2B5EF4-FFF2-40B4-BE49-F238E27FC236}">
                  <a16:creationId xmlns:a16="http://schemas.microsoft.com/office/drawing/2014/main" id="{9DEE15D5-87C2-9D49-FA59-414037A2801F}"/>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8" name="Isosceles Triangle 648">
              <a:extLst>
                <a:ext uri="{FF2B5EF4-FFF2-40B4-BE49-F238E27FC236}">
                  <a16:creationId xmlns:a16="http://schemas.microsoft.com/office/drawing/2014/main" id="{BDC03AC5-5E54-F37B-2506-FE556F389EBA}"/>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9" name="Group 328">
            <a:extLst>
              <a:ext uri="{FF2B5EF4-FFF2-40B4-BE49-F238E27FC236}">
                <a16:creationId xmlns:a16="http://schemas.microsoft.com/office/drawing/2014/main" id="{9130355D-3A9E-2954-790C-FD4939B76953}"/>
              </a:ext>
            </a:extLst>
          </p:cNvPr>
          <p:cNvGrpSpPr/>
          <p:nvPr/>
        </p:nvGrpSpPr>
        <p:grpSpPr>
          <a:xfrm>
            <a:off x="8808522" y="4416261"/>
            <a:ext cx="721206" cy="609701"/>
            <a:chOff x="11226844" y="88412"/>
            <a:chExt cx="871904" cy="748695"/>
          </a:xfrm>
        </p:grpSpPr>
        <p:sp>
          <p:nvSpPr>
            <p:cNvPr id="330" name="Rectangle 329">
              <a:hlinkHover r:id="" action="ppaction://noaction" highlightClick="1"/>
              <a:extLst>
                <a:ext uri="{FF2B5EF4-FFF2-40B4-BE49-F238E27FC236}">
                  <a16:creationId xmlns:a16="http://schemas.microsoft.com/office/drawing/2014/main" id="{75011170-09CC-07EB-C522-05C76E143FAD}"/>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332" name="Oval 331">
              <a:extLst>
                <a:ext uri="{FF2B5EF4-FFF2-40B4-BE49-F238E27FC236}">
                  <a16:creationId xmlns:a16="http://schemas.microsoft.com/office/drawing/2014/main" id="{7D4FB294-6BAA-4276-3EFC-7E4EC26B5D45}"/>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3" name="Isosceles Triangle 648">
              <a:extLst>
                <a:ext uri="{FF2B5EF4-FFF2-40B4-BE49-F238E27FC236}">
                  <a16:creationId xmlns:a16="http://schemas.microsoft.com/office/drawing/2014/main" id="{A7344F27-B671-7A20-213D-548DF9C65D8B}"/>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34" name="Group 333">
            <a:extLst>
              <a:ext uri="{FF2B5EF4-FFF2-40B4-BE49-F238E27FC236}">
                <a16:creationId xmlns:a16="http://schemas.microsoft.com/office/drawing/2014/main" id="{5BAC9782-FA39-EF51-A619-DD30E4EB3390}"/>
              </a:ext>
            </a:extLst>
          </p:cNvPr>
          <p:cNvGrpSpPr/>
          <p:nvPr/>
        </p:nvGrpSpPr>
        <p:grpSpPr>
          <a:xfrm>
            <a:off x="10509575" y="5141013"/>
            <a:ext cx="721206" cy="609701"/>
            <a:chOff x="11226844" y="88412"/>
            <a:chExt cx="871904" cy="748695"/>
          </a:xfrm>
        </p:grpSpPr>
        <p:sp>
          <p:nvSpPr>
            <p:cNvPr id="335" name="Rectangle 334">
              <a:hlinkHover r:id="" action="ppaction://noaction" highlightClick="1"/>
              <a:extLst>
                <a:ext uri="{FF2B5EF4-FFF2-40B4-BE49-F238E27FC236}">
                  <a16:creationId xmlns:a16="http://schemas.microsoft.com/office/drawing/2014/main" id="{60E3CB8C-39E7-0485-00E4-07D4815776F9}"/>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336" name="Oval 335">
              <a:extLst>
                <a:ext uri="{FF2B5EF4-FFF2-40B4-BE49-F238E27FC236}">
                  <a16:creationId xmlns:a16="http://schemas.microsoft.com/office/drawing/2014/main" id="{391156FF-20B7-C05E-42A3-458D99A98513}"/>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Isosceles Triangle 648">
              <a:extLst>
                <a:ext uri="{FF2B5EF4-FFF2-40B4-BE49-F238E27FC236}">
                  <a16:creationId xmlns:a16="http://schemas.microsoft.com/office/drawing/2014/main" id="{85BE50B0-7241-1C01-834A-2D1F7D702A21}"/>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38" name="Group 337">
            <a:extLst>
              <a:ext uri="{FF2B5EF4-FFF2-40B4-BE49-F238E27FC236}">
                <a16:creationId xmlns:a16="http://schemas.microsoft.com/office/drawing/2014/main" id="{A18E3F5F-0F00-FD4C-7609-E870EB1731FE}"/>
              </a:ext>
            </a:extLst>
          </p:cNvPr>
          <p:cNvGrpSpPr/>
          <p:nvPr/>
        </p:nvGrpSpPr>
        <p:grpSpPr>
          <a:xfrm>
            <a:off x="9651074" y="5143363"/>
            <a:ext cx="721206" cy="609701"/>
            <a:chOff x="10235764" y="4191922"/>
            <a:chExt cx="871904" cy="748695"/>
          </a:xfrm>
        </p:grpSpPr>
        <p:sp>
          <p:nvSpPr>
            <p:cNvPr id="339" name="Rectangle 338">
              <a:hlinkHover r:id="" action="ppaction://noaction" highlightClick="1"/>
              <a:extLst>
                <a:ext uri="{FF2B5EF4-FFF2-40B4-BE49-F238E27FC236}">
                  <a16:creationId xmlns:a16="http://schemas.microsoft.com/office/drawing/2014/main" id="{68561739-4D0D-3992-C621-7ABE9CDE7D68}"/>
                </a:ext>
              </a:extLst>
            </p:cNvPr>
            <p:cNvSpPr/>
            <p:nvPr/>
          </p:nvSpPr>
          <p:spPr>
            <a:xfrm>
              <a:off x="1023576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340" name="Oval 339">
              <a:extLst>
                <a:ext uri="{FF2B5EF4-FFF2-40B4-BE49-F238E27FC236}">
                  <a16:creationId xmlns:a16="http://schemas.microsoft.com/office/drawing/2014/main" id="{68BDCB46-4C01-5F06-6322-DB66066CB12D}"/>
                </a:ext>
              </a:extLst>
            </p:cNvPr>
            <p:cNvSpPr/>
            <p:nvPr/>
          </p:nvSpPr>
          <p:spPr>
            <a:xfrm>
              <a:off x="10933601"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1" name="Isosceles Triangle 648">
              <a:extLst>
                <a:ext uri="{FF2B5EF4-FFF2-40B4-BE49-F238E27FC236}">
                  <a16:creationId xmlns:a16="http://schemas.microsoft.com/office/drawing/2014/main" id="{33FFDC82-9407-FFCC-98CD-007722BA8B46}"/>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2" name="Group 341">
            <a:extLst>
              <a:ext uri="{FF2B5EF4-FFF2-40B4-BE49-F238E27FC236}">
                <a16:creationId xmlns:a16="http://schemas.microsoft.com/office/drawing/2014/main" id="{4209565C-3B2C-52FC-E4F1-6DB2D9D2A20C}"/>
              </a:ext>
            </a:extLst>
          </p:cNvPr>
          <p:cNvGrpSpPr/>
          <p:nvPr/>
        </p:nvGrpSpPr>
        <p:grpSpPr>
          <a:xfrm>
            <a:off x="9657610" y="3698227"/>
            <a:ext cx="721206" cy="609701"/>
            <a:chOff x="11226844" y="4191922"/>
            <a:chExt cx="871904" cy="748695"/>
          </a:xfrm>
        </p:grpSpPr>
        <p:sp>
          <p:nvSpPr>
            <p:cNvPr id="343" name="Rectangle 342">
              <a:hlinkHover r:id="" action="ppaction://noaction" highlightClick="1"/>
              <a:extLst>
                <a:ext uri="{FF2B5EF4-FFF2-40B4-BE49-F238E27FC236}">
                  <a16:creationId xmlns:a16="http://schemas.microsoft.com/office/drawing/2014/main" id="{C304441A-2CAD-08E7-B227-BA519501C5C2}"/>
                </a:ext>
              </a:extLst>
            </p:cNvPr>
            <p:cNvSpPr/>
            <p:nvPr/>
          </p:nvSpPr>
          <p:spPr>
            <a:xfrm>
              <a:off x="1122684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344" name="Oval 343">
              <a:extLst>
                <a:ext uri="{FF2B5EF4-FFF2-40B4-BE49-F238E27FC236}">
                  <a16:creationId xmlns:a16="http://schemas.microsoft.com/office/drawing/2014/main" id="{A9C06EE7-49EC-051E-D398-5BE6861F1439}"/>
                </a:ext>
              </a:extLst>
            </p:cNvPr>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5" name="Isosceles Triangle 648">
              <a:extLst>
                <a:ext uri="{FF2B5EF4-FFF2-40B4-BE49-F238E27FC236}">
                  <a16:creationId xmlns:a16="http://schemas.microsoft.com/office/drawing/2014/main" id="{C8222976-39AC-8C8A-17F9-D00DEBAE64BC}"/>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6" name="Group 345">
            <a:extLst>
              <a:ext uri="{FF2B5EF4-FFF2-40B4-BE49-F238E27FC236}">
                <a16:creationId xmlns:a16="http://schemas.microsoft.com/office/drawing/2014/main" id="{FC16C838-7220-A307-848C-277FB43BD3FB}"/>
              </a:ext>
            </a:extLst>
          </p:cNvPr>
          <p:cNvGrpSpPr/>
          <p:nvPr/>
        </p:nvGrpSpPr>
        <p:grpSpPr>
          <a:xfrm>
            <a:off x="10506924" y="3698227"/>
            <a:ext cx="721206" cy="609701"/>
            <a:chOff x="11226844" y="88412"/>
            <a:chExt cx="871904" cy="748695"/>
          </a:xfrm>
        </p:grpSpPr>
        <p:sp>
          <p:nvSpPr>
            <p:cNvPr id="347" name="Rectangle 346">
              <a:hlinkHover r:id="" action="ppaction://noaction" highlightClick="1"/>
              <a:extLst>
                <a:ext uri="{FF2B5EF4-FFF2-40B4-BE49-F238E27FC236}">
                  <a16:creationId xmlns:a16="http://schemas.microsoft.com/office/drawing/2014/main" id="{CB7DBABF-EAAF-5D30-DBAB-AAEB7AE298DF}"/>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348" name="Oval 347">
              <a:extLst>
                <a:ext uri="{FF2B5EF4-FFF2-40B4-BE49-F238E27FC236}">
                  <a16:creationId xmlns:a16="http://schemas.microsoft.com/office/drawing/2014/main" id="{2F1FE79B-62FA-284C-D8CB-396ED1CC4702}"/>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9" name="Isosceles Triangle 648">
              <a:extLst>
                <a:ext uri="{FF2B5EF4-FFF2-40B4-BE49-F238E27FC236}">
                  <a16:creationId xmlns:a16="http://schemas.microsoft.com/office/drawing/2014/main" id="{DF1B645A-BB1D-9F80-8072-650A1711D5D4}"/>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50" name="Group 349">
            <a:extLst>
              <a:ext uri="{FF2B5EF4-FFF2-40B4-BE49-F238E27FC236}">
                <a16:creationId xmlns:a16="http://schemas.microsoft.com/office/drawing/2014/main" id="{63033D4F-9DC1-F624-285C-122990D3C9F8}"/>
              </a:ext>
            </a:extLst>
          </p:cNvPr>
          <p:cNvGrpSpPr/>
          <p:nvPr/>
        </p:nvGrpSpPr>
        <p:grpSpPr>
          <a:xfrm>
            <a:off x="8808415" y="5135706"/>
            <a:ext cx="721206" cy="609701"/>
            <a:chOff x="6271424" y="5012622"/>
            <a:chExt cx="871904" cy="748695"/>
          </a:xfrm>
        </p:grpSpPr>
        <p:sp>
          <p:nvSpPr>
            <p:cNvPr id="351" name="Rectangle 350">
              <a:hlinkHover r:id="" action="ppaction://noaction" highlightClick="1"/>
              <a:extLst>
                <a:ext uri="{FF2B5EF4-FFF2-40B4-BE49-F238E27FC236}">
                  <a16:creationId xmlns:a16="http://schemas.microsoft.com/office/drawing/2014/main" id="{F3B147D0-D9DB-3AFC-4F73-A242C95FAA10}"/>
                </a:ext>
              </a:extLst>
            </p:cNvPr>
            <p:cNvSpPr/>
            <p:nvPr/>
          </p:nvSpPr>
          <p:spPr>
            <a:xfrm>
              <a:off x="627142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384" name="Oval 383">
              <a:extLst>
                <a:ext uri="{FF2B5EF4-FFF2-40B4-BE49-F238E27FC236}">
                  <a16:creationId xmlns:a16="http://schemas.microsoft.com/office/drawing/2014/main" id="{A9B4BAAD-F9B5-C704-1312-B0F3791FD2AB}"/>
                </a:ext>
              </a:extLst>
            </p:cNvPr>
            <p:cNvSpPr/>
            <p:nvPr/>
          </p:nvSpPr>
          <p:spPr>
            <a:xfrm>
              <a:off x="6967630"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5" name="Isosceles Triangle 648">
              <a:extLst>
                <a:ext uri="{FF2B5EF4-FFF2-40B4-BE49-F238E27FC236}">
                  <a16:creationId xmlns:a16="http://schemas.microsoft.com/office/drawing/2014/main" id="{ED338575-AD20-0286-5349-84620AA0A528}"/>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24" name="Group 423">
            <a:extLst>
              <a:ext uri="{FF2B5EF4-FFF2-40B4-BE49-F238E27FC236}">
                <a16:creationId xmlns:a16="http://schemas.microsoft.com/office/drawing/2014/main" id="{290BBBC3-D3A1-A173-0F1C-923D8E6EDE30}"/>
              </a:ext>
            </a:extLst>
          </p:cNvPr>
          <p:cNvGrpSpPr/>
          <p:nvPr/>
        </p:nvGrpSpPr>
        <p:grpSpPr>
          <a:xfrm>
            <a:off x="7957577" y="1532276"/>
            <a:ext cx="721206" cy="609701"/>
            <a:chOff x="9244679" y="1729815"/>
            <a:chExt cx="871904" cy="748695"/>
          </a:xfrm>
        </p:grpSpPr>
        <p:sp>
          <p:nvSpPr>
            <p:cNvPr id="429" name="Rectangle 428">
              <a:hlinkHover r:id="" action="ppaction://noaction" highlightClick="1"/>
              <a:extLst>
                <a:ext uri="{FF2B5EF4-FFF2-40B4-BE49-F238E27FC236}">
                  <a16:creationId xmlns:a16="http://schemas.microsoft.com/office/drawing/2014/main" id="{3861983A-5C71-B19E-4285-24F7D18CF0E9}"/>
                </a:ext>
              </a:extLst>
            </p:cNvPr>
            <p:cNvSpPr/>
            <p:nvPr/>
          </p:nvSpPr>
          <p:spPr>
            <a:xfrm>
              <a:off x="9244679" y="1729815"/>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434" name="Rectangle 433">
              <a:extLst>
                <a:ext uri="{FF2B5EF4-FFF2-40B4-BE49-F238E27FC236}">
                  <a16:creationId xmlns:a16="http://schemas.microsoft.com/office/drawing/2014/main" id="{B0846D52-2FA1-878C-7D7A-C9E7C03A8E3C}"/>
                </a:ext>
              </a:extLst>
            </p:cNvPr>
            <p:cNvSpPr/>
            <p:nvPr/>
          </p:nvSpPr>
          <p:spPr>
            <a:xfrm flipV="1">
              <a:off x="99870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9" name="Oval 15">
              <a:extLst>
                <a:ext uri="{FF2B5EF4-FFF2-40B4-BE49-F238E27FC236}">
                  <a16:creationId xmlns:a16="http://schemas.microsoft.com/office/drawing/2014/main" id="{F4717D2F-4088-1D5B-CD92-E011E8C502E9}"/>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44" name="Straight Connector 443">
              <a:extLst>
                <a:ext uri="{FF2B5EF4-FFF2-40B4-BE49-F238E27FC236}">
                  <a16:creationId xmlns:a16="http://schemas.microsoft.com/office/drawing/2014/main" id="{109E7FC1-45D7-C101-8CE2-A05DB9E22B4F}"/>
                </a:ext>
              </a:extLst>
            </p:cNvPr>
            <p:cNvCxnSpPr>
              <a:cxnSpLocks/>
              <a:stCxn id="439" idx="0"/>
            </p:cNvCxnSpPr>
            <p:nvPr/>
          </p:nvCxnSpPr>
          <p:spPr>
            <a:xfrm flipV="1">
              <a:off x="100270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14" name="Straight Connector 513">
              <a:extLst>
                <a:ext uri="{FF2B5EF4-FFF2-40B4-BE49-F238E27FC236}">
                  <a16:creationId xmlns:a16="http://schemas.microsoft.com/office/drawing/2014/main" id="{63763DEF-5C57-F4DB-7190-677BF90CA702}"/>
                </a:ext>
              </a:extLst>
            </p:cNvPr>
            <p:cNvCxnSpPr>
              <a:cxnSpLocks/>
            </p:cNvCxnSpPr>
            <p:nvPr/>
          </p:nvCxnSpPr>
          <p:spPr>
            <a:xfrm>
              <a:off x="100339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19" name="Group 518">
            <a:extLst>
              <a:ext uri="{FF2B5EF4-FFF2-40B4-BE49-F238E27FC236}">
                <a16:creationId xmlns:a16="http://schemas.microsoft.com/office/drawing/2014/main" id="{D7D7B5A8-4446-EF0B-407C-C3489FEA7A12}"/>
              </a:ext>
            </a:extLst>
          </p:cNvPr>
          <p:cNvGrpSpPr/>
          <p:nvPr/>
        </p:nvGrpSpPr>
        <p:grpSpPr>
          <a:xfrm>
            <a:off x="9656908" y="1532276"/>
            <a:ext cx="721206" cy="609701"/>
            <a:chOff x="11226844" y="1729816"/>
            <a:chExt cx="871904" cy="748695"/>
          </a:xfrm>
        </p:grpSpPr>
        <p:sp>
          <p:nvSpPr>
            <p:cNvPr id="524" name="Rectangle 523">
              <a:extLst>
                <a:ext uri="{FF2B5EF4-FFF2-40B4-BE49-F238E27FC236}">
                  <a16:creationId xmlns:a16="http://schemas.microsoft.com/office/drawing/2014/main" id="{501E0434-DF11-E88E-630F-4514910265CF}"/>
                </a:ext>
              </a:extLst>
            </p:cNvPr>
            <p:cNvSpPr/>
            <p:nvPr/>
          </p:nvSpPr>
          <p:spPr>
            <a:xfrm>
              <a:off x="1122684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29" name="Rectangle 528">
              <a:extLst>
                <a:ext uri="{FF2B5EF4-FFF2-40B4-BE49-F238E27FC236}">
                  <a16:creationId xmlns:a16="http://schemas.microsoft.com/office/drawing/2014/main" id="{C918C41C-EACD-381E-0E03-BBEAA4393A5E}"/>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4" name="Oval 15">
              <a:extLst>
                <a:ext uri="{FF2B5EF4-FFF2-40B4-BE49-F238E27FC236}">
                  <a16:creationId xmlns:a16="http://schemas.microsoft.com/office/drawing/2014/main" id="{3080FE4C-0EBA-52FF-513E-3AC20A0098CF}"/>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39" name="Straight Connector 538">
              <a:extLst>
                <a:ext uri="{FF2B5EF4-FFF2-40B4-BE49-F238E27FC236}">
                  <a16:creationId xmlns:a16="http://schemas.microsoft.com/office/drawing/2014/main" id="{2A0D4F1A-0A30-8339-CF78-43BD0D02691D}"/>
                </a:ext>
              </a:extLst>
            </p:cNvPr>
            <p:cNvCxnSpPr>
              <a:cxnSpLocks/>
              <a:stCxn id="534"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44" name="Straight Connector 543">
              <a:extLst>
                <a:ext uri="{FF2B5EF4-FFF2-40B4-BE49-F238E27FC236}">
                  <a16:creationId xmlns:a16="http://schemas.microsoft.com/office/drawing/2014/main" id="{1CAB0455-BB99-C4B1-0582-92A2200DCD78}"/>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93" name="Group 592">
            <a:extLst>
              <a:ext uri="{FF2B5EF4-FFF2-40B4-BE49-F238E27FC236}">
                <a16:creationId xmlns:a16="http://schemas.microsoft.com/office/drawing/2014/main" id="{82135CA8-48C8-418F-7899-8897A751929E}"/>
              </a:ext>
            </a:extLst>
          </p:cNvPr>
          <p:cNvGrpSpPr/>
          <p:nvPr/>
        </p:nvGrpSpPr>
        <p:grpSpPr>
          <a:xfrm>
            <a:off x="11356238" y="811556"/>
            <a:ext cx="721206" cy="609701"/>
            <a:chOff x="11226844" y="88412"/>
            <a:chExt cx="871904" cy="748695"/>
          </a:xfrm>
        </p:grpSpPr>
        <p:sp>
          <p:nvSpPr>
            <p:cNvPr id="594" name="Rectangle 593">
              <a:hlinkHover r:id="" action="ppaction://noaction" highlightClick="1"/>
              <a:extLst>
                <a:ext uri="{FF2B5EF4-FFF2-40B4-BE49-F238E27FC236}">
                  <a16:creationId xmlns:a16="http://schemas.microsoft.com/office/drawing/2014/main" id="{20348BB4-4157-57BA-B17C-C30A76536922}"/>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595" name="Oval 594">
              <a:extLst>
                <a:ext uri="{FF2B5EF4-FFF2-40B4-BE49-F238E27FC236}">
                  <a16:creationId xmlns:a16="http://schemas.microsoft.com/office/drawing/2014/main" id="{B71EDA51-B673-D5A9-EE85-ADB388D440AA}"/>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6" name="Isosceles Triangle 648">
              <a:extLst>
                <a:ext uri="{FF2B5EF4-FFF2-40B4-BE49-F238E27FC236}">
                  <a16:creationId xmlns:a16="http://schemas.microsoft.com/office/drawing/2014/main" id="{7CDD20C7-6152-48F7-D6A6-E4FFE6849DD1}"/>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97" name="Group 596">
            <a:extLst>
              <a:ext uri="{FF2B5EF4-FFF2-40B4-BE49-F238E27FC236}">
                <a16:creationId xmlns:a16="http://schemas.microsoft.com/office/drawing/2014/main" id="{04031A0E-7394-3EE0-F5D7-650FE4EDEB35}"/>
              </a:ext>
            </a:extLst>
          </p:cNvPr>
          <p:cNvGrpSpPr/>
          <p:nvPr/>
        </p:nvGrpSpPr>
        <p:grpSpPr>
          <a:xfrm>
            <a:off x="8807242" y="811556"/>
            <a:ext cx="721206" cy="609701"/>
            <a:chOff x="10235764" y="909114"/>
            <a:chExt cx="871904" cy="748695"/>
          </a:xfrm>
        </p:grpSpPr>
        <p:sp>
          <p:nvSpPr>
            <p:cNvPr id="598" name="Rectangle 597">
              <a:hlinkHover r:id="" action="ppaction://noaction" highlightClick="1"/>
              <a:extLst>
                <a:ext uri="{FF2B5EF4-FFF2-40B4-BE49-F238E27FC236}">
                  <a16:creationId xmlns:a16="http://schemas.microsoft.com/office/drawing/2014/main" id="{29D9738D-1003-1A7D-41BF-2169A6EE666E}"/>
                </a:ext>
              </a:extLst>
            </p:cNvPr>
            <p:cNvSpPr/>
            <p:nvPr/>
          </p:nvSpPr>
          <p:spPr>
            <a:xfrm>
              <a:off x="10235764" y="909114"/>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599" name="Diamond 598">
              <a:extLst>
                <a:ext uri="{FF2B5EF4-FFF2-40B4-BE49-F238E27FC236}">
                  <a16:creationId xmlns:a16="http://schemas.microsoft.com/office/drawing/2014/main" id="{1B47F73D-5590-491B-C242-7A9724912604}"/>
                </a:ext>
              </a:extLst>
            </p:cNvPr>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4" name="Oval 603">
              <a:extLst>
                <a:ext uri="{FF2B5EF4-FFF2-40B4-BE49-F238E27FC236}">
                  <a16:creationId xmlns:a16="http://schemas.microsoft.com/office/drawing/2014/main" id="{0E1B5554-0602-594D-9F31-6C877345256A}"/>
                </a:ext>
              </a:extLst>
            </p:cNvPr>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09" name="Group 608">
            <a:extLst>
              <a:ext uri="{FF2B5EF4-FFF2-40B4-BE49-F238E27FC236}">
                <a16:creationId xmlns:a16="http://schemas.microsoft.com/office/drawing/2014/main" id="{56DA6E7B-3EA4-D4C6-CAA2-A5FCB86CC664}"/>
              </a:ext>
            </a:extLst>
          </p:cNvPr>
          <p:cNvGrpSpPr/>
          <p:nvPr/>
        </p:nvGrpSpPr>
        <p:grpSpPr>
          <a:xfrm>
            <a:off x="8808415" y="3705984"/>
            <a:ext cx="721206" cy="609701"/>
            <a:chOff x="10235764" y="1729816"/>
            <a:chExt cx="871904" cy="748695"/>
          </a:xfrm>
        </p:grpSpPr>
        <p:sp>
          <p:nvSpPr>
            <p:cNvPr id="614" name="Rectangle 613">
              <a:hlinkHover r:id="" action="ppaction://noaction" highlightClick="1"/>
              <a:extLst>
                <a:ext uri="{FF2B5EF4-FFF2-40B4-BE49-F238E27FC236}">
                  <a16:creationId xmlns:a16="http://schemas.microsoft.com/office/drawing/2014/main" id="{69725D47-9726-C593-14C0-C48A09D9BEA8}"/>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619" name="Oval 618">
              <a:extLst>
                <a:ext uri="{FF2B5EF4-FFF2-40B4-BE49-F238E27FC236}">
                  <a16:creationId xmlns:a16="http://schemas.microsoft.com/office/drawing/2014/main" id="{D1458A84-A6B6-40A7-D6B1-475AFF1DE384}"/>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4" name="Isosceles Triangle 648">
              <a:extLst>
                <a:ext uri="{FF2B5EF4-FFF2-40B4-BE49-F238E27FC236}">
                  <a16:creationId xmlns:a16="http://schemas.microsoft.com/office/drawing/2014/main" id="{4A220ECB-1223-79F9-A1FF-700CB088C434}"/>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26" name="Group 625">
            <a:extLst>
              <a:ext uri="{FF2B5EF4-FFF2-40B4-BE49-F238E27FC236}">
                <a16:creationId xmlns:a16="http://schemas.microsoft.com/office/drawing/2014/main" id="{223403D6-2A21-34D4-9970-34B366790D1D}"/>
              </a:ext>
            </a:extLst>
          </p:cNvPr>
          <p:cNvGrpSpPr/>
          <p:nvPr/>
        </p:nvGrpSpPr>
        <p:grpSpPr>
          <a:xfrm>
            <a:off x="431659" y="90836"/>
            <a:ext cx="721206" cy="609701"/>
            <a:chOff x="325745" y="88412"/>
            <a:chExt cx="871904" cy="748695"/>
          </a:xfrm>
        </p:grpSpPr>
        <p:sp>
          <p:nvSpPr>
            <p:cNvPr id="629" name="Rectangle 628">
              <a:extLst>
                <a:ext uri="{FF2B5EF4-FFF2-40B4-BE49-F238E27FC236}">
                  <a16:creationId xmlns:a16="http://schemas.microsoft.com/office/drawing/2014/main" id="{CC0A87FD-1C45-1F7C-8176-E26CA5DD8D88}"/>
                </a:ext>
              </a:extLst>
            </p:cNvPr>
            <p:cNvSpPr/>
            <p:nvPr/>
          </p:nvSpPr>
          <p:spPr>
            <a:xfrm>
              <a:off x="325745"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636" name="Rectangle 635">
              <a:extLst>
                <a:ext uri="{FF2B5EF4-FFF2-40B4-BE49-F238E27FC236}">
                  <a16:creationId xmlns:a16="http://schemas.microsoft.com/office/drawing/2014/main" id="{58BDFF87-2F6C-192F-CA05-6A14B2C47123}"/>
                </a:ext>
              </a:extLst>
            </p:cNvPr>
            <p:cNvSpPr/>
            <p:nvPr/>
          </p:nvSpPr>
          <p:spPr>
            <a:xfrm flipV="1">
              <a:off x="1076521" y="88412"/>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9" name="Oval 15">
              <a:extLst>
                <a:ext uri="{FF2B5EF4-FFF2-40B4-BE49-F238E27FC236}">
                  <a16:creationId xmlns:a16="http://schemas.microsoft.com/office/drawing/2014/main" id="{F36C153A-25CC-77BF-E33A-BFA86D12D699}"/>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42" name="Straight Connector 641">
              <a:extLst>
                <a:ext uri="{FF2B5EF4-FFF2-40B4-BE49-F238E27FC236}">
                  <a16:creationId xmlns:a16="http://schemas.microsoft.com/office/drawing/2014/main" id="{75639573-905D-5131-C7C0-B781CAA8AC87}"/>
                </a:ext>
              </a:extLst>
            </p:cNvPr>
            <p:cNvCxnSpPr>
              <a:cxnSpLocks/>
              <a:stCxn id="639" idx="0"/>
            </p:cNvCxnSpPr>
            <p:nvPr/>
          </p:nvCxnSpPr>
          <p:spPr>
            <a:xfrm flipV="1">
              <a:off x="1116520" y="105005"/>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43" name="Straight Connector 642">
              <a:extLst>
                <a:ext uri="{FF2B5EF4-FFF2-40B4-BE49-F238E27FC236}">
                  <a16:creationId xmlns:a16="http://schemas.microsoft.com/office/drawing/2014/main" id="{9D7CDBC1-836E-3AA8-04E6-5DAF0E3D2DBE}"/>
                </a:ext>
              </a:extLst>
            </p:cNvPr>
            <p:cNvCxnSpPr>
              <a:cxnSpLocks/>
            </p:cNvCxnSpPr>
            <p:nvPr/>
          </p:nvCxnSpPr>
          <p:spPr>
            <a:xfrm>
              <a:off x="1123434" y="105005"/>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44" name="Group 643">
            <a:extLst>
              <a:ext uri="{FF2B5EF4-FFF2-40B4-BE49-F238E27FC236}">
                <a16:creationId xmlns:a16="http://schemas.microsoft.com/office/drawing/2014/main" id="{A0710C89-761D-3838-30B4-8C22149C4E1E}"/>
              </a:ext>
            </a:extLst>
          </p:cNvPr>
          <p:cNvGrpSpPr/>
          <p:nvPr/>
        </p:nvGrpSpPr>
        <p:grpSpPr>
          <a:xfrm>
            <a:off x="1267284" y="90836"/>
            <a:ext cx="721206" cy="609701"/>
            <a:chOff x="1315999" y="88412"/>
            <a:chExt cx="871904" cy="748695"/>
          </a:xfrm>
        </p:grpSpPr>
        <p:sp>
          <p:nvSpPr>
            <p:cNvPr id="645" name="Rectangle 644">
              <a:extLst>
                <a:ext uri="{FF2B5EF4-FFF2-40B4-BE49-F238E27FC236}">
                  <a16:creationId xmlns:a16="http://schemas.microsoft.com/office/drawing/2014/main" id="{9698A119-110F-2246-AF44-94AF5B57D64F}"/>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646" name="Rectangle 645">
              <a:extLst>
                <a:ext uri="{FF2B5EF4-FFF2-40B4-BE49-F238E27FC236}">
                  <a16:creationId xmlns:a16="http://schemas.microsoft.com/office/drawing/2014/main" id="{18DF0503-D9BC-A0B6-9399-C4D51E22E4C0}"/>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7" name="Oval 15">
              <a:extLst>
                <a:ext uri="{FF2B5EF4-FFF2-40B4-BE49-F238E27FC236}">
                  <a16:creationId xmlns:a16="http://schemas.microsoft.com/office/drawing/2014/main" id="{829E5617-8D67-39FF-2252-F3973E0E332C}"/>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48" name="Straight Connector 647">
              <a:extLst>
                <a:ext uri="{FF2B5EF4-FFF2-40B4-BE49-F238E27FC236}">
                  <a16:creationId xmlns:a16="http://schemas.microsoft.com/office/drawing/2014/main" id="{7F2C4672-F4CF-270B-4C64-422210D64433}"/>
                </a:ext>
              </a:extLst>
            </p:cNvPr>
            <p:cNvCxnSpPr>
              <a:cxnSpLocks/>
              <a:stCxn id="647"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50" name="Straight Connector 649">
              <a:extLst>
                <a:ext uri="{FF2B5EF4-FFF2-40B4-BE49-F238E27FC236}">
                  <a16:creationId xmlns:a16="http://schemas.microsoft.com/office/drawing/2014/main" id="{F47ED3EC-A7D9-16CB-3CC9-029721B023F3}"/>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51" name="Group 650">
            <a:extLst>
              <a:ext uri="{FF2B5EF4-FFF2-40B4-BE49-F238E27FC236}">
                <a16:creationId xmlns:a16="http://schemas.microsoft.com/office/drawing/2014/main" id="{3CBB772E-C036-98C3-C894-396EAE09AAE3}"/>
              </a:ext>
            </a:extLst>
          </p:cNvPr>
          <p:cNvGrpSpPr/>
          <p:nvPr/>
        </p:nvGrpSpPr>
        <p:grpSpPr>
          <a:xfrm>
            <a:off x="2102909" y="90836"/>
            <a:ext cx="721206" cy="609701"/>
            <a:chOff x="1315999" y="88412"/>
            <a:chExt cx="871904" cy="748695"/>
          </a:xfrm>
        </p:grpSpPr>
        <p:sp>
          <p:nvSpPr>
            <p:cNvPr id="654" name="Rectangle 653">
              <a:extLst>
                <a:ext uri="{FF2B5EF4-FFF2-40B4-BE49-F238E27FC236}">
                  <a16:creationId xmlns:a16="http://schemas.microsoft.com/office/drawing/2014/main" id="{F32C216B-8D52-79BF-0370-6BF49A5921E5}"/>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657" name="Rectangle 656">
              <a:extLst>
                <a:ext uri="{FF2B5EF4-FFF2-40B4-BE49-F238E27FC236}">
                  <a16:creationId xmlns:a16="http://schemas.microsoft.com/office/drawing/2014/main" id="{2C11AC0D-8E27-7696-E548-7879B774CF00}"/>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0" name="Oval 15">
              <a:extLst>
                <a:ext uri="{FF2B5EF4-FFF2-40B4-BE49-F238E27FC236}">
                  <a16:creationId xmlns:a16="http://schemas.microsoft.com/office/drawing/2014/main" id="{5C145167-EBA1-D88F-ED68-2D4379B818AD}"/>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63" name="Straight Connector 662">
              <a:extLst>
                <a:ext uri="{FF2B5EF4-FFF2-40B4-BE49-F238E27FC236}">
                  <a16:creationId xmlns:a16="http://schemas.microsoft.com/office/drawing/2014/main" id="{0D6F3888-7AB4-FE5C-C3B1-18B9DB8A97B0}"/>
                </a:ext>
              </a:extLst>
            </p:cNvPr>
            <p:cNvCxnSpPr>
              <a:cxnSpLocks/>
              <a:stCxn id="660"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66" name="Straight Connector 665">
              <a:extLst>
                <a:ext uri="{FF2B5EF4-FFF2-40B4-BE49-F238E27FC236}">
                  <a16:creationId xmlns:a16="http://schemas.microsoft.com/office/drawing/2014/main" id="{F6AF32E3-ECC8-BB59-F8C5-CE1546E7BCEB}"/>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69" name="Group 668">
            <a:extLst>
              <a:ext uri="{FF2B5EF4-FFF2-40B4-BE49-F238E27FC236}">
                <a16:creationId xmlns:a16="http://schemas.microsoft.com/office/drawing/2014/main" id="{3CBF6D91-B91A-02EB-0D28-2CD61DACA92A}"/>
              </a:ext>
            </a:extLst>
          </p:cNvPr>
          <p:cNvGrpSpPr/>
          <p:nvPr/>
        </p:nvGrpSpPr>
        <p:grpSpPr>
          <a:xfrm>
            <a:off x="1269622" y="4419620"/>
            <a:ext cx="721206" cy="609701"/>
            <a:chOff x="4289254" y="5012622"/>
            <a:chExt cx="871904" cy="748695"/>
          </a:xfrm>
        </p:grpSpPr>
        <p:sp>
          <p:nvSpPr>
            <p:cNvPr id="670" name="Rectangle 669">
              <a:extLst>
                <a:ext uri="{FF2B5EF4-FFF2-40B4-BE49-F238E27FC236}">
                  <a16:creationId xmlns:a16="http://schemas.microsoft.com/office/drawing/2014/main" id="{D55BCB00-93E7-D0D9-ADA5-A12C68210F9C}"/>
                </a:ext>
              </a:extLst>
            </p:cNvPr>
            <p:cNvSpPr/>
            <p:nvPr/>
          </p:nvSpPr>
          <p:spPr>
            <a:xfrm>
              <a:off x="4289254"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671" name="Cylinder 670">
              <a:extLst>
                <a:ext uri="{FF2B5EF4-FFF2-40B4-BE49-F238E27FC236}">
                  <a16:creationId xmlns:a16="http://schemas.microsoft.com/office/drawing/2014/main" id="{BA82BF90-F06B-C74B-CF73-6B2117820310}"/>
                </a:ext>
              </a:extLst>
            </p:cNvPr>
            <p:cNvSpPr/>
            <p:nvPr/>
          </p:nvSpPr>
          <p:spPr>
            <a:xfrm>
              <a:off x="5072324"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72" name="Group 671">
            <a:extLst>
              <a:ext uri="{FF2B5EF4-FFF2-40B4-BE49-F238E27FC236}">
                <a16:creationId xmlns:a16="http://schemas.microsoft.com/office/drawing/2014/main" id="{B52FE729-4F24-CA39-8002-D942385EBEAD}"/>
              </a:ext>
            </a:extLst>
          </p:cNvPr>
          <p:cNvGrpSpPr/>
          <p:nvPr/>
        </p:nvGrpSpPr>
        <p:grpSpPr>
          <a:xfrm>
            <a:off x="432838" y="4419620"/>
            <a:ext cx="721206" cy="609701"/>
            <a:chOff x="3298169" y="5012622"/>
            <a:chExt cx="871904" cy="748695"/>
          </a:xfrm>
        </p:grpSpPr>
        <p:sp>
          <p:nvSpPr>
            <p:cNvPr id="673" name="Rectangle 672">
              <a:extLst>
                <a:ext uri="{FF2B5EF4-FFF2-40B4-BE49-F238E27FC236}">
                  <a16:creationId xmlns:a16="http://schemas.microsoft.com/office/drawing/2014/main" id="{65E33398-713E-B501-040C-46A0A85631D8}"/>
                </a:ext>
              </a:extLst>
            </p:cNvPr>
            <p:cNvSpPr/>
            <p:nvPr/>
          </p:nvSpPr>
          <p:spPr>
            <a:xfrm>
              <a:off x="3298169"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676" name="Cylinder 675">
              <a:extLst>
                <a:ext uri="{FF2B5EF4-FFF2-40B4-BE49-F238E27FC236}">
                  <a16:creationId xmlns:a16="http://schemas.microsoft.com/office/drawing/2014/main" id="{3EA42324-37D6-595E-DDA0-7F2E6A5D5365}"/>
                </a:ext>
              </a:extLst>
            </p:cNvPr>
            <p:cNvSpPr/>
            <p:nvPr/>
          </p:nvSpPr>
          <p:spPr>
            <a:xfrm>
              <a:off x="4081239"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79" name="Group 678">
            <a:extLst>
              <a:ext uri="{FF2B5EF4-FFF2-40B4-BE49-F238E27FC236}">
                <a16:creationId xmlns:a16="http://schemas.microsoft.com/office/drawing/2014/main" id="{1FB7EE84-F03C-4706-A1CA-3E3065846B37}"/>
              </a:ext>
            </a:extLst>
          </p:cNvPr>
          <p:cNvGrpSpPr/>
          <p:nvPr/>
        </p:nvGrpSpPr>
        <p:grpSpPr>
          <a:xfrm>
            <a:off x="1268463" y="5141013"/>
            <a:ext cx="721206" cy="609701"/>
            <a:chOff x="4289254" y="4191922"/>
            <a:chExt cx="871904" cy="748695"/>
          </a:xfrm>
        </p:grpSpPr>
        <p:sp>
          <p:nvSpPr>
            <p:cNvPr id="682" name="Rectangle 681">
              <a:extLst>
                <a:ext uri="{FF2B5EF4-FFF2-40B4-BE49-F238E27FC236}">
                  <a16:creationId xmlns:a16="http://schemas.microsoft.com/office/drawing/2014/main" id="{C6CE67FC-6130-B3F9-C82E-344C8FEC0475}"/>
                </a:ext>
              </a:extLst>
            </p:cNvPr>
            <p:cNvSpPr/>
            <p:nvPr/>
          </p:nvSpPr>
          <p:spPr>
            <a:xfrm>
              <a:off x="4289254"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685" name="Cylinder 684">
              <a:extLst>
                <a:ext uri="{FF2B5EF4-FFF2-40B4-BE49-F238E27FC236}">
                  <a16:creationId xmlns:a16="http://schemas.microsoft.com/office/drawing/2014/main" id="{0A8CEB56-3E02-CC7E-4515-F888FF82C495}"/>
                </a:ext>
              </a:extLst>
            </p:cNvPr>
            <p:cNvSpPr/>
            <p:nvPr/>
          </p:nvSpPr>
          <p:spPr>
            <a:xfrm>
              <a:off x="5072324"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88" name="Group 687">
            <a:extLst>
              <a:ext uri="{FF2B5EF4-FFF2-40B4-BE49-F238E27FC236}">
                <a16:creationId xmlns:a16="http://schemas.microsoft.com/office/drawing/2014/main" id="{FB6A54CD-01BD-B943-780E-C0C94F15C709}"/>
              </a:ext>
            </a:extLst>
          </p:cNvPr>
          <p:cNvGrpSpPr/>
          <p:nvPr/>
        </p:nvGrpSpPr>
        <p:grpSpPr>
          <a:xfrm>
            <a:off x="431294" y="5141013"/>
            <a:ext cx="721206" cy="609701"/>
            <a:chOff x="3298169" y="4191922"/>
            <a:chExt cx="871904" cy="748695"/>
          </a:xfrm>
        </p:grpSpPr>
        <p:sp>
          <p:nvSpPr>
            <p:cNvPr id="691" name="Rectangle 690">
              <a:extLst>
                <a:ext uri="{FF2B5EF4-FFF2-40B4-BE49-F238E27FC236}">
                  <a16:creationId xmlns:a16="http://schemas.microsoft.com/office/drawing/2014/main" id="{B84C5CB9-7FC9-CEEA-4D65-9D0EACF96FAA}"/>
                </a:ext>
              </a:extLst>
            </p:cNvPr>
            <p:cNvSpPr/>
            <p:nvPr/>
          </p:nvSpPr>
          <p:spPr>
            <a:xfrm>
              <a:off x="3298169"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694" name="Cylinder 693">
              <a:extLst>
                <a:ext uri="{FF2B5EF4-FFF2-40B4-BE49-F238E27FC236}">
                  <a16:creationId xmlns:a16="http://schemas.microsoft.com/office/drawing/2014/main" id="{ADBADD2D-6574-2DD3-E409-02FC78871711}"/>
                </a:ext>
              </a:extLst>
            </p:cNvPr>
            <p:cNvSpPr/>
            <p:nvPr/>
          </p:nvSpPr>
          <p:spPr>
            <a:xfrm>
              <a:off x="4081239"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97" name="Group 696">
            <a:extLst>
              <a:ext uri="{FF2B5EF4-FFF2-40B4-BE49-F238E27FC236}">
                <a16:creationId xmlns:a16="http://schemas.microsoft.com/office/drawing/2014/main" id="{036174DA-3D1B-DBE6-588C-0C08C77FD560}"/>
              </a:ext>
            </a:extLst>
          </p:cNvPr>
          <p:cNvGrpSpPr/>
          <p:nvPr/>
        </p:nvGrpSpPr>
        <p:grpSpPr>
          <a:xfrm>
            <a:off x="431659" y="3698227"/>
            <a:ext cx="721206" cy="609701"/>
            <a:chOff x="1315999" y="3370808"/>
            <a:chExt cx="871904" cy="748695"/>
          </a:xfrm>
        </p:grpSpPr>
        <p:sp>
          <p:nvSpPr>
            <p:cNvPr id="700" name="Rectangle 699">
              <a:extLst>
                <a:ext uri="{FF2B5EF4-FFF2-40B4-BE49-F238E27FC236}">
                  <a16:creationId xmlns:a16="http://schemas.microsoft.com/office/drawing/2014/main" id="{08582BEA-BA2F-49D4-BEB2-8F095C9587C0}"/>
                </a:ext>
              </a:extLst>
            </p:cNvPr>
            <p:cNvSpPr/>
            <p:nvPr/>
          </p:nvSpPr>
          <p:spPr>
            <a:xfrm>
              <a:off x="131599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704" name="Right Triangle 703">
              <a:extLst>
                <a:ext uri="{FF2B5EF4-FFF2-40B4-BE49-F238E27FC236}">
                  <a16:creationId xmlns:a16="http://schemas.microsoft.com/office/drawing/2014/main" id="{B117F698-4627-87B3-B9B7-0CDBB9F503C0}"/>
                </a:ext>
              </a:extLst>
            </p:cNvPr>
            <p:cNvSpPr/>
            <p:nvPr/>
          </p:nvSpPr>
          <p:spPr>
            <a:xfrm rot="10800000">
              <a:off x="2046390"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05" name="Group 704">
              <a:extLst>
                <a:ext uri="{FF2B5EF4-FFF2-40B4-BE49-F238E27FC236}">
                  <a16:creationId xmlns:a16="http://schemas.microsoft.com/office/drawing/2014/main" id="{8C26C876-3249-79F7-7AE2-765D3AB4AB1A}"/>
                </a:ext>
              </a:extLst>
            </p:cNvPr>
            <p:cNvGrpSpPr/>
            <p:nvPr/>
          </p:nvGrpSpPr>
          <p:grpSpPr>
            <a:xfrm>
              <a:off x="2126717" y="3380672"/>
              <a:ext cx="45719" cy="75385"/>
              <a:chOff x="3883481" y="2057400"/>
              <a:chExt cx="1608363" cy="2652031"/>
            </a:xfrm>
            <a:solidFill>
              <a:srgbClr val="A6A6A6"/>
            </a:solidFill>
          </p:grpSpPr>
          <p:sp>
            <p:nvSpPr>
              <p:cNvPr id="706" name="Oval 27">
                <a:extLst>
                  <a:ext uri="{FF2B5EF4-FFF2-40B4-BE49-F238E27FC236}">
                    <a16:creationId xmlns:a16="http://schemas.microsoft.com/office/drawing/2014/main" id="{5F03B3F4-83AB-4CD3-A6C5-73AD262F631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7" name="Oval 28">
                <a:extLst>
                  <a:ext uri="{FF2B5EF4-FFF2-40B4-BE49-F238E27FC236}">
                    <a16:creationId xmlns:a16="http://schemas.microsoft.com/office/drawing/2014/main" id="{50BA2FE4-F74F-270C-C358-0CBF8527374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08" name="Group 707">
            <a:extLst>
              <a:ext uri="{FF2B5EF4-FFF2-40B4-BE49-F238E27FC236}">
                <a16:creationId xmlns:a16="http://schemas.microsoft.com/office/drawing/2014/main" id="{366C89EE-7598-A9DB-6672-F375CBB8BCF8}"/>
              </a:ext>
            </a:extLst>
          </p:cNvPr>
          <p:cNvGrpSpPr/>
          <p:nvPr/>
        </p:nvGrpSpPr>
        <p:grpSpPr>
          <a:xfrm>
            <a:off x="2942396" y="3698227"/>
            <a:ext cx="721206" cy="609701"/>
            <a:chOff x="3298169" y="3370808"/>
            <a:chExt cx="871904" cy="748695"/>
          </a:xfrm>
        </p:grpSpPr>
        <p:sp>
          <p:nvSpPr>
            <p:cNvPr id="709" name="Rectangle 708">
              <a:extLst>
                <a:ext uri="{FF2B5EF4-FFF2-40B4-BE49-F238E27FC236}">
                  <a16:creationId xmlns:a16="http://schemas.microsoft.com/office/drawing/2014/main" id="{CA9B9CDF-0923-8E95-693F-5E34C9D7D69A}"/>
                </a:ext>
              </a:extLst>
            </p:cNvPr>
            <p:cNvSpPr/>
            <p:nvPr/>
          </p:nvSpPr>
          <p:spPr>
            <a:xfrm>
              <a:off x="329816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710" name="Right Triangle 709">
              <a:extLst>
                <a:ext uri="{FF2B5EF4-FFF2-40B4-BE49-F238E27FC236}">
                  <a16:creationId xmlns:a16="http://schemas.microsoft.com/office/drawing/2014/main" id="{00AC2FC2-175C-A631-AF03-005A92DD848B}"/>
                </a:ext>
              </a:extLst>
            </p:cNvPr>
            <p:cNvSpPr/>
            <p:nvPr/>
          </p:nvSpPr>
          <p:spPr>
            <a:xfrm rot="10800000">
              <a:off x="4022248"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17" name="Group 716">
              <a:extLst>
                <a:ext uri="{FF2B5EF4-FFF2-40B4-BE49-F238E27FC236}">
                  <a16:creationId xmlns:a16="http://schemas.microsoft.com/office/drawing/2014/main" id="{9045F562-6B4E-EC6D-FAA8-8C8EC621483D}"/>
                </a:ext>
              </a:extLst>
            </p:cNvPr>
            <p:cNvGrpSpPr/>
            <p:nvPr/>
          </p:nvGrpSpPr>
          <p:grpSpPr>
            <a:xfrm>
              <a:off x="4102575" y="3389004"/>
              <a:ext cx="45719" cy="75385"/>
              <a:chOff x="3883481" y="2057400"/>
              <a:chExt cx="1608363" cy="2652031"/>
            </a:xfrm>
            <a:solidFill>
              <a:srgbClr val="A6A6A6"/>
            </a:solidFill>
          </p:grpSpPr>
          <p:sp>
            <p:nvSpPr>
              <p:cNvPr id="746" name="Oval 27">
                <a:extLst>
                  <a:ext uri="{FF2B5EF4-FFF2-40B4-BE49-F238E27FC236}">
                    <a16:creationId xmlns:a16="http://schemas.microsoft.com/office/drawing/2014/main" id="{9A08A045-E7DE-0467-663E-CEFB5D53F06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0" name="Oval 28">
                <a:extLst>
                  <a:ext uri="{FF2B5EF4-FFF2-40B4-BE49-F238E27FC236}">
                    <a16:creationId xmlns:a16="http://schemas.microsoft.com/office/drawing/2014/main" id="{C8B0D605-3CC7-EE1F-74ED-1E732ABC04F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87" name="Group 786">
            <a:extLst>
              <a:ext uri="{FF2B5EF4-FFF2-40B4-BE49-F238E27FC236}">
                <a16:creationId xmlns:a16="http://schemas.microsoft.com/office/drawing/2014/main" id="{58D54D4A-87DB-3680-564B-892310E39F3F}"/>
              </a:ext>
            </a:extLst>
          </p:cNvPr>
          <p:cNvGrpSpPr/>
          <p:nvPr/>
        </p:nvGrpSpPr>
        <p:grpSpPr>
          <a:xfrm>
            <a:off x="2105709" y="3698227"/>
            <a:ext cx="721206" cy="610374"/>
            <a:chOff x="1315999" y="4191098"/>
            <a:chExt cx="871904" cy="749519"/>
          </a:xfrm>
        </p:grpSpPr>
        <p:sp>
          <p:nvSpPr>
            <p:cNvPr id="788" name="Rectangle 787">
              <a:extLst>
                <a:ext uri="{FF2B5EF4-FFF2-40B4-BE49-F238E27FC236}">
                  <a16:creationId xmlns:a16="http://schemas.microsoft.com/office/drawing/2014/main" id="{F485A88E-5E3C-1990-B444-5330A555C52B}"/>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789" name="Right Triangle 788">
              <a:extLst>
                <a:ext uri="{FF2B5EF4-FFF2-40B4-BE49-F238E27FC236}">
                  <a16:creationId xmlns:a16="http://schemas.microsoft.com/office/drawing/2014/main" id="{FB5B21A7-B555-80B9-61A2-C11D64FF7A92}"/>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90" name="Group 789">
              <a:extLst>
                <a:ext uri="{FF2B5EF4-FFF2-40B4-BE49-F238E27FC236}">
                  <a16:creationId xmlns:a16="http://schemas.microsoft.com/office/drawing/2014/main" id="{B45328E4-0F37-FBFE-F47E-B21DC91C0C4F}"/>
                </a:ext>
              </a:extLst>
            </p:cNvPr>
            <p:cNvGrpSpPr/>
            <p:nvPr/>
          </p:nvGrpSpPr>
          <p:grpSpPr>
            <a:xfrm>
              <a:off x="2126717" y="4198579"/>
              <a:ext cx="45719" cy="75385"/>
              <a:chOff x="3883481" y="2057400"/>
              <a:chExt cx="1608363" cy="2652031"/>
            </a:xfrm>
            <a:solidFill>
              <a:srgbClr val="A6A6A6"/>
            </a:solidFill>
          </p:grpSpPr>
          <p:sp>
            <p:nvSpPr>
              <p:cNvPr id="791" name="Oval 27">
                <a:extLst>
                  <a:ext uri="{FF2B5EF4-FFF2-40B4-BE49-F238E27FC236}">
                    <a16:creationId xmlns:a16="http://schemas.microsoft.com/office/drawing/2014/main" id="{129F09B3-A7FB-92B2-86CE-2F543C29636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92" name="Oval 28">
                <a:extLst>
                  <a:ext uri="{FF2B5EF4-FFF2-40B4-BE49-F238E27FC236}">
                    <a16:creationId xmlns:a16="http://schemas.microsoft.com/office/drawing/2014/main" id="{0BBDA3C6-F942-7AAE-81B8-850EE40C714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93" name="Group 792">
            <a:extLst>
              <a:ext uri="{FF2B5EF4-FFF2-40B4-BE49-F238E27FC236}">
                <a16:creationId xmlns:a16="http://schemas.microsoft.com/office/drawing/2014/main" id="{7939F819-16F9-9EB4-050B-74E60194F470}"/>
              </a:ext>
            </a:extLst>
          </p:cNvPr>
          <p:cNvGrpSpPr/>
          <p:nvPr/>
        </p:nvGrpSpPr>
        <p:grpSpPr>
          <a:xfrm>
            <a:off x="3778363" y="2253333"/>
            <a:ext cx="721206" cy="609701"/>
            <a:chOff x="5280339" y="2550516"/>
            <a:chExt cx="871904" cy="748695"/>
          </a:xfrm>
        </p:grpSpPr>
        <p:sp>
          <p:nvSpPr>
            <p:cNvPr id="794" name="Rectangle 793">
              <a:extLst>
                <a:ext uri="{FF2B5EF4-FFF2-40B4-BE49-F238E27FC236}">
                  <a16:creationId xmlns:a16="http://schemas.microsoft.com/office/drawing/2014/main" id="{0258694E-0445-58FB-76E5-146A2A2251A8}"/>
                </a:ext>
              </a:extLst>
            </p:cNvPr>
            <p:cNvSpPr/>
            <p:nvPr/>
          </p:nvSpPr>
          <p:spPr>
            <a:xfrm>
              <a:off x="5280339" y="25505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795" name="Rectangle 794">
              <a:extLst>
                <a:ext uri="{FF2B5EF4-FFF2-40B4-BE49-F238E27FC236}">
                  <a16:creationId xmlns:a16="http://schemas.microsoft.com/office/drawing/2014/main" id="{865519EF-97B6-7626-8FA6-5DAC20FF8610}"/>
                </a:ext>
              </a:extLst>
            </p:cNvPr>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96" name="Oval 15">
              <a:extLst>
                <a:ext uri="{FF2B5EF4-FFF2-40B4-BE49-F238E27FC236}">
                  <a16:creationId xmlns:a16="http://schemas.microsoft.com/office/drawing/2014/main" id="{473ED5FA-14B1-3306-EAEA-4FC1566D7D49}"/>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97" name="Straight Connector 796">
              <a:extLst>
                <a:ext uri="{FF2B5EF4-FFF2-40B4-BE49-F238E27FC236}">
                  <a16:creationId xmlns:a16="http://schemas.microsoft.com/office/drawing/2014/main" id="{6B258B84-88B8-4653-BFB5-6DC94F00EFAA}"/>
                </a:ext>
              </a:extLst>
            </p:cNvPr>
            <p:cNvCxnSpPr>
              <a:cxnSpLocks/>
              <a:stCxn id="796"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98" name="Straight Connector 797">
              <a:extLst>
                <a:ext uri="{FF2B5EF4-FFF2-40B4-BE49-F238E27FC236}">
                  <a16:creationId xmlns:a16="http://schemas.microsoft.com/office/drawing/2014/main" id="{8795A716-5583-5F92-934D-950541297CAF}"/>
                </a:ext>
              </a:extLst>
            </p:cNvPr>
            <p:cNvCxnSpPr>
              <a:cxnSpLocks/>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99" name="Group 798">
            <a:extLst>
              <a:ext uri="{FF2B5EF4-FFF2-40B4-BE49-F238E27FC236}">
                <a16:creationId xmlns:a16="http://schemas.microsoft.com/office/drawing/2014/main" id="{1DA0EFBF-89A0-EC60-D7D5-65FD22ED9716}"/>
              </a:ext>
            </a:extLst>
          </p:cNvPr>
          <p:cNvGrpSpPr/>
          <p:nvPr/>
        </p:nvGrpSpPr>
        <p:grpSpPr>
          <a:xfrm>
            <a:off x="1268842" y="2253333"/>
            <a:ext cx="721206" cy="609701"/>
            <a:chOff x="1315999" y="2560818"/>
            <a:chExt cx="871904" cy="748695"/>
          </a:xfrm>
        </p:grpSpPr>
        <p:sp>
          <p:nvSpPr>
            <p:cNvPr id="800" name="Rectangle 799">
              <a:extLst>
                <a:ext uri="{FF2B5EF4-FFF2-40B4-BE49-F238E27FC236}">
                  <a16:creationId xmlns:a16="http://schemas.microsoft.com/office/drawing/2014/main" id="{4C7D359F-7C90-6CEE-9637-F5493A29E125}"/>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801" name="Right Triangle 800">
              <a:extLst>
                <a:ext uri="{FF2B5EF4-FFF2-40B4-BE49-F238E27FC236}">
                  <a16:creationId xmlns:a16="http://schemas.microsoft.com/office/drawing/2014/main" id="{485948BB-99E8-EEBD-4E92-3A4530E38C0B}"/>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02" name="Group 801">
              <a:extLst>
                <a:ext uri="{FF2B5EF4-FFF2-40B4-BE49-F238E27FC236}">
                  <a16:creationId xmlns:a16="http://schemas.microsoft.com/office/drawing/2014/main" id="{985F7AD0-1631-B952-7B74-9FD3F2775CDD}"/>
                </a:ext>
              </a:extLst>
            </p:cNvPr>
            <p:cNvGrpSpPr/>
            <p:nvPr/>
          </p:nvGrpSpPr>
          <p:grpSpPr>
            <a:xfrm>
              <a:off x="2126717" y="2576032"/>
              <a:ext cx="45719" cy="75385"/>
              <a:chOff x="3883481" y="2057400"/>
              <a:chExt cx="1608363" cy="2652031"/>
            </a:xfrm>
            <a:solidFill>
              <a:srgbClr val="A6A6A6"/>
            </a:solidFill>
          </p:grpSpPr>
          <p:sp>
            <p:nvSpPr>
              <p:cNvPr id="803" name="Oval 27">
                <a:extLst>
                  <a:ext uri="{FF2B5EF4-FFF2-40B4-BE49-F238E27FC236}">
                    <a16:creationId xmlns:a16="http://schemas.microsoft.com/office/drawing/2014/main" id="{172EA868-8D93-304E-D53F-C988741BA76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4" name="Oval 28">
                <a:extLst>
                  <a:ext uri="{FF2B5EF4-FFF2-40B4-BE49-F238E27FC236}">
                    <a16:creationId xmlns:a16="http://schemas.microsoft.com/office/drawing/2014/main" id="{B83B53C9-4FBB-44AC-20B9-F47761DDC74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05" name="Group 804">
            <a:extLst>
              <a:ext uri="{FF2B5EF4-FFF2-40B4-BE49-F238E27FC236}">
                <a16:creationId xmlns:a16="http://schemas.microsoft.com/office/drawing/2014/main" id="{ABE54F6A-A1FF-8102-2510-1CE0EC83A9C2}"/>
              </a:ext>
            </a:extLst>
          </p:cNvPr>
          <p:cNvGrpSpPr/>
          <p:nvPr/>
        </p:nvGrpSpPr>
        <p:grpSpPr>
          <a:xfrm>
            <a:off x="2105349" y="2253333"/>
            <a:ext cx="721206" cy="609701"/>
            <a:chOff x="2307084" y="2560818"/>
            <a:chExt cx="871904" cy="748695"/>
          </a:xfrm>
        </p:grpSpPr>
        <p:sp>
          <p:nvSpPr>
            <p:cNvPr id="806" name="Rectangle 805">
              <a:extLst>
                <a:ext uri="{FF2B5EF4-FFF2-40B4-BE49-F238E27FC236}">
                  <a16:creationId xmlns:a16="http://schemas.microsoft.com/office/drawing/2014/main" id="{90DCFF47-A6CB-28F5-44CD-A0D708EF1321}"/>
                </a:ext>
              </a:extLst>
            </p:cNvPr>
            <p:cNvSpPr/>
            <p:nvPr/>
          </p:nvSpPr>
          <p:spPr>
            <a:xfrm>
              <a:off x="230708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807" name="Right Triangle 806">
              <a:extLst>
                <a:ext uri="{FF2B5EF4-FFF2-40B4-BE49-F238E27FC236}">
                  <a16:creationId xmlns:a16="http://schemas.microsoft.com/office/drawing/2014/main" id="{7A0354CD-3761-223A-6DFB-850D81C466E0}"/>
                </a:ext>
              </a:extLst>
            </p:cNvPr>
            <p:cNvSpPr/>
            <p:nvPr/>
          </p:nvSpPr>
          <p:spPr>
            <a:xfrm rot="10800000">
              <a:off x="3031994"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08" name="Group 807">
              <a:extLst>
                <a:ext uri="{FF2B5EF4-FFF2-40B4-BE49-F238E27FC236}">
                  <a16:creationId xmlns:a16="http://schemas.microsoft.com/office/drawing/2014/main" id="{E7BC84FA-F11A-5EDB-B455-EB49B339F90D}"/>
                </a:ext>
              </a:extLst>
            </p:cNvPr>
            <p:cNvGrpSpPr/>
            <p:nvPr/>
          </p:nvGrpSpPr>
          <p:grpSpPr>
            <a:xfrm>
              <a:off x="3112321" y="2575860"/>
              <a:ext cx="45719" cy="75385"/>
              <a:chOff x="3883481" y="2057400"/>
              <a:chExt cx="1608363" cy="2652031"/>
            </a:xfrm>
            <a:solidFill>
              <a:srgbClr val="A6A6A6"/>
            </a:solidFill>
          </p:grpSpPr>
          <p:sp>
            <p:nvSpPr>
              <p:cNvPr id="809" name="Oval 27">
                <a:extLst>
                  <a:ext uri="{FF2B5EF4-FFF2-40B4-BE49-F238E27FC236}">
                    <a16:creationId xmlns:a16="http://schemas.microsoft.com/office/drawing/2014/main" id="{312CBDB7-1B25-5B0F-E03C-0B8640FE7C5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10" name="Oval 28">
                <a:extLst>
                  <a:ext uri="{FF2B5EF4-FFF2-40B4-BE49-F238E27FC236}">
                    <a16:creationId xmlns:a16="http://schemas.microsoft.com/office/drawing/2014/main" id="{3D42A900-2948-942E-5C18-116A45ADB1D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11" name="Group 810">
            <a:extLst>
              <a:ext uri="{FF2B5EF4-FFF2-40B4-BE49-F238E27FC236}">
                <a16:creationId xmlns:a16="http://schemas.microsoft.com/office/drawing/2014/main" id="{3B33F394-94F3-14E9-49F4-504FFF845ED6}"/>
              </a:ext>
            </a:extLst>
          </p:cNvPr>
          <p:cNvGrpSpPr/>
          <p:nvPr/>
        </p:nvGrpSpPr>
        <p:grpSpPr>
          <a:xfrm>
            <a:off x="2941856" y="2253333"/>
            <a:ext cx="721206" cy="609701"/>
            <a:chOff x="4289254" y="2560818"/>
            <a:chExt cx="871904" cy="748695"/>
          </a:xfrm>
        </p:grpSpPr>
        <p:sp>
          <p:nvSpPr>
            <p:cNvPr id="812" name="Rectangle 811">
              <a:extLst>
                <a:ext uri="{FF2B5EF4-FFF2-40B4-BE49-F238E27FC236}">
                  <a16:creationId xmlns:a16="http://schemas.microsoft.com/office/drawing/2014/main" id="{9285F8FF-49D5-D72C-F46B-D4BD03A17653}"/>
                </a:ext>
              </a:extLst>
            </p:cNvPr>
            <p:cNvSpPr/>
            <p:nvPr/>
          </p:nvSpPr>
          <p:spPr>
            <a:xfrm>
              <a:off x="428925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813" name="Right Triangle 812">
              <a:extLst>
                <a:ext uri="{FF2B5EF4-FFF2-40B4-BE49-F238E27FC236}">
                  <a16:creationId xmlns:a16="http://schemas.microsoft.com/office/drawing/2014/main" id="{0B0E511F-F8CF-9084-FAD7-9BC953E7FB15}"/>
                </a:ext>
              </a:extLst>
            </p:cNvPr>
            <p:cNvSpPr/>
            <p:nvPr/>
          </p:nvSpPr>
          <p:spPr>
            <a:xfrm rot="10800000">
              <a:off x="5018198" y="256761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14" name="Group 813">
              <a:extLst>
                <a:ext uri="{FF2B5EF4-FFF2-40B4-BE49-F238E27FC236}">
                  <a16:creationId xmlns:a16="http://schemas.microsoft.com/office/drawing/2014/main" id="{777B7B61-59BD-B60A-F7A6-18828FE4F753}"/>
                </a:ext>
              </a:extLst>
            </p:cNvPr>
            <p:cNvGrpSpPr/>
            <p:nvPr/>
          </p:nvGrpSpPr>
          <p:grpSpPr>
            <a:xfrm>
              <a:off x="5098525" y="2575096"/>
              <a:ext cx="45719" cy="75385"/>
              <a:chOff x="3883481" y="2057400"/>
              <a:chExt cx="1608363" cy="2652031"/>
            </a:xfrm>
            <a:solidFill>
              <a:srgbClr val="A6A6A6"/>
            </a:solidFill>
          </p:grpSpPr>
          <p:sp>
            <p:nvSpPr>
              <p:cNvPr id="815" name="Oval 27">
                <a:extLst>
                  <a:ext uri="{FF2B5EF4-FFF2-40B4-BE49-F238E27FC236}">
                    <a16:creationId xmlns:a16="http://schemas.microsoft.com/office/drawing/2014/main" id="{033C082B-87A0-C982-8747-4915DF81088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16" name="Oval 28">
                <a:extLst>
                  <a:ext uri="{FF2B5EF4-FFF2-40B4-BE49-F238E27FC236}">
                    <a16:creationId xmlns:a16="http://schemas.microsoft.com/office/drawing/2014/main" id="{060C4A6C-A5D9-E47F-D940-A1C18EBBAA3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17" name="Group 816">
            <a:extLst>
              <a:ext uri="{FF2B5EF4-FFF2-40B4-BE49-F238E27FC236}">
                <a16:creationId xmlns:a16="http://schemas.microsoft.com/office/drawing/2014/main" id="{91D8FDFC-DD15-6C96-4D30-55F75516F729}"/>
              </a:ext>
            </a:extLst>
          </p:cNvPr>
          <p:cNvGrpSpPr/>
          <p:nvPr/>
        </p:nvGrpSpPr>
        <p:grpSpPr>
          <a:xfrm>
            <a:off x="4614870" y="2253333"/>
            <a:ext cx="721206" cy="609701"/>
            <a:chOff x="6271424" y="2560818"/>
            <a:chExt cx="871904" cy="748695"/>
          </a:xfrm>
        </p:grpSpPr>
        <p:sp>
          <p:nvSpPr>
            <p:cNvPr id="818" name="Rectangle 817">
              <a:extLst>
                <a:ext uri="{FF2B5EF4-FFF2-40B4-BE49-F238E27FC236}">
                  <a16:creationId xmlns:a16="http://schemas.microsoft.com/office/drawing/2014/main" id="{07B50030-0D85-A888-DD14-1D729FF9ECC6}"/>
                </a:ext>
              </a:extLst>
            </p:cNvPr>
            <p:cNvSpPr/>
            <p:nvPr/>
          </p:nvSpPr>
          <p:spPr>
            <a:xfrm>
              <a:off x="627142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819" name="Right Triangle 818">
              <a:extLst>
                <a:ext uri="{FF2B5EF4-FFF2-40B4-BE49-F238E27FC236}">
                  <a16:creationId xmlns:a16="http://schemas.microsoft.com/office/drawing/2014/main" id="{CD9CA818-A0FC-0D1B-429A-293677B03DC2}"/>
                </a:ext>
              </a:extLst>
            </p:cNvPr>
            <p:cNvSpPr/>
            <p:nvPr/>
          </p:nvSpPr>
          <p:spPr>
            <a:xfrm rot="10800000">
              <a:off x="6996110"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20" name="Group 819">
              <a:extLst>
                <a:ext uri="{FF2B5EF4-FFF2-40B4-BE49-F238E27FC236}">
                  <a16:creationId xmlns:a16="http://schemas.microsoft.com/office/drawing/2014/main" id="{56E9633D-E824-6E5D-8BFD-E34FD1E6FCBD}"/>
                </a:ext>
              </a:extLst>
            </p:cNvPr>
            <p:cNvGrpSpPr/>
            <p:nvPr/>
          </p:nvGrpSpPr>
          <p:grpSpPr>
            <a:xfrm>
              <a:off x="7076437" y="2574863"/>
              <a:ext cx="45719" cy="75385"/>
              <a:chOff x="3883481" y="2057400"/>
              <a:chExt cx="1608363" cy="2652031"/>
            </a:xfrm>
            <a:solidFill>
              <a:srgbClr val="A6A6A6"/>
            </a:solidFill>
          </p:grpSpPr>
          <p:sp>
            <p:nvSpPr>
              <p:cNvPr id="821" name="Oval 27">
                <a:extLst>
                  <a:ext uri="{FF2B5EF4-FFF2-40B4-BE49-F238E27FC236}">
                    <a16:creationId xmlns:a16="http://schemas.microsoft.com/office/drawing/2014/main" id="{7A400C15-1D8B-7E05-205B-08F87028E44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22" name="Oval 28">
                <a:extLst>
                  <a:ext uri="{FF2B5EF4-FFF2-40B4-BE49-F238E27FC236}">
                    <a16:creationId xmlns:a16="http://schemas.microsoft.com/office/drawing/2014/main" id="{32E27AF3-FBE1-42F9-F726-85D34C6575C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35" name="Group 834">
            <a:extLst>
              <a:ext uri="{FF2B5EF4-FFF2-40B4-BE49-F238E27FC236}">
                <a16:creationId xmlns:a16="http://schemas.microsoft.com/office/drawing/2014/main" id="{445C60F5-9DB1-B507-5AC5-FAC0F3B7DFAB}"/>
              </a:ext>
            </a:extLst>
          </p:cNvPr>
          <p:cNvGrpSpPr/>
          <p:nvPr/>
        </p:nvGrpSpPr>
        <p:grpSpPr>
          <a:xfrm>
            <a:off x="431659" y="2253333"/>
            <a:ext cx="721893" cy="609702"/>
            <a:chOff x="324914" y="2550516"/>
            <a:chExt cx="872735" cy="748697"/>
          </a:xfrm>
        </p:grpSpPr>
        <p:sp>
          <p:nvSpPr>
            <p:cNvPr id="836" name="Rectangle 835">
              <a:hlinkHover r:id="" action="ppaction://noaction" highlightClick="1"/>
              <a:extLst>
                <a:ext uri="{FF2B5EF4-FFF2-40B4-BE49-F238E27FC236}">
                  <a16:creationId xmlns:a16="http://schemas.microsoft.com/office/drawing/2014/main" id="{D4262CE0-5149-6A9A-9904-15BABB90DE45}"/>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837" name="Group 836">
              <a:extLst>
                <a:ext uri="{FF2B5EF4-FFF2-40B4-BE49-F238E27FC236}">
                  <a16:creationId xmlns:a16="http://schemas.microsoft.com/office/drawing/2014/main" id="{6F63BA78-502F-1C76-3EE8-DFCE7D75E4AE}"/>
                </a:ext>
              </a:extLst>
            </p:cNvPr>
            <p:cNvGrpSpPr/>
            <p:nvPr/>
          </p:nvGrpSpPr>
          <p:grpSpPr>
            <a:xfrm>
              <a:off x="1040599" y="2550516"/>
              <a:ext cx="157050" cy="157050"/>
              <a:chOff x="1040599" y="2550516"/>
              <a:chExt cx="157050" cy="157050"/>
            </a:xfrm>
          </p:grpSpPr>
          <p:sp>
            <p:nvSpPr>
              <p:cNvPr id="838" name="Diamond 837">
                <a:extLst>
                  <a:ext uri="{FF2B5EF4-FFF2-40B4-BE49-F238E27FC236}">
                    <a16:creationId xmlns:a16="http://schemas.microsoft.com/office/drawing/2014/main" id="{F289CE46-A163-9D70-0BEC-63B7F45A539C}"/>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39" name="Oval 838">
                <a:extLst>
                  <a:ext uri="{FF2B5EF4-FFF2-40B4-BE49-F238E27FC236}">
                    <a16:creationId xmlns:a16="http://schemas.microsoft.com/office/drawing/2014/main" id="{82FA158F-BA84-B6FA-6DB6-B51D682C0969}"/>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44" name="Group 843">
            <a:extLst>
              <a:ext uri="{FF2B5EF4-FFF2-40B4-BE49-F238E27FC236}">
                <a16:creationId xmlns:a16="http://schemas.microsoft.com/office/drawing/2014/main" id="{EC05A33E-2893-7AB7-DDE6-83AA0DDADF80}"/>
              </a:ext>
            </a:extLst>
          </p:cNvPr>
          <p:cNvGrpSpPr/>
          <p:nvPr/>
        </p:nvGrpSpPr>
        <p:grpSpPr>
          <a:xfrm>
            <a:off x="2105349" y="1532276"/>
            <a:ext cx="721206" cy="609701"/>
            <a:chOff x="2307084" y="1729816"/>
            <a:chExt cx="871904" cy="748695"/>
          </a:xfrm>
        </p:grpSpPr>
        <p:sp>
          <p:nvSpPr>
            <p:cNvPr id="845" name="Rectangle 844">
              <a:extLst>
                <a:ext uri="{FF2B5EF4-FFF2-40B4-BE49-F238E27FC236}">
                  <a16:creationId xmlns:a16="http://schemas.microsoft.com/office/drawing/2014/main" id="{C08D1C02-7237-1AD1-5CEA-C2584AFA750C}"/>
                </a:ext>
              </a:extLst>
            </p:cNvPr>
            <p:cNvSpPr/>
            <p:nvPr/>
          </p:nvSpPr>
          <p:spPr>
            <a:xfrm>
              <a:off x="230708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846" name="Rectangle 845">
              <a:extLst>
                <a:ext uri="{FF2B5EF4-FFF2-40B4-BE49-F238E27FC236}">
                  <a16:creationId xmlns:a16="http://schemas.microsoft.com/office/drawing/2014/main" id="{3C85E3CD-8116-42A5-E813-78EF07354948}"/>
                </a:ext>
              </a:extLst>
            </p:cNvPr>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7" name="Oval 15">
              <a:extLst>
                <a:ext uri="{FF2B5EF4-FFF2-40B4-BE49-F238E27FC236}">
                  <a16:creationId xmlns:a16="http://schemas.microsoft.com/office/drawing/2014/main" id="{2AF6BF1F-C840-90AD-53CC-03DD964D7A4B}"/>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48" name="Straight Connector 847">
              <a:extLst>
                <a:ext uri="{FF2B5EF4-FFF2-40B4-BE49-F238E27FC236}">
                  <a16:creationId xmlns:a16="http://schemas.microsoft.com/office/drawing/2014/main" id="{351617E4-E082-208C-CE42-74AFC1DBF058}"/>
                </a:ext>
              </a:extLst>
            </p:cNvPr>
            <p:cNvCxnSpPr>
              <a:cxnSpLocks/>
              <a:stCxn id="847"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49" name="Straight Connector 848">
              <a:extLst>
                <a:ext uri="{FF2B5EF4-FFF2-40B4-BE49-F238E27FC236}">
                  <a16:creationId xmlns:a16="http://schemas.microsoft.com/office/drawing/2014/main" id="{789AF015-F115-82FA-0DCA-E583315709A1}"/>
                </a:ext>
              </a:extLst>
            </p:cNvPr>
            <p:cNvCxnSpPr>
              <a:cxnSpLocks/>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50" name="Group 849">
            <a:extLst>
              <a:ext uri="{FF2B5EF4-FFF2-40B4-BE49-F238E27FC236}">
                <a16:creationId xmlns:a16="http://schemas.microsoft.com/office/drawing/2014/main" id="{69FDFE7B-08E2-3F28-2F29-E18699165735}"/>
              </a:ext>
            </a:extLst>
          </p:cNvPr>
          <p:cNvGrpSpPr/>
          <p:nvPr/>
        </p:nvGrpSpPr>
        <p:grpSpPr>
          <a:xfrm>
            <a:off x="431659" y="1532276"/>
            <a:ext cx="721893" cy="610038"/>
            <a:chOff x="324914" y="1729403"/>
            <a:chExt cx="872735" cy="749108"/>
          </a:xfrm>
        </p:grpSpPr>
        <p:sp>
          <p:nvSpPr>
            <p:cNvPr id="851" name="Rectangle 850">
              <a:extLst>
                <a:ext uri="{FF2B5EF4-FFF2-40B4-BE49-F238E27FC236}">
                  <a16:creationId xmlns:a16="http://schemas.microsoft.com/office/drawing/2014/main" id="{CC1CDAFC-2281-D95D-F104-7F5C70CDA31D}"/>
                </a:ext>
              </a:extLst>
            </p:cNvPr>
            <p:cNvSpPr/>
            <p:nvPr/>
          </p:nvSpPr>
          <p:spPr>
            <a:xfrm>
              <a:off x="32491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852" name="Right Triangle 851">
              <a:extLst>
                <a:ext uri="{FF2B5EF4-FFF2-40B4-BE49-F238E27FC236}">
                  <a16:creationId xmlns:a16="http://schemas.microsoft.com/office/drawing/2014/main" id="{F7E60112-93A1-5049-3D29-A80047C45C32}"/>
                </a:ext>
              </a:extLst>
            </p:cNvPr>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53" name="Group 852">
              <a:extLst>
                <a:ext uri="{FF2B5EF4-FFF2-40B4-BE49-F238E27FC236}">
                  <a16:creationId xmlns:a16="http://schemas.microsoft.com/office/drawing/2014/main" id="{62D7BF04-FB6F-BB5C-4029-41C97C64CD10}"/>
                </a:ext>
              </a:extLst>
            </p:cNvPr>
            <p:cNvGrpSpPr/>
            <p:nvPr/>
          </p:nvGrpSpPr>
          <p:grpSpPr>
            <a:xfrm>
              <a:off x="1136463" y="1736885"/>
              <a:ext cx="45719" cy="75385"/>
              <a:chOff x="3883481" y="2057400"/>
              <a:chExt cx="1608363" cy="2652031"/>
            </a:xfrm>
            <a:solidFill>
              <a:srgbClr val="A6A6A6"/>
            </a:solidFill>
          </p:grpSpPr>
          <p:sp>
            <p:nvSpPr>
              <p:cNvPr id="854" name="Oval 27">
                <a:extLst>
                  <a:ext uri="{FF2B5EF4-FFF2-40B4-BE49-F238E27FC236}">
                    <a16:creationId xmlns:a16="http://schemas.microsoft.com/office/drawing/2014/main" id="{F3857CF4-DE1D-0AD3-0DFC-05CC4148471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5" name="Oval 28">
                <a:extLst>
                  <a:ext uri="{FF2B5EF4-FFF2-40B4-BE49-F238E27FC236}">
                    <a16:creationId xmlns:a16="http://schemas.microsoft.com/office/drawing/2014/main" id="{94E0AB0D-52E3-E14B-9711-1FA0B2A21FE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56" name="Group 855">
            <a:extLst>
              <a:ext uri="{FF2B5EF4-FFF2-40B4-BE49-F238E27FC236}">
                <a16:creationId xmlns:a16="http://schemas.microsoft.com/office/drawing/2014/main" id="{303CF7FE-6B63-EAA1-F198-76814935E57F}"/>
              </a:ext>
            </a:extLst>
          </p:cNvPr>
          <p:cNvGrpSpPr/>
          <p:nvPr/>
        </p:nvGrpSpPr>
        <p:grpSpPr>
          <a:xfrm>
            <a:off x="1268842" y="1532276"/>
            <a:ext cx="721206" cy="610038"/>
            <a:chOff x="1315999" y="1729403"/>
            <a:chExt cx="871904" cy="749108"/>
          </a:xfrm>
        </p:grpSpPr>
        <p:sp>
          <p:nvSpPr>
            <p:cNvPr id="857" name="Rectangle 856">
              <a:extLst>
                <a:ext uri="{FF2B5EF4-FFF2-40B4-BE49-F238E27FC236}">
                  <a16:creationId xmlns:a16="http://schemas.microsoft.com/office/drawing/2014/main" id="{7A32F80C-42AA-1C44-9570-529954A6D4A5}"/>
                </a:ext>
              </a:extLst>
            </p:cNvPr>
            <p:cNvSpPr/>
            <p:nvPr/>
          </p:nvSpPr>
          <p:spPr>
            <a:xfrm>
              <a:off x="131599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858" name="Right Triangle 857">
              <a:extLst>
                <a:ext uri="{FF2B5EF4-FFF2-40B4-BE49-F238E27FC236}">
                  <a16:creationId xmlns:a16="http://schemas.microsoft.com/office/drawing/2014/main" id="{E1A5B355-5B5D-7777-8DE8-5C81AF9BD4A4}"/>
                </a:ext>
              </a:extLst>
            </p:cNvPr>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59" name="Group 858">
              <a:extLst>
                <a:ext uri="{FF2B5EF4-FFF2-40B4-BE49-F238E27FC236}">
                  <a16:creationId xmlns:a16="http://schemas.microsoft.com/office/drawing/2014/main" id="{D3513936-58A7-D223-7170-36267A289A77}"/>
                </a:ext>
              </a:extLst>
            </p:cNvPr>
            <p:cNvGrpSpPr/>
            <p:nvPr/>
          </p:nvGrpSpPr>
          <p:grpSpPr>
            <a:xfrm>
              <a:off x="2126717" y="1736885"/>
              <a:ext cx="45719" cy="75385"/>
              <a:chOff x="3883481" y="2057400"/>
              <a:chExt cx="1608363" cy="2652031"/>
            </a:xfrm>
            <a:solidFill>
              <a:srgbClr val="A6A6A6"/>
            </a:solidFill>
          </p:grpSpPr>
          <p:sp>
            <p:nvSpPr>
              <p:cNvPr id="860" name="Oval 27">
                <a:extLst>
                  <a:ext uri="{FF2B5EF4-FFF2-40B4-BE49-F238E27FC236}">
                    <a16:creationId xmlns:a16="http://schemas.microsoft.com/office/drawing/2014/main" id="{B1453E0E-210D-CB26-8DE9-734939D8522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1" name="Oval 28">
                <a:extLst>
                  <a:ext uri="{FF2B5EF4-FFF2-40B4-BE49-F238E27FC236}">
                    <a16:creationId xmlns:a16="http://schemas.microsoft.com/office/drawing/2014/main" id="{171F1E67-E3C1-D98B-37D4-E4E69E58608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68" name="Group 867">
            <a:extLst>
              <a:ext uri="{FF2B5EF4-FFF2-40B4-BE49-F238E27FC236}">
                <a16:creationId xmlns:a16="http://schemas.microsoft.com/office/drawing/2014/main" id="{5DFB54E9-0875-C802-AC70-221C310B45CE}"/>
              </a:ext>
            </a:extLst>
          </p:cNvPr>
          <p:cNvGrpSpPr/>
          <p:nvPr/>
        </p:nvGrpSpPr>
        <p:grpSpPr>
          <a:xfrm>
            <a:off x="5454383" y="2974054"/>
            <a:ext cx="721206" cy="609701"/>
            <a:chOff x="7262509" y="3370808"/>
            <a:chExt cx="871904" cy="748695"/>
          </a:xfrm>
        </p:grpSpPr>
        <p:sp>
          <p:nvSpPr>
            <p:cNvPr id="869" name="Rectangle 868">
              <a:extLst>
                <a:ext uri="{FF2B5EF4-FFF2-40B4-BE49-F238E27FC236}">
                  <a16:creationId xmlns:a16="http://schemas.microsoft.com/office/drawing/2014/main" id="{9C4295BC-D671-B223-EE90-6561BED056F4}"/>
                </a:ext>
              </a:extLst>
            </p:cNvPr>
            <p:cNvSpPr/>
            <p:nvPr/>
          </p:nvSpPr>
          <p:spPr>
            <a:xfrm>
              <a:off x="726250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870" name="Rectangle 869">
              <a:extLst>
                <a:ext uri="{FF2B5EF4-FFF2-40B4-BE49-F238E27FC236}">
                  <a16:creationId xmlns:a16="http://schemas.microsoft.com/office/drawing/2014/main" id="{D6813DA4-994B-1285-37D2-D756B33B6D84}"/>
                </a:ext>
              </a:extLst>
            </p:cNvPr>
            <p:cNvSpPr/>
            <p:nvPr/>
          </p:nvSpPr>
          <p:spPr>
            <a:xfrm flipV="1">
              <a:off x="7999814"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1" name="Oval 15">
              <a:extLst>
                <a:ext uri="{FF2B5EF4-FFF2-40B4-BE49-F238E27FC236}">
                  <a16:creationId xmlns:a16="http://schemas.microsoft.com/office/drawing/2014/main" id="{782842E0-EE8E-AD7C-ADF7-F0C990B6E1DD}"/>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72" name="Straight Connector 871">
              <a:extLst>
                <a:ext uri="{FF2B5EF4-FFF2-40B4-BE49-F238E27FC236}">
                  <a16:creationId xmlns:a16="http://schemas.microsoft.com/office/drawing/2014/main" id="{3BF1DF81-75EA-0571-E17E-15ED25AB5329}"/>
                </a:ext>
              </a:extLst>
            </p:cNvPr>
            <p:cNvCxnSpPr>
              <a:cxnSpLocks/>
              <a:stCxn id="871" idx="0"/>
            </p:cNvCxnSpPr>
            <p:nvPr/>
          </p:nvCxnSpPr>
          <p:spPr>
            <a:xfrm flipV="1">
              <a:off x="8039813"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73" name="Straight Connector 872">
              <a:extLst>
                <a:ext uri="{FF2B5EF4-FFF2-40B4-BE49-F238E27FC236}">
                  <a16:creationId xmlns:a16="http://schemas.microsoft.com/office/drawing/2014/main" id="{CDE2B0E0-391E-2764-A498-E612C92DC002}"/>
                </a:ext>
              </a:extLst>
            </p:cNvPr>
            <p:cNvCxnSpPr>
              <a:cxnSpLocks/>
            </p:cNvCxnSpPr>
            <p:nvPr/>
          </p:nvCxnSpPr>
          <p:spPr>
            <a:xfrm>
              <a:off x="8046727"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74" name="Group 873">
            <a:extLst>
              <a:ext uri="{FF2B5EF4-FFF2-40B4-BE49-F238E27FC236}">
                <a16:creationId xmlns:a16="http://schemas.microsoft.com/office/drawing/2014/main" id="{47CC957B-EF2B-2AA2-23D5-B3D801E2DD08}"/>
              </a:ext>
            </a:extLst>
          </p:cNvPr>
          <p:cNvGrpSpPr/>
          <p:nvPr/>
        </p:nvGrpSpPr>
        <p:grpSpPr>
          <a:xfrm>
            <a:off x="431659" y="2974054"/>
            <a:ext cx="721893" cy="609701"/>
            <a:chOff x="324914" y="3371220"/>
            <a:chExt cx="872735" cy="748695"/>
          </a:xfrm>
        </p:grpSpPr>
        <p:sp>
          <p:nvSpPr>
            <p:cNvPr id="875" name="Rectangle 874">
              <a:extLst>
                <a:ext uri="{FF2B5EF4-FFF2-40B4-BE49-F238E27FC236}">
                  <a16:creationId xmlns:a16="http://schemas.microsoft.com/office/drawing/2014/main" id="{F367FF96-EA1B-4B3B-335E-724E40477DBA}"/>
                </a:ext>
              </a:extLst>
            </p:cNvPr>
            <p:cNvSpPr/>
            <p:nvPr/>
          </p:nvSpPr>
          <p:spPr>
            <a:xfrm>
              <a:off x="324914" y="3371220"/>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876" name="Right Triangle 875">
              <a:extLst>
                <a:ext uri="{FF2B5EF4-FFF2-40B4-BE49-F238E27FC236}">
                  <a16:creationId xmlns:a16="http://schemas.microsoft.com/office/drawing/2014/main" id="{D5C9A950-38B6-474B-22AF-5B11CEEE29BC}"/>
                </a:ext>
              </a:extLst>
            </p:cNvPr>
            <p:cNvSpPr/>
            <p:nvPr/>
          </p:nvSpPr>
          <p:spPr>
            <a:xfrm rot="10800000">
              <a:off x="1056136"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77" name="Group 876">
              <a:extLst>
                <a:ext uri="{FF2B5EF4-FFF2-40B4-BE49-F238E27FC236}">
                  <a16:creationId xmlns:a16="http://schemas.microsoft.com/office/drawing/2014/main" id="{8F2D9ED0-EEDC-41B1-631A-B44B0AB611EC}"/>
                </a:ext>
              </a:extLst>
            </p:cNvPr>
            <p:cNvGrpSpPr/>
            <p:nvPr/>
          </p:nvGrpSpPr>
          <p:grpSpPr>
            <a:xfrm>
              <a:off x="1136463" y="3380672"/>
              <a:ext cx="45719" cy="75385"/>
              <a:chOff x="3883481" y="2057400"/>
              <a:chExt cx="1608363" cy="2652031"/>
            </a:xfrm>
            <a:solidFill>
              <a:srgbClr val="A6A6A6"/>
            </a:solidFill>
          </p:grpSpPr>
          <p:sp>
            <p:nvSpPr>
              <p:cNvPr id="878" name="Oval 27">
                <a:extLst>
                  <a:ext uri="{FF2B5EF4-FFF2-40B4-BE49-F238E27FC236}">
                    <a16:creationId xmlns:a16="http://schemas.microsoft.com/office/drawing/2014/main" id="{8A09000E-37C4-83C6-A98E-076B597CAFA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9" name="Oval 28">
                <a:extLst>
                  <a:ext uri="{FF2B5EF4-FFF2-40B4-BE49-F238E27FC236}">
                    <a16:creationId xmlns:a16="http://schemas.microsoft.com/office/drawing/2014/main" id="{A08F1502-FF78-64E6-D8C1-5A9F654725A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86" name="Group 885">
            <a:extLst>
              <a:ext uri="{FF2B5EF4-FFF2-40B4-BE49-F238E27FC236}">
                <a16:creationId xmlns:a16="http://schemas.microsoft.com/office/drawing/2014/main" id="{5FE49E49-3A01-2536-0EA2-88D4491E03EC}"/>
              </a:ext>
            </a:extLst>
          </p:cNvPr>
          <p:cNvGrpSpPr/>
          <p:nvPr/>
        </p:nvGrpSpPr>
        <p:grpSpPr>
          <a:xfrm>
            <a:off x="2940467" y="2974054"/>
            <a:ext cx="721206" cy="613154"/>
            <a:chOff x="2307084" y="4187684"/>
            <a:chExt cx="871904" cy="752933"/>
          </a:xfrm>
        </p:grpSpPr>
        <p:sp>
          <p:nvSpPr>
            <p:cNvPr id="887" name="Rectangle 886">
              <a:extLst>
                <a:ext uri="{FF2B5EF4-FFF2-40B4-BE49-F238E27FC236}">
                  <a16:creationId xmlns:a16="http://schemas.microsoft.com/office/drawing/2014/main" id="{05AF1E8A-C3BC-9A8A-5D82-58E501AC8E9C}"/>
                </a:ext>
              </a:extLst>
            </p:cNvPr>
            <p:cNvSpPr/>
            <p:nvPr/>
          </p:nvSpPr>
          <p:spPr>
            <a:xfrm>
              <a:off x="230708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888" name="Right Triangle 887">
              <a:extLst>
                <a:ext uri="{FF2B5EF4-FFF2-40B4-BE49-F238E27FC236}">
                  <a16:creationId xmlns:a16="http://schemas.microsoft.com/office/drawing/2014/main" id="{9015F1AB-D241-6361-1714-78973613341B}"/>
                </a:ext>
              </a:extLst>
            </p:cNvPr>
            <p:cNvSpPr/>
            <p:nvPr/>
          </p:nvSpPr>
          <p:spPr>
            <a:xfrm rot="10800000">
              <a:off x="3036801" y="418768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89" name="Group 888">
              <a:extLst>
                <a:ext uri="{FF2B5EF4-FFF2-40B4-BE49-F238E27FC236}">
                  <a16:creationId xmlns:a16="http://schemas.microsoft.com/office/drawing/2014/main" id="{693D39C0-3A30-EF7D-414A-064F6A7A1EB7}"/>
                </a:ext>
              </a:extLst>
            </p:cNvPr>
            <p:cNvGrpSpPr/>
            <p:nvPr/>
          </p:nvGrpSpPr>
          <p:grpSpPr>
            <a:xfrm>
              <a:off x="3117128" y="4195165"/>
              <a:ext cx="45719" cy="75385"/>
              <a:chOff x="3883481" y="2057400"/>
              <a:chExt cx="1608363" cy="2652031"/>
            </a:xfrm>
            <a:solidFill>
              <a:srgbClr val="A6A6A6"/>
            </a:solidFill>
          </p:grpSpPr>
          <p:sp>
            <p:nvSpPr>
              <p:cNvPr id="890" name="Oval 27">
                <a:extLst>
                  <a:ext uri="{FF2B5EF4-FFF2-40B4-BE49-F238E27FC236}">
                    <a16:creationId xmlns:a16="http://schemas.microsoft.com/office/drawing/2014/main" id="{EF72A7C2-D651-8425-672D-F4BDB5ABEC2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1" name="Oval 28">
                <a:extLst>
                  <a:ext uri="{FF2B5EF4-FFF2-40B4-BE49-F238E27FC236}">
                    <a16:creationId xmlns:a16="http://schemas.microsoft.com/office/drawing/2014/main" id="{142E9EA7-6BAE-19D5-9862-1F8A0E7FDF2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92" name="Group 891">
            <a:extLst>
              <a:ext uri="{FF2B5EF4-FFF2-40B4-BE49-F238E27FC236}">
                <a16:creationId xmlns:a16="http://schemas.microsoft.com/office/drawing/2014/main" id="{6CB775BC-EB0F-1520-5DC8-A492990E24FF}"/>
              </a:ext>
            </a:extLst>
          </p:cNvPr>
          <p:cNvGrpSpPr/>
          <p:nvPr/>
        </p:nvGrpSpPr>
        <p:grpSpPr>
          <a:xfrm>
            <a:off x="1268379" y="2974054"/>
            <a:ext cx="721206" cy="609701"/>
            <a:chOff x="1315999" y="2560818"/>
            <a:chExt cx="871904" cy="748695"/>
          </a:xfrm>
        </p:grpSpPr>
        <p:sp>
          <p:nvSpPr>
            <p:cNvPr id="893" name="Rectangle 892">
              <a:extLst>
                <a:ext uri="{FF2B5EF4-FFF2-40B4-BE49-F238E27FC236}">
                  <a16:creationId xmlns:a16="http://schemas.microsoft.com/office/drawing/2014/main" id="{1BAA0D43-ACCC-1342-E6F9-61E77F45614B}"/>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894" name="Right Triangle 893">
              <a:extLst>
                <a:ext uri="{FF2B5EF4-FFF2-40B4-BE49-F238E27FC236}">
                  <a16:creationId xmlns:a16="http://schemas.microsoft.com/office/drawing/2014/main" id="{5EBEAA40-E68F-6AF8-8F36-CA3FCECA849E}"/>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95" name="Group 894">
              <a:extLst>
                <a:ext uri="{FF2B5EF4-FFF2-40B4-BE49-F238E27FC236}">
                  <a16:creationId xmlns:a16="http://schemas.microsoft.com/office/drawing/2014/main" id="{0D7095F1-37B6-89D7-7BCD-5B2D0488C4B5}"/>
                </a:ext>
              </a:extLst>
            </p:cNvPr>
            <p:cNvGrpSpPr/>
            <p:nvPr/>
          </p:nvGrpSpPr>
          <p:grpSpPr>
            <a:xfrm>
              <a:off x="2126717" y="2576032"/>
              <a:ext cx="45719" cy="75385"/>
              <a:chOff x="3883481" y="2057400"/>
              <a:chExt cx="1608363" cy="2652031"/>
            </a:xfrm>
            <a:solidFill>
              <a:srgbClr val="A6A6A6"/>
            </a:solidFill>
          </p:grpSpPr>
          <p:sp>
            <p:nvSpPr>
              <p:cNvPr id="896" name="Oval 27">
                <a:extLst>
                  <a:ext uri="{FF2B5EF4-FFF2-40B4-BE49-F238E27FC236}">
                    <a16:creationId xmlns:a16="http://schemas.microsoft.com/office/drawing/2014/main" id="{51E19B30-52DE-5862-40B5-E4FAAB018E0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7" name="Oval 28">
                <a:extLst>
                  <a:ext uri="{FF2B5EF4-FFF2-40B4-BE49-F238E27FC236}">
                    <a16:creationId xmlns:a16="http://schemas.microsoft.com/office/drawing/2014/main" id="{48929D42-D74E-9465-07F0-D87C05F3D70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98" name="Group 897">
            <a:extLst>
              <a:ext uri="{FF2B5EF4-FFF2-40B4-BE49-F238E27FC236}">
                <a16:creationId xmlns:a16="http://schemas.microsoft.com/office/drawing/2014/main" id="{D8FFCA1E-2DBB-0F43-9A5C-250715BD9777}"/>
              </a:ext>
            </a:extLst>
          </p:cNvPr>
          <p:cNvGrpSpPr/>
          <p:nvPr/>
        </p:nvGrpSpPr>
        <p:grpSpPr>
          <a:xfrm>
            <a:off x="2938534" y="811556"/>
            <a:ext cx="721206" cy="609701"/>
            <a:chOff x="3298169" y="909114"/>
            <a:chExt cx="871904" cy="748695"/>
          </a:xfrm>
        </p:grpSpPr>
        <p:sp>
          <p:nvSpPr>
            <p:cNvPr id="899" name="Rectangle 898">
              <a:extLst>
                <a:ext uri="{FF2B5EF4-FFF2-40B4-BE49-F238E27FC236}">
                  <a16:creationId xmlns:a16="http://schemas.microsoft.com/office/drawing/2014/main" id="{A7D48E39-DD5D-6E2C-5522-FF8F1E0EDD75}"/>
                </a:ext>
              </a:extLst>
            </p:cNvPr>
            <p:cNvSpPr/>
            <p:nvPr/>
          </p:nvSpPr>
          <p:spPr>
            <a:xfrm>
              <a:off x="329816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900" name="Rectangle 899">
              <a:extLst>
                <a:ext uri="{FF2B5EF4-FFF2-40B4-BE49-F238E27FC236}">
                  <a16:creationId xmlns:a16="http://schemas.microsoft.com/office/drawing/2014/main" id="{78353C1C-5BB0-66D2-EFEF-4E100C206766}"/>
                </a:ext>
              </a:extLst>
            </p:cNvPr>
            <p:cNvSpPr/>
            <p:nvPr/>
          </p:nvSpPr>
          <p:spPr>
            <a:xfrm flipV="1">
              <a:off x="4043182"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1" name="Oval 15">
              <a:extLst>
                <a:ext uri="{FF2B5EF4-FFF2-40B4-BE49-F238E27FC236}">
                  <a16:creationId xmlns:a16="http://schemas.microsoft.com/office/drawing/2014/main" id="{18D2B323-8821-98AA-76D6-C26028C23769}"/>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02" name="Straight Connector 901">
              <a:extLst>
                <a:ext uri="{FF2B5EF4-FFF2-40B4-BE49-F238E27FC236}">
                  <a16:creationId xmlns:a16="http://schemas.microsoft.com/office/drawing/2014/main" id="{734D323D-A4A0-3FD1-7CB6-FE190A77B76A}"/>
                </a:ext>
              </a:extLst>
            </p:cNvPr>
            <p:cNvCxnSpPr>
              <a:cxnSpLocks/>
              <a:stCxn id="901" idx="0"/>
            </p:cNvCxnSpPr>
            <p:nvPr/>
          </p:nvCxnSpPr>
          <p:spPr>
            <a:xfrm flipV="1">
              <a:off x="4083181"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03" name="Straight Connector 902">
              <a:extLst>
                <a:ext uri="{FF2B5EF4-FFF2-40B4-BE49-F238E27FC236}">
                  <a16:creationId xmlns:a16="http://schemas.microsoft.com/office/drawing/2014/main" id="{9223D7DE-06AA-F4E0-8284-394078E63214}"/>
                </a:ext>
              </a:extLst>
            </p:cNvPr>
            <p:cNvCxnSpPr>
              <a:cxnSpLocks/>
            </p:cNvCxnSpPr>
            <p:nvPr/>
          </p:nvCxnSpPr>
          <p:spPr>
            <a:xfrm>
              <a:off x="4090095"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10" name="Group 909">
            <a:extLst>
              <a:ext uri="{FF2B5EF4-FFF2-40B4-BE49-F238E27FC236}">
                <a16:creationId xmlns:a16="http://schemas.microsoft.com/office/drawing/2014/main" id="{A8BF3CF1-A0EF-E3B6-E41A-889584CB0FAF}"/>
              </a:ext>
            </a:extLst>
          </p:cNvPr>
          <p:cNvGrpSpPr/>
          <p:nvPr/>
        </p:nvGrpSpPr>
        <p:grpSpPr>
          <a:xfrm>
            <a:off x="431659" y="811556"/>
            <a:ext cx="721206" cy="609701"/>
            <a:chOff x="324914" y="909114"/>
            <a:chExt cx="871904" cy="748695"/>
          </a:xfrm>
        </p:grpSpPr>
        <p:sp>
          <p:nvSpPr>
            <p:cNvPr id="911" name="Rectangle 910">
              <a:extLst>
                <a:ext uri="{FF2B5EF4-FFF2-40B4-BE49-F238E27FC236}">
                  <a16:creationId xmlns:a16="http://schemas.microsoft.com/office/drawing/2014/main" id="{339CDF92-D9E5-10A9-BDE7-7E0C59DB0673}"/>
                </a:ext>
              </a:extLst>
            </p:cNvPr>
            <p:cNvSpPr/>
            <p:nvPr/>
          </p:nvSpPr>
          <p:spPr>
            <a:xfrm>
              <a:off x="32491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912" name="Right Triangle 911">
              <a:extLst>
                <a:ext uri="{FF2B5EF4-FFF2-40B4-BE49-F238E27FC236}">
                  <a16:creationId xmlns:a16="http://schemas.microsoft.com/office/drawing/2014/main" id="{C2D0C7AA-B7F1-21D9-FF4E-59A75D479C6C}"/>
                </a:ext>
              </a:extLst>
            </p:cNvPr>
            <p:cNvSpPr/>
            <p:nvPr/>
          </p:nvSpPr>
          <p:spPr>
            <a:xfrm rot="10800000">
              <a:off x="1053755"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13" name="Group 912">
              <a:extLst>
                <a:ext uri="{FF2B5EF4-FFF2-40B4-BE49-F238E27FC236}">
                  <a16:creationId xmlns:a16="http://schemas.microsoft.com/office/drawing/2014/main" id="{657A5731-CE1C-DBD2-1F07-194CE3225C09}"/>
                </a:ext>
              </a:extLst>
            </p:cNvPr>
            <p:cNvGrpSpPr/>
            <p:nvPr/>
          </p:nvGrpSpPr>
          <p:grpSpPr>
            <a:xfrm>
              <a:off x="1134082" y="918978"/>
              <a:ext cx="45719" cy="75385"/>
              <a:chOff x="3883481" y="2057400"/>
              <a:chExt cx="1608363" cy="2652031"/>
            </a:xfrm>
            <a:solidFill>
              <a:srgbClr val="A6A6A6"/>
            </a:solidFill>
          </p:grpSpPr>
          <p:sp>
            <p:nvSpPr>
              <p:cNvPr id="914" name="Oval 27">
                <a:extLst>
                  <a:ext uri="{FF2B5EF4-FFF2-40B4-BE49-F238E27FC236}">
                    <a16:creationId xmlns:a16="http://schemas.microsoft.com/office/drawing/2014/main" id="{B10B75C4-CE4A-711E-D676-E21B0C08E46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5" name="Oval 28">
                <a:extLst>
                  <a:ext uri="{FF2B5EF4-FFF2-40B4-BE49-F238E27FC236}">
                    <a16:creationId xmlns:a16="http://schemas.microsoft.com/office/drawing/2014/main" id="{437CD06C-AF97-3237-79E9-7DED80DEFC8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16" name="Group 915">
            <a:extLst>
              <a:ext uri="{FF2B5EF4-FFF2-40B4-BE49-F238E27FC236}">
                <a16:creationId xmlns:a16="http://schemas.microsoft.com/office/drawing/2014/main" id="{D6BEA52B-E056-F962-28A6-77726CD12707}"/>
              </a:ext>
            </a:extLst>
          </p:cNvPr>
          <p:cNvGrpSpPr/>
          <p:nvPr/>
        </p:nvGrpSpPr>
        <p:grpSpPr>
          <a:xfrm>
            <a:off x="1267284" y="811556"/>
            <a:ext cx="721206" cy="609701"/>
            <a:chOff x="1315999" y="909114"/>
            <a:chExt cx="871904" cy="748695"/>
          </a:xfrm>
        </p:grpSpPr>
        <p:sp>
          <p:nvSpPr>
            <p:cNvPr id="917" name="Rectangle 916">
              <a:extLst>
                <a:ext uri="{FF2B5EF4-FFF2-40B4-BE49-F238E27FC236}">
                  <a16:creationId xmlns:a16="http://schemas.microsoft.com/office/drawing/2014/main" id="{B46853D1-40FB-EA0B-634B-7FCE38EE8664}"/>
                </a:ext>
              </a:extLst>
            </p:cNvPr>
            <p:cNvSpPr/>
            <p:nvPr/>
          </p:nvSpPr>
          <p:spPr>
            <a:xfrm>
              <a:off x="1315999"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918" name="Right Triangle 917">
              <a:extLst>
                <a:ext uri="{FF2B5EF4-FFF2-40B4-BE49-F238E27FC236}">
                  <a16:creationId xmlns:a16="http://schemas.microsoft.com/office/drawing/2014/main" id="{E0057772-98DB-D8FA-9892-27EF6B0E2351}"/>
                </a:ext>
              </a:extLst>
            </p:cNvPr>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19" name="Group 918">
              <a:extLst>
                <a:ext uri="{FF2B5EF4-FFF2-40B4-BE49-F238E27FC236}">
                  <a16:creationId xmlns:a16="http://schemas.microsoft.com/office/drawing/2014/main" id="{177D7E78-0614-81D3-DB8D-6E6448CC4BD0}"/>
                </a:ext>
              </a:extLst>
            </p:cNvPr>
            <p:cNvGrpSpPr/>
            <p:nvPr/>
          </p:nvGrpSpPr>
          <p:grpSpPr>
            <a:xfrm>
              <a:off x="2126717" y="918978"/>
              <a:ext cx="45719" cy="75385"/>
              <a:chOff x="3883481" y="2057400"/>
              <a:chExt cx="1608363" cy="2652031"/>
            </a:xfrm>
            <a:solidFill>
              <a:srgbClr val="A6A6A6"/>
            </a:solidFill>
          </p:grpSpPr>
          <p:sp>
            <p:nvSpPr>
              <p:cNvPr id="920" name="Oval 27">
                <a:extLst>
                  <a:ext uri="{FF2B5EF4-FFF2-40B4-BE49-F238E27FC236}">
                    <a16:creationId xmlns:a16="http://schemas.microsoft.com/office/drawing/2014/main" id="{F6345D12-6598-3BCF-74EE-601E77CFC29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1" name="Oval 28">
                <a:extLst>
                  <a:ext uri="{FF2B5EF4-FFF2-40B4-BE49-F238E27FC236}">
                    <a16:creationId xmlns:a16="http://schemas.microsoft.com/office/drawing/2014/main" id="{E4495282-CDF4-7BCA-9A56-12F0A2AD016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28" name="Group 927">
            <a:extLst>
              <a:ext uri="{FF2B5EF4-FFF2-40B4-BE49-F238E27FC236}">
                <a16:creationId xmlns:a16="http://schemas.microsoft.com/office/drawing/2014/main" id="{3DC2C3EE-8B21-D9A5-32D9-0F2A6724E879}"/>
              </a:ext>
            </a:extLst>
          </p:cNvPr>
          <p:cNvGrpSpPr/>
          <p:nvPr/>
        </p:nvGrpSpPr>
        <p:grpSpPr>
          <a:xfrm>
            <a:off x="2889438" y="751337"/>
            <a:ext cx="5022643" cy="5001728"/>
            <a:chOff x="2889438" y="751337"/>
            <a:chExt cx="5022643" cy="5001728"/>
          </a:xfrm>
        </p:grpSpPr>
        <p:cxnSp>
          <p:nvCxnSpPr>
            <p:cNvPr id="929" name="Straight Connector 928">
              <a:extLst>
                <a:ext uri="{FF2B5EF4-FFF2-40B4-BE49-F238E27FC236}">
                  <a16:creationId xmlns:a16="http://schemas.microsoft.com/office/drawing/2014/main" id="{73A48979-8F67-EBB5-6DD4-D193D12DE748}"/>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0" name="Straight Connector 929">
              <a:extLst>
                <a:ext uri="{FF2B5EF4-FFF2-40B4-BE49-F238E27FC236}">
                  <a16:creationId xmlns:a16="http://schemas.microsoft.com/office/drawing/2014/main" id="{4C95132B-D945-073A-8F63-76AD5A2E3494}"/>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1" name="Straight Connector 930">
              <a:extLst>
                <a:ext uri="{FF2B5EF4-FFF2-40B4-BE49-F238E27FC236}">
                  <a16:creationId xmlns:a16="http://schemas.microsoft.com/office/drawing/2014/main" id="{84697281-585B-2186-D942-EEFC85FA826C}"/>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2" name="Straight Connector 931">
              <a:extLst>
                <a:ext uri="{FF2B5EF4-FFF2-40B4-BE49-F238E27FC236}">
                  <a16:creationId xmlns:a16="http://schemas.microsoft.com/office/drawing/2014/main" id="{1CB89C14-DF99-112E-3471-E2A678A524A9}"/>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3" name="Straight Connector 932">
              <a:extLst>
                <a:ext uri="{FF2B5EF4-FFF2-40B4-BE49-F238E27FC236}">
                  <a16:creationId xmlns:a16="http://schemas.microsoft.com/office/drawing/2014/main" id="{35B87C44-FD0C-D84D-1D8E-703F2F514F7C}"/>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4" name="Straight Connector 933">
              <a:extLst>
                <a:ext uri="{FF2B5EF4-FFF2-40B4-BE49-F238E27FC236}">
                  <a16:creationId xmlns:a16="http://schemas.microsoft.com/office/drawing/2014/main" id="{CABD14B3-CA03-92CA-0A1E-1881044DF173}"/>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5" name="Straight Connector 934">
              <a:extLst>
                <a:ext uri="{FF2B5EF4-FFF2-40B4-BE49-F238E27FC236}">
                  <a16:creationId xmlns:a16="http://schemas.microsoft.com/office/drawing/2014/main" id="{07A1A6F1-D2C3-B84E-9487-A1C3118A2F8C}"/>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6" name="Straight Connector 935">
              <a:extLst>
                <a:ext uri="{FF2B5EF4-FFF2-40B4-BE49-F238E27FC236}">
                  <a16:creationId xmlns:a16="http://schemas.microsoft.com/office/drawing/2014/main" id="{089BDC46-A29D-962E-1F30-4765751C678C}"/>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7" name="Straight Connector 936">
              <a:extLst>
                <a:ext uri="{FF2B5EF4-FFF2-40B4-BE49-F238E27FC236}">
                  <a16:creationId xmlns:a16="http://schemas.microsoft.com/office/drawing/2014/main" id="{07ACF2E2-4801-1DD6-B3F4-10798FBBDC06}"/>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8" name="Straight Connector 937">
              <a:extLst>
                <a:ext uri="{FF2B5EF4-FFF2-40B4-BE49-F238E27FC236}">
                  <a16:creationId xmlns:a16="http://schemas.microsoft.com/office/drawing/2014/main" id="{616A6AB8-F014-181C-0E90-CCC7D71F02E4}"/>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952" name="Group 951">
            <a:extLst>
              <a:ext uri="{FF2B5EF4-FFF2-40B4-BE49-F238E27FC236}">
                <a16:creationId xmlns:a16="http://schemas.microsoft.com/office/drawing/2014/main" id="{F21AA3EB-4066-6560-30EE-58223F66B621}"/>
              </a:ext>
            </a:extLst>
          </p:cNvPr>
          <p:cNvGrpSpPr/>
          <p:nvPr/>
        </p:nvGrpSpPr>
        <p:grpSpPr>
          <a:xfrm>
            <a:off x="2099602" y="5136552"/>
            <a:ext cx="721206" cy="609701"/>
            <a:chOff x="2307084" y="3370808"/>
            <a:chExt cx="871904" cy="748695"/>
          </a:xfrm>
        </p:grpSpPr>
        <p:sp>
          <p:nvSpPr>
            <p:cNvPr id="953" name="Rectangle 952">
              <a:extLst>
                <a:ext uri="{FF2B5EF4-FFF2-40B4-BE49-F238E27FC236}">
                  <a16:creationId xmlns:a16="http://schemas.microsoft.com/office/drawing/2014/main" id="{E60968FB-CA41-3852-8A72-7AFB94CAAE5F}"/>
                </a:ext>
              </a:extLst>
            </p:cNvPr>
            <p:cNvSpPr/>
            <p:nvPr/>
          </p:nvSpPr>
          <p:spPr>
            <a:xfrm>
              <a:off x="230708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954" name="Right Triangle 953">
              <a:extLst>
                <a:ext uri="{FF2B5EF4-FFF2-40B4-BE49-F238E27FC236}">
                  <a16:creationId xmlns:a16="http://schemas.microsoft.com/office/drawing/2014/main" id="{A9DB673E-F218-F70C-5C63-6B0A2BB9F2C6}"/>
                </a:ext>
              </a:extLst>
            </p:cNvPr>
            <p:cNvSpPr/>
            <p:nvPr/>
          </p:nvSpPr>
          <p:spPr>
            <a:xfrm rot="10800000">
              <a:off x="3031994"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55" name="Group 954">
              <a:extLst>
                <a:ext uri="{FF2B5EF4-FFF2-40B4-BE49-F238E27FC236}">
                  <a16:creationId xmlns:a16="http://schemas.microsoft.com/office/drawing/2014/main" id="{25E97F97-356A-5C85-4D64-F3FECF768622}"/>
                </a:ext>
              </a:extLst>
            </p:cNvPr>
            <p:cNvGrpSpPr/>
            <p:nvPr/>
          </p:nvGrpSpPr>
          <p:grpSpPr>
            <a:xfrm>
              <a:off x="3112321" y="3389004"/>
              <a:ext cx="45719" cy="75385"/>
              <a:chOff x="3883481" y="2057400"/>
              <a:chExt cx="1608363" cy="2652031"/>
            </a:xfrm>
            <a:solidFill>
              <a:srgbClr val="A6A6A6"/>
            </a:solidFill>
          </p:grpSpPr>
          <p:sp>
            <p:nvSpPr>
              <p:cNvPr id="956" name="Oval 27">
                <a:extLst>
                  <a:ext uri="{FF2B5EF4-FFF2-40B4-BE49-F238E27FC236}">
                    <a16:creationId xmlns:a16="http://schemas.microsoft.com/office/drawing/2014/main" id="{C6A7A9E0-EC04-11BE-5F26-2810F2EE879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7" name="Oval 28">
                <a:extLst>
                  <a:ext uri="{FF2B5EF4-FFF2-40B4-BE49-F238E27FC236}">
                    <a16:creationId xmlns:a16="http://schemas.microsoft.com/office/drawing/2014/main" id="{D67FC75D-7A1C-A876-3B57-DD726AA5195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64" name="Group 963">
            <a:extLst>
              <a:ext uri="{FF2B5EF4-FFF2-40B4-BE49-F238E27FC236}">
                <a16:creationId xmlns:a16="http://schemas.microsoft.com/office/drawing/2014/main" id="{44619887-DA45-6653-8AD4-2F2164A70761}"/>
              </a:ext>
            </a:extLst>
          </p:cNvPr>
          <p:cNvGrpSpPr/>
          <p:nvPr/>
        </p:nvGrpSpPr>
        <p:grpSpPr>
          <a:xfrm>
            <a:off x="2937172" y="4419620"/>
            <a:ext cx="721206" cy="610374"/>
            <a:chOff x="1315999" y="4191098"/>
            <a:chExt cx="871904" cy="749519"/>
          </a:xfrm>
        </p:grpSpPr>
        <p:sp>
          <p:nvSpPr>
            <p:cNvPr id="965" name="Rectangle 964">
              <a:extLst>
                <a:ext uri="{FF2B5EF4-FFF2-40B4-BE49-F238E27FC236}">
                  <a16:creationId xmlns:a16="http://schemas.microsoft.com/office/drawing/2014/main" id="{481B6373-9698-E06B-A3A8-08F22F171552}"/>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966" name="Right Triangle 965">
              <a:extLst>
                <a:ext uri="{FF2B5EF4-FFF2-40B4-BE49-F238E27FC236}">
                  <a16:creationId xmlns:a16="http://schemas.microsoft.com/office/drawing/2014/main" id="{3819E36B-A28A-A6AD-E7C6-4AFEC4DEF8C6}"/>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67" name="Group 966">
              <a:extLst>
                <a:ext uri="{FF2B5EF4-FFF2-40B4-BE49-F238E27FC236}">
                  <a16:creationId xmlns:a16="http://schemas.microsoft.com/office/drawing/2014/main" id="{41ABCFCC-3F0B-7A8D-6FCE-4257F9AA6415}"/>
                </a:ext>
              </a:extLst>
            </p:cNvPr>
            <p:cNvGrpSpPr/>
            <p:nvPr/>
          </p:nvGrpSpPr>
          <p:grpSpPr>
            <a:xfrm>
              <a:off x="2126717" y="4198579"/>
              <a:ext cx="45719" cy="75385"/>
              <a:chOff x="3883481" y="2057400"/>
              <a:chExt cx="1608363" cy="2652031"/>
            </a:xfrm>
            <a:solidFill>
              <a:srgbClr val="A6A6A6"/>
            </a:solidFill>
          </p:grpSpPr>
          <p:sp>
            <p:nvSpPr>
              <p:cNvPr id="968" name="Oval 27">
                <a:extLst>
                  <a:ext uri="{FF2B5EF4-FFF2-40B4-BE49-F238E27FC236}">
                    <a16:creationId xmlns:a16="http://schemas.microsoft.com/office/drawing/2014/main" id="{5BEBCDAA-D3AA-EC3C-82FF-626EA9DCB75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9" name="Oval 28">
                <a:extLst>
                  <a:ext uri="{FF2B5EF4-FFF2-40B4-BE49-F238E27FC236}">
                    <a16:creationId xmlns:a16="http://schemas.microsoft.com/office/drawing/2014/main" id="{DABEB884-BAC6-D39B-0A42-404B5B897B4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70" name="Group 969">
            <a:extLst>
              <a:ext uri="{FF2B5EF4-FFF2-40B4-BE49-F238E27FC236}">
                <a16:creationId xmlns:a16="http://schemas.microsoft.com/office/drawing/2014/main" id="{5480EE2E-27EF-452B-963D-074D63582503}"/>
              </a:ext>
            </a:extLst>
          </p:cNvPr>
          <p:cNvGrpSpPr/>
          <p:nvPr/>
        </p:nvGrpSpPr>
        <p:grpSpPr>
          <a:xfrm>
            <a:off x="6286128" y="4419620"/>
            <a:ext cx="721206" cy="609701"/>
            <a:chOff x="9244674" y="4191922"/>
            <a:chExt cx="871904" cy="748695"/>
          </a:xfrm>
        </p:grpSpPr>
        <p:sp>
          <p:nvSpPr>
            <p:cNvPr id="971" name="Rectangle 970">
              <a:hlinkHover r:id="" action="ppaction://noaction" highlightClick="1"/>
              <a:extLst>
                <a:ext uri="{FF2B5EF4-FFF2-40B4-BE49-F238E27FC236}">
                  <a16:creationId xmlns:a16="http://schemas.microsoft.com/office/drawing/2014/main" id="{F7D3156D-769C-B9C4-A50A-47CD57E32D41}"/>
                </a:ext>
              </a:extLst>
            </p:cNvPr>
            <p:cNvSpPr/>
            <p:nvPr/>
          </p:nvSpPr>
          <p:spPr>
            <a:xfrm>
              <a:off x="924467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972" name="Oval 971">
              <a:extLst>
                <a:ext uri="{FF2B5EF4-FFF2-40B4-BE49-F238E27FC236}">
                  <a16:creationId xmlns:a16="http://schemas.microsoft.com/office/drawing/2014/main" id="{E6A40B97-0E79-27CE-3B3D-26F5FCA69C9D}"/>
                </a:ext>
              </a:extLst>
            </p:cNvPr>
            <p:cNvSpPr/>
            <p:nvPr/>
          </p:nvSpPr>
          <p:spPr>
            <a:xfrm>
              <a:off x="9943180"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3" name="Isosceles Triangle 648">
              <a:extLst>
                <a:ext uri="{FF2B5EF4-FFF2-40B4-BE49-F238E27FC236}">
                  <a16:creationId xmlns:a16="http://schemas.microsoft.com/office/drawing/2014/main" id="{196488A0-677D-CA12-227C-F29CA1B234F7}"/>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74" name="Group 973">
            <a:extLst>
              <a:ext uri="{FF2B5EF4-FFF2-40B4-BE49-F238E27FC236}">
                <a16:creationId xmlns:a16="http://schemas.microsoft.com/office/drawing/2014/main" id="{1FD48774-F56B-EE26-AAB9-92AAAC693227}"/>
              </a:ext>
            </a:extLst>
          </p:cNvPr>
          <p:cNvGrpSpPr/>
          <p:nvPr/>
        </p:nvGrpSpPr>
        <p:grpSpPr>
          <a:xfrm>
            <a:off x="5458938" y="5135301"/>
            <a:ext cx="721206" cy="609701"/>
            <a:chOff x="5280339" y="4191922"/>
            <a:chExt cx="871904" cy="748695"/>
          </a:xfrm>
        </p:grpSpPr>
        <p:sp>
          <p:nvSpPr>
            <p:cNvPr id="975" name="Rectangle 974">
              <a:hlinkHover r:id="" action="ppaction://noaction" highlightClick="1"/>
              <a:extLst>
                <a:ext uri="{FF2B5EF4-FFF2-40B4-BE49-F238E27FC236}">
                  <a16:creationId xmlns:a16="http://schemas.microsoft.com/office/drawing/2014/main" id="{BAE7E055-BE0F-E3A2-E79D-815D77F3926C}"/>
                </a:ext>
              </a:extLst>
            </p:cNvPr>
            <p:cNvSpPr/>
            <p:nvPr/>
          </p:nvSpPr>
          <p:spPr>
            <a:xfrm>
              <a:off x="528033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976" name="Oval 975">
              <a:extLst>
                <a:ext uri="{FF2B5EF4-FFF2-40B4-BE49-F238E27FC236}">
                  <a16:creationId xmlns:a16="http://schemas.microsoft.com/office/drawing/2014/main" id="{20A43ECD-1E94-F267-263C-7068A19A0C2C}"/>
                </a:ext>
              </a:extLst>
            </p:cNvPr>
            <p:cNvSpPr/>
            <p:nvPr/>
          </p:nvSpPr>
          <p:spPr>
            <a:xfrm>
              <a:off x="597784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7" name="Isosceles Triangle 648">
              <a:extLst>
                <a:ext uri="{FF2B5EF4-FFF2-40B4-BE49-F238E27FC236}">
                  <a16:creationId xmlns:a16="http://schemas.microsoft.com/office/drawing/2014/main" id="{3D9A5E3F-83ED-833B-BFAF-F79D9E8EB107}"/>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78" name="Group 977">
            <a:extLst>
              <a:ext uri="{FF2B5EF4-FFF2-40B4-BE49-F238E27FC236}">
                <a16:creationId xmlns:a16="http://schemas.microsoft.com/office/drawing/2014/main" id="{576DDE79-71E7-E584-B5D6-8A479EB5907B}"/>
              </a:ext>
            </a:extLst>
          </p:cNvPr>
          <p:cNvGrpSpPr/>
          <p:nvPr/>
        </p:nvGrpSpPr>
        <p:grpSpPr>
          <a:xfrm>
            <a:off x="6289144" y="5141013"/>
            <a:ext cx="721206" cy="609701"/>
            <a:chOff x="8253594" y="5012622"/>
            <a:chExt cx="871904" cy="748695"/>
          </a:xfrm>
        </p:grpSpPr>
        <p:sp>
          <p:nvSpPr>
            <p:cNvPr id="979" name="Rectangle 978">
              <a:hlinkHover r:id="" action="ppaction://noaction" highlightClick="1"/>
              <a:extLst>
                <a:ext uri="{FF2B5EF4-FFF2-40B4-BE49-F238E27FC236}">
                  <a16:creationId xmlns:a16="http://schemas.microsoft.com/office/drawing/2014/main" id="{D73D2311-F39A-B4FF-CA87-DF09A9557344}"/>
                </a:ext>
              </a:extLst>
            </p:cNvPr>
            <p:cNvSpPr/>
            <p:nvPr/>
          </p:nvSpPr>
          <p:spPr>
            <a:xfrm>
              <a:off x="825359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980" name="Oval 979">
              <a:extLst>
                <a:ext uri="{FF2B5EF4-FFF2-40B4-BE49-F238E27FC236}">
                  <a16:creationId xmlns:a16="http://schemas.microsoft.com/office/drawing/2014/main" id="{57C8644E-C6D3-536A-6E1C-D4E1199A953D}"/>
                </a:ext>
              </a:extLst>
            </p:cNvPr>
            <p:cNvSpPr/>
            <p:nvPr/>
          </p:nvSpPr>
          <p:spPr>
            <a:xfrm>
              <a:off x="895339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1" name="Isosceles Triangle 648">
              <a:extLst>
                <a:ext uri="{FF2B5EF4-FFF2-40B4-BE49-F238E27FC236}">
                  <a16:creationId xmlns:a16="http://schemas.microsoft.com/office/drawing/2014/main" id="{54833E7A-0C95-DE82-93B5-BECADA2ABD75}"/>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82" name="Group 981">
            <a:extLst>
              <a:ext uri="{FF2B5EF4-FFF2-40B4-BE49-F238E27FC236}">
                <a16:creationId xmlns:a16="http://schemas.microsoft.com/office/drawing/2014/main" id="{20D075B1-3B61-2CF3-F633-C4141BC4A56E}"/>
              </a:ext>
            </a:extLst>
          </p:cNvPr>
          <p:cNvGrpSpPr/>
          <p:nvPr/>
        </p:nvGrpSpPr>
        <p:grpSpPr>
          <a:xfrm>
            <a:off x="7122909" y="4419620"/>
            <a:ext cx="721206" cy="609701"/>
            <a:chOff x="7262509" y="5012622"/>
            <a:chExt cx="871904" cy="748695"/>
          </a:xfrm>
        </p:grpSpPr>
        <p:sp>
          <p:nvSpPr>
            <p:cNvPr id="983" name="Rectangle 982">
              <a:hlinkHover r:id="" action="ppaction://noaction" highlightClick="1"/>
              <a:extLst>
                <a:ext uri="{FF2B5EF4-FFF2-40B4-BE49-F238E27FC236}">
                  <a16:creationId xmlns:a16="http://schemas.microsoft.com/office/drawing/2014/main" id="{C63394A1-FA48-DEDE-5CDB-993A783EE521}"/>
                </a:ext>
              </a:extLst>
            </p:cNvPr>
            <p:cNvSpPr/>
            <p:nvPr/>
          </p:nvSpPr>
          <p:spPr>
            <a:xfrm>
              <a:off x="726250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984" name="Oval 983">
              <a:extLst>
                <a:ext uri="{FF2B5EF4-FFF2-40B4-BE49-F238E27FC236}">
                  <a16:creationId xmlns:a16="http://schemas.microsoft.com/office/drawing/2014/main" id="{C4C388A0-1248-EBAF-10A1-8CD6128DC3F1}"/>
                </a:ext>
              </a:extLst>
            </p:cNvPr>
            <p:cNvSpPr/>
            <p:nvPr/>
          </p:nvSpPr>
          <p:spPr>
            <a:xfrm>
              <a:off x="79612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5" name="Isosceles Triangle 648">
              <a:extLst>
                <a:ext uri="{FF2B5EF4-FFF2-40B4-BE49-F238E27FC236}">
                  <a16:creationId xmlns:a16="http://schemas.microsoft.com/office/drawing/2014/main" id="{8E695C67-63DA-BD7E-718E-2F3A32A9797A}"/>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90" name="Group 989">
            <a:extLst>
              <a:ext uri="{FF2B5EF4-FFF2-40B4-BE49-F238E27FC236}">
                <a16:creationId xmlns:a16="http://schemas.microsoft.com/office/drawing/2014/main" id="{6BF72C6F-4BE2-B850-E5D6-BE9BB9A42BBC}"/>
              </a:ext>
            </a:extLst>
          </p:cNvPr>
          <p:cNvGrpSpPr/>
          <p:nvPr/>
        </p:nvGrpSpPr>
        <p:grpSpPr>
          <a:xfrm>
            <a:off x="5454383" y="4419620"/>
            <a:ext cx="721206" cy="609701"/>
            <a:chOff x="5280339" y="5012622"/>
            <a:chExt cx="871904" cy="748695"/>
          </a:xfrm>
        </p:grpSpPr>
        <p:sp>
          <p:nvSpPr>
            <p:cNvPr id="991" name="Rectangle 990">
              <a:hlinkHover r:id="" action="ppaction://noaction" highlightClick="1"/>
              <a:extLst>
                <a:ext uri="{FF2B5EF4-FFF2-40B4-BE49-F238E27FC236}">
                  <a16:creationId xmlns:a16="http://schemas.microsoft.com/office/drawing/2014/main" id="{16A0BDF3-D898-16C1-033A-89D80A0DC03B}"/>
                </a:ext>
              </a:extLst>
            </p:cNvPr>
            <p:cNvSpPr/>
            <p:nvPr/>
          </p:nvSpPr>
          <p:spPr>
            <a:xfrm>
              <a:off x="528033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992" name="Oval 991">
              <a:extLst>
                <a:ext uri="{FF2B5EF4-FFF2-40B4-BE49-F238E27FC236}">
                  <a16:creationId xmlns:a16="http://schemas.microsoft.com/office/drawing/2014/main" id="{E4939F6D-CAB8-F29E-0E98-7D496D315FE5}"/>
                </a:ext>
              </a:extLst>
            </p:cNvPr>
            <p:cNvSpPr/>
            <p:nvPr/>
          </p:nvSpPr>
          <p:spPr>
            <a:xfrm>
              <a:off x="597784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3" name="Isosceles Triangle 648">
              <a:extLst>
                <a:ext uri="{FF2B5EF4-FFF2-40B4-BE49-F238E27FC236}">
                  <a16:creationId xmlns:a16="http://schemas.microsoft.com/office/drawing/2014/main" id="{59B57FBA-BDCF-5CBC-4405-AC4EB57241ED}"/>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94" name="Group 993">
            <a:extLst>
              <a:ext uri="{FF2B5EF4-FFF2-40B4-BE49-F238E27FC236}">
                <a16:creationId xmlns:a16="http://schemas.microsoft.com/office/drawing/2014/main" id="{E1D5A936-01DF-A63A-0983-CDEF0AAC12AC}"/>
              </a:ext>
            </a:extLst>
          </p:cNvPr>
          <p:cNvGrpSpPr/>
          <p:nvPr/>
        </p:nvGrpSpPr>
        <p:grpSpPr>
          <a:xfrm>
            <a:off x="3775041" y="5130129"/>
            <a:ext cx="721893" cy="609702"/>
            <a:chOff x="324914" y="2550516"/>
            <a:chExt cx="872735" cy="748697"/>
          </a:xfrm>
        </p:grpSpPr>
        <p:sp>
          <p:nvSpPr>
            <p:cNvPr id="995" name="Rectangle 994">
              <a:hlinkHover r:id="" action="ppaction://noaction" highlightClick="1"/>
              <a:extLst>
                <a:ext uri="{FF2B5EF4-FFF2-40B4-BE49-F238E27FC236}">
                  <a16:creationId xmlns:a16="http://schemas.microsoft.com/office/drawing/2014/main" id="{66ECE259-822D-856F-1A7A-2920BE8E6A0C}"/>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996" name="Group 995">
              <a:extLst>
                <a:ext uri="{FF2B5EF4-FFF2-40B4-BE49-F238E27FC236}">
                  <a16:creationId xmlns:a16="http://schemas.microsoft.com/office/drawing/2014/main" id="{9C1E1851-6834-4A29-F0A3-D4E0A22EC9C9}"/>
                </a:ext>
              </a:extLst>
            </p:cNvPr>
            <p:cNvGrpSpPr/>
            <p:nvPr/>
          </p:nvGrpSpPr>
          <p:grpSpPr>
            <a:xfrm>
              <a:off x="1040599" y="2550516"/>
              <a:ext cx="157050" cy="157050"/>
              <a:chOff x="1040599" y="2550516"/>
              <a:chExt cx="157050" cy="157050"/>
            </a:xfrm>
          </p:grpSpPr>
          <p:sp>
            <p:nvSpPr>
              <p:cNvPr id="997" name="Diamond 996">
                <a:extLst>
                  <a:ext uri="{FF2B5EF4-FFF2-40B4-BE49-F238E27FC236}">
                    <a16:creationId xmlns:a16="http://schemas.microsoft.com/office/drawing/2014/main" id="{453B55AE-2ADB-CB0D-968B-AC76C93ADAAC}"/>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8" name="Oval 997">
                <a:extLst>
                  <a:ext uri="{FF2B5EF4-FFF2-40B4-BE49-F238E27FC236}">
                    <a16:creationId xmlns:a16="http://schemas.microsoft.com/office/drawing/2014/main" id="{8F2645B7-3D71-CD88-9F8B-A8F062704CB6}"/>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99" name="Group 998">
            <a:extLst>
              <a:ext uri="{FF2B5EF4-FFF2-40B4-BE49-F238E27FC236}">
                <a16:creationId xmlns:a16="http://schemas.microsoft.com/office/drawing/2014/main" id="{2F5E24B1-B885-F870-D35C-A67B500B1E00}"/>
              </a:ext>
            </a:extLst>
          </p:cNvPr>
          <p:cNvGrpSpPr/>
          <p:nvPr/>
        </p:nvGrpSpPr>
        <p:grpSpPr>
          <a:xfrm>
            <a:off x="4618174" y="5130744"/>
            <a:ext cx="721893" cy="609702"/>
            <a:chOff x="324914" y="2550516"/>
            <a:chExt cx="872735" cy="748697"/>
          </a:xfrm>
        </p:grpSpPr>
        <p:sp>
          <p:nvSpPr>
            <p:cNvPr id="1000" name="Rectangle 999">
              <a:hlinkHover r:id="" action="ppaction://noaction" highlightClick="1"/>
              <a:extLst>
                <a:ext uri="{FF2B5EF4-FFF2-40B4-BE49-F238E27FC236}">
                  <a16:creationId xmlns:a16="http://schemas.microsoft.com/office/drawing/2014/main" id="{7FDEB1D7-C76F-C9A9-4AE8-457AA0EA4F56}"/>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1001" name="Group 1000">
              <a:extLst>
                <a:ext uri="{FF2B5EF4-FFF2-40B4-BE49-F238E27FC236}">
                  <a16:creationId xmlns:a16="http://schemas.microsoft.com/office/drawing/2014/main" id="{FD0BBC29-9937-C948-29B9-07F04358EEFF}"/>
                </a:ext>
              </a:extLst>
            </p:cNvPr>
            <p:cNvGrpSpPr/>
            <p:nvPr/>
          </p:nvGrpSpPr>
          <p:grpSpPr>
            <a:xfrm>
              <a:off x="1040599" y="2550516"/>
              <a:ext cx="157050" cy="157050"/>
              <a:chOff x="1040599" y="2550516"/>
              <a:chExt cx="157050" cy="157050"/>
            </a:xfrm>
          </p:grpSpPr>
          <p:sp>
            <p:nvSpPr>
              <p:cNvPr id="1002" name="Diamond 1001">
                <a:extLst>
                  <a:ext uri="{FF2B5EF4-FFF2-40B4-BE49-F238E27FC236}">
                    <a16:creationId xmlns:a16="http://schemas.microsoft.com/office/drawing/2014/main" id="{6B492AC7-0A13-3FCC-949F-15ACF7046B51}"/>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3" name="Oval 1002">
                <a:extLst>
                  <a:ext uri="{FF2B5EF4-FFF2-40B4-BE49-F238E27FC236}">
                    <a16:creationId xmlns:a16="http://schemas.microsoft.com/office/drawing/2014/main" id="{A5716F12-8279-B897-A080-7FB36F54ED18}"/>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04" name="Group 1003">
            <a:extLst>
              <a:ext uri="{FF2B5EF4-FFF2-40B4-BE49-F238E27FC236}">
                <a16:creationId xmlns:a16="http://schemas.microsoft.com/office/drawing/2014/main" id="{FCB4ADF7-EE85-CD69-10D0-3025AAD6AAF4}"/>
              </a:ext>
            </a:extLst>
          </p:cNvPr>
          <p:cNvGrpSpPr/>
          <p:nvPr/>
        </p:nvGrpSpPr>
        <p:grpSpPr>
          <a:xfrm>
            <a:off x="7125831" y="5143364"/>
            <a:ext cx="721206" cy="609701"/>
            <a:chOff x="8253594" y="4191922"/>
            <a:chExt cx="871904" cy="748695"/>
          </a:xfrm>
        </p:grpSpPr>
        <p:sp>
          <p:nvSpPr>
            <p:cNvPr id="1005" name="Rectangle 1004">
              <a:hlinkHover r:id="" action="ppaction://noaction" highlightClick="1"/>
              <a:extLst>
                <a:ext uri="{FF2B5EF4-FFF2-40B4-BE49-F238E27FC236}">
                  <a16:creationId xmlns:a16="http://schemas.microsoft.com/office/drawing/2014/main" id="{E59E360F-21DA-ABBB-0EB0-AA67619CA547}"/>
                </a:ext>
              </a:extLst>
            </p:cNvPr>
            <p:cNvSpPr/>
            <p:nvPr/>
          </p:nvSpPr>
          <p:spPr>
            <a:xfrm>
              <a:off x="825359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1006" name="Oval 1005">
              <a:extLst>
                <a:ext uri="{FF2B5EF4-FFF2-40B4-BE49-F238E27FC236}">
                  <a16:creationId xmlns:a16="http://schemas.microsoft.com/office/drawing/2014/main" id="{4A201C19-D48D-78DE-6903-A80F2C1C79F5}"/>
                </a:ext>
              </a:extLst>
            </p:cNvPr>
            <p:cNvSpPr/>
            <p:nvPr/>
          </p:nvSpPr>
          <p:spPr>
            <a:xfrm>
              <a:off x="895339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7" name="Isosceles Triangle 648">
              <a:extLst>
                <a:ext uri="{FF2B5EF4-FFF2-40B4-BE49-F238E27FC236}">
                  <a16:creationId xmlns:a16="http://schemas.microsoft.com/office/drawing/2014/main" id="{1951784F-2AA5-85DF-AE09-2D8D57BB47A8}"/>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08" name="Group 1007">
            <a:extLst>
              <a:ext uri="{FF2B5EF4-FFF2-40B4-BE49-F238E27FC236}">
                <a16:creationId xmlns:a16="http://schemas.microsoft.com/office/drawing/2014/main" id="{E11FBC7B-D99B-8F59-A17E-39A9B9A44CE9}"/>
              </a:ext>
            </a:extLst>
          </p:cNvPr>
          <p:cNvGrpSpPr/>
          <p:nvPr/>
        </p:nvGrpSpPr>
        <p:grpSpPr>
          <a:xfrm>
            <a:off x="7122909" y="3698227"/>
            <a:ext cx="721206" cy="609701"/>
            <a:chOff x="7262509" y="4191922"/>
            <a:chExt cx="871904" cy="748695"/>
          </a:xfrm>
        </p:grpSpPr>
        <p:sp>
          <p:nvSpPr>
            <p:cNvPr id="1009" name="Rectangle 1008">
              <a:hlinkHover r:id="" action="ppaction://noaction" highlightClick="1"/>
              <a:extLst>
                <a:ext uri="{FF2B5EF4-FFF2-40B4-BE49-F238E27FC236}">
                  <a16:creationId xmlns:a16="http://schemas.microsoft.com/office/drawing/2014/main" id="{AAFD0D78-E2A8-470A-36C5-C62D01226A61}"/>
                </a:ext>
              </a:extLst>
            </p:cNvPr>
            <p:cNvSpPr/>
            <p:nvPr/>
          </p:nvSpPr>
          <p:spPr>
            <a:xfrm>
              <a:off x="726250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1010" name="Oval 1009">
              <a:extLst>
                <a:ext uri="{FF2B5EF4-FFF2-40B4-BE49-F238E27FC236}">
                  <a16:creationId xmlns:a16="http://schemas.microsoft.com/office/drawing/2014/main" id="{201118EB-EE3D-F37E-C21D-7A0C1608E2F1}"/>
                </a:ext>
              </a:extLst>
            </p:cNvPr>
            <p:cNvSpPr/>
            <p:nvPr/>
          </p:nvSpPr>
          <p:spPr>
            <a:xfrm>
              <a:off x="796122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1" name="Isosceles Triangle 648">
              <a:extLst>
                <a:ext uri="{FF2B5EF4-FFF2-40B4-BE49-F238E27FC236}">
                  <a16:creationId xmlns:a16="http://schemas.microsoft.com/office/drawing/2014/main" id="{09EF72D7-B861-7B9B-08F9-87B0453A34A8}"/>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12" name="Group 1011">
            <a:extLst>
              <a:ext uri="{FF2B5EF4-FFF2-40B4-BE49-F238E27FC236}">
                <a16:creationId xmlns:a16="http://schemas.microsoft.com/office/drawing/2014/main" id="{CC5CD561-49EF-4351-4251-5312705038A4}"/>
              </a:ext>
            </a:extLst>
          </p:cNvPr>
          <p:cNvGrpSpPr/>
          <p:nvPr/>
        </p:nvGrpSpPr>
        <p:grpSpPr>
          <a:xfrm>
            <a:off x="6286222" y="3698227"/>
            <a:ext cx="721206" cy="609701"/>
            <a:chOff x="6271424" y="4191922"/>
            <a:chExt cx="871904" cy="748695"/>
          </a:xfrm>
        </p:grpSpPr>
        <p:sp>
          <p:nvSpPr>
            <p:cNvPr id="1013" name="Rectangle 1012">
              <a:hlinkHover r:id="" action="ppaction://noaction" highlightClick="1"/>
              <a:extLst>
                <a:ext uri="{FF2B5EF4-FFF2-40B4-BE49-F238E27FC236}">
                  <a16:creationId xmlns:a16="http://schemas.microsoft.com/office/drawing/2014/main" id="{13B5F6F9-70EA-B6CA-E0F2-33B2EE4C2C53}"/>
                </a:ext>
              </a:extLst>
            </p:cNvPr>
            <p:cNvSpPr/>
            <p:nvPr/>
          </p:nvSpPr>
          <p:spPr>
            <a:xfrm>
              <a:off x="627142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1014" name="Oval 1013">
              <a:extLst>
                <a:ext uri="{FF2B5EF4-FFF2-40B4-BE49-F238E27FC236}">
                  <a16:creationId xmlns:a16="http://schemas.microsoft.com/office/drawing/2014/main" id="{B55287BC-A65E-C1C5-AACF-63980414A3F1}"/>
                </a:ext>
              </a:extLst>
            </p:cNvPr>
            <p:cNvSpPr/>
            <p:nvPr/>
          </p:nvSpPr>
          <p:spPr>
            <a:xfrm>
              <a:off x="697080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5" name="Isosceles Triangle 648">
              <a:extLst>
                <a:ext uri="{FF2B5EF4-FFF2-40B4-BE49-F238E27FC236}">
                  <a16:creationId xmlns:a16="http://schemas.microsoft.com/office/drawing/2014/main" id="{FE08275A-A3B3-8475-F401-F826B4EA8BC1}"/>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 name="Group 1">
            <a:extLst>
              <a:ext uri="{FF2B5EF4-FFF2-40B4-BE49-F238E27FC236}">
                <a16:creationId xmlns:a16="http://schemas.microsoft.com/office/drawing/2014/main" id="{B47CB66C-C7D0-413B-3BA1-EAE7AFA76833}"/>
              </a:ext>
            </a:extLst>
          </p:cNvPr>
          <p:cNvGrpSpPr/>
          <p:nvPr/>
        </p:nvGrpSpPr>
        <p:grpSpPr>
          <a:xfrm>
            <a:off x="3779083" y="3698227"/>
            <a:ext cx="721206" cy="609701"/>
            <a:chOff x="4289254" y="3370808"/>
            <a:chExt cx="871904" cy="748695"/>
          </a:xfrm>
        </p:grpSpPr>
        <p:sp>
          <p:nvSpPr>
            <p:cNvPr id="3" name="Rectangle 2">
              <a:extLst>
                <a:ext uri="{FF2B5EF4-FFF2-40B4-BE49-F238E27FC236}">
                  <a16:creationId xmlns:a16="http://schemas.microsoft.com/office/drawing/2014/main" id="{511BE6A6-434F-F45D-D231-E9F5AC9BD3CE}"/>
                </a:ext>
              </a:extLst>
            </p:cNvPr>
            <p:cNvSpPr/>
            <p:nvPr/>
          </p:nvSpPr>
          <p:spPr>
            <a:xfrm>
              <a:off x="428925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4" name="Right Triangle 3">
              <a:extLst>
                <a:ext uri="{FF2B5EF4-FFF2-40B4-BE49-F238E27FC236}">
                  <a16:creationId xmlns:a16="http://schemas.microsoft.com/office/drawing/2014/main" id="{EC0866FB-68AC-6809-2D6F-3ADB01D0CBD0}"/>
                </a:ext>
              </a:extLst>
            </p:cNvPr>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2291D17F-B87F-21CA-D759-1C4E917F0CCC}"/>
                </a:ext>
              </a:extLst>
            </p:cNvPr>
            <p:cNvGrpSpPr/>
            <p:nvPr/>
          </p:nvGrpSpPr>
          <p:grpSpPr>
            <a:xfrm>
              <a:off x="5098569" y="3381257"/>
              <a:ext cx="45719" cy="75385"/>
              <a:chOff x="3883481" y="2057400"/>
              <a:chExt cx="1608363" cy="2652031"/>
            </a:xfrm>
            <a:solidFill>
              <a:srgbClr val="A6A6A6"/>
            </a:solidFill>
          </p:grpSpPr>
          <p:sp>
            <p:nvSpPr>
              <p:cNvPr id="6" name="Oval 27">
                <a:extLst>
                  <a:ext uri="{FF2B5EF4-FFF2-40B4-BE49-F238E27FC236}">
                    <a16:creationId xmlns:a16="http://schemas.microsoft.com/office/drawing/2014/main" id="{1F642424-EA57-E93F-D07C-17FE339D297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Oval 28">
                <a:extLst>
                  <a:ext uri="{FF2B5EF4-FFF2-40B4-BE49-F238E27FC236}">
                    <a16:creationId xmlns:a16="http://schemas.microsoft.com/office/drawing/2014/main" id="{DB0F4833-904A-E87F-D9BC-F29362CA677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 name="Group 7">
            <a:extLst>
              <a:ext uri="{FF2B5EF4-FFF2-40B4-BE49-F238E27FC236}">
                <a16:creationId xmlns:a16="http://schemas.microsoft.com/office/drawing/2014/main" id="{8C2B7389-9D9A-CAE4-CAB3-3F1E23898005}"/>
              </a:ext>
            </a:extLst>
          </p:cNvPr>
          <p:cNvGrpSpPr/>
          <p:nvPr/>
        </p:nvGrpSpPr>
        <p:grpSpPr>
          <a:xfrm>
            <a:off x="4615770" y="3698227"/>
            <a:ext cx="721206" cy="609701"/>
            <a:chOff x="10235764" y="5012622"/>
            <a:chExt cx="871904" cy="748695"/>
          </a:xfrm>
        </p:grpSpPr>
        <p:sp>
          <p:nvSpPr>
            <p:cNvPr id="9" name="Rectangle 8">
              <a:hlinkHover r:id="" action="ppaction://noaction" highlightClick="1"/>
              <a:extLst>
                <a:ext uri="{FF2B5EF4-FFF2-40B4-BE49-F238E27FC236}">
                  <a16:creationId xmlns:a16="http://schemas.microsoft.com/office/drawing/2014/main" id="{8C48F6F7-02DD-0BCD-8CDD-20DCDEA278AE}"/>
                </a:ext>
              </a:extLst>
            </p:cNvPr>
            <p:cNvSpPr/>
            <p:nvPr/>
          </p:nvSpPr>
          <p:spPr>
            <a:xfrm>
              <a:off x="1023576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10" name="Oval 9">
              <a:extLst>
                <a:ext uri="{FF2B5EF4-FFF2-40B4-BE49-F238E27FC236}">
                  <a16:creationId xmlns:a16="http://schemas.microsoft.com/office/drawing/2014/main" id="{C5151BDD-302E-E4E2-A7D3-7ABBE39642EB}"/>
                </a:ext>
              </a:extLst>
            </p:cNvPr>
            <p:cNvSpPr/>
            <p:nvPr/>
          </p:nvSpPr>
          <p:spPr>
            <a:xfrm>
              <a:off x="109304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Isosceles Triangle 648">
              <a:extLst>
                <a:ext uri="{FF2B5EF4-FFF2-40B4-BE49-F238E27FC236}">
                  <a16:creationId xmlns:a16="http://schemas.microsoft.com/office/drawing/2014/main" id="{0DE28DE6-2395-A3A1-BC40-CEDEE98CCF9F}"/>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FF115091-F69B-C08B-76F2-339CCBD51A33}"/>
              </a:ext>
            </a:extLst>
          </p:cNvPr>
          <p:cNvGrpSpPr/>
          <p:nvPr/>
        </p:nvGrpSpPr>
        <p:grpSpPr>
          <a:xfrm>
            <a:off x="2100388" y="4419620"/>
            <a:ext cx="721206" cy="609701"/>
            <a:chOff x="5280339" y="3370808"/>
            <a:chExt cx="871904" cy="748695"/>
          </a:xfrm>
        </p:grpSpPr>
        <p:sp>
          <p:nvSpPr>
            <p:cNvPr id="17" name="Rectangle 16">
              <a:extLst>
                <a:ext uri="{FF2B5EF4-FFF2-40B4-BE49-F238E27FC236}">
                  <a16:creationId xmlns:a16="http://schemas.microsoft.com/office/drawing/2014/main" id="{1E2E41E3-3F59-52B5-BD68-CB799282B674}"/>
                </a:ext>
              </a:extLst>
            </p:cNvPr>
            <p:cNvSpPr/>
            <p:nvPr/>
          </p:nvSpPr>
          <p:spPr>
            <a:xfrm>
              <a:off x="528033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18" name="Right Triangle 17">
              <a:extLst>
                <a:ext uri="{FF2B5EF4-FFF2-40B4-BE49-F238E27FC236}">
                  <a16:creationId xmlns:a16="http://schemas.microsoft.com/office/drawing/2014/main" id="{99543FD4-ADCC-6395-9A09-5EB9A66AB5E1}"/>
                </a:ext>
              </a:extLst>
            </p:cNvPr>
            <p:cNvSpPr/>
            <p:nvPr/>
          </p:nvSpPr>
          <p:spPr>
            <a:xfrm rot="10800000">
              <a:off x="6009373"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36E7E341-690A-6B2E-8678-83F3203C0796}"/>
                </a:ext>
              </a:extLst>
            </p:cNvPr>
            <p:cNvGrpSpPr/>
            <p:nvPr/>
          </p:nvGrpSpPr>
          <p:grpSpPr>
            <a:xfrm>
              <a:off x="6089700" y="3389004"/>
              <a:ext cx="45719" cy="75385"/>
              <a:chOff x="3883481" y="2057400"/>
              <a:chExt cx="1608363" cy="2652031"/>
            </a:xfrm>
            <a:solidFill>
              <a:srgbClr val="A6A6A6"/>
            </a:solidFill>
          </p:grpSpPr>
          <p:sp>
            <p:nvSpPr>
              <p:cNvPr id="20" name="Oval 27">
                <a:extLst>
                  <a:ext uri="{FF2B5EF4-FFF2-40B4-BE49-F238E27FC236}">
                    <a16:creationId xmlns:a16="http://schemas.microsoft.com/office/drawing/2014/main" id="{76F2E7C3-B788-120D-06D2-64F2C208BF2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Oval 28">
                <a:extLst>
                  <a:ext uri="{FF2B5EF4-FFF2-40B4-BE49-F238E27FC236}">
                    <a16:creationId xmlns:a16="http://schemas.microsoft.com/office/drawing/2014/main" id="{CD21CE38-9B95-779A-128B-A14896D9C74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 name="Group 21">
            <a:extLst>
              <a:ext uri="{FF2B5EF4-FFF2-40B4-BE49-F238E27FC236}">
                <a16:creationId xmlns:a16="http://schemas.microsoft.com/office/drawing/2014/main" id="{4F31665F-C975-5B83-6343-30F06AB5215B}"/>
              </a:ext>
            </a:extLst>
          </p:cNvPr>
          <p:cNvGrpSpPr/>
          <p:nvPr/>
        </p:nvGrpSpPr>
        <p:grpSpPr>
          <a:xfrm>
            <a:off x="10520475" y="90836"/>
            <a:ext cx="721206" cy="609701"/>
            <a:chOff x="11226844" y="88412"/>
            <a:chExt cx="871904" cy="748695"/>
          </a:xfrm>
        </p:grpSpPr>
        <p:sp>
          <p:nvSpPr>
            <p:cNvPr id="23" name="Rectangle 22">
              <a:hlinkHover r:id="" action="ppaction://noaction" highlightClick="1"/>
              <a:extLst>
                <a:ext uri="{FF2B5EF4-FFF2-40B4-BE49-F238E27FC236}">
                  <a16:creationId xmlns:a16="http://schemas.microsoft.com/office/drawing/2014/main" id="{35393EF3-17CE-818D-71F7-A40704E77EBF}"/>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24" name="Oval 23">
              <a:extLst>
                <a:ext uri="{FF2B5EF4-FFF2-40B4-BE49-F238E27FC236}">
                  <a16:creationId xmlns:a16="http://schemas.microsoft.com/office/drawing/2014/main" id="{A4377DEF-F0D5-83F0-E083-8978122BE5EA}"/>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Isosceles Triangle 648">
              <a:extLst>
                <a:ext uri="{FF2B5EF4-FFF2-40B4-BE49-F238E27FC236}">
                  <a16:creationId xmlns:a16="http://schemas.microsoft.com/office/drawing/2014/main" id="{F17F378B-4922-54B5-3EB3-519E1912D9E6}"/>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0" name="Group 29">
            <a:extLst>
              <a:ext uri="{FF2B5EF4-FFF2-40B4-BE49-F238E27FC236}">
                <a16:creationId xmlns:a16="http://schemas.microsoft.com/office/drawing/2014/main" id="{3C39A4A0-E10E-471B-4C1C-AEDB55C7976B}"/>
              </a:ext>
            </a:extLst>
          </p:cNvPr>
          <p:cNvGrpSpPr/>
          <p:nvPr/>
        </p:nvGrpSpPr>
        <p:grpSpPr>
          <a:xfrm>
            <a:off x="8807242" y="1532276"/>
            <a:ext cx="721206" cy="609701"/>
            <a:chOff x="10235764" y="1729816"/>
            <a:chExt cx="871904" cy="748695"/>
          </a:xfrm>
        </p:grpSpPr>
        <p:sp>
          <p:nvSpPr>
            <p:cNvPr id="31" name="Rectangle 30">
              <a:hlinkHover r:id="" action="ppaction://noaction" highlightClick="1"/>
              <a:extLst>
                <a:ext uri="{FF2B5EF4-FFF2-40B4-BE49-F238E27FC236}">
                  <a16:creationId xmlns:a16="http://schemas.microsoft.com/office/drawing/2014/main" id="{7E92981E-A7F0-B7A6-5DD8-8D648AB5F3E3}"/>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32" name="Oval 31">
              <a:extLst>
                <a:ext uri="{FF2B5EF4-FFF2-40B4-BE49-F238E27FC236}">
                  <a16:creationId xmlns:a16="http://schemas.microsoft.com/office/drawing/2014/main" id="{C60E1617-7801-12C6-E6EA-41EF50DCF73E}"/>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 name="Isosceles Triangle 648">
              <a:extLst>
                <a:ext uri="{FF2B5EF4-FFF2-40B4-BE49-F238E27FC236}">
                  <a16:creationId xmlns:a16="http://schemas.microsoft.com/office/drawing/2014/main" id="{93D6E311-E4DC-A80D-8584-A98156F74FBA}"/>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 name="Group 33">
            <a:extLst>
              <a:ext uri="{FF2B5EF4-FFF2-40B4-BE49-F238E27FC236}">
                <a16:creationId xmlns:a16="http://schemas.microsoft.com/office/drawing/2014/main" id="{F4188DF7-1720-C90D-9453-FAEB213BA933}"/>
              </a:ext>
            </a:extLst>
          </p:cNvPr>
          <p:cNvGrpSpPr/>
          <p:nvPr/>
        </p:nvGrpSpPr>
        <p:grpSpPr>
          <a:xfrm>
            <a:off x="11356238" y="1532276"/>
            <a:ext cx="721206" cy="609701"/>
            <a:chOff x="11226844" y="88412"/>
            <a:chExt cx="871904" cy="748695"/>
          </a:xfrm>
        </p:grpSpPr>
        <p:sp>
          <p:nvSpPr>
            <p:cNvPr id="35" name="Rectangle 34">
              <a:hlinkHover r:id="" action="ppaction://noaction" highlightClick="1"/>
              <a:extLst>
                <a:ext uri="{FF2B5EF4-FFF2-40B4-BE49-F238E27FC236}">
                  <a16:creationId xmlns:a16="http://schemas.microsoft.com/office/drawing/2014/main" id="{0E37340E-BFDC-8969-77AB-358C96C7AFC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36" name="Oval 35">
              <a:extLst>
                <a:ext uri="{FF2B5EF4-FFF2-40B4-BE49-F238E27FC236}">
                  <a16:creationId xmlns:a16="http://schemas.microsoft.com/office/drawing/2014/main" id="{0CE7D7F8-1A7C-68D0-C6D4-6908FC2CBD2E}"/>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 name="Isosceles Triangle 648">
              <a:extLst>
                <a:ext uri="{FF2B5EF4-FFF2-40B4-BE49-F238E27FC236}">
                  <a16:creationId xmlns:a16="http://schemas.microsoft.com/office/drawing/2014/main" id="{FDF70FAE-EF1A-3E3C-4A52-0EC914221FD7}"/>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6" name="Group 45">
            <a:extLst>
              <a:ext uri="{FF2B5EF4-FFF2-40B4-BE49-F238E27FC236}">
                <a16:creationId xmlns:a16="http://schemas.microsoft.com/office/drawing/2014/main" id="{56A053FD-7F77-6FD6-74D7-8FA931600863}"/>
              </a:ext>
            </a:extLst>
          </p:cNvPr>
          <p:cNvGrpSpPr/>
          <p:nvPr/>
        </p:nvGrpSpPr>
        <p:grpSpPr>
          <a:xfrm>
            <a:off x="3776511" y="2974054"/>
            <a:ext cx="724144" cy="609701"/>
            <a:chOff x="6271424" y="3370808"/>
            <a:chExt cx="875460" cy="748695"/>
          </a:xfrm>
        </p:grpSpPr>
        <p:sp>
          <p:nvSpPr>
            <p:cNvPr id="47" name="Rectangle 46">
              <a:extLst>
                <a:ext uri="{FF2B5EF4-FFF2-40B4-BE49-F238E27FC236}">
                  <a16:creationId xmlns:a16="http://schemas.microsoft.com/office/drawing/2014/main" id="{B20F709B-22D9-AFE5-538B-8A0312DEE751}"/>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48" name="Right Triangle 47">
              <a:extLst>
                <a:ext uri="{FF2B5EF4-FFF2-40B4-BE49-F238E27FC236}">
                  <a16:creationId xmlns:a16="http://schemas.microsoft.com/office/drawing/2014/main" id="{B321EF27-A0CD-FD9F-6A1D-7EAA710A1260}"/>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9" name="Group 48">
              <a:extLst>
                <a:ext uri="{FF2B5EF4-FFF2-40B4-BE49-F238E27FC236}">
                  <a16:creationId xmlns:a16="http://schemas.microsoft.com/office/drawing/2014/main" id="{B8561AA8-1BF0-ED91-F2F9-61391EDBFF26}"/>
                </a:ext>
              </a:extLst>
            </p:cNvPr>
            <p:cNvGrpSpPr/>
            <p:nvPr/>
          </p:nvGrpSpPr>
          <p:grpSpPr>
            <a:xfrm>
              <a:off x="7085694" y="3381257"/>
              <a:ext cx="45719" cy="75385"/>
              <a:chOff x="3883481" y="2057400"/>
              <a:chExt cx="1608363" cy="2652031"/>
            </a:xfrm>
            <a:solidFill>
              <a:srgbClr val="A6A6A6"/>
            </a:solidFill>
          </p:grpSpPr>
          <p:sp>
            <p:nvSpPr>
              <p:cNvPr id="50" name="Oval 27">
                <a:extLst>
                  <a:ext uri="{FF2B5EF4-FFF2-40B4-BE49-F238E27FC236}">
                    <a16:creationId xmlns:a16="http://schemas.microsoft.com/office/drawing/2014/main" id="{63367DD8-AD5B-DDF8-9628-A9B0BFB2CB3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Oval 28">
                <a:extLst>
                  <a:ext uri="{FF2B5EF4-FFF2-40B4-BE49-F238E27FC236}">
                    <a16:creationId xmlns:a16="http://schemas.microsoft.com/office/drawing/2014/main" id="{91D4454E-4C92-0206-B4C4-60169130FDC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6" name="Group 65">
            <a:extLst>
              <a:ext uri="{FF2B5EF4-FFF2-40B4-BE49-F238E27FC236}">
                <a16:creationId xmlns:a16="http://schemas.microsoft.com/office/drawing/2014/main" id="{CAE9F5EA-E5E2-FEAA-AC17-F1B7F8AFCF82}"/>
              </a:ext>
            </a:extLst>
          </p:cNvPr>
          <p:cNvGrpSpPr/>
          <p:nvPr/>
        </p:nvGrpSpPr>
        <p:grpSpPr>
          <a:xfrm>
            <a:off x="4605608" y="811556"/>
            <a:ext cx="722058" cy="609701"/>
            <a:chOff x="6271424" y="909114"/>
            <a:chExt cx="872938" cy="748695"/>
          </a:xfrm>
        </p:grpSpPr>
        <p:sp>
          <p:nvSpPr>
            <p:cNvPr id="67" name="Rectangle 66">
              <a:extLst>
                <a:ext uri="{FF2B5EF4-FFF2-40B4-BE49-F238E27FC236}">
                  <a16:creationId xmlns:a16="http://schemas.microsoft.com/office/drawing/2014/main" id="{8D98216A-7956-A8AD-21A9-C68F15C277B8}"/>
                </a:ext>
              </a:extLst>
            </p:cNvPr>
            <p:cNvSpPr/>
            <p:nvPr/>
          </p:nvSpPr>
          <p:spPr>
            <a:xfrm>
              <a:off x="627142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69" name="Rectangle 68">
              <a:extLst>
                <a:ext uri="{FF2B5EF4-FFF2-40B4-BE49-F238E27FC236}">
                  <a16:creationId xmlns:a16="http://schemas.microsoft.com/office/drawing/2014/main" id="{AC20D860-B8F7-BD57-5C32-2D731E93BFE7}"/>
                </a:ext>
              </a:extLst>
            </p:cNvPr>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Oval 15">
              <a:extLst>
                <a:ext uri="{FF2B5EF4-FFF2-40B4-BE49-F238E27FC236}">
                  <a16:creationId xmlns:a16="http://schemas.microsoft.com/office/drawing/2014/main" id="{24AAE14D-A7B2-B957-00AB-F69D48A83C6E}"/>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1" name="Straight Connector 70">
              <a:extLst>
                <a:ext uri="{FF2B5EF4-FFF2-40B4-BE49-F238E27FC236}">
                  <a16:creationId xmlns:a16="http://schemas.microsoft.com/office/drawing/2014/main" id="{B979F535-BC8B-414B-5A26-5A18C48FDCC5}"/>
                </a:ext>
              </a:extLst>
            </p:cNvPr>
            <p:cNvCxnSpPr>
              <a:cxnSpLocks/>
              <a:stCxn id="70"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2" name="Straight Connector 71">
              <a:extLst>
                <a:ext uri="{FF2B5EF4-FFF2-40B4-BE49-F238E27FC236}">
                  <a16:creationId xmlns:a16="http://schemas.microsoft.com/office/drawing/2014/main" id="{518C943D-DC39-5A86-0481-D33EA2CCC9DB}"/>
                </a:ext>
              </a:extLst>
            </p:cNvPr>
            <p:cNvCxnSpPr>
              <a:cxnSpLocks/>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3" name="Group 72">
            <a:extLst>
              <a:ext uri="{FF2B5EF4-FFF2-40B4-BE49-F238E27FC236}">
                <a16:creationId xmlns:a16="http://schemas.microsoft.com/office/drawing/2014/main" id="{0C7C298A-84C4-2332-55EB-4FCC2EA3ACB4}"/>
              </a:ext>
            </a:extLst>
          </p:cNvPr>
          <p:cNvGrpSpPr/>
          <p:nvPr/>
        </p:nvGrpSpPr>
        <p:grpSpPr>
          <a:xfrm>
            <a:off x="9667833" y="811173"/>
            <a:ext cx="721206" cy="609701"/>
            <a:chOff x="10243575" y="88412"/>
            <a:chExt cx="871904" cy="748695"/>
          </a:xfrm>
        </p:grpSpPr>
        <p:sp>
          <p:nvSpPr>
            <p:cNvPr id="74" name="Rectangle 73">
              <a:hlinkHover r:id="" action="ppaction://noaction" highlightClick="1"/>
              <a:extLst>
                <a:ext uri="{FF2B5EF4-FFF2-40B4-BE49-F238E27FC236}">
                  <a16:creationId xmlns:a16="http://schemas.microsoft.com/office/drawing/2014/main" id="{F32C3C22-8D40-52A2-4120-040E06B5151B}"/>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75" name="Diamond 74">
              <a:extLst>
                <a:ext uri="{FF2B5EF4-FFF2-40B4-BE49-F238E27FC236}">
                  <a16:creationId xmlns:a16="http://schemas.microsoft.com/office/drawing/2014/main" id="{F2BD4C09-BDA5-E69A-F156-8052ED8C9F22}"/>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6" name="Oval 75">
              <a:extLst>
                <a:ext uri="{FF2B5EF4-FFF2-40B4-BE49-F238E27FC236}">
                  <a16:creationId xmlns:a16="http://schemas.microsoft.com/office/drawing/2014/main" id="{D3422498-C334-F8BA-A20E-3669ACB5F370}"/>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77" name="Group 76">
            <a:extLst>
              <a:ext uri="{FF2B5EF4-FFF2-40B4-BE49-F238E27FC236}">
                <a16:creationId xmlns:a16="http://schemas.microsoft.com/office/drawing/2014/main" id="{8C9471E1-4D88-7395-47D3-7722E5856CAD}"/>
              </a:ext>
            </a:extLst>
          </p:cNvPr>
          <p:cNvGrpSpPr/>
          <p:nvPr/>
        </p:nvGrpSpPr>
        <p:grpSpPr>
          <a:xfrm>
            <a:off x="2102909" y="811556"/>
            <a:ext cx="721206" cy="609701"/>
            <a:chOff x="2307084" y="909114"/>
            <a:chExt cx="871904" cy="748695"/>
          </a:xfrm>
        </p:grpSpPr>
        <p:sp>
          <p:nvSpPr>
            <p:cNvPr id="78" name="Rectangle 77">
              <a:extLst>
                <a:ext uri="{FF2B5EF4-FFF2-40B4-BE49-F238E27FC236}">
                  <a16:creationId xmlns:a16="http://schemas.microsoft.com/office/drawing/2014/main" id="{BABC7DE1-A139-A9D0-F2BD-150CEA0AA6D7}"/>
                </a:ext>
              </a:extLst>
            </p:cNvPr>
            <p:cNvSpPr/>
            <p:nvPr/>
          </p:nvSpPr>
          <p:spPr>
            <a:xfrm>
              <a:off x="230708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79" name="Rectangle 78">
              <a:extLst>
                <a:ext uri="{FF2B5EF4-FFF2-40B4-BE49-F238E27FC236}">
                  <a16:creationId xmlns:a16="http://schemas.microsoft.com/office/drawing/2014/main" id="{F1195352-1BF6-4256-4BBA-01BA0E63DCA4}"/>
                </a:ext>
              </a:extLst>
            </p:cNvPr>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 name="Oval 15">
              <a:extLst>
                <a:ext uri="{FF2B5EF4-FFF2-40B4-BE49-F238E27FC236}">
                  <a16:creationId xmlns:a16="http://schemas.microsoft.com/office/drawing/2014/main" id="{4E00EA81-D98C-C367-B9DB-A9329AAC8D21}"/>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1" name="Straight Connector 80">
              <a:extLst>
                <a:ext uri="{FF2B5EF4-FFF2-40B4-BE49-F238E27FC236}">
                  <a16:creationId xmlns:a16="http://schemas.microsoft.com/office/drawing/2014/main" id="{E544CF09-AA7A-FF49-A090-3B9F7F4B8602}"/>
                </a:ext>
              </a:extLst>
            </p:cNvPr>
            <p:cNvCxnSpPr>
              <a:cxnSpLocks/>
              <a:stCxn id="80"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2" name="Straight Connector 81">
              <a:extLst>
                <a:ext uri="{FF2B5EF4-FFF2-40B4-BE49-F238E27FC236}">
                  <a16:creationId xmlns:a16="http://schemas.microsoft.com/office/drawing/2014/main" id="{B7F3F61C-5D67-6734-2B2A-4F15BD81524B}"/>
                </a:ext>
              </a:extLst>
            </p:cNvPr>
            <p:cNvCxnSpPr>
              <a:cxnSpLocks/>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BEF12787-24F1-1C1E-A706-D5D4BDE836D1}"/>
              </a:ext>
            </a:extLst>
          </p:cNvPr>
          <p:cNvGrpSpPr/>
          <p:nvPr/>
        </p:nvGrpSpPr>
        <p:grpSpPr>
          <a:xfrm>
            <a:off x="10506599" y="811556"/>
            <a:ext cx="721206" cy="609701"/>
            <a:chOff x="11226844" y="909114"/>
            <a:chExt cx="871904" cy="748695"/>
          </a:xfrm>
        </p:grpSpPr>
        <p:sp>
          <p:nvSpPr>
            <p:cNvPr id="90" name="Rectangle 89">
              <a:extLst>
                <a:ext uri="{FF2B5EF4-FFF2-40B4-BE49-F238E27FC236}">
                  <a16:creationId xmlns:a16="http://schemas.microsoft.com/office/drawing/2014/main" id="{00805703-D4D6-2214-655C-9579ACCA953B}"/>
                </a:ext>
              </a:extLst>
            </p:cNvPr>
            <p:cNvSpPr/>
            <p:nvPr/>
          </p:nvSpPr>
          <p:spPr>
            <a:xfrm>
              <a:off x="1122684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1" name="Rectangle 90">
              <a:extLst>
                <a:ext uri="{FF2B5EF4-FFF2-40B4-BE49-F238E27FC236}">
                  <a16:creationId xmlns:a16="http://schemas.microsoft.com/office/drawing/2014/main" id="{18E895F0-F857-6485-4789-F3EF6F5E038A}"/>
                </a:ext>
              </a:extLst>
            </p:cNvPr>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 name="Oval 15">
              <a:extLst>
                <a:ext uri="{FF2B5EF4-FFF2-40B4-BE49-F238E27FC236}">
                  <a16:creationId xmlns:a16="http://schemas.microsoft.com/office/drawing/2014/main" id="{A7466082-AC82-3069-9142-96F0A47C2D4B}"/>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3" name="Straight Connector 92">
              <a:extLst>
                <a:ext uri="{FF2B5EF4-FFF2-40B4-BE49-F238E27FC236}">
                  <a16:creationId xmlns:a16="http://schemas.microsoft.com/office/drawing/2014/main" id="{7BDBEDF2-3E36-F236-9AF7-A1B6C123A04B}"/>
                </a:ext>
              </a:extLst>
            </p:cNvPr>
            <p:cNvCxnSpPr>
              <a:cxnSpLocks/>
              <a:stCxn id="92"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4" name="Straight Connector 93">
              <a:extLst>
                <a:ext uri="{FF2B5EF4-FFF2-40B4-BE49-F238E27FC236}">
                  <a16:creationId xmlns:a16="http://schemas.microsoft.com/office/drawing/2014/main" id="{E439423F-0C81-D4AC-22DB-304D714AAD32}"/>
                </a:ext>
              </a:extLst>
            </p:cNvPr>
            <p:cNvCxnSpPr>
              <a:cxnSpLocks/>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0AD102AD-FD44-E715-DB8C-E915B2E3BC9F}"/>
              </a:ext>
            </a:extLst>
          </p:cNvPr>
          <p:cNvGrpSpPr/>
          <p:nvPr/>
        </p:nvGrpSpPr>
        <p:grpSpPr>
          <a:xfrm>
            <a:off x="7113073" y="809264"/>
            <a:ext cx="721206" cy="609701"/>
            <a:chOff x="4289253" y="909114"/>
            <a:chExt cx="871904" cy="748695"/>
          </a:xfrm>
        </p:grpSpPr>
        <p:sp>
          <p:nvSpPr>
            <p:cNvPr id="96" name="Rectangle 95">
              <a:extLst>
                <a:ext uri="{FF2B5EF4-FFF2-40B4-BE49-F238E27FC236}">
                  <a16:creationId xmlns:a16="http://schemas.microsoft.com/office/drawing/2014/main" id="{870D0D7D-0822-9C75-8CA7-5EEE17C70B2D}"/>
                </a:ext>
              </a:extLst>
            </p:cNvPr>
            <p:cNvSpPr/>
            <p:nvPr/>
          </p:nvSpPr>
          <p:spPr>
            <a:xfrm>
              <a:off x="4289253"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97" name="Rectangle 96">
              <a:extLst>
                <a:ext uri="{FF2B5EF4-FFF2-40B4-BE49-F238E27FC236}">
                  <a16:creationId xmlns:a16="http://schemas.microsoft.com/office/drawing/2014/main" id="{2CB38722-E26F-9F37-DFEC-01FF4DAE27F4}"/>
                </a:ext>
              </a:extLst>
            </p:cNvPr>
            <p:cNvSpPr/>
            <p:nvPr/>
          </p:nvSpPr>
          <p:spPr>
            <a:xfrm flipV="1">
              <a:off x="5036004" y="916254"/>
              <a:ext cx="121127"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 name="Oval 15">
              <a:extLst>
                <a:ext uri="{FF2B5EF4-FFF2-40B4-BE49-F238E27FC236}">
                  <a16:creationId xmlns:a16="http://schemas.microsoft.com/office/drawing/2014/main" id="{4CD3A4C2-4362-F142-1146-95FD8ED0FF22}"/>
                </a:ext>
              </a:extLst>
            </p:cNvPr>
            <p:cNvSpPr/>
            <p:nvPr/>
          </p:nvSpPr>
          <p:spPr>
            <a:xfrm>
              <a:off x="5069116"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9" name="Straight Connector 98">
              <a:extLst>
                <a:ext uri="{FF2B5EF4-FFF2-40B4-BE49-F238E27FC236}">
                  <a16:creationId xmlns:a16="http://schemas.microsoft.com/office/drawing/2014/main" id="{46AA7AD8-2337-9064-F6AC-0A2068E74243}"/>
                </a:ext>
              </a:extLst>
            </p:cNvPr>
            <p:cNvCxnSpPr>
              <a:cxnSpLocks/>
              <a:stCxn id="98" idx="0"/>
            </p:cNvCxnSpPr>
            <p:nvPr/>
          </p:nvCxnSpPr>
          <p:spPr>
            <a:xfrm flipV="1">
              <a:off x="5076002"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0" name="Straight Connector 99">
              <a:extLst>
                <a:ext uri="{FF2B5EF4-FFF2-40B4-BE49-F238E27FC236}">
                  <a16:creationId xmlns:a16="http://schemas.microsoft.com/office/drawing/2014/main" id="{E6234787-DC0F-3128-6E51-80255CFDD6AC}"/>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1" name="Group 100">
            <a:extLst>
              <a:ext uri="{FF2B5EF4-FFF2-40B4-BE49-F238E27FC236}">
                <a16:creationId xmlns:a16="http://schemas.microsoft.com/office/drawing/2014/main" id="{DF9D72C8-4C58-151E-1042-032E0982BF7F}"/>
              </a:ext>
            </a:extLst>
          </p:cNvPr>
          <p:cNvGrpSpPr/>
          <p:nvPr/>
        </p:nvGrpSpPr>
        <p:grpSpPr>
          <a:xfrm>
            <a:off x="10518347" y="1536011"/>
            <a:ext cx="721206" cy="609701"/>
            <a:chOff x="11226844" y="88412"/>
            <a:chExt cx="871904" cy="748695"/>
          </a:xfrm>
        </p:grpSpPr>
        <p:sp>
          <p:nvSpPr>
            <p:cNvPr id="102" name="Rectangle 101">
              <a:hlinkHover r:id="" action="ppaction://noaction" highlightClick="1"/>
              <a:extLst>
                <a:ext uri="{FF2B5EF4-FFF2-40B4-BE49-F238E27FC236}">
                  <a16:creationId xmlns:a16="http://schemas.microsoft.com/office/drawing/2014/main" id="{A0A0230D-BFAF-ABDE-6468-16AFDA84090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AI Services</a:t>
              </a:r>
            </a:p>
          </p:txBody>
        </p:sp>
        <p:sp>
          <p:nvSpPr>
            <p:cNvPr id="103" name="Oval 102">
              <a:extLst>
                <a:ext uri="{FF2B5EF4-FFF2-40B4-BE49-F238E27FC236}">
                  <a16:creationId xmlns:a16="http://schemas.microsoft.com/office/drawing/2014/main" id="{458852DF-0C7A-98B9-3070-ACD5C11E2F37}"/>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 name="Isosceles Triangle 648">
              <a:extLst>
                <a:ext uri="{FF2B5EF4-FFF2-40B4-BE49-F238E27FC236}">
                  <a16:creationId xmlns:a16="http://schemas.microsoft.com/office/drawing/2014/main" id="{D0FC0D5F-3D79-0AA1-4899-045C24F40E47}"/>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63" name="Group 462">
            <a:extLst>
              <a:ext uri="{FF2B5EF4-FFF2-40B4-BE49-F238E27FC236}">
                <a16:creationId xmlns:a16="http://schemas.microsoft.com/office/drawing/2014/main" id="{7BE2DE89-24E4-F8B6-CE1C-EBAA380D80F1}"/>
              </a:ext>
            </a:extLst>
          </p:cNvPr>
          <p:cNvGrpSpPr/>
          <p:nvPr/>
        </p:nvGrpSpPr>
        <p:grpSpPr>
          <a:xfrm>
            <a:off x="7957576" y="2253333"/>
            <a:ext cx="721206" cy="609701"/>
            <a:chOff x="10240105" y="2560818"/>
            <a:chExt cx="871904" cy="748695"/>
          </a:xfrm>
        </p:grpSpPr>
        <p:sp>
          <p:nvSpPr>
            <p:cNvPr id="465" name="Rectangle 464">
              <a:extLst>
                <a:ext uri="{FF2B5EF4-FFF2-40B4-BE49-F238E27FC236}">
                  <a16:creationId xmlns:a16="http://schemas.microsoft.com/office/drawing/2014/main" id="{846474E2-E7AD-9884-A5EB-7F0C438A9CBD}"/>
                </a:ext>
              </a:extLst>
            </p:cNvPr>
            <p:cNvSpPr/>
            <p:nvPr/>
          </p:nvSpPr>
          <p:spPr>
            <a:xfrm>
              <a:off x="10240105"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466" name="Right Triangle 465">
              <a:extLst>
                <a:ext uri="{FF2B5EF4-FFF2-40B4-BE49-F238E27FC236}">
                  <a16:creationId xmlns:a16="http://schemas.microsoft.com/office/drawing/2014/main" id="{00926DF0-B799-9237-32F7-F33B13AB74D2}"/>
                </a:ext>
              </a:extLst>
            </p:cNvPr>
            <p:cNvSpPr/>
            <p:nvPr/>
          </p:nvSpPr>
          <p:spPr>
            <a:xfrm rot="10800000">
              <a:off x="10962978" y="25647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67" name="Group 466">
              <a:extLst>
                <a:ext uri="{FF2B5EF4-FFF2-40B4-BE49-F238E27FC236}">
                  <a16:creationId xmlns:a16="http://schemas.microsoft.com/office/drawing/2014/main" id="{ED16C3C0-9786-E548-E4F1-3918AE13FF35}"/>
                </a:ext>
              </a:extLst>
            </p:cNvPr>
            <p:cNvGrpSpPr/>
            <p:nvPr/>
          </p:nvGrpSpPr>
          <p:grpSpPr>
            <a:xfrm>
              <a:off x="11043305" y="2572272"/>
              <a:ext cx="45719" cy="75385"/>
              <a:chOff x="3883481" y="2057400"/>
              <a:chExt cx="1608363" cy="2652031"/>
            </a:xfrm>
            <a:solidFill>
              <a:srgbClr val="A6A6A6"/>
            </a:solidFill>
          </p:grpSpPr>
          <p:sp>
            <p:nvSpPr>
              <p:cNvPr id="468" name="Oval 27">
                <a:extLst>
                  <a:ext uri="{FF2B5EF4-FFF2-40B4-BE49-F238E27FC236}">
                    <a16:creationId xmlns:a16="http://schemas.microsoft.com/office/drawing/2014/main" id="{028D97AE-45B4-A37E-95FF-FCB456CD951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0" name="Oval 28">
                <a:extLst>
                  <a:ext uri="{FF2B5EF4-FFF2-40B4-BE49-F238E27FC236}">
                    <a16:creationId xmlns:a16="http://schemas.microsoft.com/office/drawing/2014/main" id="{AC488E66-72FA-AA62-7BDF-CC8A92B8024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1" name="Group 470">
            <a:extLst>
              <a:ext uri="{FF2B5EF4-FFF2-40B4-BE49-F238E27FC236}">
                <a16:creationId xmlns:a16="http://schemas.microsoft.com/office/drawing/2014/main" id="{AE5D7145-E01F-8707-EDD8-1250ED1E5160}"/>
              </a:ext>
            </a:extLst>
          </p:cNvPr>
          <p:cNvGrpSpPr/>
          <p:nvPr/>
        </p:nvGrpSpPr>
        <p:grpSpPr>
          <a:xfrm>
            <a:off x="6288014" y="2260882"/>
            <a:ext cx="721206" cy="609702"/>
            <a:chOff x="9244679" y="2560817"/>
            <a:chExt cx="871904" cy="748696"/>
          </a:xfrm>
        </p:grpSpPr>
        <p:sp>
          <p:nvSpPr>
            <p:cNvPr id="472" name="Rectangle 471">
              <a:extLst>
                <a:ext uri="{FF2B5EF4-FFF2-40B4-BE49-F238E27FC236}">
                  <a16:creationId xmlns:a16="http://schemas.microsoft.com/office/drawing/2014/main" id="{4F023007-4B26-C201-C2D3-61DBFA6B34E8}"/>
                </a:ext>
              </a:extLst>
            </p:cNvPr>
            <p:cNvSpPr/>
            <p:nvPr/>
          </p:nvSpPr>
          <p:spPr>
            <a:xfrm>
              <a:off x="924467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473" name="Right Triangle 472">
              <a:extLst>
                <a:ext uri="{FF2B5EF4-FFF2-40B4-BE49-F238E27FC236}">
                  <a16:creationId xmlns:a16="http://schemas.microsoft.com/office/drawing/2014/main" id="{758179C0-6DCE-6D1E-907E-F90795F6ABB2}"/>
                </a:ext>
              </a:extLst>
            </p:cNvPr>
            <p:cNvSpPr/>
            <p:nvPr/>
          </p:nvSpPr>
          <p:spPr>
            <a:xfrm rot="10800000">
              <a:off x="9970339" y="25608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5" name="Oval 27">
              <a:extLst>
                <a:ext uri="{FF2B5EF4-FFF2-40B4-BE49-F238E27FC236}">
                  <a16:creationId xmlns:a16="http://schemas.microsoft.com/office/drawing/2014/main" id="{E7FB6181-E792-50BB-98F2-1D48731F10A0}"/>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6" name="Oval 28">
              <a:extLst>
                <a:ext uri="{FF2B5EF4-FFF2-40B4-BE49-F238E27FC236}">
                  <a16:creationId xmlns:a16="http://schemas.microsoft.com/office/drawing/2014/main" id="{F39BF434-A092-9675-03F3-4BDBAD2C4E53}"/>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77" name="Group 476">
            <a:extLst>
              <a:ext uri="{FF2B5EF4-FFF2-40B4-BE49-F238E27FC236}">
                <a16:creationId xmlns:a16="http://schemas.microsoft.com/office/drawing/2014/main" id="{4323468F-A720-42B0-DD85-6CFBE2F946EC}"/>
              </a:ext>
            </a:extLst>
          </p:cNvPr>
          <p:cNvGrpSpPr/>
          <p:nvPr/>
        </p:nvGrpSpPr>
        <p:grpSpPr>
          <a:xfrm>
            <a:off x="9656908" y="2253333"/>
            <a:ext cx="721206" cy="609701"/>
            <a:chOff x="11226844" y="2550518"/>
            <a:chExt cx="871904" cy="748695"/>
          </a:xfrm>
        </p:grpSpPr>
        <p:sp>
          <p:nvSpPr>
            <p:cNvPr id="478" name="Rectangle 477">
              <a:hlinkHover r:id="" action="ppaction://noaction" highlightClick="1"/>
              <a:extLst>
                <a:ext uri="{FF2B5EF4-FFF2-40B4-BE49-F238E27FC236}">
                  <a16:creationId xmlns:a16="http://schemas.microsoft.com/office/drawing/2014/main" id="{4CBE35D4-E7FF-CA56-C9D0-F1D8E0E6BF76}"/>
                </a:ext>
              </a:extLst>
            </p:cNvPr>
            <p:cNvSpPr/>
            <p:nvPr/>
          </p:nvSpPr>
          <p:spPr>
            <a:xfrm>
              <a:off x="11226844" y="255051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480" name="Rectangle 479">
              <a:extLst>
                <a:ext uri="{FF2B5EF4-FFF2-40B4-BE49-F238E27FC236}">
                  <a16:creationId xmlns:a16="http://schemas.microsoft.com/office/drawing/2014/main" id="{AB39770C-E748-CF91-EF67-271A03B604FB}"/>
                </a:ext>
              </a:extLst>
            </p:cNvPr>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1" name="Oval 15">
              <a:extLst>
                <a:ext uri="{FF2B5EF4-FFF2-40B4-BE49-F238E27FC236}">
                  <a16:creationId xmlns:a16="http://schemas.microsoft.com/office/drawing/2014/main" id="{2EF44A65-4744-289C-2E5E-66662CCB7C42}"/>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82" name="Straight Connector 481">
              <a:extLst>
                <a:ext uri="{FF2B5EF4-FFF2-40B4-BE49-F238E27FC236}">
                  <a16:creationId xmlns:a16="http://schemas.microsoft.com/office/drawing/2014/main" id="{E1EFA422-E644-70D9-18A4-A090B23F690E}"/>
                </a:ext>
              </a:extLst>
            </p:cNvPr>
            <p:cNvCxnSpPr>
              <a:cxnSpLocks/>
              <a:stCxn id="481"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85" name="Straight Connector 484">
              <a:extLst>
                <a:ext uri="{FF2B5EF4-FFF2-40B4-BE49-F238E27FC236}">
                  <a16:creationId xmlns:a16="http://schemas.microsoft.com/office/drawing/2014/main" id="{F1BF0CAD-01A9-FCC8-4AEE-3429C86EC18C}"/>
                </a:ext>
              </a:extLst>
            </p:cNvPr>
            <p:cNvCxnSpPr>
              <a:cxnSpLocks/>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86" name="Group 485">
            <a:extLst>
              <a:ext uri="{FF2B5EF4-FFF2-40B4-BE49-F238E27FC236}">
                <a16:creationId xmlns:a16="http://schemas.microsoft.com/office/drawing/2014/main" id="{B7BCB2F5-D972-2CB4-8128-9A47C9B43773}"/>
              </a:ext>
            </a:extLst>
          </p:cNvPr>
          <p:cNvGrpSpPr/>
          <p:nvPr/>
        </p:nvGrpSpPr>
        <p:grpSpPr>
          <a:xfrm>
            <a:off x="8791947" y="2257115"/>
            <a:ext cx="733206" cy="613871"/>
            <a:chOff x="11202812" y="97937"/>
            <a:chExt cx="886411" cy="753816"/>
          </a:xfrm>
        </p:grpSpPr>
        <p:sp>
          <p:nvSpPr>
            <p:cNvPr id="487" name="Rectangle 486">
              <a:hlinkHover r:id="" action="ppaction://noaction" highlightClick="1"/>
              <a:extLst>
                <a:ext uri="{FF2B5EF4-FFF2-40B4-BE49-F238E27FC236}">
                  <a16:creationId xmlns:a16="http://schemas.microsoft.com/office/drawing/2014/main" id="{83912D1B-3FD9-4B58-23A4-7F9C203EF961}"/>
                </a:ext>
              </a:extLst>
            </p:cNvPr>
            <p:cNvSpPr/>
            <p:nvPr/>
          </p:nvSpPr>
          <p:spPr>
            <a:xfrm>
              <a:off x="11202812" y="10305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488" name="Oval 487">
              <a:extLst>
                <a:ext uri="{FF2B5EF4-FFF2-40B4-BE49-F238E27FC236}">
                  <a16:creationId xmlns:a16="http://schemas.microsoft.com/office/drawing/2014/main" id="{C2A4F74A-E16D-FC5E-50CF-EE335504C34C}"/>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0" name="Isosceles Triangle 648">
              <a:extLst>
                <a:ext uri="{FF2B5EF4-FFF2-40B4-BE49-F238E27FC236}">
                  <a16:creationId xmlns:a16="http://schemas.microsoft.com/office/drawing/2014/main" id="{D3FF5D45-84C9-35E0-9A08-E96D99F81BB4}"/>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91" name="Group 490">
            <a:extLst>
              <a:ext uri="{FF2B5EF4-FFF2-40B4-BE49-F238E27FC236}">
                <a16:creationId xmlns:a16="http://schemas.microsoft.com/office/drawing/2014/main" id="{C9D8771E-81E4-6992-B151-856F9A586B87}"/>
              </a:ext>
            </a:extLst>
          </p:cNvPr>
          <p:cNvGrpSpPr/>
          <p:nvPr/>
        </p:nvGrpSpPr>
        <p:grpSpPr>
          <a:xfrm>
            <a:off x="10506573" y="2253333"/>
            <a:ext cx="721206" cy="609701"/>
            <a:chOff x="10243575" y="88412"/>
            <a:chExt cx="871904" cy="748695"/>
          </a:xfrm>
        </p:grpSpPr>
        <p:sp>
          <p:nvSpPr>
            <p:cNvPr id="492" name="Rectangle 491">
              <a:hlinkHover r:id="" action="ppaction://noaction" highlightClick="1"/>
              <a:extLst>
                <a:ext uri="{FF2B5EF4-FFF2-40B4-BE49-F238E27FC236}">
                  <a16:creationId xmlns:a16="http://schemas.microsoft.com/office/drawing/2014/main" id="{08F6EBB2-8CA5-78E1-913B-576A1721EACD}"/>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493" name="Diamond 492">
              <a:extLst>
                <a:ext uri="{FF2B5EF4-FFF2-40B4-BE49-F238E27FC236}">
                  <a16:creationId xmlns:a16="http://schemas.microsoft.com/office/drawing/2014/main" id="{75D5573C-F611-E571-B0EE-B7F738CF7992}"/>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5" name="Oval 494">
              <a:extLst>
                <a:ext uri="{FF2B5EF4-FFF2-40B4-BE49-F238E27FC236}">
                  <a16:creationId xmlns:a16="http://schemas.microsoft.com/office/drawing/2014/main" id="{4F15A196-120B-09D9-69D1-A0E27F4A53DB}"/>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96" name="Group 495">
            <a:extLst>
              <a:ext uri="{FF2B5EF4-FFF2-40B4-BE49-F238E27FC236}">
                <a16:creationId xmlns:a16="http://schemas.microsoft.com/office/drawing/2014/main" id="{20F5C19B-57E0-0716-6939-D78F0C88D9FF}"/>
              </a:ext>
            </a:extLst>
          </p:cNvPr>
          <p:cNvGrpSpPr/>
          <p:nvPr/>
        </p:nvGrpSpPr>
        <p:grpSpPr>
          <a:xfrm>
            <a:off x="11360399" y="2241807"/>
            <a:ext cx="721206" cy="609701"/>
            <a:chOff x="7262509" y="2560818"/>
            <a:chExt cx="871904" cy="748695"/>
          </a:xfrm>
        </p:grpSpPr>
        <p:sp>
          <p:nvSpPr>
            <p:cNvPr id="497" name="Rectangle 496">
              <a:extLst>
                <a:ext uri="{FF2B5EF4-FFF2-40B4-BE49-F238E27FC236}">
                  <a16:creationId xmlns:a16="http://schemas.microsoft.com/office/drawing/2014/main" id="{CFA45B48-69D0-79FD-047D-6C156408C6FE}"/>
                </a:ext>
              </a:extLst>
            </p:cNvPr>
            <p:cNvSpPr/>
            <p:nvPr/>
          </p:nvSpPr>
          <p:spPr>
            <a:xfrm>
              <a:off x="726250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498" name="Right Triangle 497">
              <a:extLst>
                <a:ext uri="{FF2B5EF4-FFF2-40B4-BE49-F238E27FC236}">
                  <a16:creationId xmlns:a16="http://schemas.microsoft.com/office/drawing/2014/main" id="{EB7931E0-B0F7-9668-B01E-AA4FE687E408}"/>
                </a:ext>
              </a:extLst>
            </p:cNvPr>
            <p:cNvSpPr/>
            <p:nvPr/>
          </p:nvSpPr>
          <p:spPr>
            <a:xfrm rot="10800000">
              <a:off x="7986364"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00" name="Group 499">
              <a:extLst>
                <a:ext uri="{FF2B5EF4-FFF2-40B4-BE49-F238E27FC236}">
                  <a16:creationId xmlns:a16="http://schemas.microsoft.com/office/drawing/2014/main" id="{5F43D8A7-EEA0-772B-4363-F87FB1BAAD3B}"/>
                </a:ext>
              </a:extLst>
            </p:cNvPr>
            <p:cNvGrpSpPr/>
            <p:nvPr/>
          </p:nvGrpSpPr>
          <p:grpSpPr>
            <a:xfrm>
              <a:off x="8066691" y="2574863"/>
              <a:ext cx="45719" cy="75385"/>
              <a:chOff x="3883481" y="2057400"/>
              <a:chExt cx="1608363" cy="2652031"/>
            </a:xfrm>
            <a:solidFill>
              <a:srgbClr val="A6A6A6"/>
            </a:solidFill>
          </p:grpSpPr>
          <p:sp>
            <p:nvSpPr>
              <p:cNvPr id="501" name="Oval 27">
                <a:extLst>
                  <a:ext uri="{FF2B5EF4-FFF2-40B4-BE49-F238E27FC236}">
                    <a16:creationId xmlns:a16="http://schemas.microsoft.com/office/drawing/2014/main" id="{0FD70EBD-9578-D3B7-FB85-2B2843EA299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2" name="Oval 28">
                <a:extLst>
                  <a:ext uri="{FF2B5EF4-FFF2-40B4-BE49-F238E27FC236}">
                    <a16:creationId xmlns:a16="http://schemas.microsoft.com/office/drawing/2014/main" id="{E5B04B74-A32F-60F3-ACF3-56B8AA5CE6A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03" name="Group 502">
            <a:extLst>
              <a:ext uri="{FF2B5EF4-FFF2-40B4-BE49-F238E27FC236}">
                <a16:creationId xmlns:a16="http://schemas.microsoft.com/office/drawing/2014/main" id="{41BC0C92-E0D7-13D4-E068-67F9CFBB9E9F}"/>
              </a:ext>
            </a:extLst>
          </p:cNvPr>
          <p:cNvGrpSpPr/>
          <p:nvPr/>
        </p:nvGrpSpPr>
        <p:grpSpPr>
          <a:xfrm>
            <a:off x="5454167" y="2268701"/>
            <a:ext cx="721206" cy="609701"/>
            <a:chOff x="8253594" y="2560818"/>
            <a:chExt cx="871904" cy="748695"/>
          </a:xfrm>
        </p:grpSpPr>
        <p:sp>
          <p:nvSpPr>
            <p:cNvPr id="505" name="Rectangle 504">
              <a:extLst>
                <a:ext uri="{FF2B5EF4-FFF2-40B4-BE49-F238E27FC236}">
                  <a16:creationId xmlns:a16="http://schemas.microsoft.com/office/drawing/2014/main" id="{C94A4435-ECFD-593E-6BFD-0245C53E7DCA}"/>
                </a:ext>
              </a:extLst>
            </p:cNvPr>
            <p:cNvSpPr/>
            <p:nvPr/>
          </p:nvSpPr>
          <p:spPr>
            <a:xfrm>
              <a:off x="825359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506" name="Right Triangle 505">
              <a:extLst>
                <a:ext uri="{FF2B5EF4-FFF2-40B4-BE49-F238E27FC236}">
                  <a16:creationId xmlns:a16="http://schemas.microsoft.com/office/drawing/2014/main" id="{6F6B7D74-9A16-420A-CAA0-D99082773195}"/>
                </a:ext>
              </a:extLst>
            </p:cNvPr>
            <p:cNvSpPr/>
            <p:nvPr/>
          </p:nvSpPr>
          <p:spPr>
            <a:xfrm rot="10800000">
              <a:off x="8976730" y="256777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07" name="Group 506">
              <a:extLst>
                <a:ext uri="{FF2B5EF4-FFF2-40B4-BE49-F238E27FC236}">
                  <a16:creationId xmlns:a16="http://schemas.microsoft.com/office/drawing/2014/main" id="{398E37C5-A7C1-7C48-9974-8FDDD78C3A0B}"/>
                </a:ext>
              </a:extLst>
            </p:cNvPr>
            <p:cNvGrpSpPr/>
            <p:nvPr/>
          </p:nvGrpSpPr>
          <p:grpSpPr>
            <a:xfrm>
              <a:off x="9057057" y="2575256"/>
              <a:ext cx="45719" cy="75385"/>
              <a:chOff x="3883481" y="2057400"/>
              <a:chExt cx="1608363" cy="2652031"/>
            </a:xfrm>
            <a:solidFill>
              <a:srgbClr val="A6A6A6"/>
            </a:solidFill>
          </p:grpSpPr>
          <p:sp>
            <p:nvSpPr>
              <p:cNvPr id="508" name="Oval 27">
                <a:extLst>
                  <a:ext uri="{FF2B5EF4-FFF2-40B4-BE49-F238E27FC236}">
                    <a16:creationId xmlns:a16="http://schemas.microsoft.com/office/drawing/2014/main" id="{C0FE07F0-D232-9B72-4E1E-1A7D3B62C29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0" name="Oval 28">
                <a:extLst>
                  <a:ext uri="{FF2B5EF4-FFF2-40B4-BE49-F238E27FC236}">
                    <a16:creationId xmlns:a16="http://schemas.microsoft.com/office/drawing/2014/main" id="{8028016B-72E3-230F-6AA7-7F6B18E8A3B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11" name="Group 510">
            <a:extLst>
              <a:ext uri="{FF2B5EF4-FFF2-40B4-BE49-F238E27FC236}">
                <a16:creationId xmlns:a16="http://schemas.microsoft.com/office/drawing/2014/main" id="{7DF9EDBE-D49A-B819-F961-BB9832DE33A4}"/>
              </a:ext>
            </a:extLst>
          </p:cNvPr>
          <p:cNvGrpSpPr/>
          <p:nvPr/>
        </p:nvGrpSpPr>
        <p:grpSpPr>
          <a:xfrm>
            <a:off x="7114819" y="2256881"/>
            <a:ext cx="721206" cy="609701"/>
            <a:chOff x="9244679" y="3370808"/>
            <a:chExt cx="871904" cy="748695"/>
          </a:xfrm>
        </p:grpSpPr>
        <p:sp>
          <p:nvSpPr>
            <p:cNvPr id="512" name="Rectangle 511">
              <a:extLst>
                <a:ext uri="{FF2B5EF4-FFF2-40B4-BE49-F238E27FC236}">
                  <a16:creationId xmlns:a16="http://schemas.microsoft.com/office/drawing/2014/main" id="{3F8175E3-7FE8-235E-1B5E-FDE31E25AB49}"/>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513" name="Rectangle 512">
              <a:extLst>
                <a:ext uri="{FF2B5EF4-FFF2-40B4-BE49-F238E27FC236}">
                  <a16:creationId xmlns:a16="http://schemas.microsoft.com/office/drawing/2014/main" id="{2FD6E995-897E-9DB0-5978-E91403BE97AA}"/>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5" name="Oval 15">
              <a:extLst>
                <a:ext uri="{FF2B5EF4-FFF2-40B4-BE49-F238E27FC236}">
                  <a16:creationId xmlns:a16="http://schemas.microsoft.com/office/drawing/2014/main" id="{0C6E5375-7AAD-B032-1539-13108541813A}"/>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16" name="Straight Connector 515">
              <a:extLst>
                <a:ext uri="{FF2B5EF4-FFF2-40B4-BE49-F238E27FC236}">
                  <a16:creationId xmlns:a16="http://schemas.microsoft.com/office/drawing/2014/main" id="{39F39F0A-B348-0832-3162-669E960FE2BC}"/>
                </a:ext>
              </a:extLst>
            </p:cNvPr>
            <p:cNvCxnSpPr>
              <a:cxnSpLocks/>
              <a:stCxn id="515"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17" name="Straight Connector 516">
              <a:extLst>
                <a:ext uri="{FF2B5EF4-FFF2-40B4-BE49-F238E27FC236}">
                  <a16:creationId xmlns:a16="http://schemas.microsoft.com/office/drawing/2014/main" id="{0238147B-47C4-7723-304E-8BC5E8B59107}"/>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18" name="Group 517">
            <a:extLst>
              <a:ext uri="{FF2B5EF4-FFF2-40B4-BE49-F238E27FC236}">
                <a16:creationId xmlns:a16="http://schemas.microsoft.com/office/drawing/2014/main" id="{FF99C7D3-E1B5-E51F-3D8A-CC9A123C7C8C}"/>
              </a:ext>
            </a:extLst>
          </p:cNvPr>
          <p:cNvGrpSpPr/>
          <p:nvPr/>
        </p:nvGrpSpPr>
        <p:grpSpPr>
          <a:xfrm>
            <a:off x="2110200" y="2990968"/>
            <a:ext cx="721206" cy="609701"/>
            <a:chOff x="9244679" y="3370808"/>
            <a:chExt cx="871904" cy="748695"/>
          </a:xfrm>
        </p:grpSpPr>
        <p:sp>
          <p:nvSpPr>
            <p:cNvPr id="520" name="Rectangle 519">
              <a:extLst>
                <a:ext uri="{FF2B5EF4-FFF2-40B4-BE49-F238E27FC236}">
                  <a16:creationId xmlns:a16="http://schemas.microsoft.com/office/drawing/2014/main" id="{B28A3554-6AC0-F74A-A071-283F648DF17F}"/>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521" name="Rectangle 520">
              <a:extLst>
                <a:ext uri="{FF2B5EF4-FFF2-40B4-BE49-F238E27FC236}">
                  <a16:creationId xmlns:a16="http://schemas.microsoft.com/office/drawing/2014/main" id="{F1947DCD-1C0A-CA32-52FD-F030F61C501C}"/>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2" name="Oval 15">
              <a:extLst>
                <a:ext uri="{FF2B5EF4-FFF2-40B4-BE49-F238E27FC236}">
                  <a16:creationId xmlns:a16="http://schemas.microsoft.com/office/drawing/2014/main" id="{8BA51BED-AD92-C08E-0453-EA31CD8DC20B}"/>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23" name="Straight Connector 522">
              <a:extLst>
                <a:ext uri="{FF2B5EF4-FFF2-40B4-BE49-F238E27FC236}">
                  <a16:creationId xmlns:a16="http://schemas.microsoft.com/office/drawing/2014/main" id="{2194E459-1423-5067-ABCA-517C34AC475E}"/>
                </a:ext>
              </a:extLst>
            </p:cNvPr>
            <p:cNvCxnSpPr>
              <a:cxnSpLocks/>
              <a:stCxn id="522"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25" name="Straight Connector 524">
              <a:extLst>
                <a:ext uri="{FF2B5EF4-FFF2-40B4-BE49-F238E27FC236}">
                  <a16:creationId xmlns:a16="http://schemas.microsoft.com/office/drawing/2014/main" id="{338470F6-D844-7378-9CCB-D3FDB8F9C7A4}"/>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26" name="Group 525">
            <a:extLst>
              <a:ext uri="{FF2B5EF4-FFF2-40B4-BE49-F238E27FC236}">
                <a16:creationId xmlns:a16="http://schemas.microsoft.com/office/drawing/2014/main" id="{CE41BD41-860E-8117-7318-C5ED47361F0A}"/>
              </a:ext>
            </a:extLst>
          </p:cNvPr>
          <p:cNvGrpSpPr/>
          <p:nvPr/>
        </p:nvGrpSpPr>
        <p:grpSpPr>
          <a:xfrm>
            <a:off x="4611964" y="2970765"/>
            <a:ext cx="721206" cy="609701"/>
            <a:chOff x="11226844" y="3371220"/>
            <a:chExt cx="871904" cy="748695"/>
          </a:xfrm>
        </p:grpSpPr>
        <p:sp>
          <p:nvSpPr>
            <p:cNvPr id="527" name="Rectangle 526">
              <a:extLst>
                <a:ext uri="{FF2B5EF4-FFF2-40B4-BE49-F238E27FC236}">
                  <a16:creationId xmlns:a16="http://schemas.microsoft.com/office/drawing/2014/main" id="{D132058A-92FA-52E5-503F-D3230EC6D18F}"/>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528" name="Rectangle 527">
              <a:extLst>
                <a:ext uri="{FF2B5EF4-FFF2-40B4-BE49-F238E27FC236}">
                  <a16:creationId xmlns:a16="http://schemas.microsoft.com/office/drawing/2014/main" id="{9DA6F4EC-6C17-4637-0BAA-2B697F8F11FD}"/>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0" name="Oval 15">
              <a:extLst>
                <a:ext uri="{FF2B5EF4-FFF2-40B4-BE49-F238E27FC236}">
                  <a16:creationId xmlns:a16="http://schemas.microsoft.com/office/drawing/2014/main" id="{A29BEEE8-4A18-D3E7-190A-5FC7E30F3AC4}"/>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31" name="Straight Connector 530">
              <a:extLst>
                <a:ext uri="{FF2B5EF4-FFF2-40B4-BE49-F238E27FC236}">
                  <a16:creationId xmlns:a16="http://schemas.microsoft.com/office/drawing/2014/main" id="{D37024C7-12D0-0232-C1C0-D38F05E2FE3A}"/>
                </a:ext>
              </a:extLst>
            </p:cNvPr>
            <p:cNvCxnSpPr>
              <a:cxnSpLocks/>
              <a:stCxn id="530"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32" name="Straight Connector 531">
              <a:extLst>
                <a:ext uri="{FF2B5EF4-FFF2-40B4-BE49-F238E27FC236}">
                  <a16:creationId xmlns:a16="http://schemas.microsoft.com/office/drawing/2014/main" id="{0EF2D8A8-C2D2-E2CC-C40F-5803B00562D0}"/>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33" name="Group 532">
            <a:extLst>
              <a:ext uri="{FF2B5EF4-FFF2-40B4-BE49-F238E27FC236}">
                <a16:creationId xmlns:a16="http://schemas.microsoft.com/office/drawing/2014/main" id="{20A68125-7F67-DE86-C975-312892E77F81}"/>
              </a:ext>
            </a:extLst>
          </p:cNvPr>
          <p:cNvGrpSpPr/>
          <p:nvPr/>
        </p:nvGrpSpPr>
        <p:grpSpPr>
          <a:xfrm>
            <a:off x="11355999" y="2974054"/>
            <a:ext cx="721206" cy="609701"/>
            <a:chOff x="10235764" y="3370808"/>
            <a:chExt cx="871904" cy="748695"/>
          </a:xfrm>
        </p:grpSpPr>
        <p:sp>
          <p:nvSpPr>
            <p:cNvPr id="535" name="Rectangle 534">
              <a:hlinkHover r:id="" action="ppaction://noaction" highlightClick="1"/>
              <a:extLst>
                <a:ext uri="{FF2B5EF4-FFF2-40B4-BE49-F238E27FC236}">
                  <a16:creationId xmlns:a16="http://schemas.microsoft.com/office/drawing/2014/main" id="{05B9CA77-1245-7431-E490-A60F80DD9485}"/>
                </a:ext>
              </a:extLst>
            </p:cNvPr>
            <p:cNvSpPr/>
            <p:nvPr/>
          </p:nvSpPr>
          <p:spPr>
            <a:xfrm>
              <a:off x="10235764" y="337080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536" name="Oval 535">
              <a:extLst>
                <a:ext uri="{FF2B5EF4-FFF2-40B4-BE49-F238E27FC236}">
                  <a16:creationId xmlns:a16="http://schemas.microsoft.com/office/drawing/2014/main" id="{ED17CA4A-8EAA-D362-5422-4C325A16FB37}"/>
                </a:ext>
              </a:extLst>
            </p:cNvPr>
            <p:cNvSpPr/>
            <p:nvPr/>
          </p:nvSpPr>
          <p:spPr>
            <a:xfrm>
              <a:off x="10933601" y="338217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7" name="Isosceles Triangle 648">
              <a:extLst>
                <a:ext uri="{FF2B5EF4-FFF2-40B4-BE49-F238E27FC236}">
                  <a16:creationId xmlns:a16="http://schemas.microsoft.com/office/drawing/2014/main" id="{316F5A17-C282-BC7E-06F0-D393A6D6C98E}"/>
                </a:ext>
              </a:extLst>
            </p:cNvPr>
            <p:cNvSpPr/>
            <p:nvPr/>
          </p:nvSpPr>
          <p:spPr>
            <a:xfrm>
              <a:off x="10970020" y="339876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8" name="Group 537">
            <a:extLst>
              <a:ext uri="{FF2B5EF4-FFF2-40B4-BE49-F238E27FC236}">
                <a16:creationId xmlns:a16="http://schemas.microsoft.com/office/drawing/2014/main" id="{0738241A-A9ED-102C-D060-E36F82B40810}"/>
              </a:ext>
            </a:extLst>
          </p:cNvPr>
          <p:cNvGrpSpPr/>
          <p:nvPr/>
        </p:nvGrpSpPr>
        <p:grpSpPr>
          <a:xfrm>
            <a:off x="10504032" y="2975151"/>
            <a:ext cx="721206" cy="609701"/>
            <a:chOff x="11226844" y="3371220"/>
            <a:chExt cx="871904" cy="748695"/>
          </a:xfrm>
        </p:grpSpPr>
        <p:sp>
          <p:nvSpPr>
            <p:cNvPr id="540" name="Rectangle 539">
              <a:extLst>
                <a:ext uri="{FF2B5EF4-FFF2-40B4-BE49-F238E27FC236}">
                  <a16:creationId xmlns:a16="http://schemas.microsoft.com/office/drawing/2014/main" id="{C327B215-E531-B5AD-6951-D2A3FA950D73}"/>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solidFill>
                  <a:latin typeface="Century Gothic" panose="020B0502020202020204" pitchFamily="34" charset="0"/>
                </a:rPr>
                <a:t>Microsoft Entra Agent Identities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41" name="Rectangle 540">
              <a:extLst>
                <a:ext uri="{FF2B5EF4-FFF2-40B4-BE49-F238E27FC236}">
                  <a16:creationId xmlns:a16="http://schemas.microsoft.com/office/drawing/2014/main" id="{27D78B00-EAF4-890A-C32B-C149D448D08B}"/>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2" name="Oval 15">
              <a:extLst>
                <a:ext uri="{FF2B5EF4-FFF2-40B4-BE49-F238E27FC236}">
                  <a16:creationId xmlns:a16="http://schemas.microsoft.com/office/drawing/2014/main" id="{9A838810-D503-9E85-5038-A295FD7E4BB4}"/>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43" name="Straight Connector 542">
              <a:extLst>
                <a:ext uri="{FF2B5EF4-FFF2-40B4-BE49-F238E27FC236}">
                  <a16:creationId xmlns:a16="http://schemas.microsoft.com/office/drawing/2014/main" id="{B71CAB8B-6DCA-13EC-49E2-509C805B6BFD}"/>
                </a:ext>
              </a:extLst>
            </p:cNvPr>
            <p:cNvCxnSpPr>
              <a:cxnSpLocks/>
              <a:stCxn id="542"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45" name="Straight Connector 544">
              <a:extLst>
                <a:ext uri="{FF2B5EF4-FFF2-40B4-BE49-F238E27FC236}">
                  <a16:creationId xmlns:a16="http://schemas.microsoft.com/office/drawing/2014/main" id="{BFCBB5B2-B774-FFEA-1BD7-A09DDC5397AA}"/>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60" name="Group 559">
            <a:extLst>
              <a:ext uri="{FF2B5EF4-FFF2-40B4-BE49-F238E27FC236}">
                <a16:creationId xmlns:a16="http://schemas.microsoft.com/office/drawing/2014/main" id="{849C8E1E-20E3-1CF2-A996-216A6EA2CF87}"/>
              </a:ext>
            </a:extLst>
          </p:cNvPr>
          <p:cNvGrpSpPr/>
          <p:nvPr/>
        </p:nvGrpSpPr>
        <p:grpSpPr>
          <a:xfrm>
            <a:off x="1268346" y="3698227"/>
            <a:ext cx="721893" cy="610374"/>
            <a:chOff x="324914" y="4191098"/>
            <a:chExt cx="872735" cy="749519"/>
          </a:xfrm>
        </p:grpSpPr>
        <p:sp>
          <p:nvSpPr>
            <p:cNvPr id="565" name="Rectangle 564">
              <a:extLst>
                <a:ext uri="{FF2B5EF4-FFF2-40B4-BE49-F238E27FC236}">
                  <a16:creationId xmlns:a16="http://schemas.microsoft.com/office/drawing/2014/main" id="{D2B63EB6-82DE-2AEE-CDDF-9DA2F4605700}"/>
                </a:ext>
              </a:extLst>
            </p:cNvPr>
            <p:cNvSpPr/>
            <p:nvPr/>
          </p:nvSpPr>
          <p:spPr>
            <a:xfrm>
              <a:off x="32491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566" name="Right Triangle 565">
              <a:extLst>
                <a:ext uri="{FF2B5EF4-FFF2-40B4-BE49-F238E27FC236}">
                  <a16:creationId xmlns:a16="http://schemas.microsoft.com/office/drawing/2014/main" id="{B3642F47-C3BB-B4BB-841C-C4F564A716CC}"/>
                </a:ext>
              </a:extLst>
            </p:cNvPr>
            <p:cNvSpPr/>
            <p:nvPr/>
          </p:nvSpPr>
          <p:spPr>
            <a:xfrm rot="10800000">
              <a:off x="1056136"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67" name="Group 566">
              <a:extLst>
                <a:ext uri="{FF2B5EF4-FFF2-40B4-BE49-F238E27FC236}">
                  <a16:creationId xmlns:a16="http://schemas.microsoft.com/office/drawing/2014/main" id="{CF2B0748-10DD-268A-E6EA-3922BDFE2247}"/>
                </a:ext>
              </a:extLst>
            </p:cNvPr>
            <p:cNvGrpSpPr/>
            <p:nvPr/>
          </p:nvGrpSpPr>
          <p:grpSpPr>
            <a:xfrm>
              <a:off x="1136463" y="4198579"/>
              <a:ext cx="45719" cy="75385"/>
              <a:chOff x="3883481" y="2057400"/>
              <a:chExt cx="1608363" cy="2652031"/>
            </a:xfrm>
            <a:solidFill>
              <a:srgbClr val="A6A6A6"/>
            </a:solidFill>
          </p:grpSpPr>
          <p:sp>
            <p:nvSpPr>
              <p:cNvPr id="568" name="Oval 27">
                <a:extLst>
                  <a:ext uri="{FF2B5EF4-FFF2-40B4-BE49-F238E27FC236}">
                    <a16:creationId xmlns:a16="http://schemas.microsoft.com/office/drawing/2014/main" id="{59F464A2-5557-5E65-20F6-5A6EF7DAC2D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0" name="Oval 28">
                <a:extLst>
                  <a:ext uri="{FF2B5EF4-FFF2-40B4-BE49-F238E27FC236}">
                    <a16:creationId xmlns:a16="http://schemas.microsoft.com/office/drawing/2014/main" id="{61F898FB-0B94-0F55-4BB2-C1C5442A562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71" name="Group 570">
            <a:extLst>
              <a:ext uri="{FF2B5EF4-FFF2-40B4-BE49-F238E27FC236}">
                <a16:creationId xmlns:a16="http://schemas.microsoft.com/office/drawing/2014/main" id="{7ADE48DE-C0A0-5B89-3FCC-D200BABD7D60}"/>
              </a:ext>
            </a:extLst>
          </p:cNvPr>
          <p:cNvGrpSpPr/>
          <p:nvPr/>
        </p:nvGrpSpPr>
        <p:grpSpPr>
          <a:xfrm>
            <a:off x="5451974" y="3707588"/>
            <a:ext cx="721206" cy="609701"/>
            <a:chOff x="11335787" y="4191133"/>
            <a:chExt cx="710037" cy="609701"/>
          </a:xfrm>
        </p:grpSpPr>
        <p:sp>
          <p:nvSpPr>
            <p:cNvPr id="572" name="Rectangle 571">
              <a:hlinkHover r:id="" action="ppaction://noaction" highlightClick="1"/>
              <a:extLst>
                <a:ext uri="{FF2B5EF4-FFF2-40B4-BE49-F238E27FC236}">
                  <a16:creationId xmlns:a16="http://schemas.microsoft.com/office/drawing/2014/main" id="{AC91713E-0BDD-BC70-C90C-5111027F939D}"/>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73" name="Oval 572">
              <a:extLst>
                <a:ext uri="{FF2B5EF4-FFF2-40B4-BE49-F238E27FC236}">
                  <a16:creationId xmlns:a16="http://schemas.microsoft.com/office/drawing/2014/main" id="{ADC4E071-30C3-E965-079C-E680CEAD21AC}"/>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5" name="Isosceles Triangle 648">
              <a:extLst>
                <a:ext uri="{FF2B5EF4-FFF2-40B4-BE49-F238E27FC236}">
                  <a16:creationId xmlns:a16="http://schemas.microsoft.com/office/drawing/2014/main" id="{AEEF195F-7ACD-412A-ACAE-27F211CEF63E}"/>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76" name="Group 575">
            <a:extLst>
              <a:ext uri="{FF2B5EF4-FFF2-40B4-BE49-F238E27FC236}">
                <a16:creationId xmlns:a16="http://schemas.microsoft.com/office/drawing/2014/main" id="{C05A46DA-46F5-3664-B75B-55F26BC5C4D1}"/>
              </a:ext>
            </a:extLst>
          </p:cNvPr>
          <p:cNvGrpSpPr/>
          <p:nvPr/>
        </p:nvGrpSpPr>
        <p:grpSpPr>
          <a:xfrm>
            <a:off x="2928083" y="5128486"/>
            <a:ext cx="724144" cy="609701"/>
            <a:chOff x="6271424" y="3370808"/>
            <a:chExt cx="875460" cy="748695"/>
          </a:xfrm>
        </p:grpSpPr>
        <p:sp>
          <p:nvSpPr>
            <p:cNvPr id="577" name="Rectangle 576">
              <a:extLst>
                <a:ext uri="{FF2B5EF4-FFF2-40B4-BE49-F238E27FC236}">
                  <a16:creationId xmlns:a16="http://schemas.microsoft.com/office/drawing/2014/main" id="{E1984D22-5531-C805-505C-2238140ACA8A}"/>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578" name="Right Triangle 577">
              <a:extLst>
                <a:ext uri="{FF2B5EF4-FFF2-40B4-BE49-F238E27FC236}">
                  <a16:creationId xmlns:a16="http://schemas.microsoft.com/office/drawing/2014/main" id="{4E22D92E-D98E-3B86-E4B6-653D0B135AA7}"/>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80" name="Group 579">
              <a:extLst>
                <a:ext uri="{FF2B5EF4-FFF2-40B4-BE49-F238E27FC236}">
                  <a16:creationId xmlns:a16="http://schemas.microsoft.com/office/drawing/2014/main" id="{06AF6CD0-B815-8D75-9462-505243DAA54D}"/>
                </a:ext>
              </a:extLst>
            </p:cNvPr>
            <p:cNvGrpSpPr/>
            <p:nvPr/>
          </p:nvGrpSpPr>
          <p:grpSpPr>
            <a:xfrm>
              <a:off x="7085694" y="3381257"/>
              <a:ext cx="45719" cy="75385"/>
              <a:chOff x="3883481" y="2057400"/>
              <a:chExt cx="1608363" cy="2652031"/>
            </a:xfrm>
            <a:solidFill>
              <a:srgbClr val="A6A6A6"/>
            </a:solidFill>
          </p:grpSpPr>
          <p:sp>
            <p:nvSpPr>
              <p:cNvPr id="581" name="Oval 27">
                <a:extLst>
                  <a:ext uri="{FF2B5EF4-FFF2-40B4-BE49-F238E27FC236}">
                    <a16:creationId xmlns:a16="http://schemas.microsoft.com/office/drawing/2014/main" id="{80FFFF95-7F2F-087F-8A90-7A18EF0227C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2" name="Oval 28">
                <a:extLst>
                  <a:ext uri="{FF2B5EF4-FFF2-40B4-BE49-F238E27FC236}">
                    <a16:creationId xmlns:a16="http://schemas.microsoft.com/office/drawing/2014/main" id="{9CB942B5-903D-3C83-1B6F-CB5F8FC2C9E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83" name="Group 582">
            <a:extLst>
              <a:ext uri="{FF2B5EF4-FFF2-40B4-BE49-F238E27FC236}">
                <a16:creationId xmlns:a16="http://schemas.microsoft.com/office/drawing/2014/main" id="{04CCB8E9-36A2-E4A4-2FFF-6A2D8334E6B5}"/>
              </a:ext>
            </a:extLst>
          </p:cNvPr>
          <p:cNvGrpSpPr/>
          <p:nvPr/>
        </p:nvGrpSpPr>
        <p:grpSpPr>
          <a:xfrm>
            <a:off x="11352864" y="5143204"/>
            <a:ext cx="721206" cy="609701"/>
            <a:chOff x="9244679" y="3370808"/>
            <a:chExt cx="871904" cy="748695"/>
          </a:xfrm>
        </p:grpSpPr>
        <p:sp>
          <p:nvSpPr>
            <p:cNvPr id="600" name="Rectangle 599">
              <a:extLst>
                <a:ext uri="{FF2B5EF4-FFF2-40B4-BE49-F238E27FC236}">
                  <a16:creationId xmlns:a16="http://schemas.microsoft.com/office/drawing/2014/main" id="{F9457D60-BAFB-2AF5-C476-D315F3B78CB7}"/>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601" name="Rectangle 600">
              <a:extLst>
                <a:ext uri="{FF2B5EF4-FFF2-40B4-BE49-F238E27FC236}">
                  <a16:creationId xmlns:a16="http://schemas.microsoft.com/office/drawing/2014/main" id="{BD861F59-AB20-FD44-99DA-9DF2A03F1C47}"/>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2" name="Oval 15">
              <a:extLst>
                <a:ext uri="{FF2B5EF4-FFF2-40B4-BE49-F238E27FC236}">
                  <a16:creationId xmlns:a16="http://schemas.microsoft.com/office/drawing/2014/main" id="{D94EE438-9BA9-EEE8-C981-02352306C802}"/>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03" name="Straight Connector 602">
              <a:extLst>
                <a:ext uri="{FF2B5EF4-FFF2-40B4-BE49-F238E27FC236}">
                  <a16:creationId xmlns:a16="http://schemas.microsoft.com/office/drawing/2014/main" id="{1477CFD2-0FE7-F3C0-8841-7ABFFE74A86B}"/>
                </a:ext>
              </a:extLst>
            </p:cNvPr>
            <p:cNvCxnSpPr>
              <a:cxnSpLocks/>
              <a:stCxn id="602"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05" name="Straight Connector 604">
              <a:extLst>
                <a:ext uri="{FF2B5EF4-FFF2-40B4-BE49-F238E27FC236}">
                  <a16:creationId xmlns:a16="http://schemas.microsoft.com/office/drawing/2014/main" id="{3C967DE4-5073-F5A2-F7D9-37D62FEAB386}"/>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06" name="Group 605">
            <a:extLst>
              <a:ext uri="{FF2B5EF4-FFF2-40B4-BE49-F238E27FC236}">
                <a16:creationId xmlns:a16="http://schemas.microsoft.com/office/drawing/2014/main" id="{84877538-1ACA-B3D6-1932-04293423A69B}"/>
              </a:ext>
            </a:extLst>
          </p:cNvPr>
          <p:cNvGrpSpPr/>
          <p:nvPr/>
        </p:nvGrpSpPr>
        <p:grpSpPr>
          <a:xfrm>
            <a:off x="7905566" y="751337"/>
            <a:ext cx="3396155" cy="4999377"/>
            <a:chOff x="7905566" y="751337"/>
            <a:chExt cx="3396155" cy="4999377"/>
          </a:xfrm>
        </p:grpSpPr>
        <p:cxnSp>
          <p:nvCxnSpPr>
            <p:cNvPr id="607" name="Straight Connector 606">
              <a:extLst>
                <a:ext uri="{FF2B5EF4-FFF2-40B4-BE49-F238E27FC236}">
                  <a16:creationId xmlns:a16="http://schemas.microsoft.com/office/drawing/2014/main" id="{19158FE2-1683-B34B-DB4D-5E41A069DBDC}"/>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08" name="Straight Connector 607">
              <a:extLst>
                <a:ext uri="{FF2B5EF4-FFF2-40B4-BE49-F238E27FC236}">
                  <a16:creationId xmlns:a16="http://schemas.microsoft.com/office/drawing/2014/main" id="{A584F40B-4E92-B990-FABC-51D0C7870AD4}"/>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0" name="Straight Connector 609">
              <a:extLst>
                <a:ext uri="{FF2B5EF4-FFF2-40B4-BE49-F238E27FC236}">
                  <a16:creationId xmlns:a16="http://schemas.microsoft.com/office/drawing/2014/main" id="{E18A2ADB-9CF8-DBC7-4978-D8D10BDFC3F5}"/>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1" name="Straight Connector 610">
              <a:extLst>
                <a:ext uri="{FF2B5EF4-FFF2-40B4-BE49-F238E27FC236}">
                  <a16:creationId xmlns:a16="http://schemas.microsoft.com/office/drawing/2014/main" id="{5512C7DB-9F66-7F18-06BC-C46A85B28455}"/>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2" name="Straight Connector 611">
              <a:extLst>
                <a:ext uri="{FF2B5EF4-FFF2-40B4-BE49-F238E27FC236}">
                  <a16:creationId xmlns:a16="http://schemas.microsoft.com/office/drawing/2014/main" id="{822A00F5-AD11-49B5-F0F0-CD3B94878D06}"/>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3" name="Straight Connector 612">
              <a:extLst>
                <a:ext uri="{FF2B5EF4-FFF2-40B4-BE49-F238E27FC236}">
                  <a16:creationId xmlns:a16="http://schemas.microsoft.com/office/drawing/2014/main" id="{C41F1F9C-783F-A433-BD81-16AE90B5AE8F}"/>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5" name="Straight Connector 614">
              <a:extLst>
                <a:ext uri="{FF2B5EF4-FFF2-40B4-BE49-F238E27FC236}">
                  <a16:creationId xmlns:a16="http://schemas.microsoft.com/office/drawing/2014/main" id="{397CBA4A-CF13-BDAC-8DE3-811EA62F54CF}"/>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616" name="Straight Connector 615">
            <a:extLst>
              <a:ext uri="{FF2B5EF4-FFF2-40B4-BE49-F238E27FC236}">
                <a16:creationId xmlns:a16="http://schemas.microsoft.com/office/drawing/2014/main" id="{018D15CD-3FD4-D751-65F6-27A069BF4F7A}"/>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12" name="Picture 11">
            <a:hlinkClick r:id="rId21" action="ppaction://hlinksldjump"/>
            <a:extLst>
              <a:ext uri="{FF2B5EF4-FFF2-40B4-BE49-F238E27FC236}">
                <a16:creationId xmlns:a16="http://schemas.microsoft.com/office/drawing/2014/main" id="{85111F22-5D76-1F4A-FF51-7204069A48F0}"/>
              </a:ext>
            </a:extLst>
          </p:cNvPr>
          <p:cNvPicPr>
            <a:picLocks noChangeAspect="1"/>
          </p:cNvPicPr>
          <p:nvPr/>
        </p:nvPicPr>
        <p:blipFill>
          <a:blip r:embed="rId22"/>
          <a:stretch>
            <a:fillRect/>
          </a:stretch>
        </p:blipFill>
        <p:spPr>
          <a:xfrm>
            <a:off x="0" y="0"/>
            <a:ext cx="211626" cy="6858000"/>
          </a:xfrm>
          <a:prstGeom prst="rect">
            <a:avLst/>
          </a:prstGeom>
        </p:spPr>
      </p:pic>
      <p:grpSp>
        <p:nvGrpSpPr>
          <p:cNvPr id="13" name="Group 12">
            <a:extLst>
              <a:ext uri="{FF2B5EF4-FFF2-40B4-BE49-F238E27FC236}">
                <a16:creationId xmlns:a16="http://schemas.microsoft.com/office/drawing/2014/main" id="{1C185450-C504-5CD5-35B4-7ADF5FA8CC8A}"/>
              </a:ext>
            </a:extLst>
          </p:cNvPr>
          <p:cNvGrpSpPr/>
          <p:nvPr/>
        </p:nvGrpSpPr>
        <p:grpSpPr>
          <a:xfrm>
            <a:off x="9658105" y="2978440"/>
            <a:ext cx="721206" cy="609701"/>
            <a:chOff x="10243575" y="88412"/>
            <a:chExt cx="871904" cy="748695"/>
          </a:xfrm>
        </p:grpSpPr>
        <p:sp>
          <p:nvSpPr>
            <p:cNvPr id="14" name="Rectangle 13">
              <a:hlinkHover r:id="" action="ppaction://noaction" highlightClick="1"/>
              <a:extLst>
                <a:ext uri="{FF2B5EF4-FFF2-40B4-BE49-F238E27FC236}">
                  <a16:creationId xmlns:a16="http://schemas.microsoft.com/office/drawing/2014/main" id="{69350C4D-78A8-D941-4BC6-D6145FAD4F05}"/>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15" name="Diamond 14">
              <a:extLst>
                <a:ext uri="{FF2B5EF4-FFF2-40B4-BE49-F238E27FC236}">
                  <a16:creationId xmlns:a16="http://schemas.microsoft.com/office/drawing/2014/main" id="{6910E405-5016-42BF-8D4B-1A0CA82198FD}"/>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Oval 25">
              <a:extLst>
                <a:ext uri="{FF2B5EF4-FFF2-40B4-BE49-F238E27FC236}">
                  <a16:creationId xmlns:a16="http://schemas.microsoft.com/office/drawing/2014/main" id="{2A968C6A-B624-D95A-A53B-862EE1044C4C}"/>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32653519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94" name="Rectangle 93">
            <a:hlinkClick r:id="rId3" action="ppaction://hlinksldjump"/>
            <a:hlinkHover r:id="rId3" action="ppaction://hlinksldjump"/>
            <a:extLst>
              <a:ext uri="{FF2B5EF4-FFF2-40B4-BE49-F238E27FC236}">
                <a16:creationId xmlns:a16="http://schemas.microsoft.com/office/drawing/2014/main" id="{55502166-46D1-44EB-897D-788990B3270B}"/>
              </a:ext>
            </a:extLst>
          </p:cNvPr>
          <p:cNvSpPr/>
          <p:nvPr/>
        </p:nvSpPr>
        <p:spPr>
          <a:xfrm>
            <a:off x="292024" y="5873750"/>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97" name="Rectangle 96">
            <a:hlinkClick r:id="rId4" action="ppaction://hlinksldjump"/>
            <a:hlinkHover r:id="rId4" action="ppaction://hlinksldjump"/>
            <a:extLst>
              <a:ext uri="{FF2B5EF4-FFF2-40B4-BE49-F238E27FC236}">
                <a16:creationId xmlns:a16="http://schemas.microsoft.com/office/drawing/2014/main" id="{F217C098-A1EB-4AAA-AAA1-1A6EB9AEE26A}"/>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99" name="Rectangle 98">
            <a:hlinkClick r:id="rId5" action="ppaction://hlinksldjump"/>
            <a:hlinkHover r:id="rId5" action="ppaction://hlinksldjump"/>
            <a:extLst>
              <a:ext uri="{FF2B5EF4-FFF2-40B4-BE49-F238E27FC236}">
                <a16:creationId xmlns:a16="http://schemas.microsoft.com/office/drawing/2014/main" id="{BC6A2C88-A772-4F37-B151-715AB21D94C1}"/>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100" name="Rectangle 99">
            <a:hlinkClick r:id="rId6" action="ppaction://hlinksldjump"/>
            <a:hlinkHover r:id="rId6" action="ppaction://hlinksldjump"/>
            <a:extLst>
              <a:ext uri="{FF2B5EF4-FFF2-40B4-BE49-F238E27FC236}">
                <a16:creationId xmlns:a16="http://schemas.microsoft.com/office/drawing/2014/main" id="{9F17A09B-CBC8-4087-A124-1EE11B076040}"/>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103" name="Rectangle 102">
            <a:hlinkClick r:id="rId7" action="ppaction://hlinksldjump"/>
            <a:hlinkHover r:id="rId7" action="ppaction://hlinksldjump"/>
            <a:extLst>
              <a:ext uri="{FF2B5EF4-FFF2-40B4-BE49-F238E27FC236}">
                <a16:creationId xmlns:a16="http://schemas.microsoft.com/office/drawing/2014/main" id="{2A5BFF96-59C5-4CD9-BAB0-F53FC16B17FF}"/>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104" name="Rectangle 103">
            <a:hlinkClick r:id="rId8" action="ppaction://hlinksldjump"/>
            <a:hlinkHover r:id="rId8" action="ppaction://hlinksldjump"/>
            <a:extLst>
              <a:ext uri="{FF2B5EF4-FFF2-40B4-BE49-F238E27FC236}">
                <a16:creationId xmlns:a16="http://schemas.microsoft.com/office/drawing/2014/main" id="{4A74990D-3A45-4130-BCE2-A11FEE3F66DF}"/>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105" name="Rectangle 104">
            <a:hlinkClick r:id="rId9" action="ppaction://hlinksldjump"/>
            <a:hlinkHover r:id="rId9" action="ppaction://hlinksldjump"/>
            <a:extLst>
              <a:ext uri="{FF2B5EF4-FFF2-40B4-BE49-F238E27FC236}">
                <a16:creationId xmlns:a16="http://schemas.microsoft.com/office/drawing/2014/main" id="{F1FC3847-CDC8-4BA8-9E12-576296DDE0AA}"/>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107" name="Rectangle 106">
            <a:hlinkClick r:id="rId10" action="ppaction://hlinksldjump"/>
            <a:hlinkHover r:id="rId10" action="ppaction://hlinksldjump"/>
            <a:extLst>
              <a:ext uri="{FF2B5EF4-FFF2-40B4-BE49-F238E27FC236}">
                <a16:creationId xmlns:a16="http://schemas.microsoft.com/office/drawing/2014/main" id="{1A35BDC6-C719-4EFE-91E0-053CD71F3789}"/>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109" name="Rectangle 108">
            <a:hlinkClick r:id="rId11" action="ppaction://hlinksldjump"/>
            <a:hlinkHover r:id="rId11" action="ppaction://hlinksldjump"/>
            <a:extLst>
              <a:ext uri="{FF2B5EF4-FFF2-40B4-BE49-F238E27FC236}">
                <a16:creationId xmlns:a16="http://schemas.microsoft.com/office/drawing/2014/main" id="{8253A029-7BF0-4AB3-8CC8-DA8021F51098}"/>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110" name="Rectangle 109">
            <a:hlinkClick r:id="rId12" action="ppaction://hlinksldjump"/>
            <a:hlinkHover r:id="rId12" action="ppaction://hlinksldjump"/>
            <a:extLst>
              <a:ext uri="{FF2B5EF4-FFF2-40B4-BE49-F238E27FC236}">
                <a16:creationId xmlns:a16="http://schemas.microsoft.com/office/drawing/2014/main" id="{EDAE10B7-DC1A-4A4F-A6EA-4076D9BDC847}"/>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111" name="Rectangle 110">
            <a:hlinkClick r:id="rId13" action="ppaction://hlinksldjump"/>
            <a:hlinkHover r:id="rId13" action="ppaction://hlinksldjump"/>
            <a:extLst>
              <a:ext uri="{FF2B5EF4-FFF2-40B4-BE49-F238E27FC236}">
                <a16:creationId xmlns:a16="http://schemas.microsoft.com/office/drawing/2014/main" id="{DDFC8399-8187-43EB-95CB-0D7F496CB658}"/>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112" name="Rectangle 111">
            <a:hlinkClick r:id="rId14" action="ppaction://hlinksldjump"/>
            <a:hlinkHover r:id="rId14" action="ppaction://hlinksldjump"/>
            <a:extLst>
              <a:ext uri="{FF2B5EF4-FFF2-40B4-BE49-F238E27FC236}">
                <a16:creationId xmlns:a16="http://schemas.microsoft.com/office/drawing/2014/main" id="{AB604D2D-60B4-4BC4-9CE3-CA02B019049B}"/>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118" name="Rectangle 117">
            <a:hlinkClick r:id="rId15" action="ppaction://hlinksldjump"/>
            <a:hlinkHover r:id="rId15" action="ppaction://hlinksldjump"/>
            <a:extLst>
              <a:ext uri="{FF2B5EF4-FFF2-40B4-BE49-F238E27FC236}">
                <a16:creationId xmlns:a16="http://schemas.microsoft.com/office/drawing/2014/main" id="{B61103BB-81A9-4429-86F4-133428C5B69D}"/>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119" name="Rectangle 118">
            <a:hlinkClick r:id="rId16" action="ppaction://hlinksldjump"/>
            <a:hlinkHover r:id="rId16" action="ppaction://hlinksldjump"/>
            <a:extLst>
              <a:ext uri="{FF2B5EF4-FFF2-40B4-BE49-F238E27FC236}">
                <a16:creationId xmlns:a16="http://schemas.microsoft.com/office/drawing/2014/main" id="{55DA6260-A5DE-4A24-A885-6005A01D9E11}"/>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120" name="Rectangle 119">
            <a:hlinkClick r:id="rId17" action="ppaction://hlinksldjump"/>
            <a:hlinkHover r:id="rId17" action="ppaction://hlinksldjump"/>
            <a:extLst>
              <a:ext uri="{FF2B5EF4-FFF2-40B4-BE49-F238E27FC236}">
                <a16:creationId xmlns:a16="http://schemas.microsoft.com/office/drawing/2014/main" id="{A5C30C53-F015-4879-9088-48A087BE2787}"/>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121" name="Rectangle 120">
            <a:hlinkClick r:id="rId18" action="ppaction://hlinksldjump"/>
            <a:hlinkHover r:id="rId18" action="ppaction://hlinksldjump"/>
            <a:extLst>
              <a:ext uri="{FF2B5EF4-FFF2-40B4-BE49-F238E27FC236}">
                <a16:creationId xmlns:a16="http://schemas.microsoft.com/office/drawing/2014/main" id="{9ECAB73F-9DBF-421A-B98C-36B7E0D013FE}"/>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122" name="Rectangle 121">
            <a:hlinkClick r:id="rId19" action="ppaction://hlinksldjump"/>
            <a:hlinkHover r:id="rId19" action="ppaction://hlinksldjump"/>
            <a:extLst>
              <a:ext uri="{FF2B5EF4-FFF2-40B4-BE49-F238E27FC236}">
                <a16:creationId xmlns:a16="http://schemas.microsoft.com/office/drawing/2014/main" id="{3A486604-7DD6-41E7-9658-2D4410654C83}"/>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75" name="Rectangle 74">
            <a:hlinkClick r:id="rId20" action="ppaction://hlinksldjump"/>
            <a:hlinkHover r:id="rId20" action="ppaction://hlinksldjump"/>
            <a:extLst>
              <a:ext uri="{FF2B5EF4-FFF2-40B4-BE49-F238E27FC236}">
                <a16:creationId xmlns:a16="http://schemas.microsoft.com/office/drawing/2014/main" id="{F3DCDC02-26B9-488E-8A8C-D9F16AC02266}"/>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448" name="TextBox 447">
            <a:extLst>
              <a:ext uri="{FF2B5EF4-FFF2-40B4-BE49-F238E27FC236}">
                <a16:creationId xmlns:a16="http://schemas.microsoft.com/office/drawing/2014/main" id="{21AFBB0A-7B48-67C2-39F6-40D5FCCA09ED}"/>
              </a:ext>
            </a:extLst>
          </p:cNvPr>
          <p:cNvSpPr txBox="1"/>
          <p:nvPr/>
        </p:nvSpPr>
        <p:spPr>
          <a:xfrm>
            <a:off x="3298168" y="173237"/>
            <a:ext cx="5803559"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Anti Malware</a:t>
            </a:r>
          </a:p>
        </p:txBody>
      </p:sp>
      <p:sp>
        <p:nvSpPr>
          <p:cNvPr id="4" name="Rectangle 3">
            <a:extLst>
              <a:ext uri="{FF2B5EF4-FFF2-40B4-BE49-F238E27FC236}">
                <a16:creationId xmlns:a16="http://schemas.microsoft.com/office/drawing/2014/main" id="{544D7893-8616-7A98-560D-C842A91C00AF}"/>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7FB606A0-ABE4-C302-A6B0-2BD3677FDDEA}"/>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1D23B95A-36C9-CD5E-75AD-AD02AE4D7144}"/>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C1B118B5-422D-D4D7-D6CA-E0C74C70F04B}"/>
              </a:ext>
            </a:extLst>
          </p:cNvPr>
          <p:cNvGrpSpPr/>
          <p:nvPr/>
        </p:nvGrpSpPr>
        <p:grpSpPr>
          <a:xfrm>
            <a:off x="3779655" y="811556"/>
            <a:ext cx="721206" cy="609701"/>
            <a:chOff x="3779655" y="811556"/>
            <a:chExt cx="721206" cy="609701"/>
          </a:xfrm>
        </p:grpSpPr>
        <p:sp>
          <p:nvSpPr>
            <p:cNvPr id="20" name="Rectangle 19">
              <a:extLst>
                <a:ext uri="{FF2B5EF4-FFF2-40B4-BE49-F238E27FC236}">
                  <a16:creationId xmlns:a16="http://schemas.microsoft.com/office/drawing/2014/main" id="{0D9A52A8-0A2B-A5DC-9EC5-435D5228909D}"/>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1" name="Rectangle 20">
              <a:extLst>
                <a:ext uri="{FF2B5EF4-FFF2-40B4-BE49-F238E27FC236}">
                  <a16:creationId xmlns:a16="http://schemas.microsoft.com/office/drawing/2014/main" id="{FC9BB2BD-B01F-E3E3-72D9-FD622952F02E}"/>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2" name="Oval 15">
              <a:extLst>
                <a:ext uri="{FF2B5EF4-FFF2-40B4-BE49-F238E27FC236}">
                  <a16:creationId xmlns:a16="http://schemas.microsoft.com/office/drawing/2014/main" id="{14E89D35-054E-39B8-257F-5F52B2C31024}"/>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3" name="Straight Connector 22">
              <a:extLst>
                <a:ext uri="{FF2B5EF4-FFF2-40B4-BE49-F238E27FC236}">
                  <a16:creationId xmlns:a16="http://schemas.microsoft.com/office/drawing/2014/main" id="{A15DEC09-31FD-4AE7-2D87-CC69D1FB1CF0}"/>
                </a:ext>
              </a:extLst>
            </p:cNvPr>
            <p:cNvCxnSpPr>
              <a:cxnSpLocks/>
              <a:stCxn id="22"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4" name="Straight Connector 23">
              <a:extLst>
                <a:ext uri="{FF2B5EF4-FFF2-40B4-BE49-F238E27FC236}">
                  <a16:creationId xmlns:a16="http://schemas.microsoft.com/office/drawing/2014/main" id="{1E57B00E-912B-2B58-8E57-415A9111D164}"/>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5" name="Group 24">
            <a:extLst>
              <a:ext uri="{FF2B5EF4-FFF2-40B4-BE49-F238E27FC236}">
                <a16:creationId xmlns:a16="http://schemas.microsoft.com/office/drawing/2014/main" id="{492AF2C0-1FB8-DE3F-585D-E614009AE15E}"/>
              </a:ext>
            </a:extLst>
          </p:cNvPr>
          <p:cNvGrpSpPr/>
          <p:nvPr/>
        </p:nvGrpSpPr>
        <p:grpSpPr>
          <a:xfrm>
            <a:off x="7959195" y="3698231"/>
            <a:ext cx="721206" cy="609701"/>
            <a:chOff x="7959195" y="3698231"/>
            <a:chExt cx="721206" cy="609701"/>
          </a:xfrm>
        </p:grpSpPr>
        <p:sp>
          <p:nvSpPr>
            <p:cNvPr id="26" name="Rectangle 25">
              <a:hlinkHover r:id="" action="ppaction://noaction" highlightClick="1"/>
              <a:extLst>
                <a:ext uri="{FF2B5EF4-FFF2-40B4-BE49-F238E27FC236}">
                  <a16:creationId xmlns:a16="http://schemas.microsoft.com/office/drawing/2014/main" id="{6591789D-E925-58F0-6E4F-2FC217910EEC}"/>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32" name="Oval 31">
              <a:extLst>
                <a:ext uri="{FF2B5EF4-FFF2-40B4-BE49-F238E27FC236}">
                  <a16:creationId xmlns:a16="http://schemas.microsoft.com/office/drawing/2014/main" id="{B4841550-87CF-9B4B-6F0C-FDAD891FFAB8}"/>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3" name="Isosceles Triangle 648">
              <a:extLst>
                <a:ext uri="{FF2B5EF4-FFF2-40B4-BE49-F238E27FC236}">
                  <a16:creationId xmlns:a16="http://schemas.microsoft.com/office/drawing/2014/main" id="{1D3771EE-87D9-0CF7-3132-EB783CFC4202}"/>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5" name="Group 34">
            <a:extLst>
              <a:ext uri="{FF2B5EF4-FFF2-40B4-BE49-F238E27FC236}">
                <a16:creationId xmlns:a16="http://schemas.microsoft.com/office/drawing/2014/main" id="{D0B9F83C-9050-8B90-D5DE-4CAD5F3D36AC}"/>
              </a:ext>
            </a:extLst>
          </p:cNvPr>
          <p:cNvGrpSpPr/>
          <p:nvPr/>
        </p:nvGrpSpPr>
        <p:grpSpPr>
          <a:xfrm>
            <a:off x="7957586" y="2253332"/>
            <a:ext cx="721206" cy="609701"/>
            <a:chOff x="7957586" y="2253332"/>
            <a:chExt cx="721206" cy="609701"/>
          </a:xfrm>
        </p:grpSpPr>
        <p:sp>
          <p:nvSpPr>
            <p:cNvPr id="36" name="Rectangle 35">
              <a:extLst>
                <a:ext uri="{FF2B5EF4-FFF2-40B4-BE49-F238E27FC236}">
                  <a16:creationId xmlns:a16="http://schemas.microsoft.com/office/drawing/2014/main" id="{2BB8B0D3-FFAD-0940-062A-DF107FE795B3}"/>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Endpoints P1 (Clients Only)</a:t>
              </a:r>
            </a:p>
          </p:txBody>
        </p:sp>
        <p:sp>
          <p:nvSpPr>
            <p:cNvPr id="39" name="Right Triangle 38">
              <a:extLst>
                <a:ext uri="{FF2B5EF4-FFF2-40B4-BE49-F238E27FC236}">
                  <a16:creationId xmlns:a16="http://schemas.microsoft.com/office/drawing/2014/main" id="{3E5466EF-BD06-B516-223E-664CA6A32C5A}"/>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0" name="Group 39">
              <a:extLst>
                <a:ext uri="{FF2B5EF4-FFF2-40B4-BE49-F238E27FC236}">
                  <a16:creationId xmlns:a16="http://schemas.microsoft.com/office/drawing/2014/main" id="{919C1A11-01A2-57A2-6EAC-639540963137}"/>
                </a:ext>
              </a:extLst>
            </p:cNvPr>
            <p:cNvGrpSpPr/>
            <p:nvPr/>
          </p:nvGrpSpPr>
          <p:grpSpPr>
            <a:xfrm>
              <a:off x="8621942" y="2262669"/>
              <a:ext cx="37817" cy="61390"/>
              <a:chOff x="3883481" y="2057400"/>
              <a:chExt cx="1608363" cy="2652031"/>
            </a:xfrm>
            <a:solidFill>
              <a:srgbClr val="A6A6A6">
                <a:alpha val="20000"/>
              </a:srgbClr>
            </a:solidFill>
          </p:grpSpPr>
          <p:sp>
            <p:nvSpPr>
              <p:cNvPr id="43" name="Oval 27">
                <a:extLst>
                  <a:ext uri="{FF2B5EF4-FFF2-40B4-BE49-F238E27FC236}">
                    <a16:creationId xmlns:a16="http://schemas.microsoft.com/office/drawing/2014/main" id="{243B3A48-9A55-65FF-EB53-640D08F668A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 name="Oval 28">
                <a:extLst>
                  <a:ext uri="{FF2B5EF4-FFF2-40B4-BE49-F238E27FC236}">
                    <a16:creationId xmlns:a16="http://schemas.microsoft.com/office/drawing/2014/main" id="{2EFFCECE-E9FB-2663-26D3-F7D2CB46478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8" name="Group 47">
            <a:extLst>
              <a:ext uri="{FF2B5EF4-FFF2-40B4-BE49-F238E27FC236}">
                <a16:creationId xmlns:a16="http://schemas.microsoft.com/office/drawing/2014/main" id="{81F1047C-CDFE-0AFF-FABE-ADFA8E702A73}"/>
              </a:ext>
            </a:extLst>
          </p:cNvPr>
          <p:cNvGrpSpPr/>
          <p:nvPr/>
        </p:nvGrpSpPr>
        <p:grpSpPr>
          <a:xfrm>
            <a:off x="5448056" y="1532276"/>
            <a:ext cx="721206" cy="609701"/>
            <a:chOff x="5448056" y="1532276"/>
            <a:chExt cx="721206" cy="609701"/>
          </a:xfrm>
        </p:grpSpPr>
        <p:sp>
          <p:nvSpPr>
            <p:cNvPr id="49" name="Rectangle 48">
              <a:extLst>
                <a:ext uri="{FF2B5EF4-FFF2-40B4-BE49-F238E27FC236}">
                  <a16:creationId xmlns:a16="http://schemas.microsoft.com/office/drawing/2014/main" id="{AD9C82B6-B722-8631-17B1-105793342530}"/>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50" name="Rectangle 49">
              <a:extLst>
                <a:ext uri="{FF2B5EF4-FFF2-40B4-BE49-F238E27FC236}">
                  <a16:creationId xmlns:a16="http://schemas.microsoft.com/office/drawing/2014/main" id="{1AB77F71-AA23-9E43-8D92-04F421AB9B41}"/>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 name="Oval 15">
              <a:extLst>
                <a:ext uri="{FF2B5EF4-FFF2-40B4-BE49-F238E27FC236}">
                  <a16:creationId xmlns:a16="http://schemas.microsoft.com/office/drawing/2014/main" id="{2C8854CD-388B-0533-8379-83C0B8ADB016}"/>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2" name="Straight Connector 51">
              <a:extLst>
                <a:ext uri="{FF2B5EF4-FFF2-40B4-BE49-F238E27FC236}">
                  <a16:creationId xmlns:a16="http://schemas.microsoft.com/office/drawing/2014/main" id="{0019555D-6FAD-C348-2DFF-F5D25B913265}"/>
                </a:ext>
              </a:extLst>
            </p:cNvPr>
            <p:cNvCxnSpPr>
              <a:cxnSpLocks/>
              <a:stCxn id="51"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3" name="Straight Connector 52">
              <a:extLst>
                <a:ext uri="{FF2B5EF4-FFF2-40B4-BE49-F238E27FC236}">
                  <a16:creationId xmlns:a16="http://schemas.microsoft.com/office/drawing/2014/main" id="{C6E137D1-0B0C-CA38-0758-2B7FAD4D55AE}"/>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4" name="Group 53">
            <a:extLst>
              <a:ext uri="{FF2B5EF4-FFF2-40B4-BE49-F238E27FC236}">
                <a16:creationId xmlns:a16="http://schemas.microsoft.com/office/drawing/2014/main" id="{3B038342-884C-C31B-6168-DFDC517A9D75}"/>
              </a:ext>
            </a:extLst>
          </p:cNvPr>
          <p:cNvGrpSpPr/>
          <p:nvPr/>
        </p:nvGrpSpPr>
        <p:grpSpPr>
          <a:xfrm>
            <a:off x="6284565" y="1532276"/>
            <a:ext cx="721206" cy="609701"/>
            <a:chOff x="6284565" y="1532276"/>
            <a:chExt cx="721206" cy="609701"/>
          </a:xfrm>
        </p:grpSpPr>
        <p:sp>
          <p:nvSpPr>
            <p:cNvPr id="55" name="Rectangle 54">
              <a:extLst>
                <a:ext uri="{FF2B5EF4-FFF2-40B4-BE49-F238E27FC236}">
                  <a16:creationId xmlns:a16="http://schemas.microsoft.com/office/drawing/2014/main" id="{270130CE-CF72-C7B5-AB1B-7A876DB804B5}"/>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56" name="Rectangle 55">
              <a:extLst>
                <a:ext uri="{FF2B5EF4-FFF2-40B4-BE49-F238E27FC236}">
                  <a16:creationId xmlns:a16="http://schemas.microsoft.com/office/drawing/2014/main" id="{E85DAB9D-315D-56D3-4B27-B72D6A417171}"/>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 name="Oval 15">
              <a:extLst>
                <a:ext uri="{FF2B5EF4-FFF2-40B4-BE49-F238E27FC236}">
                  <a16:creationId xmlns:a16="http://schemas.microsoft.com/office/drawing/2014/main" id="{0F48B70D-D519-CA00-4A4A-0D96C80E4CA0}"/>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 name="Straight Connector 60">
              <a:extLst>
                <a:ext uri="{FF2B5EF4-FFF2-40B4-BE49-F238E27FC236}">
                  <a16:creationId xmlns:a16="http://schemas.microsoft.com/office/drawing/2014/main" id="{EC2EB0CA-4F0B-2DAE-169D-3F02A0AC96B4}"/>
                </a:ext>
              </a:extLst>
            </p:cNvPr>
            <p:cNvCxnSpPr>
              <a:cxnSpLocks/>
              <a:stCxn id="58"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2" name="Straight Connector 61">
              <a:extLst>
                <a:ext uri="{FF2B5EF4-FFF2-40B4-BE49-F238E27FC236}">
                  <a16:creationId xmlns:a16="http://schemas.microsoft.com/office/drawing/2014/main" id="{6EBFB852-8EF5-57A6-C671-B185E3BC5FD5}"/>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7ADF636-E590-66E8-65BA-55243E55DF83}"/>
              </a:ext>
            </a:extLst>
          </p:cNvPr>
          <p:cNvGrpSpPr/>
          <p:nvPr/>
        </p:nvGrpSpPr>
        <p:grpSpPr>
          <a:xfrm>
            <a:off x="7121069" y="1532276"/>
            <a:ext cx="721206" cy="609701"/>
            <a:chOff x="7121069" y="1532276"/>
            <a:chExt cx="721206" cy="609701"/>
          </a:xfrm>
        </p:grpSpPr>
        <p:sp>
          <p:nvSpPr>
            <p:cNvPr id="64" name="Rectangle 63">
              <a:extLst>
                <a:ext uri="{FF2B5EF4-FFF2-40B4-BE49-F238E27FC236}">
                  <a16:creationId xmlns:a16="http://schemas.microsoft.com/office/drawing/2014/main" id="{07625CD8-3727-0EC6-6C55-3B173483B2BB}"/>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65" name="Rectangle 64">
              <a:extLst>
                <a:ext uri="{FF2B5EF4-FFF2-40B4-BE49-F238E27FC236}">
                  <a16:creationId xmlns:a16="http://schemas.microsoft.com/office/drawing/2014/main" id="{AF2BB54C-1798-3DED-D65A-DC6F2F056B07}"/>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 name="Oval 15">
              <a:extLst>
                <a:ext uri="{FF2B5EF4-FFF2-40B4-BE49-F238E27FC236}">
                  <a16:creationId xmlns:a16="http://schemas.microsoft.com/office/drawing/2014/main" id="{8023F71E-CCE2-5F41-CAE8-87D9EC4B7D6B}"/>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5DEE7711-E628-3D19-DA2F-6E7D9727988A}"/>
                </a:ext>
              </a:extLst>
            </p:cNvPr>
            <p:cNvCxnSpPr>
              <a:cxnSpLocks/>
              <a:stCxn id="66"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8" name="Straight Connector 77">
              <a:extLst>
                <a:ext uri="{FF2B5EF4-FFF2-40B4-BE49-F238E27FC236}">
                  <a16:creationId xmlns:a16="http://schemas.microsoft.com/office/drawing/2014/main" id="{568E8225-C35B-D249-2A06-1519292A7001}"/>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 name="Group 78">
            <a:extLst>
              <a:ext uri="{FF2B5EF4-FFF2-40B4-BE49-F238E27FC236}">
                <a16:creationId xmlns:a16="http://schemas.microsoft.com/office/drawing/2014/main" id="{C23FA2F2-7FFA-B0B8-9702-8B0184B7EB19}"/>
              </a:ext>
            </a:extLst>
          </p:cNvPr>
          <p:cNvGrpSpPr/>
          <p:nvPr/>
        </p:nvGrpSpPr>
        <p:grpSpPr>
          <a:xfrm>
            <a:off x="3775045" y="1532276"/>
            <a:ext cx="721206" cy="609701"/>
            <a:chOff x="3775045" y="1532276"/>
            <a:chExt cx="721206" cy="609701"/>
          </a:xfrm>
        </p:grpSpPr>
        <p:sp>
          <p:nvSpPr>
            <p:cNvPr id="81" name="Rectangle 80">
              <a:extLst>
                <a:ext uri="{FF2B5EF4-FFF2-40B4-BE49-F238E27FC236}">
                  <a16:creationId xmlns:a16="http://schemas.microsoft.com/office/drawing/2014/main" id="{ADF23541-3111-DA42-11B4-25E1015D6D40}"/>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92" name="Right Triangle 91">
              <a:extLst>
                <a:ext uri="{FF2B5EF4-FFF2-40B4-BE49-F238E27FC236}">
                  <a16:creationId xmlns:a16="http://schemas.microsoft.com/office/drawing/2014/main" id="{2EAD0F87-72AD-F3B5-09AE-78EAAFF87B4F}"/>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3" name="Group 92">
              <a:extLst>
                <a:ext uri="{FF2B5EF4-FFF2-40B4-BE49-F238E27FC236}">
                  <a16:creationId xmlns:a16="http://schemas.microsoft.com/office/drawing/2014/main" id="{5F4A11ED-0E1C-48CB-4033-8A506B31E5E3}"/>
                </a:ext>
              </a:extLst>
            </p:cNvPr>
            <p:cNvGrpSpPr/>
            <p:nvPr/>
          </p:nvGrpSpPr>
          <p:grpSpPr>
            <a:xfrm>
              <a:off x="4440495" y="1542936"/>
              <a:ext cx="37817" cy="61390"/>
              <a:chOff x="3883481" y="2057400"/>
              <a:chExt cx="1608363" cy="2652031"/>
            </a:xfrm>
            <a:solidFill>
              <a:srgbClr val="A6A6A6">
                <a:alpha val="20000"/>
              </a:srgbClr>
            </a:solidFill>
          </p:grpSpPr>
          <p:sp>
            <p:nvSpPr>
              <p:cNvPr id="95" name="Oval 27">
                <a:extLst>
                  <a:ext uri="{FF2B5EF4-FFF2-40B4-BE49-F238E27FC236}">
                    <a16:creationId xmlns:a16="http://schemas.microsoft.com/office/drawing/2014/main" id="{B9EDF320-0592-BCE6-2D28-D85D413D79B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 name="Oval 28">
                <a:extLst>
                  <a:ext uri="{FF2B5EF4-FFF2-40B4-BE49-F238E27FC236}">
                    <a16:creationId xmlns:a16="http://schemas.microsoft.com/office/drawing/2014/main" id="{282FD38C-BF8C-5056-80A2-7E0E96C0B7B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8" name="Group 97">
            <a:extLst>
              <a:ext uri="{FF2B5EF4-FFF2-40B4-BE49-F238E27FC236}">
                <a16:creationId xmlns:a16="http://schemas.microsoft.com/office/drawing/2014/main" id="{4C896EAA-1CF6-99EF-77FA-8AD6E27FE301}"/>
              </a:ext>
            </a:extLst>
          </p:cNvPr>
          <p:cNvGrpSpPr/>
          <p:nvPr/>
        </p:nvGrpSpPr>
        <p:grpSpPr>
          <a:xfrm>
            <a:off x="4611552" y="1532276"/>
            <a:ext cx="721206" cy="609701"/>
            <a:chOff x="4611552" y="1532276"/>
            <a:chExt cx="721206" cy="609701"/>
          </a:xfrm>
        </p:grpSpPr>
        <p:sp>
          <p:nvSpPr>
            <p:cNvPr id="101" name="Rectangle 100">
              <a:extLst>
                <a:ext uri="{FF2B5EF4-FFF2-40B4-BE49-F238E27FC236}">
                  <a16:creationId xmlns:a16="http://schemas.microsoft.com/office/drawing/2014/main" id="{E61E1998-DFB3-9C45-A354-CAD27C0AF521}"/>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24" name="Right Triangle 123">
              <a:extLst>
                <a:ext uri="{FF2B5EF4-FFF2-40B4-BE49-F238E27FC236}">
                  <a16:creationId xmlns:a16="http://schemas.microsoft.com/office/drawing/2014/main" id="{29F0C74E-9CF2-1922-39A4-15F269C139EB}"/>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5" name="Group 124">
              <a:extLst>
                <a:ext uri="{FF2B5EF4-FFF2-40B4-BE49-F238E27FC236}">
                  <a16:creationId xmlns:a16="http://schemas.microsoft.com/office/drawing/2014/main" id="{435E355C-0D43-DD84-72CA-3267654B953E}"/>
                </a:ext>
              </a:extLst>
            </p:cNvPr>
            <p:cNvGrpSpPr/>
            <p:nvPr/>
          </p:nvGrpSpPr>
          <p:grpSpPr>
            <a:xfrm>
              <a:off x="5276135" y="1542936"/>
              <a:ext cx="37817" cy="61390"/>
              <a:chOff x="3883481" y="2057400"/>
              <a:chExt cx="1608363" cy="2652031"/>
            </a:xfrm>
            <a:solidFill>
              <a:srgbClr val="A6A6A6">
                <a:alpha val="20000"/>
              </a:srgbClr>
            </a:solidFill>
          </p:grpSpPr>
          <p:sp>
            <p:nvSpPr>
              <p:cNvPr id="126" name="Oval 27">
                <a:extLst>
                  <a:ext uri="{FF2B5EF4-FFF2-40B4-BE49-F238E27FC236}">
                    <a16:creationId xmlns:a16="http://schemas.microsoft.com/office/drawing/2014/main" id="{8A401F58-DDCE-5DEE-556E-4F440032060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7" name="Oval 28">
                <a:extLst>
                  <a:ext uri="{FF2B5EF4-FFF2-40B4-BE49-F238E27FC236}">
                    <a16:creationId xmlns:a16="http://schemas.microsoft.com/office/drawing/2014/main" id="{CDAE516D-A0ED-821D-C9B7-761F4B810C9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8" name="Group 127">
            <a:extLst>
              <a:ext uri="{FF2B5EF4-FFF2-40B4-BE49-F238E27FC236}">
                <a16:creationId xmlns:a16="http://schemas.microsoft.com/office/drawing/2014/main" id="{6BE8353A-B756-878F-4EDE-0A55EE6130C8}"/>
              </a:ext>
            </a:extLst>
          </p:cNvPr>
          <p:cNvGrpSpPr/>
          <p:nvPr/>
        </p:nvGrpSpPr>
        <p:grpSpPr>
          <a:xfrm>
            <a:off x="2938537" y="1532271"/>
            <a:ext cx="721206" cy="610042"/>
            <a:chOff x="2938537" y="1532271"/>
            <a:chExt cx="721206" cy="610042"/>
          </a:xfrm>
        </p:grpSpPr>
        <p:sp>
          <p:nvSpPr>
            <p:cNvPr id="129" name="Rectangle 128">
              <a:extLst>
                <a:ext uri="{FF2B5EF4-FFF2-40B4-BE49-F238E27FC236}">
                  <a16:creationId xmlns:a16="http://schemas.microsoft.com/office/drawing/2014/main" id="{763A4059-FB2F-1B08-78C2-7D8C66B6A77F}"/>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130" name="Right Triangle 129">
              <a:extLst>
                <a:ext uri="{FF2B5EF4-FFF2-40B4-BE49-F238E27FC236}">
                  <a16:creationId xmlns:a16="http://schemas.microsoft.com/office/drawing/2014/main" id="{78B62A9C-A60F-D8DB-9CAE-D4C7BA6F23DB}"/>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0" name="Oval 27">
              <a:extLst>
                <a:ext uri="{FF2B5EF4-FFF2-40B4-BE49-F238E27FC236}">
                  <a16:creationId xmlns:a16="http://schemas.microsoft.com/office/drawing/2014/main" id="{2E874B2F-3455-161C-B525-A5F1AAB084E4}"/>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1" name="Oval 28">
              <a:extLst>
                <a:ext uri="{FF2B5EF4-FFF2-40B4-BE49-F238E27FC236}">
                  <a16:creationId xmlns:a16="http://schemas.microsoft.com/office/drawing/2014/main" id="{0545A264-AC02-E5F6-A893-7BC843F1BF27}"/>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2" name="Group 451">
            <a:extLst>
              <a:ext uri="{FF2B5EF4-FFF2-40B4-BE49-F238E27FC236}">
                <a16:creationId xmlns:a16="http://schemas.microsoft.com/office/drawing/2014/main" id="{2E988D70-9458-14D6-6D00-E119881EA597}"/>
              </a:ext>
            </a:extLst>
          </p:cNvPr>
          <p:cNvGrpSpPr/>
          <p:nvPr/>
        </p:nvGrpSpPr>
        <p:grpSpPr>
          <a:xfrm>
            <a:off x="6287105" y="2974054"/>
            <a:ext cx="721206" cy="609701"/>
            <a:chOff x="6287105" y="2974054"/>
            <a:chExt cx="721206" cy="609701"/>
          </a:xfrm>
        </p:grpSpPr>
        <p:sp>
          <p:nvSpPr>
            <p:cNvPr id="453" name="Rectangle 452">
              <a:hlinkHover r:id="" action="ppaction://noaction" highlightClick="1"/>
              <a:extLst>
                <a:ext uri="{FF2B5EF4-FFF2-40B4-BE49-F238E27FC236}">
                  <a16:creationId xmlns:a16="http://schemas.microsoft.com/office/drawing/2014/main" id="{597B1AA5-650B-C64A-DE3B-F13B4D412364}"/>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54" name="Rectangle 453">
              <a:extLst>
                <a:ext uri="{FF2B5EF4-FFF2-40B4-BE49-F238E27FC236}">
                  <a16:creationId xmlns:a16="http://schemas.microsoft.com/office/drawing/2014/main" id="{602C2475-9E4B-EFC0-7C45-1D31188FD2C7}"/>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5" name="Oval 15">
              <a:extLst>
                <a:ext uri="{FF2B5EF4-FFF2-40B4-BE49-F238E27FC236}">
                  <a16:creationId xmlns:a16="http://schemas.microsoft.com/office/drawing/2014/main" id="{DBD11FD6-B31B-F944-CE51-84A12A7220E6}"/>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6" name="Straight Connector 455">
              <a:extLst>
                <a:ext uri="{FF2B5EF4-FFF2-40B4-BE49-F238E27FC236}">
                  <a16:creationId xmlns:a16="http://schemas.microsoft.com/office/drawing/2014/main" id="{61142E93-0F67-AE14-2A40-A534E89B0B4C}"/>
                </a:ext>
              </a:extLst>
            </p:cNvPr>
            <p:cNvCxnSpPr>
              <a:cxnSpLocks/>
              <a:stCxn id="455"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57" name="Group 456">
            <a:extLst>
              <a:ext uri="{FF2B5EF4-FFF2-40B4-BE49-F238E27FC236}">
                <a16:creationId xmlns:a16="http://schemas.microsoft.com/office/drawing/2014/main" id="{3593740B-A2B5-F689-6898-B25AFD3CC54A}"/>
              </a:ext>
            </a:extLst>
          </p:cNvPr>
          <p:cNvGrpSpPr/>
          <p:nvPr/>
        </p:nvGrpSpPr>
        <p:grpSpPr>
          <a:xfrm>
            <a:off x="7123149" y="2974054"/>
            <a:ext cx="721206" cy="646284"/>
            <a:chOff x="7123149" y="2974054"/>
            <a:chExt cx="721206" cy="646284"/>
          </a:xfrm>
        </p:grpSpPr>
        <p:sp>
          <p:nvSpPr>
            <p:cNvPr id="458" name="Rectangle 457">
              <a:hlinkHover r:id="" action="ppaction://noaction" highlightClick="1"/>
              <a:extLst>
                <a:ext uri="{FF2B5EF4-FFF2-40B4-BE49-F238E27FC236}">
                  <a16:creationId xmlns:a16="http://schemas.microsoft.com/office/drawing/2014/main" id="{BC74387B-DF95-711D-DD9E-B84814870090}"/>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59" name="Rectangle 458">
              <a:extLst>
                <a:ext uri="{FF2B5EF4-FFF2-40B4-BE49-F238E27FC236}">
                  <a16:creationId xmlns:a16="http://schemas.microsoft.com/office/drawing/2014/main" id="{81190837-1B72-378D-48C9-A78B46DF4313}"/>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0" name="Oval 15">
              <a:extLst>
                <a:ext uri="{FF2B5EF4-FFF2-40B4-BE49-F238E27FC236}">
                  <a16:creationId xmlns:a16="http://schemas.microsoft.com/office/drawing/2014/main" id="{DFF64895-FE41-660C-9088-32090EF28229}"/>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1" name="Straight Connector 460">
              <a:extLst>
                <a:ext uri="{FF2B5EF4-FFF2-40B4-BE49-F238E27FC236}">
                  <a16:creationId xmlns:a16="http://schemas.microsoft.com/office/drawing/2014/main" id="{062F5417-2E3A-B1C7-68CF-72885D06B618}"/>
                </a:ext>
              </a:extLst>
            </p:cNvPr>
            <p:cNvCxnSpPr>
              <a:cxnSpLocks/>
              <a:stCxn id="460"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2" name="Straight Connector 461">
              <a:extLst>
                <a:ext uri="{FF2B5EF4-FFF2-40B4-BE49-F238E27FC236}">
                  <a16:creationId xmlns:a16="http://schemas.microsoft.com/office/drawing/2014/main" id="{4FABF41B-0106-BC79-0A30-ED12C6E80C20}"/>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7" name="Group 466">
            <a:extLst>
              <a:ext uri="{FF2B5EF4-FFF2-40B4-BE49-F238E27FC236}">
                <a16:creationId xmlns:a16="http://schemas.microsoft.com/office/drawing/2014/main" id="{9DF9EDB6-3F0B-C62A-2415-8278256C1268}"/>
              </a:ext>
            </a:extLst>
          </p:cNvPr>
          <p:cNvGrpSpPr/>
          <p:nvPr/>
        </p:nvGrpSpPr>
        <p:grpSpPr>
          <a:xfrm>
            <a:off x="8795244" y="2974054"/>
            <a:ext cx="721206" cy="609701"/>
            <a:chOff x="8795244" y="2974054"/>
            <a:chExt cx="721206" cy="609701"/>
          </a:xfrm>
        </p:grpSpPr>
        <p:sp>
          <p:nvSpPr>
            <p:cNvPr id="468" name="Rectangle 467">
              <a:hlinkHover r:id="" action="ppaction://noaction" highlightClick="1"/>
              <a:extLst>
                <a:ext uri="{FF2B5EF4-FFF2-40B4-BE49-F238E27FC236}">
                  <a16:creationId xmlns:a16="http://schemas.microsoft.com/office/drawing/2014/main" id="{F2F926B2-F086-D687-EE23-7C0737C099EC}"/>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69" name="Diamond 468">
              <a:extLst>
                <a:ext uri="{FF2B5EF4-FFF2-40B4-BE49-F238E27FC236}">
                  <a16:creationId xmlns:a16="http://schemas.microsoft.com/office/drawing/2014/main" id="{122AC7A1-692A-D009-4EF4-71C11CB0BAD3}"/>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0" name="Oval 469">
              <a:extLst>
                <a:ext uri="{FF2B5EF4-FFF2-40B4-BE49-F238E27FC236}">
                  <a16:creationId xmlns:a16="http://schemas.microsoft.com/office/drawing/2014/main" id="{56CA01EE-8826-F1AA-4065-19333DA210B0}"/>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7" name="Group 476">
            <a:extLst>
              <a:ext uri="{FF2B5EF4-FFF2-40B4-BE49-F238E27FC236}">
                <a16:creationId xmlns:a16="http://schemas.microsoft.com/office/drawing/2014/main" id="{95A6262F-3A88-99EA-4FF9-6F4B6DB4FE13}"/>
              </a:ext>
            </a:extLst>
          </p:cNvPr>
          <p:cNvGrpSpPr/>
          <p:nvPr/>
        </p:nvGrpSpPr>
        <p:grpSpPr>
          <a:xfrm>
            <a:off x="5442073" y="811556"/>
            <a:ext cx="728239" cy="609701"/>
            <a:chOff x="5442073" y="811556"/>
            <a:chExt cx="728239" cy="609701"/>
          </a:xfrm>
        </p:grpSpPr>
        <p:sp>
          <p:nvSpPr>
            <p:cNvPr id="478" name="Rectangle 477">
              <a:extLst>
                <a:ext uri="{FF2B5EF4-FFF2-40B4-BE49-F238E27FC236}">
                  <a16:creationId xmlns:a16="http://schemas.microsoft.com/office/drawing/2014/main" id="{134EBAAF-44D9-5CF4-BF73-292317A770CE}"/>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79" name="Rectangle 478">
              <a:extLst>
                <a:ext uri="{FF2B5EF4-FFF2-40B4-BE49-F238E27FC236}">
                  <a16:creationId xmlns:a16="http://schemas.microsoft.com/office/drawing/2014/main" id="{67BA8D64-0889-36C2-CFC0-4264500FD0DD}"/>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0" name="Oval 15">
              <a:extLst>
                <a:ext uri="{FF2B5EF4-FFF2-40B4-BE49-F238E27FC236}">
                  <a16:creationId xmlns:a16="http://schemas.microsoft.com/office/drawing/2014/main" id="{03FDD77C-EE78-C581-9F28-E4BF7EF45EF1}"/>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1" name="Straight Connector 480">
              <a:extLst>
                <a:ext uri="{FF2B5EF4-FFF2-40B4-BE49-F238E27FC236}">
                  <a16:creationId xmlns:a16="http://schemas.microsoft.com/office/drawing/2014/main" id="{950F8826-B65A-0F93-EA97-437ACB1BE499}"/>
                </a:ext>
              </a:extLst>
            </p:cNvPr>
            <p:cNvCxnSpPr>
              <a:cxnSpLocks/>
              <a:stCxn id="480"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2" name="Straight Connector 481">
              <a:extLst>
                <a:ext uri="{FF2B5EF4-FFF2-40B4-BE49-F238E27FC236}">
                  <a16:creationId xmlns:a16="http://schemas.microsoft.com/office/drawing/2014/main" id="{A6AFD581-B8B9-CD4A-3897-309704F714F5}"/>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3" name="Group 482">
            <a:extLst>
              <a:ext uri="{FF2B5EF4-FFF2-40B4-BE49-F238E27FC236}">
                <a16:creationId xmlns:a16="http://schemas.microsoft.com/office/drawing/2014/main" id="{86529C30-E665-2098-F3D8-F0356D83E61A}"/>
              </a:ext>
            </a:extLst>
          </p:cNvPr>
          <p:cNvGrpSpPr/>
          <p:nvPr/>
        </p:nvGrpSpPr>
        <p:grpSpPr>
          <a:xfrm>
            <a:off x="6284597" y="811555"/>
            <a:ext cx="721206" cy="609701"/>
            <a:chOff x="6284597" y="811555"/>
            <a:chExt cx="721206" cy="609701"/>
          </a:xfrm>
        </p:grpSpPr>
        <p:sp>
          <p:nvSpPr>
            <p:cNvPr id="484" name="Rectangle 483">
              <a:hlinkHover r:id="" action="ppaction://noaction" highlightClick="1"/>
              <a:extLst>
                <a:ext uri="{FF2B5EF4-FFF2-40B4-BE49-F238E27FC236}">
                  <a16:creationId xmlns:a16="http://schemas.microsoft.com/office/drawing/2014/main" id="{399FDC73-A190-EFE2-86D7-2672D24F2920}"/>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85" name="Right Triangle 484">
              <a:extLst>
                <a:ext uri="{FF2B5EF4-FFF2-40B4-BE49-F238E27FC236}">
                  <a16:creationId xmlns:a16="http://schemas.microsoft.com/office/drawing/2014/main" id="{25923B1E-9B85-2B6F-80DD-CBC34FF3263C}"/>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6" name="Oval 27">
              <a:extLst>
                <a:ext uri="{FF2B5EF4-FFF2-40B4-BE49-F238E27FC236}">
                  <a16:creationId xmlns:a16="http://schemas.microsoft.com/office/drawing/2014/main" id="{C2BF1C2E-0B8F-301F-53B1-950EA5B39D61}"/>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7" name="Oval 28">
              <a:extLst>
                <a:ext uri="{FF2B5EF4-FFF2-40B4-BE49-F238E27FC236}">
                  <a16:creationId xmlns:a16="http://schemas.microsoft.com/office/drawing/2014/main" id="{843B47D8-849E-FF1B-50DB-E2919F6D3301}"/>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3" name="Group 492">
            <a:extLst>
              <a:ext uri="{FF2B5EF4-FFF2-40B4-BE49-F238E27FC236}">
                <a16:creationId xmlns:a16="http://schemas.microsoft.com/office/drawing/2014/main" id="{28E7A519-D701-18A8-EA68-2B7E7159C7F6}"/>
              </a:ext>
            </a:extLst>
          </p:cNvPr>
          <p:cNvGrpSpPr/>
          <p:nvPr/>
        </p:nvGrpSpPr>
        <p:grpSpPr>
          <a:xfrm>
            <a:off x="7957576" y="811556"/>
            <a:ext cx="721206" cy="609701"/>
            <a:chOff x="7957576" y="811556"/>
            <a:chExt cx="721206" cy="609701"/>
          </a:xfrm>
        </p:grpSpPr>
        <p:sp>
          <p:nvSpPr>
            <p:cNvPr id="494" name="Rectangle 493">
              <a:extLst>
                <a:ext uri="{FF2B5EF4-FFF2-40B4-BE49-F238E27FC236}">
                  <a16:creationId xmlns:a16="http://schemas.microsoft.com/office/drawing/2014/main" id="{530BA442-5F8D-77A3-030C-BFAD5B7C24FE}"/>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95" name="Rectangle 494">
              <a:extLst>
                <a:ext uri="{FF2B5EF4-FFF2-40B4-BE49-F238E27FC236}">
                  <a16:creationId xmlns:a16="http://schemas.microsoft.com/office/drawing/2014/main" id="{A319EC5E-21EC-2A10-8EC3-CBD2804CDBFF}"/>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6" name="Oval 15">
              <a:extLst>
                <a:ext uri="{FF2B5EF4-FFF2-40B4-BE49-F238E27FC236}">
                  <a16:creationId xmlns:a16="http://schemas.microsoft.com/office/drawing/2014/main" id="{1DD0266E-8B97-F8B5-10CC-C43074BECE88}"/>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97" name="Straight Connector 496">
              <a:extLst>
                <a:ext uri="{FF2B5EF4-FFF2-40B4-BE49-F238E27FC236}">
                  <a16:creationId xmlns:a16="http://schemas.microsoft.com/office/drawing/2014/main" id="{5ABF1CFF-2A63-AFE7-F2A9-E221FDFCE4DE}"/>
                </a:ext>
              </a:extLst>
            </p:cNvPr>
            <p:cNvCxnSpPr>
              <a:cxnSpLocks/>
              <a:stCxn id="496"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8" name="Straight Connector 497">
              <a:extLst>
                <a:ext uri="{FF2B5EF4-FFF2-40B4-BE49-F238E27FC236}">
                  <a16:creationId xmlns:a16="http://schemas.microsoft.com/office/drawing/2014/main" id="{3694905B-1F19-3DF9-AFB3-62D0798FFACB}"/>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9" name="Group 498">
            <a:extLst>
              <a:ext uri="{FF2B5EF4-FFF2-40B4-BE49-F238E27FC236}">
                <a16:creationId xmlns:a16="http://schemas.microsoft.com/office/drawing/2014/main" id="{B9E6FB3D-F980-B79C-38B6-3FFD410F5280}"/>
              </a:ext>
            </a:extLst>
          </p:cNvPr>
          <p:cNvGrpSpPr/>
          <p:nvPr/>
        </p:nvGrpSpPr>
        <p:grpSpPr>
          <a:xfrm>
            <a:off x="10242692" y="93187"/>
            <a:ext cx="129906" cy="127894"/>
            <a:chOff x="10242692" y="93187"/>
            <a:chExt cx="129906" cy="127894"/>
          </a:xfrm>
        </p:grpSpPr>
        <p:sp>
          <p:nvSpPr>
            <p:cNvPr id="501" name="Diamond 500">
              <a:extLst>
                <a:ext uri="{FF2B5EF4-FFF2-40B4-BE49-F238E27FC236}">
                  <a16:creationId xmlns:a16="http://schemas.microsoft.com/office/drawing/2014/main" id="{CC399053-7010-5DDD-FE21-BF0EF657B7E3}"/>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2" name="Oval 501">
              <a:extLst>
                <a:ext uri="{FF2B5EF4-FFF2-40B4-BE49-F238E27FC236}">
                  <a16:creationId xmlns:a16="http://schemas.microsoft.com/office/drawing/2014/main" id="{9B61E840-3DA4-8304-DA4C-A26853F8E6D8}"/>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7" name="Group 506">
            <a:extLst>
              <a:ext uri="{FF2B5EF4-FFF2-40B4-BE49-F238E27FC236}">
                <a16:creationId xmlns:a16="http://schemas.microsoft.com/office/drawing/2014/main" id="{D08450AD-8F68-B2F8-05BD-4AD3D5F3C6E3}"/>
              </a:ext>
            </a:extLst>
          </p:cNvPr>
          <p:cNvGrpSpPr/>
          <p:nvPr/>
        </p:nvGrpSpPr>
        <p:grpSpPr>
          <a:xfrm>
            <a:off x="11356242" y="90836"/>
            <a:ext cx="721206" cy="609701"/>
            <a:chOff x="11356242" y="90836"/>
            <a:chExt cx="721206" cy="609701"/>
          </a:xfrm>
        </p:grpSpPr>
        <p:sp>
          <p:nvSpPr>
            <p:cNvPr id="508" name="Rectangle 507">
              <a:hlinkHover r:id="" action="ppaction://noaction" highlightClick="1"/>
              <a:extLst>
                <a:ext uri="{FF2B5EF4-FFF2-40B4-BE49-F238E27FC236}">
                  <a16:creationId xmlns:a16="http://schemas.microsoft.com/office/drawing/2014/main" id="{CEAE5A48-36FE-070A-99FB-17BC242E2B1A}"/>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09" name="Oval 508">
              <a:extLst>
                <a:ext uri="{FF2B5EF4-FFF2-40B4-BE49-F238E27FC236}">
                  <a16:creationId xmlns:a16="http://schemas.microsoft.com/office/drawing/2014/main" id="{66D049D9-3D7F-6803-3191-322A657EA276}"/>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0" name="Isosceles Triangle 648">
              <a:extLst>
                <a:ext uri="{FF2B5EF4-FFF2-40B4-BE49-F238E27FC236}">
                  <a16:creationId xmlns:a16="http://schemas.microsoft.com/office/drawing/2014/main" id="{DA8EABA5-D465-7A4C-6958-03CBB748982D}"/>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1" name="Group 510">
            <a:extLst>
              <a:ext uri="{FF2B5EF4-FFF2-40B4-BE49-F238E27FC236}">
                <a16:creationId xmlns:a16="http://schemas.microsoft.com/office/drawing/2014/main" id="{42E75CFE-ECBF-CEF4-2799-CB91462745AF}"/>
              </a:ext>
            </a:extLst>
          </p:cNvPr>
          <p:cNvGrpSpPr/>
          <p:nvPr/>
        </p:nvGrpSpPr>
        <p:grpSpPr>
          <a:xfrm>
            <a:off x="11356243" y="3694774"/>
            <a:ext cx="721206" cy="609701"/>
            <a:chOff x="11356243" y="3694774"/>
            <a:chExt cx="721206" cy="609701"/>
          </a:xfrm>
        </p:grpSpPr>
        <p:sp>
          <p:nvSpPr>
            <p:cNvPr id="512" name="Rectangle 511">
              <a:hlinkHover r:id="" action="ppaction://noaction" highlightClick="1"/>
              <a:extLst>
                <a:ext uri="{FF2B5EF4-FFF2-40B4-BE49-F238E27FC236}">
                  <a16:creationId xmlns:a16="http://schemas.microsoft.com/office/drawing/2014/main" id="{57545129-FD65-2FB4-61CF-0B04C5E61C63}"/>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13" name="Oval 512">
              <a:extLst>
                <a:ext uri="{FF2B5EF4-FFF2-40B4-BE49-F238E27FC236}">
                  <a16:creationId xmlns:a16="http://schemas.microsoft.com/office/drawing/2014/main" id="{168FDB7E-8096-751A-57B8-899007D25AC8}"/>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4" name="Isosceles Triangle 648">
              <a:extLst>
                <a:ext uri="{FF2B5EF4-FFF2-40B4-BE49-F238E27FC236}">
                  <a16:creationId xmlns:a16="http://schemas.microsoft.com/office/drawing/2014/main" id="{968A135B-F2D2-97F0-4259-71D6BE375DDF}"/>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9" name="Group 518">
            <a:extLst>
              <a:ext uri="{FF2B5EF4-FFF2-40B4-BE49-F238E27FC236}">
                <a16:creationId xmlns:a16="http://schemas.microsoft.com/office/drawing/2014/main" id="{C9CD9E02-DA27-DCC7-D3C1-570D9F99D11D}"/>
              </a:ext>
            </a:extLst>
          </p:cNvPr>
          <p:cNvGrpSpPr/>
          <p:nvPr/>
        </p:nvGrpSpPr>
        <p:grpSpPr>
          <a:xfrm>
            <a:off x="10506968" y="4419620"/>
            <a:ext cx="721206" cy="609701"/>
            <a:chOff x="10506968" y="4419620"/>
            <a:chExt cx="721206" cy="609701"/>
          </a:xfrm>
        </p:grpSpPr>
        <p:sp>
          <p:nvSpPr>
            <p:cNvPr id="520" name="Rectangle 519">
              <a:hlinkHover r:id="" action="ppaction://noaction" highlightClick="1"/>
              <a:extLst>
                <a:ext uri="{FF2B5EF4-FFF2-40B4-BE49-F238E27FC236}">
                  <a16:creationId xmlns:a16="http://schemas.microsoft.com/office/drawing/2014/main" id="{CF5D86E8-EE26-639F-CEBB-E24326C5F0B6}"/>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21" name="Oval 520">
              <a:extLst>
                <a:ext uri="{FF2B5EF4-FFF2-40B4-BE49-F238E27FC236}">
                  <a16:creationId xmlns:a16="http://schemas.microsoft.com/office/drawing/2014/main" id="{6D81694A-A35D-6B1E-4124-0A37E5B54C50}"/>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2" name="Isosceles Triangle 648">
              <a:extLst>
                <a:ext uri="{FF2B5EF4-FFF2-40B4-BE49-F238E27FC236}">
                  <a16:creationId xmlns:a16="http://schemas.microsoft.com/office/drawing/2014/main" id="{BA8E7985-BE34-598F-24BC-B042E3435409}"/>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7" name="Group 526">
            <a:extLst>
              <a:ext uri="{FF2B5EF4-FFF2-40B4-BE49-F238E27FC236}">
                <a16:creationId xmlns:a16="http://schemas.microsoft.com/office/drawing/2014/main" id="{276BCAF8-B9CA-B450-385E-4EEAF62D8E62}"/>
              </a:ext>
            </a:extLst>
          </p:cNvPr>
          <p:cNvGrpSpPr/>
          <p:nvPr/>
        </p:nvGrpSpPr>
        <p:grpSpPr>
          <a:xfrm>
            <a:off x="8808526" y="4416261"/>
            <a:ext cx="721206" cy="609701"/>
            <a:chOff x="8808526" y="4416261"/>
            <a:chExt cx="721206" cy="609701"/>
          </a:xfrm>
        </p:grpSpPr>
        <p:sp>
          <p:nvSpPr>
            <p:cNvPr id="528" name="Rectangle 527">
              <a:hlinkHover r:id="" action="ppaction://noaction" highlightClick="1"/>
              <a:extLst>
                <a:ext uri="{FF2B5EF4-FFF2-40B4-BE49-F238E27FC236}">
                  <a16:creationId xmlns:a16="http://schemas.microsoft.com/office/drawing/2014/main" id="{3AE56317-3394-1CCC-F6FB-3D06882CF50F}"/>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29" name="Oval 528">
              <a:extLst>
                <a:ext uri="{FF2B5EF4-FFF2-40B4-BE49-F238E27FC236}">
                  <a16:creationId xmlns:a16="http://schemas.microsoft.com/office/drawing/2014/main" id="{816B8F9C-7DC0-87D4-EA47-908B0792125B}"/>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0" name="Isosceles Triangle 648">
              <a:extLst>
                <a:ext uri="{FF2B5EF4-FFF2-40B4-BE49-F238E27FC236}">
                  <a16:creationId xmlns:a16="http://schemas.microsoft.com/office/drawing/2014/main" id="{A33269FA-D5FC-0676-6A8E-870954318A16}"/>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1" name="Group 530">
            <a:extLst>
              <a:ext uri="{FF2B5EF4-FFF2-40B4-BE49-F238E27FC236}">
                <a16:creationId xmlns:a16="http://schemas.microsoft.com/office/drawing/2014/main" id="{91F573A9-12DE-BEE9-6B84-DB1A5775BC21}"/>
              </a:ext>
            </a:extLst>
          </p:cNvPr>
          <p:cNvGrpSpPr/>
          <p:nvPr/>
        </p:nvGrpSpPr>
        <p:grpSpPr>
          <a:xfrm>
            <a:off x="10509579" y="5141013"/>
            <a:ext cx="721206" cy="609701"/>
            <a:chOff x="10509579" y="5141013"/>
            <a:chExt cx="721206" cy="609701"/>
          </a:xfrm>
        </p:grpSpPr>
        <p:sp>
          <p:nvSpPr>
            <p:cNvPr id="532" name="Rectangle 531">
              <a:hlinkHover r:id="" action="ppaction://noaction" highlightClick="1"/>
              <a:extLst>
                <a:ext uri="{FF2B5EF4-FFF2-40B4-BE49-F238E27FC236}">
                  <a16:creationId xmlns:a16="http://schemas.microsoft.com/office/drawing/2014/main" id="{AE1CAECE-CED5-3B0A-62E2-698370888CF8}"/>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33" name="Oval 532">
              <a:extLst>
                <a:ext uri="{FF2B5EF4-FFF2-40B4-BE49-F238E27FC236}">
                  <a16:creationId xmlns:a16="http://schemas.microsoft.com/office/drawing/2014/main" id="{CDEAA587-7C2D-E0D0-7E00-CC593C92BF06}"/>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4" name="Isosceles Triangle 648">
              <a:extLst>
                <a:ext uri="{FF2B5EF4-FFF2-40B4-BE49-F238E27FC236}">
                  <a16:creationId xmlns:a16="http://schemas.microsoft.com/office/drawing/2014/main" id="{34251AE4-0FFE-2629-0DBD-0208C73E99E3}"/>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5" name="Group 534">
            <a:extLst>
              <a:ext uri="{FF2B5EF4-FFF2-40B4-BE49-F238E27FC236}">
                <a16:creationId xmlns:a16="http://schemas.microsoft.com/office/drawing/2014/main" id="{05067B7F-1F23-0E6B-866B-AA2B27C14705}"/>
              </a:ext>
            </a:extLst>
          </p:cNvPr>
          <p:cNvGrpSpPr/>
          <p:nvPr/>
        </p:nvGrpSpPr>
        <p:grpSpPr>
          <a:xfrm>
            <a:off x="9651076" y="5143367"/>
            <a:ext cx="721206" cy="609701"/>
            <a:chOff x="9651076" y="5143367"/>
            <a:chExt cx="721206" cy="609701"/>
          </a:xfrm>
        </p:grpSpPr>
        <p:sp>
          <p:nvSpPr>
            <p:cNvPr id="536" name="Rectangle 535">
              <a:hlinkHover r:id="" action="ppaction://noaction" highlightClick="1"/>
              <a:extLst>
                <a:ext uri="{FF2B5EF4-FFF2-40B4-BE49-F238E27FC236}">
                  <a16:creationId xmlns:a16="http://schemas.microsoft.com/office/drawing/2014/main" id="{4255D5A6-62F8-C461-1AA6-1123BE15B494}"/>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37" name="Oval 536">
              <a:extLst>
                <a:ext uri="{FF2B5EF4-FFF2-40B4-BE49-F238E27FC236}">
                  <a16:creationId xmlns:a16="http://schemas.microsoft.com/office/drawing/2014/main" id="{BBB30FBD-E6C7-11B0-036E-1A6100A5915E}"/>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8" name="Isosceles Triangle 648">
              <a:extLst>
                <a:ext uri="{FF2B5EF4-FFF2-40B4-BE49-F238E27FC236}">
                  <a16:creationId xmlns:a16="http://schemas.microsoft.com/office/drawing/2014/main" id="{7EF01D9C-9E49-3CCF-7CBE-921C97B4EB3D}"/>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9" name="Group 538">
            <a:extLst>
              <a:ext uri="{FF2B5EF4-FFF2-40B4-BE49-F238E27FC236}">
                <a16:creationId xmlns:a16="http://schemas.microsoft.com/office/drawing/2014/main" id="{DC6D74A3-9AF9-3C6A-79EA-3A3AF6A8D838}"/>
              </a:ext>
            </a:extLst>
          </p:cNvPr>
          <p:cNvGrpSpPr/>
          <p:nvPr/>
        </p:nvGrpSpPr>
        <p:grpSpPr>
          <a:xfrm>
            <a:off x="9657612" y="3698231"/>
            <a:ext cx="721206" cy="609701"/>
            <a:chOff x="9657612" y="3698231"/>
            <a:chExt cx="721206" cy="609701"/>
          </a:xfrm>
        </p:grpSpPr>
        <p:sp>
          <p:nvSpPr>
            <p:cNvPr id="540" name="Rectangle 539">
              <a:hlinkHover r:id="" action="ppaction://noaction" highlightClick="1"/>
              <a:extLst>
                <a:ext uri="{FF2B5EF4-FFF2-40B4-BE49-F238E27FC236}">
                  <a16:creationId xmlns:a16="http://schemas.microsoft.com/office/drawing/2014/main" id="{96857A96-BA3C-93C5-8C66-5D2E2DE29361}"/>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41" name="Oval 540">
              <a:extLst>
                <a:ext uri="{FF2B5EF4-FFF2-40B4-BE49-F238E27FC236}">
                  <a16:creationId xmlns:a16="http://schemas.microsoft.com/office/drawing/2014/main" id="{7136560A-640C-2374-76F7-4E1F3963A107}"/>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2" name="Isosceles Triangle 648">
              <a:extLst>
                <a:ext uri="{FF2B5EF4-FFF2-40B4-BE49-F238E27FC236}">
                  <a16:creationId xmlns:a16="http://schemas.microsoft.com/office/drawing/2014/main" id="{41D673F0-9E3C-654B-9DDD-7A2838595E24}"/>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3" name="Group 542">
            <a:extLst>
              <a:ext uri="{FF2B5EF4-FFF2-40B4-BE49-F238E27FC236}">
                <a16:creationId xmlns:a16="http://schemas.microsoft.com/office/drawing/2014/main" id="{9911388F-574F-3EFB-ED44-2E4064646DC3}"/>
              </a:ext>
            </a:extLst>
          </p:cNvPr>
          <p:cNvGrpSpPr/>
          <p:nvPr/>
        </p:nvGrpSpPr>
        <p:grpSpPr>
          <a:xfrm>
            <a:off x="10506928" y="3698227"/>
            <a:ext cx="721206" cy="609701"/>
            <a:chOff x="10506928" y="3698227"/>
            <a:chExt cx="721206" cy="609701"/>
          </a:xfrm>
        </p:grpSpPr>
        <p:sp>
          <p:nvSpPr>
            <p:cNvPr id="544" name="Rectangle 543">
              <a:hlinkHover r:id="" action="ppaction://noaction" highlightClick="1"/>
              <a:extLst>
                <a:ext uri="{FF2B5EF4-FFF2-40B4-BE49-F238E27FC236}">
                  <a16:creationId xmlns:a16="http://schemas.microsoft.com/office/drawing/2014/main" id="{ED0FFEEF-E6CD-16FD-D3FC-0BD380AF3DAB}"/>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45" name="Oval 544">
              <a:extLst>
                <a:ext uri="{FF2B5EF4-FFF2-40B4-BE49-F238E27FC236}">
                  <a16:creationId xmlns:a16="http://schemas.microsoft.com/office/drawing/2014/main" id="{3C67C6B0-EF12-5ACB-A914-EC6380B71F93}"/>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6" name="Isosceles Triangle 648">
              <a:extLst>
                <a:ext uri="{FF2B5EF4-FFF2-40B4-BE49-F238E27FC236}">
                  <a16:creationId xmlns:a16="http://schemas.microsoft.com/office/drawing/2014/main" id="{4F8343D3-7F5D-7BDD-F769-E42A355C0DBE}"/>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7" name="Group 546">
            <a:extLst>
              <a:ext uri="{FF2B5EF4-FFF2-40B4-BE49-F238E27FC236}">
                <a16:creationId xmlns:a16="http://schemas.microsoft.com/office/drawing/2014/main" id="{624F62CE-4362-CB24-F49F-7BFCCC05BFE1}"/>
              </a:ext>
            </a:extLst>
          </p:cNvPr>
          <p:cNvGrpSpPr/>
          <p:nvPr/>
        </p:nvGrpSpPr>
        <p:grpSpPr>
          <a:xfrm>
            <a:off x="8808417" y="5135710"/>
            <a:ext cx="721206" cy="609701"/>
            <a:chOff x="8808417" y="5135710"/>
            <a:chExt cx="721206" cy="609701"/>
          </a:xfrm>
        </p:grpSpPr>
        <p:sp>
          <p:nvSpPr>
            <p:cNvPr id="548" name="Rectangle 547">
              <a:hlinkHover r:id="" action="ppaction://noaction" highlightClick="1"/>
              <a:extLst>
                <a:ext uri="{FF2B5EF4-FFF2-40B4-BE49-F238E27FC236}">
                  <a16:creationId xmlns:a16="http://schemas.microsoft.com/office/drawing/2014/main" id="{6EB0F9B0-FF17-3801-A711-CCCCA0F03C6C}"/>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49" name="Oval 548">
              <a:extLst>
                <a:ext uri="{FF2B5EF4-FFF2-40B4-BE49-F238E27FC236}">
                  <a16:creationId xmlns:a16="http://schemas.microsoft.com/office/drawing/2014/main" id="{8FF6E06C-E9E9-0CFF-4A7E-8BF58F8ADA69}"/>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0" name="Isosceles Triangle 648">
              <a:extLst>
                <a:ext uri="{FF2B5EF4-FFF2-40B4-BE49-F238E27FC236}">
                  <a16:creationId xmlns:a16="http://schemas.microsoft.com/office/drawing/2014/main" id="{356C46C1-466F-A7EB-F4AD-31907DEDA293}"/>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5" name="Group 564">
            <a:extLst>
              <a:ext uri="{FF2B5EF4-FFF2-40B4-BE49-F238E27FC236}">
                <a16:creationId xmlns:a16="http://schemas.microsoft.com/office/drawing/2014/main" id="{8A41B129-764D-BE05-746B-9E4739E6B241}"/>
              </a:ext>
            </a:extLst>
          </p:cNvPr>
          <p:cNvGrpSpPr/>
          <p:nvPr/>
        </p:nvGrpSpPr>
        <p:grpSpPr>
          <a:xfrm>
            <a:off x="7957572" y="1532276"/>
            <a:ext cx="721206" cy="609701"/>
            <a:chOff x="7957572" y="1532276"/>
            <a:chExt cx="721206" cy="609701"/>
          </a:xfrm>
        </p:grpSpPr>
        <p:sp>
          <p:nvSpPr>
            <p:cNvPr id="566" name="Rectangle 565">
              <a:hlinkHover r:id="" action="ppaction://noaction" highlightClick="1"/>
              <a:extLst>
                <a:ext uri="{FF2B5EF4-FFF2-40B4-BE49-F238E27FC236}">
                  <a16:creationId xmlns:a16="http://schemas.microsoft.com/office/drawing/2014/main" id="{838A14D0-9E9F-FE01-EE1E-119E0B87D1C5}"/>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67" name="Rectangle 566">
              <a:extLst>
                <a:ext uri="{FF2B5EF4-FFF2-40B4-BE49-F238E27FC236}">
                  <a16:creationId xmlns:a16="http://schemas.microsoft.com/office/drawing/2014/main" id="{5F3A8B42-26FB-A161-F13F-289218816251}"/>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8" name="Oval 15">
              <a:extLst>
                <a:ext uri="{FF2B5EF4-FFF2-40B4-BE49-F238E27FC236}">
                  <a16:creationId xmlns:a16="http://schemas.microsoft.com/office/drawing/2014/main" id="{89348250-61BE-45CA-8604-280A677B6787}"/>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9" name="Straight Connector 568">
              <a:extLst>
                <a:ext uri="{FF2B5EF4-FFF2-40B4-BE49-F238E27FC236}">
                  <a16:creationId xmlns:a16="http://schemas.microsoft.com/office/drawing/2014/main" id="{731F1318-53D6-9D51-AF68-AA2BE8F0EC3D}"/>
                </a:ext>
              </a:extLst>
            </p:cNvPr>
            <p:cNvCxnSpPr>
              <a:cxnSpLocks/>
              <a:stCxn id="568"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0" name="Straight Connector 569">
              <a:extLst>
                <a:ext uri="{FF2B5EF4-FFF2-40B4-BE49-F238E27FC236}">
                  <a16:creationId xmlns:a16="http://schemas.microsoft.com/office/drawing/2014/main" id="{ECA35F3C-815E-2BBE-37DD-5E0DCB87459C}"/>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5" name="Group 604">
            <a:extLst>
              <a:ext uri="{FF2B5EF4-FFF2-40B4-BE49-F238E27FC236}">
                <a16:creationId xmlns:a16="http://schemas.microsoft.com/office/drawing/2014/main" id="{820F73EA-27BB-4FB4-E135-ACA15917C33E}"/>
              </a:ext>
            </a:extLst>
          </p:cNvPr>
          <p:cNvGrpSpPr/>
          <p:nvPr/>
        </p:nvGrpSpPr>
        <p:grpSpPr>
          <a:xfrm>
            <a:off x="11356242" y="811556"/>
            <a:ext cx="721206" cy="609701"/>
            <a:chOff x="11356242" y="811556"/>
            <a:chExt cx="721206" cy="609701"/>
          </a:xfrm>
        </p:grpSpPr>
        <p:sp>
          <p:nvSpPr>
            <p:cNvPr id="606" name="Rectangle 605">
              <a:hlinkHover r:id="" action="ppaction://noaction" highlightClick="1"/>
              <a:extLst>
                <a:ext uri="{FF2B5EF4-FFF2-40B4-BE49-F238E27FC236}">
                  <a16:creationId xmlns:a16="http://schemas.microsoft.com/office/drawing/2014/main" id="{1CE8A865-17A9-F901-E545-7662E9DAA0C9}"/>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07" name="Oval 606">
              <a:extLst>
                <a:ext uri="{FF2B5EF4-FFF2-40B4-BE49-F238E27FC236}">
                  <a16:creationId xmlns:a16="http://schemas.microsoft.com/office/drawing/2014/main" id="{8FF4BF68-FC65-6DFB-3431-189E477F07DC}"/>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8" name="Isosceles Triangle 648">
              <a:extLst>
                <a:ext uri="{FF2B5EF4-FFF2-40B4-BE49-F238E27FC236}">
                  <a16:creationId xmlns:a16="http://schemas.microsoft.com/office/drawing/2014/main" id="{4EFAD180-A660-702A-6561-1CD5623B33E5}"/>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9" name="Group 608">
            <a:extLst>
              <a:ext uri="{FF2B5EF4-FFF2-40B4-BE49-F238E27FC236}">
                <a16:creationId xmlns:a16="http://schemas.microsoft.com/office/drawing/2014/main" id="{17CE4E64-5F48-6F63-33A4-E10651792FD6}"/>
              </a:ext>
            </a:extLst>
          </p:cNvPr>
          <p:cNvGrpSpPr/>
          <p:nvPr/>
        </p:nvGrpSpPr>
        <p:grpSpPr>
          <a:xfrm>
            <a:off x="8807249" y="811555"/>
            <a:ext cx="721206" cy="609701"/>
            <a:chOff x="8807249" y="811555"/>
            <a:chExt cx="721206" cy="609701"/>
          </a:xfrm>
        </p:grpSpPr>
        <p:sp>
          <p:nvSpPr>
            <p:cNvPr id="610" name="Rectangle 609">
              <a:hlinkHover r:id="" action="ppaction://noaction" highlightClick="1"/>
              <a:extLst>
                <a:ext uri="{FF2B5EF4-FFF2-40B4-BE49-F238E27FC236}">
                  <a16:creationId xmlns:a16="http://schemas.microsoft.com/office/drawing/2014/main" id="{72AD5292-B266-5317-E6D9-5BAB63AE2F96}"/>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11" name="Diamond 610">
              <a:extLst>
                <a:ext uri="{FF2B5EF4-FFF2-40B4-BE49-F238E27FC236}">
                  <a16:creationId xmlns:a16="http://schemas.microsoft.com/office/drawing/2014/main" id="{02D08257-236F-3CBC-F7D5-B24D96943A7E}"/>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2" name="Oval 611">
              <a:extLst>
                <a:ext uri="{FF2B5EF4-FFF2-40B4-BE49-F238E27FC236}">
                  <a16:creationId xmlns:a16="http://schemas.microsoft.com/office/drawing/2014/main" id="{06CD7585-E177-AF57-D14B-65A3651009D1}"/>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3" name="Group 612">
            <a:extLst>
              <a:ext uri="{FF2B5EF4-FFF2-40B4-BE49-F238E27FC236}">
                <a16:creationId xmlns:a16="http://schemas.microsoft.com/office/drawing/2014/main" id="{97B650B4-72F3-6C4D-2E0E-ABEC42E36E29}"/>
              </a:ext>
            </a:extLst>
          </p:cNvPr>
          <p:cNvGrpSpPr/>
          <p:nvPr/>
        </p:nvGrpSpPr>
        <p:grpSpPr>
          <a:xfrm>
            <a:off x="8808419" y="3705986"/>
            <a:ext cx="721206" cy="609701"/>
            <a:chOff x="8808419" y="3705986"/>
            <a:chExt cx="721206" cy="609701"/>
          </a:xfrm>
        </p:grpSpPr>
        <p:sp>
          <p:nvSpPr>
            <p:cNvPr id="614" name="Rectangle 613">
              <a:hlinkHover r:id="" action="ppaction://noaction" highlightClick="1"/>
              <a:extLst>
                <a:ext uri="{FF2B5EF4-FFF2-40B4-BE49-F238E27FC236}">
                  <a16:creationId xmlns:a16="http://schemas.microsoft.com/office/drawing/2014/main" id="{AB868BFB-766E-98EA-A2E1-B88D8F702BB4}"/>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15" name="Oval 614">
              <a:extLst>
                <a:ext uri="{FF2B5EF4-FFF2-40B4-BE49-F238E27FC236}">
                  <a16:creationId xmlns:a16="http://schemas.microsoft.com/office/drawing/2014/main" id="{2122BCF5-1F1E-DF86-D5B1-25130156AD0C}"/>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6" name="Isosceles Triangle 648">
              <a:extLst>
                <a:ext uri="{FF2B5EF4-FFF2-40B4-BE49-F238E27FC236}">
                  <a16:creationId xmlns:a16="http://schemas.microsoft.com/office/drawing/2014/main" id="{4F392605-C5E6-77CE-6A51-54F3874FFED3}"/>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7" name="Group 616">
            <a:extLst>
              <a:ext uri="{FF2B5EF4-FFF2-40B4-BE49-F238E27FC236}">
                <a16:creationId xmlns:a16="http://schemas.microsoft.com/office/drawing/2014/main" id="{EE3759FC-A320-6E54-5F85-3DEA7785CB2F}"/>
              </a:ext>
            </a:extLst>
          </p:cNvPr>
          <p:cNvGrpSpPr/>
          <p:nvPr/>
        </p:nvGrpSpPr>
        <p:grpSpPr>
          <a:xfrm>
            <a:off x="431659" y="90836"/>
            <a:ext cx="721210" cy="609701"/>
            <a:chOff x="431659" y="90836"/>
            <a:chExt cx="721210" cy="609701"/>
          </a:xfrm>
        </p:grpSpPr>
        <p:sp>
          <p:nvSpPr>
            <p:cNvPr id="618" name="Rectangle 617">
              <a:extLst>
                <a:ext uri="{FF2B5EF4-FFF2-40B4-BE49-F238E27FC236}">
                  <a16:creationId xmlns:a16="http://schemas.microsoft.com/office/drawing/2014/main" id="{59B23CAB-7CA8-5A44-7ADC-4284FF6747D4}"/>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19" name="Rectangle 618">
              <a:extLst>
                <a:ext uri="{FF2B5EF4-FFF2-40B4-BE49-F238E27FC236}">
                  <a16:creationId xmlns:a16="http://schemas.microsoft.com/office/drawing/2014/main" id="{B0FAE408-CDDB-4FC3-0960-7DEB52F516A9}"/>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0" name="Oval 15">
              <a:extLst>
                <a:ext uri="{FF2B5EF4-FFF2-40B4-BE49-F238E27FC236}">
                  <a16:creationId xmlns:a16="http://schemas.microsoft.com/office/drawing/2014/main" id="{F06130FB-F433-E4C4-6AA6-7E6E9D9EB480}"/>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1" name="Straight Connector 620">
              <a:extLst>
                <a:ext uri="{FF2B5EF4-FFF2-40B4-BE49-F238E27FC236}">
                  <a16:creationId xmlns:a16="http://schemas.microsoft.com/office/drawing/2014/main" id="{5134BDBC-17EF-1634-09C1-DA2272230923}"/>
                </a:ext>
              </a:extLst>
            </p:cNvPr>
            <p:cNvCxnSpPr>
              <a:cxnSpLocks/>
              <a:stCxn id="620"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2" name="Straight Connector 621">
              <a:extLst>
                <a:ext uri="{FF2B5EF4-FFF2-40B4-BE49-F238E27FC236}">
                  <a16:creationId xmlns:a16="http://schemas.microsoft.com/office/drawing/2014/main" id="{E9FCB9F1-BFA0-2370-C0C0-110D513808F8}"/>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3" name="Group 622">
            <a:extLst>
              <a:ext uri="{FF2B5EF4-FFF2-40B4-BE49-F238E27FC236}">
                <a16:creationId xmlns:a16="http://schemas.microsoft.com/office/drawing/2014/main" id="{689E9375-C4CA-5EE6-509E-A4DC1D144C80}"/>
              </a:ext>
            </a:extLst>
          </p:cNvPr>
          <p:cNvGrpSpPr/>
          <p:nvPr/>
        </p:nvGrpSpPr>
        <p:grpSpPr>
          <a:xfrm>
            <a:off x="1267282" y="90836"/>
            <a:ext cx="721206" cy="609701"/>
            <a:chOff x="1267282" y="90836"/>
            <a:chExt cx="721206" cy="609701"/>
          </a:xfrm>
        </p:grpSpPr>
        <p:sp>
          <p:nvSpPr>
            <p:cNvPr id="624" name="Rectangle 623">
              <a:extLst>
                <a:ext uri="{FF2B5EF4-FFF2-40B4-BE49-F238E27FC236}">
                  <a16:creationId xmlns:a16="http://schemas.microsoft.com/office/drawing/2014/main" id="{AE484E64-C719-EF10-EF1E-5E8EA4A40F63}"/>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25" name="Rectangle 624">
              <a:extLst>
                <a:ext uri="{FF2B5EF4-FFF2-40B4-BE49-F238E27FC236}">
                  <a16:creationId xmlns:a16="http://schemas.microsoft.com/office/drawing/2014/main" id="{224799C6-3BB8-2996-594D-2216B76DE511}"/>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6" name="Oval 15">
              <a:extLst>
                <a:ext uri="{FF2B5EF4-FFF2-40B4-BE49-F238E27FC236}">
                  <a16:creationId xmlns:a16="http://schemas.microsoft.com/office/drawing/2014/main" id="{2292D38C-27ED-0AAE-EA48-B789136F63A4}"/>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7" name="Straight Connector 626">
              <a:extLst>
                <a:ext uri="{FF2B5EF4-FFF2-40B4-BE49-F238E27FC236}">
                  <a16:creationId xmlns:a16="http://schemas.microsoft.com/office/drawing/2014/main" id="{781C775F-3C41-A51D-FF9A-71D576B4F415}"/>
                </a:ext>
              </a:extLst>
            </p:cNvPr>
            <p:cNvCxnSpPr>
              <a:cxnSpLocks/>
              <a:stCxn id="626"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8" name="Straight Connector 627">
              <a:extLst>
                <a:ext uri="{FF2B5EF4-FFF2-40B4-BE49-F238E27FC236}">
                  <a16:creationId xmlns:a16="http://schemas.microsoft.com/office/drawing/2014/main" id="{D518D6F7-A9BC-8022-BBD6-DA2484A7583F}"/>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9" name="Group 628">
            <a:extLst>
              <a:ext uri="{FF2B5EF4-FFF2-40B4-BE49-F238E27FC236}">
                <a16:creationId xmlns:a16="http://schemas.microsoft.com/office/drawing/2014/main" id="{00D7D802-6D99-ACBA-29C6-55DEE3DD9DA7}"/>
              </a:ext>
            </a:extLst>
          </p:cNvPr>
          <p:cNvGrpSpPr/>
          <p:nvPr/>
        </p:nvGrpSpPr>
        <p:grpSpPr>
          <a:xfrm>
            <a:off x="2102907" y="90836"/>
            <a:ext cx="721206" cy="609701"/>
            <a:chOff x="2102907" y="90836"/>
            <a:chExt cx="721206" cy="609701"/>
          </a:xfrm>
        </p:grpSpPr>
        <p:sp>
          <p:nvSpPr>
            <p:cNvPr id="630" name="Rectangle 629">
              <a:extLst>
                <a:ext uri="{FF2B5EF4-FFF2-40B4-BE49-F238E27FC236}">
                  <a16:creationId xmlns:a16="http://schemas.microsoft.com/office/drawing/2014/main" id="{924E2C30-D4D7-FF93-5989-2E507CE24724}"/>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31" name="Rectangle 630">
              <a:extLst>
                <a:ext uri="{FF2B5EF4-FFF2-40B4-BE49-F238E27FC236}">
                  <a16:creationId xmlns:a16="http://schemas.microsoft.com/office/drawing/2014/main" id="{F1323D0F-AEE2-D264-140D-3B1C0E672938}"/>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2" name="Oval 15">
              <a:extLst>
                <a:ext uri="{FF2B5EF4-FFF2-40B4-BE49-F238E27FC236}">
                  <a16:creationId xmlns:a16="http://schemas.microsoft.com/office/drawing/2014/main" id="{B0A827F6-F482-EC4C-7109-B372980427E6}"/>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3" name="Straight Connector 632">
              <a:extLst>
                <a:ext uri="{FF2B5EF4-FFF2-40B4-BE49-F238E27FC236}">
                  <a16:creationId xmlns:a16="http://schemas.microsoft.com/office/drawing/2014/main" id="{0B8D5C9A-6714-4B2E-0F60-42DFC19B5B14}"/>
                </a:ext>
              </a:extLst>
            </p:cNvPr>
            <p:cNvCxnSpPr>
              <a:cxnSpLocks/>
              <a:stCxn id="632"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34" name="Straight Connector 633">
              <a:extLst>
                <a:ext uri="{FF2B5EF4-FFF2-40B4-BE49-F238E27FC236}">
                  <a16:creationId xmlns:a16="http://schemas.microsoft.com/office/drawing/2014/main" id="{7A97E616-AC2C-791B-67DC-AD51D1E0CA5E}"/>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5" name="Group 634">
            <a:extLst>
              <a:ext uri="{FF2B5EF4-FFF2-40B4-BE49-F238E27FC236}">
                <a16:creationId xmlns:a16="http://schemas.microsoft.com/office/drawing/2014/main" id="{502444A5-11AC-5890-84F7-FCD3D387A2E5}"/>
              </a:ext>
            </a:extLst>
          </p:cNvPr>
          <p:cNvGrpSpPr/>
          <p:nvPr/>
        </p:nvGrpSpPr>
        <p:grpSpPr>
          <a:xfrm>
            <a:off x="1269626" y="4419615"/>
            <a:ext cx="721206" cy="609701"/>
            <a:chOff x="1269626" y="4419615"/>
            <a:chExt cx="721206" cy="609701"/>
          </a:xfrm>
        </p:grpSpPr>
        <p:sp>
          <p:nvSpPr>
            <p:cNvPr id="636" name="Rectangle 635">
              <a:extLst>
                <a:ext uri="{FF2B5EF4-FFF2-40B4-BE49-F238E27FC236}">
                  <a16:creationId xmlns:a16="http://schemas.microsoft.com/office/drawing/2014/main" id="{4C143C49-F8DF-C811-F762-E7BA729ED5A8}"/>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37" name="Cylinder 636">
              <a:extLst>
                <a:ext uri="{FF2B5EF4-FFF2-40B4-BE49-F238E27FC236}">
                  <a16:creationId xmlns:a16="http://schemas.microsoft.com/office/drawing/2014/main" id="{0D25C1C6-0CD0-6FA8-55F9-A6CA4AAB154B}"/>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8" name="Group 637">
            <a:extLst>
              <a:ext uri="{FF2B5EF4-FFF2-40B4-BE49-F238E27FC236}">
                <a16:creationId xmlns:a16="http://schemas.microsoft.com/office/drawing/2014/main" id="{997B0F2F-7EE3-AC48-8C8B-C2C1673CF629}"/>
              </a:ext>
            </a:extLst>
          </p:cNvPr>
          <p:cNvGrpSpPr/>
          <p:nvPr/>
        </p:nvGrpSpPr>
        <p:grpSpPr>
          <a:xfrm>
            <a:off x="432841" y="4419615"/>
            <a:ext cx="721206" cy="609701"/>
            <a:chOff x="432841" y="4419615"/>
            <a:chExt cx="721206" cy="609701"/>
          </a:xfrm>
        </p:grpSpPr>
        <p:sp>
          <p:nvSpPr>
            <p:cNvPr id="639" name="Rectangle 638">
              <a:extLst>
                <a:ext uri="{FF2B5EF4-FFF2-40B4-BE49-F238E27FC236}">
                  <a16:creationId xmlns:a16="http://schemas.microsoft.com/office/drawing/2014/main" id="{5CCACDB1-E6FE-9060-FA3E-85E8F24CD5A0}"/>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40" name="Cylinder 639">
              <a:extLst>
                <a:ext uri="{FF2B5EF4-FFF2-40B4-BE49-F238E27FC236}">
                  <a16:creationId xmlns:a16="http://schemas.microsoft.com/office/drawing/2014/main" id="{2ABE30F5-0527-48FC-421E-5C91382E701F}"/>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1" name="Group 640">
            <a:extLst>
              <a:ext uri="{FF2B5EF4-FFF2-40B4-BE49-F238E27FC236}">
                <a16:creationId xmlns:a16="http://schemas.microsoft.com/office/drawing/2014/main" id="{894643F0-7316-985B-044B-8492AD68A9EB}"/>
              </a:ext>
            </a:extLst>
          </p:cNvPr>
          <p:cNvGrpSpPr/>
          <p:nvPr/>
        </p:nvGrpSpPr>
        <p:grpSpPr>
          <a:xfrm>
            <a:off x="1268467" y="5141008"/>
            <a:ext cx="721206" cy="609701"/>
            <a:chOff x="1268467" y="5141008"/>
            <a:chExt cx="721206" cy="609701"/>
          </a:xfrm>
        </p:grpSpPr>
        <p:sp>
          <p:nvSpPr>
            <p:cNvPr id="642" name="Rectangle 641">
              <a:extLst>
                <a:ext uri="{FF2B5EF4-FFF2-40B4-BE49-F238E27FC236}">
                  <a16:creationId xmlns:a16="http://schemas.microsoft.com/office/drawing/2014/main" id="{B03B3C20-B17C-0005-4C93-7ACADF21190D}"/>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43" name="Cylinder 642">
              <a:extLst>
                <a:ext uri="{FF2B5EF4-FFF2-40B4-BE49-F238E27FC236}">
                  <a16:creationId xmlns:a16="http://schemas.microsoft.com/office/drawing/2014/main" id="{8F0014F5-E15F-3911-A7E1-8B233444ABE2}"/>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4" name="Group 643">
            <a:extLst>
              <a:ext uri="{FF2B5EF4-FFF2-40B4-BE49-F238E27FC236}">
                <a16:creationId xmlns:a16="http://schemas.microsoft.com/office/drawing/2014/main" id="{DCE26467-E7C0-CB63-61F6-33C6FD5EC82C}"/>
              </a:ext>
            </a:extLst>
          </p:cNvPr>
          <p:cNvGrpSpPr/>
          <p:nvPr/>
        </p:nvGrpSpPr>
        <p:grpSpPr>
          <a:xfrm>
            <a:off x="431297" y="5141008"/>
            <a:ext cx="721206" cy="609701"/>
            <a:chOff x="431297" y="5141008"/>
            <a:chExt cx="721206" cy="609701"/>
          </a:xfrm>
        </p:grpSpPr>
        <p:sp>
          <p:nvSpPr>
            <p:cNvPr id="645" name="Rectangle 644">
              <a:extLst>
                <a:ext uri="{FF2B5EF4-FFF2-40B4-BE49-F238E27FC236}">
                  <a16:creationId xmlns:a16="http://schemas.microsoft.com/office/drawing/2014/main" id="{7C47408B-9B19-CECA-E55C-7339D32C10E6}"/>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46" name="Cylinder 645">
              <a:extLst>
                <a:ext uri="{FF2B5EF4-FFF2-40B4-BE49-F238E27FC236}">
                  <a16:creationId xmlns:a16="http://schemas.microsoft.com/office/drawing/2014/main" id="{E06361ED-4C0F-295D-ED85-CC7779CC6FAC}"/>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7" name="Group 646">
            <a:extLst>
              <a:ext uri="{FF2B5EF4-FFF2-40B4-BE49-F238E27FC236}">
                <a16:creationId xmlns:a16="http://schemas.microsoft.com/office/drawing/2014/main" id="{907BF3F8-BCCD-4DAA-5473-CACAB7D46E59}"/>
              </a:ext>
            </a:extLst>
          </p:cNvPr>
          <p:cNvGrpSpPr/>
          <p:nvPr/>
        </p:nvGrpSpPr>
        <p:grpSpPr>
          <a:xfrm>
            <a:off x="431660" y="3698226"/>
            <a:ext cx="721206" cy="609701"/>
            <a:chOff x="431660" y="3698226"/>
            <a:chExt cx="721206" cy="609701"/>
          </a:xfrm>
        </p:grpSpPr>
        <p:sp>
          <p:nvSpPr>
            <p:cNvPr id="648" name="Rectangle 647">
              <a:extLst>
                <a:ext uri="{FF2B5EF4-FFF2-40B4-BE49-F238E27FC236}">
                  <a16:creationId xmlns:a16="http://schemas.microsoft.com/office/drawing/2014/main" id="{63AFA770-9E27-1987-0949-99D19560F2FE}"/>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49" name="Right Triangle 648">
              <a:extLst>
                <a:ext uri="{FF2B5EF4-FFF2-40B4-BE49-F238E27FC236}">
                  <a16:creationId xmlns:a16="http://schemas.microsoft.com/office/drawing/2014/main" id="{9C2F3EF8-A8AE-73D7-2783-5ADE2C07F1A0}"/>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0" name="Group 649">
              <a:extLst>
                <a:ext uri="{FF2B5EF4-FFF2-40B4-BE49-F238E27FC236}">
                  <a16:creationId xmlns:a16="http://schemas.microsoft.com/office/drawing/2014/main" id="{C1F5542B-E070-D83A-21FA-DEF89C0DB296}"/>
                </a:ext>
              </a:extLst>
            </p:cNvPr>
            <p:cNvGrpSpPr/>
            <p:nvPr/>
          </p:nvGrpSpPr>
          <p:grpSpPr>
            <a:xfrm>
              <a:off x="1102253" y="3706270"/>
              <a:ext cx="37817" cy="61390"/>
              <a:chOff x="3883481" y="2057400"/>
              <a:chExt cx="1608363" cy="2652031"/>
            </a:xfrm>
            <a:solidFill>
              <a:srgbClr val="A6A6A6">
                <a:alpha val="20000"/>
              </a:srgbClr>
            </a:solidFill>
          </p:grpSpPr>
          <p:sp>
            <p:nvSpPr>
              <p:cNvPr id="651" name="Oval 27">
                <a:extLst>
                  <a:ext uri="{FF2B5EF4-FFF2-40B4-BE49-F238E27FC236}">
                    <a16:creationId xmlns:a16="http://schemas.microsoft.com/office/drawing/2014/main" id="{992E8BFF-D265-5E6F-C251-A99EC73350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2" name="Oval 28">
                <a:extLst>
                  <a:ext uri="{FF2B5EF4-FFF2-40B4-BE49-F238E27FC236}">
                    <a16:creationId xmlns:a16="http://schemas.microsoft.com/office/drawing/2014/main" id="{64B156D3-6714-B3D0-F0F5-7D9498F7028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3" name="Group 652">
            <a:extLst>
              <a:ext uri="{FF2B5EF4-FFF2-40B4-BE49-F238E27FC236}">
                <a16:creationId xmlns:a16="http://schemas.microsoft.com/office/drawing/2014/main" id="{C559B864-6016-3856-7D7E-CB52F02B029E}"/>
              </a:ext>
            </a:extLst>
          </p:cNvPr>
          <p:cNvGrpSpPr/>
          <p:nvPr/>
        </p:nvGrpSpPr>
        <p:grpSpPr>
          <a:xfrm>
            <a:off x="2942399" y="3698227"/>
            <a:ext cx="721206" cy="609701"/>
            <a:chOff x="2942399" y="3698227"/>
            <a:chExt cx="721206" cy="609701"/>
          </a:xfrm>
        </p:grpSpPr>
        <p:sp>
          <p:nvSpPr>
            <p:cNvPr id="654" name="Rectangle 653">
              <a:extLst>
                <a:ext uri="{FF2B5EF4-FFF2-40B4-BE49-F238E27FC236}">
                  <a16:creationId xmlns:a16="http://schemas.microsoft.com/office/drawing/2014/main" id="{BA8FA40D-D235-4524-7D6E-1CCCC9CF26E3}"/>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55" name="Right Triangle 654">
              <a:extLst>
                <a:ext uri="{FF2B5EF4-FFF2-40B4-BE49-F238E27FC236}">
                  <a16:creationId xmlns:a16="http://schemas.microsoft.com/office/drawing/2014/main" id="{1F6A6372-B8C6-3128-25A6-A86673841144}"/>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6" name="Group 655">
              <a:extLst>
                <a:ext uri="{FF2B5EF4-FFF2-40B4-BE49-F238E27FC236}">
                  <a16:creationId xmlns:a16="http://schemas.microsoft.com/office/drawing/2014/main" id="{E8C36D76-8714-EF16-8705-49D381639548}"/>
                </a:ext>
              </a:extLst>
            </p:cNvPr>
            <p:cNvGrpSpPr/>
            <p:nvPr/>
          </p:nvGrpSpPr>
          <p:grpSpPr>
            <a:xfrm>
              <a:off x="3607767" y="3713057"/>
              <a:ext cx="37817" cy="61390"/>
              <a:chOff x="3883481" y="2057400"/>
              <a:chExt cx="1608363" cy="2652031"/>
            </a:xfrm>
            <a:solidFill>
              <a:srgbClr val="A6A6A6">
                <a:alpha val="20000"/>
              </a:srgbClr>
            </a:solidFill>
          </p:grpSpPr>
          <p:sp>
            <p:nvSpPr>
              <p:cNvPr id="657" name="Oval 27">
                <a:extLst>
                  <a:ext uri="{FF2B5EF4-FFF2-40B4-BE49-F238E27FC236}">
                    <a16:creationId xmlns:a16="http://schemas.microsoft.com/office/drawing/2014/main" id="{B5716A2D-D39C-D2DF-6D70-DAC98629AE2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8" name="Oval 28">
                <a:extLst>
                  <a:ext uri="{FF2B5EF4-FFF2-40B4-BE49-F238E27FC236}">
                    <a16:creationId xmlns:a16="http://schemas.microsoft.com/office/drawing/2014/main" id="{926BFC41-4010-61D1-C610-498CA3B63C8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5" name="Group 674">
            <a:extLst>
              <a:ext uri="{FF2B5EF4-FFF2-40B4-BE49-F238E27FC236}">
                <a16:creationId xmlns:a16="http://schemas.microsoft.com/office/drawing/2014/main" id="{AC9DD3F8-3C46-96FF-C894-F25A7E6A2138}"/>
              </a:ext>
            </a:extLst>
          </p:cNvPr>
          <p:cNvGrpSpPr/>
          <p:nvPr/>
        </p:nvGrpSpPr>
        <p:grpSpPr>
          <a:xfrm>
            <a:off x="2105710" y="3698208"/>
            <a:ext cx="721206" cy="610396"/>
            <a:chOff x="2105710" y="3698208"/>
            <a:chExt cx="721206" cy="610396"/>
          </a:xfrm>
        </p:grpSpPr>
        <p:sp>
          <p:nvSpPr>
            <p:cNvPr id="676" name="Rectangle 675">
              <a:extLst>
                <a:ext uri="{FF2B5EF4-FFF2-40B4-BE49-F238E27FC236}">
                  <a16:creationId xmlns:a16="http://schemas.microsoft.com/office/drawing/2014/main" id="{DF64E7EF-1512-9294-A109-12E061545875}"/>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77" name="Right Triangle 676">
              <a:extLst>
                <a:ext uri="{FF2B5EF4-FFF2-40B4-BE49-F238E27FC236}">
                  <a16:creationId xmlns:a16="http://schemas.microsoft.com/office/drawing/2014/main" id="{03A8E7E5-495F-BDBE-57A6-C2D1166BD92F}"/>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8" name="Group 677">
              <a:extLst>
                <a:ext uri="{FF2B5EF4-FFF2-40B4-BE49-F238E27FC236}">
                  <a16:creationId xmlns:a16="http://schemas.microsoft.com/office/drawing/2014/main" id="{4C2ECA10-A754-C39A-0B81-1088C4416EA1}"/>
                </a:ext>
              </a:extLst>
            </p:cNvPr>
            <p:cNvGrpSpPr/>
            <p:nvPr/>
          </p:nvGrpSpPr>
          <p:grpSpPr>
            <a:xfrm>
              <a:off x="2776303" y="3704306"/>
              <a:ext cx="37817" cy="61390"/>
              <a:chOff x="3883481" y="2057400"/>
              <a:chExt cx="1608363" cy="2652031"/>
            </a:xfrm>
            <a:solidFill>
              <a:srgbClr val="A6A6A6">
                <a:alpha val="20000"/>
              </a:srgbClr>
            </a:solidFill>
          </p:grpSpPr>
          <p:sp>
            <p:nvSpPr>
              <p:cNvPr id="679" name="Oval 27">
                <a:extLst>
                  <a:ext uri="{FF2B5EF4-FFF2-40B4-BE49-F238E27FC236}">
                    <a16:creationId xmlns:a16="http://schemas.microsoft.com/office/drawing/2014/main" id="{DC5A0414-75C5-26AC-EC50-3CE3FA4612E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0" name="Oval 28">
                <a:extLst>
                  <a:ext uri="{FF2B5EF4-FFF2-40B4-BE49-F238E27FC236}">
                    <a16:creationId xmlns:a16="http://schemas.microsoft.com/office/drawing/2014/main" id="{627D0AAF-F33B-7FD1-DD99-6A0447E1668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1" name="Group 680">
            <a:extLst>
              <a:ext uri="{FF2B5EF4-FFF2-40B4-BE49-F238E27FC236}">
                <a16:creationId xmlns:a16="http://schemas.microsoft.com/office/drawing/2014/main" id="{A1F8D2C7-779E-9FCE-5A89-8E2BE22889CA}"/>
              </a:ext>
            </a:extLst>
          </p:cNvPr>
          <p:cNvGrpSpPr/>
          <p:nvPr/>
        </p:nvGrpSpPr>
        <p:grpSpPr>
          <a:xfrm>
            <a:off x="3778361" y="2253333"/>
            <a:ext cx="721206" cy="609701"/>
            <a:chOff x="3778361" y="2253333"/>
            <a:chExt cx="721206" cy="609701"/>
          </a:xfrm>
        </p:grpSpPr>
        <p:sp>
          <p:nvSpPr>
            <p:cNvPr id="682" name="Rectangle 681">
              <a:extLst>
                <a:ext uri="{FF2B5EF4-FFF2-40B4-BE49-F238E27FC236}">
                  <a16:creationId xmlns:a16="http://schemas.microsoft.com/office/drawing/2014/main" id="{ECDDFA51-B93A-324D-D4E4-6C44DDB2F8FC}"/>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83" name="Rectangle 682">
              <a:extLst>
                <a:ext uri="{FF2B5EF4-FFF2-40B4-BE49-F238E27FC236}">
                  <a16:creationId xmlns:a16="http://schemas.microsoft.com/office/drawing/2014/main" id="{4B854C7C-EC11-9C45-1728-60F4B1A55A53}"/>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4" name="Oval 15">
              <a:extLst>
                <a:ext uri="{FF2B5EF4-FFF2-40B4-BE49-F238E27FC236}">
                  <a16:creationId xmlns:a16="http://schemas.microsoft.com/office/drawing/2014/main" id="{571733AA-78C4-7D53-697A-36F2D27195EA}"/>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5" name="Straight Connector 684">
              <a:extLst>
                <a:ext uri="{FF2B5EF4-FFF2-40B4-BE49-F238E27FC236}">
                  <a16:creationId xmlns:a16="http://schemas.microsoft.com/office/drawing/2014/main" id="{960148D6-E258-E2CC-D566-95327798F1EB}"/>
                </a:ext>
              </a:extLst>
            </p:cNvPr>
            <p:cNvCxnSpPr>
              <a:cxnSpLocks/>
              <a:stCxn id="684"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6" name="Straight Connector 685">
              <a:extLst>
                <a:ext uri="{FF2B5EF4-FFF2-40B4-BE49-F238E27FC236}">
                  <a16:creationId xmlns:a16="http://schemas.microsoft.com/office/drawing/2014/main" id="{7A53A423-A0F4-C314-7480-76A63E0C4437}"/>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87" name="Group 686">
            <a:extLst>
              <a:ext uri="{FF2B5EF4-FFF2-40B4-BE49-F238E27FC236}">
                <a16:creationId xmlns:a16="http://schemas.microsoft.com/office/drawing/2014/main" id="{D6451B6A-24CA-191B-BC19-F9A15551E5D7}"/>
              </a:ext>
            </a:extLst>
          </p:cNvPr>
          <p:cNvGrpSpPr/>
          <p:nvPr/>
        </p:nvGrpSpPr>
        <p:grpSpPr>
          <a:xfrm>
            <a:off x="1268843" y="2253332"/>
            <a:ext cx="721206" cy="609701"/>
            <a:chOff x="1268843" y="2253332"/>
            <a:chExt cx="721206" cy="609701"/>
          </a:xfrm>
        </p:grpSpPr>
        <p:sp>
          <p:nvSpPr>
            <p:cNvPr id="688" name="Rectangle 687">
              <a:extLst>
                <a:ext uri="{FF2B5EF4-FFF2-40B4-BE49-F238E27FC236}">
                  <a16:creationId xmlns:a16="http://schemas.microsoft.com/office/drawing/2014/main" id="{5DE9E040-056F-9873-77D1-5F49B2CB2815}"/>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89" name="Right Triangle 688">
              <a:extLst>
                <a:ext uri="{FF2B5EF4-FFF2-40B4-BE49-F238E27FC236}">
                  <a16:creationId xmlns:a16="http://schemas.microsoft.com/office/drawing/2014/main" id="{C46410DC-81A7-0BB6-87C0-C631C3E2EBA0}"/>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0" name="Group 689">
              <a:extLst>
                <a:ext uri="{FF2B5EF4-FFF2-40B4-BE49-F238E27FC236}">
                  <a16:creationId xmlns:a16="http://schemas.microsoft.com/office/drawing/2014/main" id="{44BBDE3E-D9D3-72AB-07CC-DD2AAB3A6612}"/>
                </a:ext>
              </a:extLst>
            </p:cNvPr>
            <p:cNvGrpSpPr/>
            <p:nvPr/>
          </p:nvGrpSpPr>
          <p:grpSpPr>
            <a:xfrm>
              <a:off x="1939436" y="2265731"/>
              <a:ext cx="37817" cy="61390"/>
              <a:chOff x="3883481" y="2057400"/>
              <a:chExt cx="1608363" cy="2652031"/>
            </a:xfrm>
            <a:solidFill>
              <a:srgbClr val="A6A6A6">
                <a:alpha val="20000"/>
              </a:srgbClr>
            </a:solidFill>
          </p:grpSpPr>
          <p:sp>
            <p:nvSpPr>
              <p:cNvPr id="691" name="Oval 27">
                <a:extLst>
                  <a:ext uri="{FF2B5EF4-FFF2-40B4-BE49-F238E27FC236}">
                    <a16:creationId xmlns:a16="http://schemas.microsoft.com/office/drawing/2014/main" id="{85B1D7FB-D1D8-A983-A450-7EF6F3C8969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2" name="Oval 28">
                <a:extLst>
                  <a:ext uri="{FF2B5EF4-FFF2-40B4-BE49-F238E27FC236}">
                    <a16:creationId xmlns:a16="http://schemas.microsoft.com/office/drawing/2014/main" id="{C80286C1-0A37-0808-AEFF-5302E9C5B99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3" name="Group 692">
            <a:extLst>
              <a:ext uri="{FF2B5EF4-FFF2-40B4-BE49-F238E27FC236}">
                <a16:creationId xmlns:a16="http://schemas.microsoft.com/office/drawing/2014/main" id="{B83F8524-4F52-46AE-2157-44BB33B95588}"/>
              </a:ext>
            </a:extLst>
          </p:cNvPr>
          <p:cNvGrpSpPr/>
          <p:nvPr/>
        </p:nvGrpSpPr>
        <p:grpSpPr>
          <a:xfrm>
            <a:off x="2105351" y="2253333"/>
            <a:ext cx="721206" cy="609701"/>
            <a:chOff x="2105351" y="2253333"/>
            <a:chExt cx="721206" cy="609701"/>
          </a:xfrm>
        </p:grpSpPr>
        <p:sp>
          <p:nvSpPr>
            <p:cNvPr id="694" name="Rectangle 693">
              <a:extLst>
                <a:ext uri="{FF2B5EF4-FFF2-40B4-BE49-F238E27FC236}">
                  <a16:creationId xmlns:a16="http://schemas.microsoft.com/office/drawing/2014/main" id="{3A377DE4-47A9-C6E0-8EB5-6CC98DBA65A7}"/>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95" name="Right Triangle 694">
              <a:extLst>
                <a:ext uri="{FF2B5EF4-FFF2-40B4-BE49-F238E27FC236}">
                  <a16:creationId xmlns:a16="http://schemas.microsoft.com/office/drawing/2014/main" id="{87E7FEAC-30BF-2256-89FD-237043856696}"/>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6" name="Group 695">
              <a:extLst>
                <a:ext uri="{FF2B5EF4-FFF2-40B4-BE49-F238E27FC236}">
                  <a16:creationId xmlns:a16="http://schemas.microsoft.com/office/drawing/2014/main" id="{3A43B2C2-09EF-CE22-AEB9-85F01A39F4DE}"/>
                </a:ext>
              </a:extLst>
            </p:cNvPr>
            <p:cNvGrpSpPr/>
            <p:nvPr/>
          </p:nvGrpSpPr>
          <p:grpSpPr>
            <a:xfrm>
              <a:off x="2771408" y="2265591"/>
              <a:ext cx="37817" cy="61390"/>
              <a:chOff x="3883481" y="2057400"/>
              <a:chExt cx="1608363" cy="2652031"/>
            </a:xfrm>
            <a:solidFill>
              <a:srgbClr val="A6A6A6">
                <a:alpha val="20000"/>
              </a:srgbClr>
            </a:solidFill>
          </p:grpSpPr>
          <p:sp>
            <p:nvSpPr>
              <p:cNvPr id="697" name="Oval 27">
                <a:extLst>
                  <a:ext uri="{FF2B5EF4-FFF2-40B4-BE49-F238E27FC236}">
                    <a16:creationId xmlns:a16="http://schemas.microsoft.com/office/drawing/2014/main" id="{6BA8ACB6-D648-6349-DD5C-9DB743D0D2E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8" name="Oval 28">
                <a:extLst>
                  <a:ext uri="{FF2B5EF4-FFF2-40B4-BE49-F238E27FC236}">
                    <a16:creationId xmlns:a16="http://schemas.microsoft.com/office/drawing/2014/main" id="{E9940C29-464A-7C0D-D705-8035E80BB0E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9" name="Group 698">
            <a:extLst>
              <a:ext uri="{FF2B5EF4-FFF2-40B4-BE49-F238E27FC236}">
                <a16:creationId xmlns:a16="http://schemas.microsoft.com/office/drawing/2014/main" id="{2FF894D2-E845-D093-94B7-52550A5AF128}"/>
              </a:ext>
            </a:extLst>
          </p:cNvPr>
          <p:cNvGrpSpPr/>
          <p:nvPr/>
        </p:nvGrpSpPr>
        <p:grpSpPr>
          <a:xfrm>
            <a:off x="2941860" y="2253333"/>
            <a:ext cx="721206" cy="609701"/>
            <a:chOff x="2941860" y="2253333"/>
            <a:chExt cx="721206" cy="609701"/>
          </a:xfrm>
        </p:grpSpPr>
        <p:sp>
          <p:nvSpPr>
            <p:cNvPr id="700" name="Rectangle 699">
              <a:extLst>
                <a:ext uri="{FF2B5EF4-FFF2-40B4-BE49-F238E27FC236}">
                  <a16:creationId xmlns:a16="http://schemas.microsoft.com/office/drawing/2014/main" id="{3D6EF2BD-B448-CF54-47DC-3C3D8CA41F5F}"/>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701" name="Right Triangle 700">
              <a:extLst>
                <a:ext uri="{FF2B5EF4-FFF2-40B4-BE49-F238E27FC236}">
                  <a16:creationId xmlns:a16="http://schemas.microsoft.com/office/drawing/2014/main" id="{92AFC131-4797-5231-1885-4E89EDB04E3E}"/>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2" name="Group 701">
              <a:extLst>
                <a:ext uri="{FF2B5EF4-FFF2-40B4-BE49-F238E27FC236}">
                  <a16:creationId xmlns:a16="http://schemas.microsoft.com/office/drawing/2014/main" id="{EBE2DD60-CD06-5BA0-EACD-28805ED2E4C1}"/>
                </a:ext>
              </a:extLst>
            </p:cNvPr>
            <p:cNvGrpSpPr/>
            <p:nvPr/>
          </p:nvGrpSpPr>
          <p:grpSpPr>
            <a:xfrm>
              <a:off x="3611250" y="2264969"/>
              <a:ext cx="37817" cy="61390"/>
              <a:chOff x="3883481" y="2057400"/>
              <a:chExt cx="1608363" cy="2652031"/>
            </a:xfrm>
            <a:solidFill>
              <a:srgbClr val="A6A6A6">
                <a:alpha val="20000"/>
              </a:srgbClr>
            </a:solidFill>
          </p:grpSpPr>
          <p:sp>
            <p:nvSpPr>
              <p:cNvPr id="703" name="Oval 27">
                <a:extLst>
                  <a:ext uri="{FF2B5EF4-FFF2-40B4-BE49-F238E27FC236}">
                    <a16:creationId xmlns:a16="http://schemas.microsoft.com/office/drawing/2014/main" id="{7360D51A-24AF-8C31-A1D7-65E23C0343A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4" name="Oval 28">
                <a:extLst>
                  <a:ext uri="{FF2B5EF4-FFF2-40B4-BE49-F238E27FC236}">
                    <a16:creationId xmlns:a16="http://schemas.microsoft.com/office/drawing/2014/main" id="{CC767F0D-C7D1-0DF5-216F-E42105DBB9B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5" name="Group 704">
            <a:extLst>
              <a:ext uri="{FF2B5EF4-FFF2-40B4-BE49-F238E27FC236}">
                <a16:creationId xmlns:a16="http://schemas.microsoft.com/office/drawing/2014/main" id="{277D670C-091B-5A7B-2A9E-A2619EA61059}"/>
              </a:ext>
            </a:extLst>
          </p:cNvPr>
          <p:cNvGrpSpPr/>
          <p:nvPr/>
        </p:nvGrpSpPr>
        <p:grpSpPr>
          <a:xfrm>
            <a:off x="4614876" y="2253332"/>
            <a:ext cx="721206" cy="609701"/>
            <a:chOff x="4614876" y="2253332"/>
            <a:chExt cx="721206" cy="609701"/>
          </a:xfrm>
        </p:grpSpPr>
        <p:sp>
          <p:nvSpPr>
            <p:cNvPr id="706" name="Rectangle 705">
              <a:extLst>
                <a:ext uri="{FF2B5EF4-FFF2-40B4-BE49-F238E27FC236}">
                  <a16:creationId xmlns:a16="http://schemas.microsoft.com/office/drawing/2014/main" id="{EAE0292F-8856-2849-1384-34878E2FC90F}"/>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07" name="Right Triangle 706">
              <a:extLst>
                <a:ext uri="{FF2B5EF4-FFF2-40B4-BE49-F238E27FC236}">
                  <a16:creationId xmlns:a16="http://schemas.microsoft.com/office/drawing/2014/main" id="{1C38B004-A71B-7C67-5166-865597A3B038}"/>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8" name="Group 707">
              <a:extLst>
                <a:ext uri="{FF2B5EF4-FFF2-40B4-BE49-F238E27FC236}">
                  <a16:creationId xmlns:a16="http://schemas.microsoft.com/office/drawing/2014/main" id="{5D326478-A1D9-7EEA-122C-D9C0AE02CA55}"/>
                </a:ext>
              </a:extLst>
            </p:cNvPr>
            <p:cNvGrpSpPr/>
            <p:nvPr/>
          </p:nvGrpSpPr>
          <p:grpSpPr>
            <a:xfrm>
              <a:off x="5280738" y="2264779"/>
              <a:ext cx="37817" cy="61390"/>
              <a:chOff x="3883481" y="2057400"/>
              <a:chExt cx="1608363" cy="2652031"/>
            </a:xfrm>
            <a:solidFill>
              <a:srgbClr val="A6A6A6">
                <a:alpha val="20000"/>
              </a:srgbClr>
            </a:solidFill>
          </p:grpSpPr>
          <p:sp>
            <p:nvSpPr>
              <p:cNvPr id="709" name="Oval 27">
                <a:extLst>
                  <a:ext uri="{FF2B5EF4-FFF2-40B4-BE49-F238E27FC236}">
                    <a16:creationId xmlns:a16="http://schemas.microsoft.com/office/drawing/2014/main" id="{F3D2E499-0ED3-693E-1EAC-57765005459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0" name="Oval 28">
                <a:extLst>
                  <a:ext uri="{FF2B5EF4-FFF2-40B4-BE49-F238E27FC236}">
                    <a16:creationId xmlns:a16="http://schemas.microsoft.com/office/drawing/2014/main" id="{848FED58-DDA2-240F-2148-B9F852D8452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3" name="Group 722">
            <a:extLst>
              <a:ext uri="{FF2B5EF4-FFF2-40B4-BE49-F238E27FC236}">
                <a16:creationId xmlns:a16="http://schemas.microsoft.com/office/drawing/2014/main" id="{5B84BBD2-A949-4970-BF52-4A128AC53C98}"/>
              </a:ext>
            </a:extLst>
          </p:cNvPr>
          <p:cNvGrpSpPr/>
          <p:nvPr/>
        </p:nvGrpSpPr>
        <p:grpSpPr>
          <a:xfrm>
            <a:off x="431659" y="2253337"/>
            <a:ext cx="721895" cy="609700"/>
            <a:chOff x="431659" y="2253337"/>
            <a:chExt cx="721895" cy="609700"/>
          </a:xfrm>
        </p:grpSpPr>
        <p:sp>
          <p:nvSpPr>
            <p:cNvPr id="724" name="Rectangle 723">
              <a:hlinkHover r:id="" action="ppaction://noaction" highlightClick="1"/>
              <a:extLst>
                <a:ext uri="{FF2B5EF4-FFF2-40B4-BE49-F238E27FC236}">
                  <a16:creationId xmlns:a16="http://schemas.microsoft.com/office/drawing/2014/main" id="{91DB36BC-86E9-E6BD-769A-88D8AE6B0605}"/>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25" name="Diamond 724">
              <a:extLst>
                <a:ext uri="{FF2B5EF4-FFF2-40B4-BE49-F238E27FC236}">
                  <a16:creationId xmlns:a16="http://schemas.microsoft.com/office/drawing/2014/main" id="{E99A02E2-9A49-2B39-9011-EA4E63CAFBB3}"/>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6" name="Oval 725">
              <a:extLst>
                <a:ext uri="{FF2B5EF4-FFF2-40B4-BE49-F238E27FC236}">
                  <a16:creationId xmlns:a16="http://schemas.microsoft.com/office/drawing/2014/main" id="{44BABBFA-AEAC-8036-09C2-709677D93789}"/>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31" name="Group 730">
            <a:extLst>
              <a:ext uri="{FF2B5EF4-FFF2-40B4-BE49-F238E27FC236}">
                <a16:creationId xmlns:a16="http://schemas.microsoft.com/office/drawing/2014/main" id="{B7F4D056-C294-CDD4-C7F3-14CB4F92754F}"/>
              </a:ext>
            </a:extLst>
          </p:cNvPr>
          <p:cNvGrpSpPr/>
          <p:nvPr/>
        </p:nvGrpSpPr>
        <p:grpSpPr>
          <a:xfrm>
            <a:off x="2105348" y="1532276"/>
            <a:ext cx="721206" cy="609701"/>
            <a:chOff x="2105348" y="1532276"/>
            <a:chExt cx="721206" cy="609701"/>
          </a:xfrm>
        </p:grpSpPr>
        <p:sp>
          <p:nvSpPr>
            <p:cNvPr id="732" name="Rectangle 731">
              <a:extLst>
                <a:ext uri="{FF2B5EF4-FFF2-40B4-BE49-F238E27FC236}">
                  <a16:creationId xmlns:a16="http://schemas.microsoft.com/office/drawing/2014/main" id="{84EBE34B-FC55-16AE-5C9B-4DF11704CAD4}"/>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33" name="Rectangle 732">
              <a:extLst>
                <a:ext uri="{FF2B5EF4-FFF2-40B4-BE49-F238E27FC236}">
                  <a16:creationId xmlns:a16="http://schemas.microsoft.com/office/drawing/2014/main" id="{42BD9FBB-9FBE-FD2F-CE46-A8761A741C48}"/>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4" name="Oval 15">
              <a:extLst>
                <a:ext uri="{FF2B5EF4-FFF2-40B4-BE49-F238E27FC236}">
                  <a16:creationId xmlns:a16="http://schemas.microsoft.com/office/drawing/2014/main" id="{23B27FDD-6C65-E4B7-7E26-5808D6FB1B49}"/>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5" name="Straight Connector 734">
              <a:extLst>
                <a:ext uri="{FF2B5EF4-FFF2-40B4-BE49-F238E27FC236}">
                  <a16:creationId xmlns:a16="http://schemas.microsoft.com/office/drawing/2014/main" id="{8619B66D-2778-A3EC-621D-C4B7E86B8621}"/>
                </a:ext>
              </a:extLst>
            </p:cNvPr>
            <p:cNvCxnSpPr>
              <a:cxnSpLocks/>
              <a:stCxn id="734"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36" name="Straight Connector 735">
              <a:extLst>
                <a:ext uri="{FF2B5EF4-FFF2-40B4-BE49-F238E27FC236}">
                  <a16:creationId xmlns:a16="http://schemas.microsoft.com/office/drawing/2014/main" id="{DB5B48B5-275B-CCC7-A8A6-ACDC864E9B77}"/>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37" name="Group 736">
            <a:extLst>
              <a:ext uri="{FF2B5EF4-FFF2-40B4-BE49-F238E27FC236}">
                <a16:creationId xmlns:a16="http://schemas.microsoft.com/office/drawing/2014/main" id="{66470682-4E00-2E4D-9D97-69995B760F5B}"/>
              </a:ext>
            </a:extLst>
          </p:cNvPr>
          <p:cNvGrpSpPr/>
          <p:nvPr/>
        </p:nvGrpSpPr>
        <p:grpSpPr>
          <a:xfrm>
            <a:off x="431659" y="1532283"/>
            <a:ext cx="721891" cy="610032"/>
            <a:chOff x="431659" y="1532283"/>
            <a:chExt cx="721891" cy="610032"/>
          </a:xfrm>
        </p:grpSpPr>
        <p:sp>
          <p:nvSpPr>
            <p:cNvPr id="738" name="Rectangle 737">
              <a:extLst>
                <a:ext uri="{FF2B5EF4-FFF2-40B4-BE49-F238E27FC236}">
                  <a16:creationId xmlns:a16="http://schemas.microsoft.com/office/drawing/2014/main" id="{90625C08-B992-6CBF-317D-639B0E06E832}"/>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39" name="Right Triangle 738">
              <a:extLst>
                <a:ext uri="{FF2B5EF4-FFF2-40B4-BE49-F238E27FC236}">
                  <a16:creationId xmlns:a16="http://schemas.microsoft.com/office/drawing/2014/main" id="{84BEEF35-255A-7D7D-C228-A6B7B7FC123E}"/>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0" name="Group 739">
              <a:extLst>
                <a:ext uri="{FF2B5EF4-FFF2-40B4-BE49-F238E27FC236}">
                  <a16:creationId xmlns:a16="http://schemas.microsoft.com/office/drawing/2014/main" id="{8EEFAF8F-5A04-107B-EED1-1CE4AB78E763}"/>
                </a:ext>
              </a:extLst>
            </p:cNvPr>
            <p:cNvGrpSpPr/>
            <p:nvPr/>
          </p:nvGrpSpPr>
          <p:grpSpPr>
            <a:xfrm>
              <a:off x="1102940" y="1538374"/>
              <a:ext cx="37817" cy="61390"/>
              <a:chOff x="3883481" y="2057400"/>
              <a:chExt cx="1608363" cy="2652031"/>
            </a:xfrm>
            <a:solidFill>
              <a:srgbClr val="A6A6A6">
                <a:alpha val="20000"/>
              </a:srgbClr>
            </a:solidFill>
          </p:grpSpPr>
          <p:sp>
            <p:nvSpPr>
              <p:cNvPr id="741" name="Oval 27">
                <a:extLst>
                  <a:ext uri="{FF2B5EF4-FFF2-40B4-BE49-F238E27FC236}">
                    <a16:creationId xmlns:a16="http://schemas.microsoft.com/office/drawing/2014/main" id="{FB6A6B05-7F1E-45E2-E666-22DDECECAF0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2" name="Oval 28">
                <a:extLst>
                  <a:ext uri="{FF2B5EF4-FFF2-40B4-BE49-F238E27FC236}">
                    <a16:creationId xmlns:a16="http://schemas.microsoft.com/office/drawing/2014/main" id="{749BB569-65AA-334C-810E-E34C8798377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3" name="Group 742">
            <a:extLst>
              <a:ext uri="{FF2B5EF4-FFF2-40B4-BE49-F238E27FC236}">
                <a16:creationId xmlns:a16="http://schemas.microsoft.com/office/drawing/2014/main" id="{A331380B-A6FA-3DEF-5DDB-41F46A3DBE8D}"/>
              </a:ext>
            </a:extLst>
          </p:cNvPr>
          <p:cNvGrpSpPr/>
          <p:nvPr/>
        </p:nvGrpSpPr>
        <p:grpSpPr>
          <a:xfrm>
            <a:off x="1268843" y="1532283"/>
            <a:ext cx="721206" cy="610032"/>
            <a:chOff x="1268843" y="1532283"/>
            <a:chExt cx="721206" cy="610032"/>
          </a:xfrm>
        </p:grpSpPr>
        <p:sp>
          <p:nvSpPr>
            <p:cNvPr id="744" name="Rectangle 743">
              <a:extLst>
                <a:ext uri="{FF2B5EF4-FFF2-40B4-BE49-F238E27FC236}">
                  <a16:creationId xmlns:a16="http://schemas.microsoft.com/office/drawing/2014/main" id="{7CFB8D46-35DC-C932-3A8A-474E8B73D52C}"/>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45" name="Right Triangle 744">
              <a:extLst>
                <a:ext uri="{FF2B5EF4-FFF2-40B4-BE49-F238E27FC236}">
                  <a16:creationId xmlns:a16="http://schemas.microsoft.com/office/drawing/2014/main" id="{6FACAD87-D5E7-ECB0-D3E9-942828DB0A0E}"/>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6" name="Group 745">
              <a:extLst>
                <a:ext uri="{FF2B5EF4-FFF2-40B4-BE49-F238E27FC236}">
                  <a16:creationId xmlns:a16="http://schemas.microsoft.com/office/drawing/2014/main" id="{A8352165-71AC-D10F-B2BB-EC4484B42F36}"/>
                </a:ext>
              </a:extLst>
            </p:cNvPr>
            <p:cNvGrpSpPr/>
            <p:nvPr/>
          </p:nvGrpSpPr>
          <p:grpSpPr>
            <a:xfrm>
              <a:off x="1939436" y="1538374"/>
              <a:ext cx="37817" cy="61390"/>
              <a:chOff x="3883481" y="2057400"/>
              <a:chExt cx="1608363" cy="2652031"/>
            </a:xfrm>
            <a:solidFill>
              <a:srgbClr val="A6A6A6">
                <a:alpha val="20000"/>
              </a:srgbClr>
            </a:solidFill>
          </p:grpSpPr>
          <p:sp>
            <p:nvSpPr>
              <p:cNvPr id="747" name="Oval 27">
                <a:extLst>
                  <a:ext uri="{FF2B5EF4-FFF2-40B4-BE49-F238E27FC236}">
                    <a16:creationId xmlns:a16="http://schemas.microsoft.com/office/drawing/2014/main" id="{00BF7D78-C2D5-95C2-7902-11C22EDD008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8" name="Oval 28">
                <a:extLst>
                  <a:ext uri="{FF2B5EF4-FFF2-40B4-BE49-F238E27FC236}">
                    <a16:creationId xmlns:a16="http://schemas.microsoft.com/office/drawing/2014/main" id="{4501B850-D525-B669-6433-533BC1DCEBC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1" name="Group 760">
            <a:extLst>
              <a:ext uri="{FF2B5EF4-FFF2-40B4-BE49-F238E27FC236}">
                <a16:creationId xmlns:a16="http://schemas.microsoft.com/office/drawing/2014/main" id="{F47CA9B1-D3A9-87A9-15CE-48805D1A05E5}"/>
              </a:ext>
            </a:extLst>
          </p:cNvPr>
          <p:cNvGrpSpPr/>
          <p:nvPr/>
        </p:nvGrpSpPr>
        <p:grpSpPr>
          <a:xfrm>
            <a:off x="431659" y="2974054"/>
            <a:ext cx="721891" cy="609701"/>
            <a:chOff x="431659" y="2974054"/>
            <a:chExt cx="721891" cy="609701"/>
          </a:xfrm>
        </p:grpSpPr>
        <p:sp>
          <p:nvSpPr>
            <p:cNvPr id="762" name="Rectangle 761">
              <a:extLst>
                <a:ext uri="{FF2B5EF4-FFF2-40B4-BE49-F238E27FC236}">
                  <a16:creationId xmlns:a16="http://schemas.microsoft.com/office/drawing/2014/main" id="{F8E6DB4B-AC06-E429-7CC6-2F7AEEDA9282}"/>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63" name="Right Triangle 762">
              <a:extLst>
                <a:ext uri="{FF2B5EF4-FFF2-40B4-BE49-F238E27FC236}">
                  <a16:creationId xmlns:a16="http://schemas.microsoft.com/office/drawing/2014/main" id="{B78C6651-C057-F65F-249B-72EDF2FB59BB}"/>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4" name="Group 763">
              <a:extLst>
                <a:ext uri="{FF2B5EF4-FFF2-40B4-BE49-F238E27FC236}">
                  <a16:creationId xmlns:a16="http://schemas.microsoft.com/office/drawing/2014/main" id="{2AA22F36-99C1-E1A2-8050-F9DD80072E81}"/>
                </a:ext>
              </a:extLst>
            </p:cNvPr>
            <p:cNvGrpSpPr/>
            <p:nvPr/>
          </p:nvGrpSpPr>
          <p:grpSpPr>
            <a:xfrm>
              <a:off x="1102940" y="2981762"/>
              <a:ext cx="37817" cy="61390"/>
              <a:chOff x="3883481" y="2057400"/>
              <a:chExt cx="1608363" cy="2652031"/>
            </a:xfrm>
            <a:solidFill>
              <a:srgbClr val="A6A6A6">
                <a:alpha val="20000"/>
              </a:srgbClr>
            </a:solidFill>
          </p:grpSpPr>
          <p:sp>
            <p:nvSpPr>
              <p:cNvPr id="765" name="Oval 27">
                <a:extLst>
                  <a:ext uri="{FF2B5EF4-FFF2-40B4-BE49-F238E27FC236}">
                    <a16:creationId xmlns:a16="http://schemas.microsoft.com/office/drawing/2014/main" id="{7C06FF0B-F422-8CB5-4E91-D0B1577F626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6" name="Oval 28">
                <a:extLst>
                  <a:ext uri="{FF2B5EF4-FFF2-40B4-BE49-F238E27FC236}">
                    <a16:creationId xmlns:a16="http://schemas.microsoft.com/office/drawing/2014/main" id="{6A6DAA2F-6396-5558-30A2-077A9DBCD66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3" name="Group 772">
            <a:extLst>
              <a:ext uri="{FF2B5EF4-FFF2-40B4-BE49-F238E27FC236}">
                <a16:creationId xmlns:a16="http://schemas.microsoft.com/office/drawing/2014/main" id="{C8C1946B-77B5-B421-EA51-4F3F23AED83D}"/>
              </a:ext>
            </a:extLst>
          </p:cNvPr>
          <p:cNvGrpSpPr/>
          <p:nvPr/>
        </p:nvGrpSpPr>
        <p:grpSpPr>
          <a:xfrm>
            <a:off x="2940469" y="2974031"/>
            <a:ext cx="721206" cy="613175"/>
            <a:chOff x="2940469" y="2974031"/>
            <a:chExt cx="721206" cy="613175"/>
          </a:xfrm>
        </p:grpSpPr>
        <p:sp>
          <p:nvSpPr>
            <p:cNvPr id="774" name="Rectangle 773">
              <a:extLst>
                <a:ext uri="{FF2B5EF4-FFF2-40B4-BE49-F238E27FC236}">
                  <a16:creationId xmlns:a16="http://schemas.microsoft.com/office/drawing/2014/main" id="{0ACC5DFB-1332-FE60-CA31-C1CF64567ADE}"/>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75" name="Right Triangle 774">
              <a:extLst>
                <a:ext uri="{FF2B5EF4-FFF2-40B4-BE49-F238E27FC236}">
                  <a16:creationId xmlns:a16="http://schemas.microsoft.com/office/drawing/2014/main" id="{A09F82C1-A0A0-C1AE-E616-6F912EF4238D}"/>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6" name="Group 775">
              <a:extLst>
                <a:ext uri="{FF2B5EF4-FFF2-40B4-BE49-F238E27FC236}">
                  <a16:creationId xmlns:a16="http://schemas.microsoft.com/office/drawing/2014/main" id="{E9D9999F-CF88-D32E-F159-4949CFED3695}"/>
                </a:ext>
              </a:extLst>
            </p:cNvPr>
            <p:cNvGrpSpPr/>
            <p:nvPr/>
          </p:nvGrpSpPr>
          <p:grpSpPr>
            <a:xfrm>
              <a:off x="3610502" y="2980132"/>
              <a:ext cx="37817" cy="61390"/>
              <a:chOff x="3883481" y="2057400"/>
              <a:chExt cx="1608363" cy="2652031"/>
            </a:xfrm>
            <a:solidFill>
              <a:srgbClr val="A6A6A6">
                <a:alpha val="20000"/>
              </a:srgbClr>
            </a:solidFill>
          </p:grpSpPr>
          <p:sp>
            <p:nvSpPr>
              <p:cNvPr id="777" name="Oval 27">
                <a:extLst>
                  <a:ext uri="{FF2B5EF4-FFF2-40B4-BE49-F238E27FC236}">
                    <a16:creationId xmlns:a16="http://schemas.microsoft.com/office/drawing/2014/main" id="{52267DCB-7F01-F837-F0C2-C9F340D0934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8" name="Oval 28">
                <a:extLst>
                  <a:ext uri="{FF2B5EF4-FFF2-40B4-BE49-F238E27FC236}">
                    <a16:creationId xmlns:a16="http://schemas.microsoft.com/office/drawing/2014/main" id="{1C99C24D-5373-84C6-845C-8121841B3D0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9" name="Group 778">
            <a:extLst>
              <a:ext uri="{FF2B5EF4-FFF2-40B4-BE49-F238E27FC236}">
                <a16:creationId xmlns:a16="http://schemas.microsoft.com/office/drawing/2014/main" id="{93DC7E4D-C0BD-1EF7-6866-743A5A6D5FAA}"/>
              </a:ext>
            </a:extLst>
          </p:cNvPr>
          <p:cNvGrpSpPr/>
          <p:nvPr/>
        </p:nvGrpSpPr>
        <p:grpSpPr>
          <a:xfrm>
            <a:off x="1268380" y="2974053"/>
            <a:ext cx="721206" cy="609701"/>
            <a:chOff x="1268380" y="2974053"/>
            <a:chExt cx="721206" cy="609701"/>
          </a:xfrm>
        </p:grpSpPr>
        <p:sp>
          <p:nvSpPr>
            <p:cNvPr id="780" name="Rectangle 779">
              <a:extLst>
                <a:ext uri="{FF2B5EF4-FFF2-40B4-BE49-F238E27FC236}">
                  <a16:creationId xmlns:a16="http://schemas.microsoft.com/office/drawing/2014/main" id="{C68D2637-A248-2F02-B277-B067310F6B31}"/>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81" name="Right Triangle 780">
              <a:extLst>
                <a:ext uri="{FF2B5EF4-FFF2-40B4-BE49-F238E27FC236}">
                  <a16:creationId xmlns:a16="http://schemas.microsoft.com/office/drawing/2014/main" id="{519D8574-BA42-80B4-21E4-A523C547970E}"/>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2" name="Group 781">
              <a:extLst>
                <a:ext uri="{FF2B5EF4-FFF2-40B4-BE49-F238E27FC236}">
                  <a16:creationId xmlns:a16="http://schemas.microsoft.com/office/drawing/2014/main" id="{90997804-3E06-4E9D-6021-679C10F73BC3}"/>
                </a:ext>
              </a:extLst>
            </p:cNvPr>
            <p:cNvGrpSpPr/>
            <p:nvPr/>
          </p:nvGrpSpPr>
          <p:grpSpPr>
            <a:xfrm>
              <a:off x="1938973" y="2986452"/>
              <a:ext cx="37817" cy="61390"/>
              <a:chOff x="3883481" y="2057400"/>
              <a:chExt cx="1608363" cy="2652031"/>
            </a:xfrm>
            <a:solidFill>
              <a:srgbClr val="A6A6A6">
                <a:alpha val="20000"/>
              </a:srgbClr>
            </a:solidFill>
          </p:grpSpPr>
          <p:sp>
            <p:nvSpPr>
              <p:cNvPr id="783" name="Oval 27">
                <a:extLst>
                  <a:ext uri="{FF2B5EF4-FFF2-40B4-BE49-F238E27FC236}">
                    <a16:creationId xmlns:a16="http://schemas.microsoft.com/office/drawing/2014/main" id="{92A5E40A-31D4-4696-147A-2E47B9942CF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4" name="Oval 28">
                <a:extLst>
                  <a:ext uri="{FF2B5EF4-FFF2-40B4-BE49-F238E27FC236}">
                    <a16:creationId xmlns:a16="http://schemas.microsoft.com/office/drawing/2014/main" id="{60724D33-7E52-7472-C181-F926E3E7842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ADF2DFC3-0382-AE8C-B494-5BD20526AFC7}"/>
              </a:ext>
            </a:extLst>
          </p:cNvPr>
          <p:cNvGrpSpPr/>
          <p:nvPr/>
        </p:nvGrpSpPr>
        <p:grpSpPr>
          <a:xfrm>
            <a:off x="2938534" y="811556"/>
            <a:ext cx="721206" cy="609701"/>
            <a:chOff x="2938534" y="811556"/>
            <a:chExt cx="721206" cy="609701"/>
          </a:xfrm>
        </p:grpSpPr>
        <p:sp>
          <p:nvSpPr>
            <p:cNvPr id="786" name="Rectangle 785">
              <a:extLst>
                <a:ext uri="{FF2B5EF4-FFF2-40B4-BE49-F238E27FC236}">
                  <a16:creationId xmlns:a16="http://schemas.microsoft.com/office/drawing/2014/main" id="{F12CC854-F2AB-AF1A-8E99-CE72E795ED25}"/>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87" name="Rectangle 786">
              <a:extLst>
                <a:ext uri="{FF2B5EF4-FFF2-40B4-BE49-F238E27FC236}">
                  <a16:creationId xmlns:a16="http://schemas.microsoft.com/office/drawing/2014/main" id="{1B76E319-3DF6-1E92-9F79-B4E1113714EB}"/>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8" name="Oval 15">
              <a:extLst>
                <a:ext uri="{FF2B5EF4-FFF2-40B4-BE49-F238E27FC236}">
                  <a16:creationId xmlns:a16="http://schemas.microsoft.com/office/drawing/2014/main" id="{B6298931-1409-73C9-B3A5-862CEF6266A1}"/>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89" name="Straight Connector 788">
              <a:extLst>
                <a:ext uri="{FF2B5EF4-FFF2-40B4-BE49-F238E27FC236}">
                  <a16:creationId xmlns:a16="http://schemas.microsoft.com/office/drawing/2014/main" id="{10C00653-EA1F-B537-87E9-D96BD54AD3C2}"/>
                </a:ext>
              </a:extLst>
            </p:cNvPr>
            <p:cNvCxnSpPr>
              <a:cxnSpLocks/>
              <a:stCxn id="788"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90" name="Straight Connector 789">
              <a:extLst>
                <a:ext uri="{FF2B5EF4-FFF2-40B4-BE49-F238E27FC236}">
                  <a16:creationId xmlns:a16="http://schemas.microsoft.com/office/drawing/2014/main" id="{57A2CC12-0147-4C86-5F45-AD0E1147BCC7}"/>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03" name="Group 802">
            <a:extLst>
              <a:ext uri="{FF2B5EF4-FFF2-40B4-BE49-F238E27FC236}">
                <a16:creationId xmlns:a16="http://schemas.microsoft.com/office/drawing/2014/main" id="{09510003-ABAF-2DDA-A8E5-D232F000AEB4}"/>
              </a:ext>
            </a:extLst>
          </p:cNvPr>
          <p:cNvGrpSpPr/>
          <p:nvPr/>
        </p:nvGrpSpPr>
        <p:grpSpPr>
          <a:xfrm>
            <a:off x="1267285" y="811556"/>
            <a:ext cx="721206" cy="609701"/>
            <a:chOff x="1267285" y="811556"/>
            <a:chExt cx="721206" cy="609701"/>
          </a:xfrm>
        </p:grpSpPr>
        <p:sp>
          <p:nvSpPr>
            <p:cNvPr id="804" name="Rectangle 803">
              <a:extLst>
                <a:ext uri="{FF2B5EF4-FFF2-40B4-BE49-F238E27FC236}">
                  <a16:creationId xmlns:a16="http://schemas.microsoft.com/office/drawing/2014/main" id="{5D34FEAC-FC4A-E663-658A-1D1E7721C3F9}"/>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05" name="Right Triangle 804">
              <a:extLst>
                <a:ext uri="{FF2B5EF4-FFF2-40B4-BE49-F238E27FC236}">
                  <a16:creationId xmlns:a16="http://schemas.microsoft.com/office/drawing/2014/main" id="{60275899-4C4D-B6D0-B9BD-C5461A292615}"/>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6" name="Group 805">
              <a:extLst>
                <a:ext uri="{FF2B5EF4-FFF2-40B4-BE49-F238E27FC236}">
                  <a16:creationId xmlns:a16="http://schemas.microsoft.com/office/drawing/2014/main" id="{2B05CAC7-31E7-B2D9-03CD-74EECAF72FDD}"/>
                </a:ext>
              </a:extLst>
            </p:cNvPr>
            <p:cNvGrpSpPr/>
            <p:nvPr/>
          </p:nvGrpSpPr>
          <p:grpSpPr>
            <a:xfrm>
              <a:off x="1937878" y="819591"/>
              <a:ext cx="37817" cy="61390"/>
              <a:chOff x="3883481" y="2057400"/>
              <a:chExt cx="1608363" cy="2652031"/>
            </a:xfrm>
            <a:solidFill>
              <a:srgbClr val="A6A6A6">
                <a:alpha val="20000"/>
              </a:srgbClr>
            </a:solidFill>
          </p:grpSpPr>
          <p:sp>
            <p:nvSpPr>
              <p:cNvPr id="807" name="Oval 27">
                <a:extLst>
                  <a:ext uri="{FF2B5EF4-FFF2-40B4-BE49-F238E27FC236}">
                    <a16:creationId xmlns:a16="http://schemas.microsoft.com/office/drawing/2014/main" id="{6BE05310-CBB8-6CD4-4650-932ECB85E77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8" name="Oval 28">
                <a:extLst>
                  <a:ext uri="{FF2B5EF4-FFF2-40B4-BE49-F238E27FC236}">
                    <a16:creationId xmlns:a16="http://schemas.microsoft.com/office/drawing/2014/main" id="{AD8A0C2C-DBBE-58F0-F3C2-A5E8B08BB38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5" name="Group 814">
            <a:extLst>
              <a:ext uri="{FF2B5EF4-FFF2-40B4-BE49-F238E27FC236}">
                <a16:creationId xmlns:a16="http://schemas.microsoft.com/office/drawing/2014/main" id="{A2A201FE-6150-43AF-C34B-334F3C9F31C5}"/>
              </a:ext>
            </a:extLst>
          </p:cNvPr>
          <p:cNvGrpSpPr/>
          <p:nvPr/>
        </p:nvGrpSpPr>
        <p:grpSpPr>
          <a:xfrm>
            <a:off x="2889438" y="751337"/>
            <a:ext cx="5022643" cy="5001728"/>
            <a:chOff x="2889438" y="751337"/>
            <a:chExt cx="5022643" cy="5001728"/>
          </a:xfrm>
        </p:grpSpPr>
        <p:cxnSp>
          <p:nvCxnSpPr>
            <p:cNvPr id="816" name="Straight Connector 815">
              <a:extLst>
                <a:ext uri="{FF2B5EF4-FFF2-40B4-BE49-F238E27FC236}">
                  <a16:creationId xmlns:a16="http://schemas.microsoft.com/office/drawing/2014/main" id="{58FAAE9E-CE50-8C1D-D77B-5FE5F50FD526}"/>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0C8F9179-63E8-F645-6A1C-88B496BCC2E8}"/>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81842DF-116B-55B7-9521-B4890189127A}"/>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0B817E57-7EEC-CD61-6B08-4D564BB98D40}"/>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7704D1EE-60F2-ED7E-741D-215FD3AD0B64}"/>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2A9D76F4-B324-67EF-4C45-E143ADE3C7B8}"/>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728C5355-A9AA-1A13-9996-E7304D51E900}"/>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5FB34D73-41DB-409C-5B07-407444225735}"/>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4" name="Straight Connector 823">
              <a:extLst>
                <a:ext uri="{FF2B5EF4-FFF2-40B4-BE49-F238E27FC236}">
                  <a16:creationId xmlns:a16="http://schemas.microsoft.com/office/drawing/2014/main" id="{14E405E7-C0EC-BE08-FD5F-89A83FB4D2E1}"/>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C95A871F-2ED5-16FD-EF71-E5C84B8AA930}"/>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9" name="Group 838">
            <a:extLst>
              <a:ext uri="{FF2B5EF4-FFF2-40B4-BE49-F238E27FC236}">
                <a16:creationId xmlns:a16="http://schemas.microsoft.com/office/drawing/2014/main" id="{401B10F8-03A0-2241-FEC0-40862A3E5E91}"/>
              </a:ext>
            </a:extLst>
          </p:cNvPr>
          <p:cNvGrpSpPr/>
          <p:nvPr/>
        </p:nvGrpSpPr>
        <p:grpSpPr>
          <a:xfrm>
            <a:off x="2099604" y="5136552"/>
            <a:ext cx="721206" cy="609701"/>
            <a:chOff x="2099604" y="5136552"/>
            <a:chExt cx="721206" cy="609701"/>
          </a:xfrm>
        </p:grpSpPr>
        <p:sp>
          <p:nvSpPr>
            <p:cNvPr id="840" name="Rectangle 839">
              <a:extLst>
                <a:ext uri="{FF2B5EF4-FFF2-40B4-BE49-F238E27FC236}">
                  <a16:creationId xmlns:a16="http://schemas.microsoft.com/office/drawing/2014/main" id="{33850FD9-7C36-9E3B-C038-92292B6B12F8}"/>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Password Protection</a:t>
              </a:r>
            </a:p>
          </p:txBody>
        </p:sp>
        <p:sp>
          <p:nvSpPr>
            <p:cNvPr id="841" name="Right Triangle 840">
              <a:extLst>
                <a:ext uri="{FF2B5EF4-FFF2-40B4-BE49-F238E27FC236}">
                  <a16:creationId xmlns:a16="http://schemas.microsoft.com/office/drawing/2014/main" id="{A0B0EF32-AD96-F87E-E01D-3DE9A373CFD5}"/>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2" name="Group 841">
              <a:extLst>
                <a:ext uri="{FF2B5EF4-FFF2-40B4-BE49-F238E27FC236}">
                  <a16:creationId xmlns:a16="http://schemas.microsoft.com/office/drawing/2014/main" id="{091E6599-9FAB-B02F-7634-0A665A513104}"/>
                </a:ext>
              </a:extLst>
            </p:cNvPr>
            <p:cNvGrpSpPr/>
            <p:nvPr/>
          </p:nvGrpSpPr>
          <p:grpSpPr>
            <a:xfrm>
              <a:off x="2765661" y="5151382"/>
              <a:ext cx="37817" cy="61390"/>
              <a:chOff x="3883481" y="2057400"/>
              <a:chExt cx="1608363" cy="2652031"/>
            </a:xfrm>
            <a:solidFill>
              <a:srgbClr val="A6A6A6">
                <a:alpha val="20000"/>
              </a:srgbClr>
            </a:solidFill>
          </p:grpSpPr>
          <p:sp>
            <p:nvSpPr>
              <p:cNvPr id="843" name="Oval 27">
                <a:extLst>
                  <a:ext uri="{FF2B5EF4-FFF2-40B4-BE49-F238E27FC236}">
                    <a16:creationId xmlns:a16="http://schemas.microsoft.com/office/drawing/2014/main" id="{F6578E3E-242D-6DBA-1379-80E93248BF8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4" name="Oval 28">
                <a:extLst>
                  <a:ext uri="{FF2B5EF4-FFF2-40B4-BE49-F238E27FC236}">
                    <a16:creationId xmlns:a16="http://schemas.microsoft.com/office/drawing/2014/main" id="{34AEBC86-0219-EB6E-AB1A-D00230C8E0A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1" name="Group 850">
            <a:extLst>
              <a:ext uri="{FF2B5EF4-FFF2-40B4-BE49-F238E27FC236}">
                <a16:creationId xmlns:a16="http://schemas.microsoft.com/office/drawing/2014/main" id="{446E99CF-E57F-CFA2-2F66-EAC4A393AD66}"/>
              </a:ext>
            </a:extLst>
          </p:cNvPr>
          <p:cNvGrpSpPr/>
          <p:nvPr/>
        </p:nvGrpSpPr>
        <p:grpSpPr>
          <a:xfrm>
            <a:off x="2937173" y="4419601"/>
            <a:ext cx="721206" cy="610396"/>
            <a:chOff x="2937173" y="4419601"/>
            <a:chExt cx="721206" cy="610396"/>
          </a:xfrm>
        </p:grpSpPr>
        <p:sp>
          <p:nvSpPr>
            <p:cNvPr id="852" name="Rectangle 851">
              <a:extLst>
                <a:ext uri="{FF2B5EF4-FFF2-40B4-BE49-F238E27FC236}">
                  <a16:creationId xmlns:a16="http://schemas.microsoft.com/office/drawing/2014/main" id="{134196CA-94AB-3D06-6B35-2F3905BC5EEE}"/>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53" name="Right Triangle 852">
              <a:extLst>
                <a:ext uri="{FF2B5EF4-FFF2-40B4-BE49-F238E27FC236}">
                  <a16:creationId xmlns:a16="http://schemas.microsoft.com/office/drawing/2014/main" id="{90BF3002-78D6-6ED8-313A-7CD483FEA484}"/>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4" name="Group 853">
              <a:extLst>
                <a:ext uri="{FF2B5EF4-FFF2-40B4-BE49-F238E27FC236}">
                  <a16:creationId xmlns:a16="http://schemas.microsoft.com/office/drawing/2014/main" id="{66418DE4-1A3C-4DFE-EC50-92BC8415A14F}"/>
                </a:ext>
              </a:extLst>
            </p:cNvPr>
            <p:cNvGrpSpPr/>
            <p:nvPr/>
          </p:nvGrpSpPr>
          <p:grpSpPr>
            <a:xfrm>
              <a:off x="3607766" y="4425699"/>
              <a:ext cx="37817" cy="61390"/>
              <a:chOff x="3883481" y="2057400"/>
              <a:chExt cx="1608363" cy="2652031"/>
            </a:xfrm>
            <a:solidFill>
              <a:srgbClr val="A6A6A6">
                <a:alpha val="20000"/>
              </a:srgbClr>
            </a:solidFill>
          </p:grpSpPr>
          <p:sp>
            <p:nvSpPr>
              <p:cNvPr id="855" name="Oval 27">
                <a:extLst>
                  <a:ext uri="{FF2B5EF4-FFF2-40B4-BE49-F238E27FC236}">
                    <a16:creationId xmlns:a16="http://schemas.microsoft.com/office/drawing/2014/main" id="{BAFB3608-DBF2-35F5-F8D0-0AD647BD04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6" name="Oval 28">
                <a:extLst>
                  <a:ext uri="{FF2B5EF4-FFF2-40B4-BE49-F238E27FC236}">
                    <a16:creationId xmlns:a16="http://schemas.microsoft.com/office/drawing/2014/main" id="{A635E7A6-DE05-3DEE-B9D3-E2E1B932470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7" name="Group 856">
            <a:extLst>
              <a:ext uri="{FF2B5EF4-FFF2-40B4-BE49-F238E27FC236}">
                <a16:creationId xmlns:a16="http://schemas.microsoft.com/office/drawing/2014/main" id="{3A520431-972B-EB5D-4D82-D4F45A4CB041}"/>
              </a:ext>
            </a:extLst>
          </p:cNvPr>
          <p:cNvGrpSpPr/>
          <p:nvPr/>
        </p:nvGrpSpPr>
        <p:grpSpPr>
          <a:xfrm>
            <a:off x="6286130" y="4419624"/>
            <a:ext cx="721206" cy="609701"/>
            <a:chOff x="6286130" y="4419624"/>
            <a:chExt cx="721206" cy="609701"/>
          </a:xfrm>
        </p:grpSpPr>
        <p:sp>
          <p:nvSpPr>
            <p:cNvPr id="858" name="Rectangle 857">
              <a:hlinkHover r:id="" action="ppaction://noaction" highlightClick="1"/>
              <a:extLst>
                <a:ext uri="{FF2B5EF4-FFF2-40B4-BE49-F238E27FC236}">
                  <a16:creationId xmlns:a16="http://schemas.microsoft.com/office/drawing/2014/main" id="{96D6B5BB-BD67-E863-4536-FE5DE55F2E29}"/>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59" name="Oval 858">
              <a:extLst>
                <a:ext uri="{FF2B5EF4-FFF2-40B4-BE49-F238E27FC236}">
                  <a16:creationId xmlns:a16="http://schemas.microsoft.com/office/drawing/2014/main" id="{1223B8FD-CCDA-CF45-2082-590254608D46}"/>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0" name="Isosceles Triangle 648">
              <a:extLst>
                <a:ext uri="{FF2B5EF4-FFF2-40B4-BE49-F238E27FC236}">
                  <a16:creationId xmlns:a16="http://schemas.microsoft.com/office/drawing/2014/main" id="{587ACCE1-29AD-8492-B45A-AE2D496B7DF6}"/>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1" name="Group 860">
            <a:extLst>
              <a:ext uri="{FF2B5EF4-FFF2-40B4-BE49-F238E27FC236}">
                <a16:creationId xmlns:a16="http://schemas.microsoft.com/office/drawing/2014/main" id="{728BF77D-3AF8-68E6-8C59-44495FFC064C}"/>
              </a:ext>
            </a:extLst>
          </p:cNvPr>
          <p:cNvGrpSpPr/>
          <p:nvPr/>
        </p:nvGrpSpPr>
        <p:grpSpPr>
          <a:xfrm>
            <a:off x="5458940" y="5135305"/>
            <a:ext cx="721206" cy="609701"/>
            <a:chOff x="5458940" y="5135305"/>
            <a:chExt cx="721206" cy="609701"/>
          </a:xfrm>
        </p:grpSpPr>
        <p:sp>
          <p:nvSpPr>
            <p:cNvPr id="862" name="Rectangle 861">
              <a:hlinkHover r:id="" action="ppaction://noaction" highlightClick="1"/>
              <a:extLst>
                <a:ext uri="{FF2B5EF4-FFF2-40B4-BE49-F238E27FC236}">
                  <a16:creationId xmlns:a16="http://schemas.microsoft.com/office/drawing/2014/main" id="{99C3744D-D21A-6F8D-8390-D4EB1A918FEB}"/>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63" name="Oval 862">
              <a:extLst>
                <a:ext uri="{FF2B5EF4-FFF2-40B4-BE49-F238E27FC236}">
                  <a16:creationId xmlns:a16="http://schemas.microsoft.com/office/drawing/2014/main" id="{76AE163B-7761-C3C3-39D0-99E3417DD19F}"/>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4" name="Isosceles Triangle 648">
              <a:extLst>
                <a:ext uri="{FF2B5EF4-FFF2-40B4-BE49-F238E27FC236}">
                  <a16:creationId xmlns:a16="http://schemas.microsoft.com/office/drawing/2014/main" id="{0E0964D6-3AF5-D088-4C3B-C8B2712C413A}"/>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5" name="Group 864">
            <a:extLst>
              <a:ext uri="{FF2B5EF4-FFF2-40B4-BE49-F238E27FC236}">
                <a16:creationId xmlns:a16="http://schemas.microsoft.com/office/drawing/2014/main" id="{60DCA2FA-4FBB-4089-E683-7B2BCBAA2EB2}"/>
              </a:ext>
            </a:extLst>
          </p:cNvPr>
          <p:cNvGrpSpPr/>
          <p:nvPr/>
        </p:nvGrpSpPr>
        <p:grpSpPr>
          <a:xfrm>
            <a:off x="6289146" y="5141017"/>
            <a:ext cx="721206" cy="609701"/>
            <a:chOff x="6289146" y="5141017"/>
            <a:chExt cx="721206" cy="609701"/>
          </a:xfrm>
        </p:grpSpPr>
        <p:sp>
          <p:nvSpPr>
            <p:cNvPr id="866" name="Rectangle 865">
              <a:hlinkHover r:id="" action="ppaction://noaction" highlightClick="1"/>
              <a:extLst>
                <a:ext uri="{FF2B5EF4-FFF2-40B4-BE49-F238E27FC236}">
                  <a16:creationId xmlns:a16="http://schemas.microsoft.com/office/drawing/2014/main" id="{B904CD18-E89E-0AAD-47BB-21195DE14A72}"/>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67" name="Oval 866">
              <a:extLst>
                <a:ext uri="{FF2B5EF4-FFF2-40B4-BE49-F238E27FC236}">
                  <a16:creationId xmlns:a16="http://schemas.microsoft.com/office/drawing/2014/main" id="{B5C8412A-3228-7370-6831-1ECABC9A6943}"/>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8" name="Isosceles Triangle 648">
              <a:extLst>
                <a:ext uri="{FF2B5EF4-FFF2-40B4-BE49-F238E27FC236}">
                  <a16:creationId xmlns:a16="http://schemas.microsoft.com/office/drawing/2014/main" id="{9929F113-6524-3704-DBB8-DF7214A9B503}"/>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9" name="Group 868">
            <a:extLst>
              <a:ext uri="{FF2B5EF4-FFF2-40B4-BE49-F238E27FC236}">
                <a16:creationId xmlns:a16="http://schemas.microsoft.com/office/drawing/2014/main" id="{EAFFC65A-FDBE-62BB-17D0-2A92914D6B76}"/>
              </a:ext>
            </a:extLst>
          </p:cNvPr>
          <p:cNvGrpSpPr/>
          <p:nvPr/>
        </p:nvGrpSpPr>
        <p:grpSpPr>
          <a:xfrm>
            <a:off x="7122911" y="4419624"/>
            <a:ext cx="721206" cy="609701"/>
            <a:chOff x="7122911" y="4419624"/>
            <a:chExt cx="721206" cy="609701"/>
          </a:xfrm>
        </p:grpSpPr>
        <p:sp>
          <p:nvSpPr>
            <p:cNvPr id="870" name="Rectangle 869">
              <a:hlinkHover r:id="" action="ppaction://noaction" highlightClick="1"/>
              <a:extLst>
                <a:ext uri="{FF2B5EF4-FFF2-40B4-BE49-F238E27FC236}">
                  <a16:creationId xmlns:a16="http://schemas.microsoft.com/office/drawing/2014/main" id="{F38C957B-EAFF-3E30-279E-E133A34E5B11}"/>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71" name="Oval 870">
              <a:extLst>
                <a:ext uri="{FF2B5EF4-FFF2-40B4-BE49-F238E27FC236}">
                  <a16:creationId xmlns:a16="http://schemas.microsoft.com/office/drawing/2014/main" id="{3A12FFA0-EB5A-4137-AC06-DB2CC693CC6B}"/>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2" name="Isosceles Triangle 648">
              <a:extLst>
                <a:ext uri="{FF2B5EF4-FFF2-40B4-BE49-F238E27FC236}">
                  <a16:creationId xmlns:a16="http://schemas.microsoft.com/office/drawing/2014/main" id="{CD546EE6-F1A3-2864-DCA7-C3E46AC8E188}"/>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7" name="Group 876">
            <a:extLst>
              <a:ext uri="{FF2B5EF4-FFF2-40B4-BE49-F238E27FC236}">
                <a16:creationId xmlns:a16="http://schemas.microsoft.com/office/drawing/2014/main" id="{3E49235A-58B3-D563-E142-867B35E521C6}"/>
              </a:ext>
            </a:extLst>
          </p:cNvPr>
          <p:cNvGrpSpPr/>
          <p:nvPr/>
        </p:nvGrpSpPr>
        <p:grpSpPr>
          <a:xfrm>
            <a:off x="5454385" y="4419624"/>
            <a:ext cx="721206" cy="609701"/>
            <a:chOff x="5454385" y="4419624"/>
            <a:chExt cx="721206" cy="609701"/>
          </a:xfrm>
        </p:grpSpPr>
        <p:sp>
          <p:nvSpPr>
            <p:cNvPr id="878" name="Rectangle 877">
              <a:hlinkHover r:id="" action="ppaction://noaction" highlightClick="1"/>
              <a:extLst>
                <a:ext uri="{FF2B5EF4-FFF2-40B4-BE49-F238E27FC236}">
                  <a16:creationId xmlns:a16="http://schemas.microsoft.com/office/drawing/2014/main" id="{AD289EFF-F3D7-3FFD-4D9E-8714A26BD5BB}"/>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79" name="Oval 878">
              <a:extLst>
                <a:ext uri="{FF2B5EF4-FFF2-40B4-BE49-F238E27FC236}">
                  <a16:creationId xmlns:a16="http://schemas.microsoft.com/office/drawing/2014/main" id="{1CE72D7A-DAFF-3B14-2E15-902AE7873A35}"/>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0" name="Isosceles Triangle 648">
              <a:extLst>
                <a:ext uri="{FF2B5EF4-FFF2-40B4-BE49-F238E27FC236}">
                  <a16:creationId xmlns:a16="http://schemas.microsoft.com/office/drawing/2014/main" id="{17E2FF64-2FD1-88B9-5B43-F5154D2DEED6}"/>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1" name="Group 880">
            <a:extLst>
              <a:ext uri="{FF2B5EF4-FFF2-40B4-BE49-F238E27FC236}">
                <a16:creationId xmlns:a16="http://schemas.microsoft.com/office/drawing/2014/main" id="{5C86A692-A68B-FB4F-F0F2-E27FBAE027D2}"/>
              </a:ext>
            </a:extLst>
          </p:cNvPr>
          <p:cNvGrpSpPr/>
          <p:nvPr/>
        </p:nvGrpSpPr>
        <p:grpSpPr>
          <a:xfrm>
            <a:off x="3775041" y="5130133"/>
            <a:ext cx="721895" cy="609700"/>
            <a:chOff x="3775041" y="5130133"/>
            <a:chExt cx="721895" cy="609700"/>
          </a:xfrm>
        </p:grpSpPr>
        <p:sp>
          <p:nvSpPr>
            <p:cNvPr id="882" name="Rectangle 881">
              <a:hlinkHover r:id="" action="ppaction://noaction" highlightClick="1"/>
              <a:extLst>
                <a:ext uri="{FF2B5EF4-FFF2-40B4-BE49-F238E27FC236}">
                  <a16:creationId xmlns:a16="http://schemas.microsoft.com/office/drawing/2014/main" id="{574091F5-9AF4-D717-7D0C-318A0C01CB89}"/>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83" name="Diamond 882">
              <a:extLst>
                <a:ext uri="{FF2B5EF4-FFF2-40B4-BE49-F238E27FC236}">
                  <a16:creationId xmlns:a16="http://schemas.microsoft.com/office/drawing/2014/main" id="{F0326EE1-E684-4127-4CA1-F0F0A4FC76F5}"/>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4" name="Oval 883">
              <a:extLst>
                <a:ext uri="{FF2B5EF4-FFF2-40B4-BE49-F238E27FC236}">
                  <a16:creationId xmlns:a16="http://schemas.microsoft.com/office/drawing/2014/main" id="{439AC852-85F6-3C78-0FF9-4E4576FDBA53}"/>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5" name="Group 884">
            <a:extLst>
              <a:ext uri="{FF2B5EF4-FFF2-40B4-BE49-F238E27FC236}">
                <a16:creationId xmlns:a16="http://schemas.microsoft.com/office/drawing/2014/main" id="{CF8A319D-3AF1-7BEE-D0A6-C4A622218F9C}"/>
              </a:ext>
            </a:extLst>
          </p:cNvPr>
          <p:cNvGrpSpPr/>
          <p:nvPr/>
        </p:nvGrpSpPr>
        <p:grpSpPr>
          <a:xfrm>
            <a:off x="4618174" y="5130748"/>
            <a:ext cx="721895" cy="609700"/>
            <a:chOff x="4618174" y="5130748"/>
            <a:chExt cx="721895" cy="609700"/>
          </a:xfrm>
        </p:grpSpPr>
        <p:sp>
          <p:nvSpPr>
            <p:cNvPr id="886" name="Rectangle 885">
              <a:hlinkHover r:id="" action="ppaction://noaction" highlightClick="1"/>
              <a:extLst>
                <a:ext uri="{FF2B5EF4-FFF2-40B4-BE49-F238E27FC236}">
                  <a16:creationId xmlns:a16="http://schemas.microsoft.com/office/drawing/2014/main" id="{969ED758-CBA7-7294-51E0-E18075328F48}"/>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87" name="Diamond 886">
              <a:extLst>
                <a:ext uri="{FF2B5EF4-FFF2-40B4-BE49-F238E27FC236}">
                  <a16:creationId xmlns:a16="http://schemas.microsoft.com/office/drawing/2014/main" id="{D6D37CE2-9108-B404-9B66-8F3E9268B6B1}"/>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8" name="Oval 887">
              <a:extLst>
                <a:ext uri="{FF2B5EF4-FFF2-40B4-BE49-F238E27FC236}">
                  <a16:creationId xmlns:a16="http://schemas.microsoft.com/office/drawing/2014/main" id="{46FEF850-069F-95C2-47DE-2E6BDEF73C08}"/>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9" name="Group 888">
            <a:extLst>
              <a:ext uri="{FF2B5EF4-FFF2-40B4-BE49-F238E27FC236}">
                <a16:creationId xmlns:a16="http://schemas.microsoft.com/office/drawing/2014/main" id="{C3F0B391-A0FA-DC8A-85B8-555488306494}"/>
              </a:ext>
            </a:extLst>
          </p:cNvPr>
          <p:cNvGrpSpPr/>
          <p:nvPr/>
        </p:nvGrpSpPr>
        <p:grpSpPr>
          <a:xfrm>
            <a:off x="7125833" y="5143368"/>
            <a:ext cx="721206" cy="609701"/>
            <a:chOff x="7125833" y="5143368"/>
            <a:chExt cx="721206" cy="609701"/>
          </a:xfrm>
        </p:grpSpPr>
        <p:sp>
          <p:nvSpPr>
            <p:cNvPr id="890" name="Rectangle 889">
              <a:hlinkHover r:id="" action="ppaction://noaction" highlightClick="1"/>
              <a:extLst>
                <a:ext uri="{FF2B5EF4-FFF2-40B4-BE49-F238E27FC236}">
                  <a16:creationId xmlns:a16="http://schemas.microsoft.com/office/drawing/2014/main" id="{2EFE4006-8E99-3769-F4AB-543EC91A589C}"/>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91" name="Oval 890">
              <a:extLst>
                <a:ext uri="{FF2B5EF4-FFF2-40B4-BE49-F238E27FC236}">
                  <a16:creationId xmlns:a16="http://schemas.microsoft.com/office/drawing/2014/main" id="{DB1F26E0-1D52-A444-0B8E-168AD82D1291}"/>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2" name="Isosceles Triangle 648">
              <a:extLst>
                <a:ext uri="{FF2B5EF4-FFF2-40B4-BE49-F238E27FC236}">
                  <a16:creationId xmlns:a16="http://schemas.microsoft.com/office/drawing/2014/main" id="{6F6BDAD7-D123-5B10-3D77-0EBB96045EED}"/>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3" name="Group 892">
            <a:extLst>
              <a:ext uri="{FF2B5EF4-FFF2-40B4-BE49-F238E27FC236}">
                <a16:creationId xmlns:a16="http://schemas.microsoft.com/office/drawing/2014/main" id="{D40F1ED3-5842-1B1C-4198-A21F02D978A8}"/>
              </a:ext>
            </a:extLst>
          </p:cNvPr>
          <p:cNvGrpSpPr/>
          <p:nvPr/>
        </p:nvGrpSpPr>
        <p:grpSpPr>
          <a:xfrm>
            <a:off x="7122911" y="3698231"/>
            <a:ext cx="721206" cy="609701"/>
            <a:chOff x="7122911" y="3698231"/>
            <a:chExt cx="721206" cy="609701"/>
          </a:xfrm>
        </p:grpSpPr>
        <p:sp>
          <p:nvSpPr>
            <p:cNvPr id="894" name="Rectangle 893">
              <a:hlinkHover r:id="" action="ppaction://noaction" highlightClick="1"/>
              <a:extLst>
                <a:ext uri="{FF2B5EF4-FFF2-40B4-BE49-F238E27FC236}">
                  <a16:creationId xmlns:a16="http://schemas.microsoft.com/office/drawing/2014/main" id="{4B13256C-BA8F-D881-8623-6DAD693858A8}"/>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95" name="Oval 894">
              <a:extLst>
                <a:ext uri="{FF2B5EF4-FFF2-40B4-BE49-F238E27FC236}">
                  <a16:creationId xmlns:a16="http://schemas.microsoft.com/office/drawing/2014/main" id="{0A661C7C-24F6-DC73-94C0-8DDE3E930C3F}"/>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6" name="Isosceles Triangle 648">
              <a:extLst>
                <a:ext uri="{FF2B5EF4-FFF2-40B4-BE49-F238E27FC236}">
                  <a16:creationId xmlns:a16="http://schemas.microsoft.com/office/drawing/2014/main" id="{2DE4A9C2-99C6-12FA-8EB3-FC4C2E4E7DB3}"/>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7" name="Group 896">
            <a:extLst>
              <a:ext uri="{FF2B5EF4-FFF2-40B4-BE49-F238E27FC236}">
                <a16:creationId xmlns:a16="http://schemas.microsoft.com/office/drawing/2014/main" id="{FDDF2F6B-C6F6-04E5-A0A8-5C09503B0505}"/>
              </a:ext>
            </a:extLst>
          </p:cNvPr>
          <p:cNvGrpSpPr/>
          <p:nvPr/>
        </p:nvGrpSpPr>
        <p:grpSpPr>
          <a:xfrm>
            <a:off x="6286224" y="3620338"/>
            <a:ext cx="721206" cy="687594"/>
            <a:chOff x="6286224" y="3620338"/>
            <a:chExt cx="721206" cy="687594"/>
          </a:xfrm>
        </p:grpSpPr>
        <p:cxnSp>
          <p:nvCxnSpPr>
            <p:cNvPr id="898" name="Straight Connector 897">
              <a:extLst>
                <a:ext uri="{FF2B5EF4-FFF2-40B4-BE49-F238E27FC236}">
                  <a16:creationId xmlns:a16="http://schemas.microsoft.com/office/drawing/2014/main" id="{A448D7E2-9A64-3636-0A54-75A2A308F3D4}"/>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99" name="Rectangle 898">
              <a:hlinkHover r:id="" action="ppaction://noaction" highlightClick="1"/>
              <a:extLst>
                <a:ext uri="{FF2B5EF4-FFF2-40B4-BE49-F238E27FC236}">
                  <a16:creationId xmlns:a16="http://schemas.microsoft.com/office/drawing/2014/main" id="{F47DB130-0C18-4AAD-F104-06B0343BE70F}"/>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00" name="Oval 899">
              <a:extLst>
                <a:ext uri="{FF2B5EF4-FFF2-40B4-BE49-F238E27FC236}">
                  <a16:creationId xmlns:a16="http://schemas.microsoft.com/office/drawing/2014/main" id="{BF773B7F-4AC8-8B1C-26B8-D34BB0A8A377}"/>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1" name="Isosceles Triangle 648">
              <a:extLst>
                <a:ext uri="{FF2B5EF4-FFF2-40B4-BE49-F238E27FC236}">
                  <a16:creationId xmlns:a16="http://schemas.microsoft.com/office/drawing/2014/main" id="{7A0BA97C-B342-A746-B5F7-A0BE669FFE1E}"/>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12" name="Group 1011">
            <a:extLst>
              <a:ext uri="{FF2B5EF4-FFF2-40B4-BE49-F238E27FC236}">
                <a16:creationId xmlns:a16="http://schemas.microsoft.com/office/drawing/2014/main" id="{674A49AC-B9EC-BC77-BFDB-7FA546AAD34D}"/>
              </a:ext>
            </a:extLst>
          </p:cNvPr>
          <p:cNvGrpSpPr/>
          <p:nvPr/>
        </p:nvGrpSpPr>
        <p:grpSpPr>
          <a:xfrm>
            <a:off x="7957576" y="2253333"/>
            <a:ext cx="721206" cy="609701"/>
            <a:chOff x="7957576" y="2253333"/>
            <a:chExt cx="721206" cy="609701"/>
          </a:xfrm>
        </p:grpSpPr>
        <p:sp>
          <p:nvSpPr>
            <p:cNvPr id="1013" name="Rectangle 1012">
              <a:extLst>
                <a:ext uri="{FF2B5EF4-FFF2-40B4-BE49-F238E27FC236}">
                  <a16:creationId xmlns:a16="http://schemas.microsoft.com/office/drawing/2014/main" id="{13BE153B-E65B-C58D-F0F5-619A20511705}"/>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Endpoints P1 (Clients Only)</a:t>
              </a:r>
            </a:p>
          </p:txBody>
        </p:sp>
        <p:sp>
          <p:nvSpPr>
            <p:cNvPr id="1014" name="Right Triangle 1013">
              <a:extLst>
                <a:ext uri="{FF2B5EF4-FFF2-40B4-BE49-F238E27FC236}">
                  <a16:creationId xmlns:a16="http://schemas.microsoft.com/office/drawing/2014/main" id="{84CAE37C-1B0C-5B40-55FA-6CA621166172}"/>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15" name="Group 1014">
              <a:extLst>
                <a:ext uri="{FF2B5EF4-FFF2-40B4-BE49-F238E27FC236}">
                  <a16:creationId xmlns:a16="http://schemas.microsoft.com/office/drawing/2014/main" id="{09CE5EF7-69FC-D23B-8446-7AADF929F72C}"/>
                </a:ext>
              </a:extLst>
            </p:cNvPr>
            <p:cNvGrpSpPr/>
            <p:nvPr/>
          </p:nvGrpSpPr>
          <p:grpSpPr>
            <a:xfrm>
              <a:off x="8621953" y="2262661"/>
              <a:ext cx="37817" cy="61390"/>
              <a:chOff x="3883481" y="2057400"/>
              <a:chExt cx="1608363" cy="2652031"/>
            </a:xfrm>
            <a:solidFill>
              <a:srgbClr val="A6A6A6"/>
            </a:solidFill>
          </p:grpSpPr>
          <p:sp>
            <p:nvSpPr>
              <p:cNvPr id="1016" name="Oval 27">
                <a:extLst>
                  <a:ext uri="{FF2B5EF4-FFF2-40B4-BE49-F238E27FC236}">
                    <a16:creationId xmlns:a16="http://schemas.microsoft.com/office/drawing/2014/main" id="{18C69C04-82AB-7A77-547A-CE98910355D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7" name="Oval 28">
                <a:extLst>
                  <a:ext uri="{FF2B5EF4-FFF2-40B4-BE49-F238E27FC236}">
                    <a16:creationId xmlns:a16="http://schemas.microsoft.com/office/drawing/2014/main" id="{B5594E97-9A82-E3D5-863F-C40CDCA5992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18" name="Group 1017">
            <a:extLst>
              <a:ext uri="{FF2B5EF4-FFF2-40B4-BE49-F238E27FC236}">
                <a16:creationId xmlns:a16="http://schemas.microsoft.com/office/drawing/2014/main" id="{4A7F356F-6E7C-37AC-27F4-0A3BC4A65BF6}"/>
              </a:ext>
            </a:extLst>
          </p:cNvPr>
          <p:cNvGrpSpPr/>
          <p:nvPr/>
        </p:nvGrpSpPr>
        <p:grpSpPr>
          <a:xfrm>
            <a:off x="9657689" y="4419620"/>
            <a:ext cx="721206" cy="609701"/>
            <a:chOff x="9657689" y="4419620"/>
            <a:chExt cx="721206" cy="609701"/>
          </a:xfrm>
        </p:grpSpPr>
        <p:sp>
          <p:nvSpPr>
            <p:cNvPr id="1019" name="Rectangle 1018">
              <a:hlinkHover r:id="" action="ppaction://noaction" highlightClick="1"/>
              <a:extLst>
                <a:ext uri="{FF2B5EF4-FFF2-40B4-BE49-F238E27FC236}">
                  <a16:creationId xmlns:a16="http://schemas.microsoft.com/office/drawing/2014/main" id="{B174D75C-076D-1977-92D0-4D0EE3D58173}"/>
                </a:ext>
              </a:extLst>
            </p:cNvPr>
            <p:cNvSpPr/>
            <p:nvPr/>
          </p:nvSpPr>
          <p:spPr>
            <a:xfrm>
              <a:off x="965768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1020" name="Oval 1019">
              <a:extLst>
                <a:ext uri="{FF2B5EF4-FFF2-40B4-BE49-F238E27FC236}">
                  <a16:creationId xmlns:a16="http://schemas.microsoft.com/office/drawing/2014/main" id="{A45A988E-5190-D8ED-0DAC-06013B186768}"/>
                </a:ext>
              </a:extLst>
            </p:cNvPr>
            <p:cNvSpPr/>
            <p:nvPr/>
          </p:nvSpPr>
          <p:spPr>
            <a:xfrm>
              <a:off x="10231216"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1" name="Isosceles Triangle 648">
              <a:extLst>
                <a:ext uri="{FF2B5EF4-FFF2-40B4-BE49-F238E27FC236}">
                  <a16:creationId xmlns:a16="http://schemas.microsoft.com/office/drawing/2014/main" id="{CED4460C-D527-9406-C9EB-5BC13BDA85B7}"/>
                </a:ext>
              </a:extLst>
            </p:cNvPr>
            <p:cNvSpPr/>
            <p:nvPr/>
          </p:nvSpPr>
          <p:spPr>
            <a:xfrm>
              <a:off x="10261340"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22" name="Group 1021">
            <a:extLst>
              <a:ext uri="{FF2B5EF4-FFF2-40B4-BE49-F238E27FC236}">
                <a16:creationId xmlns:a16="http://schemas.microsoft.com/office/drawing/2014/main" id="{6B4CF25E-BD0A-9F2C-9B10-0596E5CF0270}"/>
              </a:ext>
            </a:extLst>
          </p:cNvPr>
          <p:cNvGrpSpPr/>
          <p:nvPr/>
        </p:nvGrpSpPr>
        <p:grpSpPr>
          <a:xfrm>
            <a:off x="11355999" y="4416261"/>
            <a:ext cx="721206" cy="609701"/>
            <a:chOff x="11355999" y="4416261"/>
            <a:chExt cx="721206" cy="609701"/>
          </a:xfrm>
        </p:grpSpPr>
        <p:sp>
          <p:nvSpPr>
            <p:cNvPr id="1023" name="Rectangle 1022">
              <a:hlinkHover r:id="" action="ppaction://noaction" highlightClick="1"/>
              <a:extLst>
                <a:ext uri="{FF2B5EF4-FFF2-40B4-BE49-F238E27FC236}">
                  <a16:creationId xmlns:a16="http://schemas.microsoft.com/office/drawing/2014/main" id="{DB41EB0E-58E8-E7D2-64F2-8D9B14E79EDB}"/>
                </a:ext>
              </a:extLst>
            </p:cNvPr>
            <p:cNvSpPr/>
            <p:nvPr/>
          </p:nvSpPr>
          <p:spPr>
            <a:xfrm>
              <a:off x="11355999"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1024" name="Oval 1023">
              <a:extLst>
                <a:ext uri="{FF2B5EF4-FFF2-40B4-BE49-F238E27FC236}">
                  <a16:creationId xmlns:a16="http://schemas.microsoft.com/office/drawing/2014/main" id="{C00C2056-61C8-82F3-1CA1-DB8C5C463A10}"/>
                </a:ext>
              </a:extLst>
            </p:cNvPr>
            <p:cNvSpPr/>
            <p:nvPr/>
          </p:nvSpPr>
          <p:spPr>
            <a:xfrm>
              <a:off x="11934538"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5" name="Isosceles Triangle 648">
              <a:extLst>
                <a:ext uri="{FF2B5EF4-FFF2-40B4-BE49-F238E27FC236}">
                  <a16:creationId xmlns:a16="http://schemas.microsoft.com/office/drawing/2014/main" id="{2B93F853-9CB3-B6C9-C9D2-4B73BAB6C531}"/>
                </a:ext>
              </a:extLst>
            </p:cNvPr>
            <p:cNvSpPr/>
            <p:nvPr/>
          </p:nvSpPr>
          <p:spPr>
            <a:xfrm>
              <a:off x="11964662"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26" name="Group 1025">
            <a:extLst>
              <a:ext uri="{FF2B5EF4-FFF2-40B4-BE49-F238E27FC236}">
                <a16:creationId xmlns:a16="http://schemas.microsoft.com/office/drawing/2014/main" id="{C87E3A73-4860-DB59-3FB1-7E335AC82524}"/>
              </a:ext>
            </a:extLst>
          </p:cNvPr>
          <p:cNvGrpSpPr/>
          <p:nvPr/>
        </p:nvGrpSpPr>
        <p:grpSpPr>
          <a:xfrm>
            <a:off x="9656908" y="2253333"/>
            <a:ext cx="721206" cy="609701"/>
            <a:chOff x="9656908" y="2253333"/>
            <a:chExt cx="721206" cy="609701"/>
          </a:xfrm>
        </p:grpSpPr>
        <p:sp>
          <p:nvSpPr>
            <p:cNvPr id="1027" name="Rectangle 1026">
              <a:hlinkHover r:id="" action="ppaction://noaction" highlightClick="1"/>
              <a:extLst>
                <a:ext uri="{FF2B5EF4-FFF2-40B4-BE49-F238E27FC236}">
                  <a16:creationId xmlns:a16="http://schemas.microsoft.com/office/drawing/2014/main" id="{53E5BE59-14F6-D011-5280-71C56053FFB8}"/>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28" name="Rectangle 1027">
              <a:extLst>
                <a:ext uri="{FF2B5EF4-FFF2-40B4-BE49-F238E27FC236}">
                  <a16:creationId xmlns:a16="http://schemas.microsoft.com/office/drawing/2014/main" id="{4A858D92-7DFA-5168-0952-97E4C1C94303}"/>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9" name="Oval 15">
              <a:extLst>
                <a:ext uri="{FF2B5EF4-FFF2-40B4-BE49-F238E27FC236}">
                  <a16:creationId xmlns:a16="http://schemas.microsoft.com/office/drawing/2014/main" id="{9F7AD607-8916-EB0C-98B3-B16142BEB252}"/>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30" name="Straight Connector 1029">
              <a:extLst>
                <a:ext uri="{FF2B5EF4-FFF2-40B4-BE49-F238E27FC236}">
                  <a16:creationId xmlns:a16="http://schemas.microsoft.com/office/drawing/2014/main" id="{3FCD1196-5EBD-70A3-5050-BC6A2E2379A2}"/>
                </a:ext>
              </a:extLst>
            </p:cNvPr>
            <p:cNvCxnSpPr>
              <a:cxnSpLocks/>
              <a:stCxn id="1029"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31" name="Straight Connector 1030">
              <a:extLst>
                <a:ext uri="{FF2B5EF4-FFF2-40B4-BE49-F238E27FC236}">
                  <a16:creationId xmlns:a16="http://schemas.microsoft.com/office/drawing/2014/main" id="{E8571653-B05C-0FB4-63B5-17DB4B71C89E}"/>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36" name="Group 1035">
            <a:extLst>
              <a:ext uri="{FF2B5EF4-FFF2-40B4-BE49-F238E27FC236}">
                <a16:creationId xmlns:a16="http://schemas.microsoft.com/office/drawing/2014/main" id="{AF8A6EEC-536B-676D-1198-7661A38D150A}"/>
              </a:ext>
            </a:extLst>
          </p:cNvPr>
          <p:cNvGrpSpPr/>
          <p:nvPr/>
        </p:nvGrpSpPr>
        <p:grpSpPr>
          <a:xfrm>
            <a:off x="10506573" y="2253333"/>
            <a:ext cx="721206" cy="609701"/>
            <a:chOff x="10506573" y="2253333"/>
            <a:chExt cx="721206" cy="609701"/>
          </a:xfrm>
        </p:grpSpPr>
        <p:sp>
          <p:nvSpPr>
            <p:cNvPr id="1037" name="Rectangle 1036">
              <a:hlinkHover r:id="" action="ppaction://noaction" highlightClick="1"/>
              <a:extLst>
                <a:ext uri="{FF2B5EF4-FFF2-40B4-BE49-F238E27FC236}">
                  <a16:creationId xmlns:a16="http://schemas.microsoft.com/office/drawing/2014/main" id="{3D232C00-620E-0E35-6CEA-EAB100ADA20D}"/>
                </a:ext>
              </a:extLst>
            </p:cNvPr>
            <p:cNvSpPr/>
            <p:nvPr/>
          </p:nvSpPr>
          <p:spPr>
            <a:xfrm>
              <a:off x="10506573" y="2253333"/>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Endpoints for Servers</a:t>
              </a:r>
            </a:p>
          </p:txBody>
        </p:sp>
        <p:sp>
          <p:nvSpPr>
            <p:cNvPr id="1038" name="Diamond 1037">
              <a:extLst>
                <a:ext uri="{FF2B5EF4-FFF2-40B4-BE49-F238E27FC236}">
                  <a16:creationId xmlns:a16="http://schemas.microsoft.com/office/drawing/2014/main" id="{4BD4833D-1F34-2657-738F-42A9DAF92E18}"/>
                </a:ext>
              </a:extLst>
            </p:cNvPr>
            <p:cNvSpPr/>
            <p:nvPr/>
          </p:nvSpPr>
          <p:spPr>
            <a:xfrm>
              <a:off x="11091271" y="2255684"/>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9" name="Oval 1038">
              <a:extLst>
                <a:ext uri="{FF2B5EF4-FFF2-40B4-BE49-F238E27FC236}">
                  <a16:creationId xmlns:a16="http://schemas.microsoft.com/office/drawing/2014/main" id="{AAEB4202-A9B1-0AC0-BA4F-16379251366E}"/>
                </a:ext>
              </a:extLst>
            </p:cNvPr>
            <p:cNvSpPr/>
            <p:nvPr/>
          </p:nvSpPr>
          <p:spPr>
            <a:xfrm>
              <a:off x="11125474" y="2289172"/>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40" name="Group 1039">
            <a:extLst>
              <a:ext uri="{FF2B5EF4-FFF2-40B4-BE49-F238E27FC236}">
                <a16:creationId xmlns:a16="http://schemas.microsoft.com/office/drawing/2014/main" id="{EFCB20FD-5B0F-6E1A-EFA9-DC3BBBA24D37}"/>
              </a:ext>
            </a:extLst>
          </p:cNvPr>
          <p:cNvGrpSpPr/>
          <p:nvPr/>
        </p:nvGrpSpPr>
        <p:grpSpPr>
          <a:xfrm>
            <a:off x="9656908" y="1532276"/>
            <a:ext cx="721206" cy="609701"/>
            <a:chOff x="9656908" y="1532276"/>
            <a:chExt cx="721206" cy="609701"/>
          </a:xfrm>
        </p:grpSpPr>
        <p:sp>
          <p:nvSpPr>
            <p:cNvPr id="1041" name="Rectangle 1040">
              <a:extLst>
                <a:ext uri="{FF2B5EF4-FFF2-40B4-BE49-F238E27FC236}">
                  <a16:creationId xmlns:a16="http://schemas.microsoft.com/office/drawing/2014/main" id="{8159B2A5-2B94-A6C4-B1A6-E8A61D794125}"/>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42" name="Rectangle 1041">
              <a:extLst>
                <a:ext uri="{FF2B5EF4-FFF2-40B4-BE49-F238E27FC236}">
                  <a16:creationId xmlns:a16="http://schemas.microsoft.com/office/drawing/2014/main" id="{04035420-B6BD-B51A-657F-B68C0870C49C}"/>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3" name="Oval 15">
              <a:extLst>
                <a:ext uri="{FF2B5EF4-FFF2-40B4-BE49-F238E27FC236}">
                  <a16:creationId xmlns:a16="http://schemas.microsoft.com/office/drawing/2014/main" id="{BFB429F5-01A9-8FA6-5302-E1D5212DCCD3}"/>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44" name="Straight Connector 1043">
              <a:extLst>
                <a:ext uri="{FF2B5EF4-FFF2-40B4-BE49-F238E27FC236}">
                  <a16:creationId xmlns:a16="http://schemas.microsoft.com/office/drawing/2014/main" id="{C7B1E3D1-6D0D-8EE0-8358-3A44C25A2411}"/>
                </a:ext>
              </a:extLst>
            </p:cNvPr>
            <p:cNvCxnSpPr>
              <a:cxnSpLocks/>
              <a:stCxn id="1043"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45" name="Straight Connector 1044">
              <a:extLst>
                <a:ext uri="{FF2B5EF4-FFF2-40B4-BE49-F238E27FC236}">
                  <a16:creationId xmlns:a16="http://schemas.microsoft.com/office/drawing/2014/main" id="{DEB350BE-2AA7-598F-8793-6A9B4F95C885}"/>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56" name="Group 1055">
            <a:extLst>
              <a:ext uri="{FF2B5EF4-FFF2-40B4-BE49-F238E27FC236}">
                <a16:creationId xmlns:a16="http://schemas.microsoft.com/office/drawing/2014/main" id="{0A488156-1AC0-1DA5-7E6B-3207E1E2B769}"/>
              </a:ext>
            </a:extLst>
          </p:cNvPr>
          <p:cNvGrpSpPr/>
          <p:nvPr/>
        </p:nvGrpSpPr>
        <p:grpSpPr>
          <a:xfrm>
            <a:off x="431659" y="811556"/>
            <a:ext cx="721206" cy="609701"/>
            <a:chOff x="431659" y="811556"/>
            <a:chExt cx="721206" cy="609701"/>
          </a:xfrm>
        </p:grpSpPr>
        <p:sp>
          <p:nvSpPr>
            <p:cNvPr id="1057" name="Rectangle 1056">
              <a:extLst>
                <a:ext uri="{FF2B5EF4-FFF2-40B4-BE49-F238E27FC236}">
                  <a16:creationId xmlns:a16="http://schemas.microsoft.com/office/drawing/2014/main" id="{FD10CB1D-0BB3-98EE-2571-7ED463D0CF52}"/>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1058" name="Right Triangle 1057">
              <a:extLst>
                <a:ext uri="{FF2B5EF4-FFF2-40B4-BE49-F238E27FC236}">
                  <a16:creationId xmlns:a16="http://schemas.microsoft.com/office/drawing/2014/main" id="{E97979C3-1E2D-0F8F-1D71-2FBCFA3578F2}"/>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59" name="Group 1058">
              <a:extLst>
                <a:ext uri="{FF2B5EF4-FFF2-40B4-BE49-F238E27FC236}">
                  <a16:creationId xmlns:a16="http://schemas.microsoft.com/office/drawing/2014/main" id="{043FF2DF-6649-CF56-3109-BB104807C0BD}"/>
                </a:ext>
              </a:extLst>
            </p:cNvPr>
            <p:cNvGrpSpPr/>
            <p:nvPr/>
          </p:nvGrpSpPr>
          <p:grpSpPr>
            <a:xfrm>
              <a:off x="1100972" y="819589"/>
              <a:ext cx="37817" cy="61390"/>
              <a:chOff x="3883481" y="2057400"/>
              <a:chExt cx="1608363" cy="2652031"/>
            </a:xfrm>
            <a:solidFill>
              <a:srgbClr val="A6A6A6"/>
            </a:solidFill>
          </p:grpSpPr>
          <p:sp>
            <p:nvSpPr>
              <p:cNvPr id="1060" name="Oval 27">
                <a:extLst>
                  <a:ext uri="{FF2B5EF4-FFF2-40B4-BE49-F238E27FC236}">
                    <a16:creationId xmlns:a16="http://schemas.microsoft.com/office/drawing/2014/main" id="{602EE3C0-EB22-2F4D-7831-5FAF35DCD80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1" name="Oval 28">
                <a:extLst>
                  <a:ext uri="{FF2B5EF4-FFF2-40B4-BE49-F238E27FC236}">
                    <a16:creationId xmlns:a16="http://schemas.microsoft.com/office/drawing/2014/main" id="{6A0A91D8-E70A-14BF-5EA4-4AA0CD07B61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064" name="Rectangle 1063">
            <a:extLst>
              <a:ext uri="{FF2B5EF4-FFF2-40B4-BE49-F238E27FC236}">
                <a16:creationId xmlns:a16="http://schemas.microsoft.com/office/drawing/2014/main" id="{E33F1529-A5B6-1FFC-8E5A-0373258D5715}"/>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9EF97879-B24E-0AE3-549A-C5BCF09FDD51}"/>
              </a:ext>
            </a:extLst>
          </p:cNvPr>
          <p:cNvGrpSpPr/>
          <p:nvPr/>
        </p:nvGrpSpPr>
        <p:grpSpPr>
          <a:xfrm>
            <a:off x="3779087" y="3698226"/>
            <a:ext cx="721206" cy="609701"/>
            <a:chOff x="3779087" y="3698226"/>
            <a:chExt cx="721206" cy="609701"/>
          </a:xfrm>
        </p:grpSpPr>
        <p:sp>
          <p:nvSpPr>
            <p:cNvPr id="5" name="Rectangle 4">
              <a:extLst>
                <a:ext uri="{FF2B5EF4-FFF2-40B4-BE49-F238E27FC236}">
                  <a16:creationId xmlns:a16="http://schemas.microsoft.com/office/drawing/2014/main" id="{48601DE5-8247-E598-C5E4-D7ACC21B9664}"/>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8" name="Right Triangle 7">
              <a:extLst>
                <a:ext uri="{FF2B5EF4-FFF2-40B4-BE49-F238E27FC236}">
                  <a16:creationId xmlns:a16="http://schemas.microsoft.com/office/drawing/2014/main" id="{620D1ACA-8AA3-5698-5FF5-3679E5D06FD4}"/>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 name="Group 8">
              <a:extLst>
                <a:ext uri="{FF2B5EF4-FFF2-40B4-BE49-F238E27FC236}">
                  <a16:creationId xmlns:a16="http://schemas.microsoft.com/office/drawing/2014/main" id="{0331934F-D2D3-3B62-5B14-A7EAAC3319DC}"/>
                </a:ext>
              </a:extLst>
            </p:cNvPr>
            <p:cNvGrpSpPr/>
            <p:nvPr/>
          </p:nvGrpSpPr>
          <p:grpSpPr>
            <a:xfrm>
              <a:off x="4448513" y="3706747"/>
              <a:ext cx="37817" cy="61390"/>
              <a:chOff x="3883481" y="2057400"/>
              <a:chExt cx="1608363" cy="2652031"/>
            </a:xfrm>
            <a:solidFill>
              <a:srgbClr val="A6A6A6">
                <a:alpha val="20000"/>
              </a:srgbClr>
            </a:solidFill>
          </p:grpSpPr>
          <p:sp>
            <p:nvSpPr>
              <p:cNvPr id="10" name="Oval 27">
                <a:extLst>
                  <a:ext uri="{FF2B5EF4-FFF2-40B4-BE49-F238E27FC236}">
                    <a16:creationId xmlns:a16="http://schemas.microsoft.com/office/drawing/2014/main" id="{338BE667-E67F-7860-A903-CE9ACEB4515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 name="Oval 28">
                <a:extLst>
                  <a:ext uri="{FF2B5EF4-FFF2-40B4-BE49-F238E27FC236}">
                    <a16:creationId xmlns:a16="http://schemas.microsoft.com/office/drawing/2014/main" id="{BD5AF447-D4AB-65BF-FB9C-ED38DDC2876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 name="Group 11">
            <a:extLst>
              <a:ext uri="{FF2B5EF4-FFF2-40B4-BE49-F238E27FC236}">
                <a16:creationId xmlns:a16="http://schemas.microsoft.com/office/drawing/2014/main" id="{3810CE3E-9EEB-3FD4-4379-D35D06DBE696}"/>
              </a:ext>
            </a:extLst>
          </p:cNvPr>
          <p:cNvGrpSpPr/>
          <p:nvPr/>
        </p:nvGrpSpPr>
        <p:grpSpPr>
          <a:xfrm>
            <a:off x="4615774" y="3698231"/>
            <a:ext cx="721206" cy="609701"/>
            <a:chOff x="4615774" y="3698231"/>
            <a:chExt cx="721206" cy="609701"/>
          </a:xfrm>
        </p:grpSpPr>
        <p:sp>
          <p:nvSpPr>
            <p:cNvPr id="13" name="Rectangle 12">
              <a:hlinkHover r:id="" action="ppaction://noaction" highlightClick="1"/>
              <a:extLst>
                <a:ext uri="{FF2B5EF4-FFF2-40B4-BE49-F238E27FC236}">
                  <a16:creationId xmlns:a16="http://schemas.microsoft.com/office/drawing/2014/main" id="{30164729-E0A0-BAB7-4188-A6BDCCA573D8}"/>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4" name="Oval 13">
              <a:extLst>
                <a:ext uri="{FF2B5EF4-FFF2-40B4-BE49-F238E27FC236}">
                  <a16:creationId xmlns:a16="http://schemas.microsoft.com/office/drawing/2014/main" id="{AD01009B-89A6-F848-D45D-29E353129984}"/>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 name="Isosceles Triangle 648">
              <a:extLst>
                <a:ext uri="{FF2B5EF4-FFF2-40B4-BE49-F238E27FC236}">
                  <a16:creationId xmlns:a16="http://schemas.microsoft.com/office/drawing/2014/main" id="{D0EAA730-173E-E3C2-4584-25115FF0AA27}"/>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8" name="Group 27">
            <a:extLst>
              <a:ext uri="{FF2B5EF4-FFF2-40B4-BE49-F238E27FC236}">
                <a16:creationId xmlns:a16="http://schemas.microsoft.com/office/drawing/2014/main" id="{D7E25ACF-6786-EFD6-0D01-80E93E50D123}"/>
              </a:ext>
            </a:extLst>
          </p:cNvPr>
          <p:cNvGrpSpPr/>
          <p:nvPr/>
        </p:nvGrpSpPr>
        <p:grpSpPr>
          <a:xfrm>
            <a:off x="2100392" y="4419620"/>
            <a:ext cx="721206" cy="609701"/>
            <a:chOff x="2100392" y="4419620"/>
            <a:chExt cx="721206" cy="609701"/>
          </a:xfrm>
        </p:grpSpPr>
        <p:sp>
          <p:nvSpPr>
            <p:cNvPr id="29" name="Rectangle 28">
              <a:extLst>
                <a:ext uri="{FF2B5EF4-FFF2-40B4-BE49-F238E27FC236}">
                  <a16:creationId xmlns:a16="http://schemas.microsoft.com/office/drawing/2014/main" id="{2AABAACA-B061-51A6-2B78-AC670132494F}"/>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30" name="Right Triangle 29">
              <a:extLst>
                <a:ext uri="{FF2B5EF4-FFF2-40B4-BE49-F238E27FC236}">
                  <a16:creationId xmlns:a16="http://schemas.microsoft.com/office/drawing/2014/main" id="{7DF142D2-173B-B990-2E90-7003AB3CE887}"/>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D938247A-0833-0C9F-7FBA-C6C6775B36F3}"/>
                </a:ext>
              </a:extLst>
            </p:cNvPr>
            <p:cNvGrpSpPr/>
            <p:nvPr/>
          </p:nvGrpSpPr>
          <p:grpSpPr>
            <a:xfrm>
              <a:off x="2769856" y="4434450"/>
              <a:ext cx="37817" cy="61390"/>
              <a:chOff x="3883481" y="2057400"/>
              <a:chExt cx="1608363" cy="2652031"/>
            </a:xfrm>
            <a:solidFill>
              <a:srgbClr val="A6A6A6">
                <a:alpha val="20000"/>
              </a:srgbClr>
            </a:solidFill>
          </p:grpSpPr>
          <p:sp>
            <p:nvSpPr>
              <p:cNvPr id="34" name="Oval 27">
                <a:extLst>
                  <a:ext uri="{FF2B5EF4-FFF2-40B4-BE49-F238E27FC236}">
                    <a16:creationId xmlns:a16="http://schemas.microsoft.com/office/drawing/2014/main" id="{C54E0887-F411-E75D-448C-048AF0AB468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7" name="Oval 28">
                <a:extLst>
                  <a:ext uri="{FF2B5EF4-FFF2-40B4-BE49-F238E27FC236}">
                    <a16:creationId xmlns:a16="http://schemas.microsoft.com/office/drawing/2014/main" id="{AE481460-82F5-4CBD-D21A-F85EF315A16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8" name="Group 37">
            <a:extLst>
              <a:ext uri="{FF2B5EF4-FFF2-40B4-BE49-F238E27FC236}">
                <a16:creationId xmlns:a16="http://schemas.microsoft.com/office/drawing/2014/main" id="{396F9ED5-7927-75E5-CF02-23F08CBBD9F5}"/>
              </a:ext>
            </a:extLst>
          </p:cNvPr>
          <p:cNvGrpSpPr/>
          <p:nvPr/>
        </p:nvGrpSpPr>
        <p:grpSpPr>
          <a:xfrm>
            <a:off x="8793945" y="2266490"/>
            <a:ext cx="721206" cy="609701"/>
            <a:chOff x="11356238" y="2253333"/>
            <a:chExt cx="721206" cy="609701"/>
          </a:xfrm>
        </p:grpSpPr>
        <p:sp>
          <p:nvSpPr>
            <p:cNvPr id="41" name="Rectangle 40">
              <a:hlinkHover r:id="" action="ppaction://noaction" highlightClick="1"/>
              <a:extLst>
                <a:ext uri="{FF2B5EF4-FFF2-40B4-BE49-F238E27FC236}">
                  <a16:creationId xmlns:a16="http://schemas.microsoft.com/office/drawing/2014/main" id="{D9CBD7B3-8424-86E8-EC2A-45B553C1879B}"/>
                </a:ext>
              </a:extLst>
            </p:cNvPr>
            <p:cNvSpPr/>
            <p:nvPr/>
          </p:nvSpPr>
          <p:spPr>
            <a:xfrm>
              <a:off x="11356238" y="225333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42" name="Oval 41">
              <a:extLst>
                <a:ext uri="{FF2B5EF4-FFF2-40B4-BE49-F238E27FC236}">
                  <a16:creationId xmlns:a16="http://schemas.microsoft.com/office/drawing/2014/main" id="{AC423A62-C38E-CE8A-637B-E0E67F1E2E45}"/>
                </a:ext>
              </a:extLst>
            </p:cNvPr>
            <p:cNvSpPr/>
            <p:nvPr/>
          </p:nvSpPr>
          <p:spPr>
            <a:xfrm>
              <a:off x="11934777" y="226109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 name="Isosceles Triangle 648">
              <a:extLst>
                <a:ext uri="{FF2B5EF4-FFF2-40B4-BE49-F238E27FC236}">
                  <a16:creationId xmlns:a16="http://schemas.microsoft.com/office/drawing/2014/main" id="{7DB78FDB-3860-24F9-5C81-D8E05D6F0951}"/>
                </a:ext>
              </a:extLst>
            </p:cNvPr>
            <p:cNvSpPr/>
            <p:nvPr/>
          </p:nvSpPr>
          <p:spPr>
            <a:xfrm>
              <a:off x="11964901" y="227460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5" name="Group 44">
            <a:extLst>
              <a:ext uri="{FF2B5EF4-FFF2-40B4-BE49-F238E27FC236}">
                <a16:creationId xmlns:a16="http://schemas.microsoft.com/office/drawing/2014/main" id="{AB7D36C5-0F94-B509-2656-A0007933C15F}"/>
              </a:ext>
            </a:extLst>
          </p:cNvPr>
          <p:cNvGrpSpPr/>
          <p:nvPr/>
        </p:nvGrpSpPr>
        <p:grpSpPr>
          <a:xfrm>
            <a:off x="11356238" y="1532276"/>
            <a:ext cx="721206" cy="609701"/>
            <a:chOff x="11356238" y="1532276"/>
            <a:chExt cx="721206" cy="609701"/>
          </a:xfrm>
        </p:grpSpPr>
        <p:sp>
          <p:nvSpPr>
            <p:cNvPr id="46" name="Rectangle 45">
              <a:hlinkHover r:id="" action="ppaction://noaction" highlightClick="1"/>
              <a:extLst>
                <a:ext uri="{FF2B5EF4-FFF2-40B4-BE49-F238E27FC236}">
                  <a16:creationId xmlns:a16="http://schemas.microsoft.com/office/drawing/2014/main" id="{21E76739-0DE5-260B-65D2-2A28BFC94736}"/>
                </a:ext>
              </a:extLst>
            </p:cNvPr>
            <p:cNvSpPr/>
            <p:nvPr/>
          </p:nvSpPr>
          <p:spPr>
            <a:xfrm>
              <a:off x="11356238"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57" name="Oval 56">
              <a:extLst>
                <a:ext uri="{FF2B5EF4-FFF2-40B4-BE49-F238E27FC236}">
                  <a16:creationId xmlns:a16="http://schemas.microsoft.com/office/drawing/2014/main" id="{5EDF5D04-D6DD-290E-3295-D16330E54F8A}"/>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 name="Isosceles Triangle 648">
              <a:extLst>
                <a:ext uri="{FF2B5EF4-FFF2-40B4-BE49-F238E27FC236}">
                  <a16:creationId xmlns:a16="http://schemas.microsoft.com/office/drawing/2014/main" id="{FD4F13F7-7A84-6900-D363-20F17EEA7637}"/>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0" name="Group 59">
            <a:extLst>
              <a:ext uri="{FF2B5EF4-FFF2-40B4-BE49-F238E27FC236}">
                <a16:creationId xmlns:a16="http://schemas.microsoft.com/office/drawing/2014/main" id="{4DF5A51E-8CBA-909D-7F01-67E6144DFC08}"/>
              </a:ext>
            </a:extLst>
          </p:cNvPr>
          <p:cNvGrpSpPr/>
          <p:nvPr/>
        </p:nvGrpSpPr>
        <p:grpSpPr>
          <a:xfrm>
            <a:off x="10525295" y="86756"/>
            <a:ext cx="721206" cy="609701"/>
            <a:chOff x="10520479" y="90836"/>
            <a:chExt cx="721206" cy="609701"/>
          </a:xfrm>
        </p:grpSpPr>
        <p:sp>
          <p:nvSpPr>
            <p:cNvPr id="67" name="Rectangle 66">
              <a:hlinkHover r:id="" action="ppaction://noaction" highlightClick="1"/>
              <a:extLst>
                <a:ext uri="{FF2B5EF4-FFF2-40B4-BE49-F238E27FC236}">
                  <a16:creationId xmlns:a16="http://schemas.microsoft.com/office/drawing/2014/main" id="{FC886902-F695-3BE9-5A53-279A992FD046}"/>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68" name="Oval 67">
              <a:extLst>
                <a:ext uri="{FF2B5EF4-FFF2-40B4-BE49-F238E27FC236}">
                  <a16:creationId xmlns:a16="http://schemas.microsoft.com/office/drawing/2014/main" id="{64F68664-6DD2-64D1-86FD-8C583084A846}"/>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 name="Isosceles Triangle 648">
              <a:extLst>
                <a:ext uri="{FF2B5EF4-FFF2-40B4-BE49-F238E27FC236}">
                  <a16:creationId xmlns:a16="http://schemas.microsoft.com/office/drawing/2014/main" id="{2F9DD924-8088-C3ED-9794-2732C99D8FE6}"/>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 name="Group 69">
            <a:extLst>
              <a:ext uri="{FF2B5EF4-FFF2-40B4-BE49-F238E27FC236}">
                <a16:creationId xmlns:a16="http://schemas.microsoft.com/office/drawing/2014/main" id="{82BD708B-0EAD-C44D-DC23-0D6C554F409D}"/>
              </a:ext>
            </a:extLst>
          </p:cNvPr>
          <p:cNvGrpSpPr/>
          <p:nvPr/>
        </p:nvGrpSpPr>
        <p:grpSpPr>
          <a:xfrm>
            <a:off x="8807246" y="1508831"/>
            <a:ext cx="721206" cy="609701"/>
            <a:chOff x="8807246" y="1532278"/>
            <a:chExt cx="721206" cy="609701"/>
          </a:xfrm>
        </p:grpSpPr>
        <p:sp>
          <p:nvSpPr>
            <p:cNvPr id="71" name="Rectangle 70">
              <a:hlinkHover r:id="" action="ppaction://noaction" highlightClick="1"/>
              <a:extLst>
                <a:ext uri="{FF2B5EF4-FFF2-40B4-BE49-F238E27FC236}">
                  <a16:creationId xmlns:a16="http://schemas.microsoft.com/office/drawing/2014/main" id="{060F587D-8496-C0D5-3838-FF65CB315A07}"/>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72" name="Oval 71">
              <a:extLst>
                <a:ext uri="{FF2B5EF4-FFF2-40B4-BE49-F238E27FC236}">
                  <a16:creationId xmlns:a16="http://schemas.microsoft.com/office/drawing/2014/main" id="{68096F00-D171-F88F-7DED-2F93F6F4CB03}"/>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 name="Isosceles Triangle 648">
              <a:extLst>
                <a:ext uri="{FF2B5EF4-FFF2-40B4-BE49-F238E27FC236}">
                  <a16:creationId xmlns:a16="http://schemas.microsoft.com/office/drawing/2014/main" id="{2063C758-34E4-570F-E4E5-03F240356EBD}"/>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 name="Group 86">
            <a:extLst>
              <a:ext uri="{FF2B5EF4-FFF2-40B4-BE49-F238E27FC236}">
                <a16:creationId xmlns:a16="http://schemas.microsoft.com/office/drawing/2014/main" id="{F457CE7E-F8ED-8655-F1BE-A019BE3A4CF3}"/>
              </a:ext>
            </a:extLst>
          </p:cNvPr>
          <p:cNvGrpSpPr/>
          <p:nvPr/>
        </p:nvGrpSpPr>
        <p:grpSpPr>
          <a:xfrm>
            <a:off x="3776512" y="2950606"/>
            <a:ext cx="724130" cy="609701"/>
            <a:chOff x="3776512" y="2974053"/>
            <a:chExt cx="724130" cy="609701"/>
          </a:xfrm>
        </p:grpSpPr>
        <p:sp>
          <p:nvSpPr>
            <p:cNvPr id="88" name="Rectangle 87">
              <a:extLst>
                <a:ext uri="{FF2B5EF4-FFF2-40B4-BE49-F238E27FC236}">
                  <a16:creationId xmlns:a16="http://schemas.microsoft.com/office/drawing/2014/main" id="{A9A8A9D7-E96E-A25F-FC1F-927F349C9A73}"/>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89" name="Right Triangle 88">
              <a:extLst>
                <a:ext uri="{FF2B5EF4-FFF2-40B4-BE49-F238E27FC236}">
                  <a16:creationId xmlns:a16="http://schemas.microsoft.com/office/drawing/2014/main" id="{E982837E-4714-092B-217E-1A6ED6E48817}"/>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0" name="Group 89">
              <a:extLst>
                <a:ext uri="{FF2B5EF4-FFF2-40B4-BE49-F238E27FC236}">
                  <a16:creationId xmlns:a16="http://schemas.microsoft.com/office/drawing/2014/main" id="{168D9C2C-3DCC-5962-80D5-12C02D5DB4A6}"/>
                </a:ext>
              </a:extLst>
            </p:cNvPr>
            <p:cNvGrpSpPr/>
            <p:nvPr/>
          </p:nvGrpSpPr>
          <p:grpSpPr>
            <a:xfrm>
              <a:off x="4450061" y="2982574"/>
              <a:ext cx="37817" cy="61390"/>
              <a:chOff x="3883481" y="2057400"/>
              <a:chExt cx="1608363" cy="2652031"/>
            </a:xfrm>
            <a:solidFill>
              <a:srgbClr val="A6A6A6">
                <a:alpha val="20000"/>
              </a:srgbClr>
            </a:solidFill>
          </p:grpSpPr>
          <p:sp>
            <p:nvSpPr>
              <p:cNvPr id="91" name="Oval 27">
                <a:extLst>
                  <a:ext uri="{FF2B5EF4-FFF2-40B4-BE49-F238E27FC236}">
                    <a16:creationId xmlns:a16="http://schemas.microsoft.com/office/drawing/2014/main" id="{803850E0-F1BE-F586-7B31-7C950D20813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 name="Oval 28">
                <a:extLst>
                  <a:ext uri="{FF2B5EF4-FFF2-40B4-BE49-F238E27FC236}">
                    <a16:creationId xmlns:a16="http://schemas.microsoft.com/office/drawing/2014/main" id="{EB41767C-61B4-D03E-BB43-562E87AD6EE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3" name="Group 132">
            <a:extLst>
              <a:ext uri="{FF2B5EF4-FFF2-40B4-BE49-F238E27FC236}">
                <a16:creationId xmlns:a16="http://schemas.microsoft.com/office/drawing/2014/main" id="{38BA12A6-57E0-AD80-931C-6B2FB8380C59}"/>
              </a:ext>
            </a:extLst>
          </p:cNvPr>
          <p:cNvGrpSpPr/>
          <p:nvPr/>
        </p:nvGrpSpPr>
        <p:grpSpPr>
          <a:xfrm>
            <a:off x="2102909" y="811556"/>
            <a:ext cx="721206" cy="609701"/>
            <a:chOff x="2102909" y="811556"/>
            <a:chExt cx="721206" cy="609701"/>
          </a:xfrm>
        </p:grpSpPr>
        <p:sp>
          <p:nvSpPr>
            <p:cNvPr id="134" name="Rectangle 133">
              <a:extLst>
                <a:ext uri="{FF2B5EF4-FFF2-40B4-BE49-F238E27FC236}">
                  <a16:creationId xmlns:a16="http://schemas.microsoft.com/office/drawing/2014/main" id="{F36C101D-FBC9-E01F-9582-305B450C05D8}"/>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5" name="Rectangle 134">
              <a:extLst>
                <a:ext uri="{FF2B5EF4-FFF2-40B4-BE49-F238E27FC236}">
                  <a16:creationId xmlns:a16="http://schemas.microsoft.com/office/drawing/2014/main" id="{612C8A25-7E09-B8EA-5776-0990793A9270}"/>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Oval 15">
              <a:extLst>
                <a:ext uri="{FF2B5EF4-FFF2-40B4-BE49-F238E27FC236}">
                  <a16:creationId xmlns:a16="http://schemas.microsoft.com/office/drawing/2014/main" id="{A353BED7-464C-52BD-922D-A765B986B0DD}"/>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7" name="Straight Connector 136">
              <a:extLst>
                <a:ext uri="{FF2B5EF4-FFF2-40B4-BE49-F238E27FC236}">
                  <a16:creationId xmlns:a16="http://schemas.microsoft.com/office/drawing/2014/main" id="{ACE2796F-A018-8BDC-F07D-B76D4C9D2D87}"/>
                </a:ext>
              </a:extLst>
            </p:cNvPr>
            <p:cNvCxnSpPr>
              <a:cxnSpLocks/>
              <a:stCxn id="136"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8" name="Straight Connector 137">
              <a:extLst>
                <a:ext uri="{FF2B5EF4-FFF2-40B4-BE49-F238E27FC236}">
                  <a16:creationId xmlns:a16="http://schemas.microsoft.com/office/drawing/2014/main" id="{6033CD53-EC73-C9DD-2686-A23B91F3366C}"/>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9D9FD13E-6046-1E1D-7456-AB920CC51D2D}"/>
              </a:ext>
            </a:extLst>
          </p:cNvPr>
          <p:cNvGrpSpPr/>
          <p:nvPr/>
        </p:nvGrpSpPr>
        <p:grpSpPr>
          <a:xfrm>
            <a:off x="4605607" y="811556"/>
            <a:ext cx="722054" cy="609701"/>
            <a:chOff x="4605607" y="811556"/>
            <a:chExt cx="722054" cy="609701"/>
          </a:xfrm>
        </p:grpSpPr>
        <p:sp>
          <p:nvSpPr>
            <p:cNvPr id="148" name="Rectangle 147">
              <a:extLst>
                <a:ext uri="{FF2B5EF4-FFF2-40B4-BE49-F238E27FC236}">
                  <a16:creationId xmlns:a16="http://schemas.microsoft.com/office/drawing/2014/main" id="{813A2CFB-0329-EE98-9B68-EC6DA4AEA805}"/>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9" name="Rectangle 148">
              <a:extLst>
                <a:ext uri="{FF2B5EF4-FFF2-40B4-BE49-F238E27FC236}">
                  <a16:creationId xmlns:a16="http://schemas.microsoft.com/office/drawing/2014/main" id="{6F26B3D9-BAF0-A4A8-775D-169C71D636DD}"/>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0" name="Oval 15">
              <a:extLst>
                <a:ext uri="{FF2B5EF4-FFF2-40B4-BE49-F238E27FC236}">
                  <a16:creationId xmlns:a16="http://schemas.microsoft.com/office/drawing/2014/main" id="{5AFDBB31-5B5E-B325-2EB8-32B2FE12F88A}"/>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1" name="Straight Connector 150">
              <a:extLst>
                <a:ext uri="{FF2B5EF4-FFF2-40B4-BE49-F238E27FC236}">
                  <a16:creationId xmlns:a16="http://schemas.microsoft.com/office/drawing/2014/main" id="{A5118397-5D3A-5124-9B31-CFA0B699D6D5}"/>
                </a:ext>
              </a:extLst>
            </p:cNvPr>
            <p:cNvCxnSpPr>
              <a:cxnSpLocks/>
              <a:stCxn id="150"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2" name="Straight Connector 151">
              <a:extLst>
                <a:ext uri="{FF2B5EF4-FFF2-40B4-BE49-F238E27FC236}">
                  <a16:creationId xmlns:a16="http://schemas.microsoft.com/office/drawing/2014/main" id="{58C0B9DD-0286-9666-DA97-CA6ACCE3BCDD}"/>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3" name="Group 152">
            <a:extLst>
              <a:ext uri="{FF2B5EF4-FFF2-40B4-BE49-F238E27FC236}">
                <a16:creationId xmlns:a16="http://schemas.microsoft.com/office/drawing/2014/main" id="{1AB124EE-EDE6-8F59-1ADA-C5198D9E241A}"/>
              </a:ext>
            </a:extLst>
          </p:cNvPr>
          <p:cNvGrpSpPr/>
          <p:nvPr/>
        </p:nvGrpSpPr>
        <p:grpSpPr>
          <a:xfrm>
            <a:off x="9651394" y="811173"/>
            <a:ext cx="721206" cy="609701"/>
            <a:chOff x="9657972" y="90836"/>
            <a:chExt cx="721206" cy="609701"/>
          </a:xfrm>
        </p:grpSpPr>
        <p:sp>
          <p:nvSpPr>
            <p:cNvPr id="154" name="Rectangle 153">
              <a:hlinkHover r:id="" action="ppaction://noaction" highlightClick="1"/>
              <a:extLst>
                <a:ext uri="{FF2B5EF4-FFF2-40B4-BE49-F238E27FC236}">
                  <a16:creationId xmlns:a16="http://schemas.microsoft.com/office/drawing/2014/main" id="{8CB8DC52-988A-573B-50AA-89EE2EAE27A0}"/>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55" name="Diamond 154">
              <a:extLst>
                <a:ext uri="{FF2B5EF4-FFF2-40B4-BE49-F238E27FC236}">
                  <a16:creationId xmlns:a16="http://schemas.microsoft.com/office/drawing/2014/main" id="{6800B275-DD31-95C5-6A2D-A4B7FB5F614C}"/>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6" name="Oval 155">
              <a:extLst>
                <a:ext uri="{FF2B5EF4-FFF2-40B4-BE49-F238E27FC236}">
                  <a16:creationId xmlns:a16="http://schemas.microsoft.com/office/drawing/2014/main" id="{89B64B46-1906-476E-AA26-076DD8FEE975}"/>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7" name="Group 156">
            <a:extLst>
              <a:ext uri="{FF2B5EF4-FFF2-40B4-BE49-F238E27FC236}">
                <a16:creationId xmlns:a16="http://schemas.microsoft.com/office/drawing/2014/main" id="{1AF62529-0BD9-3C86-8E2C-0692C65CBC42}"/>
              </a:ext>
            </a:extLst>
          </p:cNvPr>
          <p:cNvGrpSpPr/>
          <p:nvPr/>
        </p:nvGrpSpPr>
        <p:grpSpPr>
          <a:xfrm>
            <a:off x="10506594" y="811556"/>
            <a:ext cx="721220" cy="609701"/>
            <a:chOff x="10506594" y="811556"/>
            <a:chExt cx="721220" cy="609701"/>
          </a:xfrm>
        </p:grpSpPr>
        <p:sp>
          <p:nvSpPr>
            <p:cNvPr id="158" name="Rectangle 157">
              <a:extLst>
                <a:ext uri="{FF2B5EF4-FFF2-40B4-BE49-F238E27FC236}">
                  <a16:creationId xmlns:a16="http://schemas.microsoft.com/office/drawing/2014/main" id="{55E6392F-B23A-A4B1-64AA-4342B352AD6F}"/>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9" name="Rectangle 158">
              <a:extLst>
                <a:ext uri="{FF2B5EF4-FFF2-40B4-BE49-F238E27FC236}">
                  <a16:creationId xmlns:a16="http://schemas.microsoft.com/office/drawing/2014/main" id="{A9EA3BE2-D553-20DA-D755-D502FDD19C35}"/>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0" name="Oval 15">
              <a:extLst>
                <a:ext uri="{FF2B5EF4-FFF2-40B4-BE49-F238E27FC236}">
                  <a16:creationId xmlns:a16="http://schemas.microsoft.com/office/drawing/2014/main" id="{76102EDA-3BC7-EC45-DDA7-82709B532E48}"/>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1" name="Straight Connector 160">
              <a:extLst>
                <a:ext uri="{FF2B5EF4-FFF2-40B4-BE49-F238E27FC236}">
                  <a16:creationId xmlns:a16="http://schemas.microsoft.com/office/drawing/2014/main" id="{21F78B66-55D3-E257-1840-3769885543DA}"/>
                </a:ext>
              </a:extLst>
            </p:cNvPr>
            <p:cNvCxnSpPr>
              <a:cxnSpLocks/>
              <a:stCxn id="160"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2" name="Straight Connector 161">
              <a:extLst>
                <a:ext uri="{FF2B5EF4-FFF2-40B4-BE49-F238E27FC236}">
                  <a16:creationId xmlns:a16="http://schemas.microsoft.com/office/drawing/2014/main" id="{69931A88-3D7D-00F8-4830-B6C1DA44A0CA}"/>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3" name="Group 162">
            <a:extLst>
              <a:ext uri="{FF2B5EF4-FFF2-40B4-BE49-F238E27FC236}">
                <a16:creationId xmlns:a16="http://schemas.microsoft.com/office/drawing/2014/main" id="{B1D3449C-0663-13C9-FD7A-6E57322A7360}"/>
              </a:ext>
            </a:extLst>
          </p:cNvPr>
          <p:cNvGrpSpPr/>
          <p:nvPr/>
        </p:nvGrpSpPr>
        <p:grpSpPr>
          <a:xfrm>
            <a:off x="7116512" y="812701"/>
            <a:ext cx="721206" cy="609701"/>
            <a:chOff x="7957576" y="811556"/>
            <a:chExt cx="721206" cy="609701"/>
          </a:xfrm>
        </p:grpSpPr>
        <p:sp>
          <p:nvSpPr>
            <p:cNvPr id="164" name="Rectangle 163">
              <a:extLst>
                <a:ext uri="{FF2B5EF4-FFF2-40B4-BE49-F238E27FC236}">
                  <a16:creationId xmlns:a16="http://schemas.microsoft.com/office/drawing/2014/main" id="{554A98BD-9ABD-8BB5-6F51-7E271DF9271A}"/>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65" name="Rectangle 164">
              <a:extLst>
                <a:ext uri="{FF2B5EF4-FFF2-40B4-BE49-F238E27FC236}">
                  <a16:creationId xmlns:a16="http://schemas.microsoft.com/office/drawing/2014/main" id="{ACCE2F61-23D9-5E61-31D9-35B3F01CFEF8}"/>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6" name="Oval 15">
              <a:extLst>
                <a:ext uri="{FF2B5EF4-FFF2-40B4-BE49-F238E27FC236}">
                  <a16:creationId xmlns:a16="http://schemas.microsoft.com/office/drawing/2014/main" id="{F11D28A4-3AB3-64B4-7E95-75473D9D8DB2}"/>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7" name="Straight Connector 166">
              <a:extLst>
                <a:ext uri="{FF2B5EF4-FFF2-40B4-BE49-F238E27FC236}">
                  <a16:creationId xmlns:a16="http://schemas.microsoft.com/office/drawing/2014/main" id="{574D9627-6AB1-E9A3-915C-7BA7BCDB801F}"/>
                </a:ext>
              </a:extLst>
            </p:cNvPr>
            <p:cNvCxnSpPr>
              <a:cxnSpLocks/>
              <a:stCxn id="166"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8" name="Straight Connector 167">
              <a:extLst>
                <a:ext uri="{FF2B5EF4-FFF2-40B4-BE49-F238E27FC236}">
                  <a16:creationId xmlns:a16="http://schemas.microsoft.com/office/drawing/2014/main" id="{1E95024D-6F11-15DA-213F-C5E8152B498F}"/>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9" name="Group 168">
            <a:extLst>
              <a:ext uri="{FF2B5EF4-FFF2-40B4-BE49-F238E27FC236}">
                <a16:creationId xmlns:a16="http://schemas.microsoft.com/office/drawing/2014/main" id="{0FD15E91-8682-6007-71EC-204548B22582}"/>
              </a:ext>
            </a:extLst>
          </p:cNvPr>
          <p:cNvGrpSpPr/>
          <p:nvPr/>
        </p:nvGrpSpPr>
        <p:grpSpPr>
          <a:xfrm>
            <a:off x="10508723" y="1536662"/>
            <a:ext cx="721206" cy="609701"/>
            <a:chOff x="11356242" y="1532276"/>
            <a:chExt cx="721206" cy="609701"/>
          </a:xfrm>
        </p:grpSpPr>
        <p:sp>
          <p:nvSpPr>
            <p:cNvPr id="170" name="Rectangle 169">
              <a:hlinkHover r:id="" action="ppaction://noaction" highlightClick="1"/>
              <a:extLst>
                <a:ext uri="{FF2B5EF4-FFF2-40B4-BE49-F238E27FC236}">
                  <a16:creationId xmlns:a16="http://schemas.microsoft.com/office/drawing/2014/main" id="{907798F4-F3A7-DA10-89DC-C9CC9AD217CB}"/>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71" name="Oval 170">
              <a:extLst>
                <a:ext uri="{FF2B5EF4-FFF2-40B4-BE49-F238E27FC236}">
                  <a16:creationId xmlns:a16="http://schemas.microsoft.com/office/drawing/2014/main" id="{919E9346-FF1A-17E4-0FB8-D2BAE1D3E704}"/>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2" name="Isosceles Triangle 648">
              <a:extLst>
                <a:ext uri="{FF2B5EF4-FFF2-40B4-BE49-F238E27FC236}">
                  <a16:creationId xmlns:a16="http://schemas.microsoft.com/office/drawing/2014/main" id="{7DBB0108-AC6F-C42B-DEEA-C741686D7999}"/>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7" name="Group 556">
            <a:extLst>
              <a:ext uri="{FF2B5EF4-FFF2-40B4-BE49-F238E27FC236}">
                <a16:creationId xmlns:a16="http://schemas.microsoft.com/office/drawing/2014/main" id="{A638AB0D-C063-052D-3572-E20506B5B830}"/>
              </a:ext>
            </a:extLst>
          </p:cNvPr>
          <p:cNvGrpSpPr/>
          <p:nvPr/>
        </p:nvGrpSpPr>
        <p:grpSpPr>
          <a:xfrm>
            <a:off x="6290730" y="2257176"/>
            <a:ext cx="721206" cy="609701"/>
            <a:chOff x="8807250" y="2253334"/>
            <a:chExt cx="721206" cy="609701"/>
          </a:xfrm>
        </p:grpSpPr>
        <p:sp>
          <p:nvSpPr>
            <p:cNvPr id="558" name="Rectangle 557">
              <a:extLst>
                <a:ext uri="{FF2B5EF4-FFF2-40B4-BE49-F238E27FC236}">
                  <a16:creationId xmlns:a16="http://schemas.microsoft.com/office/drawing/2014/main" id="{D7A3C771-A386-08B1-48A7-27148671BA7C}"/>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559" name="Right Triangle 558">
              <a:extLst>
                <a:ext uri="{FF2B5EF4-FFF2-40B4-BE49-F238E27FC236}">
                  <a16:creationId xmlns:a16="http://schemas.microsoft.com/office/drawing/2014/main" id="{5967A64F-8386-97A5-ECB8-CB60F0414CE3}"/>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0" name="Oval 27">
              <a:extLst>
                <a:ext uri="{FF2B5EF4-FFF2-40B4-BE49-F238E27FC236}">
                  <a16:creationId xmlns:a16="http://schemas.microsoft.com/office/drawing/2014/main" id="{75CC6282-3B8D-63AE-E9F2-2C6E91FD3ACE}"/>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1" name="Oval 28">
              <a:extLst>
                <a:ext uri="{FF2B5EF4-FFF2-40B4-BE49-F238E27FC236}">
                  <a16:creationId xmlns:a16="http://schemas.microsoft.com/office/drawing/2014/main" id="{46C1F56F-CBA4-0B7D-C14C-813E6FCA8C32}"/>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2" name="Group 561">
            <a:extLst>
              <a:ext uri="{FF2B5EF4-FFF2-40B4-BE49-F238E27FC236}">
                <a16:creationId xmlns:a16="http://schemas.microsoft.com/office/drawing/2014/main" id="{EFE09046-3D7A-3F24-0339-A112A4D2B3B2}"/>
              </a:ext>
            </a:extLst>
          </p:cNvPr>
          <p:cNvGrpSpPr/>
          <p:nvPr/>
        </p:nvGrpSpPr>
        <p:grpSpPr>
          <a:xfrm>
            <a:off x="5454173" y="2257175"/>
            <a:ext cx="721206" cy="609701"/>
            <a:chOff x="6287891" y="2253333"/>
            <a:chExt cx="721206" cy="609701"/>
          </a:xfrm>
        </p:grpSpPr>
        <p:sp>
          <p:nvSpPr>
            <p:cNvPr id="563" name="Rectangle 562">
              <a:extLst>
                <a:ext uri="{FF2B5EF4-FFF2-40B4-BE49-F238E27FC236}">
                  <a16:creationId xmlns:a16="http://schemas.microsoft.com/office/drawing/2014/main" id="{D2284B8E-2834-80A5-5A6E-BD5317861A1E}"/>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564" name="Right Triangle 563">
              <a:extLst>
                <a:ext uri="{FF2B5EF4-FFF2-40B4-BE49-F238E27FC236}">
                  <a16:creationId xmlns:a16="http://schemas.microsoft.com/office/drawing/2014/main" id="{523A7D99-5DE1-0090-E272-AA70AC48DD7D}"/>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71" name="Group 570">
              <a:extLst>
                <a:ext uri="{FF2B5EF4-FFF2-40B4-BE49-F238E27FC236}">
                  <a16:creationId xmlns:a16="http://schemas.microsoft.com/office/drawing/2014/main" id="{DA93EE93-99C5-C919-0D15-9E6EB06E6D47}"/>
                </a:ext>
              </a:extLst>
            </p:cNvPr>
            <p:cNvGrpSpPr/>
            <p:nvPr/>
          </p:nvGrpSpPr>
          <p:grpSpPr>
            <a:xfrm>
              <a:off x="6952470" y="2265099"/>
              <a:ext cx="37817" cy="61390"/>
              <a:chOff x="3883481" y="2057400"/>
              <a:chExt cx="1608363" cy="2652031"/>
            </a:xfrm>
            <a:solidFill>
              <a:srgbClr val="A6A6A6">
                <a:alpha val="20000"/>
              </a:srgbClr>
            </a:solidFill>
          </p:grpSpPr>
          <p:sp>
            <p:nvSpPr>
              <p:cNvPr id="572" name="Oval 27">
                <a:extLst>
                  <a:ext uri="{FF2B5EF4-FFF2-40B4-BE49-F238E27FC236}">
                    <a16:creationId xmlns:a16="http://schemas.microsoft.com/office/drawing/2014/main" id="{9EC98E6D-22CF-C729-F111-9FC2681E64E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3" name="Oval 28">
                <a:extLst>
                  <a:ext uri="{FF2B5EF4-FFF2-40B4-BE49-F238E27FC236}">
                    <a16:creationId xmlns:a16="http://schemas.microsoft.com/office/drawing/2014/main" id="{0C5392A0-52F4-2D1B-CB53-4FE93BEF76C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74" name="Group 573">
            <a:extLst>
              <a:ext uri="{FF2B5EF4-FFF2-40B4-BE49-F238E27FC236}">
                <a16:creationId xmlns:a16="http://schemas.microsoft.com/office/drawing/2014/main" id="{230835B1-7970-46DF-7780-04A9D05E2F31}"/>
              </a:ext>
            </a:extLst>
          </p:cNvPr>
          <p:cNvGrpSpPr/>
          <p:nvPr/>
        </p:nvGrpSpPr>
        <p:grpSpPr>
          <a:xfrm>
            <a:off x="7113172" y="2252067"/>
            <a:ext cx="728239" cy="609701"/>
            <a:chOff x="5442073" y="811556"/>
            <a:chExt cx="728239" cy="609701"/>
          </a:xfrm>
        </p:grpSpPr>
        <p:sp>
          <p:nvSpPr>
            <p:cNvPr id="575" name="Rectangle 574">
              <a:extLst>
                <a:ext uri="{FF2B5EF4-FFF2-40B4-BE49-F238E27FC236}">
                  <a16:creationId xmlns:a16="http://schemas.microsoft.com/office/drawing/2014/main" id="{BE4985C6-7E76-8ABB-0D32-B8FD7F85D042}"/>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576" name="Rectangle 575">
              <a:extLst>
                <a:ext uri="{FF2B5EF4-FFF2-40B4-BE49-F238E27FC236}">
                  <a16:creationId xmlns:a16="http://schemas.microsoft.com/office/drawing/2014/main" id="{CC7DA2DB-5B00-9CD4-F914-8DFD8178E6AC}"/>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7" name="Oval 15">
              <a:extLst>
                <a:ext uri="{FF2B5EF4-FFF2-40B4-BE49-F238E27FC236}">
                  <a16:creationId xmlns:a16="http://schemas.microsoft.com/office/drawing/2014/main" id="{E8021DDC-E127-9535-C66B-379A4F506A3C}"/>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8" name="Straight Connector 577">
              <a:extLst>
                <a:ext uri="{FF2B5EF4-FFF2-40B4-BE49-F238E27FC236}">
                  <a16:creationId xmlns:a16="http://schemas.microsoft.com/office/drawing/2014/main" id="{4050A1DA-A136-A7F6-3D34-FAF9AB1B8966}"/>
                </a:ext>
              </a:extLst>
            </p:cNvPr>
            <p:cNvCxnSpPr>
              <a:cxnSpLocks/>
              <a:stCxn id="577"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9" name="Straight Connector 578">
              <a:extLst>
                <a:ext uri="{FF2B5EF4-FFF2-40B4-BE49-F238E27FC236}">
                  <a16:creationId xmlns:a16="http://schemas.microsoft.com/office/drawing/2014/main" id="{9FFC25D4-84F0-053B-5FE1-0EC9FC7C2DA9}"/>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80" name="Group 579">
            <a:extLst>
              <a:ext uri="{FF2B5EF4-FFF2-40B4-BE49-F238E27FC236}">
                <a16:creationId xmlns:a16="http://schemas.microsoft.com/office/drawing/2014/main" id="{57BE8E2C-DE69-23C0-120C-0D4E7EC4C203}"/>
              </a:ext>
            </a:extLst>
          </p:cNvPr>
          <p:cNvGrpSpPr/>
          <p:nvPr/>
        </p:nvGrpSpPr>
        <p:grpSpPr>
          <a:xfrm>
            <a:off x="11353919" y="2251694"/>
            <a:ext cx="721206" cy="609701"/>
            <a:chOff x="8807250" y="2253334"/>
            <a:chExt cx="721206" cy="609701"/>
          </a:xfrm>
        </p:grpSpPr>
        <p:sp>
          <p:nvSpPr>
            <p:cNvPr id="581" name="Rectangle 580">
              <a:extLst>
                <a:ext uri="{FF2B5EF4-FFF2-40B4-BE49-F238E27FC236}">
                  <a16:creationId xmlns:a16="http://schemas.microsoft.com/office/drawing/2014/main" id="{0CA94ECE-1DD6-8A98-1B58-5BF9EDA93A11}"/>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582" name="Right Triangle 581">
              <a:extLst>
                <a:ext uri="{FF2B5EF4-FFF2-40B4-BE49-F238E27FC236}">
                  <a16:creationId xmlns:a16="http://schemas.microsoft.com/office/drawing/2014/main" id="{B7C6D9A7-F70D-292A-1223-88857F7BD3A2}"/>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3" name="Oval 27">
              <a:extLst>
                <a:ext uri="{FF2B5EF4-FFF2-40B4-BE49-F238E27FC236}">
                  <a16:creationId xmlns:a16="http://schemas.microsoft.com/office/drawing/2014/main" id="{9EADC8C8-34DE-F79D-E36C-3E5F290FF102}"/>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4" name="Oval 28">
              <a:extLst>
                <a:ext uri="{FF2B5EF4-FFF2-40B4-BE49-F238E27FC236}">
                  <a16:creationId xmlns:a16="http://schemas.microsoft.com/office/drawing/2014/main" id="{3A36D8C6-DE73-9A4A-BCD4-C1C79B339585}"/>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1" name="Group 660">
            <a:extLst>
              <a:ext uri="{FF2B5EF4-FFF2-40B4-BE49-F238E27FC236}">
                <a16:creationId xmlns:a16="http://schemas.microsoft.com/office/drawing/2014/main" id="{5F28A845-C0AC-6E04-CF65-F9FFFC5A3BC3}"/>
              </a:ext>
            </a:extLst>
          </p:cNvPr>
          <p:cNvGrpSpPr/>
          <p:nvPr/>
        </p:nvGrpSpPr>
        <p:grpSpPr>
          <a:xfrm>
            <a:off x="2109092" y="2986575"/>
            <a:ext cx="721206" cy="649846"/>
            <a:chOff x="10506800" y="2974054"/>
            <a:chExt cx="721206" cy="649846"/>
          </a:xfrm>
        </p:grpSpPr>
        <p:sp>
          <p:nvSpPr>
            <p:cNvPr id="662" name="Rectangle 661">
              <a:extLst>
                <a:ext uri="{FF2B5EF4-FFF2-40B4-BE49-F238E27FC236}">
                  <a16:creationId xmlns:a16="http://schemas.microsoft.com/office/drawing/2014/main" id="{9D854203-9B3F-8798-3EFD-DE35D49CA58A}"/>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663" name="Rectangle 662">
              <a:extLst>
                <a:ext uri="{FF2B5EF4-FFF2-40B4-BE49-F238E27FC236}">
                  <a16:creationId xmlns:a16="http://schemas.microsoft.com/office/drawing/2014/main" id="{D1203125-A596-9B90-FDCA-9DAD32292459}"/>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4" name="Oval 15">
              <a:extLst>
                <a:ext uri="{FF2B5EF4-FFF2-40B4-BE49-F238E27FC236}">
                  <a16:creationId xmlns:a16="http://schemas.microsoft.com/office/drawing/2014/main" id="{444FE1EB-81DD-7BE7-3B85-2D5EB0E1FCE2}"/>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71" name="Straight Connector 670">
              <a:extLst>
                <a:ext uri="{FF2B5EF4-FFF2-40B4-BE49-F238E27FC236}">
                  <a16:creationId xmlns:a16="http://schemas.microsoft.com/office/drawing/2014/main" id="{F7AFCD0A-BE5D-AB05-EEF3-1A4D25B990F0}"/>
                </a:ext>
              </a:extLst>
            </p:cNvPr>
            <p:cNvCxnSpPr>
              <a:cxnSpLocks/>
              <a:stCxn id="664"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72" name="Straight Connector 671">
              <a:extLst>
                <a:ext uri="{FF2B5EF4-FFF2-40B4-BE49-F238E27FC236}">
                  <a16:creationId xmlns:a16="http://schemas.microsoft.com/office/drawing/2014/main" id="{F1B19A88-3C1E-A930-42B1-6E342D218CC5}"/>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73" name="Group 672">
            <a:extLst>
              <a:ext uri="{FF2B5EF4-FFF2-40B4-BE49-F238E27FC236}">
                <a16:creationId xmlns:a16="http://schemas.microsoft.com/office/drawing/2014/main" id="{45457C71-E3AF-2519-A89A-4179403BA8DF}"/>
              </a:ext>
            </a:extLst>
          </p:cNvPr>
          <p:cNvGrpSpPr/>
          <p:nvPr/>
        </p:nvGrpSpPr>
        <p:grpSpPr>
          <a:xfrm>
            <a:off x="4621827" y="2983922"/>
            <a:ext cx="721206" cy="654973"/>
            <a:chOff x="9657606" y="2974054"/>
            <a:chExt cx="721206" cy="654973"/>
          </a:xfrm>
        </p:grpSpPr>
        <p:sp>
          <p:nvSpPr>
            <p:cNvPr id="674" name="Rectangle 673">
              <a:extLst>
                <a:ext uri="{FF2B5EF4-FFF2-40B4-BE49-F238E27FC236}">
                  <a16:creationId xmlns:a16="http://schemas.microsoft.com/office/drawing/2014/main" id="{C5EFD201-DC31-396F-7AC6-61E188C21663}"/>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727" name="Rectangle 726">
              <a:extLst>
                <a:ext uri="{FF2B5EF4-FFF2-40B4-BE49-F238E27FC236}">
                  <a16:creationId xmlns:a16="http://schemas.microsoft.com/office/drawing/2014/main" id="{8373BFF5-B941-B0A6-6319-10A1AF13BF99}"/>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8" name="Oval 15">
              <a:extLst>
                <a:ext uri="{FF2B5EF4-FFF2-40B4-BE49-F238E27FC236}">
                  <a16:creationId xmlns:a16="http://schemas.microsoft.com/office/drawing/2014/main" id="{0199E9B1-5C39-5B1B-A1C9-3B3A511D222F}"/>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29" name="Straight Connector 728">
              <a:extLst>
                <a:ext uri="{FF2B5EF4-FFF2-40B4-BE49-F238E27FC236}">
                  <a16:creationId xmlns:a16="http://schemas.microsoft.com/office/drawing/2014/main" id="{10F8CA6A-E201-ED9D-2C65-C706961F829C}"/>
                </a:ext>
              </a:extLst>
            </p:cNvPr>
            <p:cNvCxnSpPr>
              <a:cxnSpLocks/>
              <a:stCxn id="728"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30" name="Straight Connector 729">
              <a:extLst>
                <a:ext uri="{FF2B5EF4-FFF2-40B4-BE49-F238E27FC236}">
                  <a16:creationId xmlns:a16="http://schemas.microsoft.com/office/drawing/2014/main" id="{04822416-E9F5-7495-6220-ED2FD3EFADD8}"/>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1" name="Group 790">
            <a:extLst>
              <a:ext uri="{FF2B5EF4-FFF2-40B4-BE49-F238E27FC236}">
                <a16:creationId xmlns:a16="http://schemas.microsoft.com/office/drawing/2014/main" id="{B2E46F27-32E5-F13E-14D8-4870FED7D2EB}"/>
              </a:ext>
            </a:extLst>
          </p:cNvPr>
          <p:cNvGrpSpPr/>
          <p:nvPr/>
        </p:nvGrpSpPr>
        <p:grpSpPr>
          <a:xfrm>
            <a:off x="11356001" y="2974057"/>
            <a:ext cx="721206" cy="609701"/>
            <a:chOff x="11356001" y="2974057"/>
            <a:chExt cx="721206" cy="609701"/>
          </a:xfrm>
        </p:grpSpPr>
        <p:sp>
          <p:nvSpPr>
            <p:cNvPr id="792" name="Rectangle 791">
              <a:hlinkHover r:id="" action="ppaction://noaction" highlightClick="1"/>
              <a:extLst>
                <a:ext uri="{FF2B5EF4-FFF2-40B4-BE49-F238E27FC236}">
                  <a16:creationId xmlns:a16="http://schemas.microsoft.com/office/drawing/2014/main" id="{95D9052C-E19F-C75F-04E2-71A1E7FB7CF9}"/>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793" name="Oval 792">
              <a:extLst>
                <a:ext uri="{FF2B5EF4-FFF2-40B4-BE49-F238E27FC236}">
                  <a16:creationId xmlns:a16="http://schemas.microsoft.com/office/drawing/2014/main" id="{D52D75DF-34E9-ECF6-ED08-1E960536DA40}"/>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4" name="Isosceles Triangle 648">
              <a:extLst>
                <a:ext uri="{FF2B5EF4-FFF2-40B4-BE49-F238E27FC236}">
                  <a16:creationId xmlns:a16="http://schemas.microsoft.com/office/drawing/2014/main" id="{314C16B1-0880-9812-A33E-9EB49CAF28FA}"/>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95" name="Group 794">
            <a:extLst>
              <a:ext uri="{FF2B5EF4-FFF2-40B4-BE49-F238E27FC236}">
                <a16:creationId xmlns:a16="http://schemas.microsoft.com/office/drawing/2014/main" id="{91E0C87A-F9B5-03BE-28B8-586BFEB609B7}"/>
              </a:ext>
            </a:extLst>
          </p:cNvPr>
          <p:cNvGrpSpPr/>
          <p:nvPr/>
        </p:nvGrpSpPr>
        <p:grpSpPr>
          <a:xfrm>
            <a:off x="5454379" y="2974054"/>
            <a:ext cx="721206" cy="649846"/>
            <a:chOff x="5454379" y="2974054"/>
            <a:chExt cx="721206" cy="649846"/>
          </a:xfrm>
        </p:grpSpPr>
        <p:sp>
          <p:nvSpPr>
            <p:cNvPr id="796" name="Rectangle 795">
              <a:extLst>
                <a:ext uri="{FF2B5EF4-FFF2-40B4-BE49-F238E27FC236}">
                  <a16:creationId xmlns:a16="http://schemas.microsoft.com/office/drawing/2014/main" id="{84EB54E1-9255-F7E0-E578-0ED958F91A11}"/>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97" name="Rectangle 796">
              <a:extLst>
                <a:ext uri="{FF2B5EF4-FFF2-40B4-BE49-F238E27FC236}">
                  <a16:creationId xmlns:a16="http://schemas.microsoft.com/office/drawing/2014/main" id="{381A23EE-69F0-1329-4C51-5B2470798FF8}"/>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8" name="Oval 15">
              <a:extLst>
                <a:ext uri="{FF2B5EF4-FFF2-40B4-BE49-F238E27FC236}">
                  <a16:creationId xmlns:a16="http://schemas.microsoft.com/office/drawing/2014/main" id="{33B26E17-88A9-A5D8-444D-59F2BF0CDF0E}"/>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99" name="Straight Connector 798">
              <a:extLst>
                <a:ext uri="{FF2B5EF4-FFF2-40B4-BE49-F238E27FC236}">
                  <a16:creationId xmlns:a16="http://schemas.microsoft.com/office/drawing/2014/main" id="{79DA6933-B32F-AFE9-1F98-2508D4E8BD99}"/>
                </a:ext>
              </a:extLst>
            </p:cNvPr>
            <p:cNvCxnSpPr>
              <a:cxnSpLocks/>
              <a:stCxn id="798"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00" name="Straight Connector 799">
              <a:extLst>
                <a:ext uri="{FF2B5EF4-FFF2-40B4-BE49-F238E27FC236}">
                  <a16:creationId xmlns:a16="http://schemas.microsoft.com/office/drawing/2014/main" id="{595D11AC-10F2-0578-BF95-E1E329DDD6DC}"/>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01" name="Group 800">
            <a:extLst>
              <a:ext uri="{FF2B5EF4-FFF2-40B4-BE49-F238E27FC236}">
                <a16:creationId xmlns:a16="http://schemas.microsoft.com/office/drawing/2014/main" id="{3091BC3B-5DB9-11C5-F7B8-DF47C0CC097E}"/>
              </a:ext>
            </a:extLst>
          </p:cNvPr>
          <p:cNvGrpSpPr/>
          <p:nvPr/>
        </p:nvGrpSpPr>
        <p:grpSpPr>
          <a:xfrm>
            <a:off x="10506616" y="2984633"/>
            <a:ext cx="721220" cy="609701"/>
            <a:chOff x="9656903" y="2253333"/>
            <a:chExt cx="721220" cy="609701"/>
          </a:xfrm>
        </p:grpSpPr>
        <p:sp>
          <p:nvSpPr>
            <p:cNvPr id="802" name="Rectangle 801">
              <a:hlinkHover r:id="" action="ppaction://noaction" highlightClick="1"/>
              <a:extLst>
                <a:ext uri="{FF2B5EF4-FFF2-40B4-BE49-F238E27FC236}">
                  <a16:creationId xmlns:a16="http://schemas.microsoft.com/office/drawing/2014/main" id="{73EF04E8-CA97-9E13-5CB9-12EC5278AB7D}"/>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809" name="Rectangle 808">
              <a:extLst>
                <a:ext uri="{FF2B5EF4-FFF2-40B4-BE49-F238E27FC236}">
                  <a16:creationId xmlns:a16="http://schemas.microsoft.com/office/drawing/2014/main" id="{2464E742-FCFC-87E7-A024-BDA3E9DAB436}"/>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0" name="Oval 15">
              <a:extLst>
                <a:ext uri="{FF2B5EF4-FFF2-40B4-BE49-F238E27FC236}">
                  <a16:creationId xmlns:a16="http://schemas.microsoft.com/office/drawing/2014/main" id="{3C8C54B0-B9CD-1648-D26E-D9B8149F719E}"/>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11" name="Straight Connector 810">
              <a:extLst>
                <a:ext uri="{FF2B5EF4-FFF2-40B4-BE49-F238E27FC236}">
                  <a16:creationId xmlns:a16="http://schemas.microsoft.com/office/drawing/2014/main" id="{1F5F5BB9-D1E7-839D-09C5-CFAB50070D8A}"/>
                </a:ext>
              </a:extLst>
            </p:cNvPr>
            <p:cNvCxnSpPr>
              <a:cxnSpLocks/>
              <a:stCxn id="810"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12" name="Straight Connector 811">
              <a:extLst>
                <a:ext uri="{FF2B5EF4-FFF2-40B4-BE49-F238E27FC236}">
                  <a16:creationId xmlns:a16="http://schemas.microsoft.com/office/drawing/2014/main" id="{C183F0D5-9845-B44C-84EB-27FF845C7C66}"/>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45" name="Group 844">
            <a:extLst>
              <a:ext uri="{FF2B5EF4-FFF2-40B4-BE49-F238E27FC236}">
                <a16:creationId xmlns:a16="http://schemas.microsoft.com/office/drawing/2014/main" id="{5B6B03FB-414F-2A8D-9BBC-CEB5BD77433E}"/>
              </a:ext>
            </a:extLst>
          </p:cNvPr>
          <p:cNvGrpSpPr/>
          <p:nvPr/>
        </p:nvGrpSpPr>
        <p:grpSpPr>
          <a:xfrm>
            <a:off x="7959200" y="2974054"/>
            <a:ext cx="721206" cy="609701"/>
            <a:chOff x="7959200" y="2974054"/>
            <a:chExt cx="721206" cy="609701"/>
          </a:xfrm>
        </p:grpSpPr>
        <p:sp>
          <p:nvSpPr>
            <p:cNvPr id="846" name="Rectangle 845">
              <a:hlinkHover r:id="" action="ppaction://noaction" highlightClick="1"/>
              <a:extLst>
                <a:ext uri="{FF2B5EF4-FFF2-40B4-BE49-F238E27FC236}">
                  <a16:creationId xmlns:a16="http://schemas.microsoft.com/office/drawing/2014/main" id="{AD414BD5-87FE-C09C-A5AE-73BAD7A20AB2}"/>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847" name="Diamond 846">
              <a:extLst>
                <a:ext uri="{FF2B5EF4-FFF2-40B4-BE49-F238E27FC236}">
                  <a16:creationId xmlns:a16="http://schemas.microsoft.com/office/drawing/2014/main" id="{5C402426-B300-C626-D921-73D64F8FD0F9}"/>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8" name="Oval 847">
              <a:extLst>
                <a:ext uri="{FF2B5EF4-FFF2-40B4-BE49-F238E27FC236}">
                  <a16:creationId xmlns:a16="http://schemas.microsoft.com/office/drawing/2014/main" id="{6F9AAD7A-67F6-D585-1F60-51906E7829A8}"/>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9" name="Group 848">
            <a:extLst>
              <a:ext uri="{FF2B5EF4-FFF2-40B4-BE49-F238E27FC236}">
                <a16:creationId xmlns:a16="http://schemas.microsoft.com/office/drawing/2014/main" id="{AB08F05F-6680-21DB-0515-167CE329BE8B}"/>
              </a:ext>
            </a:extLst>
          </p:cNvPr>
          <p:cNvGrpSpPr/>
          <p:nvPr/>
        </p:nvGrpSpPr>
        <p:grpSpPr>
          <a:xfrm>
            <a:off x="1268346" y="3698208"/>
            <a:ext cx="721891" cy="610396"/>
            <a:chOff x="1268346" y="3698208"/>
            <a:chExt cx="721891" cy="610396"/>
          </a:xfrm>
        </p:grpSpPr>
        <p:sp>
          <p:nvSpPr>
            <p:cNvPr id="850" name="Rectangle 849">
              <a:extLst>
                <a:ext uri="{FF2B5EF4-FFF2-40B4-BE49-F238E27FC236}">
                  <a16:creationId xmlns:a16="http://schemas.microsoft.com/office/drawing/2014/main" id="{E3AE1BEB-7D6F-09D3-1BF6-624AF19DED45}"/>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912" name="Right Triangle 911">
              <a:extLst>
                <a:ext uri="{FF2B5EF4-FFF2-40B4-BE49-F238E27FC236}">
                  <a16:creationId xmlns:a16="http://schemas.microsoft.com/office/drawing/2014/main" id="{ED7E640A-CC8B-9007-C1F2-033E7CCF6210}"/>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13" name="Group 912">
              <a:extLst>
                <a:ext uri="{FF2B5EF4-FFF2-40B4-BE49-F238E27FC236}">
                  <a16:creationId xmlns:a16="http://schemas.microsoft.com/office/drawing/2014/main" id="{9B3EE0DD-AD72-9F12-CC1F-09109C56B71C}"/>
                </a:ext>
              </a:extLst>
            </p:cNvPr>
            <p:cNvGrpSpPr/>
            <p:nvPr/>
          </p:nvGrpSpPr>
          <p:grpSpPr>
            <a:xfrm>
              <a:off x="1939627" y="3704306"/>
              <a:ext cx="37817" cy="61390"/>
              <a:chOff x="3883481" y="2057400"/>
              <a:chExt cx="1608363" cy="2652031"/>
            </a:xfrm>
            <a:solidFill>
              <a:srgbClr val="A6A6A6">
                <a:alpha val="20000"/>
              </a:srgbClr>
            </a:solidFill>
          </p:grpSpPr>
          <p:sp>
            <p:nvSpPr>
              <p:cNvPr id="914" name="Oval 27">
                <a:extLst>
                  <a:ext uri="{FF2B5EF4-FFF2-40B4-BE49-F238E27FC236}">
                    <a16:creationId xmlns:a16="http://schemas.microsoft.com/office/drawing/2014/main" id="{B90C204A-5FB0-2188-753D-71E699AF892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5" name="Oval 28">
                <a:extLst>
                  <a:ext uri="{FF2B5EF4-FFF2-40B4-BE49-F238E27FC236}">
                    <a16:creationId xmlns:a16="http://schemas.microsoft.com/office/drawing/2014/main" id="{689B2A14-0C8E-5CEE-FDA5-71183D943D9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16" name="Group 915">
            <a:extLst>
              <a:ext uri="{FF2B5EF4-FFF2-40B4-BE49-F238E27FC236}">
                <a16:creationId xmlns:a16="http://schemas.microsoft.com/office/drawing/2014/main" id="{4C9E9E84-5948-7692-60BD-E7B9615996C7}"/>
              </a:ext>
            </a:extLst>
          </p:cNvPr>
          <p:cNvGrpSpPr/>
          <p:nvPr/>
        </p:nvGrpSpPr>
        <p:grpSpPr>
          <a:xfrm>
            <a:off x="5451979" y="3707588"/>
            <a:ext cx="721206" cy="609701"/>
            <a:chOff x="5451979" y="3707588"/>
            <a:chExt cx="721206" cy="609701"/>
          </a:xfrm>
        </p:grpSpPr>
        <p:sp>
          <p:nvSpPr>
            <p:cNvPr id="917" name="Rectangle 916">
              <a:hlinkHover r:id="" action="ppaction://noaction" highlightClick="1"/>
              <a:extLst>
                <a:ext uri="{FF2B5EF4-FFF2-40B4-BE49-F238E27FC236}">
                  <a16:creationId xmlns:a16="http://schemas.microsoft.com/office/drawing/2014/main" id="{7E44E0C6-8EBC-59CE-E08A-E109C231D2AF}"/>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918" name="Oval 917">
              <a:extLst>
                <a:ext uri="{FF2B5EF4-FFF2-40B4-BE49-F238E27FC236}">
                  <a16:creationId xmlns:a16="http://schemas.microsoft.com/office/drawing/2014/main" id="{F5E51F14-E7CB-CBA6-2C4B-BC8574FEFBF4}"/>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9" name="Isosceles Triangle 648">
              <a:extLst>
                <a:ext uri="{FF2B5EF4-FFF2-40B4-BE49-F238E27FC236}">
                  <a16:creationId xmlns:a16="http://schemas.microsoft.com/office/drawing/2014/main" id="{E4920E78-8EB0-55A1-E08F-2C31EA0F4B57}"/>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0" name="Group 919">
            <a:extLst>
              <a:ext uri="{FF2B5EF4-FFF2-40B4-BE49-F238E27FC236}">
                <a16:creationId xmlns:a16="http://schemas.microsoft.com/office/drawing/2014/main" id="{8677B0EF-A9AE-577E-D208-60C00947081D}"/>
              </a:ext>
            </a:extLst>
          </p:cNvPr>
          <p:cNvGrpSpPr/>
          <p:nvPr/>
        </p:nvGrpSpPr>
        <p:grpSpPr>
          <a:xfrm>
            <a:off x="2934662" y="5148220"/>
            <a:ext cx="724130" cy="609701"/>
            <a:chOff x="4615448" y="2974053"/>
            <a:chExt cx="724130" cy="609701"/>
          </a:xfrm>
        </p:grpSpPr>
        <p:sp>
          <p:nvSpPr>
            <p:cNvPr id="921" name="Rectangle 920">
              <a:extLst>
                <a:ext uri="{FF2B5EF4-FFF2-40B4-BE49-F238E27FC236}">
                  <a16:creationId xmlns:a16="http://schemas.microsoft.com/office/drawing/2014/main" id="{FDFB089F-E2C5-F8DD-A2F2-20CF24ECCB11}"/>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922" name="Right Triangle 921">
              <a:extLst>
                <a:ext uri="{FF2B5EF4-FFF2-40B4-BE49-F238E27FC236}">
                  <a16:creationId xmlns:a16="http://schemas.microsoft.com/office/drawing/2014/main" id="{87494E51-1245-119B-4ED4-36F1A2D14321}"/>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23" name="Group 922">
              <a:extLst>
                <a:ext uri="{FF2B5EF4-FFF2-40B4-BE49-F238E27FC236}">
                  <a16:creationId xmlns:a16="http://schemas.microsoft.com/office/drawing/2014/main" id="{91372740-B66D-71A2-7C44-75ABB41E3A47}"/>
                </a:ext>
              </a:extLst>
            </p:cNvPr>
            <p:cNvGrpSpPr/>
            <p:nvPr/>
          </p:nvGrpSpPr>
          <p:grpSpPr>
            <a:xfrm>
              <a:off x="5288997" y="2982574"/>
              <a:ext cx="37817" cy="61390"/>
              <a:chOff x="3883481" y="2057400"/>
              <a:chExt cx="1608363" cy="2652031"/>
            </a:xfrm>
            <a:solidFill>
              <a:srgbClr val="A6A6A6">
                <a:alpha val="20000"/>
              </a:srgbClr>
            </a:solidFill>
          </p:grpSpPr>
          <p:sp>
            <p:nvSpPr>
              <p:cNvPr id="924" name="Oval 27">
                <a:extLst>
                  <a:ext uri="{FF2B5EF4-FFF2-40B4-BE49-F238E27FC236}">
                    <a16:creationId xmlns:a16="http://schemas.microsoft.com/office/drawing/2014/main" id="{1622A295-1713-CC43-8F72-92D2810098B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5" name="Oval 28">
                <a:extLst>
                  <a:ext uri="{FF2B5EF4-FFF2-40B4-BE49-F238E27FC236}">
                    <a16:creationId xmlns:a16="http://schemas.microsoft.com/office/drawing/2014/main" id="{B4B55C88-EB96-718B-0305-D8CD5836C9C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26" name="Group 925">
            <a:extLst>
              <a:ext uri="{FF2B5EF4-FFF2-40B4-BE49-F238E27FC236}">
                <a16:creationId xmlns:a16="http://schemas.microsoft.com/office/drawing/2014/main" id="{19A3E269-BB57-3A0B-2813-F1A67944D506}"/>
              </a:ext>
            </a:extLst>
          </p:cNvPr>
          <p:cNvGrpSpPr/>
          <p:nvPr/>
        </p:nvGrpSpPr>
        <p:grpSpPr>
          <a:xfrm>
            <a:off x="11355832" y="5140982"/>
            <a:ext cx="721220" cy="609701"/>
            <a:chOff x="9656903" y="2253333"/>
            <a:chExt cx="721220" cy="609701"/>
          </a:xfrm>
        </p:grpSpPr>
        <p:sp>
          <p:nvSpPr>
            <p:cNvPr id="927" name="Rectangle 926">
              <a:hlinkHover r:id="" action="ppaction://noaction" highlightClick="1"/>
              <a:extLst>
                <a:ext uri="{FF2B5EF4-FFF2-40B4-BE49-F238E27FC236}">
                  <a16:creationId xmlns:a16="http://schemas.microsoft.com/office/drawing/2014/main" id="{12FD5662-6BDB-0E26-C977-17C9BEFECBDE}"/>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928" name="Rectangle 927">
              <a:extLst>
                <a:ext uri="{FF2B5EF4-FFF2-40B4-BE49-F238E27FC236}">
                  <a16:creationId xmlns:a16="http://schemas.microsoft.com/office/drawing/2014/main" id="{190345B1-1E84-93BE-F2EF-6DF4ADD58EB0}"/>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9" name="Oval 15">
              <a:extLst>
                <a:ext uri="{FF2B5EF4-FFF2-40B4-BE49-F238E27FC236}">
                  <a16:creationId xmlns:a16="http://schemas.microsoft.com/office/drawing/2014/main" id="{1B70774E-CD0C-BFDE-FA9E-CCD9F378BC2B}"/>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30" name="Straight Connector 929">
              <a:extLst>
                <a:ext uri="{FF2B5EF4-FFF2-40B4-BE49-F238E27FC236}">
                  <a16:creationId xmlns:a16="http://schemas.microsoft.com/office/drawing/2014/main" id="{5831D57C-25C8-E6A3-33E9-779CE46C970B}"/>
                </a:ext>
              </a:extLst>
            </p:cNvPr>
            <p:cNvCxnSpPr>
              <a:cxnSpLocks/>
              <a:stCxn id="92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31" name="Straight Connector 930">
              <a:extLst>
                <a:ext uri="{FF2B5EF4-FFF2-40B4-BE49-F238E27FC236}">
                  <a16:creationId xmlns:a16="http://schemas.microsoft.com/office/drawing/2014/main" id="{E0853229-674E-1AC1-02F9-4121D0EC24F1}"/>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32" name="Group 931">
            <a:extLst>
              <a:ext uri="{FF2B5EF4-FFF2-40B4-BE49-F238E27FC236}">
                <a16:creationId xmlns:a16="http://schemas.microsoft.com/office/drawing/2014/main" id="{117878EB-39E9-8AB5-8626-41EEE7D4C35D}"/>
              </a:ext>
            </a:extLst>
          </p:cNvPr>
          <p:cNvGrpSpPr/>
          <p:nvPr/>
        </p:nvGrpSpPr>
        <p:grpSpPr>
          <a:xfrm>
            <a:off x="7905566" y="751337"/>
            <a:ext cx="3396155" cy="4999377"/>
            <a:chOff x="7905566" y="751337"/>
            <a:chExt cx="3396155" cy="4999377"/>
          </a:xfrm>
        </p:grpSpPr>
        <p:cxnSp>
          <p:nvCxnSpPr>
            <p:cNvPr id="933" name="Straight Connector 932">
              <a:extLst>
                <a:ext uri="{FF2B5EF4-FFF2-40B4-BE49-F238E27FC236}">
                  <a16:creationId xmlns:a16="http://schemas.microsoft.com/office/drawing/2014/main" id="{36F208E7-A89D-69A5-B665-A9AA2CC19562}"/>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4" name="Straight Connector 933">
              <a:extLst>
                <a:ext uri="{FF2B5EF4-FFF2-40B4-BE49-F238E27FC236}">
                  <a16:creationId xmlns:a16="http://schemas.microsoft.com/office/drawing/2014/main" id="{2E23FAF9-5489-9B24-5974-200DF1F3BFAF}"/>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5" name="Straight Connector 934">
              <a:extLst>
                <a:ext uri="{FF2B5EF4-FFF2-40B4-BE49-F238E27FC236}">
                  <a16:creationId xmlns:a16="http://schemas.microsoft.com/office/drawing/2014/main" id="{B786E0DF-49B2-DA55-4B5A-EB3CD7627895}"/>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6" name="Straight Connector 935">
              <a:extLst>
                <a:ext uri="{FF2B5EF4-FFF2-40B4-BE49-F238E27FC236}">
                  <a16:creationId xmlns:a16="http://schemas.microsoft.com/office/drawing/2014/main" id="{F62317A6-5E0C-7C39-8CE4-2CF13D0FCBED}"/>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7" name="Straight Connector 936">
              <a:extLst>
                <a:ext uri="{FF2B5EF4-FFF2-40B4-BE49-F238E27FC236}">
                  <a16:creationId xmlns:a16="http://schemas.microsoft.com/office/drawing/2014/main" id="{760FE0DA-ED1D-5C74-C20A-E20E883F26BE}"/>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8" name="Straight Connector 937">
              <a:extLst>
                <a:ext uri="{FF2B5EF4-FFF2-40B4-BE49-F238E27FC236}">
                  <a16:creationId xmlns:a16="http://schemas.microsoft.com/office/drawing/2014/main" id="{AE3E9578-B874-839A-6FBF-25D1521C6931}"/>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9" name="Straight Connector 938">
              <a:extLst>
                <a:ext uri="{FF2B5EF4-FFF2-40B4-BE49-F238E27FC236}">
                  <a16:creationId xmlns:a16="http://schemas.microsoft.com/office/drawing/2014/main" id="{A0B08480-6280-0DDB-6F61-1F188F443BCB}"/>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940" name="Straight Connector 939">
            <a:extLst>
              <a:ext uri="{FF2B5EF4-FFF2-40B4-BE49-F238E27FC236}">
                <a16:creationId xmlns:a16="http://schemas.microsoft.com/office/drawing/2014/main" id="{F4DEC0F3-BF91-FFC9-1311-6F5E2FF62E69}"/>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16" name="Picture 15">
            <a:hlinkClick r:id="rId21" action="ppaction://hlinksldjump"/>
            <a:extLst>
              <a:ext uri="{FF2B5EF4-FFF2-40B4-BE49-F238E27FC236}">
                <a16:creationId xmlns:a16="http://schemas.microsoft.com/office/drawing/2014/main" id="{B4A4DB01-2DD1-1D1E-C06D-7C0A2B145D8C}"/>
              </a:ext>
            </a:extLst>
          </p:cNvPr>
          <p:cNvPicPr>
            <a:picLocks noChangeAspect="1"/>
          </p:cNvPicPr>
          <p:nvPr/>
        </p:nvPicPr>
        <p:blipFill>
          <a:blip r:embed="rId22"/>
          <a:stretch>
            <a:fillRect/>
          </a:stretch>
        </p:blipFill>
        <p:spPr>
          <a:xfrm>
            <a:off x="0" y="0"/>
            <a:ext cx="211626" cy="6858000"/>
          </a:xfrm>
          <a:prstGeom prst="rect">
            <a:avLst/>
          </a:prstGeom>
        </p:spPr>
      </p:pic>
      <p:grpSp>
        <p:nvGrpSpPr>
          <p:cNvPr id="3" name="Group 2">
            <a:extLst>
              <a:ext uri="{FF2B5EF4-FFF2-40B4-BE49-F238E27FC236}">
                <a16:creationId xmlns:a16="http://schemas.microsoft.com/office/drawing/2014/main" id="{3F694D32-BD86-E982-5361-41250B01B961}"/>
              </a:ext>
            </a:extLst>
          </p:cNvPr>
          <p:cNvGrpSpPr/>
          <p:nvPr/>
        </p:nvGrpSpPr>
        <p:grpSpPr>
          <a:xfrm>
            <a:off x="9652491" y="2986436"/>
            <a:ext cx="721206" cy="609701"/>
            <a:chOff x="9657972" y="90836"/>
            <a:chExt cx="721206" cy="609701"/>
          </a:xfrm>
        </p:grpSpPr>
        <p:sp>
          <p:nvSpPr>
            <p:cNvPr id="17" name="Rectangle 16">
              <a:hlinkHover r:id="" action="ppaction://noaction" highlightClick="1"/>
              <a:extLst>
                <a:ext uri="{FF2B5EF4-FFF2-40B4-BE49-F238E27FC236}">
                  <a16:creationId xmlns:a16="http://schemas.microsoft.com/office/drawing/2014/main" id="{4554E99B-2085-5CE6-0166-739040FF678E}"/>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18" name="Diamond 17">
              <a:extLst>
                <a:ext uri="{FF2B5EF4-FFF2-40B4-BE49-F238E27FC236}">
                  <a16:creationId xmlns:a16="http://schemas.microsoft.com/office/drawing/2014/main" id="{C7966B12-D65F-71CF-44F7-51D3B5EC98E0}"/>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Oval 26">
              <a:extLst>
                <a:ext uri="{FF2B5EF4-FFF2-40B4-BE49-F238E27FC236}">
                  <a16:creationId xmlns:a16="http://schemas.microsoft.com/office/drawing/2014/main" id="{6555A3D8-20B5-2915-E579-E158102C85F8}"/>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67812739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2" name="Rectangle 71">
            <a:hlinkClick r:id="rId3" action="ppaction://hlinksldjump"/>
            <a:hlinkHover r:id="rId3" action="ppaction://hlinksldjump"/>
            <a:extLst>
              <a:ext uri="{FF2B5EF4-FFF2-40B4-BE49-F238E27FC236}">
                <a16:creationId xmlns:a16="http://schemas.microsoft.com/office/drawing/2014/main" id="{C071E9F8-D022-4460-87F1-2C025587F020}"/>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F79CE0D5-D68C-4B28-882A-EC3A8CED6A34}"/>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DB763813-11E5-4EF4-8A03-DEB26486B943}"/>
              </a:ext>
            </a:extLst>
          </p:cNvPr>
          <p:cNvSpPr/>
          <p:nvPr/>
        </p:nvSpPr>
        <p:spPr>
          <a:xfrm>
            <a:off x="1616258" y="5873750"/>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E2F5AB85-26F0-43DA-92A4-4AD93F6E0704}"/>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6BFFDF96-CEE3-43CD-8C10-ED1BC316BD72}"/>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FE72CE2C-0C79-4D2A-B95F-4DF5C1675283}"/>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544DF5A2-F801-494B-B373-933999182962}"/>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75E20336-1626-42B0-99C1-4EE95949C5BF}"/>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D635FB27-8806-44D7-B6B1-074809083A44}"/>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28140F83-92E1-497E-8D65-EFF262884836}"/>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1446D832-79AF-460F-8A48-F8E35E7439BF}"/>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D12A9240-9D20-4633-9BC2-12EE5C7713FF}"/>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8F9BE5ED-9964-463A-87D0-063D093F6F0C}"/>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EC0BF487-A9A2-4BE0-AAEE-70E3166EEAB9}"/>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940940BF-ED68-4BBB-BB35-164A53B62AF5}"/>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524908A8-422F-40C3-8FE4-77129E111C8F}"/>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BC41A7FE-8E1B-4314-8AA4-AF23A6218DE0}"/>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98" name="Rectangle 97">
            <a:hlinkClick r:id="rId20" action="ppaction://hlinksldjump"/>
            <a:hlinkHover r:id="rId20" action="ppaction://hlinksldjump"/>
            <a:extLst>
              <a:ext uri="{FF2B5EF4-FFF2-40B4-BE49-F238E27FC236}">
                <a16:creationId xmlns:a16="http://schemas.microsoft.com/office/drawing/2014/main" id="{FE23D044-4A28-4D0D-B8F4-D444A5A84AD2}"/>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816" name="TextBox 815">
            <a:extLst>
              <a:ext uri="{FF2B5EF4-FFF2-40B4-BE49-F238E27FC236}">
                <a16:creationId xmlns:a16="http://schemas.microsoft.com/office/drawing/2014/main" id="{6927957C-A6B3-9202-02DC-7FFD6BF883A0}"/>
              </a:ext>
            </a:extLst>
          </p:cNvPr>
          <p:cNvSpPr txBox="1"/>
          <p:nvPr/>
        </p:nvSpPr>
        <p:spPr>
          <a:xfrm>
            <a:off x="3298168" y="173237"/>
            <a:ext cx="5803559"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Data Loss Prevention (DLP)</a:t>
            </a:r>
          </a:p>
        </p:txBody>
      </p:sp>
      <p:sp>
        <p:nvSpPr>
          <p:cNvPr id="2" name="Rectangle 1">
            <a:extLst>
              <a:ext uri="{FF2B5EF4-FFF2-40B4-BE49-F238E27FC236}">
                <a16:creationId xmlns:a16="http://schemas.microsoft.com/office/drawing/2014/main" id="{34C0C2D9-F4C5-39CD-040C-04B2E2AB1C5F}"/>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7ACCA740-8028-494C-4A75-12C218F835FF}"/>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D7B7620D-BD31-2A58-93C6-369E754782DD}"/>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F566F6DD-EB6C-AEB5-9DE3-28A9C539C590}"/>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B730D3E3-34F4-F032-DDB9-DEF1125F3F7D}"/>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17F4D535-8048-D3C8-E45A-9DBFE228DD28}"/>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63" name="Group 1262">
            <a:extLst>
              <a:ext uri="{FF2B5EF4-FFF2-40B4-BE49-F238E27FC236}">
                <a16:creationId xmlns:a16="http://schemas.microsoft.com/office/drawing/2014/main" id="{930868D9-F214-D85C-7CBE-AA6EB375EF93}"/>
              </a:ext>
            </a:extLst>
          </p:cNvPr>
          <p:cNvGrpSpPr/>
          <p:nvPr/>
        </p:nvGrpSpPr>
        <p:grpSpPr>
          <a:xfrm>
            <a:off x="3779655" y="811556"/>
            <a:ext cx="721206" cy="609701"/>
            <a:chOff x="3779655" y="811556"/>
            <a:chExt cx="721206" cy="609701"/>
          </a:xfrm>
        </p:grpSpPr>
        <p:sp>
          <p:nvSpPr>
            <p:cNvPr id="1264" name="Rectangle 1263">
              <a:extLst>
                <a:ext uri="{FF2B5EF4-FFF2-40B4-BE49-F238E27FC236}">
                  <a16:creationId xmlns:a16="http://schemas.microsoft.com/office/drawing/2014/main" id="{FBDC81D3-FC92-913F-AF4D-5EB7A9ED1B6C}"/>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1265" name="Rectangle 1264">
              <a:extLst>
                <a:ext uri="{FF2B5EF4-FFF2-40B4-BE49-F238E27FC236}">
                  <a16:creationId xmlns:a16="http://schemas.microsoft.com/office/drawing/2014/main" id="{FF23A36F-2CB5-F89A-F7A6-CCA4DE1933E4}"/>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66" name="Oval 15">
              <a:extLst>
                <a:ext uri="{FF2B5EF4-FFF2-40B4-BE49-F238E27FC236}">
                  <a16:creationId xmlns:a16="http://schemas.microsoft.com/office/drawing/2014/main" id="{DFD3C5DB-D13C-1E03-0D76-39DCDC9F106F}"/>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67" name="Straight Connector 1266">
              <a:extLst>
                <a:ext uri="{FF2B5EF4-FFF2-40B4-BE49-F238E27FC236}">
                  <a16:creationId xmlns:a16="http://schemas.microsoft.com/office/drawing/2014/main" id="{4371E05E-F538-9847-69DD-196085EBC2B3}"/>
                </a:ext>
              </a:extLst>
            </p:cNvPr>
            <p:cNvCxnSpPr>
              <a:cxnSpLocks/>
              <a:stCxn id="1266"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68" name="Straight Connector 1267">
              <a:extLst>
                <a:ext uri="{FF2B5EF4-FFF2-40B4-BE49-F238E27FC236}">
                  <a16:creationId xmlns:a16="http://schemas.microsoft.com/office/drawing/2014/main" id="{0E85100A-B5C6-13EC-B02A-5A5CDD5249E2}"/>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69" name="Group 1268">
            <a:extLst>
              <a:ext uri="{FF2B5EF4-FFF2-40B4-BE49-F238E27FC236}">
                <a16:creationId xmlns:a16="http://schemas.microsoft.com/office/drawing/2014/main" id="{12C77323-A289-B6E2-ED7C-4047E814A4EF}"/>
              </a:ext>
            </a:extLst>
          </p:cNvPr>
          <p:cNvGrpSpPr/>
          <p:nvPr/>
        </p:nvGrpSpPr>
        <p:grpSpPr>
          <a:xfrm>
            <a:off x="7959195" y="3698231"/>
            <a:ext cx="721206" cy="609701"/>
            <a:chOff x="7959195" y="3698231"/>
            <a:chExt cx="721206" cy="609701"/>
          </a:xfrm>
        </p:grpSpPr>
        <p:sp>
          <p:nvSpPr>
            <p:cNvPr id="1270" name="Rectangle 1269">
              <a:hlinkHover r:id="" action="ppaction://noaction" highlightClick="1"/>
              <a:extLst>
                <a:ext uri="{FF2B5EF4-FFF2-40B4-BE49-F238E27FC236}">
                  <a16:creationId xmlns:a16="http://schemas.microsoft.com/office/drawing/2014/main" id="{116BF2D7-3696-95EF-DA42-B57AC71E9478}"/>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1271" name="Oval 1270">
              <a:extLst>
                <a:ext uri="{FF2B5EF4-FFF2-40B4-BE49-F238E27FC236}">
                  <a16:creationId xmlns:a16="http://schemas.microsoft.com/office/drawing/2014/main" id="{67871594-4584-66E9-716E-976D91645354}"/>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72" name="Isosceles Triangle 648">
              <a:extLst>
                <a:ext uri="{FF2B5EF4-FFF2-40B4-BE49-F238E27FC236}">
                  <a16:creationId xmlns:a16="http://schemas.microsoft.com/office/drawing/2014/main" id="{C23C9AE7-2910-353D-9DFD-4EACE9CB1FA8}"/>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79" name="Group 1278">
            <a:extLst>
              <a:ext uri="{FF2B5EF4-FFF2-40B4-BE49-F238E27FC236}">
                <a16:creationId xmlns:a16="http://schemas.microsoft.com/office/drawing/2014/main" id="{B0C23B8D-42F8-19E5-B740-CDD35208E956}"/>
              </a:ext>
            </a:extLst>
          </p:cNvPr>
          <p:cNvGrpSpPr/>
          <p:nvPr/>
        </p:nvGrpSpPr>
        <p:grpSpPr>
          <a:xfrm>
            <a:off x="5448056" y="1532276"/>
            <a:ext cx="721206" cy="609701"/>
            <a:chOff x="5448056" y="1532276"/>
            <a:chExt cx="721206" cy="609701"/>
          </a:xfrm>
        </p:grpSpPr>
        <p:sp>
          <p:nvSpPr>
            <p:cNvPr id="1280" name="Rectangle 1279">
              <a:extLst>
                <a:ext uri="{FF2B5EF4-FFF2-40B4-BE49-F238E27FC236}">
                  <a16:creationId xmlns:a16="http://schemas.microsoft.com/office/drawing/2014/main" id="{6A64F760-850B-1810-D2D0-88BA0B2AC6BE}"/>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1281" name="Rectangle 1280">
              <a:extLst>
                <a:ext uri="{FF2B5EF4-FFF2-40B4-BE49-F238E27FC236}">
                  <a16:creationId xmlns:a16="http://schemas.microsoft.com/office/drawing/2014/main" id="{7CCBF509-CB28-81B6-1E89-875F5AEA7254}"/>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82" name="Oval 15">
              <a:extLst>
                <a:ext uri="{FF2B5EF4-FFF2-40B4-BE49-F238E27FC236}">
                  <a16:creationId xmlns:a16="http://schemas.microsoft.com/office/drawing/2014/main" id="{09691897-D262-76B4-905A-FFEC21329129}"/>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83" name="Straight Connector 1282">
              <a:extLst>
                <a:ext uri="{FF2B5EF4-FFF2-40B4-BE49-F238E27FC236}">
                  <a16:creationId xmlns:a16="http://schemas.microsoft.com/office/drawing/2014/main" id="{5B9B6ACC-17CD-4AC8-345B-29B8974983F1}"/>
                </a:ext>
              </a:extLst>
            </p:cNvPr>
            <p:cNvCxnSpPr>
              <a:cxnSpLocks/>
              <a:stCxn id="1282"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84" name="Straight Connector 1283">
              <a:extLst>
                <a:ext uri="{FF2B5EF4-FFF2-40B4-BE49-F238E27FC236}">
                  <a16:creationId xmlns:a16="http://schemas.microsoft.com/office/drawing/2014/main" id="{35082318-2204-DAC5-E09C-B60C212B8597}"/>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85" name="Group 1284">
            <a:extLst>
              <a:ext uri="{FF2B5EF4-FFF2-40B4-BE49-F238E27FC236}">
                <a16:creationId xmlns:a16="http://schemas.microsoft.com/office/drawing/2014/main" id="{5DB08E01-69A0-0BB0-5C9F-9703F760C34E}"/>
              </a:ext>
            </a:extLst>
          </p:cNvPr>
          <p:cNvGrpSpPr/>
          <p:nvPr/>
        </p:nvGrpSpPr>
        <p:grpSpPr>
          <a:xfrm>
            <a:off x="6284565" y="1532276"/>
            <a:ext cx="721206" cy="609701"/>
            <a:chOff x="6284565" y="1532276"/>
            <a:chExt cx="721206" cy="609701"/>
          </a:xfrm>
        </p:grpSpPr>
        <p:sp>
          <p:nvSpPr>
            <p:cNvPr id="1286" name="Rectangle 1285">
              <a:extLst>
                <a:ext uri="{FF2B5EF4-FFF2-40B4-BE49-F238E27FC236}">
                  <a16:creationId xmlns:a16="http://schemas.microsoft.com/office/drawing/2014/main" id="{158ECA10-A248-ACEF-6D78-2AA25E278A44}"/>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1287" name="Rectangle 1286">
              <a:extLst>
                <a:ext uri="{FF2B5EF4-FFF2-40B4-BE49-F238E27FC236}">
                  <a16:creationId xmlns:a16="http://schemas.microsoft.com/office/drawing/2014/main" id="{131F7B3C-2051-42F6-13EF-8AF828242A03}"/>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88" name="Oval 15">
              <a:extLst>
                <a:ext uri="{FF2B5EF4-FFF2-40B4-BE49-F238E27FC236}">
                  <a16:creationId xmlns:a16="http://schemas.microsoft.com/office/drawing/2014/main" id="{42B4DFC8-1F6C-A9CE-A811-2DD1B64E453F}"/>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89" name="Straight Connector 1288">
              <a:extLst>
                <a:ext uri="{FF2B5EF4-FFF2-40B4-BE49-F238E27FC236}">
                  <a16:creationId xmlns:a16="http://schemas.microsoft.com/office/drawing/2014/main" id="{0DDD1537-ADD0-C27D-799A-3D9B1178D2F7}"/>
                </a:ext>
              </a:extLst>
            </p:cNvPr>
            <p:cNvCxnSpPr>
              <a:cxnSpLocks/>
              <a:stCxn id="1288"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90" name="Straight Connector 1289">
              <a:extLst>
                <a:ext uri="{FF2B5EF4-FFF2-40B4-BE49-F238E27FC236}">
                  <a16:creationId xmlns:a16="http://schemas.microsoft.com/office/drawing/2014/main" id="{58AA4C87-1B84-A82D-F75A-1A25C187CF72}"/>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91" name="Group 1290">
            <a:extLst>
              <a:ext uri="{FF2B5EF4-FFF2-40B4-BE49-F238E27FC236}">
                <a16:creationId xmlns:a16="http://schemas.microsoft.com/office/drawing/2014/main" id="{29747241-63C6-90FB-1781-24EE17E8ED74}"/>
              </a:ext>
            </a:extLst>
          </p:cNvPr>
          <p:cNvGrpSpPr/>
          <p:nvPr/>
        </p:nvGrpSpPr>
        <p:grpSpPr>
          <a:xfrm>
            <a:off x="7121069" y="1532276"/>
            <a:ext cx="721206" cy="609701"/>
            <a:chOff x="7121069" y="1532276"/>
            <a:chExt cx="721206" cy="609701"/>
          </a:xfrm>
        </p:grpSpPr>
        <p:sp>
          <p:nvSpPr>
            <p:cNvPr id="1292" name="Rectangle 1291">
              <a:extLst>
                <a:ext uri="{FF2B5EF4-FFF2-40B4-BE49-F238E27FC236}">
                  <a16:creationId xmlns:a16="http://schemas.microsoft.com/office/drawing/2014/main" id="{DA31505C-E141-8B51-2CDC-0B21E4BF44AC}"/>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1293" name="Rectangle 1292">
              <a:extLst>
                <a:ext uri="{FF2B5EF4-FFF2-40B4-BE49-F238E27FC236}">
                  <a16:creationId xmlns:a16="http://schemas.microsoft.com/office/drawing/2014/main" id="{2879E602-D26E-EA34-8288-9D066E566246}"/>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4" name="Oval 15">
              <a:extLst>
                <a:ext uri="{FF2B5EF4-FFF2-40B4-BE49-F238E27FC236}">
                  <a16:creationId xmlns:a16="http://schemas.microsoft.com/office/drawing/2014/main" id="{334F7A80-5E94-612A-4996-533DE3BC38C1}"/>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95" name="Straight Connector 1294">
              <a:extLst>
                <a:ext uri="{FF2B5EF4-FFF2-40B4-BE49-F238E27FC236}">
                  <a16:creationId xmlns:a16="http://schemas.microsoft.com/office/drawing/2014/main" id="{92E31769-E025-F2B4-0812-21AC56DFC1E4}"/>
                </a:ext>
              </a:extLst>
            </p:cNvPr>
            <p:cNvCxnSpPr>
              <a:cxnSpLocks/>
              <a:stCxn id="1294"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96" name="Straight Connector 1295">
              <a:extLst>
                <a:ext uri="{FF2B5EF4-FFF2-40B4-BE49-F238E27FC236}">
                  <a16:creationId xmlns:a16="http://schemas.microsoft.com/office/drawing/2014/main" id="{1C85B9DC-00CC-8E2F-770C-F928D9942D01}"/>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97" name="Group 1296">
            <a:extLst>
              <a:ext uri="{FF2B5EF4-FFF2-40B4-BE49-F238E27FC236}">
                <a16:creationId xmlns:a16="http://schemas.microsoft.com/office/drawing/2014/main" id="{A62FCF4A-26D4-793A-85CC-3E3792118DC9}"/>
              </a:ext>
            </a:extLst>
          </p:cNvPr>
          <p:cNvGrpSpPr/>
          <p:nvPr/>
        </p:nvGrpSpPr>
        <p:grpSpPr>
          <a:xfrm>
            <a:off x="3775045" y="1532276"/>
            <a:ext cx="721206" cy="609701"/>
            <a:chOff x="3775045" y="1532276"/>
            <a:chExt cx="721206" cy="609701"/>
          </a:xfrm>
        </p:grpSpPr>
        <p:sp>
          <p:nvSpPr>
            <p:cNvPr id="1298" name="Rectangle 1297">
              <a:extLst>
                <a:ext uri="{FF2B5EF4-FFF2-40B4-BE49-F238E27FC236}">
                  <a16:creationId xmlns:a16="http://schemas.microsoft.com/office/drawing/2014/main" id="{6FF08C1E-AA1E-73A6-F0B8-CB0AEABD265F}"/>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299" name="Right Triangle 1298">
              <a:extLst>
                <a:ext uri="{FF2B5EF4-FFF2-40B4-BE49-F238E27FC236}">
                  <a16:creationId xmlns:a16="http://schemas.microsoft.com/office/drawing/2014/main" id="{24B503A2-9F51-B7D9-DC54-3843E6EDA6C6}"/>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00" name="Group 1299">
              <a:extLst>
                <a:ext uri="{FF2B5EF4-FFF2-40B4-BE49-F238E27FC236}">
                  <a16:creationId xmlns:a16="http://schemas.microsoft.com/office/drawing/2014/main" id="{2A124C19-69B8-BCBA-5BB4-61D2F9851CB0}"/>
                </a:ext>
              </a:extLst>
            </p:cNvPr>
            <p:cNvGrpSpPr/>
            <p:nvPr/>
          </p:nvGrpSpPr>
          <p:grpSpPr>
            <a:xfrm>
              <a:off x="4440495" y="1542936"/>
              <a:ext cx="37817" cy="61390"/>
              <a:chOff x="3883481" y="2057400"/>
              <a:chExt cx="1608363" cy="2652031"/>
            </a:xfrm>
            <a:solidFill>
              <a:srgbClr val="A6A6A6">
                <a:alpha val="20000"/>
              </a:srgbClr>
            </a:solidFill>
          </p:grpSpPr>
          <p:sp>
            <p:nvSpPr>
              <p:cNvPr id="1301" name="Oval 27">
                <a:extLst>
                  <a:ext uri="{FF2B5EF4-FFF2-40B4-BE49-F238E27FC236}">
                    <a16:creationId xmlns:a16="http://schemas.microsoft.com/office/drawing/2014/main" id="{C9305B6C-BDC7-C057-2AEB-4670617B7F7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02" name="Oval 28">
                <a:extLst>
                  <a:ext uri="{FF2B5EF4-FFF2-40B4-BE49-F238E27FC236}">
                    <a16:creationId xmlns:a16="http://schemas.microsoft.com/office/drawing/2014/main" id="{899CB5D6-D87B-CF3E-C5C8-5591C49B043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03" name="Group 1302">
            <a:extLst>
              <a:ext uri="{FF2B5EF4-FFF2-40B4-BE49-F238E27FC236}">
                <a16:creationId xmlns:a16="http://schemas.microsoft.com/office/drawing/2014/main" id="{FFEBB939-2060-1F75-A611-1AD8C3920BE8}"/>
              </a:ext>
            </a:extLst>
          </p:cNvPr>
          <p:cNvGrpSpPr/>
          <p:nvPr/>
        </p:nvGrpSpPr>
        <p:grpSpPr>
          <a:xfrm>
            <a:off x="4611552" y="1532276"/>
            <a:ext cx="721206" cy="609701"/>
            <a:chOff x="4611552" y="1532276"/>
            <a:chExt cx="721206" cy="609701"/>
          </a:xfrm>
        </p:grpSpPr>
        <p:sp>
          <p:nvSpPr>
            <p:cNvPr id="1304" name="Rectangle 1303">
              <a:extLst>
                <a:ext uri="{FF2B5EF4-FFF2-40B4-BE49-F238E27FC236}">
                  <a16:creationId xmlns:a16="http://schemas.microsoft.com/office/drawing/2014/main" id="{72497824-57BF-1B46-70E1-1F6607441484}"/>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305" name="Right Triangle 1304">
              <a:extLst>
                <a:ext uri="{FF2B5EF4-FFF2-40B4-BE49-F238E27FC236}">
                  <a16:creationId xmlns:a16="http://schemas.microsoft.com/office/drawing/2014/main" id="{52FF8478-FA49-01CB-EDBF-B912CD5C1048}"/>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06" name="Group 1305">
              <a:extLst>
                <a:ext uri="{FF2B5EF4-FFF2-40B4-BE49-F238E27FC236}">
                  <a16:creationId xmlns:a16="http://schemas.microsoft.com/office/drawing/2014/main" id="{4028DCB8-9253-2145-11EE-5718065D5378}"/>
                </a:ext>
              </a:extLst>
            </p:cNvPr>
            <p:cNvGrpSpPr/>
            <p:nvPr/>
          </p:nvGrpSpPr>
          <p:grpSpPr>
            <a:xfrm>
              <a:off x="5276135" y="1542936"/>
              <a:ext cx="37817" cy="61390"/>
              <a:chOff x="3883481" y="2057400"/>
              <a:chExt cx="1608363" cy="2652031"/>
            </a:xfrm>
            <a:solidFill>
              <a:srgbClr val="A6A6A6">
                <a:alpha val="20000"/>
              </a:srgbClr>
            </a:solidFill>
          </p:grpSpPr>
          <p:sp>
            <p:nvSpPr>
              <p:cNvPr id="1307" name="Oval 27">
                <a:extLst>
                  <a:ext uri="{FF2B5EF4-FFF2-40B4-BE49-F238E27FC236}">
                    <a16:creationId xmlns:a16="http://schemas.microsoft.com/office/drawing/2014/main" id="{2EF956EB-6A8F-2268-1C80-376738E1FCA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08" name="Oval 28">
                <a:extLst>
                  <a:ext uri="{FF2B5EF4-FFF2-40B4-BE49-F238E27FC236}">
                    <a16:creationId xmlns:a16="http://schemas.microsoft.com/office/drawing/2014/main" id="{D7012AC3-8D88-F84C-915B-C469CE8214E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09" name="Group 1308">
            <a:extLst>
              <a:ext uri="{FF2B5EF4-FFF2-40B4-BE49-F238E27FC236}">
                <a16:creationId xmlns:a16="http://schemas.microsoft.com/office/drawing/2014/main" id="{2F96790C-579A-E436-D128-2553D029A709}"/>
              </a:ext>
            </a:extLst>
          </p:cNvPr>
          <p:cNvGrpSpPr/>
          <p:nvPr/>
        </p:nvGrpSpPr>
        <p:grpSpPr>
          <a:xfrm>
            <a:off x="2938537" y="1532271"/>
            <a:ext cx="721206" cy="610042"/>
            <a:chOff x="2938537" y="1532271"/>
            <a:chExt cx="721206" cy="610042"/>
          </a:xfrm>
        </p:grpSpPr>
        <p:sp>
          <p:nvSpPr>
            <p:cNvPr id="1310" name="Rectangle 1309">
              <a:extLst>
                <a:ext uri="{FF2B5EF4-FFF2-40B4-BE49-F238E27FC236}">
                  <a16:creationId xmlns:a16="http://schemas.microsoft.com/office/drawing/2014/main" id="{3296684F-1BAC-27A0-E1F8-AF206B067DE0}"/>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1311" name="Right Triangle 1310">
              <a:extLst>
                <a:ext uri="{FF2B5EF4-FFF2-40B4-BE49-F238E27FC236}">
                  <a16:creationId xmlns:a16="http://schemas.microsoft.com/office/drawing/2014/main" id="{94451CA6-CC65-FCC3-E5DC-5B1BD848496B}"/>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12" name="Oval 27">
              <a:extLst>
                <a:ext uri="{FF2B5EF4-FFF2-40B4-BE49-F238E27FC236}">
                  <a16:creationId xmlns:a16="http://schemas.microsoft.com/office/drawing/2014/main" id="{44ECC585-CA88-0B63-6018-BEEB6F0B78B6}"/>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13" name="Oval 28">
              <a:extLst>
                <a:ext uri="{FF2B5EF4-FFF2-40B4-BE49-F238E27FC236}">
                  <a16:creationId xmlns:a16="http://schemas.microsoft.com/office/drawing/2014/main" id="{EC29C982-32A4-2437-F60B-C5A60175A50C}"/>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14" name="Group 1313">
            <a:extLst>
              <a:ext uri="{FF2B5EF4-FFF2-40B4-BE49-F238E27FC236}">
                <a16:creationId xmlns:a16="http://schemas.microsoft.com/office/drawing/2014/main" id="{C5620995-D28D-28D9-A2E0-6B69884C3D44}"/>
              </a:ext>
            </a:extLst>
          </p:cNvPr>
          <p:cNvGrpSpPr/>
          <p:nvPr/>
        </p:nvGrpSpPr>
        <p:grpSpPr>
          <a:xfrm>
            <a:off x="6287105" y="2974054"/>
            <a:ext cx="721206" cy="609701"/>
            <a:chOff x="6287105" y="2974054"/>
            <a:chExt cx="721206" cy="609701"/>
          </a:xfrm>
        </p:grpSpPr>
        <p:sp>
          <p:nvSpPr>
            <p:cNvPr id="1315" name="Rectangle 1314">
              <a:hlinkHover r:id="" action="ppaction://noaction" highlightClick="1"/>
              <a:extLst>
                <a:ext uri="{FF2B5EF4-FFF2-40B4-BE49-F238E27FC236}">
                  <a16:creationId xmlns:a16="http://schemas.microsoft.com/office/drawing/2014/main" id="{7BA8F21D-76FC-30C0-5B3E-029B714BF205}"/>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1316" name="Rectangle 1315">
              <a:extLst>
                <a:ext uri="{FF2B5EF4-FFF2-40B4-BE49-F238E27FC236}">
                  <a16:creationId xmlns:a16="http://schemas.microsoft.com/office/drawing/2014/main" id="{AFD39D7B-1399-3555-CBD0-325A75E50E13}"/>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17" name="Oval 15">
              <a:extLst>
                <a:ext uri="{FF2B5EF4-FFF2-40B4-BE49-F238E27FC236}">
                  <a16:creationId xmlns:a16="http://schemas.microsoft.com/office/drawing/2014/main" id="{59C1D564-CEE2-1B65-7200-FABE37B83480}"/>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18" name="Straight Connector 1317">
              <a:extLst>
                <a:ext uri="{FF2B5EF4-FFF2-40B4-BE49-F238E27FC236}">
                  <a16:creationId xmlns:a16="http://schemas.microsoft.com/office/drawing/2014/main" id="{BD7FD5DD-4609-9229-21A9-171ABD75F83B}"/>
                </a:ext>
              </a:extLst>
            </p:cNvPr>
            <p:cNvCxnSpPr>
              <a:cxnSpLocks/>
              <a:stCxn id="1317"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1319" name="Group 1318">
            <a:extLst>
              <a:ext uri="{FF2B5EF4-FFF2-40B4-BE49-F238E27FC236}">
                <a16:creationId xmlns:a16="http://schemas.microsoft.com/office/drawing/2014/main" id="{1ECA980B-9AAD-5FF0-71B4-9FB68263D2F9}"/>
              </a:ext>
            </a:extLst>
          </p:cNvPr>
          <p:cNvGrpSpPr/>
          <p:nvPr/>
        </p:nvGrpSpPr>
        <p:grpSpPr>
          <a:xfrm>
            <a:off x="7123149" y="2974054"/>
            <a:ext cx="721206" cy="646284"/>
            <a:chOff x="7123149" y="2974054"/>
            <a:chExt cx="721206" cy="646284"/>
          </a:xfrm>
        </p:grpSpPr>
        <p:sp>
          <p:nvSpPr>
            <p:cNvPr id="1320" name="Rectangle 1319">
              <a:hlinkHover r:id="" action="ppaction://noaction" highlightClick="1"/>
              <a:extLst>
                <a:ext uri="{FF2B5EF4-FFF2-40B4-BE49-F238E27FC236}">
                  <a16:creationId xmlns:a16="http://schemas.microsoft.com/office/drawing/2014/main" id="{6D300591-98A5-54B1-E96B-73B011F8B7FB}"/>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1321" name="Rectangle 1320">
              <a:extLst>
                <a:ext uri="{FF2B5EF4-FFF2-40B4-BE49-F238E27FC236}">
                  <a16:creationId xmlns:a16="http://schemas.microsoft.com/office/drawing/2014/main" id="{203A6B2F-C052-98DE-FC4E-1B595838E0BA}"/>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2" name="Oval 15">
              <a:extLst>
                <a:ext uri="{FF2B5EF4-FFF2-40B4-BE49-F238E27FC236}">
                  <a16:creationId xmlns:a16="http://schemas.microsoft.com/office/drawing/2014/main" id="{9D42FE0D-6337-52DD-91E5-5B7AFC40114D}"/>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23" name="Straight Connector 1322">
              <a:extLst>
                <a:ext uri="{FF2B5EF4-FFF2-40B4-BE49-F238E27FC236}">
                  <a16:creationId xmlns:a16="http://schemas.microsoft.com/office/drawing/2014/main" id="{5C896F8B-5910-B2ED-EEEF-5F49BE621133}"/>
                </a:ext>
              </a:extLst>
            </p:cNvPr>
            <p:cNvCxnSpPr>
              <a:cxnSpLocks/>
              <a:stCxn id="1322"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324" name="Straight Connector 1323">
              <a:extLst>
                <a:ext uri="{FF2B5EF4-FFF2-40B4-BE49-F238E27FC236}">
                  <a16:creationId xmlns:a16="http://schemas.microsoft.com/office/drawing/2014/main" id="{CC766233-99E2-B5B3-EECC-85F369C55A95}"/>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25" name="Group 1324">
            <a:extLst>
              <a:ext uri="{FF2B5EF4-FFF2-40B4-BE49-F238E27FC236}">
                <a16:creationId xmlns:a16="http://schemas.microsoft.com/office/drawing/2014/main" id="{26EB192D-2FBE-B461-E646-7DE5BE1F73CA}"/>
              </a:ext>
            </a:extLst>
          </p:cNvPr>
          <p:cNvGrpSpPr/>
          <p:nvPr/>
        </p:nvGrpSpPr>
        <p:grpSpPr>
          <a:xfrm>
            <a:off x="7959200" y="2974054"/>
            <a:ext cx="721206" cy="609701"/>
            <a:chOff x="7959200" y="2974054"/>
            <a:chExt cx="721206" cy="609701"/>
          </a:xfrm>
        </p:grpSpPr>
        <p:sp>
          <p:nvSpPr>
            <p:cNvPr id="1326" name="Rectangle 1325">
              <a:hlinkHover r:id="" action="ppaction://noaction" highlightClick="1"/>
              <a:extLst>
                <a:ext uri="{FF2B5EF4-FFF2-40B4-BE49-F238E27FC236}">
                  <a16:creationId xmlns:a16="http://schemas.microsoft.com/office/drawing/2014/main" id="{80860296-1634-D65B-DB4F-DE56274FA576}"/>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1327" name="Diamond 1326">
              <a:extLst>
                <a:ext uri="{FF2B5EF4-FFF2-40B4-BE49-F238E27FC236}">
                  <a16:creationId xmlns:a16="http://schemas.microsoft.com/office/drawing/2014/main" id="{AD698DDB-29B5-09A3-7284-9EDCF20DC1B3}"/>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8" name="Oval 1327">
              <a:extLst>
                <a:ext uri="{FF2B5EF4-FFF2-40B4-BE49-F238E27FC236}">
                  <a16:creationId xmlns:a16="http://schemas.microsoft.com/office/drawing/2014/main" id="{E43771B2-94EF-B55F-0A76-8AF3FF463983}"/>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29" name="Group 1328">
            <a:extLst>
              <a:ext uri="{FF2B5EF4-FFF2-40B4-BE49-F238E27FC236}">
                <a16:creationId xmlns:a16="http://schemas.microsoft.com/office/drawing/2014/main" id="{3CAD07C9-F6B9-C508-3821-A621231118B1}"/>
              </a:ext>
            </a:extLst>
          </p:cNvPr>
          <p:cNvGrpSpPr/>
          <p:nvPr/>
        </p:nvGrpSpPr>
        <p:grpSpPr>
          <a:xfrm>
            <a:off x="8795244" y="2974054"/>
            <a:ext cx="721206" cy="609701"/>
            <a:chOff x="8795244" y="2974054"/>
            <a:chExt cx="721206" cy="609701"/>
          </a:xfrm>
        </p:grpSpPr>
        <p:sp>
          <p:nvSpPr>
            <p:cNvPr id="1330" name="Rectangle 1329">
              <a:hlinkHover r:id="" action="ppaction://noaction" highlightClick="1"/>
              <a:extLst>
                <a:ext uri="{FF2B5EF4-FFF2-40B4-BE49-F238E27FC236}">
                  <a16:creationId xmlns:a16="http://schemas.microsoft.com/office/drawing/2014/main" id="{04F667F5-6C2F-D256-321A-E6D4BC4400DD}"/>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1331" name="Diamond 1330">
              <a:extLst>
                <a:ext uri="{FF2B5EF4-FFF2-40B4-BE49-F238E27FC236}">
                  <a16:creationId xmlns:a16="http://schemas.microsoft.com/office/drawing/2014/main" id="{2C899C08-2080-FC84-F52B-75907CA94B21}"/>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32" name="Oval 1331">
              <a:extLst>
                <a:ext uri="{FF2B5EF4-FFF2-40B4-BE49-F238E27FC236}">
                  <a16:creationId xmlns:a16="http://schemas.microsoft.com/office/drawing/2014/main" id="{3B0B0D02-4B57-3A75-F6D6-80593597C4B7}"/>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39" name="Group 1338">
            <a:extLst>
              <a:ext uri="{FF2B5EF4-FFF2-40B4-BE49-F238E27FC236}">
                <a16:creationId xmlns:a16="http://schemas.microsoft.com/office/drawing/2014/main" id="{F186A6A2-B210-76EB-79F2-5332DD75B205}"/>
              </a:ext>
            </a:extLst>
          </p:cNvPr>
          <p:cNvGrpSpPr/>
          <p:nvPr/>
        </p:nvGrpSpPr>
        <p:grpSpPr>
          <a:xfrm>
            <a:off x="5442073" y="811556"/>
            <a:ext cx="728239" cy="609701"/>
            <a:chOff x="5442073" y="811556"/>
            <a:chExt cx="728239" cy="609701"/>
          </a:xfrm>
        </p:grpSpPr>
        <p:sp>
          <p:nvSpPr>
            <p:cNvPr id="1340" name="Rectangle 1339">
              <a:extLst>
                <a:ext uri="{FF2B5EF4-FFF2-40B4-BE49-F238E27FC236}">
                  <a16:creationId xmlns:a16="http://schemas.microsoft.com/office/drawing/2014/main" id="{A6DF5772-D688-819A-3E56-1A4595353861}"/>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1341" name="Rectangle 1340">
              <a:extLst>
                <a:ext uri="{FF2B5EF4-FFF2-40B4-BE49-F238E27FC236}">
                  <a16:creationId xmlns:a16="http://schemas.microsoft.com/office/drawing/2014/main" id="{4D80F488-0D88-E12D-4ABB-392A43E2738A}"/>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42" name="Oval 15">
              <a:extLst>
                <a:ext uri="{FF2B5EF4-FFF2-40B4-BE49-F238E27FC236}">
                  <a16:creationId xmlns:a16="http://schemas.microsoft.com/office/drawing/2014/main" id="{A481BD1F-97B5-E7A1-DF3C-AAEEA0B1460E}"/>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43" name="Straight Connector 1342">
              <a:extLst>
                <a:ext uri="{FF2B5EF4-FFF2-40B4-BE49-F238E27FC236}">
                  <a16:creationId xmlns:a16="http://schemas.microsoft.com/office/drawing/2014/main" id="{78067896-8A42-B868-A31F-7CA2E4ED2174}"/>
                </a:ext>
              </a:extLst>
            </p:cNvPr>
            <p:cNvCxnSpPr>
              <a:cxnSpLocks/>
              <a:stCxn id="1342"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344" name="Straight Connector 1343">
              <a:extLst>
                <a:ext uri="{FF2B5EF4-FFF2-40B4-BE49-F238E27FC236}">
                  <a16:creationId xmlns:a16="http://schemas.microsoft.com/office/drawing/2014/main" id="{F27B3F04-D9A6-C8E5-6F7A-4BEEF6F711F0}"/>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69" name="Group 1368">
            <a:extLst>
              <a:ext uri="{FF2B5EF4-FFF2-40B4-BE49-F238E27FC236}">
                <a16:creationId xmlns:a16="http://schemas.microsoft.com/office/drawing/2014/main" id="{1C50582B-125A-4108-7248-867175ED202D}"/>
              </a:ext>
            </a:extLst>
          </p:cNvPr>
          <p:cNvGrpSpPr/>
          <p:nvPr/>
        </p:nvGrpSpPr>
        <p:grpSpPr>
          <a:xfrm>
            <a:off x="11356242" y="90836"/>
            <a:ext cx="721206" cy="609701"/>
            <a:chOff x="11356242" y="90836"/>
            <a:chExt cx="721206" cy="609701"/>
          </a:xfrm>
        </p:grpSpPr>
        <p:sp>
          <p:nvSpPr>
            <p:cNvPr id="1370" name="Rectangle 1369">
              <a:hlinkHover r:id="" action="ppaction://noaction" highlightClick="1"/>
              <a:extLst>
                <a:ext uri="{FF2B5EF4-FFF2-40B4-BE49-F238E27FC236}">
                  <a16:creationId xmlns:a16="http://schemas.microsoft.com/office/drawing/2014/main" id="{C9DCC1C9-1D4F-103D-529D-DA469B20C0CA}"/>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1371" name="Oval 1370">
              <a:extLst>
                <a:ext uri="{FF2B5EF4-FFF2-40B4-BE49-F238E27FC236}">
                  <a16:creationId xmlns:a16="http://schemas.microsoft.com/office/drawing/2014/main" id="{FBEA903D-4768-F7A4-7B0D-4D0BC48C4C84}"/>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72" name="Isosceles Triangle 648">
              <a:extLst>
                <a:ext uri="{FF2B5EF4-FFF2-40B4-BE49-F238E27FC236}">
                  <a16:creationId xmlns:a16="http://schemas.microsoft.com/office/drawing/2014/main" id="{F8BB9DEC-5CEB-47C8-E24A-581C3BE487BB}"/>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73" name="Group 1372">
            <a:extLst>
              <a:ext uri="{FF2B5EF4-FFF2-40B4-BE49-F238E27FC236}">
                <a16:creationId xmlns:a16="http://schemas.microsoft.com/office/drawing/2014/main" id="{337AEC53-EB77-6B61-E524-4AB585C722F0}"/>
              </a:ext>
            </a:extLst>
          </p:cNvPr>
          <p:cNvGrpSpPr/>
          <p:nvPr/>
        </p:nvGrpSpPr>
        <p:grpSpPr>
          <a:xfrm>
            <a:off x="11356243" y="3694774"/>
            <a:ext cx="721206" cy="609701"/>
            <a:chOff x="11356243" y="3694774"/>
            <a:chExt cx="721206" cy="609701"/>
          </a:xfrm>
        </p:grpSpPr>
        <p:sp>
          <p:nvSpPr>
            <p:cNvPr id="1374" name="Rectangle 1373">
              <a:hlinkHover r:id="" action="ppaction://noaction" highlightClick="1"/>
              <a:extLst>
                <a:ext uri="{FF2B5EF4-FFF2-40B4-BE49-F238E27FC236}">
                  <a16:creationId xmlns:a16="http://schemas.microsoft.com/office/drawing/2014/main" id="{F36CB0B7-2616-5E7B-1D65-66AB5DA89E6F}"/>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1375" name="Oval 1374">
              <a:extLst>
                <a:ext uri="{FF2B5EF4-FFF2-40B4-BE49-F238E27FC236}">
                  <a16:creationId xmlns:a16="http://schemas.microsoft.com/office/drawing/2014/main" id="{3193F489-EF1F-3B52-0561-B7FE53A34B73}"/>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76" name="Isosceles Triangle 648">
              <a:extLst>
                <a:ext uri="{FF2B5EF4-FFF2-40B4-BE49-F238E27FC236}">
                  <a16:creationId xmlns:a16="http://schemas.microsoft.com/office/drawing/2014/main" id="{B9B5403E-577D-9132-48D5-AB2C96E26695}"/>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77" name="Group 1376">
            <a:extLst>
              <a:ext uri="{FF2B5EF4-FFF2-40B4-BE49-F238E27FC236}">
                <a16:creationId xmlns:a16="http://schemas.microsoft.com/office/drawing/2014/main" id="{6CF99061-AE22-B17A-EBD8-D39DFC388DB5}"/>
              </a:ext>
            </a:extLst>
          </p:cNvPr>
          <p:cNvGrpSpPr/>
          <p:nvPr/>
        </p:nvGrpSpPr>
        <p:grpSpPr>
          <a:xfrm>
            <a:off x="9657691" y="4419624"/>
            <a:ext cx="721206" cy="609701"/>
            <a:chOff x="9657691" y="4419624"/>
            <a:chExt cx="721206" cy="609701"/>
          </a:xfrm>
        </p:grpSpPr>
        <p:sp>
          <p:nvSpPr>
            <p:cNvPr id="1378" name="Rectangle 1377">
              <a:hlinkHover r:id="" action="ppaction://noaction" highlightClick="1"/>
              <a:extLst>
                <a:ext uri="{FF2B5EF4-FFF2-40B4-BE49-F238E27FC236}">
                  <a16:creationId xmlns:a16="http://schemas.microsoft.com/office/drawing/2014/main" id="{4270A96F-CAD0-B107-5704-38F44C22BF82}"/>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1379" name="Oval 1378">
              <a:extLst>
                <a:ext uri="{FF2B5EF4-FFF2-40B4-BE49-F238E27FC236}">
                  <a16:creationId xmlns:a16="http://schemas.microsoft.com/office/drawing/2014/main" id="{804EEBDE-E99B-B82B-B137-B460D2352EE5}"/>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80" name="Isosceles Triangle 648">
              <a:extLst>
                <a:ext uri="{FF2B5EF4-FFF2-40B4-BE49-F238E27FC236}">
                  <a16:creationId xmlns:a16="http://schemas.microsoft.com/office/drawing/2014/main" id="{EE593A33-64FE-D225-22E6-34AA51D550D3}"/>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81" name="Group 1380">
            <a:extLst>
              <a:ext uri="{FF2B5EF4-FFF2-40B4-BE49-F238E27FC236}">
                <a16:creationId xmlns:a16="http://schemas.microsoft.com/office/drawing/2014/main" id="{0EAA514F-8390-6946-FE9D-FB4DB1F08AE5}"/>
              </a:ext>
            </a:extLst>
          </p:cNvPr>
          <p:cNvGrpSpPr/>
          <p:nvPr/>
        </p:nvGrpSpPr>
        <p:grpSpPr>
          <a:xfrm>
            <a:off x="10506968" y="4419620"/>
            <a:ext cx="721206" cy="609701"/>
            <a:chOff x="10506968" y="4419620"/>
            <a:chExt cx="721206" cy="609701"/>
          </a:xfrm>
        </p:grpSpPr>
        <p:sp>
          <p:nvSpPr>
            <p:cNvPr id="1382" name="Rectangle 1381">
              <a:hlinkHover r:id="" action="ppaction://noaction" highlightClick="1"/>
              <a:extLst>
                <a:ext uri="{FF2B5EF4-FFF2-40B4-BE49-F238E27FC236}">
                  <a16:creationId xmlns:a16="http://schemas.microsoft.com/office/drawing/2014/main" id="{D97565A5-6619-37E5-06C4-3257D2A342FE}"/>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1383" name="Oval 1382">
              <a:extLst>
                <a:ext uri="{FF2B5EF4-FFF2-40B4-BE49-F238E27FC236}">
                  <a16:creationId xmlns:a16="http://schemas.microsoft.com/office/drawing/2014/main" id="{39DA2616-15B5-1851-96F4-080C1D2C864C}"/>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84" name="Isosceles Triangle 648">
              <a:extLst>
                <a:ext uri="{FF2B5EF4-FFF2-40B4-BE49-F238E27FC236}">
                  <a16:creationId xmlns:a16="http://schemas.microsoft.com/office/drawing/2014/main" id="{C569B585-06B3-A6FE-1E62-F037DABF3905}"/>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85" name="Group 1384">
            <a:extLst>
              <a:ext uri="{FF2B5EF4-FFF2-40B4-BE49-F238E27FC236}">
                <a16:creationId xmlns:a16="http://schemas.microsoft.com/office/drawing/2014/main" id="{68BD0F8D-E932-7528-FE75-CB8C9AB69B89}"/>
              </a:ext>
            </a:extLst>
          </p:cNvPr>
          <p:cNvGrpSpPr/>
          <p:nvPr/>
        </p:nvGrpSpPr>
        <p:grpSpPr>
          <a:xfrm>
            <a:off x="11356003" y="4416261"/>
            <a:ext cx="721206" cy="609701"/>
            <a:chOff x="11356003" y="4416261"/>
            <a:chExt cx="721206" cy="609701"/>
          </a:xfrm>
        </p:grpSpPr>
        <p:sp>
          <p:nvSpPr>
            <p:cNvPr id="1386" name="Rectangle 1385">
              <a:hlinkHover r:id="" action="ppaction://noaction" highlightClick="1"/>
              <a:extLst>
                <a:ext uri="{FF2B5EF4-FFF2-40B4-BE49-F238E27FC236}">
                  <a16:creationId xmlns:a16="http://schemas.microsoft.com/office/drawing/2014/main" id="{DCA7300E-BA14-D60F-D78C-C32FA41B63B3}"/>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1387" name="Oval 1386">
              <a:extLst>
                <a:ext uri="{FF2B5EF4-FFF2-40B4-BE49-F238E27FC236}">
                  <a16:creationId xmlns:a16="http://schemas.microsoft.com/office/drawing/2014/main" id="{CF639E2F-7D49-FFE4-16DA-706E153DC553}"/>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88" name="Isosceles Triangle 648">
              <a:extLst>
                <a:ext uri="{FF2B5EF4-FFF2-40B4-BE49-F238E27FC236}">
                  <a16:creationId xmlns:a16="http://schemas.microsoft.com/office/drawing/2014/main" id="{347A056D-7745-5B59-026C-4C410C5FD8F7}"/>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89" name="Group 1388">
            <a:extLst>
              <a:ext uri="{FF2B5EF4-FFF2-40B4-BE49-F238E27FC236}">
                <a16:creationId xmlns:a16="http://schemas.microsoft.com/office/drawing/2014/main" id="{76EC3A81-7AAA-0245-551C-0BF7D8C1E598}"/>
              </a:ext>
            </a:extLst>
          </p:cNvPr>
          <p:cNvGrpSpPr/>
          <p:nvPr/>
        </p:nvGrpSpPr>
        <p:grpSpPr>
          <a:xfrm>
            <a:off x="8808526" y="4416261"/>
            <a:ext cx="721206" cy="609701"/>
            <a:chOff x="8808526" y="4416261"/>
            <a:chExt cx="721206" cy="609701"/>
          </a:xfrm>
        </p:grpSpPr>
        <p:sp>
          <p:nvSpPr>
            <p:cNvPr id="1390" name="Rectangle 1389">
              <a:hlinkHover r:id="" action="ppaction://noaction" highlightClick="1"/>
              <a:extLst>
                <a:ext uri="{FF2B5EF4-FFF2-40B4-BE49-F238E27FC236}">
                  <a16:creationId xmlns:a16="http://schemas.microsoft.com/office/drawing/2014/main" id="{707C91B5-92E0-BCE3-2C13-65A894515D19}"/>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1391" name="Oval 1390">
              <a:extLst>
                <a:ext uri="{FF2B5EF4-FFF2-40B4-BE49-F238E27FC236}">
                  <a16:creationId xmlns:a16="http://schemas.microsoft.com/office/drawing/2014/main" id="{431D57E9-BA6F-67B6-DF26-C0EC2DD10360}"/>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92" name="Isosceles Triangle 648">
              <a:extLst>
                <a:ext uri="{FF2B5EF4-FFF2-40B4-BE49-F238E27FC236}">
                  <a16:creationId xmlns:a16="http://schemas.microsoft.com/office/drawing/2014/main" id="{BA4F63B1-68F2-E96D-058A-996E8044E191}"/>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93" name="Group 1392">
            <a:extLst>
              <a:ext uri="{FF2B5EF4-FFF2-40B4-BE49-F238E27FC236}">
                <a16:creationId xmlns:a16="http://schemas.microsoft.com/office/drawing/2014/main" id="{9E3639FE-EB5A-D2E5-669C-12BF1A214AEB}"/>
              </a:ext>
            </a:extLst>
          </p:cNvPr>
          <p:cNvGrpSpPr/>
          <p:nvPr/>
        </p:nvGrpSpPr>
        <p:grpSpPr>
          <a:xfrm>
            <a:off x="10509579" y="5141013"/>
            <a:ext cx="721206" cy="609701"/>
            <a:chOff x="10509579" y="5141013"/>
            <a:chExt cx="721206" cy="609701"/>
          </a:xfrm>
        </p:grpSpPr>
        <p:sp>
          <p:nvSpPr>
            <p:cNvPr id="1394" name="Rectangle 1393">
              <a:hlinkHover r:id="" action="ppaction://noaction" highlightClick="1"/>
              <a:extLst>
                <a:ext uri="{FF2B5EF4-FFF2-40B4-BE49-F238E27FC236}">
                  <a16:creationId xmlns:a16="http://schemas.microsoft.com/office/drawing/2014/main" id="{4A1FBE86-974A-B302-ED15-9A3F28FEEC1A}"/>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1395" name="Oval 1394">
              <a:extLst>
                <a:ext uri="{FF2B5EF4-FFF2-40B4-BE49-F238E27FC236}">
                  <a16:creationId xmlns:a16="http://schemas.microsoft.com/office/drawing/2014/main" id="{4EF208AA-05CB-6C2E-2D03-F7269E6DCBD4}"/>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96" name="Isosceles Triangle 648">
              <a:extLst>
                <a:ext uri="{FF2B5EF4-FFF2-40B4-BE49-F238E27FC236}">
                  <a16:creationId xmlns:a16="http://schemas.microsoft.com/office/drawing/2014/main" id="{FCF47F6F-E445-4E29-F231-A417AD2B6BA9}"/>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97" name="Group 1396">
            <a:extLst>
              <a:ext uri="{FF2B5EF4-FFF2-40B4-BE49-F238E27FC236}">
                <a16:creationId xmlns:a16="http://schemas.microsoft.com/office/drawing/2014/main" id="{FC9386CB-7A46-71C7-0B91-6FA6444122E6}"/>
              </a:ext>
            </a:extLst>
          </p:cNvPr>
          <p:cNvGrpSpPr/>
          <p:nvPr/>
        </p:nvGrpSpPr>
        <p:grpSpPr>
          <a:xfrm>
            <a:off x="9651076" y="5143367"/>
            <a:ext cx="721206" cy="609701"/>
            <a:chOff x="9651076" y="5143367"/>
            <a:chExt cx="721206" cy="609701"/>
          </a:xfrm>
        </p:grpSpPr>
        <p:sp>
          <p:nvSpPr>
            <p:cNvPr id="1398" name="Rectangle 1397">
              <a:hlinkHover r:id="" action="ppaction://noaction" highlightClick="1"/>
              <a:extLst>
                <a:ext uri="{FF2B5EF4-FFF2-40B4-BE49-F238E27FC236}">
                  <a16:creationId xmlns:a16="http://schemas.microsoft.com/office/drawing/2014/main" id="{9FC260DC-B31D-27F9-237B-8667556E7921}"/>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1399" name="Oval 1398">
              <a:extLst>
                <a:ext uri="{FF2B5EF4-FFF2-40B4-BE49-F238E27FC236}">
                  <a16:creationId xmlns:a16="http://schemas.microsoft.com/office/drawing/2014/main" id="{B354AFEF-57E3-D1AB-C6AB-5014A05D7629}"/>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00" name="Isosceles Triangle 648">
              <a:extLst>
                <a:ext uri="{FF2B5EF4-FFF2-40B4-BE49-F238E27FC236}">
                  <a16:creationId xmlns:a16="http://schemas.microsoft.com/office/drawing/2014/main" id="{E8F31B41-45B3-2D44-6DB5-04ED03BDE28A}"/>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01" name="Group 1400">
            <a:extLst>
              <a:ext uri="{FF2B5EF4-FFF2-40B4-BE49-F238E27FC236}">
                <a16:creationId xmlns:a16="http://schemas.microsoft.com/office/drawing/2014/main" id="{66629308-E81C-ABF9-D771-3D96600A0CA8}"/>
              </a:ext>
            </a:extLst>
          </p:cNvPr>
          <p:cNvGrpSpPr/>
          <p:nvPr/>
        </p:nvGrpSpPr>
        <p:grpSpPr>
          <a:xfrm>
            <a:off x="9657612" y="3698231"/>
            <a:ext cx="721206" cy="609701"/>
            <a:chOff x="9657612" y="3698231"/>
            <a:chExt cx="721206" cy="609701"/>
          </a:xfrm>
        </p:grpSpPr>
        <p:sp>
          <p:nvSpPr>
            <p:cNvPr id="1402" name="Rectangle 1401">
              <a:hlinkHover r:id="" action="ppaction://noaction" highlightClick="1"/>
              <a:extLst>
                <a:ext uri="{FF2B5EF4-FFF2-40B4-BE49-F238E27FC236}">
                  <a16:creationId xmlns:a16="http://schemas.microsoft.com/office/drawing/2014/main" id="{48B3188F-F382-5D0C-7317-0D6A27892178}"/>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1403" name="Oval 1402">
              <a:extLst>
                <a:ext uri="{FF2B5EF4-FFF2-40B4-BE49-F238E27FC236}">
                  <a16:creationId xmlns:a16="http://schemas.microsoft.com/office/drawing/2014/main" id="{FFE85321-8CEC-9E0C-2697-C3E2CCC461DF}"/>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04" name="Isosceles Triangle 648">
              <a:extLst>
                <a:ext uri="{FF2B5EF4-FFF2-40B4-BE49-F238E27FC236}">
                  <a16:creationId xmlns:a16="http://schemas.microsoft.com/office/drawing/2014/main" id="{821107B5-CE7D-E3EE-041A-3DF7142BB3C2}"/>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05" name="Group 1404">
            <a:extLst>
              <a:ext uri="{FF2B5EF4-FFF2-40B4-BE49-F238E27FC236}">
                <a16:creationId xmlns:a16="http://schemas.microsoft.com/office/drawing/2014/main" id="{64ACDD8E-730B-80E7-DA0C-10E8755B49BF}"/>
              </a:ext>
            </a:extLst>
          </p:cNvPr>
          <p:cNvGrpSpPr/>
          <p:nvPr/>
        </p:nvGrpSpPr>
        <p:grpSpPr>
          <a:xfrm>
            <a:off x="10506928" y="3698227"/>
            <a:ext cx="721206" cy="609701"/>
            <a:chOff x="10506928" y="3698227"/>
            <a:chExt cx="721206" cy="609701"/>
          </a:xfrm>
        </p:grpSpPr>
        <p:sp>
          <p:nvSpPr>
            <p:cNvPr id="1406" name="Rectangle 1405">
              <a:hlinkHover r:id="" action="ppaction://noaction" highlightClick="1"/>
              <a:extLst>
                <a:ext uri="{FF2B5EF4-FFF2-40B4-BE49-F238E27FC236}">
                  <a16:creationId xmlns:a16="http://schemas.microsoft.com/office/drawing/2014/main" id="{34261872-DB2C-58FA-292D-C7D1E111927C}"/>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1407" name="Oval 1406">
              <a:extLst>
                <a:ext uri="{FF2B5EF4-FFF2-40B4-BE49-F238E27FC236}">
                  <a16:creationId xmlns:a16="http://schemas.microsoft.com/office/drawing/2014/main" id="{8D019943-5581-5A17-05FC-39C745707BCC}"/>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08" name="Isosceles Triangle 648">
              <a:extLst>
                <a:ext uri="{FF2B5EF4-FFF2-40B4-BE49-F238E27FC236}">
                  <a16:creationId xmlns:a16="http://schemas.microsoft.com/office/drawing/2014/main" id="{7EF76E9A-33D6-9473-999C-238C96790DBC}"/>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09" name="Group 1408">
            <a:extLst>
              <a:ext uri="{FF2B5EF4-FFF2-40B4-BE49-F238E27FC236}">
                <a16:creationId xmlns:a16="http://schemas.microsoft.com/office/drawing/2014/main" id="{4E4D87EF-C5C1-1917-A599-509FFA273832}"/>
              </a:ext>
            </a:extLst>
          </p:cNvPr>
          <p:cNvGrpSpPr/>
          <p:nvPr/>
        </p:nvGrpSpPr>
        <p:grpSpPr>
          <a:xfrm>
            <a:off x="8808417" y="5135710"/>
            <a:ext cx="721206" cy="609701"/>
            <a:chOff x="8808417" y="5135710"/>
            <a:chExt cx="721206" cy="609701"/>
          </a:xfrm>
        </p:grpSpPr>
        <p:sp>
          <p:nvSpPr>
            <p:cNvPr id="1410" name="Rectangle 1409">
              <a:hlinkHover r:id="" action="ppaction://noaction" highlightClick="1"/>
              <a:extLst>
                <a:ext uri="{FF2B5EF4-FFF2-40B4-BE49-F238E27FC236}">
                  <a16:creationId xmlns:a16="http://schemas.microsoft.com/office/drawing/2014/main" id="{68826CD9-03C7-49D0-8261-AF5684EEA04E}"/>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1411" name="Oval 1410">
              <a:extLst>
                <a:ext uri="{FF2B5EF4-FFF2-40B4-BE49-F238E27FC236}">
                  <a16:creationId xmlns:a16="http://schemas.microsoft.com/office/drawing/2014/main" id="{0488D2FA-6E85-C909-C8B9-FA4AB524E73D}"/>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12" name="Isosceles Triangle 648">
              <a:extLst>
                <a:ext uri="{FF2B5EF4-FFF2-40B4-BE49-F238E27FC236}">
                  <a16:creationId xmlns:a16="http://schemas.microsoft.com/office/drawing/2014/main" id="{F45BA309-A311-2C8B-9AF9-B97CBDFB3C35}"/>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27" name="Group 1426">
            <a:extLst>
              <a:ext uri="{FF2B5EF4-FFF2-40B4-BE49-F238E27FC236}">
                <a16:creationId xmlns:a16="http://schemas.microsoft.com/office/drawing/2014/main" id="{725FC987-9217-9653-8CC7-63FAB2867EFA}"/>
              </a:ext>
            </a:extLst>
          </p:cNvPr>
          <p:cNvGrpSpPr/>
          <p:nvPr/>
        </p:nvGrpSpPr>
        <p:grpSpPr>
          <a:xfrm>
            <a:off x="7957572" y="1532276"/>
            <a:ext cx="721206" cy="609701"/>
            <a:chOff x="7957572" y="1532276"/>
            <a:chExt cx="721206" cy="609701"/>
          </a:xfrm>
        </p:grpSpPr>
        <p:sp>
          <p:nvSpPr>
            <p:cNvPr id="1428" name="Rectangle 1427">
              <a:hlinkHover r:id="" action="ppaction://noaction" highlightClick="1"/>
              <a:extLst>
                <a:ext uri="{FF2B5EF4-FFF2-40B4-BE49-F238E27FC236}">
                  <a16:creationId xmlns:a16="http://schemas.microsoft.com/office/drawing/2014/main" id="{C68709C2-36E7-74F5-CEA9-86375515BBDF}"/>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1429" name="Rectangle 1428">
              <a:extLst>
                <a:ext uri="{FF2B5EF4-FFF2-40B4-BE49-F238E27FC236}">
                  <a16:creationId xmlns:a16="http://schemas.microsoft.com/office/drawing/2014/main" id="{611A07BF-3ECB-8233-A931-FCD92FC3E7AC}"/>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30" name="Oval 15">
              <a:extLst>
                <a:ext uri="{FF2B5EF4-FFF2-40B4-BE49-F238E27FC236}">
                  <a16:creationId xmlns:a16="http://schemas.microsoft.com/office/drawing/2014/main" id="{0A7ED571-831C-0CBD-C7F1-96AA0F3FE1B5}"/>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31" name="Straight Connector 1430">
              <a:extLst>
                <a:ext uri="{FF2B5EF4-FFF2-40B4-BE49-F238E27FC236}">
                  <a16:creationId xmlns:a16="http://schemas.microsoft.com/office/drawing/2014/main" id="{E7D9A00E-50C9-D054-2514-43428692D391}"/>
                </a:ext>
              </a:extLst>
            </p:cNvPr>
            <p:cNvCxnSpPr>
              <a:cxnSpLocks/>
              <a:stCxn id="1430"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32" name="Straight Connector 1431">
              <a:extLst>
                <a:ext uri="{FF2B5EF4-FFF2-40B4-BE49-F238E27FC236}">
                  <a16:creationId xmlns:a16="http://schemas.microsoft.com/office/drawing/2014/main" id="{E03EE1B3-C884-5CA7-883F-C844B37A22A5}"/>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67" name="Group 1466">
            <a:extLst>
              <a:ext uri="{FF2B5EF4-FFF2-40B4-BE49-F238E27FC236}">
                <a16:creationId xmlns:a16="http://schemas.microsoft.com/office/drawing/2014/main" id="{6D51B3BC-C1B1-C4B4-5518-104F15B8EC64}"/>
              </a:ext>
            </a:extLst>
          </p:cNvPr>
          <p:cNvGrpSpPr/>
          <p:nvPr/>
        </p:nvGrpSpPr>
        <p:grpSpPr>
          <a:xfrm>
            <a:off x="11356242" y="811556"/>
            <a:ext cx="721206" cy="609701"/>
            <a:chOff x="11356242" y="811556"/>
            <a:chExt cx="721206" cy="609701"/>
          </a:xfrm>
        </p:grpSpPr>
        <p:sp>
          <p:nvSpPr>
            <p:cNvPr id="1468" name="Rectangle 1467">
              <a:hlinkHover r:id="" action="ppaction://noaction" highlightClick="1"/>
              <a:extLst>
                <a:ext uri="{FF2B5EF4-FFF2-40B4-BE49-F238E27FC236}">
                  <a16:creationId xmlns:a16="http://schemas.microsoft.com/office/drawing/2014/main" id="{1D4E19D9-A4D5-FF90-5789-9F8D9BD3BEB9}"/>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1469" name="Oval 1468">
              <a:extLst>
                <a:ext uri="{FF2B5EF4-FFF2-40B4-BE49-F238E27FC236}">
                  <a16:creationId xmlns:a16="http://schemas.microsoft.com/office/drawing/2014/main" id="{24AC6564-FE34-A4D5-702E-359B7DFDD411}"/>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0" name="Isosceles Triangle 648">
              <a:extLst>
                <a:ext uri="{FF2B5EF4-FFF2-40B4-BE49-F238E27FC236}">
                  <a16:creationId xmlns:a16="http://schemas.microsoft.com/office/drawing/2014/main" id="{E5C40AA8-F58C-3740-7D3B-1031F9A61D7E}"/>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71" name="Group 1470">
            <a:extLst>
              <a:ext uri="{FF2B5EF4-FFF2-40B4-BE49-F238E27FC236}">
                <a16:creationId xmlns:a16="http://schemas.microsoft.com/office/drawing/2014/main" id="{91A7AAA6-0D4A-2CC8-29F1-222F7A879A17}"/>
              </a:ext>
            </a:extLst>
          </p:cNvPr>
          <p:cNvGrpSpPr/>
          <p:nvPr/>
        </p:nvGrpSpPr>
        <p:grpSpPr>
          <a:xfrm>
            <a:off x="8807249" y="811555"/>
            <a:ext cx="721206" cy="609701"/>
            <a:chOff x="8807249" y="811555"/>
            <a:chExt cx="721206" cy="609701"/>
          </a:xfrm>
        </p:grpSpPr>
        <p:sp>
          <p:nvSpPr>
            <p:cNvPr id="1472" name="Rectangle 1471">
              <a:hlinkHover r:id="" action="ppaction://noaction" highlightClick="1"/>
              <a:extLst>
                <a:ext uri="{FF2B5EF4-FFF2-40B4-BE49-F238E27FC236}">
                  <a16:creationId xmlns:a16="http://schemas.microsoft.com/office/drawing/2014/main" id="{BE5EB373-B81C-B301-2036-1354F2E2838F}"/>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1473" name="Diamond 1472">
              <a:extLst>
                <a:ext uri="{FF2B5EF4-FFF2-40B4-BE49-F238E27FC236}">
                  <a16:creationId xmlns:a16="http://schemas.microsoft.com/office/drawing/2014/main" id="{94EE2939-6FFF-E80A-74DB-C5CF39056E87}"/>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4" name="Oval 1473">
              <a:extLst>
                <a:ext uri="{FF2B5EF4-FFF2-40B4-BE49-F238E27FC236}">
                  <a16:creationId xmlns:a16="http://schemas.microsoft.com/office/drawing/2014/main" id="{850DFF90-510B-C29B-F498-094FFDB66149}"/>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75" name="Group 1474">
            <a:extLst>
              <a:ext uri="{FF2B5EF4-FFF2-40B4-BE49-F238E27FC236}">
                <a16:creationId xmlns:a16="http://schemas.microsoft.com/office/drawing/2014/main" id="{12002A72-8239-3A4A-1493-80782D571AB9}"/>
              </a:ext>
            </a:extLst>
          </p:cNvPr>
          <p:cNvGrpSpPr/>
          <p:nvPr/>
        </p:nvGrpSpPr>
        <p:grpSpPr>
          <a:xfrm>
            <a:off x="8808419" y="3705986"/>
            <a:ext cx="721206" cy="609701"/>
            <a:chOff x="8808419" y="3705986"/>
            <a:chExt cx="721206" cy="609701"/>
          </a:xfrm>
        </p:grpSpPr>
        <p:sp>
          <p:nvSpPr>
            <p:cNvPr id="1476" name="Rectangle 1475">
              <a:hlinkHover r:id="" action="ppaction://noaction" highlightClick="1"/>
              <a:extLst>
                <a:ext uri="{FF2B5EF4-FFF2-40B4-BE49-F238E27FC236}">
                  <a16:creationId xmlns:a16="http://schemas.microsoft.com/office/drawing/2014/main" id="{D26F55A6-C0C9-EEDF-3BDB-4D93E8C82263}"/>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1477" name="Oval 1476">
              <a:extLst>
                <a:ext uri="{FF2B5EF4-FFF2-40B4-BE49-F238E27FC236}">
                  <a16:creationId xmlns:a16="http://schemas.microsoft.com/office/drawing/2014/main" id="{7564E83D-91EF-4767-85E4-77F01EBCED78}"/>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8" name="Isosceles Triangle 648">
              <a:extLst>
                <a:ext uri="{FF2B5EF4-FFF2-40B4-BE49-F238E27FC236}">
                  <a16:creationId xmlns:a16="http://schemas.microsoft.com/office/drawing/2014/main" id="{1EFDC45B-8F7F-4080-7472-B165C585D4AF}"/>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79" name="Group 1478">
            <a:extLst>
              <a:ext uri="{FF2B5EF4-FFF2-40B4-BE49-F238E27FC236}">
                <a16:creationId xmlns:a16="http://schemas.microsoft.com/office/drawing/2014/main" id="{9490CAE0-5F9E-52CE-9AA2-C52028F21E80}"/>
              </a:ext>
            </a:extLst>
          </p:cNvPr>
          <p:cNvGrpSpPr/>
          <p:nvPr/>
        </p:nvGrpSpPr>
        <p:grpSpPr>
          <a:xfrm>
            <a:off x="431659" y="90836"/>
            <a:ext cx="721210" cy="609701"/>
            <a:chOff x="431659" y="90836"/>
            <a:chExt cx="721210" cy="609701"/>
          </a:xfrm>
        </p:grpSpPr>
        <p:sp>
          <p:nvSpPr>
            <p:cNvPr id="1480" name="Rectangle 1479">
              <a:extLst>
                <a:ext uri="{FF2B5EF4-FFF2-40B4-BE49-F238E27FC236}">
                  <a16:creationId xmlns:a16="http://schemas.microsoft.com/office/drawing/2014/main" id="{F164C996-FC52-1FAE-DEFB-E4147CFB5E39}"/>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1481" name="Rectangle 1480">
              <a:extLst>
                <a:ext uri="{FF2B5EF4-FFF2-40B4-BE49-F238E27FC236}">
                  <a16:creationId xmlns:a16="http://schemas.microsoft.com/office/drawing/2014/main" id="{A862C1EB-A402-E9BD-636C-8ED76D0D3932}"/>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82" name="Oval 15">
              <a:extLst>
                <a:ext uri="{FF2B5EF4-FFF2-40B4-BE49-F238E27FC236}">
                  <a16:creationId xmlns:a16="http://schemas.microsoft.com/office/drawing/2014/main" id="{B9CD38F2-7944-1BF9-6B32-3890881A598F}"/>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83" name="Straight Connector 1482">
              <a:extLst>
                <a:ext uri="{FF2B5EF4-FFF2-40B4-BE49-F238E27FC236}">
                  <a16:creationId xmlns:a16="http://schemas.microsoft.com/office/drawing/2014/main" id="{C3324597-1145-18E6-4F2B-FC7B7F3BC0B0}"/>
                </a:ext>
              </a:extLst>
            </p:cNvPr>
            <p:cNvCxnSpPr>
              <a:cxnSpLocks/>
              <a:stCxn id="1482"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484" name="Straight Connector 1483">
              <a:extLst>
                <a:ext uri="{FF2B5EF4-FFF2-40B4-BE49-F238E27FC236}">
                  <a16:creationId xmlns:a16="http://schemas.microsoft.com/office/drawing/2014/main" id="{C55EA7EA-BB25-94E7-90FA-B0B67473BADA}"/>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85" name="Group 1484">
            <a:extLst>
              <a:ext uri="{FF2B5EF4-FFF2-40B4-BE49-F238E27FC236}">
                <a16:creationId xmlns:a16="http://schemas.microsoft.com/office/drawing/2014/main" id="{44B528FD-23D9-2E4C-ACE2-F3A4033B4F4D}"/>
              </a:ext>
            </a:extLst>
          </p:cNvPr>
          <p:cNvGrpSpPr/>
          <p:nvPr/>
        </p:nvGrpSpPr>
        <p:grpSpPr>
          <a:xfrm>
            <a:off x="1267282" y="90836"/>
            <a:ext cx="721206" cy="609701"/>
            <a:chOff x="1267282" y="90836"/>
            <a:chExt cx="721206" cy="609701"/>
          </a:xfrm>
        </p:grpSpPr>
        <p:sp>
          <p:nvSpPr>
            <p:cNvPr id="1486" name="Rectangle 1485">
              <a:extLst>
                <a:ext uri="{FF2B5EF4-FFF2-40B4-BE49-F238E27FC236}">
                  <a16:creationId xmlns:a16="http://schemas.microsoft.com/office/drawing/2014/main" id="{3354B63A-D3ED-1CDB-FAE0-6295A075F44F}"/>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1487" name="Rectangle 1486">
              <a:extLst>
                <a:ext uri="{FF2B5EF4-FFF2-40B4-BE49-F238E27FC236}">
                  <a16:creationId xmlns:a16="http://schemas.microsoft.com/office/drawing/2014/main" id="{2CFF2BE0-F2F9-984B-9E25-A04285FF4D04}"/>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88" name="Oval 15">
              <a:extLst>
                <a:ext uri="{FF2B5EF4-FFF2-40B4-BE49-F238E27FC236}">
                  <a16:creationId xmlns:a16="http://schemas.microsoft.com/office/drawing/2014/main" id="{2490D555-795A-591C-7CFE-3C5EE4CDD539}"/>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89" name="Straight Connector 1488">
              <a:extLst>
                <a:ext uri="{FF2B5EF4-FFF2-40B4-BE49-F238E27FC236}">
                  <a16:creationId xmlns:a16="http://schemas.microsoft.com/office/drawing/2014/main" id="{6DF3C05D-B215-9F21-08E9-A022C74CF441}"/>
                </a:ext>
              </a:extLst>
            </p:cNvPr>
            <p:cNvCxnSpPr>
              <a:cxnSpLocks/>
              <a:stCxn id="1488"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490" name="Straight Connector 1489">
              <a:extLst>
                <a:ext uri="{FF2B5EF4-FFF2-40B4-BE49-F238E27FC236}">
                  <a16:creationId xmlns:a16="http://schemas.microsoft.com/office/drawing/2014/main" id="{159A4CC4-AF97-842E-C3CF-D5BBAB47B65A}"/>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91" name="Group 1490">
            <a:extLst>
              <a:ext uri="{FF2B5EF4-FFF2-40B4-BE49-F238E27FC236}">
                <a16:creationId xmlns:a16="http://schemas.microsoft.com/office/drawing/2014/main" id="{EC4ACC69-368A-6362-0F11-B8AEE7AA479E}"/>
              </a:ext>
            </a:extLst>
          </p:cNvPr>
          <p:cNvGrpSpPr/>
          <p:nvPr/>
        </p:nvGrpSpPr>
        <p:grpSpPr>
          <a:xfrm>
            <a:off x="2102907" y="90836"/>
            <a:ext cx="721206" cy="609701"/>
            <a:chOff x="2102907" y="90836"/>
            <a:chExt cx="721206" cy="609701"/>
          </a:xfrm>
        </p:grpSpPr>
        <p:sp>
          <p:nvSpPr>
            <p:cNvPr id="1492" name="Rectangle 1491">
              <a:extLst>
                <a:ext uri="{FF2B5EF4-FFF2-40B4-BE49-F238E27FC236}">
                  <a16:creationId xmlns:a16="http://schemas.microsoft.com/office/drawing/2014/main" id="{57F367C8-F4BB-26F9-5FD2-FA2553604D33}"/>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1493" name="Rectangle 1492">
              <a:extLst>
                <a:ext uri="{FF2B5EF4-FFF2-40B4-BE49-F238E27FC236}">
                  <a16:creationId xmlns:a16="http://schemas.microsoft.com/office/drawing/2014/main" id="{DB6A2181-88DA-D8CF-9DBD-6C84D559C0A1}"/>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94" name="Oval 15">
              <a:extLst>
                <a:ext uri="{FF2B5EF4-FFF2-40B4-BE49-F238E27FC236}">
                  <a16:creationId xmlns:a16="http://schemas.microsoft.com/office/drawing/2014/main" id="{43BFB378-5C3C-04AA-F9ED-F229ACE0515E}"/>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95" name="Straight Connector 1494">
              <a:extLst>
                <a:ext uri="{FF2B5EF4-FFF2-40B4-BE49-F238E27FC236}">
                  <a16:creationId xmlns:a16="http://schemas.microsoft.com/office/drawing/2014/main" id="{AEF0466C-98D8-092B-3B1B-A13DE8BCE4CD}"/>
                </a:ext>
              </a:extLst>
            </p:cNvPr>
            <p:cNvCxnSpPr>
              <a:cxnSpLocks/>
              <a:stCxn id="1494"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496" name="Straight Connector 1495">
              <a:extLst>
                <a:ext uri="{FF2B5EF4-FFF2-40B4-BE49-F238E27FC236}">
                  <a16:creationId xmlns:a16="http://schemas.microsoft.com/office/drawing/2014/main" id="{02E9212C-A2EC-ED4A-25B6-967DEDE2348C}"/>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97" name="Group 1496">
            <a:extLst>
              <a:ext uri="{FF2B5EF4-FFF2-40B4-BE49-F238E27FC236}">
                <a16:creationId xmlns:a16="http://schemas.microsoft.com/office/drawing/2014/main" id="{FDA83EFE-E44A-258B-7AB2-688377C43A66}"/>
              </a:ext>
            </a:extLst>
          </p:cNvPr>
          <p:cNvGrpSpPr/>
          <p:nvPr/>
        </p:nvGrpSpPr>
        <p:grpSpPr>
          <a:xfrm>
            <a:off x="1269626" y="4419615"/>
            <a:ext cx="721206" cy="609701"/>
            <a:chOff x="1269626" y="4419615"/>
            <a:chExt cx="721206" cy="609701"/>
          </a:xfrm>
        </p:grpSpPr>
        <p:sp>
          <p:nvSpPr>
            <p:cNvPr id="1498" name="Rectangle 1497">
              <a:extLst>
                <a:ext uri="{FF2B5EF4-FFF2-40B4-BE49-F238E27FC236}">
                  <a16:creationId xmlns:a16="http://schemas.microsoft.com/office/drawing/2014/main" id="{AA05401B-7E9F-2136-3313-FEDE9A4BB487}"/>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1499" name="Cylinder 1498">
              <a:extLst>
                <a:ext uri="{FF2B5EF4-FFF2-40B4-BE49-F238E27FC236}">
                  <a16:creationId xmlns:a16="http://schemas.microsoft.com/office/drawing/2014/main" id="{60D76A79-B441-849D-E7BA-D2C5E8657FD8}"/>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00" name="Group 1499">
            <a:extLst>
              <a:ext uri="{FF2B5EF4-FFF2-40B4-BE49-F238E27FC236}">
                <a16:creationId xmlns:a16="http://schemas.microsoft.com/office/drawing/2014/main" id="{16AF0B98-52B3-3632-AD4D-2C04F7B2C2EA}"/>
              </a:ext>
            </a:extLst>
          </p:cNvPr>
          <p:cNvGrpSpPr/>
          <p:nvPr/>
        </p:nvGrpSpPr>
        <p:grpSpPr>
          <a:xfrm>
            <a:off x="432841" y="4419615"/>
            <a:ext cx="721206" cy="609701"/>
            <a:chOff x="432841" y="4419615"/>
            <a:chExt cx="721206" cy="609701"/>
          </a:xfrm>
        </p:grpSpPr>
        <p:sp>
          <p:nvSpPr>
            <p:cNvPr id="1501" name="Rectangle 1500">
              <a:extLst>
                <a:ext uri="{FF2B5EF4-FFF2-40B4-BE49-F238E27FC236}">
                  <a16:creationId xmlns:a16="http://schemas.microsoft.com/office/drawing/2014/main" id="{30781E68-BD51-703B-8A6D-85D2876F799B}"/>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1502" name="Cylinder 1501">
              <a:extLst>
                <a:ext uri="{FF2B5EF4-FFF2-40B4-BE49-F238E27FC236}">
                  <a16:creationId xmlns:a16="http://schemas.microsoft.com/office/drawing/2014/main" id="{CF369A5A-4C84-DF10-133D-EF89688F3824}"/>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03" name="Group 1502">
            <a:extLst>
              <a:ext uri="{FF2B5EF4-FFF2-40B4-BE49-F238E27FC236}">
                <a16:creationId xmlns:a16="http://schemas.microsoft.com/office/drawing/2014/main" id="{E370D010-A391-E98F-89C3-64F88F88007A}"/>
              </a:ext>
            </a:extLst>
          </p:cNvPr>
          <p:cNvGrpSpPr/>
          <p:nvPr/>
        </p:nvGrpSpPr>
        <p:grpSpPr>
          <a:xfrm>
            <a:off x="1268467" y="5141008"/>
            <a:ext cx="721206" cy="609701"/>
            <a:chOff x="1268467" y="5141008"/>
            <a:chExt cx="721206" cy="609701"/>
          </a:xfrm>
        </p:grpSpPr>
        <p:sp>
          <p:nvSpPr>
            <p:cNvPr id="1504" name="Rectangle 1503">
              <a:extLst>
                <a:ext uri="{FF2B5EF4-FFF2-40B4-BE49-F238E27FC236}">
                  <a16:creationId xmlns:a16="http://schemas.microsoft.com/office/drawing/2014/main" id="{D0F5F8F7-2A60-7292-BF8C-93E7CBCAF1A1}"/>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1505" name="Cylinder 1504">
              <a:extLst>
                <a:ext uri="{FF2B5EF4-FFF2-40B4-BE49-F238E27FC236}">
                  <a16:creationId xmlns:a16="http://schemas.microsoft.com/office/drawing/2014/main" id="{6385A72D-7990-E2FD-222C-D48A97C7E7BC}"/>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06" name="Group 1505">
            <a:extLst>
              <a:ext uri="{FF2B5EF4-FFF2-40B4-BE49-F238E27FC236}">
                <a16:creationId xmlns:a16="http://schemas.microsoft.com/office/drawing/2014/main" id="{7FD97942-BD91-5C0E-DDBB-B27D2403B965}"/>
              </a:ext>
            </a:extLst>
          </p:cNvPr>
          <p:cNvGrpSpPr/>
          <p:nvPr/>
        </p:nvGrpSpPr>
        <p:grpSpPr>
          <a:xfrm>
            <a:off x="431297" y="5141008"/>
            <a:ext cx="721206" cy="609701"/>
            <a:chOff x="431297" y="5141008"/>
            <a:chExt cx="721206" cy="609701"/>
          </a:xfrm>
        </p:grpSpPr>
        <p:sp>
          <p:nvSpPr>
            <p:cNvPr id="1507" name="Rectangle 1506">
              <a:extLst>
                <a:ext uri="{FF2B5EF4-FFF2-40B4-BE49-F238E27FC236}">
                  <a16:creationId xmlns:a16="http://schemas.microsoft.com/office/drawing/2014/main" id="{1528A44B-3426-7E74-8C00-8A59868F7405}"/>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1508" name="Cylinder 1507">
              <a:extLst>
                <a:ext uri="{FF2B5EF4-FFF2-40B4-BE49-F238E27FC236}">
                  <a16:creationId xmlns:a16="http://schemas.microsoft.com/office/drawing/2014/main" id="{66D8E051-0ED3-6F5B-9C01-A011B8729786}"/>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09" name="Group 1508">
            <a:extLst>
              <a:ext uri="{FF2B5EF4-FFF2-40B4-BE49-F238E27FC236}">
                <a16:creationId xmlns:a16="http://schemas.microsoft.com/office/drawing/2014/main" id="{967238D7-0C96-0993-F2B5-AFABEA7F1979}"/>
              </a:ext>
            </a:extLst>
          </p:cNvPr>
          <p:cNvGrpSpPr/>
          <p:nvPr/>
        </p:nvGrpSpPr>
        <p:grpSpPr>
          <a:xfrm>
            <a:off x="431660" y="3698226"/>
            <a:ext cx="721206" cy="609701"/>
            <a:chOff x="431660" y="3698226"/>
            <a:chExt cx="721206" cy="609701"/>
          </a:xfrm>
        </p:grpSpPr>
        <p:sp>
          <p:nvSpPr>
            <p:cNvPr id="1510" name="Rectangle 1509">
              <a:extLst>
                <a:ext uri="{FF2B5EF4-FFF2-40B4-BE49-F238E27FC236}">
                  <a16:creationId xmlns:a16="http://schemas.microsoft.com/office/drawing/2014/main" id="{C5FFBC11-41EC-8308-E5F5-A712E3120EDC}"/>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1511" name="Right Triangle 1510">
              <a:extLst>
                <a:ext uri="{FF2B5EF4-FFF2-40B4-BE49-F238E27FC236}">
                  <a16:creationId xmlns:a16="http://schemas.microsoft.com/office/drawing/2014/main" id="{86C0B587-01FB-1486-5721-FF2C39E6C0D5}"/>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512" name="Group 1511">
              <a:extLst>
                <a:ext uri="{FF2B5EF4-FFF2-40B4-BE49-F238E27FC236}">
                  <a16:creationId xmlns:a16="http://schemas.microsoft.com/office/drawing/2014/main" id="{92574806-1EC3-11A1-EA65-6BB60888FA24}"/>
                </a:ext>
              </a:extLst>
            </p:cNvPr>
            <p:cNvGrpSpPr/>
            <p:nvPr/>
          </p:nvGrpSpPr>
          <p:grpSpPr>
            <a:xfrm>
              <a:off x="1102253" y="3706270"/>
              <a:ext cx="37817" cy="61390"/>
              <a:chOff x="3883481" y="2057400"/>
              <a:chExt cx="1608363" cy="2652031"/>
            </a:xfrm>
            <a:solidFill>
              <a:srgbClr val="A6A6A6">
                <a:alpha val="20000"/>
              </a:srgbClr>
            </a:solidFill>
          </p:grpSpPr>
          <p:sp>
            <p:nvSpPr>
              <p:cNvPr id="1513" name="Oval 27">
                <a:extLst>
                  <a:ext uri="{FF2B5EF4-FFF2-40B4-BE49-F238E27FC236}">
                    <a16:creationId xmlns:a16="http://schemas.microsoft.com/office/drawing/2014/main" id="{8F1EC4BF-AE34-2D79-8B37-5C282C508EF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14" name="Oval 28">
                <a:extLst>
                  <a:ext uri="{FF2B5EF4-FFF2-40B4-BE49-F238E27FC236}">
                    <a16:creationId xmlns:a16="http://schemas.microsoft.com/office/drawing/2014/main" id="{D5A48E4D-ED23-031A-0780-842BB30AB25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15" name="Group 1514">
            <a:extLst>
              <a:ext uri="{FF2B5EF4-FFF2-40B4-BE49-F238E27FC236}">
                <a16:creationId xmlns:a16="http://schemas.microsoft.com/office/drawing/2014/main" id="{0F4D7116-08B9-C5A0-542E-A02742A559F8}"/>
              </a:ext>
            </a:extLst>
          </p:cNvPr>
          <p:cNvGrpSpPr/>
          <p:nvPr/>
        </p:nvGrpSpPr>
        <p:grpSpPr>
          <a:xfrm>
            <a:off x="2942399" y="3698227"/>
            <a:ext cx="721206" cy="609701"/>
            <a:chOff x="2942399" y="3698227"/>
            <a:chExt cx="721206" cy="609701"/>
          </a:xfrm>
        </p:grpSpPr>
        <p:sp>
          <p:nvSpPr>
            <p:cNvPr id="1516" name="Rectangle 1515">
              <a:extLst>
                <a:ext uri="{FF2B5EF4-FFF2-40B4-BE49-F238E27FC236}">
                  <a16:creationId xmlns:a16="http://schemas.microsoft.com/office/drawing/2014/main" id="{842066F0-E2E0-8B1A-F73A-C7A22B8306D9}"/>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1517" name="Right Triangle 1516">
              <a:extLst>
                <a:ext uri="{FF2B5EF4-FFF2-40B4-BE49-F238E27FC236}">
                  <a16:creationId xmlns:a16="http://schemas.microsoft.com/office/drawing/2014/main" id="{0CBAF8CA-168E-6764-AD20-1E344A3025C5}"/>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518" name="Group 1517">
              <a:extLst>
                <a:ext uri="{FF2B5EF4-FFF2-40B4-BE49-F238E27FC236}">
                  <a16:creationId xmlns:a16="http://schemas.microsoft.com/office/drawing/2014/main" id="{0D184237-8A1D-C5FC-5117-2CEE644F317C}"/>
                </a:ext>
              </a:extLst>
            </p:cNvPr>
            <p:cNvGrpSpPr/>
            <p:nvPr/>
          </p:nvGrpSpPr>
          <p:grpSpPr>
            <a:xfrm>
              <a:off x="3607767" y="3713057"/>
              <a:ext cx="37817" cy="61390"/>
              <a:chOff x="3883481" y="2057400"/>
              <a:chExt cx="1608363" cy="2652031"/>
            </a:xfrm>
            <a:solidFill>
              <a:srgbClr val="A6A6A6">
                <a:alpha val="20000"/>
              </a:srgbClr>
            </a:solidFill>
          </p:grpSpPr>
          <p:sp>
            <p:nvSpPr>
              <p:cNvPr id="1519" name="Oval 27">
                <a:extLst>
                  <a:ext uri="{FF2B5EF4-FFF2-40B4-BE49-F238E27FC236}">
                    <a16:creationId xmlns:a16="http://schemas.microsoft.com/office/drawing/2014/main" id="{27AA77B3-71B8-A5BC-519F-718C8DC35BE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20" name="Oval 28">
                <a:extLst>
                  <a:ext uri="{FF2B5EF4-FFF2-40B4-BE49-F238E27FC236}">
                    <a16:creationId xmlns:a16="http://schemas.microsoft.com/office/drawing/2014/main" id="{C7B47FEB-AC78-1DBD-2C84-8912777BBA5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37" name="Group 1536">
            <a:extLst>
              <a:ext uri="{FF2B5EF4-FFF2-40B4-BE49-F238E27FC236}">
                <a16:creationId xmlns:a16="http://schemas.microsoft.com/office/drawing/2014/main" id="{DF6DC09F-4DB2-C748-0CFB-AAF407A1A37D}"/>
              </a:ext>
            </a:extLst>
          </p:cNvPr>
          <p:cNvGrpSpPr/>
          <p:nvPr/>
        </p:nvGrpSpPr>
        <p:grpSpPr>
          <a:xfrm>
            <a:off x="2105710" y="3698208"/>
            <a:ext cx="721206" cy="610396"/>
            <a:chOff x="2105710" y="3698208"/>
            <a:chExt cx="721206" cy="610396"/>
          </a:xfrm>
        </p:grpSpPr>
        <p:sp>
          <p:nvSpPr>
            <p:cNvPr id="1538" name="Rectangle 1537">
              <a:extLst>
                <a:ext uri="{FF2B5EF4-FFF2-40B4-BE49-F238E27FC236}">
                  <a16:creationId xmlns:a16="http://schemas.microsoft.com/office/drawing/2014/main" id="{9D3767B7-524F-D4E7-4D63-6B9A1ADF7945}"/>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1539" name="Right Triangle 1538">
              <a:extLst>
                <a:ext uri="{FF2B5EF4-FFF2-40B4-BE49-F238E27FC236}">
                  <a16:creationId xmlns:a16="http://schemas.microsoft.com/office/drawing/2014/main" id="{37ECE989-287F-25D3-9D16-DE1D881D19E7}"/>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540" name="Group 1539">
              <a:extLst>
                <a:ext uri="{FF2B5EF4-FFF2-40B4-BE49-F238E27FC236}">
                  <a16:creationId xmlns:a16="http://schemas.microsoft.com/office/drawing/2014/main" id="{73752120-DE4F-CD08-BE52-117E3F244780}"/>
                </a:ext>
              </a:extLst>
            </p:cNvPr>
            <p:cNvGrpSpPr/>
            <p:nvPr/>
          </p:nvGrpSpPr>
          <p:grpSpPr>
            <a:xfrm>
              <a:off x="2776303" y="3704306"/>
              <a:ext cx="37817" cy="61390"/>
              <a:chOff x="3883481" y="2057400"/>
              <a:chExt cx="1608363" cy="2652031"/>
            </a:xfrm>
            <a:solidFill>
              <a:srgbClr val="A6A6A6">
                <a:alpha val="20000"/>
              </a:srgbClr>
            </a:solidFill>
          </p:grpSpPr>
          <p:sp>
            <p:nvSpPr>
              <p:cNvPr id="1541" name="Oval 27">
                <a:extLst>
                  <a:ext uri="{FF2B5EF4-FFF2-40B4-BE49-F238E27FC236}">
                    <a16:creationId xmlns:a16="http://schemas.microsoft.com/office/drawing/2014/main" id="{3FC7E4D0-8A91-0247-3AB3-07CDD81082D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42" name="Oval 28">
                <a:extLst>
                  <a:ext uri="{FF2B5EF4-FFF2-40B4-BE49-F238E27FC236}">
                    <a16:creationId xmlns:a16="http://schemas.microsoft.com/office/drawing/2014/main" id="{82650C47-4870-43CC-F604-1BBB3D099C3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49" name="Group 1548">
            <a:extLst>
              <a:ext uri="{FF2B5EF4-FFF2-40B4-BE49-F238E27FC236}">
                <a16:creationId xmlns:a16="http://schemas.microsoft.com/office/drawing/2014/main" id="{C6D46CDD-0BF2-F771-16EC-B35840018ACB}"/>
              </a:ext>
            </a:extLst>
          </p:cNvPr>
          <p:cNvGrpSpPr/>
          <p:nvPr/>
        </p:nvGrpSpPr>
        <p:grpSpPr>
          <a:xfrm>
            <a:off x="1268843" y="2253332"/>
            <a:ext cx="721206" cy="609701"/>
            <a:chOff x="1268843" y="2253332"/>
            <a:chExt cx="721206" cy="609701"/>
          </a:xfrm>
        </p:grpSpPr>
        <p:sp>
          <p:nvSpPr>
            <p:cNvPr id="1550" name="Rectangle 1549">
              <a:extLst>
                <a:ext uri="{FF2B5EF4-FFF2-40B4-BE49-F238E27FC236}">
                  <a16:creationId xmlns:a16="http://schemas.microsoft.com/office/drawing/2014/main" id="{88B1B991-3252-9973-D8D6-472ED2C692DF}"/>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1551" name="Right Triangle 1550">
              <a:extLst>
                <a:ext uri="{FF2B5EF4-FFF2-40B4-BE49-F238E27FC236}">
                  <a16:creationId xmlns:a16="http://schemas.microsoft.com/office/drawing/2014/main" id="{DE5B63B5-546B-CA60-9B06-72DB52A18FE9}"/>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552" name="Group 1551">
              <a:extLst>
                <a:ext uri="{FF2B5EF4-FFF2-40B4-BE49-F238E27FC236}">
                  <a16:creationId xmlns:a16="http://schemas.microsoft.com/office/drawing/2014/main" id="{9201E8D4-660B-DA25-4FE7-9D67E616C210}"/>
                </a:ext>
              </a:extLst>
            </p:cNvPr>
            <p:cNvGrpSpPr/>
            <p:nvPr/>
          </p:nvGrpSpPr>
          <p:grpSpPr>
            <a:xfrm>
              <a:off x="1939436" y="2265731"/>
              <a:ext cx="37817" cy="61390"/>
              <a:chOff x="3883481" y="2057400"/>
              <a:chExt cx="1608363" cy="2652031"/>
            </a:xfrm>
            <a:solidFill>
              <a:srgbClr val="A6A6A6">
                <a:alpha val="20000"/>
              </a:srgbClr>
            </a:solidFill>
          </p:grpSpPr>
          <p:sp>
            <p:nvSpPr>
              <p:cNvPr id="1553" name="Oval 27">
                <a:extLst>
                  <a:ext uri="{FF2B5EF4-FFF2-40B4-BE49-F238E27FC236}">
                    <a16:creationId xmlns:a16="http://schemas.microsoft.com/office/drawing/2014/main" id="{5605BFB2-995C-C280-71CB-6CA0EF8F130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54" name="Oval 28">
                <a:extLst>
                  <a:ext uri="{FF2B5EF4-FFF2-40B4-BE49-F238E27FC236}">
                    <a16:creationId xmlns:a16="http://schemas.microsoft.com/office/drawing/2014/main" id="{2EE1BEAC-A23A-4C8F-884C-4180AE11F38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55" name="Group 1554">
            <a:extLst>
              <a:ext uri="{FF2B5EF4-FFF2-40B4-BE49-F238E27FC236}">
                <a16:creationId xmlns:a16="http://schemas.microsoft.com/office/drawing/2014/main" id="{31D9EB88-6E53-1C4F-FC48-280527405090}"/>
              </a:ext>
            </a:extLst>
          </p:cNvPr>
          <p:cNvGrpSpPr/>
          <p:nvPr/>
        </p:nvGrpSpPr>
        <p:grpSpPr>
          <a:xfrm>
            <a:off x="2105351" y="2253333"/>
            <a:ext cx="721206" cy="609701"/>
            <a:chOff x="2105351" y="2253333"/>
            <a:chExt cx="721206" cy="609701"/>
          </a:xfrm>
        </p:grpSpPr>
        <p:sp>
          <p:nvSpPr>
            <p:cNvPr id="1556" name="Rectangle 1555">
              <a:extLst>
                <a:ext uri="{FF2B5EF4-FFF2-40B4-BE49-F238E27FC236}">
                  <a16:creationId xmlns:a16="http://schemas.microsoft.com/office/drawing/2014/main" id="{FF64D998-8E43-0EB7-1B81-790A8DB4F2B2}"/>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1557" name="Right Triangle 1556">
              <a:extLst>
                <a:ext uri="{FF2B5EF4-FFF2-40B4-BE49-F238E27FC236}">
                  <a16:creationId xmlns:a16="http://schemas.microsoft.com/office/drawing/2014/main" id="{9876A5DF-3856-7AD8-1B26-A0088377D642}"/>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558" name="Group 1557">
              <a:extLst>
                <a:ext uri="{FF2B5EF4-FFF2-40B4-BE49-F238E27FC236}">
                  <a16:creationId xmlns:a16="http://schemas.microsoft.com/office/drawing/2014/main" id="{11B7ACFD-8502-D22E-7E6A-1ACD150865E3}"/>
                </a:ext>
              </a:extLst>
            </p:cNvPr>
            <p:cNvGrpSpPr/>
            <p:nvPr/>
          </p:nvGrpSpPr>
          <p:grpSpPr>
            <a:xfrm>
              <a:off x="2771408" y="2265591"/>
              <a:ext cx="37817" cy="61390"/>
              <a:chOff x="3883481" y="2057400"/>
              <a:chExt cx="1608363" cy="2652031"/>
            </a:xfrm>
            <a:solidFill>
              <a:srgbClr val="A6A6A6">
                <a:alpha val="20000"/>
              </a:srgbClr>
            </a:solidFill>
          </p:grpSpPr>
          <p:sp>
            <p:nvSpPr>
              <p:cNvPr id="1559" name="Oval 27">
                <a:extLst>
                  <a:ext uri="{FF2B5EF4-FFF2-40B4-BE49-F238E27FC236}">
                    <a16:creationId xmlns:a16="http://schemas.microsoft.com/office/drawing/2014/main" id="{257934B6-CE32-AB88-6068-8F4789B8771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60" name="Oval 28">
                <a:extLst>
                  <a:ext uri="{FF2B5EF4-FFF2-40B4-BE49-F238E27FC236}">
                    <a16:creationId xmlns:a16="http://schemas.microsoft.com/office/drawing/2014/main" id="{26B1155D-32BD-1369-B9E3-248A2C306F2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61" name="Group 1560">
            <a:extLst>
              <a:ext uri="{FF2B5EF4-FFF2-40B4-BE49-F238E27FC236}">
                <a16:creationId xmlns:a16="http://schemas.microsoft.com/office/drawing/2014/main" id="{F90276B2-927E-99DD-CCA4-897E76BCD93F}"/>
              </a:ext>
            </a:extLst>
          </p:cNvPr>
          <p:cNvGrpSpPr/>
          <p:nvPr/>
        </p:nvGrpSpPr>
        <p:grpSpPr>
          <a:xfrm>
            <a:off x="2941860" y="2253333"/>
            <a:ext cx="721206" cy="609701"/>
            <a:chOff x="2941860" y="2253333"/>
            <a:chExt cx="721206" cy="609701"/>
          </a:xfrm>
        </p:grpSpPr>
        <p:sp>
          <p:nvSpPr>
            <p:cNvPr id="1562" name="Rectangle 1561">
              <a:extLst>
                <a:ext uri="{FF2B5EF4-FFF2-40B4-BE49-F238E27FC236}">
                  <a16:creationId xmlns:a16="http://schemas.microsoft.com/office/drawing/2014/main" id="{AA2F8820-5A6A-6281-CADD-C38C36A197FF}"/>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1563" name="Right Triangle 1562">
              <a:extLst>
                <a:ext uri="{FF2B5EF4-FFF2-40B4-BE49-F238E27FC236}">
                  <a16:creationId xmlns:a16="http://schemas.microsoft.com/office/drawing/2014/main" id="{77277BAF-7784-9DDB-1A3A-D090469C0134}"/>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564" name="Group 1563">
              <a:extLst>
                <a:ext uri="{FF2B5EF4-FFF2-40B4-BE49-F238E27FC236}">
                  <a16:creationId xmlns:a16="http://schemas.microsoft.com/office/drawing/2014/main" id="{B0A847F0-FA93-8272-35CE-8E2EEB06A503}"/>
                </a:ext>
              </a:extLst>
            </p:cNvPr>
            <p:cNvGrpSpPr/>
            <p:nvPr/>
          </p:nvGrpSpPr>
          <p:grpSpPr>
            <a:xfrm>
              <a:off x="3611250" y="2264969"/>
              <a:ext cx="37817" cy="61390"/>
              <a:chOff x="3883481" y="2057400"/>
              <a:chExt cx="1608363" cy="2652031"/>
            </a:xfrm>
            <a:solidFill>
              <a:srgbClr val="A6A6A6">
                <a:alpha val="20000"/>
              </a:srgbClr>
            </a:solidFill>
          </p:grpSpPr>
          <p:sp>
            <p:nvSpPr>
              <p:cNvPr id="1565" name="Oval 27">
                <a:extLst>
                  <a:ext uri="{FF2B5EF4-FFF2-40B4-BE49-F238E27FC236}">
                    <a16:creationId xmlns:a16="http://schemas.microsoft.com/office/drawing/2014/main" id="{B935D4C2-4C21-6B67-9AA6-D3424099508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66" name="Oval 28">
                <a:extLst>
                  <a:ext uri="{FF2B5EF4-FFF2-40B4-BE49-F238E27FC236}">
                    <a16:creationId xmlns:a16="http://schemas.microsoft.com/office/drawing/2014/main" id="{50BBAB04-4A6B-EF82-BC51-6D414587EA4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67" name="Group 1566">
            <a:extLst>
              <a:ext uri="{FF2B5EF4-FFF2-40B4-BE49-F238E27FC236}">
                <a16:creationId xmlns:a16="http://schemas.microsoft.com/office/drawing/2014/main" id="{78C0E0F2-B6E5-F242-8621-EE71052F51A0}"/>
              </a:ext>
            </a:extLst>
          </p:cNvPr>
          <p:cNvGrpSpPr/>
          <p:nvPr/>
        </p:nvGrpSpPr>
        <p:grpSpPr>
          <a:xfrm>
            <a:off x="4614876" y="2253332"/>
            <a:ext cx="721206" cy="609701"/>
            <a:chOff x="4614876" y="2253332"/>
            <a:chExt cx="721206" cy="609701"/>
          </a:xfrm>
        </p:grpSpPr>
        <p:sp>
          <p:nvSpPr>
            <p:cNvPr id="1568" name="Rectangle 1567">
              <a:extLst>
                <a:ext uri="{FF2B5EF4-FFF2-40B4-BE49-F238E27FC236}">
                  <a16:creationId xmlns:a16="http://schemas.microsoft.com/office/drawing/2014/main" id="{713B3ED6-FCB8-5DF6-9792-B6629D13E97D}"/>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1569" name="Right Triangle 1568">
              <a:extLst>
                <a:ext uri="{FF2B5EF4-FFF2-40B4-BE49-F238E27FC236}">
                  <a16:creationId xmlns:a16="http://schemas.microsoft.com/office/drawing/2014/main" id="{0FF48894-4B60-9931-F694-549D259BAD44}"/>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570" name="Group 1569">
              <a:extLst>
                <a:ext uri="{FF2B5EF4-FFF2-40B4-BE49-F238E27FC236}">
                  <a16:creationId xmlns:a16="http://schemas.microsoft.com/office/drawing/2014/main" id="{69AB495E-80CB-E195-35E4-728A4C7AED37}"/>
                </a:ext>
              </a:extLst>
            </p:cNvPr>
            <p:cNvGrpSpPr/>
            <p:nvPr/>
          </p:nvGrpSpPr>
          <p:grpSpPr>
            <a:xfrm>
              <a:off x="5280738" y="2264779"/>
              <a:ext cx="37817" cy="61390"/>
              <a:chOff x="3883481" y="2057400"/>
              <a:chExt cx="1608363" cy="2652031"/>
            </a:xfrm>
            <a:solidFill>
              <a:srgbClr val="A6A6A6">
                <a:alpha val="20000"/>
              </a:srgbClr>
            </a:solidFill>
          </p:grpSpPr>
          <p:sp>
            <p:nvSpPr>
              <p:cNvPr id="1571" name="Oval 27">
                <a:extLst>
                  <a:ext uri="{FF2B5EF4-FFF2-40B4-BE49-F238E27FC236}">
                    <a16:creationId xmlns:a16="http://schemas.microsoft.com/office/drawing/2014/main" id="{B3B7D907-960C-5C99-5AB6-A7C03D3FFC9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72" name="Oval 28">
                <a:extLst>
                  <a:ext uri="{FF2B5EF4-FFF2-40B4-BE49-F238E27FC236}">
                    <a16:creationId xmlns:a16="http://schemas.microsoft.com/office/drawing/2014/main" id="{97418476-3804-71A9-4EC0-F16B7714B62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85" name="Group 1584">
            <a:extLst>
              <a:ext uri="{FF2B5EF4-FFF2-40B4-BE49-F238E27FC236}">
                <a16:creationId xmlns:a16="http://schemas.microsoft.com/office/drawing/2014/main" id="{C3D90995-845F-7A23-4B8C-A8484D79B2F2}"/>
              </a:ext>
            </a:extLst>
          </p:cNvPr>
          <p:cNvGrpSpPr/>
          <p:nvPr/>
        </p:nvGrpSpPr>
        <p:grpSpPr>
          <a:xfrm>
            <a:off x="431659" y="2253337"/>
            <a:ext cx="721895" cy="609700"/>
            <a:chOff x="431659" y="2253337"/>
            <a:chExt cx="721895" cy="609700"/>
          </a:xfrm>
        </p:grpSpPr>
        <p:sp>
          <p:nvSpPr>
            <p:cNvPr id="1586" name="Rectangle 1585">
              <a:hlinkHover r:id="" action="ppaction://noaction" highlightClick="1"/>
              <a:extLst>
                <a:ext uri="{FF2B5EF4-FFF2-40B4-BE49-F238E27FC236}">
                  <a16:creationId xmlns:a16="http://schemas.microsoft.com/office/drawing/2014/main" id="{DEDF8D3E-7AA2-12B0-B0BD-DD346C49474B}"/>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1587" name="Diamond 1586">
              <a:extLst>
                <a:ext uri="{FF2B5EF4-FFF2-40B4-BE49-F238E27FC236}">
                  <a16:creationId xmlns:a16="http://schemas.microsoft.com/office/drawing/2014/main" id="{3919733E-FFB4-3FB5-994E-135838F1B5EB}"/>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8" name="Oval 1587">
              <a:extLst>
                <a:ext uri="{FF2B5EF4-FFF2-40B4-BE49-F238E27FC236}">
                  <a16:creationId xmlns:a16="http://schemas.microsoft.com/office/drawing/2014/main" id="{0AC69458-09EF-BC15-0330-62644449A4D2}"/>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23" name="Group 1622">
            <a:extLst>
              <a:ext uri="{FF2B5EF4-FFF2-40B4-BE49-F238E27FC236}">
                <a16:creationId xmlns:a16="http://schemas.microsoft.com/office/drawing/2014/main" id="{ADDD943B-1BE1-3D05-DB0A-AFCC034652C8}"/>
              </a:ext>
            </a:extLst>
          </p:cNvPr>
          <p:cNvGrpSpPr/>
          <p:nvPr/>
        </p:nvGrpSpPr>
        <p:grpSpPr>
          <a:xfrm>
            <a:off x="431659" y="2974054"/>
            <a:ext cx="721891" cy="609701"/>
            <a:chOff x="431659" y="2974054"/>
            <a:chExt cx="721891" cy="609701"/>
          </a:xfrm>
        </p:grpSpPr>
        <p:sp>
          <p:nvSpPr>
            <p:cNvPr id="1624" name="Rectangle 1623">
              <a:extLst>
                <a:ext uri="{FF2B5EF4-FFF2-40B4-BE49-F238E27FC236}">
                  <a16:creationId xmlns:a16="http://schemas.microsoft.com/office/drawing/2014/main" id="{3CDBF624-2674-ACBB-F7C8-CA3F94E80021}"/>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1625" name="Right Triangle 1624">
              <a:extLst>
                <a:ext uri="{FF2B5EF4-FFF2-40B4-BE49-F238E27FC236}">
                  <a16:creationId xmlns:a16="http://schemas.microsoft.com/office/drawing/2014/main" id="{4BA983BF-710A-7EFD-B8E9-6953D398CCBB}"/>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626" name="Group 1625">
              <a:extLst>
                <a:ext uri="{FF2B5EF4-FFF2-40B4-BE49-F238E27FC236}">
                  <a16:creationId xmlns:a16="http://schemas.microsoft.com/office/drawing/2014/main" id="{CB6022D4-406F-7582-D222-D3950CF60460}"/>
                </a:ext>
              </a:extLst>
            </p:cNvPr>
            <p:cNvGrpSpPr/>
            <p:nvPr/>
          </p:nvGrpSpPr>
          <p:grpSpPr>
            <a:xfrm>
              <a:off x="1102940" y="2981762"/>
              <a:ext cx="37817" cy="61390"/>
              <a:chOff x="3883481" y="2057400"/>
              <a:chExt cx="1608363" cy="2652031"/>
            </a:xfrm>
            <a:solidFill>
              <a:srgbClr val="A6A6A6">
                <a:alpha val="20000"/>
              </a:srgbClr>
            </a:solidFill>
          </p:grpSpPr>
          <p:sp>
            <p:nvSpPr>
              <p:cNvPr id="1627" name="Oval 27">
                <a:extLst>
                  <a:ext uri="{FF2B5EF4-FFF2-40B4-BE49-F238E27FC236}">
                    <a16:creationId xmlns:a16="http://schemas.microsoft.com/office/drawing/2014/main" id="{6CC45B44-9DAE-AA2D-6849-A1493296421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28" name="Oval 28">
                <a:extLst>
                  <a:ext uri="{FF2B5EF4-FFF2-40B4-BE49-F238E27FC236}">
                    <a16:creationId xmlns:a16="http://schemas.microsoft.com/office/drawing/2014/main" id="{FC3F9755-FA89-3A5D-F6C4-31AA0B6F164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35" name="Group 1634">
            <a:extLst>
              <a:ext uri="{FF2B5EF4-FFF2-40B4-BE49-F238E27FC236}">
                <a16:creationId xmlns:a16="http://schemas.microsoft.com/office/drawing/2014/main" id="{C01FE334-2B72-3F65-771E-121E466EFF6B}"/>
              </a:ext>
            </a:extLst>
          </p:cNvPr>
          <p:cNvGrpSpPr/>
          <p:nvPr/>
        </p:nvGrpSpPr>
        <p:grpSpPr>
          <a:xfrm>
            <a:off x="2940469" y="2974031"/>
            <a:ext cx="721206" cy="613175"/>
            <a:chOff x="2940469" y="2974031"/>
            <a:chExt cx="721206" cy="613175"/>
          </a:xfrm>
        </p:grpSpPr>
        <p:sp>
          <p:nvSpPr>
            <p:cNvPr id="1636" name="Rectangle 1635">
              <a:extLst>
                <a:ext uri="{FF2B5EF4-FFF2-40B4-BE49-F238E27FC236}">
                  <a16:creationId xmlns:a16="http://schemas.microsoft.com/office/drawing/2014/main" id="{A889A632-D50B-718E-11BD-D10DBF7CDD85}"/>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1637" name="Right Triangle 1636">
              <a:extLst>
                <a:ext uri="{FF2B5EF4-FFF2-40B4-BE49-F238E27FC236}">
                  <a16:creationId xmlns:a16="http://schemas.microsoft.com/office/drawing/2014/main" id="{1CE0916C-855D-55E4-F814-95CF2E5DC876}"/>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638" name="Group 1637">
              <a:extLst>
                <a:ext uri="{FF2B5EF4-FFF2-40B4-BE49-F238E27FC236}">
                  <a16:creationId xmlns:a16="http://schemas.microsoft.com/office/drawing/2014/main" id="{29BC73F5-592F-450C-F5E8-E5C65DF5848D}"/>
                </a:ext>
              </a:extLst>
            </p:cNvPr>
            <p:cNvGrpSpPr/>
            <p:nvPr/>
          </p:nvGrpSpPr>
          <p:grpSpPr>
            <a:xfrm>
              <a:off x="3610502" y="2980132"/>
              <a:ext cx="37817" cy="61390"/>
              <a:chOff x="3883481" y="2057400"/>
              <a:chExt cx="1608363" cy="2652031"/>
            </a:xfrm>
            <a:solidFill>
              <a:srgbClr val="A6A6A6">
                <a:alpha val="20000"/>
              </a:srgbClr>
            </a:solidFill>
          </p:grpSpPr>
          <p:sp>
            <p:nvSpPr>
              <p:cNvPr id="1639" name="Oval 27">
                <a:extLst>
                  <a:ext uri="{FF2B5EF4-FFF2-40B4-BE49-F238E27FC236}">
                    <a16:creationId xmlns:a16="http://schemas.microsoft.com/office/drawing/2014/main" id="{5815336D-A42B-0224-1BCD-60707F493BD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40" name="Oval 28">
                <a:extLst>
                  <a:ext uri="{FF2B5EF4-FFF2-40B4-BE49-F238E27FC236}">
                    <a16:creationId xmlns:a16="http://schemas.microsoft.com/office/drawing/2014/main" id="{30F03FA5-43EE-10F0-12F9-A9B0A26E8F6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41" name="Group 1640">
            <a:extLst>
              <a:ext uri="{FF2B5EF4-FFF2-40B4-BE49-F238E27FC236}">
                <a16:creationId xmlns:a16="http://schemas.microsoft.com/office/drawing/2014/main" id="{DDC1D02E-AE1F-E563-BB18-DB48B3A783F3}"/>
              </a:ext>
            </a:extLst>
          </p:cNvPr>
          <p:cNvGrpSpPr/>
          <p:nvPr/>
        </p:nvGrpSpPr>
        <p:grpSpPr>
          <a:xfrm>
            <a:off x="1268380" y="2974053"/>
            <a:ext cx="721206" cy="609701"/>
            <a:chOff x="1268380" y="2974053"/>
            <a:chExt cx="721206" cy="609701"/>
          </a:xfrm>
        </p:grpSpPr>
        <p:sp>
          <p:nvSpPr>
            <p:cNvPr id="1642" name="Rectangle 1641">
              <a:extLst>
                <a:ext uri="{FF2B5EF4-FFF2-40B4-BE49-F238E27FC236}">
                  <a16:creationId xmlns:a16="http://schemas.microsoft.com/office/drawing/2014/main" id="{C6F97757-A2DD-E1C2-862C-4A4D37316C4F}"/>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1643" name="Right Triangle 1642">
              <a:extLst>
                <a:ext uri="{FF2B5EF4-FFF2-40B4-BE49-F238E27FC236}">
                  <a16:creationId xmlns:a16="http://schemas.microsoft.com/office/drawing/2014/main" id="{9EAA22D1-D646-1BCD-76BB-C67A4BCF544E}"/>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644" name="Group 1643">
              <a:extLst>
                <a:ext uri="{FF2B5EF4-FFF2-40B4-BE49-F238E27FC236}">
                  <a16:creationId xmlns:a16="http://schemas.microsoft.com/office/drawing/2014/main" id="{6A526C99-3363-EBE8-5563-4CD7CC68056C}"/>
                </a:ext>
              </a:extLst>
            </p:cNvPr>
            <p:cNvGrpSpPr/>
            <p:nvPr/>
          </p:nvGrpSpPr>
          <p:grpSpPr>
            <a:xfrm>
              <a:off x="1938973" y="2986452"/>
              <a:ext cx="37817" cy="61390"/>
              <a:chOff x="3883481" y="2057400"/>
              <a:chExt cx="1608363" cy="2652031"/>
            </a:xfrm>
            <a:solidFill>
              <a:srgbClr val="A6A6A6">
                <a:alpha val="20000"/>
              </a:srgbClr>
            </a:solidFill>
          </p:grpSpPr>
          <p:sp>
            <p:nvSpPr>
              <p:cNvPr id="1645" name="Oval 27">
                <a:extLst>
                  <a:ext uri="{FF2B5EF4-FFF2-40B4-BE49-F238E27FC236}">
                    <a16:creationId xmlns:a16="http://schemas.microsoft.com/office/drawing/2014/main" id="{65DE71A7-83C7-FA84-6D31-F1DB069C319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46" name="Oval 28">
                <a:extLst>
                  <a:ext uri="{FF2B5EF4-FFF2-40B4-BE49-F238E27FC236}">
                    <a16:creationId xmlns:a16="http://schemas.microsoft.com/office/drawing/2014/main" id="{DB99FC39-A617-007B-A252-8F671146E30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59" name="Group 1658">
            <a:extLst>
              <a:ext uri="{FF2B5EF4-FFF2-40B4-BE49-F238E27FC236}">
                <a16:creationId xmlns:a16="http://schemas.microsoft.com/office/drawing/2014/main" id="{892AFBD2-3979-260D-FF89-5E0B4122D5C6}"/>
              </a:ext>
            </a:extLst>
          </p:cNvPr>
          <p:cNvGrpSpPr/>
          <p:nvPr/>
        </p:nvGrpSpPr>
        <p:grpSpPr>
          <a:xfrm>
            <a:off x="431659" y="811556"/>
            <a:ext cx="721206" cy="609701"/>
            <a:chOff x="431659" y="811556"/>
            <a:chExt cx="721206" cy="609701"/>
          </a:xfrm>
        </p:grpSpPr>
        <p:sp>
          <p:nvSpPr>
            <p:cNvPr id="1660" name="Rectangle 1659">
              <a:extLst>
                <a:ext uri="{FF2B5EF4-FFF2-40B4-BE49-F238E27FC236}">
                  <a16:creationId xmlns:a16="http://schemas.microsoft.com/office/drawing/2014/main" id="{59784CC1-1715-8186-442E-7204F59EFDB1}"/>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1661" name="Right Triangle 1660">
              <a:extLst>
                <a:ext uri="{FF2B5EF4-FFF2-40B4-BE49-F238E27FC236}">
                  <a16:creationId xmlns:a16="http://schemas.microsoft.com/office/drawing/2014/main" id="{1AB62CBB-AAE6-301D-DD6A-6CD82B761A37}"/>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662" name="Group 1661">
              <a:extLst>
                <a:ext uri="{FF2B5EF4-FFF2-40B4-BE49-F238E27FC236}">
                  <a16:creationId xmlns:a16="http://schemas.microsoft.com/office/drawing/2014/main" id="{89766225-D2F9-D843-3A5D-152AD04D9ABD}"/>
                </a:ext>
              </a:extLst>
            </p:cNvPr>
            <p:cNvGrpSpPr/>
            <p:nvPr/>
          </p:nvGrpSpPr>
          <p:grpSpPr>
            <a:xfrm>
              <a:off x="1100969" y="819591"/>
              <a:ext cx="37817" cy="61390"/>
              <a:chOff x="3883481" y="2057400"/>
              <a:chExt cx="1608363" cy="2652031"/>
            </a:xfrm>
            <a:solidFill>
              <a:srgbClr val="A6A6A6">
                <a:alpha val="20000"/>
              </a:srgbClr>
            </a:solidFill>
          </p:grpSpPr>
          <p:sp>
            <p:nvSpPr>
              <p:cNvPr id="1663" name="Oval 27">
                <a:extLst>
                  <a:ext uri="{FF2B5EF4-FFF2-40B4-BE49-F238E27FC236}">
                    <a16:creationId xmlns:a16="http://schemas.microsoft.com/office/drawing/2014/main" id="{530FA1D6-7F9D-4135-2BDD-C5D16EC62CF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64" name="Oval 28">
                <a:extLst>
                  <a:ext uri="{FF2B5EF4-FFF2-40B4-BE49-F238E27FC236}">
                    <a16:creationId xmlns:a16="http://schemas.microsoft.com/office/drawing/2014/main" id="{70654BCE-8BE2-F131-2D2F-35C4FB67020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65" name="Group 1664">
            <a:extLst>
              <a:ext uri="{FF2B5EF4-FFF2-40B4-BE49-F238E27FC236}">
                <a16:creationId xmlns:a16="http://schemas.microsoft.com/office/drawing/2014/main" id="{EDB13707-C2B4-2DB2-F98E-BE38E080C4D2}"/>
              </a:ext>
            </a:extLst>
          </p:cNvPr>
          <p:cNvGrpSpPr/>
          <p:nvPr/>
        </p:nvGrpSpPr>
        <p:grpSpPr>
          <a:xfrm>
            <a:off x="1267285" y="811556"/>
            <a:ext cx="721206" cy="609701"/>
            <a:chOff x="1267285" y="811556"/>
            <a:chExt cx="721206" cy="609701"/>
          </a:xfrm>
        </p:grpSpPr>
        <p:sp>
          <p:nvSpPr>
            <p:cNvPr id="1666" name="Rectangle 1665">
              <a:extLst>
                <a:ext uri="{FF2B5EF4-FFF2-40B4-BE49-F238E27FC236}">
                  <a16:creationId xmlns:a16="http://schemas.microsoft.com/office/drawing/2014/main" id="{0AA07D4E-94B2-E79B-6552-BAD95E7F62AF}"/>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1667" name="Right Triangle 1666">
              <a:extLst>
                <a:ext uri="{FF2B5EF4-FFF2-40B4-BE49-F238E27FC236}">
                  <a16:creationId xmlns:a16="http://schemas.microsoft.com/office/drawing/2014/main" id="{95D93E68-B5BF-E640-93A0-E5EA4B9592C3}"/>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668" name="Group 1667">
              <a:extLst>
                <a:ext uri="{FF2B5EF4-FFF2-40B4-BE49-F238E27FC236}">
                  <a16:creationId xmlns:a16="http://schemas.microsoft.com/office/drawing/2014/main" id="{6E872EF8-149A-17E9-8FE9-D326AD51E7BF}"/>
                </a:ext>
              </a:extLst>
            </p:cNvPr>
            <p:cNvGrpSpPr/>
            <p:nvPr/>
          </p:nvGrpSpPr>
          <p:grpSpPr>
            <a:xfrm>
              <a:off x="1937878" y="819591"/>
              <a:ext cx="37817" cy="61390"/>
              <a:chOff x="3883481" y="2057400"/>
              <a:chExt cx="1608363" cy="2652031"/>
            </a:xfrm>
            <a:solidFill>
              <a:srgbClr val="A6A6A6">
                <a:alpha val="20000"/>
              </a:srgbClr>
            </a:solidFill>
          </p:grpSpPr>
          <p:sp>
            <p:nvSpPr>
              <p:cNvPr id="1669" name="Oval 27">
                <a:extLst>
                  <a:ext uri="{FF2B5EF4-FFF2-40B4-BE49-F238E27FC236}">
                    <a16:creationId xmlns:a16="http://schemas.microsoft.com/office/drawing/2014/main" id="{FEC11C3D-84E0-8233-0B93-1A839B483F1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70" name="Oval 28">
                <a:extLst>
                  <a:ext uri="{FF2B5EF4-FFF2-40B4-BE49-F238E27FC236}">
                    <a16:creationId xmlns:a16="http://schemas.microsoft.com/office/drawing/2014/main" id="{FF0B0734-DFBA-2430-ADB4-E9C1F0C460D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77" name="Group 1676">
            <a:extLst>
              <a:ext uri="{FF2B5EF4-FFF2-40B4-BE49-F238E27FC236}">
                <a16:creationId xmlns:a16="http://schemas.microsoft.com/office/drawing/2014/main" id="{973BB6D6-1CCA-8AAE-E41E-A448DB0E4B72}"/>
              </a:ext>
            </a:extLst>
          </p:cNvPr>
          <p:cNvGrpSpPr/>
          <p:nvPr/>
        </p:nvGrpSpPr>
        <p:grpSpPr>
          <a:xfrm>
            <a:off x="2889438" y="751337"/>
            <a:ext cx="5022643" cy="5001728"/>
            <a:chOff x="2889438" y="751337"/>
            <a:chExt cx="5022643" cy="5001728"/>
          </a:xfrm>
        </p:grpSpPr>
        <p:cxnSp>
          <p:nvCxnSpPr>
            <p:cNvPr id="1678" name="Straight Connector 1677">
              <a:extLst>
                <a:ext uri="{FF2B5EF4-FFF2-40B4-BE49-F238E27FC236}">
                  <a16:creationId xmlns:a16="http://schemas.microsoft.com/office/drawing/2014/main" id="{F0390EA6-3571-1440-D698-A7672A677735}"/>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79" name="Straight Connector 1678">
              <a:extLst>
                <a:ext uri="{FF2B5EF4-FFF2-40B4-BE49-F238E27FC236}">
                  <a16:creationId xmlns:a16="http://schemas.microsoft.com/office/drawing/2014/main" id="{9C2DD045-E068-88F5-412B-19523A6D784B}"/>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0" name="Straight Connector 1679">
              <a:extLst>
                <a:ext uri="{FF2B5EF4-FFF2-40B4-BE49-F238E27FC236}">
                  <a16:creationId xmlns:a16="http://schemas.microsoft.com/office/drawing/2014/main" id="{BADC9C27-5827-6BF7-EBBB-3552FE1AFF47}"/>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1" name="Straight Connector 1680">
              <a:extLst>
                <a:ext uri="{FF2B5EF4-FFF2-40B4-BE49-F238E27FC236}">
                  <a16:creationId xmlns:a16="http://schemas.microsoft.com/office/drawing/2014/main" id="{98BE4ADB-69EF-EAE3-9230-06AB1A40D649}"/>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2" name="Straight Connector 1681">
              <a:extLst>
                <a:ext uri="{FF2B5EF4-FFF2-40B4-BE49-F238E27FC236}">
                  <a16:creationId xmlns:a16="http://schemas.microsoft.com/office/drawing/2014/main" id="{D5479FDE-D815-5E7B-99BF-7979A0182CB8}"/>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3" name="Straight Connector 1682">
              <a:extLst>
                <a:ext uri="{FF2B5EF4-FFF2-40B4-BE49-F238E27FC236}">
                  <a16:creationId xmlns:a16="http://schemas.microsoft.com/office/drawing/2014/main" id="{B39E4B77-5A5B-E9FA-2C6E-939A582F6ABC}"/>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4" name="Straight Connector 1683">
              <a:extLst>
                <a:ext uri="{FF2B5EF4-FFF2-40B4-BE49-F238E27FC236}">
                  <a16:creationId xmlns:a16="http://schemas.microsoft.com/office/drawing/2014/main" id="{EB8650BE-1961-C3C9-48CC-4E23113B1EFB}"/>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5" name="Straight Connector 1684">
              <a:extLst>
                <a:ext uri="{FF2B5EF4-FFF2-40B4-BE49-F238E27FC236}">
                  <a16:creationId xmlns:a16="http://schemas.microsoft.com/office/drawing/2014/main" id="{C4B9F05F-7B01-9B50-09B0-06F804270F0E}"/>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6" name="Straight Connector 1685">
              <a:extLst>
                <a:ext uri="{FF2B5EF4-FFF2-40B4-BE49-F238E27FC236}">
                  <a16:creationId xmlns:a16="http://schemas.microsoft.com/office/drawing/2014/main" id="{B555D1E2-C743-B90F-A511-89DB1FBB5743}"/>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7" name="Straight Connector 1686">
              <a:extLst>
                <a:ext uri="{FF2B5EF4-FFF2-40B4-BE49-F238E27FC236}">
                  <a16:creationId xmlns:a16="http://schemas.microsoft.com/office/drawing/2014/main" id="{056B4B1E-A4F2-49D8-E24C-63533551AA1C}"/>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01" name="Group 1700">
            <a:extLst>
              <a:ext uri="{FF2B5EF4-FFF2-40B4-BE49-F238E27FC236}">
                <a16:creationId xmlns:a16="http://schemas.microsoft.com/office/drawing/2014/main" id="{320B7455-6342-1ED0-178E-BD3136DCFF9F}"/>
              </a:ext>
            </a:extLst>
          </p:cNvPr>
          <p:cNvGrpSpPr/>
          <p:nvPr/>
        </p:nvGrpSpPr>
        <p:grpSpPr>
          <a:xfrm>
            <a:off x="2099604" y="5136552"/>
            <a:ext cx="721206" cy="609701"/>
            <a:chOff x="2099604" y="5136552"/>
            <a:chExt cx="721206" cy="609701"/>
          </a:xfrm>
        </p:grpSpPr>
        <p:sp>
          <p:nvSpPr>
            <p:cNvPr id="1702" name="Rectangle 1701">
              <a:extLst>
                <a:ext uri="{FF2B5EF4-FFF2-40B4-BE49-F238E27FC236}">
                  <a16:creationId xmlns:a16="http://schemas.microsoft.com/office/drawing/2014/main" id="{258B830E-23C9-BB7E-367D-72BCB6E6FB9D}"/>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Password Protection</a:t>
              </a:r>
            </a:p>
          </p:txBody>
        </p:sp>
        <p:sp>
          <p:nvSpPr>
            <p:cNvPr id="1703" name="Right Triangle 1702">
              <a:extLst>
                <a:ext uri="{FF2B5EF4-FFF2-40B4-BE49-F238E27FC236}">
                  <a16:creationId xmlns:a16="http://schemas.microsoft.com/office/drawing/2014/main" id="{FE73BC1F-23E3-362C-F879-C6182040A49E}"/>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04" name="Group 1703">
              <a:extLst>
                <a:ext uri="{FF2B5EF4-FFF2-40B4-BE49-F238E27FC236}">
                  <a16:creationId xmlns:a16="http://schemas.microsoft.com/office/drawing/2014/main" id="{54BA11FC-DB49-DF1B-2D2D-FF5E5EAD385E}"/>
                </a:ext>
              </a:extLst>
            </p:cNvPr>
            <p:cNvGrpSpPr/>
            <p:nvPr/>
          </p:nvGrpSpPr>
          <p:grpSpPr>
            <a:xfrm>
              <a:off x="2765661" y="5151382"/>
              <a:ext cx="37817" cy="61390"/>
              <a:chOff x="3883481" y="2057400"/>
              <a:chExt cx="1608363" cy="2652031"/>
            </a:xfrm>
            <a:solidFill>
              <a:srgbClr val="A6A6A6">
                <a:alpha val="20000"/>
              </a:srgbClr>
            </a:solidFill>
          </p:grpSpPr>
          <p:sp>
            <p:nvSpPr>
              <p:cNvPr id="1705" name="Oval 27">
                <a:extLst>
                  <a:ext uri="{FF2B5EF4-FFF2-40B4-BE49-F238E27FC236}">
                    <a16:creationId xmlns:a16="http://schemas.microsoft.com/office/drawing/2014/main" id="{432334B8-75D0-5A6F-C9E5-6C1A18D00C0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06" name="Oval 28">
                <a:extLst>
                  <a:ext uri="{FF2B5EF4-FFF2-40B4-BE49-F238E27FC236}">
                    <a16:creationId xmlns:a16="http://schemas.microsoft.com/office/drawing/2014/main" id="{683F26DD-B0D5-02AF-626A-8618ABF1CA1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713" name="Group 1712">
            <a:extLst>
              <a:ext uri="{FF2B5EF4-FFF2-40B4-BE49-F238E27FC236}">
                <a16:creationId xmlns:a16="http://schemas.microsoft.com/office/drawing/2014/main" id="{BFD0D136-1070-1A6C-9DA4-8FEEABF60D4E}"/>
              </a:ext>
            </a:extLst>
          </p:cNvPr>
          <p:cNvGrpSpPr/>
          <p:nvPr/>
        </p:nvGrpSpPr>
        <p:grpSpPr>
          <a:xfrm>
            <a:off x="2937173" y="4419601"/>
            <a:ext cx="721206" cy="610396"/>
            <a:chOff x="2937173" y="4419601"/>
            <a:chExt cx="721206" cy="610396"/>
          </a:xfrm>
        </p:grpSpPr>
        <p:sp>
          <p:nvSpPr>
            <p:cNvPr id="1714" name="Rectangle 1713">
              <a:extLst>
                <a:ext uri="{FF2B5EF4-FFF2-40B4-BE49-F238E27FC236}">
                  <a16:creationId xmlns:a16="http://schemas.microsoft.com/office/drawing/2014/main" id="{C6503453-BC9D-7F08-6DAC-90E5E6CF2422}"/>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1715" name="Right Triangle 1714">
              <a:extLst>
                <a:ext uri="{FF2B5EF4-FFF2-40B4-BE49-F238E27FC236}">
                  <a16:creationId xmlns:a16="http://schemas.microsoft.com/office/drawing/2014/main" id="{D38E301D-BD1E-0C40-EBFF-0FE267E3911D}"/>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16" name="Group 1715">
              <a:extLst>
                <a:ext uri="{FF2B5EF4-FFF2-40B4-BE49-F238E27FC236}">
                  <a16:creationId xmlns:a16="http://schemas.microsoft.com/office/drawing/2014/main" id="{3879C5A9-06BD-1C92-8C84-BB0906B2602B}"/>
                </a:ext>
              </a:extLst>
            </p:cNvPr>
            <p:cNvGrpSpPr/>
            <p:nvPr/>
          </p:nvGrpSpPr>
          <p:grpSpPr>
            <a:xfrm>
              <a:off x="3607766" y="4425699"/>
              <a:ext cx="37817" cy="61390"/>
              <a:chOff x="3883481" y="2057400"/>
              <a:chExt cx="1608363" cy="2652031"/>
            </a:xfrm>
            <a:solidFill>
              <a:srgbClr val="A6A6A6">
                <a:alpha val="20000"/>
              </a:srgbClr>
            </a:solidFill>
          </p:grpSpPr>
          <p:sp>
            <p:nvSpPr>
              <p:cNvPr id="1717" name="Oval 27">
                <a:extLst>
                  <a:ext uri="{FF2B5EF4-FFF2-40B4-BE49-F238E27FC236}">
                    <a16:creationId xmlns:a16="http://schemas.microsoft.com/office/drawing/2014/main" id="{3DBB3D84-4EB9-427F-A4A3-35ABD5C99EC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18" name="Oval 28">
                <a:extLst>
                  <a:ext uri="{FF2B5EF4-FFF2-40B4-BE49-F238E27FC236}">
                    <a16:creationId xmlns:a16="http://schemas.microsoft.com/office/drawing/2014/main" id="{C56A5E0D-6692-4D93-DA57-F76675F55BA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719" name="Group 1718">
            <a:extLst>
              <a:ext uri="{FF2B5EF4-FFF2-40B4-BE49-F238E27FC236}">
                <a16:creationId xmlns:a16="http://schemas.microsoft.com/office/drawing/2014/main" id="{01BE909D-CEA7-AC03-C546-8BBAD6979DA1}"/>
              </a:ext>
            </a:extLst>
          </p:cNvPr>
          <p:cNvGrpSpPr/>
          <p:nvPr/>
        </p:nvGrpSpPr>
        <p:grpSpPr>
          <a:xfrm>
            <a:off x="6286130" y="4419624"/>
            <a:ext cx="721206" cy="609701"/>
            <a:chOff x="6286130" y="4419624"/>
            <a:chExt cx="721206" cy="609701"/>
          </a:xfrm>
        </p:grpSpPr>
        <p:sp>
          <p:nvSpPr>
            <p:cNvPr id="1720" name="Rectangle 1719">
              <a:hlinkHover r:id="" action="ppaction://noaction" highlightClick="1"/>
              <a:extLst>
                <a:ext uri="{FF2B5EF4-FFF2-40B4-BE49-F238E27FC236}">
                  <a16:creationId xmlns:a16="http://schemas.microsoft.com/office/drawing/2014/main" id="{01EF8EB1-DECC-98D7-0BA5-C08DED0D0A8F}"/>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1721" name="Oval 1720">
              <a:extLst>
                <a:ext uri="{FF2B5EF4-FFF2-40B4-BE49-F238E27FC236}">
                  <a16:creationId xmlns:a16="http://schemas.microsoft.com/office/drawing/2014/main" id="{D643D781-1A74-378B-27C6-5E34AD820F69}"/>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22" name="Isosceles Triangle 648">
              <a:extLst>
                <a:ext uri="{FF2B5EF4-FFF2-40B4-BE49-F238E27FC236}">
                  <a16:creationId xmlns:a16="http://schemas.microsoft.com/office/drawing/2014/main" id="{DD963DCF-1481-CFF2-A5AF-5BF27BAB21AB}"/>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23" name="Group 1722">
            <a:extLst>
              <a:ext uri="{FF2B5EF4-FFF2-40B4-BE49-F238E27FC236}">
                <a16:creationId xmlns:a16="http://schemas.microsoft.com/office/drawing/2014/main" id="{B850E34E-9E0E-71F3-2534-30A228256683}"/>
              </a:ext>
            </a:extLst>
          </p:cNvPr>
          <p:cNvGrpSpPr/>
          <p:nvPr/>
        </p:nvGrpSpPr>
        <p:grpSpPr>
          <a:xfrm>
            <a:off x="5458940" y="5135305"/>
            <a:ext cx="721206" cy="609701"/>
            <a:chOff x="5458940" y="5135305"/>
            <a:chExt cx="721206" cy="609701"/>
          </a:xfrm>
        </p:grpSpPr>
        <p:sp>
          <p:nvSpPr>
            <p:cNvPr id="1724" name="Rectangle 1723">
              <a:hlinkHover r:id="" action="ppaction://noaction" highlightClick="1"/>
              <a:extLst>
                <a:ext uri="{FF2B5EF4-FFF2-40B4-BE49-F238E27FC236}">
                  <a16:creationId xmlns:a16="http://schemas.microsoft.com/office/drawing/2014/main" id="{4455E366-B68E-DE5B-D93F-10805BA4C4F7}"/>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1725" name="Oval 1724">
              <a:extLst>
                <a:ext uri="{FF2B5EF4-FFF2-40B4-BE49-F238E27FC236}">
                  <a16:creationId xmlns:a16="http://schemas.microsoft.com/office/drawing/2014/main" id="{D7488179-0003-12C4-77AC-96CC3962790F}"/>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26" name="Isosceles Triangle 648">
              <a:extLst>
                <a:ext uri="{FF2B5EF4-FFF2-40B4-BE49-F238E27FC236}">
                  <a16:creationId xmlns:a16="http://schemas.microsoft.com/office/drawing/2014/main" id="{CA5855C6-BF05-C576-C015-E44682DE734B}"/>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27" name="Group 1726">
            <a:extLst>
              <a:ext uri="{FF2B5EF4-FFF2-40B4-BE49-F238E27FC236}">
                <a16:creationId xmlns:a16="http://schemas.microsoft.com/office/drawing/2014/main" id="{1C90F333-50CF-128C-F3C8-6105A31ECE9A}"/>
              </a:ext>
            </a:extLst>
          </p:cNvPr>
          <p:cNvGrpSpPr/>
          <p:nvPr/>
        </p:nvGrpSpPr>
        <p:grpSpPr>
          <a:xfrm>
            <a:off x="6289146" y="5141017"/>
            <a:ext cx="721206" cy="609701"/>
            <a:chOff x="6289146" y="5141017"/>
            <a:chExt cx="721206" cy="609701"/>
          </a:xfrm>
        </p:grpSpPr>
        <p:sp>
          <p:nvSpPr>
            <p:cNvPr id="1728" name="Rectangle 1727">
              <a:hlinkHover r:id="" action="ppaction://noaction" highlightClick="1"/>
              <a:extLst>
                <a:ext uri="{FF2B5EF4-FFF2-40B4-BE49-F238E27FC236}">
                  <a16:creationId xmlns:a16="http://schemas.microsoft.com/office/drawing/2014/main" id="{41771DA5-2393-DD87-6E70-C19D2C5BA48C}"/>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1729" name="Oval 1728">
              <a:extLst>
                <a:ext uri="{FF2B5EF4-FFF2-40B4-BE49-F238E27FC236}">
                  <a16:creationId xmlns:a16="http://schemas.microsoft.com/office/drawing/2014/main" id="{769EC2F2-A66B-879B-807C-B8A7A032F3F2}"/>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30" name="Isosceles Triangle 648">
              <a:extLst>
                <a:ext uri="{FF2B5EF4-FFF2-40B4-BE49-F238E27FC236}">
                  <a16:creationId xmlns:a16="http://schemas.microsoft.com/office/drawing/2014/main" id="{FE89849E-A8EF-C895-EF5E-56F72AA9272C}"/>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31" name="Group 1730">
            <a:extLst>
              <a:ext uri="{FF2B5EF4-FFF2-40B4-BE49-F238E27FC236}">
                <a16:creationId xmlns:a16="http://schemas.microsoft.com/office/drawing/2014/main" id="{4E6D394A-F917-8FEE-6A95-6E46E167CF4E}"/>
              </a:ext>
            </a:extLst>
          </p:cNvPr>
          <p:cNvGrpSpPr/>
          <p:nvPr/>
        </p:nvGrpSpPr>
        <p:grpSpPr>
          <a:xfrm>
            <a:off x="7122911" y="4419624"/>
            <a:ext cx="721206" cy="609701"/>
            <a:chOff x="7122911" y="4419624"/>
            <a:chExt cx="721206" cy="609701"/>
          </a:xfrm>
        </p:grpSpPr>
        <p:sp>
          <p:nvSpPr>
            <p:cNvPr id="1732" name="Rectangle 1731">
              <a:hlinkHover r:id="" action="ppaction://noaction" highlightClick="1"/>
              <a:extLst>
                <a:ext uri="{FF2B5EF4-FFF2-40B4-BE49-F238E27FC236}">
                  <a16:creationId xmlns:a16="http://schemas.microsoft.com/office/drawing/2014/main" id="{033BB67F-CE76-A01A-531D-2CC39DAD444E}"/>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1733" name="Oval 1732">
              <a:extLst>
                <a:ext uri="{FF2B5EF4-FFF2-40B4-BE49-F238E27FC236}">
                  <a16:creationId xmlns:a16="http://schemas.microsoft.com/office/drawing/2014/main" id="{47E38BB0-E7CC-AD4C-4748-C9B0FDBBD66E}"/>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34" name="Isosceles Triangle 648">
              <a:extLst>
                <a:ext uri="{FF2B5EF4-FFF2-40B4-BE49-F238E27FC236}">
                  <a16:creationId xmlns:a16="http://schemas.microsoft.com/office/drawing/2014/main" id="{34CBE192-F5C1-0F50-6DB3-918AFE897D86}"/>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39" name="Group 1738">
            <a:extLst>
              <a:ext uri="{FF2B5EF4-FFF2-40B4-BE49-F238E27FC236}">
                <a16:creationId xmlns:a16="http://schemas.microsoft.com/office/drawing/2014/main" id="{F6572B4D-8FD7-F7AB-2FAE-EE43885D0F87}"/>
              </a:ext>
            </a:extLst>
          </p:cNvPr>
          <p:cNvGrpSpPr/>
          <p:nvPr/>
        </p:nvGrpSpPr>
        <p:grpSpPr>
          <a:xfrm>
            <a:off x="5454385" y="4419624"/>
            <a:ext cx="721206" cy="609701"/>
            <a:chOff x="5454385" y="4419624"/>
            <a:chExt cx="721206" cy="609701"/>
          </a:xfrm>
        </p:grpSpPr>
        <p:sp>
          <p:nvSpPr>
            <p:cNvPr id="1740" name="Rectangle 1739">
              <a:hlinkHover r:id="" action="ppaction://noaction" highlightClick="1"/>
              <a:extLst>
                <a:ext uri="{FF2B5EF4-FFF2-40B4-BE49-F238E27FC236}">
                  <a16:creationId xmlns:a16="http://schemas.microsoft.com/office/drawing/2014/main" id="{4C822AB0-4705-5BC2-9264-8F8C0AFBE449}"/>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1741" name="Oval 1740">
              <a:extLst>
                <a:ext uri="{FF2B5EF4-FFF2-40B4-BE49-F238E27FC236}">
                  <a16:creationId xmlns:a16="http://schemas.microsoft.com/office/drawing/2014/main" id="{F7633421-51F9-A2FE-0857-677E4D0C2E8D}"/>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42" name="Isosceles Triangle 648">
              <a:extLst>
                <a:ext uri="{FF2B5EF4-FFF2-40B4-BE49-F238E27FC236}">
                  <a16:creationId xmlns:a16="http://schemas.microsoft.com/office/drawing/2014/main" id="{724549AC-4F38-2831-8A11-083942FB8EB4}"/>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43" name="Group 1742">
            <a:extLst>
              <a:ext uri="{FF2B5EF4-FFF2-40B4-BE49-F238E27FC236}">
                <a16:creationId xmlns:a16="http://schemas.microsoft.com/office/drawing/2014/main" id="{24F35356-83D9-D349-EB61-978C6E67DADB}"/>
              </a:ext>
            </a:extLst>
          </p:cNvPr>
          <p:cNvGrpSpPr/>
          <p:nvPr/>
        </p:nvGrpSpPr>
        <p:grpSpPr>
          <a:xfrm>
            <a:off x="3775041" y="5130133"/>
            <a:ext cx="721895" cy="609700"/>
            <a:chOff x="3775041" y="5130133"/>
            <a:chExt cx="721895" cy="609700"/>
          </a:xfrm>
        </p:grpSpPr>
        <p:sp>
          <p:nvSpPr>
            <p:cNvPr id="1744" name="Rectangle 1743">
              <a:hlinkHover r:id="" action="ppaction://noaction" highlightClick="1"/>
              <a:extLst>
                <a:ext uri="{FF2B5EF4-FFF2-40B4-BE49-F238E27FC236}">
                  <a16:creationId xmlns:a16="http://schemas.microsoft.com/office/drawing/2014/main" id="{A57A3136-F163-87EB-BEBA-205B3192246A}"/>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1745" name="Diamond 1744">
              <a:extLst>
                <a:ext uri="{FF2B5EF4-FFF2-40B4-BE49-F238E27FC236}">
                  <a16:creationId xmlns:a16="http://schemas.microsoft.com/office/drawing/2014/main" id="{849A75B4-CC61-70DF-9643-33D95CB00227}"/>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46" name="Oval 1745">
              <a:extLst>
                <a:ext uri="{FF2B5EF4-FFF2-40B4-BE49-F238E27FC236}">
                  <a16:creationId xmlns:a16="http://schemas.microsoft.com/office/drawing/2014/main" id="{D3E9E80F-0B8F-6D0E-0DEA-296C32F5F0E1}"/>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47" name="Group 1746">
            <a:extLst>
              <a:ext uri="{FF2B5EF4-FFF2-40B4-BE49-F238E27FC236}">
                <a16:creationId xmlns:a16="http://schemas.microsoft.com/office/drawing/2014/main" id="{E3100732-3025-DFF6-9153-3138FEAFEE6C}"/>
              </a:ext>
            </a:extLst>
          </p:cNvPr>
          <p:cNvGrpSpPr/>
          <p:nvPr/>
        </p:nvGrpSpPr>
        <p:grpSpPr>
          <a:xfrm>
            <a:off x="4618174" y="5130748"/>
            <a:ext cx="721895" cy="609700"/>
            <a:chOff x="4618174" y="5130748"/>
            <a:chExt cx="721895" cy="609700"/>
          </a:xfrm>
        </p:grpSpPr>
        <p:sp>
          <p:nvSpPr>
            <p:cNvPr id="1748" name="Rectangle 1747">
              <a:hlinkHover r:id="" action="ppaction://noaction" highlightClick="1"/>
              <a:extLst>
                <a:ext uri="{FF2B5EF4-FFF2-40B4-BE49-F238E27FC236}">
                  <a16:creationId xmlns:a16="http://schemas.microsoft.com/office/drawing/2014/main" id="{74235F21-4801-B6BC-CAFF-0047D99E65BC}"/>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1749" name="Diamond 1748">
              <a:extLst>
                <a:ext uri="{FF2B5EF4-FFF2-40B4-BE49-F238E27FC236}">
                  <a16:creationId xmlns:a16="http://schemas.microsoft.com/office/drawing/2014/main" id="{B19CE081-9454-AA23-6A47-E8D6B6B3267D}"/>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50" name="Oval 1749">
              <a:extLst>
                <a:ext uri="{FF2B5EF4-FFF2-40B4-BE49-F238E27FC236}">
                  <a16:creationId xmlns:a16="http://schemas.microsoft.com/office/drawing/2014/main" id="{3222B8AC-28E1-A3DE-E90E-DBA26990DAF9}"/>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51" name="Group 1750">
            <a:extLst>
              <a:ext uri="{FF2B5EF4-FFF2-40B4-BE49-F238E27FC236}">
                <a16:creationId xmlns:a16="http://schemas.microsoft.com/office/drawing/2014/main" id="{8D19E59D-5D69-B76C-0607-EF795558E71F}"/>
              </a:ext>
            </a:extLst>
          </p:cNvPr>
          <p:cNvGrpSpPr/>
          <p:nvPr/>
        </p:nvGrpSpPr>
        <p:grpSpPr>
          <a:xfrm>
            <a:off x="7125833" y="5143368"/>
            <a:ext cx="721206" cy="609701"/>
            <a:chOff x="7125833" y="5143368"/>
            <a:chExt cx="721206" cy="609701"/>
          </a:xfrm>
        </p:grpSpPr>
        <p:sp>
          <p:nvSpPr>
            <p:cNvPr id="1752" name="Rectangle 1751">
              <a:hlinkHover r:id="" action="ppaction://noaction" highlightClick="1"/>
              <a:extLst>
                <a:ext uri="{FF2B5EF4-FFF2-40B4-BE49-F238E27FC236}">
                  <a16:creationId xmlns:a16="http://schemas.microsoft.com/office/drawing/2014/main" id="{E53CDFB6-C2AB-F530-DE57-A4B1824AE299}"/>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1753" name="Oval 1752">
              <a:extLst>
                <a:ext uri="{FF2B5EF4-FFF2-40B4-BE49-F238E27FC236}">
                  <a16:creationId xmlns:a16="http://schemas.microsoft.com/office/drawing/2014/main" id="{5B135C0E-3D18-920D-C61E-C4B296FDCBE5}"/>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54" name="Isosceles Triangle 648">
              <a:extLst>
                <a:ext uri="{FF2B5EF4-FFF2-40B4-BE49-F238E27FC236}">
                  <a16:creationId xmlns:a16="http://schemas.microsoft.com/office/drawing/2014/main" id="{432852A3-1C50-54B6-6AC4-ADBE18419613}"/>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55" name="Group 1754">
            <a:extLst>
              <a:ext uri="{FF2B5EF4-FFF2-40B4-BE49-F238E27FC236}">
                <a16:creationId xmlns:a16="http://schemas.microsoft.com/office/drawing/2014/main" id="{BE321B8C-6CE3-9B24-67D6-CB7A0911A401}"/>
              </a:ext>
            </a:extLst>
          </p:cNvPr>
          <p:cNvGrpSpPr/>
          <p:nvPr/>
        </p:nvGrpSpPr>
        <p:grpSpPr>
          <a:xfrm>
            <a:off x="7122911" y="3698231"/>
            <a:ext cx="721206" cy="609701"/>
            <a:chOff x="7122911" y="3698231"/>
            <a:chExt cx="721206" cy="609701"/>
          </a:xfrm>
        </p:grpSpPr>
        <p:sp>
          <p:nvSpPr>
            <p:cNvPr id="1756" name="Rectangle 1755">
              <a:hlinkHover r:id="" action="ppaction://noaction" highlightClick="1"/>
              <a:extLst>
                <a:ext uri="{FF2B5EF4-FFF2-40B4-BE49-F238E27FC236}">
                  <a16:creationId xmlns:a16="http://schemas.microsoft.com/office/drawing/2014/main" id="{DD3FA23E-BAA2-5363-ACBC-DCBD308456E8}"/>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1757" name="Oval 1756">
              <a:extLst>
                <a:ext uri="{FF2B5EF4-FFF2-40B4-BE49-F238E27FC236}">
                  <a16:creationId xmlns:a16="http://schemas.microsoft.com/office/drawing/2014/main" id="{EE4ACCCD-D13C-DD7E-1C12-98E5265FF6AB}"/>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58" name="Isosceles Triangle 648">
              <a:extLst>
                <a:ext uri="{FF2B5EF4-FFF2-40B4-BE49-F238E27FC236}">
                  <a16:creationId xmlns:a16="http://schemas.microsoft.com/office/drawing/2014/main" id="{E42AAB37-529E-17F3-BB53-ABD5F5BF5894}"/>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59" name="Group 1758">
            <a:extLst>
              <a:ext uri="{FF2B5EF4-FFF2-40B4-BE49-F238E27FC236}">
                <a16:creationId xmlns:a16="http://schemas.microsoft.com/office/drawing/2014/main" id="{D7A30CDB-4999-7F35-4B78-8CA343555B85}"/>
              </a:ext>
            </a:extLst>
          </p:cNvPr>
          <p:cNvGrpSpPr/>
          <p:nvPr/>
        </p:nvGrpSpPr>
        <p:grpSpPr>
          <a:xfrm>
            <a:off x="6286224" y="3620338"/>
            <a:ext cx="721206" cy="687594"/>
            <a:chOff x="6286224" y="3620338"/>
            <a:chExt cx="721206" cy="687594"/>
          </a:xfrm>
        </p:grpSpPr>
        <p:cxnSp>
          <p:nvCxnSpPr>
            <p:cNvPr id="1760" name="Straight Connector 1759">
              <a:extLst>
                <a:ext uri="{FF2B5EF4-FFF2-40B4-BE49-F238E27FC236}">
                  <a16:creationId xmlns:a16="http://schemas.microsoft.com/office/drawing/2014/main" id="{104AA23F-B9ED-8678-B747-C84D730AD3B0}"/>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1761" name="Rectangle 1760">
              <a:hlinkHover r:id="" action="ppaction://noaction" highlightClick="1"/>
              <a:extLst>
                <a:ext uri="{FF2B5EF4-FFF2-40B4-BE49-F238E27FC236}">
                  <a16:creationId xmlns:a16="http://schemas.microsoft.com/office/drawing/2014/main" id="{690F21BC-A31D-1A50-FD40-C2FF51AF8C56}"/>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1762" name="Oval 1761">
              <a:extLst>
                <a:ext uri="{FF2B5EF4-FFF2-40B4-BE49-F238E27FC236}">
                  <a16:creationId xmlns:a16="http://schemas.microsoft.com/office/drawing/2014/main" id="{17C317B8-B9E4-45E0-8176-E04087A7AA13}"/>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63" name="Isosceles Triangle 648">
              <a:extLst>
                <a:ext uri="{FF2B5EF4-FFF2-40B4-BE49-F238E27FC236}">
                  <a16:creationId xmlns:a16="http://schemas.microsoft.com/office/drawing/2014/main" id="{EB90E1DA-AA8D-6F48-F27A-7F23103A60CF}"/>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910" name="Group 1909">
            <a:extLst>
              <a:ext uri="{FF2B5EF4-FFF2-40B4-BE49-F238E27FC236}">
                <a16:creationId xmlns:a16="http://schemas.microsoft.com/office/drawing/2014/main" id="{0B9C17FE-7D24-BB1A-261A-9620478B4465}"/>
              </a:ext>
            </a:extLst>
          </p:cNvPr>
          <p:cNvGrpSpPr/>
          <p:nvPr/>
        </p:nvGrpSpPr>
        <p:grpSpPr>
          <a:xfrm>
            <a:off x="6284590" y="811556"/>
            <a:ext cx="721206" cy="609701"/>
            <a:chOff x="6284590" y="811556"/>
            <a:chExt cx="721206" cy="609701"/>
          </a:xfrm>
        </p:grpSpPr>
        <p:sp>
          <p:nvSpPr>
            <p:cNvPr id="1911" name="Rectangle 1910">
              <a:hlinkHover r:id="" action="ppaction://noaction" highlightClick="1"/>
              <a:extLst>
                <a:ext uri="{FF2B5EF4-FFF2-40B4-BE49-F238E27FC236}">
                  <a16:creationId xmlns:a16="http://schemas.microsoft.com/office/drawing/2014/main" id="{BEF88D8C-6157-C826-36D2-72786C5E136F}"/>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1912" name="Right Triangle 1911">
              <a:extLst>
                <a:ext uri="{FF2B5EF4-FFF2-40B4-BE49-F238E27FC236}">
                  <a16:creationId xmlns:a16="http://schemas.microsoft.com/office/drawing/2014/main" id="{C8299198-2AEA-B83C-9AB9-6D08526E53A0}"/>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3" name="Oval 27">
              <a:extLst>
                <a:ext uri="{FF2B5EF4-FFF2-40B4-BE49-F238E27FC236}">
                  <a16:creationId xmlns:a16="http://schemas.microsoft.com/office/drawing/2014/main" id="{34F8B398-E590-3729-9FA8-EBBAA46DA769}"/>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4" name="Oval 28">
              <a:extLst>
                <a:ext uri="{FF2B5EF4-FFF2-40B4-BE49-F238E27FC236}">
                  <a16:creationId xmlns:a16="http://schemas.microsoft.com/office/drawing/2014/main" id="{865FFDD8-8477-9DFB-EE3C-3778C0E48C39}"/>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15" name="Group 1914">
            <a:extLst>
              <a:ext uri="{FF2B5EF4-FFF2-40B4-BE49-F238E27FC236}">
                <a16:creationId xmlns:a16="http://schemas.microsoft.com/office/drawing/2014/main" id="{CC9829AD-8808-E563-EF0A-4D8FCEBB3B0F}"/>
              </a:ext>
            </a:extLst>
          </p:cNvPr>
          <p:cNvGrpSpPr/>
          <p:nvPr/>
        </p:nvGrpSpPr>
        <p:grpSpPr>
          <a:xfrm>
            <a:off x="7957576" y="811556"/>
            <a:ext cx="721206" cy="609701"/>
            <a:chOff x="7957576" y="811556"/>
            <a:chExt cx="721206" cy="609701"/>
          </a:xfrm>
        </p:grpSpPr>
        <p:sp>
          <p:nvSpPr>
            <p:cNvPr id="1916" name="Rectangle 1915">
              <a:extLst>
                <a:ext uri="{FF2B5EF4-FFF2-40B4-BE49-F238E27FC236}">
                  <a16:creationId xmlns:a16="http://schemas.microsoft.com/office/drawing/2014/main" id="{6E7EB915-0418-9AF5-2D0F-9223EF4C6448}"/>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1917" name="Rectangle 1916">
              <a:extLst>
                <a:ext uri="{FF2B5EF4-FFF2-40B4-BE49-F238E27FC236}">
                  <a16:creationId xmlns:a16="http://schemas.microsoft.com/office/drawing/2014/main" id="{0FD5C70E-965B-06E5-C3CC-86ECE3B873BE}"/>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8" name="Oval 15">
              <a:extLst>
                <a:ext uri="{FF2B5EF4-FFF2-40B4-BE49-F238E27FC236}">
                  <a16:creationId xmlns:a16="http://schemas.microsoft.com/office/drawing/2014/main" id="{B21DB861-48EA-0BD9-031D-DED1D03A5C9C}"/>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19" name="Straight Connector 1918">
              <a:extLst>
                <a:ext uri="{FF2B5EF4-FFF2-40B4-BE49-F238E27FC236}">
                  <a16:creationId xmlns:a16="http://schemas.microsoft.com/office/drawing/2014/main" id="{9FF35292-65B3-C399-DFB1-9D24DEE35F48}"/>
                </a:ext>
              </a:extLst>
            </p:cNvPr>
            <p:cNvCxnSpPr>
              <a:cxnSpLocks/>
              <a:stCxn id="1918"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20" name="Straight Connector 1919">
              <a:extLst>
                <a:ext uri="{FF2B5EF4-FFF2-40B4-BE49-F238E27FC236}">
                  <a16:creationId xmlns:a16="http://schemas.microsoft.com/office/drawing/2014/main" id="{BF92BCE9-2B64-FF05-851D-E5797FCC2061}"/>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21" name="Group 1920">
            <a:extLst>
              <a:ext uri="{FF2B5EF4-FFF2-40B4-BE49-F238E27FC236}">
                <a16:creationId xmlns:a16="http://schemas.microsoft.com/office/drawing/2014/main" id="{DFD5BBA9-D3C1-F118-A8D7-2659780C6B6A}"/>
              </a:ext>
            </a:extLst>
          </p:cNvPr>
          <p:cNvGrpSpPr/>
          <p:nvPr/>
        </p:nvGrpSpPr>
        <p:grpSpPr>
          <a:xfrm>
            <a:off x="9656908" y="1532276"/>
            <a:ext cx="721206" cy="609701"/>
            <a:chOff x="9656908" y="1532276"/>
            <a:chExt cx="721206" cy="609701"/>
          </a:xfrm>
        </p:grpSpPr>
        <p:sp>
          <p:nvSpPr>
            <p:cNvPr id="1922" name="Rectangle 1921">
              <a:extLst>
                <a:ext uri="{FF2B5EF4-FFF2-40B4-BE49-F238E27FC236}">
                  <a16:creationId xmlns:a16="http://schemas.microsoft.com/office/drawing/2014/main" id="{B4571048-5111-6E2C-4F6F-0D375B6376E8}"/>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923" name="Rectangle 1922">
              <a:extLst>
                <a:ext uri="{FF2B5EF4-FFF2-40B4-BE49-F238E27FC236}">
                  <a16:creationId xmlns:a16="http://schemas.microsoft.com/office/drawing/2014/main" id="{02D2B161-7EC0-EBBD-7118-938C52507EBC}"/>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4" name="Oval 15">
              <a:extLst>
                <a:ext uri="{FF2B5EF4-FFF2-40B4-BE49-F238E27FC236}">
                  <a16:creationId xmlns:a16="http://schemas.microsoft.com/office/drawing/2014/main" id="{0BCB6DB7-A4C9-6C9D-3642-40D659811440}"/>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25" name="Straight Connector 1924">
              <a:extLst>
                <a:ext uri="{FF2B5EF4-FFF2-40B4-BE49-F238E27FC236}">
                  <a16:creationId xmlns:a16="http://schemas.microsoft.com/office/drawing/2014/main" id="{C285F157-3400-C1EC-C9AE-DA652B9D819D}"/>
                </a:ext>
              </a:extLst>
            </p:cNvPr>
            <p:cNvCxnSpPr>
              <a:cxnSpLocks/>
              <a:stCxn id="1924"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26" name="Straight Connector 1925">
              <a:extLst>
                <a:ext uri="{FF2B5EF4-FFF2-40B4-BE49-F238E27FC236}">
                  <a16:creationId xmlns:a16="http://schemas.microsoft.com/office/drawing/2014/main" id="{6C4740E5-361B-61AB-833A-8FD84E1D86E1}"/>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27" name="Group 1926">
            <a:extLst>
              <a:ext uri="{FF2B5EF4-FFF2-40B4-BE49-F238E27FC236}">
                <a16:creationId xmlns:a16="http://schemas.microsoft.com/office/drawing/2014/main" id="{DD42F9F7-38CB-0BB8-2C22-0134369B440E}"/>
              </a:ext>
            </a:extLst>
          </p:cNvPr>
          <p:cNvGrpSpPr/>
          <p:nvPr/>
        </p:nvGrpSpPr>
        <p:grpSpPr>
          <a:xfrm>
            <a:off x="3778363" y="2253333"/>
            <a:ext cx="721206" cy="609701"/>
            <a:chOff x="3778363" y="2253333"/>
            <a:chExt cx="721206" cy="609701"/>
          </a:xfrm>
        </p:grpSpPr>
        <p:sp>
          <p:nvSpPr>
            <p:cNvPr id="1928" name="Rectangle 1927">
              <a:extLst>
                <a:ext uri="{FF2B5EF4-FFF2-40B4-BE49-F238E27FC236}">
                  <a16:creationId xmlns:a16="http://schemas.microsoft.com/office/drawing/2014/main" id="{63BB93F8-7837-4A07-2EA1-7411D57BC920}"/>
                </a:ext>
              </a:extLst>
            </p:cNvPr>
            <p:cNvSpPr/>
            <p:nvPr/>
          </p:nvSpPr>
          <p:spPr>
            <a:xfrm>
              <a:off x="3778363"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1929" name="Rectangle 1928">
              <a:extLst>
                <a:ext uri="{FF2B5EF4-FFF2-40B4-BE49-F238E27FC236}">
                  <a16:creationId xmlns:a16="http://schemas.microsoft.com/office/drawing/2014/main" id="{D735AE06-E3D2-B231-3E6B-1FDE99DFDA50}"/>
                </a:ext>
              </a:extLst>
            </p:cNvPr>
            <p:cNvSpPr/>
            <p:nvPr/>
          </p:nvSpPr>
          <p:spPr>
            <a:xfrm flipV="1">
              <a:off x="4399377" y="2255721"/>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30" name="Oval 15">
              <a:extLst>
                <a:ext uri="{FF2B5EF4-FFF2-40B4-BE49-F238E27FC236}">
                  <a16:creationId xmlns:a16="http://schemas.microsoft.com/office/drawing/2014/main" id="{C00DA61C-2349-9C59-25D9-333516FC5F9E}"/>
                </a:ext>
              </a:extLst>
            </p:cNvPr>
            <p:cNvSpPr/>
            <p:nvPr/>
          </p:nvSpPr>
          <p:spPr>
            <a:xfrm>
              <a:off x="4426765"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31" name="Straight Connector 1930">
              <a:extLst>
                <a:ext uri="{FF2B5EF4-FFF2-40B4-BE49-F238E27FC236}">
                  <a16:creationId xmlns:a16="http://schemas.microsoft.com/office/drawing/2014/main" id="{A76C95F5-E169-DBC6-2FDF-3A2194A73D35}"/>
                </a:ext>
              </a:extLst>
            </p:cNvPr>
            <p:cNvCxnSpPr>
              <a:cxnSpLocks/>
              <a:stCxn id="1930" idx="0"/>
            </p:cNvCxnSpPr>
            <p:nvPr/>
          </p:nvCxnSpPr>
          <p:spPr>
            <a:xfrm flipV="1">
              <a:off x="4432462" y="2269234"/>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32" name="Straight Connector 1931">
              <a:extLst>
                <a:ext uri="{FF2B5EF4-FFF2-40B4-BE49-F238E27FC236}">
                  <a16:creationId xmlns:a16="http://schemas.microsoft.com/office/drawing/2014/main" id="{F5E9F59F-169D-C296-455A-01BDBA10D70F}"/>
                </a:ext>
              </a:extLst>
            </p:cNvPr>
            <p:cNvCxnSpPr>
              <a:cxnSpLocks/>
            </p:cNvCxnSpPr>
            <p:nvPr/>
          </p:nvCxnSpPr>
          <p:spPr>
            <a:xfrm>
              <a:off x="4438181" y="2269234"/>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33" name="Group 1932">
            <a:extLst>
              <a:ext uri="{FF2B5EF4-FFF2-40B4-BE49-F238E27FC236}">
                <a16:creationId xmlns:a16="http://schemas.microsoft.com/office/drawing/2014/main" id="{2B871EA7-4376-DA33-100A-E98B45BE4439}"/>
              </a:ext>
            </a:extLst>
          </p:cNvPr>
          <p:cNvGrpSpPr/>
          <p:nvPr/>
        </p:nvGrpSpPr>
        <p:grpSpPr>
          <a:xfrm>
            <a:off x="2105349" y="1532276"/>
            <a:ext cx="721206" cy="609701"/>
            <a:chOff x="2105349" y="1532276"/>
            <a:chExt cx="721206" cy="609701"/>
          </a:xfrm>
        </p:grpSpPr>
        <p:sp>
          <p:nvSpPr>
            <p:cNvPr id="1934" name="Rectangle 1933">
              <a:extLst>
                <a:ext uri="{FF2B5EF4-FFF2-40B4-BE49-F238E27FC236}">
                  <a16:creationId xmlns:a16="http://schemas.microsoft.com/office/drawing/2014/main" id="{86C9A509-D7D5-A6F5-9EB2-3D2AFEDF3F4D}"/>
                </a:ext>
              </a:extLst>
            </p:cNvPr>
            <p:cNvSpPr/>
            <p:nvPr/>
          </p:nvSpPr>
          <p:spPr>
            <a:xfrm>
              <a:off x="210534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1935" name="Rectangle 1934">
              <a:extLst>
                <a:ext uri="{FF2B5EF4-FFF2-40B4-BE49-F238E27FC236}">
                  <a16:creationId xmlns:a16="http://schemas.microsoft.com/office/drawing/2014/main" id="{0CD29966-27B7-A303-2C04-49BC6AFFF6FA}"/>
                </a:ext>
              </a:extLst>
            </p:cNvPr>
            <p:cNvSpPr/>
            <p:nvPr/>
          </p:nvSpPr>
          <p:spPr>
            <a:xfrm flipV="1">
              <a:off x="2723327" y="153912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36" name="Oval 15">
              <a:extLst>
                <a:ext uri="{FF2B5EF4-FFF2-40B4-BE49-F238E27FC236}">
                  <a16:creationId xmlns:a16="http://schemas.microsoft.com/office/drawing/2014/main" id="{548ED4B5-02ED-173F-4F3B-5C6B253F18DC}"/>
                </a:ext>
              </a:extLst>
            </p:cNvPr>
            <p:cNvSpPr/>
            <p:nvPr/>
          </p:nvSpPr>
          <p:spPr>
            <a:xfrm>
              <a:off x="2750716" y="157586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37" name="Straight Connector 1936">
              <a:extLst>
                <a:ext uri="{FF2B5EF4-FFF2-40B4-BE49-F238E27FC236}">
                  <a16:creationId xmlns:a16="http://schemas.microsoft.com/office/drawing/2014/main" id="{8E39CE0F-BD90-D3CA-EFB4-65D09A4EAB0B}"/>
                </a:ext>
              </a:extLst>
            </p:cNvPr>
            <p:cNvCxnSpPr>
              <a:cxnSpLocks/>
              <a:stCxn id="1936" idx="0"/>
            </p:cNvCxnSpPr>
            <p:nvPr/>
          </p:nvCxnSpPr>
          <p:spPr>
            <a:xfrm flipV="1">
              <a:off x="2756412" y="1552636"/>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38" name="Straight Connector 1937">
              <a:extLst>
                <a:ext uri="{FF2B5EF4-FFF2-40B4-BE49-F238E27FC236}">
                  <a16:creationId xmlns:a16="http://schemas.microsoft.com/office/drawing/2014/main" id="{1278DB17-76D0-70C5-55D9-246D40CD2CE9}"/>
                </a:ext>
              </a:extLst>
            </p:cNvPr>
            <p:cNvCxnSpPr>
              <a:cxnSpLocks/>
            </p:cNvCxnSpPr>
            <p:nvPr/>
          </p:nvCxnSpPr>
          <p:spPr>
            <a:xfrm>
              <a:off x="2762131" y="1552636"/>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39" name="Group 1938">
            <a:extLst>
              <a:ext uri="{FF2B5EF4-FFF2-40B4-BE49-F238E27FC236}">
                <a16:creationId xmlns:a16="http://schemas.microsoft.com/office/drawing/2014/main" id="{A837B7AE-6692-7792-D8A3-D4CA5A993BFD}"/>
              </a:ext>
            </a:extLst>
          </p:cNvPr>
          <p:cNvGrpSpPr/>
          <p:nvPr/>
        </p:nvGrpSpPr>
        <p:grpSpPr>
          <a:xfrm>
            <a:off x="431659" y="1532275"/>
            <a:ext cx="721893" cy="610039"/>
            <a:chOff x="431659" y="1532275"/>
            <a:chExt cx="721893" cy="610039"/>
          </a:xfrm>
        </p:grpSpPr>
        <p:sp>
          <p:nvSpPr>
            <p:cNvPr id="1940" name="Rectangle 1939">
              <a:extLst>
                <a:ext uri="{FF2B5EF4-FFF2-40B4-BE49-F238E27FC236}">
                  <a16:creationId xmlns:a16="http://schemas.microsoft.com/office/drawing/2014/main" id="{4E2A2048-D93C-97B7-D099-60FD04CE46CF}"/>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1941" name="Right Triangle 1940">
              <a:extLst>
                <a:ext uri="{FF2B5EF4-FFF2-40B4-BE49-F238E27FC236}">
                  <a16:creationId xmlns:a16="http://schemas.microsoft.com/office/drawing/2014/main" id="{B175CB08-0CBF-B2A2-2589-DCA1B7AC5569}"/>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42" name="Group 1941">
              <a:extLst>
                <a:ext uri="{FF2B5EF4-FFF2-40B4-BE49-F238E27FC236}">
                  <a16:creationId xmlns:a16="http://schemas.microsoft.com/office/drawing/2014/main" id="{87ED620B-04F3-FA4A-43DA-D28A11533FC8}"/>
                </a:ext>
              </a:extLst>
            </p:cNvPr>
            <p:cNvGrpSpPr/>
            <p:nvPr/>
          </p:nvGrpSpPr>
          <p:grpSpPr>
            <a:xfrm>
              <a:off x="1102941" y="1538369"/>
              <a:ext cx="37817" cy="61390"/>
              <a:chOff x="3883481" y="2057400"/>
              <a:chExt cx="1608363" cy="2652031"/>
            </a:xfrm>
            <a:solidFill>
              <a:srgbClr val="A6A6A6"/>
            </a:solidFill>
          </p:grpSpPr>
          <p:sp>
            <p:nvSpPr>
              <p:cNvPr id="1943" name="Oval 27">
                <a:extLst>
                  <a:ext uri="{FF2B5EF4-FFF2-40B4-BE49-F238E27FC236}">
                    <a16:creationId xmlns:a16="http://schemas.microsoft.com/office/drawing/2014/main" id="{8223BFBE-0B05-3FD3-999B-8C1FE926922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44" name="Oval 28">
                <a:extLst>
                  <a:ext uri="{FF2B5EF4-FFF2-40B4-BE49-F238E27FC236}">
                    <a16:creationId xmlns:a16="http://schemas.microsoft.com/office/drawing/2014/main" id="{4E6A4FB3-E163-2A6A-7869-02A118E24F5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45" name="Group 1944">
            <a:extLst>
              <a:ext uri="{FF2B5EF4-FFF2-40B4-BE49-F238E27FC236}">
                <a16:creationId xmlns:a16="http://schemas.microsoft.com/office/drawing/2014/main" id="{C0AD6E4D-90D2-E92D-C258-78BAB9512BAC}"/>
              </a:ext>
            </a:extLst>
          </p:cNvPr>
          <p:cNvGrpSpPr/>
          <p:nvPr/>
        </p:nvGrpSpPr>
        <p:grpSpPr>
          <a:xfrm>
            <a:off x="1268842" y="1532275"/>
            <a:ext cx="721206" cy="610039"/>
            <a:chOff x="1268842" y="1532275"/>
            <a:chExt cx="721206" cy="610039"/>
          </a:xfrm>
        </p:grpSpPr>
        <p:sp>
          <p:nvSpPr>
            <p:cNvPr id="1946" name="Rectangle 1945">
              <a:extLst>
                <a:ext uri="{FF2B5EF4-FFF2-40B4-BE49-F238E27FC236}">
                  <a16:creationId xmlns:a16="http://schemas.microsoft.com/office/drawing/2014/main" id="{0C6B748A-BF40-8B9C-777F-8CDD4D95CEB8}"/>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1947" name="Right Triangle 1946">
              <a:extLst>
                <a:ext uri="{FF2B5EF4-FFF2-40B4-BE49-F238E27FC236}">
                  <a16:creationId xmlns:a16="http://schemas.microsoft.com/office/drawing/2014/main" id="{CDBC26A3-9E35-07A1-948A-9A77B7E0058F}"/>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48" name="Group 1947">
              <a:extLst>
                <a:ext uri="{FF2B5EF4-FFF2-40B4-BE49-F238E27FC236}">
                  <a16:creationId xmlns:a16="http://schemas.microsoft.com/office/drawing/2014/main" id="{6D3DA8A0-F597-5FCD-00CC-A9EC235D242F}"/>
                </a:ext>
              </a:extLst>
            </p:cNvPr>
            <p:cNvGrpSpPr/>
            <p:nvPr/>
          </p:nvGrpSpPr>
          <p:grpSpPr>
            <a:xfrm>
              <a:off x="1939437" y="1538369"/>
              <a:ext cx="37817" cy="61390"/>
              <a:chOff x="3883481" y="2057400"/>
              <a:chExt cx="1608363" cy="2652031"/>
            </a:xfrm>
            <a:solidFill>
              <a:srgbClr val="A6A6A6"/>
            </a:solidFill>
          </p:grpSpPr>
          <p:sp>
            <p:nvSpPr>
              <p:cNvPr id="1949" name="Oval 27">
                <a:extLst>
                  <a:ext uri="{FF2B5EF4-FFF2-40B4-BE49-F238E27FC236}">
                    <a16:creationId xmlns:a16="http://schemas.microsoft.com/office/drawing/2014/main" id="{98E7AB5C-F0BF-9D4E-CC2D-8A64212E5AE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50" name="Oval 28">
                <a:extLst>
                  <a:ext uri="{FF2B5EF4-FFF2-40B4-BE49-F238E27FC236}">
                    <a16:creationId xmlns:a16="http://schemas.microsoft.com/office/drawing/2014/main" id="{4265484F-9F88-ADAC-D332-C0F50389BB9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51" name="Group 1950">
            <a:extLst>
              <a:ext uri="{FF2B5EF4-FFF2-40B4-BE49-F238E27FC236}">
                <a16:creationId xmlns:a16="http://schemas.microsoft.com/office/drawing/2014/main" id="{0A3B7F2D-1D83-10B0-642E-BF21F46E06B7}"/>
              </a:ext>
            </a:extLst>
          </p:cNvPr>
          <p:cNvGrpSpPr/>
          <p:nvPr/>
        </p:nvGrpSpPr>
        <p:grpSpPr>
          <a:xfrm>
            <a:off x="2938534" y="811556"/>
            <a:ext cx="721206" cy="609701"/>
            <a:chOff x="2938534" y="811556"/>
            <a:chExt cx="721206" cy="609701"/>
          </a:xfrm>
        </p:grpSpPr>
        <p:sp>
          <p:nvSpPr>
            <p:cNvPr id="1952" name="Rectangle 1951">
              <a:extLst>
                <a:ext uri="{FF2B5EF4-FFF2-40B4-BE49-F238E27FC236}">
                  <a16:creationId xmlns:a16="http://schemas.microsoft.com/office/drawing/2014/main" id="{D63A2E5C-9C22-4550-A05B-C0B44357C252}"/>
                </a:ext>
              </a:extLst>
            </p:cNvPr>
            <p:cNvSpPr/>
            <p:nvPr/>
          </p:nvSpPr>
          <p:spPr>
            <a:xfrm>
              <a:off x="2938534"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1953" name="Rectangle 1952">
              <a:extLst>
                <a:ext uri="{FF2B5EF4-FFF2-40B4-BE49-F238E27FC236}">
                  <a16:creationId xmlns:a16="http://schemas.microsoft.com/office/drawing/2014/main" id="{9BCC6463-2A46-4AB7-E79B-0FFB3ABA12BE}"/>
                </a:ext>
              </a:extLst>
            </p:cNvPr>
            <p:cNvSpPr/>
            <p:nvPr/>
          </p:nvSpPr>
          <p:spPr>
            <a:xfrm flipV="1">
              <a:off x="3554781"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54" name="Oval 15">
              <a:extLst>
                <a:ext uri="{FF2B5EF4-FFF2-40B4-BE49-F238E27FC236}">
                  <a16:creationId xmlns:a16="http://schemas.microsoft.com/office/drawing/2014/main" id="{52A7BBAA-66D4-6464-0B63-7372562C0DA6}"/>
                </a:ext>
              </a:extLst>
            </p:cNvPr>
            <p:cNvSpPr/>
            <p:nvPr/>
          </p:nvSpPr>
          <p:spPr>
            <a:xfrm>
              <a:off x="3582170"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55" name="Straight Connector 1954">
              <a:extLst>
                <a:ext uri="{FF2B5EF4-FFF2-40B4-BE49-F238E27FC236}">
                  <a16:creationId xmlns:a16="http://schemas.microsoft.com/office/drawing/2014/main" id="{A8F0CAB4-7989-0A2B-83BB-DE3481B1ADF2}"/>
                </a:ext>
              </a:extLst>
            </p:cNvPr>
            <p:cNvCxnSpPr>
              <a:cxnSpLocks/>
              <a:stCxn id="1954" idx="0"/>
            </p:cNvCxnSpPr>
            <p:nvPr/>
          </p:nvCxnSpPr>
          <p:spPr>
            <a:xfrm flipV="1">
              <a:off x="3587866"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56" name="Straight Connector 1955">
              <a:extLst>
                <a:ext uri="{FF2B5EF4-FFF2-40B4-BE49-F238E27FC236}">
                  <a16:creationId xmlns:a16="http://schemas.microsoft.com/office/drawing/2014/main" id="{2B3D7365-08C5-27C2-9F6D-711823839291}"/>
                </a:ext>
              </a:extLst>
            </p:cNvPr>
            <p:cNvCxnSpPr>
              <a:cxnSpLocks/>
            </p:cNvCxnSpPr>
            <p:nvPr/>
          </p:nvCxnSpPr>
          <p:spPr>
            <a:xfrm>
              <a:off x="3593585"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57" name="Group 1956">
            <a:extLst>
              <a:ext uri="{FF2B5EF4-FFF2-40B4-BE49-F238E27FC236}">
                <a16:creationId xmlns:a16="http://schemas.microsoft.com/office/drawing/2014/main" id="{81742E6E-0ED1-527E-EDD3-53D377A1C1C3}"/>
              </a:ext>
            </a:extLst>
          </p:cNvPr>
          <p:cNvGrpSpPr/>
          <p:nvPr/>
        </p:nvGrpSpPr>
        <p:grpSpPr>
          <a:xfrm>
            <a:off x="1267284" y="811556"/>
            <a:ext cx="721206" cy="609701"/>
            <a:chOff x="1267284" y="811556"/>
            <a:chExt cx="721206" cy="609701"/>
          </a:xfrm>
        </p:grpSpPr>
        <p:sp>
          <p:nvSpPr>
            <p:cNvPr id="1958" name="Rectangle 1957">
              <a:extLst>
                <a:ext uri="{FF2B5EF4-FFF2-40B4-BE49-F238E27FC236}">
                  <a16:creationId xmlns:a16="http://schemas.microsoft.com/office/drawing/2014/main" id="{177DB96C-767C-127C-4CC9-2167363DEE13}"/>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1959" name="Right Triangle 1958">
              <a:extLst>
                <a:ext uri="{FF2B5EF4-FFF2-40B4-BE49-F238E27FC236}">
                  <a16:creationId xmlns:a16="http://schemas.microsoft.com/office/drawing/2014/main" id="{52D7C7FC-8963-9066-0A4B-302F24DE10CF}"/>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60" name="Group 1959">
              <a:extLst>
                <a:ext uri="{FF2B5EF4-FFF2-40B4-BE49-F238E27FC236}">
                  <a16:creationId xmlns:a16="http://schemas.microsoft.com/office/drawing/2014/main" id="{E9619870-CEE1-645C-391C-10638E2BBB8D}"/>
                </a:ext>
              </a:extLst>
            </p:cNvPr>
            <p:cNvGrpSpPr/>
            <p:nvPr/>
          </p:nvGrpSpPr>
          <p:grpSpPr>
            <a:xfrm>
              <a:off x="1937879" y="819589"/>
              <a:ext cx="37817" cy="61390"/>
              <a:chOff x="3883481" y="2057400"/>
              <a:chExt cx="1608363" cy="2652031"/>
            </a:xfrm>
            <a:solidFill>
              <a:srgbClr val="A6A6A6"/>
            </a:solidFill>
          </p:grpSpPr>
          <p:sp>
            <p:nvSpPr>
              <p:cNvPr id="1961" name="Oval 27">
                <a:extLst>
                  <a:ext uri="{FF2B5EF4-FFF2-40B4-BE49-F238E27FC236}">
                    <a16:creationId xmlns:a16="http://schemas.microsoft.com/office/drawing/2014/main" id="{D4ED9D09-0FD2-2BD1-6E15-413F8565A9E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62" name="Oval 28">
                <a:extLst>
                  <a:ext uri="{FF2B5EF4-FFF2-40B4-BE49-F238E27FC236}">
                    <a16:creationId xmlns:a16="http://schemas.microsoft.com/office/drawing/2014/main" id="{103D6E97-AA84-3FEA-0908-7A685BA1A61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 name="Group 7">
            <a:extLst>
              <a:ext uri="{FF2B5EF4-FFF2-40B4-BE49-F238E27FC236}">
                <a16:creationId xmlns:a16="http://schemas.microsoft.com/office/drawing/2014/main" id="{2D9F47B4-77EC-A80A-B8EF-454052263EC2}"/>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E65999EE-69FF-4105-0F80-49C4CAAE2C1B}"/>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A20E02B3-1A9B-050D-EF89-DA13FC609C12}"/>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C10122A2-7637-9FDE-7BF3-0A01236F4B75}"/>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1E96DCCC-01D8-E17C-2247-5B6FA4BC04A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012E5B30-8E49-F7CB-5877-9FAFA08A357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AE1DBC59-1247-6313-DB9B-3C7EEAB85C82}"/>
              </a:ext>
            </a:extLst>
          </p:cNvPr>
          <p:cNvGrpSpPr/>
          <p:nvPr/>
        </p:nvGrpSpPr>
        <p:grpSpPr>
          <a:xfrm>
            <a:off x="4615774" y="3698231"/>
            <a:ext cx="721206" cy="609701"/>
            <a:chOff x="4615774" y="3698231"/>
            <a:chExt cx="721206" cy="609701"/>
          </a:xfrm>
        </p:grpSpPr>
        <p:sp>
          <p:nvSpPr>
            <p:cNvPr id="15" name="Rectangle 14">
              <a:hlinkHover r:id="" action="ppaction://noaction" highlightClick="1"/>
              <a:extLst>
                <a:ext uri="{FF2B5EF4-FFF2-40B4-BE49-F238E27FC236}">
                  <a16:creationId xmlns:a16="http://schemas.microsoft.com/office/drawing/2014/main" id="{45915222-2569-37EE-7490-7C0029F37F6E}"/>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BF52FCFA-195B-53F9-DFC0-D54DBA2F90E7}"/>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94BC77C3-C34E-8542-E7A2-D620006A6DC6}"/>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2" name="Group 21">
            <a:extLst>
              <a:ext uri="{FF2B5EF4-FFF2-40B4-BE49-F238E27FC236}">
                <a16:creationId xmlns:a16="http://schemas.microsoft.com/office/drawing/2014/main" id="{7032EA0C-08F7-04B6-2372-61C55B29B697}"/>
              </a:ext>
            </a:extLst>
          </p:cNvPr>
          <p:cNvGrpSpPr/>
          <p:nvPr/>
        </p:nvGrpSpPr>
        <p:grpSpPr>
          <a:xfrm>
            <a:off x="2100392" y="4419620"/>
            <a:ext cx="721206" cy="609701"/>
            <a:chOff x="2100392" y="4419620"/>
            <a:chExt cx="721206" cy="609701"/>
          </a:xfrm>
        </p:grpSpPr>
        <p:sp>
          <p:nvSpPr>
            <p:cNvPr id="23" name="Rectangle 22">
              <a:extLst>
                <a:ext uri="{FF2B5EF4-FFF2-40B4-BE49-F238E27FC236}">
                  <a16:creationId xmlns:a16="http://schemas.microsoft.com/office/drawing/2014/main" id="{EBA6A236-C7F8-52DA-0377-B158E5247B74}"/>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4" name="Right Triangle 23">
              <a:extLst>
                <a:ext uri="{FF2B5EF4-FFF2-40B4-BE49-F238E27FC236}">
                  <a16:creationId xmlns:a16="http://schemas.microsoft.com/office/drawing/2014/main" id="{8FEBBCFB-C693-3308-5ED8-B7FDD2D79DBC}"/>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5" name="Group 24">
              <a:extLst>
                <a:ext uri="{FF2B5EF4-FFF2-40B4-BE49-F238E27FC236}">
                  <a16:creationId xmlns:a16="http://schemas.microsoft.com/office/drawing/2014/main" id="{D06DB53B-C94E-4F22-55A4-E86791B15D1C}"/>
                </a:ext>
              </a:extLst>
            </p:cNvPr>
            <p:cNvGrpSpPr/>
            <p:nvPr/>
          </p:nvGrpSpPr>
          <p:grpSpPr>
            <a:xfrm>
              <a:off x="2769856" y="4434450"/>
              <a:ext cx="37817" cy="61390"/>
              <a:chOff x="3883481" y="2057400"/>
              <a:chExt cx="1608363" cy="2652031"/>
            </a:xfrm>
            <a:solidFill>
              <a:srgbClr val="A6A6A6">
                <a:alpha val="20000"/>
              </a:srgbClr>
            </a:solidFill>
          </p:grpSpPr>
          <p:sp>
            <p:nvSpPr>
              <p:cNvPr id="26" name="Oval 27">
                <a:extLst>
                  <a:ext uri="{FF2B5EF4-FFF2-40B4-BE49-F238E27FC236}">
                    <a16:creationId xmlns:a16="http://schemas.microsoft.com/office/drawing/2014/main" id="{289BA022-3C76-1C2F-38FB-69803EBBC7A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Oval 28">
                <a:extLst>
                  <a:ext uri="{FF2B5EF4-FFF2-40B4-BE49-F238E27FC236}">
                    <a16:creationId xmlns:a16="http://schemas.microsoft.com/office/drawing/2014/main" id="{960BDB1D-FF79-EF62-860D-07199F2D249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8" name="Group 27">
            <a:extLst>
              <a:ext uri="{FF2B5EF4-FFF2-40B4-BE49-F238E27FC236}">
                <a16:creationId xmlns:a16="http://schemas.microsoft.com/office/drawing/2014/main" id="{062E7F38-5E47-4730-4044-A36579B5EC2A}"/>
              </a:ext>
            </a:extLst>
          </p:cNvPr>
          <p:cNvGrpSpPr/>
          <p:nvPr/>
        </p:nvGrpSpPr>
        <p:grpSpPr>
          <a:xfrm>
            <a:off x="10525295" y="101134"/>
            <a:ext cx="721206" cy="609701"/>
            <a:chOff x="10520479" y="90836"/>
            <a:chExt cx="721206" cy="609701"/>
          </a:xfrm>
        </p:grpSpPr>
        <p:sp>
          <p:nvSpPr>
            <p:cNvPr id="29" name="Rectangle 28">
              <a:hlinkHover r:id="" action="ppaction://noaction" highlightClick="1"/>
              <a:extLst>
                <a:ext uri="{FF2B5EF4-FFF2-40B4-BE49-F238E27FC236}">
                  <a16:creationId xmlns:a16="http://schemas.microsoft.com/office/drawing/2014/main" id="{274E92B3-6967-8E42-C724-F9E52D34A76D}"/>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30" name="Oval 29">
              <a:extLst>
                <a:ext uri="{FF2B5EF4-FFF2-40B4-BE49-F238E27FC236}">
                  <a16:creationId xmlns:a16="http://schemas.microsoft.com/office/drawing/2014/main" id="{1CF639FF-40FC-3B59-907F-B79856833EE0}"/>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1" name="Isosceles Triangle 648">
              <a:extLst>
                <a:ext uri="{FF2B5EF4-FFF2-40B4-BE49-F238E27FC236}">
                  <a16:creationId xmlns:a16="http://schemas.microsoft.com/office/drawing/2014/main" id="{D272B10E-A1AC-DB85-75C1-B1ECB1AE4BEE}"/>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6" name="Group 35">
            <a:extLst>
              <a:ext uri="{FF2B5EF4-FFF2-40B4-BE49-F238E27FC236}">
                <a16:creationId xmlns:a16="http://schemas.microsoft.com/office/drawing/2014/main" id="{BF9B7627-C9CE-28C4-C0E4-E7373EAEAFAC}"/>
              </a:ext>
            </a:extLst>
          </p:cNvPr>
          <p:cNvGrpSpPr/>
          <p:nvPr/>
        </p:nvGrpSpPr>
        <p:grpSpPr>
          <a:xfrm>
            <a:off x="8807246" y="1508831"/>
            <a:ext cx="721206" cy="609701"/>
            <a:chOff x="8807246" y="1532278"/>
            <a:chExt cx="721206" cy="609701"/>
          </a:xfrm>
        </p:grpSpPr>
        <p:sp>
          <p:nvSpPr>
            <p:cNvPr id="37" name="Rectangle 36">
              <a:hlinkHover r:id="" action="ppaction://noaction" highlightClick="1"/>
              <a:extLst>
                <a:ext uri="{FF2B5EF4-FFF2-40B4-BE49-F238E27FC236}">
                  <a16:creationId xmlns:a16="http://schemas.microsoft.com/office/drawing/2014/main" id="{CCA0E669-EE7A-3880-9BE8-47A537571975}"/>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38" name="Oval 37">
              <a:extLst>
                <a:ext uri="{FF2B5EF4-FFF2-40B4-BE49-F238E27FC236}">
                  <a16:creationId xmlns:a16="http://schemas.microsoft.com/office/drawing/2014/main" id="{7926BCB7-241D-8953-9B97-C905374A9D85}"/>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 name="Isosceles Triangle 648">
              <a:extLst>
                <a:ext uri="{FF2B5EF4-FFF2-40B4-BE49-F238E27FC236}">
                  <a16:creationId xmlns:a16="http://schemas.microsoft.com/office/drawing/2014/main" id="{9DBA8B81-99C6-5EF5-F741-AA30EA8A1D1E}"/>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0" name="Group 39">
            <a:extLst>
              <a:ext uri="{FF2B5EF4-FFF2-40B4-BE49-F238E27FC236}">
                <a16:creationId xmlns:a16="http://schemas.microsoft.com/office/drawing/2014/main" id="{0862BD0B-5160-3245-0814-F2CD1E705E6D}"/>
              </a:ext>
            </a:extLst>
          </p:cNvPr>
          <p:cNvGrpSpPr/>
          <p:nvPr/>
        </p:nvGrpSpPr>
        <p:grpSpPr>
          <a:xfrm>
            <a:off x="11356242" y="1508829"/>
            <a:ext cx="721206" cy="609701"/>
            <a:chOff x="11356242" y="1532276"/>
            <a:chExt cx="721206" cy="609701"/>
          </a:xfrm>
        </p:grpSpPr>
        <p:sp>
          <p:nvSpPr>
            <p:cNvPr id="41" name="Rectangle 40">
              <a:hlinkHover r:id="" action="ppaction://noaction" highlightClick="1"/>
              <a:extLst>
                <a:ext uri="{FF2B5EF4-FFF2-40B4-BE49-F238E27FC236}">
                  <a16:creationId xmlns:a16="http://schemas.microsoft.com/office/drawing/2014/main" id="{BA8A1ADD-79DC-4CEA-1FF0-C2AD1F314DA9}"/>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42" name="Oval 41">
              <a:extLst>
                <a:ext uri="{FF2B5EF4-FFF2-40B4-BE49-F238E27FC236}">
                  <a16:creationId xmlns:a16="http://schemas.microsoft.com/office/drawing/2014/main" id="{C660B6E2-6F78-1A78-47BB-D8A4EB841A19}"/>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 name="Isosceles Triangle 648">
              <a:extLst>
                <a:ext uri="{FF2B5EF4-FFF2-40B4-BE49-F238E27FC236}">
                  <a16:creationId xmlns:a16="http://schemas.microsoft.com/office/drawing/2014/main" id="{81137CE5-3E89-76F8-A936-334B66EAB933}"/>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60" name="Group 1859">
            <a:extLst>
              <a:ext uri="{FF2B5EF4-FFF2-40B4-BE49-F238E27FC236}">
                <a16:creationId xmlns:a16="http://schemas.microsoft.com/office/drawing/2014/main" id="{9EF6A7CC-A424-A125-F185-005738542C31}"/>
              </a:ext>
            </a:extLst>
          </p:cNvPr>
          <p:cNvGrpSpPr/>
          <p:nvPr/>
        </p:nvGrpSpPr>
        <p:grpSpPr>
          <a:xfrm>
            <a:off x="3776511" y="2974054"/>
            <a:ext cx="724141" cy="609701"/>
            <a:chOff x="3776511" y="2974054"/>
            <a:chExt cx="724141" cy="609701"/>
          </a:xfrm>
        </p:grpSpPr>
        <p:sp>
          <p:nvSpPr>
            <p:cNvPr id="1861" name="Rectangle 1860">
              <a:extLst>
                <a:ext uri="{FF2B5EF4-FFF2-40B4-BE49-F238E27FC236}">
                  <a16:creationId xmlns:a16="http://schemas.microsoft.com/office/drawing/2014/main" id="{D2EB0425-52DB-0373-492F-1A557F36A436}"/>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1862" name="Right Triangle 1861">
              <a:extLst>
                <a:ext uri="{FF2B5EF4-FFF2-40B4-BE49-F238E27FC236}">
                  <a16:creationId xmlns:a16="http://schemas.microsoft.com/office/drawing/2014/main" id="{78B752D9-1A90-34F3-A9C5-18D9B5A43805}"/>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863" name="Group 1862">
              <a:extLst>
                <a:ext uri="{FF2B5EF4-FFF2-40B4-BE49-F238E27FC236}">
                  <a16:creationId xmlns:a16="http://schemas.microsoft.com/office/drawing/2014/main" id="{E44F8A6A-7DB3-F9F4-B64D-E45D8BDF3DDB}"/>
                </a:ext>
              </a:extLst>
            </p:cNvPr>
            <p:cNvGrpSpPr/>
            <p:nvPr/>
          </p:nvGrpSpPr>
          <p:grpSpPr>
            <a:xfrm>
              <a:off x="4450041" y="2982563"/>
              <a:ext cx="37817" cy="61390"/>
              <a:chOff x="3883481" y="2057400"/>
              <a:chExt cx="1608363" cy="2652031"/>
            </a:xfrm>
            <a:solidFill>
              <a:srgbClr val="A6A6A6"/>
            </a:solidFill>
          </p:grpSpPr>
          <p:sp>
            <p:nvSpPr>
              <p:cNvPr id="1864" name="Oval 27">
                <a:extLst>
                  <a:ext uri="{FF2B5EF4-FFF2-40B4-BE49-F238E27FC236}">
                    <a16:creationId xmlns:a16="http://schemas.microsoft.com/office/drawing/2014/main" id="{613F84FE-83FE-E4CE-D875-1E7FA67D574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65" name="Oval 28">
                <a:extLst>
                  <a:ext uri="{FF2B5EF4-FFF2-40B4-BE49-F238E27FC236}">
                    <a16:creationId xmlns:a16="http://schemas.microsoft.com/office/drawing/2014/main" id="{366ACE1F-AD7D-4ADA-58C8-902B7158418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56" name="Group 1855">
            <a:extLst>
              <a:ext uri="{FF2B5EF4-FFF2-40B4-BE49-F238E27FC236}">
                <a16:creationId xmlns:a16="http://schemas.microsoft.com/office/drawing/2014/main" id="{2A73734A-64F9-E78D-F727-327EF5797BDE}"/>
              </a:ext>
            </a:extLst>
          </p:cNvPr>
          <p:cNvGrpSpPr/>
          <p:nvPr/>
        </p:nvGrpSpPr>
        <p:grpSpPr>
          <a:xfrm>
            <a:off x="4605608" y="811556"/>
            <a:ext cx="722055" cy="609701"/>
            <a:chOff x="4605608" y="811556"/>
            <a:chExt cx="722055" cy="609701"/>
          </a:xfrm>
        </p:grpSpPr>
        <p:sp>
          <p:nvSpPr>
            <p:cNvPr id="1857" name="Rectangle 1856">
              <a:extLst>
                <a:ext uri="{FF2B5EF4-FFF2-40B4-BE49-F238E27FC236}">
                  <a16:creationId xmlns:a16="http://schemas.microsoft.com/office/drawing/2014/main" id="{C587872E-E3D0-5DC1-FBEA-77C9DD37D98A}"/>
                </a:ext>
              </a:extLst>
            </p:cNvPr>
            <p:cNvSpPr/>
            <p:nvPr/>
          </p:nvSpPr>
          <p:spPr>
            <a:xfrm>
              <a:off x="4605608" y="811556"/>
              <a:ext cx="721203"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858" name="Rectangle 1857">
              <a:extLst>
                <a:ext uri="{FF2B5EF4-FFF2-40B4-BE49-F238E27FC236}">
                  <a16:creationId xmlns:a16="http://schemas.microsoft.com/office/drawing/2014/main" id="{139A19E5-7D20-63AB-7F8F-5F52E580B782}"/>
                </a:ext>
              </a:extLst>
            </p:cNvPr>
            <p:cNvSpPr/>
            <p:nvPr/>
          </p:nvSpPr>
          <p:spPr>
            <a:xfrm flipV="1">
              <a:off x="5227471"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59" name="Oval 15">
              <a:extLst>
                <a:ext uri="{FF2B5EF4-FFF2-40B4-BE49-F238E27FC236}">
                  <a16:creationId xmlns:a16="http://schemas.microsoft.com/office/drawing/2014/main" id="{646A5D42-4042-64E2-F8CB-F633F5CFFE62}"/>
                </a:ext>
              </a:extLst>
            </p:cNvPr>
            <p:cNvSpPr/>
            <p:nvPr/>
          </p:nvSpPr>
          <p:spPr>
            <a:xfrm>
              <a:off x="5254860"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72" name="Straight Connector 1871">
              <a:extLst>
                <a:ext uri="{FF2B5EF4-FFF2-40B4-BE49-F238E27FC236}">
                  <a16:creationId xmlns:a16="http://schemas.microsoft.com/office/drawing/2014/main" id="{0B80A1CD-2101-6D85-2E5F-C1C77D575E8E}"/>
                </a:ext>
              </a:extLst>
            </p:cNvPr>
            <p:cNvCxnSpPr>
              <a:cxnSpLocks/>
              <a:stCxn id="1859" idx="0"/>
            </p:cNvCxnSpPr>
            <p:nvPr/>
          </p:nvCxnSpPr>
          <p:spPr>
            <a:xfrm flipV="1">
              <a:off x="5260557"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73" name="Straight Connector 1872">
              <a:extLst>
                <a:ext uri="{FF2B5EF4-FFF2-40B4-BE49-F238E27FC236}">
                  <a16:creationId xmlns:a16="http://schemas.microsoft.com/office/drawing/2014/main" id="{2E7555A4-3800-166B-A500-A1828D4D08F5}"/>
                </a:ext>
              </a:extLst>
            </p:cNvPr>
            <p:cNvCxnSpPr>
              <a:cxnSpLocks/>
            </p:cNvCxnSpPr>
            <p:nvPr/>
          </p:nvCxnSpPr>
          <p:spPr>
            <a:xfrm>
              <a:off x="5266276"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74" name="Group 1873">
            <a:extLst>
              <a:ext uri="{FF2B5EF4-FFF2-40B4-BE49-F238E27FC236}">
                <a16:creationId xmlns:a16="http://schemas.microsoft.com/office/drawing/2014/main" id="{03645787-E285-4532-4137-D457F0106D6A}"/>
              </a:ext>
            </a:extLst>
          </p:cNvPr>
          <p:cNvGrpSpPr/>
          <p:nvPr/>
        </p:nvGrpSpPr>
        <p:grpSpPr>
          <a:xfrm>
            <a:off x="7113074" y="816139"/>
            <a:ext cx="721206" cy="609701"/>
            <a:chOff x="7957576" y="811556"/>
            <a:chExt cx="721206" cy="609701"/>
          </a:xfrm>
        </p:grpSpPr>
        <p:sp>
          <p:nvSpPr>
            <p:cNvPr id="1875" name="Rectangle 1874">
              <a:extLst>
                <a:ext uri="{FF2B5EF4-FFF2-40B4-BE49-F238E27FC236}">
                  <a16:creationId xmlns:a16="http://schemas.microsoft.com/office/drawing/2014/main" id="{5E0C6B82-D842-3230-4B18-3C7057BE20C4}"/>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876" name="Rectangle 1875">
              <a:extLst>
                <a:ext uri="{FF2B5EF4-FFF2-40B4-BE49-F238E27FC236}">
                  <a16:creationId xmlns:a16="http://schemas.microsoft.com/office/drawing/2014/main" id="{FCEDCC5D-B031-0CCC-A280-2E3C255AB115}"/>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77" name="Oval 15">
              <a:extLst>
                <a:ext uri="{FF2B5EF4-FFF2-40B4-BE49-F238E27FC236}">
                  <a16:creationId xmlns:a16="http://schemas.microsoft.com/office/drawing/2014/main" id="{6B9EF852-7017-A3D5-A0A2-C6AE085CC2C9}"/>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78" name="Straight Connector 1877">
              <a:extLst>
                <a:ext uri="{FF2B5EF4-FFF2-40B4-BE49-F238E27FC236}">
                  <a16:creationId xmlns:a16="http://schemas.microsoft.com/office/drawing/2014/main" id="{90737C30-F937-FD6E-3014-7848B075BE5E}"/>
                </a:ext>
              </a:extLst>
            </p:cNvPr>
            <p:cNvCxnSpPr>
              <a:cxnSpLocks/>
              <a:stCxn id="1877"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79" name="Straight Connector 1878">
              <a:extLst>
                <a:ext uri="{FF2B5EF4-FFF2-40B4-BE49-F238E27FC236}">
                  <a16:creationId xmlns:a16="http://schemas.microsoft.com/office/drawing/2014/main" id="{364B3E0D-40EC-DA5E-AEB7-9D60C77375AB}"/>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80" name="Group 1879">
            <a:extLst>
              <a:ext uri="{FF2B5EF4-FFF2-40B4-BE49-F238E27FC236}">
                <a16:creationId xmlns:a16="http://schemas.microsoft.com/office/drawing/2014/main" id="{5D56F2B3-AFEB-EEDE-4CE5-B23059ED3AD1}"/>
              </a:ext>
            </a:extLst>
          </p:cNvPr>
          <p:cNvGrpSpPr/>
          <p:nvPr/>
        </p:nvGrpSpPr>
        <p:grpSpPr>
          <a:xfrm>
            <a:off x="9651394" y="811173"/>
            <a:ext cx="721206" cy="609701"/>
            <a:chOff x="9657972" y="90836"/>
            <a:chExt cx="721206" cy="609701"/>
          </a:xfrm>
        </p:grpSpPr>
        <p:sp>
          <p:nvSpPr>
            <p:cNvPr id="1881" name="Rectangle 1880">
              <a:hlinkHover r:id="" action="ppaction://noaction" highlightClick="1"/>
              <a:extLst>
                <a:ext uri="{FF2B5EF4-FFF2-40B4-BE49-F238E27FC236}">
                  <a16:creationId xmlns:a16="http://schemas.microsoft.com/office/drawing/2014/main" id="{651DE5BF-1633-B0E0-7A85-2C31B0620DE6}"/>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882" name="Diamond 1881">
              <a:extLst>
                <a:ext uri="{FF2B5EF4-FFF2-40B4-BE49-F238E27FC236}">
                  <a16:creationId xmlns:a16="http://schemas.microsoft.com/office/drawing/2014/main" id="{83E67987-3D81-E91C-AA05-C276E8B3B0A7}"/>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83" name="Oval 1882">
              <a:extLst>
                <a:ext uri="{FF2B5EF4-FFF2-40B4-BE49-F238E27FC236}">
                  <a16:creationId xmlns:a16="http://schemas.microsoft.com/office/drawing/2014/main" id="{5BE649B0-F222-AD9A-2E98-9AB9C309786D}"/>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84" name="Group 1883">
            <a:extLst>
              <a:ext uri="{FF2B5EF4-FFF2-40B4-BE49-F238E27FC236}">
                <a16:creationId xmlns:a16="http://schemas.microsoft.com/office/drawing/2014/main" id="{A50849EF-6637-1DB8-AF79-A208C4C5A397}"/>
              </a:ext>
            </a:extLst>
          </p:cNvPr>
          <p:cNvGrpSpPr/>
          <p:nvPr/>
        </p:nvGrpSpPr>
        <p:grpSpPr>
          <a:xfrm>
            <a:off x="2102908" y="811556"/>
            <a:ext cx="721206" cy="609701"/>
            <a:chOff x="2102908" y="811556"/>
            <a:chExt cx="721206" cy="609701"/>
          </a:xfrm>
        </p:grpSpPr>
        <p:sp>
          <p:nvSpPr>
            <p:cNvPr id="1885" name="Rectangle 1884">
              <a:extLst>
                <a:ext uri="{FF2B5EF4-FFF2-40B4-BE49-F238E27FC236}">
                  <a16:creationId xmlns:a16="http://schemas.microsoft.com/office/drawing/2014/main" id="{86ECC4EF-BCBD-D405-C336-E5D8BC1EADA2}"/>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86" name="Rectangle 1885">
              <a:extLst>
                <a:ext uri="{FF2B5EF4-FFF2-40B4-BE49-F238E27FC236}">
                  <a16:creationId xmlns:a16="http://schemas.microsoft.com/office/drawing/2014/main" id="{ED4BFD38-B8AF-50E1-FDC7-B48410BBD4DF}"/>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87" name="Oval 15">
              <a:extLst>
                <a:ext uri="{FF2B5EF4-FFF2-40B4-BE49-F238E27FC236}">
                  <a16:creationId xmlns:a16="http://schemas.microsoft.com/office/drawing/2014/main" id="{2561224F-B5AB-9013-613E-1C87A7633748}"/>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88" name="Straight Connector 1887">
              <a:extLst>
                <a:ext uri="{FF2B5EF4-FFF2-40B4-BE49-F238E27FC236}">
                  <a16:creationId xmlns:a16="http://schemas.microsoft.com/office/drawing/2014/main" id="{1C45F608-8C0F-D243-E0B6-5B71532B5182}"/>
                </a:ext>
              </a:extLst>
            </p:cNvPr>
            <p:cNvCxnSpPr>
              <a:cxnSpLocks/>
              <a:stCxn id="1887"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889" name="Straight Connector 1888">
              <a:extLst>
                <a:ext uri="{FF2B5EF4-FFF2-40B4-BE49-F238E27FC236}">
                  <a16:creationId xmlns:a16="http://schemas.microsoft.com/office/drawing/2014/main" id="{942725D3-0BC0-4D15-7F71-ABFA0243ACBC}"/>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90" name="Group 1889">
            <a:extLst>
              <a:ext uri="{FF2B5EF4-FFF2-40B4-BE49-F238E27FC236}">
                <a16:creationId xmlns:a16="http://schemas.microsoft.com/office/drawing/2014/main" id="{A8EA6FD3-E2C6-073F-52C9-7BE3ABF822A5}"/>
              </a:ext>
            </a:extLst>
          </p:cNvPr>
          <p:cNvGrpSpPr/>
          <p:nvPr/>
        </p:nvGrpSpPr>
        <p:grpSpPr>
          <a:xfrm>
            <a:off x="10506594" y="811556"/>
            <a:ext cx="721220" cy="609701"/>
            <a:chOff x="10506594" y="811556"/>
            <a:chExt cx="721220" cy="609701"/>
          </a:xfrm>
        </p:grpSpPr>
        <p:sp>
          <p:nvSpPr>
            <p:cNvPr id="1891" name="Rectangle 1890">
              <a:extLst>
                <a:ext uri="{FF2B5EF4-FFF2-40B4-BE49-F238E27FC236}">
                  <a16:creationId xmlns:a16="http://schemas.microsoft.com/office/drawing/2014/main" id="{835D3760-09DE-DB66-32B1-8D36A06270D2}"/>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92" name="Rectangle 1891">
              <a:extLst>
                <a:ext uri="{FF2B5EF4-FFF2-40B4-BE49-F238E27FC236}">
                  <a16:creationId xmlns:a16="http://schemas.microsoft.com/office/drawing/2014/main" id="{9FDC98F7-ED35-422F-5238-36E7B838FF3C}"/>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93" name="Oval 15">
              <a:extLst>
                <a:ext uri="{FF2B5EF4-FFF2-40B4-BE49-F238E27FC236}">
                  <a16:creationId xmlns:a16="http://schemas.microsoft.com/office/drawing/2014/main" id="{8C1808B2-2493-F7EC-5A59-34EF46AF3BAE}"/>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94" name="Straight Connector 1893">
              <a:extLst>
                <a:ext uri="{FF2B5EF4-FFF2-40B4-BE49-F238E27FC236}">
                  <a16:creationId xmlns:a16="http://schemas.microsoft.com/office/drawing/2014/main" id="{79D9DFBE-7992-8FD9-2388-8FBC8E8DE5D6}"/>
                </a:ext>
              </a:extLst>
            </p:cNvPr>
            <p:cNvCxnSpPr>
              <a:cxnSpLocks/>
              <a:stCxn id="1893"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95" name="Straight Connector 1894">
              <a:extLst>
                <a:ext uri="{FF2B5EF4-FFF2-40B4-BE49-F238E27FC236}">
                  <a16:creationId xmlns:a16="http://schemas.microsoft.com/office/drawing/2014/main" id="{47F0096B-8869-BBA3-0559-68C348D28BE1}"/>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96" name="Group 1895">
            <a:extLst>
              <a:ext uri="{FF2B5EF4-FFF2-40B4-BE49-F238E27FC236}">
                <a16:creationId xmlns:a16="http://schemas.microsoft.com/office/drawing/2014/main" id="{3E80E450-51B3-4AC8-3F4A-33351F13342C}"/>
              </a:ext>
            </a:extLst>
          </p:cNvPr>
          <p:cNvGrpSpPr/>
          <p:nvPr/>
        </p:nvGrpSpPr>
        <p:grpSpPr>
          <a:xfrm>
            <a:off x="10508723" y="1536662"/>
            <a:ext cx="721206" cy="609701"/>
            <a:chOff x="11356242" y="1532276"/>
            <a:chExt cx="721206" cy="609701"/>
          </a:xfrm>
        </p:grpSpPr>
        <p:sp>
          <p:nvSpPr>
            <p:cNvPr id="1897" name="Rectangle 1896">
              <a:hlinkHover r:id="" action="ppaction://noaction" highlightClick="1"/>
              <a:extLst>
                <a:ext uri="{FF2B5EF4-FFF2-40B4-BE49-F238E27FC236}">
                  <a16:creationId xmlns:a16="http://schemas.microsoft.com/office/drawing/2014/main" id="{E90A51CC-0BFE-C97C-DDDB-A4724D76FE03}"/>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898" name="Oval 1897">
              <a:extLst>
                <a:ext uri="{FF2B5EF4-FFF2-40B4-BE49-F238E27FC236}">
                  <a16:creationId xmlns:a16="http://schemas.microsoft.com/office/drawing/2014/main" id="{69014BF0-9FB0-CD38-BBB1-0DBA0ECCF33F}"/>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99" name="Isosceles Triangle 648">
              <a:extLst>
                <a:ext uri="{FF2B5EF4-FFF2-40B4-BE49-F238E27FC236}">
                  <a16:creationId xmlns:a16="http://schemas.microsoft.com/office/drawing/2014/main" id="{DBAC6EEE-253F-0467-91F8-B71EC216599E}"/>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 name="Group 63">
            <a:extLst>
              <a:ext uri="{FF2B5EF4-FFF2-40B4-BE49-F238E27FC236}">
                <a16:creationId xmlns:a16="http://schemas.microsoft.com/office/drawing/2014/main" id="{C4A39040-6425-449C-B124-25BF79E16957}"/>
              </a:ext>
            </a:extLst>
          </p:cNvPr>
          <p:cNvGrpSpPr/>
          <p:nvPr/>
        </p:nvGrpSpPr>
        <p:grpSpPr>
          <a:xfrm>
            <a:off x="7957586" y="2253332"/>
            <a:ext cx="721206" cy="609701"/>
            <a:chOff x="7957586" y="2253332"/>
            <a:chExt cx="721206" cy="609701"/>
          </a:xfrm>
        </p:grpSpPr>
        <p:sp>
          <p:nvSpPr>
            <p:cNvPr id="65" name="Rectangle 64">
              <a:extLst>
                <a:ext uri="{FF2B5EF4-FFF2-40B4-BE49-F238E27FC236}">
                  <a16:creationId xmlns:a16="http://schemas.microsoft.com/office/drawing/2014/main" id="{664185B6-6E07-8A02-605D-978389D536E6}"/>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66" name="Right Triangle 65">
              <a:extLst>
                <a:ext uri="{FF2B5EF4-FFF2-40B4-BE49-F238E27FC236}">
                  <a16:creationId xmlns:a16="http://schemas.microsoft.com/office/drawing/2014/main" id="{B35CF312-CD7B-4D93-72A5-B8FD5B295AD3}"/>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 name="Group 66">
              <a:extLst>
                <a:ext uri="{FF2B5EF4-FFF2-40B4-BE49-F238E27FC236}">
                  <a16:creationId xmlns:a16="http://schemas.microsoft.com/office/drawing/2014/main" id="{6C9FF98D-DFFF-7B0B-C550-0EEDCDCD6D81}"/>
                </a:ext>
              </a:extLst>
            </p:cNvPr>
            <p:cNvGrpSpPr/>
            <p:nvPr/>
          </p:nvGrpSpPr>
          <p:grpSpPr>
            <a:xfrm>
              <a:off x="8621942" y="2262669"/>
              <a:ext cx="37817" cy="61390"/>
              <a:chOff x="3883481" y="2057400"/>
              <a:chExt cx="1608363" cy="2652031"/>
            </a:xfrm>
            <a:solidFill>
              <a:srgbClr val="A6A6A6">
                <a:alpha val="20000"/>
              </a:srgbClr>
            </a:solidFill>
          </p:grpSpPr>
          <p:sp>
            <p:nvSpPr>
              <p:cNvPr id="68" name="Oval 27">
                <a:extLst>
                  <a:ext uri="{FF2B5EF4-FFF2-40B4-BE49-F238E27FC236}">
                    <a16:creationId xmlns:a16="http://schemas.microsoft.com/office/drawing/2014/main" id="{98F11079-58FB-15CB-D52F-AFFECA64859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 name="Oval 28">
                <a:extLst>
                  <a:ext uri="{FF2B5EF4-FFF2-40B4-BE49-F238E27FC236}">
                    <a16:creationId xmlns:a16="http://schemas.microsoft.com/office/drawing/2014/main" id="{9EBE0145-ED9F-DD99-1F83-925130D2E83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 name="Group 69">
            <a:extLst>
              <a:ext uri="{FF2B5EF4-FFF2-40B4-BE49-F238E27FC236}">
                <a16:creationId xmlns:a16="http://schemas.microsoft.com/office/drawing/2014/main" id="{DB89360E-05BC-0E24-DC59-D2D39670DE2D}"/>
              </a:ext>
            </a:extLst>
          </p:cNvPr>
          <p:cNvGrpSpPr/>
          <p:nvPr/>
        </p:nvGrpSpPr>
        <p:grpSpPr>
          <a:xfrm>
            <a:off x="6290730" y="2257176"/>
            <a:ext cx="721206" cy="609701"/>
            <a:chOff x="8807250" y="2253334"/>
            <a:chExt cx="721206" cy="609701"/>
          </a:xfrm>
        </p:grpSpPr>
        <p:sp>
          <p:nvSpPr>
            <p:cNvPr id="71" name="Rectangle 70">
              <a:extLst>
                <a:ext uri="{FF2B5EF4-FFF2-40B4-BE49-F238E27FC236}">
                  <a16:creationId xmlns:a16="http://schemas.microsoft.com/office/drawing/2014/main" id="{FCFE126E-A832-3D04-A922-18E73DBF9EB0}"/>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90" name="Right Triangle 89">
              <a:extLst>
                <a:ext uri="{FF2B5EF4-FFF2-40B4-BE49-F238E27FC236}">
                  <a16:creationId xmlns:a16="http://schemas.microsoft.com/office/drawing/2014/main" id="{229C7F35-336C-C9D1-C3A1-2E1FB78136D4}"/>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 name="Oval 27">
              <a:extLst>
                <a:ext uri="{FF2B5EF4-FFF2-40B4-BE49-F238E27FC236}">
                  <a16:creationId xmlns:a16="http://schemas.microsoft.com/office/drawing/2014/main" id="{2BCD9E15-02EF-ADA2-5DBE-637D24F7D5DF}"/>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 name="Oval 28">
              <a:extLst>
                <a:ext uri="{FF2B5EF4-FFF2-40B4-BE49-F238E27FC236}">
                  <a16:creationId xmlns:a16="http://schemas.microsoft.com/office/drawing/2014/main" id="{D726772C-522C-25BE-2B0A-289BB1823F10}"/>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 name="Group 92">
            <a:extLst>
              <a:ext uri="{FF2B5EF4-FFF2-40B4-BE49-F238E27FC236}">
                <a16:creationId xmlns:a16="http://schemas.microsoft.com/office/drawing/2014/main" id="{3C8E77F2-05FA-E6F4-BCBF-026B7DADAAB1}"/>
              </a:ext>
            </a:extLst>
          </p:cNvPr>
          <p:cNvGrpSpPr/>
          <p:nvPr/>
        </p:nvGrpSpPr>
        <p:grpSpPr>
          <a:xfrm>
            <a:off x="9656903" y="2253333"/>
            <a:ext cx="721220" cy="609701"/>
            <a:chOff x="9656903" y="2253333"/>
            <a:chExt cx="721220" cy="609701"/>
          </a:xfrm>
        </p:grpSpPr>
        <p:sp>
          <p:nvSpPr>
            <p:cNvPr id="94" name="Rectangle 93">
              <a:hlinkHover r:id="" action="ppaction://noaction" highlightClick="1"/>
              <a:extLst>
                <a:ext uri="{FF2B5EF4-FFF2-40B4-BE49-F238E27FC236}">
                  <a16:creationId xmlns:a16="http://schemas.microsoft.com/office/drawing/2014/main" id="{145B0B44-7FED-5851-96E8-DA090537F17F}"/>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95" name="Rectangle 94">
              <a:extLst>
                <a:ext uri="{FF2B5EF4-FFF2-40B4-BE49-F238E27FC236}">
                  <a16:creationId xmlns:a16="http://schemas.microsoft.com/office/drawing/2014/main" id="{F651A6B2-BEE7-5C0F-DEAF-82F4FAA997D6}"/>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 name="Oval 15">
              <a:extLst>
                <a:ext uri="{FF2B5EF4-FFF2-40B4-BE49-F238E27FC236}">
                  <a16:creationId xmlns:a16="http://schemas.microsoft.com/office/drawing/2014/main" id="{BB3FEA75-1927-E17C-8D58-157EF634F9E6}"/>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7" name="Straight Connector 96">
              <a:extLst>
                <a:ext uri="{FF2B5EF4-FFF2-40B4-BE49-F238E27FC236}">
                  <a16:creationId xmlns:a16="http://schemas.microsoft.com/office/drawing/2014/main" id="{B0D2C9B7-36E6-1A76-F710-FD1EE1F11636}"/>
                </a:ext>
              </a:extLst>
            </p:cNvPr>
            <p:cNvCxnSpPr>
              <a:cxnSpLocks/>
              <a:stCxn id="9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9" name="Straight Connector 98">
              <a:extLst>
                <a:ext uri="{FF2B5EF4-FFF2-40B4-BE49-F238E27FC236}">
                  <a16:creationId xmlns:a16="http://schemas.microsoft.com/office/drawing/2014/main" id="{A97666AA-BE8C-D5CA-A2C7-C338E0005A15}"/>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0" name="Group 99">
            <a:extLst>
              <a:ext uri="{FF2B5EF4-FFF2-40B4-BE49-F238E27FC236}">
                <a16:creationId xmlns:a16="http://schemas.microsoft.com/office/drawing/2014/main" id="{C0BDC451-52E8-D02B-850C-9DD90242B109}"/>
              </a:ext>
            </a:extLst>
          </p:cNvPr>
          <p:cNvGrpSpPr/>
          <p:nvPr/>
        </p:nvGrpSpPr>
        <p:grpSpPr>
          <a:xfrm>
            <a:off x="8797459" y="2264859"/>
            <a:ext cx="721206" cy="609701"/>
            <a:chOff x="11356242" y="2253333"/>
            <a:chExt cx="721206" cy="609701"/>
          </a:xfrm>
        </p:grpSpPr>
        <p:sp>
          <p:nvSpPr>
            <p:cNvPr id="101" name="Rectangle 100">
              <a:hlinkHover r:id="" action="ppaction://noaction" highlightClick="1"/>
              <a:extLst>
                <a:ext uri="{FF2B5EF4-FFF2-40B4-BE49-F238E27FC236}">
                  <a16:creationId xmlns:a16="http://schemas.microsoft.com/office/drawing/2014/main" id="{77C24C77-27D7-0C91-E373-9478029E3ADC}"/>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02" name="Oval 101">
              <a:extLst>
                <a:ext uri="{FF2B5EF4-FFF2-40B4-BE49-F238E27FC236}">
                  <a16:creationId xmlns:a16="http://schemas.microsoft.com/office/drawing/2014/main" id="{FE6D3EFA-E79C-6CFA-85D3-154C886A5FCA}"/>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 name="Isosceles Triangle 648">
              <a:extLst>
                <a:ext uri="{FF2B5EF4-FFF2-40B4-BE49-F238E27FC236}">
                  <a16:creationId xmlns:a16="http://schemas.microsoft.com/office/drawing/2014/main" id="{519F82FA-AB29-0983-477B-4B9E406A738B}"/>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 name="Group 103">
            <a:extLst>
              <a:ext uri="{FF2B5EF4-FFF2-40B4-BE49-F238E27FC236}">
                <a16:creationId xmlns:a16="http://schemas.microsoft.com/office/drawing/2014/main" id="{E548AE13-481E-7167-348E-9914BE2B95BE}"/>
              </a:ext>
            </a:extLst>
          </p:cNvPr>
          <p:cNvGrpSpPr/>
          <p:nvPr/>
        </p:nvGrpSpPr>
        <p:grpSpPr>
          <a:xfrm>
            <a:off x="10506580" y="2253333"/>
            <a:ext cx="721206" cy="609701"/>
            <a:chOff x="10506580" y="2253333"/>
            <a:chExt cx="721206" cy="609701"/>
          </a:xfrm>
        </p:grpSpPr>
        <p:sp>
          <p:nvSpPr>
            <p:cNvPr id="105" name="Rectangle 104">
              <a:hlinkHover r:id="" action="ppaction://noaction" highlightClick="1"/>
              <a:extLst>
                <a:ext uri="{FF2B5EF4-FFF2-40B4-BE49-F238E27FC236}">
                  <a16:creationId xmlns:a16="http://schemas.microsoft.com/office/drawing/2014/main" id="{2C775305-7220-C531-7BA9-7A574BA808DA}"/>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06" name="Diamond 105">
              <a:extLst>
                <a:ext uri="{FF2B5EF4-FFF2-40B4-BE49-F238E27FC236}">
                  <a16:creationId xmlns:a16="http://schemas.microsoft.com/office/drawing/2014/main" id="{1A0E485D-76BF-CF56-393C-79EE624B57CE}"/>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 name="Oval 106">
              <a:extLst>
                <a:ext uri="{FF2B5EF4-FFF2-40B4-BE49-F238E27FC236}">
                  <a16:creationId xmlns:a16="http://schemas.microsoft.com/office/drawing/2014/main" id="{C9EA4DB5-2261-C93A-76A0-5AF1063B4DCB}"/>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8" name="Group 107">
            <a:extLst>
              <a:ext uri="{FF2B5EF4-FFF2-40B4-BE49-F238E27FC236}">
                <a16:creationId xmlns:a16="http://schemas.microsoft.com/office/drawing/2014/main" id="{4D94649F-BEC5-46A9-678A-73A58ED2160A}"/>
              </a:ext>
            </a:extLst>
          </p:cNvPr>
          <p:cNvGrpSpPr/>
          <p:nvPr/>
        </p:nvGrpSpPr>
        <p:grpSpPr>
          <a:xfrm>
            <a:off x="5454173" y="2257175"/>
            <a:ext cx="721206" cy="609701"/>
            <a:chOff x="6287891" y="2253333"/>
            <a:chExt cx="721206" cy="609701"/>
          </a:xfrm>
        </p:grpSpPr>
        <p:sp>
          <p:nvSpPr>
            <p:cNvPr id="109" name="Rectangle 108">
              <a:extLst>
                <a:ext uri="{FF2B5EF4-FFF2-40B4-BE49-F238E27FC236}">
                  <a16:creationId xmlns:a16="http://schemas.microsoft.com/office/drawing/2014/main" id="{B43E01FE-B718-43EE-4593-1D4CB5559354}"/>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110" name="Right Triangle 109">
              <a:extLst>
                <a:ext uri="{FF2B5EF4-FFF2-40B4-BE49-F238E27FC236}">
                  <a16:creationId xmlns:a16="http://schemas.microsoft.com/office/drawing/2014/main" id="{AF8E7A14-DA44-1994-E7B1-7580314C2F38}"/>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1" name="Group 110">
              <a:extLst>
                <a:ext uri="{FF2B5EF4-FFF2-40B4-BE49-F238E27FC236}">
                  <a16:creationId xmlns:a16="http://schemas.microsoft.com/office/drawing/2014/main" id="{0DD82C73-5A89-54ED-F25E-DBB28A591DA8}"/>
                </a:ext>
              </a:extLst>
            </p:cNvPr>
            <p:cNvGrpSpPr/>
            <p:nvPr/>
          </p:nvGrpSpPr>
          <p:grpSpPr>
            <a:xfrm>
              <a:off x="6952470" y="2265099"/>
              <a:ext cx="37817" cy="61390"/>
              <a:chOff x="3883481" y="2057400"/>
              <a:chExt cx="1608363" cy="2652031"/>
            </a:xfrm>
            <a:solidFill>
              <a:srgbClr val="A6A6A6">
                <a:alpha val="20000"/>
              </a:srgbClr>
            </a:solidFill>
          </p:grpSpPr>
          <p:sp>
            <p:nvSpPr>
              <p:cNvPr id="112" name="Oval 27">
                <a:extLst>
                  <a:ext uri="{FF2B5EF4-FFF2-40B4-BE49-F238E27FC236}">
                    <a16:creationId xmlns:a16="http://schemas.microsoft.com/office/drawing/2014/main" id="{4318FD8B-6668-6878-4078-9489E938C72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3" name="Oval 28">
                <a:extLst>
                  <a:ext uri="{FF2B5EF4-FFF2-40B4-BE49-F238E27FC236}">
                    <a16:creationId xmlns:a16="http://schemas.microsoft.com/office/drawing/2014/main" id="{0155CD0E-EF24-B345-8A50-297906587A6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4" name="Group 113">
            <a:extLst>
              <a:ext uri="{FF2B5EF4-FFF2-40B4-BE49-F238E27FC236}">
                <a16:creationId xmlns:a16="http://schemas.microsoft.com/office/drawing/2014/main" id="{481295A1-E3EC-387F-D1A8-B55CB83FD386}"/>
              </a:ext>
            </a:extLst>
          </p:cNvPr>
          <p:cNvGrpSpPr/>
          <p:nvPr/>
        </p:nvGrpSpPr>
        <p:grpSpPr>
          <a:xfrm>
            <a:off x="7113172" y="2252067"/>
            <a:ext cx="728239" cy="609701"/>
            <a:chOff x="5442073" y="811556"/>
            <a:chExt cx="728239" cy="609701"/>
          </a:xfrm>
        </p:grpSpPr>
        <p:sp>
          <p:nvSpPr>
            <p:cNvPr id="115" name="Rectangle 114">
              <a:extLst>
                <a:ext uri="{FF2B5EF4-FFF2-40B4-BE49-F238E27FC236}">
                  <a16:creationId xmlns:a16="http://schemas.microsoft.com/office/drawing/2014/main" id="{C528B5F7-EAA6-E1F3-137B-846D6D2ECEEE}"/>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116" name="Rectangle 115">
              <a:extLst>
                <a:ext uri="{FF2B5EF4-FFF2-40B4-BE49-F238E27FC236}">
                  <a16:creationId xmlns:a16="http://schemas.microsoft.com/office/drawing/2014/main" id="{F41AAD8F-AB28-6ADA-1AD8-5F48D52AB55E}"/>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 name="Oval 15">
              <a:extLst>
                <a:ext uri="{FF2B5EF4-FFF2-40B4-BE49-F238E27FC236}">
                  <a16:creationId xmlns:a16="http://schemas.microsoft.com/office/drawing/2014/main" id="{1128E6AE-EE32-CFBB-950A-483D4E032CEE}"/>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8" name="Straight Connector 117">
              <a:extLst>
                <a:ext uri="{FF2B5EF4-FFF2-40B4-BE49-F238E27FC236}">
                  <a16:creationId xmlns:a16="http://schemas.microsoft.com/office/drawing/2014/main" id="{0543C160-AD09-453E-9290-DA270DF549B7}"/>
                </a:ext>
              </a:extLst>
            </p:cNvPr>
            <p:cNvCxnSpPr>
              <a:cxnSpLocks/>
              <a:stCxn id="117"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9" name="Straight Connector 118">
              <a:extLst>
                <a:ext uri="{FF2B5EF4-FFF2-40B4-BE49-F238E27FC236}">
                  <a16:creationId xmlns:a16="http://schemas.microsoft.com/office/drawing/2014/main" id="{750DD7D5-A5FC-C84A-C6BE-EA36D54D86D7}"/>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0" name="Group 119">
            <a:extLst>
              <a:ext uri="{FF2B5EF4-FFF2-40B4-BE49-F238E27FC236}">
                <a16:creationId xmlns:a16="http://schemas.microsoft.com/office/drawing/2014/main" id="{B66057F2-9836-9D59-99BB-0986B1DB3F93}"/>
              </a:ext>
            </a:extLst>
          </p:cNvPr>
          <p:cNvGrpSpPr/>
          <p:nvPr/>
        </p:nvGrpSpPr>
        <p:grpSpPr>
          <a:xfrm>
            <a:off x="11353919" y="2251694"/>
            <a:ext cx="721206" cy="609701"/>
            <a:chOff x="8807250" y="2253334"/>
            <a:chExt cx="721206" cy="609701"/>
          </a:xfrm>
        </p:grpSpPr>
        <p:sp>
          <p:nvSpPr>
            <p:cNvPr id="121" name="Rectangle 120">
              <a:extLst>
                <a:ext uri="{FF2B5EF4-FFF2-40B4-BE49-F238E27FC236}">
                  <a16:creationId xmlns:a16="http://schemas.microsoft.com/office/drawing/2014/main" id="{2FF997AC-0EA4-7326-9794-9C7C19E7417F}"/>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122" name="Right Triangle 121">
              <a:extLst>
                <a:ext uri="{FF2B5EF4-FFF2-40B4-BE49-F238E27FC236}">
                  <a16:creationId xmlns:a16="http://schemas.microsoft.com/office/drawing/2014/main" id="{83D24A83-8949-A0FA-3DE0-2E1DF3792A6E}"/>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3" name="Oval 27">
              <a:extLst>
                <a:ext uri="{FF2B5EF4-FFF2-40B4-BE49-F238E27FC236}">
                  <a16:creationId xmlns:a16="http://schemas.microsoft.com/office/drawing/2014/main" id="{AA168204-2F12-0112-3548-3866947C4AD1}"/>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 name="Oval 28">
              <a:extLst>
                <a:ext uri="{FF2B5EF4-FFF2-40B4-BE49-F238E27FC236}">
                  <a16:creationId xmlns:a16="http://schemas.microsoft.com/office/drawing/2014/main" id="{D68401F2-8BB8-BBF9-7261-EF4AC5CFEB26}"/>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5" name="Group 124">
            <a:extLst>
              <a:ext uri="{FF2B5EF4-FFF2-40B4-BE49-F238E27FC236}">
                <a16:creationId xmlns:a16="http://schemas.microsoft.com/office/drawing/2014/main" id="{C0E76B96-5CBD-3CBC-0C9C-D6EB96C1D091}"/>
              </a:ext>
            </a:extLst>
          </p:cNvPr>
          <p:cNvGrpSpPr/>
          <p:nvPr/>
        </p:nvGrpSpPr>
        <p:grpSpPr>
          <a:xfrm>
            <a:off x="2109092" y="2986575"/>
            <a:ext cx="721206" cy="649846"/>
            <a:chOff x="10506800" y="2974054"/>
            <a:chExt cx="721206" cy="649846"/>
          </a:xfrm>
        </p:grpSpPr>
        <p:sp>
          <p:nvSpPr>
            <p:cNvPr id="126" name="Rectangle 125">
              <a:extLst>
                <a:ext uri="{FF2B5EF4-FFF2-40B4-BE49-F238E27FC236}">
                  <a16:creationId xmlns:a16="http://schemas.microsoft.com/office/drawing/2014/main" id="{4E4EC304-B0E8-62E1-E8D4-557D4121B0F3}"/>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27" name="Rectangle 126">
              <a:extLst>
                <a:ext uri="{FF2B5EF4-FFF2-40B4-BE49-F238E27FC236}">
                  <a16:creationId xmlns:a16="http://schemas.microsoft.com/office/drawing/2014/main" id="{157994DC-A50A-5193-39F0-865177673CA8}"/>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63" name="Oval 15">
              <a:extLst>
                <a:ext uri="{FF2B5EF4-FFF2-40B4-BE49-F238E27FC236}">
                  <a16:creationId xmlns:a16="http://schemas.microsoft.com/office/drawing/2014/main" id="{4306C36B-6A8C-9C7D-D15C-34ED6DF38F95}"/>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64" name="Straight Connector 1963">
              <a:extLst>
                <a:ext uri="{FF2B5EF4-FFF2-40B4-BE49-F238E27FC236}">
                  <a16:creationId xmlns:a16="http://schemas.microsoft.com/office/drawing/2014/main" id="{B8B147A8-047A-26DD-6282-FFE483E179E1}"/>
                </a:ext>
              </a:extLst>
            </p:cNvPr>
            <p:cNvCxnSpPr>
              <a:cxnSpLocks/>
              <a:stCxn id="1963"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65" name="Straight Connector 1964">
              <a:extLst>
                <a:ext uri="{FF2B5EF4-FFF2-40B4-BE49-F238E27FC236}">
                  <a16:creationId xmlns:a16="http://schemas.microsoft.com/office/drawing/2014/main" id="{BD56BD87-C9A1-6DD6-2E95-9D0353902C78}"/>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966" name="Group 1965">
            <a:extLst>
              <a:ext uri="{FF2B5EF4-FFF2-40B4-BE49-F238E27FC236}">
                <a16:creationId xmlns:a16="http://schemas.microsoft.com/office/drawing/2014/main" id="{CC325257-54DD-7D3C-7FE8-36F059967CC0}"/>
              </a:ext>
            </a:extLst>
          </p:cNvPr>
          <p:cNvGrpSpPr/>
          <p:nvPr/>
        </p:nvGrpSpPr>
        <p:grpSpPr>
          <a:xfrm>
            <a:off x="4621827" y="2983922"/>
            <a:ext cx="721206" cy="654973"/>
            <a:chOff x="9657606" y="2974054"/>
            <a:chExt cx="721206" cy="654973"/>
          </a:xfrm>
        </p:grpSpPr>
        <p:sp>
          <p:nvSpPr>
            <p:cNvPr id="1967" name="Rectangle 1966">
              <a:extLst>
                <a:ext uri="{FF2B5EF4-FFF2-40B4-BE49-F238E27FC236}">
                  <a16:creationId xmlns:a16="http://schemas.microsoft.com/office/drawing/2014/main" id="{2147A7DA-C789-F142-DAC9-5C68993F019E}"/>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968" name="Rectangle 1967">
              <a:extLst>
                <a:ext uri="{FF2B5EF4-FFF2-40B4-BE49-F238E27FC236}">
                  <a16:creationId xmlns:a16="http://schemas.microsoft.com/office/drawing/2014/main" id="{EC5F252A-D553-F296-B45B-5B5834BE40B2}"/>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69" name="Oval 15">
              <a:extLst>
                <a:ext uri="{FF2B5EF4-FFF2-40B4-BE49-F238E27FC236}">
                  <a16:creationId xmlns:a16="http://schemas.microsoft.com/office/drawing/2014/main" id="{1D5D771D-0A8D-F501-5270-98A5EC5ADF29}"/>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70" name="Straight Connector 1969">
              <a:extLst>
                <a:ext uri="{FF2B5EF4-FFF2-40B4-BE49-F238E27FC236}">
                  <a16:creationId xmlns:a16="http://schemas.microsoft.com/office/drawing/2014/main" id="{C67414EE-A245-389B-BEF5-ED081B08ABA4}"/>
                </a:ext>
              </a:extLst>
            </p:cNvPr>
            <p:cNvCxnSpPr>
              <a:cxnSpLocks/>
              <a:stCxn id="1969"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71" name="Straight Connector 1970">
              <a:extLst>
                <a:ext uri="{FF2B5EF4-FFF2-40B4-BE49-F238E27FC236}">
                  <a16:creationId xmlns:a16="http://schemas.microsoft.com/office/drawing/2014/main" id="{9A803FEA-808A-FC2E-8D63-381E210F8059}"/>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972" name="Group 1971">
            <a:extLst>
              <a:ext uri="{FF2B5EF4-FFF2-40B4-BE49-F238E27FC236}">
                <a16:creationId xmlns:a16="http://schemas.microsoft.com/office/drawing/2014/main" id="{16D7D635-8690-39F7-4016-1EAEF5244E8B}"/>
              </a:ext>
            </a:extLst>
          </p:cNvPr>
          <p:cNvGrpSpPr/>
          <p:nvPr/>
        </p:nvGrpSpPr>
        <p:grpSpPr>
          <a:xfrm>
            <a:off x="11356001" y="2974057"/>
            <a:ext cx="721206" cy="609701"/>
            <a:chOff x="11356001" y="2974057"/>
            <a:chExt cx="721206" cy="609701"/>
          </a:xfrm>
        </p:grpSpPr>
        <p:sp>
          <p:nvSpPr>
            <p:cNvPr id="1973" name="Rectangle 1972">
              <a:hlinkHover r:id="" action="ppaction://noaction" highlightClick="1"/>
              <a:extLst>
                <a:ext uri="{FF2B5EF4-FFF2-40B4-BE49-F238E27FC236}">
                  <a16:creationId xmlns:a16="http://schemas.microsoft.com/office/drawing/2014/main" id="{A5C5F738-2E35-CC23-6587-A590D50B2011}"/>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974" name="Oval 1973">
              <a:extLst>
                <a:ext uri="{FF2B5EF4-FFF2-40B4-BE49-F238E27FC236}">
                  <a16:creationId xmlns:a16="http://schemas.microsoft.com/office/drawing/2014/main" id="{A703F27D-00E2-90F6-1ED2-E5F65CB98886}"/>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75" name="Isosceles Triangle 648">
              <a:extLst>
                <a:ext uri="{FF2B5EF4-FFF2-40B4-BE49-F238E27FC236}">
                  <a16:creationId xmlns:a16="http://schemas.microsoft.com/office/drawing/2014/main" id="{F122CE89-9B5A-F127-3ACD-DEFA994806A0}"/>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976" name="Group 1975">
            <a:extLst>
              <a:ext uri="{FF2B5EF4-FFF2-40B4-BE49-F238E27FC236}">
                <a16:creationId xmlns:a16="http://schemas.microsoft.com/office/drawing/2014/main" id="{D9FEEF30-0B12-F6C8-CFC4-D9AD4FAD38C4}"/>
              </a:ext>
            </a:extLst>
          </p:cNvPr>
          <p:cNvGrpSpPr/>
          <p:nvPr/>
        </p:nvGrpSpPr>
        <p:grpSpPr>
          <a:xfrm>
            <a:off x="5454379" y="2974054"/>
            <a:ext cx="721206" cy="649846"/>
            <a:chOff x="5454379" y="2974054"/>
            <a:chExt cx="721206" cy="649846"/>
          </a:xfrm>
        </p:grpSpPr>
        <p:sp>
          <p:nvSpPr>
            <p:cNvPr id="1977" name="Rectangle 1976">
              <a:extLst>
                <a:ext uri="{FF2B5EF4-FFF2-40B4-BE49-F238E27FC236}">
                  <a16:creationId xmlns:a16="http://schemas.microsoft.com/office/drawing/2014/main" id="{75232002-4841-CF79-1B9B-60F249120F02}"/>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1978" name="Rectangle 1977">
              <a:extLst>
                <a:ext uri="{FF2B5EF4-FFF2-40B4-BE49-F238E27FC236}">
                  <a16:creationId xmlns:a16="http://schemas.microsoft.com/office/drawing/2014/main" id="{44734564-8718-C2C4-1302-AF060C4D0B95}"/>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79" name="Oval 15">
              <a:extLst>
                <a:ext uri="{FF2B5EF4-FFF2-40B4-BE49-F238E27FC236}">
                  <a16:creationId xmlns:a16="http://schemas.microsoft.com/office/drawing/2014/main" id="{4663D8BC-B632-4C8A-45A3-8E9C9D21C249}"/>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80" name="Straight Connector 1979">
              <a:extLst>
                <a:ext uri="{FF2B5EF4-FFF2-40B4-BE49-F238E27FC236}">
                  <a16:creationId xmlns:a16="http://schemas.microsoft.com/office/drawing/2014/main" id="{E577C1F0-C68F-85B0-EC2F-CA066240F39F}"/>
                </a:ext>
              </a:extLst>
            </p:cNvPr>
            <p:cNvCxnSpPr>
              <a:cxnSpLocks/>
              <a:stCxn id="1979"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81" name="Straight Connector 1980">
              <a:extLst>
                <a:ext uri="{FF2B5EF4-FFF2-40B4-BE49-F238E27FC236}">
                  <a16:creationId xmlns:a16="http://schemas.microsoft.com/office/drawing/2014/main" id="{1671DA3D-86C0-EED1-A04E-725411DB3B00}"/>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982" name="Group 1981">
            <a:extLst>
              <a:ext uri="{FF2B5EF4-FFF2-40B4-BE49-F238E27FC236}">
                <a16:creationId xmlns:a16="http://schemas.microsoft.com/office/drawing/2014/main" id="{8CA7B707-4352-A719-FBB1-5FD31363CB25}"/>
              </a:ext>
            </a:extLst>
          </p:cNvPr>
          <p:cNvGrpSpPr/>
          <p:nvPr/>
        </p:nvGrpSpPr>
        <p:grpSpPr>
          <a:xfrm>
            <a:off x="10506616" y="2984633"/>
            <a:ext cx="721220" cy="609701"/>
            <a:chOff x="9656903" y="2253333"/>
            <a:chExt cx="721220" cy="609701"/>
          </a:xfrm>
        </p:grpSpPr>
        <p:sp>
          <p:nvSpPr>
            <p:cNvPr id="1983" name="Rectangle 1982">
              <a:hlinkHover r:id="" action="ppaction://noaction" highlightClick="1"/>
              <a:extLst>
                <a:ext uri="{FF2B5EF4-FFF2-40B4-BE49-F238E27FC236}">
                  <a16:creationId xmlns:a16="http://schemas.microsoft.com/office/drawing/2014/main" id="{0048B8F7-8084-87A1-77E8-2D0E7E9932B9}"/>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768" name="Rectangle 767">
              <a:extLst>
                <a:ext uri="{FF2B5EF4-FFF2-40B4-BE49-F238E27FC236}">
                  <a16:creationId xmlns:a16="http://schemas.microsoft.com/office/drawing/2014/main" id="{644986F3-D43F-9625-A612-AA6EA3B654D2}"/>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9" name="Oval 15">
              <a:extLst>
                <a:ext uri="{FF2B5EF4-FFF2-40B4-BE49-F238E27FC236}">
                  <a16:creationId xmlns:a16="http://schemas.microsoft.com/office/drawing/2014/main" id="{A5A8304B-0E45-DAD0-596B-B203CDADBABC}"/>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70" name="Straight Connector 769">
              <a:extLst>
                <a:ext uri="{FF2B5EF4-FFF2-40B4-BE49-F238E27FC236}">
                  <a16:creationId xmlns:a16="http://schemas.microsoft.com/office/drawing/2014/main" id="{83DA83E7-6A16-02BF-8E95-8BF10AD01B25}"/>
                </a:ext>
              </a:extLst>
            </p:cNvPr>
            <p:cNvCxnSpPr>
              <a:cxnSpLocks/>
              <a:stCxn id="76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71" name="Straight Connector 770">
              <a:extLst>
                <a:ext uri="{FF2B5EF4-FFF2-40B4-BE49-F238E27FC236}">
                  <a16:creationId xmlns:a16="http://schemas.microsoft.com/office/drawing/2014/main" id="{A943F079-CD6D-C5EA-8CC0-D37141021D36}"/>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78" name="Group 777">
            <a:extLst>
              <a:ext uri="{FF2B5EF4-FFF2-40B4-BE49-F238E27FC236}">
                <a16:creationId xmlns:a16="http://schemas.microsoft.com/office/drawing/2014/main" id="{22F7B13B-7242-ACE8-063C-1E77D97864D5}"/>
              </a:ext>
            </a:extLst>
          </p:cNvPr>
          <p:cNvGrpSpPr/>
          <p:nvPr/>
        </p:nvGrpSpPr>
        <p:grpSpPr>
          <a:xfrm>
            <a:off x="1268346" y="3698208"/>
            <a:ext cx="721891" cy="610396"/>
            <a:chOff x="1268346" y="3698208"/>
            <a:chExt cx="721891" cy="610396"/>
          </a:xfrm>
        </p:grpSpPr>
        <p:sp>
          <p:nvSpPr>
            <p:cNvPr id="779" name="Rectangle 778">
              <a:extLst>
                <a:ext uri="{FF2B5EF4-FFF2-40B4-BE49-F238E27FC236}">
                  <a16:creationId xmlns:a16="http://schemas.microsoft.com/office/drawing/2014/main" id="{273E55FA-5B67-AD8C-1C6D-B2BC7F84DFB3}"/>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780" name="Right Triangle 779">
              <a:extLst>
                <a:ext uri="{FF2B5EF4-FFF2-40B4-BE49-F238E27FC236}">
                  <a16:creationId xmlns:a16="http://schemas.microsoft.com/office/drawing/2014/main" id="{AE9EED46-BAA9-4B8B-28D8-86366C01829C}"/>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1" name="Group 780">
              <a:extLst>
                <a:ext uri="{FF2B5EF4-FFF2-40B4-BE49-F238E27FC236}">
                  <a16:creationId xmlns:a16="http://schemas.microsoft.com/office/drawing/2014/main" id="{5BBA15DC-FB19-095A-2ADB-449E5710258B}"/>
                </a:ext>
              </a:extLst>
            </p:cNvPr>
            <p:cNvGrpSpPr/>
            <p:nvPr/>
          </p:nvGrpSpPr>
          <p:grpSpPr>
            <a:xfrm>
              <a:off x="1939627" y="3704306"/>
              <a:ext cx="37817" cy="61390"/>
              <a:chOff x="3883481" y="2057400"/>
              <a:chExt cx="1608363" cy="2652031"/>
            </a:xfrm>
            <a:solidFill>
              <a:srgbClr val="A6A6A6">
                <a:alpha val="20000"/>
              </a:srgbClr>
            </a:solidFill>
          </p:grpSpPr>
          <p:sp>
            <p:nvSpPr>
              <p:cNvPr id="782" name="Oval 27">
                <a:extLst>
                  <a:ext uri="{FF2B5EF4-FFF2-40B4-BE49-F238E27FC236}">
                    <a16:creationId xmlns:a16="http://schemas.microsoft.com/office/drawing/2014/main" id="{2B89122C-9641-5EED-F699-74F807D7A2B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3" name="Oval 28">
                <a:extLst>
                  <a:ext uri="{FF2B5EF4-FFF2-40B4-BE49-F238E27FC236}">
                    <a16:creationId xmlns:a16="http://schemas.microsoft.com/office/drawing/2014/main" id="{7AFD63F5-029B-93F8-238B-94326AA33BE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4" name="Group 783">
            <a:extLst>
              <a:ext uri="{FF2B5EF4-FFF2-40B4-BE49-F238E27FC236}">
                <a16:creationId xmlns:a16="http://schemas.microsoft.com/office/drawing/2014/main" id="{E68FD814-B919-DCE5-A23D-F61CB7EAFE4B}"/>
              </a:ext>
            </a:extLst>
          </p:cNvPr>
          <p:cNvGrpSpPr/>
          <p:nvPr/>
        </p:nvGrpSpPr>
        <p:grpSpPr>
          <a:xfrm>
            <a:off x="5451979" y="3707588"/>
            <a:ext cx="721206" cy="609701"/>
            <a:chOff x="5451979" y="3707588"/>
            <a:chExt cx="721206" cy="609701"/>
          </a:xfrm>
        </p:grpSpPr>
        <p:sp>
          <p:nvSpPr>
            <p:cNvPr id="785" name="Rectangle 784">
              <a:hlinkHover r:id="" action="ppaction://noaction" highlightClick="1"/>
              <a:extLst>
                <a:ext uri="{FF2B5EF4-FFF2-40B4-BE49-F238E27FC236}">
                  <a16:creationId xmlns:a16="http://schemas.microsoft.com/office/drawing/2014/main" id="{9598EA67-0FEC-EC37-DAE9-D1374C42E9BC}"/>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786" name="Oval 785">
              <a:extLst>
                <a:ext uri="{FF2B5EF4-FFF2-40B4-BE49-F238E27FC236}">
                  <a16:creationId xmlns:a16="http://schemas.microsoft.com/office/drawing/2014/main" id="{A7BBDE1D-A9E3-4743-ADF7-75FCCECCE90A}"/>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7" name="Isosceles Triangle 648">
              <a:extLst>
                <a:ext uri="{FF2B5EF4-FFF2-40B4-BE49-F238E27FC236}">
                  <a16:creationId xmlns:a16="http://schemas.microsoft.com/office/drawing/2014/main" id="{944143B3-D9F4-FD2A-025D-0FE331A9683B}"/>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88" name="Group 787">
            <a:extLst>
              <a:ext uri="{FF2B5EF4-FFF2-40B4-BE49-F238E27FC236}">
                <a16:creationId xmlns:a16="http://schemas.microsoft.com/office/drawing/2014/main" id="{1A2BC8D7-5E35-ABCE-DEE2-0014D7DEF33C}"/>
              </a:ext>
            </a:extLst>
          </p:cNvPr>
          <p:cNvGrpSpPr/>
          <p:nvPr/>
        </p:nvGrpSpPr>
        <p:grpSpPr>
          <a:xfrm>
            <a:off x="2934662" y="5148220"/>
            <a:ext cx="724130" cy="609701"/>
            <a:chOff x="4615448" y="2974053"/>
            <a:chExt cx="724130" cy="609701"/>
          </a:xfrm>
        </p:grpSpPr>
        <p:sp>
          <p:nvSpPr>
            <p:cNvPr id="789" name="Rectangle 788">
              <a:extLst>
                <a:ext uri="{FF2B5EF4-FFF2-40B4-BE49-F238E27FC236}">
                  <a16:creationId xmlns:a16="http://schemas.microsoft.com/office/drawing/2014/main" id="{F4E6C5FD-113C-FF22-F3A6-21486D780202}"/>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790" name="Right Triangle 789">
              <a:extLst>
                <a:ext uri="{FF2B5EF4-FFF2-40B4-BE49-F238E27FC236}">
                  <a16:creationId xmlns:a16="http://schemas.microsoft.com/office/drawing/2014/main" id="{5788F493-6970-2B8E-320D-DDBAFC595A31}"/>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91" name="Group 790">
              <a:extLst>
                <a:ext uri="{FF2B5EF4-FFF2-40B4-BE49-F238E27FC236}">
                  <a16:creationId xmlns:a16="http://schemas.microsoft.com/office/drawing/2014/main" id="{ACBE235F-98F3-0CB9-2CBC-5941158FDE87}"/>
                </a:ext>
              </a:extLst>
            </p:cNvPr>
            <p:cNvGrpSpPr/>
            <p:nvPr/>
          </p:nvGrpSpPr>
          <p:grpSpPr>
            <a:xfrm>
              <a:off x="5288997" y="2982574"/>
              <a:ext cx="37817" cy="61390"/>
              <a:chOff x="3883481" y="2057400"/>
              <a:chExt cx="1608363" cy="2652031"/>
            </a:xfrm>
            <a:solidFill>
              <a:srgbClr val="A6A6A6">
                <a:alpha val="20000"/>
              </a:srgbClr>
            </a:solidFill>
          </p:grpSpPr>
          <p:sp>
            <p:nvSpPr>
              <p:cNvPr id="792" name="Oval 27">
                <a:extLst>
                  <a:ext uri="{FF2B5EF4-FFF2-40B4-BE49-F238E27FC236}">
                    <a16:creationId xmlns:a16="http://schemas.microsoft.com/office/drawing/2014/main" id="{A412FB75-E1C8-A7E8-6506-C6B9F9E793F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3" name="Oval 28">
                <a:extLst>
                  <a:ext uri="{FF2B5EF4-FFF2-40B4-BE49-F238E27FC236}">
                    <a16:creationId xmlns:a16="http://schemas.microsoft.com/office/drawing/2014/main" id="{DEAC28DC-3239-99BF-6604-8B5DB7FB212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4" name="Group 793">
            <a:extLst>
              <a:ext uri="{FF2B5EF4-FFF2-40B4-BE49-F238E27FC236}">
                <a16:creationId xmlns:a16="http://schemas.microsoft.com/office/drawing/2014/main" id="{A100A1A1-7F04-325A-9D4B-478EF3FC5AD2}"/>
              </a:ext>
            </a:extLst>
          </p:cNvPr>
          <p:cNvGrpSpPr/>
          <p:nvPr/>
        </p:nvGrpSpPr>
        <p:grpSpPr>
          <a:xfrm>
            <a:off x="11355832" y="5140982"/>
            <a:ext cx="721220" cy="609701"/>
            <a:chOff x="9656903" y="2253333"/>
            <a:chExt cx="721220" cy="609701"/>
          </a:xfrm>
        </p:grpSpPr>
        <p:sp>
          <p:nvSpPr>
            <p:cNvPr id="795" name="Rectangle 794">
              <a:hlinkHover r:id="" action="ppaction://noaction" highlightClick="1"/>
              <a:extLst>
                <a:ext uri="{FF2B5EF4-FFF2-40B4-BE49-F238E27FC236}">
                  <a16:creationId xmlns:a16="http://schemas.microsoft.com/office/drawing/2014/main" id="{C3D2DF04-D850-9BB4-5AF9-829FA31FF3AB}"/>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796" name="Rectangle 795">
              <a:extLst>
                <a:ext uri="{FF2B5EF4-FFF2-40B4-BE49-F238E27FC236}">
                  <a16:creationId xmlns:a16="http://schemas.microsoft.com/office/drawing/2014/main" id="{C80969B8-2670-F771-D3EC-444A424377F0}"/>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7" name="Oval 15">
              <a:extLst>
                <a:ext uri="{FF2B5EF4-FFF2-40B4-BE49-F238E27FC236}">
                  <a16:creationId xmlns:a16="http://schemas.microsoft.com/office/drawing/2014/main" id="{B4F44976-D0A0-39FD-7A79-52579AE03A3C}"/>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98" name="Straight Connector 797">
              <a:extLst>
                <a:ext uri="{FF2B5EF4-FFF2-40B4-BE49-F238E27FC236}">
                  <a16:creationId xmlns:a16="http://schemas.microsoft.com/office/drawing/2014/main" id="{73B25A20-11B6-B289-29DC-B626187D98AE}"/>
                </a:ext>
              </a:extLst>
            </p:cNvPr>
            <p:cNvCxnSpPr>
              <a:cxnSpLocks/>
              <a:stCxn id="797"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99" name="Straight Connector 798">
              <a:extLst>
                <a:ext uri="{FF2B5EF4-FFF2-40B4-BE49-F238E27FC236}">
                  <a16:creationId xmlns:a16="http://schemas.microsoft.com/office/drawing/2014/main" id="{16D19E84-A4ED-A05F-29C2-058C55E20F02}"/>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00" name="Group 799">
            <a:extLst>
              <a:ext uri="{FF2B5EF4-FFF2-40B4-BE49-F238E27FC236}">
                <a16:creationId xmlns:a16="http://schemas.microsoft.com/office/drawing/2014/main" id="{C6621CD1-63FC-47E8-5B54-93750CA4A3CB}"/>
              </a:ext>
            </a:extLst>
          </p:cNvPr>
          <p:cNvGrpSpPr/>
          <p:nvPr/>
        </p:nvGrpSpPr>
        <p:grpSpPr>
          <a:xfrm>
            <a:off x="7905566" y="751337"/>
            <a:ext cx="3396155" cy="4999377"/>
            <a:chOff x="7905566" y="751337"/>
            <a:chExt cx="3396155" cy="4999377"/>
          </a:xfrm>
        </p:grpSpPr>
        <p:cxnSp>
          <p:nvCxnSpPr>
            <p:cNvPr id="801" name="Straight Connector 800">
              <a:extLst>
                <a:ext uri="{FF2B5EF4-FFF2-40B4-BE49-F238E27FC236}">
                  <a16:creationId xmlns:a16="http://schemas.microsoft.com/office/drawing/2014/main" id="{41B8C9BA-5010-70A5-AC39-ABD4CEB422B1}"/>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2" name="Straight Connector 801">
              <a:extLst>
                <a:ext uri="{FF2B5EF4-FFF2-40B4-BE49-F238E27FC236}">
                  <a16:creationId xmlns:a16="http://schemas.microsoft.com/office/drawing/2014/main" id="{36472F1F-79D2-99A6-421D-72FC00911CF8}"/>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3" name="Straight Connector 802">
              <a:extLst>
                <a:ext uri="{FF2B5EF4-FFF2-40B4-BE49-F238E27FC236}">
                  <a16:creationId xmlns:a16="http://schemas.microsoft.com/office/drawing/2014/main" id="{A2351B06-2DC7-542B-84E7-2CB2C1C2AE6D}"/>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4" name="Straight Connector 803">
              <a:extLst>
                <a:ext uri="{FF2B5EF4-FFF2-40B4-BE49-F238E27FC236}">
                  <a16:creationId xmlns:a16="http://schemas.microsoft.com/office/drawing/2014/main" id="{517C6107-F489-20CE-805D-CB8133507A95}"/>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5" name="Straight Connector 804">
              <a:extLst>
                <a:ext uri="{FF2B5EF4-FFF2-40B4-BE49-F238E27FC236}">
                  <a16:creationId xmlns:a16="http://schemas.microsoft.com/office/drawing/2014/main" id="{CBE34FE2-69EA-D71F-5BB0-3C2DF7BFC609}"/>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6" name="Straight Connector 805">
              <a:extLst>
                <a:ext uri="{FF2B5EF4-FFF2-40B4-BE49-F238E27FC236}">
                  <a16:creationId xmlns:a16="http://schemas.microsoft.com/office/drawing/2014/main" id="{ADDB164E-1ED5-5BC4-9DDE-997AF5208FF1}"/>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7" name="Straight Connector 806">
              <a:extLst>
                <a:ext uri="{FF2B5EF4-FFF2-40B4-BE49-F238E27FC236}">
                  <a16:creationId xmlns:a16="http://schemas.microsoft.com/office/drawing/2014/main" id="{9ED4B21E-1BE6-7F2D-F471-3400702E1675}"/>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808" name="Straight Connector 807">
            <a:extLst>
              <a:ext uri="{FF2B5EF4-FFF2-40B4-BE49-F238E27FC236}">
                <a16:creationId xmlns:a16="http://schemas.microsoft.com/office/drawing/2014/main" id="{565D4D9C-C108-10B0-A4ED-9DD43F9F9326}"/>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18" name="Picture 17">
            <a:hlinkClick r:id="rId21" action="ppaction://hlinksldjump"/>
            <a:extLst>
              <a:ext uri="{FF2B5EF4-FFF2-40B4-BE49-F238E27FC236}">
                <a16:creationId xmlns:a16="http://schemas.microsoft.com/office/drawing/2014/main" id="{C4DD4C8D-370F-E428-E271-E942B266622F}"/>
              </a:ext>
            </a:extLst>
          </p:cNvPr>
          <p:cNvPicPr>
            <a:picLocks noChangeAspect="1"/>
          </p:cNvPicPr>
          <p:nvPr/>
        </p:nvPicPr>
        <p:blipFill>
          <a:blip r:embed="rId22"/>
          <a:stretch>
            <a:fillRect/>
          </a:stretch>
        </p:blipFill>
        <p:spPr>
          <a:xfrm>
            <a:off x="0" y="0"/>
            <a:ext cx="211626" cy="6858000"/>
          </a:xfrm>
          <a:prstGeom prst="rect">
            <a:avLst/>
          </a:prstGeom>
        </p:spPr>
      </p:pic>
      <p:grpSp>
        <p:nvGrpSpPr>
          <p:cNvPr id="19" name="Group 18">
            <a:extLst>
              <a:ext uri="{FF2B5EF4-FFF2-40B4-BE49-F238E27FC236}">
                <a16:creationId xmlns:a16="http://schemas.microsoft.com/office/drawing/2014/main" id="{12AB6A4F-64E2-B5F6-F01B-E4727922C7CA}"/>
              </a:ext>
            </a:extLst>
          </p:cNvPr>
          <p:cNvGrpSpPr/>
          <p:nvPr/>
        </p:nvGrpSpPr>
        <p:grpSpPr>
          <a:xfrm>
            <a:off x="9652491" y="2986436"/>
            <a:ext cx="721206" cy="609701"/>
            <a:chOff x="9657972" y="90836"/>
            <a:chExt cx="721206" cy="609701"/>
          </a:xfrm>
        </p:grpSpPr>
        <p:sp>
          <p:nvSpPr>
            <p:cNvPr id="20" name="Rectangle 19">
              <a:hlinkHover r:id="" action="ppaction://noaction" highlightClick="1"/>
              <a:extLst>
                <a:ext uri="{FF2B5EF4-FFF2-40B4-BE49-F238E27FC236}">
                  <a16:creationId xmlns:a16="http://schemas.microsoft.com/office/drawing/2014/main" id="{2A96DE35-B94B-04A3-8073-DCE9E8169226}"/>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21" name="Diamond 20">
              <a:extLst>
                <a:ext uri="{FF2B5EF4-FFF2-40B4-BE49-F238E27FC236}">
                  <a16:creationId xmlns:a16="http://schemas.microsoft.com/office/drawing/2014/main" id="{491667C0-4489-A087-1318-A61EBFBF2097}"/>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2" name="Oval 31">
              <a:extLst>
                <a:ext uri="{FF2B5EF4-FFF2-40B4-BE49-F238E27FC236}">
                  <a16:creationId xmlns:a16="http://schemas.microsoft.com/office/drawing/2014/main" id="{77CBE2C1-ECC5-AE01-24E5-601DF2355A68}"/>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420683494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2" name="Rectangle 71">
            <a:hlinkClick r:id="rId3" action="ppaction://hlinksldjump"/>
            <a:hlinkHover r:id="rId3" action="ppaction://hlinksldjump"/>
            <a:extLst>
              <a:ext uri="{FF2B5EF4-FFF2-40B4-BE49-F238E27FC236}">
                <a16:creationId xmlns:a16="http://schemas.microsoft.com/office/drawing/2014/main" id="{938713DD-7F39-44B4-B1C7-24520D122238}"/>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D014EDF1-AE52-4D4B-91B5-9858CAD5019A}"/>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01939F58-1FBA-477E-B44B-22A4CF7DD81F}"/>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CF83BCA0-C33D-4BA7-A8C2-E79E9F1951C6}"/>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5A8D2051-1C8B-4B2F-9561-177E821F649A}"/>
              </a:ext>
            </a:extLst>
          </p:cNvPr>
          <p:cNvSpPr/>
          <p:nvPr/>
        </p:nvSpPr>
        <p:spPr>
          <a:xfrm>
            <a:off x="2940492" y="5873750"/>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C9CD3D10-5763-4B94-B023-931ACC0DB822}"/>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B7333C44-E31B-4820-8943-50A1904939E0}"/>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47ED74A0-3260-46A2-8F43-B95D51C2B417}"/>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AE253217-9348-4A9C-9319-CD4A24B8422F}"/>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5C84633E-6AF7-446A-8423-961A8638E305}"/>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55AEEC1D-F81E-4C33-9012-5C8EF299DECA}"/>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A6A8064A-3449-494D-9975-6E8C4F2CA5A7}"/>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719388E0-9916-40B8-A7A9-8F42A3B5B058}"/>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B93631E6-B56F-4C24-858F-D2991833711C}"/>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F3A1B4BC-4181-42F4-AE4B-C1FCA8C0E1AC}"/>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957042A5-663E-43CA-930B-DB320882D9C4}"/>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0CB27B16-8944-49C0-ABA3-1262E813C181}"/>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98" name="Rectangle 97">
            <a:hlinkClick r:id="rId20" action="ppaction://hlinksldjump"/>
            <a:hlinkHover r:id="rId20" action="ppaction://hlinksldjump"/>
            <a:extLst>
              <a:ext uri="{FF2B5EF4-FFF2-40B4-BE49-F238E27FC236}">
                <a16:creationId xmlns:a16="http://schemas.microsoft.com/office/drawing/2014/main" id="{58393B64-AEEF-40C9-8E3F-283B99EB9472}"/>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446" name="TextBox 445">
            <a:extLst>
              <a:ext uri="{FF2B5EF4-FFF2-40B4-BE49-F238E27FC236}">
                <a16:creationId xmlns:a16="http://schemas.microsoft.com/office/drawing/2014/main" id="{68BE8C76-DC13-53A8-9405-01F9842FFB5F}"/>
              </a:ext>
            </a:extLst>
          </p:cNvPr>
          <p:cNvSpPr txBox="1"/>
          <p:nvPr/>
        </p:nvSpPr>
        <p:spPr>
          <a:xfrm>
            <a:off x="3298168" y="173237"/>
            <a:ext cx="5803559"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Disk Encryption</a:t>
            </a:r>
          </a:p>
        </p:txBody>
      </p:sp>
      <p:sp>
        <p:nvSpPr>
          <p:cNvPr id="2" name="Rectangle 1">
            <a:extLst>
              <a:ext uri="{FF2B5EF4-FFF2-40B4-BE49-F238E27FC236}">
                <a16:creationId xmlns:a16="http://schemas.microsoft.com/office/drawing/2014/main" id="{253DB6EB-331D-1391-3CEE-09B8D3D4DFB3}"/>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EE23CA75-8C1F-BEBE-4222-E22DA93CCCE9}"/>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0462E4C2-D053-95F7-99FC-21C20DD70D5B}"/>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E9D4C207-6756-C384-C3A1-F155A5B2011C}"/>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2A790AA7-5A17-880A-1A5A-F1104226858C}"/>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4421684E-8FD7-8DF5-F103-FFDF95B2D759}"/>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3" name="Group 22">
            <a:extLst>
              <a:ext uri="{FF2B5EF4-FFF2-40B4-BE49-F238E27FC236}">
                <a16:creationId xmlns:a16="http://schemas.microsoft.com/office/drawing/2014/main" id="{AB8AB4AA-A88E-6CF2-4F99-686EF4348966}"/>
              </a:ext>
            </a:extLst>
          </p:cNvPr>
          <p:cNvGrpSpPr/>
          <p:nvPr/>
        </p:nvGrpSpPr>
        <p:grpSpPr>
          <a:xfrm>
            <a:off x="3779655" y="811556"/>
            <a:ext cx="721206" cy="609701"/>
            <a:chOff x="3779655" y="811556"/>
            <a:chExt cx="721206" cy="609701"/>
          </a:xfrm>
        </p:grpSpPr>
        <p:sp>
          <p:nvSpPr>
            <p:cNvPr id="24" name="Rectangle 23">
              <a:extLst>
                <a:ext uri="{FF2B5EF4-FFF2-40B4-BE49-F238E27FC236}">
                  <a16:creationId xmlns:a16="http://schemas.microsoft.com/office/drawing/2014/main" id="{59D920B5-84E7-392A-3DE0-24F96203D41A}"/>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5" name="Rectangle 24">
              <a:extLst>
                <a:ext uri="{FF2B5EF4-FFF2-40B4-BE49-F238E27FC236}">
                  <a16:creationId xmlns:a16="http://schemas.microsoft.com/office/drawing/2014/main" id="{3F5D7B95-D327-978D-3F97-FF7BC2DCF318}"/>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6" name="Oval 15">
              <a:extLst>
                <a:ext uri="{FF2B5EF4-FFF2-40B4-BE49-F238E27FC236}">
                  <a16:creationId xmlns:a16="http://schemas.microsoft.com/office/drawing/2014/main" id="{9D5FA16E-D7AC-DE9B-1394-E098B0AB03AE}"/>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2" name="Straight Connector 31">
              <a:extLst>
                <a:ext uri="{FF2B5EF4-FFF2-40B4-BE49-F238E27FC236}">
                  <a16:creationId xmlns:a16="http://schemas.microsoft.com/office/drawing/2014/main" id="{11609814-7A02-C863-E1A5-6B3C16659061}"/>
                </a:ext>
              </a:extLst>
            </p:cNvPr>
            <p:cNvCxnSpPr>
              <a:cxnSpLocks/>
              <a:stCxn id="26"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3" name="Straight Connector 32">
              <a:extLst>
                <a:ext uri="{FF2B5EF4-FFF2-40B4-BE49-F238E27FC236}">
                  <a16:creationId xmlns:a16="http://schemas.microsoft.com/office/drawing/2014/main" id="{9218A552-B131-9D18-4C68-CA9783BB5A71}"/>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95B98C5F-5B08-5774-9BE8-2F7940132F7C}"/>
              </a:ext>
            </a:extLst>
          </p:cNvPr>
          <p:cNvGrpSpPr/>
          <p:nvPr/>
        </p:nvGrpSpPr>
        <p:grpSpPr>
          <a:xfrm>
            <a:off x="7959195" y="3698231"/>
            <a:ext cx="721206" cy="609701"/>
            <a:chOff x="7959195" y="3698231"/>
            <a:chExt cx="721206" cy="609701"/>
          </a:xfrm>
        </p:grpSpPr>
        <p:sp>
          <p:nvSpPr>
            <p:cNvPr id="36" name="Rectangle 35">
              <a:hlinkHover r:id="" action="ppaction://noaction" highlightClick="1"/>
              <a:extLst>
                <a:ext uri="{FF2B5EF4-FFF2-40B4-BE49-F238E27FC236}">
                  <a16:creationId xmlns:a16="http://schemas.microsoft.com/office/drawing/2014/main" id="{9FCDFF97-8ADA-9662-CAED-69D780CD4A25}"/>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39" name="Oval 38">
              <a:extLst>
                <a:ext uri="{FF2B5EF4-FFF2-40B4-BE49-F238E27FC236}">
                  <a16:creationId xmlns:a16="http://schemas.microsoft.com/office/drawing/2014/main" id="{B6A2086A-E7DD-6BF6-AEEE-9CC7ACE9EDEB}"/>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 name="Isosceles Triangle 648">
              <a:extLst>
                <a:ext uri="{FF2B5EF4-FFF2-40B4-BE49-F238E27FC236}">
                  <a16:creationId xmlns:a16="http://schemas.microsoft.com/office/drawing/2014/main" id="{56B53741-994A-B7ED-4BF0-67D54E090068}"/>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 name="Group 54">
            <a:extLst>
              <a:ext uri="{FF2B5EF4-FFF2-40B4-BE49-F238E27FC236}">
                <a16:creationId xmlns:a16="http://schemas.microsoft.com/office/drawing/2014/main" id="{7CB05D68-77EE-EC04-96AD-59B72E7A904B}"/>
              </a:ext>
            </a:extLst>
          </p:cNvPr>
          <p:cNvGrpSpPr/>
          <p:nvPr/>
        </p:nvGrpSpPr>
        <p:grpSpPr>
          <a:xfrm>
            <a:off x="5448056" y="1532276"/>
            <a:ext cx="721206" cy="609701"/>
            <a:chOff x="5448056" y="1532276"/>
            <a:chExt cx="721206" cy="609701"/>
          </a:xfrm>
        </p:grpSpPr>
        <p:sp>
          <p:nvSpPr>
            <p:cNvPr id="56" name="Rectangle 55">
              <a:extLst>
                <a:ext uri="{FF2B5EF4-FFF2-40B4-BE49-F238E27FC236}">
                  <a16:creationId xmlns:a16="http://schemas.microsoft.com/office/drawing/2014/main" id="{2956797D-05E4-51FB-237A-075E9052E073}"/>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61" name="Rectangle 60">
              <a:extLst>
                <a:ext uri="{FF2B5EF4-FFF2-40B4-BE49-F238E27FC236}">
                  <a16:creationId xmlns:a16="http://schemas.microsoft.com/office/drawing/2014/main" id="{6172BB05-C3E7-259A-BA74-7CD7D662B5C9}"/>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 name="Oval 15">
              <a:extLst>
                <a:ext uri="{FF2B5EF4-FFF2-40B4-BE49-F238E27FC236}">
                  <a16:creationId xmlns:a16="http://schemas.microsoft.com/office/drawing/2014/main" id="{362716F2-1DCE-EB7C-0E17-7642C0209D26}"/>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 name="Straight Connector 62">
              <a:extLst>
                <a:ext uri="{FF2B5EF4-FFF2-40B4-BE49-F238E27FC236}">
                  <a16:creationId xmlns:a16="http://schemas.microsoft.com/office/drawing/2014/main" id="{C24A7144-6B2C-4605-1548-9DB0BE9ED03F}"/>
                </a:ext>
              </a:extLst>
            </p:cNvPr>
            <p:cNvCxnSpPr>
              <a:cxnSpLocks/>
              <a:stCxn id="62"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4" name="Straight Connector 63">
              <a:extLst>
                <a:ext uri="{FF2B5EF4-FFF2-40B4-BE49-F238E27FC236}">
                  <a16:creationId xmlns:a16="http://schemas.microsoft.com/office/drawing/2014/main" id="{CEE3D5FF-2C97-E2B9-9521-4336027F71A7}"/>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 name="Group 64">
            <a:extLst>
              <a:ext uri="{FF2B5EF4-FFF2-40B4-BE49-F238E27FC236}">
                <a16:creationId xmlns:a16="http://schemas.microsoft.com/office/drawing/2014/main" id="{78CA8303-5F33-719C-0CF4-6DE63B978824}"/>
              </a:ext>
            </a:extLst>
          </p:cNvPr>
          <p:cNvGrpSpPr/>
          <p:nvPr/>
        </p:nvGrpSpPr>
        <p:grpSpPr>
          <a:xfrm>
            <a:off x="6284565" y="1532276"/>
            <a:ext cx="721206" cy="609701"/>
            <a:chOff x="6284565" y="1532276"/>
            <a:chExt cx="721206" cy="609701"/>
          </a:xfrm>
        </p:grpSpPr>
        <p:sp>
          <p:nvSpPr>
            <p:cNvPr id="66" name="Rectangle 65">
              <a:extLst>
                <a:ext uri="{FF2B5EF4-FFF2-40B4-BE49-F238E27FC236}">
                  <a16:creationId xmlns:a16="http://schemas.microsoft.com/office/drawing/2014/main" id="{77ADF6FE-8F03-9A82-F7D4-3C66B1142959}"/>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90" name="Rectangle 89">
              <a:extLst>
                <a:ext uri="{FF2B5EF4-FFF2-40B4-BE49-F238E27FC236}">
                  <a16:creationId xmlns:a16="http://schemas.microsoft.com/office/drawing/2014/main" id="{C42A1B95-7376-EB8A-6F0C-AAA3BB2A811C}"/>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 name="Oval 15">
              <a:extLst>
                <a:ext uri="{FF2B5EF4-FFF2-40B4-BE49-F238E27FC236}">
                  <a16:creationId xmlns:a16="http://schemas.microsoft.com/office/drawing/2014/main" id="{2D89CE11-1673-F59A-5443-D0639DBD6310}"/>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 name="Straight Connector 91">
              <a:extLst>
                <a:ext uri="{FF2B5EF4-FFF2-40B4-BE49-F238E27FC236}">
                  <a16:creationId xmlns:a16="http://schemas.microsoft.com/office/drawing/2014/main" id="{643FE2CA-17C4-3172-E9AA-19E1CC5E557F}"/>
                </a:ext>
              </a:extLst>
            </p:cNvPr>
            <p:cNvCxnSpPr>
              <a:cxnSpLocks/>
              <a:stCxn id="91"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3" name="Straight Connector 92">
              <a:extLst>
                <a:ext uri="{FF2B5EF4-FFF2-40B4-BE49-F238E27FC236}">
                  <a16:creationId xmlns:a16="http://schemas.microsoft.com/office/drawing/2014/main" id="{74FCC833-3146-F29B-1CCC-493F909A1BE4}"/>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 name="Group 93">
            <a:extLst>
              <a:ext uri="{FF2B5EF4-FFF2-40B4-BE49-F238E27FC236}">
                <a16:creationId xmlns:a16="http://schemas.microsoft.com/office/drawing/2014/main" id="{348C3DA2-2DFB-B4B4-02CE-8FFFFD8C836A}"/>
              </a:ext>
            </a:extLst>
          </p:cNvPr>
          <p:cNvGrpSpPr/>
          <p:nvPr/>
        </p:nvGrpSpPr>
        <p:grpSpPr>
          <a:xfrm>
            <a:off x="7121069" y="1532276"/>
            <a:ext cx="721206" cy="609701"/>
            <a:chOff x="7121069" y="1532276"/>
            <a:chExt cx="721206" cy="609701"/>
          </a:xfrm>
        </p:grpSpPr>
        <p:sp>
          <p:nvSpPr>
            <p:cNvPr id="95" name="Rectangle 94">
              <a:extLst>
                <a:ext uri="{FF2B5EF4-FFF2-40B4-BE49-F238E27FC236}">
                  <a16:creationId xmlns:a16="http://schemas.microsoft.com/office/drawing/2014/main" id="{A34171F9-9245-C017-05B9-742C3F67D6C5}"/>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96" name="Rectangle 95">
              <a:extLst>
                <a:ext uri="{FF2B5EF4-FFF2-40B4-BE49-F238E27FC236}">
                  <a16:creationId xmlns:a16="http://schemas.microsoft.com/office/drawing/2014/main" id="{DB87AF8B-0ABB-9416-41FD-6AB46B560F2C}"/>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 name="Oval 15">
              <a:extLst>
                <a:ext uri="{FF2B5EF4-FFF2-40B4-BE49-F238E27FC236}">
                  <a16:creationId xmlns:a16="http://schemas.microsoft.com/office/drawing/2014/main" id="{BB6B547C-EF27-C359-6585-DC72ADD89ADE}"/>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9" name="Straight Connector 98">
              <a:extLst>
                <a:ext uri="{FF2B5EF4-FFF2-40B4-BE49-F238E27FC236}">
                  <a16:creationId xmlns:a16="http://schemas.microsoft.com/office/drawing/2014/main" id="{45102970-E34D-FD9A-0353-F3034CCC5B44}"/>
                </a:ext>
              </a:extLst>
            </p:cNvPr>
            <p:cNvCxnSpPr>
              <a:cxnSpLocks/>
              <a:stCxn id="97"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0" name="Straight Connector 99">
              <a:extLst>
                <a:ext uri="{FF2B5EF4-FFF2-40B4-BE49-F238E27FC236}">
                  <a16:creationId xmlns:a16="http://schemas.microsoft.com/office/drawing/2014/main" id="{5725560F-777E-62EC-B663-82D5F7CCFBE4}"/>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1" name="Group 100">
            <a:extLst>
              <a:ext uri="{FF2B5EF4-FFF2-40B4-BE49-F238E27FC236}">
                <a16:creationId xmlns:a16="http://schemas.microsoft.com/office/drawing/2014/main" id="{7B6828AD-3657-1D3E-2622-25C9EE90070F}"/>
              </a:ext>
            </a:extLst>
          </p:cNvPr>
          <p:cNvGrpSpPr/>
          <p:nvPr/>
        </p:nvGrpSpPr>
        <p:grpSpPr>
          <a:xfrm>
            <a:off x="3775045" y="1532276"/>
            <a:ext cx="721206" cy="609701"/>
            <a:chOff x="3775045" y="1532276"/>
            <a:chExt cx="721206" cy="609701"/>
          </a:xfrm>
        </p:grpSpPr>
        <p:sp>
          <p:nvSpPr>
            <p:cNvPr id="102" name="Rectangle 101">
              <a:extLst>
                <a:ext uri="{FF2B5EF4-FFF2-40B4-BE49-F238E27FC236}">
                  <a16:creationId xmlns:a16="http://schemas.microsoft.com/office/drawing/2014/main" id="{C34803E3-0FBD-DB7F-018C-261240DEA0AF}"/>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03" name="Right Triangle 102">
              <a:extLst>
                <a:ext uri="{FF2B5EF4-FFF2-40B4-BE49-F238E27FC236}">
                  <a16:creationId xmlns:a16="http://schemas.microsoft.com/office/drawing/2014/main" id="{4DF7A515-C853-793F-1B75-9FC57C809521}"/>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4" name="Group 103">
              <a:extLst>
                <a:ext uri="{FF2B5EF4-FFF2-40B4-BE49-F238E27FC236}">
                  <a16:creationId xmlns:a16="http://schemas.microsoft.com/office/drawing/2014/main" id="{8FCF0631-9BA8-6FCE-1FC9-6B39C1A3A498}"/>
                </a:ext>
              </a:extLst>
            </p:cNvPr>
            <p:cNvGrpSpPr/>
            <p:nvPr/>
          </p:nvGrpSpPr>
          <p:grpSpPr>
            <a:xfrm>
              <a:off x="4440495" y="1542936"/>
              <a:ext cx="37817" cy="61390"/>
              <a:chOff x="3883481" y="2057400"/>
              <a:chExt cx="1608363" cy="2652031"/>
            </a:xfrm>
            <a:solidFill>
              <a:srgbClr val="A6A6A6">
                <a:alpha val="20000"/>
              </a:srgbClr>
            </a:solidFill>
          </p:grpSpPr>
          <p:sp>
            <p:nvSpPr>
              <p:cNvPr id="105" name="Oval 27">
                <a:extLst>
                  <a:ext uri="{FF2B5EF4-FFF2-40B4-BE49-F238E27FC236}">
                    <a16:creationId xmlns:a16="http://schemas.microsoft.com/office/drawing/2014/main" id="{9E0493BB-6053-42DD-CFE0-AB097ADB9B7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 name="Oval 28">
                <a:extLst>
                  <a:ext uri="{FF2B5EF4-FFF2-40B4-BE49-F238E27FC236}">
                    <a16:creationId xmlns:a16="http://schemas.microsoft.com/office/drawing/2014/main" id="{B39659C6-FCDE-657E-FA85-2C46979FD9D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7" name="Group 106">
            <a:extLst>
              <a:ext uri="{FF2B5EF4-FFF2-40B4-BE49-F238E27FC236}">
                <a16:creationId xmlns:a16="http://schemas.microsoft.com/office/drawing/2014/main" id="{6474A7AE-C323-B484-8949-74AAFE937B15}"/>
              </a:ext>
            </a:extLst>
          </p:cNvPr>
          <p:cNvGrpSpPr/>
          <p:nvPr/>
        </p:nvGrpSpPr>
        <p:grpSpPr>
          <a:xfrm>
            <a:off x="4611552" y="1532276"/>
            <a:ext cx="721206" cy="609701"/>
            <a:chOff x="4611552" y="1532276"/>
            <a:chExt cx="721206" cy="609701"/>
          </a:xfrm>
        </p:grpSpPr>
        <p:sp>
          <p:nvSpPr>
            <p:cNvPr id="120" name="Rectangle 119">
              <a:extLst>
                <a:ext uri="{FF2B5EF4-FFF2-40B4-BE49-F238E27FC236}">
                  <a16:creationId xmlns:a16="http://schemas.microsoft.com/office/drawing/2014/main" id="{9DCCB9BB-E268-B861-A52E-C6D5E267FC54}"/>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21" name="Right Triangle 120">
              <a:extLst>
                <a:ext uri="{FF2B5EF4-FFF2-40B4-BE49-F238E27FC236}">
                  <a16:creationId xmlns:a16="http://schemas.microsoft.com/office/drawing/2014/main" id="{5A1D2745-0507-1453-5FE3-5D9F5BFC518F}"/>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2" name="Group 121">
              <a:extLst>
                <a:ext uri="{FF2B5EF4-FFF2-40B4-BE49-F238E27FC236}">
                  <a16:creationId xmlns:a16="http://schemas.microsoft.com/office/drawing/2014/main" id="{6978BD72-1C01-FDCC-F236-8B8B715C8206}"/>
                </a:ext>
              </a:extLst>
            </p:cNvPr>
            <p:cNvGrpSpPr/>
            <p:nvPr/>
          </p:nvGrpSpPr>
          <p:grpSpPr>
            <a:xfrm>
              <a:off x="5276135" y="1542936"/>
              <a:ext cx="37817" cy="61390"/>
              <a:chOff x="3883481" y="2057400"/>
              <a:chExt cx="1608363" cy="2652031"/>
            </a:xfrm>
            <a:solidFill>
              <a:srgbClr val="A6A6A6">
                <a:alpha val="20000"/>
              </a:srgbClr>
            </a:solidFill>
          </p:grpSpPr>
          <p:sp>
            <p:nvSpPr>
              <p:cNvPr id="123" name="Oval 27">
                <a:extLst>
                  <a:ext uri="{FF2B5EF4-FFF2-40B4-BE49-F238E27FC236}">
                    <a16:creationId xmlns:a16="http://schemas.microsoft.com/office/drawing/2014/main" id="{C4D6F947-7A1F-83F7-11DD-31B3FE9BE0F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 name="Oval 28">
                <a:extLst>
                  <a:ext uri="{FF2B5EF4-FFF2-40B4-BE49-F238E27FC236}">
                    <a16:creationId xmlns:a16="http://schemas.microsoft.com/office/drawing/2014/main" id="{71DEA91E-0B43-8FFA-03B5-62F418F0DD3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5" name="Group 124">
            <a:extLst>
              <a:ext uri="{FF2B5EF4-FFF2-40B4-BE49-F238E27FC236}">
                <a16:creationId xmlns:a16="http://schemas.microsoft.com/office/drawing/2014/main" id="{8E05081F-3369-E3D0-EEC1-FF2CB77798F7}"/>
              </a:ext>
            </a:extLst>
          </p:cNvPr>
          <p:cNvGrpSpPr/>
          <p:nvPr/>
        </p:nvGrpSpPr>
        <p:grpSpPr>
          <a:xfrm>
            <a:off x="2938537" y="1532271"/>
            <a:ext cx="721206" cy="610042"/>
            <a:chOff x="2938537" y="1532271"/>
            <a:chExt cx="721206" cy="610042"/>
          </a:xfrm>
        </p:grpSpPr>
        <p:sp>
          <p:nvSpPr>
            <p:cNvPr id="130" name="Rectangle 129">
              <a:extLst>
                <a:ext uri="{FF2B5EF4-FFF2-40B4-BE49-F238E27FC236}">
                  <a16:creationId xmlns:a16="http://schemas.microsoft.com/office/drawing/2014/main" id="{658610D2-A54C-F324-790A-BC91AC2A26EB}"/>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47" name="Right Triangle 446">
              <a:extLst>
                <a:ext uri="{FF2B5EF4-FFF2-40B4-BE49-F238E27FC236}">
                  <a16:creationId xmlns:a16="http://schemas.microsoft.com/office/drawing/2014/main" id="{6F5969BC-6D1C-6437-7FB3-40BA22DA06A5}"/>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8" name="Oval 27">
              <a:extLst>
                <a:ext uri="{FF2B5EF4-FFF2-40B4-BE49-F238E27FC236}">
                  <a16:creationId xmlns:a16="http://schemas.microsoft.com/office/drawing/2014/main" id="{C2E51217-AFF4-FBAB-AE0E-F815983B2EF3}"/>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9" name="Oval 28">
              <a:extLst>
                <a:ext uri="{FF2B5EF4-FFF2-40B4-BE49-F238E27FC236}">
                  <a16:creationId xmlns:a16="http://schemas.microsoft.com/office/drawing/2014/main" id="{58B8AE96-ABBE-6F08-0163-BE69B26266A4}"/>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0" name="Group 449">
            <a:extLst>
              <a:ext uri="{FF2B5EF4-FFF2-40B4-BE49-F238E27FC236}">
                <a16:creationId xmlns:a16="http://schemas.microsoft.com/office/drawing/2014/main" id="{1117799C-056B-654F-541F-E6B60FEC96C5}"/>
              </a:ext>
            </a:extLst>
          </p:cNvPr>
          <p:cNvGrpSpPr/>
          <p:nvPr/>
        </p:nvGrpSpPr>
        <p:grpSpPr>
          <a:xfrm>
            <a:off x="6287105" y="2974054"/>
            <a:ext cx="721206" cy="609701"/>
            <a:chOff x="6287105" y="2974054"/>
            <a:chExt cx="721206" cy="609701"/>
          </a:xfrm>
        </p:grpSpPr>
        <p:sp>
          <p:nvSpPr>
            <p:cNvPr id="451" name="Rectangle 450">
              <a:hlinkHover r:id="" action="ppaction://noaction" highlightClick="1"/>
              <a:extLst>
                <a:ext uri="{FF2B5EF4-FFF2-40B4-BE49-F238E27FC236}">
                  <a16:creationId xmlns:a16="http://schemas.microsoft.com/office/drawing/2014/main" id="{7EA0B2BB-590C-933D-4BC1-904BBB09C9A2}"/>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52" name="Rectangle 451">
              <a:extLst>
                <a:ext uri="{FF2B5EF4-FFF2-40B4-BE49-F238E27FC236}">
                  <a16:creationId xmlns:a16="http://schemas.microsoft.com/office/drawing/2014/main" id="{4D9DC275-4EDA-60F2-B241-5C93239A07CB}"/>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3" name="Oval 15">
              <a:extLst>
                <a:ext uri="{FF2B5EF4-FFF2-40B4-BE49-F238E27FC236}">
                  <a16:creationId xmlns:a16="http://schemas.microsoft.com/office/drawing/2014/main" id="{ED08D36D-C732-FC08-712F-A8C0D329641D}"/>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4" name="Straight Connector 453">
              <a:extLst>
                <a:ext uri="{FF2B5EF4-FFF2-40B4-BE49-F238E27FC236}">
                  <a16:creationId xmlns:a16="http://schemas.microsoft.com/office/drawing/2014/main" id="{68A74D25-CD03-13CC-18CD-23DA255CF1FE}"/>
                </a:ext>
              </a:extLst>
            </p:cNvPr>
            <p:cNvCxnSpPr>
              <a:cxnSpLocks/>
              <a:stCxn id="453"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55" name="Group 454">
            <a:extLst>
              <a:ext uri="{FF2B5EF4-FFF2-40B4-BE49-F238E27FC236}">
                <a16:creationId xmlns:a16="http://schemas.microsoft.com/office/drawing/2014/main" id="{73357633-E5A4-6B50-6910-26CB07A73B56}"/>
              </a:ext>
            </a:extLst>
          </p:cNvPr>
          <p:cNvGrpSpPr/>
          <p:nvPr/>
        </p:nvGrpSpPr>
        <p:grpSpPr>
          <a:xfrm>
            <a:off x="7123149" y="2974054"/>
            <a:ext cx="721206" cy="646284"/>
            <a:chOff x="7123149" y="2974054"/>
            <a:chExt cx="721206" cy="646284"/>
          </a:xfrm>
        </p:grpSpPr>
        <p:sp>
          <p:nvSpPr>
            <p:cNvPr id="456" name="Rectangle 455">
              <a:hlinkHover r:id="" action="ppaction://noaction" highlightClick="1"/>
              <a:extLst>
                <a:ext uri="{FF2B5EF4-FFF2-40B4-BE49-F238E27FC236}">
                  <a16:creationId xmlns:a16="http://schemas.microsoft.com/office/drawing/2014/main" id="{AC02F10D-2CB0-3BC2-CF90-97F9D3652014}"/>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57" name="Rectangle 456">
              <a:extLst>
                <a:ext uri="{FF2B5EF4-FFF2-40B4-BE49-F238E27FC236}">
                  <a16:creationId xmlns:a16="http://schemas.microsoft.com/office/drawing/2014/main" id="{9EE88BCD-4D58-1EBD-73E7-727C7D57B6DA}"/>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8" name="Oval 15">
              <a:extLst>
                <a:ext uri="{FF2B5EF4-FFF2-40B4-BE49-F238E27FC236}">
                  <a16:creationId xmlns:a16="http://schemas.microsoft.com/office/drawing/2014/main" id="{AD51220C-F841-1A7E-F825-D2EB696736CF}"/>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9" name="Straight Connector 458">
              <a:extLst>
                <a:ext uri="{FF2B5EF4-FFF2-40B4-BE49-F238E27FC236}">
                  <a16:creationId xmlns:a16="http://schemas.microsoft.com/office/drawing/2014/main" id="{592F27D6-8A17-87E7-0911-596D8BB2A190}"/>
                </a:ext>
              </a:extLst>
            </p:cNvPr>
            <p:cNvCxnSpPr>
              <a:cxnSpLocks/>
              <a:stCxn id="458"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0" name="Straight Connector 459">
              <a:extLst>
                <a:ext uri="{FF2B5EF4-FFF2-40B4-BE49-F238E27FC236}">
                  <a16:creationId xmlns:a16="http://schemas.microsoft.com/office/drawing/2014/main" id="{BD9E6B40-B4B8-BA09-AAA8-A3699B35CE54}"/>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1" name="Group 460">
            <a:extLst>
              <a:ext uri="{FF2B5EF4-FFF2-40B4-BE49-F238E27FC236}">
                <a16:creationId xmlns:a16="http://schemas.microsoft.com/office/drawing/2014/main" id="{1EE7FB1C-510E-F891-3690-4C027413E42F}"/>
              </a:ext>
            </a:extLst>
          </p:cNvPr>
          <p:cNvGrpSpPr/>
          <p:nvPr/>
        </p:nvGrpSpPr>
        <p:grpSpPr>
          <a:xfrm>
            <a:off x="7959200" y="2974054"/>
            <a:ext cx="721206" cy="609701"/>
            <a:chOff x="7959200" y="2974054"/>
            <a:chExt cx="721206" cy="609701"/>
          </a:xfrm>
        </p:grpSpPr>
        <p:sp>
          <p:nvSpPr>
            <p:cNvPr id="462" name="Rectangle 461">
              <a:hlinkHover r:id="" action="ppaction://noaction" highlightClick="1"/>
              <a:extLst>
                <a:ext uri="{FF2B5EF4-FFF2-40B4-BE49-F238E27FC236}">
                  <a16:creationId xmlns:a16="http://schemas.microsoft.com/office/drawing/2014/main" id="{D6CBEF0E-0A7C-B084-D5DB-DA246D07B9DB}"/>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63" name="Diamond 462">
              <a:extLst>
                <a:ext uri="{FF2B5EF4-FFF2-40B4-BE49-F238E27FC236}">
                  <a16:creationId xmlns:a16="http://schemas.microsoft.com/office/drawing/2014/main" id="{4CB6A75E-F505-6B41-98F8-A82C567758A5}"/>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4" name="Oval 463">
              <a:extLst>
                <a:ext uri="{FF2B5EF4-FFF2-40B4-BE49-F238E27FC236}">
                  <a16:creationId xmlns:a16="http://schemas.microsoft.com/office/drawing/2014/main" id="{0D82EDA6-6AD0-833B-0781-96D384D19520}"/>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5" name="Group 464">
            <a:extLst>
              <a:ext uri="{FF2B5EF4-FFF2-40B4-BE49-F238E27FC236}">
                <a16:creationId xmlns:a16="http://schemas.microsoft.com/office/drawing/2014/main" id="{827BCA28-51EF-2941-2AEB-79550F03CAFA}"/>
              </a:ext>
            </a:extLst>
          </p:cNvPr>
          <p:cNvGrpSpPr/>
          <p:nvPr/>
        </p:nvGrpSpPr>
        <p:grpSpPr>
          <a:xfrm>
            <a:off x="8795244" y="2974054"/>
            <a:ext cx="721206" cy="609701"/>
            <a:chOff x="8795244" y="2974054"/>
            <a:chExt cx="721206" cy="609701"/>
          </a:xfrm>
        </p:grpSpPr>
        <p:sp>
          <p:nvSpPr>
            <p:cNvPr id="466" name="Rectangle 465">
              <a:hlinkHover r:id="" action="ppaction://noaction" highlightClick="1"/>
              <a:extLst>
                <a:ext uri="{FF2B5EF4-FFF2-40B4-BE49-F238E27FC236}">
                  <a16:creationId xmlns:a16="http://schemas.microsoft.com/office/drawing/2014/main" id="{4D2F9436-1297-F4FD-E6B8-2F0C0633DBF1}"/>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67" name="Diamond 466">
              <a:extLst>
                <a:ext uri="{FF2B5EF4-FFF2-40B4-BE49-F238E27FC236}">
                  <a16:creationId xmlns:a16="http://schemas.microsoft.com/office/drawing/2014/main" id="{904CF479-520A-F6C6-E6F3-6ED24886AFA6}"/>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8" name="Oval 467">
              <a:extLst>
                <a:ext uri="{FF2B5EF4-FFF2-40B4-BE49-F238E27FC236}">
                  <a16:creationId xmlns:a16="http://schemas.microsoft.com/office/drawing/2014/main" id="{EF19EC1A-1B5D-3B97-5150-075A9EC4D27D}"/>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5" name="Group 474">
            <a:extLst>
              <a:ext uri="{FF2B5EF4-FFF2-40B4-BE49-F238E27FC236}">
                <a16:creationId xmlns:a16="http://schemas.microsoft.com/office/drawing/2014/main" id="{504E440A-11A3-94CF-C63D-BA0A528D2C7A}"/>
              </a:ext>
            </a:extLst>
          </p:cNvPr>
          <p:cNvGrpSpPr/>
          <p:nvPr/>
        </p:nvGrpSpPr>
        <p:grpSpPr>
          <a:xfrm>
            <a:off x="5442073" y="811556"/>
            <a:ext cx="728239" cy="609701"/>
            <a:chOff x="5442073" y="811556"/>
            <a:chExt cx="728239" cy="609701"/>
          </a:xfrm>
        </p:grpSpPr>
        <p:sp>
          <p:nvSpPr>
            <p:cNvPr id="476" name="Rectangle 475">
              <a:extLst>
                <a:ext uri="{FF2B5EF4-FFF2-40B4-BE49-F238E27FC236}">
                  <a16:creationId xmlns:a16="http://schemas.microsoft.com/office/drawing/2014/main" id="{858E10C6-ABE0-4907-9DD2-C954A09AA8C7}"/>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77" name="Rectangle 476">
              <a:extLst>
                <a:ext uri="{FF2B5EF4-FFF2-40B4-BE49-F238E27FC236}">
                  <a16:creationId xmlns:a16="http://schemas.microsoft.com/office/drawing/2014/main" id="{50D0F7D3-917D-4B53-BA37-60D8FDD4BA43}"/>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8" name="Oval 15">
              <a:extLst>
                <a:ext uri="{FF2B5EF4-FFF2-40B4-BE49-F238E27FC236}">
                  <a16:creationId xmlns:a16="http://schemas.microsoft.com/office/drawing/2014/main" id="{13C94BBC-F7F1-1FC4-95E5-5D948B2A1F14}"/>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79" name="Straight Connector 478">
              <a:extLst>
                <a:ext uri="{FF2B5EF4-FFF2-40B4-BE49-F238E27FC236}">
                  <a16:creationId xmlns:a16="http://schemas.microsoft.com/office/drawing/2014/main" id="{5A494DDE-B932-F4CD-62ED-46B03C75BF8A}"/>
                </a:ext>
              </a:extLst>
            </p:cNvPr>
            <p:cNvCxnSpPr>
              <a:cxnSpLocks/>
              <a:stCxn id="478"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0" name="Straight Connector 479">
              <a:extLst>
                <a:ext uri="{FF2B5EF4-FFF2-40B4-BE49-F238E27FC236}">
                  <a16:creationId xmlns:a16="http://schemas.microsoft.com/office/drawing/2014/main" id="{06FDCBDB-D5E0-B5ED-3541-CAC845123D74}"/>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1" name="Group 480">
            <a:extLst>
              <a:ext uri="{FF2B5EF4-FFF2-40B4-BE49-F238E27FC236}">
                <a16:creationId xmlns:a16="http://schemas.microsoft.com/office/drawing/2014/main" id="{A68FD28F-78DD-8160-945E-4A3F41E3B939}"/>
              </a:ext>
            </a:extLst>
          </p:cNvPr>
          <p:cNvGrpSpPr/>
          <p:nvPr/>
        </p:nvGrpSpPr>
        <p:grpSpPr>
          <a:xfrm>
            <a:off x="6284597" y="811555"/>
            <a:ext cx="721206" cy="609701"/>
            <a:chOff x="6284597" y="811555"/>
            <a:chExt cx="721206" cy="609701"/>
          </a:xfrm>
        </p:grpSpPr>
        <p:sp>
          <p:nvSpPr>
            <p:cNvPr id="482" name="Rectangle 481">
              <a:hlinkHover r:id="" action="ppaction://noaction" highlightClick="1"/>
              <a:extLst>
                <a:ext uri="{FF2B5EF4-FFF2-40B4-BE49-F238E27FC236}">
                  <a16:creationId xmlns:a16="http://schemas.microsoft.com/office/drawing/2014/main" id="{6D08931D-2A52-B9CD-D33E-4450F9526AA1}"/>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83" name="Right Triangle 482">
              <a:extLst>
                <a:ext uri="{FF2B5EF4-FFF2-40B4-BE49-F238E27FC236}">
                  <a16:creationId xmlns:a16="http://schemas.microsoft.com/office/drawing/2014/main" id="{CFCD5F1C-D4C6-7818-B3CE-75A19D858B58}"/>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4" name="Oval 27">
              <a:extLst>
                <a:ext uri="{FF2B5EF4-FFF2-40B4-BE49-F238E27FC236}">
                  <a16:creationId xmlns:a16="http://schemas.microsoft.com/office/drawing/2014/main" id="{BFD68DDA-0F13-86A0-C22B-6B7AD354A041}"/>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5" name="Oval 28">
              <a:extLst>
                <a:ext uri="{FF2B5EF4-FFF2-40B4-BE49-F238E27FC236}">
                  <a16:creationId xmlns:a16="http://schemas.microsoft.com/office/drawing/2014/main" id="{FFD06170-FBED-7A20-A97C-9E4B8DCCBAA2}"/>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1" name="Group 490">
            <a:extLst>
              <a:ext uri="{FF2B5EF4-FFF2-40B4-BE49-F238E27FC236}">
                <a16:creationId xmlns:a16="http://schemas.microsoft.com/office/drawing/2014/main" id="{444E1FD0-DDCB-21A8-6C8F-91A1A0626505}"/>
              </a:ext>
            </a:extLst>
          </p:cNvPr>
          <p:cNvGrpSpPr/>
          <p:nvPr/>
        </p:nvGrpSpPr>
        <p:grpSpPr>
          <a:xfrm>
            <a:off x="7957576" y="811556"/>
            <a:ext cx="721206" cy="609701"/>
            <a:chOff x="7957576" y="811556"/>
            <a:chExt cx="721206" cy="609701"/>
          </a:xfrm>
        </p:grpSpPr>
        <p:sp>
          <p:nvSpPr>
            <p:cNvPr id="492" name="Rectangle 491">
              <a:extLst>
                <a:ext uri="{FF2B5EF4-FFF2-40B4-BE49-F238E27FC236}">
                  <a16:creationId xmlns:a16="http://schemas.microsoft.com/office/drawing/2014/main" id="{B4E1A33C-7EDF-46A0-8AC6-BEF9A390BC2A}"/>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93" name="Rectangle 492">
              <a:extLst>
                <a:ext uri="{FF2B5EF4-FFF2-40B4-BE49-F238E27FC236}">
                  <a16:creationId xmlns:a16="http://schemas.microsoft.com/office/drawing/2014/main" id="{CA871322-206C-BEF2-07F4-5880F9D9F28E}"/>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4" name="Oval 15">
              <a:extLst>
                <a:ext uri="{FF2B5EF4-FFF2-40B4-BE49-F238E27FC236}">
                  <a16:creationId xmlns:a16="http://schemas.microsoft.com/office/drawing/2014/main" id="{FB5B4A99-224A-9CFE-844D-59B622EBD587}"/>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95" name="Straight Connector 494">
              <a:extLst>
                <a:ext uri="{FF2B5EF4-FFF2-40B4-BE49-F238E27FC236}">
                  <a16:creationId xmlns:a16="http://schemas.microsoft.com/office/drawing/2014/main" id="{823E5D44-1587-8590-8961-9027EE4D66FA}"/>
                </a:ext>
              </a:extLst>
            </p:cNvPr>
            <p:cNvCxnSpPr>
              <a:cxnSpLocks/>
              <a:stCxn id="494"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6" name="Straight Connector 495">
              <a:extLst>
                <a:ext uri="{FF2B5EF4-FFF2-40B4-BE49-F238E27FC236}">
                  <a16:creationId xmlns:a16="http://schemas.microsoft.com/office/drawing/2014/main" id="{438B13C0-3A2E-E918-BA5D-BAE19D042C23}"/>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5" name="Group 504">
            <a:extLst>
              <a:ext uri="{FF2B5EF4-FFF2-40B4-BE49-F238E27FC236}">
                <a16:creationId xmlns:a16="http://schemas.microsoft.com/office/drawing/2014/main" id="{A767FEBA-031F-C58C-E06B-5B64A6DB50C5}"/>
              </a:ext>
            </a:extLst>
          </p:cNvPr>
          <p:cNvGrpSpPr/>
          <p:nvPr/>
        </p:nvGrpSpPr>
        <p:grpSpPr>
          <a:xfrm>
            <a:off x="11356242" y="90836"/>
            <a:ext cx="721206" cy="609701"/>
            <a:chOff x="11356242" y="90836"/>
            <a:chExt cx="721206" cy="609701"/>
          </a:xfrm>
        </p:grpSpPr>
        <p:sp>
          <p:nvSpPr>
            <p:cNvPr id="506" name="Rectangle 505">
              <a:hlinkHover r:id="" action="ppaction://noaction" highlightClick="1"/>
              <a:extLst>
                <a:ext uri="{FF2B5EF4-FFF2-40B4-BE49-F238E27FC236}">
                  <a16:creationId xmlns:a16="http://schemas.microsoft.com/office/drawing/2014/main" id="{86977BB8-C826-88F7-BA7B-40F9A4A01CAE}"/>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07" name="Oval 506">
              <a:extLst>
                <a:ext uri="{FF2B5EF4-FFF2-40B4-BE49-F238E27FC236}">
                  <a16:creationId xmlns:a16="http://schemas.microsoft.com/office/drawing/2014/main" id="{864F84D5-3730-0437-1402-A35A9749813A}"/>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8" name="Isosceles Triangle 648">
              <a:extLst>
                <a:ext uri="{FF2B5EF4-FFF2-40B4-BE49-F238E27FC236}">
                  <a16:creationId xmlns:a16="http://schemas.microsoft.com/office/drawing/2014/main" id="{CDE76CC9-C729-D0A2-0476-80976BEF685F}"/>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9" name="Group 508">
            <a:extLst>
              <a:ext uri="{FF2B5EF4-FFF2-40B4-BE49-F238E27FC236}">
                <a16:creationId xmlns:a16="http://schemas.microsoft.com/office/drawing/2014/main" id="{F5553108-1900-C4A8-EFE5-4B9DE857220C}"/>
              </a:ext>
            </a:extLst>
          </p:cNvPr>
          <p:cNvGrpSpPr/>
          <p:nvPr/>
        </p:nvGrpSpPr>
        <p:grpSpPr>
          <a:xfrm>
            <a:off x="11356243" y="3694774"/>
            <a:ext cx="721206" cy="609701"/>
            <a:chOff x="11356243" y="3694774"/>
            <a:chExt cx="721206" cy="609701"/>
          </a:xfrm>
        </p:grpSpPr>
        <p:sp>
          <p:nvSpPr>
            <p:cNvPr id="510" name="Rectangle 509">
              <a:hlinkHover r:id="" action="ppaction://noaction" highlightClick="1"/>
              <a:extLst>
                <a:ext uri="{FF2B5EF4-FFF2-40B4-BE49-F238E27FC236}">
                  <a16:creationId xmlns:a16="http://schemas.microsoft.com/office/drawing/2014/main" id="{BDE901BD-0D98-B768-43C7-3AA2E0665BAB}"/>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11" name="Oval 510">
              <a:extLst>
                <a:ext uri="{FF2B5EF4-FFF2-40B4-BE49-F238E27FC236}">
                  <a16:creationId xmlns:a16="http://schemas.microsoft.com/office/drawing/2014/main" id="{7B90B8F1-0AE6-8A53-DA48-7C52D30D549B}"/>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2" name="Isosceles Triangle 648">
              <a:extLst>
                <a:ext uri="{FF2B5EF4-FFF2-40B4-BE49-F238E27FC236}">
                  <a16:creationId xmlns:a16="http://schemas.microsoft.com/office/drawing/2014/main" id="{E8323348-DD1B-1642-031A-0538837D0642}"/>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3" name="Group 512">
            <a:extLst>
              <a:ext uri="{FF2B5EF4-FFF2-40B4-BE49-F238E27FC236}">
                <a16:creationId xmlns:a16="http://schemas.microsoft.com/office/drawing/2014/main" id="{36A47332-24AD-4A4F-FF00-E1FE1DC6BF70}"/>
              </a:ext>
            </a:extLst>
          </p:cNvPr>
          <p:cNvGrpSpPr/>
          <p:nvPr/>
        </p:nvGrpSpPr>
        <p:grpSpPr>
          <a:xfrm>
            <a:off x="9657691" y="4419624"/>
            <a:ext cx="721206" cy="609701"/>
            <a:chOff x="9657691" y="4419624"/>
            <a:chExt cx="721206" cy="609701"/>
          </a:xfrm>
        </p:grpSpPr>
        <p:sp>
          <p:nvSpPr>
            <p:cNvPr id="514" name="Rectangle 513">
              <a:hlinkHover r:id="" action="ppaction://noaction" highlightClick="1"/>
              <a:extLst>
                <a:ext uri="{FF2B5EF4-FFF2-40B4-BE49-F238E27FC236}">
                  <a16:creationId xmlns:a16="http://schemas.microsoft.com/office/drawing/2014/main" id="{3C4FD53F-2BAE-A4CA-5013-39959139765C}"/>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15" name="Oval 514">
              <a:extLst>
                <a:ext uri="{FF2B5EF4-FFF2-40B4-BE49-F238E27FC236}">
                  <a16:creationId xmlns:a16="http://schemas.microsoft.com/office/drawing/2014/main" id="{343B19EE-3619-62D2-3926-5342BC89DE0F}"/>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6" name="Isosceles Triangle 648">
              <a:extLst>
                <a:ext uri="{FF2B5EF4-FFF2-40B4-BE49-F238E27FC236}">
                  <a16:creationId xmlns:a16="http://schemas.microsoft.com/office/drawing/2014/main" id="{A4DA97CB-7560-E69B-A3D3-AEA9E0F3B5FD}"/>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7" name="Group 516">
            <a:extLst>
              <a:ext uri="{FF2B5EF4-FFF2-40B4-BE49-F238E27FC236}">
                <a16:creationId xmlns:a16="http://schemas.microsoft.com/office/drawing/2014/main" id="{FB0F5C60-FAB2-D19A-E9A2-D67C72D3AF20}"/>
              </a:ext>
            </a:extLst>
          </p:cNvPr>
          <p:cNvGrpSpPr/>
          <p:nvPr/>
        </p:nvGrpSpPr>
        <p:grpSpPr>
          <a:xfrm>
            <a:off x="10506968" y="4419620"/>
            <a:ext cx="721206" cy="609701"/>
            <a:chOff x="10506968" y="4419620"/>
            <a:chExt cx="721206" cy="609701"/>
          </a:xfrm>
        </p:grpSpPr>
        <p:sp>
          <p:nvSpPr>
            <p:cNvPr id="518" name="Rectangle 517">
              <a:hlinkHover r:id="" action="ppaction://noaction" highlightClick="1"/>
              <a:extLst>
                <a:ext uri="{FF2B5EF4-FFF2-40B4-BE49-F238E27FC236}">
                  <a16:creationId xmlns:a16="http://schemas.microsoft.com/office/drawing/2014/main" id="{AA003BDD-F994-9331-667E-D4EB6CCF4251}"/>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19" name="Oval 518">
              <a:extLst>
                <a:ext uri="{FF2B5EF4-FFF2-40B4-BE49-F238E27FC236}">
                  <a16:creationId xmlns:a16="http://schemas.microsoft.com/office/drawing/2014/main" id="{890F4C52-914B-952D-5525-25B1C25DE88C}"/>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0" name="Isosceles Triangle 648">
              <a:extLst>
                <a:ext uri="{FF2B5EF4-FFF2-40B4-BE49-F238E27FC236}">
                  <a16:creationId xmlns:a16="http://schemas.microsoft.com/office/drawing/2014/main" id="{58EF3CBA-F1FA-84F6-5C94-1E3E4171ECFA}"/>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1" name="Group 520">
            <a:extLst>
              <a:ext uri="{FF2B5EF4-FFF2-40B4-BE49-F238E27FC236}">
                <a16:creationId xmlns:a16="http://schemas.microsoft.com/office/drawing/2014/main" id="{BE642FA9-5075-2D55-7305-1568BF3CFD21}"/>
              </a:ext>
            </a:extLst>
          </p:cNvPr>
          <p:cNvGrpSpPr/>
          <p:nvPr/>
        </p:nvGrpSpPr>
        <p:grpSpPr>
          <a:xfrm>
            <a:off x="11356003" y="4416261"/>
            <a:ext cx="721206" cy="609701"/>
            <a:chOff x="11356003" y="4416261"/>
            <a:chExt cx="721206" cy="609701"/>
          </a:xfrm>
        </p:grpSpPr>
        <p:sp>
          <p:nvSpPr>
            <p:cNvPr id="522" name="Rectangle 521">
              <a:hlinkHover r:id="" action="ppaction://noaction" highlightClick="1"/>
              <a:extLst>
                <a:ext uri="{FF2B5EF4-FFF2-40B4-BE49-F238E27FC236}">
                  <a16:creationId xmlns:a16="http://schemas.microsoft.com/office/drawing/2014/main" id="{11665942-3BE0-F70C-667C-F934A8A04875}"/>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23" name="Oval 522">
              <a:extLst>
                <a:ext uri="{FF2B5EF4-FFF2-40B4-BE49-F238E27FC236}">
                  <a16:creationId xmlns:a16="http://schemas.microsoft.com/office/drawing/2014/main" id="{4A1ECDD5-DB90-D772-3361-0BA80B32D4E9}"/>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4" name="Isosceles Triangle 648">
              <a:extLst>
                <a:ext uri="{FF2B5EF4-FFF2-40B4-BE49-F238E27FC236}">
                  <a16:creationId xmlns:a16="http://schemas.microsoft.com/office/drawing/2014/main" id="{1B15E425-8A3A-DB2F-A54E-03013CA02008}"/>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5" name="Group 524">
            <a:extLst>
              <a:ext uri="{FF2B5EF4-FFF2-40B4-BE49-F238E27FC236}">
                <a16:creationId xmlns:a16="http://schemas.microsoft.com/office/drawing/2014/main" id="{71CB091F-662A-4A15-8279-BFA5A7B43B24}"/>
              </a:ext>
            </a:extLst>
          </p:cNvPr>
          <p:cNvGrpSpPr/>
          <p:nvPr/>
        </p:nvGrpSpPr>
        <p:grpSpPr>
          <a:xfrm>
            <a:off x="8808526" y="4416261"/>
            <a:ext cx="721206" cy="609701"/>
            <a:chOff x="8808526" y="4416261"/>
            <a:chExt cx="721206" cy="609701"/>
          </a:xfrm>
        </p:grpSpPr>
        <p:sp>
          <p:nvSpPr>
            <p:cNvPr id="526" name="Rectangle 525">
              <a:hlinkHover r:id="" action="ppaction://noaction" highlightClick="1"/>
              <a:extLst>
                <a:ext uri="{FF2B5EF4-FFF2-40B4-BE49-F238E27FC236}">
                  <a16:creationId xmlns:a16="http://schemas.microsoft.com/office/drawing/2014/main" id="{5E5FBAEB-F44F-CD77-D96E-813FCA6D34CD}"/>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27" name="Oval 526">
              <a:extLst>
                <a:ext uri="{FF2B5EF4-FFF2-40B4-BE49-F238E27FC236}">
                  <a16:creationId xmlns:a16="http://schemas.microsoft.com/office/drawing/2014/main" id="{4602D727-E355-206D-C9AC-621B1D7EC3AF}"/>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8" name="Isosceles Triangle 648">
              <a:extLst>
                <a:ext uri="{FF2B5EF4-FFF2-40B4-BE49-F238E27FC236}">
                  <a16:creationId xmlns:a16="http://schemas.microsoft.com/office/drawing/2014/main" id="{35E10E2B-0859-B2D1-8C9B-CFD70C64E2B1}"/>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9" name="Group 528">
            <a:extLst>
              <a:ext uri="{FF2B5EF4-FFF2-40B4-BE49-F238E27FC236}">
                <a16:creationId xmlns:a16="http://schemas.microsoft.com/office/drawing/2014/main" id="{880926BA-88C9-6AEE-F6E1-6836F3B916F3}"/>
              </a:ext>
            </a:extLst>
          </p:cNvPr>
          <p:cNvGrpSpPr/>
          <p:nvPr/>
        </p:nvGrpSpPr>
        <p:grpSpPr>
          <a:xfrm>
            <a:off x="10509579" y="5141013"/>
            <a:ext cx="721206" cy="609701"/>
            <a:chOff x="10509579" y="5141013"/>
            <a:chExt cx="721206" cy="609701"/>
          </a:xfrm>
        </p:grpSpPr>
        <p:sp>
          <p:nvSpPr>
            <p:cNvPr id="530" name="Rectangle 529">
              <a:hlinkHover r:id="" action="ppaction://noaction" highlightClick="1"/>
              <a:extLst>
                <a:ext uri="{FF2B5EF4-FFF2-40B4-BE49-F238E27FC236}">
                  <a16:creationId xmlns:a16="http://schemas.microsoft.com/office/drawing/2014/main" id="{60F456AD-6C52-4E59-4E44-943511BDA12D}"/>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31" name="Oval 530">
              <a:extLst>
                <a:ext uri="{FF2B5EF4-FFF2-40B4-BE49-F238E27FC236}">
                  <a16:creationId xmlns:a16="http://schemas.microsoft.com/office/drawing/2014/main" id="{46FB13E3-FB2D-BF9E-E921-0A2B2EFAF9D4}"/>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2" name="Isosceles Triangle 648">
              <a:extLst>
                <a:ext uri="{FF2B5EF4-FFF2-40B4-BE49-F238E27FC236}">
                  <a16:creationId xmlns:a16="http://schemas.microsoft.com/office/drawing/2014/main" id="{4B353187-70B4-8DAC-B1A0-7DBB8CC0E19B}"/>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3" name="Group 532">
            <a:extLst>
              <a:ext uri="{FF2B5EF4-FFF2-40B4-BE49-F238E27FC236}">
                <a16:creationId xmlns:a16="http://schemas.microsoft.com/office/drawing/2014/main" id="{6F1A2CC9-05ED-FD47-EE08-8DA51711143F}"/>
              </a:ext>
            </a:extLst>
          </p:cNvPr>
          <p:cNvGrpSpPr/>
          <p:nvPr/>
        </p:nvGrpSpPr>
        <p:grpSpPr>
          <a:xfrm>
            <a:off x="9651076" y="5143367"/>
            <a:ext cx="721206" cy="609701"/>
            <a:chOff x="9651076" y="5143367"/>
            <a:chExt cx="721206" cy="609701"/>
          </a:xfrm>
        </p:grpSpPr>
        <p:sp>
          <p:nvSpPr>
            <p:cNvPr id="534" name="Rectangle 533">
              <a:hlinkHover r:id="" action="ppaction://noaction" highlightClick="1"/>
              <a:extLst>
                <a:ext uri="{FF2B5EF4-FFF2-40B4-BE49-F238E27FC236}">
                  <a16:creationId xmlns:a16="http://schemas.microsoft.com/office/drawing/2014/main" id="{987CDD0E-6B3B-7881-0685-BE762615EEDC}"/>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35" name="Oval 534">
              <a:extLst>
                <a:ext uri="{FF2B5EF4-FFF2-40B4-BE49-F238E27FC236}">
                  <a16:creationId xmlns:a16="http://schemas.microsoft.com/office/drawing/2014/main" id="{818227EE-7E24-1743-E1C5-A72802A6D781}"/>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6" name="Isosceles Triangle 648">
              <a:extLst>
                <a:ext uri="{FF2B5EF4-FFF2-40B4-BE49-F238E27FC236}">
                  <a16:creationId xmlns:a16="http://schemas.microsoft.com/office/drawing/2014/main" id="{E25E5636-0800-72E0-FE4C-56F90AFA8805}"/>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7" name="Group 536">
            <a:extLst>
              <a:ext uri="{FF2B5EF4-FFF2-40B4-BE49-F238E27FC236}">
                <a16:creationId xmlns:a16="http://schemas.microsoft.com/office/drawing/2014/main" id="{479E9088-7D43-49D4-0155-0C46FA98110F}"/>
              </a:ext>
            </a:extLst>
          </p:cNvPr>
          <p:cNvGrpSpPr/>
          <p:nvPr/>
        </p:nvGrpSpPr>
        <p:grpSpPr>
          <a:xfrm>
            <a:off x="9657612" y="3698231"/>
            <a:ext cx="721206" cy="609701"/>
            <a:chOff x="9657612" y="3698231"/>
            <a:chExt cx="721206" cy="609701"/>
          </a:xfrm>
        </p:grpSpPr>
        <p:sp>
          <p:nvSpPr>
            <p:cNvPr id="538" name="Rectangle 537">
              <a:hlinkHover r:id="" action="ppaction://noaction" highlightClick="1"/>
              <a:extLst>
                <a:ext uri="{FF2B5EF4-FFF2-40B4-BE49-F238E27FC236}">
                  <a16:creationId xmlns:a16="http://schemas.microsoft.com/office/drawing/2014/main" id="{949D9C64-A096-5307-58E5-0538BE910FAE}"/>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39" name="Oval 538">
              <a:extLst>
                <a:ext uri="{FF2B5EF4-FFF2-40B4-BE49-F238E27FC236}">
                  <a16:creationId xmlns:a16="http://schemas.microsoft.com/office/drawing/2014/main" id="{1838E8B6-14ED-5A22-39DF-305A42DE9F6F}"/>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0" name="Isosceles Triangle 648">
              <a:extLst>
                <a:ext uri="{FF2B5EF4-FFF2-40B4-BE49-F238E27FC236}">
                  <a16:creationId xmlns:a16="http://schemas.microsoft.com/office/drawing/2014/main" id="{B3CE6B7F-3D9A-63CC-EA8E-BEC8935552A8}"/>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1" name="Group 540">
            <a:extLst>
              <a:ext uri="{FF2B5EF4-FFF2-40B4-BE49-F238E27FC236}">
                <a16:creationId xmlns:a16="http://schemas.microsoft.com/office/drawing/2014/main" id="{321971FC-58DE-128D-9C2C-934CD15B89BD}"/>
              </a:ext>
            </a:extLst>
          </p:cNvPr>
          <p:cNvGrpSpPr/>
          <p:nvPr/>
        </p:nvGrpSpPr>
        <p:grpSpPr>
          <a:xfrm>
            <a:off x="10506928" y="3698227"/>
            <a:ext cx="721206" cy="609701"/>
            <a:chOff x="10506928" y="3698227"/>
            <a:chExt cx="721206" cy="609701"/>
          </a:xfrm>
        </p:grpSpPr>
        <p:sp>
          <p:nvSpPr>
            <p:cNvPr id="542" name="Rectangle 541">
              <a:hlinkHover r:id="" action="ppaction://noaction" highlightClick="1"/>
              <a:extLst>
                <a:ext uri="{FF2B5EF4-FFF2-40B4-BE49-F238E27FC236}">
                  <a16:creationId xmlns:a16="http://schemas.microsoft.com/office/drawing/2014/main" id="{AC4506F6-1BD6-F20B-94B9-B46797C6E050}"/>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43" name="Oval 542">
              <a:extLst>
                <a:ext uri="{FF2B5EF4-FFF2-40B4-BE49-F238E27FC236}">
                  <a16:creationId xmlns:a16="http://schemas.microsoft.com/office/drawing/2014/main" id="{9FAE4CBF-4A51-C445-7F93-C00F41CA631B}"/>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4" name="Isosceles Triangle 648">
              <a:extLst>
                <a:ext uri="{FF2B5EF4-FFF2-40B4-BE49-F238E27FC236}">
                  <a16:creationId xmlns:a16="http://schemas.microsoft.com/office/drawing/2014/main" id="{62158079-D168-76A9-4F73-B3E3B2C48163}"/>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5" name="Group 544">
            <a:extLst>
              <a:ext uri="{FF2B5EF4-FFF2-40B4-BE49-F238E27FC236}">
                <a16:creationId xmlns:a16="http://schemas.microsoft.com/office/drawing/2014/main" id="{7E3DF350-DB14-B621-8D48-69CAADF5F0E9}"/>
              </a:ext>
            </a:extLst>
          </p:cNvPr>
          <p:cNvGrpSpPr/>
          <p:nvPr/>
        </p:nvGrpSpPr>
        <p:grpSpPr>
          <a:xfrm>
            <a:off x="8808417" y="5135710"/>
            <a:ext cx="721206" cy="609701"/>
            <a:chOff x="8808417" y="5135710"/>
            <a:chExt cx="721206" cy="609701"/>
          </a:xfrm>
        </p:grpSpPr>
        <p:sp>
          <p:nvSpPr>
            <p:cNvPr id="546" name="Rectangle 545">
              <a:hlinkHover r:id="" action="ppaction://noaction" highlightClick="1"/>
              <a:extLst>
                <a:ext uri="{FF2B5EF4-FFF2-40B4-BE49-F238E27FC236}">
                  <a16:creationId xmlns:a16="http://schemas.microsoft.com/office/drawing/2014/main" id="{7099A258-92F6-53B2-A2A4-824393E83BE8}"/>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47" name="Oval 546">
              <a:extLst>
                <a:ext uri="{FF2B5EF4-FFF2-40B4-BE49-F238E27FC236}">
                  <a16:creationId xmlns:a16="http://schemas.microsoft.com/office/drawing/2014/main" id="{56197EC7-AC05-F895-F677-90999A6C9958}"/>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8" name="Isosceles Triangle 648">
              <a:extLst>
                <a:ext uri="{FF2B5EF4-FFF2-40B4-BE49-F238E27FC236}">
                  <a16:creationId xmlns:a16="http://schemas.microsoft.com/office/drawing/2014/main" id="{6D4350A2-91EE-9047-5B76-600DC438ED92}"/>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3" name="Group 562">
            <a:extLst>
              <a:ext uri="{FF2B5EF4-FFF2-40B4-BE49-F238E27FC236}">
                <a16:creationId xmlns:a16="http://schemas.microsoft.com/office/drawing/2014/main" id="{C2317B98-3939-FCB1-1462-C3B419C376D1}"/>
              </a:ext>
            </a:extLst>
          </p:cNvPr>
          <p:cNvGrpSpPr/>
          <p:nvPr/>
        </p:nvGrpSpPr>
        <p:grpSpPr>
          <a:xfrm>
            <a:off x="7957572" y="1532276"/>
            <a:ext cx="721206" cy="609701"/>
            <a:chOff x="7957572" y="1532276"/>
            <a:chExt cx="721206" cy="609701"/>
          </a:xfrm>
        </p:grpSpPr>
        <p:sp>
          <p:nvSpPr>
            <p:cNvPr id="564" name="Rectangle 563">
              <a:hlinkHover r:id="" action="ppaction://noaction" highlightClick="1"/>
              <a:extLst>
                <a:ext uri="{FF2B5EF4-FFF2-40B4-BE49-F238E27FC236}">
                  <a16:creationId xmlns:a16="http://schemas.microsoft.com/office/drawing/2014/main" id="{64B2F48A-800E-A0C4-ECD3-8C8A6E6EB908}"/>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65" name="Rectangle 564">
              <a:extLst>
                <a:ext uri="{FF2B5EF4-FFF2-40B4-BE49-F238E27FC236}">
                  <a16:creationId xmlns:a16="http://schemas.microsoft.com/office/drawing/2014/main" id="{AB62D258-BC8A-6EC1-AE53-357E5880216D}"/>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6" name="Oval 15">
              <a:extLst>
                <a:ext uri="{FF2B5EF4-FFF2-40B4-BE49-F238E27FC236}">
                  <a16:creationId xmlns:a16="http://schemas.microsoft.com/office/drawing/2014/main" id="{389DC5C0-197B-FC6F-C0F6-29FCE1E38059}"/>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7" name="Straight Connector 566">
              <a:extLst>
                <a:ext uri="{FF2B5EF4-FFF2-40B4-BE49-F238E27FC236}">
                  <a16:creationId xmlns:a16="http://schemas.microsoft.com/office/drawing/2014/main" id="{931223C1-AFB4-4D2C-972E-161F1455CC6A}"/>
                </a:ext>
              </a:extLst>
            </p:cNvPr>
            <p:cNvCxnSpPr>
              <a:cxnSpLocks/>
              <a:stCxn id="566"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68" name="Straight Connector 567">
              <a:extLst>
                <a:ext uri="{FF2B5EF4-FFF2-40B4-BE49-F238E27FC236}">
                  <a16:creationId xmlns:a16="http://schemas.microsoft.com/office/drawing/2014/main" id="{569DCB81-250C-064D-565B-3F8F4D3BD3DB}"/>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69" name="Group 568">
            <a:extLst>
              <a:ext uri="{FF2B5EF4-FFF2-40B4-BE49-F238E27FC236}">
                <a16:creationId xmlns:a16="http://schemas.microsoft.com/office/drawing/2014/main" id="{EED633F4-8457-94BE-877F-588597558ACF}"/>
              </a:ext>
            </a:extLst>
          </p:cNvPr>
          <p:cNvGrpSpPr/>
          <p:nvPr/>
        </p:nvGrpSpPr>
        <p:grpSpPr>
          <a:xfrm>
            <a:off x="9656904" y="1532276"/>
            <a:ext cx="721206" cy="609701"/>
            <a:chOff x="9656904" y="1532276"/>
            <a:chExt cx="721206" cy="609701"/>
          </a:xfrm>
        </p:grpSpPr>
        <p:sp>
          <p:nvSpPr>
            <p:cNvPr id="570" name="Rectangle 569">
              <a:extLst>
                <a:ext uri="{FF2B5EF4-FFF2-40B4-BE49-F238E27FC236}">
                  <a16:creationId xmlns:a16="http://schemas.microsoft.com/office/drawing/2014/main" id="{FE693A43-3D13-4BCA-BFBA-278C115C154A}"/>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71" name="Rectangle 570">
              <a:extLst>
                <a:ext uri="{FF2B5EF4-FFF2-40B4-BE49-F238E27FC236}">
                  <a16:creationId xmlns:a16="http://schemas.microsoft.com/office/drawing/2014/main" id="{6FF29F17-6D4B-07B4-26EB-946EBCE26787}"/>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2" name="Oval 15">
              <a:extLst>
                <a:ext uri="{FF2B5EF4-FFF2-40B4-BE49-F238E27FC236}">
                  <a16:creationId xmlns:a16="http://schemas.microsoft.com/office/drawing/2014/main" id="{F56ECBE5-89FD-8B0C-042C-CAC7AD6FBA88}"/>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3" name="Straight Connector 572">
              <a:extLst>
                <a:ext uri="{FF2B5EF4-FFF2-40B4-BE49-F238E27FC236}">
                  <a16:creationId xmlns:a16="http://schemas.microsoft.com/office/drawing/2014/main" id="{69011F43-2E62-C336-9FB2-674AA5A35703}"/>
                </a:ext>
              </a:extLst>
            </p:cNvPr>
            <p:cNvCxnSpPr>
              <a:cxnSpLocks/>
              <a:stCxn id="572"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4" name="Straight Connector 573">
              <a:extLst>
                <a:ext uri="{FF2B5EF4-FFF2-40B4-BE49-F238E27FC236}">
                  <a16:creationId xmlns:a16="http://schemas.microsoft.com/office/drawing/2014/main" id="{31E433A8-6365-5A9F-FBE0-9EDBDD5AED8C}"/>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3" name="Group 602">
            <a:extLst>
              <a:ext uri="{FF2B5EF4-FFF2-40B4-BE49-F238E27FC236}">
                <a16:creationId xmlns:a16="http://schemas.microsoft.com/office/drawing/2014/main" id="{C6BDCD45-B7E5-C2EA-F014-6EC58316DDA0}"/>
              </a:ext>
            </a:extLst>
          </p:cNvPr>
          <p:cNvGrpSpPr/>
          <p:nvPr/>
        </p:nvGrpSpPr>
        <p:grpSpPr>
          <a:xfrm>
            <a:off x="11356242" y="811556"/>
            <a:ext cx="721206" cy="609701"/>
            <a:chOff x="11356242" y="811556"/>
            <a:chExt cx="721206" cy="609701"/>
          </a:xfrm>
        </p:grpSpPr>
        <p:sp>
          <p:nvSpPr>
            <p:cNvPr id="604" name="Rectangle 603">
              <a:hlinkHover r:id="" action="ppaction://noaction" highlightClick="1"/>
              <a:extLst>
                <a:ext uri="{FF2B5EF4-FFF2-40B4-BE49-F238E27FC236}">
                  <a16:creationId xmlns:a16="http://schemas.microsoft.com/office/drawing/2014/main" id="{B5201A6D-8F99-880E-C8FC-BE789DA9E223}"/>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05" name="Oval 604">
              <a:extLst>
                <a:ext uri="{FF2B5EF4-FFF2-40B4-BE49-F238E27FC236}">
                  <a16:creationId xmlns:a16="http://schemas.microsoft.com/office/drawing/2014/main" id="{2FB9880F-DC5C-7EA3-7B00-3B6CCDE0BEB8}"/>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6" name="Isosceles Triangle 648">
              <a:extLst>
                <a:ext uri="{FF2B5EF4-FFF2-40B4-BE49-F238E27FC236}">
                  <a16:creationId xmlns:a16="http://schemas.microsoft.com/office/drawing/2014/main" id="{1E32191A-9BDF-7460-E892-C37783A2DDB4}"/>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7" name="Group 606">
            <a:extLst>
              <a:ext uri="{FF2B5EF4-FFF2-40B4-BE49-F238E27FC236}">
                <a16:creationId xmlns:a16="http://schemas.microsoft.com/office/drawing/2014/main" id="{ADFE548A-A0DD-099A-3419-4A895E0BA892}"/>
              </a:ext>
            </a:extLst>
          </p:cNvPr>
          <p:cNvGrpSpPr/>
          <p:nvPr/>
        </p:nvGrpSpPr>
        <p:grpSpPr>
          <a:xfrm>
            <a:off x="8807249" y="811555"/>
            <a:ext cx="721206" cy="609701"/>
            <a:chOff x="8807249" y="811555"/>
            <a:chExt cx="721206" cy="609701"/>
          </a:xfrm>
        </p:grpSpPr>
        <p:sp>
          <p:nvSpPr>
            <p:cNvPr id="608" name="Rectangle 607">
              <a:hlinkHover r:id="" action="ppaction://noaction" highlightClick="1"/>
              <a:extLst>
                <a:ext uri="{FF2B5EF4-FFF2-40B4-BE49-F238E27FC236}">
                  <a16:creationId xmlns:a16="http://schemas.microsoft.com/office/drawing/2014/main" id="{D59E4667-4D3C-22FD-6651-385ABA28EA66}"/>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09" name="Diamond 608">
              <a:extLst>
                <a:ext uri="{FF2B5EF4-FFF2-40B4-BE49-F238E27FC236}">
                  <a16:creationId xmlns:a16="http://schemas.microsoft.com/office/drawing/2014/main" id="{7ADBF088-20C7-99B2-0611-F874965C76A9}"/>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0" name="Oval 609">
              <a:extLst>
                <a:ext uri="{FF2B5EF4-FFF2-40B4-BE49-F238E27FC236}">
                  <a16:creationId xmlns:a16="http://schemas.microsoft.com/office/drawing/2014/main" id="{3778D736-0CEF-B28E-8F09-DC2D93E479F5}"/>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1" name="Group 610">
            <a:extLst>
              <a:ext uri="{FF2B5EF4-FFF2-40B4-BE49-F238E27FC236}">
                <a16:creationId xmlns:a16="http://schemas.microsoft.com/office/drawing/2014/main" id="{337E5896-3DAC-57EF-507A-3D46DCB2652E}"/>
              </a:ext>
            </a:extLst>
          </p:cNvPr>
          <p:cNvGrpSpPr/>
          <p:nvPr/>
        </p:nvGrpSpPr>
        <p:grpSpPr>
          <a:xfrm>
            <a:off x="8808419" y="3705986"/>
            <a:ext cx="721206" cy="609701"/>
            <a:chOff x="8808419" y="3705986"/>
            <a:chExt cx="721206" cy="609701"/>
          </a:xfrm>
        </p:grpSpPr>
        <p:sp>
          <p:nvSpPr>
            <p:cNvPr id="612" name="Rectangle 611">
              <a:hlinkHover r:id="" action="ppaction://noaction" highlightClick="1"/>
              <a:extLst>
                <a:ext uri="{FF2B5EF4-FFF2-40B4-BE49-F238E27FC236}">
                  <a16:creationId xmlns:a16="http://schemas.microsoft.com/office/drawing/2014/main" id="{6C2E0994-98A1-0CCB-1EB3-DD618CFCA0EE}"/>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13" name="Oval 612">
              <a:extLst>
                <a:ext uri="{FF2B5EF4-FFF2-40B4-BE49-F238E27FC236}">
                  <a16:creationId xmlns:a16="http://schemas.microsoft.com/office/drawing/2014/main" id="{C29BDC68-DF28-A6B1-146B-B7EB8B4C0454}"/>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4" name="Isosceles Triangle 648">
              <a:extLst>
                <a:ext uri="{FF2B5EF4-FFF2-40B4-BE49-F238E27FC236}">
                  <a16:creationId xmlns:a16="http://schemas.microsoft.com/office/drawing/2014/main" id="{484D47FF-9480-B40E-E864-BD79D3C8E8CC}"/>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5" name="Group 614">
            <a:extLst>
              <a:ext uri="{FF2B5EF4-FFF2-40B4-BE49-F238E27FC236}">
                <a16:creationId xmlns:a16="http://schemas.microsoft.com/office/drawing/2014/main" id="{74C5939D-FD7D-B8E3-869C-549724B3017B}"/>
              </a:ext>
            </a:extLst>
          </p:cNvPr>
          <p:cNvGrpSpPr/>
          <p:nvPr/>
        </p:nvGrpSpPr>
        <p:grpSpPr>
          <a:xfrm>
            <a:off x="431659" y="90836"/>
            <a:ext cx="721210" cy="609701"/>
            <a:chOff x="431659" y="90836"/>
            <a:chExt cx="721210" cy="609701"/>
          </a:xfrm>
        </p:grpSpPr>
        <p:sp>
          <p:nvSpPr>
            <p:cNvPr id="616" name="Rectangle 615">
              <a:extLst>
                <a:ext uri="{FF2B5EF4-FFF2-40B4-BE49-F238E27FC236}">
                  <a16:creationId xmlns:a16="http://schemas.microsoft.com/office/drawing/2014/main" id="{AAA0583A-E602-C091-6AB7-AE5402465FFD}"/>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17" name="Rectangle 616">
              <a:extLst>
                <a:ext uri="{FF2B5EF4-FFF2-40B4-BE49-F238E27FC236}">
                  <a16:creationId xmlns:a16="http://schemas.microsoft.com/office/drawing/2014/main" id="{E3227B47-E762-3CE9-0F37-75E069B1775A}"/>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8" name="Oval 15">
              <a:extLst>
                <a:ext uri="{FF2B5EF4-FFF2-40B4-BE49-F238E27FC236}">
                  <a16:creationId xmlns:a16="http://schemas.microsoft.com/office/drawing/2014/main" id="{54935F15-E282-F24B-D014-92D1CB918D08}"/>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9" name="Straight Connector 618">
              <a:extLst>
                <a:ext uri="{FF2B5EF4-FFF2-40B4-BE49-F238E27FC236}">
                  <a16:creationId xmlns:a16="http://schemas.microsoft.com/office/drawing/2014/main" id="{5C70E6AC-9954-94B9-B31B-CFFF51CF0C42}"/>
                </a:ext>
              </a:extLst>
            </p:cNvPr>
            <p:cNvCxnSpPr>
              <a:cxnSpLocks/>
              <a:stCxn id="618"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0" name="Straight Connector 619">
              <a:extLst>
                <a:ext uri="{FF2B5EF4-FFF2-40B4-BE49-F238E27FC236}">
                  <a16:creationId xmlns:a16="http://schemas.microsoft.com/office/drawing/2014/main" id="{A69FA391-1062-5275-5E8B-2D855826AA2E}"/>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1" name="Group 620">
            <a:extLst>
              <a:ext uri="{FF2B5EF4-FFF2-40B4-BE49-F238E27FC236}">
                <a16:creationId xmlns:a16="http://schemas.microsoft.com/office/drawing/2014/main" id="{2F674D96-2C11-D4D1-3EB6-CA835C41C66B}"/>
              </a:ext>
            </a:extLst>
          </p:cNvPr>
          <p:cNvGrpSpPr/>
          <p:nvPr/>
        </p:nvGrpSpPr>
        <p:grpSpPr>
          <a:xfrm>
            <a:off x="1267282" y="90836"/>
            <a:ext cx="721206" cy="609701"/>
            <a:chOff x="1267282" y="90836"/>
            <a:chExt cx="721206" cy="609701"/>
          </a:xfrm>
        </p:grpSpPr>
        <p:sp>
          <p:nvSpPr>
            <p:cNvPr id="622" name="Rectangle 621">
              <a:extLst>
                <a:ext uri="{FF2B5EF4-FFF2-40B4-BE49-F238E27FC236}">
                  <a16:creationId xmlns:a16="http://schemas.microsoft.com/office/drawing/2014/main" id="{CDBD9F48-BACA-2144-8B84-F9C26CE0D98A}"/>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23" name="Rectangle 622">
              <a:extLst>
                <a:ext uri="{FF2B5EF4-FFF2-40B4-BE49-F238E27FC236}">
                  <a16:creationId xmlns:a16="http://schemas.microsoft.com/office/drawing/2014/main" id="{0FAFBC76-A999-79FB-74E6-6FC1088CFB29}"/>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4" name="Oval 15">
              <a:extLst>
                <a:ext uri="{FF2B5EF4-FFF2-40B4-BE49-F238E27FC236}">
                  <a16:creationId xmlns:a16="http://schemas.microsoft.com/office/drawing/2014/main" id="{AB62FB73-FC19-1ED7-4A03-C1A2AB397901}"/>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5" name="Straight Connector 624">
              <a:extLst>
                <a:ext uri="{FF2B5EF4-FFF2-40B4-BE49-F238E27FC236}">
                  <a16:creationId xmlns:a16="http://schemas.microsoft.com/office/drawing/2014/main" id="{1E4C4DD3-7639-6747-A0CD-B6556D40DFD6}"/>
                </a:ext>
              </a:extLst>
            </p:cNvPr>
            <p:cNvCxnSpPr>
              <a:cxnSpLocks/>
              <a:stCxn id="624"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6" name="Straight Connector 625">
              <a:extLst>
                <a:ext uri="{FF2B5EF4-FFF2-40B4-BE49-F238E27FC236}">
                  <a16:creationId xmlns:a16="http://schemas.microsoft.com/office/drawing/2014/main" id="{B52B698A-BA08-7F8F-5123-35733C168FF2}"/>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7" name="Group 626">
            <a:extLst>
              <a:ext uri="{FF2B5EF4-FFF2-40B4-BE49-F238E27FC236}">
                <a16:creationId xmlns:a16="http://schemas.microsoft.com/office/drawing/2014/main" id="{70689B75-BCA1-43E2-822A-C6B4A8F80E65}"/>
              </a:ext>
            </a:extLst>
          </p:cNvPr>
          <p:cNvGrpSpPr/>
          <p:nvPr/>
        </p:nvGrpSpPr>
        <p:grpSpPr>
          <a:xfrm>
            <a:off x="2102907" y="90836"/>
            <a:ext cx="721206" cy="609701"/>
            <a:chOff x="2102907" y="90836"/>
            <a:chExt cx="721206" cy="609701"/>
          </a:xfrm>
        </p:grpSpPr>
        <p:sp>
          <p:nvSpPr>
            <p:cNvPr id="628" name="Rectangle 627">
              <a:extLst>
                <a:ext uri="{FF2B5EF4-FFF2-40B4-BE49-F238E27FC236}">
                  <a16:creationId xmlns:a16="http://schemas.microsoft.com/office/drawing/2014/main" id="{61915C6F-7AE8-65D9-33DA-9B2788A03884}"/>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29" name="Rectangle 628">
              <a:extLst>
                <a:ext uri="{FF2B5EF4-FFF2-40B4-BE49-F238E27FC236}">
                  <a16:creationId xmlns:a16="http://schemas.microsoft.com/office/drawing/2014/main" id="{57C146F3-E4D6-FE17-D6D8-D7BC96D3B8CF}"/>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0" name="Oval 15">
              <a:extLst>
                <a:ext uri="{FF2B5EF4-FFF2-40B4-BE49-F238E27FC236}">
                  <a16:creationId xmlns:a16="http://schemas.microsoft.com/office/drawing/2014/main" id="{BD9A2B16-72B9-22F3-75DC-FA121F5605A6}"/>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1" name="Straight Connector 630">
              <a:extLst>
                <a:ext uri="{FF2B5EF4-FFF2-40B4-BE49-F238E27FC236}">
                  <a16:creationId xmlns:a16="http://schemas.microsoft.com/office/drawing/2014/main" id="{05F0DE72-2FC9-EFF4-A254-A3F42CE8B9D2}"/>
                </a:ext>
              </a:extLst>
            </p:cNvPr>
            <p:cNvCxnSpPr>
              <a:cxnSpLocks/>
              <a:stCxn id="630"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32" name="Straight Connector 631">
              <a:extLst>
                <a:ext uri="{FF2B5EF4-FFF2-40B4-BE49-F238E27FC236}">
                  <a16:creationId xmlns:a16="http://schemas.microsoft.com/office/drawing/2014/main" id="{B9931E7F-D4DD-FE86-0E31-B2C1A0199612}"/>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3" name="Group 632">
            <a:extLst>
              <a:ext uri="{FF2B5EF4-FFF2-40B4-BE49-F238E27FC236}">
                <a16:creationId xmlns:a16="http://schemas.microsoft.com/office/drawing/2014/main" id="{F70208B3-8EE7-09EB-22D4-9597E1B902CC}"/>
              </a:ext>
            </a:extLst>
          </p:cNvPr>
          <p:cNvGrpSpPr/>
          <p:nvPr/>
        </p:nvGrpSpPr>
        <p:grpSpPr>
          <a:xfrm>
            <a:off x="1269626" y="4419615"/>
            <a:ext cx="721206" cy="609701"/>
            <a:chOff x="1269626" y="4419615"/>
            <a:chExt cx="721206" cy="609701"/>
          </a:xfrm>
        </p:grpSpPr>
        <p:sp>
          <p:nvSpPr>
            <p:cNvPr id="634" name="Rectangle 633">
              <a:extLst>
                <a:ext uri="{FF2B5EF4-FFF2-40B4-BE49-F238E27FC236}">
                  <a16:creationId xmlns:a16="http://schemas.microsoft.com/office/drawing/2014/main" id="{67445886-0EDE-967C-3BE9-128ACCBA43B9}"/>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35" name="Cylinder 634">
              <a:extLst>
                <a:ext uri="{FF2B5EF4-FFF2-40B4-BE49-F238E27FC236}">
                  <a16:creationId xmlns:a16="http://schemas.microsoft.com/office/drawing/2014/main" id="{F4045156-2FEC-2785-0383-1893A02F312C}"/>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6" name="Group 635">
            <a:extLst>
              <a:ext uri="{FF2B5EF4-FFF2-40B4-BE49-F238E27FC236}">
                <a16:creationId xmlns:a16="http://schemas.microsoft.com/office/drawing/2014/main" id="{DE8F2491-DC63-5B24-02DD-2207A68E4F7E}"/>
              </a:ext>
            </a:extLst>
          </p:cNvPr>
          <p:cNvGrpSpPr/>
          <p:nvPr/>
        </p:nvGrpSpPr>
        <p:grpSpPr>
          <a:xfrm>
            <a:off x="432841" y="4419615"/>
            <a:ext cx="721206" cy="609701"/>
            <a:chOff x="432841" y="4419615"/>
            <a:chExt cx="721206" cy="609701"/>
          </a:xfrm>
        </p:grpSpPr>
        <p:sp>
          <p:nvSpPr>
            <p:cNvPr id="637" name="Rectangle 636">
              <a:extLst>
                <a:ext uri="{FF2B5EF4-FFF2-40B4-BE49-F238E27FC236}">
                  <a16:creationId xmlns:a16="http://schemas.microsoft.com/office/drawing/2014/main" id="{4DDDD2A7-BA0C-6FA6-82DC-ECF3A95623D5}"/>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38" name="Cylinder 637">
              <a:extLst>
                <a:ext uri="{FF2B5EF4-FFF2-40B4-BE49-F238E27FC236}">
                  <a16:creationId xmlns:a16="http://schemas.microsoft.com/office/drawing/2014/main" id="{D45B6120-14C6-E990-D5C9-13678DF66CE4}"/>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9" name="Group 638">
            <a:extLst>
              <a:ext uri="{FF2B5EF4-FFF2-40B4-BE49-F238E27FC236}">
                <a16:creationId xmlns:a16="http://schemas.microsoft.com/office/drawing/2014/main" id="{97F7BF86-3D96-4C67-877E-E26C85861657}"/>
              </a:ext>
            </a:extLst>
          </p:cNvPr>
          <p:cNvGrpSpPr/>
          <p:nvPr/>
        </p:nvGrpSpPr>
        <p:grpSpPr>
          <a:xfrm>
            <a:off x="1268467" y="5141008"/>
            <a:ext cx="721206" cy="609701"/>
            <a:chOff x="1268467" y="5141008"/>
            <a:chExt cx="721206" cy="609701"/>
          </a:xfrm>
        </p:grpSpPr>
        <p:sp>
          <p:nvSpPr>
            <p:cNvPr id="640" name="Rectangle 639">
              <a:extLst>
                <a:ext uri="{FF2B5EF4-FFF2-40B4-BE49-F238E27FC236}">
                  <a16:creationId xmlns:a16="http://schemas.microsoft.com/office/drawing/2014/main" id="{78A79B5C-9C6E-4664-4F51-1AA2A63B43CC}"/>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41" name="Cylinder 640">
              <a:extLst>
                <a:ext uri="{FF2B5EF4-FFF2-40B4-BE49-F238E27FC236}">
                  <a16:creationId xmlns:a16="http://schemas.microsoft.com/office/drawing/2014/main" id="{30C6CB98-528B-4F44-0178-AF7256645DE4}"/>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2" name="Group 641">
            <a:extLst>
              <a:ext uri="{FF2B5EF4-FFF2-40B4-BE49-F238E27FC236}">
                <a16:creationId xmlns:a16="http://schemas.microsoft.com/office/drawing/2014/main" id="{B3058D89-146E-C801-DD90-552B288C59E6}"/>
              </a:ext>
            </a:extLst>
          </p:cNvPr>
          <p:cNvGrpSpPr/>
          <p:nvPr/>
        </p:nvGrpSpPr>
        <p:grpSpPr>
          <a:xfrm>
            <a:off x="431297" y="5141008"/>
            <a:ext cx="721206" cy="609701"/>
            <a:chOff x="431297" y="5141008"/>
            <a:chExt cx="721206" cy="609701"/>
          </a:xfrm>
        </p:grpSpPr>
        <p:sp>
          <p:nvSpPr>
            <p:cNvPr id="643" name="Rectangle 642">
              <a:extLst>
                <a:ext uri="{FF2B5EF4-FFF2-40B4-BE49-F238E27FC236}">
                  <a16:creationId xmlns:a16="http://schemas.microsoft.com/office/drawing/2014/main" id="{378E6137-EEE2-B9AF-2D6A-816DDAD0F35B}"/>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44" name="Cylinder 643">
              <a:extLst>
                <a:ext uri="{FF2B5EF4-FFF2-40B4-BE49-F238E27FC236}">
                  <a16:creationId xmlns:a16="http://schemas.microsoft.com/office/drawing/2014/main" id="{D4901BAC-88D1-E777-9FD8-D098AF4EE146}"/>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5" name="Group 644">
            <a:extLst>
              <a:ext uri="{FF2B5EF4-FFF2-40B4-BE49-F238E27FC236}">
                <a16:creationId xmlns:a16="http://schemas.microsoft.com/office/drawing/2014/main" id="{4059F1D1-C720-9165-CDC1-5B1CD183AD80}"/>
              </a:ext>
            </a:extLst>
          </p:cNvPr>
          <p:cNvGrpSpPr/>
          <p:nvPr/>
        </p:nvGrpSpPr>
        <p:grpSpPr>
          <a:xfrm>
            <a:off x="431660" y="3698226"/>
            <a:ext cx="721206" cy="609701"/>
            <a:chOff x="431660" y="3698226"/>
            <a:chExt cx="721206" cy="609701"/>
          </a:xfrm>
        </p:grpSpPr>
        <p:sp>
          <p:nvSpPr>
            <p:cNvPr id="646" name="Rectangle 645">
              <a:extLst>
                <a:ext uri="{FF2B5EF4-FFF2-40B4-BE49-F238E27FC236}">
                  <a16:creationId xmlns:a16="http://schemas.microsoft.com/office/drawing/2014/main" id="{B8171904-E035-872D-0A64-B007E6993B36}"/>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47" name="Right Triangle 646">
              <a:extLst>
                <a:ext uri="{FF2B5EF4-FFF2-40B4-BE49-F238E27FC236}">
                  <a16:creationId xmlns:a16="http://schemas.microsoft.com/office/drawing/2014/main" id="{1905F877-995A-5559-771A-C46D1AADAA81}"/>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48" name="Group 647">
              <a:extLst>
                <a:ext uri="{FF2B5EF4-FFF2-40B4-BE49-F238E27FC236}">
                  <a16:creationId xmlns:a16="http://schemas.microsoft.com/office/drawing/2014/main" id="{21E4106F-D88C-1E45-E6B4-86A3C0E636FF}"/>
                </a:ext>
              </a:extLst>
            </p:cNvPr>
            <p:cNvGrpSpPr/>
            <p:nvPr/>
          </p:nvGrpSpPr>
          <p:grpSpPr>
            <a:xfrm>
              <a:off x="1102253" y="3706270"/>
              <a:ext cx="37817" cy="61390"/>
              <a:chOff x="3883481" y="2057400"/>
              <a:chExt cx="1608363" cy="2652031"/>
            </a:xfrm>
            <a:solidFill>
              <a:srgbClr val="A6A6A6">
                <a:alpha val="20000"/>
              </a:srgbClr>
            </a:solidFill>
          </p:grpSpPr>
          <p:sp>
            <p:nvSpPr>
              <p:cNvPr id="649" name="Oval 27">
                <a:extLst>
                  <a:ext uri="{FF2B5EF4-FFF2-40B4-BE49-F238E27FC236}">
                    <a16:creationId xmlns:a16="http://schemas.microsoft.com/office/drawing/2014/main" id="{5F0E1F4C-58B8-5AA0-EE40-8784A266562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0" name="Oval 28">
                <a:extLst>
                  <a:ext uri="{FF2B5EF4-FFF2-40B4-BE49-F238E27FC236}">
                    <a16:creationId xmlns:a16="http://schemas.microsoft.com/office/drawing/2014/main" id="{64DC09E7-7753-3153-CFB4-6F3C78FCF2D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1" name="Group 650">
            <a:extLst>
              <a:ext uri="{FF2B5EF4-FFF2-40B4-BE49-F238E27FC236}">
                <a16:creationId xmlns:a16="http://schemas.microsoft.com/office/drawing/2014/main" id="{11C07930-9D97-35EA-EDE0-0FD327AA6FAC}"/>
              </a:ext>
            </a:extLst>
          </p:cNvPr>
          <p:cNvGrpSpPr/>
          <p:nvPr/>
        </p:nvGrpSpPr>
        <p:grpSpPr>
          <a:xfrm>
            <a:off x="2942399" y="3698227"/>
            <a:ext cx="721206" cy="609701"/>
            <a:chOff x="2942399" y="3698227"/>
            <a:chExt cx="721206" cy="609701"/>
          </a:xfrm>
        </p:grpSpPr>
        <p:sp>
          <p:nvSpPr>
            <p:cNvPr id="652" name="Rectangle 651">
              <a:extLst>
                <a:ext uri="{FF2B5EF4-FFF2-40B4-BE49-F238E27FC236}">
                  <a16:creationId xmlns:a16="http://schemas.microsoft.com/office/drawing/2014/main" id="{B53C9DD9-C6B1-F133-C810-00506FE585BD}"/>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53" name="Right Triangle 652">
              <a:extLst>
                <a:ext uri="{FF2B5EF4-FFF2-40B4-BE49-F238E27FC236}">
                  <a16:creationId xmlns:a16="http://schemas.microsoft.com/office/drawing/2014/main" id="{20F78C94-1040-009F-F72A-349030F974C4}"/>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4" name="Group 653">
              <a:extLst>
                <a:ext uri="{FF2B5EF4-FFF2-40B4-BE49-F238E27FC236}">
                  <a16:creationId xmlns:a16="http://schemas.microsoft.com/office/drawing/2014/main" id="{3EDF5D93-3430-1F73-A746-3BF5D1A8213F}"/>
                </a:ext>
              </a:extLst>
            </p:cNvPr>
            <p:cNvGrpSpPr/>
            <p:nvPr/>
          </p:nvGrpSpPr>
          <p:grpSpPr>
            <a:xfrm>
              <a:off x="3607767" y="3713057"/>
              <a:ext cx="37817" cy="61390"/>
              <a:chOff x="3883481" y="2057400"/>
              <a:chExt cx="1608363" cy="2652031"/>
            </a:xfrm>
            <a:solidFill>
              <a:srgbClr val="A6A6A6">
                <a:alpha val="20000"/>
              </a:srgbClr>
            </a:solidFill>
          </p:grpSpPr>
          <p:sp>
            <p:nvSpPr>
              <p:cNvPr id="655" name="Oval 27">
                <a:extLst>
                  <a:ext uri="{FF2B5EF4-FFF2-40B4-BE49-F238E27FC236}">
                    <a16:creationId xmlns:a16="http://schemas.microsoft.com/office/drawing/2014/main" id="{7470BDD7-4363-D035-ED55-C2F221F0B40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6" name="Oval 28">
                <a:extLst>
                  <a:ext uri="{FF2B5EF4-FFF2-40B4-BE49-F238E27FC236}">
                    <a16:creationId xmlns:a16="http://schemas.microsoft.com/office/drawing/2014/main" id="{92495088-4CFD-429F-457D-4FBCAB6A451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3" name="Group 672">
            <a:extLst>
              <a:ext uri="{FF2B5EF4-FFF2-40B4-BE49-F238E27FC236}">
                <a16:creationId xmlns:a16="http://schemas.microsoft.com/office/drawing/2014/main" id="{F1E45693-FC82-AE76-DF11-682D093D451E}"/>
              </a:ext>
            </a:extLst>
          </p:cNvPr>
          <p:cNvGrpSpPr/>
          <p:nvPr/>
        </p:nvGrpSpPr>
        <p:grpSpPr>
          <a:xfrm>
            <a:off x="2105710" y="3698208"/>
            <a:ext cx="721206" cy="610396"/>
            <a:chOff x="2105710" y="3698208"/>
            <a:chExt cx="721206" cy="610396"/>
          </a:xfrm>
        </p:grpSpPr>
        <p:sp>
          <p:nvSpPr>
            <p:cNvPr id="674" name="Rectangle 673">
              <a:extLst>
                <a:ext uri="{FF2B5EF4-FFF2-40B4-BE49-F238E27FC236}">
                  <a16:creationId xmlns:a16="http://schemas.microsoft.com/office/drawing/2014/main" id="{B22300F5-60F6-4688-2A47-4D24931DEA7D}"/>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75" name="Right Triangle 674">
              <a:extLst>
                <a:ext uri="{FF2B5EF4-FFF2-40B4-BE49-F238E27FC236}">
                  <a16:creationId xmlns:a16="http://schemas.microsoft.com/office/drawing/2014/main" id="{B7ACAA12-F34C-71EA-F154-2738C182C8FD}"/>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6" name="Group 675">
              <a:extLst>
                <a:ext uri="{FF2B5EF4-FFF2-40B4-BE49-F238E27FC236}">
                  <a16:creationId xmlns:a16="http://schemas.microsoft.com/office/drawing/2014/main" id="{5C6E2B8D-024E-3E31-5EAE-6E3FA8FD7837}"/>
                </a:ext>
              </a:extLst>
            </p:cNvPr>
            <p:cNvGrpSpPr/>
            <p:nvPr/>
          </p:nvGrpSpPr>
          <p:grpSpPr>
            <a:xfrm>
              <a:off x="2776303" y="3704306"/>
              <a:ext cx="37817" cy="61390"/>
              <a:chOff x="3883481" y="2057400"/>
              <a:chExt cx="1608363" cy="2652031"/>
            </a:xfrm>
            <a:solidFill>
              <a:srgbClr val="A6A6A6">
                <a:alpha val="20000"/>
              </a:srgbClr>
            </a:solidFill>
          </p:grpSpPr>
          <p:sp>
            <p:nvSpPr>
              <p:cNvPr id="677" name="Oval 27">
                <a:extLst>
                  <a:ext uri="{FF2B5EF4-FFF2-40B4-BE49-F238E27FC236}">
                    <a16:creationId xmlns:a16="http://schemas.microsoft.com/office/drawing/2014/main" id="{D80BF211-F17E-707F-7BBC-95DD313A1C6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8" name="Oval 28">
                <a:extLst>
                  <a:ext uri="{FF2B5EF4-FFF2-40B4-BE49-F238E27FC236}">
                    <a16:creationId xmlns:a16="http://schemas.microsoft.com/office/drawing/2014/main" id="{517666AD-F956-F375-8AD8-58E66943AC9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9" name="Group 678">
            <a:extLst>
              <a:ext uri="{FF2B5EF4-FFF2-40B4-BE49-F238E27FC236}">
                <a16:creationId xmlns:a16="http://schemas.microsoft.com/office/drawing/2014/main" id="{03FFB897-7EA3-9CAE-6AB4-D308C431700C}"/>
              </a:ext>
            </a:extLst>
          </p:cNvPr>
          <p:cNvGrpSpPr/>
          <p:nvPr/>
        </p:nvGrpSpPr>
        <p:grpSpPr>
          <a:xfrm>
            <a:off x="3778361" y="2253333"/>
            <a:ext cx="721206" cy="609701"/>
            <a:chOff x="3778361" y="2253333"/>
            <a:chExt cx="721206" cy="609701"/>
          </a:xfrm>
        </p:grpSpPr>
        <p:sp>
          <p:nvSpPr>
            <p:cNvPr id="680" name="Rectangle 679">
              <a:extLst>
                <a:ext uri="{FF2B5EF4-FFF2-40B4-BE49-F238E27FC236}">
                  <a16:creationId xmlns:a16="http://schemas.microsoft.com/office/drawing/2014/main" id="{DB580658-41E7-5AC3-32A8-29131CA2A424}"/>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81" name="Rectangle 680">
              <a:extLst>
                <a:ext uri="{FF2B5EF4-FFF2-40B4-BE49-F238E27FC236}">
                  <a16:creationId xmlns:a16="http://schemas.microsoft.com/office/drawing/2014/main" id="{708CA68E-636B-8673-A3C9-26FDE53A4629}"/>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2" name="Oval 15">
              <a:extLst>
                <a:ext uri="{FF2B5EF4-FFF2-40B4-BE49-F238E27FC236}">
                  <a16:creationId xmlns:a16="http://schemas.microsoft.com/office/drawing/2014/main" id="{86204120-A74F-CA43-24F4-E31A7773A5D6}"/>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3" name="Straight Connector 682">
              <a:extLst>
                <a:ext uri="{FF2B5EF4-FFF2-40B4-BE49-F238E27FC236}">
                  <a16:creationId xmlns:a16="http://schemas.microsoft.com/office/drawing/2014/main" id="{CD34F417-D490-186E-7E41-B777131E8E95}"/>
                </a:ext>
              </a:extLst>
            </p:cNvPr>
            <p:cNvCxnSpPr>
              <a:cxnSpLocks/>
              <a:stCxn id="682"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4" name="Straight Connector 683">
              <a:extLst>
                <a:ext uri="{FF2B5EF4-FFF2-40B4-BE49-F238E27FC236}">
                  <a16:creationId xmlns:a16="http://schemas.microsoft.com/office/drawing/2014/main" id="{CD40ADF1-9848-1C21-940B-36C73E62D6B8}"/>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85" name="Group 684">
            <a:extLst>
              <a:ext uri="{FF2B5EF4-FFF2-40B4-BE49-F238E27FC236}">
                <a16:creationId xmlns:a16="http://schemas.microsoft.com/office/drawing/2014/main" id="{DF8D302C-0B0D-FF6A-45B5-64D34C91B0B5}"/>
              </a:ext>
            </a:extLst>
          </p:cNvPr>
          <p:cNvGrpSpPr/>
          <p:nvPr/>
        </p:nvGrpSpPr>
        <p:grpSpPr>
          <a:xfrm>
            <a:off x="1268843" y="2253332"/>
            <a:ext cx="721206" cy="609701"/>
            <a:chOff x="1268843" y="2253332"/>
            <a:chExt cx="721206" cy="609701"/>
          </a:xfrm>
        </p:grpSpPr>
        <p:sp>
          <p:nvSpPr>
            <p:cNvPr id="686" name="Rectangle 685">
              <a:extLst>
                <a:ext uri="{FF2B5EF4-FFF2-40B4-BE49-F238E27FC236}">
                  <a16:creationId xmlns:a16="http://schemas.microsoft.com/office/drawing/2014/main" id="{BEE4BA95-5388-4894-E130-4A989AC6A6A5}"/>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87" name="Right Triangle 686">
              <a:extLst>
                <a:ext uri="{FF2B5EF4-FFF2-40B4-BE49-F238E27FC236}">
                  <a16:creationId xmlns:a16="http://schemas.microsoft.com/office/drawing/2014/main" id="{54FBC9DD-C46D-01B1-5AA2-428322993C23}"/>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8" name="Group 687">
              <a:extLst>
                <a:ext uri="{FF2B5EF4-FFF2-40B4-BE49-F238E27FC236}">
                  <a16:creationId xmlns:a16="http://schemas.microsoft.com/office/drawing/2014/main" id="{1A003EDD-9895-E251-6702-529DCB4E0139}"/>
                </a:ext>
              </a:extLst>
            </p:cNvPr>
            <p:cNvGrpSpPr/>
            <p:nvPr/>
          </p:nvGrpSpPr>
          <p:grpSpPr>
            <a:xfrm>
              <a:off x="1939436" y="2265731"/>
              <a:ext cx="37817" cy="61390"/>
              <a:chOff x="3883481" y="2057400"/>
              <a:chExt cx="1608363" cy="2652031"/>
            </a:xfrm>
            <a:solidFill>
              <a:srgbClr val="A6A6A6">
                <a:alpha val="20000"/>
              </a:srgbClr>
            </a:solidFill>
          </p:grpSpPr>
          <p:sp>
            <p:nvSpPr>
              <p:cNvPr id="689" name="Oval 27">
                <a:extLst>
                  <a:ext uri="{FF2B5EF4-FFF2-40B4-BE49-F238E27FC236}">
                    <a16:creationId xmlns:a16="http://schemas.microsoft.com/office/drawing/2014/main" id="{900DBDC1-516B-3AA3-4FF5-090D3663F24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0" name="Oval 28">
                <a:extLst>
                  <a:ext uri="{FF2B5EF4-FFF2-40B4-BE49-F238E27FC236}">
                    <a16:creationId xmlns:a16="http://schemas.microsoft.com/office/drawing/2014/main" id="{13DE9ADE-6DDA-9AA3-9B6C-C636E9F7AB8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1" name="Group 690">
            <a:extLst>
              <a:ext uri="{FF2B5EF4-FFF2-40B4-BE49-F238E27FC236}">
                <a16:creationId xmlns:a16="http://schemas.microsoft.com/office/drawing/2014/main" id="{B91865C1-09D0-A656-7912-9792BBCCD5B8}"/>
              </a:ext>
            </a:extLst>
          </p:cNvPr>
          <p:cNvGrpSpPr/>
          <p:nvPr/>
        </p:nvGrpSpPr>
        <p:grpSpPr>
          <a:xfrm>
            <a:off x="2105351" y="2253333"/>
            <a:ext cx="721206" cy="609701"/>
            <a:chOff x="2105351" y="2253333"/>
            <a:chExt cx="721206" cy="609701"/>
          </a:xfrm>
        </p:grpSpPr>
        <p:sp>
          <p:nvSpPr>
            <p:cNvPr id="692" name="Rectangle 691">
              <a:extLst>
                <a:ext uri="{FF2B5EF4-FFF2-40B4-BE49-F238E27FC236}">
                  <a16:creationId xmlns:a16="http://schemas.microsoft.com/office/drawing/2014/main" id="{EEADA6B8-DF45-EBB4-31A2-E5934291A5AD}"/>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93" name="Right Triangle 692">
              <a:extLst>
                <a:ext uri="{FF2B5EF4-FFF2-40B4-BE49-F238E27FC236}">
                  <a16:creationId xmlns:a16="http://schemas.microsoft.com/office/drawing/2014/main" id="{639F8208-DD2E-9C8A-AFFE-FC946482BAF2}"/>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4" name="Group 693">
              <a:extLst>
                <a:ext uri="{FF2B5EF4-FFF2-40B4-BE49-F238E27FC236}">
                  <a16:creationId xmlns:a16="http://schemas.microsoft.com/office/drawing/2014/main" id="{39045237-3702-1610-2FC6-928A8934043E}"/>
                </a:ext>
              </a:extLst>
            </p:cNvPr>
            <p:cNvGrpSpPr/>
            <p:nvPr/>
          </p:nvGrpSpPr>
          <p:grpSpPr>
            <a:xfrm>
              <a:off x="2771408" y="2265591"/>
              <a:ext cx="37817" cy="61390"/>
              <a:chOff x="3883481" y="2057400"/>
              <a:chExt cx="1608363" cy="2652031"/>
            </a:xfrm>
            <a:solidFill>
              <a:srgbClr val="A6A6A6">
                <a:alpha val="20000"/>
              </a:srgbClr>
            </a:solidFill>
          </p:grpSpPr>
          <p:sp>
            <p:nvSpPr>
              <p:cNvPr id="695" name="Oval 27">
                <a:extLst>
                  <a:ext uri="{FF2B5EF4-FFF2-40B4-BE49-F238E27FC236}">
                    <a16:creationId xmlns:a16="http://schemas.microsoft.com/office/drawing/2014/main" id="{45B070F1-B983-5E7B-5D2D-DADA7781314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6" name="Oval 28">
                <a:extLst>
                  <a:ext uri="{FF2B5EF4-FFF2-40B4-BE49-F238E27FC236}">
                    <a16:creationId xmlns:a16="http://schemas.microsoft.com/office/drawing/2014/main" id="{60D20EED-F48F-465C-7C4E-A6A97F4409E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7" name="Group 696">
            <a:extLst>
              <a:ext uri="{FF2B5EF4-FFF2-40B4-BE49-F238E27FC236}">
                <a16:creationId xmlns:a16="http://schemas.microsoft.com/office/drawing/2014/main" id="{9FF21BCF-C1D1-ED06-5535-00EC1633471C}"/>
              </a:ext>
            </a:extLst>
          </p:cNvPr>
          <p:cNvGrpSpPr/>
          <p:nvPr/>
        </p:nvGrpSpPr>
        <p:grpSpPr>
          <a:xfrm>
            <a:off x="2941860" y="2253333"/>
            <a:ext cx="721206" cy="609701"/>
            <a:chOff x="2941860" y="2253333"/>
            <a:chExt cx="721206" cy="609701"/>
          </a:xfrm>
        </p:grpSpPr>
        <p:sp>
          <p:nvSpPr>
            <p:cNvPr id="698" name="Rectangle 697">
              <a:extLst>
                <a:ext uri="{FF2B5EF4-FFF2-40B4-BE49-F238E27FC236}">
                  <a16:creationId xmlns:a16="http://schemas.microsoft.com/office/drawing/2014/main" id="{04EB68CF-332E-FDFA-4DCD-E1ABD7993526}"/>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699" name="Right Triangle 698">
              <a:extLst>
                <a:ext uri="{FF2B5EF4-FFF2-40B4-BE49-F238E27FC236}">
                  <a16:creationId xmlns:a16="http://schemas.microsoft.com/office/drawing/2014/main" id="{6CC42FD9-B76C-7B9D-8B59-5D6119438E99}"/>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0" name="Group 699">
              <a:extLst>
                <a:ext uri="{FF2B5EF4-FFF2-40B4-BE49-F238E27FC236}">
                  <a16:creationId xmlns:a16="http://schemas.microsoft.com/office/drawing/2014/main" id="{A1E96244-ABF9-73A7-CCFA-A3BF415C1F6E}"/>
                </a:ext>
              </a:extLst>
            </p:cNvPr>
            <p:cNvGrpSpPr/>
            <p:nvPr/>
          </p:nvGrpSpPr>
          <p:grpSpPr>
            <a:xfrm>
              <a:off x="3611250" y="2264969"/>
              <a:ext cx="37817" cy="61390"/>
              <a:chOff x="3883481" y="2057400"/>
              <a:chExt cx="1608363" cy="2652031"/>
            </a:xfrm>
            <a:solidFill>
              <a:srgbClr val="A6A6A6">
                <a:alpha val="20000"/>
              </a:srgbClr>
            </a:solidFill>
          </p:grpSpPr>
          <p:sp>
            <p:nvSpPr>
              <p:cNvPr id="701" name="Oval 27">
                <a:extLst>
                  <a:ext uri="{FF2B5EF4-FFF2-40B4-BE49-F238E27FC236}">
                    <a16:creationId xmlns:a16="http://schemas.microsoft.com/office/drawing/2014/main" id="{FEA8D2BD-567D-7914-D3A8-94E3EF6C724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2" name="Oval 28">
                <a:extLst>
                  <a:ext uri="{FF2B5EF4-FFF2-40B4-BE49-F238E27FC236}">
                    <a16:creationId xmlns:a16="http://schemas.microsoft.com/office/drawing/2014/main" id="{6071E443-E824-7633-3BF0-354878FF687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3" name="Group 702">
            <a:extLst>
              <a:ext uri="{FF2B5EF4-FFF2-40B4-BE49-F238E27FC236}">
                <a16:creationId xmlns:a16="http://schemas.microsoft.com/office/drawing/2014/main" id="{9C8CC66F-631E-A098-465A-B84F6BCA9C5C}"/>
              </a:ext>
            </a:extLst>
          </p:cNvPr>
          <p:cNvGrpSpPr/>
          <p:nvPr/>
        </p:nvGrpSpPr>
        <p:grpSpPr>
          <a:xfrm>
            <a:off x="4614876" y="2253332"/>
            <a:ext cx="721206" cy="609701"/>
            <a:chOff x="4614876" y="2253332"/>
            <a:chExt cx="721206" cy="609701"/>
          </a:xfrm>
        </p:grpSpPr>
        <p:sp>
          <p:nvSpPr>
            <p:cNvPr id="704" name="Rectangle 703">
              <a:extLst>
                <a:ext uri="{FF2B5EF4-FFF2-40B4-BE49-F238E27FC236}">
                  <a16:creationId xmlns:a16="http://schemas.microsoft.com/office/drawing/2014/main" id="{5FC3FDB4-A4FA-877B-B383-728E4F1CFF2E}"/>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05" name="Right Triangle 704">
              <a:extLst>
                <a:ext uri="{FF2B5EF4-FFF2-40B4-BE49-F238E27FC236}">
                  <a16:creationId xmlns:a16="http://schemas.microsoft.com/office/drawing/2014/main" id="{0F583BA4-54AB-FA79-836D-D92F3A5EBCE8}"/>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6" name="Group 705">
              <a:extLst>
                <a:ext uri="{FF2B5EF4-FFF2-40B4-BE49-F238E27FC236}">
                  <a16:creationId xmlns:a16="http://schemas.microsoft.com/office/drawing/2014/main" id="{70A99979-138C-184F-A0AC-7D45A8452F9B}"/>
                </a:ext>
              </a:extLst>
            </p:cNvPr>
            <p:cNvGrpSpPr/>
            <p:nvPr/>
          </p:nvGrpSpPr>
          <p:grpSpPr>
            <a:xfrm>
              <a:off x="5280738" y="2264779"/>
              <a:ext cx="37817" cy="61390"/>
              <a:chOff x="3883481" y="2057400"/>
              <a:chExt cx="1608363" cy="2652031"/>
            </a:xfrm>
            <a:solidFill>
              <a:srgbClr val="A6A6A6">
                <a:alpha val="20000"/>
              </a:srgbClr>
            </a:solidFill>
          </p:grpSpPr>
          <p:sp>
            <p:nvSpPr>
              <p:cNvPr id="707" name="Oval 27">
                <a:extLst>
                  <a:ext uri="{FF2B5EF4-FFF2-40B4-BE49-F238E27FC236}">
                    <a16:creationId xmlns:a16="http://schemas.microsoft.com/office/drawing/2014/main" id="{FEF5E57F-27FA-0E2D-465E-543102AE5B9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8" name="Oval 28">
                <a:extLst>
                  <a:ext uri="{FF2B5EF4-FFF2-40B4-BE49-F238E27FC236}">
                    <a16:creationId xmlns:a16="http://schemas.microsoft.com/office/drawing/2014/main" id="{ACA1C252-4BF0-8290-A87A-84AA986E2F0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1" name="Group 720">
            <a:extLst>
              <a:ext uri="{FF2B5EF4-FFF2-40B4-BE49-F238E27FC236}">
                <a16:creationId xmlns:a16="http://schemas.microsoft.com/office/drawing/2014/main" id="{60260EC1-6AF4-8DA4-0241-4549B5800A3F}"/>
              </a:ext>
            </a:extLst>
          </p:cNvPr>
          <p:cNvGrpSpPr/>
          <p:nvPr/>
        </p:nvGrpSpPr>
        <p:grpSpPr>
          <a:xfrm>
            <a:off x="431659" y="2253337"/>
            <a:ext cx="721895" cy="609700"/>
            <a:chOff x="431659" y="2253337"/>
            <a:chExt cx="721895" cy="609700"/>
          </a:xfrm>
        </p:grpSpPr>
        <p:sp>
          <p:nvSpPr>
            <p:cNvPr id="722" name="Rectangle 721">
              <a:hlinkHover r:id="" action="ppaction://noaction" highlightClick="1"/>
              <a:extLst>
                <a:ext uri="{FF2B5EF4-FFF2-40B4-BE49-F238E27FC236}">
                  <a16:creationId xmlns:a16="http://schemas.microsoft.com/office/drawing/2014/main" id="{BFE65ECD-BC65-1E82-3A81-230E0A82141C}"/>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23" name="Diamond 722">
              <a:extLst>
                <a:ext uri="{FF2B5EF4-FFF2-40B4-BE49-F238E27FC236}">
                  <a16:creationId xmlns:a16="http://schemas.microsoft.com/office/drawing/2014/main" id="{61F5D804-82CC-6B04-7276-9DD870BAE726}"/>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4" name="Oval 723">
              <a:extLst>
                <a:ext uri="{FF2B5EF4-FFF2-40B4-BE49-F238E27FC236}">
                  <a16:creationId xmlns:a16="http://schemas.microsoft.com/office/drawing/2014/main" id="{05954D2F-C5E5-F04B-CFEF-595764A2D841}"/>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29" name="Group 728">
            <a:extLst>
              <a:ext uri="{FF2B5EF4-FFF2-40B4-BE49-F238E27FC236}">
                <a16:creationId xmlns:a16="http://schemas.microsoft.com/office/drawing/2014/main" id="{5913F4AB-D054-F969-ABF7-632AAC7F92C3}"/>
              </a:ext>
            </a:extLst>
          </p:cNvPr>
          <p:cNvGrpSpPr/>
          <p:nvPr/>
        </p:nvGrpSpPr>
        <p:grpSpPr>
          <a:xfrm>
            <a:off x="2105348" y="1532276"/>
            <a:ext cx="721206" cy="609701"/>
            <a:chOff x="2105348" y="1532276"/>
            <a:chExt cx="721206" cy="609701"/>
          </a:xfrm>
        </p:grpSpPr>
        <p:sp>
          <p:nvSpPr>
            <p:cNvPr id="730" name="Rectangle 729">
              <a:extLst>
                <a:ext uri="{FF2B5EF4-FFF2-40B4-BE49-F238E27FC236}">
                  <a16:creationId xmlns:a16="http://schemas.microsoft.com/office/drawing/2014/main" id="{8750E45D-255C-728D-1FC4-22EA13B25E8D}"/>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31" name="Rectangle 730">
              <a:extLst>
                <a:ext uri="{FF2B5EF4-FFF2-40B4-BE49-F238E27FC236}">
                  <a16:creationId xmlns:a16="http://schemas.microsoft.com/office/drawing/2014/main" id="{B5C9DD85-5E9D-5367-D63A-79EE291507C4}"/>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2" name="Oval 15">
              <a:extLst>
                <a:ext uri="{FF2B5EF4-FFF2-40B4-BE49-F238E27FC236}">
                  <a16:creationId xmlns:a16="http://schemas.microsoft.com/office/drawing/2014/main" id="{BD2E9399-B343-BEC9-4D3E-4C9945735AAE}"/>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3" name="Straight Connector 732">
              <a:extLst>
                <a:ext uri="{FF2B5EF4-FFF2-40B4-BE49-F238E27FC236}">
                  <a16:creationId xmlns:a16="http://schemas.microsoft.com/office/drawing/2014/main" id="{6A82D714-204F-7F33-FD08-7BF22B81C508}"/>
                </a:ext>
              </a:extLst>
            </p:cNvPr>
            <p:cNvCxnSpPr>
              <a:cxnSpLocks/>
              <a:stCxn id="732"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34" name="Straight Connector 733">
              <a:extLst>
                <a:ext uri="{FF2B5EF4-FFF2-40B4-BE49-F238E27FC236}">
                  <a16:creationId xmlns:a16="http://schemas.microsoft.com/office/drawing/2014/main" id="{D9BADA26-1C65-91BD-457B-2A02FA75C4B9}"/>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35" name="Group 734">
            <a:extLst>
              <a:ext uri="{FF2B5EF4-FFF2-40B4-BE49-F238E27FC236}">
                <a16:creationId xmlns:a16="http://schemas.microsoft.com/office/drawing/2014/main" id="{3D821EBE-559F-F6D6-D452-1B628F8F0A53}"/>
              </a:ext>
            </a:extLst>
          </p:cNvPr>
          <p:cNvGrpSpPr/>
          <p:nvPr/>
        </p:nvGrpSpPr>
        <p:grpSpPr>
          <a:xfrm>
            <a:off x="431659" y="1532283"/>
            <a:ext cx="721891" cy="610032"/>
            <a:chOff x="431659" y="1532283"/>
            <a:chExt cx="721891" cy="610032"/>
          </a:xfrm>
        </p:grpSpPr>
        <p:sp>
          <p:nvSpPr>
            <p:cNvPr id="736" name="Rectangle 735">
              <a:extLst>
                <a:ext uri="{FF2B5EF4-FFF2-40B4-BE49-F238E27FC236}">
                  <a16:creationId xmlns:a16="http://schemas.microsoft.com/office/drawing/2014/main" id="{EA6A9DFB-A8FF-CC0D-56AB-AE6F9A596A77}"/>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37" name="Right Triangle 736">
              <a:extLst>
                <a:ext uri="{FF2B5EF4-FFF2-40B4-BE49-F238E27FC236}">
                  <a16:creationId xmlns:a16="http://schemas.microsoft.com/office/drawing/2014/main" id="{95C1A788-2223-50EA-12DF-AA0DA97EAF05}"/>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38" name="Group 737">
              <a:extLst>
                <a:ext uri="{FF2B5EF4-FFF2-40B4-BE49-F238E27FC236}">
                  <a16:creationId xmlns:a16="http://schemas.microsoft.com/office/drawing/2014/main" id="{F694EC7D-B90A-FAFA-05FD-A4F2A86096C3}"/>
                </a:ext>
              </a:extLst>
            </p:cNvPr>
            <p:cNvGrpSpPr/>
            <p:nvPr/>
          </p:nvGrpSpPr>
          <p:grpSpPr>
            <a:xfrm>
              <a:off x="1102940" y="1538374"/>
              <a:ext cx="37817" cy="61390"/>
              <a:chOff x="3883481" y="2057400"/>
              <a:chExt cx="1608363" cy="2652031"/>
            </a:xfrm>
            <a:solidFill>
              <a:srgbClr val="A6A6A6">
                <a:alpha val="20000"/>
              </a:srgbClr>
            </a:solidFill>
          </p:grpSpPr>
          <p:sp>
            <p:nvSpPr>
              <p:cNvPr id="739" name="Oval 27">
                <a:extLst>
                  <a:ext uri="{FF2B5EF4-FFF2-40B4-BE49-F238E27FC236}">
                    <a16:creationId xmlns:a16="http://schemas.microsoft.com/office/drawing/2014/main" id="{395B008D-9FDC-4C5F-83B6-9A0D9F570E7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0" name="Oval 28">
                <a:extLst>
                  <a:ext uri="{FF2B5EF4-FFF2-40B4-BE49-F238E27FC236}">
                    <a16:creationId xmlns:a16="http://schemas.microsoft.com/office/drawing/2014/main" id="{00DF0E82-AD05-34DD-A25F-793A5A98062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1" name="Group 740">
            <a:extLst>
              <a:ext uri="{FF2B5EF4-FFF2-40B4-BE49-F238E27FC236}">
                <a16:creationId xmlns:a16="http://schemas.microsoft.com/office/drawing/2014/main" id="{08D4E8AC-B936-1DFF-8451-F865FB51A591}"/>
              </a:ext>
            </a:extLst>
          </p:cNvPr>
          <p:cNvGrpSpPr/>
          <p:nvPr/>
        </p:nvGrpSpPr>
        <p:grpSpPr>
          <a:xfrm>
            <a:off x="1268843" y="1532283"/>
            <a:ext cx="721206" cy="610032"/>
            <a:chOff x="1268843" y="1532283"/>
            <a:chExt cx="721206" cy="610032"/>
          </a:xfrm>
        </p:grpSpPr>
        <p:sp>
          <p:nvSpPr>
            <p:cNvPr id="742" name="Rectangle 741">
              <a:extLst>
                <a:ext uri="{FF2B5EF4-FFF2-40B4-BE49-F238E27FC236}">
                  <a16:creationId xmlns:a16="http://schemas.microsoft.com/office/drawing/2014/main" id="{B29741FD-FF00-4D62-00A8-83F33A3AFC5F}"/>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43" name="Right Triangle 742">
              <a:extLst>
                <a:ext uri="{FF2B5EF4-FFF2-40B4-BE49-F238E27FC236}">
                  <a16:creationId xmlns:a16="http://schemas.microsoft.com/office/drawing/2014/main" id="{FB7DF74A-6406-FE52-07F4-3F9280CEE8C9}"/>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4" name="Group 743">
              <a:extLst>
                <a:ext uri="{FF2B5EF4-FFF2-40B4-BE49-F238E27FC236}">
                  <a16:creationId xmlns:a16="http://schemas.microsoft.com/office/drawing/2014/main" id="{A21B70DC-CCD3-8D5A-33CE-4CAA6D9AC505}"/>
                </a:ext>
              </a:extLst>
            </p:cNvPr>
            <p:cNvGrpSpPr/>
            <p:nvPr/>
          </p:nvGrpSpPr>
          <p:grpSpPr>
            <a:xfrm>
              <a:off x="1939436" y="1538374"/>
              <a:ext cx="37817" cy="61390"/>
              <a:chOff x="3883481" y="2057400"/>
              <a:chExt cx="1608363" cy="2652031"/>
            </a:xfrm>
            <a:solidFill>
              <a:srgbClr val="A6A6A6">
                <a:alpha val="20000"/>
              </a:srgbClr>
            </a:solidFill>
          </p:grpSpPr>
          <p:sp>
            <p:nvSpPr>
              <p:cNvPr id="745" name="Oval 27">
                <a:extLst>
                  <a:ext uri="{FF2B5EF4-FFF2-40B4-BE49-F238E27FC236}">
                    <a16:creationId xmlns:a16="http://schemas.microsoft.com/office/drawing/2014/main" id="{B85AB130-3519-0AFF-2DF7-E4BDCDB5018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6" name="Oval 28">
                <a:extLst>
                  <a:ext uri="{FF2B5EF4-FFF2-40B4-BE49-F238E27FC236}">
                    <a16:creationId xmlns:a16="http://schemas.microsoft.com/office/drawing/2014/main" id="{20C96A03-0BBF-E95E-4B44-23BFBB45897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3" name="Group 752">
            <a:extLst>
              <a:ext uri="{FF2B5EF4-FFF2-40B4-BE49-F238E27FC236}">
                <a16:creationId xmlns:a16="http://schemas.microsoft.com/office/drawing/2014/main" id="{A12A22B1-2F7B-87EA-EF74-943DB48768C2}"/>
              </a:ext>
            </a:extLst>
          </p:cNvPr>
          <p:cNvGrpSpPr/>
          <p:nvPr/>
        </p:nvGrpSpPr>
        <p:grpSpPr>
          <a:xfrm>
            <a:off x="5454379" y="2974054"/>
            <a:ext cx="721206" cy="649846"/>
            <a:chOff x="5454379" y="2974054"/>
            <a:chExt cx="721206" cy="649846"/>
          </a:xfrm>
        </p:grpSpPr>
        <p:sp>
          <p:nvSpPr>
            <p:cNvPr id="754" name="Rectangle 753">
              <a:extLst>
                <a:ext uri="{FF2B5EF4-FFF2-40B4-BE49-F238E27FC236}">
                  <a16:creationId xmlns:a16="http://schemas.microsoft.com/office/drawing/2014/main" id="{DB35F4E7-3575-3688-E7D8-EACED8EE6A2B}"/>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55" name="Rectangle 754">
              <a:extLst>
                <a:ext uri="{FF2B5EF4-FFF2-40B4-BE49-F238E27FC236}">
                  <a16:creationId xmlns:a16="http://schemas.microsoft.com/office/drawing/2014/main" id="{1674E501-5EB6-CAFC-0289-F66208EB7D9E}"/>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6" name="Oval 15">
              <a:extLst>
                <a:ext uri="{FF2B5EF4-FFF2-40B4-BE49-F238E27FC236}">
                  <a16:creationId xmlns:a16="http://schemas.microsoft.com/office/drawing/2014/main" id="{42F0B48E-3E8E-8E05-42E5-B9D084E3841C}"/>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57" name="Straight Connector 756">
              <a:extLst>
                <a:ext uri="{FF2B5EF4-FFF2-40B4-BE49-F238E27FC236}">
                  <a16:creationId xmlns:a16="http://schemas.microsoft.com/office/drawing/2014/main" id="{F32439E8-F86E-6B6B-D6E2-B6E8E53FE28B}"/>
                </a:ext>
              </a:extLst>
            </p:cNvPr>
            <p:cNvCxnSpPr>
              <a:cxnSpLocks/>
              <a:stCxn id="756"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58" name="Straight Connector 757">
              <a:extLst>
                <a:ext uri="{FF2B5EF4-FFF2-40B4-BE49-F238E27FC236}">
                  <a16:creationId xmlns:a16="http://schemas.microsoft.com/office/drawing/2014/main" id="{02126C97-616F-373B-22DA-F162EB709CD0}"/>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59" name="Group 758">
            <a:extLst>
              <a:ext uri="{FF2B5EF4-FFF2-40B4-BE49-F238E27FC236}">
                <a16:creationId xmlns:a16="http://schemas.microsoft.com/office/drawing/2014/main" id="{584F0B75-AF81-97F5-EB6B-D38234D442CA}"/>
              </a:ext>
            </a:extLst>
          </p:cNvPr>
          <p:cNvGrpSpPr/>
          <p:nvPr/>
        </p:nvGrpSpPr>
        <p:grpSpPr>
          <a:xfrm>
            <a:off x="431659" y="2974054"/>
            <a:ext cx="721891" cy="609701"/>
            <a:chOff x="431659" y="2974054"/>
            <a:chExt cx="721891" cy="609701"/>
          </a:xfrm>
        </p:grpSpPr>
        <p:sp>
          <p:nvSpPr>
            <p:cNvPr id="760" name="Rectangle 759">
              <a:extLst>
                <a:ext uri="{FF2B5EF4-FFF2-40B4-BE49-F238E27FC236}">
                  <a16:creationId xmlns:a16="http://schemas.microsoft.com/office/drawing/2014/main" id="{37239F64-3C5C-F053-03C1-A2B1CA2E5278}"/>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61" name="Right Triangle 760">
              <a:extLst>
                <a:ext uri="{FF2B5EF4-FFF2-40B4-BE49-F238E27FC236}">
                  <a16:creationId xmlns:a16="http://schemas.microsoft.com/office/drawing/2014/main" id="{A6004B9B-EE37-8FCF-F596-34DB6EFC13C4}"/>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2" name="Group 761">
              <a:extLst>
                <a:ext uri="{FF2B5EF4-FFF2-40B4-BE49-F238E27FC236}">
                  <a16:creationId xmlns:a16="http://schemas.microsoft.com/office/drawing/2014/main" id="{CF3BC3A0-9DD7-B9FC-7631-EF1297880779}"/>
                </a:ext>
              </a:extLst>
            </p:cNvPr>
            <p:cNvGrpSpPr/>
            <p:nvPr/>
          </p:nvGrpSpPr>
          <p:grpSpPr>
            <a:xfrm>
              <a:off x="1102940" y="2981762"/>
              <a:ext cx="37817" cy="61390"/>
              <a:chOff x="3883481" y="2057400"/>
              <a:chExt cx="1608363" cy="2652031"/>
            </a:xfrm>
            <a:solidFill>
              <a:srgbClr val="A6A6A6">
                <a:alpha val="20000"/>
              </a:srgbClr>
            </a:solidFill>
          </p:grpSpPr>
          <p:sp>
            <p:nvSpPr>
              <p:cNvPr id="763" name="Oval 27">
                <a:extLst>
                  <a:ext uri="{FF2B5EF4-FFF2-40B4-BE49-F238E27FC236}">
                    <a16:creationId xmlns:a16="http://schemas.microsoft.com/office/drawing/2014/main" id="{138CE974-3E82-7736-D811-808FA974894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4" name="Oval 28">
                <a:extLst>
                  <a:ext uri="{FF2B5EF4-FFF2-40B4-BE49-F238E27FC236}">
                    <a16:creationId xmlns:a16="http://schemas.microsoft.com/office/drawing/2014/main" id="{65C62431-CD0A-F305-F365-B604176A509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1" name="Group 770">
            <a:extLst>
              <a:ext uri="{FF2B5EF4-FFF2-40B4-BE49-F238E27FC236}">
                <a16:creationId xmlns:a16="http://schemas.microsoft.com/office/drawing/2014/main" id="{36635D76-EA05-EA69-C3D2-31793595CACD}"/>
              </a:ext>
            </a:extLst>
          </p:cNvPr>
          <p:cNvGrpSpPr/>
          <p:nvPr/>
        </p:nvGrpSpPr>
        <p:grpSpPr>
          <a:xfrm>
            <a:off x="2940469" y="2974031"/>
            <a:ext cx="721206" cy="613175"/>
            <a:chOff x="2940469" y="2974031"/>
            <a:chExt cx="721206" cy="613175"/>
          </a:xfrm>
        </p:grpSpPr>
        <p:sp>
          <p:nvSpPr>
            <p:cNvPr id="772" name="Rectangle 771">
              <a:extLst>
                <a:ext uri="{FF2B5EF4-FFF2-40B4-BE49-F238E27FC236}">
                  <a16:creationId xmlns:a16="http://schemas.microsoft.com/office/drawing/2014/main" id="{42D4BF09-86A9-5E00-360D-55F2EAAC720C}"/>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73" name="Right Triangle 772">
              <a:extLst>
                <a:ext uri="{FF2B5EF4-FFF2-40B4-BE49-F238E27FC236}">
                  <a16:creationId xmlns:a16="http://schemas.microsoft.com/office/drawing/2014/main" id="{6D1F6805-C8D0-AFD0-3858-EFAE41E0F272}"/>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4" name="Group 773">
              <a:extLst>
                <a:ext uri="{FF2B5EF4-FFF2-40B4-BE49-F238E27FC236}">
                  <a16:creationId xmlns:a16="http://schemas.microsoft.com/office/drawing/2014/main" id="{0CF62ACD-3F51-2A2B-D3AA-37246B9AD5B9}"/>
                </a:ext>
              </a:extLst>
            </p:cNvPr>
            <p:cNvGrpSpPr/>
            <p:nvPr/>
          </p:nvGrpSpPr>
          <p:grpSpPr>
            <a:xfrm>
              <a:off x="3610502" y="2980132"/>
              <a:ext cx="37817" cy="61390"/>
              <a:chOff x="3883481" y="2057400"/>
              <a:chExt cx="1608363" cy="2652031"/>
            </a:xfrm>
            <a:solidFill>
              <a:srgbClr val="A6A6A6">
                <a:alpha val="20000"/>
              </a:srgbClr>
            </a:solidFill>
          </p:grpSpPr>
          <p:sp>
            <p:nvSpPr>
              <p:cNvPr id="775" name="Oval 27">
                <a:extLst>
                  <a:ext uri="{FF2B5EF4-FFF2-40B4-BE49-F238E27FC236}">
                    <a16:creationId xmlns:a16="http://schemas.microsoft.com/office/drawing/2014/main" id="{748808E5-D20C-C6FE-526D-EE9F3A9204E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6" name="Oval 28">
                <a:extLst>
                  <a:ext uri="{FF2B5EF4-FFF2-40B4-BE49-F238E27FC236}">
                    <a16:creationId xmlns:a16="http://schemas.microsoft.com/office/drawing/2014/main" id="{F248B5C0-4202-E832-EE97-89975A6DF27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7" name="Group 776">
            <a:extLst>
              <a:ext uri="{FF2B5EF4-FFF2-40B4-BE49-F238E27FC236}">
                <a16:creationId xmlns:a16="http://schemas.microsoft.com/office/drawing/2014/main" id="{F1E464F6-9385-DF23-AB08-C86965D7157B}"/>
              </a:ext>
            </a:extLst>
          </p:cNvPr>
          <p:cNvGrpSpPr/>
          <p:nvPr/>
        </p:nvGrpSpPr>
        <p:grpSpPr>
          <a:xfrm>
            <a:off x="1268380" y="2974053"/>
            <a:ext cx="721206" cy="609701"/>
            <a:chOff x="1268380" y="2974053"/>
            <a:chExt cx="721206" cy="609701"/>
          </a:xfrm>
        </p:grpSpPr>
        <p:sp>
          <p:nvSpPr>
            <p:cNvPr id="778" name="Rectangle 777">
              <a:extLst>
                <a:ext uri="{FF2B5EF4-FFF2-40B4-BE49-F238E27FC236}">
                  <a16:creationId xmlns:a16="http://schemas.microsoft.com/office/drawing/2014/main" id="{A2121F1E-26E1-BAC0-8376-F8FA35FE4BC1}"/>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79" name="Right Triangle 778">
              <a:extLst>
                <a:ext uri="{FF2B5EF4-FFF2-40B4-BE49-F238E27FC236}">
                  <a16:creationId xmlns:a16="http://schemas.microsoft.com/office/drawing/2014/main" id="{1FE65125-60F5-AFA9-53DC-E918F1205EDD}"/>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0" name="Group 779">
              <a:extLst>
                <a:ext uri="{FF2B5EF4-FFF2-40B4-BE49-F238E27FC236}">
                  <a16:creationId xmlns:a16="http://schemas.microsoft.com/office/drawing/2014/main" id="{34139416-FC40-398E-FE5E-F0953E7785BA}"/>
                </a:ext>
              </a:extLst>
            </p:cNvPr>
            <p:cNvGrpSpPr/>
            <p:nvPr/>
          </p:nvGrpSpPr>
          <p:grpSpPr>
            <a:xfrm>
              <a:off x="1938973" y="2986452"/>
              <a:ext cx="37817" cy="61390"/>
              <a:chOff x="3883481" y="2057400"/>
              <a:chExt cx="1608363" cy="2652031"/>
            </a:xfrm>
            <a:solidFill>
              <a:srgbClr val="A6A6A6">
                <a:alpha val="20000"/>
              </a:srgbClr>
            </a:solidFill>
          </p:grpSpPr>
          <p:sp>
            <p:nvSpPr>
              <p:cNvPr id="781" name="Oval 27">
                <a:extLst>
                  <a:ext uri="{FF2B5EF4-FFF2-40B4-BE49-F238E27FC236}">
                    <a16:creationId xmlns:a16="http://schemas.microsoft.com/office/drawing/2014/main" id="{F51BB577-D74B-60D9-0F48-70BBE7DFBB3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2" name="Oval 28">
                <a:extLst>
                  <a:ext uri="{FF2B5EF4-FFF2-40B4-BE49-F238E27FC236}">
                    <a16:creationId xmlns:a16="http://schemas.microsoft.com/office/drawing/2014/main" id="{D4C44BF9-B865-C6C4-B4CB-323236EAB22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3" name="Group 782">
            <a:extLst>
              <a:ext uri="{FF2B5EF4-FFF2-40B4-BE49-F238E27FC236}">
                <a16:creationId xmlns:a16="http://schemas.microsoft.com/office/drawing/2014/main" id="{1EEA65AA-A6E3-39CA-E5E7-DBB5C0B24F1B}"/>
              </a:ext>
            </a:extLst>
          </p:cNvPr>
          <p:cNvGrpSpPr/>
          <p:nvPr/>
        </p:nvGrpSpPr>
        <p:grpSpPr>
          <a:xfrm>
            <a:off x="2938534" y="811556"/>
            <a:ext cx="721206" cy="609701"/>
            <a:chOff x="2938534" y="811556"/>
            <a:chExt cx="721206" cy="609701"/>
          </a:xfrm>
        </p:grpSpPr>
        <p:sp>
          <p:nvSpPr>
            <p:cNvPr id="784" name="Rectangle 783">
              <a:extLst>
                <a:ext uri="{FF2B5EF4-FFF2-40B4-BE49-F238E27FC236}">
                  <a16:creationId xmlns:a16="http://schemas.microsoft.com/office/drawing/2014/main" id="{E88881B7-52E2-F668-DD0E-057B14342C38}"/>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85" name="Rectangle 784">
              <a:extLst>
                <a:ext uri="{FF2B5EF4-FFF2-40B4-BE49-F238E27FC236}">
                  <a16:creationId xmlns:a16="http://schemas.microsoft.com/office/drawing/2014/main" id="{D63175C1-CF17-E7FD-F478-581114236AA4}"/>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6" name="Oval 15">
              <a:extLst>
                <a:ext uri="{FF2B5EF4-FFF2-40B4-BE49-F238E27FC236}">
                  <a16:creationId xmlns:a16="http://schemas.microsoft.com/office/drawing/2014/main" id="{5CF0D361-F1D7-F74B-42FA-7ACB68CDF520}"/>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87" name="Straight Connector 786">
              <a:extLst>
                <a:ext uri="{FF2B5EF4-FFF2-40B4-BE49-F238E27FC236}">
                  <a16:creationId xmlns:a16="http://schemas.microsoft.com/office/drawing/2014/main" id="{B26BC8C2-6839-D0B6-A9B8-EF49A492ED2B}"/>
                </a:ext>
              </a:extLst>
            </p:cNvPr>
            <p:cNvCxnSpPr>
              <a:cxnSpLocks/>
              <a:stCxn id="786"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88" name="Straight Connector 787">
              <a:extLst>
                <a:ext uri="{FF2B5EF4-FFF2-40B4-BE49-F238E27FC236}">
                  <a16:creationId xmlns:a16="http://schemas.microsoft.com/office/drawing/2014/main" id="{C8165006-FDB4-165A-BD2E-ACBD84B676EA}"/>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5" name="Group 794">
            <a:extLst>
              <a:ext uri="{FF2B5EF4-FFF2-40B4-BE49-F238E27FC236}">
                <a16:creationId xmlns:a16="http://schemas.microsoft.com/office/drawing/2014/main" id="{BEF100A4-AC04-1823-1E9F-AC078693E100}"/>
              </a:ext>
            </a:extLst>
          </p:cNvPr>
          <p:cNvGrpSpPr/>
          <p:nvPr/>
        </p:nvGrpSpPr>
        <p:grpSpPr>
          <a:xfrm>
            <a:off x="431659" y="811556"/>
            <a:ext cx="721206" cy="609701"/>
            <a:chOff x="431659" y="811556"/>
            <a:chExt cx="721206" cy="609701"/>
          </a:xfrm>
        </p:grpSpPr>
        <p:sp>
          <p:nvSpPr>
            <p:cNvPr id="796" name="Rectangle 795">
              <a:extLst>
                <a:ext uri="{FF2B5EF4-FFF2-40B4-BE49-F238E27FC236}">
                  <a16:creationId xmlns:a16="http://schemas.microsoft.com/office/drawing/2014/main" id="{D2991874-62AC-37EA-0713-96C674619E33}"/>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97" name="Right Triangle 796">
              <a:extLst>
                <a:ext uri="{FF2B5EF4-FFF2-40B4-BE49-F238E27FC236}">
                  <a16:creationId xmlns:a16="http://schemas.microsoft.com/office/drawing/2014/main" id="{BBA64FA9-DAA8-BB3C-55EC-BF0F5AF58A17}"/>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98" name="Group 797">
              <a:extLst>
                <a:ext uri="{FF2B5EF4-FFF2-40B4-BE49-F238E27FC236}">
                  <a16:creationId xmlns:a16="http://schemas.microsoft.com/office/drawing/2014/main" id="{B0794900-892C-3A4F-723A-B9A269E6EAFA}"/>
                </a:ext>
              </a:extLst>
            </p:cNvPr>
            <p:cNvGrpSpPr/>
            <p:nvPr/>
          </p:nvGrpSpPr>
          <p:grpSpPr>
            <a:xfrm>
              <a:off x="1100969" y="819591"/>
              <a:ext cx="37817" cy="61390"/>
              <a:chOff x="3883481" y="2057400"/>
              <a:chExt cx="1608363" cy="2652031"/>
            </a:xfrm>
            <a:solidFill>
              <a:srgbClr val="A6A6A6">
                <a:alpha val="20000"/>
              </a:srgbClr>
            </a:solidFill>
          </p:grpSpPr>
          <p:sp>
            <p:nvSpPr>
              <p:cNvPr id="799" name="Oval 27">
                <a:extLst>
                  <a:ext uri="{FF2B5EF4-FFF2-40B4-BE49-F238E27FC236}">
                    <a16:creationId xmlns:a16="http://schemas.microsoft.com/office/drawing/2014/main" id="{1473CA35-290D-0292-9C25-84B25D51B09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0" name="Oval 28">
                <a:extLst>
                  <a:ext uri="{FF2B5EF4-FFF2-40B4-BE49-F238E27FC236}">
                    <a16:creationId xmlns:a16="http://schemas.microsoft.com/office/drawing/2014/main" id="{7A061697-48A0-449E-4EFC-B5FBF90910B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1" name="Group 800">
            <a:extLst>
              <a:ext uri="{FF2B5EF4-FFF2-40B4-BE49-F238E27FC236}">
                <a16:creationId xmlns:a16="http://schemas.microsoft.com/office/drawing/2014/main" id="{A521930A-E1FF-8F77-9C08-24A9BD0117B7}"/>
              </a:ext>
            </a:extLst>
          </p:cNvPr>
          <p:cNvGrpSpPr/>
          <p:nvPr/>
        </p:nvGrpSpPr>
        <p:grpSpPr>
          <a:xfrm>
            <a:off x="1267285" y="811556"/>
            <a:ext cx="721206" cy="609701"/>
            <a:chOff x="1267285" y="811556"/>
            <a:chExt cx="721206" cy="609701"/>
          </a:xfrm>
        </p:grpSpPr>
        <p:sp>
          <p:nvSpPr>
            <p:cNvPr id="802" name="Rectangle 801">
              <a:extLst>
                <a:ext uri="{FF2B5EF4-FFF2-40B4-BE49-F238E27FC236}">
                  <a16:creationId xmlns:a16="http://schemas.microsoft.com/office/drawing/2014/main" id="{FCB477F7-4A00-80EE-E956-5A48F1652155}"/>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03" name="Right Triangle 802">
              <a:extLst>
                <a:ext uri="{FF2B5EF4-FFF2-40B4-BE49-F238E27FC236}">
                  <a16:creationId xmlns:a16="http://schemas.microsoft.com/office/drawing/2014/main" id="{3DA350D0-7EC6-C745-CDBA-B812AFA43DAF}"/>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4" name="Group 803">
              <a:extLst>
                <a:ext uri="{FF2B5EF4-FFF2-40B4-BE49-F238E27FC236}">
                  <a16:creationId xmlns:a16="http://schemas.microsoft.com/office/drawing/2014/main" id="{93E21153-99A6-1F3A-8F78-574C58DCA59D}"/>
                </a:ext>
              </a:extLst>
            </p:cNvPr>
            <p:cNvGrpSpPr/>
            <p:nvPr/>
          </p:nvGrpSpPr>
          <p:grpSpPr>
            <a:xfrm>
              <a:off x="1937878" y="819591"/>
              <a:ext cx="37817" cy="61390"/>
              <a:chOff x="3883481" y="2057400"/>
              <a:chExt cx="1608363" cy="2652031"/>
            </a:xfrm>
            <a:solidFill>
              <a:srgbClr val="A6A6A6">
                <a:alpha val="20000"/>
              </a:srgbClr>
            </a:solidFill>
          </p:grpSpPr>
          <p:sp>
            <p:nvSpPr>
              <p:cNvPr id="805" name="Oval 27">
                <a:extLst>
                  <a:ext uri="{FF2B5EF4-FFF2-40B4-BE49-F238E27FC236}">
                    <a16:creationId xmlns:a16="http://schemas.microsoft.com/office/drawing/2014/main" id="{2971C8FE-D547-FED6-CA29-F46A3C2D864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6" name="Oval 28">
                <a:extLst>
                  <a:ext uri="{FF2B5EF4-FFF2-40B4-BE49-F238E27FC236}">
                    <a16:creationId xmlns:a16="http://schemas.microsoft.com/office/drawing/2014/main" id="{A9BE1DE1-064A-48A5-E5F7-301D3282F63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3" name="Group 812">
            <a:extLst>
              <a:ext uri="{FF2B5EF4-FFF2-40B4-BE49-F238E27FC236}">
                <a16:creationId xmlns:a16="http://schemas.microsoft.com/office/drawing/2014/main" id="{C058A6C5-0131-10CD-593B-14CD8BAC1F92}"/>
              </a:ext>
            </a:extLst>
          </p:cNvPr>
          <p:cNvGrpSpPr/>
          <p:nvPr/>
        </p:nvGrpSpPr>
        <p:grpSpPr>
          <a:xfrm>
            <a:off x="2889438" y="751337"/>
            <a:ext cx="5022643" cy="5001728"/>
            <a:chOff x="2889438" y="751337"/>
            <a:chExt cx="5022643" cy="5001728"/>
          </a:xfrm>
        </p:grpSpPr>
        <p:cxnSp>
          <p:nvCxnSpPr>
            <p:cNvPr id="814" name="Straight Connector 813">
              <a:extLst>
                <a:ext uri="{FF2B5EF4-FFF2-40B4-BE49-F238E27FC236}">
                  <a16:creationId xmlns:a16="http://schemas.microsoft.com/office/drawing/2014/main" id="{F1192C11-3F4C-60E4-9184-4668FA0774EA}"/>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5" name="Straight Connector 814">
              <a:extLst>
                <a:ext uri="{FF2B5EF4-FFF2-40B4-BE49-F238E27FC236}">
                  <a16:creationId xmlns:a16="http://schemas.microsoft.com/office/drawing/2014/main" id="{220AE32A-5D74-6E7A-EAD4-6C6BBB4B6E42}"/>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51DEB953-205B-3D02-359E-2A1CECEBAD50}"/>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74AE53BB-136F-6B0D-D675-EBE5FF8A2995}"/>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BF7F5B2D-34E8-CCBA-B66C-09343BE4A4FA}"/>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7123FBB1-EAE8-6874-372E-AC3A9FDF9BEB}"/>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8E5FF6BC-45F7-94CB-2A7B-0E2F179A6A9E}"/>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FF62EA4A-4143-F32A-1F74-7579804A1FD7}"/>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742D769C-02D0-8910-E343-AC2F61E179EE}"/>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11E875CC-BA5B-7CFE-6449-62A6B99C3B9C}"/>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7" name="Group 836">
            <a:extLst>
              <a:ext uri="{FF2B5EF4-FFF2-40B4-BE49-F238E27FC236}">
                <a16:creationId xmlns:a16="http://schemas.microsoft.com/office/drawing/2014/main" id="{BA3F0063-89B8-ABBC-ECE6-EC3E32D20CB7}"/>
              </a:ext>
            </a:extLst>
          </p:cNvPr>
          <p:cNvGrpSpPr/>
          <p:nvPr/>
        </p:nvGrpSpPr>
        <p:grpSpPr>
          <a:xfrm>
            <a:off x="2099604" y="5136552"/>
            <a:ext cx="721206" cy="609701"/>
            <a:chOff x="2099604" y="5136552"/>
            <a:chExt cx="721206" cy="609701"/>
          </a:xfrm>
        </p:grpSpPr>
        <p:sp>
          <p:nvSpPr>
            <p:cNvPr id="838" name="Rectangle 837">
              <a:extLst>
                <a:ext uri="{FF2B5EF4-FFF2-40B4-BE49-F238E27FC236}">
                  <a16:creationId xmlns:a16="http://schemas.microsoft.com/office/drawing/2014/main" id="{0568C56F-0F44-1A4C-07FC-CA5EF8A7D2A6}"/>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839" name="Right Triangle 838">
              <a:extLst>
                <a:ext uri="{FF2B5EF4-FFF2-40B4-BE49-F238E27FC236}">
                  <a16:creationId xmlns:a16="http://schemas.microsoft.com/office/drawing/2014/main" id="{8F051D27-BCEC-B8A7-A46F-AA6245D627D8}"/>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0" name="Group 839">
              <a:extLst>
                <a:ext uri="{FF2B5EF4-FFF2-40B4-BE49-F238E27FC236}">
                  <a16:creationId xmlns:a16="http://schemas.microsoft.com/office/drawing/2014/main" id="{D062A31F-CC06-CA40-7723-5A19DEAEA1B6}"/>
                </a:ext>
              </a:extLst>
            </p:cNvPr>
            <p:cNvGrpSpPr/>
            <p:nvPr/>
          </p:nvGrpSpPr>
          <p:grpSpPr>
            <a:xfrm>
              <a:off x="2765661" y="5151382"/>
              <a:ext cx="37817" cy="61390"/>
              <a:chOff x="3883481" y="2057400"/>
              <a:chExt cx="1608363" cy="2652031"/>
            </a:xfrm>
            <a:solidFill>
              <a:srgbClr val="A6A6A6">
                <a:alpha val="20000"/>
              </a:srgbClr>
            </a:solidFill>
          </p:grpSpPr>
          <p:sp>
            <p:nvSpPr>
              <p:cNvPr id="841" name="Oval 27">
                <a:extLst>
                  <a:ext uri="{FF2B5EF4-FFF2-40B4-BE49-F238E27FC236}">
                    <a16:creationId xmlns:a16="http://schemas.microsoft.com/office/drawing/2014/main" id="{7CAB8EF0-490F-04D3-0943-02A206AEFDB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2" name="Oval 28">
                <a:extLst>
                  <a:ext uri="{FF2B5EF4-FFF2-40B4-BE49-F238E27FC236}">
                    <a16:creationId xmlns:a16="http://schemas.microsoft.com/office/drawing/2014/main" id="{F0876432-0234-1AA8-8A81-ED08DB2D03A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49" name="Group 848">
            <a:extLst>
              <a:ext uri="{FF2B5EF4-FFF2-40B4-BE49-F238E27FC236}">
                <a16:creationId xmlns:a16="http://schemas.microsoft.com/office/drawing/2014/main" id="{3B1794EB-E571-8E70-4559-20CE5D921265}"/>
              </a:ext>
            </a:extLst>
          </p:cNvPr>
          <p:cNvGrpSpPr/>
          <p:nvPr/>
        </p:nvGrpSpPr>
        <p:grpSpPr>
          <a:xfrm>
            <a:off x="2937173" y="4419601"/>
            <a:ext cx="721206" cy="610396"/>
            <a:chOff x="2937173" y="4419601"/>
            <a:chExt cx="721206" cy="610396"/>
          </a:xfrm>
        </p:grpSpPr>
        <p:sp>
          <p:nvSpPr>
            <p:cNvPr id="850" name="Rectangle 849">
              <a:extLst>
                <a:ext uri="{FF2B5EF4-FFF2-40B4-BE49-F238E27FC236}">
                  <a16:creationId xmlns:a16="http://schemas.microsoft.com/office/drawing/2014/main" id="{98DD78A3-7BD9-1E4A-C4EF-65D4452B8D04}"/>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51" name="Right Triangle 850">
              <a:extLst>
                <a:ext uri="{FF2B5EF4-FFF2-40B4-BE49-F238E27FC236}">
                  <a16:creationId xmlns:a16="http://schemas.microsoft.com/office/drawing/2014/main" id="{39B09E65-1A39-2E68-C930-8ABBE88C38AE}"/>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2" name="Group 851">
              <a:extLst>
                <a:ext uri="{FF2B5EF4-FFF2-40B4-BE49-F238E27FC236}">
                  <a16:creationId xmlns:a16="http://schemas.microsoft.com/office/drawing/2014/main" id="{3A2FC8AE-4117-4454-2F8E-B4D61CF8AB42}"/>
                </a:ext>
              </a:extLst>
            </p:cNvPr>
            <p:cNvGrpSpPr/>
            <p:nvPr/>
          </p:nvGrpSpPr>
          <p:grpSpPr>
            <a:xfrm>
              <a:off x="3607766" y="4425699"/>
              <a:ext cx="37817" cy="61390"/>
              <a:chOff x="3883481" y="2057400"/>
              <a:chExt cx="1608363" cy="2652031"/>
            </a:xfrm>
            <a:solidFill>
              <a:srgbClr val="A6A6A6">
                <a:alpha val="20000"/>
              </a:srgbClr>
            </a:solidFill>
          </p:grpSpPr>
          <p:sp>
            <p:nvSpPr>
              <p:cNvPr id="853" name="Oval 27">
                <a:extLst>
                  <a:ext uri="{FF2B5EF4-FFF2-40B4-BE49-F238E27FC236}">
                    <a16:creationId xmlns:a16="http://schemas.microsoft.com/office/drawing/2014/main" id="{3BABBEFB-B283-5238-BC1A-80C38860093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4" name="Oval 28">
                <a:extLst>
                  <a:ext uri="{FF2B5EF4-FFF2-40B4-BE49-F238E27FC236}">
                    <a16:creationId xmlns:a16="http://schemas.microsoft.com/office/drawing/2014/main" id="{9E9D4BB6-D141-108F-FA55-FA4AD602F60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5" name="Group 854">
            <a:extLst>
              <a:ext uri="{FF2B5EF4-FFF2-40B4-BE49-F238E27FC236}">
                <a16:creationId xmlns:a16="http://schemas.microsoft.com/office/drawing/2014/main" id="{48E53AB4-FD9E-DE02-CBFC-DB6250BFE72E}"/>
              </a:ext>
            </a:extLst>
          </p:cNvPr>
          <p:cNvGrpSpPr/>
          <p:nvPr/>
        </p:nvGrpSpPr>
        <p:grpSpPr>
          <a:xfrm>
            <a:off x="6286130" y="4419624"/>
            <a:ext cx="721206" cy="609701"/>
            <a:chOff x="6286130" y="4419624"/>
            <a:chExt cx="721206" cy="609701"/>
          </a:xfrm>
        </p:grpSpPr>
        <p:sp>
          <p:nvSpPr>
            <p:cNvPr id="856" name="Rectangle 855">
              <a:hlinkHover r:id="" action="ppaction://noaction" highlightClick="1"/>
              <a:extLst>
                <a:ext uri="{FF2B5EF4-FFF2-40B4-BE49-F238E27FC236}">
                  <a16:creationId xmlns:a16="http://schemas.microsoft.com/office/drawing/2014/main" id="{3949B925-7207-9264-9CCD-CFC697683026}"/>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57" name="Oval 856">
              <a:extLst>
                <a:ext uri="{FF2B5EF4-FFF2-40B4-BE49-F238E27FC236}">
                  <a16:creationId xmlns:a16="http://schemas.microsoft.com/office/drawing/2014/main" id="{7DB01553-0D59-9985-3987-006BE24174A3}"/>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8" name="Isosceles Triangle 648">
              <a:extLst>
                <a:ext uri="{FF2B5EF4-FFF2-40B4-BE49-F238E27FC236}">
                  <a16:creationId xmlns:a16="http://schemas.microsoft.com/office/drawing/2014/main" id="{BAA64EEC-450A-2634-1DF3-C7A1518C3816}"/>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9" name="Group 858">
            <a:extLst>
              <a:ext uri="{FF2B5EF4-FFF2-40B4-BE49-F238E27FC236}">
                <a16:creationId xmlns:a16="http://schemas.microsoft.com/office/drawing/2014/main" id="{A4E3B9C8-6611-9DB0-7A69-2E03D67C5EE3}"/>
              </a:ext>
            </a:extLst>
          </p:cNvPr>
          <p:cNvGrpSpPr/>
          <p:nvPr/>
        </p:nvGrpSpPr>
        <p:grpSpPr>
          <a:xfrm>
            <a:off x="5458940" y="5135305"/>
            <a:ext cx="721206" cy="609701"/>
            <a:chOff x="5458940" y="5135305"/>
            <a:chExt cx="721206" cy="609701"/>
          </a:xfrm>
        </p:grpSpPr>
        <p:sp>
          <p:nvSpPr>
            <p:cNvPr id="860" name="Rectangle 859">
              <a:hlinkHover r:id="" action="ppaction://noaction" highlightClick="1"/>
              <a:extLst>
                <a:ext uri="{FF2B5EF4-FFF2-40B4-BE49-F238E27FC236}">
                  <a16:creationId xmlns:a16="http://schemas.microsoft.com/office/drawing/2014/main" id="{A9E805EA-6AA6-C8D0-1832-F7DCD4ADFBAB}"/>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61" name="Oval 860">
              <a:extLst>
                <a:ext uri="{FF2B5EF4-FFF2-40B4-BE49-F238E27FC236}">
                  <a16:creationId xmlns:a16="http://schemas.microsoft.com/office/drawing/2014/main" id="{B8FA9AB9-CF13-F46D-E890-9807F5D165C1}"/>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2" name="Isosceles Triangle 648">
              <a:extLst>
                <a:ext uri="{FF2B5EF4-FFF2-40B4-BE49-F238E27FC236}">
                  <a16:creationId xmlns:a16="http://schemas.microsoft.com/office/drawing/2014/main" id="{1384989F-1816-8C8C-394F-DCB67F81B13C}"/>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3" name="Group 862">
            <a:extLst>
              <a:ext uri="{FF2B5EF4-FFF2-40B4-BE49-F238E27FC236}">
                <a16:creationId xmlns:a16="http://schemas.microsoft.com/office/drawing/2014/main" id="{20EDBD02-B777-461D-9BB5-B8D38061AB5A}"/>
              </a:ext>
            </a:extLst>
          </p:cNvPr>
          <p:cNvGrpSpPr/>
          <p:nvPr/>
        </p:nvGrpSpPr>
        <p:grpSpPr>
          <a:xfrm>
            <a:off x="6289146" y="5141017"/>
            <a:ext cx="721206" cy="609701"/>
            <a:chOff x="6289146" y="5141017"/>
            <a:chExt cx="721206" cy="609701"/>
          </a:xfrm>
        </p:grpSpPr>
        <p:sp>
          <p:nvSpPr>
            <p:cNvPr id="864" name="Rectangle 863">
              <a:hlinkHover r:id="" action="ppaction://noaction" highlightClick="1"/>
              <a:extLst>
                <a:ext uri="{FF2B5EF4-FFF2-40B4-BE49-F238E27FC236}">
                  <a16:creationId xmlns:a16="http://schemas.microsoft.com/office/drawing/2014/main" id="{54FCA51E-07F9-4510-9850-A709642369CE}"/>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65" name="Oval 864">
              <a:extLst>
                <a:ext uri="{FF2B5EF4-FFF2-40B4-BE49-F238E27FC236}">
                  <a16:creationId xmlns:a16="http://schemas.microsoft.com/office/drawing/2014/main" id="{8DB4F93D-BCD0-AA65-104F-458BE96EB994}"/>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6" name="Isosceles Triangle 648">
              <a:extLst>
                <a:ext uri="{FF2B5EF4-FFF2-40B4-BE49-F238E27FC236}">
                  <a16:creationId xmlns:a16="http://schemas.microsoft.com/office/drawing/2014/main" id="{3C071AD0-683E-50D2-24C2-E7C3F9CD3488}"/>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7" name="Group 866">
            <a:extLst>
              <a:ext uri="{FF2B5EF4-FFF2-40B4-BE49-F238E27FC236}">
                <a16:creationId xmlns:a16="http://schemas.microsoft.com/office/drawing/2014/main" id="{3C89206F-E0B9-8ED6-668B-3498676F247E}"/>
              </a:ext>
            </a:extLst>
          </p:cNvPr>
          <p:cNvGrpSpPr/>
          <p:nvPr/>
        </p:nvGrpSpPr>
        <p:grpSpPr>
          <a:xfrm>
            <a:off x="7122911" y="4419624"/>
            <a:ext cx="721206" cy="609701"/>
            <a:chOff x="7122911" y="4419624"/>
            <a:chExt cx="721206" cy="609701"/>
          </a:xfrm>
        </p:grpSpPr>
        <p:sp>
          <p:nvSpPr>
            <p:cNvPr id="868" name="Rectangle 867">
              <a:hlinkHover r:id="" action="ppaction://noaction" highlightClick="1"/>
              <a:extLst>
                <a:ext uri="{FF2B5EF4-FFF2-40B4-BE49-F238E27FC236}">
                  <a16:creationId xmlns:a16="http://schemas.microsoft.com/office/drawing/2014/main" id="{6A48EF73-B8A9-93EC-A3A8-3B79224F5443}"/>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69" name="Oval 868">
              <a:extLst>
                <a:ext uri="{FF2B5EF4-FFF2-40B4-BE49-F238E27FC236}">
                  <a16:creationId xmlns:a16="http://schemas.microsoft.com/office/drawing/2014/main" id="{71036C7C-4AC0-81EA-FE92-AA2CA733E387}"/>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0" name="Isosceles Triangle 648">
              <a:extLst>
                <a:ext uri="{FF2B5EF4-FFF2-40B4-BE49-F238E27FC236}">
                  <a16:creationId xmlns:a16="http://schemas.microsoft.com/office/drawing/2014/main" id="{CEE0815C-68F2-6CDC-4099-FE5DC6E9A5D3}"/>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5" name="Group 874">
            <a:extLst>
              <a:ext uri="{FF2B5EF4-FFF2-40B4-BE49-F238E27FC236}">
                <a16:creationId xmlns:a16="http://schemas.microsoft.com/office/drawing/2014/main" id="{59E77308-83EC-7CA2-1696-DCAD66E92A5D}"/>
              </a:ext>
            </a:extLst>
          </p:cNvPr>
          <p:cNvGrpSpPr/>
          <p:nvPr/>
        </p:nvGrpSpPr>
        <p:grpSpPr>
          <a:xfrm>
            <a:off x="5454385" y="4419624"/>
            <a:ext cx="721206" cy="609701"/>
            <a:chOff x="5454385" y="4419624"/>
            <a:chExt cx="721206" cy="609701"/>
          </a:xfrm>
        </p:grpSpPr>
        <p:sp>
          <p:nvSpPr>
            <p:cNvPr id="876" name="Rectangle 875">
              <a:hlinkHover r:id="" action="ppaction://noaction" highlightClick="1"/>
              <a:extLst>
                <a:ext uri="{FF2B5EF4-FFF2-40B4-BE49-F238E27FC236}">
                  <a16:creationId xmlns:a16="http://schemas.microsoft.com/office/drawing/2014/main" id="{BA4795FB-4270-8865-DFE2-117A18771456}"/>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77" name="Oval 876">
              <a:extLst>
                <a:ext uri="{FF2B5EF4-FFF2-40B4-BE49-F238E27FC236}">
                  <a16:creationId xmlns:a16="http://schemas.microsoft.com/office/drawing/2014/main" id="{C74A1C5C-02D8-FB54-DF05-9246FE201B97}"/>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8" name="Isosceles Triangle 648">
              <a:extLst>
                <a:ext uri="{FF2B5EF4-FFF2-40B4-BE49-F238E27FC236}">
                  <a16:creationId xmlns:a16="http://schemas.microsoft.com/office/drawing/2014/main" id="{04CD1DF1-4030-5C16-5B67-CCA549890E3C}"/>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9" name="Group 878">
            <a:extLst>
              <a:ext uri="{FF2B5EF4-FFF2-40B4-BE49-F238E27FC236}">
                <a16:creationId xmlns:a16="http://schemas.microsoft.com/office/drawing/2014/main" id="{2B6872E1-25A7-9E4C-A035-554D527960D6}"/>
              </a:ext>
            </a:extLst>
          </p:cNvPr>
          <p:cNvGrpSpPr/>
          <p:nvPr/>
        </p:nvGrpSpPr>
        <p:grpSpPr>
          <a:xfrm>
            <a:off x="3775041" y="5130133"/>
            <a:ext cx="721895" cy="609700"/>
            <a:chOff x="3775041" y="5130133"/>
            <a:chExt cx="721895" cy="609700"/>
          </a:xfrm>
        </p:grpSpPr>
        <p:sp>
          <p:nvSpPr>
            <p:cNvPr id="880" name="Rectangle 879">
              <a:hlinkHover r:id="" action="ppaction://noaction" highlightClick="1"/>
              <a:extLst>
                <a:ext uri="{FF2B5EF4-FFF2-40B4-BE49-F238E27FC236}">
                  <a16:creationId xmlns:a16="http://schemas.microsoft.com/office/drawing/2014/main" id="{2062452B-6568-2973-5CF6-26F31359B233}"/>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81" name="Diamond 880">
              <a:extLst>
                <a:ext uri="{FF2B5EF4-FFF2-40B4-BE49-F238E27FC236}">
                  <a16:creationId xmlns:a16="http://schemas.microsoft.com/office/drawing/2014/main" id="{90AC08AA-DD9E-367B-77B5-6DE89CF55595}"/>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2" name="Oval 881">
              <a:extLst>
                <a:ext uri="{FF2B5EF4-FFF2-40B4-BE49-F238E27FC236}">
                  <a16:creationId xmlns:a16="http://schemas.microsoft.com/office/drawing/2014/main" id="{B05304D4-C947-1334-CE23-C343C3578D96}"/>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3" name="Group 882">
            <a:extLst>
              <a:ext uri="{FF2B5EF4-FFF2-40B4-BE49-F238E27FC236}">
                <a16:creationId xmlns:a16="http://schemas.microsoft.com/office/drawing/2014/main" id="{153CBC48-FFF9-6E9D-8F16-9581A39E27D6}"/>
              </a:ext>
            </a:extLst>
          </p:cNvPr>
          <p:cNvGrpSpPr/>
          <p:nvPr/>
        </p:nvGrpSpPr>
        <p:grpSpPr>
          <a:xfrm>
            <a:off x="4618174" y="5130748"/>
            <a:ext cx="721895" cy="609700"/>
            <a:chOff x="4618174" y="5130748"/>
            <a:chExt cx="721895" cy="609700"/>
          </a:xfrm>
        </p:grpSpPr>
        <p:sp>
          <p:nvSpPr>
            <p:cNvPr id="884" name="Rectangle 883">
              <a:hlinkHover r:id="" action="ppaction://noaction" highlightClick="1"/>
              <a:extLst>
                <a:ext uri="{FF2B5EF4-FFF2-40B4-BE49-F238E27FC236}">
                  <a16:creationId xmlns:a16="http://schemas.microsoft.com/office/drawing/2014/main" id="{F65EBB53-2888-19E7-7199-6B213940E462}"/>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85" name="Diamond 884">
              <a:extLst>
                <a:ext uri="{FF2B5EF4-FFF2-40B4-BE49-F238E27FC236}">
                  <a16:creationId xmlns:a16="http://schemas.microsoft.com/office/drawing/2014/main" id="{4E44DF21-68A8-A481-4A0F-78EC9A3608C3}"/>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6" name="Oval 885">
              <a:extLst>
                <a:ext uri="{FF2B5EF4-FFF2-40B4-BE49-F238E27FC236}">
                  <a16:creationId xmlns:a16="http://schemas.microsoft.com/office/drawing/2014/main" id="{D382783B-3785-34AA-87BA-E4EF0EC29B97}"/>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7" name="Group 886">
            <a:extLst>
              <a:ext uri="{FF2B5EF4-FFF2-40B4-BE49-F238E27FC236}">
                <a16:creationId xmlns:a16="http://schemas.microsoft.com/office/drawing/2014/main" id="{50F030C3-D791-00C9-C643-F8F99E0EB5F6}"/>
              </a:ext>
            </a:extLst>
          </p:cNvPr>
          <p:cNvGrpSpPr/>
          <p:nvPr/>
        </p:nvGrpSpPr>
        <p:grpSpPr>
          <a:xfrm>
            <a:off x="7125833" y="5143368"/>
            <a:ext cx="721206" cy="609701"/>
            <a:chOff x="7125833" y="5143368"/>
            <a:chExt cx="721206" cy="609701"/>
          </a:xfrm>
        </p:grpSpPr>
        <p:sp>
          <p:nvSpPr>
            <p:cNvPr id="888" name="Rectangle 887">
              <a:hlinkHover r:id="" action="ppaction://noaction" highlightClick="1"/>
              <a:extLst>
                <a:ext uri="{FF2B5EF4-FFF2-40B4-BE49-F238E27FC236}">
                  <a16:creationId xmlns:a16="http://schemas.microsoft.com/office/drawing/2014/main" id="{3DAD8ED7-A7E4-C338-D88A-A9910CF9B358}"/>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89" name="Oval 888">
              <a:extLst>
                <a:ext uri="{FF2B5EF4-FFF2-40B4-BE49-F238E27FC236}">
                  <a16:creationId xmlns:a16="http://schemas.microsoft.com/office/drawing/2014/main" id="{99343BF3-E089-AEC8-EA05-128DF3749E44}"/>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0" name="Isosceles Triangle 648">
              <a:extLst>
                <a:ext uri="{FF2B5EF4-FFF2-40B4-BE49-F238E27FC236}">
                  <a16:creationId xmlns:a16="http://schemas.microsoft.com/office/drawing/2014/main" id="{2C96D7C3-090F-AA61-C336-FE3B1E238FB8}"/>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1" name="Group 890">
            <a:extLst>
              <a:ext uri="{FF2B5EF4-FFF2-40B4-BE49-F238E27FC236}">
                <a16:creationId xmlns:a16="http://schemas.microsoft.com/office/drawing/2014/main" id="{80DEF538-F8D5-3097-234B-B9A7F73805EE}"/>
              </a:ext>
            </a:extLst>
          </p:cNvPr>
          <p:cNvGrpSpPr/>
          <p:nvPr/>
        </p:nvGrpSpPr>
        <p:grpSpPr>
          <a:xfrm>
            <a:off x="7122911" y="3698231"/>
            <a:ext cx="721206" cy="609701"/>
            <a:chOff x="7122911" y="3698231"/>
            <a:chExt cx="721206" cy="609701"/>
          </a:xfrm>
        </p:grpSpPr>
        <p:sp>
          <p:nvSpPr>
            <p:cNvPr id="892" name="Rectangle 891">
              <a:hlinkHover r:id="" action="ppaction://noaction" highlightClick="1"/>
              <a:extLst>
                <a:ext uri="{FF2B5EF4-FFF2-40B4-BE49-F238E27FC236}">
                  <a16:creationId xmlns:a16="http://schemas.microsoft.com/office/drawing/2014/main" id="{11409E00-ACCB-153F-7CF9-4F8C46052AEE}"/>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93" name="Oval 892">
              <a:extLst>
                <a:ext uri="{FF2B5EF4-FFF2-40B4-BE49-F238E27FC236}">
                  <a16:creationId xmlns:a16="http://schemas.microsoft.com/office/drawing/2014/main" id="{D2DFBE04-190E-D91E-9F21-E2078E0C6722}"/>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4" name="Isosceles Triangle 648">
              <a:extLst>
                <a:ext uri="{FF2B5EF4-FFF2-40B4-BE49-F238E27FC236}">
                  <a16:creationId xmlns:a16="http://schemas.microsoft.com/office/drawing/2014/main" id="{293DCF08-3EB7-B9A0-1428-9D0540B572AA}"/>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5" name="Group 894">
            <a:extLst>
              <a:ext uri="{FF2B5EF4-FFF2-40B4-BE49-F238E27FC236}">
                <a16:creationId xmlns:a16="http://schemas.microsoft.com/office/drawing/2014/main" id="{AE96CF31-DAEA-0540-EA31-72607B20EF9B}"/>
              </a:ext>
            </a:extLst>
          </p:cNvPr>
          <p:cNvGrpSpPr/>
          <p:nvPr/>
        </p:nvGrpSpPr>
        <p:grpSpPr>
          <a:xfrm>
            <a:off x="6286224" y="3620338"/>
            <a:ext cx="721206" cy="687594"/>
            <a:chOff x="6286224" y="3620338"/>
            <a:chExt cx="721206" cy="687594"/>
          </a:xfrm>
        </p:grpSpPr>
        <p:cxnSp>
          <p:nvCxnSpPr>
            <p:cNvPr id="896" name="Straight Connector 895">
              <a:extLst>
                <a:ext uri="{FF2B5EF4-FFF2-40B4-BE49-F238E27FC236}">
                  <a16:creationId xmlns:a16="http://schemas.microsoft.com/office/drawing/2014/main" id="{E69BD19B-345D-EB32-CFB9-81BDBFB86EDD}"/>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97" name="Rectangle 896">
              <a:hlinkHover r:id="" action="ppaction://noaction" highlightClick="1"/>
              <a:extLst>
                <a:ext uri="{FF2B5EF4-FFF2-40B4-BE49-F238E27FC236}">
                  <a16:creationId xmlns:a16="http://schemas.microsoft.com/office/drawing/2014/main" id="{BFA5A748-0219-80C4-7BE0-12850318A090}"/>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98" name="Oval 897">
              <a:extLst>
                <a:ext uri="{FF2B5EF4-FFF2-40B4-BE49-F238E27FC236}">
                  <a16:creationId xmlns:a16="http://schemas.microsoft.com/office/drawing/2014/main" id="{DF2A77DC-4645-5571-A12C-009ACD19FF7C}"/>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9" name="Isosceles Triangle 648">
              <a:extLst>
                <a:ext uri="{FF2B5EF4-FFF2-40B4-BE49-F238E27FC236}">
                  <a16:creationId xmlns:a16="http://schemas.microsoft.com/office/drawing/2014/main" id="{3C076F5E-23AE-0B78-EB28-9D4E35E93A84}"/>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04CA9354-AF06-4FFD-BC60-B3EC9D6E2C6F}"/>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10FCF90D-6200-474A-DA3A-DA3F99EEAC09}"/>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8551841E-911F-6E19-E05C-6D7DDB800044}"/>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0A78A86C-EB5D-F569-95A5-4809CA472B4B}"/>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C279D6D0-103A-C64B-06EA-F96095EE840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AAC0E865-A4D0-262E-C0A5-FD2CA4860A1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2B200E2C-3009-BD61-028D-77E006446DB5}"/>
              </a:ext>
            </a:extLst>
          </p:cNvPr>
          <p:cNvGrpSpPr/>
          <p:nvPr/>
        </p:nvGrpSpPr>
        <p:grpSpPr>
          <a:xfrm>
            <a:off x="4615774" y="3698231"/>
            <a:ext cx="721206" cy="609701"/>
            <a:chOff x="4615774" y="3698231"/>
            <a:chExt cx="721206" cy="609701"/>
          </a:xfrm>
        </p:grpSpPr>
        <p:sp>
          <p:nvSpPr>
            <p:cNvPr id="15" name="Rectangle 14">
              <a:hlinkHover r:id="" action="ppaction://noaction" highlightClick="1"/>
              <a:extLst>
                <a:ext uri="{FF2B5EF4-FFF2-40B4-BE49-F238E27FC236}">
                  <a16:creationId xmlns:a16="http://schemas.microsoft.com/office/drawing/2014/main" id="{887C5A8D-875C-8925-B954-945FE0E078F7}"/>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2717F5CF-84F8-046F-F080-A26DB5AB791C}"/>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E142B01E-BE09-89D1-1C33-932D6BB36076}"/>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 name="Group 17">
            <a:extLst>
              <a:ext uri="{FF2B5EF4-FFF2-40B4-BE49-F238E27FC236}">
                <a16:creationId xmlns:a16="http://schemas.microsoft.com/office/drawing/2014/main" id="{AD8FCBCD-CF0F-745F-C6C0-F0C5E1BC8FDB}"/>
              </a:ext>
            </a:extLst>
          </p:cNvPr>
          <p:cNvGrpSpPr/>
          <p:nvPr/>
        </p:nvGrpSpPr>
        <p:grpSpPr>
          <a:xfrm>
            <a:off x="11350345" y="5141013"/>
            <a:ext cx="721206" cy="609701"/>
            <a:chOff x="11350345" y="5141013"/>
            <a:chExt cx="721206" cy="609701"/>
          </a:xfrm>
        </p:grpSpPr>
        <p:sp>
          <p:nvSpPr>
            <p:cNvPr id="19" name="Rectangle 18">
              <a:hlinkHover r:id="" action="ppaction://noaction" highlightClick="1"/>
              <a:extLst>
                <a:ext uri="{FF2B5EF4-FFF2-40B4-BE49-F238E27FC236}">
                  <a16:creationId xmlns:a16="http://schemas.microsoft.com/office/drawing/2014/main" id="{DED37F10-045B-BF9B-61A4-050CFC16231D}"/>
                </a:ext>
              </a:extLst>
            </p:cNvPr>
            <p:cNvSpPr/>
            <p:nvPr/>
          </p:nvSpPr>
          <p:spPr>
            <a:xfrm>
              <a:off x="11350345"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Security Copilot)</a:t>
              </a:r>
            </a:p>
          </p:txBody>
        </p:sp>
        <p:sp>
          <p:nvSpPr>
            <p:cNvPr id="20" name="Diamond 19">
              <a:extLst>
                <a:ext uri="{FF2B5EF4-FFF2-40B4-BE49-F238E27FC236}">
                  <a16:creationId xmlns:a16="http://schemas.microsoft.com/office/drawing/2014/main" id="{91B778B9-DBED-A45D-521C-F629F5035666}"/>
                </a:ext>
              </a:extLst>
            </p:cNvPr>
            <p:cNvSpPr/>
            <p:nvPr/>
          </p:nvSpPr>
          <p:spPr>
            <a:xfrm>
              <a:off x="11935067" y="514336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 name="Oval 20">
              <a:extLst>
                <a:ext uri="{FF2B5EF4-FFF2-40B4-BE49-F238E27FC236}">
                  <a16:creationId xmlns:a16="http://schemas.microsoft.com/office/drawing/2014/main" id="{EE0A2ED6-BAF5-94D3-991C-4E51FCCDA35C}"/>
                </a:ext>
              </a:extLst>
            </p:cNvPr>
            <p:cNvSpPr/>
            <p:nvPr/>
          </p:nvSpPr>
          <p:spPr>
            <a:xfrm>
              <a:off x="11969201" y="517685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2" name="Group 21">
            <a:extLst>
              <a:ext uri="{FF2B5EF4-FFF2-40B4-BE49-F238E27FC236}">
                <a16:creationId xmlns:a16="http://schemas.microsoft.com/office/drawing/2014/main" id="{279AE294-DD31-DB3E-BD38-B95940ABE6B2}"/>
              </a:ext>
            </a:extLst>
          </p:cNvPr>
          <p:cNvGrpSpPr/>
          <p:nvPr/>
        </p:nvGrpSpPr>
        <p:grpSpPr>
          <a:xfrm>
            <a:off x="2100392" y="4419620"/>
            <a:ext cx="721206" cy="609701"/>
            <a:chOff x="2100392" y="4419620"/>
            <a:chExt cx="721206" cy="609701"/>
          </a:xfrm>
        </p:grpSpPr>
        <p:sp>
          <p:nvSpPr>
            <p:cNvPr id="27" name="Rectangle 26">
              <a:extLst>
                <a:ext uri="{FF2B5EF4-FFF2-40B4-BE49-F238E27FC236}">
                  <a16:creationId xmlns:a16="http://schemas.microsoft.com/office/drawing/2014/main" id="{6BE36CFA-8E25-8AF8-F745-DD79276F2FE2}"/>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8" name="Right Triangle 27">
              <a:extLst>
                <a:ext uri="{FF2B5EF4-FFF2-40B4-BE49-F238E27FC236}">
                  <a16:creationId xmlns:a16="http://schemas.microsoft.com/office/drawing/2014/main" id="{CAA23BE1-E5B0-2528-2E73-F25522AD00AD}"/>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9" name="Group 28">
              <a:extLst>
                <a:ext uri="{FF2B5EF4-FFF2-40B4-BE49-F238E27FC236}">
                  <a16:creationId xmlns:a16="http://schemas.microsoft.com/office/drawing/2014/main" id="{946DD330-F188-54E8-4E96-CBEA23751126}"/>
                </a:ext>
              </a:extLst>
            </p:cNvPr>
            <p:cNvGrpSpPr/>
            <p:nvPr/>
          </p:nvGrpSpPr>
          <p:grpSpPr>
            <a:xfrm>
              <a:off x="2769856" y="4434450"/>
              <a:ext cx="37817" cy="61390"/>
              <a:chOff x="3883481" y="2057400"/>
              <a:chExt cx="1608363" cy="2652031"/>
            </a:xfrm>
            <a:solidFill>
              <a:srgbClr val="A6A6A6">
                <a:alpha val="20000"/>
              </a:srgbClr>
            </a:solidFill>
          </p:grpSpPr>
          <p:sp>
            <p:nvSpPr>
              <p:cNvPr id="30" name="Oval 27">
                <a:extLst>
                  <a:ext uri="{FF2B5EF4-FFF2-40B4-BE49-F238E27FC236}">
                    <a16:creationId xmlns:a16="http://schemas.microsoft.com/office/drawing/2014/main" id="{4FAC1732-D0B2-0BFB-054E-25BFFD8443D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1" name="Oval 28">
                <a:extLst>
                  <a:ext uri="{FF2B5EF4-FFF2-40B4-BE49-F238E27FC236}">
                    <a16:creationId xmlns:a16="http://schemas.microsoft.com/office/drawing/2014/main" id="{D4CAAAF9-0D6E-3D15-FE75-8C89A591C2D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4" name="Group 33">
            <a:extLst>
              <a:ext uri="{FF2B5EF4-FFF2-40B4-BE49-F238E27FC236}">
                <a16:creationId xmlns:a16="http://schemas.microsoft.com/office/drawing/2014/main" id="{57F795DE-B6E1-DE4D-6C95-9A9AC79B3BE8}"/>
              </a:ext>
            </a:extLst>
          </p:cNvPr>
          <p:cNvGrpSpPr/>
          <p:nvPr/>
        </p:nvGrpSpPr>
        <p:grpSpPr>
          <a:xfrm>
            <a:off x="10525295" y="86756"/>
            <a:ext cx="721206" cy="609701"/>
            <a:chOff x="10520479" y="90836"/>
            <a:chExt cx="721206" cy="609701"/>
          </a:xfrm>
        </p:grpSpPr>
        <p:sp>
          <p:nvSpPr>
            <p:cNvPr id="37" name="Rectangle 36">
              <a:hlinkHover r:id="" action="ppaction://noaction" highlightClick="1"/>
              <a:extLst>
                <a:ext uri="{FF2B5EF4-FFF2-40B4-BE49-F238E27FC236}">
                  <a16:creationId xmlns:a16="http://schemas.microsoft.com/office/drawing/2014/main" id="{196AD90D-AB1A-DF6E-429B-97C4CB0721C0}"/>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38" name="Oval 37">
              <a:extLst>
                <a:ext uri="{FF2B5EF4-FFF2-40B4-BE49-F238E27FC236}">
                  <a16:creationId xmlns:a16="http://schemas.microsoft.com/office/drawing/2014/main" id="{A1F1CD7C-CCDE-CBE6-7FD3-F9ABECC769CF}"/>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 name="Isosceles Triangle 648">
              <a:extLst>
                <a:ext uri="{FF2B5EF4-FFF2-40B4-BE49-F238E27FC236}">
                  <a16:creationId xmlns:a16="http://schemas.microsoft.com/office/drawing/2014/main" id="{88AA7BEC-3EC3-527A-63A7-EEBEC7A6EF35}"/>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 name="Group 45">
            <a:extLst>
              <a:ext uri="{FF2B5EF4-FFF2-40B4-BE49-F238E27FC236}">
                <a16:creationId xmlns:a16="http://schemas.microsoft.com/office/drawing/2014/main" id="{D6E8DC3C-3010-CD62-8399-01DB1DCCB3EE}"/>
              </a:ext>
            </a:extLst>
          </p:cNvPr>
          <p:cNvGrpSpPr/>
          <p:nvPr/>
        </p:nvGrpSpPr>
        <p:grpSpPr>
          <a:xfrm>
            <a:off x="8807246" y="1508831"/>
            <a:ext cx="721206" cy="609701"/>
            <a:chOff x="8807246" y="1532278"/>
            <a:chExt cx="721206" cy="609701"/>
          </a:xfrm>
        </p:grpSpPr>
        <p:sp>
          <p:nvSpPr>
            <p:cNvPr id="51" name="Rectangle 50">
              <a:hlinkHover r:id="" action="ppaction://noaction" highlightClick="1"/>
              <a:extLst>
                <a:ext uri="{FF2B5EF4-FFF2-40B4-BE49-F238E27FC236}">
                  <a16:creationId xmlns:a16="http://schemas.microsoft.com/office/drawing/2014/main" id="{8B03E39A-2EAC-6F92-B68F-D970AB4E0580}"/>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53" name="Oval 52">
              <a:extLst>
                <a:ext uri="{FF2B5EF4-FFF2-40B4-BE49-F238E27FC236}">
                  <a16:creationId xmlns:a16="http://schemas.microsoft.com/office/drawing/2014/main" id="{B97706A8-9456-86D3-9B65-89C61980B6DF}"/>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 name="Isosceles Triangle 648">
              <a:extLst>
                <a:ext uri="{FF2B5EF4-FFF2-40B4-BE49-F238E27FC236}">
                  <a16:creationId xmlns:a16="http://schemas.microsoft.com/office/drawing/2014/main" id="{5E6F92E4-B6C5-172B-53CF-E56EDE5AF859}"/>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 name="Group 57">
            <a:extLst>
              <a:ext uri="{FF2B5EF4-FFF2-40B4-BE49-F238E27FC236}">
                <a16:creationId xmlns:a16="http://schemas.microsoft.com/office/drawing/2014/main" id="{7F36C6FD-5D24-16A1-36A3-ECCE243E3C31}"/>
              </a:ext>
            </a:extLst>
          </p:cNvPr>
          <p:cNvGrpSpPr/>
          <p:nvPr/>
        </p:nvGrpSpPr>
        <p:grpSpPr>
          <a:xfrm>
            <a:off x="11356242" y="1508829"/>
            <a:ext cx="721206" cy="609701"/>
            <a:chOff x="11356242" y="1532276"/>
            <a:chExt cx="721206" cy="609701"/>
          </a:xfrm>
        </p:grpSpPr>
        <p:sp>
          <p:nvSpPr>
            <p:cNvPr id="59" name="Rectangle 58">
              <a:hlinkHover r:id="" action="ppaction://noaction" highlightClick="1"/>
              <a:extLst>
                <a:ext uri="{FF2B5EF4-FFF2-40B4-BE49-F238E27FC236}">
                  <a16:creationId xmlns:a16="http://schemas.microsoft.com/office/drawing/2014/main" id="{3AC30E74-2E00-1A2C-935C-DF52C806EC58}"/>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60" name="Oval 59">
              <a:extLst>
                <a:ext uri="{FF2B5EF4-FFF2-40B4-BE49-F238E27FC236}">
                  <a16:creationId xmlns:a16="http://schemas.microsoft.com/office/drawing/2014/main" id="{D5FE6F32-7204-A0F9-06E5-73C727F9CAD3}"/>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1" name="Isosceles Triangle 648">
              <a:extLst>
                <a:ext uri="{FF2B5EF4-FFF2-40B4-BE49-F238E27FC236}">
                  <a16:creationId xmlns:a16="http://schemas.microsoft.com/office/drawing/2014/main" id="{E9A8D9B1-74D5-D11D-A51F-929902E2E8DB}"/>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0" name="Group 929">
            <a:extLst>
              <a:ext uri="{FF2B5EF4-FFF2-40B4-BE49-F238E27FC236}">
                <a16:creationId xmlns:a16="http://schemas.microsoft.com/office/drawing/2014/main" id="{D6805005-0841-288A-86A6-B8EB60EE8CF8}"/>
              </a:ext>
            </a:extLst>
          </p:cNvPr>
          <p:cNvGrpSpPr/>
          <p:nvPr/>
        </p:nvGrpSpPr>
        <p:grpSpPr>
          <a:xfrm>
            <a:off x="3776512" y="2950606"/>
            <a:ext cx="724130" cy="609701"/>
            <a:chOff x="3776512" y="2974053"/>
            <a:chExt cx="724130" cy="609701"/>
          </a:xfrm>
        </p:grpSpPr>
        <p:sp>
          <p:nvSpPr>
            <p:cNvPr id="931" name="Rectangle 930">
              <a:extLst>
                <a:ext uri="{FF2B5EF4-FFF2-40B4-BE49-F238E27FC236}">
                  <a16:creationId xmlns:a16="http://schemas.microsoft.com/office/drawing/2014/main" id="{664637DD-3FAE-13DF-4806-55AA95AA5846}"/>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932" name="Right Triangle 931">
              <a:extLst>
                <a:ext uri="{FF2B5EF4-FFF2-40B4-BE49-F238E27FC236}">
                  <a16:creationId xmlns:a16="http://schemas.microsoft.com/office/drawing/2014/main" id="{3732BE7E-143B-8D29-83C1-055EAA57CD84}"/>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33" name="Group 932">
              <a:extLst>
                <a:ext uri="{FF2B5EF4-FFF2-40B4-BE49-F238E27FC236}">
                  <a16:creationId xmlns:a16="http://schemas.microsoft.com/office/drawing/2014/main" id="{1A79894D-6E49-4DA9-5835-636A660896AB}"/>
                </a:ext>
              </a:extLst>
            </p:cNvPr>
            <p:cNvGrpSpPr/>
            <p:nvPr/>
          </p:nvGrpSpPr>
          <p:grpSpPr>
            <a:xfrm>
              <a:off x="4450061" y="2982574"/>
              <a:ext cx="37817" cy="61390"/>
              <a:chOff x="3883481" y="2057400"/>
              <a:chExt cx="1608363" cy="2652031"/>
            </a:xfrm>
            <a:solidFill>
              <a:srgbClr val="A6A6A6">
                <a:alpha val="20000"/>
              </a:srgbClr>
            </a:solidFill>
          </p:grpSpPr>
          <p:sp>
            <p:nvSpPr>
              <p:cNvPr id="934" name="Oval 27">
                <a:extLst>
                  <a:ext uri="{FF2B5EF4-FFF2-40B4-BE49-F238E27FC236}">
                    <a16:creationId xmlns:a16="http://schemas.microsoft.com/office/drawing/2014/main" id="{87705415-7DC4-5A9F-3BD3-73D09B63722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5" name="Oval 28">
                <a:extLst>
                  <a:ext uri="{FF2B5EF4-FFF2-40B4-BE49-F238E27FC236}">
                    <a16:creationId xmlns:a16="http://schemas.microsoft.com/office/drawing/2014/main" id="{1C79EF0F-CED8-EAEB-186F-56AB17042C9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46" name="Group 945">
            <a:extLst>
              <a:ext uri="{FF2B5EF4-FFF2-40B4-BE49-F238E27FC236}">
                <a16:creationId xmlns:a16="http://schemas.microsoft.com/office/drawing/2014/main" id="{189BB38A-BDCB-3726-9CA1-8375A8EA0294}"/>
              </a:ext>
            </a:extLst>
          </p:cNvPr>
          <p:cNvGrpSpPr/>
          <p:nvPr/>
        </p:nvGrpSpPr>
        <p:grpSpPr>
          <a:xfrm>
            <a:off x="2934662" y="5148220"/>
            <a:ext cx="724130" cy="609701"/>
            <a:chOff x="4615448" y="2974053"/>
            <a:chExt cx="724130" cy="609701"/>
          </a:xfrm>
        </p:grpSpPr>
        <p:sp>
          <p:nvSpPr>
            <p:cNvPr id="947" name="Rectangle 946">
              <a:extLst>
                <a:ext uri="{FF2B5EF4-FFF2-40B4-BE49-F238E27FC236}">
                  <a16:creationId xmlns:a16="http://schemas.microsoft.com/office/drawing/2014/main" id="{535A2284-F4BD-4895-43E2-0C9026118370}"/>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948" name="Right Triangle 947">
              <a:extLst>
                <a:ext uri="{FF2B5EF4-FFF2-40B4-BE49-F238E27FC236}">
                  <a16:creationId xmlns:a16="http://schemas.microsoft.com/office/drawing/2014/main" id="{E4427815-CFCA-4200-8DD7-B25C9586CF3D}"/>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49" name="Group 948">
              <a:extLst>
                <a:ext uri="{FF2B5EF4-FFF2-40B4-BE49-F238E27FC236}">
                  <a16:creationId xmlns:a16="http://schemas.microsoft.com/office/drawing/2014/main" id="{095034CC-AD3B-A167-91E9-2523C9FDF9A1}"/>
                </a:ext>
              </a:extLst>
            </p:cNvPr>
            <p:cNvGrpSpPr/>
            <p:nvPr/>
          </p:nvGrpSpPr>
          <p:grpSpPr>
            <a:xfrm>
              <a:off x="5288997" y="2982574"/>
              <a:ext cx="37817" cy="61390"/>
              <a:chOff x="3883481" y="2057400"/>
              <a:chExt cx="1608363" cy="2652031"/>
            </a:xfrm>
            <a:solidFill>
              <a:srgbClr val="A6A6A6">
                <a:alpha val="20000"/>
              </a:srgbClr>
            </a:solidFill>
          </p:grpSpPr>
          <p:sp>
            <p:nvSpPr>
              <p:cNvPr id="950" name="Oval 27">
                <a:extLst>
                  <a:ext uri="{FF2B5EF4-FFF2-40B4-BE49-F238E27FC236}">
                    <a16:creationId xmlns:a16="http://schemas.microsoft.com/office/drawing/2014/main" id="{E489E58D-EF74-1A75-9A71-CE98C1296AA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1" name="Oval 28">
                <a:extLst>
                  <a:ext uri="{FF2B5EF4-FFF2-40B4-BE49-F238E27FC236}">
                    <a16:creationId xmlns:a16="http://schemas.microsoft.com/office/drawing/2014/main" id="{3DC37E3C-D180-2F64-F516-B9DEF11B34A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52" name="Group 951">
            <a:extLst>
              <a:ext uri="{FF2B5EF4-FFF2-40B4-BE49-F238E27FC236}">
                <a16:creationId xmlns:a16="http://schemas.microsoft.com/office/drawing/2014/main" id="{FD5FF584-6E6D-33C1-E888-1C581CCC7AA0}"/>
              </a:ext>
            </a:extLst>
          </p:cNvPr>
          <p:cNvGrpSpPr/>
          <p:nvPr/>
        </p:nvGrpSpPr>
        <p:grpSpPr>
          <a:xfrm>
            <a:off x="11355832" y="5140982"/>
            <a:ext cx="721220" cy="609701"/>
            <a:chOff x="9656903" y="2253333"/>
            <a:chExt cx="721220" cy="609701"/>
          </a:xfrm>
        </p:grpSpPr>
        <p:sp>
          <p:nvSpPr>
            <p:cNvPr id="953" name="Rectangle 952">
              <a:hlinkHover r:id="" action="ppaction://noaction" highlightClick="1"/>
              <a:extLst>
                <a:ext uri="{FF2B5EF4-FFF2-40B4-BE49-F238E27FC236}">
                  <a16:creationId xmlns:a16="http://schemas.microsoft.com/office/drawing/2014/main" id="{918A3261-C605-2991-20B0-8401299DDBAA}"/>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954" name="Rectangle 953">
              <a:extLst>
                <a:ext uri="{FF2B5EF4-FFF2-40B4-BE49-F238E27FC236}">
                  <a16:creationId xmlns:a16="http://schemas.microsoft.com/office/drawing/2014/main" id="{F6B4B215-A627-7C2F-D3FC-D3184D94C4BE}"/>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5" name="Oval 15">
              <a:extLst>
                <a:ext uri="{FF2B5EF4-FFF2-40B4-BE49-F238E27FC236}">
                  <a16:creationId xmlns:a16="http://schemas.microsoft.com/office/drawing/2014/main" id="{73710370-53B0-24D2-4FBF-E6327301C352}"/>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56" name="Straight Connector 955">
              <a:extLst>
                <a:ext uri="{FF2B5EF4-FFF2-40B4-BE49-F238E27FC236}">
                  <a16:creationId xmlns:a16="http://schemas.microsoft.com/office/drawing/2014/main" id="{44867952-D6B0-1D3C-E2AD-00B37B0524F0}"/>
                </a:ext>
              </a:extLst>
            </p:cNvPr>
            <p:cNvCxnSpPr>
              <a:cxnSpLocks/>
              <a:stCxn id="955"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57" name="Straight Connector 956">
              <a:extLst>
                <a:ext uri="{FF2B5EF4-FFF2-40B4-BE49-F238E27FC236}">
                  <a16:creationId xmlns:a16="http://schemas.microsoft.com/office/drawing/2014/main" id="{43037B2C-8EAC-17FB-B47A-FB7341EFBDA6}"/>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2" name="Group 501">
            <a:extLst>
              <a:ext uri="{FF2B5EF4-FFF2-40B4-BE49-F238E27FC236}">
                <a16:creationId xmlns:a16="http://schemas.microsoft.com/office/drawing/2014/main" id="{AB864DD5-FD0F-7A70-E511-CA65EFCC507F}"/>
              </a:ext>
            </a:extLst>
          </p:cNvPr>
          <p:cNvGrpSpPr/>
          <p:nvPr/>
        </p:nvGrpSpPr>
        <p:grpSpPr>
          <a:xfrm>
            <a:off x="6283037" y="2264881"/>
            <a:ext cx="721206" cy="609702"/>
            <a:chOff x="8807242" y="2253333"/>
            <a:chExt cx="721206" cy="609702"/>
          </a:xfrm>
        </p:grpSpPr>
        <p:sp>
          <p:nvSpPr>
            <p:cNvPr id="503" name="Rectangle 502">
              <a:extLst>
                <a:ext uri="{FF2B5EF4-FFF2-40B4-BE49-F238E27FC236}">
                  <a16:creationId xmlns:a16="http://schemas.microsoft.com/office/drawing/2014/main" id="{28695CD0-A7E6-22AE-6224-87CC93575011}"/>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504" name="Right Triangle 503">
              <a:extLst>
                <a:ext uri="{FF2B5EF4-FFF2-40B4-BE49-F238E27FC236}">
                  <a16:creationId xmlns:a16="http://schemas.microsoft.com/office/drawing/2014/main" id="{2C05B9AB-0889-680D-CA90-3D0CC6CA4C98}"/>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 name="Oval 27">
              <a:extLst>
                <a:ext uri="{FF2B5EF4-FFF2-40B4-BE49-F238E27FC236}">
                  <a16:creationId xmlns:a16="http://schemas.microsoft.com/office/drawing/2014/main" id="{C4EA432C-8761-247C-C815-A62F3B1FADBC}"/>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 name="Oval 28">
              <a:extLst>
                <a:ext uri="{FF2B5EF4-FFF2-40B4-BE49-F238E27FC236}">
                  <a16:creationId xmlns:a16="http://schemas.microsoft.com/office/drawing/2014/main" id="{D7B71E20-F94A-A279-6549-617F4F808DB6}"/>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9" name="Group 68">
            <a:extLst>
              <a:ext uri="{FF2B5EF4-FFF2-40B4-BE49-F238E27FC236}">
                <a16:creationId xmlns:a16="http://schemas.microsoft.com/office/drawing/2014/main" id="{389D2A50-62B3-11F6-304D-2875C0D22306}"/>
              </a:ext>
            </a:extLst>
          </p:cNvPr>
          <p:cNvGrpSpPr/>
          <p:nvPr/>
        </p:nvGrpSpPr>
        <p:grpSpPr>
          <a:xfrm>
            <a:off x="11356557" y="2249491"/>
            <a:ext cx="721206" cy="609701"/>
            <a:chOff x="5451377" y="2253333"/>
            <a:chExt cx="721206" cy="609701"/>
          </a:xfrm>
        </p:grpSpPr>
        <p:sp>
          <p:nvSpPr>
            <p:cNvPr id="70" name="Rectangle 69">
              <a:extLst>
                <a:ext uri="{FF2B5EF4-FFF2-40B4-BE49-F238E27FC236}">
                  <a16:creationId xmlns:a16="http://schemas.microsoft.com/office/drawing/2014/main" id="{0AFFB053-E019-F1BC-02EC-DAA1CA0925CC}"/>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71" name="Right Triangle 70">
              <a:extLst>
                <a:ext uri="{FF2B5EF4-FFF2-40B4-BE49-F238E27FC236}">
                  <a16:creationId xmlns:a16="http://schemas.microsoft.com/office/drawing/2014/main" id="{08B5A52A-62B9-4716-7DBA-AA734724FE9B}"/>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8" name="Group 107">
              <a:extLst>
                <a:ext uri="{FF2B5EF4-FFF2-40B4-BE49-F238E27FC236}">
                  <a16:creationId xmlns:a16="http://schemas.microsoft.com/office/drawing/2014/main" id="{85015C08-DF33-A724-6130-9236046CA979}"/>
                </a:ext>
              </a:extLst>
            </p:cNvPr>
            <p:cNvGrpSpPr/>
            <p:nvPr/>
          </p:nvGrpSpPr>
          <p:grpSpPr>
            <a:xfrm>
              <a:off x="6116566" y="2264771"/>
              <a:ext cx="37817" cy="61390"/>
              <a:chOff x="3883481" y="2057400"/>
              <a:chExt cx="1608363" cy="2652031"/>
            </a:xfrm>
            <a:solidFill>
              <a:srgbClr val="A6A6A6"/>
            </a:solidFill>
          </p:grpSpPr>
          <p:sp>
            <p:nvSpPr>
              <p:cNvPr id="109" name="Oval 27">
                <a:extLst>
                  <a:ext uri="{FF2B5EF4-FFF2-40B4-BE49-F238E27FC236}">
                    <a16:creationId xmlns:a16="http://schemas.microsoft.com/office/drawing/2014/main" id="{7258721F-8EEE-2006-331F-996581513FE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Oval 28">
                <a:extLst>
                  <a:ext uri="{FF2B5EF4-FFF2-40B4-BE49-F238E27FC236}">
                    <a16:creationId xmlns:a16="http://schemas.microsoft.com/office/drawing/2014/main" id="{E9C6BC44-77D4-335A-9262-4C25A7DB6DF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7" name="Group 126">
            <a:extLst>
              <a:ext uri="{FF2B5EF4-FFF2-40B4-BE49-F238E27FC236}">
                <a16:creationId xmlns:a16="http://schemas.microsoft.com/office/drawing/2014/main" id="{240F6AF2-6E2C-0299-F24E-D81AB8364BBE}"/>
              </a:ext>
            </a:extLst>
          </p:cNvPr>
          <p:cNvGrpSpPr/>
          <p:nvPr/>
        </p:nvGrpSpPr>
        <p:grpSpPr>
          <a:xfrm>
            <a:off x="1268346" y="3698208"/>
            <a:ext cx="721891" cy="610396"/>
            <a:chOff x="1268346" y="3698208"/>
            <a:chExt cx="721891" cy="610396"/>
          </a:xfrm>
        </p:grpSpPr>
        <p:sp>
          <p:nvSpPr>
            <p:cNvPr id="555" name="Rectangle 554">
              <a:extLst>
                <a:ext uri="{FF2B5EF4-FFF2-40B4-BE49-F238E27FC236}">
                  <a16:creationId xmlns:a16="http://schemas.microsoft.com/office/drawing/2014/main" id="{29E6D6AE-CD47-6F1E-0D01-837065B0C868}"/>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556" name="Right Triangle 555">
              <a:extLst>
                <a:ext uri="{FF2B5EF4-FFF2-40B4-BE49-F238E27FC236}">
                  <a16:creationId xmlns:a16="http://schemas.microsoft.com/office/drawing/2014/main" id="{39A8057F-4B70-4712-24AE-3064B20B6D6A}"/>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57" name="Group 556">
              <a:extLst>
                <a:ext uri="{FF2B5EF4-FFF2-40B4-BE49-F238E27FC236}">
                  <a16:creationId xmlns:a16="http://schemas.microsoft.com/office/drawing/2014/main" id="{1220698D-E7C5-CFA0-DD96-E8175C602F2A}"/>
                </a:ext>
              </a:extLst>
            </p:cNvPr>
            <p:cNvGrpSpPr/>
            <p:nvPr/>
          </p:nvGrpSpPr>
          <p:grpSpPr>
            <a:xfrm>
              <a:off x="1939627" y="3704306"/>
              <a:ext cx="37817" cy="61390"/>
              <a:chOff x="3883481" y="2057400"/>
              <a:chExt cx="1608363" cy="2652031"/>
            </a:xfrm>
            <a:solidFill>
              <a:srgbClr val="A6A6A6">
                <a:alpha val="20000"/>
              </a:srgbClr>
            </a:solidFill>
          </p:grpSpPr>
          <p:sp>
            <p:nvSpPr>
              <p:cNvPr id="558" name="Oval 27">
                <a:extLst>
                  <a:ext uri="{FF2B5EF4-FFF2-40B4-BE49-F238E27FC236}">
                    <a16:creationId xmlns:a16="http://schemas.microsoft.com/office/drawing/2014/main" id="{EB044FD9-D751-FA8B-DA3B-1B8EBE6D15D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5" name="Oval 28">
                <a:extLst>
                  <a:ext uri="{FF2B5EF4-FFF2-40B4-BE49-F238E27FC236}">
                    <a16:creationId xmlns:a16="http://schemas.microsoft.com/office/drawing/2014/main" id="{9FD8D6ED-10FF-EDDC-1C07-0755DB3169B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76" name="Group 575">
            <a:extLst>
              <a:ext uri="{FF2B5EF4-FFF2-40B4-BE49-F238E27FC236}">
                <a16:creationId xmlns:a16="http://schemas.microsoft.com/office/drawing/2014/main" id="{BC86BCCB-2738-3025-EC6F-99BFB67A7E29}"/>
              </a:ext>
            </a:extLst>
          </p:cNvPr>
          <p:cNvGrpSpPr/>
          <p:nvPr/>
        </p:nvGrpSpPr>
        <p:grpSpPr>
          <a:xfrm>
            <a:off x="5451979" y="3707588"/>
            <a:ext cx="721206" cy="609701"/>
            <a:chOff x="5451979" y="3707588"/>
            <a:chExt cx="721206" cy="609701"/>
          </a:xfrm>
        </p:grpSpPr>
        <p:sp>
          <p:nvSpPr>
            <p:cNvPr id="577" name="Rectangle 576">
              <a:hlinkHover r:id="" action="ppaction://noaction" highlightClick="1"/>
              <a:extLst>
                <a:ext uri="{FF2B5EF4-FFF2-40B4-BE49-F238E27FC236}">
                  <a16:creationId xmlns:a16="http://schemas.microsoft.com/office/drawing/2014/main" id="{790B2F72-18EF-3832-C60C-CDD22D4647A9}"/>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78" name="Oval 577">
              <a:extLst>
                <a:ext uri="{FF2B5EF4-FFF2-40B4-BE49-F238E27FC236}">
                  <a16:creationId xmlns:a16="http://schemas.microsoft.com/office/drawing/2014/main" id="{0CD4DAC7-7FC6-6B2B-1950-A2C844EB0402}"/>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9" name="Isosceles Triangle 648">
              <a:extLst>
                <a:ext uri="{FF2B5EF4-FFF2-40B4-BE49-F238E27FC236}">
                  <a16:creationId xmlns:a16="http://schemas.microsoft.com/office/drawing/2014/main" id="{A1DC28FB-858D-8138-8A28-837DBA1E333A}"/>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0" name="Group 579">
            <a:extLst>
              <a:ext uri="{FF2B5EF4-FFF2-40B4-BE49-F238E27FC236}">
                <a16:creationId xmlns:a16="http://schemas.microsoft.com/office/drawing/2014/main" id="{1359D2EA-2347-A5F6-523E-9B7E5C05DA25}"/>
              </a:ext>
            </a:extLst>
          </p:cNvPr>
          <p:cNvGrpSpPr/>
          <p:nvPr/>
        </p:nvGrpSpPr>
        <p:grpSpPr>
          <a:xfrm>
            <a:off x="4605607" y="811556"/>
            <a:ext cx="722054" cy="609701"/>
            <a:chOff x="4605607" y="811556"/>
            <a:chExt cx="722054" cy="609701"/>
          </a:xfrm>
        </p:grpSpPr>
        <p:sp>
          <p:nvSpPr>
            <p:cNvPr id="581" name="Rectangle 580">
              <a:extLst>
                <a:ext uri="{FF2B5EF4-FFF2-40B4-BE49-F238E27FC236}">
                  <a16:creationId xmlns:a16="http://schemas.microsoft.com/office/drawing/2014/main" id="{3953E3A9-514E-3B26-0B19-D99F28325D7F}"/>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82" name="Rectangle 581">
              <a:extLst>
                <a:ext uri="{FF2B5EF4-FFF2-40B4-BE49-F238E27FC236}">
                  <a16:creationId xmlns:a16="http://schemas.microsoft.com/office/drawing/2014/main" id="{2D48E757-E28D-2BCF-EDF4-F6A1E7C2BC8B}"/>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3" name="Oval 15">
              <a:extLst>
                <a:ext uri="{FF2B5EF4-FFF2-40B4-BE49-F238E27FC236}">
                  <a16:creationId xmlns:a16="http://schemas.microsoft.com/office/drawing/2014/main" id="{269ED226-406B-CDBE-B254-1DF2D4F0795E}"/>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84" name="Straight Connector 583">
              <a:extLst>
                <a:ext uri="{FF2B5EF4-FFF2-40B4-BE49-F238E27FC236}">
                  <a16:creationId xmlns:a16="http://schemas.microsoft.com/office/drawing/2014/main" id="{C39CBE13-1DAB-30E5-CCC3-ED18B5F4A5B4}"/>
                </a:ext>
              </a:extLst>
            </p:cNvPr>
            <p:cNvCxnSpPr>
              <a:cxnSpLocks/>
              <a:stCxn id="583"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85" name="Straight Connector 584">
              <a:extLst>
                <a:ext uri="{FF2B5EF4-FFF2-40B4-BE49-F238E27FC236}">
                  <a16:creationId xmlns:a16="http://schemas.microsoft.com/office/drawing/2014/main" id="{C6C89B85-EED6-8D13-D34C-B62D78BB4115}"/>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86" name="Group 585">
            <a:extLst>
              <a:ext uri="{FF2B5EF4-FFF2-40B4-BE49-F238E27FC236}">
                <a16:creationId xmlns:a16="http://schemas.microsoft.com/office/drawing/2014/main" id="{A3ABE041-7DD1-3C8B-F1F2-087C143F2B16}"/>
              </a:ext>
            </a:extLst>
          </p:cNvPr>
          <p:cNvGrpSpPr/>
          <p:nvPr/>
        </p:nvGrpSpPr>
        <p:grpSpPr>
          <a:xfrm>
            <a:off x="9651394" y="811173"/>
            <a:ext cx="721206" cy="609701"/>
            <a:chOff x="9657972" y="90836"/>
            <a:chExt cx="721206" cy="609701"/>
          </a:xfrm>
        </p:grpSpPr>
        <p:sp>
          <p:nvSpPr>
            <p:cNvPr id="128" name="Rectangle 127">
              <a:hlinkHover r:id="" action="ppaction://noaction" highlightClick="1"/>
              <a:extLst>
                <a:ext uri="{FF2B5EF4-FFF2-40B4-BE49-F238E27FC236}">
                  <a16:creationId xmlns:a16="http://schemas.microsoft.com/office/drawing/2014/main" id="{8BA72767-61E9-A1C0-B2A6-E1511612BDF9}"/>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29" name="Diamond 128">
              <a:extLst>
                <a:ext uri="{FF2B5EF4-FFF2-40B4-BE49-F238E27FC236}">
                  <a16:creationId xmlns:a16="http://schemas.microsoft.com/office/drawing/2014/main" id="{5D9FC48B-49BA-3FEF-3113-98106241D1E3}"/>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1" name="Oval 130">
              <a:extLst>
                <a:ext uri="{FF2B5EF4-FFF2-40B4-BE49-F238E27FC236}">
                  <a16:creationId xmlns:a16="http://schemas.microsoft.com/office/drawing/2014/main" id="{8F7B181D-A445-C185-D4E6-2EB9AD95FC92}"/>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2" name="Group 131">
            <a:extLst>
              <a:ext uri="{FF2B5EF4-FFF2-40B4-BE49-F238E27FC236}">
                <a16:creationId xmlns:a16="http://schemas.microsoft.com/office/drawing/2014/main" id="{6A5B5532-2B94-6EBA-184C-C374C11A3E6F}"/>
              </a:ext>
            </a:extLst>
          </p:cNvPr>
          <p:cNvGrpSpPr/>
          <p:nvPr/>
        </p:nvGrpSpPr>
        <p:grpSpPr>
          <a:xfrm>
            <a:off x="2102908" y="811556"/>
            <a:ext cx="721206" cy="609701"/>
            <a:chOff x="2102908" y="811556"/>
            <a:chExt cx="721206" cy="609701"/>
          </a:xfrm>
        </p:grpSpPr>
        <p:sp>
          <p:nvSpPr>
            <p:cNvPr id="133" name="Rectangle 132">
              <a:extLst>
                <a:ext uri="{FF2B5EF4-FFF2-40B4-BE49-F238E27FC236}">
                  <a16:creationId xmlns:a16="http://schemas.microsoft.com/office/drawing/2014/main" id="{F25C3444-3205-941C-DDA4-2499C1C3A8D2}"/>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34" name="Rectangle 133">
              <a:extLst>
                <a:ext uri="{FF2B5EF4-FFF2-40B4-BE49-F238E27FC236}">
                  <a16:creationId xmlns:a16="http://schemas.microsoft.com/office/drawing/2014/main" id="{33B5DD0F-FE30-1FB0-5639-0BD61BB13EA9}"/>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5" name="Oval 15">
              <a:extLst>
                <a:ext uri="{FF2B5EF4-FFF2-40B4-BE49-F238E27FC236}">
                  <a16:creationId xmlns:a16="http://schemas.microsoft.com/office/drawing/2014/main" id="{873F6F26-FC9A-3AB2-03DB-4E1765A03730}"/>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6" name="Straight Connector 135">
              <a:extLst>
                <a:ext uri="{FF2B5EF4-FFF2-40B4-BE49-F238E27FC236}">
                  <a16:creationId xmlns:a16="http://schemas.microsoft.com/office/drawing/2014/main" id="{77819530-B81A-02C8-B227-162E028A03EE}"/>
                </a:ext>
              </a:extLst>
            </p:cNvPr>
            <p:cNvCxnSpPr>
              <a:cxnSpLocks/>
              <a:stCxn id="135"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37" name="Straight Connector 136">
              <a:extLst>
                <a:ext uri="{FF2B5EF4-FFF2-40B4-BE49-F238E27FC236}">
                  <a16:creationId xmlns:a16="http://schemas.microsoft.com/office/drawing/2014/main" id="{7E091FF0-D794-5FA2-ADB3-EC8EEE92704A}"/>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8" name="Group 137">
            <a:extLst>
              <a:ext uri="{FF2B5EF4-FFF2-40B4-BE49-F238E27FC236}">
                <a16:creationId xmlns:a16="http://schemas.microsoft.com/office/drawing/2014/main" id="{46FCD5F9-556F-0E27-9585-D85B1DFBCBF6}"/>
              </a:ext>
            </a:extLst>
          </p:cNvPr>
          <p:cNvGrpSpPr/>
          <p:nvPr/>
        </p:nvGrpSpPr>
        <p:grpSpPr>
          <a:xfrm>
            <a:off x="10506594" y="811556"/>
            <a:ext cx="721220" cy="609701"/>
            <a:chOff x="10506594" y="811556"/>
            <a:chExt cx="721220" cy="609701"/>
          </a:xfrm>
        </p:grpSpPr>
        <p:sp>
          <p:nvSpPr>
            <p:cNvPr id="139" name="Rectangle 138">
              <a:extLst>
                <a:ext uri="{FF2B5EF4-FFF2-40B4-BE49-F238E27FC236}">
                  <a16:creationId xmlns:a16="http://schemas.microsoft.com/office/drawing/2014/main" id="{B7D394A5-66CA-A636-A6BB-5A1935DB5D71}"/>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0" name="Rectangle 139">
              <a:extLst>
                <a:ext uri="{FF2B5EF4-FFF2-40B4-BE49-F238E27FC236}">
                  <a16:creationId xmlns:a16="http://schemas.microsoft.com/office/drawing/2014/main" id="{18FBF0D3-BBB9-4D96-277C-080FF1E3281F}"/>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1" name="Oval 15">
              <a:extLst>
                <a:ext uri="{FF2B5EF4-FFF2-40B4-BE49-F238E27FC236}">
                  <a16:creationId xmlns:a16="http://schemas.microsoft.com/office/drawing/2014/main" id="{2B7AAA95-F0FF-6DA6-9209-D9CFAEF4BBF3}"/>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2" name="Straight Connector 141">
              <a:extLst>
                <a:ext uri="{FF2B5EF4-FFF2-40B4-BE49-F238E27FC236}">
                  <a16:creationId xmlns:a16="http://schemas.microsoft.com/office/drawing/2014/main" id="{62AF7955-AA05-E280-CFCF-931E9DC76BA5}"/>
                </a:ext>
              </a:extLst>
            </p:cNvPr>
            <p:cNvCxnSpPr>
              <a:cxnSpLocks/>
              <a:stCxn id="141"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3" name="Straight Connector 142">
              <a:extLst>
                <a:ext uri="{FF2B5EF4-FFF2-40B4-BE49-F238E27FC236}">
                  <a16:creationId xmlns:a16="http://schemas.microsoft.com/office/drawing/2014/main" id="{5CCFB02F-5681-E2D9-AD58-020B92BACF83}"/>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4" name="Group 143">
            <a:extLst>
              <a:ext uri="{FF2B5EF4-FFF2-40B4-BE49-F238E27FC236}">
                <a16:creationId xmlns:a16="http://schemas.microsoft.com/office/drawing/2014/main" id="{374569A3-9569-03ED-A7DC-1103C7B6BB35}"/>
              </a:ext>
            </a:extLst>
          </p:cNvPr>
          <p:cNvGrpSpPr/>
          <p:nvPr/>
        </p:nvGrpSpPr>
        <p:grpSpPr>
          <a:xfrm>
            <a:off x="7116512" y="812701"/>
            <a:ext cx="721206" cy="609701"/>
            <a:chOff x="7957576" y="811556"/>
            <a:chExt cx="721206" cy="609701"/>
          </a:xfrm>
        </p:grpSpPr>
        <p:sp>
          <p:nvSpPr>
            <p:cNvPr id="145" name="Rectangle 144">
              <a:extLst>
                <a:ext uri="{FF2B5EF4-FFF2-40B4-BE49-F238E27FC236}">
                  <a16:creationId xmlns:a16="http://schemas.microsoft.com/office/drawing/2014/main" id="{825198BE-00E1-B1A6-B69A-BD5E702F750C}"/>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46" name="Rectangle 145">
              <a:extLst>
                <a:ext uri="{FF2B5EF4-FFF2-40B4-BE49-F238E27FC236}">
                  <a16:creationId xmlns:a16="http://schemas.microsoft.com/office/drawing/2014/main" id="{43FB247E-68A8-B0D0-1FCF-B79515A8AD02}"/>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 name="Oval 15">
              <a:extLst>
                <a:ext uri="{FF2B5EF4-FFF2-40B4-BE49-F238E27FC236}">
                  <a16:creationId xmlns:a16="http://schemas.microsoft.com/office/drawing/2014/main" id="{4D670ECF-813B-E947-8D49-701BC3C080EA}"/>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8" name="Straight Connector 147">
              <a:extLst>
                <a:ext uri="{FF2B5EF4-FFF2-40B4-BE49-F238E27FC236}">
                  <a16:creationId xmlns:a16="http://schemas.microsoft.com/office/drawing/2014/main" id="{9742C741-DF20-879B-023F-BB79830AB0B3}"/>
                </a:ext>
              </a:extLst>
            </p:cNvPr>
            <p:cNvCxnSpPr>
              <a:cxnSpLocks/>
              <a:stCxn id="147"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9" name="Straight Connector 148">
              <a:extLst>
                <a:ext uri="{FF2B5EF4-FFF2-40B4-BE49-F238E27FC236}">
                  <a16:creationId xmlns:a16="http://schemas.microsoft.com/office/drawing/2014/main" id="{187C17C4-9000-F7CF-FD2E-F88FDA51C464}"/>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0" name="Group 149">
            <a:extLst>
              <a:ext uri="{FF2B5EF4-FFF2-40B4-BE49-F238E27FC236}">
                <a16:creationId xmlns:a16="http://schemas.microsoft.com/office/drawing/2014/main" id="{F657B705-F952-5CCA-D4FA-6D09343979F9}"/>
              </a:ext>
            </a:extLst>
          </p:cNvPr>
          <p:cNvGrpSpPr/>
          <p:nvPr/>
        </p:nvGrpSpPr>
        <p:grpSpPr>
          <a:xfrm>
            <a:off x="10508723" y="1536662"/>
            <a:ext cx="721206" cy="609701"/>
            <a:chOff x="11356242" y="1532276"/>
            <a:chExt cx="721206" cy="609701"/>
          </a:xfrm>
        </p:grpSpPr>
        <p:sp>
          <p:nvSpPr>
            <p:cNvPr id="151" name="Rectangle 150">
              <a:hlinkHover r:id="" action="ppaction://noaction" highlightClick="1"/>
              <a:extLst>
                <a:ext uri="{FF2B5EF4-FFF2-40B4-BE49-F238E27FC236}">
                  <a16:creationId xmlns:a16="http://schemas.microsoft.com/office/drawing/2014/main" id="{BD3F9D48-193B-6089-BFBB-7B5F1EC5FB10}"/>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52" name="Oval 151">
              <a:extLst>
                <a:ext uri="{FF2B5EF4-FFF2-40B4-BE49-F238E27FC236}">
                  <a16:creationId xmlns:a16="http://schemas.microsoft.com/office/drawing/2014/main" id="{6DE33402-4C7A-1205-486A-D64B3B0915F8}"/>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3" name="Isosceles Triangle 648">
              <a:extLst>
                <a:ext uri="{FF2B5EF4-FFF2-40B4-BE49-F238E27FC236}">
                  <a16:creationId xmlns:a16="http://schemas.microsoft.com/office/drawing/2014/main" id="{94137FEE-C5E7-971A-2930-679EE33DBFDF}"/>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4" name="Group 153">
            <a:extLst>
              <a:ext uri="{FF2B5EF4-FFF2-40B4-BE49-F238E27FC236}">
                <a16:creationId xmlns:a16="http://schemas.microsoft.com/office/drawing/2014/main" id="{425F5BE7-C6CA-57E7-A37C-BDDB6884ED73}"/>
              </a:ext>
            </a:extLst>
          </p:cNvPr>
          <p:cNvGrpSpPr/>
          <p:nvPr/>
        </p:nvGrpSpPr>
        <p:grpSpPr>
          <a:xfrm>
            <a:off x="7957586" y="2253332"/>
            <a:ext cx="721206" cy="609701"/>
            <a:chOff x="7957586" y="2253332"/>
            <a:chExt cx="721206" cy="609701"/>
          </a:xfrm>
        </p:grpSpPr>
        <p:sp>
          <p:nvSpPr>
            <p:cNvPr id="155" name="Rectangle 154">
              <a:extLst>
                <a:ext uri="{FF2B5EF4-FFF2-40B4-BE49-F238E27FC236}">
                  <a16:creationId xmlns:a16="http://schemas.microsoft.com/office/drawing/2014/main" id="{798263D6-572C-4BF6-2AB0-D6553909D77A}"/>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56" name="Right Triangle 155">
              <a:extLst>
                <a:ext uri="{FF2B5EF4-FFF2-40B4-BE49-F238E27FC236}">
                  <a16:creationId xmlns:a16="http://schemas.microsoft.com/office/drawing/2014/main" id="{AAA17538-89AB-BCAE-6554-A3E80DB85825}"/>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57" name="Group 156">
              <a:extLst>
                <a:ext uri="{FF2B5EF4-FFF2-40B4-BE49-F238E27FC236}">
                  <a16:creationId xmlns:a16="http://schemas.microsoft.com/office/drawing/2014/main" id="{D774F702-A6A8-2057-A2C8-47C37B9C829E}"/>
                </a:ext>
              </a:extLst>
            </p:cNvPr>
            <p:cNvGrpSpPr/>
            <p:nvPr/>
          </p:nvGrpSpPr>
          <p:grpSpPr>
            <a:xfrm>
              <a:off x="8621942" y="2262669"/>
              <a:ext cx="37817" cy="61390"/>
              <a:chOff x="3883481" y="2057400"/>
              <a:chExt cx="1608363" cy="2652031"/>
            </a:xfrm>
            <a:solidFill>
              <a:srgbClr val="A6A6A6">
                <a:alpha val="20000"/>
              </a:srgbClr>
            </a:solidFill>
          </p:grpSpPr>
          <p:sp>
            <p:nvSpPr>
              <p:cNvPr id="158" name="Oval 27">
                <a:extLst>
                  <a:ext uri="{FF2B5EF4-FFF2-40B4-BE49-F238E27FC236}">
                    <a16:creationId xmlns:a16="http://schemas.microsoft.com/office/drawing/2014/main" id="{58317575-E1E0-1D40-08D8-B68349C4710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9" name="Oval 28">
                <a:extLst>
                  <a:ext uri="{FF2B5EF4-FFF2-40B4-BE49-F238E27FC236}">
                    <a16:creationId xmlns:a16="http://schemas.microsoft.com/office/drawing/2014/main" id="{7BDD527C-1FF8-9253-2D3F-4429DBBE94B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0" name="Group 159">
            <a:extLst>
              <a:ext uri="{FF2B5EF4-FFF2-40B4-BE49-F238E27FC236}">
                <a16:creationId xmlns:a16="http://schemas.microsoft.com/office/drawing/2014/main" id="{E075F7BB-E313-53BA-C79C-BC2C9BF465B4}"/>
              </a:ext>
            </a:extLst>
          </p:cNvPr>
          <p:cNvGrpSpPr/>
          <p:nvPr/>
        </p:nvGrpSpPr>
        <p:grpSpPr>
          <a:xfrm>
            <a:off x="9656903" y="2253333"/>
            <a:ext cx="721220" cy="609701"/>
            <a:chOff x="9656903" y="2253333"/>
            <a:chExt cx="721220" cy="609701"/>
          </a:xfrm>
        </p:grpSpPr>
        <p:sp>
          <p:nvSpPr>
            <p:cNvPr id="161" name="Rectangle 160">
              <a:hlinkHover r:id="" action="ppaction://noaction" highlightClick="1"/>
              <a:extLst>
                <a:ext uri="{FF2B5EF4-FFF2-40B4-BE49-F238E27FC236}">
                  <a16:creationId xmlns:a16="http://schemas.microsoft.com/office/drawing/2014/main" id="{F5366283-4B82-FE3B-39F9-0582347F9114}"/>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2" name="Rectangle 161">
              <a:extLst>
                <a:ext uri="{FF2B5EF4-FFF2-40B4-BE49-F238E27FC236}">
                  <a16:creationId xmlns:a16="http://schemas.microsoft.com/office/drawing/2014/main" id="{93D76FCD-DFED-9383-EE58-5459673ED6B7}"/>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3" name="Oval 15">
              <a:extLst>
                <a:ext uri="{FF2B5EF4-FFF2-40B4-BE49-F238E27FC236}">
                  <a16:creationId xmlns:a16="http://schemas.microsoft.com/office/drawing/2014/main" id="{251B38F9-E1B6-AB23-CA1F-729E5631F07A}"/>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4" name="Straight Connector 163">
              <a:extLst>
                <a:ext uri="{FF2B5EF4-FFF2-40B4-BE49-F238E27FC236}">
                  <a16:creationId xmlns:a16="http://schemas.microsoft.com/office/drawing/2014/main" id="{6ED058CE-7E99-1A7C-55E4-1F97B8A33F2D}"/>
                </a:ext>
              </a:extLst>
            </p:cNvPr>
            <p:cNvCxnSpPr>
              <a:cxnSpLocks/>
              <a:stCxn id="163"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5" name="Straight Connector 164">
              <a:extLst>
                <a:ext uri="{FF2B5EF4-FFF2-40B4-BE49-F238E27FC236}">
                  <a16:creationId xmlns:a16="http://schemas.microsoft.com/office/drawing/2014/main" id="{B35A0B59-F09F-972A-F20C-4A708BE92C21}"/>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EE2BDD5E-8511-6DB0-4223-07FCD0EB320D}"/>
              </a:ext>
            </a:extLst>
          </p:cNvPr>
          <p:cNvGrpSpPr/>
          <p:nvPr/>
        </p:nvGrpSpPr>
        <p:grpSpPr>
          <a:xfrm>
            <a:off x="8797459" y="2264859"/>
            <a:ext cx="721206" cy="609701"/>
            <a:chOff x="11356242" y="2253333"/>
            <a:chExt cx="721206" cy="609701"/>
          </a:xfrm>
        </p:grpSpPr>
        <p:sp>
          <p:nvSpPr>
            <p:cNvPr id="167" name="Rectangle 166">
              <a:hlinkHover r:id="" action="ppaction://noaction" highlightClick="1"/>
              <a:extLst>
                <a:ext uri="{FF2B5EF4-FFF2-40B4-BE49-F238E27FC236}">
                  <a16:creationId xmlns:a16="http://schemas.microsoft.com/office/drawing/2014/main" id="{475846B7-4EB2-BE15-6CD6-971F6453F4A0}"/>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68" name="Oval 167">
              <a:extLst>
                <a:ext uri="{FF2B5EF4-FFF2-40B4-BE49-F238E27FC236}">
                  <a16:creationId xmlns:a16="http://schemas.microsoft.com/office/drawing/2014/main" id="{3540DBE8-8D01-BC08-06D6-ED1C1ADDEFB8}"/>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9" name="Isosceles Triangle 648">
              <a:extLst>
                <a:ext uri="{FF2B5EF4-FFF2-40B4-BE49-F238E27FC236}">
                  <a16:creationId xmlns:a16="http://schemas.microsoft.com/office/drawing/2014/main" id="{0C98C4FE-E258-A7F0-9662-B0A5A3E0E67B}"/>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0" name="Group 169">
            <a:extLst>
              <a:ext uri="{FF2B5EF4-FFF2-40B4-BE49-F238E27FC236}">
                <a16:creationId xmlns:a16="http://schemas.microsoft.com/office/drawing/2014/main" id="{BFE977E1-3096-8697-6807-8A27DF0C7CAA}"/>
              </a:ext>
            </a:extLst>
          </p:cNvPr>
          <p:cNvGrpSpPr/>
          <p:nvPr/>
        </p:nvGrpSpPr>
        <p:grpSpPr>
          <a:xfrm>
            <a:off x="10506580" y="2253333"/>
            <a:ext cx="721206" cy="609701"/>
            <a:chOff x="10506580" y="2253333"/>
            <a:chExt cx="721206" cy="609701"/>
          </a:xfrm>
        </p:grpSpPr>
        <p:sp>
          <p:nvSpPr>
            <p:cNvPr id="171" name="Rectangle 170">
              <a:hlinkHover r:id="" action="ppaction://noaction" highlightClick="1"/>
              <a:extLst>
                <a:ext uri="{FF2B5EF4-FFF2-40B4-BE49-F238E27FC236}">
                  <a16:creationId xmlns:a16="http://schemas.microsoft.com/office/drawing/2014/main" id="{9C61F89B-C10C-FA35-B2F3-DA341D47B2E8}"/>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72" name="Diamond 171">
              <a:extLst>
                <a:ext uri="{FF2B5EF4-FFF2-40B4-BE49-F238E27FC236}">
                  <a16:creationId xmlns:a16="http://schemas.microsoft.com/office/drawing/2014/main" id="{22C134A3-B199-3B88-58CA-6106C6ABCBD4}"/>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3" name="Oval 172">
              <a:extLst>
                <a:ext uri="{FF2B5EF4-FFF2-40B4-BE49-F238E27FC236}">
                  <a16:creationId xmlns:a16="http://schemas.microsoft.com/office/drawing/2014/main" id="{E147383D-BD27-F038-294E-22105B057ED6}"/>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4" name="Group 173">
            <a:extLst>
              <a:ext uri="{FF2B5EF4-FFF2-40B4-BE49-F238E27FC236}">
                <a16:creationId xmlns:a16="http://schemas.microsoft.com/office/drawing/2014/main" id="{86370EF9-7A71-CBD8-E2F6-BD08542DC5DD}"/>
              </a:ext>
            </a:extLst>
          </p:cNvPr>
          <p:cNvGrpSpPr/>
          <p:nvPr/>
        </p:nvGrpSpPr>
        <p:grpSpPr>
          <a:xfrm>
            <a:off x="5454173" y="2257175"/>
            <a:ext cx="721206" cy="609701"/>
            <a:chOff x="6287891" y="2253333"/>
            <a:chExt cx="721206" cy="609701"/>
          </a:xfrm>
        </p:grpSpPr>
        <p:sp>
          <p:nvSpPr>
            <p:cNvPr id="175" name="Rectangle 174">
              <a:extLst>
                <a:ext uri="{FF2B5EF4-FFF2-40B4-BE49-F238E27FC236}">
                  <a16:creationId xmlns:a16="http://schemas.microsoft.com/office/drawing/2014/main" id="{8CCE7778-8C37-7398-CDDA-600F5BA9B4F3}"/>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176" name="Right Triangle 175">
              <a:extLst>
                <a:ext uri="{FF2B5EF4-FFF2-40B4-BE49-F238E27FC236}">
                  <a16:creationId xmlns:a16="http://schemas.microsoft.com/office/drawing/2014/main" id="{58C792D7-C876-0015-1C35-10ACF6B00721}"/>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7" name="Group 176">
              <a:extLst>
                <a:ext uri="{FF2B5EF4-FFF2-40B4-BE49-F238E27FC236}">
                  <a16:creationId xmlns:a16="http://schemas.microsoft.com/office/drawing/2014/main" id="{9476BD99-D40E-4B42-53F0-42471ECA2BDD}"/>
                </a:ext>
              </a:extLst>
            </p:cNvPr>
            <p:cNvGrpSpPr/>
            <p:nvPr/>
          </p:nvGrpSpPr>
          <p:grpSpPr>
            <a:xfrm>
              <a:off x="6952470" y="2265099"/>
              <a:ext cx="37817" cy="61390"/>
              <a:chOff x="3883481" y="2057400"/>
              <a:chExt cx="1608363" cy="2652031"/>
            </a:xfrm>
            <a:solidFill>
              <a:srgbClr val="A6A6A6">
                <a:alpha val="20000"/>
              </a:srgbClr>
            </a:solidFill>
          </p:grpSpPr>
          <p:sp>
            <p:nvSpPr>
              <p:cNvPr id="178" name="Oval 27">
                <a:extLst>
                  <a:ext uri="{FF2B5EF4-FFF2-40B4-BE49-F238E27FC236}">
                    <a16:creationId xmlns:a16="http://schemas.microsoft.com/office/drawing/2014/main" id="{EEF152E0-72BF-7649-7EDF-ED182E15C99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9" name="Oval 28">
                <a:extLst>
                  <a:ext uri="{FF2B5EF4-FFF2-40B4-BE49-F238E27FC236}">
                    <a16:creationId xmlns:a16="http://schemas.microsoft.com/office/drawing/2014/main" id="{E2AA9DC4-5DAB-6C84-2FA1-5073D5300A3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80" name="Group 179">
            <a:extLst>
              <a:ext uri="{FF2B5EF4-FFF2-40B4-BE49-F238E27FC236}">
                <a16:creationId xmlns:a16="http://schemas.microsoft.com/office/drawing/2014/main" id="{DDAF7634-7332-CFFD-3D1B-E86A717B05FD}"/>
              </a:ext>
            </a:extLst>
          </p:cNvPr>
          <p:cNvGrpSpPr/>
          <p:nvPr/>
        </p:nvGrpSpPr>
        <p:grpSpPr>
          <a:xfrm>
            <a:off x="7113172" y="2252067"/>
            <a:ext cx="728239" cy="609701"/>
            <a:chOff x="5442073" y="811556"/>
            <a:chExt cx="728239" cy="609701"/>
          </a:xfrm>
        </p:grpSpPr>
        <p:sp>
          <p:nvSpPr>
            <p:cNvPr id="181" name="Rectangle 180">
              <a:extLst>
                <a:ext uri="{FF2B5EF4-FFF2-40B4-BE49-F238E27FC236}">
                  <a16:creationId xmlns:a16="http://schemas.microsoft.com/office/drawing/2014/main" id="{6AB088BC-062B-8C6D-6303-FBAC63E7557A}"/>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182" name="Rectangle 181">
              <a:extLst>
                <a:ext uri="{FF2B5EF4-FFF2-40B4-BE49-F238E27FC236}">
                  <a16:creationId xmlns:a16="http://schemas.microsoft.com/office/drawing/2014/main" id="{B4F488D4-CC47-88C7-DC06-11A1DA75F258}"/>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3" name="Oval 15">
              <a:extLst>
                <a:ext uri="{FF2B5EF4-FFF2-40B4-BE49-F238E27FC236}">
                  <a16:creationId xmlns:a16="http://schemas.microsoft.com/office/drawing/2014/main" id="{E3C3A499-C15D-BDD8-918D-D34592082BF0}"/>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4" name="Straight Connector 183">
              <a:extLst>
                <a:ext uri="{FF2B5EF4-FFF2-40B4-BE49-F238E27FC236}">
                  <a16:creationId xmlns:a16="http://schemas.microsoft.com/office/drawing/2014/main" id="{755BCEEF-3364-1C97-53F2-03D8A7F504D5}"/>
                </a:ext>
              </a:extLst>
            </p:cNvPr>
            <p:cNvCxnSpPr>
              <a:cxnSpLocks/>
              <a:stCxn id="183"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5" name="Straight Connector 184">
              <a:extLst>
                <a:ext uri="{FF2B5EF4-FFF2-40B4-BE49-F238E27FC236}">
                  <a16:creationId xmlns:a16="http://schemas.microsoft.com/office/drawing/2014/main" id="{8BD26241-ED26-056F-6678-B5D0D8143A22}"/>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6" name="Group 185">
            <a:extLst>
              <a:ext uri="{FF2B5EF4-FFF2-40B4-BE49-F238E27FC236}">
                <a16:creationId xmlns:a16="http://schemas.microsoft.com/office/drawing/2014/main" id="{73F6EEC7-9B17-CE06-E96E-3FC1985F0BE5}"/>
              </a:ext>
            </a:extLst>
          </p:cNvPr>
          <p:cNvGrpSpPr/>
          <p:nvPr/>
        </p:nvGrpSpPr>
        <p:grpSpPr>
          <a:xfrm>
            <a:off x="2109092" y="2986575"/>
            <a:ext cx="721206" cy="649846"/>
            <a:chOff x="10506800" y="2974054"/>
            <a:chExt cx="721206" cy="649846"/>
          </a:xfrm>
        </p:grpSpPr>
        <p:sp>
          <p:nvSpPr>
            <p:cNvPr id="187" name="Rectangle 186">
              <a:extLst>
                <a:ext uri="{FF2B5EF4-FFF2-40B4-BE49-F238E27FC236}">
                  <a16:creationId xmlns:a16="http://schemas.microsoft.com/office/drawing/2014/main" id="{772DF6D8-5700-4DA0-C914-BBAFD314D562}"/>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88" name="Rectangle 187">
              <a:extLst>
                <a:ext uri="{FF2B5EF4-FFF2-40B4-BE49-F238E27FC236}">
                  <a16:creationId xmlns:a16="http://schemas.microsoft.com/office/drawing/2014/main" id="{CBF7B0BE-7ABC-447C-88E1-308A403FD00D}"/>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9" name="Oval 15">
              <a:extLst>
                <a:ext uri="{FF2B5EF4-FFF2-40B4-BE49-F238E27FC236}">
                  <a16:creationId xmlns:a16="http://schemas.microsoft.com/office/drawing/2014/main" id="{B5043CD3-C660-CB59-4EE1-EBB7C28CD4F9}"/>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0" name="Straight Connector 189">
              <a:extLst>
                <a:ext uri="{FF2B5EF4-FFF2-40B4-BE49-F238E27FC236}">
                  <a16:creationId xmlns:a16="http://schemas.microsoft.com/office/drawing/2014/main" id="{F10BD640-4125-CC7C-570D-24CE68D4DA97}"/>
                </a:ext>
              </a:extLst>
            </p:cNvPr>
            <p:cNvCxnSpPr>
              <a:cxnSpLocks/>
              <a:stCxn id="189"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1" name="Straight Connector 190">
              <a:extLst>
                <a:ext uri="{FF2B5EF4-FFF2-40B4-BE49-F238E27FC236}">
                  <a16:creationId xmlns:a16="http://schemas.microsoft.com/office/drawing/2014/main" id="{8EF13ACD-293A-C98A-9248-5757097B0C1F}"/>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7" name="Group 656">
            <a:extLst>
              <a:ext uri="{FF2B5EF4-FFF2-40B4-BE49-F238E27FC236}">
                <a16:creationId xmlns:a16="http://schemas.microsoft.com/office/drawing/2014/main" id="{48D548E0-A4B9-5985-76A1-E9A144D4E0E5}"/>
              </a:ext>
            </a:extLst>
          </p:cNvPr>
          <p:cNvGrpSpPr/>
          <p:nvPr/>
        </p:nvGrpSpPr>
        <p:grpSpPr>
          <a:xfrm>
            <a:off x="4621827" y="2983922"/>
            <a:ext cx="721206" cy="654973"/>
            <a:chOff x="9657606" y="2974054"/>
            <a:chExt cx="721206" cy="654973"/>
          </a:xfrm>
        </p:grpSpPr>
        <p:sp>
          <p:nvSpPr>
            <p:cNvPr id="658" name="Rectangle 657">
              <a:extLst>
                <a:ext uri="{FF2B5EF4-FFF2-40B4-BE49-F238E27FC236}">
                  <a16:creationId xmlns:a16="http://schemas.microsoft.com/office/drawing/2014/main" id="{C87CB1C5-21B0-D5C3-05FA-280201C622E2}"/>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659" name="Rectangle 658">
              <a:extLst>
                <a:ext uri="{FF2B5EF4-FFF2-40B4-BE49-F238E27FC236}">
                  <a16:creationId xmlns:a16="http://schemas.microsoft.com/office/drawing/2014/main" id="{73877CB5-9F32-6CC3-FFC6-97FB9EA60026}"/>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0" name="Oval 15">
              <a:extLst>
                <a:ext uri="{FF2B5EF4-FFF2-40B4-BE49-F238E27FC236}">
                  <a16:creationId xmlns:a16="http://schemas.microsoft.com/office/drawing/2014/main" id="{74B9E4EF-8A4F-80FE-04FA-70970E4F378F}"/>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1" name="Straight Connector 660">
              <a:extLst>
                <a:ext uri="{FF2B5EF4-FFF2-40B4-BE49-F238E27FC236}">
                  <a16:creationId xmlns:a16="http://schemas.microsoft.com/office/drawing/2014/main" id="{46A5B5EA-7DB9-86A8-7340-5E821D52D96F}"/>
                </a:ext>
              </a:extLst>
            </p:cNvPr>
            <p:cNvCxnSpPr>
              <a:cxnSpLocks/>
              <a:stCxn id="660"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62" name="Straight Connector 661">
              <a:extLst>
                <a:ext uri="{FF2B5EF4-FFF2-40B4-BE49-F238E27FC236}">
                  <a16:creationId xmlns:a16="http://schemas.microsoft.com/office/drawing/2014/main" id="{9C88B0B5-9FE6-8CFB-6DAB-DEF7A72CAFD5}"/>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69" name="Group 668">
            <a:extLst>
              <a:ext uri="{FF2B5EF4-FFF2-40B4-BE49-F238E27FC236}">
                <a16:creationId xmlns:a16="http://schemas.microsoft.com/office/drawing/2014/main" id="{4FD1C63B-7CBE-CB43-6CD2-936776172D0F}"/>
              </a:ext>
            </a:extLst>
          </p:cNvPr>
          <p:cNvGrpSpPr/>
          <p:nvPr/>
        </p:nvGrpSpPr>
        <p:grpSpPr>
          <a:xfrm>
            <a:off x="11356001" y="2974057"/>
            <a:ext cx="721206" cy="609701"/>
            <a:chOff x="11356001" y="2974057"/>
            <a:chExt cx="721206" cy="609701"/>
          </a:xfrm>
        </p:grpSpPr>
        <p:sp>
          <p:nvSpPr>
            <p:cNvPr id="670" name="Rectangle 669">
              <a:hlinkHover r:id="" action="ppaction://noaction" highlightClick="1"/>
              <a:extLst>
                <a:ext uri="{FF2B5EF4-FFF2-40B4-BE49-F238E27FC236}">
                  <a16:creationId xmlns:a16="http://schemas.microsoft.com/office/drawing/2014/main" id="{CFAA6401-B180-2EDC-BFCD-3FF1DC09FE77}"/>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671" name="Oval 670">
              <a:extLst>
                <a:ext uri="{FF2B5EF4-FFF2-40B4-BE49-F238E27FC236}">
                  <a16:creationId xmlns:a16="http://schemas.microsoft.com/office/drawing/2014/main" id="{6A96D99A-045B-DFB1-A878-172077CFE624}"/>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2" name="Isosceles Triangle 648">
              <a:extLst>
                <a:ext uri="{FF2B5EF4-FFF2-40B4-BE49-F238E27FC236}">
                  <a16:creationId xmlns:a16="http://schemas.microsoft.com/office/drawing/2014/main" id="{EFD6D49D-E491-967E-31AD-B01E208F895C}"/>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9" name="Group 708">
            <a:extLst>
              <a:ext uri="{FF2B5EF4-FFF2-40B4-BE49-F238E27FC236}">
                <a16:creationId xmlns:a16="http://schemas.microsoft.com/office/drawing/2014/main" id="{ACB5B429-4DF8-7CC0-B426-33299704FD25}"/>
              </a:ext>
            </a:extLst>
          </p:cNvPr>
          <p:cNvGrpSpPr/>
          <p:nvPr/>
        </p:nvGrpSpPr>
        <p:grpSpPr>
          <a:xfrm>
            <a:off x="10506616" y="2984633"/>
            <a:ext cx="721220" cy="609701"/>
            <a:chOff x="9656903" y="2253333"/>
            <a:chExt cx="721220" cy="609701"/>
          </a:xfrm>
        </p:grpSpPr>
        <p:sp>
          <p:nvSpPr>
            <p:cNvPr id="710" name="Rectangle 709">
              <a:hlinkHover r:id="" action="ppaction://noaction" highlightClick="1"/>
              <a:extLst>
                <a:ext uri="{FF2B5EF4-FFF2-40B4-BE49-F238E27FC236}">
                  <a16:creationId xmlns:a16="http://schemas.microsoft.com/office/drawing/2014/main" id="{6C6D6A60-96FB-6C3D-0957-F6AAC0940A20}"/>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711" name="Rectangle 710">
              <a:extLst>
                <a:ext uri="{FF2B5EF4-FFF2-40B4-BE49-F238E27FC236}">
                  <a16:creationId xmlns:a16="http://schemas.microsoft.com/office/drawing/2014/main" id="{5CB038F1-29EB-C4A9-C64D-3D6B550ED260}"/>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2" name="Oval 15">
              <a:extLst>
                <a:ext uri="{FF2B5EF4-FFF2-40B4-BE49-F238E27FC236}">
                  <a16:creationId xmlns:a16="http://schemas.microsoft.com/office/drawing/2014/main" id="{7E84EC82-8E0D-A596-7DF7-463B0045C81A}"/>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13" name="Straight Connector 712">
              <a:extLst>
                <a:ext uri="{FF2B5EF4-FFF2-40B4-BE49-F238E27FC236}">
                  <a16:creationId xmlns:a16="http://schemas.microsoft.com/office/drawing/2014/main" id="{A0FC461E-036F-0EAA-DD25-F2F9E3AE134B}"/>
                </a:ext>
              </a:extLst>
            </p:cNvPr>
            <p:cNvCxnSpPr>
              <a:cxnSpLocks/>
              <a:stCxn id="712"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14" name="Straight Connector 713">
              <a:extLst>
                <a:ext uri="{FF2B5EF4-FFF2-40B4-BE49-F238E27FC236}">
                  <a16:creationId xmlns:a16="http://schemas.microsoft.com/office/drawing/2014/main" id="{9549776E-5BF4-6F89-F7DA-0034914E3D46}"/>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09" name="Group 808">
            <a:extLst>
              <a:ext uri="{FF2B5EF4-FFF2-40B4-BE49-F238E27FC236}">
                <a16:creationId xmlns:a16="http://schemas.microsoft.com/office/drawing/2014/main" id="{0F3459C3-1B2B-0F76-F693-F1184B6E99DB}"/>
              </a:ext>
            </a:extLst>
          </p:cNvPr>
          <p:cNvGrpSpPr/>
          <p:nvPr/>
        </p:nvGrpSpPr>
        <p:grpSpPr>
          <a:xfrm>
            <a:off x="7905566" y="751337"/>
            <a:ext cx="3396155" cy="4999377"/>
            <a:chOff x="7905566" y="751337"/>
            <a:chExt cx="3396155" cy="4999377"/>
          </a:xfrm>
        </p:grpSpPr>
        <p:cxnSp>
          <p:nvCxnSpPr>
            <p:cNvPr id="810" name="Straight Connector 809">
              <a:extLst>
                <a:ext uri="{FF2B5EF4-FFF2-40B4-BE49-F238E27FC236}">
                  <a16:creationId xmlns:a16="http://schemas.microsoft.com/office/drawing/2014/main" id="{A01F40A1-8EEA-F00B-E4D5-1A1C97DFD22A}"/>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0944ABC2-DF17-BC0E-B99B-73AE9E475831}"/>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2" name="Straight Connector 811">
              <a:extLst>
                <a:ext uri="{FF2B5EF4-FFF2-40B4-BE49-F238E27FC236}">
                  <a16:creationId xmlns:a16="http://schemas.microsoft.com/office/drawing/2014/main" id="{90CD0911-2B2C-821D-1950-CEC3200A33F6}"/>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4" name="Straight Connector 383">
              <a:extLst>
                <a:ext uri="{FF2B5EF4-FFF2-40B4-BE49-F238E27FC236}">
                  <a16:creationId xmlns:a16="http://schemas.microsoft.com/office/drawing/2014/main" id="{E9EF89DE-C89D-E8BC-BBF6-6B0D3D861B2A}"/>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5" name="Straight Connector 384">
              <a:extLst>
                <a:ext uri="{FF2B5EF4-FFF2-40B4-BE49-F238E27FC236}">
                  <a16:creationId xmlns:a16="http://schemas.microsoft.com/office/drawing/2014/main" id="{493299A4-63E8-F836-B420-38E0A26CC1A8}"/>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6" name="Straight Connector 385">
              <a:extLst>
                <a:ext uri="{FF2B5EF4-FFF2-40B4-BE49-F238E27FC236}">
                  <a16:creationId xmlns:a16="http://schemas.microsoft.com/office/drawing/2014/main" id="{85B64DA8-3FFE-ADBF-CFA2-F86258B39C19}"/>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7" name="Straight Connector 386">
              <a:extLst>
                <a:ext uri="{FF2B5EF4-FFF2-40B4-BE49-F238E27FC236}">
                  <a16:creationId xmlns:a16="http://schemas.microsoft.com/office/drawing/2014/main" id="{A68E7D11-760D-E6E9-B4DB-53847A02201A}"/>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388" name="Straight Connector 387">
            <a:extLst>
              <a:ext uri="{FF2B5EF4-FFF2-40B4-BE49-F238E27FC236}">
                <a16:creationId xmlns:a16="http://schemas.microsoft.com/office/drawing/2014/main" id="{50C5D418-85D3-375C-6782-0E71CCAB783C}"/>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42" name="Picture 41">
            <a:hlinkClick r:id="rId21" action="ppaction://hlinksldjump"/>
            <a:extLst>
              <a:ext uri="{FF2B5EF4-FFF2-40B4-BE49-F238E27FC236}">
                <a16:creationId xmlns:a16="http://schemas.microsoft.com/office/drawing/2014/main" id="{A079B4E1-E3A4-4418-F950-EAD6CFD8FEB2}"/>
              </a:ext>
            </a:extLst>
          </p:cNvPr>
          <p:cNvPicPr>
            <a:picLocks noChangeAspect="1"/>
          </p:cNvPicPr>
          <p:nvPr/>
        </p:nvPicPr>
        <p:blipFill>
          <a:blip r:embed="rId22"/>
          <a:stretch>
            <a:fillRect/>
          </a:stretch>
        </p:blipFill>
        <p:spPr>
          <a:xfrm>
            <a:off x="0" y="0"/>
            <a:ext cx="211626" cy="6858000"/>
          </a:xfrm>
          <a:prstGeom prst="rect">
            <a:avLst/>
          </a:prstGeom>
        </p:spPr>
      </p:pic>
      <p:grpSp>
        <p:nvGrpSpPr>
          <p:cNvPr id="43" name="Group 42">
            <a:extLst>
              <a:ext uri="{FF2B5EF4-FFF2-40B4-BE49-F238E27FC236}">
                <a16:creationId xmlns:a16="http://schemas.microsoft.com/office/drawing/2014/main" id="{20371D61-250F-B003-6D11-82596DB942B3}"/>
              </a:ext>
            </a:extLst>
          </p:cNvPr>
          <p:cNvGrpSpPr/>
          <p:nvPr/>
        </p:nvGrpSpPr>
        <p:grpSpPr>
          <a:xfrm>
            <a:off x="9652491" y="2986436"/>
            <a:ext cx="721206" cy="609701"/>
            <a:chOff x="9657972" y="90836"/>
            <a:chExt cx="721206" cy="609701"/>
          </a:xfrm>
        </p:grpSpPr>
        <p:sp>
          <p:nvSpPr>
            <p:cNvPr id="44" name="Rectangle 43">
              <a:hlinkHover r:id="" action="ppaction://noaction" highlightClick="1"/>
              <a:extLst>
                <a:ext uri="{FF2B5EF4-FFF2-40B4-BE49-F238E27FC236}">
                  <a16:creationId xmlns:a16="http://schemas.microsoft.com/office/drawing/2014/main" id="{BFFF85BF-7955-26F1-572B-0D76BA7A4ABD}"/>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45" name="Diamond 44">
              <a:extLst>
                <a:ext uri="{FF2B5EF4-FFF2-40B4-BE49-F238E27FC236}">
                  <a16:creationId xmlns:a16="http://schemas.microsoft.com/office/drawing/2014/main" id="{29F2A789-DD7A-4719-8AD9-DE3E4AC3F779}"/>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 name="Oval 46">
              <a:extLst>
                <a:ext uri="{FF2B5EF4-FFF2-40B4-BE49-F238E27FC236}">
                  <a16:creationId xmlns:a16="http://schemas.microsoft.com/office/drawing/2014/main" id="{DD839FB0-CFEA-C4EA-3242-DEFCB3095AC0}"/>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76653844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8168" y="173237"/>
            <a:ext cx="5803559"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Privilege Management</a:t>
            </a:r>
          </a:p>
        </p:txBody>
      </p:sp>
      <p:sp>
        <p:nvSpPr>
          <p:cNvPr id="72" name="Rectangle 71">
            <a:hlinkClick r:id="rId3" action="ppaction://hlinksldjump"/>
            <a:hlinkHover r:id="rId3" action="ppaction://hlinksldjump"/>
            <a:extLst>
              <a:ext uri="{FF2B5EF4-FFF2-40B4-BE49-F238E27FC236}">
                <a16:creationId xmlns:a16="http://schemas.microsoft.com/office/drawing/2014/main" id="{CCD4DF30-C560-48F8-BEE6-5504CEF3AE2B}"/>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4BBEC509-E3B7-4A33-BE21-D004F6ABE60F}"/>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F94F984E-4322-4B1D-B750-8DE0C2DFB4EE}"/>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D0763B81-5E44-4D89-BEFA-6772052B568B}"/>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1D373736-D5D0-42A9-ACB7-2CF7EC2A4AC9}"/>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B36BF1EE-8039-44F2-A41B-B63B4E0C09E4}"/>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331D8C7B-9636-4743-8D62-B7BA7B4B26A3}"/>
              </a:ext>
            </a:extLst>
          </p:cNvPr>
          <p:cNvSpPr/>
          <p:nvPr/>
        </p:nvSpPr>
        <p:spPr>
          <a:xfrm>
            <a:off x="4264726" y="5873750"/>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B764DD80-F4E7-42E1-9266-86709E26CDA5}"/>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007D62DD-D2A5-46D3-8F60-4F958DC768BE}"/>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79EF9E8C-727E-4EB6-8BFB-35B1736A3B9F}"/>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76CBE170-6F01-450E-BBC9-68E0613D2CC4}"/>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3572B73A-ED2C-4385-899A-70562DA814F5}"/>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BE16462D-520C-4CB4-AB02-20315E169F2D}"/>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81ED1DB2-4765-4393-B835-176DD9C55999}"/>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D475CD8D-F560-4FA5-9AA6-759825DB977C}"/>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61767013-0E70-4B30-95E5-3FA055200EDF}"/>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58954DA0-45D8-47E7-841C-FFAFCD4919CF}"/>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98" name="Rectangle 97">
            <a:hlinkClick r:id="rId20" action="ppaction://hlinksldjump"/>
            <a:hlinkHover r:id="rId20" action="ppaction://hlinksldjump"/>
            <a:extLst>
              <a:ext uri="{FF2B5EF4-FFF2-40B4-BE49-F238E27FC236}">
                <a16:creationId xmlns:a16="http://schemas.microsoft.com/office/drawing/2014/main" id="{2222A48F-9D34-4578-A55D-FC65489C4C22}"/>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2" name="Rectangle 1">
            <a:extLst>
              <a:ext uri="{FF2B5EF4-FFF2-40B4-BE49-F238E27FC236}">
                <a16:creationId xmlns:a16="http://schemas.microsoft.com/office/drawing/2014/main" id="{EBA9247F-64FE-1C14-46C9-AE00811D6816}"/>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8B0D4C82-328C-9B03-CDA2-FAACDD1CBE50}"/>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C67BC2D9-4BB6-AABA-366D-0F61176FA461}"/>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157363F3-03DC-C177-5433-D7DF42C5D3EB}"/>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60C18EA7-B332-72BB-3A96-890D04C7E440}"/>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1F3AE980-185A-5540-F647-75BAB4B4A116}"/>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5C8A3B97-B961-C574-5B9A-7CA01038E544}"/>
              </a:ext>
            </a:extLst>
          </p:cNvPr>
          <p:cNvGrpSpPr/>
          <p:nvPr/>
        </p:nvGrpSpPr>
        <p:grpSpPr>
          <a:xfrm>
            <a:off x="3779655" y="811556"/>
            <a:ext cx="721206" cy="609701"/>
            <a:chOff x="3779655" y="811556"/>
            <a:chExt cx="721206" cy="609701"/>
          </a:xfrm>
        </p:grpSpPr>
        <p:sp>
          <p:nvSpPr>
            <p:cNvPr id="25" name="Rectangle 24">
              <a:extLst>
                <a:ext uri="{FF2B5EF4-FFF2-40B4-BE49-F238E27FC236}">
                  <a16:creationId xmlns:a16="http://schemas.microsoft.com/office/drawing/2014/main" id="{06C1962E-5204-0252-4E60-19EDC6413101}"/>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6" name="Rectangle 25">
              <a:extLst>
                <a:ext uri="{FF2B5EF4-FFF2-40B4-BE49-F238E27FC236}">
                  <a16:creationId xmlns:a16="http://schemas.microsoft.com/office/drawing/2014/main" id="{CF2BA2E4-E8B5-20C1-DBFC-8C46493E7F2D}"/>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2" name="Oval 15">
              <a:extLst>
                <a:ext uri="{FF2B5EF4-FFF2-40B4-BE49-F238E27FC236}">
                  <a16:creationId xmlns:a16="http://schemas.microsoft.com/office/drawing/2014/main" id="{101FBBF5-F8D8-032C-D122-FA296C066339}"/>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0AA32E71-AAC2-7E6B-5835-4E2021B7A0CD}"/>
                </a:ext>
              </a:extLst>
            </p:cNvPr>
            <p:cNvCxnSpPr>
              <a:cxnSpLocks/>
              <a:stCxn id="32"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5" name="Straight Connector 34">
              <a:extLst>
                <a:ext uri="{FF2B5EF4-FFF2-40B4-BE49-F238E27FC236}">
                  <a16:creationId xmlns:a16="http://schemas.microsoft.com/office/drawing/2014/main" id="{6C727595-3952-9076-F7B6-10C74ACF4301}"/>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6" name="Group 35">
            <a:extLst>
              <a:ext uri="{FF2B5EF4-FFF2-40B4-BE49-F238E27FC236}">
                <a16:creationId xmlns:a16="http://schemas.microsoft.com/office/drawing/2014/main" id="{1E2C0D23-2A15-6D40-C36E-3E208F29B306}"/>
              </a:ext>
            </a:extLst>
          </p:cNvPr>
          <p:cNvGrpSpPr/>
          <p:nvPr/>
        </p:nvGrpSpPr>
        <p:grpSpPr>
          <a:xfrm>
            <a:off x="7959195" y="3698231"/>
            <a:ext cx="721206" cy="609701"/>
            <a:chOff x="7959195" y="3698231"/>
            <a:chExt cx="721206" cy="609701"/>
          </a:xfrm>
        </p:grpSpPr>
        <p:sp>
          <p:nvSpPr>
            <p:cNvPr id="39" name="Rectangle 38">
              <a:hlinkHover r:id="" action="ppaction://noaction" highlightClick="1"/>
              <a:extLst>
                <a:ext uri="{FF2B5EF4-FFF2-40B4-BE49-F238E27FC236}">
                  <a16:creationId xmlns:a16="http://schemas.microsoft.com/office/drawing/2014/main" id="{5D076AE9-B10E-586F-A9FE-C6BFEA783E30}"/>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40" name="Oval 39">
              <a:extLst>
                <a:ext uri="{FF2B5EF4-FFF2-40B4-BE49-F238E27FC236}">
                  <a16:creationId xmlns:a16="http://schemas.microsoft.com/office/drawing/2014/main" id="{AD8DA577-83DF-D134-6F26-04694EF67957}"/>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 name="Isosceles Triangle 648">
              <a:extLst>
                <a:ext uri="{FF2B5EF4-FFF2-40B4-BE49-F238E27FC236}">
                  <a16:creationId xmlns:a16="http://schemas.microsoft.com/office/drawing/2014/main" id="{A8EB308B-B4EF-F155-B5C4-1CC52D1EC8B1}"/>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 name="Group 55">
            <a:extLst>
              <a:ext uri="{FF2B5EF4-FFF2-40B4-BE49-F238E27FC236}">
                <a16:creationId xmlns:a16="http://schemas.microsoft.com/office/drawing/2014/main" id="{A9ABF3C8-AFDE-AEEE-C62F-1D60F7311005}"/>
              </a:ext>
            </a:extLst>
          </p:cNvPr>
          <p:cNvGrpSpPr/>
          <p:nvPr/>
        </p:nvGrpSpPr>
        <p:grpSpPr>
          <a:xfrm>
            <a:off x="5448056" y="1532276"/>
            <a:ext cx="721206" cy="609701"/>
            <a:chOff x="5448056" y="1532276"/>
            <a:chExt cx="721206" cy="609701"/>
          </a:xfrm>
        </p:grpSpPr>
        <p:sp>
          <p:nvSpPr>
            <p:cNvPr id="61" name="Rectangle 60">
              <a:extLst>
                <a:ext uri="{FF2B5EF4-FFF2-40B4-BE49-F238E27FC236}">
                  <a16:creationId xmlns:a16="http://schemas.microsoft.com/office/drawing/2014/main" id="{FAFF4785-3E37-EA32-8112-73DFA87AA33D}"/>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62" name="Rectangle 61">
              <a:extLst>
                <a:ext uri="{FF2B5EF4-FFF2-40B4-BE49-F238E27FC236}">
                  <a16:creationId xmlns:a16="http://schemas.microsoft.com/office/drawing/2014/main" id="{D5BCF16D-703C-7A38-E279-5372132B2BF9}"/>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 name="Oval 15">
              <a:extLst>
                <a:ext uri="{FF2B5EF4-FFF2-40B4-BE49-F238E27FC236}">
                  <a16:creationId xmlns:a16="http://schemas.microsoft.com/office/drawing/2014/main" id="{E419EB53-AB5E-84DD-857A-23DAFAF0CA0C}"/>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4" name="Straight Connector 63">
              <a:extLst>
                <a:ext uri="{FF2B5EF4-FFF2-40B4-BE49-F238E27FC236}">
                  <a16:creationId xmlns:a16="http://schemas.microsoft.com/office/drawing/2014/main" id="{B285B75C-C97F-D2E8-769A-D59A776ADD6C}"/>
                </a:ext>
              </a:extLst>
            </p:cNvPr>
            <p:cNvCxnSpPr>
              <a:cxnSpLocks/>
              <a:stCxn id="63"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5" name="Straight Connector 64">
              <a:extLst>
                <a:ext uri="{FF2B5EF4-FFF2-40B4-BE49-F238E27FC236}">
                  <a16:creationId xmlns:a16="http://schemas.microsoft.com/office/drawing/2014/main" id="{2C4BE21F-3853-4AC6-9F6E-1CC3814F3F92}"/>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6" name="Group 65">
            <a:extLst>
              <a:ext uri="{FF2B5EF4-FFF2-40B4-BE49-F238E27FC236}">
                <a16:creationId xmlns:a16="http://schemas.microsoft.com/office/drawing/2014/main" id="{AB31AE2D-9BB0-833A-A392-C64E8EBB6776}"/>
              </a:ext>
            </a:extLst>
          </p:cNvPr>
          <p:cNvGrpSpPr/>
          <p:nvPr/>
        </p:nvGrpSpPr>
        <p:grpSpPr>
          <a:xfrm>
            <a:off x="6284565" y="1532276"/>
            <a:ext cx="721206" cy="609701"/>
            <a:chOff x="6284565" y="1532276"/>
            <a:chExt cx="721206" cy="609701"/>
          </a:xfrm>
        </p:grpSpPr>
        <p:sp>
          <p:nvSpPr>
            <p:cNvPr id="89" name="Rectangle 88">
              <a:extLst>
                <a:ext uri="{FF2B5EF4-FFF2-40B4-BE49-F238E27FC236}">
                  <a16:creationId xmlns:a16="http://schemas.microsoft.com/office/drawing/2014/main" id="{DAC0C322-FA24-AAE3-D3A7-DF8804F2C2F7}"/>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90" name="Rectangle 89">
              <a:extLst>
                <a:ext uri="{FF2B5EF4-FFF2-40B4-BE49-F238E27FC236}">
                  <a16:creationId xmlns:a16="http://schemas.microsoft.com/office/drawing/2014/main" id="{7F324412-0B07-420E-51CA-DEC35972D453}"/>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 name="Oval 15">
              <a:extLst>
                <a:ext uri="{FF2B5EF4-FFF2-40B4-BE49-F238E27FC236}">
                  <a16:creationId xmlns:a16="http://schemas.microsoft.com/office/drawing/2014/main" id="{4F85CB4B-23CF-E7BC-4CEF-20481CB9B54A}"/>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 name="Straight Connector 91">
              <a:extLst>
                <a:ext uri="{FF2B5EF4-FFF2-40B4-BE49-F238E27FC236}">
                  <a16:creationId xmlns:a16="http://schemas.microsoft.com/office/drawing/2014/main" id="{5487CB57-07BD-6E08-4EDB-1677D9718F79}"/>
                </a:ext>
              </a:extLst>
            </p:cNvPr>
            <p:cNvCxnSpPr>
              <a:cxnSpLocks/>
              <a:stCxn id="91"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3" name="Straight Connector 92">
              <a:extLst>
                <a:ext uri="{FF2B5EF4-FFF2-40B4-BE49-F238E27FC236}">
                  <a16:creationId xmlns:a16="http://schemas.microsoft.com/office/drawing/2014/main" id="{A0EBEDCF-41A4-0659-0ABE-35C413D069D8}"/>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 name="Group 93">
            <a:extLst>
              <a:ext uri="{FF2B5EF4-FFF2-40B4-BE49-F238E27FC236}">
                <a16:creationId xmlns:a16="http://schemas.microsoft.com/office/drawing/2014/main" id="{CE446605-F936-21E6-503A-9B6072E12DE3}"/>
              </a:ext>
            </a:extLst>
          </p:cNvPr>
          <p:cNvGrpSpPr/>
          <p:nvPr/>
        </p:nvGrpSpPr>
        <p:grpSpPr>
          <a:xfrm>
            <a:off x="7121069" y="1532276"/>
            <a:ext cx="721206" cy="609701"/>
            <a:chOff x="7121069" y="1532276"/>
            <a:chExt cx="721206" cy="609701"/>
          </a:xfrm>
        </p:grpSpPr>
        <p:sp>
          <p:nvSpPr>
            <p:cNvPr id="95" name="Rectangle 94">
              <a:extLst>
                <a:ext uri="{FF2B5EF4-FFF2-40B4-BE49-F238E27FC236}">
                  <a16:creationId xmlns:a16="http://schemas.microsoft.com/office/drawing/2014/main" id="{9D4EB788-1845-BC0C-C84D-FF05E8C55777}"/>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96" name="Rectangle 95">
              <a:extLst>
                <a:ext uri="{FF2B5EF4-FFF2-40B4-BE49-F238E27FC236}">
                  <a16:creationId xmlns:a16="http://schemas.microsoft.com/office/drawing/2014/main" id="{C89E2F3A-1181-4500-A700-7FE6D3960B93}"/>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 name="Oval 15">
              <a:extLst>
                <a:ext uri="{FF2B5EF4-FFF2-40B4-BE49-F238E27FC236}">
                  <a16:creationId xmlns:a16="http://schemas.microsoft.com/office/drawing/2014/main" id="{31CD4418-4958-8983-D652-B6A567193F57}"/>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9" name="Straight Connector 98">
              <a:extLst>
                <a:ext uri="{FF2B5EF4-FFF2-40B4-BE49-F238E27FC236}">
                  <a16:creationId xmlns:a16="http://schemas.microsoft.com/office/drawing/2014/main" id="{F6D029DE-AE8A-D815-BCA7-EFADE1D5A51D}"/>
                </a:ext>
              </a:extLst>
            </p:cNvPr>
            <p:cNvCxnSpPr>
              <a:cxnSpLocks/>
              <a:stCxn id="97"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0" name="Straight Connector 99">
              <a:extLst>
                <a:ext uri="{FF2B5EF4-FFF2-40B4-BE49-F238E27FC236}">
                  <a16:creationId xmlns:a16="http://schemas.microsoft.com/office/drawing/2014/main" id="{8479E0EB-8392-8298-D42E-F2FB7BBADF41}"/>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1" name="Group 100">
            <a:extLst>
              <a:ext uri="{FF2B5EF4-FFF2-40B4-BE49-F238E27FC236}">
                <a16:creationId xmlns:a16="http://schemas.microsoft.com/office/drawing/2014/main" id="{A8B9547C-BA06-EC14-78D7-8CDBCA8EE26D}"/>
              </a:ext>
            </a:extLst>
          </p:cNvPr>
          <p:cNvGrpSpPr/>
          <p:nvPr/>
        </p:nvGrpSpPr>
        <p:grpSpPr>
          <a:xfrm>
            <a:off x="3775045" y="1532276"/>
            <a:ext cx="721206" cy="609701"/>
            <a:chOff x="3775045" y="1532276"/>
            <a:chExt cx="721206" cy="609701"/>
          </a:xfrm>
        </p:grpSpPr>
        <p:sp>
          <p:nvSpPr>
            <p:cNvPr id="102" name="Rectangle 101">
              <a:extLst>
                <a:ext uri="{FF2B5EF4-FFF2-40B4-BE49-F238E27FC236}">
                  <a16:creationId xmlns:a16="http://schemas.microsoft.com/office/drawing/2014/main" id="{70C0F23D-4540-EA3D-9AD3-F58F8EBED082}"/>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03" name="Right Triangle 102">
              <a:extLst>
                <a:ext uri="{FF2B5EF4-FFF2-40B4-BE49-F238E27FC236}">
                  <a16:creationId xmlns:a16="http://schemas.microsoft.com/office/drawing/2014/main" id="{B242F05D-6AB1-2188-285F-99560B83793D}"/>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4" name="Group 103">
              <a:extLst>
                <a:ext uri="{FF2B5EF4-FFF2-40B4-BE49-F238E27FC236}">
                  <a16:creationId xmlns:a16="http://schemas.microsoft.com/office/drawing/2014/main" id="{6199D016-4000-8747-24C4-1FB8A8C42F09}"/>
                </a:ext>
              </a:extLst>
            </p:cNvPr>
            <p:cNvGrpSpPr/>
            <p:nvPr/>
          </p:nvGrpSpPr>
          <p:grpSpPr>
            <a:xfrm>
              <a:off x="4440495" y="1542936"/>
              <a:ext cx="37817" cy="61390"/>
              <a:chOff x="3883481" y="2057400"/>
              <a:chExt cx="1608363" cy="2652031"/>
            </a:xfrm>
            <a:solidFill>
              <a:srgbClr val="A6A6A6">
                <a:alpha val="20000"/>
              </a:srgbClr>
            </a:solidFill>
          </p:grpSpPr>
          <p:sp>
            <p:nvSpPr>
              <p:cNvPr id="105" name="Oval 27">
                <a:extLst>
                  <a:ext uri="{FF2B5EF4-FFF2-40B4-BE49-F238E27FC236}">
                    <a16:creationId xmlns:a16="http://schemas.microsoft.com/office/drawing/2014/main" id="{58219909-36BB-1140-A280-B3AAF19A574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 name="Oval 28">
                <a:extLst>
                  <a:ext uri="{FF2B5EF4-FFF2-40B4-BE49-F238E27FC236}">
                    <a16:creationId xmlns:a16="http://schemas.microsoft.com/office/drawing/2014/main" id="{67831F62-A987-5385-A25A-72887C78DC0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0" name="Group 119">
            <a:extLst>
              <a:ext uri="{FF2B5EF4-FFF2-40B4-BE49-F238E27FC236}">
                <a16:creationId xmlns:a16="http://schemas.microsoft.com/office/drawing/2014/main" id="{50711222-93B9-1A97-C9DF-3FC82DCFF972}"/>
              </a:ext>
            </a:extLst>
          </p:cNvPr>
          <p:cNvGrpSpPr/>
          <p:nvPr/>
        </p:nvGrpSpPr>
        <p:grpSpPr>
          <a:xfrm>
            <a:off x="4611552" y="1532276"/>
            <a:ext cx="721206" cy="609701"/>
            <a:chOff x="4611552" y="1532276"/>
            <a:chExt cx="721206" cy="609701"/>
          </a:xfrm>
        </p:grpSpPr>
        <p:sp>
          <p:nvSpPr>
            <p:cNvPr id="121" name="Rectangle 120">
              <a:extLst>
                <a:ext uri="{FF2B5EF4-FFF2-40B4-BE49-F238E27FC236}">
                  <a16:creationId xmlns:a16="http://schemas.microsoft.com/office/drawing/2014/main" id="{DE04C1BA-4A61-0473-9884-F3220A51F66A}"/>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22" name="Right Triangle 121">
              <a:extLst>
                <a:ext uri="{FF2B5EF4-FFF2-40B4-BE49-F238E27FC236}">
                  <a16:creationId xmlns:a16="http://schemas.microsoft.com/office/drawing/2014/main" id="{DF3B2042-2B30-13C8-9B65-20D6BAEB974C}"/>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3" name="Group 122">
              <a:extLst>
                <a:ext uri="{FF2B5EF4-FFF2-40B4-BE49-F238E27FC236}">
                  <a16:creationId xmlns:a16="http://schemas.microsoft.com/office/drawing/2014/main" id="{E5060FE8-E4C6-D927-E983-89E7620DAB95}"/>
                </a:ext>
              </a:extLst>
            </p:cNvPr>
            <p:cNvGrpSpPr/>
            <p:nvPr/>
          </p:nvGrpSpPr>
          <p:grpSpPr>
            <a:xfrm>
              <a:off x="5276135" y="1542936"/>
              <a:ext cx="37817" cy="61390"/>
              <a:chOff x="3883481" y="2057400"/>
              <a:chExt cx="1608363" cy="2652031"/>
            </a:xfrm>
            <a:solidFill>
              <a:srgbClr val="A6A6A6">
                <a:alpha val="20000"/>
              </a:srgbClr>
            </a:solidFill>
          </p:grpSpPr>
          <p:sp>
            <p:nvSpPr>
              <p:cNvPr id="124" name="Oval 27">
                <a:extLst>
                  <a:ext uri="{FF2B5EF4-FFF2-40B4-BE49-F238E27FC236}">
                    <a16:creationId xmlns:a16="http://schemas.microsoft.com/office/drawing/2014/main" id="{F24BB9B3-1169-9128-DB7F-004828F7C00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5" name="Oval 28">
                <a:extLst>
                  <a:ext uri="{FF2B5EF4-FFF2-40B4-BE49-F238E27FC236}">
                    <a16:creationId xmlns:a16="http://schemas.microsoft.com/office/drawing/2014/main" id="{D85D0420-DF41-30B4-32EF-B9B10813E10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15" name="Group 314">
            <a:extLst>
              <a:ext uri="{FF2B5EF4-FFF2-40B4-BE49-F238E27FC236}">
                <a16:creationId xmlns:a16="http://schemas.microsoft.com/office/drawing/2014/main" id="{5653D297-6DFD-0FFD-3DED-A5B3FFA818BF}"/>
              </a:ext>
            </a:extLst>
          </p:cNvPr>
          <p:cNvGrpSpPr/>
          <p:nvPr/>
        </p:nvGrpSpPr>
        <p:grpSpPr>
          <a:xfrm>
            <a:off x="2938537" y="1532271"/>
            <a:ext cx="721206" cy="610042"/>
            <a:chOff x="2938537" y="1532271"/>
            <a:chExt cx="721206" cy="610042"/>
          </a:xfrm>
        </p:grpSpPr>
        <p:sp>
          <p:nvSpPr>
            <p:cNvPr id="419" name="Rectangle 418">
              <a:extLst>
                <a:ext uri="{FF2B5EF4-FFF2-40B4-BE49-F238E27FC236}">
                  <a16:creationId xmlns:a16="http://schemas.microsoft.com/office/drawing/2014/main" id="{94050D53-2CEE-94C7-2D08-1878886D87CB}"/>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48" name="Right Triangle 447">
              <a:extLst>
                <a:ext uri="{FF2B5EF4-FFF2-40B4-BE49-F238E27FC236}">
                  <a16:creationId xmlns:a16="http://schemas.microsoft.com/office/drawing/2014/main" id="{0B168168-BC8A-093B-A612-781EAAEADC74}"/>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9" name="Oval 27">
              <a:extLst>
                <a:ext uri="{FF2B5EF4-FFF2-40B4-BE49-F238E27FC236}">
                  <a16:creationId xmlns:a16="http://schemas.microsoft.com/office/drawing/2014/main" id="{325F87A2-82BC-6201-40A2-5D7FFD730E83}"/>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0" name="Oval 28">
              <a:extLst>
                <a:ext uri="{FF2B5EF4-FFF2-40B4-BE49-F238E27FC236}">
                  <a16:creationId xmlns:a16="http://schemas.microsoft.com/office/drawing/2014/main" id="{513F5A97-13A1-87CE-A7D2-260D3BC13621}"/>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2" name="Group 461">
            <a:extLst>
              <a:ext uri="{FF2B5EF4-FFF2-40B4-BE49-F238E27FC236}">
                <a16:creationId xmlns:a16="http://schemas.microsoft.com/office/drawing/2014/main" id="{73B6371E-DA48-7311-087A-3E1096E4B20D}"/>
              </a:ext>
            </a:extLst>
          </p:cNvPr>
          <p:cNvGrpSpPr/>
          <p:nvPr/>
        </p:nvGrpSpPr>
        <p:grpSpPr>
          <a:xfrm>
            <a:off x="7959200" y="2974054"/>
            <a:ext cx="721206" cy="609701"/>
            <a:chOff x="7959200" y="2974054"/>
            <a:chExt cx="721206" cy="609701"/>
          </a:xfrm>
        </p:grpSpPr>
        <p:sp>
          <p:nvSpPr>
            <p:cNvPr id="463" name="Rectangle 462">
              <a:hlinkHover r:id="" action="ppaction://noaction" highlightClick="1"/>
              <a:extLst>
                <a:ext uri="{FF2B5EF4-FFF2-40B4-BE49-F238E27FC236}">
                  <a16:creationId xmlns:a16="http://schemas.microsoft.com/office/drawing/2014/main" id="{364941F3-F36D-17F9-1D0F-95E02886045B}"/>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64" name="Diamond 463">
              <a:extLst>
                <a:ext uri="{FF2B5EF4-FFF2-40B4-BE49-F238E27FC236}">
                  <a16:creationId xmlns:a16="http://schemas.microsoft.com/office/drawing/2014/main" id="{F27C9A52-C16B-429F-D38E-8D8A24462AB5}"/>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5" name="Oval 464">
              <a:extLst>
                <a:ext uri="{FF2B5EF4-FFF2-40B4-BE49-F238E27FC236}">
                  <a16:creationId xmlns:a16="http://schemas.microsoft.com/office/drawing/2014/main" id="{56E5390E-5877-0FE6-BA9A-576201E8FD3C}"/>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6" name="Group 465">
            <a:extLst>
              <a:ext uri="{FF2B5EF4-FFF2-40B4-BE49-F238E27FC236}">
                <a16:creationId xmlns:a16="http://schemas.microsoft.com/office/drawing/2014/main" id="{1F92EF4C-F696-69FF-3927-B85448B01A7C}"/>
              </a:ext>
            </a:extLst>
          </p:cNvPr>
          <p:cNvGrpSpPr/>
          <p:nvPr/>
        </p:nvGrpSpPr>
        <p:grpSpPr>
          <a:xfrm>
            <a:off x="8795244" y="2974054"/>
            <a:ext cx="721206" cy="609701"/>
            <a:chOff x="8795244" y="2974054"/>
            <a:chExt cx="721206" cy="609701"/>
          </a:xfrm>
        </p:grpSpPr>
        <p:sp>
          <p:nvSpPr>
            <p:cNvPr id="467" name="Rectangle 466">
              <a:hlinkHover r:id="" action="ppaction://noaction" highlightClick="1"/>
              <a:extLst>
                <a:ext uri="{FF2B5EF4-FFF2-40B4-BE49-F238E27FC236}">
                  <a16:creationId xmlns:a16="http://schemas.microsoft.com/office/drawing/2014/main" id="{F6E6E7E0-F7D8-B477-EA59-1E72034E54DA}"/>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68" name="Diamond 467">
              <a:extLst>
                <a:ext uri="{FF2B5EF4-FFF2-40B4-BE49-F238E27FC236}">
                  <a16:creationId xmlns:a16="http://schemas.microsoft.com/office/drawing/2014/main" id="{CEAB7B5C-6292-AE5F-A990-14D101B4DEFA}"/>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9" name="Oval 468">
              <a:extLst>
                <a:ext uri="{FF2B5EF4-FFF2-40B4-BE49-F238E27FC236}">
                  <a16:creationId xmlns:a16="http://schemas.microsoft.com/office/drawing/2014/main" id="{F15993BB-C5B5-60B0-D690-6E0DC54DAFCB}"/>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82" name="Group 481">
            <a:extLst>
              <a:ext uri="{FF2B5EF4-FFF2-40B4-BE49-F238E27FC236}">
                <a16:creationId xmlns:a16="http://schemas.microsoft.com/office/drawing/2014/main" id="{B41B1C39-6600-52A6-A033-3368F875E391}"/>
              </a:ext>
            </a:extLst>
          </p:cNvPr>
          <p:cNvGrpSpPr/>
          <p:nvPr/>
        </p:nvGrpSpPr>
        <p:grpSpPr>
          <a:xfrm>
            <a:off x="6284597" y="811555"/>
            <a:ext cx="721206" cy="609701"/>
            <a:chOff x="6284597" y="811555"/>
            <a:chExt cx="721206" cy="609701"/>
          </a:xfrm>
        </p:grpSpPr>
        <p:sp>
          <p:nvSpPr>
            <p:cNvPr id="483" name="Rectangle 482">
              <a:hlinkHover r:id="" action="ppaction://noaction" highlightClick="1"/>
              <a:extLst>
                <a:ext uri="{FF2B5EF4-FFF2-40B4-BE49-F238E27FC236}">
                  <a16:creationId xmlns:a16="http://schemas.microsoft.com/office/drawing/2014/main" id="{8903E3E4-EB7D-4A57-2C99-F624A4DD19CA}"/>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84" name="Right Triangle 483">
              <a:extLst>
                <a:ext uri="{FF2B5EF4-FFF2-40B4-BE49-F238E27FC236}">
                  <a16:creationId xmlns:a16="http://schemas.microsoft.com/office/drawing/2014/main" id="{9A24CFED-BA0C-7051-39FD-0C37BA195CF7}"/>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5" name="Oval 27">
              <a:extLst>
                <a:ext uri="{FF2B5EF4-FFF2-40B4-BE49-F238E27FC236}">
                  <a16:creationId xmlns:a16="http://schemas.microsoft.com/office/drawing/2014/main" id="{64C0A84E-7800-31B4-B005-C2F95FF441C8}"/>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6" name="Oval 28">
              <a:extLst>
                <a:ext uri="{FF2B5EF4-FFF2-40B4-BE49-F238E27FC236}">
                  <a16:creationId xmlns:a16="http://schemas.microsoft.com/office/drawing/2014/main" id="{A913DF8A-5666-4CFF-F0B7-BE9A398C3D98}"/>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2" name="Group 491">
            <a:extLst>
              <a:ext uri="{FF2B5EF4-FFF2-40B4-BE49-F238E27FC236}">
                <a16:creationId xmlns:a16="http://schemas.microsoft.com/office/drawing/2014/main" id="{1A9FAADB-49B1-FF58-086C-2019029662DF}"/>
              </a:ext>
            </a:extLst>
          </p:cNvPr>
          <p:cNvGrpSpPr/>
          <p:nvPr/>
        </p:nvGrpSpPr>
        <p:grpSpPr>
          <a:xfrm>
            <a:off x="7957576" y="811556"/>
            <a:ext cx="721206" cy="609701"/>
            <a:chOff x="7957576" y="811556"/>
            <a:chExt cx="721206" cy="609701"/>
          </a:xfrm>
        </p:grpSpPr>
        <p:sp>
          <p:nvSpPr>
            <p:cNvPr id="493" name="Rectangle 492">
              <a:extLst>
                <a:ext uri="{FF2B5EF4-FFF2-40B4-BE49-F238E27FC236}">
                  <a16:creationId xmlns:a16="http://schemas.microsoft.com/office/drawing/2014/main" id="{C77E5726-F746-B580-8521-D9BA83F7CB4C}"/>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94" name="Rectangle 493">
              <a:extLst>
                <a:ext uri="{FF2B5EF4-FFF2-40B4-BE49-F238E27FC236}">
                  <a16:creationId xmlns:a16="http://schemas.microsoft.com/office/drawing/2014/main" id="{C5AD720A-97E6-BEB6-4F02-E3C90C5B2C22}"/>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5" name="Oval 15">
              <a:extLst>
                <a:ext uri="{FF2B5EF4-FFF2-40B4-BE49-F238E27FC236}">
                  <a16:creationId xmlns:a16="http://schemas.microsoft.com/office/drawing/2014/main" id="{BF89BCA1-F176-1737-6311-C702446FC5A9}"/>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96" name="Straight Connector 495">
              <a:extLst>
                <a:ext uri="{FF2B5EF4-FFF2-40B4-BE49-F238E27FC236}">
                  <a16:creationId xmlns:a16="http://schemas.microsoft.com/office/drawing/2014/main" id="{FB5F2A5D-BD62-9040-D511-61873ED906D6}"/>
                </a:ext>
              </a:extLst>
            </p:cNvPr>
            <p:cNvCxnSpPr>
              <a:cxnSpLocks/>
              <a:stCxn id="495"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7" name="Straight Connector 496">
              <a:extLst>
                <a:ext uri="{FF2B5EF4-FFF2-40B4-BE49-F238E27FC236}">
                  <a16:creationId xmlns:a16="http://schemas.microsoft.com/office/drawing/2014/main" id="{BD4F414D-4650-4238-611D-15DB4982974D}"/>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10" name="Group 509">
            <a:extLst>
              <a:ext uri="{FF2B5EF4-FFF2-40B4-BE49-F238E27FC236}">
                <a16:creationId xmlns:a16="http://schemas.microsoft.com/office/drawing/2014/main" id="{E6BC87E9-0707-34E2-E2C4-9CE47D2E3226}"/>
              </a:ext>
            </a:extLst>
          </p:cNvPr>
          <p:cNvGrpSpPr/>
          <p:nvPr/>
        </p:nvGrpSpPr>
        <p:grpSpPr>
          <a:xfrm>
            <a:off x="11356243" y="3694774"/>
            <a:ext cx="721206" cy="609701"/>
            <a:chOff x="11356243" y="3694774"/>
            <a:chExt cx="721206" cy="609701"/>
          </a:xfrm>
        </p:grpSpPr>
        <p:sp>
          <p:nvSpPr>
            <p:cNvPr id="511" name="Rectangle 510">
              <a:hlinkHover r:id="" action="ppaction://noaction" highlightClick="1"/>
              <a:extLst>
                <a:ext uri="{FF2B5EF4-FFF2-40B4-BE49-F238E27FC236}">
                  <a16:creationId xmlns:a16="http://schemas.microsoft.com/office/drawing/2014/main" id="{30E1AF26-DBB1-C9FC-A7F5-80FE7BF14CDB}"/>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12" name="Oval 511">
              <a:extLst>
                <a:ext uri="{FF2B5EF4-FFF2-40B4-BE49-F238E27FC236}">
                  <a16:creationId xmlns:a16="http://schemas.microsoft.com/office/drawing/2014/main" id="{A6FFF0D4-FAE4-1EEB-8683-5AFE1900E2D1}"/>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3" name="Isosceles Triangle 648">
              <a:extLst>
                <a:ext uri="{FF2B5EF4-FFF2-40B4-BE49-F238E27FC236}">
                  <a16:creationId xmlns:a16="http://schemas.microsoft.com/office/drawing/2014/main" id="{2A196DCF-7049-1583-02B9-8A4F32A8BD9B}"/>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4" name="Group 513">
            <a:extLst>
              <a:ext uri="{FF2B5EF4-FFF2-40B4-BE49-F238E27FC236}">
                <a16:creationId xmlns:a16="http://schemas.microsoft.com/office/drawing/2014/main" id="{703AD07E-C677-26F9-4596-99B50E52B9E5}"/>
              </a:ext>
            </a:extLst>
          </p:cNvPr>
          <p:cNvGrpSpPr/>
          <p:nvPr/>
        </p:nvGrpSpPr>
        <p:grpSpPr>
          <a:xfrm>
            <a:off x="9657691" y="4419624"/>
            <a:ext cx="721206" cy="609701"/>
            <a:chOff x="9657691" y="4419624"/>
            <a:chExt cx="721206" cy="609701"/>
          </a:xfrm>
        </p:grpSpPr>
        <p:sp>
          <p:nvSpPr>
            <p:cNvPr id="515" name="Rectangle 514">
              <a:hlinkHover r:id="" action="ppaction://noaction" highlightClick="1"/>
              <a:extLst>
                <a:ext uri="{FF2B5EF4-FFF2-40B4-BE49-F238E27FC236}">
                  <a16:creationId xmlns:a16="http://schemas.microsoft.com/office/drawing/2014/main" id="{115DAADE-497B-1C92-E9D4-9B8F69BC1917}"/>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16" name="Oval 515">
              <a:extLst>
                <a:ext uri="{FF2B5EF4-FFF2-40B4-BE49-F238E27FC236}">
                  <a16:creationId xmlns:a16="http://schemas.microsoft.com/office/drawing/2014/main" id="{D68EDA9A-1DC1-4520-4140-1084D03FC63D}"/>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7" name="Isosceles Triangle 648">
              <a:extLst>
                <a:ext uri="{FF2B5EF4-FFF2-40B4-BE49-F238E27FC236}">
                  <a16:creationId xmlns:a16="http://schemas.microsoft.com/office/drawing/2014/main" id="{2E9B18C4-F26A-42C5-E9AA-D8BC4F99FB26}"/>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8" name="Group 517">
            <a:extLst>
              <a:ext uri="{FF2B5EF4-FFF2-40B4-BE49-F238E27FC236}">
                <a16:creationId xmlns:a16="http://schemas.microsoft.com/office/drawing/2014/main" id="{D8D28DF5-3B8C-9917-267E-278DF715D5BB}"/>
              </a:ext>
            </a:extLst>
          </p:cNvPr>
          <p:cNvGrpSpPr/>
          <p:nvPr/>
        </p:nvGrpSpPr>
        <p:grpSpPr>
          <a:xfrm>
            <a:off x="10506968" y="4419620"/>
            <a:ext cx="721206" cy="609701"/>
            <a:chOff x="10506968" y="4419620"/>
            <a:chExt cx="721206" cy="609701"/>
          </a:xfrm>
        </p:grpSpPr>
        <p:sp>
          <p:nvSpPr>
            <p:cNvPr id="519" name="Rectangle 518">
              <a:hlinkHover r:id="" action="ppaction://noaction" highlightClick="1"/>
              <a:extLst>
                <a:ext uri="{FF2B5EF4-FFF2-40B4-BE49-F238E27FC236}">
                  <a16:creationId xmlns:a16="http://schemas.microsoft.com/office/drawing/2014/main" id="{D914D794-2383-D7D6-7E04-B8503895E912}"/>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20" name="Oval 519">
              <a:extLst>
                <a:ext uri="{FF2B5EF4-FFF2-40B4-BE49-F238E27FC236}">
                  <a16:creationId xmlns:a16="http://schemas.microsoft.com/office/drawing/2014/main" id="{C5EC7605-0625-9C08-928F-24F462CA0B25}"/>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1" name="Isosceles Triangle 648">
              <a:extLst>
                <a:ext uri="{FF2B5EF4-FFF2-40B4-BE49-F238E27FC236}">
                  <a16:creationId xmlns:a16="http://schemas.microsoft.com/office/drawing/2014/main" id="{EBC6CECB-C8E5-36D8-70F5-96BF358DBC00}"/>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2" name="Group 521">
            <a:extLst>
              <a:ext uri="{FF2B5EF4-FFF2-40B4-BE49-F238E27FC236}">
                <a16:creationId xmlns:a16="http://schemas.microsoft.com/office/drawing/2014/main" id="{F8E018D7-3189-B1E7-8BD3-DF05D1F9C9B8}"/>
              </a:ext>
            </a:extLst>
          </p:cNvPr>
          <p:cNvGrpSpPr/>
          <p:nvPr/>
        </p:nvGrpSpPr>
        <p:grpSpPr>
          <a:xfrm>
            <a:off x="11356003" y="4416261"/>
            <a:ext cx="721206" cy="609701"/>
            <a:chOff x="11356003" y="4416261"/>
            <a:chExt cx="721206" cy="609701"/>
          </a:xfrm>
        </p:grpSpPr>
        <p:sp>
          <p:nvSpPr>
            <p:cNvPr id="523" name="Rectangle 522">
              <a:hlinkHover r:id="" action="ppaction://noaction" highlightClick="1"/>
              <a:extLst>
                <a:ext uri="{FF2B5EF4-FFF2-40B4-BE49-F238E27FC236}">
                  <a16:creationId xmlns:a16="http://schemas.microsoft.com/office/drawing/2014/main" id="{10D2C0C4-FAAC-8D18-B61C-1A5AED12CFA1}"/>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24" name="Oval 523">
              <a:extLst>
                <a:ext uri="{FF2B5EF4-FFF2-40B4-BE49-F238E27FC236}">
                  <a16:creationId xmlns:a16="http://schemas.microsoft.com/office/drawing/2014/main" id="{BF270FD5-278D-936C-5035-3CA51DF23D33}"/>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5" name="Isosceles Triangle 648">
              <a:extLst>
                <a:ext uri="{FF2B5EF4-FFF2-40B4-BE49-F238E27FC236}">
                  <a16:creationId xmlns:a16="http://schemas.microsoft.com/office/drawing/2014/main" id="{AA1F482B-B5D0-7408-5A69-82B9B140D1BC}"/>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6" name="Group 525">
            <a:extLst>
              <a:ext uri="{FF2B5EF4-FFF2-40B4-BE49-F238E27FC236}">
                <a16:creationId xmlns:a16="http://schemas.microsoft.com/office/drawing/2014/main" id="{C75009F9-5044-940A-EC70-A6B9C98E736E}"/>
              </a:ext>
            </a:extLst>
          </p:cNvPr>
          <p:cNvGrpSpPr/>
          <p:nvPr/>
        </p:nvGrpSpPr>
        <p:grpSpPr>
          <a:xfrm>
            <a:off x="8808526" y="4416261"/>
            <a:ext cx="721206" cy="609701"/>
            <a:chOff x="8808526" y="4416261"/>
            <a:chExt cx="721206" cy="609701"/>
          </a:xfrm>
        </p:grpSpPr>
        <p:sp>
          <p:nvSpPr>
            <p:cNvPr id="527" name="Rectangle 526">
              <a:hlinkHover r:id="" action="ppaction://noaction" highlightClick="1"/>
              <a:extLst>
                <a:ext uri="{FF2B5EF4-FFF2-40B4-BE49-F238E27FC236}">
                  <a16:creationId xmlns:a16="http://schemas.microsoft.com/office/drawing/2014/main" id="{1A08B300-14D0-1FA4-A9C0-5D08DC1EC718}"/>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28" name="Oval 527">
              <a:extLst>
                <a:ext uri="{FF2B5EF4-FFF2-40B4-BE49-F238E27FC236}">
                  <a16:creationId xmlns:a16="http://schemas.microsoft.com/office/drawing/2014/main" id="{8B563FA3-773C-9F6E-AA7C-30D9F11B0C9C}"/>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9" name="Isosceles Triangle 648">
              <a:extLst>
                <a:ext uri="{FF2B5EF4-FFF2-40B4-BE49-F238E27FC236}">
                  <a16:creationId xmlns:a16="http://schemas.microsoft.com/office/drawing/2014/main" id="{4FC7234C-5A9C-4E87-5599-D05CAC83432E}"/>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0" name="Group 529">
            <a:extLst>
              <a:ext uri="{FF2B5EF4-FFF2-40B4-BE49-F238E27FC236}">
                <a16:creationId xmlns:a16="http://schemas.microsoft.com/office/drawing/2014/main" id="{444AAAD4-40C9-67B2-C19D-CBE73B09AA18}"/>
              </a:ext>
            </a:extLst>
          </p:cNvPr>
          <p:cNvGrpSpPr/>
          <p:nvPr/>
        </p:nvGrpSpPr>
        <p:grpSpPr>
          <a:xfrm>
            <a:off x="10509579" y="5141013"/>
            <a:ext cx="721206" cy="609701"/>
            <a:chOff x="10509579" y="5141013"/>
            <a:chExt cx="721206" cy="609701"/>
          </a:xfrm>
        </p:grpSpPr>
        <p:sp>
          <p:nvSpPr>
            <p:cNvPr id="531" name="Rectangle 530">
              <a:hlinkHover r:id="" action="ppaction://noaction" highlightClick="1"/>
              <a:extLst>
                <a:ext uri="{FF2B5EF4-FFF2-40B4-BE49-F238E27FC236}">
                  <a16:creationId xmlns:a16="http://schemas.microsoft.com/office/drawing/2014/main" id="{D065CC3C-87C3-8F11-A013-5AD02A46DBD6}"/>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32" name="Oval 531">
              <a:extLst>
                <a:ext uri="{FF2B5EF4-FFF2-40B4-BE49-F238E27FC236}">
                  <a16:creationId xmlns:a16="http://schemas.microsoft.com/office/drawing/2014/main" id="{7B058EDE-F9F5-7F12-CB6F-676ADAA5D31E}"/>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3" name="Isosceles Triangle 648">
              <a:extLst>
                <a:ext uri="{FF2B5EF4-FFF2-40B4-BE49-F238E27FC236}">
                  <a16:creationId xmlns:a16="http://schemas.microsoft.com/office/drawing/2014/main" id="{48EF267B-CA62-18E2-C403-CD607FC691D1}"/>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4" name="Group 533">
            <a:extLst>
              <a:ext uri="{FF2B5EF4-FFF2-40B4-BE49-F238E27FC236}">
                <a16:creationId xmlns:a16="http://schemas.microsoft.com/office/drawing/2014/main" id="{46902ACC-D6E8-6FBC-BB74-88F21072090B}"/>
              </a:ext>
            </a:extLst>
          </p:cNvPr>
          <p:cNvGrpSpPr/>
          <p:nvPr/>
        </p:nvGrpSpPr>
        <p:grpSpPr>
          <a:xfrm>
            <a:off x="9651076" y="5143367"/>
            <a:ext cx="721206" cy="609701"/>
            <a:chOff x="9651076" y="5143367"/>
            <a:chExt cx="721206" cy="609701"/>
          </a:xfrm>
        </p:grpSpPr>
        <p:sp>
          <p:nvSpPr>
            <p:cNvPr id="535" name="Rectangle 534">
              <a:hlinkHover r:id="" action="ppaction://noaction" highlightClick="1"/>
              <a:extLst>
                <a:ext uri="{FF2B5EF4-FFF2-40B4-BE49-F238E27FC236}">
                  <a16:creationId xmlns:a16="http://schemas.microsoft.com/office/drawing/2014/main" id="{362C0D33-8E61-F50F-342D-9F34825056BF}"/>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36" name="Oval 535">
              <a:extLst>
                <a:ext uri="{FF2B5EF4-FFF2-40B4-BE49-F238E27FC236}">
                  <a16:creationId xmlns:a16="http://schemas.microsoft.com/office/drawing/2014/main" id="{7B915181-D0FA-2D44-EB7F-156E1A9DD235}"/>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7" name="Isosceles Triangle 648">
              <a:extLst>
                <a:ext uri="{FF2B5EF4-FFF2-40B4-BE49-F238E27FC236}">
                  <a16:creationId xmlns:a16="http://schemas.microsoft.com/office/drawing/2014/main" id="{2236D3E0-55CC-C571-FF6C-878561F08BAC}"/>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8" name="Group 537">
            <a:extLst>
              <a:ext uri="{FF2B5EF4-FFF2-40B4-BE49-F238E27FC236}">
                <a16:creationId xmlns:a16="http://schemas.microsoft.com/office/drawing/2014/main" id="{E90FBF12-CCCD-CE87-24E5-2BD0D60E3631}"/>
              </a:ext>
            </a:extLst>
          </p:cNvPr>
          <p:cNvGrpSpPr/>
          <p:nvPr/>
        </p:nvGrpSpPr>
        <p:grpSpPr>
          <a:xfrm>
            <a:off x="9657612" y="3698231"/>
            <a:ext cx="721206" cy="609701"/>
            <a:chOff x="9657612" y="3698231"/>
            <a:chExt cx="721206" cy="609701"/>
          </a:xfrm>
        </p:grpSpPr>
        <p:sp>
          <p:nvSpPr>
            <p:cNvPr id="539" name="Rectangle 538">
              <a:hlinkHover r:id="" action="ppaction://noaction" highlightClick="1"/>
              <a:extLst>
                <a:ext uri="{FF2B5EF4-FFF2-40B4-BE49-F238E27FC236}">
                  <a16:creationId xmlns:a16="http://schemas.microsoft.com/office/drawing/2014/main" id="{A9B4C93F-C119-3040-41DB-980D10A1BA00}"/>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40" name="Oval 539">
              <a:extLst>
                <a:ext uri="{FF2B5EF4-FFF2-40B4-BE49-F238E27FC236}">
                  <a16:creationId xmlns:a16="http://schemas.microsoft.com/office/drawing/2014/main" id="{90D090BB-FD01-2989-B778-5634442FFEFB}"/>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1" name="Isosceles Triangle 648">
              <a:extLst>
                <a:ext uri="{FF2B5EF4-FFF2-40B4-BE49-F238E27FC236}">
                  <a16:creationId xmlns:a16="http://schemas.microsoft.com/office/drawing/2014/main" id="{635E7854-D1EC-45BD-0997-7FB23C66B4E5}"/>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2" name="Group 541">
            <a:extLst>
              <a:ext uri="{FF2B5EF4-FFF2-40B4-BE49-F238E27FC236}">
                <a16:creationId xmlns:a16="http://schemas.microsoft.com/office/drawing/2014/main" id="{725EB6B8-05AC-5AC1-C9B2-8B09574E30DE}"/>
              </a:ext>
            </a:extLst>
          </p:cNvPr>
          <p:cNvGrpSpPr/>
          <p:nvPr/>
        </p:nvGrpSpPr>
        <p:grpSpPr>
          <a:xfrm>
            <a:off x="10506928" y="3698227"/>
            <a:ext cx="721206" cy="609701"/>
            <a:chOff x="10506928" y="3698227"/>
            <a:chExt cx="721206" cy="609701"/>
          </a:xfrm>
        </p:grpSpPr>
        <p:sp>
          <p:nvSpPr>
            <p:cNvPr id="543" name="Rectangle 542">
              <a:hlinkHover r:id="" action="ppaction://noaction" highlightClick="1"/>
              <a:extLst>
                <a:ext uri="{FF2B5EF4-FFF2-40B4-BE49-F238E27FC236}">
                  <a16:creationId xmlns:a16="http://schemas.microsoft.com/office/drawing/2014/main" id="{B89EB1EF-D5EF-B7B3-CEAB-0DF06A0C9155}"/>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44" name="Oval 543">
              <a:extLst>
                <a:ext uri="{FF2B5EF4-FFF2-40B4-BE49-F238E27FC236}">
                  <a16:creationId xmlns:a16="http://schemas.microsoft.com/office/drawing/2014/main" id="{7087A49E-4E71-C839-99A3-CC7A705AEA30}"/>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5" name="Isosceles Triangle 648">
              <a:extLst>
                <a:ext uri="{FF2B5EF4-FFF2-40B4-BE49-F238E27FC236}">
                  <a16:creationId xmlns:a16="http://schemas.microsoft.com/office/drawing/2014/main" id="{D2C08AFD-0DF2-2DED-6FBD-5637C4F6414D}"/>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6" name="Group 545">
            <a:extLst>
              <a:ext uri="{FF2B5EF4-FFF2-40B4-BE49-F238E27FC236}">
                <a16:creationId xmlns:a16="http://schemas.microsoft.com/office/drawing/2014/main" id="{7E0B7C7C-765E-0CBC-00EA-5E19E6ED1F58}"/>
              </a:ext>
            </a:extLst>
          </p:cNvPr>
          <p:cNvGrpSpPr/>
          <p:nvPr/>
        </p:nvGrpSpPr>
        <p:grpSpPr>
          <a:xfrm>
            <a:off x="8808417" y="5135710"/>
            <a:ext cx="721206" cy="609701"/>
            <a:chOff x="8808417" y="5135710"/>
            <a:chExt cx="721206" cy="609701"/>
          </a:xfrm>
        </p:grpSpPr>
        <p:sp>
          <p:nvSpPr>
            <p:cNvPr id="547" name="Rectangle 546">
              <a:hlinkHover r:id="" action="ppaction://noaction" highlightClick="1"/>
              <a:extLst>
                <a:ext uri="{FF2B5EF4-FFF2-40B4-BE49-F238E27FC236}">
                  <a16:creationId xmlns:a16="http://schemas.microsoft.com/office/drawing/2014/main" id="{21C7A217-65BC-8E3E-358C-34DC30FA5CAD}"/>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48" name="Oval 547">
              <a:extLst>
                <a:ext uri="{FF2B5EF4-FFF2-40B4-BE49-F238E27FC236}">
                  <a16:creationId xmlns:a16="http://schemas.microsoft.com/office/drawing/2014/main" id="{4409E827-79FD-D738-3513-3A48FE5FEB06}"/>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9" name="Isosceles Triangle 648">
              <a:extLst>
                <a:ext uri="{FF2B5EF4-FFF2-40B4-BE49-F238E27FC236}">
                  <a16:creationId xmlns:a16="http://schemas.microsoft.com/office/drawing/2014/main" id="{C319082C-B90F-71F4-1E55-6FDF2284FBF3}"/>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4" name="Group 563">
            <a:extLst>
              <a:ext uri="{FF2B5EF4-FFF2-40B4-BE49-F238E27FC236}">
                <a16:creationId xmlns:a16="http://schemas.microsoft.com/office/drawing/2014/main" id="{242BC7EE-CE14-C906-8ED4-A99BA62F020F}"/>
              </a:ext>
            </a:extLst>
          </p:cNvPr>
          <p:cNvGrpSpPr/>
          <p:nvPr/>
        </p:nvGrpSpPr>
        <p:grpSpPr>
          <a:xfrm>
            <a:off x="7957572" y="1532276"/>
            <a:ext cx="721206" cy="609701"/>
            <a:chOff x="7957572" y="1532276"/>
            <a:chExt cx="721206" cy="609701"/>
          </a:xfrm>
        </p:grpSpPr>
        <p:sp>
          <p:nvSpPr>
            <p:cNvPr id="565" name="Rectangle 564">
              <a:hlinkHover r:id="" action="ppaction://noaction" highlightClick="1"/>
              <a:extLst>
                <a:ext uri="{FF2B5EF4-FFF2-40B4-BE49-F238E27FC236}">
                  <a16:creationId xmlns:a16="http://schemas.microsoft.com/office/drawing/2014/main" id="{C7BBCD17-B58A-7959-FF5E-6CA1B1E8868F}"/>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66" name="Rectangle 565">
              <a:extLst>
                <a:ext uri="{FF2B5EF4-FFF2-40B4-BE49-F238E27FC236}">
                  <a16:creationId xmlns:a16="http://schemas.microsoft.com/office/drawing/2014/main" id="{B3B13CDF-EC75-61DA-BB1B-DE436E5FE3BB}"/>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7" name="Oval 15">
              <a:extLst>
                <a:ext uri="{FF2B5EF4-FFF2-40B4-BE49-F238E27FC236}">
                  <a16:creationId xmlns:a16="http://schemas.microsoft.com/office/drawing/2014/main" id="{85FA1995-256A-1D85-E148-654F0FE53C46}"/>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8" name="Straight Connector 567">
              <a:extLst>
                <a:ext uri="{FF2B5EF4-FFF2-40B4-BE49-F238E27FC236}">
                  <a16:creationId xmlns:a16="http://schemas.microsoft.com/office/drawing/2014/main" id="{642DDA17-C02B-9051-0A2B-10BEAA76BDB7}"/>
                </a:ext>
              </a:extLst>
            </p:cNvPr>
            <p:cNvCxnSpPr>
              <a:cxnSpLocks/>
              <a:stCxn id="567"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69" name="Straight Connector 568">
              <a:extLst>
                <a:ext uri="{FF2B5EF4-FFF2-40B4-BE49-F238E27FC236}">
                  <a16:creationId xmlns:a16="http://schemas.microsoft.com/office/drawing/2014/main" id="{B8143F7C-3F4F-C9D4-7E8A-68414A00E85D}"/>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70" name="Group 569">
            <a:extLst>
              <a:ext uri="{FF2B5EF4-FFF2-40B4-BE49-F238E27FC236}">
                <a16:creationId xmlns:a16="http://schemas.microsoft.com/office/drawing/2014/main" id="{46F3E764-E46D-BFFF-25F3-06AC3A63E1DD}"/>
              </a:ext>
            </a:extLst>
          </p:cNvPr>
          <p:cNvGrpSpPr/>
          <p:nvPr/>
        </p:nvGrpSpPr>
        <p:grpSpPr>
          <a:xfrm>
            <a:off x="9656904" y="1532276"/>
            <a:ext cx="721206" cy="609701"/>
            <a:chOff x="9656904" y="1532276"/>
            <a:chExt cx="721206" cy="609701"/>
          </a:xfrm>
        </p:grpSpPr>
        <p:sp>
          <p:nvSpPr>
            <p:cNvPr id="571" name="Rectangle 570">
              <a:extLst>
                <a:ext uri="{FF2B5EF4-FFF2-40B4-BE49-F238E27FC236}">
                  <a16:creationId xmlns:a16="http://schemas.microsoft.com/office/drawing/2014/main" id="{BF6622DB-917B-5552-DB9D-36AAE1F36A16}"/>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72" name="Rectangle 571">
              <a:extLst>
                <a:ext uri="{FF2B5EF4-FFF2-40B4-BE49-F238E27FC236}">
                  <a16:creationId xmlns:a16="http://schemas.microsoft.com/office/drawing/2014/main" id="{E1233485-9A7D-2B73-8673-5940449348FC}"/>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3" name="Oval 15">
              <a:extLst>
                <a:ext uri="{FF2B5EF4-FFF2-40B4-BE49-F238E27FC236}">
                  <a16:creationId xmlns:a16="http://schemas.microsoft.com/office/drawing/2014/main" id="{919BCC74-544E-176F-D7EA-A98A6E3FD8AB}"/>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4" name="Straight Connector 573">
              <a:extLst>
                <a:ext uri="{FF2B5EF4-FFF2-40B4-BE49-F238E27FC236}">
                  <a16:creationId xmlns:a16="http://schemas.microsoft.com/office/drawing/2014/main" id="{028F09D6-BEFA-79C5-5DCB-49482B84AEF0}"/>
                </a:ext>
              </a:extLst>
            </p:cNvPr>
            <p:cNvCxnSpPr>
              <a:cxnSpLocks/>
              <a:stCxn id="573"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5" name="Straight Connector 574">
              <a:extLst>
                <a:ext uri="{FF2B5EF4-FFF2-40B4-BE49-F238E27FC236}">
                  <a16:creationId xmlns:a16="http://schemas.microsoft.com/office/drawing/2014/main" id="{30DC2CD2-EB35-DBE5-F9BA-D2F32BAC9AEE}"/>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4" name="Group 603">
            <a:extLst>
              <a:ext uri="{FF2B5EF4-FFF2-40B4-BE49-F238E27FC236}">
                <a16:creationId xmlns:a16="http://schemas.microsoft.com/office/drawing/2014/main" id="{0F1AC991-A3A5-FC85-82A2-E17CCAF97E43}"/>
              </a:ext>
            </a:extLst>
          </p:cNvPr>
          <p:cNvGrpSpPr/>
          <p:nvPr/>
        </p:nvGrpSpPr>
        <p:grpSpPr>
          <a:xfrm>
            <a:off x="11356242" y="811556"/>
            <a:ext cx="721206" cy="609701"/>
            <a:chOff x="11356242" y="811556"/>
            <a:chExt cx="721206" cy="609701"/>
          </a:xfrm>
        </p:grpSpPr>
        <p:sp>
          <p:nvSpPr>
            <p:cNvPr id="605" name="Rectangle 604">
              <a:hlinkHover r:id="" action="ppaction://noaction" highlightClick="1"/>
              <a:extLst>
                <a:ext uri="{FF2B5EF4-FFF2-40B4-BE49-F238E27FC236}">
                  <a16:creationId xmlns:a16="http://schemas.microsoft.com/office/drawing/2014/main" id="{EFDD8034-B66F-0705-B4AC-9B0E868AA587}"/>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06" name="Oval 605">
              <a:extLst>
                <a:ext uri="{FF2B5EF4-FFF2-40B4-BE49-F238E27FC236}">
                  <a16:creationId xmlns:a16="http://schemas.microsoft.com/office/drawing/2014/main" id="{56FE80E9-0AAD-AA47-0648-49583292251B}"/>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7" name="Isosceles Triangle 648">
              <a:extLst>
                <a:ext uri="{FF2B5EF4-FFF2-40B4-BE49-F238E27FC236}">
                  <a16:creationId xmlns:a16="http://schemas.microsoft.com/office/drawing/2014/main" id="{82E04B07-8405-F664-BFBA-D73F8F072C6F}"/>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8" name="Group 607">
            <a:extLst>
              <a:ext uri="{FF2B5EF4-FFF2-40B4-BE49-F238E27FC236}">
                <a16:creationId xmlns:a16="http://schemas.microsoft.com/office/drawing/2014/main" id="{DAD231CB-DDAE-8077-2BBA-8234EC87F084}"/>
              </a:ext>
            </a:extLst>
          </p:cNvPr>
          <p:cNvGrpSpPr/>
          <p:nvPr/>
        </p:nvGrpSpPr>
        <p:grpSpPr>
          <a:xfrm>
            <a:off x="8807249" y="811555"/>
            <a:ext cx="721206" cy="609701"/>
            <a:chOff x="8807249" y="811555"/>
            <a:chExt cx="721206" cy="609701"/>
          </a:xfrm>
        </p:grpSpPr>
        <p:sp>
          <p:nvSpPr>
            <p:cNvPr id="609" name="Rectangle 608">
              <a:hlinkHover r:id="" action="ppaction://noaction" highlightClick="1"/>
              <a:extLst>
                <a:ext uri="{FF2B5EF4-FFF2-40B4-BE49-F238E27FC236}">
                  <a16:creationId xmlns:a16="http://schemas.microsoft.com/office/drawing/2014/main" id="{A4CDD981-E069-1202-9646-AD6B70F234E4}"/>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10" name="Diamond 609">
              <a:extLst>
                <a:ext uri="{FF2B5EF4-FFF2-40B4-BE49-F238E27FC236}">
                  <a16:creationId xmlns:a16="http://schemas.microsoft.com/office/drawing/2014/main" id="{28192F42-01FE-31C7-347C-43DCDC6CFC98}"/>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1" name="Oval 610">
              <a:extLst>
                <a:ext uri="{FF2B5EF4-FFF2-40B4-BE49-F238E27FC236}">
                  <a16:creationId xmlns:a16="http://schemas.microsoft.com/office/drawing/2014/main" id="{1BCE3748-22D0-28C0-4210-AC0AC0E121BE}"/>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2" name="Group 611">
            <a:extLst>
              <a:ext uri="{FF2B5EF4-FFF2-40B4-BE49-F238E27FC236}">
                <a16:creationId xmlns:a16="http://schemas.microsoft.com/office/drawing/2014/main" id="{54C7F39C-F831-E209-9A2D-A912CDD97CD2}"/>
              </a:ext>
            </a:extLst>
          </p:cNvPr>
          <p:cNvGrpSpPr/>
          <p:nvPr/>
        </p:nvGrpSpPr>
        <p:grpSpPr>
          <a:xfrm>
            <a:off x="8808419" y="3705986"/>
            <a:ext cx="721206" cy="609701"/>
            <a:chOff x="8808419" y="3705986"/>
            <a:chExt cx="721206" cy="609701"/>
          </a:xfrm>
        </p:grpSpPr>
        <p:sp>
          <p:nvSpPr>
            <p:cNvPr id="613" name="Rectangle 612">
              <a:hlinkHover r:id="" action="ppaction://noaction" highlightClick="1"/>
              <a:extLst>
                <a:ext uri="{FF2B5EF4-FFF2-40B4-BE49-F238E27FC236}">
                  <a16:creationId xmlns:a16="http://schemas.microsoft.com/office/drawing/2014/main" id="{AD55C866-3BC0-00AE-BE63-6232BD60D489}"/>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14" name="Oval 613">
              <a:extLst>
                <a:ext uri="{FF2B5EF4-FFF2-40B4-BE49-F238E27FC236}">
                  <a16:creationId xmlns:a16="http://schemas.microsoft.com/office/drawing/2014/main" id="{82761A62-426A-196F-69F7-358048C35F34}"/>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5" name="Isosceles Triangle 648">
              <a:extLst>
                <a:ext uri="{FF2B5EF4-FFF2-40B4-BE49-F238E27FC236}">
                  <a16:creationId xmlns:a16="http://schemas.microsoft.com/office/drawing/2014/main" id="{35921B4C-4DAA-C615-86E8-7A644B0E2324}"/>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6" name="Group 615">
            <a:extLst>
              <a:ext uri="{FF2B5EF4-FFF2-40B4-BE49-F238E27FC236}">
                <a16:creationId xmlns:a16="http://schemas.microsoft.com/office/drawing/2014/main" id="{5E9E8D12-C024-50CB-AEAB-E542FC506AEB}"/>
              </a:ext>
            </a:extLst>
          </p:cNvPr>
          <p:cNvGrpSpPr/>
          <p:nvPr/>
        </p:nvGrpSpPr>
        <p:grpSpPr>
          <a:xfrm>
            <a:off x="431659" y="90836"/>
            <a:ext cx="721210" cy="609701"/>
            <a:chOff x="431659" y="90836"/>
            <a:chExt cx="721210" cy="609701"/>
          </a:xfrm>
        </p:grpSpPr>
        <p:sp>
          <p:nvSpPr>
            <p:cNvPr id="617" name="Rectangle 616">
              <a:extLst>
                <a:ext uri="{FF2B5EF4-FFF2-40B4-BE49-F238E27FC236}">
                  <a16:creationId xmlns:a16="http://schemas.microsoft.com/office/drawing/2014/main" id="{C5CB2A44-42A1-5462-1580-1BDF72143F36}"/>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18" name="Rectangle 617">
              <a:extLst>
                <a:ext uri="{FF2B5EF4-FFF2-40B4-BE49-F238E27FC236}">
                  <a16:creationId xmlns:a16="http://schemas.microsoft.com/office/drawing/2014/main" id="{E47BE1E4-0E53-3DAB-4B75-8B02601A699A}"/>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9" name="Oval 15">
              <a:extLst>
                <a:ext uri="{FF2B5EF4-FFF2-40B4-BE49-F238E27FC236}">
                  <a16:creationId xmlns:a16="http://schemas.microsoft.com/office/drawing/2014/main" id="{CC229257-4D06-26A5-B1AE-3B9B6BBD01D2}"/>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0" name="Straight Connector 619">
              <a:extLst>
                <a:ext uri="{FF2B5EF4-FFF2-40B4-BE49-F238E27FC236}">
                  <a16:creationId xmlns:a16="http://schemas.microsoft.com/office/drawing/2014/main" id="{43B6CC73-C05E-1CD6-88D0-D79B6ADDEF2D}"/>
                </a:ext>
              </a:extLst>
            </p:cNvPr>
            <p:cNvCxnSpPr>
              <a:cxnSpLocks/>
              <a:stCxn id="619"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1" name="Straight Connector 620">
              <a:extLst>
                <a:ext uri="{FF2B5EF4-FFF2-40B4-BE49-F238E27FC236}">
                  <a16:creationId xmlns:a16="http://schemas.microsoft.com/office/drawing/2014/main" id="{59148D87-F1F1-9D83-2735-DE5A3C111C4F}"/>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2" name="Group 621">
            <a:extLst>
              <a:ext uri="{FF2B5EF4-FFF2-40B4-BE49-F238E27FC236}">
                <a16:creationId xmlns:a16="http://schemas.microsoft.com/office/drawing/2014/main" id="{2F520DED-3FBC-4010-84A9-81F8C68019AA}"/>
              </a:ext>
            </a:extLst>
          </p:cNvPr>
          <p:cNvGrpSpPr/>
          <p:nvPr/>
        </p:nvGrpSpPr>
        <p:grpSpPr>
          <a:xfrm>
            <a:off x="1267282" y="90836"/>
            <a:ext cx="721206" cy="609701"/>
            <a:chOff x="1267282" y="90836"/>
            <a:chExt cx="721206" cy="609701"/>
          </a:xfrm>
        </p:grpSpPr>
        <p:sp>
          <p:nvSpPr>
            <p:cNvPr id="623" name="Rectangle 622">
              <a:extLst>
                <a:ext uri="{FF2B5EF4-FFF2-40B4-BE49-F238E27FC236}">
                  <a16:creationId xmlns:a16="http://schemas.microsoft.com/office/drawing/2014/main" id="{54B161E4-78A5-D7B7-5652-DD263E1A37FB}"/>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24" name="Rectangle 623">
              <a:extLst>
                <a:ext uri="{FF2B5EF4-FFF2-40B4-BE49-F238E27FC236}">
                  <a16:creationId xmlns:a16="http://schemas.microsoft.com/office/drawing/2014/main" id="{846AC508-874E-6F16-B787-EBE1EA2A8F89}"/>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5" name="Oval 15">
              <a:extLst>
                <a:ext uri="{FF2B5EF4-FFF2-40B4-BE49-F238E27FC236}">
                  <a16:creationId xmlns:a16="http://schemas.microsoft.com/office/drawing/2014/main" id="{A9D6579B-3CFA-18E0-F321-1896AE0BA73C}"/>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6" name="Straight Connector 625">
              <a:extLst>
                <a:ext uri="{FF2B5EF4-FFF2-40B4-BE49-F238E27FC236}">
                  <a16:creationId xmlns:a16="http://schemas.microsoft.com/office/drawing/2014/main" id="{0A883CB0-E98A-D4B1-00C1-F18ACA509C40}"/>
                </a:ext>
              </a:extLst>
            </p:cNvPr>
            <p:cNvCxnSpPr>
              <a:cxnSpLocks/>
              <a:stCxn id="625"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7" name="Straight Connector 626">
              <a:extLst>
                <a:ext uri="{FF2B5EF4-FFF2-40B4-BE49-F238E27FC236}">
                  <a16:creationId xmlns:a16="http://schemas.microsoft.com/office/drawing/2014/main" id="{28C8F3CF-3EFC-6FE7-2700-131BBD0E15D0}"/>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8" name="Group 627">
            <a:extLst>
              <a:ext uri="{FF2B5EF4-FFF2-40B4-BE49-F238E27FC236}">
                <a16:creationId xmlns:a16="http://schemas.microsoft.com/office/drawing/2014/main" id="{3FFD9FED-6EBA-3128-83B4-1088830DC47B}"/>
              </a:ext>
            </a:extLst>
          </p:cNvPr>
          <p:cNvGrpSpPr/>
          <p:nvPr/>
        </p:nvGrpSpPr>
        <p:grpSpPr>
          <a:xfrm>
            <a:off x="2102907" y="90836"/>
            <a:ext cx="721206" cy="609701"/>
            <a:chOff x="2102907" y="90836"/>
            <a:chExt cx="721206" cy="609701"/>
          </a:xfrm>
        </p:grpSpPr>
        <p:sp>
          <p:nvSpPr>
            <p:cNvPr id="629" name="Rectangle 628">
              <a:extLst>
                <a:ext uri="{FF2B5EF4-FFF2-40B4-BE49-F238E27FC236}">
                  <a16:creationId xmlns:a16="http://schemas.microsoft.com/office/drawing/2014/main" id="{911950FB-65B7-948B-B79A-768324A987E4}"/>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30" name="Rectangle 629">
              <a:extLst>
                <a:ext uri="{FF2B5EF4-FFF2-40B4-BE49-F238E27FC236}">
                  <a16:creationId xmlns:a16="http://schemas.microsoft.com/office/drawing/2014/main" id="{130678E3-E1A9-A5AC-85A5-C6CD2451BB84}"/>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1" name="Oval 15">
              <a:extLst>
                <a:ext uri="{FF2B5EF4-FFF2-40B4-BE49-F238E27FC236}">
                  <a16:creationId xmlns:a16="http://schemas.microsoft.com/office/drawing/2014/main" id="{80DD9E03-7B36-BF00-0873-4E8DEB5999EF}"/>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2" name="Straight Connector 631">
              <a:extLst>
                <a:ext uri="{FF2B5EF4-FFF2-40B4-BE49-F238E27FC236}">
                  <a16:creationId xmlns:a16="http://schemas.microsoft.com/office/drawing/2014/main" id="{9FC997EF-17AE-B185-D301-41601EA00DC0}"/>
                </a:ext>
              </a:extLst>
            </p:cNvPr>
            <p:cNvCxnSpPr>
              <a:cxnSpLocks/>
              <a:stCxn id="631"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33" name="Straight Connector 632">
              <a:extLst>
                <a:ext uri="{FF2B5EF4-FFF2-40B4-BE49-F238E27FC236}">
                  <a16:creationId xmlns:a16="http://schemas.microsoft.com/office/drawing/2014/main" id="{9FAC9146-C072-E4BC-8F66-02FBFD352CCB}"/>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4" name="Group 633">
            <a:extLst>
              <a:ext uri="{FF2B5EF4-FFF2-40B4-BE49-F238E27FC236}">
                <a16:creationId xmlns:a16="http://schemas.microsoft.com/office/drawing/2014/main" id="{7BFCE061-8F21-4B9C-40CE-DBF63E88C4EE}"/>
              </a:ext>
            </a:extLst>
          </p:cNvPr>
          <p:cNvGrpSpPr/>
          <p:nvPr/>
        </p:nvGrpSpPr>
        <p:grpSpPr>
          <a:xfrm>
            <a:off x="1269626" y="4419615"/>
            <a:ext cx="721206" cy="609701"/>
            <a:chOff x="1269626" y="4419615"/>
            <a:chExt cx="721206" cy="609701"/>
          </a:xfrm>
        </p:grpSpPr>
        <p:sp>
          <p:nvSpPr>
            <p:cNvPr id="635" name="Rectangle 634">
              <a:extLst>
                <a:ext uri="{FF2B5EF4-FFF2-40B4-BE49-F238E27FC236}">
                  <a16:creationId xmlns:a16="http://schemas.microsoft.com/office/drawing/2014/main" id="{53674B0E-49DE-6AD1-0593-77C5DCF1A14F}"/>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36" name="Cylinder 635">
              <a:extLst>
                <a:ext uri="{FF2B5EF4-FFF2-40B4-BE49-F238E27FC236}">
                  <a16:creationId xmlns:a16="http://schemas.microsoft.com/office/drawing/2014/main" id="{ECE88218-4F3C-61B2-A314-202AE3679FBB}"/>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7" name="Group 636">
            <a:extLst>
              <a:ext uri="{FF2B5EF4-FFF2-40B4-BE49-F238E27FC236}">
                <a16:creationId xmlns:a16="http://schemas.microsoft.com/office/drawing/2014/main" id="{5EDFD00C-AF20-ECB4-0694-356ADA391476}"/>
              </a:ext>
            </a:extLst>
          </p:cNvPr>
          <p:cNvGrpSpPr/>
          <p:nvPr/>
        </p:nvGrpSpPr>
        <p:grpSpPr>
          <a:xfrm>
            <a:off x="432841" y="4419615"/>
            <a:ext cx="721206" cy="609701"/>
            <a:chOff x="432841" y="4419615"/>
            <a:chExt cx="721206" cy="609701"/>
          </a:xfrm>
        </p:grpSpPr>
        <p:sp>
          <p:nvSpPr>
            <p:cNvPr id="638" name="Rectangle 637">
              <a:extLst>
                <a:ext uri="{FF2B5EF4-FFF2-40B4-BE49-F238E27FC236}">
                  <a16:creationId xmlns:a16="http://schemas.microsoft.com/office/drawing/2014/main" id="{FE64F700-4826-DD95-63E2-BD37EEE7F913}"/>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39" name="Cylinder 638">
              <a:extLst>
                <a:ext uri="{FF2B5EF4-FFF2-40B4-BE49-F238E27FC236}">
                  <a16:creationId xmlns:a16="http://schemas.microsoft.com/office/drawing/2014/main" id="{FDBB6232-67BB-A6D6-07DC-DCD63B0F73E8}"/>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0" name="Group 639">
            <a:extLst>
              <a:ext uri="{FF2B5EF4-FFF2-40B4-BE49-F238E27FC236}">
                <a16:creationId xmlns:a16="http://schemas.microsoft.com/office/drawing/2014/main" id="{6DF11D92-5362-2D42-47EC-A37C2B3023FC}"/>
              </a:ext>
            </a:extLst>
          </p:cNvPr>
          <p:cNvGrpSpPr/>
          <p:nvPr/>
        </p:nvGrpSpPr>
        <p:grpSpPr>
          <a:xfrm>
            <a:off x="1268467" y="5141008"/>
            <a:ext cx="721206" cy="609701"/>
            <a:chOff x="1268467" y="5141008"/>
            <a:chExt cx="721206" cy="609701"/>
          </a:xfrm>
        </p:grpSpPr>
        <p:sp>
          <p:nvSpPr>
            <p:cNvPr id="641" name="Rectangle 640">
              <a:extLst>
                <a:ext uri="{FF2B5EF4-FFF2-40B4-BE49-F238E27FC236}">
                  <a16:creationId xmlns:a16="http://schemas.microsoft.com/office/drawing/2014/main" id="{738B7AAF-F45D-14E1-7334-F4244ECEBC92}"/>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42" name="Cylinder 641">
              <a:extLst>
                <a:ext uri="{FF2B5EF4-FFF2-40B4-BE49-F238E27FC236}">
                  <a16:creationId xmlns:a16="http://schemas.microsoft.com/office/drawing/2014/main" id="{17F1D8A7-C8EB-5107-39EA-52EBF503F441}"/>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3" name="Group 642">
            <a:extLst>
              <a:ext uri="{FF2B5EF4-FFF2-40B4-BE49-F238E27FC236}">
                <a16:creationId xmlns:a16="http://schemas.microsoft.com/office/drawing/2014/main" id="{6EA8F7A2-ED49-6451-08BB-FFC679D50F4C}"/>
              </a:ext>
            </a:extLst>
          </p:cNvPr>
          <p:cNvGrpSpPr/>
          <p:nvPr/>
        </p:nvGrpSpPr>
        <p:grpSpPr>
          <a:xfrm>
            <a:off x="431297" y="5141008"/>
            <a:ext cx="721206" cy="609701"/>
            <a:chOff x="431297" y="5141008"/>
            <a:chExt cx="721206" cy="609701"/>
          </a:xfrm>
        </p:grpSpPr>
        <p:sp>
          <p:nvSpPr>
            <p:cNvPr id="644" name="Rectangle 643">
              <a:extLst>
                <a:ext uri="{FF2B5EF4-FFF2-40B4-BE49-F238E27FC236}">
                  <a16:creationId xmlns:a16="http://schemas.microsoft.com/office/drawing/2014/main" id="{CE498D00-46D8-CECA-B7FA-2F2D83ECCE40}"/>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45" name="Cylinder 644">
              <a:extLst>
                <a:ext uri="{FF2B5EF4-FFF2-40B4-BE49-F238E27FC236}">
                  <a16:creationId xmlns:a16="http://schemas.microsoft.com/office/drawing/2014/main" id="{5FE5C1A1-52E6-B435-2A2D-7BE15C5CB5D7}"/>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6" name="Group 645">
            <a:extLst>
              <a:ext uri="{FF2B5EF4-FFF2-40B4-BE49-F238E27FC236}">
                <a16:creationId xmlns:a16="http://schemas.microsoft.com/office/drawing/2014/main" id="{D24E9BC1-AE2F-FB08-D32B-9A1BABE5E908}"/>
              </a:ext>
            </a:extLst>
          </p:cNvPr>
          <p:cNvGrpSpPr/>
          <p:nvPr/>
        </p:nvGrpSpPr>
        <p:grpSpPr>
          <a:xfrm>
            <a:off x="431660" y="3698226"/>
            <a:ext cx="721206" cy="609701"/>
            <a:chOff x="431660" y="3698226"/>
            <a:chExt cx="721206" cy="609701"/>
          </a:xfrm>
        </p:grpSpPr>
        <p:sp>
          <p:nvSpPr>
            <p:cNvPr id="647" name="Rectangle 646">
              <a:extLst>
                <a:ext uri="{FF2B5EF4-FFF2-40B4-BE49-F238E27FC236}">
                  <a16:creationId xmlns:a16="http://schemas.microsoft.com/office/drawing/2014/main" id="{A101C4E8-2189-A11B-6D38-9EF775F0BC8E}"/>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48" name="Right Triangle 647">
              <a:extLst>
                <a:ext uri="{FF2B5EF4-FFF2-40B4-BE49-F238E27FC236}">
                  <a16:creationId xmlns:a16="http://schemas.microsoft.com/office/drawing/2014/main" id="{85C1484B-83C5-A5C9-90A5-9711360AA927}"/>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49" name="Group 648">
              <a:extLst>
                <a:ext uri="{FF2B5EF4-FFF2-40B4-BE49-F238E27FC236}">
                  <a16:creationId xmlns:a16="http://schemas.microsoft.com/office/drawing/2014/main" id="{DDA10EAA-42AC-E6EA-E43C-E608EE14B202}"/>
                </a:ext>
              </a:extLst>
            </p:cNvPr>
            <p:cNvGrpSpPr/>
            <p:nvPr/>
          </p:nvGrpSpPr>
          <p:grpSpPr>
            <a:xfrm>
              <a:off x="1102253" y="3706270"/>
              <a:ext cx="37817" cy="61390"/>
              <a:chOff x="3883481" y="2057400"/>
              <a:chExt cx="1608363" cy="2652031"/>
            </a:xfrm>
            <a:solidFill>
              <a:srgbClr val="A6A6A6">
                <a:alpha val="20000"/>
              </a:srgbClr>
            </a:solidFill>
          </p:grpSpPr>
          <p:sp>
            <p:nvSpPr>
              <p:cNvPr id="650" name="Oval 27">
                <a:extLst>
                  <a:ext uri="{FF2B5EF4-FFF2-40B4-BE49-F238E27FC236}">
                    <a16:creationId xmlns:a16="http://schemas.microsoft.com/office/drawing/2014/main" id="{2F7B71E5-F3F9-0488-75B9-E3B4398C3D9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1" name="Oval 28">
                <a:extLst>
                  <a:ext uri="{FF2B5EF4-FFF2-40B4-BE49-F238E27FC236}">
                    <a16:creationId xmlns:a16="http://schemas.microsoft.com/office/drawing/2014/main" id="{4FBAE261-60EC-AA8E-D315-2AA1B70C2B3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2" name="Group 651">
            <a:extLst>
              <a:ext uri="{FF2B5EF4-FFF2-40B4-BE49-F238E27FC236}">
                <a16:creationId xmlns:a16="http://schemas.microsoft.com/office/drawing/2014/main" id="{BDBE30FF-F9D9-E838-ECEB-AC1D443C3548}"/>
              </a:ext>
            </a:extLst>
          </p:cNvPr>
          <p:cNvGrpSpPr/>
          <p:nvPr/>
        </p:nvGrpSpPr>
        <p:grpSpPr>
          <a:xfrm>
            <a:off x="2942399" y="3698227"/>
            <a:ext cx="721206" cy="609701"/>
            <a:chOff x="2942399" y="3698227"/>
            <a:chExt cx="721206" cy="609701"/>
          </a:xfrm>
        </p:grpSpPr>
        <p:sp>
          <p:nvSpPr>
            <p:cNvPr id="653" name="Rectangle 652">
              <a:extLst>
                <a:ext uri="{FF2B5EF4-FFF2-40B4-BE49-F238E27FC236}">
                  <a16:creationId xmlns:a16="http://schemas.microsoft.com/office/drawing/2014/main" id="{1C33BC0D-D52A-F7E9-4876-9A5369EECADB}"/>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54" name="Right Triangle 653">
              <a:extLst>
                <a:ext uri="{FF2B5EF4-FFF2-40B4-BE49-F238E27FC236}">
                  <a16:creationId xmlns:a16="http://schemas.microsoft.com/office/drawing/2014/main" id="{D9A06988-14F2-5767-E66B-0B9698ED5812}"/>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5" name="Group 654">
              <a:extLst>
                <a:ext uri="{FF2B5EF4-FFF2-40B4-BE49-F238E27FC236}">
                  <a16:creationId xmlns:a16="http://schemas.microsoft.com/office/drawing/2014/main" id="{59C7E530-1398-8316-CDBC-05418A0AE16D}"/>
                </a:ext>
              </a:extLst>
            </p:cNvPr>
            <p:cNvGrpSpPr/>
            <p:nvPr/>
          </p:nvGrpSpPr>
          <p:grpSpPr>
            <a:xfrm>
              <a:off x="3607767" y="3713057"/>
              <a:ext cx="37817" cy="61390"/>
              <a:chOff x="3883481" y="2057400"/>
              <a:chExt cx="1608363" cy="2652031"/>
            </a:xfrm>
            <a:solidFill>
              <a:srgbClr val="A6A6A6">
                <a:alpha val="20000"/>
              </a:srgbClr>
            </a:solidFill>
          </p:grpSpPr>
          <p:sp>
            <p:nvSpPr>
              <p:cNvPr id="656" name="Oval 27">
                <a:extLst>
                  <a:ext uri="{FF2B5EF4-FFF2-40B4-BE49-F238E27FC236}">
                    <a16:creationId xmlns:a16="http://schemas.microsoft.com/office/drawing/2014/main" id="{43E3F3CA-BA33-6DC5-5085-19F80681ACA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7" name="Oval 28">
                <a:extLst>
                  <a:ext uri="{FF2B5EF4-FFF2-40B4-BE49-F238E27FC236}">
                    <a16:creationId xmlns:a16="http://schemas.microsoft.com/office/drawing/2014/main" id="{1D486550-08EB-EEEF-47B7-E30483D2C78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4" name="Group 673">
            <a:extLst>
              <a:ext uri="{FF2B5EF4-FFF2-40B4-BE49-F238E27FC236}">
                <a16:creationId xmlns:a16="http://schemas.microsoft.com/office/drawing/2014/main" id="{66974241-33F2-CFF0-9D73-77700128EFCB}"/>
              </a:ext>
            </a:extLst>
          </p:cNvPr>
          <p:cNvGrpSpPr/>
          <p:nvPr/>
        </p:nvGrpSpPr>
        <p:grpSpPr>
          <a:xfrm>
            <a:off x="2105710" y="3698208"/>
            <a:ext cx="721206" cy="610396"/>
            <a:chOff x="2105710" y="3698208"/>
            <a:chExt cx="721206" cy="610396"/>
          </a:xfrm>
        </p:grpSpPr>
        <p:sp>
          <p:nvSpPr>
            <p:cNvPr id="675" name="Rectangle 674">
              <a:extLst>
                <a:ext uri="{FF2B5EF4-FFF2-40B4-BE49-F238E27FC236}">
                  <a16:creationId xmlns:a16="http://schemas.microsoft.com/office/drawing/2014/main" id="{69139C14-1E63-D32D-8BE9-9DC6196631CD}"/>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76" name="Right Triangle 675">
              <a:extLst>
                <a:ext uri="{FF2B5EF4-FFF2-40B4-BE49-F238E27FC236}">
                  <a16:creationId xmlns:a16="http://schemas.microsoft.com/office/drawing/2014/main" id="{2DD4F77F-B1CC-F545-0763-BA70D7D239CD}"/>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7" name="Group 676">
              <a:extLst>
                <a:ext uri="{FF2B5EF4-FFF2-40B4-BE49-F238E27FC236}">
                  <a16:creationId xmlns:a16="http://schemas.microsoft.com/office/drawing/2014/main" id="{BD8D0410-3077-5AB8-3569-403E77DA2D86}"/>
                </a:ext>
              </a:extLst>
            </p:cNvPr>
            <p:cNvGrpSpPr/>
            <p:nvPr/>
          </p:nvGrpSpPr>
          <p:grpSpPr>
            <a:xfrm>
              <a:off x="2776303" y="3704306"/>
              <a:ext cx="37817" cy="61390"/>
              <a:chOff x="3883481" y="2057400"/>
              <a:chExt cx="1608363" cy="2652031"/>
            </a:xfrm>
            <a:solidFill>
              <a:srgbClr val="A6A6A6">
                <a:alpha val="20000"/>
              </a:srgbClr>
            </a:solidFill>
          </p:grpSpPr>
          <p:sp>
            <p:nvSpPr>
              <p:cNvPr id="678" name="Oval 27">
                <a:extLst>
                  <a:ext uri="{FF2B5EF4-FFF2-40B4-BE49-F238E27FC236}">
                    <a16:creationId xmlns:a16="http://schemas.microsoft.com/office/drawing/2014/main" id="{DAD35DE5-2EEC-7AB0-44C8-59183C73C07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9" name="Oval 28">
                <a:extLst>
                  <a:ext uri="{FF2B5EF4-FFF2-40B4-BE49-F238E27FC236}">
                    <a16:creationId xmlns:a16="http://schemas.microsoft.com/office/drawing/2014/main" id="{70E3AA2B-D03E-8521-DABB-437DAEB80B5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0" name="Group 679">
            <a:extLst>
              <a:ext uri="{FF2B5EF4-FFF2-40B4-BE49-F238E27FC236}">
                <a16:creationId xmlns:a16="http://schemas.microsoft.com/office/drawing/2014/main" id="{D22EFB6C-6BC2-2001-142D-9E5F8D8CA81A}"/>
              </a:ext>
            </a:extLst>
          </p:cNvPr>
          <p:cNvGrpSpPr/>
          <p:nvPr/>
        </p:nvGrpSpPr>
        <p:grpSpPr>
          <a:xfrm>
            <a:off x="3778361" y="2253333"/>
            <a:ext cx="721206" cy="609701"/>
            <a:chOff x="3778361" y="2253333"/>
            <a:chExt cx="721206" cy="609701"/>
          </a:xfrm>
        </p:grpSpPr>
        <p:sp>
          <p:nvSpPr>
            <p:cNvPr id="681" name="Rectangle 680">
              <a:extLst>
                <a:ext uri="{FF2B5EF4-FFF2-40B4-BE49-F238E27FC236}">
                  <a16:creationId xmlns:a16="http://schemas.microsoft.com/office/drawing/2014/main" id="{DC70C23B-38A7-92A8-2CB2-FB36459C21A9}"/>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82" name="Rectangle 681">
              <a:extLst>
                <a:ext uri="{FF2B5EF4-FFF2-40B4-BE49-F238E27FC236}">
                  <a16:creationId xmlns:a16="http://schemas.microsoft.com/office/drawing/2014/main" id="{39513E0C-B344-5BDC-E0FB-4D75BF4AD084}"/>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3" name="Oval 15">
              <a:extLst>
                <a:ext uri="{FF2B5EF4-FFF2-40B4-BE49-F238E27FC236}">
                  <a16:creationId xmlns:a16="http://schemas.microsoft.com/office/drawing/2014/main" id="{E6C89577-CE84-7B2C-6415-C58167604936}"/>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4" name="Straight Connector 683">
              <a:extLst>
                <a:ext uri="{FF2B5EF4-FFF2-40B4-BE49-F238E27FC236}">
                  <a16:creationId xmlns:a16="http://schemas.microsoft.com/office/drawing/2014/main" id="{584AD239-3548-B20C-4F4A-8D846000D38F}"/>
                </a:ext>
              </a:extLst>
            </p:cNvPr>
            <p:cNvCxnSpPr>
              <a:cxnSpLocks/>
              <a:stCxn id="683"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5" name="Straight Connector 684">
              <a:extLst>
                <a:ext uri="{FF2B5EF4-FFF2-40B4-BE49-F238E27FC236}">
                  <a16:creationId xmlns:a16="http://schemas.microsoft.com/office/drawing/2014/main" id="{42D66D78-EEBA-54C8-3694-3BD12D95A505}"/>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86" name="Group 685">
            <a:extLst>
              <a:ext uri="{FF2B5EF4-FFF2-40B4-BE49-F238E27FC236}">
                <a16:creationId xmlns:a16="http://schemas.microsoft.com/office/drawing/2014/main" id="{592862CA-31F4-768D-3310-A966B97462FF}"/>
              </a:ext>
            </a:extLst>
          </p:cNvPr>
          <p:cNvGrpSpPr/>
          <p:nvPr/>
        </p:nvGrpSpPr>
        <p:grpSpPr>
          <a:xfrm>
            <a:off x="1268843" y="2253332"/>
            <a:ext cx="721206" cy="609701"/>
            <a:chOff x="1268843" y="2253332"/>
            <a:chExt cx="721206" cy="609701"/>
          </a:xfrm>
        </p:grpSpPr>
        <p:sp>
          <p:nvSpPr>
            <p:cNvPr id="687" name="Rectangle 686">
              <a:extLst>
                <a:ext uri="{FF2B5EF4-FFF2-40B4-BE49-F238E27FC236}">
                  <a16:creationId xmlns:a16="http://schemas.microsoft.com/office/drawing/2014/main" id="{A7AA3C5B-ADD5-9F88-7361-EBFB35245338}"/>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88" name="Right Triangle 687">
              <a:extLst>
                <a:ext uri="{FF2B5EF4-FFF2-40B4-BE49-F238E27FC236}">
                  <a16:creationId xmlns:a16="http://schemas.microsoft.com/office/drawing/2014/main" id="{835CA429-B0FF-9585-F49D-D4945F671235}"/>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9" name="Group 688">
              <a:extLst>
                <a:ext uri="{FF2B5EF4-FFF2-40B4-BE49-F238E27FC236}">
                  <a16:creationId xmlns:a16="http://schemas.microsoft.com/office/drawing/2014/main" id="{59C6E87C-441C-900C-BD39-5CF5F509646D}"/>
                </a:ext>
              </a:extLst>
            </p:cNvPr>
            <p:cNvGrpSpPr/>
            <p:nvPr/>
          </p:nvGrpSpPr>
          <p:grpSpPr>
            <a:xfrm>
              <a:off x="1939436" y="2265731"/>
              <a:ext cx="37817" cy="61390"/>
              <a:chOff x="3883481" y="2057400"/>
              <a:chExt cx="1608363" cy="2652031"/>
            </a:xfrm>
            <a:solidFill>
              <a:srgbClr val="A6A6A6">
                <a:alpha val="20000"/>
              </a:srgbClr>
            </a:solidFill>
          </p:grpSpPr>
          <p:sp>
            <p:nvSpPr>
              <p:cNvPr id="690" name="Oval 27">
                <a:extLst>
                  <a:ext uri="{FF2B5EF4-FFF2-40B4-BE49-F238E27FC236}">
                    <a16:creationId xmlns:a16="http://schemas.microsoft.com/office/drawing/2014/main" id="{1F17E358-1F1D-9858-D154-FE8F17A81D9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1" name="Oval 28">
                <a:extLst>
                  <a:ext uri="{FF2B5EF4-FFF2-40B4-BE49-F238E27FC236}">
                    <a16:creationId xmlns:a16="http://schemas.microsoft.com/office/drawing/2014/main" id="{78830F73-2D4A-BA46-76F6-3D9997B0D93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2" name="Group 691">
            <a:extLst>
              <a:ext uri="{FF2B5EF4-FFF2-40B4-BE49-F238E27FC236}">
                <a16:creationId xmlns:a16="http://schemas.microsoft.com/office/drawing/2014/main" id="{F4746362-25D1-FB12-E3AE-4581C78DC445}"/>
              </a:ext>
            </a:extLst>
          </p:cNvPr>
          <p:cNvGrpSpPr/>
          <p:nvPr/>
        </p:nvGrpSpPr>
        <p:grpSpPr>
          <a:xfrm>
            <a:off x="2105351" y="2253333"/>
            <a:ext cx="721206" cy="609701"/>
            <a:chOff x="2105351" y="2253333"/>
            <a:chExt cx="721206" cy="609701"/>
          </a:xfrm>
        </p:grpSpPr>
        <p:sp>
          <p:nvSpPr>
            <p:cNvPr id="693" name="Rectangle 692">
              <a:extLst>
                <a:ext uri="{FF2B5EF4-FFF2-40B4-BE49-F238E27FC236}">
                  <a16:creationId xmlns:a16="http://schemas.microsoft.com/office/drawing/2014/main" id="{7AC8AF34-6A11-8D43-48CD-3DC35C621C3E}"/>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94" name="Right Triangle 693">
              <a:extLst>
                <a:ext uri="{FF2B5EF4-FFF2-40B4-BE49-F238E27FC236}">
                  <a16:creationId xmlns:a16="http://schemas.microsoft.com/office/drawing/2014/main" id="{A85B3E8B-8483-8B0F-0CB6-7FB14641AD10}"/>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5" name="Group 694">
              <a:extLst>
                <a:ext uri="{FF2B5EF4-FFF2-40B4-BE49-F238E27FC236}">
                  <a16:creationId xmlns:a16="http://schemas.microsoft.com/office/drawing/2014/main" id="{69900698-1585-1821-836A-E6BF48802D19}"/>
                </a:ext>
              </a:extLst>
            </p:cNvPr>
            <p:cNvGrpSpPr/>
            <p:nvPr/>
          </p:nvGrpSpPr>
          <p:grpSpPr>
            <a:xfrm>
              <a:off x="2771408" y="2265591"/>
              <a:ext cx="37817" cy="61390"/>
              <a:chOff x="3883481" y="2057400"/>
              <a:chExt cx="1608363" cy="2652031"/>
            </a:xfrm>
            <a:solidFill>
              <a:srgbClr val="A6A6A6">
                <a:alpha val="20000"/>
              </a:srgbClr>
            </a:solidFill>
          </p:grpSpPr>
          <p:sp>
            <p:nvSpPr>
              <p:cNvPr id="696" name="Oval 27">
                <a:extLst>
                  <a:ext uri="{FF2B5EF4-FFF2-40B4-BE49-F238E27FC236}">
                    <a16:creationId xmlns:a16="http://schemas.microsoft.com/office/drawing/2014/main" id="{74E4F6D1-A895-12CE-18B3-CF0FC8849D9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7" name="Oval 28">
                <a:extLst>
                  <a:ext uri="{FF2B5EF4-FFF2-40B4-BE49-F238E27FC236}">
                    <a16:creationId xmlns:a16="http://schemas.microsoft.com/office/drawing/2014/main" id="{2C3C209A-397A-6839-32B2-BFAB1B05347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8" name="Group 697">
            <a:extLst>
              <a:ext uri="{FF2B5EF4-FFF2-40B4-BE49-F238E27FC236}">
                <a16:creationId xmlns:a16="http://schemas.microsoft.com/office/drawing/2014/main" id="{63A2D48A-CEE5-A912-3C4E-FE539A846B07}"/>
              </a:ext>
            </a:extLst>
          </p:cNvPr>
          <p:cNvGrpSpPr/>
          <p:nvPr/>
        </p:nvGrpSpPr>
        <p:grpSpPr>
          <a:xfrm>
            <a:off x="2941860" y="2253333"/>
            <a:ext cx="721206" cy="609701"/>
            <a:chOff x="2941860" y="2253333"/>
            <a:chExt cx="721206" cy="609701"/>
          </a:xfrm>
        </p:grpSpPr>
        <p:sp>
          <p:nvSpPr>
            <p:cNvPr id="699" name="Rectangle 698">
              <a:extLst>
                <a:ext uri="{FF2B5EF4-FFF2-40B4-BE49-F238E27FC236}">
                  <a16:creationId xmlns:a16="http://schemas.microsoft.com/office/drawing/2014/main" id="{2836C86C-C989-5A6B-9478-477F71944FED}"/>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700" name="Right Triangle 699">
              <a:extLst>
                <a:ext uri="{FF2B5EF4-FFF2-40B4-BE49-F238E27FC236}">
                  <a16:creationId xmlns:a16="http://schemas.microsoft.com/office/drawing/2014/main" id="{34B85CD7-EB82-C46E-AF12-4A1579163B11}"/>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1" name="Group 700">
              <a:extLst>
                <a:ext uri="{FF2B5EF4-FFF2-40B4-BE49-F238E27FC236}">
                  <a16:creationId xmlns:a16="http://schemas.microsoft.com/office/drawing/2014/main" id="{40B17D80-DF71-ADB2-D935-70A4131CD0E5}"/>
                </a:ext>
              </a:extLst>
            </p:cNvPr>
            <p:cNvGrpSpPr/>
            <p:nvPr/>
          </p:nvGrpSpPr>
          <p:grpSpPr>
            <a:xfrm>
              <a:off x="3611250" y="2264969"/>
              <a:ext cx="37817" cy="61390"/>
              <a:chOff x="3883481" y="2057400"/>
              <a:chExt cx="1608363" cy="2652031"/>
            </a:xfrm>
            <a:solidFill>
              <a:srgbClr val="A6A6A6">
                <a:alpha val="20000"/>
              </a:srgbClr>
            </a:solidFill>
          </p:grpSpPr>
          <p:sp>
            <p:nvSpPr>
              <p:cNvPr id="702" name="Oval 27">
                <a:extLst>
                  <a:ext uri="{FF2B5EF4-FFF2-40B4-BE49-F238E27FC236}">
                    <a16:creationId xmlns:a16="http://schemas.microsoft.com/office/drawing/2014/main" id="{945E8FE9-8810-CCDA-961B-2B8016C21A6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3" name="Oval 28">
                <a:extLst>
                  <a:ext uri="{FF2B5EF4-FFF2-40B4-BE49-F238E27FC236}">
                    <a16:creationId xmlns:a16="http://schemas.microsoft.com/office/drawing/2014/main" id="{6779CCED-B2F6-C9EF-4C88-B564FF4CD24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4" name="Group 703">
            <a:extLst>
              <a:ext uri="{FF2B5EF4-FFF2-40B4-BE49-F238E27FC236}">
                <a16:creationId xmlns:a16="http://schemas.microsoft.com/office/drawing/2014/main" id="{4CDD9C5A-2F00-9F6A-41F6-5CEBBA7F6B86}"/>
              </a:ext>
            </a:extLst>
          </p:cNvPr>
          <p:cNvGrpSpPr/>
          <p:nvPr/>
        </p:nvGrpSpPr>
        <p:grpSpPr>
          <a:xfrm>
            <a:off x="4614876" y="2253332"/>
            <a:ext cx="721206" cy="609701"/>
            <a:chOff x="4614876" y="2253332"/>
            <a:chExt cx="721206" cy="609701"/>
          </a:xfrm>
        </p:grpSpPr>
        <p:sp>
          <p:nvSpPr>
            <p:cNvPr id="705" name="Rectangle 704">
              <a:extLst>
                <a:ext uri="{FF2B5EF4-FFF2-40B4-BE49-F238E27FC236}">
                  <a16:creationId xmlns:a16="http://schemas.microsoft.com/office/drawing/2014/main" id="{9B023A60-4CE9-F4A4-E753-E084EF647FA2}"/>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06" name="Right Triangle 705">
              <a:extLst>
                <a:ext uri="{FF2B5EF4-FFF2-40B4-BE49-F238E27FC236}">
                  <a16:creationId xmlns:a16="http://schemas.microsoft.com/office/drawing/2014/main" id="{94BC3DB2-C2D5-1814-C2AA-A9D1FB71FAF2}"/>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7" name="Group 706">
              <a:extLst>
                <a:ext uri="{FF2B5EF4-FFF2-40B4-BE49-F238E27FC236}">
                  <a16:creationId xmlns:a16="http://schemas.microsoft.com/office/drawing/2014/main" id="{CEB64AE4-3797-6664-D333-298F16D9DF6A}"/>
                </a:ext>
              </a:extLst>
            </p:cNvPr>
            <p:cNvGrpSpPr/>
            <p:nvPr/>
          </p:nvGrpSpPr>
          <p:grpSpPr>
            <a:xfrm>
              <a:off x="5280738" y="2264779"/>
              <a:ext cx="37817" cy="61390"/>
              <a:chOff x="3883481" y="2057400"/>
              <a:chExt cx="1608363" cy="2652031"/>
            </a:xfrm>
            <a:solidFill>
              <a:srgbClr val="A6A6A6">
                <a:alpha val="20000"/>
              </a:srgbClr>
            </a:solidFill>
          </p:grpSpPr>
          <p:sp>
            <p:nvSpPr>
              <p:cNvPr id="708" name="Oval 27">
                <a:extLst>
                  <a:ext uri="{FF2B5EF4-FFF2-40B4-BE49-F238E27FC236}">
                    <a16:creationId xmlns:a16="http://schemas.microsoft.com/office/drawing/2014/main" id="{67FB37B5-56D1-B4EF-18DF-D61FA94C7AA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9" name="Oval 28">
                <a:extLst>
                  <a:ext uri="{FF2B5EF4-FFF2-40B4-BE49-F238E27FC236}">
                    <a16:creationId xmlns:a16="http://schemas.microsoft.com/office/drawing/2014/main" id="{78E8513F-FBF9-6A1D-20A0-2F5DA7AAC62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2" name="Group 721">
            <a:extLst>
              <a:ext uri="{FF2B5EF4-FFF2-40B4-BE49-F238E27FC236}">
                <a16:creationId xmlns:a16="http://schemas.microsoft.com/office/drawing/2014/main" id="{A0E77FE8-FDE3-FA34-36FC-5091D0115C0B}"/>
              </a:ext>
            </a:extLst>
          </p:cNvPr>
          <p:cNvGrpSpPr/>
          <p:nvPr/>
        </p:nvGrpSpPr>
        <p:grpSpPr>
          <a:xfrm>
            <a:off x="431659" y="2253337"/>
            <a:ext cx="721895" cy="609700"/>
            <a:chOff x="431659" y="2253337"/>
            <a:chExt cx="721895" cy="609700"/>
          </a:xfrm>
        </p:grpSpPr>
        <p:sp>
          <p:nvSpPr>
            <p:cNvPr id="723" name="Rectangle 722">
              <a:hlinkHover r:id="" action="ppaction://noaction" highlightClick="1"/>
              <a:extLst>
                <a:ext uri="{FF2B5EF4-FFF2-40B4-BE49-F238E27FC236}">
                  <a16:creationId xmlns:a16="http://schemas.microsoft.com/office/drawing/2014/main" id="{0CC60BC4-43D0-06FA-5210-7CE4B9EC4391}"/>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24" name="Diamond 723">
              <a:extLst>
                <a:ext uri="{FF2B5EF4-FFF2-40B4-BE49-F238E27FC236}">
                  <a16:creationId xmlns:a16="http://schemas.microsoft.com/office/drawing/2014/main" id="{BF781FD5-E345-53F0-294D-EF116FC0B60C}"/>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5" name="Oval 724">
              <a:extLst>
                <a:ext uri="{FF2B5EF4-FFF2-40B4-BE49-F238E27FC236}">
                  <a16:creationId xmlns:a16="http://schemas.microsoft.com/office/drawing/2014/main" id="{6CFE2761-1E7B-3555-7F33-ADDE61A28B5C}"/>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30" name="Group 729">
            <a:extLst>
              <a:ext uri="{FF2B5EF4-FFF2-40B4-BE49-F238E27FC236}">
                <a16:creationId xmlns:a16="http://schemas.microsoft.com/office/drawing/2014/main" id="{B1AE7314-F774-B392-FC21-83ACEA6E0EC6}"/>
              </a:ext>
            </a:extLst>
          </p:cNvPr>
          <p:cNvGrpSpPr/>
          <p:nvPr/>
        </p:nvGrpSpPr>
        <p:grpSpPr>
          <a:xfrm>
            <a:off x="2105348" y="1532276"/>
            <a:ext cx="721206" cy="609701"/>
            <a:chOff x="2105348" y="1532276"/>
            <a:chExt cx="721206" cy="609701"/>
          </a:xfrm>
        </p:grpSpPr>
        <p:sp>
          <p:nvSpPr>
            <p:cNvPr id="731" name="Rectangle 730">
              <a:extLst>
                <a:ext uri="{FF2B5EF4-FFF2-40B4-BE49-F238E27FC236}">
                  <a16:creationId xmlns:a16="http://schemas.microsoft.com/office/drawing/2014/main" id="{598507BE-47F6-4249-C049-7CEE372FD784}"/>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32" name="Rectangle 731">
              <a:extLst>
                <a:ext uri="{FF2B5EF4-FFF2-40B4-BE49-F238E27FC236}">
                  <a16:creationId xmlns:a16="http://schemas.microsoft.com/office/drawing/2014/main" id="{73DE9303-B87E-EC8B-4DE9-C902634AA8DF}"/>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3" name="Oval 15">
              <a:extLst>
                <a:ext uri="{FF2B5EF4-FFF2-40B4-BE49-F238E27FC236}">
                  <a16:creationId xmlns:a16="http://schemas.microsoft.com/office/drawing/2014/main" id="{AD3287E1-58DA-0A6F-5B74-86514D966A02}"/>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4" name="Straight Connector 733">
              <a:extLst>
                <a:ext uri="{FF2B5EF4-FFF2-40B4-BE49-F238E27FC236}">
                  <a16:creationId xmlns:a16="http://schemas.microsoft.com/office/drawing/2014/main" id="{01F681D1-4D4E-AC17-34A6-E6C8419CC8BB}"/>
                </a:ext>
              </a:extLst>
            </p:cNvPr>
            <p:cNvCxnSpPr>
              <a:cxnSpLocks/>
              <a:stCxn id="733"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35" name="Straight Connector 734">
              <a:extLst>
                <a:ext uri="{FF2B5EF4-FFF2-40B4-BE49-F238E27FC236}">
                  <a16:creationId xmlns:a16="http://schemas.microsoft.com/office/drawing/2014/main" id="{2FFF8E5B-FF9B-C180-4669-43E43C29484A}"/>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36" name="Group 735">
            <a:extLst>
              <a:ext uri="{FF2B5EF4-FFF2-40B4-BE49-F238E27FC236}">
                <a16:creationId xmlns:a16="http://schemas.microsoft.com/office/drawing/2014/main" id="{683B79A8-7A5A-989E-09B6-5778C39FD699}"/>
              </a:ext>
            </a:extLst>
          </p:cNvPr>
          <p:cNvGrpSpPr/>
          <p:nvPr/>
        </p:nvGrpSpPr>
        <p:grpSpPr>
          <a:xfrm>
            <a:off x="431659" y="1532283"/>
            <a:ext cx="721891" cy="610032"/>
            <a:chOff x="431659" y="1532283"/>
            <a:chExt cx="721891" cy="610032"/>
          </a:xfrm>
        </p:grpSpPr>
        <p:sp>
          <p:nvSpPr>
            <p:cNvPr id="737" name="Rectangle 736">
              <a:extLst>
                <a:ext uri="{FF2B5EF4-FFF2-40B4-BE49-F238E27FC236}">
                  <a16:creationId xmlns:a16="http://schemas.microsoft.com/office/drawing/2014/main" id="{2C74A820-08DF-B93D-D46F-7EB4FF5FA8C4}"/>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38" name="Right Triangle 737">
              <a:extLst>
                <a:ext uri="{FF2B5EF4-FFF2-40B4-BE49-F238E27FC236}">
                  <a16:creationId xmlns:a16="http://schemas.microsoft.com/office/drawing/2014/main" id="{6322A1CF-C61B-1E13-832F-FD0739D1D4E3}"/>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39" name="Group 738">
              <a:extLst>
                <a:ext uri="{FF2B5EF4-FFF2-40B4-BE49-F238E27FC236}">
                  <a16:creationId xmlns:a16="http://schemas.microsoft.com/office/drawing/2014/main" id="{743A4753-156C-0D3F-A6AC-9DC7F1E36998}"/>
                </a:ext>
              </a:extLst>
            </p:cNvPr>
            <p:cNvGrpSpPr/>
            <p:nvPr/>
          </p:nvGrpSpPr>
          <p:grpSpPr>
            <a:xfrm>
              <a:off x="1102940" y="1538374"/>
              <a:ext cx="37817" cy="61390"/>
              <a:chOff x="3883481" y="2057400"/>
              <a:chExt cx="1608363" cy="2652031"/>
            </a:xfrm>
            <a:solidFill>
              <a:srgbClr val="A6A6A6">
                <a:alpha val="20000"/>
              </a:srgbClr>
            </a:solidFill>
          </p:grpSpPr>
          <p:sp>
            <p:nvSpPr>
              <p:cNvPr id="740" name="Oval 27">
                <a:extLst>
                  <a:ext uri="{FF2B5EF4-FFF2-40B4-BE49-F238E27FC236}">
                    <a16:creationId xmlns:a16="http://schemas.microsoft.com/office/drawing/2014/main" id="{E48BACFB-B3EC-085B-8B07-BF447D65F20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1" name="Oval 28">
                <a:extLst>
                  <a:ext uri="{FF2B5EF4-FFF2-40B4-BE49-F238E27FC236}">
                    <a16:creationId xmlns:a16="http://schemas.microsoft.com/office/drawing/2014/main" id="{2C4AC9F9-7B90-74E8-1ADA-0ABE4B88FB6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2" name="Group 741">
            <a:extLst>
              <a:ext uri="{FF2B5EF4-FFF2-40B4-BE49-F238E27FC236}">
                <a16:creationId xmlns:a16="http://schemas.microsoft.com/office/drawing/2014/main" id="{7E7CDB0A-20CB-0461-50BC-D32B266935C0}"/>
              </a:ext>
            </a:extLst>
          </p:cNvPr>
          <p:cNvGrpSpPr/>
          <p:nvPr/>
        </p:nvGrpSpPr>
        <p:grpSpPr>
          <a:xfrm>
            <a:off x="1268843" y="1532283"/>
            <a:ext cx="721206" cy="610032"/>
            <a:chOff x="1268843" y="1532283"/>
            <a:chExt cx="721206" cy="610032"/>
          </a:xfrm>
        </p:grpSpPr>
        <p:sp>
          <p:nvSpPr>
            <p:cNvPr id="743" name="Rectangle 742">
              <a:extLst>
                <a:ext uri="{FF2B5EF4-FFF2-40B4-BE49-F238E27FC236}">
                  <a16:creationId xmlns:a16="http://schemas.microsoft.com/office/drawing/2014/main" id="{DECF77A7-AE8A-8F46-6825-18E50DEF16D2}"/>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44" name="Right Triangle 743">
              <a:extLst>
                <a:ext uri="{FF2B5EF4-FFF2-40B4-BE49-F238E27FC236}">
                  <a16:creationId xmlns:a16="http://schemas.microsoft.com/office/drawing/2014/main" id="{DCF2AE80-8B67-5579-D368-2770B71F1460}"/>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5" name="Group 744">
              <a:extLst>
                <a:ext uri="{FF2B5EF4-FFF2-40B4-BE49-F238E27FC236}">
                  <a16:creationId xmlns:a16="http://schemas.microsoft.com/office/drawing/2014/main" id="{403C2857-DF60-D875-4F72-A45067366CEC}"/>
                </a:ext>
              </a:extLst>
            </p:cNvPr>
            <p:cNvGrpSpPr/>
            <p:nvPr/>
          </p:nvGrpSpPr>
          <p:grpSpPr>
            <a:xfrm>
              <a:off x="1939436" y="1538374"/>
              <a:ext cx="37817" cy="61390"/>
              <a:chOff x="3883481" y="2057400"/>
              <a:chExt cx="1608363" cy="2652031"/>
            </a:xfrm>
            <a:solidFill>
              <a:srgbClr val="A6A6A6">
                <a:alpha val="20000"/>
              </a:srgbClr>
            </a:solidFill>
          </p:grpSpPr>
          <p:sp>
            <p:nvSpPr>
              <p:cNvPr id="746" name="Oval 27">
                <a:extLst>
                  <a:ext uri="{FF2B5EF4-FFF2-40B4-BE49-F238E27FC236}">
                    <a16:creationId xmlns:a16="http://schemas.microsoft.com/office/drawing/2014/main" id="{2F4D2572-3342-80F9-7584-5A94C1DE31F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7" name="Oval 28">
                <a:extLst>
                  <a:ext uri="{FF2B5EF4-FFF2-40B4-BE49-F238E27FC236}">
                    <a16:creationId xmlns:a16="http://schemas.microsoft.com/office/drawing/2014/main" id="{53E683B6-9159-27DD-0759-6ADE4733E7B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0" name="Group 759">
            <a:extLst>
              <a:ext uri="{FF2B5EF4-FFF2-40B4-BE49-F238E27FC236}">
                <a16:creationId xmlns:a16="http://schemas.microsoft.com/office/drawing/2014/main" id="{6F9F9ECB-7B64-4DE6-7A16-4865B41F1484}"/>
              </a:ext>
            </a:extLst>
          </p:cNvPr>
          <p:cNvGrpSpPr/>
          <p:nvPr/>
        </p:nvGrpSpPr>
        <p:grpSpPr>
          <a:xfrm>
            <a:off x="431659" y="2974054"/>
            <a:ext cx="721891" cy="609701"/>
            <a:chOff x="431659" y="2974054"/>
            <a:chExt cx="721891" cy="609701"/>
          </a:xfrm>
        </p:grpSpPr>
        <p:sp>
          <p:nvSpPr>
            <p:cNvPr id="761" name="Rectangle 760">
              <a:extLst>
                <a:ext uri="{FF2B5EF4-FFF2-40B4-BE49-F238E27FC236}">
                  <a16:creationId xmlns:a16="http://schemas.microsoft.com/office/drawing/2014/main" id="{4ED5FFB2-5A92-17AD-64E8-009EAD37D9F4}"/>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62" name="Right Triangle 761">
              <a:extLst>
                <a:ext uri="{FF2B5EF4-FFF2-40B4-BE49-F238E27FC236}">
                  <a16:creationId xmlns:a16="http://schemas.microsoft.com/office/drawing/2014/main" id="{1F33FEC0-A9EB-D72E-31C4-8DA36442EA65}"/>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3" name="Group 762">
              <a:extLst>
                <a:ext uri="{FF2B5EF4-FFF2-40B4-BE49-F238E27FC236}">
                  <a16:creationId xmlns:a16="http://schemas.microsoft.com/office/drawing/2014/main" id="{B6E03CE4-A3F5-46AA-D007-17CE4E08C849}"/>
                </a:ext>
              </a:extLst>
            </p:cNvPr>
            <p:cNvGrpSpPr/>
            <p:nvPr/>
          </p:nvGrpSpPr>
          <p:grpSpPr>
            <a:xfrm>
              <a:off x="1102940" y="2981762"/>
              <a:ext cx="37817" cy="61390"/>
              <a:chOff x="3883481" y="2057400"/>
              <a:chExt cx="1608363" cy="2652031"/>
            </a:xfrm>
            <a:solidFill>
              <a:srgbClr val="A6A6A6">
                <a:alpha val="20000"/>
              </a:srgbClr>
            </a:solidFill>
          </p:grpSpPr>
          <p:sp>
            <p:nvSpPr>
              <p:cNvPr id="764" name="Oval 27">
                <a:extLst>
                  <a:ext uri="{FF2B5EF4-FFF2-40B4-BE49-F238E27FC236}">
                    <a16:creationId xmlns:a16="http://schemas.microsoft.com/office/drawing/2014/main" id="{1F627B19-1BEE-EBD7-C554-FE69A41D8D1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5" name="Oval 28">
                <a:extLst>
                  <a:ext uri="{FF2B5EF4-FFF2-40B4-BE49-F238E27FC236}">
                    <a16:creationId xmlns:a16="http://schemas.microsoft.com/office/drawing/2014/main" id="{A8B3CE35-B9BE-D119-0A54-F36C12E6A93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2" name="Group 771">
            <a:extLst>
              <a:ext uri="{FF2B5EF4-FFF2-40B4-BE49-F238E27FC236}">
                <a16:creationId xmlns:a16="http://schemas.microsoft.com/office/drawing/2014/main" id="{79D85222-FD2D-4AF1-65E6-FB21E1D77D44}"/>
              </a:ext>
            </a:extLst>
          </p:cNvPr>
          <p:cNvGrpSpPr/>
          <p:nvPr/>
        </p:nvGrpSpPr>
        <p:grpSpPr>
          <a:xfrm>
            <a:off x="2940469" y="2974031"/>
            <a:ext cx="721206" cy="613175"/>
            <a:chOff x="2940469" y="2974031"/>
            <a:chExt cx="721206" cy="613175"/>
          </a:xfrm>
        </p:grpSpPr>
        <p:sp>
          <p:nvSpPr>
            <p:cNvPr id="773" name="Rectangle 772">
              <a:extLst>
                <a:ext uri="{FF2B5EF4-FFF2-40B4-BE49-F238E27FC236}">
                  <a16:creationId xmlns:a16="http://schemas.microsoft.com/office/drawing/2014/main" id="{D589FA6D-C17A-B41F-0D25-F00738A01B63}"/>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74" name="Right Triangle 773">
              <a:extLst>
                <a:ext uri="{FF2B5EF4-FFF2-40B4-BE49-F238E27FC236}">
                  <a16:creationId xmlns:a16="http://schemas.microsoft.com/office/drawing/2014/main" id="{E0B3D385-EA45-9A80-A9D7-CDBD7D0E68C9}"/>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5" name="Group 774">
              <a:extLst>
                <a:ext uri="{FF2B5EF4-FFF2-40B4-BE49-F238E27FC236}">
                  <a16:creationId xmlns:a16="http://schemas.microsoft.com/office/drawing/2014/main" id="{B2D8C5E6-BF24-1C14-56BF-5614A5AC6419}"/>
                </a:ext>
              </a:extLst>
            </p:cNvPr>
            <p:cNvGrpSpPr/>
            <p:nvPr/>
          </p:nvGrpSpPr>
          <p:grpSpPr>
            <a:xfrm>
              <a:off x="3610502" y="2980132"/>
              <a:ext cx="37817" cy="61390"/>
              <a:chOff x="3883481" y="2057400"/>
              <a:chExt cx="1608363" cy="2652031"/>
            </a:xfrm>
            <a:solidFill>
              <a:srgbClr val="A6A6A6">
                <a:alpha val="20000"/>
              </a:srgbClr>
            </a:solidFill>
          </p:grpSpPr>
          <p:sp>
            <p:nvSpPr>
              <p:cNvPr id="776" name="Oval 27">
                <a:extLst>
                  <a:ext uri="{FF2B5EF4-FFF2-40B4-BE49-F238E27FC236}">
                    <a16:creationId xmlns:a16="http://schemas.microsoft.com/office/drawing/2014/main" id="{595F3493-FB30-DDC1-0ADD-F633BC7566F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7" name="Oval 28">
                <a:extLst>
                  <a:ext uri="{FF2B5EF4-FFF2-40B4-BE49-F238E27FC236}">
                    <a16:creationId xmlns:a16="http://schemas.microsoft.com/office/drawing/2014/main" id="{B8E66116-AA3B-B3EE-88C1-852C9600900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8" name="Group 777">
            <a:extLst>
              <a:ext uri="{FF2B5EF4-FFF2-40B4-BE49-F238E27FC236}">
                <a16:creationId xmlns:a16="http://schemas.microsoft.com/office/drawing/2014/main" id="{22DCD5CA-CB6B-4724-9F58-055B72480328}"/>
              </a:ext>
            </a:extLst>
          </p:cNvPr>
          <p:cNvGrpSpPr/>
          <p:nvPr/>
        </p:nvGrpSpPr>
        <p:grpSpPr>
          <a:xfrm>
            <a:off x="1268380" y="2974053"/>
            <a:ext cx="721206" cy="609701"/>
            <a:chOff x="1268380" y="2974053"/>
            <a:chExt cx="721206" cy="609701"/>
          </a:xfrm>
        </p:grpSpPr>
        <p:sp>
          <p:nvSpPr>
            <p:cNvPr id="779" name="Rectangle 778">
              <a:extLst>
                <a:ext uri="{FF2B5EF4-FFF2-40B4-BE49-F238E27FC236}">
                  <a16:creationId xmlns:a16="http://schemas.microsoft.com/office/drawing/2014/main" id="{49B7C3C3-8CE1-B608-EC6E-C8BE3A007BDC}"/>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80" name="Right Triangle 779">
              <a:extLst>
                <a:ext uri="{FF2B5EF4-FFF2-40B4-BE49-F238E27FC236}">
                  <a16:creationId xmlns:a16="http://schemas.microsoft.com/office/drawing/2014/main" id="{90B7B705-C7F4-200B-2E7F-7ED93AD09E44}"/>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1" name="Group 780">
              <a:extLst>
                <a:ext uri="{FF2B5EF4-FFF2-40B4-BE49-F238E27FC236}">
                  <a16:creationId xmlns:a16="http://schemas.microsoft.com/office/drawing/2014/main" id="{B69C13A9-7B2F-89CF-001C-BF59EA0D1A1C}"/>
                </a:ext>
              </a:extLst>
            </p:cNvPr>
            <p:cNvGrpSpPr/>
            <p:nvPr/>
          </p:nvGrpSpPr>
          <p:grpSpPr>
            <a:xfrm>
              <a:off x="1938973" y="2986452"/>
              <a:ext cx="37817" cy="61390"/>
              <a:chOff x="3883481" y="2057400"/>
              <a:chExt cx="1608363" cy="2652031"/>
            </a:xfrm>
            <a:solidFill>
              <a:srgbClr val="A6A6A6">
                <a:alpha val="20000"/>
              </a:srgbClr>
            </a:solidFill>
          </p:grpSpPr>
          <p:sp>
            <p:nvSpPr>
              <p:cNvPr id="782" name="Oval 27">
                <a:extLst>
                  <a:ext uri="{FF2B5EF4-FFF2-40B4-BE49-F238E27FC236}">
                    <a16:creationId xmlns:a16="http://schemas.microsoft.com/office/drawing/2014/main" id="{CCE12BB5-6CFD-E527-3922-987C3056FAC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3" name="Oval 28">
                <a:extLst>
                  <a:ext uri="{FF2B5EF4-FFF2-40B4-BE49-F238E27FC236}">
                    <a16:creationId xmlns:a16="http://schemas.microsoft.com/office/drawing/2014/main" id="{E1FC08AA-82C5-EE0F-CBD2-EAB7FC20E53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4" name="Group 783">
            <a:extLst>
              <a:ext uri="{FF2B5EF4-FFF2-40B4-BE49-F238E27FC236}">
                <a16:creationId xmlns:a16="http://schemas.microsoft.com/office/drawing/2014/main" id="{78FEB198-79C6-819C-5BB4-50085BC32D6B}"/>
              </a:ext>
            </a:extLst>
          </p:cNvPr>
          <p:cNvGrpSpPr/>
          <p:nvPr/>
        </p:nvGrpSpPr>
        <p:grpSpPr>
          <a:xfrm>
            <a:off x="2938534" y="811556"/>
            <a:ext cx="721206" cy="609701"/>
            <a:chOff x="2938534" y="811556"/>
            <a:chExt cx="721206" cy="609701"/>
          </a:xfrm>
        </p:grpSpPr>
        <p:sp>
          <p:nvSpPr>
            <p:cNvPr id="785" name="Rectangle 784">
              <a:extLst>
                <a:ext uri="{FF2B5EF4-FFF2-40B4-BE49-F238E27FC236}">
                  <a16:creationId xmlns:a16="http://schemas.microsoft.com/office/drawing/2014/main" id="{D14FC854-07F6-711A-1F4E-7890601EC6B2}"/>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86" name="Rectangle 785">
              <a:extLst>
                <a:ext uri="{FF2B5EF4-FFF2-40B4-BE49-F238E27FC236}">
                  <a16:creationId xmlns:a16="http://schemas.microsoft.com/office/drawing/2014/main" id="{E153E492-3569-C68C-3F68-B23B231BC190}"/>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7" name="Oval 15">
              <a:extLst>
                <a:ext uri="{FF2B5EF4-FFF2-40B4-BE49-F238E27FC236}">
                  <a16:creationId xmlns:a16="http://schemas.microsoft.com/office/drawing/2014/main" id="{B0CAED76-B538-EE05-296B-5DC77616FF26}"/>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88" name="Straight Connector 787">
              <a:extLst>
                <a:ext uri="{FF2B5EF4-FFF2-40B4-BE49-F238E27FC236}">
                  <a16:creationId xmlns:a16="http://schemas.microsoft.com/office/drawing/2014/main" id="{2B1508FD-9615-FDE9-7361-86C1C1529EA2}"/>
                </a:ext>
              </a:extLst>
            </p:cNvPr>
            <p:cNvCxnSpPr>
              <a:cxnSpLocks/>
              <a:stCxn id="787"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89" name="Straight Connector 788">
              <a:extLst>
                <a:ext uri="{FF2B5EF4-FFF2-40B4-BE49-F238E27FC236}">
                  <a16:creationId xmlns:a16="http://schemas.microsoft.com/office/drawing/2014/main" id="{FE66A89C-D649-A8E2-A31C-025689905445}"/>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6" name="Group 795">
            <a:extLst>
              <a:ext uri="{FF2B5EF4-FFF2-40B4-BE49-F238E27FC236}">
                <a16:creationId xmlns:a16="http://schemas.microsoft.com/office/drawing/2014/main" id="{0C5B85C0-3DE0-840F-4AE4-A7AF7EB6EA5B}"/>
              </a:ext>
            </a:extLst>
          </p:cNvPr>
          <p:cNvGrpSpPr/>
          <p:nvPr/>
        </p:nvGrpSpPr>
        <p:grpSpPr>
          <a:xfrm>
            <a:off x="431659" y="811556"/>
            <a:ext cx="721206" cy="609701"/>
            <a:chOff x="431659" y="811556"/>
            <a:chExt cx="721206" cy="609701"/>
          </a:xfrm>
        </p:grpSpPr>
        <p:sp>
          <p:nvSpPr>
            <p:cNvPr id="797" name="Rectangle 796">
              <a:extLst>
                <a:ext uri="{FF2B5EF4-FFF2-40B4-BE49-F238E27FC236}">
                  <a16:creationId xmlns:a16="http://schemas.microsoft.com/office/drawing/2014/main" id="{E8E2987F-0C20-0090-1A88-723515AA4B72}"/>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98" name="Right Triangle 797">
              <a:extLst>
                <a:ext uri="{FF2B5EF4-FFF2-40B4-BE49-F238E27FC236}">
                  <a16:creationId xmlns:a16="http://schemas.microsoft.com/office/drawing/2014/main" id="{66FBA528-FEA9-9D66-8B0A-8DECD3911153}"/>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99" name="Group 798">
              <a:extLst>
                <a:ext uri="{FF2B5EF4-FFF2-40B4-BE49-F238E27FC236}">
                  <a16:creationId xmlns:a16="http://schemas.microsoft.com/office/drawing/2014/main" id="{4258808F-C8EE-8A9A-1B47-F38296297528}"/>
                </a:ext>
              </a:extLst>
            </p:cNvPr>
            <p:cNvGrpSpPr/>
            <p:nvPr/>
          </p:nvGrpSpPr>
          <p:grpSpPr>
            <a:xfrm>
              <a:off x="1100969" y="819591"/>
              <a:ext cx="37817" cy="61390"/>
              <a:chOff x="3883481" y="2057400"/>
              <a:chExt cx="1608363" cy="2652031"/>
            </a:xfrm>
            <a:solidFill>
              <a:srgbClr val="A6A6A6">
                <a:alpha val="20000"/>
              </a:srgbClr>
            </a:solidFill>
          </p:grpSpPr>
          <p:sp>
            <p:nvSpPr>
              <p:cNvPr id="800" name="Oval 27">
                <a:extLst>
                  <a:ext uri="{FF2B5EF4-FFF2-40B4-BE49-F238E27FC236}">
                    <a16:creationId xmlns:a16="http://schemas.microsoft.com/office/drawing/2014/main" id="{8728BA41-8FFE-8317-4DD1-97FDA876C75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1" name="Oval 28">
                <a:extLst>
                  <a:ext uri="{FF2B5EF4-FFF2-40B4-BE49-F238E27FC236}">
                    <a16:creationId xmlns:a16="http://schemas.microsoft.com/office/drawing/2014/main" id="{A735FAAB-5A9C-A103-B88F-00588D54081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2" name="Group 801">
            <a:extLst>
              <a:ext uri="{FF2B5EF4-FFF2-40B4-BE49-F238E27FC236}">
                <a16:creationId xmlns:a16="http://schemas.microsoft.com/office/drawing/2014/main" id="{3D601453-9013-80E7-5115-C532FD486D85}"/>
              </a:ext>
            </a:extLst>
          </p:cNvPr>
          <p:cNvGrpSpPr/>
          <p:nvPr/>
        </p:nvGrpSpPr>
        <p:grpSpPr>
          <a:xfrm>
            <a:off x="1267285" y="811556"/>
            <a:ext cx="721206" cy="609701"/>
            <a:chOff x="1267285" y="811556"/>
            <a:chExt cx="721206" cy="609701"/>
          </a:xfrm>
        </p:grpSpPr>
        <p:sp>
          <p:nvSpPr>
            <p:cNvPr id="803" name="Rectangle 802">
              <a:extLst>
                <a:ext uri="{FF2B5EF4-FFF2-40B4-BE49-F238E27FC236}">
                  <a16:creationId xmlns:a16="http://schemas.microsoft.com/office/drawing/2014/main" id="{1BBDBDF6-F1DC-D00E-9864-6515476482EE}"/>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04" name="Right Triangle 803">
              <a:extLst>
                <a:ext uri="{FF2B5EF4-FFF2-40B4-BE49-F238E27FC236}">
                  <a16:creationId xmlns:a16="http://schemas.microsoft.com/office/drawing/2014/main" id="{81F9FEE0-864B-378A-2B8C-DE0D27310D0E}"/>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5" name="Group 804">
              <a:extLst>
                <a:ext uri="{FF2B5EF4-FFF2-40B4-BE49-F238E27FC236}">
                  <a16:creationId xmlns:a16="http://schemas.microsoft.com/office/drawing/2014/main" id="{8AEB6FB1-DBA4-EDA7-0F12-E1F231FAC1E0}"/>
                </a:ext>
              </a:extLst>
            </p:cNvPr>
            <p:cNvGrpSpPr/>
            <p:nvPr/>
          </p:nvGrpSpPr>
          <p:grpSpPr>
            <a:xfrm>
              <a:off x="1937878" y="819591"/>
              <a:ext cx="37817" cy="61390"/>
              <a:chOff x="3883481" y="2057400"/>
              <a:chExt cx="1608363" cy="2652031"/>
            </a:xfrm>
            <a:solidFill>
              <a:srgbClr val="A6A6A6">
                <a:alpha val="20000"/>
              </a:srgbClr>
            </a:solidFill>
          </p:grpSpPr>
          <p:sp>
            <p:nvSpPr>
              <p:cNvPr id="806" name="Oval 27">
                <a:extLst>
                  <a:ext uri="{FF2B5EF4-FFF2-40B4-BE49-F238E27FC236}">
                    <a16:creationId xmlns:a16="http://schemas.microsoft.com/office/drawing/2014/main" id="{AB10D5FA-8643-F0FB-A731-0827971F535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7" name="Oval 28">
                <a:extLst>
                  <a:ext uri="{FF2B5EF4-FFF2-40B4-BE49-F238E27FC236}">
                    <a16:creationId xmlns:a16="http://schemas.microsoft.com/office/drawing/2014/main" id="{5765B5DB-777B-D543-2638-BDEF381F00C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4" name="Group 813">
            <a:extLst>
              <a:ext uri="{FF2B5EF4-FFF2-40B4-BE49-F238E27FC236}">
                <a16:creationId xmlns:a16="http://schemas.microsoft.com/office/drawing/2014/main" id="{37599AEF-68F0-2000-BCA5-EC37954CBDAA}"/>
              </a:ext>
            </a:extLst>
          </p:cNvPr>
          <p:cNvGrpSpPr/>
          <p:nvPr/>
        </p:nvGrpSpPr>
        <p:grpSpPr>
          <a:xfrm>
            <a:off x="2889438" y="751337"/>
            <a:ext cx="5022643" cy="5001728"/>
            <a:chOff x="2889438" y="751337"/>
            <a:chExt cx="5022643" cy="5001728"/>
          </a:xfrm>
        </p:grpSpPr>
        <p:cxnSp>
          <p:nvCxnSpPr>
            <p:cNvPr id="815" name="Straight Connector 814">
              <a:extLst>
                <a:ext uri="{FF2B5EF4-FFF2-40B4-BE49-F238E27FC236}">
                  <a16:creationId xmlns:a16="http://schemas.microsoft.com/office/drawing/2014/main" id="{3F28EB13-5CFF-654A-43A0-7D6321F0FD49}"/>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CC5B35FB-3E1F-93FC-A406-6F59A16BAB2B}"/>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24FA65A2-B827-1B1B-0C06-77100ADEFA81}"/>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20EA2339-C62E-A68C-436E-C41FF4FB7C02}"/>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E6C78E1B-9C08-69EC-1773-2E6FB6A4359B}"/>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DC275DA5-8246-9114-3540-A32D289B48C3}"/>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C21DC415-2AB0-A8D0-B5AA-74D955153C4A}"/>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94BF7FF7-5716-81B5-4674-9774D586E7D5}"/>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CCB40F11-E48C-F459-BD6C-BB4AAD632DC8}"/>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4" name="Straight Connector 823">
              <a:extLst>
                <a:ext uri="{FF2B5EF4-FFF2-40B4-BE49-F238E27FC236}">
                  <a16:creationId xmlns:a16="http://schemas.microsoft.com/office/drawing/2014/main" id="{5600A9CB-3D4B-A9DD-7BE5-1D9866F3BEC3}"/>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8" name="Group 837">
            <a:extLst>
              <a:ext uri="{FF2B5EF4-FFF2-40B4-BE49-F238E27FC236}">
                <a16:creationId xmlns:a16="http://schemas.microsoft.com/office/drawing/2014/main" id="{6CA4D5E4-DF25-6D1E-5ABC-4BDA260B1862}"/>
              </a:ext>
            </a:extLst>
          </p:cNvPr>
          <p:cNvGrpSpPr/>
          <p:nvPr/>
        </p:nvGrpSpPr>
        <p:grpSpPr>
          <a:xfrm>
            <a:off x="2099604" y="5136552"/>
            <a:ext cx="721206" cy="609701"/>
            <a:chOff x="2099604" y="5136552"/>
            <a:chExt cx="721206" cy="609701"/>
          </a:xfrm>
        </p:grpSpPr>
        <p:sp>
          <p:nvSpPr>
            <p:cNvPr id="839" name="Rectangle 838">
              <a:extLst>
                <a:ext uri="{FF2B5EF4-FFF2-40B4-BE49-F238E27FC236}">
                  <a16:creationId xmlns:a16="http://schemas.microsoft.com/office/drawing/2014/main" id="{04E71D77-4A74-75D0-42C9-4FC1D7E24196}"/>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840" name="Right Triangle 839">
              <a:extLst>
                <a:ext uri="{FF2B5EF4-FFF2-40B4-BE49-F238E27FC236}">
                  <a16:creationId xmlns:a16="http://schemas.microsoft.com/office/drawing/2014/main" id="{10B9042C-E8EA-76AB-B188-448962C93B63}"/>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1" name="Group 840">
              <a:extLst>
                <a:ext uri="{FF2B5EF4-FFF2-40B4-BE49-F238E27FC236}">
                  <a16:creationId xmlns:a16="http://schemas.microsoft.com/office/drawing/2014/main" id="{3BD526ED-9153-6E17-896D-AAA0509247A3}"/>
                </a:ext>
              </a:extLst>
            </p:cNvPr>
            <p:cNvGrpSpPr/>
            <p:nvPr/>
          </p:nvGrpSpPr>
          <p:grpSpPr>
            <a:xfrm>
              <a:off x="2765661" y="5151382"/>
              <a:ext cx="37817" cy="61390"/>
              <a:chOff x="3883481" y="2057400"/>
              <a:chExt cx="1608363" cy="2652031"/>
            </a:xfrm>
            <a:solidFill>
              <a:srgbClr val="A6A6A6">
                <a:alpha val="20000"/>
              </a:srgbClr>
            </a:solidFill>
          </p:grpSpPr>
          <p:sp>
            <p:nvSpPr>
              <p:cNvPr id="842" name="Oval 27">
                <a:extLst>
                  <a:ext uri="{FF2B5EF4-FFF2-40B4-BE49-F238E27FC236}">
                    <a16:creationId xmlns:a16="http://schemas.microsoft.com/office/drawing/2014/main" id="{507E0F7C-18AF-269A-63A1-557E0EDD9AC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3" name="Oval 28">
                <a:extLst>
                  <a:ext uri="{FF2B5EF4-FFF2-40B4-BE49-F238E27FC236}">
                    <a16:creationId xmlns:a16="http://schemas.microsoft.com/office/drawing/2014/main" id="{F31E3AA7-4AB1-054F-9217-6F5768A21F4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0" name="Group 849">
            <a:extLst>
              <a:ext uri="{FF2B5EF4-FFF2-40B4-BE49-F238E27FC236}">
                <a16:creationId xmlns:a16="http://schemas.microsoft.com/office/drawing/2014/main" id="{EA64CF39-0964-8E6C-5C29-9D064A577D14}"/>
              </a:ext>
            </a:extLst>
          </p:cNvPr>
          <p:cNvGrpSpPr/>
          <p:nvPr/>
        </p:nvGrpSpPr>
        <p:grpSpPr>
          <a:xfrm>
            <a:off x="2937173" y="4419601"/>
            <a:ext cx="721206" cy="610396"/>
            <a:chOff x="2937173" y="4419601"/>
            <a:chExt cx="721206" cy="610396"/>
          </a:xfrm>
        </p:grpSpPr>
        <p:sp>
          <p:nvSpPr>
            <p:cNvPr id="851" name="Rectangle 850">
              <a:extLst>
                <a:ext uri="{FF2B5EF4-FFF2-40B4-BE49-F238E27FC236}">
                  <a16:creationId xmlns:a16="http://schemas.microsoft.com/office/drawing/2014/main" id="{61936263-A504-DBBB-0280-A1EB9BAD7CB8}"/>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52" name="Right Triangle 851">
              <a:extLst>
                <a:ext uri="{FF2B5EF4-FFF2-40B4-BE49-F238E27FC236}">
                  <a16:creationId xmlns:a16="http://schemas.microsoft.com/office/drawing/2014/main" id="{FAD45CDC-BD05-2C55-806F-7B03929089CA}"/>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3" name="Group 852">
              <a:extLst>
                <a:ext uri="{FF2B5EF4-FFF2-40B4-BE49-F238E27FC236}">
                  <a16:creationId xmlns:a16="http://schemas.microsoft.com/office/drawing/2014/main" id="{1C621962-5FCE-5189-8C9E-D361B0E5ECE0}"/>
                </a:ext>
              </a:extLst>
            </p:cNvPr>
            <p:cNvGrpSpPr/>
            <p:nvPr/>
          </p:nvGrpSpPr>
          <p:grpSpPr>
            <a:xfrm>
              <a:off x="3607766" y="4425699"/>
              <a:ext cx="37817" cy="61390"/>
              <a:chOff x="3883481" y="2057400"/>
              <a:chExt cx="1608363" cy="2652031"/>
            </a:xfrm>
            <a:solidFill>
              <a:srgbClr val="A6A6A6">
                <a:alpha val="20000"/>
              </a:srgbClr>
            </a:solidFill>
          </p:grpSpPr>
          <p:sp>
            <p:nvSpPr>
              <p:cNvPr id="854" name="Oval 27">
                <a:extLst>
                  <a:ext uri="{FF2B5EF4-FFF2-40B4-BE49-F238E27FC236}">
                    <a16:creationId xmlns:a16="http://schemas.microsoft.com/office/drawing/2014/main" id="{3A1C937A-99E5-69E8-0510-A7797E1A2C2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5" name="Oval 28">
                <a:extLst>
                  <a:ext uri="{FF2B5EF4-FFF2-40B4-BE49-F238E27FC236}">
                    <a16:creationId xmlns:a16="http://schemas.microsoft.com/office/drawing/2014/main" id="{1B9D563A-3696-55A7-CB11-8C783359841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6" name="Group 855">
            <a:extLst>
              <a:ext uri="{FF2B5EF4-FFF2-40B4-BE49-F238E27FC236}">
                <a16:creationId xmlns:a16="http://schemas.microsoft.com/office/drawing/2014/main" id="{BE48804E-6A8E-906B-5660-B38F89B6212D}"/>
              </a:ext>
            </a:extLst>
          </p:cNvPr>
          <p:cNvGrpSpPr/>
          <p:nvPr/>
        </p:nvGrpSpPr>
        <p:grpSpPr>
          <a:xfrm>
            <a:off x="6286130" y="4419624"/>
            <a:ext cx="721206" cy="609701"/>
            <a:chOff x="6286130" y="4419624"/>
            <a:chExt cx="721206" cy="609701"/>
          </a:xfrm>
        </p:grpSpPr>
        <p:sp>
          <p:nvSpPr>
            <p:cNvPr id="857" name="Rectangle 856">
              <a:hlinkHover r:id="" action="ppaction://noaction" highlightClick="1"/>
              <a:extLst>
                <a:ext uri="{FF2B5EF4-FFF2-40B4-BE49-F238E27FC236}">
                  <a16:creationId xmlns:a16="http://schemas.microsoft.com/office/drawing/2014/main" id="{E0C4D490-879C-C729-6F59-E61B3AB1C392}"/>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58" name="Oval 857">
              <a:extLst>
                <a:ext uri="{FF2B5EF4-FFF2-40B4-BE49-F238E27FC236}">
                  <a16:creationId xmlns:a16="http://schemas.microsoft.com/office/drawing/2014/main" id="{5F3C56A5-E531-412C-2713-CC8A2A514F8C}"/>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9" name="Isosceles Triangle 648">
              <a:extLst>
                <a:ext uri="{FF2B5EF4-FFF2-40B4-BE49-F238E27FC236}">
                  <a16:creationId xmlns:a16="http://schemas.microsoft.com/office/drawing/2014/main" id="{B4F1DEA0-F1E3-084D-488F-D7B637F70E73}"/>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0" name="Group 859">
            <a:extLst>
              <a:ext uri="{FF2B5EF4-FFF2-40B4-BE49-F238E27FC236}">
                <a16:creationId xmlns:a16="http://schemas.microsoft.com/office/drawing/2014/main" id="{4F884886-CCDF-6D73-BD9E-040401741CC7}"/>
              </a:ext>
            </a:extLst>
          </p:cNvPr>
          <p:cNvGrpSpPr/>
          <p:nvPr/>
        </p:nvGrpSpPr>
        <p:grpSpPr>
          <a:xfrm>
            <a:off x="5458940" y="5135305"/>
            <a:ext cx="721206" cy="609701"/>
            <a:chOff x="5458940" y="5135305"/>
            <a:chExt cx="721206" cy="609701"/>
          </a:xfrm>
        </p:grpSpPr>
        <p:sp>
          <p:nvSpPr>
            <p:cNvPr id="861" name="Rectangle 860">
              <a:hlinkHover r:id="" action="ppaction://noaction" highlightClick="1"/>
              <a:extLst>
                <a:ext uri="{FF2B5EF4-FFF2-40B4-BE49-F238E27FC236}">
                  <a16:creationId xmlns:a16="http://schemas.microsoft.com/office/drawing/2014/main" id="{BA98FD67-DA1F-F659-2A74-4D2EA2996D01}"/>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62" name="Oval 861">
              <a:extLst>
                <a:ext uri="{FF2B5EF4-FFF2-40B4-BE49-F238E27FC236}">
                  <a16:creationId xmlns:a16="http://schemas.microsoft.com/office/drawing/2014/main" id="{68EF330E-0EFC-1FB7-D67D-6F081FDD4B68}"/>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3" name="Isosceles Triangle 648">
              <a:extLst>
                <a:ext uri="{FF2B5EF4-FFF2-40B4-BE49-F238E27FC236}">
                  <a16:creationId xmlns:a16="http://schemas.microsoft.com/office/drawing/2014/main" id="{BFC85F9A-9C03-3B8A-63B5-415DC096F7A6}"/>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4" name="Group 863">
            <a:extLst>
              <a:ext uri="{FF2B5EF4-FFF2-40B4-BE49-F238E27FC236}">
                <a16:creationId xmlns:a16="http://schemas.microsoft.com/office/drawing/2014/main" id="{EF806C23-7D56-EFED-D2AB-081C8A8D618F}"/>
              </a:ext>
            </a:extLst>
          </p:cNvPr>
          <p:cNvGrpSpPr/>
          <p:nvPr/>
        </p:nvGrpSpPr>
        <p:grpSpPr>
          <a:xfrm>
            <a:off x="6289146" y="5141017"/>
            <a:ext cx="721206" cy="609701"/>
            <a:chOff x="6289146" y="5141017"/>
            <a:chExt cx="721206" cy="609701"/>
          </a:xfrm>
        </p:grpSpPr>
        <p:sp>
          <p:nvSpPr>
            <p:cNvPr id="865" name="Rectangle 864">
              <a:hlinkHover r:id="" action="ppaction://noaction" highlightClick="1"/>
              <a:extLst>
                <a:ext uri="{FF2B5EF4-FFF2-40B4-BE49-F238E27FC236}">
                  <a16:creationId xmlns:a16="http://schemas.microsoft.com/office/drawing/2014/main" id="{D59335F5-80F4-BECA-B7D5-2C4E5D8B0DD8}"/>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66" name="Oval 865">
              <a:extLst>
                <a:ext uri="{FF2B5EF4-FFF2-40B4-BE49-F238E27FC236}">
                  <a16:creationId xmlns:a16="http://schemas.microsoft.com/office/drawing/2014/main" id="{D8E37421-3895-A628-0118-647A97C18D33}"/>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7" name="Isosceles Triangle 648">
              <a:extLst>
                <a:ext uri="{FF2B5EF4-FFF2-40B4-BE49-F238E27FC236}">
                  <a16:creationId xmlns:a16="http://schemas.microsoft.com/office/drawing/2014/main" id="{0E0DAD5D-0413-643D-E8D4-B16DB1958BDD}"/>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8" name="Group 867">
            <a:extLst>
              <a:ext uri="{FF2B5EF4-FFF2-40B4-BE49-F238E27FC236}">
                <a16:creationId xmlns:a16="http://schemas.microsoft.com/office/drawing/2014/main" id="{D3A4FAD3-9747-4F85-361A-47E00CAFCCF4}"/>
              </a:ext>
            </a:extLst>
          </p:cNvPr>
          <p:cNvGrpSpPr/>
          <p:nvPr/>
        </p:nvGrpSpPr>
        <p:grpSpPr>
          <a:xfrm>
            <a:off x="7122911" y="4419624"/>
            <a:ext cx="721206" cy="609701"/>
            <a:chOff x="7122911" y="4419624"/>
            <a:chExt cx="721206" cy="609701"/>
          </a:xfrm>
        </p:grpSpPr>
        <p:sp>
          <p:nvSpPr>
            <p:cNvPr id="869" name="Rectangle 868">
              <a:hlinkHover r:id="" action="ppaction://noaction" highlightClick="1"/>
              <a:extLst>
                <a:ext uri="{FF2B5EF4-FFF2-40B4-BE49-F238E27FC236}">
                  <a16:creationId xmlns:a16="http://schemas.microsoft.com/office/drawing/2014/main" id="{86BFF5BA-4EA4-B5BC-0BFF-FFE060AAD0A1}"/>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70" name="Oval 869">
              <a:extLst>
                <a:ext uri="{FF2B5EF4-FFF2-40B4-BE49-F238E27FC236}">
                  <a16:creationId xmlns:a16="http://schemas.microsoft.com/office/drawing/2014/main" id="{59B287A9-4943-B90F-72CD-DF90E8C2940B}"/>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1" name="Isosceles Triangle 648">
              <a:extLst>
                <a:ext uri="{FF2B5EF4-FFF2-40B4-BE49-F238E27FC236}">
                  <a16:creationId xmlns:a16="http://schemas.microsoft.com/office/drawing/2014/main" id="{D377069A-FA85-CC90-E2E8-369B666CDC2C}"/>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6" name="Group 875">
            <a:extLst>
              <a:ext uri="{FF2B5EF4-FFF2-40B4-BE49-F238E27FC236}">
                <a16:creationId xmlns:a16="http://schemas.microsoft.com/office/drawing/2014/main" id="{03E484C0-B5F4-73D7-0189-829C9F4FE1CF}"/>
              </a:ext>
            </a:extLst>
          </p:cNvPr>
          <p:cNvGrpSpPr/>
          <p:nvPr/>
        </p:nvGrpSpPr>
        <p:grpSpPr>
          <a:xfrm>
            <a:off x="5454385" y="4419624"/>
            <a:ext cx="721206" cy="609701"/>
            <a:chOff x="5454385" y="4419624"/>
            <a:chExt cx="721206" cy="609701"/>
          </a:xfrm>
        </p:grpSpPr>
        <p:sp>
          <p:nvSpPr>
            <p:cNvPr id="877" name="Rectangle 876">
              <a:hlinkHover r:id="" action="ppaction://noaction" highlightClick="1"/>
              <a:extLst>
                <a:ext uri="{FF2B5EF4-FFF2-40B4-BE49-F238E27FC236}">
                  <a16:creationId xmlns:a16="http://schemas.microsoft.com/office/drawing/2014/main" id="{3512E430-795B-D5B3-910E-C6E9A04116A9}"/>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78" name="Oval 877">
              <a:extLst>
                <a:ext uri="{FF2B5EF4-FFF2-40B4-BE49-F238E27FC236}">
                  <a16:creationId xmlns:a16="http://schemas.microsoft.com/office/drawing/2014/main" id="{C4B06DF8-E5C8-22AC-63B8-B7B94DE7FEB7}"/>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9" name="Isosceles Triangle 648">
              <a:extLst>
                <a:ext uri="{FF2B5EF4-FFF2-40B4-BE49-F238E27FC236}">
                  <a16:creationId xmlns:a16="http://schemas.microsoft.com/office/drawing/2014/main" id="{90AAFBD0-8BD9-E28C-1CAA-18EDE75490AE}"/>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0" name="Group 879">
            <a:extLst>
              <a:ext uri="{FF2B5EF4-FFF2-40B4-BE49-F238E27FC236}">
                <a16:creationId xmlns:a16="http://schemas.microsoft.com/office/drawing/2014/main" id="{245E2D9E-9BC6-273D-6EFB-352BECDB0654}"/>
              </a:ext>
            </a:extLst>
          </p:cNvPr>
          <p:cNvGrpSpPr/>
          <p:nvPr/>
        </p:nvGrpSpPr>
        <p:grpSpPr>
          <a:xfrm>
            <a:off x="3775041" y="5130133"/>
            <a:ext cx="721895" cy="609700"/>
            <a:chOff x="3775041" y="5130133"/>
            <a:chExt cx="721895" cy="609700"/>
          </a:xfrm>
        </p:grpSpPr>
        <p:sp>
          <p:nvSpPr>
            <p:cNvPr id="881" name="Rectangle 880">
              <a:hlinkHover r:id="" action="ppaction://noaction" highlightClick="1"/>
              <a:extLst>
                <a:ext uri="{FF2B5EF4-FFF2-40B4-BE49-F238E27FC236}">
                  <a16:creationId xmlns:a16="http://schemas.microsoft.com/office/drawing/2014/main" id="{DB41B959-CE1A-BE83-4546-A2BA9EA96999}"/>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82" name="Diamond 881">
              <a:extLst>
                <a:ext uri="{FF2B5EF4-FFF2-40B4-BE49-F238E27FC236}">
                  <a16:creationId xmlns:a16="http://schemas.microsoft.com/office/drawing/2014/main" id="{41F49892-1A40-6D31-F80D-F104A9D0F5F0}"/>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3" name="Oval 882">
              <a:extLst>
                <a:ext uri="{FF2B5EF4-FFF2-40B4-BE49-F238E27FC236}">
                  <a16:creationId xmlns:a16="http://schemas.microsoft.com/office/drawing/2014/main" id="{6A354F56-B3C5-1F3E-A668-C1D610E3850A}"/>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4" name="Group 883">
            <a:extLst>
              <a:ext uri="{FF2B5EF4-FFF2-40B4-BE49-F238E27FC236}">
                <a16:creationId xmlns:a16="http://schemas.microsoft.com/office/drawing/2014/main" id="{1818BF59-A698-4DED-72C5-1AEFFAF10D2A}"/>
              </a:ext>
            </a:extLst>
          </p:cNvPr>
          <p:cNvGrpSpPr/>
          <p:nvPr/>
        </p:nvGrpSpPr>
        <p:grpSpPr>
          <a:xfrm>
            <a:off x="4618174" y="5130748"/>
            <a:ext cx="721895" cy="609700"/>
            <a:chOff x="4618174" y="5130748"/>
            <a:chExt cx="721895" cy="609700"/>
          </a:xfrm>
        </p:grpSpPr>
        <p:sp>
          <p:nvSpPr>
            <p:cNvPr id="885" name="Rectangle 884">
              <a:hlinkHover r:id="" action="ppaction://noaction" highlightClick="1"/>
              <a:extLst>
                <a:ext uri="{FF2B5EF4-FFF2-40B4-BE49-F238E27FC236}">
                  <a16:creationId xmlns:a16="http://schemas.microsoft.com/office/drawing/2014/main" id="{7B0E218A-0E8C-3980-8001-F5C4B1987EAF}"/>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86" name="Diamond 885">
              <a:extLst>
                <a:ext uri="{FF2B5EF4-FFF2-40B4-BE49-F238E27FC236}">
                  <a16:creationId xmlns:a16="http://schemas.microsoft.com/office/drawing/2014/main" id="{B08DEC1B-58F6-5131-7CE1-F232B66395E2}"/>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7" name="Oval 886">
              <a:extLst>
                <a:ext uri="{FF2B5EF4-FFF2-40B4-BE49-F238E27FC236}">
                  <a16:creationId xmlns:a16="http://schemas.microsoft.com/office/drawing/2014/main" id="{0DA203D0-F2C0-A4A8-7036-31DBC9E68921}"/>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8" name="Group 887">
            <a:extLst>
              <a:ext uri="{FF2B5EF4-FFF2-40B4-BE49-F238E27FC236}">
                <a16:creationId xmlns:a16="http://schemas.microsoft.com/office/drawing/2014/main" id="{AE53C3C1-0711-2E64-F9B1-8B8D3DEDF757}"/>
              </a:ext>
            </a:extLst>
          </p:cNvPr>
          <p:cNvGrpSpPr/>
          <p:nvPr/>
        </p:nvGrpSpPr>
        <p:grpSpPr>
          <a:xfrm>
            <a:off x="7125833" y="5143368"/>
            <a:ext cx="721206" cy="609701"/>
            <a:chOff x="7125833" y="5143368"/>
            <a:chExt cx="721206" cy="609701"/>
          </a:xfrm>
        </p:grpSpPr>
        <p:sp>
          <p:nvSpPr>
            <p:cNvPr id="889" name="Rectangle 888">
              <a:hlinkHover r:id="" action="ppaction://noaction" highlightClick="1"/>
              <a:extLst>
                <a:ext uri="{FF2B5EF4-FFF2-40B4-BE49-F238E27FC236}">
                  <a16:creationId xmlns:a16="http://schemas.microsoft.com/office/drawing/2014/main" id="{095F461C-CD34-67A9-7A58-11164FBCC4E5}"/>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90" name="Oval 889">
              <a:extLst>
                <a:ext uri="{FF2B5EF4-FFF2-40B4-BE49-F238E27FC236}">
                  <a16:creationId xmlns:a16="http://schemas.microsoft.com/office/drawing/2014/main" id="{7364C3B0-99CA-91B2-21D3-0D978B75DBA1}"/>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1" name="Isosceles Triangle 648">
              <a:extLst>
                <a:ext uri="{FF2B5EF4-FFF2-40B4-BE49-F238E27FC236}">
                  <a16:creationId xmlns:a16="http://schemas.microsoft.com/office/drawing/2014/main" id="{EBE414ED-B5BC-C251-FA5C-9FB156E23925}"/>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2" name="Group 891">
            <a:extLst>
              <a:ext uri="{FF2B5EF4-FFF2-40B4-BE49-F238E27FC236}">
                <a16:creationId xmlns:a16="http://schemas.microsoft.com/office/drawing/2014/main" id="{1BCD0211-DF14-C855-9435-7F3409FCAE5D}"/>
              </a:ext>
            </a:extLst>
          </p:cNvPr>
          <p:cNvGrpSpPr/>
          <p:nvPr/>
        </p:nvGrpSpPr>
        <p:grpSpPr>
          <a:xfrm>
            <a:off x="7122911" y="3698231"/>
            <a:ext cx="721206" cy="609701"/>
            <a:chOff x="7122911" y="3698231"/>
            <a:chExt cx="721206" cy="609701"/>
          </a:xfrm>
        </p:grpSpPr>
        <p:sp>
          <p:nvSpPr>
            <p:cNvPr id="893" name="Rectangle 892">
              <a:hlinkHover r:id="" action="ppaction://noaction" highlightClick="1"/>
              <a:extLst>
                <a:ext uri="{FF2B5EF4-FFF2-40B4-BE49-F238E27FC236}">
                  <a16:creationId xmlns:a16="http://schemas.microsoft.com/office/drawing/2014/main" id="{4EAD1F93-271B-C65D-1A43-4813DB01D8FD}"/>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94" name="Oval 893">
              <a:extLst>
                <a:ext uri="{FF2B5EF4-FFF2-40B4-BE49-F238E27FC236}">
                  <a16:creationId xmlns:a16="http://schemas.microsoft.com/office/drawing/2014/main" id="{63A05B5A-83B4-41F4-359B-337DC77EFD52}"/>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5" name="Isosceles Triangle 648">
              <a:extLst>
                <a:ext uri="{FF2B5EF4-FFF2-40B4-BE49-F238E27FC236}">
                  <a16:creationId xmlns:a16="http://schemas.microsoft.com/office/drawing/2014/main" id="{4738E032-A273-0622-3309-A6F9E003EA81}"/>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6" name="Group 895">
            <a:extLst>
              <a:ext uri="{FF2B5EF4-FFF2-40B4-BE49-F238E27FC236}">
                <a16:creationId xmlns:a16="http://schemas.microsoft.com/office/drawing/2014/main" id="{E29588A3-5803-2CBB-FE46-B7E3AEDDD06F}"/>
              </a:ext>
            </a:extLst>
          </p:cNvPr>
          <p:cNvGrpSpPr/>
          <p:nvPr/>
        </p:nvGrpSpPr>
        <p:grpSpPr>
          <a:xfrm>
            <a:off x="6286224" y="3620338"/>
            <a:ext cx="721206" cy="687594"/>
            <a:chOff x="6286224" y="3620338"/>
            <a:chExt cx="721206" cy="687594"/>
          </a:xfrm>
        </p:grpSpPr>
        <p:cxnSp>
          <p:nvCxnSpPr>
            <p:cNvPr id="897" name="Straight Connector 896">
              <a:extLst>
                <a:ext uri="{FF2B5EF4-FFF2-40B4-BE49-F238E27FC236}">
                  <a16:creationId xmlns:a16="http://schemas.microsoft.com/office/drawing/2014/main" id="{749C7F59-5BF1-C900-0DCA-D28491E87769}"/>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98" name="Rectangle 897">
              <a:hlinkHover r:id="" action="ppaction://noaction" highlightClick="1"/>
              <a:extLst>
                <a:ext uri="{FF2B5EF4-FFF2-40B4-BE49-F238E27FC236}">
                  <a16:creationId xmlns:a16="http://schemas.microsoft.com/office/drawing/2014/main" id="{B457C65F-A4CB-32F6-0035-A4C0779FFDB5}"/>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99" name="Oval 898">
              <a:extLst>
                <a:ext uri="{FF2B5EF4-FFF2-40B4-BE49-F238E27FC236}">
                  <a16:creationId xmlns:a16="http://schemas.microsoft.com/office/drawing/2014/main" id="{346AA3B1-AF37-6175-145D-142698C7EB14}"/>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0" name="Isosceles Triangle 648">
              <a:extLst>
                <a:ext uri="{FF2B5EF4-FFF2-40B4-BE49-F238E27FC236}">
                  <a16:creationId xmlns:a16="http://schemas.microsoft.com/office/drawing/2014/main" id="{5E12AF5C-4B12-080A-006A-565E3CCC36C7}"/>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1" name="Group 930">
            <a:extLst>
              <a:ext uri="{FF2B5EF4-FFF2-40B4-BE49-F238E27FC236}">
                <a16:creationId xmlns:a16="http://schemas.microsoft.com/office/drawing/2014/main" id="{4101F103-220B-1F4C-45D7-34DC1735DA5D}"/>
              </a:ext>
            </a:extLst>
          </p:cNvPr>
          <p:cNvGrpSpPr/>
          <p:nvPr/>
        </p:nvGrpSpPr>
        <p:grpSpPr>
          <a:xfrm>
            <a:off x="5442072" y="811556"/>
            <a:ext cx="728208" cy="609701"/>
            <a:chOff x="5442072" y="811556"/>
            <a:chExt cx="728208" cy="609701"/>
          </a:xfrm>
        </p:grpSpPr>
        <p:sp>
          <p:nvSpPr>
            <p:cNvPr id="932" name="Rectangle 931">
              <a:extLst>
                <a:ext uri="{FF2B5EF4-FFF2-40B4-BE49-F238E27FC236}">
                  <a16:creationId xmlns:a16="http://schemas.microsoft.com/office/drawing/2014/main" id="{2D7E6B8A-48E7-1B85-B1F2-44F3FC8A865B}"/>
                </a:ext>
              </a:extLst>
            </p:cNvPr>
            <p:cNvSpPr/>
            <p:nvPr/>
          </p:nvSpPr>
          <p:spPr>
            <a:xfrm>
              <a:off x="5442072" y="811556"/>
              <a:ext cx="721207"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933" name="Rectangle 932">
              <a:extLst>
                <a:ext uri="{FF2B5EF4-FFF2-40B4-BE49-F238E27FC236}">
                  <a16:creationId xmlns:a16="http://schemas.microsoft.com/office/drawing/2014/main" id="{9B6C8241-6D70-3BA1-E942-24423399F7BD}"/>
                </a:ext>
              </a:extLst>
            </p:cNvPr>
            <p:cNvSpPr/>
            <p:nvPr/>
          </p:nvSpPr>
          <p:spPr>
            <a:xfrm flipV="1">
              <a:off x="6070087" y="820272"/>
              <a:ext cx="100193"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4" name="Oval 15">
              <a:extLst>
                <a:ext uri="{FF2B5EF4-FFF2-40B4-BE49-F238E27FC236}">
                  <a16:creationId xmlns:a16="http://schemas.microsoft.com/office/drawing/2014/main" id="{AA073A5C-649D-C23C-AACD-3E5CCC8ADBCF}"/>
                </a:ext>
              </a:extLst>
            </p:cNvPr>
            <p:cNvSpPr/>
            <p:nvPr/>
          </p:nvSpPr>
          <p:spPr>
            <a:xfrm>
              <a:off x="6097476"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35" name="Straight Connector 934">
              <a:extLst>
                <a:ext uri="{FF2B5EF4-FFF2-40B4-BE49-F238E27FC236}">
                  <a16:creationId xmlns:a16="http://schemas.microsoft.com/office/drawing/2014/main" id="{E0C9EE3C-0E8C-0851-2A1F-314E9CF6B1F2}"/>
                </a:ext>
              </a:extLst>
            </p:cNvPr>
            <p:cNvCxnSpPr>
              <a:cxnSpLocks/>
              <a:stCxn id="934" idx="0"/>
            </p:cNvCxnSpPr>
            <p:nvPr/>
          </p:nvCxnSpPr>
          <p:spPr>
            <a:xfrm flipV="1">
              <a:off x="6103173"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36" name="Straight Connector 935">
              <a:extLst>
                <a:ext uri="{FF2B5EF4-FFF2-40B4-BE49-F238E27FC236}">
                  <a16:creationId xmlns:a16="http://schemas.microsoft.com/office/drawing/2014/main" id="{5BD99E8F-F727-4612-CEF0-D6441B3195DC}"/>
                </a:ext>
              </a:extLst>
            </p:cNvPr>
            <p:cNvCxnSpPr>
              <a:cxnSpLocks/>
            </p:cNvCxnSpPr>
            <p:nvPr/>
          </p:nvCxnSpPr>
          <p:spPr>
            <a:xfrm>
              <a:off x="6108892"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45" name="Group 944">
            <a:extLst>
              <a:ext uri="{FF2B5EF4-FFF2-40B4-BE49-F238E27FC236}">
                <a16:creationId xmlns:a16="http://schemas.microsoft.com/office/drawing/2014/main" id="{7092A1A5-3CE1-5815-6372-41DD1C35D917}"/>
              </a:ext>
            </a:extLst>
          </p:cNvPr>
          <p:cNvGrpSpPr/>
          <p:nvPr/>
        </p:nvGrpSpPr>
        <p:grpSpPr>
          <a:xfrm>
            <a:off x="5454383" y="2974054"/>
            <a:ext cx="721206" cy="609701"/>
            <a:chOff x="5454383" y="2974054"/>
            <a:chExt cx="721206" cy="609701"/>
          </a:xfrm>
        </p:grpSpPr>
        <p:sp>
          <p:nvSpPr>
            <p:cNvPr id="946" name="Rectangle 945">
              <a:extLst>
                <a:ext uri="{FF2B5EF4-FFF2-40B4-BE49-F238E27FC236}">
                  <a16:creationId xmlns:a16="http://schemas.microsoft.com/office/drawing/2014/main" id="{A26E9A6B-358B-E643-955E-5ECDF96D13BA}"/>
                </a:ext>
              </a:extLst>
            </p:cNvPr>
            <p:cNvSpPr/>
            <p:nvPr/>
          </p:nvSpPr>
          <p:spPr>
            <a:xfrm>
              <a:off x="5454383"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947" name="Rectangle 946">
              <a:extLst>
                <a:ext uri="{FF2B5EF4-FFF2-40B4-BE49-F238E27FC236}">
                  <a16:creationId xmlns:a16="http://schemas.microsoft.com/office/drawing/2014/main" id="{332080A9-CF66-C635-4686-FCF4924B6707}"/>
                </a:ext>
              </a:extLst>
            </p:cNvPr>
            <p:cNvSpPr/>
            <p:nvPr/>
          </p:nvSpPr>
          <p:spPr>
            <a:xfrm flipV="1">
              <a:off x="6064254"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8" name="Oval 15">
              <a:extLst>
                <a:ext uri="{FF2B5EF4-FFF2-40B4-BE49-F238E27FC236}">
                  <a16:creationId xmlns:a16="http://schemas.microsoft.com/office/drawing/2014/main" id="{0FB40AE9-D534-4D13-BF41-6A94337BA0F0}"/>
                </a:ext>
              </a:extLst>
            </p:cNvPr>
            <p:cNvSpPr/>
            <p:nvPr/>
          </p:nvSpPr>
          <p:spPr>
            <a:xfrm>
              <a:off x="6091643"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49" name="Straight Connector 948">
              <a:extLst>
                <a:ext uri="{FF2B5EF4-FFF2-40B4-BE49-F238E27FC236}">
                  <a16:creationId xmlns:a16="http://schemas.microsoft.com/office/drawing/2014/main" id="{9ED36F94-C89D-A4FF-F631-79FF88360917}"/>
                </a:ext>
              </a:extLst>
            </p:cNvPr>
            <p:cNvCxnSpPr>
              <a:cxnSpLocks/>
              <a:stCxn id="948" idx="0"/>
            </p:cNvCxnSpPr>
            <p:nvPr/>
          </p:nvCxnSpPr>
          <p:spPr>
            <a:xfrm flipV="1">
              <a:off x="6097339"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50" name="Straight Connector 949">
              <a:extLst>
                <a:ext uri="{FF2B5EF4-FFF2-40B4-BE49-F238E27FC236}">
                  <a16:creationId xmlns:a16="http://schemas.microsoft.com/office/drawing/2014/main" id="{6304A4DE-046F-A4FC-ACD6-BCFDBF538B81}"/>
                </a:ext>
              </a:extLst>
            </p:cNvPr>
            <p:cNvCxnSpPr>
              <a:cxnSpLocks/>
            </p:cNvCxnSpPr>
            <p:nvPr/>
          </p:nvCxnSpPr>
          <p:spPr>
            <a:xfrm>
              <a:off x="6103058"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51" name="Group 950">
            <a:extLst>
              <a:ext uri="{FF2B5EF4-FFF2-40B4-BE49-F238E27FC236}">
                <a16:creationId xmlns:a16="http://schemas.microsoft.com/office/drawing/2014/main" id="{AA324455-98EF-041D-7CD4-BFE775CFEA98}"/>
              </a:ext>
            </a:extLst>
          </p:cNvPr>
          <p:cNvGrpSpPr/>
          <p:nvPr/>
        </p:nvGrpSpPr>
        <p:grpSpPr>
          <a:xfrm>
            <a:off x="6287105" y="2974054"/>
            <a:ext cx="721206" cy="609701"/>
            <a:chOff x="6287105" y="2974054"/>
            <a:chExt cx="721206" cy="609701"/>
          </a:xfrm>
        </p:grpSpPr>
        <p:sp>
          <p:nvSpPr>
            <p:cNvPr id="952" name="Rectangle 951">
              <a:hlinkHover r:id="" action="ppaction://noaction" highlightClick="1"/>
              <a:extLst>
                <a:ext uri="{FF2B5EF4-FFF2-40B4-BE49-F238E27FC236}">
                  <a16:creationId xmlns:a16="http://schemas.microsoft.com/office/drawing/2014/main" id="{7342F891-3396-47B0-B275-88AD3513A3AA}"/>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953" name="Rectangle 952">
              <a:extLst>
                <a:ext uri="{FF2B5EF4-FFF2-40B4-BE49-F238E27FC236}">
                  <a16:creationId xmlns:a16="http://schemas.microsoft.com/office/drawing/2014/main" id="{98665704-2F38-FEE9-607A-020C60716545}"/>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4" name="Oval 15">
              <a:extLst>
                <a:ext uri="{FF2B5EF4-FFF2-40B4-BE49-F238E27FC236}">
                  <a16:creationId xmlns:a16="http://schemas.microsoft.com/office/drawing/2014/main" id="{9880A6B2-7FDF-3087-BD38-90327FE7C498}"/>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55" name="Straight Connector 954">
              <a:extLst>
                <a:ext uri="{FF2B5EF4-FFF2-40B4-BE49-F238E27FC236}">
                  <a16:creationId xmlns:a16="http://schemas.microsoft.com/office/drawing/2014/main" id="{C52AFD57-D43D-9DC8-6482-611D93AC6715}"/>
                </a:ext>
              </a:extLst>
            </p:cNvPr>
            <p:cNvCxnSpPr>
              <a:cxnSpLocks/>
              <a:stCxn id="954"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56" name="Straight Connector 955">
              <a:extLst>
                <a:ext uri="{FF2B5EF4-FFF2-40B4-BE49-F238E27FC236}">
                  <a16:creationId xmlns:a16="http://schemas.microsoft.com/office/drawing/2014/main" id="{9861E44F-3E75-EC61-95FD-BD7107315C6B}"/>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57" name="Group 956">
            <a:extLst>
              <a:ext uri="{FF2B5EF4-FFF2-40B4-BE49-F238E27FC236}">
                <a16:creationId xmlns:a16="http://schemas.microsoft.com/office/drawing/2014/main" id="{8AA97117-E148-4B21-10E2-A6ECB779EC57}"/>
              </a:ext>
            </a:extLst>
          </p:cNvPr>
          <p:cNvGrpSpPr/>
          <p:nvPr/>
        </p:nvGrpSpPr>
        <p:grpSpPr>
          <a:xfrm>
            <a:off x="7123149" y="2974054"/>
            <a:ext cx="721206" cy="609701"/>
            <a:chOff x="7123149" y="2974054"/>
            <a:chExt cx="721206" cy="609701"/>
          </a:xfrm>
        </p:grpSpPr>
        <p:sp>
          <p:nvSpPr>
            <p:cNvPr id="958" name="Rectangle 957">
              <a:hlinkHover r:id="" action="ppaction://noaction" highlightClick="1"/>
              <a:extLst>
                <a:ext uri="{FF2B5EF4-FFF2-40B4-BE49-F238E27FC236}">
                  <a16:creationId xmlns:a16="http://schemas.microsoft.com/office/drawing/2014/main" id="{54073498-E185-CABF-FBBE-C27945E66FD2}"/>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959" name="Rectangle 958">
              <a:extLst>
                <a:ext uri="{FF2B5EF4-FFF2-40B4-BE49-F238E27FC236}">
                  <a16:creationId xmlns:a16="http://schemas.microsoft.com/office/drawing/2014/main" id="{72E4E62C-C556-7D38-39DD-D362EC478364}"/>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0" name="Oval 15">
              <a:extLst>
                <a:ext uri="{FF2B5EF4-FFF2-40B4-BE49-F238E27FC236}">
                  <a16:creationId xmlns:a16="http://schemas.microsoft.com/office/drawing/2014/main" id="{2A95419A-5BC6-CDEE-8605-B7E24B299B63}"/>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61" name="Straight Connector 960">
              <a:extLst>
                <a:ext uri="{FF2B5EF4-FFF2-40B4-BE49-F238E27FC236}">
                  <a16:creationId xmlns:a16="http://schemas.microsoft.com/office/drawing/2014/main" id="{E9727C4B-70FF-C343-CDD7-39B1C5D43389}"/>
                </a:ext>
              </a:extLst>
            </p:cNvPr>
            <p:cNvCxnSpPr>
              <a:cxnSpLocks/>
              <a:stCxn id="960"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62" name="Straight Connector 961">
              <a:extLst>
                <a:ext uri="{FF2B5EF4-FFF2-40B4-BE49-F238E27FC236}">
                  <a16:creationId xmlns:a16="http://schemas.microsoft.com/office/drawing/2014/main" id="{F065D9D7-F732-1E67-8680-3F607E4B2CA7}"/>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C6996202-C7AE-26EE-7DD2-6EDCDFFD61D0}"/>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62176058-E3D5-B68A-C776-EAB8EC9AF478}"/>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7D516418-4436-F356-856C-C7CC0F64FD65}"/>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BCEF65E3-EF17-43F0-DD6F-F78BFB7F5182}"/>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87A7C14C-13B4-D0A5-67EE-521E9499CAE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2B4E10C1-9C01-1899-426C-E4239B6B0AE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A837E777-9947-3213-7115-4D3741613F69}"/>
              </a:ext>
            </a:extLst>
          </p:cNvPr>
          <p:cNvGrpSpPr/>
          <p:nvPr/>
        </p:nvGrpSpPr>
        <p:grpSpPr>
          <a:xfrm>
            <a:off x="4615774" y="3698231"/>
            <a:ext cx="721206" cy="609701"/>
            <a:chOff x="4615774" y="3698231"/>
            <a:chExt cx="721206" cy="609701"/>
          </a:xfrm>
        </p:grpSpPr>
        <p:sp>
          <p:nvSpPr>
            <p:cNvPr id="15" name="Rectangle 14">
              <a:hlinkHover r:id="" action="ppaction://noaction" highlightClick="1"/>
              <a:extLst>
                <a:ext uri="{FF2B5EF4-FFF2-40B4-BE49-F238E27FC236}">
                  <a16:creationId xmlns:a16="http://schemas.microsoft.com/office/drawing/2014/main" id="{EF250213-522A-DA94-23C8-4EF14666B976}"/>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B674582C-A47B-06B0-940B-EC698F9F0A20}"/>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06681FAD-1A34-5C74-6334-EB4557CF0D9E}"/>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2" name="Group 21">
            <a:extLst>
              <a:ext uri="{FF2B5EF4-FFF2-40B4-BE49-F238E27FC236}">
                <a16:creationId xmlns:a16="http://schemas.microsoft.com/office/drawing/2014/main" id="{ED7789B4-E896-EB64-E2A9-5146AD97A399}"/>
              </a:ext>
            </a:extLst>
          </p:cNvPr>
          <p:cNvGrpSpPr/>
          <p:nvPr/>
        </p:nvGrpSpPr>
        <p:grpSpPr>
          <a:xfrm>
            <a:off x="2100392" y="4419620"/>
            <a:ext cx="721206" cy="609701"/>
            <a:chOff x="2100392" y="4419620"/>
            <a:chExt cx="721206" cy="609701"/>
          </a:xfrm>
        </p:grpSpPr>
        <p:sp>
          <p:nvSpPr>
            <p:cNvPr id="23" name="Rectangle 22">
              <a:extLst>
                <a:ext uri="{FF2B5EF4-FFF2-40B4-BE49-F238E27FC236}">
                  <a16:creationId xmlns:a16="http://schemas.microsoft.com/office/drawing/2014/main" id="{1890D038-20D9-6365-7AB6-57A70EE2F917}"/>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7" name="Right Triangle 26">
              <a:extLst>
                <a:ext uri="{FF2B5EF4-FFF2-40B4-BE49-F238E27FC236}">
                  <a16:creationId xmlns:a16="http://schemas.microsoft.com/office/drawing/2014/main" id="{AF6FA7B4-86B0-648E-4172-F21907B23247}"/>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8" name="Group 27">
              <a:extLst>
                <a:ext uri="{FF2B5EF4-FFF2-40B4-BE49-F238E27FC236}">
                  <a16:creationId xmlns:a16="http://schemas.microsoft.com/office/drawing/2014/main" id="{EABFD11D-149E-F1A8-9EAA-0D8098409179}"/>
                </a:ext>
              </a:extLst>
            </p:cNvPr>
            <p:cNvGrpSpPr/>
            <p:nvPr/>
          </p:nvGrpSpPr>
          <p:grpSpPr>
            <a:xfrm>
              <a:off x="2769856" y="4434450"/>
              <a:ext cx="37817" cy="61390"/>
              <a:chOff x="3883481" y="2057400"/>
              <a:chExt cx="1608363" cy="2652031"/>
            </a:xfrm>
            <a:solidFill>
              <a:srgbClr val="A6A6A6">
                <a:alpha val="20000"/>
              </a:srgbClr>
            </a:solidFill>
          </p:grpSpPr>
          <p:sp>
            <p:nvSpPr>
              <p:cNvPr id="29" name="Oval 27">
                <a:extLst>
                  <a:ext uri="{FF2B5EF4-FFF2-40B4-BE49-F238E27FC236}">
                    <a16:creationId xmlns:a16="http://schemas.microsoft.com/office/drawing/2014/main" id="{859DCB32-28EE-6B14-025A-80F7F70E073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0" name="Oval 28">
                <a:extLst>
                  <a:ext uri="{FF2B5EF4-FFF2-40B4-BE49-F238E27FC236}">
                    <a16:creationId xmlns:a16="http://schemas.microsoft.com/office/drawing/2014/main" id="{7D3AE390-8B8F-8D0A-993F-B6DA28F77A2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1" name="Group 30">
            <a:extLst>
              <a:ext uri="{FF2B5EF4-FFF2-40B4-BE49-F238E27FC236}">
                <a16:creationId xmlns:a16="http://schemas.microsoft.com/office/drawing/2014/main" id="{FF02BA0B-20E6-B93D-BCB4-68CE699CA9F9}"/>
              </a:ext>
            </a:extLst>
          </p:cNvPr>
          <p:cNvGrpSpPr/>
          <p:nvPr/>
        </p:nvGrpSpPr>
        <p:grpSpPr>
          <a:xfrm>
            <a:off x="10525295" y="86756"/>
            <a:ext cx="721206" cy="609701"/>
            <a:chOff x="10520479" y="90836"/>
            <a:chExt cx="721206" cy="609701"/>
          </a:xfrm>
        </p:grpSpPr>
        <p:sp>
          <p:nvSpPr>
            <p:cNvPr id="34" name="Rectangle 33">
              <a:hlinkHover r:id="" action="ppaction://noaction" highlightClick="1"/>
              <a:extLst>
                <a:ext uri="{FF2B5EF4-FFF2-40B4-BE49-F238E27FC236}">
                  <a16:creationId xmlns:a16="http://schemas.microsoft.com/office/drawing/2014/main" id="{5CC0910C-D80A-1675-C69B-46FEBEF35939}"/>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37" name="Oval 36">
              <a:extLst>
                <a:ext uri="{FF2B5EF4-FFF2-40B4-BE49-F238E27FC236}">
                  <a16:creationId xmlns:a16="http://schemas.microsoft.com/office/drawing/2014/main" id="{C7C166B1-7CA6-71F6-6C29-07FB2DF1F9B3}"/>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 name="Isosceles Triangle 648">
              <a:extLst>
                <a:ext uri="{FF2B5EF4-FFF2-40B4-BE49-F238E27FC236}">
                  <a16:creationId xmlns:a16="http://schemas.microsoft.com/office/drawing/2014/main" id="{9C966837-3F55-8F8B-D1FE-FE9A427D48E2}"/>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 name="Group 44">
            <a:extLst>
              <a:ext uri="{FF2B5EF4-FFF2-40B4-BE49-F238E27FC236}">
                <a16:creationId xmlns:a16="http://schemas.microsoft.com/office/drawing/2014/main" id="{05A5A3D9-AD1F-7455-612B-3A92BCE22240}"/>
              </a:ext>
            </a:extLst>
          </p:cNvPr>
          <p:cNvGrpSpPr/>
          <p:nvPr/>
        </p:nvGrpSpPr>
        <p:grpSpPr>
          <a:xfrm>
            <a:off x="11356242" y="1508829"/>
            <a:ext cx="721206" cy="609701"/>
            <a:chOff x="11356242" y="1532276"/>
            <a:chExt cx="721206" cy="609701"/>
          </a:xfrm>
        </p:grpSpPr>
        <p:sp>
          <p:nvSpPr>
            <p:cNvPr id="46" name="Rectangle 45">
              <a:hlinkHover r:id="" action="ppaction://noaction" highlightClick="1"/>
              <a:extLst>
                <a:ext uri="{FF2B5EF4-FFF2-40B4-BE49-F238E27FC236}">
                  <a16:creationId xmlns:a16="http://schemas.microsoft.com/office/drawing/2014/main" id="{D0679CF3-C197-A09B-D9D5-8FDC3F86A80F}"/>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51" name="Oval 50">
              <a:extLst>
                <a:ext uri="{FF2B5EF4-FFF2-40B4-BE49-F238E27FC236}">
                  <a16:creationId xmlns:a16="http://schemas.microsoft.com/office/drawing/2014/main" id="{68234FF7-FC89-4E5F-DC23-818DF85AE980}"/>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 name="Isosceles Triangle 648">
              <a:extLst>
                <a:ext uri="{FF2B5EF4-FFF2-40B4-BE49-F238E27FC236}">
                  <a16:creationId xmlns:a16="http://schemas.microsoft.com/office/drawing/2014/main" id="{5467E8FC-F98C-CF76-EC2E-0803A776060E}"/>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 name="Group 66">
            <a:extLst>
              <a:ext uri="{FF2B5EF4-FFF2-40B4-BE49-F238E27FC236}">
                <a16:creationId xmlns:a16="http://schemas.microsoft.com/office/drawing/2014/main" id="{47DB9615-2435-8C03-7BC4-93FACC55FB2C}"/>
              </a:ext>
            </a:extLst>
          </p:cNvPr>
          <p:cNvGrpSpPr/>
          <p:nvPr/>
        </p:nvGrpSpPr>
        <p:grpSpPr>
          <a:xfrm>
            <a:off x="3776512" y="2950606"/>
            <a:ext cx="724130" cy="609701"/>
            <a:chOff x="3776512" y="2974053"/>
            <a:chExt cx="724130" cy="609701"/>
          </a:xfrm>
        </p:grpSpPr>
        <p:sp>
          <p:nvSpPr>
            <p:cNvPr id="68" name="Rectangle 67">
              <a:extLst>
                <a:ext uri="{FF2B5EF4-FFF2-40B4-BE49-F238E27FC236}">
                  <a16:creationId xmlns:a16="http://schemas.microsoft.com/office/drawing/2014/main" id="{C4ACB020-FC72-9C17-94FE-274D9983771C}"/>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69" name="Right Triangle 68">
              <a:extLst>
                <a:ext uri="{FF2B5EF4-FFF2-40B4-BE49-F238E27FC236}">
                  <a16:creationId xmlns:a16="http://schemas.microsoft.com/office/drawing/2014/main" id="{F8F4100D-853E-CE68-4EBD-733949F8A00F}"/>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 name="Group 69">
              <a:extLst>
                <a:ext uri="{FF2B5EF4-FFF2-40B4-BE49-F238E27FC236}">
                  <a16:creationId xmlns:a16="http://schemas.microsoft.com/office/drawing/2014/main" id="{162F1189-CAA1-83D7-1F0F-9C8B3188CEB8}"/>
                </a:ext>
              </a:extLst>
            </p:cNvPr>
            <p:cNvGrpSpPr/>
            <p:nvPr/>
          </p:nvGrpSpPr>
          <p:grpSpPr>
            <a:xfrm>
              <a:off x="4450061" y="2982574"/>
              <a:ext cx="37817" cy="61390"/>
              <a:chOff x="3883481" y="2057400"/>
              <a:chExt cx="1608363" cy="2652031"/>
            </a:xfrm>
            <a:solidFill>
              <a:srgbClr val="A6A6A6">
                <a:alpha val="20000"/>
              </a:srgbClr>
            </a:solidFill>
          </p:grpSpPr>
          <p:sp>
            <p:nvSpPr>
              <p:cNvPr id="71" name="Oval 27">
                <a:extLst>
                  <a:ext uri="{FF2B5EF4-FFF2-40B4-BE49-F238E27FC236}">
                    <a16:creationId xmlns:a16="http://schemas.microsoft.com/office/drawing/2014/main" id="{E71C333A-F4ED-EB19-8402-2FB4CC188C9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 name="Oval 28">
                <a:extLst>
                  <a:ext uri="{FF2B5EF4-FFF2-40B4-BE49-F238E27FC236}">
                    <a16:creationId xmlns:a16="http://schemas.microsoft.com/office/drawing/2014/main" id="{153DA73B-43CB-A648-BFF1-9620F32AE7E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4" name="Group 113">
            <a:extLst>
              <a:ext uri="{FF2B5EF4-FFF2-40B4-BE49-F238E27FC236}">
                <a16:creationId xmlns:a16="http://schemas.microsoft.com/office/drawing/2014/main" id="{FF3CC717-085C-7CE1-E49D-B893FAAD27B8}"/>
              </a:ext>
            </a:extLst>
          </p:cNvPr>
          <p:cNvGrpSpPr/>
          <p:nvPr/>
        </p:nvGrpSpPr>
        <p:grpSpPr>
          <a:xfrm>
            <a:off x="8537814" y="4407683"/>
            <a:ext cx="134789" cy="94799"/>
            <a:chOff x="9378878" y="4429985"/>
            <a:chExt cx="134789" cy="94799"/>
          </a:xfrm>
        </p:grpSpPr>
        <p:sp>
          <p:nvSpPr>
            <p:cNvPr id="117" name="Oval 116">
              <a:extLst>
                <a:ext uri="{FF2B5EF4-FFF2-40B4-BE49-F238E27FC236}">
                  <a16:creationId xmlns:a16="http://schemas.microsoft.com/office/drawing/2014/main" id="{C69859BF-20B8-2D9A-5E6A-B71E981A71C3}"/>
                </a:ext>
              </a:extLst>
            </p:cNvPr>
            <p:cNvSpPr/>
            <p:nvPr/>
          </p:nvSpPr>
          <p:spPr>
            <a:xfrm>
              <a:off x="937887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8" name="Isosceles Triangle 648">
              <a:extLst>
                <a:ext uri="{FF2B5EF4-FFF2-40B4-BE49-F238E27FC236}">
                  <a16:creationId xmlns:a16="http://schemas.microsoft.com/office/drawing/2014/main" id="{5628006C-2622-9147-CFC0-DECBFCD2B993}"/>
                </a:ext>
              </a:extLst>
            </p:cNvPr>
            <p:cNvSpPr/>
            <p:nvPr/>
          </p:nvSpPr>
          <p:spPr>
            <a:xfrm>
              <a:off x="940900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1" name="Group 130">
            <a:extLst>
              <a:ext uri="{FF2B5EF4-FFF2-40B4-BE49-F238E27FC236}">
                <a16:creationId xmlns:a16="http://schemas.microsoft.com/office/drawing/2014/main" id="{B64332C9-25A9-BB9D-7018-178936C55263}"/>
              </a:ext>
            </a:extLst>
          </p:cNvPr>
          <p:cNvGrpSpPr/>
          <p:nvPr/>
        </p:nvGrpSpPr>
        <p:grpSpPr>
          <a:xfrm>
            <a:off x="8807246" y="1508831"/>
            <a:ext cx="721206" cy="609701"/>
            <a:chOff x="8807246" y="1532278"/>
            <a:chExt cx="721206" cy="609701"/>
          </a:xfrm>
        </p:grpSpPr>
        <p:sp>
          <p:nvSpPr>
            <p:cNvPr id="132" name="Rectangle 131">
              <a:hlinkHover r:id="" action="ppaction://noaction" highlightClick="1"/>
              <a:extLst>
                <a:ext uri="{FF2B5EF4-FFF2-40B4-BE49-F238E27FC236}">
                  <a16:creationId xmlns:a16="http://schemas.microsoft.com/office/drawing/2014/main" id="{EF552AD5-E0A2-FE85-A936-12035F05C1EF}"/>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133" name="Oval 132">
              <a:extLst>
                <a:ext uri="{FF2B5EF4-FFF2-40B4-BE49-F238E27FC236}">
                  <a16:creationId xmlns:a16="http://schemas.microsoft.com/office/drawing/2014/main" id="{6D851615-A547-498C-FC31-F20B4143006C}"/>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4" name="Isosceles Triangle 648">
              <a:extLst>
                <a:ext uri="{FF2B5EF4-FFF2-40B4-BE49-F238E27FC236}">
                  <a16:creationId xmlns:a16="http://schemas.microsoft.com/office/drawing/2014/main" id="{7BBBA35E-019B-655D-965C-D09ABD1D74E4}"/>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 name="Group 56">
            <a:extLst>
              <a:ext uri="{FF2B5EF4-FFF2-40B4-BE49-F238E27FC236}">
                <a16:creationId xmlns:a16="http://schemas.microsoft.com/office/drawing/2014/main" id="{D93627B6-EE5D-F4B3-EFFD-01C8680401C5}"/>
              </a:ext>
            </a:extLst>
          </p:cNvPr>
          <p:cNvGrpSpPr/>
          <p:nvPr/>
        </p:nvGrpSpPr>
        <p:grpSpPr>
          <a:xfrm>
            <a:off x="10508723" y="1536662"/>
            <a:ext cx="721206" cy="609701"/>
            <a:chOff x="11356242" y="1532276"/>
            <a:chExt cx="721206" cy="609701"/>
          </a:xfrm>
        </p:grpSpPr>
        <p:sp>
          <p:nvSpPr>
            <p:cNvPr id="58" name="Rectangle 57">
              <a:hlinkHover r:id="" action="ppaction://noaction" highlightClick="1"/>
              <a:extLst>
                <a:ext uri="{FF2B5EF4-FFF2-40B4-BE49-F238E27FC236}">
                  <a16:creationId xmlns:a16="http://schemas.microsoft.com/office/drawing/2014/main" id="{D5F87642-E539-C1D5-398C-80AF075219C0}"/>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59" name="Oval 58">
              <a:extLst>
                <a:ext uri="{FF2B5EF4-FFF2-40B4-BE49-F238E27FC236}">
                  <a16:creationId xmlns:a16="http://schemas.microsoft.com/office/drawing/2014/main" id="{9E722630-5D6E-8217-71CB-E3034A9C7D72}"/>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 name="Isosceles Triangle 648">
              <a:extLst>
                <a:ext uri="{FF2B5EF4-FFF2-40B4-BE49-F238E27FC236}">
                  <a16:creationId xmlns:a16="http://schemas.microsoft.com/office/drawing/2014/main" id="{620A9A04-F048-C042-9F6E-F0C6DCFB2CE0}"/>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3" name="Group 142">
            <a:extLst>
              <a:ext uri="{FF2B5EF4-FFF2-40B4-BE49-F238E27FC236}">
                <a16:creationId xmlns:a16="http://schemas.microsoft.com/office/drawing/2014/main" id="{75CDEA93-2300-2E2F-910C-F5524A52790E}"/>
              </a:ext>
            </a:extLst>
          </p:cNvPr>
          <p:cNvGrpSpPr/>
          <p:nvPr/>
        </p:nvGrpSpPr>
        <p:grpSpPr>
          <a:xfrm>
            <a:off x="2934662" y="5148220"/>
            <a:ext cx="724130" cy="609701"/>
            <a:chOff x="4615448" y="2974053"/>
            <a:chExt cx="724130" cy="609701"/>
          </a:xfrm>
        </p:grpSpPr>
        <p:sp>
          <p:nvSpPr>
            <p:cNvPr id="144" name="Rectangle 143">
              <a:extLst>
                <a:ext uri="{FF2B5EF4-FFF2-40B4-BE49-F238E27FC236}">
                  <a16:creationId xmlns:a16="http://schemas.microsoft.com/office/drawing/2014/main" id="{5A1420A4-837D-A77A-B0D8-FDE7BA697FBE}"/>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45" name="Right Triangle 144">
              <a:extLst>
                <a:ext uri="{FF2B5EF4-FFF2-40B4-BE49-F238E27FC236}">
                  <a16:creationId xmlns:a16="http://schemas.microsoft.com/office/drawing/2014/main" id="{ED0C6CE2-8DB7-EA5B-E2A3-6C94F9DBB5F1}"/>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46" name="Group 145">
              <a:extLst>
                <a:ext uri="{FF2B5EF4-FFF2-40B4-BE49-F238E27FC236}">
                  <a16:creationId xmlns:a16="http://schemas.microsoft.com/office/drawing/2014/main" id="{799B74C5-CB3D-22DB-762C-EE2068B80B34}"/>
                </a:ext>
              </a:extLst>
            </p:cNvPr>
            <p:cNvGrpSpPr/>
            <p:nvPr/>
          </p:nvGrpSpPr>
          <p:grpSpPr>
            <a:xfrm>
              <a:off x="5288997" y="2982574"/>
              <a:ext cx="37817" cy="61390"/>
              <a:chOff x="3883481" y="2057400"/>
              <a:chExt cx="1608363" cy="2652031"/>
            </a:xfrm>
            <a:solidFill>
              <a:srgbClr val="A6A6A6">
                <a:alpha val="20000"/>
              </a:srgbClr>
            </a:solidFill>
          </p:grpSpPr>
          <p:sp>
            <p:nvSpPr>
              <p:cNvPr id="147" name="Oval 27">
                <a:extLst>
                  <a:ext uri="{FF2B5EF4-FFF2-40B4-BE49-F238E27FC236}">
                    <a16:creationId xmlns:a16="http://schemas.microsoft.com/office/drawing/2014/main" id="{2A22501A-B7E5-9603-6128-816E02DCCE9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8" name="Oval 28">
                <a:extLst>
                  <a:ext uri="{FF2B5EF4-FFF2-40B4-BE49-F238E27FC236}">
                    <a16:creationId xmlns:a16="http://schemas.microsoft.com/office/drawing/2014/main" id="{FC22488B-9045-9433-9ABA-A4FF250C7BB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9" name="Group 148">
            <a:extLst>
              <a:ext uri="{FF2B5EF4-FFF2-40B4-BE49-F238E27FC236}">
                <a16:creationId xmlns:a16="http://schemas.microsoft.com/office/drawing/2014/main" id="{86815970-704B-58DA-712C-BCB66E9EB02A}"/>
              </a:ext>
            </a:extLst>
          </p:cNvPr>
          <p:cNvGrpSpPr/>
          <p:nvPr/>
        </p:nvGrpSpPr>
        <p:grpSpPr>
          <a:xfrm>
            <a:off x="11355832" y="5140982"/>
            <a:ext cx="721220" cy="609701"/>
            <a:chOff x="9656903" y="2253333"/>
            <a:chExt cx="721220" cy="609701"/>
          </a:xfrm>
        </p:grpSpPr>
        <p:sp>
          <p:nvSpPr>
            <p:cNvPr id="150" name="Rectangle 149">
              <a:hlinkHover r:id="" action="ppaction://noaction" highlightClick="1"/>
              <a:extLst>
                <a:ext uri="{FF2B5EF4-FFF2-40B4-BE49-F238E27FC236}">
                  <a16:creationId xmlns:a16="http://schemas.microsoft.com/office/drawing/2014/main" id="{94E5162D-4949-AF92-97CD-6020E81E494E}"/>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1" name="Rectangle 150">
              <a:extLst>
                <a:ext uri="{FF2B5EF4-FFF2-40B4-BE49-F238E27FC236}">
                  <a16:creationId xmlns:a16="http://schemas.microsoft.com/office/drawing/2014/main" id="{CA875A19-C4C7-BE68-12C1-88AE81783907}"/>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2" name="Oval 15">
              <a:extLst>
                <a:ext uri="{FF2B5EF4-FFF2-40B4-BE49-F238E27FC236}">
                  <a16:creationId xmlns:a16="http://schemas.microsoft.com/office/drawing/2014/main" id="{51496F99-36F3-D7F6-B841-68BFD307B6D8}"/>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3" name="Straight Connector 152">
              <a:extLst>
                <a:ext uri="{FF2B5EF4-FFF2-40B4-BE49-F238E27FC236}">
                  <a16:creationId xmlns:a16="http://schemas.microsoft.com/office/drawing/2014/main" id="{17B0FA51-A9CD-D573-362F-017560E2C10D}"/>
                </a:ext>
              </a:extLst>
            </p:cNvPr>
            <p:cNvCxnSpPr>
              <a:cxnSpLocks/>
              <a:stCxn id="152"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4" name="Straight Connector 153">
              <a:extLst>
                <a:ext uri="{FF2B5EF4-FFF2-40B4-BE49-F238E27FC236}">
                  <a16:creationId xmlns:a16="http://schemas.microsoft.com/office/drawing/2014/main" id="{ADEC26FB-11E6-B796-D795-C4814EAB66D7}"/>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5" name="Group 154">
            <a:extLst>
              <a:ext uri="{FF2B5EF4-FFF2-40B4-BE49-F238E27FC236}">
                <a16:creationId xmlns:a16="http://schemas.microsoft.com/office/drawing/2014/main" id="{29D1EAA6-07C6-1F20-86B3-BF60033B8FA7}"/>
              </a:ext>
            </a:extLst>
          </p:cNvPr>
          <p:cNvGrpSpPr/>
          <p:nvPr/>
        </p:nvGrpSpPr>
        <p:grpSpPr>
          <a:xfrm>
            <a:off x="11356242" y="90836"/>
            <a:ext cx="721206" cy="609701"/>
            <a:chOff x="11356242" y="90836"/>
            <a:chExt cx="721206" cy="609701"/>
          </a:xfrm>
        </p:grpSpPr>
        <p:sp>
          <p:nvSpPr>
            <p:cNvPr id="156" name="Rectangle 155">
              <a:hlinkHover r:id="" action="ppaction://noaction" highlightClick="1"/>
              <a:extLst>
                <a:ext uri="{FF2B5EF4-FFF2-40B4-BE49-F238E27FC236}">
                  <a16:creationId xmlns:a16="http://schemas.microsoft.com/office/drawing/2014/main" id="{C614D60B-49A9-1EE7-E1F5-77E3853A81F0}"/>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157" name="Oval 156">
              <a:extLst>
                <a:ext uri="{FF2B5EF4-FFF2-40B4-BE49-F238E27FC236}">
                  <a16:creationId xmlns:a16="http://schemas.microsoft.com/office/drawing/2014/main" id="{29769D3D-126F-4203-6997-6963425AF15A}"/>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8" name="Isosceles Triangle 648">
              <a:extLst>
                <a:ext uri="{FF2B5EF4-FFF2-40B4-BE49-F238E27FC236}">
                  <a16:creationId xmlns:a16="http://schemas.microsoft.com/office/drawing/2014/main" id="{7AB24060-3B81-1BFB-1EC4-C7F08AB9CF92}"/>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3" name="Group 162">
            <a:extLst>
              <a:ext uri="{FF2B5EF4-FFF2-40B4-BE49-F238E27FC236}">
                <a16:creationId xmlns:a16="http://schemas.microsoft.com/office/drawing/2014/main" id="{6B8541BD-10A1-EE32-A2CA-9EB9C007D7A6}"/>
              </a:ext>
            </a:extLst>
          </p:cNvPr>
          <p:cNvGrpSpPr/>
          <p:nvPr/>
        </p:nvGrpSpPr>
        <p:grpSpPr>
          <a:xfrm>
            <a:off x="11355999" y="2974054"/>
            <a:ext cx="721206" cy="609701"/>
            <a:chOff x="11355999" y="2974054"/>
            <a:chExt cx="721206" cy="609701"/>
          </a:xfrm>
        </p:grpSpPr>
        <p:sp>
          <p:nvSpPr>
            <p:cNvPr id="164" name="Rectangle 163">
              <a:hlinkHover r:id="" action="ppaction://noaction" highlightClick="1"/>
              <a:extLst>
                <a:ext uri="{FF2B5EF4-FFF2-40B4-BE49-F238E27FC236}">
                  <a16:creationId xmlns:a16="http://schemas.microsoft.com/office/drawing/2014/main" id="{FE563ACE-FB28-C2D7-C4A5-D419DBD52440}"/>
                </a:ext>
              </a:extLst>
            </p:cNvPr>
            <p:cNvSpPr/>
            <p:nvPr/>
          </p:nvSpPr>
          <p:spPr>
            <a:xfrm>
              <a:off x="11355999" y="297405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165" name="Oval 164">
              <a:extLst>
                <a:ext uri="{FF2B5EF4-FFF2-40B4-BE49-F238E27FC236}">
                  <a16:creationId xmlns:a16="http://schemas.microsoft.com/office/drawing/2014/main" id="{29680D02-D71E-DBA2-E909-3E78C0FA1960}"/>
                </a:ext>
              </a:extLst>
            </p:cNvPr>
            <p:cNvSpPr/>
            <p:nvPr/>
          </p:nvSpPr>
          <p:spPr>
            <a:xfrm>
              <a:off x="11933223" y="298330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Isosceles Triangle 648">
              <a:extLst>
                <a:ext uri="{FF2B5EF4-FFF2-40B4-BE49-F238E27FC236}">
                  <a16:creationId xmlns:a16="http://schemas.microsoft.com/office/drawing/2014/main" id="{ADB0BFD1-3A28-72AA-69BB-7D0B255D7F5F}"/>
                </a:ext>
              </a:extLst>
            </p:cNvPr>
            <p:cNvSpPr/>
            <p:nvPr/>
          </p:nvSpPr>
          <p:spPr>
            <a:xfrm>
              <a:off x="11963348" y="299682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7" name="Group 166">
            <a:extLst>
              <a:ext uri="{FF2B5EF4-FFF2-40B4-BE49-F238E27FC236}">
                <a16:creationId xmlns:a16="http://schemas.microsoft.com/office/drawing/2014/main" id="{73DF692F-EB92-2E7B-9A73-2F9663EC21D9}"/>
              </a:ext>
            </a:extLst>
          </p:cNvPr>
          <p:cNvGrpSpPr/>
          <p:nvPr/>
        </p:nvGrpSpPr>
        <p:grpSpPr>
          <a:xfrm>
            <a:off x="7114927" y="2267713"/>
            <a:ext cx="721206" cy="609701"/>
            <a:chOff x="9657610" y="2974054"/>
            <a:chExt cx="721206" cy="609701"/>
          </a:xfrm>
        </p:grpSpPr>
        <p:sp>
          <p:nvSpPr>
            <p:cNvPr id="168" name="Rectangle 167">
              <a:extLst>
                <a:ext uri="{FF2B5EF4-FFF2-40B4-BE49-F238E27FC236}">
                  <a16:creationId xmlns:a16="http://schemas.microsoft.com/office/drawing/2014/main" id="{D1AFAA17-EF22-F641-D7E4-82EFA9D61C80}"/>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169" name="Rectangle 168">
              <a:extLst>
                <a:ext uri="{FF2B5EF4-FFF2-40B4-BE49-F238E27FC236}">
                  <a16:creationId xmlns:a16="http://schemas.microsoft.com/office/drawing/2014/main" id="{51EBEC8D-A16E-D625-28B3-D32439329E77}"/>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0" name="Oval 15">
              <a:extLst>
                <a:ext uri="{FF2B5EF4-FFF2-40B4-BE49-F238E27FC236}">
                  <a16:creationId xmlns:a16="http://schemas.microsoft.com/office/drawing/2014/main" id="{FE0FE06B-DA17-9A07-C1CA-61E55839EC8F}"/>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B9CD2E18-34DF-E5CE-16AD-82FB101ECAF1}"/>
                </a:ext>
              </a:extLst>
            </p:cNvPr>
            <p:cNvCxnSpPr>
              <a:cxnSpLocks/>
              <a:stCxn id="170"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2" name="Straight Connector 171">
              <a:extLst>
                <a:ext uri="{FF2B5EF4-FFF2-40B4-BE49-F238E27FC236}">
                  <a16:creationId xmlns:a16="http://schemas.microsoft.com/office/drawing/2014/main" id="{0EEF7B3F-D1FE-F5C1-C435-F6CAB158D42C}"/>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9" name="Group 178">
            <a:extLst>
              <a:ext uri="{FF2B5EF4-FFF2-40B4-BE49-F238E27FC236}">
                <a16:creationId xmlns:a16="http://schemas.microsoft.com/office/drawing/2014/main" id="{2CCB6FB6-4C8E-3913-36FA-0EA62A5E7DF5}"/>
              </a:ext>
            </a:extLst>
          </p:cNvPr>
          <p:cNvGrpSpPr/>
          <p:nvPr/>
        </p:nvGrpSpPr>
        <p:grpSpPr>
          <a:xfrm>
            <a:off x="1268346" y="3698208"/>
            <a:ext cx="721891" cy="610396"/>
            <a:chOff x="1268346" y="3698208"/>
            <a:chExt cx="721891" cy="610396"/>
          </a:xfrm>
        </p:grpSpPr>
        <p:sp>
          <p:nvSpPr>
            <p:cNvPr id="180" name="Rectangle 179">
              <a:extLst>
                <a:ext uri="{FF2B5EF4-FFF2-40B4-BE49-F238E27FC236}">
                  <a16:creationId xmlns:a16="http://schemas.microsoft.com/office/drawing/2014/main" id="{2A188224-431C-044F-B942-4AA44B41B6D5}"/>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81" name="Right Triangle 180">
              <a:extLst>
                <a:ext uri="{FF2B5EF4-FFF2-40B4-BE49-F238E27FC236}">
                  <a16:creationId xmlns:a16="http://schemas.microsoft.com/office/drawing/2014/main" id="{B4BC327B-B950-68E7-0643-F8F7D3C9F03B}"/>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82" name="Group 181">
              <a:extLst>
                <a:ext uri="{FF2B5EF4-FFF2-40B4-BE49-F238E27FC236}">
                  <a16:creationId xmlns:a16="http://schemas.microsoft.com/office/drawing/2014/main" id="{267A6E0A-337E-C5A3-402A-E21439777180}"/>
                </a:ext>
              </a:extLst>
            </p:cNvPr>
            <p:cNvGrpSpPr/>
            <p:nvPr/>
          </p:nvGrpSpPr>
          <p:grpSpPr>
            <a:xfrm>
              <a:off x="1939627" y="3704306"/>
              <a:ext cx="37817" cy="61390"/>
              <a:chOff x="3883481" y="2057400"/>
              <a:chExt cx="1608363" cy="2652031"/>
            </a:xfrm>
            <a:solidFill>
              <a:srgbClr val="A6A6A6">
                <a:alpha val="20000"/>
              </a:srgbClr>
            </a:solidFill>
          </p:grpSpPr>
          <p:sp>
            <p:nvSpPr>
              <p:cNvPr id="183" name="Oval 27">
                <a:extLst>
                  <a:ext uri="{FF2B5EF4-FFF2-40B4-BE49-F238E27FC236}">
                    <a16:creationId xmlns:a16="http://schemas.microsoft.com/office/drawing/2014/main" id="{D4D98440-0397-3CC5-40B1-187C1E98BE2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4" name="Oval 28">
                <a:extLst>
                  <a:ext uri="{FF2B5EF4-FFF2-40B4-BE49-F238E27FC236}">
                    <a16:creationId xmlns:a16="http://schemas.microsoft.com/office/drawing/2014/main" id="{B1CB8178-B99E-6327-4EEA-83D3BBCC7EC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2AC25095-0BCD-BBF1-8A5F-44C5779D0916}"/>
              </a:ext>
            </a:extLst>
          </p:cNvPr>
          <p:cNvGrpSpPr/>
          <p:nvPr/>
        </p:nvGrpSpPr>
        <p:grpSpPr>
          <a:xfrm>
            <a:off x="5451979" y="3707588"/>
            <a:ext cx="721206" cy="609701"/>
            <a:chOff x="5451979" y="3707588"/>
            <a:chExt cx="721206" cy="609701"/>
          </a:xfrm>
        </p:grpSpPr>
        <p:sp>
          <p:nvSpPr>
            <p:cNvPr id="186" name="Rectangle 185">
              <a:hlinkHover r:id="" action="ppaction://noaction" highlightClick="1"/>
              <a:extLst>
                <a:ext uri="{FF2B5EF4-FFF2-40B4-BE49-F238E27FC236}">
                  <a16:creationId xmlns:a16="http://schemas.microsoft.com/office/drawing/2014/main" id="{A061678F-404D-1A77-C178-73515CA46A41}"/>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7" name="Oval 186">
              <a:extLst>
                <a:ext uri="{FF2B5EF4-FFF2-40B4-BE49-F238E27FC236}">
                  <a16:creationId xmlns:a16="http://schemas.microsoft.com/office/drawing/2014/main" id="{6C6BF3B5-8C53-F895-7705-D2629735D1CB}"/>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8" name="Isosceles Triangle 648">
              <a:extLst>
                <a:ext uri="{FF2B5EF4-FFF2-40B4-BE49-F238E27FC236}">
                  <a16:creationId xmlns:a16="http://schemas.microsoft.com/office/drawing/2014/main" id="{9D9CA76F-631E-1EB7-157D-D1858FFD4A11}"/>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9" name="Group 188">
            <a:extLst>
              <a:ext uri="{FF2B5EF4-FFF2-40B4-BE49-F238E27FC236}">
                <a16:creationId xmlns:a16="http://schemas.microsoft.com/office/drawing/2014/main" id="{35BD6CB4-A386-24B8-40FB-C1139D2ED018}"/>
              </a:ext>
            </a:extLst>
          </p:cNvPr>
          <p:cNvGrpSpPr/>
          <p:nvPr/>
        </p:nvGrpSpPr>
        <p:grpSpPr>
          <a:xfrm>
            <a:off x="4605607" y="811556"/>
            <a:ext cx="722054" cy="609701"/>
            <a:chOff x="4605607" y="811556"/>
            <a:chExt cx="722054" cy="609701"/>
          </a:xfrm>
        </p:grpSpPr>
        <p:sp>
          <p:nvSpPr>
            <p:cNvPr id="190" name="Rectangle 189">
              <a:extLst>
                <a:ext uri="{FF2B5EF4-FFF2-40B4-BE49-F238E27FC236}">
                  <a16:creationId xmlns:a16="http://schemas.microsoft.com/office/drawing/2014/main" id="{A13D8076-008E-57C1-E61A-0C742A2B902F}"/>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91" name="Rectangle 190">
              <a:extLst>
                <a:ext uri="{FF2B5EF4-FFF2-40B4-BE49-F238E27FC236}">
                  <a16:creationId xmlns:a16="http://schemas.microsoft.com/office/drawing/2014/main" id="{1A76D11C-89C9-A26B-EC75-0F156DA577DF}"/>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56" name="Oval 15">
              <a:extLst>
                <a:ext uri="{FF2B5EF4-FFF2-40B4-BE49-F238E27FC236}">
                  <a16:creationId xmlns:a16="http://schemas.microsoft.com/office/drawing/2014/main" id="{1A0836DE-6949-CC3B-9CF8-DA32EDE4035C}"/>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57" name="Straight Connector 256">
              <a:extLst>
                <a:ext uri="{FF2B5EF4-FFF2-40B4-BE49-F238E27FC236}">
                  <a16:creationId xmlns:a16="http://schemas.microsoft.com/office/drawing/2014/main" id="{15331490-F7B8-4416-79A9-5BB39C12CDF4}"/>
                </a:ext>
              </a:extLst>
            </p:cNvPr>
            <p:cNvCxnSpPr>
              <a:cxnSpLocks/>
              <a:stCxn id="256"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58" name="Straight Connector 257">
              <a:extLst>
                <a:ext uri="{FF2B5EF4-FFF2-40B4-BE49-F238E27FC236}">
                  <a16:creationId xmlns:a16="http://schemas.microsoft.com/office/drawing/2014/main" id="{A8759ADF-A189-3874-88BB-DD447D8B2F21}"/>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59" name="Group 258">
            <a:extLst>
              <a:ext uri="{FF2B5EF4-FFF2-40B4-BE49-F238E27FC236}">
                <a16:creationId xmlns:a16="http://schemas.microsoft.com/office/drawing/2014/main" id="{CDB7668A-B3D7-8A6E-2675-3F319CF12A02}"/>
              </a:ext>
            </a:extLst>
          </p:cNvPr>
          <p:cNvGrpSpPr/>
          <p:nvPr/>
        </p:nvGrpSpPr>
        <p:grpSpPr>
          <a:xfrm>
            <a:off x="9651394" y="811173"/>
            <a:ext cx="721206" cy="609701"/>
            <a:chOff x="9657972" y="90836"/>
            <a:chExt cx="721206" cy="609701"/>
          </a:xfrm>
        </p:grpSpPr>
        <p:sp>
          <p:nvSpPr>
            <p:cNvPr id="260" name="Rectangle 259">
              <a:hlinkHover r:id="" action="ppaction://noaction" highlightClick="1"/>
              <a:extLst>
                <a:ext uri="{FF2B5EF4-FFF2-40B4-BE49-F238E27FC236}">
                  <a16:creationId xmlns:a16="http://schemas.microsoft.com/office/drawing/2014/main" id="{21A3694F-2138-889F-D89A-AF9772278A82}"/>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261" name="Diamond 260">
              <a:extLst>
                <a:ext uri="{FF2B5EF4-FFF2-40B4-BE49-F238E27FC236}">
                  <a16:creationId xmlns:a16="http://schemas.microsoft.com/office/drawing/2014/main" id="{B08119C8-08B7-D6A7-31D3-EC05720D372C}"/>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62" name="Oval 261">
              <a:extLst>
                <a:ext uri="{FF2B5EF4-FFF2-40B4-BE49-F238E27FC236}">
                  <a16:creationId xmlns:a16="http://schemas.microsoft.com/office/drawing/2014/main" id="{B02552E8-E5EE-810D-94D9-3B7FB3ADC0E4}"/>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63" name="Group 262">
            <a:extLst>
              <a:ext uri="{FF2B5EF4-FFF2-40B4-BE49-F238E27FC236}">
                <a16:creationId xmlns:a16="http://schemas.microsoft.com/office/drawing/2014/main" id="{291262A8-CD7A-5314-D90E-B416305E2EF6}"/>
              </a:ext>
            </a:extLst>
          </p:cNvPr>
          <p:cNvGrpSpPr/>
          <p:nvPr/>
        </p:nvGrpSpPr>
        <p:grpSpPr>
          <a:xfrm>
            <a:off x="2102908" y="811556"/>
            <a:ext cx="721206" cy="609701"/>
            <a:chOff x="2102908" y="811556"/>
            <a:chExt cx="721206" cy="609701"/>
          </a:xfrm>
        </p:grpSpPr>
        <p:sp>
          <p:nvSpPr>
            <p:cNvPr id="264" name="Rectangle 263">
              <a:extLst>
                <a:ext uri="{FF2B5EF4-FFF2-40B4-BE49-F238E27FC236}">
                  <a16:creationId xmlns:a16="http://schemas.microsoft.com/office/drawing/2014/main" id="{F5D9C2BB-C176-F5CE-4EC5-959161E0B158}"/>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265" name="Rectangle 264">
              <a:extLst>
                <a:ext uri="{FF2B5EF4-FFF2-40B4-BE49-F238E27FC236}">
                  <a16:creationId xmlns:a16="http://schemas.microsoft.com/office/drawing/2014/main" id="{35CD13D3-EE31-16C1-2F69-2E2800989A19}"/>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66" name="Oval 15">
              <a:extLst>
                <a:ext uri="{FF2B5EF4-FFF2-40B4-BE49-F238E27FC236}">
                  <a16:creationId xmlns:a16="http://schemas.microsoft.com/office/drawing/2014/main" id="{408AB1C7-7ED5-F07B-F429-8B94B2B46D01}"/>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67" name="Straight Connector 266">
              <a:extLst>
                <a:ext uri="{FF2B5EF4-FFF2-40B4-BE49-F238E27FC236}">
                  <a16:creationId xmlns:a16="http://schemas.microsoft.com/office/drawing/2014/main" id="{04EC99D1-F44C-09C6-58E0-BE2D22BE2211}"/>
                </a:ext>
              </a:extLst>
            </p:cNvPr>
            <p:cNvCxnSpPr>
              <a:cxnSpLocks/>
              <a:stCxn id="266"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268" name="Straight Connector 267">
              <a:extLst>
                <a:ext uri="{FF2B5EF4-FFF2-40B4-BE49-F238E27FC236}">
                  <a16:creationId xmlns:a16="http://schemas.microsoft.com/office/drawing/2014/main" id="{8CFEEE69-F569-C507-4DBA-FC8A6F0AF5E0}"/>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69" name="Group 268">
            <a:extLst>
              <a:ext uri="{FF2B5EF4-FFF2-40B4-BE49-F238E27FC236}">
                <a16:creationId xmlns:a16="http://schemas.microsoft.com/office/drawing/2014/main" id="{B72CEECD-DB0C-74DE-7969-76C47DCFA2EB}"/>
              </a:ext>
            </a:extLst>
          </p:cNvPr>
          <p:cNvGrpSpPr/>
          <p:nvPr/>
        </p:nvGrpSpPr>
        <p:grpSpPr>
          <a:xfrm>
            <a:off x="10506594" y="811556"/>
            <a:ext cx="721220" cy="609701"/>
            <a:chOff x="10506594" y="811556"/>
            <a:chExt cx="721220" cy="609701"/>
          </a:xfrm>
        </p:grpSpPr>
        <p:sp>
          <p:nvSpPr>
            <p:cNvPr id="270" name="Rectangle 269">
              <a:extLst>
                <a:ext uri="{FF2B5EF4-FFF2-40B4-BE49-F238E27FC236}">
                  <a16:creationId xmlns:a16="http://schemas.microsoft.com/office/drawing/2014/main" id="{CE0F2FF5-D4BF-D588-838E-7D12F255F4EA}"/>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271" name="Rectangle 270">
              <a:extLst>
                <a:ext uri="{FF2B5EF4-FFF2-40B4-BE49-F238E27FC236}">
                  <a16:creationId xmlns:a16="http://schemas.microsoft.com/office/drawing/2014/main" id="{626D31E1-29AA-6652-22E6-5AFBEE6AA65E}"/>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2" name="Oval 15">
              <a:extLst>
                <a:ext uri="{FF2B5EF4-FFF2-40B4-BE49-F238E27FC236}">
                  <a16:creationId xmlns:a16="http://schemas.microsoft.com/office/drawing/2014/main" id="{23D6C14E-6A1D-E886-3CC7-8F7BF29E1E79}"/>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73" name="Straight Connector 272">
              <a:extLst>
                <a:ext uri="{FF2B5EF4-FFF2-40B4-BE49-F238E27FC236}">
                  <a16:creationId xmlns:a16="http://schemas.microsoft.com/office/drawing/2014/main" id="{9DCCB28B-C88A-C87F-3106-02FB1E77EB9C}"/>
                </a:ext>
              </a:extLst>
            </p:cNvPr>
            <p:cNvCxnSpPr>
              <a:cxnSpLocks/>
              <a:stCxn id="272"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74" name="Straight Connector 273">
              <a:extLst>
                <a:ext uri="{FF2B5EF4-FFF2-40B4-BE49-F238E27FC236}">
                  <a16:creationId xmlns:a16="http://schemas.microsoft.com/office/drawing/2014/main" id="{F3E683D2-C231-9B71-D1B1-BCAF2EB69DD3}"/>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75" name="Group 274">
            <a:extLst>
              <a:ext uri="{FF2B5EF4-FFF2-40B4-BE49-F238E27FC236}">
                <a16:creationId xmlns:a16="http://schemas.microsoft.com/office/drawing/2014/main" id="{3E927561-0053-208F-3F39-016F576B8A91}"/>
              </a:ext>
            </a:extLst>
          </p:cNvPr>
          <p:cNvGrpSpPr/>
          <p:nvPr/>
        </p:nvGrpSpPr>
        <p:grpSpPr>
          <a:xfrm>
            <a:off x="7116512" y="812701"/>
            <a:ext cx="721206" cy="609701"/>
            <a:chOff x="7957576" y="811556"/>
            <a:chExt cx="721206" cy="609701"/>
          </a:xfrm>
        </p:grpSpPr>
        <p:sp>
          <p:nvSpPr>
            <p:cNvPr id="276" name="Rectangle 275">
              <a:extLst>
                <a:ext uri="{FF2B5EF4-FFF2-40B4-BE49-F238E27FC236}">
                  <a16:creationId xmlns:a16="http://schemas.microsoft.com/office/drawing/2014/main" id="{2B33495E-68C5-9223-2C4E-E990C9215291}"/>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277" name="Rectangle 276">
              <a:extLst>
                <a:ext uri="{FF2B5EF4-FFF2-40B4-BE49-F238E27FC236}">
                  <a16:creationId xmlns:a16="http://schemas.microsoft.com/office/drawing/2014/main" id="{B24E37E4-2817-08E3-55D7-662861B9C7E4}"/>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8" name="Oval 15">
              <a:extLst>
                <a:ext uri="{FF2B5EF4-FFF2-40B4-BE49-F238E27FC236}">
                  <a16:creationId xmlns:a16="http://schemas.microsoft.com/office/drawing/2014/main" id="{A5FE531A-5E5C-FB9C-75C7-6A2E25475F69}"/>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79" name="Straight Connector 278">
              <a:extLst>
                <a:ext uri="{FF2B5EF4-FFF2-40B4-BE49-F238E27FC236}">
                  <a16:creationId xmlns:a16="http://schemas.microsoft.com/office/drawing/2014/main" id="{116D6086-B2BB-9612-8281-CDE594534031}"/>
                </a:ext>
              </a:extLst>
            </p:cNvPr>
            <p:cNvCxnSpPr>
              <a:cxnSpLocks/>
              <a:stCxn id="278"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80" name="Straight Connector 279">
              <a:extLst>
                <a:ext uri="{FF2B5EF4-FFF2-40B4-BE49-F238E27FC236}">
                  <a16:creationId xmlns:a16="http://schemas.microsoft.com/office/drawing/2014/main" id="{FFE90616-6C49-E1A7-04BE-E9E01CF6EABD}"/>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89" name="Group 288">
            <a:extLst>
              <a:ext uri="{FF2B5EF4-FFF2-40B4-BE49-F238E27FC236}">
                <a16:creationId xmlns:a16="http://schemas.microsoft.com/office/drawing/2014/main" id="{4C8BC74E-2C83-CDB2-421B-9420039DB148}"/>
              </a:ext>
            </a:extLst>
          </p:cNvPr>
          <p:cNvGrpSpPr/>
          <p:nvPr/>
        </p:nvGrpSpPr>
        <p:grpSpPr>
          <a:xfrm>
            <a:off x="7957586" y="2253332"/>
            <a:ext cx="721206" cy="609701"/>
            <a:chOff x="7957586" y="2253332"/>
            <a:chExt cx="721206" cy="609701"/>
          </a:xfrm>
        </p:grpSpPr>
        <p:sp>
          <p:nvSpPr>
            <p:cNvPr id="290" name="Rectangle 289">
              <a:extLst>
                <a:ext uri="{FF2B5EF4-FFF2-40B4-BE49-F238E27FC236}">
                  <a16:creationId xmlns:a16="http://schemas.microsoft.com/office/drawing/2014/main" id="{A35215A3-3884-B900-71D5-04CA6443E5FF}"/>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291" name="Right Triangle 290">
              <a:extLst>
                <a:ext uri="{FF2B5EF4-FFF2-40B4-BE49-F238E27FC236}">
                  <a16:creationId xmlns:a16="http://schemas.microsoft.com/office/drawing/2014/main" id="{7BDC8661-FDA6-A537-8DCB-8FD5F04392AE}"/>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92" name="Group 291">
              <a:extLst>
                <a:ext uri="{FF2B5EF4-FFF2-40B4-BE49-F238E27FC236}">
                  <a16:creationId xmlns:a16="http://schemas.microsoft.com/office/drawing/2014/main" id="{8B43DB76-88BB-E6E5-F0E0-499D8259FDD3}"/>
                </a:ext>
              </a:extLst>
            </p:cNvPr>
            <p:cNvGrpSpPr/>
            <p:nvPr/>
          </p:nvGrpSpPr>
          <p:grpSpPr>
            <a:xfrm>
              <a:off x="8621942" y="2262669"/>
              <a:ext cx="37817" cy="61390"/>
              <a:chOff x="3883481" y="2057400"/>
              <a:chExt cx="1608363" cy="2652031"/>
            </a:xfrm>
            <a:solidFill>
              <a:srgbClr val="A6A6A6">
                <a:alpha val="20000"/>
              </a:srgbClr>
            </a:solidFill>
          </p:grpSpPr>
          <p:sp>
            <p:nvSpPr>
              <p:cNvPr id="293" name="Oval 27">
                <a:extLst>
                  <a:ext uri="{FF2B5EF4-FFF2-40B4-BE49-F238E27FC236}">
                    <a16:creationId xmlns:a16="http://schemas.microsoft.com/office/drawing/2014/main" id="{58827D55-8018-05A7-DCB2-BBFEE64C986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4" name="Oval 28">
                <a:extLst>
                  <a:ext uri="{FF2B5EF4-FFF2-40B4-BE49-F238E27FC236}">
                    <a16:creationId xmlns:a16="http://schemas.microsoft.com/office/drawing/2014/main" id="{4A4250B3-5930-7903-89AD-335B094AF5E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95" name="Group 294">
            <a:extLst>
              <a:ext uri="{FF2B5EF4-FFF2-40B4-BE49-F238E27FC236}">
                <a16:creationId xmlns:a16="http://schemas.microsoft.com/office/drawing/2014/main" id="{D01E9865-5688-41E3-3620-A7A96CDAE956}"/>
              </a:ext>
            </a:extLst>
          </p:cNvPr>
          <p:cNvGrpSpPr/>
          <p:nvPr/>
        </p:nvGrpSpPr>
        <p:grpSpPr>
          <a:xfrm>
            <a:off x="6290730" y="2257176"/>
            <a:ext cx="721206" cy="609701"/>
            <a:chOff x="8807250" y="2253334"/>
            <a:chExt cx="721206" cy="609701"/>
          </a:xfrm>
        </p:grpSpPr>
        <p:sp>
          <p:nvSpPr>
            <p:cNvPr id="296" name="Rectangle 295">
              <a:extLst>
                <a:ext uri="{FF2B5EF4-FFF2-40B4-BE49-F238E27FC236}">
                  <a16:creationId xmlns:a16="http://schemas.microsoft.com/office/drawing/2014/main" id="{150C1543-840D-DB55-DB6F-6BA2C46CDB1F}"/>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297" name="Right Triangle 296">
              <a:extLst>
                <a:ext uri="{FF2B5EF4-FFF2-40B4-BE49-F238E27FC236}">
                  <a16:creationId xmlns:a16="http://schemas.microsoft.com/office/drawing/2014/main" id="{31B05668-591B-8BC5-7B3C-4E79F0DFC3D2}"/>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8" name="Oval 27">
              <a:extLst>
                <a:ext uri="{FF2B5EF4-FFF2-40B4-BE49-F238E27FC236}">
                  <a16:creationId xmlns:a16="http://schemas.microsoft.com/office/drawing/2014/main" id="{3C5E9B33-FB9C-58D1-D912-71F40D0D4CA7}"/>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9" name="Oval 28">
              <a:extLst>
                <a:ext uri="{FF2B5EF4-FFF2-40B4-BE49-F238E27FC236}">
                  <a16:creationId xmlns:a16="http://schemas.microsoft.com/office/drawing/2014/main" id="{18CD1E17-5C6A-9E4A-C6B1-5A919DC20D5A}"/>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00" name="Group 299">
            <a:extLst>
              <a:ext uri="{FF2B5EF4-FFF2-40B4-BE49-F238E27FC236}">
                <a16:creationId xmlns:a16="http://schemas.microsoft.com/office/drawing/2014/main" id="{3236FE5B-4714-2F96-D5D2-7057341FD7C6}"/>
              </a:ext>
            </a:extLst>
          </p:cNvPr>
          <p:cNvGrpSpPr/>
          <p:nvPr/>
        </p:nvGrpSpPr>
        <p:grpSpPr>
          <a:xfrm>
            <a:off x="9656903" y="2253333"/>
            <a:ext cx="721220" cy="609701"/>
            <a:chOff x="9656903" y="2253333"/>
            <a:chExt cx="721220" cy="609701"/>
          </a:xfrm>
        </p:grpSpPr>
        <p:sp>
          <p:nvSpPr>
            <p:cNvPr id="301" name="Rectangle 300">
              <a:hlinkHover r:id="" action="ppaction://noaction" highlightClick="1"/>
              <a:extLst>
                <a:ext uri="{FF2B5EF4-FFF2-40B4-BE49-F238E27FC236}">
                  <a16:creationId xmlns:a16="http://schemas.microsoft.com/office/drawing/2014/main" id="{D63629D6-C6B7-54FA-D04E-86646872F811}"/>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02" name="Rectangle 301">
              <a:extLst>
                <a:ext uri="{FF2B5EF4-FFF2-40B4-BE49-F238E27FC236}">
                  <a16:creationId xmlns:a16="http://schemas.microsoft.com/office/drawing/2014/main" id="{6579DF94-64B2-4759-72D4-A5FF439ACAF7}"/>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03" name="Oval 15">
              <a:extLst>
                <a:ext uri="{FF2B5EF4-FFF2-40B4-BE49-F238E27FC236}">
                  <a16:creationId xmlns:a16="http://schemas.microsoft.com/office/drawing/2014/main" id="{54B89510-78BC-7336-06CD-47397CF17009}"/>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04" name="Straight Connector 303">
              <a:extLst>
                <a:ext uri="{FF2B5EF4-FFF2-40B4-BE49-F238E27FC236}">
                  <a16:creationId xmlns:a16="http://schemas.microsoft.com/office/drawing/2014/main" id="{A062DD3E-17E3-1511-2EBC-02A30AD6A306}"/>
                </a:ext>
              </a:extLst>
            </p:cNvPr>
            <p:cNvCxnSpPr>
              <a:cxnSpLocks/>
              <a:stCxn id="303"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05" name="Straight Connector 304">
              <a:extLst>
                <a:ext uri="{FF2B5EF4-FFF2-40B4-BE49-F238E27FC236}">
                  <a16:creationId xmlns:a16="http://schemas.microsoft.com/office/drawing/2014/main" id="{51478E5B-E8D8-085B-C5C1-EB734AE0E952}"/>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06" name="Group 305">
            <a:extLst>
              <a:ext uri="{FF2B5EF4-FFF2-40B4-BE49-F238E27FC236}">
                <a16:creationId xmlns:a16="http://schemas.microsoft.com/office/drawing/2014/main" id="{5959A781-9368-2059-4074-D2436E015C11}"/>
              </a:ext>
            </a:extLst>
          </p:cNvPr>
          <p:cNvGrpSpPr/>
          <p:nvPr/>
        </p:nvGrpSpPr>
        <p:grpSpPr>
          <a:xfrm>
            <a:off x="8797459" y="2264859"/>
            <a:ext cx="721206" cy="609701"/>
            <a:chOff x="11356242" y="2253333"/>
            <a:chExt cx="721206" cy="609701"/>
          </a:xfrm>
        </p:grpSpPr>
        <p:sp>
          <p:nvSpPr>
            <p:cNvPr id="307" name="Rectangle 306">
              <a:hlinkHover r:id="" action="ppaction://noaction" highlightClick="1"/>
              <a:extLst>
                <a:ext uri="{FF2B5EF4-FFF2-40B4-BE49-F238E27FC236}">
                  <a16:creationId xmlns:a16="http://schemas.microsoft.com/office/drawing/2014/main" id="{730A973D-2A79-DB6C-99E1-49AC52C08DE5}"/>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308" name="Oval 307">
              <a:extLst>
                <a:ext uri="{FF2B5EF4-FFF2-40B4-BE49-F238E27FC236}">
                  <a16:creationId xmlns:a16="http://schemas.microsoft.com/office/drawing/2014/main" id="{B115945F-59DD-CEA4-E595-D6C5733D4B95}"/>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09" name="Isosceles Triangle 648">
              <a:extLst>
                <a:ext uri="{FF2B5EF4-FFF2-40B4-BE49-F238E27FC236}">
                  <a16:creationId xmlns:a16="http://schemas.microsoft.com/office/drawing/2014/main" id="{66ADCAB4-B823-6728-AFDB-E4E98CEDADF2}"/>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10" name="Group 309">
            <a:extLst>
              <a:ext uri="{FF2B5EF4-FFF2-40B4-BE49-F238E27FC236}">
                <a16:creationId xmlns:a16="http://schemas.microsoft.com/office/drawing/2014/main" id="{7BD7B858-7B38-972E-5896-14EF09433483}"/>
              </a:ext>
            </a:extLst>
          </p:cNvPr>
          <p:cNvGrpSpPr/>
          <p:nvPr/>
        </p:nvGrpSpPr>
        <p:grpSpPr>
          <a:xfrm>
            <a:off x="10506580" y="2253333"/>
            <a:ext cx="721206" cy="609701"/>
            <a:chOff x="10506580" y="2253333"/>
            <a:chExt cx="721206" cy="609701"/>
          </a:xfrm>
        </p:grpSpPr>
        <p:sp>
          <p:nvSpPr>
            <p:cNvPr id="311" name="Rectangle 310">
              <a:hlinkHover r:id="" action="ppaction://noaction" highlightClick="1"/>
              <a:extLst>
                <a:ext uri="{FF2B5EF4-FFF2-40B4-BE49-F238E27FC236}">
                  <a16:creationId xmlns:a16="http://schemas.microsoft.com/office/drawing/2014/main" id="{0C226F1A-64C0-9150-C18A-BAA3B9A678C2}"/>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312" name="Diamond 311">
              <a:extLst>
                <a:ext uri="{FF2B5EF4-FFF2-40B4-BE49-F238E27FC236}">
                  <a16:creationId xmlns:a16="http://schemas.microsoft.com/office/drawing/2014/main" id="{A6148A1F-8B22-63F5-A241-1E5DB53548E7}"/>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13" name="Oval 312">
              <a:extLst>
                <a:ext uri="{FF2B5EF4-FFF2-40B4-BE49-F238E27FC236}">
                  <a16:creationId xmlns:a16="http://schemas.microsoft.com/office/drawing/2014/main" id="{80224F97-CD09-3EFA-0289-D90A98033331}"/>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14" name="Group 313">
            <a:extLst>
              <a:ext uri="{FF2B5EF4-FFF2-40B4-BE49-F238E27FC236}">
                <a16:creationId xmlns:a16="http://schemas.microsoft.com/office/drawing/2014/main" id="{CA18A546-D727-067B-801E-DB823B44FE2A}"/>
              </a:ext>
            </a:extLst>
          </p:cNvPr>
          <p:cNvGrpSpPr/>
          <p:nvPr/>
        </p:nvGrpSpPr>
        <p:grpSpPr>
          <a:xfrm>
            <a:off x="5454173" y="2257175"/>
            <a:ext cx="721206" cy="609701"/>
            <a:chOff x="6287891" y="2253333"/>
            <a:chExt cx="721206" cy="609701"/>
          </a:xfrm>
        </p:grpSpPr>
        <p:sp>
          <p:nvSpPr>
            <p:cNvPr id="316" name="Rectangle 315">
              <a:extLst>
                <a:ext uri="{FF2B5EF4-FFF2-40B4-BE49-F238E27FC236}">
                  <a16:creationId xmlns:a16="http://schemas.microsoft.com/office/drawing/2014/main" id="{77BFBE08-2853-3AC4-510E-7FA6A0C1315A}"/>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317" name="Right Triangle 316">
              <a:extLst>
                <a:ext uri="{FF2B5EF4-FFF2-40B4-BE49-F238E27FC236}">
                  <a16:creationId xmlns:a16="http://schemas.microsoft.com/office/drawing/2014/main" id="{99BC877B-F3A8-C6C8-5750-5F53C1567808}"/>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18" name="Group 317">
              <a:extLst>
                <a:ext uri="{FF2B5EF4-FFF2-40B4-BE49-F238E27FC236}">
                  <a16:creationId xmlns:a16="http://schemas.microsoft.com/office/drawing/2014/main" id="{B2B9CDBA-4720-CCF0-01BC-E4F120E76DA9}"/>
                </a:ext>
              </a:extLst>
            </p:cNvPr>
            <p:cNvGrpSpPr/>
            <p:nvPr/>
          </p:nvGrpSpPr>
          <p:grpSpPr>
            <a:xfrm>
              <a:off x="6952470" y="2265099"/>
              <a:ext cx="37817" cy="61390"/>
              <a:chOff x="3883481" y="2057400"/>
              <a:chExt cx="1608363" cy="2652031"/>
            </a:xfrm>
            <a:solidFill>
              <a:srgbClr val="A6A6A6">
                <a:alpha val="20000"/>
              </a:srgbClr>
            </a:solidFill>
          </p:grpSpPr>
          <p:sp>
            <p:nvSpPr>
              <p:cNvPr id="319" name="Oval 27">
                <a:extLst>
                  <a:ext uri="{FF2B5EF4-FFF2-40B4-BE49-F238E27FC236}">
                    <a16:creationId xmlns:a16="http://schemas.microsoft.com/office/drawing/2014/main" id="{F9C1D41B-8E36-1A7E-0D54-9B2DFDD2F61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4" name="Oval 28">
                <a:extLst>
                  <a:ext uri="{FF2B5EF4-FFF2-40B4-BE49-F238E27FC236}">
                    <a16:creationId xmlns:a16="http://schemas.microsoft.com/office/drawing/2014/main" id="{38D6E9D4-7CCC-D752-A743-5C5FEF08527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85" name="Group 384">
            <a:extLst>
              <a:ext uri="{FF2B5EF4-FFF2-40B4-BE49-F238E27FC236}">
                <a16:creationId xmlns:a16="http://schemas.microsoft.com/office/drawing/2014/main" id="{CBAC08B6-3D1E-8F00-DD22-FFAA720A098D}"/>
              </a:ext>
            </a:extLst>
          </p:cNvPr>
          <p:cNvGrpSpPr/>
          <p:nvPr/>
        </p:nvGrpSpPr>
        <p:grpSpPr>
          <a:xfrm>
            <a:off x="11353919" y="2251694"/>
            <a:ext cx="721206" cy="609701"/>
            <a:chOff x="8807250" y="2253334"/>
            <a:chExt cx="721206" cy="609701"/>
          </a:xfrm>
        </p:grpSpPr>
        <p:sp>
          <p:nvSpPr>
            <p:cNvPr id="386" name="Rectangle 385">
              <a:extLst>
                <a:ext uri="{FF2B5EF4-FFF2-40B4-BE49-F238E27FC236}">
                  <a16:creationId xmlns:a16="http://schemas.microsoft.com/office/drawing/2014/main" id="{442DF15E-8C70-B897-5C3B-82D8710C5BF1}"/>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387" name="Right Triangle 386">
              <a:extLst>
                <a:ext uri="{FF2B5EF4-FFF2-40B4-BE49-F238E27FC236}">
                  <a16:creationId xmlns:a16="http://schemas.microsoft.com/office/drawing/2014/main" id="{881E8FF5-F2B3-72D6-0F9C-B85653C93A9B}"/>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8" name="Oval 27">
              <a:extLst>
                <a:ext uri="{FF2B5EF4-FFF2-40B4-BE49-F238E27FC236}">
                  <a16:creationId xmlns:a16="http://schemas.microsoft.com/office/drawing/2014/main" id="{093D831F-B1A6-7542-55DC-F80CDEFD13BE}"/>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9" name="Oval 28">
              <a:extLst>
                <a:ext uri="{FF2B5EF4-FFF2-40B4-BE49-F238E27FC236}">
                  <a16:creationId xmlns:a16="http://schemas.microsoft.com/office/drawing/2014/main" id="{4A52941D-B302-6DD4-683B-B0F35B010F66}"/>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90" name="Group 389">
            <a:extLst>
              <a:ext uri="{FF2B5EF4-FFF2-40B4-BE49-F238E27FC236}">
                <a16:creationId xmlns:a16="http://schemas.microsoft.com/office/drawing/2014/main" id="{1CFE99DE-E1C1-BFD2-FBC0-E81763AF5B57}"/>
              </a:ext>
            </a:extLst>
          </p:cNvPr>
          <p:cNvGrpSpPr/>
          <p:nvPr/>
        </p:nvGrpSpPr>
        <p:grpSpPr>
          <a:xfrm>
            <a:off x="2109092" y="2986575"/>
            <a:ext cx="721206" cy="649846"/>
            <a:chOff x="10506800" y="2974054"/>
            <a:chExt cx="721206" cy="649846"/>
          </a:xfrm>
        </p:grpSpPr>
        <p:sp>
          <p:nvSpPr>
            <p:cNvPr id="391" name="Rectangle 390">
              <a:extLst>
                <a:ext uri="{FF2B5EF4-FFF2-40B4-BE49-F238E27FC236}">
                  <a16:creationId xmlns:a16="http://schemas.microsoft.com/office/drawing/2014/main" id="{350ACE1D-6FAE-2B9F-4E06-D84AC2878572}"/>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392" name="Rectangle 391">
              <a:extLst>
                <a:ext uri="{FF2B5EF4-FFF2-40B4-BE49-F238E27FC236}">
                  <a16:creationId xmlns:a16="http://schemas.microsoft.com/office/drawing/2014/main" id="{BA7CEB4C-2BAE-1C56-8487-B9F04A19DE75}"/>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3" name="Oval 15">
              <a:extLst>
                <a:ext uri="{FF2B5EF4-FFF2-40B4-BE49-F238E27FC236}">
                  <a16:creationId xmlns:a16="http://schemas.microsoft.com/office/drawing/2014/main" id="{FECC5C98-3F21-3E4F-F2A0-55C75ABD8042}"/>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94" name="Straight Connector 393">
              <a:extLst>
                <a:ext uri="{FF2B5EF4-FFF2-40B4-BE49-F238E27FC236}">
                  <a16:creationId xmlns:a16="http://schemas.microsoft.com/office/drawing/2014/main" id="{7606AF67-6606-375D-2993-3B5410A4A6B8}"/>
                </a:ext>
              </a:extLst>
            </p:cNvPr>
            <p:cNvCxnSpPr>
              <a:cxnSpLocks/>
              <a:stCxn id="393"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95" name="Straight Connector 394">
              <a:extLst>
                <a:ext uri="{FF2B5EF4-FFF2-40B4-BE49-F238E27FC236}">
                  <a16:creationId xmlns:a16="http://schemas.microsoft.com/office/drawing/2014/main" id="{37956BD2-DF03-E74A-E981-207F7EDE0092}"/>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A6597676-1A80-76F9-8122-5972F79D96EB}"/>
              </a:ext>
            </a:extLst>
          </p:cNvPr>
          <p:cNvGrpSpPr/>
          <p:nvPr/>
        </p:nvGrpSpPr>
        <p:grpSpPr>
          <a:xfrm>
            <a:off x="4621827" y="2983922"/>
            <a:ext cx="721206" cy="654973"/>
            <a:chOff x="9657606" y="2974054"/>
            <a:chExt cx="721206" cy="654973"/>
          </a:xfrm>
        </p:grpSpPr>
        <p:sp>
          <p:nvSpPr>
            <p:cNvPr id="397" name="Rectangle 396">
              <a:extLst>
                <a:ext uri="{FF2B5EF4-FFF2-40B4-BE49-F238E27FC236}">
                  <a16:creationId xmlns:a16="http://schemas.microsoft.com/office/drawing/2014/main" id="{0A157483-6A52-97FE-DA46-0C404EC8BE63}"/>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398" name="Rectangle 397">
              <a:extLst>
                <a:ext uri="{FF2B5EF4-FFF2-40B4-BE49-F238E27FC236}">
                  <a16:creationId xmlns:a16="http://schemas.microsoft.com/office/drawing/2014/main" id="{C4632985-352E-9D0F-F251-EC0780E3D9CC}"/>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9" name="Oval 15">
              <a:extLst>
                <a:ext uri="{FF2B5EF4-FFF2-40B4-BE49-F238E27FC236}">
                  <a16:creationId xmlns:a16="http://schemas.microsoft.com/office/drawing/2014/main" id="{3ED410F4-0973-F481-791F-4B80C25D62F0}"/>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00" name="Straight Connector 399">
              <a:extLst>
                <a:ext uri="{FF2B5EF4-FFF2-40B4-BE49-F238E27FC236}">
                  <a16:creationId xmlns:a16="http://schemas.microsoft.com/office/drawing/2014/main" id="{5B7EDD27-DBF1-EEA6-829E-E22618B7CD7F}"/>
                </a:ext>
              </a:extLst>
            </p:cNvPr>
            <p:cNvCxnSpPr>
              <a:cxnSpLocks/>
              <a:stCxn id="399"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01" name="Straight Connector 400">
              <a:extLst>
                <a:ext uri="{FF2B5EF4-FFF2-40B4-BE49-F238E27FC236}">
                  <a16:creationId xmlns:a16="http://schemas.microsoft.com/office/drawing/2014/main" id="{C08F2424-C9DF-6337-C7C3-333974BCE742}"/>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02" name="Group 401">
            <a:extLst>
              <a:ext uri="{FF2B5EF4-FFF2-40B4-BE49-F238E27FC236}">
                <a16:creationId xmlns:a16="http://schemas.microsoft.com/office/drawing/2014/main" id="{A3ABC1AF-8F2F-45CC-F466-47C4259CAE6E}"/>
              </a:ext>
            </a:extLst>
          </p:cNvPr>
          <p:cNvGrpSpPr/>
          <p:nvPr/>
        </p:nvGrpSpPr>
        <p:grpSpPr>
          <a:xfrm>
            <a:off x="10506616" y="2984633"/>
            <a:ext cx="721220" cy="609701"/>
            <a:chOff x="9656903" y="2253333"/>
            <a:chExt cx="721220" cy="609701"/>
          </a:xfrm>
        </p:grpSpPr>
        <p:sp>
          <p:nvSpPr>
            <p:cNvPr id="403" name="Rectangle 402">
              <a:hlinkHover r:id="" action="ppaction://noaction" highlightClick="1"/>
              <a:extLst>
                <a:ext uri="{FF2B5EF4-FFF2-40B4-BE49-F238E27FC236}">
                  <a16:creationId xmlns:a16="http://schemas.microsoft.com/office/drawing/2014/main" id="{62B84516-DADC-F8FC-26F2-11A91C9EBB92}"/>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04" name="Rectangle 403">
              <a:extLst>
                <a:ext uri="{FF2B5EF4-FFF2-40B4-BE49-F238E27FC236}">
                  <a16:creationId xmlns:a16="http://schemas.microsoft.com/office/drawing/2014/main" id="{59CE8BDC-495D-73E9-AAB7-9288CB109678}"/>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5" name="Oval 15">
              <a:extLst>
                <a:ext uri="{FF2B5EF4-FFF2-40B4-BE49-F238E27FC236}">
                  <a16:creationId xmlns:a16="http://schemas.microsoft.com/office/drawing/2014/main" id="{21412BCD-96B9-6776-A399-A6D06005753E}"/>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06" name="Straight Connector 405">
              <a:extLst>
                <a:ext uri="{FF2B5EF4-FFF2-40B4-BE49-F238E27FC236}">
                  <a16:creationId xmlns:a16="http://schemas.microsoft.com/office/drawing/2014/main" id="{A058857C-8FD5-D3E8-6CC3-DF201D2CA06D}"/>
                </a:ext>
              </a:extLst>
            </p:cNvPr>
            <p:cNvCxnSpPr>
              <a:cxnSpLocks/>
              <a:stCxn id="405"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07" name="Straight Connector 406">
              <a:extLst>
                <a:ext uri="{FF2B5EF4-FFF2-40B4-BE49-F238E27FC236}">
                  <a16:creationId xmlns:a16="http://schemas.microsoft.com/office/drawing/2014/main" id="{46DD28D6-0FCE-AEC6-9325-CFADEDBB19AD}"/>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14" name="Group 413">
            <a:extLst>
              <a:ext uri="{FF2B5EF4-FFF2-40B4-BE49-F238E27FC236}">
                <a16:creationId xmlns:a16="http://schemas.microsoft.com/office/drawing/2014/main" id="{E1917AFE-BA26-24CE-C266-D3957AC745A8}"/>
              </a:ext>
            </a:extLst>
          </p:cNvPr>
          <p:cNvGrpSpPr/>
          <p:nvPr/>
        </p:nvGrpSpPr>
        <p:grpSpPr>
          <a:xfrm>
            <a:off x="7905566" y="751337"/>
            <a:ext cx="3396155" cy="4999377"/>
            <a:chOff x="7905566" y="751337"/>
            <a:chExt cx="3396155" cy="4999377"/>
          </a:xfrm>
        </p:grpSpPr>
        <p:cxnSp>
          <p:nvCxnSpPr>
            <p:cNvPr id="415" name="Straight Connector 414">
              <a:extLst>
                <a:ext uri="{FF2B5EF4-FFF2-40B4-BE49-F238E27FC236}">
                  <a16:creationId xmlns:a16="http://schemas.microsoft.com/office/drawing/2014/main" id="{5753724A-FCAE-BAC2-84A2-94BCE11F9969}"/>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16" name="Straight Connector 415">
              <a:extLst>
                <a:ext uri="{FF2B5EF4-FFF2-40B4-BE49-F238E27FC236}">
                  <a16:creationId xmlns:a16="http://schemas.microsoft.com/office/drawing/2014/main" id="{301BEABA-2713-18EE-BE82-1D801B131B67}"/>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17" name="Straight Connector 416">
              <a:extLst>
                <a:ext uri="{FF2B5EF4-FFF2-40B4-BE49-F238E27FC236}">
                  <a16:creationId xmlns:a16="http://schemas.microsoft.com/office/drawing/2014/main" id="{D9AFD13D-F532-18B9-320D-72E824CF719C}"/>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18" name="Straight Connector 417">
              <a:extLst>
                <a:ext uri="{FF2B5EF4-FFF2-40B4-BE49-F238E27FC236}">
                  <a16:creationId xmlns:a16="http://schemas.microsoft.com/office/drawing/2014/main" id="{7920C93D-64E5-6EFC-094D-6A62427B279A}"/>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20" name="Straight Connector 419">
              <a:extLst>
                <a:ext uri="{FF2B5EF4-FFF2-40B4-BE49-F238E27FC236}">
                  <a16:creationId xmlns:a16="http://schemas.microsoft.com/office/drawing/2014/main" id="{725AA489-1C12-AB2F-613B-C30E69283E33}"/>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21" name="Straight Connector 420">
              <a:extLst>
                <a:ext uri="{FF2B5EF4-FFF2-40B4-BE49-F238E27FC236}">
                  <a16:creationId xmlns:a16="http://schemas.microsoft.com/office/drawing/2014/main" id="{E9D2FF7E-5862-4CB6-70BB-467380AB092B}"/>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22" name="Straight Connector 421">
              <a:extLst>
                <a:ext uri="{FF2B5EF4-FFF2-40B4-BE49-F238E27FC236}">
                  <a16:creationId xmlns:a16="http://schemas.microsoft.com/office/drawing/2014/main" id="{CD8A1FAF-A050-A9B7-CD1B-545B6FCF1CF5}"/>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423" name="Straight Connector 422">
            <a:extLst>
              <a:ext uri="{FF2B5EF4-FFF2-40B4-BE49-F238E27FC236}">
                <a16:creationId xmlns:a16="http://schemas.microsoft.com/office/drawing/2014/main" id="{FDB22C84-92F9-AF9C-E532-1A2192DC5AB5}"/>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19" name="Picture 18">
            <a:hlinkClick r:id="rId21" action="ppaction://hlinksldjump"/>
            <a:extLst>
              <a:ext uri="{FF2B5EF4-FFF2-40B4-BE49-F238E27FC236}">
                <a16:creationId xmlns:a16="http://schemas.microsoft.com/office/drawing/2014/main" id="{009ECD37-DAFE-4579-57F0-246431AABEE1}"/>
              </a:ext>
            </a:extLst>
          </p:cNvPr>
          <p:cNvPicPr>
            <a:picLocks noChangeAspect="1"/>
          </p:cNvPicPr>
          <p:nvPr/>
        </p:nvPicPr>
        <p:blipFill>
          <a:blip r:embed="rId22"/>
          <a:stretch>
            <a:fillRect/>
          </a:stretch>
        </p:blipFill>
        <p:spPr>
          <a:xfrm>
            <a:off x="0" y="0"/>
            <a:ext cx="211626" cy="6858000"/>
          </a:xfrm>
          <a:prstGeom prst="rect">
            <a:avLst/>
          </a:prstGeom>
        </p:spPr>
      </p:pic>
      <p:grpSp>
        <p:nvGrpSpPr>
          <p:cNvPr id="18" name="Group 17">
            <a:extLst>
              <a:ext uri="{FF2B5EF4-FFF2-40B4-BE49-F238E27FC236}">
                <a16:creationId xmlns:a16="http://schemas.microsoft.com/office/drawing/2014/main" id="{4896D203-F4EC-2A1F-7599-39BF7B86F92E}"/>
              </a:ext>
            </a:extLst>
          </p:cNvPr>
          <p:cNvGrpSpPr/>
          <p:nvPr/>
        </p:nvGrpSpPr>
        <p:grpSpPr>
          <a:xfrm>
            <a:off x="9652491" y="2986436"/>
            <a:ext cx="721206" cy="609701"/>
            <a:chOff x="9657972" y="90836"/>
            <a:chExt cx="721206" cy="609701"/>
          </a:xfrm>
        </p:grpSpPr>
        <p:sp>
          <p:nvSpPr>
            <p:cNvPr id="20" name="Rectangle 19">
              <a:hlinkHover r:id="" action="ppaction://noaction" highlightClick="1"/>
              <a:extLst>
                <a:ext uri="{FF2B5EF4-FFF2-40B4-BE49-F238E27FC236}">
                  <a16:creationId xmlns:a16="http://schemas.microsoft.com/office/drawing/2014/main" id="{8E2710FA-238F-CB6B-95E6-889AC9D1ADE5}"/>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21" name="Diamond 20">
              <a:extLst>
                <a:ext uri="{FF2B5EF4-FFF2-40B4-BE49-F238E27FC236}">
                  <a16:creationId xmlns:a16="http://schemas.microsoft.com/office/drawing/2014/main" id="{65C8EFF2-0B90-ABD7-5E4C-6F9A9DA96F4B}"/>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 name="Oval 40">
              <a:extLst>
                <a:ext uri="{FF2B5EF4-FFF2-40B4-BE49-F238E27FC236}">
                  <a16:creationId xmlns:a16="http://schemas.microsoft.com/office/drawing/2014/main" id="{8B110FAB-C909-3BF8-AA37-955614C19A5F}"/>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06889456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Compliance Management</a:t>
            </a:r>
          </a:p>
        </p:txBody>
      </p:sp>
      <p:sp>
        <p:nvSpPr>
          <p:cNvPr id="98" name="Rectangle 97">
            <a:hlinkClick r:id="rId3" action="ppaction://hlinksldjump"/>
            <a:hlinkHover r:id="rId3" action="ppaction://hlinksldjump"/>
            <a:extLst>
              <a:ext uri="{FF2B5EF4-FFF2-40B4-BE49-F238E27FC236}">
                <a16:creationId xmlns:a16="http://schemas.microsoft.com/office/drawing/2014/main" id="{326B4E16-4BE7-418C-9715-F932F2974B27}"/>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101" name="Rectangle 100">
            <a:hlinkClick r:id="rId4" action="ppaction://hlinksldjump"/>
            <a:hlinkHover r:id="rId4" action="ppaction://hlinksldjump"/>
            <a:extLst>
              <a:ext uri="{FF2B5EF4-FFF2-40B4-BE49-F238E27FC236}">
                <a16:creationId xmlns:a16="http://schemas.microsoft.com/office/drawing/2014/main" id="{D66E97AC-0625-44F0-8667-A552BB1148B7}"/>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102" name="Rectangle 101">
            <a:hlinkClick r:id="rId5" action="ppaction://hlinksldjump"/>
            <a:hlinkHover r:id="rId5" action="ppaction://hlinksldjump"/>
            <a:extLst>
              <a:ext uri="{FF2B5EF4-FFF2-40B4-BE49-F238E27FC236}">
                <a16:creationId xmlns:a16="http://schemas.microsoft.com/office/drawing/2014/main" id="{FC733098-AB45-4F50-A9E4-F83AEE3978DC}"/>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106" name="Rectangle 105">
            <a:hlinkClick r:id="rId6" action="ppaction://hlinksldjump"/>
            <a:hlinkHover r:id="rId6" action="ppaction://hlinksldjump"/>
            <a:extLst>
              <a:ext uri="{FF2B5EF4-FFF2-40B4-BE49-F238E27FC236}">
                <a16:creationId xmlns:a16="http://schemas.microsoft.com/office/drawing/2014/main" id="{068C4917-6139-427D-8792-9251579441BF}"/>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108" name="Rectangle 107">
            <a:hlinkClick r:id="rId7" action="ppaction://hlinksldjump"/>
            <a:hlinkHover r:id="rId7" action="ppaction://hlinksldjump"/>
            <a:extLst>
              <a:ext uri="{FF2B5EF4-FFF2-40B4-BE49-F238E27FC236}">
                <a16:creationId xmlns:a16="http://schemas.microsoft.com/office/drawing/2014/main" id="{070ADD0D-A9D8-4C4B-8D9E-D894068E28B8}"/>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113" name="Rectangle 112">
            <a:hlinkClick r:id="rId8" action="ppaction://hlinksldjump"/>
            <a:hlinkHover r:id="rId8" action="ppaction://hlinksldjump"/>
            <a:extLst>
              <a:ext uri="{FF2B5EF4-FFF2-40B4-BE49-F238E27FC236}">
                <a16:creationId xmlns:a16="http://schemas.microsoft.com/office/drawing/2014/main" id="{21BBBF3D-6C64-41F3-B832-12C6387B0F6C}"/>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114" name="Rectangle 113">
            <a:hlinkClick r:id="rId9" action="ppaction://hlinksldjump"/>
            <a:hlinkHover r:id="rId9" action="ppaction://hlinksldjump"/>
            <a:extLst>
              <a:ext uri="{FF2B5EF4-FFF2-40B4-BE49-F238E27FC236}">
                <a16:creationId xmlns:a16="http://schemas.microsoft.com/office/drawing/2014/main" id="{41F78613-6258-42C1-BFC2-8047DCE74A76}"/>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115" name="Rectangle 114">
            <a:hlinkClick r:id="rId10" action="ppaction://hlinksldjump"/>
            <a:hlinkHover r:id="rId10" action="ppaction://hlinksldjump"/>
            <a:extLst>
              <a:ext uri="{FF2B5EF4-FFF2-40B4-BE49-F238E27FC236}">
                <a16:creationId xmlns:a16="http://schemas.microsoft.com/office/drawing/2014/main" id="{F6E8139B-A13D-490F-B7B2-2986147BC245}"/>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116" name="Rectangle 115">
            <a:hlinkClick r:id="rId11" action="ppaction://hlinksldjump"/>
            <a:hlinkHover r:id="rId11" action="ppaction://hlinksldjump"/>
            <a:extLst>
              <a:ext uri="{FF2B5EF4-FFF2-40B4-BE49-F238E27FC236}">
                <a16:creationId xmlns:a16="http://schemas.microsoft.com/office/drawing/2014/main" id="{4123A9D6-0C5B-4986-8DD3-3581E2B8CB38}"/>
              </a:ext>
            </a:extLst>
          </p:cNvPr>
          <p:cNvSpPr/>
          <p:nvPr/>
        </p:nvSpPr>
        <p:spPr>
          <a:xfrm>
            <a:off x="5588960" y="5873750"/>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117" name="Rectangle 116">
            <a:hlinkClick r:id="rId12" action="ppaction://hlinksldjump"/>
            <a:hlinkHover r:id="rId12" action="ppaction://hlinksldjump"/>
            <a:extLst>
              <a:ext uri="{FF2B5EF4-FFF2-40B4-BE49-F238E27FC236}">
                <a16:creationId xmlns:a16="http://schemas.microsoft.com/office/drawing/2014/main" id="{DDFDF318-9C83-450B-9BD8-E7914258B3B9}"/>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131" name="Rectangle 130">
            <a:hlinkClick r:id="rId13" action="ppaction://hlinksldjump"/>
            <a:hlinkHover r:id="rId13" action="ppaction://hlinksldjump"/>
            <a:extLst>
              <a:ext uri="{FF2B5EF4-FFF2-40B4-BE49-F238E27FC236}">
                <a16:creationId xmlns:a16="http://schemas.microsoft.com/office/drawing/2014/main" id="{02C35F71-CCB1-4BA6-A5E5-022BB7223BF5}"/>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132" name="Rectangle 131">
            <a:hlinkClick r:id="rId14" action="ppaction://hlinksldjump"/>
            <a:hlinkHover r:id="rId14" action="ppaction://hlinksldjump"/>
            <a:extLst>
              <a:ext uri="{FF2B5EF4-FFF2-40B4-BE49-F238E27FC236}">
                <a16:creationId xmlns:a16="http://schemas.microsoft.com/office/drawing/2014/main" id="{61056D95-B6EE-4D19-9E5C-CFEF3ED952A2}"/>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133" name="Rectangle 132">
            <a:hlinkClick r:id="rId15" action="ppaction://hlinksldjump"/>
            <a:hlinkHover r:id="rId15" action="ppaction://hlinksldjump"/>
            <a:extLst>
              <a:ext uri="{FF2B5EF4-FFF2-40B4-BE49-F238E27FC236}">
                <a16:creationId xmlns:a16="http://schemas.microsoft.com/office/drawing/2014/main" id="{2EE7F3B1-78E5-41F1-B620-52F19B5B8A97}"/>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134" name="Rectangle 133">
            <a:hlinkClick r:id="rId16" action="ppaction://hlinksldjump"/>
            <a:hlinkHover r:id="rId16" action="ppaction://hlinksldjump"/>
            <a:extLst>
              <a:ext uri="{FF2B5EF4-FFF2-40B4-BE49-F238E27FC236}">
                <a16:creationId xmlns:a16="http://schemas.microsoft.com/office/drawing/2014/main" id="{5617BC12-236D-4E6B-8FB1-1F1D7874C50E}"/>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135" name="Rectangle 134">
            <a:hlinkClick r:id="rId17" action="ppaction://hlinksldjump"/>
            <a:hlinkHover r:id="rId17" action="ppaction://hlinksldjump"/>
            <a:extLst>
              <a:ext uri="{FF2B5EF4-FFF2-40B4-BE49-F238E27FC236}">
                <a16:creationId xmlns:a16="http://schemas.microsoft.com/office/drawing/2014/main" id="{B80104B7-1B72-468A-B63E-1D62D156522A}"/>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136" name="Rectangle 135">
            <a:hlinkClick r:id="rId18" action="ppaction://hlinksldjump"/>
            <a:hlinkHover r:id="rId18" action="ppaction://hlinksldjump"/>
            <a:extLst>
              <a:ext uri="{FF2B5EF4-FFF2-40B4-BE49-F238E27FC236}">
                <a16:creationId xmlns:a16="http://schemas.microsoft.com/office/drawing/2014/main" id="{70FCD744-A9DE-4BD0-886A-CB1D32814B28}"/>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137" name="Rectangle 136">
            <a:hlinkClick r:id="rId19" action="ppaction://hlinksldjump"/>
            <a:hlinkHover r:id="rId19" action="ppaction://hlinksldjump"/>
            <a:extLst>
              <a:ext uri="{FF2B5EF4-FFF2-40B4-BE49-F238E27FC236}">
                <a16:creationId xmlns:a16="http://schemas.microsoft.com/office/drawing/2014/main" id="{6A203DFD-A3C4-4264-B00D-CC3A12503A01}"/>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147" name="Rectangle 146">
            <a:hlinkClick r:id="rId20" action="ppaction://hlinksldjump"/>
            <a:hlinkHover r:id="rId20" action="ppaction://hlinksldjump"/>
            <a:extLst>
              <a:ext uri="{FF2B5EF4-FFF2-40B4-BE49-F238E27FC236}">
                <a16:creationId xmlns:a16="http://schemas.microsoft.com/office/drawing/2014/main" id="{3BCB4E49-C07F-42F5-8FDD-63C322CE0A69}"/>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2" name="Rectangle 1">
            <a:extLst>
              <a:ext uri="{FF2B5EF4-FFF2-40B4-BE49-F238E27FC236}">
                <a16:creationId xmlns:a16="http://schemas.microsoft.com/office/drawing/2014/main" id="{78225A37-F638-808C-D79F-BB3AD20F15A0}"/>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8544B679-21F0-F0D3-0BF8-8A2022B9A106}"/>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EBFD613A-88B6-9C09-D536-A39303946281}"/>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9AD6DC85-7022-9DED-91D8-F14D98E1ED6D}"/>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FCB73EBC-4B77-9BC3-026B-A9C5239D2FC1}"/>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02AE56F6-5353-E0C8-3CB9-3084AD965E27}"/>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5" name="Group 54">
            <a:extLst>
              <a:ext uri="{FF2B5EF4-FFF2-40B4-BE49-F238E27FC236}">
                <a16:creationId xmlns:a16="http://schemas.microsoft.com/office/drawing/2014/main" id="{005275D6-E871-E91D-C01E-8836A27CCA93}"/>
              </a:ext>
            </a:extLst>
          </p:cNvPr>
          <p:cNvGrpSpPr/>
          <p:nvPr/>
        </p:nvGrpSpPr>
        <p:grpSpPr>
          <a:xfrm>
            <a:off x="7959195" y="3698231"/>
            <a:ext cx="721206" cy="609701"/>
            <a:chOff x="7959195" y="3698231"/>
            <a:chExt cx="721206" cy="609701"/>
          </a:xfrm>
        </p:grpSpPr>
        <p:sp>
          <p:nvSpPr>
            <p:cNvPr id="56" name="Rectangle 55">
              <a:hlinkHover r:id="" action="ppaction://noaction" highlightClick="1"/>
              <a:extLst>
                <a:ext uri="{FF2B5EF4-FFF2-40B4-BE49-F238E27FC236}">
                  <a16:creationId xmlns:a16="http://schemas.microsoft.com/office/drawing/2014/main" id="{D88CE559-A62C-1611-CEB1-D20789A4A550}"/>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61" name="Oval 60">
              <a:extLst>
                <a:ext uri="{FF2B5EF4-FFF2-40B4-BE49-F238E27FC236}">
                  <a16:creationId xmlns:a16="http://schemas.microsoft.com/office/drawing/2014/main" id="{6026BCBB-9E0B-DAD1-4D9D-99037275CCED}"/>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 name="Isosceles Triangle 648">
              <a:extLst>
                <a:ext uri="{FF2B5EF4-FFF2-40B4-BE49-F238E27FC236}">
                  <a16:creationId xmlns:a16="http://schemas.microsoft.com/office/drawing/2014/main" id="{5C4CEA9B-ADA9-130C-18F6-FE3C9775BE33}"/>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6" name="Group 465">
            <a:extLst>
              <a:ext uri="{FF2B5EF4-FFF2-40B4-BE49-F238E27FC236}">
                <a16:creationId xmlns:a16="http://schemas.microsoft.com/office/drawing/2014/main" id="{A6BE969A-13FB-7C3E-A0EE-1AB14DB8CA8B}"/>
              </a:ext>
            </a:extLst>
          </p:cNvPr>
          <p:cNvGrpSpPr/>
          <p:nvPr/>
        </p:nvGrpSpPr>
        <p:grpSpPr>
          <a:xfrm>
            <a:off x="6287105" y="2974054"/>
            <a:ext cx="721206" cy="609701"/>
            <a:chOff x="6287105" y="2974054"/>
            <a:chExt cx="721206" cy="609701"/>
          </a:xfrm>
        </p:grpSpPr>
        <p:sp>
          <p:nvSpPr>
            <p:cNvPr id="467" name="Rectangle 466">
              <a:hlinkHover r:id="" action="ppaction://noaction" highlightClick="1"/>
              <a:extLst>
                <a:ext uri="{FF2B5EF4-FFF2-40B4-BE49-F238E27FC236}">
                  <a16:creationId xmlns:a16="http://schemas.microsoft.com/office/drawing/2014/main" id="{403CFAEE-9877-EE79-B5C2-E41CB150A4DB}"/>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68" name="Rectangle 467">
              <a:extLst>
                <a:ext uri="{FF2B5EF4-FFF2-40B4-BE49-F238E27FC236}">
                  <a16:creationId xmlns:a16="http://schemas.microsoft.com/office/drawing/2014/main" id="{65A3C098-8BBB-F398-C5E8-190F45F8DDB1}"/>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9" name="Oval 15">
              <a:extLst>
                <a:ext uri="{FF2B5EF4-FFF2-40B4-BE49-F238E27FC236}">
                  <a16:creationId xmlns:a16="http://schemas.microsoft.com/office/drawing/2014/main" id="{B7E1F77E-14AC-8687-ACD9-21521307CF9D}"/>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70" name="Straight Connector 469">
              <a:extLst>
                <a:ext uri="{FF2B5EF4-FFF2-40B4-BE49-F238E27FC236}">
                  <a16:creationId xmlns:a16="http://schemas.microsoft.com/office/drawing/2014/main" id="{39DE6917-B350-1B91-1CD9-CB0882FE2B13}"/>
                </a:ext>
              </a:extLst>
            </p:cNvPr>
            <p:cNvCxnSpPr>
              <a:cxnSpLocks/>
              <a:stCxn id="469"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71" name="Group 470">
            <a:extLst>
              <a:ext uri="{FF2B5EF4-FFF2-40B4-BE49-F238E27FC236}">
                <a16:creationId xmlns:a16="http://schemas.microsoft.com/office/drawing/2014/main" id="{E7DD1511-C893-3B8F-FF9F-3C60F692A742}"/>
              </a:ext>
            </a:extLst>
          </p:cNvPr>
          <p:cNvGrpSpPr/>
          <p:nvPr/>
        </p:nvGrpSpPr>
        <p:grpSpPr>
          <a:xfrm>
            <a:off x="7123149" y="2974054"/>
            <a:ext cx="721206" cy="646284"/>
            <a:chOff x="7123149" y="2974054"/>
            <a:chExt cx="721206" cy="646284"/>
          </a:xfrm>
        </p:grpSpPr>
        <p:sp>
          <p:nvSpPr>
            <p:cNvPr id="472" name="Rectangle 471">
              <a:hlinkHover r:id="" action="ppaction://noaction" highlightClick="1"/>
              <a:extLst>
                <a:ext uri="{FF2B5EF4-FFF2-40B4-BE49-F238E27FC236}">
                  <a16:creationId xmlns:a16="http://schemas.microsoft.com/office/drawing/2014/main" id="{9C20E03A-EFE9-A49F-426D-8AB3939CBC22}"/>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73" name="Rectangle 472">
              <a:extLst>
                <a:ext uri="{FF2B5EF4-FFF2-40B4-BE49-F238E27FC236}">
                  <a16:creationId xmlns:a16="http://schemas.microsoft.com/office/drawing/2014/main" id="{4F84CD33-D0B1-473E-33C5-E6A46467B0BF}"/>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4" name="Oval 15">
              <a:extLst>
                <a:ext uri="{FF2B5EF4-FFF2-40B4-BE49-F238E27FC236}">
                  <a16:creationId xmlns:a16="http://schemas.microsoft.com/office/drawing/2014/main" id="{D3716AED-F205-6F42-BA1D-286EF210B084}"/>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75" name="Straight Connector 474">
              <a:extLst>
                <a:ext uri="{FF2B5EF4-FFF2-40B4-BE49-F238E27FC236}">
                  <a16:creationId xmlns:a16="http://schemas.microsoft.com/office/drawing/2014/main" id="{6D59F528-874F-CF6E-AA29-112D56D08F24}"/>
                </a:ext>
              </a:extLst>
            </p:cNvPr>
            <p:cNvCxnSpPr>
              <a:cxnSpLocks/>
              <a:stCxn id="474"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76" name="Straight Connector 475">
              <a:extLst>
                <a:ext uri="{FF2B5EF4-FFF2-40B4-BE49-F238E27FC236}">
                  <a16:creationId xmlns:a16="http://schemas.microsoft.com/office/drawing/2014/main" id="{3E303CB2-05D8-F9D3-496D-77C4948384AA}"/>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77" name="Group 476">
            <a:extLst>
              <a:ext uri="{FF2B5EF4-FFF2-40B4-BE49-F238E27FC236}">
                <a16:creationId xmlns:a16="http://schemas.microsoft.com/office/drawing/2014/main" id="{8CD92CC6-FBC0-782A-25F0-12E90AC793F2}"/>
              </a:ext>
            </a:extLst>
          </p:cNvPr>
          <p:cNvGrpSpPr/>
          <p:nvPr/>
        </p:nvGrpSpPr>
        <p:grpSpPr>
          <a:xfrm>
            <a:off x="7959200" y="2974054"/>
            <a:ext cx="721206" cy="609701"/>
            <a:chOff x="7959200" y="2974054"/>
            <a:chExt cx="721206" cy="609701"/>
          </a:xfrm>
        </p:grpSpPr>
        <p:sp>
          <p:nvSpPr>
            <p:cNvPr id="478" name="Rectangle 477">
              <a:hlinkHover r:id="" action="ppaction://noaction" highlightClick="1"/>
              <a:extLst>
                <a:ext uri="{FF2B5EF4-FFF2-40B4-BE49-F238E27FC236}">
                  <a16:creationId xmlns:a16="http://schemas.microsoft.com/office/drawing/2014/main" id="{EC99F610-A556-1034-0FED-1AE208E4D51A}"/>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79" name="Diamond 478">
              <a:extLst>
                <a:ext uri="{FF2B5EF4-FFF2-40B4-BE49-F238E27FC236}">
                  <a16:creationId xmlns:a16="http://schemas.microsoft.com/office/drawing/2014/main" id="{153D6635-D8A6-E7DE-AFF8-C2638B594527}"/>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0" name="Oval 479">
              <a:extLst>
                <a:ext uri="{FF2B5EF4-FFF2-40B4-BE49-F238E27FC236}">
                  <a16:creationId xmlns:a16="http://schemas.microsoft.com/office/drawing/2014/main" id="{E0B480CD-3CAA-32A6-67B7-15F882AFD377}"/>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81" name="Group 480">
            <a:extLst>
              <a:ext uri="{FF2B5EF4-FFF2-40B4-BE49-F238E27FC236}">
                <a16:creationId xmlns:a16="http://schemas.microsoft.com/office/drawing/2014/main" id="{9174A7C9-6F6A-44D1-E11C-210C529B8161}"/>
              </a:ext>
            </a:extLst>
          </p:cNvPr>
          <p:cNvGrpSpPr/>
          <p:nvPr/>
        </p:nvGrpSpPr>
        <p:grpSpPr>
          <a:xfrm>
            <a:off x="8795244" y="2974054"/>
            <a:ext cx="721206" cy="609701"/>
            <a:chOff x="8795244" y="2974054"/>
            <a:chExt cx="721206" cy="609701"/>
          </a:xfrm>
        </p:grpSpPr>
        <p:sp>
          <p:nvSpPr>
            <p:cNvPr id="482" name="Rectangle 481">
              <a:hlinkHover r:id="" action="ppaction://noaction" highlightClick="1"/>
              <a:extLst>
                <a:ext uri="{FF2B5EF4-FFF2-40B4-BE49-F238E27FC236}">
                  <a16:creationId xmlns:a16="http://schemas.microsoft.com/office/drawing/2014/main" id="{68591BEF-6884-A878-06E8-216A273B14B3}"/>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83" name="Diamond 482">
              <a:extLst>
                <a:ext uri="{FF2B5EF4-FFF2-40B4-BE49-F238E27FC236}">
                  <a16:creationId xmlns:a16="http://schemas.microsoft.com/office/drawing/2014/main" id="{51DB0EB4-BC59-8E30-9E15-B3A156448B25}"/>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4" name="Oval 483">
              <a:extLst>
                <a:ext uri="{FF2B5EF4-FFF2-40B4-BE49-F238E27FC236}">
                  <a16:creationId xmlns:a16="http://schemas.microsoft.com/office/drawing/2014/main" id="{01E56676-5656-FBA5-F9D0-F54A3CA92056}"/>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1" name="Group 490">
            <a:extLst>
              <a:ext uri="{FF2B5EF4-FFF2-40B4-BE49-F238E27FC236}">
                <a16:creationId xmlns:a16="http://schemas.microsoft.com/office/drawing/2014/main" id="{B315FE89-938A-90B7-3063-54F4FA8BF4AE}"/>
              </a:ext>
            </a:extLst>
          </p:cNvPr>
          <p:cNvGrpSpPr/>
          <p:nvPr/>
        </p:nvGrpSpPr>
        <p:grpSpPr>
          <a:xfrm>
            <a:off x="5442073" y="811556"/>
            <a:ext cx="728239" cy="609701"/>
            <a:chOff x="5442073" y="811556"/>
            <a:chExt cx="728239" cy="609701"/>
          </a:xfrm>
        </p:grpSpPr>
        <p:sp>
          <p:nvSpPr>
            <p:cNvPr id="492" name="Rectangle 491">
              <a:extLst>
                <a:ext uri="{FF2B5EF4-FFF2-40B4-BE49-F238E27FC236}">
                  <a16:creationId xmlns:a16="http://schemas.microsoft.com/office/drawing/2014/main" id="{7CAE1A61-EDBF-9203-0586-2499B85D1FA3}"/>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93" name="Rectangle 492">
              <a:extLst>
                <a:ext uri="{FF2B5EF4-FFF2-40B4-BE49-F238E27FC236}">
                  <a16:creationId xmlns:a16="http://schemas.microsoft.com/office/drawing/2014/main" id="{8F6879AF-6CBE-92A9-A63D-4EC06C61F8E6}"/>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4" name="Oval 15">
              <a:extLst>
                <a:ext uri="{FF2B5EF4-FFF2-40B4-BE49-F238E27FC236}">
                  <a16:creationId xmlns:a16="http://schemas.microsoft.com/office/drawing/2014/main" id="{1DF0ABF9-2522-5D89-5207-B79C81D7F818}"/>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95" name="Straight Connector 494">
              <a:extLst>
                <a:ext uri="{FF2B5EF4-FFF2-40B4-BE49-F238E27FC236}">
                  <a16:creationId xmlns:a16="http://schemas.microsoft.com/office/drawing/2014/main" id="{DFC733DF-9188-E407-DB5E-86DECA5693FA}"/>
                </a:ext>
              </a:extLst>
            </p:cNvPr>
            <p:cNvCxnSpPr>
              <a:cxnSpLocks/>
              <a:stCxn id="494"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6" name="Straight Connector 495">
              <a:extLst>
                <a:ext uri="{FF2B5EF4-FFF2-40B4-BE49-F238E27FC236}">
                  <a16:creationId xmlns:a16="http://schemas.microsoft.com/office/drawing/2014/main" id="{F81F3609-FF0D-33A3-C5A3-0B3D84A7FE0B}"/>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767363CB-158E-42AF-AE40-BD7F000490F8}"/>
              </a:ext>
            </a:extLst>
          </p:cNvPr>
          <p:cNvGrpSpPr/>
          <p:nvPr/>
        </p:nvGrpSpPr>
        <p:grpSpPr>
          <a:xfrm>
            <a:off x="6284597" y="811555"/>
            <a:ext cx="721206" cy="609701"/>
            <a:chOff x="6284597" y="811555"/>
            <a:chExt cx="721206" cy="609701"/>
          </a:xfrm>
        </p:grpSpPr>
        <p:sp>
          <p:nvSpPr>
            <p:cNvPr id="498" name="Rectangle 497">
              <a:hlinkHover r:id="" action="ppaction://noaction" highlightClick="1"/>
              <a:extLst>
                <a:ext uri="{FF2B5EF4-FFF2-40B4-BE49-F238E27FC236}">
                  <a16:creationId xmlns:a16="http://schemas.microsoft.com/office/drawing/2014/main" id="{2053BA25-9BCC-414E-AC01-E28013B81F48}"/>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99" name="Right Triangle 498">
              <a:extLst>
                <a:ext uri="{FF2B5EF4-FFF2-40B4-BE49-F238E27FC236}">
                  <a16:creationId xmlns:a16="http://schemas.microsoft.com/office/drawing/2014/main" id="{6BBB13BD-F2A6-8E84-F03C-46889B2B95A6}"/>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0" name="Oval 27">
              <a:extLst>
                <a:ext uri="{FF2B5EF4-FFF2-40B4-BE49-F238E27FC236}">
                  <a16:creationId xmlns:a16="http://schemas.microsoft.com/office/drawing/2014/main" id="{8FF6D5C1-3BC6-E200-CAC5-EE13C9FBBC0C}"/>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1" name="Oval 28">
              <a:extLst>
                <a:ext uri="{FF2B5EF4-FFF2-40B4-BE49-F238E27FC236}">
                  <a16:creationId xmlns:a16="http://schemas.microsoft.com/office/drawing/2014/main" id="{43A16CFC-8289-3DC9-F058-D8C5497A343D}"/>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7" name="Group 506">
            <a:extLst>
              <a:ext uri="{FF2B5EF4-FFF2-40B4-BE49-F238E27FC236}">
                <a16:creationId xmlns:a16="http://schemas.microsoft.com/office/drawing/2014/main" id="{010EF87D-0310-B347-3EBD-1BAEBE18B481}"/>
              </a:ext>
            </a:extLst>
          </p:cNvPr>
          <p:cNvGrpSpPr/>
          <p:nvPr/>
        </p:nvGrpSpPr>
        <p:grpSpPr>
          <a:xfrm>
            <a:off x="7957576" y="811556"/>
            <a:ext cx="721206" cy="609701"/>
            <a:chOff x="7957576" y="811556"/>
            <a:chExt cx="721206" cy="609701"/>
          </a:xfrm>
        </p:grpSpPr>
        <p:sp>
          <p:nvSpPr>
            <p:cNvPr id="508" name="Rectangle 507">
              <a:extLst>
                <a:ext uri="{FF2B5EF4-FFF2-40B4-BE49-F238E27FC236}">
                  <a16:creationId xmlns:a16="http://schemas.microsoft.com/office/drawing/2014/main" id="{E76DFA63-3D1B-D082-E1FF-E5C129E923FE}"/>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509" name="Rectangle 508">
              <a:extLst>
                <a:ext uri="{FF2B5EF4-FFF2-40B4-BE49-F238E27FC236}">
                  <a16:creationId xmlns:a16="http://schemas.microsoft.com/office/drawing/2014/main" id="{C8431F65-A778-B192-D0AC-4BEE0E4FB20F}"/>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0" name="Oval 15">
              <a:extLst>
                <a:ext uri="{FF2B5EF4-FFF2-40B4-BE49-F238E27FC236}">
                  <a16:creationId xmlns:a16="http://schemas.microsoft.com/office/drawing/2014/main" id="{C6C2C42A-3910-BD49-73A6-FD8A5CC15162}"/>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11" name="Straight Connector 510">
              <a:extLst>
                <a:ext uri="{FF2B5EF4-FFF2-40B4-BE49-F238E27FC236}">
                  <a16:creationId xmlns:a16="http://schemas.microsoft.com/office/drawing/2014/main" id="{EF92087E-ECD9-C216-C07B-0B29067DBAFA}"/>
                </a:ext>
              </a:extLst>
            </p:cNvPr>
            <p:cNvCxnSpPr>
              <a:cxnSpLocks/>
              <a:stCxn id="510"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12" name="Straight Connector 511">
              <a:extLst>
                <a:ext uri="{FF2B5EF4-FFF2-40B4-BE49-F238E27FC236}">
                  <a16:creationId xmlns:a16="http://schemas.microsoft.com/office/drawing/2014/main" id="{B8AB8B7A-14D6-F0E8-EC4A-B81AA7850293}"/>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21" name="Group 520">
            <a:extLst>
              <a:ext uri="{FF2B5EF4-FFF2-40B4-BE49-F238E27FC236}">
                <a16:creationId xmlns:a16="http://schemas.microsoft.com/office/drawing/2014/main" id="{FE9CFFE7-EDCC-D43B-6729-404CFF56D90F}"/>
              </a:ext>
            </a:extLst>
          </p:cNvPr>
          <p:cNvGrpSpPr/>
          <p:nvPr/>
        </p:nvGrpSpPr>
        <p:grpSpPr>
          <a:xfrm>
            <a:off x="11356242" y="90836"/>
            <a:ext cx="721206" cy="609701"/>
            <a:chOff x="11356242" y="90836"/>
            <a:chExt cx="721206" cy="609701"/>
          </a:xfrm>
        </p:grpSpPr>
        <p:sp>
          <p:nvSpPr>
            <p:cNvPr id="522" name="Rectangle 521">
              <a:hlinkHover r:id="" action="ppaction://noaction" highlightClick="1"/>
              <a:extLst>
                <a:ext uri="{FF2B5EF4-FFF2-40B4-BE49-F238E27FC236}">
                  <a16:creationId xmlns:a16="http://schemas.microsoft.com/office/drawing/2014/main" id="{4348A8FB-401D-1A78-CFD8-3826A58B52FA}"/>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23" name="Oval 522">
              <a:extLst>
                <a:ext uri="{FF2B5EF4-FFF2-40B4-BE49-F238E27FC236}">
                  <a16:creationId xmlns:a16="http://schemas.microsoft.com/office/drawing/2014/main" id="{3562C46C-24BA-B65D-2B7C-3030FD4C98E0}"/>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4" name="Isosceles Triangle 648">
              <a:extLst>
                <a:ext uri="{FF2B5EF4-FFF2-40B4-BE49-F238E27FC236}">
                  <a16:creationId xmlns:a16="http://schemas.microsoft.com/office/drawing/2014/main" id="{A92F68EC-222D-1A7D-FB2D-1D2D0BA9046D}"/>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9" name="Group 528">
            <a:extLst>
              <a:ext uri="{FF2B5EF4-FFF2-40B4-BE49-F238E27FC236}">
                <a16:creationId xmlns:a16="http://schemas.microsoft.com/office/drawing/2014/main" id="{2494DDB1-D370-D1E7-3105-8484EDE255F3}"/>
              </a:ext>
            </a:extLst>
          </p:cNvPr>
          <p:cNvGrpSpPr/>
          <p:nvPr/>
        </p:nvGrpSpPr>
        <p:grpSpPr>
          <a:xfrm>
            <a:off x="9657691" y="4419624"/>
            <a:ext cx="721206" cy="609701"/>
            <a:chOff x="9657691" y="4419624"/>
            <a:chExt cx="721206" cy="609701"/>
          </a:xfrm>
        </p:grpSpPr>
        <p:sp>
          <p:nvSpPr>
            <p:cNvPr id="530" name="Rectangle 529">
              <a:hlinkHover r:id="" action="ppaction://noaction" highlightClick="1"/>
              <a:extLst>
                <a:ext uri="{FF2B5EF4-FFF2-40B4-BE49-F238E27FC236}">
                  <a16:creationId xmlns:a16="http://schemas.microsoft.com/office/drawing/2014/main" id="{F4B687D6-50C4-ADD6-013E-5A7BE4A4059E}"/>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31" name="Oval 530">
              <a:extLst>
                <a:ext uri="{FF2B5EF4-FFF2-40B4-BE49-F238E27FC236}">
                  <a16:creationId xmlns:a16="http://schemas.microsoft.com/office/drawing/2014/main" id="{10F43C95-C416-3D5C-8E40-201F39E16C5A}"/>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2" name="Isosceles Triangle 648">
              <a:extLst>
                <a:ext uri="{FF2B5EF4-FFF2-40B4-BE49-F238E27FC236}">
                  <a16:creationId xmlns:a16="http://schemas.microsoft.com/office/drawing/2014/main" id="{C959EEAD-948F-F1FA-3E58-DA5C4D789898}"/>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3" name="Group 532">
            <a:extLst>
              <a:ext uri="{FF2B5EF4-FFF2-40B4-BE49-F238E27FC236}">
                <a16:creationId xmlns:a16="http://schemas.microsoft.com/office/drawing/2014/main" id="{A06C3A02-C551-5BEF-D88A-D322A8E288A0}"/>
              </a:ext>
            </a:extLst>
          </p:cNvPr>
          <p:cNvGrpSpPr/>
          <p:nvPr/>
        </p:nvGrpSpPr>
        <p:grpSpPr>
          <a:xfrm>
            <a:off x="10506968" y="4419620"/>
            <a:ext cx="721206" cy="609701"/>
            <a:chOff x="10506968" y="4419620"/>
            <a:chExt cx="721206" cy="609701"/>
          </a:xfrm>
        </p:grpSpPr>
        <p:sp>
          <p:nvSpPr>
            <p:cNvPr id="534" name="Rectangle 533">
              <a:hlinkHover r:id="" action="ppaction://noaction" highlightClick="1"/>
              <a:extLst>
                <a:ext uri="{FF2B5EF4-FFF2-40B4-BE49-F238E27FC236}">
                  <a16:creationId xmlns:a16="http://schemas.microsoft.com/office/drawing/2014/main" id="{74744665-570B-B668-08B5-503FB84787D4}"/>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35" name="Oval 534">
              <a:extLst>
                <a:ext uri="{FF2B5EF4-FFF2-40B4-BE49-F238E27FC236}">
                  <a16:creationId xmlns:a16="http://schemas.microsoft.com/office/drawing/2014/main" id="{A3D870CD-756F-0D37-869A-B7720693345A}"/>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6" name="Isosceles Triangle 648">
              <a:extLst>
                <a:ext uri="{FF2B5EF4-FFF2-40B4-BE49-F238E27FC236}">
                  <a16:creationId xmlns:a16="http://schemas.microsoft.com/office/drawing/2014/main" id="{FAEFAE6D-10D7-3ADE-1BBA-29D65D6B7F46}"/>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7" name="Group 536">
            <a:extLst>
              <a:ext uri="{FF2B5EF4-FFF2-40B4-BE49-F238E27FC236}">
                <a16:creationId xmlns:a16="http://schemas.microsoft.com/office/drawing/2014/main" id="{FD787F6D-5755-B0D0-E37C-AB04319D7452}"/>
              </a:ext>
            </a:extLst>
          </p:cNvPr>
          <p:cNvGrpSpPr/>
          <p:nvPr/>
        </p:nvGrpSpPr>
        <p:grpSpPr>
          <a:xfrm>
            <a:off x="11356003" y="4416261"/>
            <a:ext cx="721206" cy="609701"/>
            <a:chOff x="11356003" y="4416261"/>
            <a:chExt cx="721206" cy="609701"/>
          </a:xfrm>
        </p:grpSpPr>
        <p:sp>
          <p:nvSpPr>
            <p:cNvPr id="538" name="Rectangle 537">
              <a:hlinkHover r:id="" action="ppaction://noaction" highlightClick="1"/>
              <a:extLst>
                <a:ext uri="{FF2B5EF4-FFF2-40B4-BE49-F238E27FC236}">
                  <a16:creationId xmlns:a16="http://schemas.microsoft.com/office/drawing/2014/main" id="{022D0512-BD76-2ACA-1B77-3FA318340F5D}"/>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39" name="Oval 538">
              <a:extLst>
                <a:ext uri="{FF2B5EF4-FFF2-40B4-BE49-F238E27FC236}">
                  <a16:creationId xmlns:a16="http://schemas.microsoft.com/office/drawing/2014/main" id="{62190921-098D-2BBE-8839-35204ECBD27F}"/>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0" name="Isosceles Triangle 648">
              <a:extLst>
                <a:ext uri="{FF2B5EF4-FFF2-40B4-BE49-F238E27FC236}">
                  <a16:creationId xmlns:a16="http://schemas.microsoft.com/office/drawing/2014/main" id="{4E110A15-C60A-FA0D-162B-7EBB1D6A1EEE}"/>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1" name="Group 540">
            <a:extLst>
              <a:ext uri="{FF2B5EF4-FFF2-40B4-BE49-F238E27FC236}">
                <a16:creationId xmlns:a16="http://schemas.microsoft.com/office/drawing/2014/main" id="{44EFA4A5-E91A-8D4A-3622-38A7DDC22B04}"/>
              </a:ext>
            </a:extLst>
          </p:cNvPr>
          <p:cNvGrpSpPr/>
          <p:nvPr/>
        </p:nvGrpSpPr>
        <p:grpSpPr>
          <a:xfrm>
            <a:off x="8808526" y="4416261"/>
            <a:ext cx="721206" cy="609701"/>
            <a:chOff x="8808526" y="4416261"/>
            <a:chExt cx="721206" cy="609701"/>
          </a:xfrm>
        </p:grpSpPr>
        <p:sp>
          <p:nvSpPr>
            <p:cNvPr id="542" name="Rectangle 541">
              <a:hlinkHover r:id="" action="ppaction://noaction" highlightClick="1"/>
              <a:extLst>
                <a:ext uri="{FF2B5EF4-FFF2-40B4-BE49-F238E27FC236}">
                  <a16:creationId xmlns:a16="http://schemas.microsoft.com/office/drawing/2014/main" id="{31AA021E-F7F7-26C9-C048-2A427FC21F25}"/>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43" name="Oval 542">
              <a:extLst>
                <a:ext uri="{FF2B5EF4-FFF2-40B4-BE49-F238E27FC236}">
                  <a16:creationId xmlns:a16="http://schemas.microsoft.com/office/drawing/2014/main" id="{28A0E582-21C7-74AA-5B83-CB46A277CCD6}"/>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4" name="Isosceles Triangle 648">
              <a:extLst>
                <a:ext uri="{FF2B5EF4-FFF2-40B4-BE49-F238E27FC236}">
                  <a16:creationId xmlns:a16="http://schemas.microsoft.com/office/drawing/2014/main" id="{38508081-D335-0677-884C-A111A31EB7B6}"/>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5" name="Group 544">
            <a:extLst>
              <a:ext uri="{FF2B5EF4-FFF2-40B4-BE49-F238E27FC236}">
                <a16:creationId xmlns:a16="http://schemas.microsoft.com/office/drawing/2014/main" id="{C60CDB7C-2FD1-F5E5-47C1-96BF6E7E62F6}"/>
              </a:ext>
            </a:extLst>
          </p:cNvPr>
          <p:cNvGrpSpPr/>
          <p:nvPr/>
        </p:nvGrpSpPr>
        <p:grpSpPr>
          <a:xfrm>
            <a:off x="10509579" y="5141013"/>
            <a:ext cx="721206" cy="609701"/>
            <a:chOff x="10509579" y="5141013"/>
            <a:chExt cx="721206" cy="609701"/>
          </a:xfrm>
        </p:grpSpPr>
        <p:sp>
          <p:nvSpPr>
            <p:cNvPr id="546" name="Rectangle 545">
              <a:hlinkHover r:id="" action="ppaction://noaction" highlightClick="1"/>
              <a:extLst>
                <a:ext uri="{FF2B5EF4-FFF2-40B4-BE49-F238E27FC236}">
                  <a16:creationId xmlns:a16="http://schemas.microsoft.com/office/drawing/2014/main" id="{BF8912D2-436E-8EDB-74F7-0B4CA3A6E60B}"/>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47" name="Oval 546">
              <a:extLst>
                <a:ext uri="{FF2B5EF4-FFF2-40B4-BE49-F238E27FC236}">
                  <a16:creationId xmlns:a16="http://schemas.microsoft.com/office/drawing/2014/main" id="{79495A44-E57C-CB82-AF5F-A76CD53960F0}"/>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8" name="Isosceles Triangle 648">
              <a:extLst>
                <a:ext uri="{FF2B5EF4-FFF2-40B4-BE49-F238E27FC236}">
                  <a16:creationId xmlns:a16="http://schemas.microsoft.com/office/drawing/2014/main" id="{0A9EBA13-69C1-968D-804F-B62F20EDBEDB}"/>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9" name="Group 548">
            <a:extLst>
              <a:ext uri="{FF2B5EF4-FFF2-40B4-BE49-F238E27FC236}">
                <a16:creationId xmlns:a16="http://schemas.microsoft.com/office/drawing/2014/main" id="{597239D8-0718-1DA7-A075-42E8229C2A1C}"/>
              </a:ext>
            </a:extLst>
          </p:cNvPr>
          <p:cNvGrpSpPr/>
          <p:nvPr/>
        </p:nvGrpSpPr>
        <p:grpSpPr>
          <a:xfrm>
            <a:off x="9651076" y="5143367"/>
            <a:ext cx="721206" cy="609701"/>
            <a:chOff x="9651076" y="5143367"/>
            <a:chExt cx="721206" cy="609701"/>
          </a:xfrm>
        </p:grpSpPr>
        <p:sp>
          <p:nvSpPr>
            <p:cNvPr id="550" name="Rectangle 549">
              <a:hlinkHover r:id="" action="ppaction://noaction" highlightClick="1"/>
              <a:extLst>
                <a:ext uri="{FF2B5EF4-FFF2-40B4-BE49-F238E27FC236}">
                  <a16:creationId xmlns:a16="http://schemas.microsoft.com/office/drawing/2014/main" id="{F3C75F27-22F8-9286-6450-C57E32B9B88D}"/>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51" name="Oval 550">
              <a:extLst>
                <a:ext uri="{FF2B5EF4-FFF2-40B4-BE49-F238E27FC236}">
                  <a16:creationId xmlns:a16="http://schemas.microsoft.com/office/drawing/2014/main" id="{FBAFF363-9C3E-F2D6-84F3-13C605C89465}"/>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2" name="Isosceles Triangle 648">
              <a:extLst>
                <a:ext uri="{FF2B5EF4-FFF2-40B4-BE49-F238E27FC236}">
                  <a16:creationId xmlns:a16="http://schemas.microsoft.com/office/drawing/2014/main" id="{04FDADED-105F-4782-6D88-5B4EBBD120C2}"/>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3" name="Group 552">
            <a:extLst>
              <a:ext uri="{FF2B5EF4-FFF2-40B4-BE49-F238E27FC236}">
                <a16:creationId xmlns:a16="http://schemas.microsoft.com/office/drawing/2014/main" id="{B1E088B2-BB92-A004-4178-2E23DDF1F054}"/>
              </a:ext>
            </a:extLst>
          </p:cNvPr>
          <p:cNvGrpSpPr/>
          <p:nvPr/>
        </p:nvGrpSpPr>
        <p:grpSpPr>
          <a:xfrm>
            <a:off x="9657612" y="3698231"/>
            <a:ext cx="721206" cy="609701"/>
            <a:chOff x="9657612" y="3698231"/>
            <a:chExt cx="721206" cy="609701"/>
          </a:xfrm>
        </p:grpSpPr>
        <p:sp>
          <p:nvSpPr>
            <p:cNvPr id="554" name="Rectangle 553">
              <a:hlinkHover r:id="" action="ppaction://noaction" highlightClick="1"/>
              <a:extLst>
                <a:ext uri="{FF2B5EF4-FFF2-40B4-BE49-F238E27FC236}">
                  <a16:creationId xmlns:a16="http://schemas.microsoft.com/office/drawing/2014/main" id="{FEB340D8-CA93-7765-2014-4BE844112FCD}"/>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55" name="Oval 554">
              <a:extLst>
                <a:ext uri="{FF2B5EF4-FFF2-40B4-BE49-F238E27FC236}">
                  <a16:creationId xmlns:a16="http://schemas.microsoft.com/office/drawing/2014/main" id="{C2BFB959-F952-7DC4-ACDC-D63D22809B57}"/>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6" name="Isosceles Triangle 648">
              <a:extLst>
                <a:ext uri="{FF2B5EF4-FFF2-40B4-BE49-F238E27FC236}">
                  <a16:creationId xmlns:a16="http://schemas.microsoft.com/office/drawing/2014/main" id="{6980F9DC-4E04-DF88-C5D2-58826DDE986E}"/>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7" name="Group 556">
            <a:extLst>
              <a:ext uri="{FF2B5EF4-FFF2-40B4-BE49-F238E27FC236}">
                <a16:creationId xmlns:a16="http://schemas.microsoft.com/office/drawing/2014/main" id="{32AB5EA4-930C-25E9-C946-D7B762452D31}"/>
              </a:ext>
            </a:extLst>
          </p:cNvPr>
          <p:cNvGrpSpPr/>
          <p:nvPr/>
        </p:nvGrpSpPr>
        <p:grpSpPr>
          <a:xfrm>
            <a:off x="10506928" y="3698227"/>
            <a:ext cx="721206" cy="609701"/>
            <a:chOff x="10506928" y="3698227"/>
            <a:chExt cx="721206" cy="609701"/>
          </a:xfrm>
        </p:grpSpPr>
        <p:sp>
          <p:nvSpPr>
            <p:cNvPr id="558" name="Rectangle 557">
              <a:hlinkHover r:id="" action="ppaction://noaction" highlightClick="1"/>
              <a:extLst>
                <a:ext uri="{FF2B5EF4-FFF2-40B4-BE49-F238E27FC236}">
                  <a16:creationId xmlns:a16="http://schemas.microsoft.com/office/drawing/2014/main" id="{14C346DC-ECAA-FE93-EF14-E153C4009534}"/>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59" name="Oval 558">
              <a:extLst>
                <a:ext uri="{FF2B5EF4-FFF2-40B4-BE49-F238E27FC236}">
                  <a16:creationId xmlns:a16="http://schemas.microsoft.com/office/drawing/2014/main" id="{0E69B509-808C-1C1B-3C4C-6255DCFE28A1}"/>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0" name="Isosceles Triangle 648">
              <a:extLst>
                <a:ext uri="{FF2B5EF4-FFF2-40B4-BE49-F238E27FC236}">
                  <a16:creationId xmlns:a16="http://schemas.microsoft.com/office/drawing/2014/main" id="{D05521D3-EBA0-7392-4754-C63D8341DD7E}"/>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1" name="Group 560">
            <a:extLst>
              <a:ext uri="{FF2B5EF4-FFF2-40B4-BE49-F238E27FC236}">
                <a16:creationId xmlns:a16="http://schemas.microsoft.com/office/drawing/2014/main" id="{BC1CE3DC-135D-9513-849A-FDB4C9D568D2}"/>
              </a:ext>
            </a:extLst>
          </p:cNvPr>
          <p:cNvGrpSpPr/>
          <p:nvPr/>
        </p:nvGrpSpPr>
        <p:grpSpPr>
          <a:xfrm>
            <a:off x="8808417" y="5135710"/>
            <a:ext cx="721206" cy="609701"/>
            <a:chOff x="8808417" y="5135710"/>
            <a:chExt cx="721206" cy="609701"/>
          </a:xfrm>
        </p:grpSpPr>
        <p:sp>
          <p:nvSpPr>
            <p:cNvPr id="562" name="Rectangle 561">
              <a:hlinkHover r:id="" action="ppaction://noaction" highlightClick="1"/>
              <a:extLst>
                <a:ext uri="{FF2B5EF4-FFF2-40B4-BE49-F238E27FC236}">
                  <a16:creationId xmlns:a16="http://schemas.microsoft.com/office/drawing/2014/main" id="{13294AED-3E5B-12A4-204F-77DB3A741E5B}"/>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63" name="Oval 562">
              <a:extLst>
                <a:ext uri="{FF2B5EF4-FFF2-40B4-BE49-F238E27FC236}">
                  <a16:creationId xmlns:a16="http://schemas.microsoft.com/office/drawing/2014/main" id="{2FAE5C35-5588-6F2E-78DF-F6AEE12907BC}"/>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4" name="Isosceles Triangle 648">
              <a:extLst>
                <a:ext uri="{FF2B5EF4-FFF2-40B4-BE49-F238E27FC236}">
                  <a16:creationId xmlns:a16="http://schemas.microsoft.com/office/drawing/2014/main" id="{3396CDCD-B53D-5A33-CC16-1040553D3A80}"/>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5" name="Group 584">
            <a:extLst>
              <a:ext uri="{FF2B5EF4-FFF2-40B4-BE49-F238E27FC236}">
                <a16:creationId xmlns:a16="http://schemas.microsoft.com/office/drawing/2014/main" id="{311CC6E1-E19D-DDBB-E4A9-42F136966FEE}"/>
              </a:ext>
            </a:extLst>
          </p:cNvPr>
          <p:cNvGrpSpPr/>
          <p:nvPr/>
        </p:nvGrpSpPr>
        <p:grpSpPr>
          <a:xfrm>
            <a:off x="9656904" y="1532276"/>
            <a:ext cx="721206" cy="609701"/>
            <a:chOff x="9656904" y="1532276"/>
            <a:chExt cx="721206" cy="609701"/>
          </a:xfrm>
        </p:grpSpPr>
        <p:sp>
          <p:nvSpPr>
            <p:cNvPr id="586" name="Rectangle 585">
              <a:extLst>
                <a:ext uri="{FF2B5EF4-FFF2-40B4-BE49-F238E27FC236}">
                  <a16:creationId xmlns:a16="http://schemas.microsoft.com/office/drawing/2014/main" id="{1AD7C9C7-6294-1E1E-9017-3CC5E637E259}"/>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87" name="Rectangle 586">
              <a:extLst>
                <a:ext uri="{FF2B5EF4-FFF2-40B4-BE49-F238E27FC236}">
                  <a16:creationId xmlns:a16="http://schemas.microsoft.com/office/drawing/2014/main" id="{2A68383A-64AD-9A38-A090-438D2AF18BC4}"/>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8" name="Oval 15">
              <a:extLst>
                <a:ext uri="{FF2B5EF4-FFF2-40B4-BE49-F238E27FC236}">
                  <a16:creationId xmlns:a16="http://schemas.microsoft.com/office/drawing/2014/main" id="{16049724-D7E1-4E31-C826-32E18F40402F}"/>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89" name="Straight Connector 588">
              <a:extLst>
                <a:ext uri="{FF2B5EF4-FFF2-40B4-BE49-F238E27FC236}">
                  <a16:creationId xmlns:a16="http://schemas.microsoft.com/office/drawing/2014/main" id="{2A813167-D92F-F4BF-BC60-D2B6D244C676}"/>
                </a:ext>
              </a:extLst>
            </p:cNvPr>
            <p:cNvCxnSpPr>
              <a:cxnSpLocks/>
              <a:stCxn id="588"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0" name="Straight Connector 589">
              <a:extLst>
                <a:ext uri="{FF2B5EF4-FFF2-40B4-BE49-F238E27FC236}">
                  <a16:creationId xmlns:a16="http://schemas.microsoft.com/office/drawing/2014/main" id="{1252C004-255B-E931-319E-D0F690C11437}"/>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9" name="Group 618">
            <a:extLst>
              <a:ext uri="{FF2B5EF4-FFF2-40B4-BE49-F238E27FC236}">
                <a16:creationId xmlns:a16="http://schemas.microsoft.com/office/drawing/2014/main" id="{CEB7BC3A-0E48-E2C2-3AA5-82C99133D461}"/>
              </a:ext>
            </a:extLst>
          </p:cNvPr>
          <p:cNvGrpSpPr/>
          <p:nvPr/>
        </p:nvGrpSpPr>
        <p:grpSpPr>
          <a:xfrm>
            <a:off x="11356242" y="811556"/>
            <a:ext cx="721206" cy="609701"/>
            <a:chOff x="11356242" y="811556"/>
            <a:chExt cx="721206" cy="609701"/>
          </a:xfrm>
        </p:grpSpPr>
        <p:sp>
          <p:nvSpPr>
            <p:cNvPr id="620" name="Rectangle 619">
              <a:hlinkHover r:id="" action="ppaction://noaction" highlightClick="1"/>
              <a:extLst>
                <a:ext uri="{FF2B5EF4-FFF2-40B4-BE49-F238E27FC236}">
                  <a16:creationId xmlns:a16="http://schemas.microsoft.com/office/drawing/2014/main" id="{C160FCFF-47BC-E1E0-5186-1492784042DB}"/>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21" name="Oval 620">
              <a:extLst>
                <a:ext uri="{FF2B5EF4-FFF2-40B4-BE49-F238E27FC236}">
                  <a16:creationId xmlns:a16="http://schemas.microsoft.com/office/drawing/2014/main" id="{F9AF8D4F-99E6-F6CF-7DEF-7BE91AC26C83}"/>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2" name="Isosceles Triangle 648">
              <a:extLst>
                <a:ext uri="{FF2B5EF4-FFF2-40B4-BE49-F238E27FC236}">
                  <a16:creationId xmlns:a16="http://schemas.microsoft.com/office/drawing/2014/main" id="{E5BA1884-49A8-3D96-D006-1D29A62B4703}"/>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7" name="Group 626">
            <a:extLst>
              <a:ext uri="{FF2B5EF4-FFF2-40B4-BE49-F238E27FC236}">
                <a16:creationId xmlns:a16="http://schemas.microsoft.com/office/drawing/2014/main" id="{F58A2EC8-A3BC-0442-7CE9-B957B4946CDD}"/>
              </a:ext>
            </a:extLst>
          </p:cNvPr>
          <p:cNvGrpSpPr/>
          <p:nvPr/>
        </p:nvGrpSpPr>
        <p:grpSpPr>
          <a:xfrm>
            <a:off x="8808419" y="3705986"/>
            <a:ext cx="721206" cy="609701"/>
            <a:chOff x="8808419" y="3705986"/>
            <a:chExt cx="721206" cy="609701"/>
          </a:xfrm>
        </p:grpSpPr>
        <p:sp>
          <p:nvSpPr>
            <p:cNvPr id="628" name="Rectangle 627">
              <a:hlinkHover r:id="" action="ppaction://noaction" highlightClick="1"/>
              <a:extLst>
                <a:ext uri="{FF2B5EF4-FFF2-40B4-BE49-F238E27FC236}">
                  <a16:creationId xmlns:a16="http://schemas.microsoft.com/office/drawing/2014/main" id="{83918C4C-E459-4E28-FD91-C226AED16013}"/>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29" name="Oval 628">
              <a:extLst>
                <a:ext uri="{FF2B5EF4-FFF2-40B4-BE49-F238E27FC236}">
                  <a16:creationId xmlns:a16="http://schemas.microsoft.com/office/drawing/2014/main" id="{2C856D1B-1576-05EC-8A96-1AA1E3A783BE}"/>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0" name="Isosceles Triangle 648">
              <a:extLst>
                <a:ext uri="{FF2B5EF4-FFF2-40B4-BE49-F238E27FC236}">
                  <a16:creationId xmlns:a16="http://schemas.microsoft.com/office/drawing/2014/main" id="{96AB57DA-727C-9F63-FE09-2BB23C38B840}"/>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9" name="Group 648">
            <a:extLst>
              <a:ext uri="{FF2B5EF4-FFF2-40B4-BE49-F238E27FC236}">
                <a16:creationId xmlns:a16="http://schemas.microsoft.com/office/drawing/2014/main" id="{C6D4E81E-AB05-9B29-E4A0-BF37AA7BE05C}"/>
              </a:ext>
            </a:extLst>
          </p:cNvPr>
          <p:cNvGrpSpPr/>
          <p:nvPr/>
        </p:nvGrpSpPr>
        <p:grpSpPr>
          <a:xfrm>
            <a:off x="1269626" y="4419615"/>
            <a:ext cx="721206" cy="609701"/>
            <a:chOff x="1269626" y="4419615"/>
            <a:chExt cx="721206" cy="609701"/>
          </a:xfrm>
        </p:grpSpPr>
        <p:sp>
          <p:nvSpPr>
            <p:cNvPr id="650" name="Rectangle 649">
              <a:extLst>
                <a:ext uri="{FF2B5EF4-FFF2-40B4-BE49-F238E27FC236}">
                  <a16:creationId xmlns:a16="http://schemas.microsoft.com/office/drawing/2014/main" id="{D4887CA4-9390-6CD4-54F8-3D41F2915DC1}"/>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51" name="Cylinder 650">
              <a:extLst>
                <a:ext uri="{FF2B5EF4-FFF2-40B4-BE49-F238E27FC236}">
                  <a16:creationId xmlns:a16="http://schemas.microsoft.com/office/drawing/2014/main" id="{8A764F99-EB6E-3730-AB5E-E9D3BB40EC15}"/>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2" name="Group 651">
            <a:extLst>
              <a:ext uri="{FF2B5EF4-FFF2-40B4-BE49-F238E27FC236}">
                <a16:creationId xmlns:a16="http://schemas.microsoft.com/office/drawing/2014/main" id="{5E06A094-3541-683E-C793-E1D9FA06E0A4}"/>
              </a:ext>
            </a:extLst>
          </p:cNvPr>
          <p:cNvGrpSpPr/>
          <p:nvPr/>
        </p:nvGrpSpPr>
        <p:grpSpPr>
          <a:xfrm>
            <a:off x="432841" y="4419615"/>
            <a:ext cx="721206" cy="609701"/>
            <a:chOff x="432841" y="4419615"/>
            <a:chExt cx="721206" cy="609701"/>
          </a:xfrm>
        </p:grpSpPr>
        <p:sp>
          <p:nvSpPr>
            <p:cNvPr id="653" name="Rectangle 652">
              <a:extLst>
                <a:ext uri="{FF2B5EF4-FFF2-40B4-BE49-F238E27FC236}">
                  <a16:creationId xmlns:a16="http://schemas.microsoft.com/office/drawing/2014/main" id="{A1ACE38D-DCF0-F84F-BCBD-68ABC2992779}"/>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54" name="Cylinder 653">
              <a:extLst>
                <a:ext uri="{FF2B5EF4-FFF2-40B4-BE49-F238E27FC236}">
                  <a16:creationId xmlns:a16="http://schemas.microsoft.com/office/drawing/2014/main" id="{516A2F59-11EF-38E5-9E33-04F5553F0C30}"/>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5" name="Group 654">
            <a:extLst>
              <a:ext uri="{FF2B5EF4-FFF2-40B4-BE49-F238E27FC236}">
                <a16:creationId xmlns:a16="http://schemas.microsoft.com/office/drawing/2014/main" id="{D6D45CBF-5B5E-8781-646C-0F135D97CCAB}"/>
              </a:ext>
            </a:extLst>
          </p:cNvPr>
          <p:cNvGrpSpPr/>
          <p:nvPr/>
        </p:nvGrpSpPr>
        <p:grpSpPr>
          <a:xfrm>
            <a:off x="1268467" y="5141008"/>
            <a:ext cx="721206" cy="609701"/>
            <a:chOff x="1268467" y="5141008"/>
            <a:chExt cx="721206" cy="609701"/>
          </a:xfrm>
        </p:grpSpPr>
        <p:sp>
          <p:nvSpPr>
            <p:cNvPr id="656" name="Rectangle 655">
              <a:extLst>
                <a:ext uri="{FF2B5EF4-FFF2-40B4-BE49-F238E27FC236}">
                  <a16:creationId xmlns:a16="http://schemas.microsoft.com/office/drawing/2014/main" id="{7F00436E-1304-9D45-1B51-BE8AEA2B2726}"/>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57" name="Cylinder 656">
              <a:extLst>
                <a:ext uri="{FF2B5EF4-FFF2-40B4-BE49-F238E27FC236}">
                  <a16:creationId xmlns:a16="http://schemas.microsoft.com/office/drawing/2014/main" id="{6854D18E-7DAC-0034-B1CF-1138361FE3C4}"/>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8" name="Group 657">
            <a:extLst>
              <a:ext uri="{FF2B5EF4-FFF2-40B4-BE49-F238E27FC236}">
                <a16:creationId xmlns:a16="http://schemas.microsoft.com/office/drawing/2014/main" id="{8ADADB99-D60A-BFE0-E69D-F45C842C702A}"/>
              </a:ext>
            </a:extLst>
          </p:cNvPr>
          <p:cNvGrpSpPr/>
          <p:nvPr/>
        </p:nvGrpSpPr>
        <p:grpSpPr>
          <a:xfrm>
            <a:off x="431297" y="5141008"/>
            <a:ext cx="721206" cy="609701"/>
            <a:chOff x="431297" y="5141008"/>
            <a:chExt cx="721206" cy="609701"/>
          </a:xfrm>
        </p:grpSpPr>
        <p:sp>
          <p:nvSpPr>
            <p:cNvPr id="659" name="Rectangle 658">
              <a:extLst>
                <a:ext uri="{FF2B5EF4-FFF2-40B4-BE49-F238E27FC236}">
                  <a16:creationId xmlns:a16="http://schemas.microsoft.com/office/drawing/2014/main" id="{E117C6C2-5F80-2847-C978-71C4A03BCD7E}"/>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60" name="Cylinder 659">
              <a:extLst>
                <a:ext uri="{FF2B5EF4-FFF2-40B4-BE49-F238E27FC236}">
                  <a16:creationId xmlns:a16="http://schemas.microsoft.com/office/drawing/2014/main" id="{57285318-DC59-3A53-E71E-4626BE7602F8}"/>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1" name="Group 660">
            <a:extLst>
              <a:ext uri="{FF2B5EF4-FFF2-40B4-BE49-F238E27FC236}">
                <a16:creationId xmlns:a16="http://schemas.microsoft.com/office/drawing/2014/main" id="{0E682E2C-E9E2-0DFC-447C-CDDFB26A6A46}"/>
              </a:ext>
            </a:extLst>
          </p:cNvPr>
          <p:cNvGrpSpPr/>
          <p:nvPr/>
        </p:nvGrpSpPr>
        <p:grpSpPr>
          <a:xfrm>
            <a:off x="431660" y="3698226"/>
            <a:ext cx="721206" cy="609701"/>
            <a:chOff x="431660" y="3698226"/>
            <a:chExt cx="721206" cy="609701"/>
          </a:xfrm>
        </p:grpSpPr>
        <p:sp>
          <p:nvSpPr>
            <p:cNvPr id="662" name="Rectangle 661">
              <a:extLst>
                <a:ext uri="{FF2B5EF4-FFF2-40B4-BE49-F238E27FC236}">
                  <a16:creationId xmlns:a16="http://schemas.microsoft.com/office/drawing/2014/main" id="{6201798D-525C-72DB-EDBB-35524D01A9F8}"/>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63" name="Right Triangle 662">
              <a:extLst>
                <a:ext uri="{FF2B5EF4-FFF2-40B4-BE49-F238E27FC236}">
                  <a16:creationId xmlns:a16="http://schemas.microsoft.com/office/drawing/2014/main" id="{3E0B9E2C-6150-1DE6-6AB1-53F4C30704D9}"/>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4" name="Group 663">
              <a:extLst>
                <a:ext uri="{FF2B5EF4-FFF2-40B4-BE49-F238E27FC236}">
                  <a16:creationId xmlns:a16="http://schemas.microsoft.com/office/drawing/2014/main" id="{F97B13D0-02B3-388E-D2F8-3C95FD9BF714}"/>
                </a:ext>
              </a:extLst>
            </p:cNvPr>
            <p:cNvGrpSpPr/>
            <p:nvPr/>
          </p:nvGrpSpPr>
          <p:grpSpPr>
            <a:xfrm>
              <a:off x="1102253" y="3706270"/>
              <a:ext cx="37817" cy="61390"/>
              <a:chOff x="3883481" y="2057400"/>
              <a:chExt cx="1608363" cy="2652031"/>
            </a:xfrm>
            <a:solidFill>
              <a:srgbClr val="A6A6A6">
                <a:alpha val="20000"/>
              </a:srgbClr>
            </a:solidFill>
          </p:grpSpPr>
          <p:sp>
            <p:nvSpPr>
              <p:cNvPr id="665" name="Oval 27">
                <a:extLst>
                  <a:ext uri="{FF2B5EF4-FFF2-40B4-BE49-F238E27FC236}">
                    <a16:creationId xmlns:a16="http://schemas.microsoft.com/office/drawing/2014/main" id="{0697430B-1E15-389D-14C7-118C2262C4D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6" name="Oval 28">
                <a:extLst>
                  <a:ext uri="{FF2B5EF4-FFF2-40B4-BE49-F238E27FC236}">
                    <a16:creationId xmlns:a16="http://schemas.microsoft.com/office/drawing/2014/main" id="{DE39B926-D26A-B6E8-F172-732FC9DE19F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7" name="Group 666">
            <a:extLst>
              <a:ext uri="{FF2B5EF4-FFF2-40B4-BE49-F238E27FC236}">
                <a16:creationId xmlns:a16="http://schemas.microsoft.com/office/drawing/2014/main" id="{99F29EAF-1AB5-97AE-EDB0-A4C3284B9F76}"/>
              </a:ext>
            </a:extLst>
          </p:cNvPr>
          <p:cNvGrpSpPr/>
          <p:nvPr/>
        </p:nvGrpSpPr>
        <p:grpSpPr>
          <a:xfrm>
            <a:off x="2942399" y="3698227"/>
            <a:ext cx="721206" cy="609701"/>
            <a:chOff x="2942399" y="3698227"/>
            <a:chExt cx="721206" cy="609701"/>
          </a:xfrm>
        </p:grpSpPr>
        <p:sp>
          <p:nvSpPr>
            <p:cNvPr id="668" name="Rectangle 667">
              <a:extLst>
                <a:ext uri="{FF2B5EF4-FFF2-40B4-BE49-F238E27FC236}">
                  <a16:creationId xmlns:a16="http://schemas.microsoft.com/office/drawing/2014/main" id="{57E03A56-7C37-C357-22DC-4F8E0F3E01DE}"/>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69" name="Right Triangle 668">
              <a:extLst>
                <a:ext uri="{FF2B5EF4-FFF2-40B4-BE49-F238E27FC236}">
                  <a16:creationId xmlns:a16="http://schemas.microsoft.com/office/drawing/2014/main" id="{A6ECBB1F-4B5A-CE57-F232-9E4221512B1B}"/>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0" name="Group 669">
              <a:extLst>
                <a:ext uri="{FF2B5EF4-FFF2-40B4-BE49-F238E27FC236}">
                  <a16:creationId xmlns:a16="http://schemas.microsoft.com/office/drawing/2014/main" id="{C45FBA50-5DFF-2C71-A137-8B1964C8F0F6}"/>
                </a:ext>
              </a:extLst>
            </p:cNvPr>
            <p:cNvGrpSpPr/>
            <p:nvPr/>
          </p:nvGrpSpPr>
          <p:grpSpPr>
            <a:xfrm>
              <a:off x="3607767" y="3713057"/>
              <a:ext cx="37817" cy="61390"/>
              <a:chOff x="3883481" y="2057400"/>
              <a:chExt cx="1608363" cy="2652031"/>
            </a:xfrm>
            <a:solidFill>
              <a:srgbClr val="A6A6A6">
                <a:alpha val="20000"/>
              </a:srgbClr>
            </a:solidFill>
          </p:grpSpPr>
          <p:sp>
            <p:nvSpPr>
              <p:cNvPr id="671" name="Oval 27">
                <a:extLst>
                  <a:ext uri="{FF2B5EF4-FFF2-40B4-BE49-F238E27FC236}">
                    <a16:creationId xmlns:a16="http://schemas.microsoft.com/office/drawing/2014/main" id="{1BC019C5-7CCC-9C49-AAFC-E79B59FE109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2" name="Oval 28">
                <a:extLst>
                  <a:ext uri="{FF2B5EF4-FFF2-40B4-BE49-F238E27FC236}">
                    <a16:creationId xmlns:a16="http://schemas.microsoft.com/office/drawing/2014/main" id="{5E0A0DD5-8A8D-BE4E-2F88-38A4613D2B1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9" name="Group 688">
            <a:extLst>
              <a:ext uri="{FF2B5EF4-FFF2-40B4-BE49-F238E27FC236}">
                <a16:creationId xmlns:a16="http://schemas.microsoft.com/office/drawing/2014/main" id="{4A0A050F-D03F-CBE4-78E5-909417437E05}"/>
              </a:ext>
            </a:extLst>
          </p:cNvPr>
          <p:cNvGrpSpPr/>
          <p:nvPr/>
        </p:nvGrpSpPr>
        <p:grpSpPr>
          <a:xfrm>
            <a:off x="2105710" y="3698208"/>
            <a:ext cx="721206" cy="610396"/>
            <a:chOff x="2105710" y="3698208"/>
            <a:chExt cx="721206" cy="610396"/>
          </a:xfrm>
        </p:grpSpPr>
        <p:sp>
          <p:nvSpPr>
            <p:cNvPr id="690" name="Rectangle 689">
              <a:extLst>
                <a:ext uri="{FF2B5EF4-FFF2-40B4-BE49-F238E27FC236}">
                  <a16:creationId xmlns:a16="http://schemas.microsoft.com/office/drawing/2014/main" id="{BF334171-D6E5-BA19-C61B-9A5CDE7A8092}"/>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91" name="Right Triangle 690">
              <a:extLst>
                <a:ext uri="{FF2B5EF4-FFF2-40B4-BE49-F238E27FC236}">
                  <a16:creationId xmlns:a16="http://schemas.microsoft.com/office/drawing/2014/main" id="{435C42FE-C132-4544-0C2F-503BB7AB7151}"/>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2" name="Group 691">
              <a:extLst>
                <a:ext uri="{FF2B5EF4-FFF2-40B4-BE49-F238E27FC236}">
                  <a16:creationId xmlns:a16="http://schemas.microsoft.com/office/drawing/2014/main" id="{A0A82F59-387A-9436-4814-8BFE6F83CF02}"/>
                </a:ext>
              </a:extLst>
            </p:cNvPr>
            <p:cNvGrpSpPr/>
            <p:nvPr/>
          </p:nvGrpSpPr>
          <p:grpSpPr>
            <a:xfrm>
              <a:off x="2776303" y="3704306"/>
              <a:ext cx="37817" cy="61390"/>
              <a:chOff x="3883481" y="2057400"/>
              <a:chExt cx="1608363" cy="2652031"/>
            </a:xfrm>
            <a:solidFill>
              <a:srgbClr val="A6A6A6">
                <a:alpha val="20000"/>
              </a:srgbClr>
            </a:solidFill>
          </p:grpSpPr>
          <p:sp>
            <p:nvSpPr>
              <p:cNvPr id="693" name="Oval 27">
                <a:extLst>
                  <a:ext uri="{FF2B5EF4-FFF2-40B4-BE49-F238E27FC236}">
                    <a16:creationId xmlns:a16="http://schemas.microsoft.com/office/drawing/2014/main" id="{D46CD525-A102-20D4-B906-E83D4CBB03E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4" name="Oval 28">
                <a:extLst>
                  <a:ext uri="{FF2B5EF4-FFF2-40B4-BE49-F238E27FC236}">
                    <a16:creationId xmlns:a16="http://schemas.microsoft.com/office/drawing/2014/main" id="{00AD5915-DDD1-1810-4411-9DE9B6F5269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5" name="Group 694">
            <a:extLst>
              <a:ext uri="{FF2B5EF4-FFF2-40B4-BE49-F238E27FC236}">
                <a16:creationId xmlns:a16="http://schemas.microsoft.com/office/drawing/2014/main" id="{8AD254E0-1DBF-AA64-AEE2-9EAFE4CB0820}"/>
              </a:ext>
            </a:extLst>
          </p:cNvPr>
          <p:cNvGrpSpPr/>
          <p:nvPr/>
        </p:nvGrpSpPr>
        <p:grpSpPr>
          <a:xfrm>
            <a:off x="3778361" y="2253333"/>
            <a:ext cx="721206" cy="609701"/>
            <a:chOff x="3778361" y="2253333"/>
            <a:chExt cx="721206" cy="609701"/>
          </a:xfrm>
        </p:grpSpPr>
        <p:sp>
          <p:nvSpPr>
            <p:cNvPr id="696" name="Rectangle 695">
              <a:extLst>
                <a:ext uri="{FF2B5EF4-FFF2-40B4-BE49-F238E27FC236}">
                  <a16:creationId xmlns:a16="http://schemas.microsoft.com/office/drawing/2014/main" id="{0B3A586A-7D1E-BC28-2DB7-90950B824C20}"/>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97" name="Rectangle 696">
              <a:extLst>
                <a:ext uri="{FF2B5EF4-FFF2-40B4-BE49-F238E27FC236}">
                  <a16:creationId xmlns:a16="http://schemas.microsoft.com/office/drawing/2014/main" id="{D9B6D4BA-9ED6-89F8-A728-3436F5591CB1}"/>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8" name="Oval 15">
              <a:extLst>
                <a:ext uri="{FF2B5EF4-FFF2-40B4-BE49-F238E27FC236}">
                  <a16:creationId xmlns:a16="http://schemas.microsoft.com/office/drawing/2014/main" id="{891BC3C7-2B57-1FBA-DAF4-834D4399534E}"/>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99" name="Straight Connector 698">
              <a:extLst>
                <a:ext uri="{FF2B5EF4-FFF2-40B4-BE49-F238E27FC236}">
                  <a16:creationId xmlns:a16="http://schemas.microsoft.com/office/drawing/2014/main" id="{3A7CE021-AB37-ADF7-E5CE-48E2A2A471DA}"/>
                </a:ext>
              </a:extLst>
            </p:cNvPr>
            <p:cNvCxnSpPr>
              <a:cxnSpLocks/>
              <a:stCxn id="698"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00" name="Straight Connector 699">
              <a:extLst>
                <a:ext uri="{FF2B5EF4-FFF2-40B4-BE49-F238E27FC236}">
                  <a16:creationId xmlns:a16="http://schemas.microsoft.com/office/drawing/2014/main" id="{9A087A47-C1D3-9882-3587-67EF2533F7C6}"/>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01" name="Group 700">
            <a:extLst>
              <a:ext uri="{FF2B5EF4-FFF2-40B4-BE49-F238E27FC236}">
                <a16:creationId xmlns:a16="http://schemas.microsoft.com/office/drawing/2014/main" id="{1C412CEF-BF6C-EC8B-0816-D12787589C89}"/>
              </a:ext>
            </a:extLst>
          </p:cNvPr>
          <p:cNvGrpSpPr/>
          <p:nvPr/>
        </p:nvGrpSpPr>
        <p:grpSpPr>
          <a:xfrm>
            <a:off x="1268843" y="2253332"/>
            <a:ext cx="721206" cy="609701"/>
            <a:chOff x="1268843" y="2253332"/>
            <a:chExt cx="721206" cy="609701"/>
          </a:xfrm>
        </p:grpSpPr>
        <p:sp>
          <p:nvSpPr>
            <p:cNvPr id="702" name="Rectangle 701">
              <a:extLst>
                <a:ext uri="{FF2B5EF4-FFF2-40B4-BE49-F238E27FC236}">
                  <a16:creationId xmlns:a16="http://schemas.microsoft.com/office/drawing/2014/main" id="{AC810CE4-AADD-2798-B5CF-503A5D80DF42}"/>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703" name="Right Triangle 702">
              <a:extLst>
                <a:ext uri="{FF2B5EF4-FFF2-40B4-BE49-F238E27FC236}">
                  <a16:creationId xmlns:a16="http://schemas.microsoft.com/office/drawing/2014/main" id="{7332D588-1A5A-A058-F213-2F400589FE51}"/>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4" name="Group 703">
              <a:extLst>
                <a:ext uri="{FF2B5EF4-FFF2-40B4-BE49-F238E27FC236}">
                  <a16:creationId xmlns:a16="http://schemas.microsoft.com/office/drawing/2014/main" id="{144EE9F8-E19B-6268-1BEA-4E05F6B950A9}"/>
                </a:ext>
              </a:extLst>
            </p:cNvPr>
            <p:cNvGrpSpPr/>
            <p:nvPr/>
          </p:nvGrpSpPr>
          <p:grpSpPr>
            <a:xfrm>
              <a:off x="1939436" y="2265731"/>
              <a:ext cx="37817" cy="61390"/>
              <a:chOff x="3883481" y="2057400"/>
              <a:chExt cx="1608363" cy="2652031"/>
            </a:xfrm>
            <a:solidFill>
              <a:srgbClr val="A6A6A6">
                <a:alpha val="20000"/>
              </a:srgbClr>
            </a:solidFill>
          </p:grpSpPr>
          <p:sp>
            <p:nvSpPr>
              <p:cNvPr id="705" name="Oval 27">
                <a:extLst>
                  <a:ext uri="{FF2B5EF4-FFF2-40B4-BE49-F238E27FC236}">
                    <a16:creationId xmlns:a16="http://schemas.microsoft.com/office/drawing/2014/main" id="{6EA19551-56C6-A8D1-5457-0A0E3C3CF38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6" name="Oval 28">
                <a:extLst>
                  <a:ext uri="{FF2B5EF4-FFF2-40B4-BE49-F238E27FC236}">
                    <a16:creationId xmlns:a16="http://schemas.microsoft.com/office/drawing/2014/main" id="{2128B63F-5EA1-026D-5385-43C7C30C9B9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7" name="Group 706">
            <a:extLst>
              <a:ext uri="{FF2B5EF4-FFF2-40B4-BE49-F238E27FC236}">
                <a16:creationId xmlns:a16="http://schemas.microsoft.com/office/drawing/2014/main" id="{57D9BEA1-5891-B31C-1999-0521BDDD5D85}"/>
              </a:ext>
            </a:extLst>
          </p:cNvPr>
          <p:cNvGrpSpPr/>
          <p:nvPr/>
        </p:nvGrpSpPr>
        <p:grpSpPr>
          <a:xfrm>
            <a:off x="2105351" y="2253333"/>
            <a:ext cx="721206" cy="609701"/>
            <a:chOff x="2105351" y="2253333"/>
            <a:chExt cx="721206" cy="609701"/>
          </a:xfrm>
        </p:grpSpPr>
        <p:sp>
          <p:nvSpPr>
            <p:cNvPr id="708" name="Rectangle 707">
              <a:extLst>
                <a:ext uri="{FF2B5EF4-FFF2-40B4-BE49-F238E27FC236}">
                  <a16:creationId xmlns:a16="http://schemas.microsoft.com/office/drawing/2014/main" id="{AF19DCEB-DC9C-9729-C623-0C83426A459F}"/>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709" name="Right Triangle 708">
              <a:extLst>
                <a:ext uri="{FF2B5EF4-FFF2-40B4-BE49-F238E27FC236}">
                  <a16:creationId xmlns:a16="http://schemas.microsoft.com/office/drawing/2014/main" id="{D97AF957-93E9-D7D4-ABF5-588EA4A0B6C3}"/>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10" name="Group 709">
              <a:extLst>
                <a:ext uri="{FF2B5EF4-FFF2-40B4-BE49-F238E27FC236}">
                  <a16:creationId xmlns:a16="http://schemas.microsoft.com/office/drawing/2014/main" id="{39C59C3E-9AD0-18E7-6FB7-8870E68D02F4}"/>
                </a:ext>
              </a:extLst>
            </p:cNvPr>
            <p:cNvGrpSpPr/>
            <p:nvPr/>
          </p:nvGrpSpPr>
          <p:grpSpPr>
            <a:xfrm>
              <a:off x="2771408" y="2265591"/>
              <a:ext cx="37817" cy="61390"/>
              <a:chOff x="3883481" y="2057400"/>
              <a:chExt cx="1608363" cy="2652031"/>
            </a:xfrm>
            <a:solidFill>
              <a:srgbClr val="A6A6A6">
                <a:alpha val="20000"/>
              </a:srgbClr>
            </a:solidFill>
          </p:grpSpPr>
          <p:sp>
            <p:nvSpPr>
              <p:cNvPr id="711" name="Oval 27">
                <a:extLst>
                  <a:ext uri="{FF2B5EF4-FFF2-40B4-BE49-F238E27FC236}">
                    <a16:creationId xmlns:a16="http://schemas.microsoft.com/office/drawing/2014/main" id="{3768A4F1-A34E-1BFC-8251-CF56BC90DB1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2" name="Oval 28">
                <a:extLst>
                  <a:ext uri="{FF2B5EF4-FFF2-40B4-BE49-F238E27FC236}">
                    <a16:creationId xmlns:a16="http://schemas.microsoft.com/office/drawing/2014/main" id="{0184E8D3-7CE7-60A9-28B7-4481421CC65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13" name="Group 712">
            <a:extLst>
              <a:ext uri="{FF2B5EF4-FFF2-40B4-BE49-F238E27FC236}">
                <a16:creationId xmlns:a16="http://schemas.microsoft.com/office/drawing/2014/main" id="{1D84CB88-4232-725F-AA98-C9085BD2227E}"/>
              </a:ext>
            </a:extLst>
          </p:cNvPr>
          <p:cNvGrpSpPr/>
          <p:nvPr/>
        </p:nvGrpSpPr>
        <p:grpSpPr>
          <a:xfrm>
            <a:off x="2941860" y="2253333"/>
            <a:ext cx="721206" cy="609701"/>
            <a:chOff x="2941860" y="2253333"/>
            <a:chExt cx="721206" cy="609701"/>
          </a:xfrm>
        </p:grpSpPr>
        <p:sp>
          <p:nvSpPr>
            <p:cNvPr id="714" name="Rectangle 713">
              <a:extLst>
                <a:ext uri="{FF2B5EF4-FFF2-40B4-BE49-F238E27FC236}">
                  <a16:creationId xmlns:a16="http://schemas.microsoft.com/office/drawing/2014/main" id="{6F595DDB-EA23-B3C2-45D6-97A2455E4EB6}"/>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715" name="Right Triangle 714">
              <a:extLst>
                <a:ext uri="{FF2B5EF4-FFF2-40B4-BE49-F238E27FC236}">
                  <a16:creationId xmlns:a16="http://schemas.microsoft.com/office/drawing/2014/main" id="{A147B3B2-91B1-52D7-28B4-35D6CF353317}"/>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16" name="Group 715">
              <a:extLst>
                <a:ext uri="{FF2B5EF4-FFF2-40B4-BE49-F238E27FC236}">
                  <a16:creationId xmlns:a16="http://schemas.microsoft.com/office/drawing/2014/main" id="{F66E3DDC-0CD0-418E-8ECC-41D4402A8891}"/>
                </a:ext>
              </a:extLst>
            </p:cNvPr>
            <p:cNvGrpSpPr/>
            <p:nvPr/>
          </p:nvGrpSpPr>
          <p:grpSpPr>
            <a:xfrm>
              <a:off x="3611250" y="2264969"/>
              <a:ext cx="37817" cy="61390"/>
              <a:chOff x="3883481" y="2057400"/>
              <a:chExt cx="1608363" cy="2652031"/>
            </a:xfrm>
            <a:solidFill>
              <a:srgbClr val="A6A6A6">
                <a:alpha val="20000"/>
              </a:srgbClr>
            </a:solidFill>
          </p:grpSpPr>
          <p:sp>
            <p:nvSpPr>
              <p:cNvPr id="717" name="Oval 27">
                <a:extLst>
                  <a:ext uri="{FF2B5EF4-FFF2-40B4-BE49-F238E27FC236}">
                    <a16:creationId xmlns:a16="http://schemas.microsoft.com/office/drawing/2014/main" id="{F63855F5-DB09-8F02-4CED-CE1135DFDDD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8" name="Oval 28">
                <a:extLst>
                  <a:ext uri="{FF2B5EF4-FFF2-40B4-BE49-F238E27FC236}">
                    <a16:creationId xmlns:a16="http://schemas.microsoft.com/office/drawing/2014/main" id="{0FB1854B-2D4C-4C31-7C7E-5CEF8839CEA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19" name="Group 718">
            <a:extLst>
              <a:ext uri="{FF2B5EF4-FFF2-40B4-BE49-F238E27FC236}">
                <a16:creationId xmlns:a16="http://schemas.microsoft.com/office/drawing/2014/main" id="{FDC3F1BB-0E33-EF9B-38BA-E9B8D899199B}"/>
              </a:ext>
            </a:extLst>
          </p:cNvPr>
          <p:cNvGrpSpPr/>
          <p:nvPr/>
        </p:nvGrpSpPr>
        <p:grpSpPr>
          <a:xfrm>
            <a:off x="4614876" y="2253332"/>
            <a:ext cx="721206" cy="609701"/>
            <a:chOff x="4614876" y="2253332"/>
            <a:chExt cx="721206" cy="609701"/>
          </a:xfrm>
        </p:grpSpPr>
        <p:sp>
          <p:nvSpPr>
            <p:cNvPr id="720" name="Rectangle 719">
              <a:extLst>
                <a:ext uri="{FF2B5EF4-FFF2-40B4-BE49-F238E27FC236}">
                  <a16:creationId xmlns:a16="http://schemas.microsoft.com/office/drawing/2014/main" id="{A43063FE-395E-081E-5F32-417EECEF4DF5}"/>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21" name="Right Triangle 720">
              <a:extLst>
                <a:ext uri="{FF2B5EF4-FFF2-40B4-BE49-F238E27FC236}">
                  <a16:creationId xmlns:a16="http://schemas.microsoft.com/office/drawing/2014/main" id="{22258634-8BEF-8611-8B23-6657012FFF09}"/>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2" name="Group 721">
              <a:extLst>
                <a:ext uri="{FF2B5EF4-FFF2-40B4-BE49-F238E27FC236}">
                  <a16:creationId xmlns:a16="http://schemas.microsoft.com/office/drawing/2014/main" id="{8A5E1375-DD72-D8BB-4ED9-9B07954F008F}"/>
                </a:ext>
              </a:extLst>
            </p:cNvPr>
            <p:cNvGrpSpPr/>
            <p:nvPr/>
          </p:nvGrpSpPr>
          <p:grpSpPr>
            <a:xfrm>
              <a:off x="5280738" y="2264779"/>
              <a:ext cx="37817" cy="61390"/>
              <a:chOff x="3883481" y="2057400"/>
              <a:chExt cx="1608363" cy="2652031"/>
            </a:xfrm>
            <a:solidFill>
              <a:srgbClr val="A6A6A6">
                <a:alpha val="20000"/>
              </a:srgbClr>
            </a:solidFill>
          </p:grpSpPr>
          <p:sp>
            <p:nvSpPr>
              <p:cNvPr id="723" name="Oval 27">
                <a:extLst>
                  <a:ext uri="{FF2B5EF4-FFF2-40B4-BE49-F238E27FC236}">
                    <a16:creationId xmlns:a16="http://schemas.microsoft.com/office/drawing/2014/main" id="{A2103D56-4AEF-E0F4-D067-011F57C1000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4" name="Oval 28">
                <a:extLst>
                  <a:ext uri="{FF2B5EF4-FFF2-40B4-BE49-F238E27FC236}">
                    <a16:creationId xmlns:a16="http://schemas.microsoft.com/office/drawing/2014/main" id="{94318789-7204-788C-E772-0661523EB8D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37" name="Group 736">
            <a:extLst>
              <a:ext uri="{FF2B5EF4-FFF2-40B4-BE49-F238E27FC236}">
                <a16:creationId xmlns:a16="http://schemas.microsoft.com/office/drawing/2014/main" id="{7B8E9FD1-7935-88B4-507C-CB0E5C416294}"/>
              </a:ext>
            </a:extLst>
          </p:cNvPr>
          <p:cNvGrpSpPr/>
          <p:nvPr/>
        </p:nvGrpSpPr>
        <p:grpSpPr>
          <a:xfrm>
            <a:off x="431659" y="2253337"/>
            <a:ext cx="721895" cy="609700"/>
            <a:chOff x="431659" y="2253337"/>
            <a:chExt cx="721895" cy="609700"/>
          </a:xfrm>
        </p:grpSpPr>
        <p:sp>
          <p:nvSpPr>
            <p:cNvPr id="738" name="Rectangle 737">
              <a:hlinkHover r:id="" action="ppaction://noaction" highlightClick="1"/>
              <a:extLst>
                <a:ext uri="{FF2B5EF4-FFF2-40B4-BE49-F238E27FC236}">
                  <a16:creationId xmlns:a16="http://schemas.microsoft.com/office/drawing/2014/main" id="{D6A5A99B-9A26-B85C-CF8E-22850F236325}"/>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39" name="Diamond 738">
              <a:extLst>
                <a:ext uri="{FF2B5EF4-FFF2-40B4-BE49-F238E27FC236}">
                  <a16:creationId xmlns:a16="http://schemas.microsoft.com/office/drawing/2014/main" id="{1029E2B9-C05A-0A3C-B469-D2EEB2BE3ECD}"/>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0" name="Oval 739">
              <a:extLst>
                <a:ext uri="{FF2B5EF4-FFF2-40B4-BE49-F238E27FC236}">
                  <a16:creationId xmlns:a16="http://schemas.microsoft.com/office/drawing/2014/main" id="{93C4E9C6-B966-097D-106A-1FEA10CF9145}"/>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69" name="Group 768">
            <a:extLst>
              <a:ext uri="{FF2B5EF4-FFF2-40B4-BE49-F238E27FC236}">
                <a16:creationId xmlns:a16="http://schemas.microsoft.com/office/drawing/2014/main" id="{13083509-7A62-5DCC-DEFB-68AA0D8CDCF2}"/>
              </a:ext>
            </a:extLst>
          </p:cNvPr>
          <p:cNvGrpSpPr/>
          <p:nvPr/>
        </p:nvGrpSpPr>
        <p:grpSpPr>
          <a:xfrm>
            <a:off x="5454379" y="2974054"/>
            <a:ext cx="721206" cy="649846"/>
            <a:chOff x="5454379" y="2974054"/>
            <a:chExt cx="721206" cy="649846"/>
          </a:xfrm>
        </p:grpSpPr>
        <p:sp>
          <p:nvSpPr>
            <p:cNvPr id="770" name="Rectangle 769">
              <a:extLst>
                <a:ext uri="{FF2B5EF4-FFF2-40B4-BE49-F238E27FC236}">
                  <a16:creationId xmlns:a16="http://schemas.microsoft.com/office/drawing/2014/main" id="{3B12BFF2-1463-CF8E-A245-8D0A2BF70C33}"/>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71" name="Rectangle 770">
              <a:extLst>
                <a:ext uri="{FF2B5EF4-FFF2-40B4-BE49-F238E27FC236}">
                  <a16:creationId xmlns:a16="http://schemas.microsoft.com/office/drawing/2014/main" id="{1C2474F7-F4E3-5A49-BCFF-EAFA0E44FF68}"/>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2" name="Oval 15">
              <a:extLst>
                <a:ext uri="{FF2B5EF4-FFF2-40B4-BE49-F238E27FC236}">
                  <a16:creationId xmlns:a16="http://schemas.microsoft.com/office/drawing/2014/main" id="{DFD6D71F-FA2E-7C8A-29E0-59F75C04DD0A}"/>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73" name="Straight Connector 772">
              <a:extLst>
                <a:ext uri="{FF2B5EF4-FFF2-40B4-BE49-F238E27FC236}">
                  <a16:creationId xmlns:a16="http://schemas.microsoft.com/office/drawing/2014/main" id="{F9962145-8984-C1E1-C48A-24D1C1714890}"/>
                </a:ext>
              </a:extLst>
            </p:cNvPr>
            <p:cNvCxnSpPr>
              <a:cxnSpLocks/>
              <a:stCxn id="772"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74" name="Straight Connector 773">
              <a:extLst>
                <a:ext uri="{FF2B5EF4-FFF2-40B4-BE49-F238E27FC236}">
                  <a16:creationId xmlns:a16="http://schemas.microsoft.com/office/drawing/2014/main" id="{A98E7639-EB8C-FC93-F29C-76050DFE5770}"/>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75" name="Group 774">
            <a:extLst>
              <a:ext uri="{FF2B5EF4-FFF2-40B4-BE49-F238E27FC236}">
                <a16:creationId xmlns:a16="http://schemas.microsoft.com/office/drawing/2014/main" id="{3AA644E5-9817-D6EE-F4A3-3460F4BBC76C}"/>
              </a:ext>
            </a:extLst>
          </p:cNvPr>
          <p:cNvGrpSpPr/>
          <p:nvPr/>
        </p:nvGrpSpPr>
        <p:grpSpPr>
          <a:xfrm>
            <a:off x="431659" y="2974054"/>
            <a:ext cx="721891" cy="609701"/>
            <a:chOff x="431659" y="2974054"/>
            <a:chExt cx="721891" cy="609701"/>
          </a:xfrm>
        </p:grpSpPr>
        <p:sp>
          <p:nvSpPr>
            <p:cNvPr id="776" name="Rectangle 775">
              <a:extLst>
                <a:ext uri="{FF2B5EF4-FFF2-40B4-BE49-F238E27FC236}">
                  <a16:creationId xmlns:a16="http://schemas.microsoft.com/office/drawing/2014/main" id="{25CC88CB-468C-5F2D-57E2-19105A17495A}"/>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77" name="Right Triangle 776">
              <a:extLst>
                <a:ext uri="{FF2B5EF4-FFF2-40B4-BE49-F238E27FC236}">
                  <a16:creationId xmlns:a16="http://schemas.microsoft.com/office/drawing/2014/main" id="{3ACDDC03-E88E-9CF0-689C-0D9E3F8ED295}"/>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8" name="Group 777">
              <a:extLst>
                <a:ext uri="{FF2B5EF4-FFF2-40B4-BE49-F238E27FC236}">
                  <a16:creationId xmlns:a16="http://schemas.microsoft.com/office/drawing/2014/main" id="{F0267B81-CFE6-90ED-B92A-D20DA84B388A}"/>
                </a:ext>
              </a:extLst>
            </p:cNvPr>
            <p:cNvGrpSpPr/>
            <p:nvPr/>
          </p:nvGrpSpPr>
          <p:grpSpPr>
            <a:xfrm>
              <a:off x="1102940" y="2981762"/>
              <a:ext cx="37817" cy="61390"/>
              <a:chOff x="3883481" y="2057400"/>
              <a:chExt cx="1608363" cy="2652031"/>
            </a:xfrm>
            <a:solidFill>
              <a:srgbClr val="A6A6A6">
                <a:alpha val="20000"/>
              </a:srgbClr>
            </a:solidFill>
          </p:grpSpPr>
          <p:sp>
            <p:nvSpPr>
              <p:cNvPr id="779" name="Oval 27">
                <a:extLst>
                  <a:ext uri="{FF2B5EF4-FFF2-40B4-BE49-F238E27FC236}">
                    <a16:creationId xmlns:a16="http://schemas.microsoft.com/office/drawing/2014/main" id="{9976B401-ADE2-F661-AA6C-FF090E38866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0" name="Oval 28">
                <a:extLst>
                  <a:ext uri="{FF2B5EF4-FFF2-40B4-BE49-F238E27FC236}">
                    <a16:creationId xmlns:a16="http://schemas.microsoft.com/office/drawing/2014/main" id="{8AD05406-8CE8-DCFF-EACF-CE6E893572F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7" name="Group 786">
            <a:extLst>
              <a:ext uri="{FF2B5EF4-FFF2-40B4-BE49-F238E27FC236}">
                <a16:creationId xmlns:a16="http://schemas.microsoft.com/office/drawing/2014/main" id="{3FACB662-77E2-9E5B-A883-53028947297E}"/>
              </a:ext>
            </a:extLst>
          </p:cNvPr>
          <p:cNvGrpSpPr/>
          <p:nvPr/>
        </p:nvGrpSpPr>
        <p:grpSpPr>
          <a:xfrm>
            <a:off x="2940469" y="2974031"/>
            <a:ext cx="721206" cy="613175"/>
            <a:chOff x="2940469" y="2974031"/>
            <a:chExt cx="721206" cy="613175"/>
          </a:xfrm>
        </p:grpSpPr>
        <p:sp>
          <p:nvSpPr>
            <p:cNvPr id="788" name="Rectangle 787">
              <a:extLst>
                <a:ext uri="{FF2B5EF4-FFF2-40B4-BE49-F238E27FC236}">
                  <a16:creationId xmlns:a16="http://schemas.microsoft.com/office/drawing/2014/main" id="{5BBAF178-EA6F-D365-7F54-697B8A4E91AF}"/>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89" name="Right Triangle 788">
              <a:extLst>
                <a:ext uri="{FF2B5EF4-FFF2-40B4-BE49-F238E27FC236}">
                  <a16:creationId xmlns:a16="http://schemas.microsoft.com/office/drawing/2014/main" id="{20475AE6-BFFE-BE1F-382E-67FF87A4EAEB}"/>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90" name="Group 789">
              <a:extLst>
                <a:ext uri="{FF2B5EF4-FFF2-40B4-BE49-F238E27FC236}">
                  <a16:creationId xmlns:a16="http://schemas.microsoft.com/office/drawing/2014/main" id="{9946C351-6069-3E47-B887-42F4DEAEBF99}"/>
                </a:ext>
              </a:extLst>
            </p:cNvPr>
            <p:cNvGrpSpPr/>
            <p:nvPr/>
          </p:nvGrpSpPr>
          <p:grpSpPr>
            <a:xfrm>
              <a:off x="3610502" y="2980132"/>
              <a:ext cx="37817" cy="61390"/>
              <a:chOff x="3883481" y="2057400"/>
              <a:chExt cx="1608363" cy="2652031"/>
            </a:xfrm>
            <a:solidFill>
              <a:srgbClr val="A6A6A6">
                <a:alpha val="20000"/>
              </a:srgbClr>
            </a:solidFill>
          </p:grpSpPr>
          <p:sp>
            <p:nvSpPr>
              <p:cNvPr id="791" name="Oval 27">
                <a:extLst>
                  <a:ext uri="{FF2B5EF4-FFF2-40B4-BE49-F238E27FC236}">
                    <a16:creationId xmlns:a16="http://schemas.microsoft.com/office/drawing/2014/main" id="{A1FE61FE-2840-9ED5-96B1-CFCC1C0D256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2" name="Oval 28">
                <a:extLst>
                  <a:ext uri="{FF2B5EF4-FFF2-40B4-BE49-F238E27FC236}">
                    <a16:creationId xmlns:a16="http://schemas.microsoft.com/office/drawing/2014/main" id="{5C941175-C47F-1787-E27D-11B6B1BC141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3" name="Group 792">
            <a:extLst>
              <a:ext uri="{FF2B5EF4-FFF2-40B4-BE49-F238E27FC236}">
                <a16:creationId xmlns:a16="http://schemas.microsoft.com/office/drawing/2014/main" id="{68AB01B9-FA30-3E86-CAE1-A9279541B2E4}"/>
              </a:ext>
            </a:extLst>
          </p:cNvPr>
          <p:cNvGrpSpPr/>
          <p:nvPr/>
        </p:nvGrpSpPr>
        <p:grpSpPr>
          <a:xfrm>
            <a:off x="1268380" y="2974053"/>
            <a:ext cx="721206" cy="609701"/>
            <a:chOff x="1268380" y="2974053"/>
            <a:chExt cx="721206" cy="609701"/>
          </a:xfrm>
        </p:grpSpPr>
        <p:sp>
          <p:nvSpPr>
            <p:cNvPr id="794" name="Rectangle 793">
              <a:extLst>
                <a:ext uri="{FF2B5EF4-FFF2-40B4-BE49-F238E27FC236}">
                  <a16:creationId xmlns:a16="http://schemas.microsoft.com/office/drawing/2014/main" id="{94A8F647-5926-DF72-0CC4-2550D81BC7CF}"/>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95" name="Right Triangle 794">
              <a:extLst>
                <a:ext uri="{FF2B5EF4-FFF2-40B4-BE49-F238E27FC236}">
                  <a16:creationId xmlns:a16="http://schemas.microsoft.com/office/drawing/2014/main" id="{56345DDA-467E-8642-C7C6-DEB29C1A3A2A}"/>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96" name="Group 795">
              <a:extLst>
                <a:ext uri="{FF2B5EF4-FFF2-40B4-BE49-F238E27FC236}">
                  <a16:creationId xmlns:a16="http://schemas.microsoft.com/office/drawing/2014/main" id="{91B50810-E6E5-F3FC-F553-67E6AB581768}"/>
                </a:ext>
              </a:extLst>
            </p:cNvPr>
            <p:cNvGrpSpPr/>
            <p:nvPr/>
          </p:nvGrpSpPr>
          <p:grpSpPr>
            <a:xfrm>
              <a:off x="1938973" y="2986452"/>
              <a:ext cx="37817" cy="61390"/>
              <a:chOff x="3883481" y="2057400"/>
              <a:chExt cx="1608363" cy="2652031"/>
            </a:xfrm>
            <a:solidFill>
              <a:srgbClr val="A6A6A6">
                <a:alpha val="20000"/>
              </a:srgbClr>
            </a:solidFill>
          </p:grpSpPr>
          <p:sp>
            <p:nvSpPr>
              <p:cNvPr id="797" name="Oval 27">
                <a:extLst>
                  <a:ext uri="{FF2B5EF4-FFF2-40B4-BE49-F238E27FC236}">
                    <a16:creationId xmlns:a16="http://schemas.microsoft.com/office/drawing/2014/main" id="{85427E60-D54D-3DE8-C2B3-46A365B852B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8" name="Oval 28">
                <a:extLst>
                  <a:ext uri="{FF2B5EF4-FFF2-40B4-BE49-F238E27FC236}">
                    <a16:creationId xmlns:a16="http://schemas.microsoft.com/office/drawing/2014/main" id="{C2AE3044-0AC5-C658-CFD4-C86781515CB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9" name="Group 798">
            <a:extLst>
              <a:ext uri="{FF2B5EF4-FFF2-40B4-BE49-F238E27FC236}">
                <a16:creationId xmlns:a16="http://schemas.microsoft.com/office/drawing/2014/main" id="{984911CB-7CE7-79DC-7B49-40E546B57EC8}"/>
              </a:ext>
            </a:extLst>
          </p:cNvPr>
          <p:cNvGrpSpPr/>
          <p:nvPr/>
        </p:nvGrpSpPr>
        <p:grpSpPr>
          <a:xfrm>
            <a:off x="2938534" y="811556"/>
            <a:ext cx="721206" cy="609701"/>
            <a:chOff x="2938534" y="811556"/>
            <a:chExt cx="721206" cy="609701"/>
          </a:xfrm>
        </p:grpSpPr>
        <p:sp>
          <p:nvSpPr>
            <p:cNvPr id="800" name="Rectangle 799">
              <a:extLst>
                <a:ext uri="{FF2B5EF4-FFF2-40B4-BE49-F238E27FC236}">
                  <a16:creationId xmlns:a16="http://schemas.microsoft.com/office/drawing/2014/main" id="{904E6474-A05D-A9A5-917B-B84A6C6C9145}"/>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801" name="Rectangle 800">
              <a:extLst>
                <a:ext uri="{FF2B5EF4-FFF2-40B4-BE49-F238E27FC236}">
                  <a16:creationId xmlns:a16="http://schemas.microsoft.com/office/drawing/2014/main" id="{8E3602AA-60BF-5DCC-1414-129B445591CC}"/>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2" name="Oval 15">
              <a:extLst>
                <a:ext uri="{FF2B5EF4-FFF2-40B4-BE49-F238E27FC236}">
                  <a16:creationId xmlns:a16="http://schemas.microsoft.com/office/drawing/2014/main" id="{C1D7C452-59EA-AB5B-B82D-33F5E298C774}"/>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03" name="Straight Connector 802">
              <a:extLst>
                <a:ext uri="{FF2B5EF4-FFF2-40B4-BE49-F238E27FC236}">
                  <a16:creationId xmlns:a16="http://schemas.microsoft.com/office/drawing/2014/main" id="{C8617752-A9D7-BAEC-A95A-1C144B811573}"/>
                </a:ext>
              </a:extLst>
            </p:cNvPr>
            <p:cNvCxnSpPr>
              <a:cxnSpLocks/>
              <a:stCxn id="802"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04" name="Straight Connector 803">
              <a:extLst>
                <a:ext uri="{FF2B5EF4-FFF2-40B4-BE49-F238E27FC236}">
                  <a16:creationId xmlns:a16="http://schemas.microsoft.com/office/drawing/2014/main" id="{8D73C37E-7391-1CC9-7E64-2C771C53EBE3}"/>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11" name="Group 810">
            <a:extLst>
              <a:ext uri="{FF2B5EF4-FFF2-40B4-BE49-F238E27FC236}">
                <a16:creationId xmlns:a16="http://schemas.microsoft.com/office/drawing/2014/main" id="{5F13E051-874A-79C0-D554-988D927B6247}"/>
              </a:ext>
            </a:extLst>
          </p:cNvPr>
          <p:cNvGrpSpPr/>
          <p:nvPr/>
        </p:nvGrpSpPr>
        <p:grpSpPr>
          <a:xfrm>
            <a:off x="431659" y="811556"/>
            <a:ext cx="721206" cy="609701"/>
            <a:chOff x="431659" y="811556"/>
            <a:chExt cx="721206" cy="609701"/>
          </a:xfrm>
        </p:grpSpPr>
        <p:sp>
          <p:nvSpPr>
            <p:cNvPr id="812" name="Rectangle 811">
              <a:extLst>
                <a:ext uri="{FF2B5EF4-FFF2-40B4-BE49-F238E27FC236}">
                  <a16:creationId xmlns:a16="http://schemas.microsoft.com/office/drawing/2014/main" id="{E9663A3C-AACF-F1C6-3B13-2609D8721062}"/>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813" name="Right Triangle 812">
              <a:extLst>
                <a:ext uri="{FF2B5EF4-FFF2-40B4-BE49-F238E27FC236}">
                  <a16:creationId xmlns:a16="http://schemas.microsoft.com/office/drawing/2014/main" id="{C1582DE1-D6ED-8669-C3AE-A96CDC5F2970}"/>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14" name="Group 813">
              <a:extLst>
                <a:ext uri="{FF2B5EF4-FFF2-40B4-BE49-F238E27FC236}">
                  <a16:creationId xmlns:a16="http://schemas.microsoft.com/office/drawing/2014/main" id="{205DB402-29B9-1A93-CFD0-E88DB5A3AE68}"/>
                </a:ext>
              </a:extLst>
            </p:cNvPr>
            <p:cNvGrpSpPr/>
            <p:nvPr/>
          </p:nvGrpSpPr>
          <p:grpSpPr>
            <a:xfrm>
              <a:off x="1100969" y="819591"/>
              <a:ext cx="37817" cy="61390"/>
              <a:chOff x="3883481" y="2057400"/>
              <a:chExt cx="1608363" cy="2652031"/>
            </a:xfrm>
            <a:solidFill>
              <a:srgbClr val="A6A6A6">
                <a:alpha val="20000"/>
              </a:srgbClr>
            </a:solidFill>
          </p:grpSpPr>
          <p:sp>
            <p:nvSpPr>
              <p:cNvPr id="815" name="Oval 27">
                <a:extLst>
                  <a:ext uri="{FF2B5EF4-FFF2-40B4-BE49-F238E27FC236}">
                    <a16:creationId xmlns:a16="http://schemas.microsoft.com/office/drawing/2014/main" id="{209FD13B-58E2-857D-1523-4AAE48A0C98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6" name="Oval 28">
                <a:extLst>
                  <a:ext uri="{FF2B5EF4-FFF2-40B4-BE49-F238E27FC236}">
                    <a16:creationId xmlns:a16="http://schemas.microsoft.com/office/drawing/2014/main" id="{345FAAB5-892C-24CD-2F77-A8EF2FF5D74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7" name="Group 816">
            <a:extLst>
              <a:ext uri="{FF2B5EF4-FFF2-40B4-BE49-F238E27FC236}">
                <a16:creationId xmlns:a16="http://schemas.microsoft.com/office/drawing/2014/main" id="{72438435-F1F9-AD56-34A5-F0338E73C46C}"/>
              </a:ext>
            </a:extLst>
          </p:cNvPr>
          <p:cNvGrpSpPr/>
          <p:nvPr/>
        </p:nvGrpSpPr>
        <p:grpSpPr>
          <a:xfrm>
            <a:off x="1267285" y="811556"/>
            <a:ext cx="721206" cy="609701"/>
            <a:chOff x="1267285" y="811556"/>
            <a:chExt cx="721206" cy="609701"/>
          </a:xfrm>
        </p:grpSpPr>
        <p:sp>
          <p:nvSpPr>
            <p:cNvPr id="818" name="Rectangle 817">
              <a:extLst>
                <a:ext uri="{FF2B5EF4-FFF2-40B4-BE49-F238E27FC236}">
                  <a16:creationId xmlns:a16="http://schemas.microsoft.com/office/drawing/2014/main" id="{A7FCBB15-BA16-30EF-C3FA-CB4E73AA8D8A}"/>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19" name="Right Triangle 818">
              <a:extLst>
                <a:ext uri="{FF2B5EF4-FFF2-40B4-BE49-F238E27FC236}">
                  <a16:creationId xmlns:a16="http://schemas.microsoft.com/office/drawing/2014/main" id="{0C60825F-BD10-02F2-0717-13E1D4654F0D}"/>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20" name="Group 819">
              <a:extLst>
                <a:ext uri="{FF2B5EF4-FFF2-40B4-BE49-F238E27FC236}">
                  <a16:creationId xmlns:a16="http://schemas.microsoft.com/office/drawing/2014/main" id="{663CE467-4D04-629D-61EC-27002C166D18}"/>
                </a:ext>
              </a:extLst>
            </p:cNvPr>
            <p:cNvGrpSpPr/>
            <p:nvPr/>
          </p:nvGrpSpPr>
          <p:grpSpPr>
            <a:xfrm>
              <a:off x="1937878" y="819591"/>
              <a:ext cx="37817" cy="61390"/>
              <a:chOff x="3883481" y="2057400"/>
              <a:chExt cx="1608363" cy="2652031"/>
            </a:xfrm>
            <a:solidFill>
              <a:srgbClr val="A6A6A6">
                <a:alpha val="20000"/>
              </a:srgbClr>
            </a:solidFill>
          </p:grpSpPr>
          <p:sp>
            <p:nvSpPr>
              <p:cNvPr id="821" name="Oval 27">
                <a:extLst>
                  <a:ext uri="{FF2B5EF4-FFF2-40B4-BE49-F238E27FC236}">
                    <a16:creationId xmlns:a16="http://schemas.microsoft.com/office/drawing/2014/main" id="{1316ECB6-2966-4ACB-247A-4FB42F21E03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22" name="Oval 28">
                <a:extLst>
                  <a:ext uri="{FF2B5EF4-FFF2-40B4-BE49-F238E27FC236}">
                    <a16:creationId xmlns:a16="http://schemas.microsoft.com/office/drawing/2014/main" id="{26D50318-D69D-1771-4050-2413950FEC7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29" name="Group 828">
            <a:extLst>
              <a:ext uri="{FF2B5EF4-FFF2-40B4-BE49-F238E27FC236}">
                <a16:creationId xmlns:a16="http://schemas.microsoft.com/office/drawing/2014/main" id="{8B8975C8-E10B-4508-BC92-A16EB13762C9}"/>
              </a:ext>
            </a:extLst>
          </p:cNvPr>
          <p:cNvGrpSpPr/>
          <p:nvPr/>
        </p:nvGrpSpPr>
        <p:grpSpPr>
          <a:xfrm>
            <a:off x="2889438" y="751337"/>
            <a:ext cx="5022643" cy="5001728"/>
            <a:chOff x="2889438" y="751337"/>
            <a:chExt cx="5022643" cy="5001728"/>
          </a:xfrm>
        </p:grpSpPr>
        <p:cxnSp>
          <p:nvCxnSpPr>
            <p:cNvPr id="830" name="Straight Connector 829">
              <a:extLst>
                <a:ext uri="{FF2B5EF4-FFF2-40B4-BE49-F238E27FC236}">
                  <a16:creationId xmlns:a16="http://schemas.microsoft.com/office/drawing/2014/main" id="{58E05DC6-CA75-6BA5-16E3-4E425640BB55}"/>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1" name="Straight Connector 830">
              <a:extLst>
                <a:ext uri="{FF2B5EF4-FFF2-40B4-BE49-F238E27FC236}">
                  <a16:creationId xmlns:a16="http://schemas.microsoft.com/office/drawing/2014/main" id="{50B36E39-9FE7-ADFB-A73E-6DFB57946AA4}"/>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2" name="Straight Connector 831">
              <a:extLst>
                <a:ext uri="{FF2B5EF4-FFF2-40B4-BE49-F238E27FC236}">
                  <a16:creationId xmlns:a16="http://schemas.microsoft.com/office/drawing/2014/main" id="{131F79B9-2FDE-0C55-4052-57DFD1E043CD}"/>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3" name="Straight Connector 832">
              <a:extLst>
                <a:ext uri="{FF2B5EF4-FFF2-40B4-BE49-F238E27FC236}">
                  <a16:creationId xmlns:a16="http://schemas.microsoft.com/office/drawing/2014/main" id="{C6E29724-6C9E-B79B-3B64-9B27FC4A502F}"/>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4" name="Straight Connector 833">
              <a:extLst>
                <a:ext uri="{FF2B5EF4-FFF2-40B4-BE49-F238E27FC236}">
                  <a16:creationId xmlns:a16="http://schemas.microsoft.com/office/drawing/2014/main" id="{56C1815E-FB40-FEC4-946C-5E74A7A424C5}"/>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5" name="Straight Connector 834">
              <a:extLst>
                <a:ext uri="{FF2B5EF4-FFF2-40B4-BE49-F238E27FC236}">
                  <a16:creationId xmlns:a16="http://schemas.microsoft.com/office/drawing/2014/main" id="{BFAF85F8-3D41-9D29-453E-29B2E71ED263}"/>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6" name="Straight Connector 835">
              <a:extLst>
                <a:ext uri="{FF2B5EF4-FFF2-40B4-BE49-F238E27FC236}">
                  <a16:creationId xmlns:a16="http://schemas.microsoft.com/office/drawing/2014/main" id="{3DA7DA2F-50BB-2EFE-C11A-2CB88C270BA4}"/>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7" name="Straight Connector 836">
              <a:extLst>
                <a:ext uri="{FF2B5EF4-FFF2-40B4-BE49-F238E27FC236}">
                  <a16:creationId xmlns:a16="http://schemas.microsoft.com/office/drawing/2014/main" id="{AD637464-1A39-C430-5F98-B6DE002AAA6B}"/>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8" name="Straight Connector 837">
              <a:extLst>
                <a:ext uri="{FF2B5EF4-FFF2-40B4-BE49-F238E27FC236}">
                  <a16:creationId xmlns:a16="http://schemas.microsoft.com/office/drawing/2014/main" id="{DDFF651E-AB67-FA50-61D5-E0DA829095AD}"/>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9" name="Straight Connector 838">
              <a:extLst>
                <a:ext uri="{FF2B5EF4-FFF2-40B4-BE49-F238E27FC236}">
                  <a16:creationId xmlns:a16="http://schemas.microsoft.com/office/drawing/2014/main" id="{81690DC6-82FE-A9C7-996E-AF2DD3D1FD55}"/>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53" name="Group 852">
            <a:extLst>
              <a:ext uri="{FF2B5EF4-FFF2-40B4-BE49-F238E27FC236}">
                <a16:creationId xmlns:a16="http://schemas.microsoft.com/office/drawing/2014/main" id="{F227BF7F-3163-0DC6-01ED-CA1AD2E24DC8}"/>
              </a:ext>
            </a:extLst>
          </p:cNvPr>
          <p:cNvGrpSpPr/>
          <p:nvPr/>
        </p:nvGrpSpPr>
        <p:grpSpPr>
          <a:xfrm>
            <a:off x="2099604" y="5136552"/>
            <a:ext cx="721206" cy="609701"/>
            <a:chOff x="2099604" y="5136552"/>
            <a:chExt cx="721206" cy="609701"/>
          </a:xfrm>
        </p:grpSpPr>
        <p:sp>
          <p:nvSpPr>
            <p:cNvPr id="854" name="Rectangle 853">
              <a:extLst>
                <a:ext uri="{FF2B5EF4-FFF2-40B4-BE49-F238E27FC236}">
                  <a16:creationId xmlns:a16="http://schemas.microsoft.com/office/drawing/2014/main" id="{65D8D514-7E9B-A63F-CECA-1C7664794DAF}"/>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855" name="Right Triangle 854">
              <a:extLst>
                <a:ext uri="{FF2B5EF4-FFF2-40B4-BE49-F238E27FC236}">
                  <a16:creationId xmlns:a16="http://schemas.microsoft.com/office/drawing/2014/main" id="{3E4D629F-7819-97B8-5B48-76180A0E0D19}"/>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6" name="Group 855">
              <a:extLst>
                <a:ext uri="{FF2B5EF4-FFF2-40B4-BE49-F238E27FC236}">
                  <a16:creationId xmlns:a16="http://schemas.microsoft.com/office/drawing/2014/main" id="{75BE0A66-B5CB-3EEB-FA4C-CD511BAE1158}"/>
                </a:ext>
              </a:extLst>
            </p:cNvPr>
            <p:cNvGrpSpPr/>
            <p:nvPr/>
          </p:nvGrpSpPr>
          <p:grpSpPr>
            <a:xfrm>
              <a:off x="2765661" y="5151382"/>
              <a:ext cx="37817" cy="61390"/>
              <a:chOff x="3883481" y="2057400"/>
              <a:chExt cx="1608363" cy="2652031"/>
            </a:xfrm>
            <a:solidFill>
              <a:srgbClr val="A6A6A6">
                <a:alpha val="20000"/>
              </a:srgbClr>
            </a:solidFill>
          </p:grpSpPr>
          <p:sp>
            <p:nvSpPr>
              <p:cNvPr id="857" name="Oval 27">
                <a:extLst>
                  <a:ext uri="{FF2B5EF4-FFF2-40B4-BE49-F238E27FC236}">
                    <a16:creationId xmlns:a16="http://schemas.microsoft.com/office/drawing/2014/main" id="{29E95A79-ABF8-E73D-4EFA-8654AA16E04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8" name="Oval 28">
                <a:extLst>
                  <a:ext uri="{FF2B5EF4-FFF2-40B4-BE49-F238E27FC236}">
                    <a16:creationId xmlns:a16="http://schemas.microsoft.com/office/drawing/2014/main" id="{16785B4D-F66A-6999-E827-2765984AB3C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65" name="Group 864">
            <a:extLst>
              <a:ext uri="{FF2B5EF4-FFF2-40B4-BE49-F238E27FC236}">
                <a16:creationId xmlns:a16="http://schemas.microsoft.com/office/drawing/2014/main" id="{6F175086-4BB9-6475-5E21-77A70DFC8889}"/>
              </a:ext>
            </a:extLst>
          </p:cNvPr>
          <p:cNvGrpSpPr/>
          <p:nvPr/>
        </p:nvGrpSpPr>
        <p:grpSpPr>
          <a:xfrm>
            <a:off x="2937173" y="4419601"/>
            <a:ext cx="721206" cy="610396"/>
            <a:chOff x="2937173" y="4419601"/>
            <a:chExt cx="721206" cy="610396"/>
          </a:xfrm>
        </p:grpSpPr>
        <p:sp>
          <p:nvSpPr>
            <p:cNvPr id="866" name="Rectangle 865">
              <a:extLst>
                <a:ext uri="{FF2B5EF4-FFF2-40B4-BE49-F238E27FC236}">
                  <a16:creationId xmlns:a16="http://schemas.microsoft.com/office/drawing/2014/main" id="{8E665482-86EA-04C9-70F1-59AB85F476F5}"/>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67" name="Right Triangle 866">
              <a:extLst>
                <a:ext uri="{FF2B5EF4-FFF2-40B4-BE49-F238E27FC236}">
                  <a16:creationId xmlns:a16="http://schemas.microsoft.com/office/drawing/2014/main" id="{EB55B28D-787D-CE13-1D13-928421A239B3}"/>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68" name="Group 867">
              <a:extLst>
                <a:ext uri="{FF2B5EF4-FFF2-40B4-BE49-F238E27FC236}">
                  <a16:creationId xmlns:a16="http://schemas.microsoft.com/office/drawing/2014/main" id="{41BB25A8-1325-9287-4DB5-E923D4BC1164}"/>
                </a:ext>
              </a:extLst>
            </p:cNvPr>
            <p:cNvGrpSpPr/>
            <p:nvPr/>
          </p:nvGrpSpPr>
          <p:grpSpPr>
            <a:xfrm>
              <a:off x="3607766" y="4425699"/>
              <a:ext cx="37817" cy="61390"/>
              <a:chOff x="3883481" y="2057400"/>
              <a:chExt cx="1608363" cy="2652031"/>
            </a:xfrm>
            <a:solidFill>
              <a:srgbClr val="A6A6A6">
                <a:alpha val="20000"/>
              </a:srgbClr>
            </a:solidFill>
          </p:grpSpPr>
          <p:sp>
            <p:nvSpPr>
              <p:cNvPr id="869" name="Oval 27">
                <a:extLst>
                  <a:ext uri="{FF2B5EF4-FFF2-40B4-BE49-F238E27FC236}">
                    <a16:creationId xmlns:a16="http://schemas.microsoft.com/office/drawing/2014/main" id="{7D156819-34B7-6F83-D3C7-8E1A01F9EAD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0" name="Oval 28">
                <a:extLst>
                  <a:ext uri="{FF2B5EF4-FFF2-40B4-BE49-F238E27FC236}">
                    <a16:creationId xmlns:a16="http://schemas.microsoft.com/office/drawing/2014/main" id="{E680AB98-2EA6-CA23-3B55-106E33F7298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75" name="Group 874">
            <a:extLst>
              <a:ext uri="{FF2B5EF4-FFF2-40B4-BE49-F238E27FC236}">
                <a16:creationId xmlns:a16="http://schemas.microsoft.com/office/drawing/2014/main" id="{39A926D2-490F-B1CB-85E2-F7C262D88785}"/>
              </a:ext>
            </a:extLst>
          </p:cNvPr>
          <p:cNvGrpSpPr/>
          <p:nvPr/>
        </p:nvGrpSpPr>
        <p:grpSpPr>
          <a:xfrm>
            <a:off x="5458940" y="5135305"/>
            <a:ext cx="721206" cy="609701"/>
            <a:chOff x="5458940" y="5135305"/>
            <a:chExt cx="721206" cy="609701"/>
          </a:xfrm>
        </p:grpSpPr>
        <p:sp>
          <p:nvSpPr>
            <p:cNvPr id="876" name="Rectangle 875">
              <a:hlinkHover r:id="" action="ppaction://noaction" highlightClick="1"/>
              <a:extLst>
                <a:ext uri="{FF2B5EF4-FFF2-40B4-BE49-F238E27FC236}">
                  <a16:creationId xmlns:a16="http://schemas.microsoft.com/office/drawing/2014/main" id="{60F73BEF-E297-C6CF-2E44-45E2F4444AF5}"/>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77" name="Oval 876">
              <a:extLst>
                <a:ext uri="{FF2B5EF4-FFF2-40B4-BE49-F238E27FC236}">
                  <a16:creationId xmlns:a16="http://schemas.microsoft.com/office/drawing/2014/main" id="{03D171A5-4C1F-45DD-C69B-649E49AAD602}"/>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8" name="Isosceles Triangle 648">
              <a:extLst>
                <a:ext uri="{FF2B5EF4-FFF2-40B4-BE49-F238E27FC236}">
                  <a16:creationId xmlns:a16="http://schemas.microsoft.com/office/drawing/2014/main" id="{279691DC-7849-4F1A-3DB1-325258CB6230}"/>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9" name="Group 878">
            <a:extLst>
              <a:ext uri="{FF2B5EF4-FFF2-40B4-BE49-F238E27FC236}">
                <a16:creationId xmlns:a16="http://schemas.microsoft.com/office/drawing/2014/main" id="{7954B1E5-6A94-BD74-1A21-4A680010565D}"/>
              </a:ext>
            </a:extLst>
          </p:cNvPr>
          <p:cNvGrpSpPr/>
          <p:nvPr/>
        </p:nvGrpSpPr>
        <p:grpSpPr>
          <a:xfrm>
            <a:off x="6289146" y="5141017"/>
            <a:ext cx="721206" cy="609701"/>
            <a:chOff x="6289146" y="5141017"/>
            <a:chExt cx="721206" cy="609701"/>
          </a:xfrm>
        </p:grpSpPr>
        <p:sp>
          <p:nvSpPr>
            <p:cNvPr id="880" name="Rectangle 879">
              <a:hlinkHover r:id="" action="ppaction://noaction" highlightClick="1"/>
              <a:extLst>
                <a:ext uri="{FF2B5EF4-FFF2-40B4-BE49-F238E27FC236}">
                  <a16:creationId xmlns:a16="http://schemas.microsoft.com/office/drawing/2014/main" id="{04BB7E95-1FDC-801C-FEA6-C58B84A3420D}"/>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81" name="Oval 880">
              <a:extLst>
                <a:ext uri="{FF2B5EF4-FFF2-40B4-BE49-F238E27FC236}">
                  <a16:creationId xmlns:a16="http://schemas.microsoft.com/office/drawing/2014/main" id="{3621360B-3AAC-1C89-2751-08DD1DF3D0E2}"/>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2" name="Isosceles Triangle 648">
              <a:extLst>
                <a:ext uri="{FF2B5EF4-FFF2-40B4-BE49-F238E27FC236}">
                  <a16:creationId xmlns:a16="http://schemas.microsoft.com/office/drawing/2014/main" id="{0FCECA03-D598-19C5-B5FE-669522DF50C3}"/>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3" name="Group 882">
            <a:extLst>
              <a:ext uri="{FF2B5EF4-FFF2-40B4-BE49-F238E27FC236}">
                <a16:creationId xmlns:a16="http://schemas.microsoft.com/office/drawing/2014/main" id="{2AFBA247-7166-E7E3-DE02-AE0791A13CE3}"/>
              </a:ext>
            </a:extLst>
          </p:cNvPr>
          <p:cNvGrpSpPr/>
          <p:nvPr/>
        </p:nvGrpSpPr>
        <p:grpSpPr>
          <a:xfrm>
            <a:off x="7122911" y="4419624"/>
            <a:ext cx="721206" cy="609701"/>
            <a:chOff x="7122911" y="4419624"/>
            <a:chExt cx="721206" cy="609701"/>
          </a:xfrm>
        </p:grpSpPr>
        <p:sp>
          <p:nvSpPr>
            <p:cNvPr id="884" name="Rectangle 883">
              <a:hlinkHover r:id="" action="ppaction://noaction" highlightClick="1"/>
              <a:extLst>
                <a:ext uri="{FF2B5EF4-FFF2-40B4-BE49-F238E27FC236}">
                  <a16:creationId xmlns:a16="http://schemas.microsoft.com/office/drawing/2014/main" id="{B40889E8-9D19-99D9-9240-F35050431C07}"/>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85" name="Oval 884">
              <a:extLst>
                <a:ext uri="{FF2B5EF4-FFF2-40B4-BE49-F238E27FC236}">
                  <a16:creationId xmlns:a16="http://schemas.microsoft.com/office/drawing/2014/main" id="{A732FF88-8735-2ECA-6E52-DA94DB6955A2}"/>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6" name="Isosceles Triangle 648">
              <a:extLst>
                <a:ext uri="{FF2B5EF4-FFF2-40B4-BE49-F238E27FC236}">
                  <a16:creationId xmlns:a16="http://schemas.microsoft.com/office/drawing/2014/main" id="{BA732DB7-A6F8-F67A-C9FD-99334045E892}"/>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1" name="Group 890">
            <a:extLst>
              <a:ext uri="{FF2B5EF4-FFF2-40B4-BE49-F238E27FC236}">
                <a16:creationId xmlns:a16="http://schemas.microsoft.com/office/drawing/2014/main" id="{15F41411-2B94-B8D3-113A-B626998CA2C3}"/>
              </a:ext>
            </a:extLst>
          </p:cNvPr>
          <p:cNvGrpSpPr/>
          <p:nvPr/>
        </p:nvGrpSpPr>
        <p:grpSpPr>
          <a:xfrm>
            <a:off x="5454385" y="4419624"/>
            <a:ext cx="721206" cy="609701"/>
            <a:chOff x="5454385" y="4419624"/>
            <a:chExt cx="721206" cy="609701"/>
          </a:xfrm>
        </p:grpSpPr>
        <p:sp>
          <p:nvSpPr>
            <p:cNvPr id="892" name="Rectangle 891">
              <a:hlinkHover r:id="" action="ppaction://noaction" highlightClick="1"/>
              <a:extLst>
                <a:ext uri="{FF2B5EF4-FFF2-40B4-BE49-F238E27FC236}">
                  <a16:creationId xmlns:a16="http://schemas.microsoft.com/office/drawing/2014/main" id="{482244A9-690D-0B11-3FFC-5C4CAFA6BA0C}"/>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93" name="Oval 892">
              <a:extLst>
                <a:ext uri="{FF2B5EF4-FFF2-40B4-BE49-F238E27FC236}">
                  <a16:creationId xmlns:a16="http://schemas.microsoft.com/office/drawing/2014/main" id="{12DBD253-567F-3FCA-CB59-9A49A3031629}"/>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4" name="Isosceles Triangle 648">
              <a:extLst>
                <a:ext uri="{FF2B5EF4-FFF2-40B4-BE49-F238E27FC236}">
                  <a16:creationId xmlns:a16="http://schemas.microsoft.com/office/drawing/2014/main" id="{3B116577-F4EF-9554-CED6-5F6884E289F6}"/>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5" name="Group 894">
            <a:extLst>
              <a:ext uri="{FF2B5EF4-FFF2-40B4-BE49-F238E27FC236}">
                <a16:creationId xmlns:a16="http://schemas.microsoft.com/office/drawing/2014/main" id="{925F5341-30D9-D3B3-2A66-AB5C01DA43BE}"/>
              </a:ext>
            </a:extLst>
          </p:cNvPr>
          <p:cNvGrpSpPr/>
          <p:nvPr/>
        </p:nvGrpSpPr>
        <p:grpSpPr>
          <a:xfrm>
            <a:off x="3775041" y="5130133"/>
            <a:ext cx="721895" cy="609700"/>
            <a:chOff x="3775041" y="5130133"/>
            <a:chExt cx="721895" cy="609700"/>
          </a:xfrm>
        </p:grpSpPr>
        <p:sp>
          <p:nvSpPr>
            <p:cNvPr id="896" name="Rectangle 895">
              <a:hlinkHover r:id="" action="ppaction://noaction" highlightClick="1"/>
              <a:extLst>
                <a:ext uri="{FF2B5EF4-FFF2-40B4-BE49-F238E27FC236}">
                  <a16:creationId xmlns:a16="http://schemas.microsoft.com/office/drawing/2014/main" id="{700C4E7C-05EB-0D6E-C2F6-4A508F8A1AAA}"/>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97" name="Diamond 896">
              <a:extLst>
                <a:ext uri="{FF2B5EF4-FFF2-40B4-BE49-F238E27FC236}">
                  <a16:creationId xmlns:a16="http://schemas.microsoft.com/office/drawing/2014/main" id="{C8FCB533-452F-0FAF-0075-659913E7DB5A}"/>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8" name="Oval 897">
              <a:extLst>
                <a:ext uri="{FF2B5EF4-FFF2-40B4-BE49-F238E27FC236}">
                  <a16:creationId xmlns:a16="http://schemas.microsoft.com/office/drawing/2014/main" id="{245AD5A0-0DA8-1E38-4C22-5A3B1AD2C55D}"/>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9" name="Group 898">
            <a:extLst>
              <a:ext uri="{FF2B5EF4-FFF2-40B4-BE49-F238E27FC236}">
                <a16:creationId xmlns:a16="http://schemas.microsoft.com/office/drawing/2014/main" id="{0212483E-5BBC-2FAD-79F7-0E8FD1E7968F}"/>
              </a:ext>
            </a:extLst>
          </p:cNvPr>
          <p:cNvGrpSpPr/>
          <p:nvPr/>
        </p:nvGrpSpPr>
        <p:grpSpPr>
          <a:xfrm>
            <a:off x="4618174" y="5130748"/>
            <a:ext cx="721895" cy="609700"/>
            <a:chOff x="4618174" y="5130748"/>
            <a:chExt cx="721895" cy="609700"/>
          </a:xfrm>
        </p:grpSpPr>
        <p:sp>
          <p:nvSpPr>
            <p:cNvPr id="900" name="Rectangle 899">
              <a:hlinkHover r:id="" action="ppaction://noaction" highlightClick="1"/>
              <a:extLst>
                <a:ext uri="{FF2B5EF4-FFF2-40B4-BE49-F238E27FC236}">
                  <a16:creationId xmlns:a16="http://schemas.microsoft.com/office/drawing/2014/main" id="{DEFC537A-77AF-7116-1D5D-2AA1AFA89FB5}"/>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901" name="Diamond 900">
              <a:extLst>
                <a:ext uri="{FF2B5EF4-FFF2-40B4-BE49-F238E27FC236}">
                  <a16:creationId xmlns:a16="http://schemas.microsoft.com/office/drawing/2014/main" id="{BD6752C2-C663-5730-F569-3B41F64A0BC5}"/>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2" name="Oval 901">
              <a:extLst>
                <a:ext uri="{FF2B5EF4-FFF2-40B4-BE49-F238E27FC236}">
                  <a16:creationId xmlns:a16="http://schemas.microsoft.com/office/drawing/2014/main" id="{D802B90F-6312-3BAD-6948-707F699483A1}"/>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3" name="Group 902">
            <a:extLst>
              <a:ext uri="{FF2B5EF4-FFF2-40B4-BE49-F238E27FC236}">
                <a16:creationId xmlns:a16="http://schemas.microsoft.com/office/drawing/2014/main" id="{6751FB1B-F89E-F19C-04C3-39336CA0C8B7}"/>
              </a:ext>
            </a:extLst>
          </p:cNvPr>
          <p:cNvGrpSpPr/>
          <p:nvPr/>
        </p:nvGrpSpPr>
        <p:grpSpPr>
          <a:xfrm>
            <a:off x="7125833" y="5143368"/>
            <a:ext cx="721206" cy="609701"/>
            <a:chOff x="7125833" y="5143368"/>
            <a:chExt cx="721206" cy="609701"/>
          </a:xfrm>
        </p:grpSpPr>
        <p:sp>
          <p:nvSpPr>
            <p:cNvPr id="904" name="Rectangle 903">
              <a:hlinkHover r:id="" action="ppaction://noaction" highlightClick="1"/>
              <a:extLst>
                <a:ext uri="{FF2B5EF4-FFF2-40B4-BE49-F238E27FC236}">
                  <a16:creationId xmlns:a16="http://schemas.microsoft.com/office/drawing/2014/main" id="{CD1667AB-1BCD-5DD7-1FD4-1106922F78DA}"/>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905" name="Oval 904">
              <a:extLst>
                <a:ext uri="{FF2B5EF4-FFF2-40B4-BE49-F238E27FC236}">
                  <a16:creationId xmlns:a16="http://schemas.microsoft.com/office/drawing/2014/main" id="{B4463DCC-7ED5-2EE4-2D88-9E7DDF141CFA}"/>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6" name="Isosceles Triangle 648">
              <a:extLst>
                <a:ext uri="{FF2B5EF4-FFF2-40B4-BE49-F238E27FC236}">
                  <a16:creationId xmlns:a16="http://schemas.microsoft.com/office/drawing/2014/main" id="{93BB1E5B-7E27-D638-2789-1CDE682942CB}"/>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7" name="Group 906">
            <a:extLst>
              <a:ext uri="{FF2B5EF4-FFF2-40B4-BE49-F238E27FC236}">
                <a16:creationId xmlns:a16="http://schemas.microsoft.com/office/drawing/2014/main" id="{81A5350F-174D-AC74-5121-468DFD2DDD11}"/>
              </a:ext>
            </a:extLst>
          </p:cNvPr>
          <p:cNvGrpSpPr/>
          <p:nvPr/>
        </p:nvGrpSpPr>
        <p:grpSpPr>
          <a:xfrm>
            <a:off x="7122911" y="3698231"/>
            <a:ext cx="721206" cy="609701"/>
            <a:chOff x="7122911" y="3698231"/>
            <a:chExt cx="721206" cy="609701"/>
          </a:xfrm>
        </p:grpSpPr>
        <p:sp>
          <p:nvSpPr>
            <p:cNvPr id="908" name="Rectangle 907">
              <a:hlinkHover r:id="" action="ppaction://noaction" highlightClick="1"/>
              <a:extLst>
                <a:ext uri="{FF2B5EF4-FFF2-40B4-BE49-F238E27FC236}">
                  <a16:creationId xmlns:a16="http://schemas.microsoft.com/office/drawing/2014/main" id="{2930C3C5-9613-0144-FBD5-BC34D6407627}"/>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909" name="Oval 908">
              <a:extLst>
                <a:ext uri="{FF2B5EF4-FFF2-40B4-BE49-F238E27FC236}">
                  <a16:creationId xmlns:a16="http://schemas.microsoft.com/office/drawing/2014/main" id="{DAF19384-3BB9-E7AA-6174-A21E71438978}"/>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0" name="Isosceles Triangle 648">
              <a:extLst>
                <a:ext uri="{FF2B5EF4-FFF2-40B4-BE49-F238E27FC236}">
                  <a16:creationId xmlns:a16="http://schemas.microsoft.com/office/drawing/2014/main" id="{5B55B35C-72B6-E6B7-85B7-02D4B78E2362}"/>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1" name="Group 910">
            <a:extLst>
              <a:ext uri="{FF2B5EF4-FFF2-40B4-BE49-F238E27FC236}">
                <a16:creationId xmlns:a16="http://schemas.microsoft.com/office/drawing/2014/main" id="{6CAD97AC-0F13-5A0B-A43C-FCB039E6C09E}"/>
              </a:ext>
            </a:extLst>
          </p:cNvPr>
          <p:cNvGrpSpPr/>
          <p:nvPr/>
        </p:nvGrpSpPr>
        <p:grpSpPr>
          <a:xfrm>
            <a:off x="6286224" y="3620338"/>
            <a:ext cx="721206" cy="687594"/>
            <a:chOff x="6286224" y="3620338"/>
            <a:chExt cx="721206" cy="687594"/>
          </a:xfrm>
        </p:grpSpPr>
        <p:cxnSp>
          <p:nvCxnSpPr>
            <p:cNvPr id="912" name="Straight Connector 911">
              <a:extLst>
                <a:ext uri="{FF2B5EF4-FFF2-40B4-BE49-F238E27FC236}">
                  <a16:creationId xmlns:a16="http://schemas.microsoft.com/office/drawing/2014/main" id="{8ADF386E-6AAE-8C1A-1DF6-FE2DD6B34626}"/>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913" name="Rectangle 912">
              <a:hlinkHover r:id="" action="ppaction://noaction" highlightClick="1"/>
              <a:extLst>
                <a:ext uri="{FF2B5EF4-FFF2-40B4-BE49-F238E27FC236}">
                  <a16:creationId xmlns:a16="http://schemas.microsoft.com/office/drawing/2014/main" id="{2D66EBA6-949F-812F-7513-E9D6A2982EF2}"/>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14" name="Oval 913">
              <a:extLst>
                <a:ext uri="{FF2B5EF4-FFF2-40B4-BE49-F238E27FC236}">
                  <a16:creationId xmlns:a16="http://schemas.microsoft.com/office/drawing/2014/main" id="{309EA22E-A4D3-ED4E-4AD8-5BC46CA36683}"/>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5" name="Isosceles Triangle 648">
              <a:extLst>
                <a:ext uri="{FF2B5EF4-FFF2-40B4-BE49-F238E27FC236}">
                  <a16:creationId xmlns:a16="http://schemas.microsoft.com/office/drawing/2014/main" id="{F9B24DD6-DE36-F63F-7086-30D8346B1173}"/>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82" name="Group 1681">
            <a:extLst>
              <a:ext uri="{FF2B5EF4-FFF2-40B4-BE49-F238E27FC236}">
                <a16:creationId xmlns:a16="http://schemas.microsoft.com/office/drawing/2014/main" id="{F0EA5FC2-8404-EAD4-D933-45F9D9AE7184}"/>
              </a:ext>
            </a:extLst>
          </p:cNvPr>
          <p:cNvGrpSpPr/>
          <p:nvPr/>
        </p:nvGrpSpPr>
        <p:grpSpPr>
          <a:xfrm>
            <a:off x="3779655" y="811556"/>
            <a:ext cx="721206" cy="609701"/>
            <a:chOff x="3779655" y="811556"/>
            <a:chExt cx="721206" cy="609701"/>
          </a:xfrm>
        </p:grpSpPr>
        <p:sp>
          <p:nvSpPr>
            <p:cNvPr id="1683" name="Rectangle 1682">
              <a:extLst>
                <a:ext uri="{FF2B5EF4-FFF2-40B4-BE49-F238E27FC236}">
                  <a16:creationId xmlns:a16="http://schemas.microsoft.com/office/drawing/2014/main" id="{E0DFDD2D-A337-2E88-1A26-11E56B8E9060}"/>
                </a:ext>
              </a:extLst>
            </p:cNvPr>
            <p:cNvSpPr/>
            <p:nvPr/>
          </p:nvSpPr>
          <p:spPr>
            <a:xfrm>
              <a:off x="3779655"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1684" name="Rectangle 1683">
              <a:extLst>
                <a:ext uri="{FF2B5EF4-FFF2-40B4-BE49-F238E27FC236}">
                  <a16:creationId xmlns:a16="http://schemas.microsoft.com/office/drawing/2014/main" id="{7689B5E6-AFFE-3AD8-A67A-9B5937744115}"/>
                </a:ext>
              </a:extLst>
            </p:cNvPr>
            <p:cNvSpPr/>
            <p:nvPr/>
          </p:nvSpPr>
          <p:spPr>
            <a:xfrm flipV="1">
              <a:off x="4395608"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5" name="Oval 15">
              <a:extLst>
                <a:ext uri="{FF2B5EF4-FFF2-40B4-BE49-F238E27FC236}">
                  <a16:creationId xmlns:a16="http://schemas.microsoft.com/office/drawing/2014/main" id="{4583FD94-5C5A-56CD-9D3E-8C8D777A4F6F}"/>
                </a:ext>
              </a:extLst>
            </p:cNvPr>
            <p:cNvSpPr/>
            <p:nvPr/>
          </p:nvSpPr>
          <p:spPr>
            <a:xfrm>
              <a:off x="4422997"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no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86" name="Straight Connector 1685">
              <a:extLst>
                <a:ext uri="{FF2B5EF4-FFF2-40B4-BE49-F238E27FC236}">
                  <a16:creationId xmlns:a16="http://schemas.microsoft.com/office/drawing/2014/main" id="{F376B946-FBD4-2138-661E-821D85524B19}"/>
                </a:ext>
              </a:extLst>
            </p:cNvPr>
            <p:cNvCxnSpPr>
              <a:cxnSpLocks/>
              <a:stCxn id="1685" idx="0"/>
            </p:cNvCxnSpPr>
            <p:nvPr/>
          </p:nvCxnSpPr>
          <p:spPr>
            <a:xfrm flipV="1">
              <a:off x="4428694"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87" name="Straight Connector 1686">
              <a:extLst>
                <a:ext uri="{FF2B5EF4-FFF2-40B4-BE49-F238E27FC236}">
                  <a16:creationId xmlns:a16="http://schemas.microsoft.com/office/drawing/2014/main" id="{92DF37D8-7FA0-2C0B-FEBA-013DA979728A}"/>
                </a:ext>
              </a:extLst>
            </p:cNvPr>
            <p:cNvCxnSpPr>
              <a:cxnSpLocks/>
            </p:cNvCxnSpPr>
            <p:nvPr/>
          </p:nvCxnSpPr>
          <p:spPr>
            <a:xfrm>
              <a:off x="4434413"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88" name="Group 1687">
            <a:extLst>
              <a:ext uri="{FF2B5EF4-FFF2-40B4-BE49-F238E27FC236}">
                <a16:creationId xmlns:a16="http://schemas.microsoft.com/office/drawing/2014/main" id="{682CE30F-3662-BB39-0CE8-BA94D0770577}"/>
              </a:ext>
            </a:extLst>
          </p:cNvPr>
          <p:cNvGrpSpPr/>
          <p:nvPr/>
        </p:nvGrpSpPr>
        <p:grpSpPr>
          <a:xfrm>
            <a:off x="5448055" y="1532276"/>
            <a:ext cx="721206" cy="609701"/>
            <a:chOff x="5448055" y="1532276"/>
            <a:chExt cx="721206" cy="609701"/>
          </a:xfrm>
        </p:grpSpPr>
        <p:sp>
          <p:nvSpPr>
            <p:cNvPr id="1689" name="Rectangle 1688">
              <a:extLst>
                <a:ext uri="{FF2B5EF4-FFF2-40B4-BE49-F238E27FC236}">
                  <a16:creationId xmlns:a16="http://schemas.microsoft.com/office/drawing/2014/main" id="{48E9A0EB-A23E-A31F-CCC9-A0DDBC72272E}"/>
                </a:ext>
              </a:extLst>
            </p:cNvPr>
            <p:cNvSpPr/>
            <p:nvPr/>
          </p:nvSpPr>
          <p:spPr>
            <a:xfrm>
              <a:off x="5448055"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1690" name="Rectangle 1689">
              <a:extLst>
                <a:ext uri="{FF2B5EF4-FFF2-40B4-BE49-F238E27FC236}">
                  <a16:creationId xmlns:a16="http://schemas.microsoft.com/office/drawing/2014/main" id="{9810C215-56C1-FD14-9455-EA0459D6F890}"/>
                </a:ext>
              </a:extLst>
            </p:cNvPr>
            <p:cNvSpPr/>
            <p:nvPr/>
          </p:nvSpPr>
          <p:spPr>
            <a:xfrm flipV="1">
              <a:off x="6059657"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91" name="Oval 15">
              <a:extLst>
                <a:ext uri="{FF2B5EF4-FFF2-40B4-BE49-F238E27FC236}">
                  <a16:creationId xmlns:a16="http://schemas.microsoft.com/office/drawing/2014/main" id="{A85ADEB2-6B9E-204F-44EF-1BE8F8756C5D}"/>
                </a:ext>
              </a:extLst>
            </p:cNvPr>
            <p:cNvSpPr/>
            <p:nvPr/>
          </p:nvSpPr>
          <p:spPr>
            <a:xfrm>
              <a:off x="6087046"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92" name="Straight Connector 1691">
              <a:extLst>
                <a:ext uri="{FF2B5EF4-FFF2-40B4-BE49-F238E27FC236}">
                  <a16:creationId xmlns:a16="http://schemas.microsoft.com/office/drawing/2014/main" id="{BEE068F8-B087-5BA7-1239-71306F2067A6}"/>
                </a:ext>
              </a:extLst>
            </p:cNvPr>
            <p:cNvCxnSpPr>
              <a:cxnSpLocks/>
              <a:stCxn id="1691" idx="0"/>
            </p:cNvCxnSpPr>
            <p:nvPr/>
          </p:nvCxnSpPr>
          <p:spPr>
            <a:xfrm flipV="1">
              <a:off x="6092743"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93" name="Straight Connector 1692">
              <a:extLst>
                <a:ext uri="{FF2B5EF4-FFF2-40B4-BE49-F238E27FC236}">
                  <a16:creationId xmlns:a16="http://schemas.microsoft.com/office/drawing/2014/main" id="{0500AC3C-3289-A75B-719F-1DD9EFC0EABA}"/>
                </a:ext>
              </a:extLst>
            </p:cNvPr>
            <p:cNvCxnSpPr>
              <a:cxnSpLocks/>
            </p:cNvCxnSpPr>
            <p:nvPr/>
          </p:nvCxnSpPr>
          <p:spPr>
            <a:xfrm>
              <a:off x="6098462"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94" name="Group 1693">
            <a:extLst>
              <a:ext uri="{FF2B5EF4-FFF2-40B4-BE49-F238E27FC236}">
                <a16:creationId xmlns:a16="http://schemas.microsoft.com/office/drawing/2014/main" id="{A3D287B3-8752-2707-479B-BD882E775600}"/>
              </a:ext>
            </a:extLst>
          </p:cNvPr>
          <p:cNvGrpSpPr/>
          <p:nvPr/>
        </p:nvGrpSpPr>
        <p:grpSpPr>
          <a:xfrm>
            <a:off x="6284562" y="1532276"/>
            <a:ext cx="721206" cy="609701"/>
            <a:chOff x="6284562" y="1532276"/>
            <a:chExt cx="721206" cy="609701"/>
          </a:xfrm>
        </p:grpSpPr>
        <p:sp>
          <p:nvSpPr>
            <p:cNvPr id="1695" name="Rectangle 1694">
              <a:extLst>
                <a:ext uri="{FF2B5EF4-FFF2-40B4-BE49-F238E27FC236}">
                  <a16:creationId xmlns:a16="http://schemas.microsoft.com/office/drawing/2014/main" id="{80A13CD9-F88F-4652-8BEA-52C51BC3D9F5}"/>
                </a:ext>
              </a:extLst>
            </p:cNvPr>
            <p:cNvSpPr/>
            <p:nvPr/>
          </p:nvSpPr>
          <p:spPr>
            <a:xfrm>
              <a:off x="6284562"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1696" name="Rectangle 1695">
              <a:extLst>
                <a:ext uri="{FF2B5EF4-FFF2-40B4-BE49-F238E27FC236}">
                  <a16:creationId xmlns:a16="http://schemas.microsoft.com/office/drawing/2014/main" id="{CB0F662F-E91D-DBF5-C766-646BE2E1C0F3}"/>
                </a:ext>
              </a:extLst>
            </p:cNvPr>
            <p:cNvSpPr/>
            <p:nvPr/>
          </p:nvSpPr>
          <p:spPr>
            <a:xfrm flipV="1">
              <a:off x="6902312"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97" name="Oval 15">
              <a:extLst>
                <a:ext uri="{FF2B5EF4-FFF2-40B4-BE49-F238E27FC236}">
                  <a16:creationId xmlns:a16="http://schemas.microsoft.com/office/drawing/2014/main" id="{E81AF9B7-F425-458E-F0EC-891E29C66E8C}"/>
                </a:ext>
              </a:extLst>
            </p:cNvPr>
            <p:cNvSpPr/>
            <p:nvPr/>
          </p:nvSpPr>
          <p:spPr>
            <a:xfrm>
              <a:off x="6929701"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98" name="Straight Connector 1697">
              <a:extLst>
                <a:ext uri="{FF2B5EF4-FFF2-40B4-BE49-F238E27FC236}">
                  <a16:creationId xmlns:a16="http://schemas.microsoft.com/office/drawing/2014/main" id="{7C03E784-08CA-79AC-228F-D4743919D153}"/>
                </a:ext>
              </a:extLst>
            </p:cNvPr>
            <p:cNvCxnSpPr>
              <a:cxnSpLocks/>
              <a:stCxn id="1697" idx="0"/>
            </p:cNvCxnSpPr>
            <p:nvPr/>
          </p:nvCxnSpPr>
          <p:spPr>
            <a:xfrm flipV="1">
              <a:off x="6935398"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99" name="Straight Connector 1698">
              <a:extLst>
                <a:ext uri="{FF2B5EF4-FFF2-40B4-BE49-F238E27FC236}">
                  <a16:creationId xmlns:a16="http://schemas.microsoft.com/office/drawing/2014/main" id="{DC2C15FF-8ADA-08B3-28B4-9FFCBF93D4BB}"/>
                </a:ext>
              </a:extLst>
            </p:cNvPr>
            <p:cNvCxnSpPr>
              <a:cxnSpLocks/>
            </p:cNvCxnSpPr>
            <p:nvPr/>
          </p:nvCxnSpPr>
          <p:spPr>
            <a:xfrm>
              <a:off x="6941117"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00" name="Group 1699">
            <a:extLst>
              <a:ext uri="{FF2B5EF4-FFF2-40B4-BE49-F238E27FC236}">
                <a16:creationId xmlns:a16="http://schemas.microsoft.com/office/drawing/2014/main" id="{1A8AB5CC-A896-B8D7-96B3-B99021D1DD1E}"/>
              </a:ext>
            </a:extLst>
          </p:cNvPr>
          <p:cNvGrpSpPr/>
          <p:nvPr/>
        </p:nvGrpSpPr>
        <p:grpSpPr>
          <a:xfrm>
            <a:off x="7121069" y="1532276"/>
            <a:ext cx="721206" cy="609701"/>
            <a:chOff x="7121069" y="1532276"/>
            <a:chExt cx="721206" cy="609701"/>
          </a:xfrm>
        </p:grpSpPr>
        <p:sp>
          <p:nvSpPr>
            <p:cNvPr id="1701" name="Rectangle 1700">
              <a:extLst>
                <a:ext uri="{FF2B5EF4-FFF2-40B4-BE49-F238E27FC236}">
                  <a16:creationId xmlns:a16="http://schemas.microsoft.com/office/drawing/2014/main" id="{F94D0762-738E-6CA4-0BB7-ABE27E021FA4}"/>
                </a:ext>
              </a:extLst>
            </p:cNvPr>
            <p:cNvSpPr/>
            <p:nvPr/>
          </p:nvSpPr>
          <p:spPr>
            <a:xfrm>
              <a:off x="712106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1702" name="Rectangle 1701">
              <a:extLst>
                <a:ext uri="{FF2B5EF4-FFF2-40B4-BE49-F238E27FC236}">
                  <a16:creationId xmlns:a16="http://schemas.microsoft.com/office/drawing/2014/main" id="{F736CC26-A85B-4459-78FD-A3CBFFE648C4}"/>
                </a:ext>
              </a:extLst>
            </p:cNvPr>
            <p:cNvSpPr/>
            <p:nvPr/>
          </p:nvSpPr>
          <p:spPr>
            <a:xfrm flipV="1">
              <a:off x="7736853"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03" name="Oval 15">
              <a:extLst>
                <a:ext uri="{FF2B5EF4-FFF2-40B4-BE49-F238E27FC236}">
                  <a16:creationId xmlns:a16="http://schemas.microsoft.com/office/drawing/2014/main" id="{2599560D-BE8C-A5ED-6873-691A9FDFCF53}"/>
                </a:ext>
              </a:extLst>
            </p:cNvPr>
            <p:cNvSpPr/>
            <p:nvPr/>
          </p:nvSpPr>
          <p:spPr>
            <a:xfrm>
              <a:off x="7764242"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04" name="Straight Connector 1703">
              <a:extLst>
                <a:ext uri="{FF2B5EF4-FFF2-40B4-BE49-F238E27FC236}">
                  <a16:creationId xmlns:a16="http://schemas.microsoft.com/office/drawing/2014/main" id="{E1F9BF41-4863-F652-635D-4B7BBBAC18D2}"/>
                </a:ext>
              </a:extLst>
            </p:cNvPr>
            <p:cNvCxnSpPr>
              <a:cxnSpLocks/>
              <a:stCxn id="1703" idx="0"/>
            </p:cNvCxnSpPr>
            <p:nvPr/>
          </p:nvCxnSpPr>
          <p:spPr>
            <a:xfrm flipV="1">
              <a:off x="7769939"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05" name="Straight Connector 1704">
              <a:extLst>
                <a:ext uri="{FF2B5EF4-FFF2-40B4-BE49-F238E27FC236}">
                  <a16:creationId xmlns:a16="http://schemas.microsoft.com/office/drawing/2014/main" id="{E83E4859-D158-AF64-AC92-EF2286FDA61D}"/>
                </a:ext>
              </a:extLst>
            </p:cNvPr>
            <p:cNvCxnSpPr>
              <a:cxnSpLocks/>
            </p:cNvCxnSpPr>
            <p:nvPr/>
          </p:nvCxnSpPr>
          <p:spPr>
            <a:xfrm>
              <a:off x="7775658"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06" name="Group 1705">
            <a:extLst>
              <a:ext uri="{FF2B5EF4-FFF2-40B4-BE49-F238E27FC236}">
                <a16:creationId xmlns:a16="http://schemas.microsoft.com/office/drawing/2014/main" id="{1069E69A-30AF-21A1-1FB9-E8227610456A}"/>
              </a:ext>
            </a:extLst>
          </p:cNvPr>
          <p:cNvGrpSpPr/>
          <p:nvPr/>
        </p:nvGrpSpPr>
        <p:grpSpPr>
          <a:xfrm>
            <a:off x="3775041" y="1532276"/>
            <a:ext cx="721206" cy="609701"/>
            <a:chOff x="3775041" y="1532276"/>
            <a:chExt cx="721206" cy="609701"/>
          </a:xfrm>
        </p:grpSpPr>
        <p:sp>
          <p:nvSpPr>
            <p:cNvPr id="1707" name="Rectangle 1706">
              <a:extLst>
                <a:ext uri="{FF2B5EF4-FFF2-40B4-BE49-F238E27FC236}">
                  <a16:creationId xmlns:a16="http://schemas.microsoft.com/office/drawing/2014/main" id="{312060C9-9DF1-661C-E35E-F196EF10DEF4}"/>
                </a:ext>
              </a:extLst>
            </p:cNvPr>
            <p:cNvSpPr/>
            <p:nvPr/>
          </p:nvSpPr>
          <p:spPr>
            <a:xfrm>
              <a:off x="3775041"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1708" name="Right Triangle 1707">
              <a:extLst>
                <a:ext uri="{FF2B5EF4-FFF2-40B4-BE49-F238E27FC236}">
                  <a16:creationId xmlns:a16="http://schemas.microsoft.com/office/drawing/2014/main" id="{A039BAA8-43D9-C6FC-9337-F656E9A8B2DA}"/>
                </a:ext>
              </a:extLst>
            </p:cNvPr>
            <p:cNvSpPr/>
            <p:nvPr/>
          </p:nvSpPr>
          <p:spPr>
            <a:xfrm rot="10800000">
              <a:off x="437405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09" name="Group 1708">
              <a:extLst>
                <a:ext uri="{FF2B5EF4-FFF2-40B4-BE49-F238E27FC236}">
                  <a16:creationId xmlns:a16="http://schemas.microsoft.com/office/drawing/2014/main" id="{EF1BADD5-0B46-A9FA-6305-3C537FE8866E}"/>
                </a:ext>
              </a:extLst>
            </p:cNvPr>
            <p:cNvGrpSpPr/>
            <p:nvPr/>
          </p:nvGrpSpPr>
          <p:grpSpPr>
            <a:xfrm>
              <a:off x="4440500" y="1542931"/>
              <a:ext cx="37817" cy="61390"/>
              <a:chOff x="3883481" y="2057400"/>
              <a:chExt cx="1608363" cy="2652031"/>
            </a:xfrm>
            <a:solidFill>
              <a:srgbClr val="A6A6A6"/>
            </a:solidFill>
          </p:grpSpPr>
          <p:sp>
            <p:nvSpPr>
              <p:cNvPr id="1710" name="Oval 27">
                <a:extLst>
                  <a:ext uri="{FF2B5EF4-FFF2-40B4-BE49-F238E27FC236}">
                    <a16:creationId xmlns:a16="http://schemas.microsoft.com/office/drawing/2014/main" id="{319FE3F7-D3CB-4AF9-CCEC-A39E1121ACE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11" name="Oval 28">
                <a:extLst>
                  <a:ext uri="{FF2B5EF4-FFF2-40B4-BE49-F238E27FC236}">
                    <a16:creationId xmlns:a16="http://schemas.microsoft.com/office/drawing/2014/main" id="{0A71B417-084B-71EC-E82E-F246DBF8E82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12" name="Group 1711">
            <a:extLst>
              <a:ext uri="{FF2B5EF4-FFF2-40B4-BE49-F238E27FC236}">
                <a16:creationId xmlns:a16="http://schemas.microsoft.com/office/drawing/2014/main" id="{45F54B6A-D6B5-5FAB-392D-E2E452D981EE}"/>
              </a:ext>
            </a:extLst>
          </p:cNvPr>
          <p:cNvGrpSpPr/>
          <p:nvPr/>
        </p:nvGrpSpPr>
        <p:grpSpPr>
          <a:xfrm>
            <a:off x="4611548" y="1532276"/>
            <a:ext cx="721206" cy="609701"/>
            <a:chOff x="4611548" y="1532276"/>
            <a:chExt cx="721206" cy="609701"/>
          </a:xfrm>
        </p:grpSpPr>
        <p:sp>
          <p:nvSpPr>
            <p:cNvPr id="1713" name="Rectangle 1712">
              <a:extLst>
                <a:ext uri="{FF2B5EF4-FFF2-40B4-BE49-F238E27FC236}">
                  <a16:creationId xmlns:a16="http://schemas.microsoft.com/office/drawing/2014/main" id="{F932A0D7-310D-4816-7DBF-B58D3739F413}"/>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714" name="Right Triangle 1713">
              <a:extLst>
                <a:ext uri="{FF2B5EF4-FFF2-40B4-BE49-F238E27FC236}">
                  <a16:creationId xmlns:a16="http://schemas.microsoft.com/office/drawing/2014/main" id="{7A9FBF2C-9CF3-AF4B-C0EB-7286F916C3FD}"/>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15" name="Group 1714">
              <a:extLst>
                <a:ext uri="{FF2B5EF4-FFF2-40B4-BE49-F238E27FC236}">
                  <a16:creationId xmlns:a16="http://schemas.microsoft.com/office/drawing/2014/main" id="{49ED9EFE-67BC-ED73-08CD-5E947A9AA236}"/>
                </a:ext>
              </a:extLst>
            </p:cNvPr>
            <p:cNvGrpSpPr/>
            <p:nvPr/>
          </p:nvGrpSpPr>
          <p:grpSpPr>
            <a:xfrm>
              <a:off x="5276140" y="1542931"/>
              <a:ext cx="37817" cy="61390"/>
              <a:chOff x="3883481" y="2057400"/>
              <a:chExt cx="1608363" cy="2652031"/>
            </a:xfrm>
            <a:solidFill>
              <a:srgbClr val="A6A6A6"/>
            </a:solidFill>
          </p:grpSpPr>
          <p:sp>
            <p:nvSpPr>
              <p:cNvPr id="1716" name="Oval 27">
                <a:extLst>
                  <a:ext uri="{FF2B5EF4-FFF2-40B4-BE49-F238E27FC236}">
                    <a16:creationId xmlns:a16="http://schemas.microsoft.com/office/drawing/2014/main" id="{36205724-1AE1-E422-20CC-2525766F378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17" name="Oval 28">
                <a:extLst>
                  <a:ext uri="{FF2B5EF4-FFF2-40B4-BE49-F238E27FC236}">
                    <a16:creationId xmlns:a16="http://schemas.microsoft.com/office/drawing/2014/main" id="{4713FB24-6AAC-3569-EFCC-DB4067B9CC1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18" name="Group 1717">
            <a:extLst>
              <a:ext uri="{FF2B5EF4-FFF2-40B4-BE49-F238E27FC236}">
                <a16:creationId xmlns:a16="http://schemas.microsoft.com/office/drawing/2014/main" id="{6814D43A-872C-FD37-5D67-B910017DA955}"/>
              </a:ext>
            </a:extLst>
          </p:cNvPr>
          <p:cNvGrpSpPr/>
          <p:nvPr/>
        </p:nvGrpSpPr>
        <p:grpSpPr>
          <a:xfrm>
            <a:off x="2938534" y="1532275"/>
            <a:ext cx="721206" cy="610039"/>
            <a:chOff x="2938534" y="1532275"/>
            <a:chExt cx="721206" cy="610039"/>
          </a:xfrm>
        </p:grpSpPr>
        <p:sp>
          <p:nvSpPr>
            <p:cNvPr id="1719" name="Rectangle 1718">
              <a:extLst>
                <a:ext uri="{FF2B5EF4-FFF2-40B4-BE49-F238E27FC236}">
                  <a16:creationId xmlns:a16="http://schemas.microsoft.com/office/drawing/2014/main" id="{ECD559ED-1FD0-5BF8-D36C-5E43B5F4F281}"/>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1720" name="Right Triangle 1719">
              <a:extLst>
                <a:ext uri="{FF2B5EF4-FFF2-40B4-BE49-F238E27FC236}">
                  <a16:creationId xmlns:a16="http://schemas.microsoft.com/office/drawing/2014/main" id="{64E2A716-CCA4-DF7F-6707-D3D0214A90D6}"/>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21" name="Oval 27">
              <a:extLst>
                <a:ext uri="{FF2B5EF4-FFF2-40B4-BE49-F238E27FC236}">
                  <a16:creationId xmlns:a16="http://schemas.microsoft.com/office/drawing/2014/main" id="{26A355E7-1DAB-2F6A-131D-1B34EB5DED6F}"/>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22" name="Oval 28">
              <a:extLst>
                <a:ext uri="{FF2B5EF4-FFF2-40B4-BE49-F238E27FC236}">
                  <a16:creationId xmlns:a16="http://schemas.microsoft.com/office/drawing/2014/main" id="{878F771D-0221-96C2-46C2-6DBCC8E43DD6}"/>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28" name="Group 1727">
            <a:extLst>
              <a:ext uri="{FF2B5EF4-FFF2-40B4-BE49-F238E27FC236}">
                <a16:creationId xmlns:a16="http://schemas.microsoft.com/office/drawing/2014/main" id="{96EFD579-1ECB-60CF-AFFF-8A81F149D33B}"/>
              </a:ext>
            </a:extLst>
          </p:cNvPr>
          <p:cNvGrpSpPr/>
          <p:nvPr/>
        </p:nvGrpSpPr>
        <p:grpSpPr>
          <a:xfrm>
            <a:off x="11356238" y="3694774"/>
            <a:ext cx="721206" cy="609701"/>
            <a:chOff x="11356238" y="3694774"/>
            <a:chExt cx="721206" cy="609701"/>
          </a:xfrm>
        </p:grpSpPr>
        <p:sp>
          <p:nvSpPr>
            <p:cNvPr id="1729" name="Rectangle 1728">
              <a:hlinkHover r:id="" action="ppaction://noaction" highlightClick="1"/>
              <a:extLst>
                <a:ext uri="{FF2B5EF4-FFF2-40B4-BE49-F238E27FC236}">
                  <a16:creationId xmlns:a16="http://schemas.microsoft.com/office/drawing/2014/main" id="{91898F14-0A4A-5C6A-7031-3842F1217E93}"/>
                </a:ext>
              </a:extLst>
            </p:cNvPr>
            <p:cNvSpPr/>
            <p:nvPr/>
          </p:nvSpPr>
          <p:spPr>
            <a:xfrm>
              <a:off x="11356238" y="369477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1730" name="Oval 1729">
              <a:extLst>
                <a:ext uri="{FF2B5EF4-FFF2-40B4-BE49-F238E27FC236}">
                  <a16:creationId xmlns:a16="http://schemas.microsoft.com/office/drawing/2014/main" id="{4977DFBD-42AC-6834-8C7B-23112313775D}"/>
                </a:ext>
              </a:extLst>
            </p:cNvPr>
            <p:cNvSpPr/>
            <p:nvPr/>
          </p:nvSpPr>
          <p:spPr>
            <a:xfrm>
              <a:off x="11934777" y="3702531"/>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31" name="Isosceles Triangle 648">
              <a:extLst>
                <a:ext uri="{FF2B5EF4-FFF2-40B4-BE49-F238E27FC236}">
                  <a16:creationId xmlns:a16="http://schemas.microsoft.com/office/drawing/2014/main" id="{FA7FA68F-329D-8D58-53AD-72AE44C68591}"/>
                </a:ext>
              </a:extLst>
            </p:cNvPr>
            <p:cNvSpPr/>
            <p:nvPr/>
          </p:nvSpPr>
          <p:spPr>
            <a:xfrm>
              <a:off x="11964901"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32" name="Group 1731">
            <a:extLst>
              <a:ext uri="{FF2B5EF4-FFF2-40B4-BE49-F238E27FC236}">
                <a16:creationId xmlns:a16="http://schemas.microsoft.com/office/drawing/2014/main" id="{E6CD60BF-47FB-8A19-354C-3AE1903A4A55}"/>
              </a:ext>
            </a:extLst>
          </p:cNvPr>
          <p:cNvGrpSpPr/>
          <p:nvPr/>
        </p:nvGrpSpPr>
        <p:grpSpPr>
          <a:xfrm>
            <a:off x="7957577" y="1532276"/>
            <a:ext cx="721206" cy="609701"/>
            <a:chOff x="7957577" y="1532276"/>
            <a:chExt cx="721206" cy="609701"/>
          </a:xfrm>
        </p:grpSpPr>
        <p:sp>
          <p:nvSpPr>
            <p:cNvPr id="1733" name="Rectangle 1732">
              <a:hlinkHover r:id="" action="ppaction://noaction" highlightClick="1"/>
              <a:extLst>
                <a:ext uri="{FF2B5EF4-FFF2-40B4-BE49-F238E27FC236}">
                  <a16:creationId xmlns:a16="http://schemas.microsoft.com/office/drawing/2014/main" id="{2799F531-C9A5-33C1-DDC1-675B1D6BDDFE}"/>
                </a:ext>
              </a:extLst>
            </p:cNvPr>
            <p:cNvSpPr/>
            <p:nvPr/>
          </p:nvSpPr>
          <p:spPr>
            <a:xfrm>
              <a:off x="7957577"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1734" name="Rectangle 1733">
              <a:extLst>
                <a:ext uri="{FF2B5EF4-FFF2-40B4-BE49-F238E27FC236}">
                  <a16:creationId xmlns:a16="http://schemas.microsoft.com/office/drawing/2014/main" id="{D38063E6-1930-746E-ACAD-D6CE5DC0C0BA}"/>
                </a:ext>
              </a:extLst>
            </p:cNvPr>
            <p:cNvSpPr/>
            <p:nvPr/>
          </p:nvSpPr>
          <p:spPr>
            <a:xfrm flipV="1">
              <a:off x="8571630" y="153528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35" name="Oval 15">
              <a:extLst>
                <a:ext uri="{FF2B5EF4-FFF2-40B4-BE49-F238E27FC236}">
                  <a16:creationId xmlns:a16="http://schemas.microsoft.com/office/drawing/2014/main" id="{7A837466-13D4-C8E7-E599-681ACF738A1B}"/>
                </a:ext>
              </a:extLst>
            </p:cNvPr>
            <p:cNvSpPr/>
            <p:nvPr/>
          </p:nvSpPr>
          <p:spPr>
            <a:xfrm>
              <a:off x="8599019" y="1572027"/>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36" name="Straight Connector 1735">
              <a:extLst>
                <a:ext uri="{FF2B5EF4-FFF2-40B4-BE49-F238E27FC236}">
                  <a16:creationId xmlns:a16="http://schemas.microsoft.com/office/drawing/2014/main" id="{D5F3EDCB-D1AA-2FE4-7B5D-4F39B0BBA888}"/>
                </a:ext>
              </a:extLst>
            </p:cNvPr>
            <p:cNvCxnSpPr>
              <a:cxnSpLocks/>
              <a:stCxn id="1735" idx="0"/>
            </p:cNvCxnSpPr>
            <p:nvPr/>
          </p:nvCxnSpPr>
          <p:spPr>
            <a:xfrm flipV="1">
              <a:off x="8604716" y="154880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37" name="Straight Connector 1736">
              <a:extLst>
                <a:ext uri="{FF2B5EF4-FFF2-40B4-BE49-F238E27FC236}">
                  <a16:creationId xmlns:a16="http://schemas.microsoft.com/office/drawing/2014/main" id="{BB63ED64-3F0E-55DD-832A-26EAD1DD6311}"/>
                </a:ext>
              </a:extLst>
            </p:cNvPr>
            <p:cNvCxnSpPr>
              <a:cxnSpLocks/>
            </p:cNvCxnSpPr>
            <p:nvPr/>
          </p:nvCxnSpPr>
          <p:spPr>
            <a:xfrm>
              <a:off x="8610435" y="154880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42" name="Group 1741">
            <a:extLst>
              <a:ext uri="{FF2B5EF4-FFF2-40B4-BE49-F238E27FC236}">
                <a16:creationId xmlns:a16="http://schemas.microsoft.com/office/drawing/2014/main" id="{2577C130-F303-5794-5991-4BB1640065D5}"/>
              </a:ext>
            </a:extLst>
          </p:cNvPr>
          <p:cNvGrpSpPr/>
          <p:nvPr/>
        </p:nvGrpSpPr>
        <p:grpSpPr>
          <a:xfrm>
            <a:off x="8807242" y="811556"/>
            <a:ext cx="721206" cy="609701"/>
            <a:chOff x="8807242" y="811556"/>
            <a:chExt cx="721206" cy="609701"/>
          </a:xfrm>
        </p:grpSpPr>
        <p:sp>
          <p:nvSpPr>
            <p:cNvPr id="1743" name="Rectangle 1742">
              <a:hlinkHover r:id="" action="ppaction://noaction" highlightClick="1"/>
              <a:extLst>
                <a:ext uri="{FF2B5EF4-FFF2-40B4-BE49-F238E27FC236}">
                  <a16:creationId xmlns:a16="http://schemas.microsoft.com/office/drawing/2014/main" id="{E189CAE9-8547-5E48-5BEE-83AE8E00DD23}"/>
                </a:ext>
              </a:extLst>
            </p:cNvPr>
            <p:cNvSpPr/>
            <p:nvPr/>
          </p:nvSpPr>
          <p:spPr>
            <a:xfrm>
              <a:off x="8807242" y="81155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1744" name="Diamond 1743">
              <a:extLst>
                <a:ext uri="{FF2B5EF4-FFF2-40B4-BE49-F238E27FC236}">
                  <a16:creationId xmlns:a16="http://schemas.microsoft.com/office/drawing/2014/main" id="{83C37407-B8F1-C725-5B71-74CC0E7649B6}"/>
                </a:ext>
              </a:extLst>
            </p:cNvPr>
            <p:cNvSpPr/>
            <p:nvPr/>
          </p:nvSpPr>
          <p:spPr>
            <a:xfrm>
              <a:off x="9398401" y="81852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5" name="Oval 1744">
              <a:extLst>
                <a:ext uri="{FF2B5EF4-FFF2-40B4-BE49-F238E27FC236}">
                  <a16:creationId xmlns:a16="http://schemas.microsoft.com/office/drawing/2014/main" id="{5A0207A4-420C-1F85-53D1-82DD2393F7E6}"/>
                </a:ext>
              </a:extLst>
            </p:cNvPr>
            <p:cNvSpPr/>
            <p:nvPr/>
          </p:nvSpPr>
          <p:spPr>
            <a:xfrm>
              <a:off x="9432604" y="85201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46" name="Group 1745">
            <a:extLst>
              <a:ext uri="{FF2B5EF4-FFF2-40B4-BE49-F238E27FC236}">
                <a16:creationId xmlns:a16="http://schemas.microsoft.com/office/drawing/2014/main" id="{E339A5D2-5701-09B9-31ED-05D9D89230DF}"/>
              </a:ext>
            </a:extLst>
          </p:cNvPr>
          <p:cNvGrpSpPr/>
          <p:nvPr/>
        </p:nvGrpSpPr>
        <p:grpSpPr>
          <a:xfrm>
            <a:off x="431659" y="90836"/>
            <a:ext cx="721206" cy="609701"/>
            <a:chOff x="431659" y="90836"/>
            <a:chExt cx="721206" cy="609701"/>
          </a:xfrm>
        </p:grpSpPr>
        <p:sp>
          <p:nvSpPr>
            <p:cNvPr id="1747" name="Rectangle 1746">
              <a:extLst>
                <a:ext uri="{FF2B5EF4-FFF2-40B4-BE49-F238E27FC236}">
                  <a16:creationId xmlns:a16="http://schemas.microsoft.com/office/drawing/2014/main" id="{DE0927D2-1B7D-7891-D0F0-3068BBD60149}"/>
                </a:ext>
              </a:extLst>
            </p:cNvPr>
            <p:cNvSpPr/>
            <p:nvPr/>
          </p:nvSpPr>
          <p:spPr>
            <a:xfrm>
              <a:off x="43165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1748" name="Rectangle 1747">
              <a:extLst>
                <a:ext uri="{FF2B5EF4-FFF2-40B4-BE49-F238E27FC236}">
                  <a16:creationId xmlns:a16="http://schemas.microsoft.com/office/drawing/2014/main" id="{C982EE3D-E3B7-7DDA-47C7-7CA45D230E65}"/>
                </a:ext>
              </a:extLst>
            </p:cNvPr>
            <p:cNvSpPr/>
            <p:nvPr/>
          </p:nvSpPr>
          <p:spPr>
            <a:xfrm flipV="1">
              <a:off x="1052673" y="908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9" name="Oval 15">
              <a:extLst>
                <a:ext uri="{FF2B5EF4-FFF2-40B4-BE49-F238E27FC236}">
                  <a16:creationId xmlns:a16="http://schemas.microsoft.com/office/drawing/2014/main" id="{70291B91-8E81-2A30-188C-A9904A854E3C}"/>
                </a:ext>
              </a:extLst>
            </p:cNvPr>
            <p:cNvSpPr/>
            <p:nvPr/>
          </p:nvSpPr>
          <p:spPr>
            <a:xfrm>
              <a:off x="1080061"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50" name="Straight Connector 1749">
              <a:extLst>
                <a:ext uri="{FF2B5EF4-FFF2-40B4-BE49-F238E27FC236}">
                  <a16:creationId xmlns:a16="http://schemas.microsoft.com/office/drawing/2014/main" id="{BFFDDB66-22E2-B7D4-CBEC-EE3B5955EDC9}"/>
                </a:ext>
              </a:extLst>
            </p:cNvPr>
            <p:cNvCxnSpPr>
              <a:cxnSpLocks/>
              <a:stCxn id="1749" idx="0"/>
            </p:cNvCxnSpPr>
            <p:nvPr/>
          </p:nvCxnSpPr>
          <p:spPr>
            <a:xfrm flipV="1">
              <a:off x="1085758" y="104349"/>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51" name="Straight Connector 1750">
              <a:extLst>
                <a:ext uri="{FF2B5EF4-FFF2-40B4-BE49-F238E27FC236}">
                  <a16:creationId xmlns:a16="http://schemas.microsoft.com/office/drawing/2014/main" id="{864E5A6D-7A2C-DCA8-3345-47CA18F1CE3D}"/>
                </a:ext>
              </a:extLst>
            </p:cNvPr>
            <p:cNvCxnSpPr>
              <a:cxnSpLocks/>
            </p:cNvCxnSpPr>
            <p:nvPr/>
          </p:nvCxnSpPr>
          <p:spPr>
            <a:xfrm>
              <a:off x="1091477" y="104349"/>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52" name="Group 1751">
            <a:extLst>
              <a:ext uri="{FF2B5EF4-FFF2-40B4-BE49-F238E27FC236}">
                <a16:creationId xmlns:a16="http://schemas.microsoft.com/office/drawing/2014/main" id="{6CCBCB70-57E2-1482-D823-184E471AF26B}"/>
              </a:ext>
            </a:extLst>
          </p:cNvPr>
          <p:cNvGrpSpPr/>
          <p:nvPr/>
        </p:nvGrpSpPr>
        <p:grpSpPr>
          <a:xfrm>
            <a:off x="1267284" y="90836"/>
            <a:ext cx="721206" cy="609701"/>
            <a:chOff x="1267284" y="90836"/>
            <a:chExt cx="721206" cy="609701"/>
          </a:xfrm>
        </p:grpSpPr>
        <p:sp>
          <p:nvSpPr>
            <p:cNvPr id="1753" name="Rectangle 1752">
              <a:extLst>
                <a:ext uri="{FF2B5EF4-FFF2-40B4-BE49-F238E27FC236}">
                  <a16:creationId xmlns:a16="http://schemas.microsoft.com/office/drawing/2014/main" id="{B1FAAACE-CCB0-42DB-8C1A-B2D20C06EE92}"/>
                </a:ext>
              </a:extLst>
            </p:cNvPr>
            <p:cNvSpPr/>
            <p:nvPr/>
          </p:nvSpPr>
          <p:spPr>
            <a:xfrm>
              <a:off x="1267284"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1754" name="Rectangle 1753">
              <a:extLst>
                <a:ext uri="{FF2B5EF4-FFF2-40B4-BE49-F238E27FC236}">
                  <a16:creationId xmlns:a16="http://schemas.microsoft.com/office/drawing/2014/main" id="{C64C28F2-93E8-DD12-E5EE-069133C44EBC}"/>
                </a:ext>
              </a:extLst>
            </p:cNvPr>
            <p:cNvSpPr/>
            <p:nvPr/>
          </p:nvSpPr>
          <p:spPr>
            <a:xfrm flipV="1">
              <a:off x="1887254"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5" name="Oval 15">
              <a:extLst>
                <a:ext uri="{FF2B5EF4-FFF2-40B4-BE49-F238E27FC236}">
                  <a16:creationId xmlns:a16="http://schemas.microsoft.com/office/drawing/2014/main" id="{C677EBAC-428B-01A4-74EC-3BEC937E19E3}"/>
                </a:ext>
              </a:extLst>
            </p:cNvPr>
            <p:cNvSpPr/>
            <p:nvPr/>
          </p:nvSpPr>
          <p:spPr>
            <a:xfrm>
              <a:off x="1914643"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56" name="Straight Connector 1755">
              <a:extLst>
                <a:ext uri="{FF2B5EF4-FFF2-40B4-BE49-F238E27FC236}">
                  <a16:creationId xmlns:a16="http://schemas.microsoft.com/office/drawing/2014/main" id="{E1FB79C0-B60B-6862-89A4-CE3718905E8E}"/>
                </a:ext>
              </a:extLst>
            </p:cNvPr>
            <p:cNvCxnSpPr>
              <a:cxnSpLocks/>
              <a:stCxn id="1755" idx="0"/>
            </p:cNvCxnSpPr>
            <p:nvPr/>
          </p:nvCxnSpPr>
          <p:spPr>
            <a:xfrm flipV="1">
              <a:off x="1920339"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57" name="Straight Connector 1756">
              <a:extLst>
                <a:ext uri="{FF2B5EF4-FFF2-40B4-BE49-F238E27FC236}">
                  <a16:creationId xmlns:a16="http://schemas.microsoft.com/office/drawing/2014/main" id="{DF7E757A-A179-1499-5CDC-3BBC948E3290}"/>
                </a:ext>
              </a:extLst>
            </p:cNvPr>
            <p:cNvCxnSpPr>
              <a:cxnSpLocks/>
            </p:cNvCxnSpPr>
            <p:nvPr/>
          </p:nvCxnSpPr>
          <p:spPr>
            <a:xfrm>
              <a:off x="1926058"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58" name="Group 1757">
            <a:extLst>
              <a:ext uri="{FF2B5EF4-FFF2-40B4-BE49-F238E27FC236}">
                <a16:creationId xmlns:a16="http://schemas.microsoft.com/office/drawing/2014/main" id="{1D74FDAD-C05D-1FF7-3D5A-10F89E2067B8}"/>
              </a:ext>
            </a:extLst>
          </p:cNvPr>
          <p:cNvGrpSpPr/>
          <p:nvPr/>
        </p:nvGrpSpPr>
        <p:grpSpPr>
          <a:xfrm>
            <a:off x="2102909" y="90836"/>
            <a:ext cx="721206" cy="609701"/>
            <a:chOff x="2102909" y="90836"/>
            <a:chExt cx="721206" cy="609701"/>
          </a:xfrm>
        </p:grpSpPr>
        <p:sp>
          <p:nvSpPr>
            <p:cNvPr id="1759" name="Rectangle 1758">
              <a:extLst>
                <a:ext uri="{FF2B5EF4-FFF2-40B4-BE49-F238E27FC236}">
                  <a16:creationId xmlns:a16="http://schemas.microsoft.com/office/drawing/2014/main" id="{51AEAA83-0330-D403-0F6F-AE0D74E87BD3}"/>
                </a:ext>
              </a:extLst>
            </p:cNvPr>
            <p:cNvSpPr/>
            <p:nvPr/>
          </p:nvSpPr>
          <p:spPr>
            <a:xfrm>
              <a:off x="210290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1760" name="Rectangle 1759">
              <a:extLst>
                <a:ext uri="{FF2B5EF4-FFF2-40B4-BE49-F238E27FC236}">
                  <a16:creationId xmlns:a16="http://schemas.microsoft.com/office/drawing/2014/main" id="{C1D5DC2B-58E0-941A-6E2F-2D51EE0221E0}"/>
                </a:ext>
              </a:extLst>
            </p:cNvPr>
            <p:cNvSpPr/>
            <p:nvPr/>
          </p:nvSpPr>
          <p:spPr>
            <a:xfrm flipV="1">
              <a:off x="2722879"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1" name="Oval 15">
              <a:extLst>
                <a:ext uri="{FF2B5EF4-FFF2-40B4-BE49-F238E27FC236}">
                  <a16:creationId xmlns:a16="http://schemas.microsoft.com/office/drawing/2014/main" id="{14C60FEC-8C9E-36BD-2F0F-2EA12DCD7FF1}"/>
                </a:ext>
              </a:extLst>
            </p:cNvPr>
            <p:cNvSpPr/>
            <p:nvPr/>
          </p:nvSpPr>
          <p:spPr>
            <a:xfrm>
              <a:off x="2750268"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62" name="Straight Connector 1761">
              <a:extLst>
                <a:ext uri="{FF2B5EF4-FFF2-40B4-BE49-F238E27FC236}">
                  <a16:creationId xmlns:a16="http://schemas.microsoft.com/office/drawing/2014/main" id="{8AC70526-9719-3C4C-A8E1-205CC9823A6A}"/>
                </a:ext>
              </a:extLst>
            </p:cNvPr>
            <p:cNvCxnSpPr>
              <a:cxnSpLocks/>
              <a:stCxn id="1761" idx="0"/>
            </p:cNvCxnSpPr>
            <p:nvPr/>
          </p:nvCxnSpPr>
          <p:spPr>
            <a:xfrm flipV="1">
              <a:off x="2755964"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63" name="Straight Connector 1762">
              <a:extLst>
                <a:ext uri="{FF2B5EF4-FFF2-40B4-BE49-F238E27FC236}">
                  <a16:creationId xmlns:a16="http://schemas.microsoft.com/office/drawing/2014/main" id="{CCDB197B-89DA-7181-2C39-1106089A64B2}"/>
                </a:ext>
              </a:extLst>
            </p:cNvPr>
            <p:cNvCxnSpPr>
              <a:cxnSpLocks/>
            </p:cNvCxnSpPr>
            <p:nvPr/>
          </p:nvCxnSpPr>
          <p:spPr>
            <a:xfrm>
              <a:off x="2761683"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64" name="Group 1763">
            <a:extLst>
              <a:ext uri="{FF2B5EF4-FFF2-40B4-BE49-F238E27FC236}">
                <a16:creationId xmlns:a16="http://schemas.microsoft.com/office/drawing/2014/main" id="{4F950A67-B896-0E8E-1237-75534C0108B0}"/>
              </a:ext>
            </a:extLst>
          </p:cNvPr>
          <p:cNvGrpSpPr/>
          <p:nvPr/>
        </p:nvGrpSpPr>
        <p:grpSpPr>
          <a:xfrm>
            <a:off x="2105349" y="1532276"/>
            <a:ext cx="721206" cy="609701"/>
            <a:chOff x="2105349" y="1532276"/>
            <a:chExt cx="721206" cy="609701"/>
          </a:xfrm>
        </p:grpSpPr>
        <p:sp>
          <p:nvSpPr>
            <p:cNvPr id="1765" name="Rectangle 1764">
              <a:extLst>
                <a:ext uri="{FF2B5EF4-FFF2-40B4-BE49-F238E27FC236}">
                  <a16:creationId xmlns:a16="http://schemas.microsoft.com/office/drawing/2014/main" id="{FF830586-2C45-BCF5-41DD-790BF75B5123}"/>
                </a:ext>
              </a:extLst>
            </p:cNvPr>
            <p:cNvSpPr/>
            <p:nvPr/>
          </p:nvSpPr>
          <p:spPr>
            <a:xfrm>
              <a:off x="210534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1766" name="Rectangle 1765">
              <a:extLst>
                <a:ext uri="{FF2B5EF4-FFF2-40B4-BE49-F238E27FC236}">
                  <a16:creationId xmlns:a16="http://schemas.microsoft.com/office/drawing/2014/main" id="{0450E087-0F6F-A7B6-BCF0-43251242F37D}"/>
                </a:ext>
              </a:extLst>
            </p:cNvPr>
            <p:cNvSpPr/>
            <p:nvPr/>
          </p:nvSpPr>
          <p:spPr>
            <a:xfrm flipV="1">
              <a:off x="2723327" y="153912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7" name="Oval 15">
              <a:extLst>
                <a:ext uri="{FF2B5EF4-FFF2-40B4-BE49-F238E27FC236}">
                  <a16:creationId xmlns:a16="http://schemas.microsoft.com/office/drawing/2014/main" id="{A170ED77-7D33-B015-12EA-E6B0008D233E}"/>
                </a:ext>
              </a:extLst>
            </p:cNvPr>
            <p:cNvSpPr/>
            <p:nvPr/>
          </p:nvSpPr>
          <p:spPr>
            <a:xfrm>
              <a:off x="2750716" y="157586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68" name="Straight Connector 1767">
              <a:extLst>
                <a:ext uri="{FF2B5EF4-FFF2-40B4-BE49-F238E27FC236}">
                  <a16:creationId xmlns:a16="http://schemas.microsoft.com/office/drawing/2014/main" id="{E1E15D26-866F-AFB7-6547-EBA76EB39987}"/>
                </a:ext>
              </a:extLst>
            </p:cNvPr>
            <p:cNvCxnSpPr>
              <a:cxnSpLocks/>
              <a:stCxn id="1767" idx="0"/>
            </p:cNvCxnSpPr>
            <p:nvPr/>
          </p:nvCxnSpPr>
          <p:spPr>
            <a:xfrm flipV="1">
              <a:off x="2756412" y="1552636"/>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69" name="Straight Connector 1768">
              <a:extLst>
                <a:ext uri="{FF2B5EF4-FFF2-40B4-BE49-F238E27FC236}">
                  <a16:creationId xmlns:a16="http://schemas.microsoft.com/office/drawing/2014/main" id="{3BB29B5D-4F6C-6D44-F0EE-E9CC15273284}"/>
                </a:ext>
              </a:extLst>
            </p:cNvPr>
            <p:cNvCxnSpPr>
              <a:cxnSpLocks/>
            </p:cNvCxnSpPr>
            <p:nvPr/>
          </p:nvCxnSpPr>
          <p:spPr>
            <a:xfrm>
              <a:off x="2762131" y="1552636"/>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70" name="Group 1769">
            <a:extLst>
              <a:ext uri="{FF2B5EF4-FFF2-40B4-BE49-F238E27FC236}">
                <a16:creationId xmlns:a16="http://schemas.microsoft.com/office/drawing/2014/main" id="{587EC0EF-0DBE-6926-E2A2-46816C454F50}"/>
              </a:ext>
            </a:extLst>
          </p:cNvPr>
          <p:cNvGrpSpPr/>
          <p:nvPr/>
        </p:nvGrpSpPr>
        <p:grpSpPr>
          <a:xfrm>
            <a:off x="431659" y="1532275"/>
            <a:ext cx="721893" cy="610039"/>
            <a:chOff x="431659" y="1532275"/>
            <a:chExt cx="721893" cy="610039"/>
          </a:xfrm>
        </p:grpSpPr>
        <p:sp>
          <p:nvSpPr>
            <p:cNvPr id="1771" name="Rectangle 1770">
              <a:extLst>
                <a:ext uri="{FF2B5EF4-FFF2-40B4-BE49-F238E27FC236}">
                  <a16:creationId xmlns:a16="http://schemas.microsoft.com/office/drawing/2014/main" id="{244F62C4-6C39-B41C-C4C5-16E92EC40DE9}"/>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1772" name="Right Triangle 1771">
              <a:extLst>
                <a:ext uri="{FF2B5EF4-FFF2-40B4-BE49-F238E27FC236}">
                  <a16:creationId xmlns:a16="http://schemas.microsoft.com/office/drawing/2014/main" id="{5061C79E-D5B5-108F-E868-87E8FF0C0E20}"/>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73" name="Group 1772">
              <a:extLst>
                <a:ext uri="{FF2B5EF4-FFF2-40B4-BE49-F238E27FC236}">
                  <a16:creationId xmlns:a16="http://schemas.microsoft.com/office/drawing/2014/main" id="{A7E19862-E8D6-5E3B-2014-776B68DA195E}"/>
                </a:ext>
              </a:extLst>
            </p:cNvPr>
            <p:cNvGrpSpPr/>
            <p:nvPr/>
          </p:nvGrpSpPr>
          <p:grpSpPr>
            <a:xfrm>
              <a:off x="1102941" y="1538369"/>
              <a:ext cx="37817" cy="61390"/>
              <a:chOff x="3883481" y="2057400"/>
              <a:chExt cx="1608363" cy="2652031"/>
            </a:xfrm>
            <a:solidFill>
              <a:srgbClr val="A6A6A6"/>
            </a:solidFill>
          </p:grpSpPr>
          <p:sp>
            <p:nvSpPr>
              <p:cNvPr id="1774" name="Oval 27">
                <a:extLst>
                  <a:ext uri="{FF2B5EF4-FFF2-40B4-BE49-F238E27FC236}">
                    <a16:creationId xmlns:a16="http://schemas.microsoft.com/office/drawing/2014/main" id="{4C11CF50-9DD8-8500-D843-A88DBB9B8EA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5" name="Oval 28">
                <a:extLst>
                  <a:ext uri="{FF2B5EF4-FFF2-40B4-BE49-F238E27FC236}">
                    <a16:creationId xmlns:a16="http://schemas.microsoft.com/office/drawing/2014/main" id="{F3DA13A5-894A-CB16-DDE3-C1D50634E96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6" name="Group 1775">
            <a:extLst>
              <a:ext uri="{FF2B5EF4-FFF2-40B4-BE49-F238E27FC236}">
                <a16:creationId xmlns:a16="http://schemas.microsoft.com/office/drawing/2014/main" id="{EA95866F-58DA-6E4F-C398-F5B181CC50AE}"/>
              </a:ext>
            </a:extLst>
          </p:cNvPr>
          <p:cNvGrpSpPr/>
          <p:nvPr/>
        </p:nvGrpSpPr>
        <p:grpSpPr>
          <a:xfrm>
            <a:off x="1268842" y="1532275"/>
            <a:ext cx="721206" cy="610039"/>
            <a:chOff x="1268842" y="1532275"/>
            <a:chExt cx="721206" cy="610039"/>
          </a:xfrm>
        </p:grpSpPr>
        <p:sp>
          <p:nvSpPr>
            <p:cNvPr id="1777" name="Rectangle 1776">
              <a:extLst>
                <a:ext uri="{FF2B5EF4-FFF2-40B4-BE49-F238E27FC236}">
                  <a16:creationId xmlns:a16="http://schemas.microsoft.com/office/drawing/2014/main" id="{1F7484F2-ACAB-72B6-A0D4-C20BAD60FBF7}"/>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1778" name="Right Triangle 1777">
              <a:extLst>
                <a:ext uri="{FF2B5EF4-FFF2-40B4-BE49-F238E27FC236}">
                  <a16:creationId xmlns:a16="http://schemas.microsoft.com/office/drawing/2014/main" id="{9781D64A-6503-96F3-4866-57CFF288FE19}"/>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79" name="Group 1778">
              <a:extLst>
                <a:ext uri="{FF2B5EF4-FFF2-40B4-BE49-F238E27FC236}">
                  <a16:creationId xmlns:a16="http://schemas.microsoft.com/office/drawing/2014/main" id="{39326F29-EE19-D601-DF8F-7F06A16BCFF5}"/>
                </a:ext>
              </a:extLst>
            </p:cNvPr>
            <p:cNvGrpSpPr/>
            <p:nvPr/>
          </p:nvGrpSpPr>
          <p:grpSpPr>
            <a:xfrm>
              <a:off x="1939437" y="1538369"/>
              <a:ext cx="37817" cy="61390"/>
              <a:chOff x="3883481" y="2057400"/>
              <a:chExt cx="1608363" cy="2652031"/>
            </a:xfrm>
            <a:solidFill>
              <a:srgbClr val="A6A6A6"/>
            </a:solidFill>
          </p:grpSpPr>
          <p:sp>
            <p:nvSpPr>
              <p:cNvPr id="1780" name="Oval 27">
                <a:extLst>
                  <a:ext uri="{FF2B5EF4-FFF2-40B4-BE49-F238E27FC236}">
                    <a16:creationId xmlns:a16="http://schemas.microsoft.com/office/drawing/2014/main" id="{68B2C6FC-F51E-02D4-6FA2-299AAB7B817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81" name="Oval 28">
                <a:extLst>
                  <a:ext uri="{FF2B5EF4-FFF2-40B4-BE49-F238E27FC236}">
                    <a16:creationId xmlns:a16="http://schemas.microsoft.com/office/drawing/2014/main" id="{62A6CB80-5775-F945-FBD0-82B12BD7F1F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82" name="Group 1781">
            <a:extLst>
              <a:ext uri="{FF2B5EF4-FFF2-40B4-BE49-F238E27FC236}">
                <a16:creationId xmlns:a16="http://schemas.microsoft.com/office/drawing/2014/main" id="{E63485A1-DA4D-F018-3FEB-8B7914BEA2C5}"/>
              </a:ext>
            </a:extLst>
          </p:cNvPr>
          <p:cNvGrpSpPr/>
          <p:nvPr/>
        </p:nvGrpSpPr>
        <p:grpSpPr>
          <a:xfrm>
            <a:off x="6286128" y="4419620"/>
            <a:ext cx="721206" cy="609701"/>
            <a:chOff x="6286128" y="4419620"/>
            <a:chExt cx="721206" cy="609701"/>
          </a:xfrm>
        </p:grpSpPr>
        <p:sp>
          <p:nvSpPr>
            <p:cNvPr id="1783" name="Rectangle 1782">
              <a:hlinkHover r:id="" action="ppaction://noaction" highlightClick="1"/>
              <a:extLst>
                <a:ext uri="{FF2B5EF4-FFF2-40B4-BE49-F238E27FC236}">
                  <a16:creationId xmlns:a16="http://schemas.microsoft.com/office/drawing/2014/main" id="{9B97ADE4-22A3-49C0-DA93-FB0F8AAC79CC}"/>
                </a:ext>
              </a:extLst>
            </p:cNvPr>
            <p:cNvSpPr/>
            <p:nvPr/>
          </p:nvSpPr>
          <p:spPr>
            <a:xfrm>
              <a:off x="6286128"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1784" name="Oval 1783">
              <a:extLst>
                <a:ext uri="{FF2B5EF4-FFF2-40B4-BE49-F238E27FC236}">
                  <a16:creationId xmlns:a16="http://schemas.microsoft.com/office/drawing/2014/main" id="{1F4D6268-FA99-C1D6-6A5A-DA057D25E7E4}"/>
                </a:ext>
              </a:extLst>
            </p:cNvPr>
            <p:cNvSpPr/>
            <p:nvPr/>
          </p:nvSpPr>
          <p:spPr>
            <a:xfrm>
              <a:off x="6863906" y="442984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85" name="Isosceles Triangle 648">
              <a:extLst>
                <a:ext uri="{FF2B5EF4-FFF2-40B4-BE49-F238E27FC236}">
                  <a16:creationId xmlns:a16="http://schemas.microsoft.com/office/drawing/2014/main" id="{27808A4B-CAA6-5B09-F904-DCF5DA2A339E}"/>
                </a:ext>
              </a:extLst>
            </p:cNvPr>
            <p:cNvSpPr/>
            <p:nvPr/>
          </p:nvSpPr>
          <p:spPr>
            <a:xfrm>
              <a:off x="6894030" y="444335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82F715ED-3E5C-8221-9B94-122D1ABE436E}"/>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3C106654-89E6-575C-33EF-B3A408AFFBD0}"/>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8421DACE-783B-4841-3EE5-7A2A1BE0975C}"/>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92DEC19E-38C0-1371-992E-C3BD9732FA83}"/>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6B816774-C385-94D7-B328-4F7DBAA94A9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6F1572FF-4A7A-147B-F0F4-37A4B91377C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E805AC39-821C-24C5-5B24-D5FE54A97E62}"/>
              </a:ext>
            </a:extLst>
          </p:cNvPr>
          <p:cNvGrpSpPr/>
          <p:nvPr/>
        </p:nvGrpSpPr>
        <p:grpSpPr>
          <a:xfrm>
            <a:off x="4615774" y="3698231"/>
            <a:ext cx="721206" cy="609701"/>
            <a:chOff x="4615774" y="3698231"/>
            <a:chExt cx="721206" cy="609701"/>
          </a:xfrm>
        </p:grpSpPr>
        <p:sp>
          <p:nvSpPr>
            <p:cNvPr id="15" name="Rectangle 14">
              <a:hlinkHover r:id="" action="ppaction://noaction" highlightClick="1"/>
              <a:extLst>
                <a:ext uri="{FF2B5EF4-FFF2-40B4-BE49-F238E27FC236}">
                  <a16:creationId xmlns:a16="http://schemas.microsoft.com/office/drawing/2014/main" id="{61418B00-5DF4-DFF1-9B43-0D2315911CEE}"/>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5D203DFE-E9A7-6757-F9C7-B3373CC38B42}"/>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CDBBB582-A82C-A618-1B4E-2EA5551437C2}"/>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2" name="Group 21">
            <a:extLst>
              <a:ext uri="{FF2B5EF4-FFF2-40B4-BE49-F238E27FC236}">
                <a16:creationId xmlns:a16="http://schemas.microsoft.com/office/drawing/2014/main" id="{98A57C9F-5F10-A889-1CEF-E118807064D0}"/>
              </a:ext>
            </a:extLst>
          </p:cNvPr>
          <p:cNvGrpSpPr/>
          <p:nvPr/>
        </p:nvGrpSpPr>
        <p:grpSpPr>
          <a:xfrm>
            <a:off x="2100392" y="4419620"/>
            <a:ext cx="721206" cy="609701"/>
            <a:chOff x="2100392" y="4419620"/>
            <a:chExt cx="721206" cy="609701"/>
          </a:xfrm>
        </p:grpSpPr>
        <p:sp>
          <p:nvSpPr>
            <p:cNvPr id="23" name="Rectangle 22">
              <a:extLst>
                <a:ext uri="{FF2B5EF4-FFF2-40B4-BE49-F238E27FC236}">
                  <a16:creationId xmlns:a16="http://schemas.microsoft.com/office/drawing/2014/main" id="{B2786CCC-DAB4-A8E9-4352-891904815902}"/>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4" name="Right Triangle 23">
              <a:extLst>
                <a:ext uri="{FF2B5EF4-FFF2-40B4-BE49-F238E27FC236}">
                  <a16:creationId xmlns:a16="http://schemas.microsoft.com/office/drawing/2014/main" id="{1882EF85-05C7-7896-3691-2573AA035727}"/>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5" name="Group 24">
              <a:extLst>
                <a:ext uri="{FF2B5EF4-FFF2-40B4-BE49-F238E27FC236}">
                  <a16:creationId xmlns:a16="http://schemas.microsoft.com/office/drawing/2014/main" id="{42A7A26B-E6F7-895A-B98E-776C547C2FF7}"/>
                </a:ext>
              </a:extLst>
            </p:cNvPr>
            <p:cNvGrpSpPr/>
            <p:nvPr/>
          </p:nvGrpSpPr>
          <p:grpSpPr>
            <a:xfrm>
              <a:off x="2769856" y="4434450"/>
              <a:ext cx="37817" cy="61390"/>
              <a:chOff x="3883481" y="2057400"/>
              <a:chExt cx="1608363" cy="2652031"/>
            </a:xfrm>
            <a:solidFill>
              <a:srgbClr val="A6A6A6">
                <a:alpha val="20000"/>
              </a:srgbClr>
            </a:solidFill>
          </p:grpSpPr>
          <p:sp>
            <p:nvSpPr>
              <p:cNvPr id="26" name="Oval 27">
                <a:extLst>
                  <a:ext uri="{FF2B5EF4-FFF2-40B4-BE49-F238E27FC236}">
                    <a16:creationId xmlns:a16="http://schemas.microsoft.com/office/drawing/2014/main" id="{6EA6D500-AF8E-D22C-939D-1945725632A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Oval 28">
                <a:extLst>
                  <a:ext uri="{FF2B5EF4-FFF2-40B4-BE49-F238E27FC236}">
                    <a16:creationId xmlns:a16="http://schemas.microsoft.com/office/drawing/2014/main" id="{6BEA8179-95D6-9CA7-42CB-E446B600D66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8" name="Group 27">
            <a:extLst>
              <a:ext uri="{FF2B5EF4-FFF2-40B4-BE49-F238E27FC236}">
                <a16:creationId xmlns:a16="http://schemas.microsoft.com/office/drawing/2014/main" id="{5E1BAE57-1828-5529-C131-B80826D52E5A}"/>
              </a:ext>
            </a:extLst>
          </p:cNvPr>
          <p:cNvGrpSpPr/>
          <p:nvPr/>
        </p:nvGrpSpPr>
        <p:grpSpPr>
          <a:xfrm>
            <a:off x="10525295" y="86756"/>
            <a:ext cx="721206" cy="609701"/>
            <a:chOff x="10520479" y="90836"/>
            <a:chExt cx="721206" cy="609701"/>
          </a:xfrm>
        </p:grpSpPr>
        <p:sp>
          <p:nvSpPr>
            <p:cNvPr id="29" name="Rectangle 28">
              <a:hlinkHover r:id="" action="ppaction://noaction" highlightClick="1"/>
              <a:extLst>
                <a:ext uri="{FF2B5EF4-FFF2-40B4-BE49-F238E27FC236}">
                  <a16:creationId xmlns:a16="http://schemas.microsoft.com/office/drawing/2014/main" id="{810BD579-5A9A-A688-DBCA-78ABCCC2081F}"/>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30" name="Oval 29">
              <a:extLst>
                <a:ext uri="{FF2B5EF4-FFF2-40B4-BE49-F238E27FC236}">
                  <a16:creationId xmlns:a16="http://schemas.microsoft.com/office/drawing/2014/main" id="{266E6931-927C-01D8-9121-9DE448870B81}"/>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1" name="Isosceles Triangle 648">
              <a:extLst>
                <a:ext uri="{FF2B5EF4-FFF2-40B4-BE49-F238E27FC236}">
                  <a16:creationId xmlns:a16="http://schemas.microsoft.com/office/drawing/2014/main" id="{5ADA6F88-3270-86FA-42AD-12A6D9DF8BA2}"/>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6" name="Group 35">
            <a:extLst>
              <a:ext uri="{FF2B5EF4-FFF2-40B4-BE49-F238E27FC236}">
                <a16:creationId xmlns:a16="http://schemas.microsoft.com/office/drawing/2014/main" id="{7927DCB4-CCDC-AADE-D88C-D85E85F15395}"/>
              </a:ext>
            </a:extLst>
          </p:cNvPr>
          <p:cNvGrpSpPr/>
          <p:nvPr/>
        </p:nvGrpSpPr>
        <p:grpSpPr>
          <a:xfrm>
            <a:off x="11356242" y="1508829"/>
            <a:ext cx="721206" cy="609701"/>
            <a:chOff x="11356242" y="1532276"/>
            <a:chExt cx="721206" cy="609701"/>
          </a:xfrm>
        </p:grpSpPr>
        <p:sp>
          <p:nvSpPr>
            <p:cNvPr id="37" name="Rectangle 36">
              <a:hlinkHover r:id="" action="ppaction://noaction" highlightClick="1"/>
              <a:extLst>
                <a:ext uri="{FF2B5EF4-FFF2-40B4-BE49-F238E27FC236}">
                  <a16:creationId xmlns:a16="http://schemas.microsoft.com/office/drawing/2014/main" id="{F07A78A6-068B-72D5-246D-E7163E32493A}"/>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38" name="Oval 37">
              <a:extLst>
                <a:ext uri="{FF2B5EF4-FFF2-40B4-BE49-F238E27FC236}">
                  <a16:creationId xmlns:a16="http://schemas.microsoft.com/office/drawing/2014/main" id="{E43C5A3B-E99D-514D-1292-7BA0EE458BA2}"/>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 name="Isosceles Triangle 648">
              <a:extLst>
                <a:ext uri="{FF2B5EF4-FFF2-40B4-BE49-F238E27FC236}">
                  <a16:creationId xmlns:a16="http://schemas.microsoft.com/office/drawing/2014/main" id="{0EB9D4BE-56A4-EC99-7325-6DC4FE6E51CF}"/>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F22D759A-6164-1004-D56F-EEB1AEEDA935}"/>
              </a:ext>
            </a:extLst>
          </p:cNvPr>
          <p:cNvGrpSpPr/>
          <p:nvPr/>
        </p:nvGrpSpPr>
        <p:grpSpPr>
          <a:xfrm>
            <a:off x="3776512" y="2950606"/>
            <a:ext cx="724130" cy="609701"/>
            <a:chOff x="3776512" y="2974053"/>
            <a:chExt cx="724130" cy="609701"/>
          </a:xfrm>
        </p:grpSpPr>
        <p:sp>
          <p:nvSpPr>
            <p:cNvPr id="49" name="Rectangle 48">
              <a:extLst>
                <a:ext uri="{FF2B5EF4-FFF2-40B4-BE49-F238E27FC236}">
                  <a16:creationId xmlns:a16="http://schemas.microsoft.com/office/drawing/2014/main" id="{68BA40E5-D0EC-444C-0811-6DC0343288BB}"/>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50" name="Right Triangle 49">
              <a:extLst>
                <a:ext uri="{FF2B5EF4-FFF2-40B4-BE49-F238E27FC236}">
                  <a16:creationId xmlns:a16="http://schemas.microsoft.com/office/drawing/2014/main" id="{D5725474-93AD-50BE-610E-1ACCF9EFD74F}"/>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1" name="Group 50">
              <a:extLst>
                <a:ext uri="{FF2B5EF4-FFF2-40B4-BE49-F238E27FC236}">
                  <a16:creationId xmlns:a16="http://schemas.microsoft.com/office/drawing/2014/main" id="{A12D16BC-BE54-122F-86E3-E7C0C0324650}"/>
                </a:ext>
              </a:extLst>
            </p:cNvPr>
            <p:cNvGrpSpPr/>
            <p:nvPr/>
          </p:nvGrpSpPr>
          <p:grpSpPr>
            <a:xfrm>
              <a:off x="4450061" y="2982574"/>
              <a:ext cx="37817" cy="61390"/>
              <a:chOff x="3883481" y="2057400"/>
              <a:chExt cx="1608363" cy="2652031"/>
            </a:xfrm>
            <a:solidFill>
              <a:srgbClr val="A6A6A6">
                <a:alpha val="20000"/>
              </a:srgbClr>
            </a:solidFill>
          </p:grpSpPr>
          <p:sp>
            <p:nvSpPr>
              <p:cNvPr id="52" name="Oval 27">
                <a:extLst>
                  <a:ext uri="{FF2B5EF4-FFF2-40B4-BE49-F238E27FC236}">
                    <a16:creationId xmlns:a16="http://schemas.microsoft.com/office/drawing/2014/main" id="{B53B9F70-CED0-A552-8C97-64BA5780A41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 name="Oval 28">
                <a:extLst>
                  <a:ext uri="{FF2B5EF4-FFF2-40B4-BE49-F238E27FC236}">
                    <a16:creationId xmlns:a16="http://schemas.microsoft.com/office/drawing/2014/main" id="{AB88E95F-364A-F52F-2928-77C908B2616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0" name="Group 59">
            <a:extLst>
              <a:ext uri="{FF2B5EF4-FFF2-40B4-BE49-F238E27FC236}">
                <a16:creationId xmlns:a16="http://schemas.microsoft.com/office/drawing/2014/main" id="{5455C22C-7E74-F5D2-0156-D1CC99DBB7A2}"/>
              </a:ext>
            </a:extLst>
          </p:cNvPr>
          <p:cNvGrpSpPr/>
          <p:nvPr/>
        </p:nvGrpSpPr>
        <p:grpSpPr>
          <a:xfrm>
            <a:off x="8807242" y="1532276"/>
            <a:ext cx="721206" cy="609701"/>
            <a:chOff x="8807242" y="1532276"/>
            <a:chExt cx="721206" cy="609701"/>
          </a:xfrm>
        </p:grpSpPr>
        <p:sp>
          <p:nvSpPr>
            <p:cNvPr id="67" name="Rectangle 66">
              <a:hlinkHover r:id="" action="ppaction://noaction" highlightClick="1"/>
              <a:extLst>
                <a:ext uri="{FF2B5EF4-FFF2-40B4-BE49-F238E27FC236}">
                  <a16:creationId xmlns:a16="http://schemas.microsoft.com/office/drawing/2014/main" id="{BCA585AC-5D94-BC2D-5485-615C39801F8E}"/>
                </a:ext>
              </a:extLst>
            </p:cNvPr>
            <p:cNvSpPr/>
            <p:nvPr/>
          </p:nvSpPr>
          <p:spPr>
            <a:xfrm>
              <a:off x="8807242"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68" name="Oval 67">
              <a:extLst>
                <a:ext uri="{FF2B5EF4-FFF2-40B4-BE49-F238E27FC236}">
                  <a16:creationId xmlns:a16="http://schemas.microsoft.com/office/drawing/2014/main" id="{27071023-CF90-9279-2099-7BECB4F9B7AA}"/>
                </a:ext>
              </a:extLst>
            </p:cNvPr>
            <p:cNvSpPr/>
            <p:nvPr/>
          </p:nvSpPr>
          <p:spPr>
            <a:xfrm>
              <a:off x="9387205" y="154139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 name="Isosceles Triangle 648">
              <a:extLst>
                <a:ext uri="{FF2B5EF4-FFF2-40B4-BE49-F238E27FC236}">
                  <a16:creationId xmlns:a16="http://schemas.microsoft.com/office/drawing/2014/main" id="{D5297758-8EBF-C41D-430A-B601A6A1EA2A}"/>
                </a:ext>
              </a:extLst>
            </p:cNvPr>
            <p:cNvSpPr/>
            <p:nvPr/>
          </p:nvSpPr>
          <p:spPr>
            <a:xfrm>
              <a:off x="9417330" y="155491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79" name="Group 78">
            <a:extLst>
              <a:ext uri="{FF2B5EF4-FFF2-40B4-BE49-F238E27FC236}">
                <a16:creationId xmlns:a16="http://schemas.microsoft.com/office/drawing/2014/main" id="{3E4B65E1-CE15-3902-6ED6-9B75C7306AD8}"/>
              </a:ext>
            </a:extLst>
          </p:cNvPr>
          <p:cNvGrpSpPr/>
          <p:nvPr/>
        </p:nvGrpSpPr>
        <p:grpSpPr>
          <a:xfrm>
            <a:off x="2934662" y="5148220"/>
            <a:ext cx="724130" cy="609701"/>
            <a:chOff x="4615448" y="2974053"/>
            <a:chExt cx="724130" cy="609701"/>
          </a:xfrm>
        </p:grpSpPr>
        <p:sp>
          <p:nvSpPr>
            <p:cNvPr id="80" name="Rectangle 79">
              <a:extLst>
                <a:ext uri="{FF2B5EF4-FFF2-40B4-BE49-F238E27FC236}">
                  <a16:creationId xmlns:a16="http://schemas.microsoft.com/office/drawing/2014/main" id="{AFBD9CBC-0928-0924-9658-32AA69A22657}"/>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81" name="Right Triangle 80">
              <a:extLst>
                <a:ext uri="{FF2B5EF4-FFF2-40B4-BE49-F238E27FC236}">
                  <a16:creationId xmlns:a16="http://schemas.microsoft.com/office/drawing/2014/main" id="{7039C096-2F12-366A-7578-F40DB148883A}"/>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2" name="Group 81">
              <a:extLst>
                <a:ext uri="{FF2B5EF4-FFF2-40B4-BE49-F238E27FC236}">
                  <a16:creationId xmlns:a16="http://schemas.microsoft.com/office/drawing/2014/main" id="{0477689F-862D-838B-8121-5E01724886A7}"/>
                </a:ext>
              </a:extLst>
            </p:cNvPr>
            <p:cNvGrpSpPr/>
            <p:nvPr/>
          </p:nvGrpSpPr>
          <p:grpSpPr>
            <a:xfrm>
              <a:off x="5288997" y="2982574"/>
              <a:ext cx="37817" cy="61390"/>
              <a:chOff x="3883481" y="2057400"/>
              <a:chExt cx="1608363" cy="2652031"/>
            </a:xfrm>
            <a:solidFill>
              <a:srgbClr val="A6A6A6">
                <a:alpha val="20000"/>
              </a:srgbClr>
            </a:solidFill>
          </p:grpSpPr>
          <p:sp>
            <p:nvSpPr>
              <p:cNvPr id="83" name="Oval 27">
                <a:extLst>
                  <a:ext uri="{FF2B5EF4-FFF2-40B4-BE49-F238E27FC236}">
                    <a16:creationId xmlns:a16="http://schemas.microsoft.com/office/drawing/2014/main" id="{1EAAE653-4107-3D0D-3A1F-E4D9084910C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 name="Oval 28">
                <a:extLst>
                  <a:ext uri="{FF2B5EF4-FFF2-40B4-BE49-F238E27FC236}">
                    <a16:creationId xmlns:a16="http://schemas.microsoft.com/office/drawing/2014/main" id="{C33C9AFA-B4C4-50D3-6B45-D91C9A560A7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 name="Group 84">
            <a:extLst>
              <a:ext uri="{FF2B5EF4-FFF2-40B4-BE49-F238E27FC236}">
                <a16:creationId xmlns:a16="http://schemas.microsoft.com/office/drawing/2014/main" id="{DAD34BBD-E178-9FB0-6095-32650A573D91}"/>
              </a:ext>
            </a:extLst>
          </p:cNvPr>
          <p:cNvGrpSpPr/>
          <p:nvPr/>
        </p:nvGrpSpPr>
        <p:grpSpPr>
          <a:xfrm>
            <a:off x="11355832" y="5140982"/>
            <a:ext cx="721220" cy="609701"/>
            <a:chOff x="9656903" y="2253333"/>
            <a:chExt cx="721220" cy="609701"/>
          </a:xfrm>
        </p:grpSpPr>
        <p:sp>
          <p:nvSpPr>
            <p:cNvPr id="86" name="Rectangle 85">
              <a:hlinkHover r:id="" action="ppaction://noaction" highlightClick="1"/>
              <a:extLst>
                <a:ext uri="{FF2B5EF4-FFF2-40B4-BE49-F238E27FC236}">
                  <a16:creationId xmlns:a16="http://schemas.microsoft.com/office/drawing/2014/main" id="{D086A0F1-C9CB-3261-A058-F4C486C65300}"/>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87" name="Rectangle 86">
              <a:extLst>
                <a:ext uri="{FF2B5EF4-FFF2-40B4-BE49-F238E27FC236}">
                  <a16:creationId xmlns:a16="http://schemas.microsoft.com/office/drawing/2014/main" id="{2008A18C-A786-B862-AF30-5C2F77487FF9}"/>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 name="Oval 15">
              <a:extLst>
                <a:ext uri="{FF2B5EF4-FFF2-40B4-BE49-F238E27FC236}">
                  <a16:creationId xmlns:a16="http://schemas.microsoft.com/office/drawing/2014/main" id="{065B74B7-CE62-8943-4A54-1B2BAE805D80}"/>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9" name="Straight Connector 88">
              <a:extLst>
                <a:ext uri="{FF2B5EF4-FFF2-40B4-BE49-F238E27FC236}">
                  <a16:creationId xmlns:a16="http://schemas.microsoft.com/office/drawing/2014/main" id="{85A14EC1-466D-4F3B-73F0-2F03099D0708}"/>
                </a:ext>
              </a:extLst>
            </p:cNvPr>
            <p:cNvCxnSpPr>
              <a:cxnSpLocks/>
              <a:stCxn id="8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0" name="Straight Connector 89">
              <a:extLst>
                <a:ext uri="{FF2B5EF4-FFF2-40B4-BE49-F238E27FC236}">
                  <a16:creationId xmlns:a16="http://schemas.microsoft.com/office/drawing/2014/main" id="{90D7561D-F332-95CD-37F4-6F14CBDC228C}"/>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BA4CA5CD-A089-F4D2-B033-1F536D1EA773}"/>
              </a:ext>
            </a:extLst>
          </p:cNvPr>
          <p:cNvGrpSpPr/>
          <p:nvPr/>
        </p:nvGrpSpPr>
        <p:grpSpPr>
          <a:xfrm>
            <a:off x="1268346" y="3698208"/>
            <a:ext cx="721891" cy="610396"/>
            <a:chOff x="1268346" y="3698208"/>
            <a:chExt cx="721891" cy="610396"/>
          </a:xfrm>
        </p:grpSpPr>
        <p:sp>
          <p:nvSpPr>
            <p:cNvPr id="92" name="Rectangle 91">
              <a:extLst>
                <a:ext uri="{FF2B5EF4-FFF2-40B4-BE49-F238E27FC236}">
                  <a16:creationId xmlns:a16="http://schemas.microsoft.com/office/drawing/2014/main" id="{D3EE1E17-4CB3-D050-4902-28F1FB8D4A63}"/>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93" name="Right Triangle 92">
              <a:extLst>
                <a:ext uri="{FF2B5EF4-FFF2-40B4-BE49-F238E27FC236}">
                  <a16:creationId xmlns:a16="http://schemas.microsoft.com/office/drawing/2014/main" id="{179AB28E-EA40-1CF3-AFD1-2C6B94AE3C1B}"/>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4" name="Group 93">
              <a:extLst>
                <a:ext uri="{FF2B5EF4-FFF2-40B4-BE49-F238E27FC236}">
                  <a16:creationId xmlns:a16="http://schemas.microsoft.com/office/drawing/2014/main" id="{2152C704-41C6-E830-CD11-E1010DA18579}"/>
                </a:ext>
              </a:extLst>
            </p:cNvPr>
            <p:cNvGrpSpPr/>
            <p:nvPr/>
          </p:nvGrpSpPr>
          <p:grpSpPr>
            <a:xfrm>
              <a:off x="1939627" y="3704306"/>
              <a:ext cx="37817" cy="61390"/>
              <a:chOff x="3883481" y="2057400"/>
              <a:chExt cx="1608363" cy="2652031"/>
            </a:xfrm>
            <a:solidFill>
              <a:srgbClr val="A6A6A6">
                <a:alpha val="20000"/>
              </a:srgbClr>
            </a:solidFill>
          </p:grpSpPr>
          <p:sp>
            <p:nvSpPr>
              <p:cNvPr id="95" name="Oval 27">
                <a:extLst>
                  <a:ext uri="{FF2B5EF4-FFF2-40B4-BE49-F238E27FC236}">
                    <a16:creationId xmlns:a16="http://schemas.microsoft.com/office/drawing/2014/main" id="{06CF00AA-EAB2-8AD0-9303-CC3EC643B89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 name="Oval 28">
                <a:extLst>
                  <a:ext uri="{FF2B5EF4-FFF2-40B4-BE49-F238E27FC236}">
                    <a16:creationId xmlns:a16="http://schemas.microsoft.com/office/drawing/2014/main" id="{1EAC98FE-570A-F0BE-435B-43022D1AB29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7" name="Group 96">
            <a:extLst>
              <a:ext uri="{FF2B5EF4-FFF2-40B4-BE49-F238E27FC236}">
                <a16:creationId xmlns:a16="http://schemas.microsoft.com/office/drawing/2014/main" id="{BA139BF8-1859-4977-2A26-BFE54113D249}"/>
              </a:ext>
            </a:extLst>
          </p:cNvPr>
          <p:cNvGrpSpPr/>
          <p:nvPr/>
        </p:nvGrpSpPr>
        <p:grpSpPr>
          <a:xfrm>
            <a:off x="5451979" y="3707588"/>
            <a:ext cx="721206" cy="609701"/>
            <a:chOff x="5451979" y="3707588"/>
            <a:chExt cx="721206" cy="609701"/>
          </a:xfrm>
        </p:grpSpPr>
        <p:sp>
          <p:nvSpPr>
            <p:cNvPr id="99" name="Rectangle 98">
              <a:hlinkHover r:id="" action="ppaction://noaction" highlightClick="1"/>
              <a:extLst>
                <a:ext uri="{FF2B5EF4-FFF2-40B4-BE49-F238E27FC236}">
                  <a16:creationId xmlns:a16="http://schemas.microsoft.com/office/drawing/2014/main" id="{98539EFC-50D7-2FAC-2DDE-0EBA77DAC4D2}"/>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00" name="Oval 99">
              <a:extLst>
                <a:ext uri="{FF2B5EF4-FFF2-40B4-BE49-F238E27FC236}">
                  <a16:creationId xmlns:a16="http://schemas.microsoft.com/office/drawing/2014/main" id="{15DE4A6A-B7C4-1E0A-6014-E1E2B2D8C9A7}"/>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 name="Isosceles Triangle 648">
              <a:extLst>
                <a:ext uri="{FF2B5EF4-FFF2-40B4-BE49-F238E27FC236}">
                  <a16:creationId xmlns:a16="http://schemas.microsoft.com/office/drawing/2014/main" id="{CB4F215A-19C7-CD89-21E9-1392B6B9CED6}"/>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3" name="Group 122">
            <a:extLst>
              <a:ext uri="{FF2B5EF4-FFF2-40B4-BE49-F238E27FC236}">
                <a16:creationId xmlns:a16="http://schemas.microsoft.com/office/drawing/2014/main" id="{1216A301-EAC6-C273-04BF-684C3E911A04}"/>
              </a:ext>
            </a:extLst>
          </p:cNvPr>
          <p:cNvGrpSpPr/>
          <p:nvPr/>
        </p:nvGrpSpPr>
        <p:grpSpPr>
          <a:xfrm>
            <a:off x="8808980" y="2268701"/>
            <a:ext cx="721206" cy="609701"/>
            <a:chOff x="11356238" y="2253333"/>
            <a:chExt cx="721206" cy="609701"/>
          </a:xfrm>
        </p:grpSpPr>
        <p:sp>
          <p:nvSpPr>
            <p:cNvPr id="124" name="Rectangle 123">
              <a:hlinkHover r:id="" action="ppaction://noaction" highlightClick="1"/>
              <a:extLst>
                <a:ext uri="{FF2B5EF4-FFF2-40B4-BE49-F238E27FC236}">
                  <a16:creationId xmlns:a16="http://schemas.microsoft.com/office/drawing/2014/main" id="{EBF3D84B-D923-B94C-0DB1-78A29FB87E39}"/>
                </a:ext>
              </a:extLst>
            </p:cNvPr>
            <p:cNvSpPr/>
            <p:nvPr/>
          </p:nvSpPr>
          <p:spPr>
            <a:xfrm>
              <a:off x="11356238" y="225333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25" name="Oval 124">
              <a:extLst>
                <a:ext uri="{FF2B5EF4-FFF2-40B4-BE49-F238E27FC236}">
                  <a16:creationId xmlns:a16="http://schemas.microsoft.com/office/drawing/2014/main" id="{65D7AB41-B17C-D6C2-29EC-ECF8C608AF24}"/>
                </a:ext>
              </a:extLst>
            </p:cNvPr>
            <p:cNvSpPr/>
            <p:nvPr/>
          </p:nvSpPr>
          <p:spPr>
            <a:xfrm>
              <a:off x="11934777" y="226109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Isosceles Triangle 648">
              <a:extLst>
                <a:ext uri="{FF2B5EF4-FFF2-40B4-BE49-F238E27FC236}">
                  <a16:creationId xmlns:a16="http://schemas.microsoft.com/office/drawing/2014/main" id="{D3EB18E9-80C3-82B4-141F-3FA293A9E904}"/>
                </a:ext>
              </a:extLst>
            </p:cNvPr>
            <p:cNvSpPr/>
            <p:nvPr/>
          </p:nvSpPr>
          <p:spPr>
            <a:xfrm>
              <a:off x="11964901" y="227460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7" name="Group 126">
            <a:extLst>
              <a:ext uri="{FF2B5EF4-FFF2-40B4-BE49-F238E27FC236}">
                <a16:creationId xmlns:a16="http://schemas.microsoft.com/office/drawing/2014/main" id="{97D9F9D3-7959-061F-DD79-262C3B735E70}"/>
              </a:ext>
            </a:extLst>
          </p:cNvPr>
          <p:cNvGrpSpPr/>
          <p:nvPr/>
        </p:nvGrpSpPr>
        <p:grpSpPr>
          <a:xfrm>
            <a:off x="7113074" y="816139"/>
            <a:ext cx="721206" cy="609701"/>
            <a:chOff x="7957576" y="811556"/>
            <a:chExt cx="721206" cy="609701"/>
          </a:xfrm>
        </p:grpSpPr>
        <p:sp>
          <p:nvSpPr>
            <p:cNvPr id="128" name="Rectangle 127">
              <a:extLst>
                <a:ext uri="{FF2B5EF4-FFF2-40B4-BE49-F238E27FC236}">
                  <a16:creationId xmlns:a16="http://schemas.microsoft.com/office/drawing/2014/main" id="{ED6150A8-B722-7B81-FF9F-4D764688B104}"/>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29" name="Rectangle 128">
              <a:extLst>
                <a:ext uri="{FF2B5EF4-FFF2-40B4-BE49-F238E27FC236}">
                  <a16:creationId xmlns:a16="http://schemas.microsoft.com/office/drawing/2014/main" id="{FE125986-9B78-768B-95F8-8101A2C627B4}"/>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 name="Oval 15">
              <a:extLst>
                <a:ext uri="{FF2B5EF4-FFF2-40B4-BE49-F238E27FC236}">
                  <a16:creationId xmlns:a16="http://schemas.microsoft.com/office/drawing/2014/main" id="{E99932E0-03A1-5EDF-6341-8E1C99370E6B}"/>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9" name="Straight Connector 138">
              <a:extLst>
                <a:ext uri="{FF2B5EF4-FFF2-40B4-BE49-F238E27FC236}">
                  <a16:creationId xmlns:a16="http://schemas.microsoft.com/office/drawing/2014/main" id="{F0541BFC-4DDB-4339-3E32-B455396BF26C}"/>
                </a:ext>
              </a:extLst>
            </p:cNvPr>
            <p:cNvCxnSpPr>
              <a:cxnSpLocks/>
              <a:stCxn id="138"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0" name="Straight Connector 139">
              <a:extLst>
                <a:ext uri="{FF2B5EF4-FFF2-40B4-BE49-F238E27FC236}">
                  <a16:creationId xmlns:a16="http://schemas.microsoft.com/office/drawing/2014/main" id="{B2CD4EA0-034C-6322-E150-DD79A087C829}"/>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1" name="Group 140">
            <a:extLst>
              <a:ext uri="{FF2B5EF4-FFF2-40B4-BE49-F238E27FC236}">
                <a16:creationId xmlns:a16="http://schemas.microsoft.com/office/drawing/2014/main" id="{E98FF73E-BF34-A000-63C4-18A508F39FFA}"/>
              </a:ext>
            </a:extLst>
          </p:cNvPr>
          <p:cNvGrpSpPr/>
          <p:nvPr/>
        </p:nvGrpSpPr>
        <p:grpSpPr>
          <a:xfrm>
            <a:off x="4605607" y="811556"/>
            <a:ext cx="722054" cy="609701"/>
            <a:chOff x="4605607" y="811556"/>
            <a:chExt cx="722054" cy="609701"/>
          </a:xfrm>
        </p:grpSpPr>
        <p:sp>
          <p:nvSpPr>
            <p:cNvPr id="142" name="Rectangle 141">
              <a:extLst>
                <a:ext uri="{FF2B5EF4-FFF2-40B4-BE49-F238E27FC236}">
                  <a16:creationId xmlns:a16="http://schemas.microsoft.com/office/drawing/2014/main" id="{D22ACD17-247D-9B97-A3ED-3EB4A275BAB3}"/>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3" name="Rectangle 142">
              <a:extLst>
                <a:ext uri="{FF2B5EF4-FFF2-40B4-BE49-F238E27FC236}">
                  <a16:creationId xmlns:a16="http://schemas.microsoft.com/office/drawing/2014/main" id="{E21D4FB1-6611-831A-3F42-59EDB979E361}"/>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4" name="Oval 15">
              <a:extLst>
                <a:ext uri="{FF2B5EF4-FFF2-40B4-BE49-F238E27FC236}">
                  <a16:creationId xmlns:a16="http://schemas.microsoft.com/office/drawing/2014/main" id="{65B9E78F-29A8-2408-D900-ABC92633ED1D}"/>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5" name="Straight Connector 144">
              <a:extLst>
                <a:ext uri="{FF2B5EF4-FFF2-40B4-BE49-F238E27FC236}">
                  <a16:creationId xmlns:a16="http://schemas.microsoft.com/office/drawing/2014/main" id="{7F758124-8161-8BE7-AA62-1F6EB41FA958}"/>
                </a:ext>
              </a:extLst>
            </p:cNvPr>
            <p:cNvCxnSpPr>
              <a:cxnSpLocks/>
              <a:stCxn id="144"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6" name="Straight Connector 145">
              <a:extLst>
                <a:ext uri="{FF2B5EF4-FFF2-40B4-BE49-F238E27FC236}">
                  <a16:creationId xmlns:a16="http://schemas.microsoft.com/office/drawing/2014/main" id="{BD8F8311-9190-B849-6A8B-39DB17B7AAC3}"/>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8" name="Group 147">
            <a:extLst>
              <a:ext uri="{FF2B5EF4-FFF2-40B4-BE49-F238E27FC236}">
                <a16:creationId xmlns:a16="http://schemas.microsoft.com/office/drawing/2014/main" id="{086EFD63-DAD9-A35B-825E-5BC8572ADE40}"/>
              </a:ext>
            </a:extLst>
          </p:cNvPr>
          <p:cNvGrpSpPr/>
          <p:nvPr/>
        </p:nvGrpSpPr>
        <p:grpSpPr>
          <a:xfrm>
            <a:off x="9651394" y="811173"/>
            <a:ext cx="721206" cy="609701"/>
            <a:chOff x="9657972" y="90836"/>
            <a:chExt cx="721206" cy="609701"/>
          </a:xfrm>
        </p:grpSpPr>
        <p:sp>
          <p:nvSpPr>
            <p:cNvPr id="149" name="Rectangle 148">
              <a:hlinkHover r:id="" action="ppaction://noaction" highlightClick="1"/>
              <a:extLst>
                <a:ext uri="{FF2B5EF4-FFF2-40B4-BE49-F238E27FC236}">
                  <a16:creationId xmlns:a16="http://schemas.microsoft.com/office/drawing/2014/main" id="{720C1E5C-7CF7-A056-6911-017C82F0D7CC}"/>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50" name="Diamond 149">
              <a:extLst>
                <a:ext uri="{FF2B5EF4-FFF2-40B4-BE49-F238E27FC236}">
                  <a16:creationId xmlns:a16="http://schemas.microsoft.com/office/drawing/2014/main" id="{54958CFA-C0BC-3D96-7DEC-DC8F0840A1AB}"/>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1" name="Oval 150">
              <a:extLst>
                <a:ext uri="{FF2B5EF4-FFF2-40B4-BE49-F238E27FC236}">
                  <a16:creationId xmlns:a16="http://schemas.microsoft.com/office/drawing/2014/main" id="{02B13255-A4F9-4686-91EF-B4BDB1FB2835}"/>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2" name="Group 151">
            <a:extLst>
              <a:ext uri="{FF2B5EF4-FFF2-40B4-BE49-F238E27FC236}">
                <a16:creationId xmlns:a16="http://schemas.microsoft.com/office/drawing/2014/main" id="{492AE8E8-5857-04A6-FC39-BA88E64F4321}"/>
              </a:ext>
            </a:extLst>
          </p:cNvPr>
          <p:cNvGrpSpPr/>
          <p:nvPr/>
        </p:nvGrpSpPr>
        <p:grpSpPr>
          <a:xfrm>
            <a:off x="2102908" y="811556"/>
            <a:ext cx="721206" cy="609701"/>
            <a:chOff x="2102908" y="811556"/>
            <a:chExt cx="721206" cy="609701"/>
          </a:xfrm>
        </p:grpSpPr>
        <p:sp>
          <p:nvSpPr>
            <p:cNvPr id="153" name="Rectangle 152">
              <a:extLst>
                <a:ext uri="{FF2B5EF4-FFF2-40B4-BE49-F238E27FC236}">
                  <a16:creationId xmlns:a16="http://schemas.microsoft.com/office/drawing/2014/main" id="{6001F48E-8905-C8C4-8257-081D407A7BE7}"/>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4" name="Rectangle 153">
              <a:extLst>
                <a:ext uri="{FF2B5EF4-FFF2-40B4-BE49-F238E27FC236}">
                  <a16:creationId xmlns:a16="http://schemas.microsoft.com/office/drawing/2014/main" id="{F6BFB915-1C47-18D1-A53F-335B8AA59216}"/>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5" name="Oval 15">
              <a:extLst>
                <a:ext uri="{FF2B5EF4-FFF2-40B4-BE49-F238E27FC236}">
                  <a16:creationId xmlns:a16="http://schemas.microsoft.com/office/drawing/2014/main" id="{6766C4D6-8BC7-217E-693F-A5BFEC7417E3}"/>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6" name="Straight Connector 155">
              <a:extLst>
                <a:ext uri="{FF2B5EF4-FFF2-40B4-BE49-F238E27FC236}">
                  <a16:creationId xmlns:a16="http://schemas.microsoft.com/office/drawing/2014/main" id="{E8ACDCA0-0EA9-9C19-F82C-E458664FCC0D}"/>
                </a:ext>
              </a:extLst>
            </p:cNvPr>
            <p:cNvCxnSpPr>
              <a:cxnSpLocks/>
              <a:stCxn id="155"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57" name="Straight Connector 156">
              <a:extLst>
                <a:ext uri="{FF2B5EF4-FFF2-40B4-BE49-F238E27FC236}">
                  <a16:creationId xmlns:a16="http://schemas.microsoft.com/office/drawing/2014/main" id="{8400E640-DA29-0C33-80A9-5E583B88E12B}"/>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8" name="Group 157">
            <a:extLst>
              <a:ext uri="{FF2B5EF4-FFF2-40B4-BE49-F238E27FC236}">
                <a16:creationId xmlns:a16="http://schemas.microsoft.com/office/drawing/2014/main" id="{60B128A5-5AEE-AD45-4C2C-D003D0237BC0}"/>
              </a:ext>
            </a:extLst>
          </p:cNvPr>
          <p:cNvGrpSpPr/>
          <p:nvPr/>
        </p:nvGrpSpPr>
        <p:grpSpPr>
          <a:xfrm>
            <a:off x="10506594" y="811556"/>
            <a:ext cx="721220" cy="609701"/>
            <a:chOff x="10506594" y="811556"/>
            <a:chExt cx="721220" cy="609701"/>
          </a:xfrm>
        </p:grpSpPr>
        <p:sp>
          <p:nvSpPr>
            <p:cNvPr id="159" name="Rectangle 158">
              <a:extLst>
                <a:ext uri="{FF2B5EF4-FFF2-40B4-BE49-F238E27FC236}">
                  <a16:creationId xmlns:a16="http://schemas.microsoft.com/office/drawing/2014/main" id="{5D7E2567-246D-63BE-36DC-5F78A9D9AD15}"/>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0" name="Rectangle 159">
              <a:extLst>
                <a:ext uri="{FF2B5EF4-FFF2-40B4-BE49-F238E27FC236}">
                  <a16:creationId xmlns:a16="http://schemas.microsoft.com/office/drawing/2014/main" id="{E72EDEE7-0CEF-0228-6274-AD3E09608097}"/>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1" name="Oval 15">
              <a:extLst>
                <a:ext uri="{FF2B5EF4-FFF2-40B4-BE49-F238E27FC236}">
                  <a16:creationId xmlns:a16="http://schemas.microsoft.com/office/drawing/2014/main" id="{7212CFDB-FF35-4ED5-1C42-2A7FAB816A71}"/>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2" name="Straight Connector 161">
              <a:extLst>
                <a:ext uri="{FF2B5EF4-FFF2-40B4-BE49-F238E27FC236}">
                  <a16:creationId xmlns:a16="http://schemas.microsoft.com/office/drawing/2014/main" id="{74D2D219-2F12-459F-D37C-21DE464BB0E3}"/>
                </a:ext>
              </a:extLst>
            </p:cNvPr>
            <p:cNvCxnSpPr>
              <a:cxnSpLocks/>
              <a:stCxn id="161"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3" name="Straight Connector 162">
              <a:extLst>
                <a:ext uri="{FF2B5EF4-FFF2-40B4-BE49-F238E27FC236}">
                  <a16:creationId xmlns:a16="http://schemas.microsoft.com/office/drawing/2014/main" id="{7B7FABCD-F2E3-FD9A-F03F-6D0C2B761DB5}"/>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4" name="Group 163">
            <a:extLst>
              <a:ext uri="{FF2B5EF4-FFF2-40B4-BE49-F238E27FC236}">
                <a16:creationId xmlns:a16="http://schemas.microsoft.com/office/drawing/2014/main" id="{5FC4F445-64DA-6ECC-A378-09C8D578FADD}"/>
              </a:ext>
            </a:extLst>
          </p:cNvPr>
          <p:cNvGrpSpPr/>
          <p:nvPr/>
        </p:nvGrpSpPr>
        <p:grpSpPr>
          <a:xfrm>
            <a:off x="10508723" y="1536662"/>
            <a:ext cx="721206" cy="609701"/>
            <a:chOff x="11356242" y="1532276"/>
            <a:chExt cx="721206" cy="609701"/>
          </a:xfrm>
        </p:grpSpPr>
        <p:sp>
          <p:nvSpPr>
            <p:cNvPr id="165" name="Rectangle 164">
              <a:hlinkHover r:id="" action="ppaction://noaction" highlightClick="1"/>
              <a:extLst>
                <a:ext uri="{FF2B5EF4-FFF2-40B4-BE49-F238E27FC236}">
                  <a16:creationId xmlns:a16="http://schemas.microsoft.com/office/drawing/2014/main" id="{0ACFD581-3271-115E-372B-85D07A23B527}"/>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66" name="Oval 165">
              <a:extLst>
                <a:ext uri="{FF2B5EF4-FFF2-40B4-BE49-F238E27FC236}">
                  <a16:creationId xmlns:a16="http://schemas.microsoft.com/office/drawing/2014/main" id="{AF5F26FF-C2A2-A392-1439-5B0E16A28432}"/>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7" name="Isosceles Triangle 648">
              <a:extLst>
                <a:ext uri="{FF2B5EF4-FFF2-40B4-BE49-F238E27FC236}">
                  <a16:creationId xmlns:a16="http://schemas.microsoft.com/office/drawing/2014/main" id="{E1012D2A-BE77-A7AC-A99A-F97B0A6801CD}"/>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6159A7D4-E965-F8BF-B826-064D736EAE1F}"/>
              </a:ext>
            </a:extLst>
          </p:cNvPr>
          <p:cNvGrpSpPr/>
          <p:nvPr/>
        </p:nvGrpSpPr>
        <p:grpSpPr>
          <a:xfrm>
            <a:off x="7957586" y="2253332"/>
            <a:ext cx="721206" cy="609701"/>
            <a:chOff x="7957586" y="2253332"/>
            <a:chExt cx="721206" cy="609701"/>
          </a:xfrm>
        </p:grpSpPr>
        <p:sp>
          <p:nvSpPr>
            <p:cNvPr id="173" name="Rectangle 172">
              <a:extLst>
                <a:ext uri="{FF2B5EF4-FFF2-40B4-BE49-F238E27FC236}">
                  <a16:creationId xmlns:a16="http://schemas.microsoft.com/office/drawing/2014/main" id="{DED14376-9AD1-F060-6A83-DBBF57CD2C4A}"/>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74" name="Right Triangle 173">
              <a:extLst>
                <a:ext uri="{FF2B5EF4-FFF2-40B4-BE49-F238E27FC236}">
                  <a16:creationId xmlns:a16="http://schemas.microsoft.com/office/drawing/2014/main" id="{600C0387-8074-C356-258E-D7B1D589701C}"/>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5" name="Group 174">
              <a:extLst>
                <a:ext uri="{FF2B5EF4-FFF2-40B4-BE49-F238E27FC236}">
                  <a16:creationId xmlns:a16="http://schemas.microsoft.com/office/drawing/2014/main" id="{53D6E9BD-28AD-8C4B-1879-40A9EFB565B2}"/>
                </a:ext>
              </a:extLst>
            </p:cNvPr>
            <p:cNvGrpSpPr/>
            <p:nvPr/>
          </p:nvGrpSpPr>
          <p:grpSpPr>
            <a:xfrm>
              <a:off x="8621942" y="2262669"/>
              <a:ext cx="37817" cy="61390"/>
              <a:chOff x="3883481" y="2057400"/>
              <a:chExt cx="1608363" cy="2652031"/>
            </a:xfrm>
            <a:solidFill>
              <a:srgbClr val="A6A6A6">
                <a:alpha val="20000"/>
              </a:srgbClr>
            </a:solidFill>
          </p:grpSpPr>
          <p:sp>
            <p:nvSpPr>
              <p:cNvPr id="176" name="Oval 27">
                <a:extLst>
                  <a:ext uri="{FF2B5EF4-FFF2-40B4-BE49-F238E27FC236}">
                    <a16:creationId xmlns:a16="http://schemas.microsoft.com/office/drawing/2014/main" id="{045AD452-ABB6-486F-02A5-422287C1244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7" name="Oval 28">
                <a:extLst>
                  <a:ext uri="{FF2B5EF4-FFF2-40B4-BE49-F238E27FC236}">
                    <a16:creationId xmlns:a16="http://schemas.microsoft.com/office/drawing/2014/main" id="{7E82DC03-617A-16E0-9478-548CCDB518B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E0BFA705-5597-4306-2BEC-22B8C2C617EF}"/>
              </a:ext>
            </a:extLst>
          </p:cNvPr>
          <p:cNvGrpSpPr/>
          <p:nvPr/>
        </p:nvGrpSpPr>
        <p:grpSpPr>
          <a:xfrm>
            <a:off x="6290730" y="2257176"/>
            <a:ext cx="721206" cy="609701"/>
            <a:chOff x="8807250" y="2253334"/>
            <a:chExt cx="721206" cy="609701"/>
          </a:xfrm>
        </p:grpSpPr>
        <p:sp>
          <p:nvSpPr>
            <p:cNvPr id="179" name="Rectangle 178">
              <a:extLst>
                <a:ext uri="{FF2B5EF4-FFF2-40B4-BE49-F238E27FC236}">
                  <a16:creationId xmlns:a16="http://schemas.microsoft.com/office/drawing/2014/main" id="{9B810265-1284-0A34-59B6-077431F6E3D4}"/>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80" name="Right Triangle 179">
              <a:extLst>
                <a:ext uri="{FF2B5EF4-FFF2-40B4-BE49-F238E27FC236}">
                  <a16:creationId xmlns:a16="http://schemas.microsoft.com/office/drawing/2014/main" id="{72BCC89D-4EA7-487D-93BB-389DDBD69E30}"/>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1" name="Oval 27">
              <a:extLst>
                <a:ext uri="{FF2B5EF4-FFF2-40B4-BE49-F238E27FC236}">
                  <a16:creationId xmlns:a16="http://schemas.microsoft.com/office/drawing/2014/main" id="{09AE7458-2AAC-D435-A04F-8C809BED2798}"/>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2" name="Oval 28">
              <a:extLst>
                <a:ext uri="{FF2B5EF4-FFF2-40B4-BE49-F238E27FC236}">
                  <a16:creationId xmlns:a16="http://schemas.microsoft.com/office/drawing/2014/main" id="{F37A977A-2724-4F09-76AD-7D5C61879280}"/>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3" name="Group 182">
            <a:extLst>
              <a:ext uri="{FF2B5EF4-FFF2-40B4-BE49-F238E27FC236}">
                <a16:creationId xmlns:a16="http://schemas.microsoft.com/office/drawing/2014/main" id="{25D5E321-F985-7D60-1D90-475D1A25286C}"/>
              </a:ext>
            </a:extLst>
          </p:cNvPr>
          <p:cNvGrpSpPr/>
          <p:nvPr/>
        </p:nvGrpSpPr>
        <p:grpSpPr>
          <a:xfrm>
            <a:off x="9656903" y="2253333"/>
            <a:ext cx="721220" cy="609701"/>
            <a:chOff x="9656903" y="2253333"/>
            <a:chExt cx="721220" cy="609701"/>
          </a:xfrm>
        </p:grpSpPr>
        <p:sp>
          <p:nvSpPr>
            <p:cNvPr id="184" name="Rectangle 183">
              <a:hlinkHover r:id="" action="ppaction://noaction" highlightClick="1"/>
              <a:extLst>
                <a:ext uri="{FF2B5EF4-FFF2-40B4-BE49-F238E27FC236}">
                  <a16:creationId xmlns:a16="http://schemas.microsoft.com/office/drawing/2014/main" id="{91CB4259-5DDD-253E-5F29-AB2BBBF7D996}"/>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5" name="Rectangle 184">
              <a:extLst>
                <a:ext uri="{FF2B5EF4-FFF2-40B4-BE49-F238E27FC236}">
                  <a16:creationId xmlns:a16="http://schemas.microsoft.com/office/drawing/2014/main" id="{2F1C26A9-B095-3520-7D35-C92C9F40EC24}"/>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6" name="Oval 15">
              <a:extLst>
                <a:ext uri="{FF2B5EF4-FFF2-40B4-BE49-F238E27FC236}">
                  <a16:creationId xmlns:a16="http://schemas.microsoft.com/office/drawing/2014/main" id="{EA7C89A6-449A-E5F9-9F63-9E9956D56376}"/>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7" name="Straight Connector 186">
              <a:extLst>
                <a:ext uri="{FF2B5EF4-FFF2-40B4-BE49-F238E27FC236}">
                  <a16:creationId xmlns:a16="http://schemas.microsoft.com/office/drawing/2014/main" id="{EE1AD6FE-1713-44F4-CAE0-6A751C6BAA14}"/>
                </a:ext>
              </a:extLst>
            </p:cNvPr>
            <p:cNvCxnSpPr>
              <a:cxnSpLocks/>
              <a:stCxn id="18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8" name="Straight Connector 187">
              <a:extLst>
                <a:ext uri="{FF2B5EF4-FFF2-40B4-BE49-F238E27FC236}">
                  <a16:creationId xmlns:a16="http://schemas.microsoft.com/office/drawing/2014/main" id="{E0B5B1D7-3CDF-719A-2370-B5CF80D14798}"/>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0786F916-72B0-FD7A-DF4E-92A0C64374F0}"/>
              </a:ext>
            </a:extLst>
          </p:cNvPr>
          <p:cNvGrpSpPr/>
          <p:nvPr/>
        </p:nvGrpSpPr>
        <p:grpSpPr>
          <a:xfrm>
            <a:off x="10506580" y="2253333"/>
            <a:ext cx="721206" cy="609701"/>
            <a:chOff x="10506580" y="2253333"/>
            <a:chExt cx="721206" cy="609701"/>
          </a:xfrm>
        </p:grpSpPr>
        <p:sp>
          <p:nvSpPr>
            <p:cNvPr id="190" name="Rectangle 189">
              <a:hlinkHover r:id="" action="ppaction://noaction" highlightClick="1"/>
              <a:extLst>
                <a:ext uri="{FF2B5EF4-FFF2-40B4-BE49-F238E27FC236}">
                  <a16:creationId xmlns:a16="http://schemas.microsoft.com/office/drawing/2014/main" id="{67F9A3B9-2385-E4B4-E2F3-348844AC64C4}"/>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91" name="Diamond 190">
              <a:extLst>
                <a:ext uri="{FF2B5EF4-FFF2-40B4-BE49-F238E27FC236}">
                  <a16:creationId xmlns:a16="http://schemas.microsoft.com/office/drawing/2014/main" id="{F58DA9E6-F686-55CC-ADAF-B935ACD5A209}"/>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8" name="Oval 447">
              <a:extLst>
                <a:ext uri="{FF2B5EF4-FFF2-40B4-BE49-F238E27FC236}">
                  <a16:creationId xmlns:a16="http://schemas.microsoft.com/office/drawing/2014/main" id="{4DE96856-2858-0177-70E2-CE44FFAFD5D4}"/>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49" name="Group 448">
            <a:extLst>
              <a:ext uri="{FF2B5EF4-FFF2-40B4-BE49-F238E27FC236}">
                <a16:creationId xmlns:a16="http://schemas.microsoft.com/office/drawing/2014/main" id="{FEEDA13E-7D4E-88C9-3ED2-3AFB1D12E6CE}"/>
              </a:ext>
            </a:extLst>
          </p:cNvPr>
          <p:cNvGrpSpPr/>
          <p:nvPr/>
        </p:nvGrpSpPr>
        <p:grpSpPr>
          <a:xfrm>
            <a:off x="5454173" y="2257175"/>
            <a:ext cx="721206" cy="609701"/>
            <a:chOff x="6287891" y="2253333"/>
            <a:chExt cx="721206" cy="609701"/>
          </a:xfrm>
        </p:grpSpPr>
        <p:sp>
          <p:nvSpPr>
            <p:cNvPr id="450" name="Rectangle 449">
              <a:extLst>
                <a:ext uri="{FF2B5EF4-FFF2-40B4-BE49-F238E27FC236}">
                  <a16:creationId xmlns:a16="http://schemas.microsoft.com/office/drawing/2014/main" id="{EF8655C9-5171-4DA7-594F-54526E66B5CC}"/>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451" name="Right Triangle 450">
              <a:extLst>
                <a:ext uri="{FF2B5EF4-FFF2-40B4-BE49-F238E27FC236}">
                  <a16:creationId xmlns:a16="http://schemas.microsoft.com/office/drawing/2014/main" id="{87EC6B1F-949F-47F5-6FF4-64D8EA60ACCA}"/>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52" name="Group 451">
              <a:extLst>
                <a:ext uri="{FF2B5EF4-FFF2-40B4-BE49-F238E27FC236}">
                  <a16:creationId xmlns:a16="http://schemas.microsoft.com/office/drawing/2014/main" id="{81CFEA69-33A6-1384-8A5D-76090AE4EA0D}"/>
                </a:ext>
              </a:extLst>
            </p:cNvPr>
            <p:cNvGrpSpPr/>
            <p:nvPr/>
          </p:nvGrpSpPr>
          <p:grpSpPr>
            <a:xfrm>
              <a:off x="6952470" y="2265099"/>
              <a:ext cx="37817" cy="61390"/>
              <a:chOff x="3883481" y="2057400"/>
              <a:chExt cx="1608363" cy="2652031"/>
            </a:xfrm>
            <a:solidFill>
              <a:srgbClr val="A6A6A6">
                <a:alpha val="20000"/>
              </a:srgbClr>
            </a:solidFill>
          </p:grpSpPr>
          <p:sp>
            <p:nvSpPr>
              <p:cNvPr id="453" name="Oval 27">
                <a:extLst>
                  <a:ext uri="{FF2B5EF4-FFF2-40B4-BE49-F238E27FC236}">
                    <a16:creationId xmlns:a16="http://schemas.microsoft.com/office/drawing/2014/main" id="{483DCB09-5857-B322-D00D-163DC184811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4" name="Oval 28">
                <a:extLst>
                  <a:ext uri="{FF2B5EF4-FFF2-40B4-BE49-F238E27FC236}">
                    <a16:creationId xmlns:a16="http://schemas.microsoft.com/office/drawing/2014/main" id="{781CA457-463B-D901-3415-C7F5825E967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8AE5C8C-D153-7B50-E4C0-043183A02B65}"/>
              </a:ext>
            </a:extLst>
          </p:cNvPr>
          <p:cNvGrpSpPr/>
          <p:nvPr/>
        </p:nvGrpSpPr>
        <p:grpSpPr>
          <a:xfrm>
            <a:off x="7113172" y="2252067"/>
            <a:ext cx="728239" cy="609701"/>
            <a:chOff x="5442073" y="811556"/>
            <a:chExt cx="728239" cy="609701"/>
          </a:xfrm>
        </p:grpSpPr>
        <p:sp>
          <p:nvSpPr>
            <p:cNvPr id="456" name="Rectangle 455">
              <a:extLst>
                <a:ext uri="{FF2B5EF4-FFF2-40B4-BE49-F238E27FC236}">
                  <a16:creationId xmlns:a16="http://schemas.microsoft.com/office/drawing/2014/main" id="{12858F7F-BB77-518E-0C28-5B8AFD8CF2D5}"/>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457" name="Rectangle 456">
              <a:extLst>
                <a:ext uri="{FF2B5EF4-FFF2-40B4-BE49-F238E27FC236}">
                  <a16:creationId xmlns:a16="http://schemas.microsoft.com/office/drawing/2014/main" id="{31637638-D7DF-F890-FC49-02E49DE31BA6}"/>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8" name="Oval 15">
              <a:extLst>
                <a:ext uri="{FF2B5EF4-FFF2-40B4-BE49-F238E27FC236}">
                  <a16:creationId xmlns:a16="http://schemas.microsoft.com/office/drawing/2014/main" id="{4ACB846D-8734-8CE2-383C-3293C6D2E720}"/>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9" name="Straight Connector 458">
              <a:extLst>
                <a:ext uri="{FF2B5EF4-FFF2-40B4-BE49-F238E27FC236}">
                  <a16:creationId xmlns:a16="http://schemas.microsoft.com/office/drawing/2014/main" id="{48FF0C1B-D46D-8264-6FFA-24A6DCC7F9CA}"/>
                </a:ext>
              </a:extLst>
            </p:cNvPr>
            <p:cNvCxnSpPr>
              <a:cxnSpLocks/>
              <a:stCxn id="458"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0" name="Straight Connector 459">
              <a:extLst>
                <a:ext uri="{FF2B5EF4-FFF2-40B4-BE49-F238E27FC236}">
                  <a16:creationId xmlns:a16="http://schemas.microsoft.com/office/drawing/2014/main" id="{CDA23814-70CE-55B3-3986-2B09876B22BB}"/>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1" name="Group 460">
            <a:extLst>
              <a:ext uri="{FF2B5EF4-FFF2-40B4-BE49-F238E27FC236}">
                <a16:creationId xmlns:a16="http://schemas.microsoft.com/office/drawing/2014/main" id="{2131464F-9AB4-3F78-99A3-463317853A62}"/>
              </a:ext>
            </a:extLst>
          </p:cNvPr>
          <p:cNvGrpSpPr/>
          <p:nvPr/>
        </p:nvGrpSpPr>
        <p:grpSpPr>
          <a:xfrm>
            <a:off x="11353919" y="2251694"/>
            <a:ext cx="721206" cy="609701"/>
            <a:chOff x="8807250" y="2253334"/>
            <a:chExt cx="721206" cy="609701"/>
          </a:xfrm>
        </p:grpSpPr>
        <p:sp>
          <p:nvSpPr>
            <p:cNvPr id="462" name="Rectangle 461">
              <a:extLst>
                <a:ext uri="{FF2B5EF4-FFF2-40B4-BE49-F238E27FC236}">
                  <a16:creationId xmlns:a16="http://schemas.microsoft.com/office/drawing/2014/main" id="{2356B241-D206-2B4C-5EA9-81842E0045E4}"/>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463" name="Right Triangle 462">
              <a:extLst>
                <a:ext uri="{FF2B5EF4-FFF2-40B4-BE49-F238E27FC236}">
                  <a16:creationId xmlns:a16="http://schemas.microsoft.com/office/drawing/2014/main" id="{B9FA2537-FBE9-2CBF-3ECB-54515207B98C}"/>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4" name="Oval 27">
              <a:extLst>
                <a:ext uri="{FF2B5EF4-FFF2-40B4-BE49-F238E27FC236}">
                  <a16:creationId xmlns:a16="http://schemas.microsoft.com/office/drawing/2014/main" id="{D946D6F4-3714-D896-87C0-42EDA31877F8}"/>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5" name="Oval 28">
              <a:extLst>
                <a:ext uri="{FF2B5EF4-FFF2-40B4-BE49-F238E27FC236}">
                  <a16:creationId xmlns:a16="http://schemas.microsoft.com/office/drawing/2014/main" id="{4F07E29C-4B33-4F3F-2D51-4AEFA3DC2658}"/>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2" name="Group 501">
            <a:extLst>
              <a:ext uri="{FF2B5EF4-FFF2-40B4-BE49-F238E27FC236}">
                <a16:creationId xmlns:a16="http://schemas.microsoft.com/office/drawing/2014/main" id="{E539FF80-FA66-1E10-B54C-8B7FCBBA95F8}"/>
              </a:ext>
            </a:extLst>
          </p:cNvPr>
          <p:cNvGrpSpPr/>
          <p:nvPr/>
        </p:nvGrpSpPr>
        <p:grpSpPr>
          <a:xfrm>
            <a:off x="2109092" y="2986575"/>
            <a:ext cx="721206" cy="649846"/>
            <a:chOff x="10506800" y="2974054"/>
            <a:chExt cx="721206" cy="649846"/>
          </a:xfrm>
        </p:grpSpPr>
        <p:sp>
          <p:nvSpPr>
            <p:cNvPr id="503" name="Rectangle 502">
              <a:extLst>
                <a:ext uri="{FF2B5EF4-FFF2-40B4-BE49-F238E27FC236}">
                  <a16:creationId xmlns:a16="http://schemas.microsoft.com/office/drawing/2014/main" id="{27728938-21CB-6A2D-65FF-532BEEC89E7D}"/>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504" name="Rectangle 503">
              <a:extLst>
                <a:ext uri="{FF2B5EF4-FFF2-40B4-BE49-F238E27FC236}">
                  <a16:creationId xmlns:a16="http://schemas.microsoft.com/office/drawing/2014/main" id="{1CE4DFB6-C145-B54C-91AB-CC6F4BB40E4E}"/>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5" name="Oval 15">
              <a:extLst>
                <a:ext uri="{FF2B5EF4-FFF2-40B4-BE49-F238E27FC236}">
                  <a16:creationId xmlns:a16="http://schemas.microsoft.com/office/drawing/2014/main" id="{CACCCD18-B631-C162-BAF1-979F28A4C2B7}"/>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06" name="Straight Connector 505">
              <a:extLst>
                <a:ext uri="{FF2B5EF4-FFF2-40B4-BE49-F238E27FC236}">
                  <a16:creationId xmlns:a16="http://schemas.microsoft.com/office/drawing/2014/main" id="{238E14C2-0E2D-B951-FA0E-85F5B9AC3D70}"/>
                </a:ext>
              </a:extLst>
            </p:cNvPr>
            <p:cNvCxnSpPr>
              <a:cxnSpLocks/>
              <a:stCxn id="505"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17" name="Straight Connector 516">
              <a:extLst>
                <a:ext uri="{FF2B5EF4-FFF2-40B4-BE49-F238E27FC236}">
                  <a16:creationId xmlns:a16="http://schemas.microsoft.com/office/drawing/2014/main" id="{95580AF9-57A4-FE3A-C93E-4E08B45DB5F8}"/>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18" name="Group 517">
            <a:extLst>
              <a:ext uri="{FF2B5EF4-FFF2-40B4-BE49-F238E27FC236}">
                <a16:creationId xmlns:a16="http://schemas.microsoft.com/office/drawing/2014/main" id="{5EBDA01F-6503-F693-EE45-EB3E461CE336}"/>
              </a:ext>
            </a:extLst>
          </p:cNvPr>
          <p:cNvGrpSpPr/>
          <p:nvPr/>
        </p:nvGrpSpPr>
        <p:grpSpPr>
          <a:xfrm>
            <a:off x="4621827" y="2983922"/>
            <a:ext cx="721206" cy="654973"/>
            <a:chOff x="9657606" y="2974054"/>
            <a:chExt cx="721206" cy="654973"/>
          </a:xfrm>
        </p:grpSpPr>
        <p:sp>
          <p:nvSpPr>
            <p:cNvPr id="519" name="Rectangle 518">
              <a:extLst>
                <a:ext uri="{FF2B5EF4-FFF2-40B4-BE49-F238E27FC236}">
                  <a16:creationId xmlns:a16="http://schemas.microsoft.com/office/drawing/2014/main" id="{92320ECB-3852-BA5C-AEFD-16417926C1B2}"/>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520" name="Rectangle 519">
              <a:extLst>
                <a:ext uri="{FF2B5EF4-FFF2-40B4-BE49-F238E27FC236}">
                  <a16:creationId xmlns:a16="http://schemas.microsoft.com/office/drawing/2014/main" id="{3052D02D-4969-4E57-2101-F95A61F1BD74}"/>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5" name="Oval 15">
              <a:extLst>
                <a:ext uri="{FF2B5EF4-FFF2-40B4-BE49-F238E27FC236}">
                  <a16:creationId xmlns:a16="http://schemas.microsoft.com/office/drawing/2014/main" id="{B0D13CA7-F6DF-7D04-072F-CE3195EF607E}"/>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26" name="Straight Connector 525">
              <a:extLst>
                <a:ext uri="{FF2B5EF4-FFF2-40B4-BE49-F238E27FC236}">
                  <a16:creationId xmlns:a16="http://schemas.microsoft.com/office/drawing/2014/main" id="{173A6D02-34BC-178D-AF70-45236E9B7313}"/>
                </a:ext>
              </a:extLst>
            </p:cNvPr>
            <p:cNvCxnSpPr>
              <a:cxnSpLocks/>
              <a:stCxn id="525"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27" name="Straight Connector 526">
              <a:extLst>
                <a:ext uri="{FF2B5EF4-FFF2-40B4-BE49-F238E27FC236}">
                  <a16:creationId xmlns:a16="http://schemas.microsoft.com/office/drawing/2014/main" id="{D30DD2BF-7885-60E6-111C-32182A5B56AB}"/>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28" name="Group 527">
            <a:extLst>
              <a:ext uri="{FF2B5EF4-FFF2-40B4-BE49-F238E27FC236}">
                <a16:creationId xmlns:a16="http://schemas.microsoft.com/office/drawing/2014/main" id="{D09DF811-B127-119A-384D-0BA5CD6F6E59}"/>
              </a:ext>
            </a:extLst>
          </p:cNvPr>
          <p:cNvGrpSpPr/>
          <p:nvPr/>
        </p:nvGrpSpPr>
        <p:grpSpPr>
          <a:xfrm>
            <a:off x="11356001" y="2974057"/>
            <a:ext cx="721206" cy="609701"/>
            <a:chOff x="11356001" y="2974057"/>
            <a:chExt cx="721206" cy="609701"/>
          </a:xfrm>
        </p:grpSpPr>
        <p:sp>
          <p:nvSpPr>
            <p:cNvPr id="571" name="Rectangle 570">
              <a:hlinkHover r:id="" action="ppaction://noaction" highlightClick="1"/>
              <a:extLst>
                <a:ext uri="{FF2B5EF4-FFF2-40B4-BE49-F238E27FC236}">
                  <a16:creationId xmlns:a16="http://schemas.microsoft.com/office/drawing/2014/main" id="{26304066-0040-D909-C78C-9E3AE1A8BAA4}"/>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572" name="Oval 571">
              <a:extLst>
                <a:ext uri="{FF2B5EF4-FFF2-40B4-BE49-F238E27FC236}">
                  <a16:creationId xmlns:a16="http://schemas.microsoft.com/office/drawing/2014/main" id="{801B320A-7FE8-8DCE-42EF-C933A30C2C3A}"/>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3" name="Isosceles Triangle 648">
              <a:extLst>
                <a:ext uri="{FF2B5EF4-FFF2-40B4-BE49-F238E27FC236}">
                  <a16:creationId xmlns:a16="http://schemas.microsoft.com/office/drawing/2014/main" id="{09EF8825-4D38-6729-07BA-92DC23DDD1F3}"/>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4" name="Group 573">
            <a:extLst>
              <a:ext uri="{FF2B5EF4-FFF2-40B4-BE49-F238E27FC236}">
                <a16:creationId xmlns:a16="http://schemas.microsoft.com/office/drawing/2014/main" id="{26FDA70B-1966-F801-4913-8A6219A8BC4A}"/>
              </a:ext>
            </a:extLst>
          </p:cNvPr>
          <p:cNvGrpSpPr/>
          <p:nvPr/>
        </p:nvGrpSpPr>
        <p:grpSpPr>
          <a:xfrm>
            <a:off x="10506616" y="2984633"/>
            <a:ext cx="721220" cy="609701"/>
            <a:chOff x="9656903" y="2253333"/>
            <a:chExt cx="721220" cy="609701"/>
          </a:xfrm>
        </p:grpSpPr>
        <p:sp>
          <p:nvSpPr>
            <p:cNvPr id="579" name="Rectangle 578">
              <a:hlinkHover r:id="" action="ppaction://noaction" highlightClick="1"/>
              <a:extLst>
                <a:ext uri="{FF2B5EF4-FFF2-40B4-BE49-F238E27FC236}">
                  <a16:creationId xmlns:a16="http://schemas.microsoft.com/office/drawing/2014/main" id="{CA8D2028-13F5-9213-CFC3-402C085C80E6}"/>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80" name="Rectangle 579">
              <a:extLst>
                <a:ext uri="{FF2B5EF4-FFF2-40B4-BE49-F238E27FC236}">
                  <a16:creationId xmlns:a16="http://schemas.microsoft.com/office/drawing/2014/main" id="{C6A2A857-2DA5-19E5-1F55-FADCCF092624}"/>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1" name="Oval 15">
              <a:extLst>
                <a:ext uri="{FF2B5EF4-FFF2-40B4-BE49-F238E27FC236}">
                  <a16:creationId xmlns:a16="http://schemas.microsoft.com/office/drawing/2014/main" id="{58CF8409-3E46-EDFC-57E1-0261DA244164}"/>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82" name="Straight Connector 581">
              <a:extLst>
                <a:ext uri="{FF2B5EF4-FFF2-40B4-BE49-F238E27FC236}">
                  <a16:creationId xmlns:a16="http://schemas.microsoft.com/office/drawing/2014/main" id="{DE323A32-CBC2-3A29-618D-0ABC1F2AFFA5}"/>
                </a:ext>
              </a:extLst>
            </p:cNvPr>
            <p:cNvCxnSpPr>
              <a:cxnSpLocks/>
              <a:stCxn id="581"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83" name="Straight Connector 582">
              <a:extLst>
                <a:ext uri="{FF2B5EF4-FFF2-40B4-BE49-F238E27FC236}">
                  <a16:creationId xmlns:a16="http://schemas.microsoft.com/office/drawing/2014/main" id="{0D8CB9BC-FB0C-4F88-D782-D9C31F639ABA}"/>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96" name="Group 595">
            <a:extLst>
              <a:ext uri="{FF2B5EF4-FFF2-40B4-BE49-F238E27FC236}">
                <a16:creationId xmlns:a16="http://schemas.microsoft.com/office/drawing/2014/main" id="{02DCB69E-E68F-825A-86D3-9F6953FBA630}"/>
              </a:ext>
            </a:extLst>
          </p:cNvPr>
          <p:cNvGrpSpPr/>
          <p:nvPr/>
        </p:nvGrpSpPr>
        <p:grpSpPr>
          <a:xfrm>
            <a:off x="7905566" y="751337"/>
            <a:ext cx="3396155" cy="4999377"/>
            <a:chOff x="7905566" y="751337"/>
            <a:chExt cx="3396155" cy="4999377"/>
          </a:xfrm>
        </p:grpSpPr>
        <p:cxnSp>
          <p:nvCxnSpPr>
            <p:cNvPr id="597" name="Straight Connector 596">
              <a:extLst>
                <a:ext uri="{FF2B5EF4-FFF2-40B4-BE49-F238E27FC236}">
                  <a16:creationId xmlns:a16="http://schemas.microsoft.com/office/drawing/2014/main" id="{C7D21A6C-4F91-D3CB-2062-79C0E9BD27BF}"/>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98" name="Straight Connector 597">
              <a:extLst>
                <a:ext uri="{FF2B5EF4-FFF2-40B4-BE49-F238E27FC236}">
                  <a16:creationId xmlns:a16="http://schemas.microsoft.com/office/drawing/2014/main" id="{271223A8-83D5-C0B0-C271-7D08A234A39E}"/>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99" name="Straight Connector 598">
              <a:extLst>
                <a:ext uri="{FF2B5EF4-FFF2-40B4-BE49-F238E27FC236}">
                  <a16:creationId xmlns:a16="http://schemas.microsoft.com/office/drawing/2014/main" id="{BDB6115E-54D2-9430-F421-DF40FF86FB7D}"/>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00" name="Straight Connector 599">
              <a:extLst>
                <a:ext uri="{FF2B5EF4-FFF2-40B4-BE49-F238E27FC236}">
                  <a16:creationId xmlns:a16="http://schemas.microsoft.com/office/drawing/2014/main" id="{D51DD045-54FD-D535-678B-2E0B2B3F0D59}"/>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01" name="Straight Connector 600">
              <a:extLst>
                <a:ext uri="{FF2B5EF4-FFF2-40B4-BE49-F238E27FC236}">
                  <a16:creationId xmlns:a16="http://schemas.microsoft.com/office/drawing/2014/main" id="{9B31D1B1-7AAD-587A-6E09-E6B0F24B0282}"/>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02" name="Straight Connector 601">
              <a:extLst>
                <a:ext uri="{FF2B5EF4-FFF2-40B4-BE49-F238E27FC236}">
                  <a16:creationId xmlns:a16="http://schemas.microsoft.com/office/drawing/2014/main" id="{EC8EA0A3-3F45-7711-7C44-05D7CE9515A7}"/>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3" name="Straight Connector 622">
              <a:extLst>
                <a:ext uri="{FF2B5EF4-FFF2-40B4-BE49-F238E27FC236}">
                  <a16:creationId xmlns:a16="http://schemas.microsoft.com/office/drawing/2014/main" id="{39361F49-7548-679A-E3BC-A5D8F04B616B}"/>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624" name="Straight Connector 623">
            <a:extLst>
              <a:ext uri="{FF2B5EF4-FFF2-40B4-BE49-F238E27FC236}">
                <a16:creationId xmlns:a16="http://schemas.microsoft.com/office/drawing/2014/main" id="{5B5C16B0-829F-EC82-0435-C0977929D005}"/>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18" name="Picture 17">
            <a:hlinkClick r:id="rId21" action="ppaction://hlinksldjump"/>
            <a:extLst>
              <a:ext uri="{FF2B5EF4-FFF2-40B4-BE49-F238E27FC236}">
                <a16:creationId xmlns:a16="http://schemas.microsoft.com/office/drawing/2014/main" id="{ED7C43B8-F055-2BCB-F867-A4AF99F8349D}"/>
              </a:ext>
            </a:extLst>
          </p:cNvPr>
          <p:cNvPicPr>
            <a:picLocks noChangeAspect="1"/>
          </p:cNvPicPr>
          <p:nvPr/>
        </p:nvPicPr>
        <p:blipFill>
          <a:blip r:embed="rId22"/>
          <a:stretch>
            <a:fillRect/>
          </a:stretch>
        </p:blipFill>
        <p:spPr>
          <a:xfrm>
            <a:off x="0" y="0"/>
            <a:ext cx="211626" cy="6858000"/>
          </a:xfrm>
          <a:prstGeom prst="rect">
            <a:avLst/>
          </a:prstGeom>
        </p:spPr>
      </p:pic>
      <p:grpSp>
        <p:nvGrpSpPr>
          <p:cNvPr id="19" name="Group 18">
            <a:extLst>
              <a:ext uri="{FF2B5EF4-FFF2-40B4-BE49-F238E27FC236}">
                <a16:creationId xmlns:a16="http://schemas.microsoft.com/office/drawing/2014/main" id="{C6144064-F3EE-B792-2FC6-130F790B7A9E}"/>
              </a:ext>
            </a:extLst>
          </p:cNvPr>
          <p:cNvGrpSpPr/>
          <p:nvPr/>
        </p:nvGrpSpPr>
        <p:grpSpPr>
          <a:xfrm>
            <a:off x="9652491" y="2986436"/>
            <a:ext cx="721206" cy="609701"/>
            <a:chOff x="9657972" y="90836"/>
            <a:chExt cx="721206" cy="609701"/>
          </a:xfrm>
        </p:grpSpPr>
        <p:sp>
          <p:nvSpPr>
            <p:cNvPr id="20" name="Rectangle 19">
              <a:hlinkHover r:id="" action="ppaction://noaction" highlightClick="1"/>
              <a:extLst>
                <a:ext uri="{FF2B5EF4-FFF2-40B4-BE49-F238E27FC236}">
                  <a16:creationId xmlns:a16="http://schemas.microsoft.com/office/drawing/2014/main" id="{90288437-1BCF-1C71-8B9A-72B519AB1C26}"/>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21" name="Diamond 20">
              <a:extLst>
                <a:ext uri="{FF2B5EF4-FFF2-40B4-BE49-F238E27FC236}">
                  <a16:creationId xmlns:a16="http://schemas.microsoft.com/office/drawing/2014/main" id="{209BF4D0-0C20-69D4-619D-15631CB2618A}"/>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2" name="Oval 31">
              <a:extLst>
                <a:ext uri="{FF2B5EF4-FFF2-40B4-BE49-F238E27FC236}">
                  <a16:creationId xmlns:a16="http://schemas.microsoft.com/office/drawing/2014/main" id="{D42D9E97-3046-5A53-ECED-24D46E7393C8}"/>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06434588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8168" y="-7656"/>
            <a:ext cx="5815313"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User Entity and Behaviour Analytics (UEBA)</a:t>
            </a:r>
          </a:p>
        </p:txBody>
      </p:sp>
      <p:sp>
        <p:nvSpPr>
          <p:cNvPr id="72" name="Rectangle 71">
            <a:hlinkClick r:id="rId3" action="ppaction://hlinksldjump"/>
            <a:hlinkHover r:id="rId3" action="ppaction://hlinksldjump"/>
            <a:extLst>
              <a:ext uri="{FF2B5EF4-FFF2-40B4-BE49-F238E27FC236}">
                <a16:creationId xmlns:a16="http://schemas.microsoft.com/office/drawing/2014/main" id="{EC3C293B-38A6-49A6-9968-9396CF92163C}"/>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8AFACE28-0B97-479F-8FF6-5BF7C1632536}"/>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65C28BBB-344F-45E8-AE47-046107A92C76}"/>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3725B72C-82BE-4F4C-BA4F-26D31F73AFE2}"/>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42548F1F-BE3A-4E3B-90C2-1660FCE4E39B}"/>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856405B3-3722-47D9-82B1-28A4693A75CD}"/>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A6EDDA5E-3898-4B8E-BD43-1FE8B5DB5F25}"/>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46813F81-466B-47AB-A3D5-1FB6D82F31F8}"/>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8931E7A8-D176-40C7-BED4-B69499508FDA}"/>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F160EFC0-70CF-4A4A-A950-88EAABE8E5F7}"/>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7A8EE19C-41DE-4021-8732-4DD36FCB3805}"/>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B2F9C24A-5A5D-459C-B454-E5D23E4A51C1}"/>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B8A37280-FE7C-4FAF-A37D-F964B1616E28}"/>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F9C5390C-D12F-4322-84EA-CDB88DA7BB4C}"/>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FC173BB3-C16D-47E8-A194-491277C9EA51}"/>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83419DED-C911-4038-8854-2EE5513C32DA}"/>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0080ABCD-C548-448A-B18E-E9265C1B2E35}"/>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98" name="Rectangle 97">
            <a:hlinkClick r:id="rId20" action="ppaction://hlinksldjump"/>
            <a:hlinkHover r:id="rId20" action="ppaction://hlinksldjump"/>
            <a:extLst>
              <a:ext uri="{FF2B5EF4-FFF2-40B4-BE49-F238E27FC236}">
                <a16:creationId xmlns:a16="http://schemas.microsoft.com/office/drawing/2014/main" id="{9E28B834-5F59-4E6C-8812-902D19435E93}"/>
              </a:ext>
            </a:extLst>
          </p:cNvPr>
          <p:cNvSpPr/>
          <p:nvPr/>
        </p:nvSpPr>
        <p:spPr>
          <a:xfrm>
            <a:off x="6913194" y="5873750"/>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3" name="Rectangle 2">
            <a:extLst>
              <a:ext uri="{FF2B5EF4-FFF2-40B4-BE49-F238E27FC236}">
                <a16:creationId xmlns:a16="http://schemas.microsoft.com/office/drawing/2014/main" id="{9A7E27A7-C689-AA61-3A29-260C19DB52AF}"/>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9F5FCC2F-A469-DD76-1BBF-125AA16419C9}"/>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60838E59-B7B0-7658-F84A-844D093E5525}"/>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C32EE673-5F27-E758-AE4B-45C1781BCAD6}"/>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3522C820-553C-0971-9C4E-13D5DCAC3E52}"/>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5" name="Group 34">
            <a:extLst>
              <a:ext uri="{FF2B5EF4-FFF2-40B4-BE49-F238E27FC236}">
                <a16:creationId xmlns:a16="http://schemas.microsoft.com/office/drawing/2014/main" id="{47723934-143B-438C-205B-5C36808A6C6B}"/>
              </a:ext>
            </a:extLst>
          </p:cNvPr>
          <p:cNvGrpSpPr/>
          <p:nvPr/>
        </p:nvGrpSpPr>
        <p:grpSpPr>
          <a:xfrm>
            <a:off x="3779655" y="811556"/>
            <a:ext cx="721206" cy="609701"/>
            <a:chOff x="3779655" y="811556"/>
            <a:chExt cx="721206" cy="609701"/>
          </a:xfrm>
        </p:grpSpPr>
        <p:sp>
          <p:nvSpPr>
            <p:cNvPr id="36" name="Rectangle 35">
              <a:extLst>
                <a:ext uri="{FF2B5EF4-FFF2-40B4-BE49-F238E27FC236}">
                  <a16:creationId xmlns:a16="http://schemas.microsoft.com/office/drawing/2014/main" id="{C38FB516-ABF2-1BF3-3F12-BDF67A4CCCAF}"/>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39" name="Rectangle 38">
              <a:extLst>
                <a:ext uri="{FF2B5EF4-FFF2-40B4-BE49-F238E27FC236}">
                  <a16:creationId xmlns:a16="http://schemas.microsoft.com/office/drawing/2014/main" id="{98A90D2C-B321-5BDB-430A-DE1D7661C4F1}"/>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 name="Oval 15">
              <a:extLst>
                <a:ext uri="{FF2B5EF4-FFF2-40B4-BE49-F238E27FC236}">
                  <a16:creationId xmlns:a16="http://schemas.microsoft.com/office/drawing/2014/main" id="{F50E321A-B0FD-2C1C-F5C9-00FDA02BF341}"/>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7" name="Straight Connector 46">
              <a:extLst>
                <a:ext uri="{FF2B5EF4-FFF2-40B4-BE49-F238E27FC236}">
                  <a16:creationId xmlns:a16="http://schemas.microsoft.com/office/drawing/2014/main" id="{E55A0C44-69F1-FD15-6ECC-FFF233E3CBCB}"/>
                </a:ext>
              </a:extLst>
            </p:cNvPr>
            <p:cNvCxnSpPr>
              <a:cxnSpLocks/>
              <a:stCxn id="40"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 name="Straight Connector 47">
              <a:extLst>
                <a:ext uri="{FF2B5EF4-FFF2-40B4-BE49-F238E27FC236}">
                  <a16:creationId xmlns:a16="http://schemas.microsoft.com/office/drawing/2014/main" id="{C0055429-F29D-3E49-98D4-F4F3BFADBB88}"/>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 name="Group 48">
            <a:extLst>
              <a:ext uri="{FF2B5EF4-FFF2-40B4-BE49-F238E27FC236}">
                <a16:creationId xmlns:a16="http://schemas.microsoft.com/office/drawing/2014/main" id="{A432B2DB-8DFB-135D-D3DA-51B90B5FB32E}"/>
              </a:ext>
            </a:extLst>
          </p:cNvPr>
          <p:cNvGrpSpPr/>
          <p:nvPr/>
        </p:nvGrpSpPr>
        <p:grpSpPr>
          <a:xfrm>
            <a:off x="7959195" y="3698231"/>
            <a:ext cx="721206" cy="609701"/>
            <a:chOff x="7959195" y="3698231"/>
            <a:chExt cx="721206" cy="609701"/>
          </a:xfrm>
        </p:grpSpPr>
        <p:sp>
          <p:nvSpPr>
            <p:cNvPr id="50" name="Rectangle 49">
              <a:hlinkHover r:id="" action="ppaction://noaction" highlightClick="1"/>
              <a:extLst>
                <a:ext uri="{FF2B5EF4-FFF2-40B4-BE49-F238E27FC236}">
                  <a16:creationId xmlns:a16="http://schemas.microsoft.com/office/drawing/2014/main" id="{FAE421EA-6D1E-9A80-8D14-884E5BCCAC61}"/>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52" name="Oval 51">
              <a:extLst>
                <a:ext uri="{FF2B5EF4-FFF2-40B4-BE49-F238E27FC236}">
                  <a16:creationId xmlns:a16="http://schemas.microsoft.com/office/drawing/2014/main" id="{B4606149-01AE-8F75-E202-FED8D3F3F62E}"/>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 name="Isosceles Triangle 648">
              <a:extLst>
                <a:ext uri="{FF2B5EF4-FFF2-40B4-BE49-F238E27FC236}">
                  <a16:creationId xmlns:a16="http://schemas.microsoft.com/office/drawing/2014/main" id="{A971F6E0-0017-0072-86FF-1EA6AF8AC7E9}"/>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 name="Group 64">
            <a:extLst>
              <a:ext uri="{FF2B5EF4-FFF2-40B4-BE49-F238E27FC236}">
                <a16:creationId xmlns:a16="http://schemas.microsoft.com/office/drawing/2014/main" id="{D6AF345C-F942-BB75-C6AD-42BCC34BC5AC}"/>
              </a:ext>
            </a:extLst>
          </p:cNvPr>
          <p:cNvGrpSpPr/>
          <p:nvPr/>
        </p:nvGrpSpPr>
        <p:grpSpPr>
          <a:xfrm>
            <a:off x="5448056" y="1532276"/>
            <a:ext cx="721206" cy="609701"/>
            <a:chOff x="5448056" y="1532276"/>
            <a:chExt cx="721206" cy="609701"/>
          </a:xfrm>
        </p:grpSpPr>
        <p:sp>
          <p:nvSpPr>
            <p:cNvPr id="66" name="Rectangle 65">
              <a:extLst>
                <a:ext uri="{FF2B5EF4-FFF2-40B4-BE49-F238E27FC236}">
                  <a16:creationId xmlns:a16="http://schemas.microsoft.com/office/drawing/2014/main" id="{52E57A2B-FDFA-00CF-0BD7-94EBBD3B17A3}"/>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90" name="Rectangle 89">
              <a:extLst>
                <a:ext uri="{FF2B5EF4-FFF2-40B4-BE49-F238E27FC236}">
                  <a16:creationId xmlns:a16="http://schemas.microsoft.com/office/drawing/2014/main" id="{8CBC77DC-CD8A-7094-3BBF-89A57DB577FF}"/>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 name="Oval 15">
              <a:extLst>
                <a:ext uri="{FF2B5EF4-FFF2-40B4-BE49-F238E27FC236}">
                  <a16:creationId xmlns:a16="http://schemas.microsoft.com/office/drawing/2014/main" id="{44FE2F8F-ADCF-A27F-072C-59031060378F}"/>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 name="Straight Connector 91">
              <a:extLst>
                <a:ext uri="{FF2B5EF4-FFF2-40B4-BE49-F238E27FC236}">
                  <a16:creationId xmlns:a16="http://schemas.microsoft.com/office/drawing/2014/main" id="{4103E48A-B5D9-CDB8-1C5B-8584E4135F23}"/>
                </a:ext>
              </a:extLst>
            </p:cNvPr>
            <p:cNvCxnSpPr>
              <a:cxnSpLocks/>
              <a:stCxn id="91"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3" name="Straight Connector 92">
              <a:extLst>
                <a:ext uri="{FF2B5EF4-FFF2-40B4-BE49-F238E27FC236}">
                  <a16:creationId xmlns:a16="http://schemas.microsoft.com/office/drawing/2014/main" id="{220C5F22-F322-898F-6C07-02A7B094E34D}"/>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 name="Group 93">
            <a:extLst>
              <a:ext uri="{FF2B5EF4-FFF2-40B4-BE49-F238E27FC236}">
                <a16:creationId xmlns:a16="http://schemas.microsoft.com/office/drawing/2014/main" id="{ADF059EC-196F-5EDC-B4A5-1FC43D16E865}"/>
              </a:ext>
            </a:extLst>
          </p:cNvPr>
          <p:cNvGrpSpPr/>
          <p:nvPr/>
        </p:nvGrpSpPr>
        <p:grpSpPr>
          <a:xfrm>
            <a:off x="6284565" y="1532276"/>
            <a:ext cx="721206" cy="609701"/>
            <a:chOff x="6284565" y="1532276"/>
            <a:chExt cx="721206" cy="609701"/>
          </a:xfrm>
        </p:grpSpPr>
        <p:sp>
          <p:nvSpPr>
            <p:cNvPr id="95" name="Rectangle 94">
              <a:extLst>
                <a:ext uri="{FF2B5EF4-FFF2-40B4-BE49-F238E27FC236}">
                  <a16:creationId xmlns:a16="http://schemas.microsoft.com/office/drawing/2014/main" id="{B40E1F74-E08B-C485-3152-4C8650F68E90}"/>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96" name="Rectangle 95">
              <a:extLst>
                <a:ext uri="{FF2B5EF4-FFF2-40B4-BE49-F238E27FC236}">
                  <a16:creationId xmlns:a16="http://schemas.microsoft.com/office/drawing/2014/main" id="{FA63D32B-0F68-717A-0A2F-1BF27F178AD1}"/>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 name="Oval 15">
              <a:extLst>
                <a:ext uri="{FF2B5EF4-FFF2-40B4-BE49-F238E27FC236}">
                  <a16:creationId xmlns:a16="http://schemas.microsoft.com/office/drawing/2014/main" id="{FE29D6AC-7E74-4CA7-D0EB-C68676B7F53D}"/>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9" name="Straight Connector 98">
              <a:extLst>
                <a:ext uri="{FF2B5EF4-FFF2-40B4-BE49-F238E27FC236}">
                  <a16:creationId xmlns:a16="http://schemas.microsoft.com/office/drawing/2014/main" id="{F0DB43B0-5844-E15E-921D-8A8D0E9863B0}"/>
                </a:ext>
              </a:extLst>
            </p:cNvPr>
            <p:cNvCxnSpPr>
              <a:cxnSpLocks/>
              <a:stCxn id="97"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0" name="Straight Connector 99">
              <a:extLst>
                <a:ext uri="{FF2B5EF4-FFF2-40B4-BE49-F238E27FC236}">
                  <a16:creationId xmlns:a16="http://schemas.microsoft.com/office/drawing/2014/main" id="{72E90B34-0C37-E579-8696-8BC9ED3F89C1}"/>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1" name="Group 100">
            <a:extLst>
              <a:ext uri="{FF2B5EF4-FFF2-40B4-BE49-F238E27FC236}">
                <a16:creationId xmlns:a16="http://schemas.microsoft.com/office/drawing/2014/main" id="{1018E315-4A7A-E03C-5D46-29EDBF7D17BB}"/>
              </a:ext>
            </a:extLst>
          </p:cNvPr>
          <p:cNvGrpSpPr/>
          <p:nvPr/>
        </p:nvGrpSpPr>
        <p:grpSpPr>
          <a:xfrm>
            <a:off x="7121069" y="1532276"/>
            <a:ext cx="721206" cy="609701"/>
            <a:chOff x="7121069" y="1532276"/>
            <a:chExt cx="721206" cy="609701"/>
          </a:xfrm>
        </p:grpSpPr>
        <p:sp>
          <p:nvSpPr>
            <p:cNvPr id="102" name="Rectangle 101">
              <a:extLst>
                <a:ext uri="{FF2B5EF4-FFF2-40B4-BE49-F238E27FC236}">
                  <a16:creationId xmlns:a16="http://schemas.microsoft.com/office/drawing/2014/main" id="{42D30B72-F3F9-A440-4BEA-CC3961A90678}"/>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103" name="Rectangle 102">
              <a:extLst>
                <a:ext uri="{FF2B5EF4-FFF2-40B4-BE49-F238E27FC236}">
                  <a16:creationId xmlns:a16="http://schemas.microsoft.com/office/drawing/2014/main" id="{43707290-93E4-6015-4DF2-AA0102A6EC86}"/>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 name="Oval 15">
              <a:extLst>
                <a:ext uri="{FF2B5EF4-FFF2-40B4-BE49-F238E27FC236}">
                  <a16:creationId xmlns:a16="http://schemas.microsoft.com/office/drawing/2014/main" id="{F0907BAD-E2A5-F101-80BA-BC873FD5848F}"/>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5" name="Straight Connector 104">
              <a:extLst>
                <a:ext uri="{FF2B5EF4-FFF2-40B4-BE49-F238E27FC236}">
                  <a16:creationId xmlns:a16="http://schemas.microsoft.com/office/drawing/2014/main" id="{E517EFF5-531E-866A-8F6F-5EFEC4EE110A}"/>
                </a:ext>
              </a:extLst>
            </p:cNvPr>
            <p:cNvCxnSpPr>
              <a:cxnSpLocks/>
              <a:stCxn id="104"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6" name="Straight Connector 105">
              <a:extLst>
                <a:ext uri="{FF2B5EF4-FFF2-40B4-BE49-F238E27FC236}">
                  <a16:creationId xmlns:a16="http://schemas.microsoft.com/office/drawing/2014/main" id="{D93C68C4-4B92-CDDD-76B6-BC549C6C8C4C}"/>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7" name="Group 106">
            <a:extLst>
              <a:ext uri="{FF2B5EF4-FFF2-40B4-BE49-F238E27FC236}">
                <a16:creationId xmlns:a16="http://schemas.microsoft.com/office/drawing/2014/main" id="{B95925EE-C7CE-B5A2-72FE-6724E4991A38}"/>
              </a:ext>
            </a:extLst>
          </p:cNvPr>
          <p:cNvGrpSpPr/>
          <p:nvPr/>
        </p:nvGrpSpPr>
        <p:grpSpPr>
          <a:xfrm>
            <a:off x="3775045" y="1532276"/>
            <a:ext cx="721206" cy="609701"/>
            <a:chOff x="3775045" y="1532276"/>
            <a:chExt cx="721206" cy="609701"/>
          </a:xfrm>
        </p:grpSpPr>
        <p:sp>
          <p:nvSpPr>
            <p:cNvPr id="120" name="Rectangle 119">
              <a:extLst>
                <a:ext uri="{FF2B5EF4-FFF2-40B4-BE49-F238E27FC236}">
                  <a16:creationId xmlns:a16="http://schemas.microsoft.com/office/drawing/2014/main" id="{174BB0A2-B3C4-5B1B-368A-440770617F32}"/>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21" name="Right Triangle 120">
              <a:extLst>
                <a:ext uri="{FF2B5EF4-FFF2-40B4-BE49-F238E27FC236}">
                  <a16:creationId xmlns:a16="http://schemas.microsoft.com/office/drawing/2014/main" id="{B4273337-E988-E2BB-6062-B2D8E4DC81CA}"/>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2" name="Group 121">
              <a:extLst>
                <a:ext uri="{FF2B5EF4-FFF2-40B4-BE49-F238E27FC236}">
                  <a16:creationId xmlns:a16="http://schemas.microsoft.com/office/drawing/2014/main" id="{9C2C5DF2-A92E-5210-B836-AE63A4F3B32D}"/>
                </a:ext>
              </a:extLst>
            </p:cNvPr>
            <p:cNvGrpSpPr/>
            <p:nvPr/>
          </p:nvGrpSpPr>
          <p:grpSpPr>
            <a:xfrm>
              <a:off x="4440495" y="1542936"/>
              <a:ext cx="37817" cy="61390"/>
              <a:chOff x="3883481" y="2057400"/>
              <a:chExt cx="1608363" cy="2652031"/>
            </a:xfrm>
            <a:solidFill>
              <a:srgbClr val="A6A6A6">
                <a:alpha val="20000"/>
              </a:srgbClr>
            </a:solidFill>
          </p:grpSpPr>
          <p:sp>
            <p:nvSpPr>
              <p:cNvPr id="123" name="Oval 27">
                <a:extLst>
                  <a:ext uri="{FF2B5EF4-FFF2-40B4-BE49-F238E27FC236}">
                    <a16:creationId xmlns:a16="http://schemas.microsoft.com/office/drawing/2014/main" id="{7D7FCC22-D163-BB80-46C8-5E0D58BD8CC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 name="Oval 28">
                <a:extLst>
                  <a:ext uri="{FF2B5EF4-FFF2-40B4-BE49-F238E27FC236}">
                    <a16:creationId xmlns:a16="http://schemas.microsoft.com/office/drawing/2014/main" id="{2403F1A8-7148-A193-DB82-C9AAE5D9346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5" name="Group 124">
            <a:extLst>
              <a:ext uri="{FF2B5EF4-FFF2-40B4-BE49-F238E27FC236}">
                <a16:creationId xmlns:a16="http://schemas.microsoft.com/office/drawing/2014/main" id="{98AA42AD-480A-AEC6-9CAF-DB887834E2DC}"/>
              </a:ext>
            </a:extLst>
          </p:cNvPr>
          <p:cNvGrpSpPr/>
          <p:nvPr/>
        </p:nvGrpSpPr>
        <p:grpSpPr>
          <a:xfrm>
            <a:off x="4611552" y="1532276"/>
            <a:ext cx="721206" cy="609701"/>
            <a:chOff x="4611552" y="1532276"/>
            <a:chExt cx="721206" cy="609701"/>
          </a:xfrm>
        </p:grpSpPr>
        <p:sp>
          <p:nvSpPr>
            <p:cNvPr id="193" name="Rectangle 192">
              <a:extLst>
                <a:ext uri="{FF2B5EF4-FFF2-40B4-BE49-F238E27FC236}">
                  <a16:creationId xmlns:a16="http://schemas.microsoft.com/office/drawing/2014/main" id="{314A7553-E71E-A806-CB2D-182EEABE3542}"/>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94" name="Right Triangle 193">
              <a:extLst>
                <a:ext uri="{FF2B5EF4-FFF2-40B4-BE49-F238E27FC236}">
                  <a16:creationId xmlns:a16="http://schemas.microsoft.com/office/drawing/2014/main" id="{AB99C268-302E-B2D4-1D4B-41619CBFEC3E}"/>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95" name="Group 194">
              <a:extLst>
                <a:ext uri="{FF2B5EF4-FFF2-40B4-BE49-F238E27FC236}">
                  <a16:creationId xmlns:a16="http://schemas.microsoft.com/office/drawing/2014/main" id="{F0AC1835-4DCA-563A-6EBF-6CC91D7E3BA8}"/>
                </a:ext>
              </a:extLst>
            </p:cNvPr>
            <p:cNvGrpSpPr/>
            <p:nvPr/>
          </p:nvGrpSpPr>
          <p:grpSpPr>
            <a:xfrm>
              <a:off x="5276135" y="1542936"/>
              <a:ext cx="37817" cy="61390"/>
              <a:chOff x="3883481" y="2057400"/>
              <a:chExt cx="1608363" cy="2652031"/>
            </a:xfrm>
            <a:solidFill>
              <a:srgbClr val="A6A6A6">
                <a:alpha val="20000"/>
              </a:srgbClr>
            </a:solidFill>
          </p:grpSpPr>
          <p:sp>
            <p:nvSpPr>
              <p:cNvPr id="196" name="Oval 27">
                <a:extLst>
                  <a:ext uri="{FF2B5EF4-FFF2-40B4-BE49-F238E27FC236}">
                    <a16:creationId xmlns:a16="http://schemas.microsoft.com/office/drawing/2014/main" id="{FEB996F3-44A3-27DF-BCC2-AE6C4BFA6E7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7" name="Oval 28">
                <a:extLst>
                  <a:ext uri="{FF2B5EF4-FFF2-40B4-BE49-F238E27FC236}">
                    <a16:creationId xmlns:a16="http://schemas.microsoft.com/office/drawing/2014/main" id="{750EA8AA-23B0-6349-2E03-B970F94CD1D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98" name="Group 197">
            <a:extLst>
              <a:ext uri="{FF2B5EF4-FFF2-40B4-BE49-F238E27FC236}">
                <a16:creationId xmlns:a16="http://schemas.microsoft.com/office/drawing/2014/main" id="{3B990CC9-38FB-8FC3-039E-32DDADFDA4B2}"/>
              </a:ext>
            </a:extLst>
          </p:cNvPr>
          <p:cNvGrpSpPr/>
          <p:nvPr/>
        </p:nvGrpSpPr>
        <p:grpSpPr>
          <a:xfrm>
            <a:off x="2938537" y="1532271"/>
            <a:ext cx="721206" cy="610042"/>
            <a:chOff x="2938537" y="1532271"/>
            <a:chExt cx="721206" cy="610042"/>
          </a:xfrm>
        </p:grpSpPr>
        <p:sp>
          <p:nvSpPr>
            <p:cNvPr id="448" name="Rectangle 447">
              <a:extLst>
                <a:ext uri="{FF2B5EF4-FFF2-40B4-BE49-F238E27FC236}">
                  <a16:creationId xmlns:a16="http://schemas.microsoft.com/office/drawing/2014/main" id="{64586FC4-89DB-D638-78BB-8CC057153290}"/>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49" name="Right Triangle 448">
              <a:extLst>
                <a:ext uri="{FF2B5EF4-FFF2-40B4-BE49-F238E27FC236}">
                  <a16:creationId xmlns:a16="http://schemas.microsoft.com/office/drawing/2014/main" id="{00F50568-4EED-6A2F-C7BD-A966C6E0C1AB}"/>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0" name="Oval 27">
              <a:extLst>
                <a:ext uri="{FF2B5EF4-FFF2-40B4-BE49-F238E27FC236}">
                  <a16:creationId xmlns:a16="http://schemas.microsoft.com/office/drawing/2014/main" id="{E8ED0D31-1EA0-5130-C2F8-A165BEF808D1}"/>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1" name="Oval 28">
              <a:extLst>
                <a:ext uri="{FF2B5EF4-FFF2-40B4-BE49-F238E27FC236}">
                  <a16:creationId xmlns:a16="http://schemas.microsoft.com/office/drawing/2014/main" id="{FA470267-75F9-E56E-8A38-4871F2138F5F}"/>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2" name="Group 451">
            <a:extLst>
              <a:ext uri="{FF2B5EF4-FFF2-40B4-BE49-F238E27FC236}">
                <a16:creationId xmlns:a16="http://schemas.microsoft.com/office/drawing/2014/main" id="{7FAB02EF-2A88-EFCD-5CA2-A6C975B782F3}"/>
              </a:ext>
            </a:extLst>
          </p:cNvPr>
          <p:cNvGrpSpPr/>
          <p:nvPr/>
        </p:nvGrpSpPr>
        <p:grpSpPr>
          <a:xfrm>
            <a:off x="6287105" y="2974054"/>
            <a:ext cx="721206" cy="609701"/>
            <a:chOff x="6287105" y="2974054"/>
            <a:chExt cx="721206" cy="609701"/>
          </a:xfrm>
        </p:grpSpPr>
        <p:sp>
          <p:nvSpPr>
            <p:cNvPr id="453" name="Rectangle 452">
              <a:hlinkHover r:id="" action="ppaction://noaction" highlightClick="1"/>
              <a:extLst>
                <a:ext uri="{FF2B5EF4-FFF2-40B4-BE49-F238E27FC236}">
                  <a16:creationId xmlns:a16="http://schemas.microsoft.com/office/drawing/2014/main" id="{3AB92A9B-66C6-5DAF-EB11-7F10C9656FBD}"/>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54" name="Rectangle 453">
              <a:extLst>
                <a:ext uri="{FF2B5EF4-FFF2-40B4-BE49-F238E27FC236}">
                  <a16:creationId xmlns:a16="http://schemas.microsoft.com/office/drawing/2014/main" id="{ECE3CBA5-D3BD-324C-AB4D-8A4B7491083B}"/>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5" name="Oval 15">
              <a:extLst>
                <a:ext uri="{FF2B5EF4-FFF2-40B4-BE49-F238E27FC236}">
                  <a16:creationId xmlns:a16="http://schemas.microsoft.com/office/drawing/2014/main" id="{7922D712-701B-F5BE-88C9-23919F1949B4}"/>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6" name="Straight Connector 455">
              <a:extLst>
                <a:ext uri="{FF2B5EF4-FFF2-40B4-BE49-F238E27FC236}">
                  <a16:creationId xmlns:a16="http://schemas.microsoft.com/office/drawing/2014/main" id="{47F0610D-425E-EFB6-3935-A4D47DC57D0F}"/>
                </a:ext>
              </a:extLst>
            </p:cNvPr>
            <p:cNvCxnSpPr>
              <a:cxnSpLocks/>
              <a:stCxn id="455"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57" name="Group 456">
            <a:extLst>
              <a:ext uri="{FF2B5EF4-FFF2-40B4-BE49-F238E27FC236}">
                <a16:creationId xmlns:a16="http://schemas.microsoft.com/office/drawing/2014/main" id="{DC5A7FFC-FF8F-B6F2-DA23-E1E7EB173044}"/>
              </a:ext>
            </a:extLst>
          </p:cNvPr>
          <p:cNvGrpSpPr/>
          <p:nvPr/>
        </p:nvGrpSpPr>
        <p:grpSpPr>
          <a:xfrm>
            <a:off x="7123149" y="2974054"/>
            <a:ext cx="721206" cy="646284"/>
            <a:chOff x="7123149" y="2974054"/>
            <a:chExt cx="721206" cy="646284"/>
          </a:xfrm>
        </p:grpSpPr>
        <p:sp>
          <p:nvSpPr>
            <p:cNvPr id="458" name="Rectangle 457">
              <a:hlinkHover r:id="" action="ppaction://noaction" highlightClick="1"/>
              <a:extLst>
                <a:ext uri="{FF2B5EF4-FFF2-40B4-BE49-F238E27FC236}">
                  <a16:creationId xmlns:a16="http://schemas.microsoft.com/office/drawing/2014/main" id="{C4CA3034-BD3C-CC0E-891B-E43D5044681C}"/>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59" name="Rectangle 458">
              <a:extLst>
                <a:ext uri="{FF2B5EF4-FFF2-40B4-BE49-F238E27FC236}">
                  <a16:creationId xmlns:a16="http://schemas.microsoft.com/office/drawing/2014/main" id="{5610306A-5429-246F-B6CC-D64F0803B410}"/>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0" name="Oval 15">
              <a:extLst>
                <a:ext uri="{FF2B5EF4-FFF2-40B4-BE49-F238E27FC236}">
                  <a16:creationId xmlns:a16="http://schemas.microsoft.com/office/drawing/2014/main" id="{716FF0F7-0411-F1EC-4A02-B732AC28F981}"/>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1" name="Straight Connector 460">
              <a:extLst>
                <a:ext uri="{FF2B5EF4-FFF2-40B4-BE49-F238E27FC236}">
                  <a16:creationId xmlns:a16="http://schemas.microsoft.com/office/drawing/2014/main" id="{E70119AA-CC8F-A192-5F34-C7710150F1D8}"/>
                </a:ext>
              </a:extLst>
            </p:cNvPr>
            <p:cNvCxnSpPr>
              <a:cxnSpLocks/>
              <a:stCxn id="460"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2" name="Straight Connector 461">
              <a:extLst>
                <a:ext uri="{FF2B5EF4-FFF2-40B4-BE49-F238E27FC236}">
                  <a16:creationId xmlns:a16="http://schemas.microsoft.com/office/drawing/2014/main" id="{9DDC47DA-783D-8FF2-D198-143F645DA0F0}"/>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3" name="Group 462">
            <a:extLst>
              <a:ext uri="{FF2B5EF4-FFF2-40B4-BE49-F238E27FC236}">
                <a16:creationId xmlns:a16="http://schemas.microsoft.com/office/drawing/2014/main" id="{E69CBD55-8D55-F461-D564-D0055CFAACA1}"/>
              </a:ext>
            </a:extLst>
          </p:cNvPr>
          <p:cNvGrpSpPr/>
          <p:nvPr/>
        </p:nvGrpSpPr>
        <p:grpSpPr>
          <a:xfrm>
            <a:off x="7959200" y="2974054"/>
            <a:ext cx="721206" cy="609701"/>
            <a:chOff x="7959200" y="2974054"/>
            <a:chExt cx="721206" cy="609701"/>
          </a:xfrm>
        </p:grpSpPr>
        <p:sp>
          <p:nvSpPr>
            <p:cNvPr id="464" name="Rectangle 463">
              <a:hlinkHover r:id="" action="ppaction://noaction" highlightClick="1"/>
              <a:extLst>
                <a:ext uri="{FF2B5EF4-FFF2-40B4-BE49-F238E27FC236}">
                  <a16:creationId xmlns:a16="http://schemas.microsoft.com/office/drawing/2014/main" id="{9ECD4BCD-F255-3876-E739-953AA776311D}"/>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65" name="Diamond 464">
              <a:extLst>
                <a:ext uri="{FF2B5EF4-FFF2-40B4-BE49-F238E27FC236}">
                  <a16:creationId xmlns:a16="http://schemas.microsoft.com/office/drawing/2014/main" id="{CA60C0A2-1F72-AEB1-A3CD-2C4F4190B3B3}"/>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6" name="Oval 465">
              <a:extLst>
                <a:ext uri="{FF2B5EF4-FFF2-40B4-BE49-F238E27FC236}">
                  <a16:creationId xmlns:a16="http://schemas.microsoft.com/office/drawing/2014/main" id="{82B5247A-E5E9-0CD1-8C0C-CA683AC05A16}"/>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7" name="Group 466">
            <a:extLst>
              <a:ext uri="{FF2B5EF4-FFF2-40B4-BE49-F238E27FC236}">
                <a16:creationId xmlns:a16="http://schemas.microsoft.com/office/drawing/2014/main" id="{E8CF426E-C654-1A82-0862-DD56BE018DC8}"/>
              </a:ext>
            </a:extLst>
          </p:cNvPr>
          <p:cNvGrpSpPr/>
          <p:nvPr/>
        </p:nvGrpSpPr>
        <p:grpSpPr>
          <a:xfrm>
            <a:off x="8795244" y="2974054"/>
            <a:ext cx="721206" cy="609701"/>
            <a:chOff x="8795244" y="2974054"/>
            <a:chExt cx="721206" cy="609701"/>
          </a:xfrm>
        </p:grpSpPr>
        <p:sp>
          <p:nvSpPr>
            <p:cNvPr id="468" name="Rectangle 467">
              <a:hlinkHover r:id="" action="ppaction://noaction" highlightClick="1"/>
              <a:extLst>
                <a:ext uri="{FF2B5EF4-FFF2-40B4-BE49-F238E27FC236}">
                  <a16:creationId xmlns:a16="http://schemas.microsoft.com/office/drawing/2014/main" id="{5112CD3C-87E9-5C2D-52B9-255C2CCD51EB}"/>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69" name="Diamond 468">
              <a:extLst>
                <a:ext uri="{FF2B5EF4-FFF2-40B4-BE49-F238E27FC236}">
                  <a16:creationId xmlns:a16="http://schemas.microsoft.com/office/drawing/2014/main" id="{7C423095-83AE-64DA-8DC5-42DE1DC6611B}"/>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0" name="Oval 469">
              <a:extLst>
                <a:ext uri="{FF2B5EF4-FFF2-40B4-BE49-F238E27FC236}">
                  <a16:creationId xmlns:a16="http://schemas.microsoft.com/office/drawing/2014/main" id="{852EBA3B-9CC5-9701-AD34-4624A381597C}"/>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7" name="Group 476">
            <a:extLst>
              <a:ext uri="{FF2B5EF4-FFF2-40B4-BE49-F238E27FC236}">
                <a16:creationId xmlns:a16="http://schemas.microsoft.com/office/drawing/2014/main" id="{F6E0F2BA-A0A6-75A2-9B4A-698478C88DB7}"/>
              </a:ext>
            </a:extLst>
          </p:cNvPr>
          <p:cNvGrpSpPr/>
          <p:nvPr/>
        </p:nvGrpSpPr>
        <p:grpSpPr>
          <a:xfrm>
            <a:off x="5442073" y="811556"/>
            <a:ext cx="728239" cy="609701"/>
            <a:chOff x="5442073" y="811556"/>
            <a:chExt cx="728239" cy="609701"/>
          </a:xfrm>
        </p:grpSpPr>
        <p:sp>
          <p:nvSpPr>
            <p:cNvPr id="478" name="Rectangle 477">
              <a:extLst>
                <a:ext uri="{FF2B5EF4-FFF2-40B4-BE49-F238E27FC236}">
                  <a16:creationId xmlns:a16="http://schemas.microsoft.com/office/drawing/2014/main" id="{C8E210D0-4198-7489-6CD1-8F28F3B254CD}"/>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79" name="Rectangle 478">
              <a:extLst>
                <a:ext uri="{FF2B5EF4-FFF2-40B4-BE49-F238E27FC236}">
                  <a16:creationId xmlns:a16="http://schemas.microsoft.com/office/drawing/2014/main" id="{925BA248-9AAB-0D0E-040B-B85BF9B71DD3}"/>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0" name="Oval 15">
              <a:extLst>
                <a:ext uri="{FF2B5EF4-FFF2-40B4-BE49-F238E27FC236}">
                  <a16:creationId xmlns:a16="http://schemas.microsoft.com/office/drawing/2014/main" id="{65D92A23-4F60-679C-8F7F-10FDA0190E53}"/>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1" name="Straight Connector 480">
              <a:extLst>
                <a:ext uri="{FF2B5EF4-FFF2-40B4-BE49-F238E27FC236}">
                  <a16:creationId xmlns:a16="http://schemas.microsoft.com/office/drawing/2014/main" id="{A833DB5B-1F44-0447-5160-A6ECEDF0A595}"/>
                </a:ext>
              </a:extLst>
            </p:cNvPr>
            <p:cNvCxnSpPr>
              <a:cxnSpLocks/>
              <a:stCxn id="480"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2" name="Straight Connector 481">
              <a:extLst>
                <a:ext uri="{FF2B5EF4-FFF2-40B4-BE49-F238E27FC236}">
                  <a16:creationId xmlns:a16="http://schemas.microsoft.com/office/drawing/2014/main" id="{8FCEE151-F4A5-2B87-A655-7877693FC1FA}"/>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3" name="Group 482">
            <a:extLst>
              <a:ext uri="{FF2B5EF4-FFF2-40B4-BE49-F238E27FC236}">
                <a16:creationId xmlns:a16="http://schemas.microsoft.com/office/drawing/2014/main" id="{7E1DDC24-CCEC-1001-2E19-6D2BDD02530B}"/>
              </a:ext>
            </a:extLst>
          </p:cNvPr>
          <p:cNvGrpSpPr/>
          <p:nvPr/>
        </p:nvGrpSpPr>
        <p:grpSpPr>
          <a:xfrm>
            <a:off x="6284597" y="811555"/>
            <a:ext cx="721206" cy="609701"/>
            <a:chOff x="6284597" y="811555"/>
            <a:chExt cx="721206" cy="609701"/>
          </a:xfrm>
        </p:grpSpPr>
        <p:sp>
          <p:nvSpPr>
            <p:cNvPr id="484" name="Rectangle 483">
              <a:hlinkHover r:id="" action="ppaction://noaction" highlightClick="1"/>
              <a:extLst>
                <a:ext uri="{FF2B5EF4-FFF2-40B4-BE49-F238E27FC236}">
                  <a16:creationId xmlns:a16="http://schemas.microsoft.com/office/drawing/2014/main" id="{BA389BEC-193F-CA0F-FFF6-0DD26BEB8C7E}"/>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85" name="Right Triangle 484">
              <a:extLst>
                <a:ext uri="{FF2B5EF4-FFF2-40B4-BE49-F238E27FC236}">
                  <a16:creationId xmlns:a16="http://schemas.microsoft.com/office/drawing/2014/main" id="{1E04BC43-335F-03AE-29EF-EE3BCAC07BC6}"/>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6" name="Oval 27">
              <a:extLst>
                <a:ext uri="{FF2B5EF4-FFF2-40B4-BE49-F238E27FC236}">
                  <a16:creationId xmlns:a16="http://schemas.microsoft.com/office/drawing/2014/main" id="{D8CE6E16-7C19-D070-201F-C37BE5ACB879}"/>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7" name="Oval 28">
              <a:extLst>
                <a:ext uri="{FF2B5EF4-FFF2-40B4-BE49-F238E27FC236}">
                  <a16:creationId xmlns:a16="http://schemas.microsoft.com/office/drawing/2014/main" id="{12DCD474-8FE6-D8E9-6F08-D5D11D146A29}"/>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3" name="Group 492">
            <a:extLst>
              <a:ext uri="{FF2B5EF4-FFF2-40B4-BE49-F238E27FC236}">
                <a16:creationId xmlns:a16="http://schemas.microsoft.com/office/drawing/2014/main" id="{AB5E1429-DC21-31BC-2A15-D27C78B47149}"/>
              </a:ext>
            </a:extLst>
          </p:cNvPr>
          <p:cNvGrpSpPr/>
          <p:nvPr/>
        </p:nvGrpSpPr>
        <p:grpSpPr>
          <a:xfrm>
            <a:off x="7957576" y="811556"/>
            <a:ext cx="721206" cy="609701"/>
            <a:chOff x="7957576" y="811556"/>
            <a:chExt cx="721206" cy="609701"/>
          </a:xfrm>
        </p:grpSpPr>
        <p:sp>
          <p:nvSpPr>
            <p:cNvPr id="494" name="Rectangle 493">
              <a:extLst>
                <a:ext uri="{FF2B5EF4-FFF2-40B4-BE49-F238E27FC236}">
                  <a16:creationId xmlns:a16="http://schemas.microsoft.com/office/drawing/2014/main" id="{4A2652BA-8315-7251-DBA0-93A7C43CF6C2}"/>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95" name="Rectangle 494">
              <a:extLst>
                <a:ext uri="{FF2B5EF4-FFF2-40B4-BE49-F238E27FC236}">
                  <a16:creationId xmlns:a16="http://schemas.microsoft.com/office/drawing/2014/main" id="{D63398F7-B91B-5436-7F00-D44C4F4422BB}"/>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6" name="Oval 15">
              <a:extLst>
                <a:ext uri="{FF2B5EF4-FFF2-40B4-BE49-F238E27FC236}">
                  <a16:creationId xmlns:a16="http://schemas.microsoft.com/office/drawing/2014/main" id="{176ADE56-80BB-A4FB-8065-A403112D6E92}"/>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97" name="Straight Connector 496">
              <a:extLst>
                <a:ext uri="{FF2B5EF4-FFF2-40B4-BE49-F238E27FC236}">
                  <a16:creationId xmlns:a16="http://schemas.microsoft.com/office/drawing/2014/main" id="{6104E30F-390D-3507-550D-778FDB7613F3}"/>
                </a:ext>
              </a:extLst>
            </p:cNvPr>
            <p:cNvCxnSpPr>
              <a:cxnSpLocks/>
              <a:stCxn id="496"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8" name="Straight Connector 497">
              <a:extLst>
                <a:ext uri="{FF2B5EF4-FFF2-40B4-BE49-F238E27FC236}">
                  <a16:creationId xmlns:a16="http://schemas.microsoft.com/office/drawing/2014/main" id="{7AAF3D00-03AC-FB32-058D-D626DC6EBF84}"/>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11" name="Group 510">
            <a:extLst>
              <a:ext uri="{FF2B5EF4-FFF2-40B4-BE49-F238E27FC236}">
                <a16:creationId xmlns:a16="http://schemas.microsoft.com/office/drawing/2014/main" id="{B0314D78-8D56-A16A-7613-665DC26551AA}"/>
              </a:ext>
            </a:extLst>
          </p:cNvPr>
          <p:cNvGrpSpPr/>
          <p:nvPr/>
        </p:nvGrpSpPr>
        <p:grpSpPr>
          <a:xfrm>
            <a:off x="11356243" y="3694774"/>
            <a:ext cx="721206" cy="609701"/>
            <a:chOff x="11356243" y="3694774"/>
            <a:chExt cx="721206" cy="609701"/>
          </a:xfrm>
        </p:grpSpPr>
        <p:sp>
          <p:nvSpPr>
            <p:cNvPr id="512" name="Rectangle 511">
              <a:hlinkHover r:id="" action="ppaction://noaction" highlightClick="1"/>
              <a:extLst>
                <a:ext uri="{FF2B5EF4-FFF2-40B4-BE49-F238E27FC236}">
                  <a16:creationId xmlns:a16="http://schemas.microsoft.com/office/drawing/2014/main" id="{5F4B2A91-4DD5-D72F-D366-5BC76C0FCF0D}"/>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13" name="Oval 512">
              <a:extLst>
                <a:ext uri="{FF2B5EF4-FFF2-40B4-BE49-F238E27FC236}">
                  <a16:creationId xmlns:a16="http://schemas.microsoft.com/office/drawing/2014/main" id="{CE59ACFF-0E93-8C01-59B4-E964E429B81B}"/>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4" name="Isosceles Triangle 648">
              <a:extLst>
                <a:ext uri="{FF2B5EF4-FFF2-40B4-BE49-F238E27FC236}">
                  <a16:creationId xmlns:a16="http://schemas.microsoft.com/office/drawing/2014/main" id="{92AFB1D4-2B75-01BD-690F-52EA3F2645AC}"/>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9" name="Group 518">
            <a:extLst>
              <a:ext uri="{FF2B5EF4-FFF2-40B4-BE49-F238E27FC236}">
                <a16:creationId xmlns:a16="http://schemas.microsoft.com/office/drawing/2014/main" id="{74D6D83F-FD5B-DCE1-C0E0-947E8D93374E}"/>
              </a:ext>
            </a:extLst>
          </p:cNvPr>
          <p:cNvGrpSpPr/>
          <p:nvPr/>
        </p:nvGrpSpPr>
        <p:grpSpPr>
          <a:xfrm>
            <a:off x="10506968" y="4419620"/>
            <a:ext cx="721206" cy="609701"/>
            <a:chOff x="10506968" y="4419620"/>
            <a:chExt cx="721206" cy="609701"/>
          </a:xfrm>
        </p:grpSpPr>
        <p:sp>
          <p:nvSpPr>
            <p:cNvPr id="520" name="Rectangle 519">
              <a:hlinkHover r:id="" action="ppaction://noaction" highlightClick="1"/>
              <a:extLst>
                <a:ext uri="{FF2B5EF4-FFF2-40B4-BE49-F238E27FC236}">
                  <a16:creationId xmlns:a16="http://schemas.microsoft.com/office/drawing/2014/main" id="{F09F75E5-D3BA-9C06-FCDE-B077DC5AE36C}"/>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21" name="Oval 520">
              <a:extLst>
                <a:ext uri="{FF2B5EF4-FFF2-40B4-BE49-F238E27FC236}">
                  <a16:creationId xmlns:a16="http://schemas.microsoft.com/office/drawing/2014/main" id="{2E598E44-7A81-BEC6-B2F9-D6675BC42557}"/>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2" name="Isosceles Triangle 648">
              <a:extLst>
                <a:ext uri="{FF2B5EF4-FFF2-40B4-BE49-F238E27FC236}">
                  <a16:creationId xmlns:a16="http://schemas.microsoft.com/office/drawing/2014/main" id="{554D469D-E888-3E3A-C486-612B0AB26C92}"/>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7" name="Group 526">
            <a:extLst>
              <a:ext uri="{FF2B5EF4-FFF2-40B4-BE49-F238E27FC236}">
                <a16:creationId xmlns:a16="http://schemas.microsoft.com/office/drawing/2014/main" id="{C02A2593-7132-0626-0DB8-18427205FA1C}"/>
              </a:ext>
            </a:extLst>
          </p:cNvPr>
          <p:cNvGrpSpPr/>
          <p:nvPr/>
        </p:nvGrpSpPr>
        <p:grpSpPr>
          <a:xfrm>
            <a:off x="8808526" y="4416261"/>
            <a:ext cx="721206" cy="609701"/>
            <a:chOff x="8808526" y="4416261"/>
            <a:chExt cx="721206" cy="609701"/>
          </a:xfrm>
        </p:grpSpPr>
        <p:sp>
          <p:nvSpPr>
            <p:cNvPr id="528" name="Rectangle 527">
              <a:hlinkHover r:id="" action="ppaction://noaction" highlightClick="1"/>
              <a:extLst>
                <a:ext uri="{FF2B5EF4-FFF2-40B4-BE49-F238E27FC236}">
                  <a16:creationId xmlns:a16="http://schemas.microsoft.com/office/drawing/2014/main" id="{23956D4A-56BD-22ED-02B9-9E291F82BECB}"/>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29" name="Oval 528">
              <a:extLst>
                <a:ext uri="{FF2B5EF4-FFF2-40B4-BE49-F238E27FC236}">
                  <a16:creationId xmlns:a16="http://schemas.microsoft.com/office/drawing/2014/main" id="{A96753A3-1533-C3B3-DDB6-202F897AD2F6}"/>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0" name="Isosceles Triangle 648">
              <a:extLst>
                <a:ext uri="{FF2B5EF4-FFF2-40B4-BE49-F238E27FC236}">
                  <a16:creationId xmlns:a16="http://schemas.microsoft.com/office/drawing/2014/main" id="{490C3DB4-3142-F1BF-04F2-E17FAF8F56BF}"/>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5" name="Group 534">
            <a:extLst>
              <a:ext uri="{FF2B5EF4-FFF2-40B4-BE49-F238E27FC236}">
                <a16:creationId xmlns:a16="http://schemas.microsoft.com/office/drawing/2014/main" id="{3E82ECBA-0709-EAC1-D58E-CB4B55FC0A20}"/>
              </a:ext>
            </a:extLst>
          </p:cNvPr>
          <p:cNvGrpSpPr/>
          <p:nvPr/>
        </p:nvGrpSpPr>
        <p:grpSpPr>
          <a:xfrm>
            <a:off x="9651076" y="5143367"/>
            <a:ext cx="721206" cy="609701"/>
            <a:chOff x="9651076" y="5143367"/>
            <a:chExt cx="721206" cy="609701"/>
          </a:xfrm>
        </p:grpSpPr>
        <p:sp>
          <p:nvSpPr>
            <p:cNvPr id="536" name="Rectangle 535">
              <a:hlinkHover r:id="" action="ppaction://noaction" highlightClick="1"/>
              <a:extLst>
                <a:ext uri="{FF2B5EF4-FFF2-40B4-BE49-F238E27FC236}">
                  <a16:creationId xmlns:a16="http://schemas.microsoft.com/office/drawing/2014/main" id="{421EBB38-B617-9E29-EC1D-F17E1D35DA80}"/>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37" name="Oval 536">
              <a:extLst>
                <a:ext uri="{FF2B5EF4-FFF2-40B4-BE49-F238E27FC236}">
                  <a16:creationId xmlns:a16="http://schemas.microsoft.com/office/drawing/2014/main" id="{F2C2DC82-142C-F3B8-CB59-FF2BE2C2A833}"/>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8" name="Isosceles Triangle 648">
              <a:extLst>
                <a:ext uri="{FF2B5EF4-FFF2-40B4-BE49-F238E27FC236}">
                  <a16:creationId xmlns:a16="http://schemas.microsoft.com/office/drawing/2014/main" id="{FC00BD8A-8335-54C0-BF89-25CD9269012C}"/>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9" name="Group 538">
            <a:extLst>
              <a:ext uri="{FF2B5EF4-FFF2-40B4-BE49-F238E27FC236}">
                <a16:creationId xmlns:a16="http://schemas.microsoft.com/office/drawing/2014/main" id="{8A6B9A04-8239-6B20-48B9-9ABAB574EE3B}"/>
              </a:ext>
            </a:extLst>
          </p:cNvPr>
          <p:cNvGrpSpPr/>
          <p:nvPr/>
        </p:nvGrpSpPr>
        <p:grpSpPr>
          <a:xfrm>
            <a:off x="9657612" y="3698231"/>
            <a:ext cx="721206" cy="609701"/>
            <a:chOff x="9657612" y="3698231"/>
            <a:chExt cx="721206" cy="609701"/>
          </a:xfrm>
        </p:grpSpPr>
        <p:sp>
          <p:nvSpPr>
            <p:cNvPr id="540" name="Rectangle 539">
              <a:hlinkHover r:id="" action="ppaction://noaction" highlightClick="1"/>
              <a:extLst>
                <a:ext uri="{FF2B5EF4-FFF2-40B4-BE49-F238E27FC236}">
                  <a16:creationId xmlns:a16="http://schemas.microsoft.com/office/drawing/2014/main" id="{48AAA09B-E2C0-34D1-EFED-6C38BD8AE39E}"/>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41" name="Oval 540">
              <a:extLst>
                <a:ext uri="{FF2B5EF4-FFF2-40B4-BE49-F238E27FC236}">
                  <a16:creationId xmlns:a16="http://schemas.microsoft.com/office/drawing/2014/main" id="{EF624449-5F3D-9CB4-F088-6345DD049368}"/>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2" name="Isosceles Triangle 648">
              <a:extLst>
                <a:ext uri="{FF2B5EF4-FFF2-40B4-BE49-F238E27FC236}">
                  <a16:creationId xmlns:a16="http://schemas.microsoft.com/office/drawing/2014/main" id="{DF2BA225-D3C1-53FA-2CCC-778C8C75C22A}"/>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7" name="Group 546">
            <a:extLst>
              <a:ext uri="{FF2B5EF4-FFF2-40B4-BE49-F238E27FC236}">
                <a16:creationId xmlns:a16="http://schemas.microsoft.com/office/drawing/2014/main" id="{0F1F06DF-8FF1-095C-8DF8-D8E445B8A51A}"/>
              </a:ext>
            </a:extLst>
          </p:cNvPr>
          <p:cNvGrpSpPr/>
          <p:nvPr/>
        </p:nvGrpSpPr>
        <p:grpSpPr>
          <a:xfrm>
            <a:off x="8808417" y="5135710"/>
            <a:ext cx="721206" cy="609701"/>
            <a:chOff x="8808417" y="5135710"/>
            <a:chExt cx="721206" cy="609701"/>
          </a:xfrm>
        </p:grpSpPr>
        <p:sp>
          <p:nvSpPr>
            <p:cNvPr id="548" name="Rectangle 547">
              <a:hlinkHover r:id="" action="ppaction://noaction" highlightClick="1"/>
              <a:extLst>
                <a:ext uri="{FF2B5EF4-FFF2-40B4-BE49-F238E27FC236}">
                  <a16:creationId xmlns:a16="http://schemas.microsoft.com/office/drawing/2014/main" id="{0CDD4FEE-289E-D131-58B9-C1ACDBCB46D9}"/>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49" name="Oval 548">
              <a:extLst>
                <a:ext uri="{FF2B5EF4-FFF2-40B4-BE49-F238E27FC236}">
                  <a16:creationId xmlns:a16="http://schemas.microsoft.com/office/drawing/2014/main" id="{9D4F2D47-F998-6B36-6B7C-44C9878FE7AB}"/>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0" name="Isosceles Triangle 648">
              <a:extLst>
                <a:ext uri="{FF2B5EF4-FFF2-40B4-BE49-F238E27FC236}">
                  <a16:creationId xmlns:a16="http://schemas.microsoft.com/office/drawing/2014/main" id="{E14DAFBD-1D4F-166B-2ACC-B7167A4E3242}"/>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5" name="Group 564">
            <a:extLst>
              <a:ext uri="{FF2B5EF4-FFF2-40B4-BE49-F238E27FC236}">
                <a16:creationId xmlns:a16="http://schemas.microsoft.com/office/drawing/2014/main" id="{B94D89DF-CA5E-61FE-829D-40AA6897003C}"/>
              </a:ext>
            </a:extLst>
          </p:cNvPr>
          <p:cNvGrpSpPr/>
          <p:nvPr/>
        </p:nvGrpSpPr>
        <p:grpSpPr>
          <a:xfrm>
            <a:off x="7957572" y="1532276"/>
            <a:ext cx="721206" cy="609701"/>
            <a:chOff x="7957572" y="1532276"/>
            <a:chExt cx="721206" cy="609701"/>
          </a:xfrm>
        </p:grpSpPr>
        <p:sp>
          <p:nvSpPr>
            <p:cNvPr id="566" name="Rectangle 565">
              <a:hlinkHover r:id="" action="ppaction://noaction" highlightClick="1"/>
              <a:extLst>
                <a:ext uri="{FF2B5EF4-FFF2-40B4-BE49-F238E27FC236}">
                  <a16:creationId xmlns:a16="http://schemas.microsoft.com/office/drawing/2014/main" id="{2F300FDD-DFC6-3258-B633-B03F873CC50D}"/>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67" name="Rectangle 566">
              <a:extLst>
                <a:ext uri="{FF2B5EF4-FFF2-40B4-BE49-F238E27FC236}">
                  <a16:creationId xmlns:a16="http://schemas.microsoft.com/office/drawing/2014/main" id="{0F888E73-2985-2C1B-6063-1C697A5FCD59}"/>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8" name="Oval 15">
              <a:extLst>
                <a:ext uri="{FF2B5EF4-FFF2-40B4-BE49-F238E27FC236}">
                  <a16:creationId xmlns:a16="http://schemas.microsoft.com/office/drawing/2014/main" id="{BB48C7F5-F0DE-3647-11EF-E562A97A1187}"/>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9" name="Straight Connector 568">
              <a:extLst>
                <a:ext uri="{FF2B5EF4-FFF2-40B4-BE49-F238E27FC236}">
                  <a16:creationId xmlns:a16="http://schemas.microsoft.com/office/drawing/2014/main" id="{666AAE1E-33E7-6B47-C7E0-07F862A51392}"/>
                </a:ext>
              </a:extLst>
            </p:cNvPr>
            <p:cNvCxnSpPr>
              <a:cxnSpLocks/>
              <a:stCxn id="568"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0" name="Straight Connector 569">
              <a:extLst>
                <a:ext uri="{FF2B5EF4-FFF2-40B4-BE49-F238E27FC236}">
                  <a16:creationId xmlns:a16="http://schemas.microsoft.com/office/drawing/2014/main" id="{0FE7C754-02FC-B683-508B-C5E7E583A173}"/>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9" name="Group 608">
            <a:extLst>
              <a:ext uri="{FF2B5EF4-FFF2-40B4-BE49-F238E27FC236}">
                <a16:creationId xmlns:a16="http://schemas.microsoft.com/office/drawing/2014/main" id="{CABBDC21-F835-7E74-8B8C-8F1602D41F4F}"/>
              </a:ext>
            </a:extLst>
          </p:cNvPr>
          <p:cNvGrpSpPr/>
          <p:nvPr/>
        </p:nvGrpSpPr>
        <p:grpSpPr>
          <a:xfrm>
            <a:off x="8807249" y="811555"/>
            <a:ext cx="721206" cy="609701"/>
            <a:chOff x="8807249" y="811555"/>
            <a:chExt cx="721206" cy="609701"/>
          </a:xfrm>
        </p:grpSpPr>
        <p:sp>
          <p:nvSpPr>
            <p:cNvPr id="610" name="Rectangle 609">
              <a:hlinkHover r:id="" action="ppaction://noaction" highlightClick="1"/>
              <a:extLst>
                <a:ext uri="{FF2B5EF4-FFF2-40B4-BE49-F238E27FC236}">
                  <a16:creationId xmlns:a16="http://schemas.microsoft.com/office/drawing/2014/main" id="{83F51D8B-FC47-C4F5-D3A5-D317382E4E23}"/>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11" name="Diamond 610">
              <a:extLst>
                <a:ext uri="{FF2B5EF4-FFF2-40B4-BE49-F238E27FC236}">
                  <a16:creationId xmlns:a16="http://schemas.microsoft.com/office/drawing/2014/main" id="{53E1B4A5-095E-D218-055C-E9BBCD395EEB}"/>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2" name="Oval 611">
              <a:extLst>
                <a:ext uri="{FF2B5EF4-FFF2-40B4-BE49-F238E27FC236}">
                  <a16:creationId xmlns:a16="http://schemas.microsoft.com/office/drawing/2014/main" id="{2402B78A-5A36-74AF-5FCF-ACD1D75B80F9}"/>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3" name="Group 612">
            <a:extLst>
              <a:ext uri="{FF2B5EF4-FFF2-40B4-BE49-F238E27FC236}">
                <a16:creationId xmlns:a16="http://schemas.microsoft.com/office/drawing/2014/main" id="{8BD790F1-B819-8742-0BFA-2C3B4D029DD2}"/>
              </a:ext>
            </a:extLst>
          </p:cNvPr>
          <p:cNvGrpSpPr/>
          <p:nvPr/>
        </p:nvGrpSpPr>
        <p:grpSpPr>
          <a:xfrm>
            <a:off x="8808419" y="3705986"/>
            <a:ext cx="721206" cy="609701"/>
            <a:chOff x="8808419" y="3705986"/>
            <a:chExt cx="721206" cy="609701"/>
          </a:xfrm>
        </p:grpSpPr>
        <p:sp>
          <p:nvSpPr>
            <p:cNvPr id="614" name="Rectangle 613">
              <a:hlinkHover r:id="" action="ppaction://noaction" highlightClick="1"/>
              <a:extLst>
                <a:ext uri="{FF2B5EF4-FFF2-40B4-BE49-F238E27FC236}">
                  <a16:creationId xmlns:a16="http://schemas.microsoft.com/office/drawing/2014/main" id="{EBD9AD57-05F0-4845-0297-4E728E270FFA}"/>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15" name="Oval 614">
              <a:extLst>
                <a:ext uri="{FF2B5EF4-FFF2-40B4-BE49-F238E27FC236}">
                  <a16:creationId xmlns:a16="http://schemas.microsoft.com/office/drawing/2014/main" id="{7F3E0833-BD7D-0B01-1E5F-9CB4107C305E}"/>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6" name="Isosceles Triangle 648">
              <a:extLst>
                <a:ext uri="{FF2B5EF4-FFF2-40B4-BE49-F238E27FC236}">
                  <a16:creationId xmlns:a16="http://schemas.microsoft.com/office/drawing/2014/main" id="{55146A9B-4D1F-928C-0CF4-1AEDC5637E39}"/>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7" name="Group 616">
            <a:extLst>
              <a:ext uri="{FF2B5EF4-FFF2-40B4-BE49-F238E27FC236}">
                <a16:creationId xmlns:a16="http://schemas.microsoft.com/office/drawing/2014/main" id="{60F9426F-3572-DAE6-1F7C-A7B972BC853F}"/>
              </a:ext>
            </a:extLst>
          </p:cNvPr>
          <p:cNvGrpSpPr/>
          <p:nvPr/>
        </p:nvGrpSpPr>
        <p:grpSpPr>
          <a:xfrm>
            <a:off x="431659" y="90836"/>
            <a:ext cx="721210" cy="609701"/>
            <a:chOff x="431659" y="90836"/>
            <a:chExt cx="721210" cy="609701"/>
          </a:xfrm>
        </p:grpSpPr>
        <p:sp>
          <p:nvSpPr>
            <p:cNvPr id="618" name="Rectangle 617">
              <a:extLst>
                <a:ext uri="{FF2B5EF4-FFF2-40B4-BE49-F238E27FC236}">
                  <a16:creationId xmlns:a16="http://schemas.microsoft.com/office/drawing/2014/main" id="{56528243-34D9-4EE0-6D86-A094BF0BFECB}"/>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19" name="Rectangle 618">
              <a:extLst>
                <a:ext uri="{FF2B5EF4-FFF2-40B4-BE49-F238E27FC236}">
                  <a16:creationId xmlns:a16="http://schemas.microsoft.com/office/drawing/2014/main" id="{B7B37905-2A13-C33B-0044-CFFA982505F9}"/>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0" name="Oval 15">
              <a:extLst>
                <a:ext uri="{FF2B5EF4-FFF2-40B4-BE49-F238E27FC236}">
                  <a16:creationId xmlns:a16="http://schemas.microsoft.com/office/drawing/2014/main" id="{DD9656F9-F9D4-E095-D8C3-2B9CE656634E}"/>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1" name="Straight Connector 620">
              <a:extLst>
                <a:ext uri="{FF2B5EF4-FFF2-40B4-BE49-F238E27FC236}">
                  <a16:creationId xmlns:a16="http://schemas.microsoft.com/office/drawing/2014/main" id="{C0D6D2EE-3CB8-340B-365D-E084D7581184}"/>
                </a:ext>
              </a:extLst>
            </p:cNvPr>
            <p:cNvCxnSpPr>
              <a:cxnSpLocks/>
              <a:stCxn id="620"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2" name="Straight Connector 621">
              <a:extLst>
                <a:ext uri="{FF2B5EF4-FFF2-40B4-BE49-F238E27FC236}">
                  <a16:creationId xmlns:a16="http://schemas.microsoft.com/office/drawing/2014/main" id="{9294EB51-9B7E-4DD9-85B8-5B22C1E768E5}"/>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3" name="Group 622">
            <a:extLst>
              <a:ext uri="{FF2B5EF4-FFF2-40B4-BE49-F238E27FC236}">
                <a16:creationId xmlns:a16="http://schemas.microsoft.com/office/drawing/2014/main" id="{14869AD8-85E8-BAAC-B40C-73904B28E45C}"/>
              </a:ext>
            </a:extLst>
          </p:cNvPr>
          <p:cNvGrpSpPr/>
          <p:nvPr/>
        </p:nvGrpSpPr>
        <p:grpSpPr>
          <a:xfrm>
            <a:off x="1267282" y="90836"/>
            <a:ext cx="721206" cy="609701"/>
            <a:chOff x="1267282" y="90836"/>
            <a:chExt cx="721206" cy="609701"/>
          </a:xfrm>
        </p:grpSpPr>
        <p:sp>
          <p:nvSpPr>
            <p:cNvPr id="624" name="Rectangle 623">
              <a:extLst>
                <a:ext uri="{FF2B5EF4-FFF2-40B4-BE49-F238E27FC236}">
                  <a16:creationId xmlns:a16="http://schemas.microsoft.com/office/drawing/2014/main" id="{CD86D20E-592E-4628-2625-6231371D93B1}"/>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25" name="Rectangle 624">
              <a:extLst>
                <a:ext uri="{FF2B5EF4-FFF2-40B4-BE49-F238E27FC236}">
                  <a16:creationId xmlns:a16="http://schemas.microsoft.com/office/drawing/2014/main" id="{CBBEDD41-8343-9389-1C6B-F49C61D5824D}"/>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6" name="Oval 15">
              <a:extLst>
                <a:ext uri="{FF2B5EF4-FFF2-40B4-BE49-F238E27FC236}">
                  <a16:creationId xmlns:a16="http://schemas.microsoft.com/office/drawing/2014/main" id="{D27ACF0F-71D9-4359-F294-749830565530}"/>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7" name="Straight Connector 626">
              <a:extLst>
                <a:ext uri="{FF2B5EF4-FFF2-40B4-BE49-F238E27FC236}">
                  <a16:creationId xmlns:a16="http://schemas.microsoft.com/office/drawing/2014/main" id="{F7E33339-A604-92DD-42E7-5BEC7E9C8518}"/>
                </a:ext>
              </a:extLst>
            </p:cNvPr>
            <p:cNvCxnSpPr>
              <a:cxnSpLocks/>
              <a:stCxn id="626"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8" name="Straight Connector 627">
              <a:extLst>
                <a:ext uri="{FF2B5EF4-FFF2-40B4-BE49-F238E27FC236}">
                  <a16:creationId xmlns:a16="http://schemas.microsoft.com/office/drawing/2014/main" id="{AEC699A8-C89A-3D1E-52AD-754EF5C2ED77}"/>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9" name="Group 628">
            <a:extLst>
              <a:ext uri="{FF2B5EF4-FFF2-40B4-BE49-F238E27FC236}">
                <a16:creationId xmlns:a16="http://schemas.microsoft.com/office/drawing/2014/main" id="{2ACE5A4D-945F-7F42-B90D-3A3203CE8C21}"/>
              </a:ext>
            </a:extLst>
          </p:cNvPr>
          <p:cNvGrpSpPr/>
          <p:nvPr/>
        </p:nvGrpSpPr>
        <p:grpSpPr>
          <a:xfrm>
            <a:off x="2102907" y="90836"/>
            <a:ext cx="721206" cy="609701"/>
            <a:chOff x="2102907" y="90836"/>
            <a:chExt cx="721206" cy="609701"/>
          </a:xfrm>
        </p:grpSpPr>
        <p:sp>
          <p:nvSpPr>
            <p:cNvPr id="630" name="Rectangle 629">
              <a:extLst>
                <a:ext uri="{FF2B5EF4-FFF2-40B4-BE49-F238E27FC236}">
                  <a16:creationId xmlns:a16="http://schemas.microsoft.com/office/drawing/2014/main" id="{B656FF7A-1E1F-8D87-D52C-C631ACC2E058}"/>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31" name="Rectangle 630">
              <a:extLst>
                <a:ext uri="{FF2B5EF4-FFF2-40B4-BE49-F238E27FC236}">
                  <a16:creationId xmlns:a16="http://schemas.microsoft.com/office/drawing/2014/main" id="{B5DCD6F8-EA6D-B2DD-D55C-814FEE7331BE}"/>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2" name="Oval 15">
              <a:extLst>
                <a:ext uri="{FF2B5EF4-FFF2-40B4-BE49-F238E27FC236}">
                  <a16:creationId xmlns:a16="http://schemas.microsoft.com/office/drawing/2014/main" id="{FAA2B3A3-6695-4694-E1C8-4ED17F4E0D75}"/>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3" name="Straight Connector 632">
              <a:extLst>
                <a:ext uri="{FF2B5EF4-FFF2-40B4-BE49-F238E27FC236}">
                  <a16:creationId xmlns:a16="http://schemas.microsoft.com/office/drawing/2014/main" id="{7ADFA451-3774-20AD-C562-4A1CC40DE745}"/>
                </a:ext>
              </a:extLst>
            </p:cNvPr>
            <p:cNvCxnSpPr>
              <a:cxnSpLocks/>
              <a:stCxn id="632"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34" name="Straight Connector 633">
              <a:extLst>
                <a:ext uri="{FF2B5EF4-FFF2-40B4-BE49-F238E27FC236}">
                  <a16:creationId xmlns:a16="http://schemas.microsoft.com/office/drawing/2014/main" id="{8DE93884-9945-D2D4-CBB4-350D5C6C5AE2}"/>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5" name="Group 634">
            <a:extLst>
              <a:ext uri="{FF2B5EF4-FFF2-40B4-BE49-F238E27FC236}">
                <a16:creationId xmlns:a16="http://schemas.microsoft.com/office/drawing/2014/main" id="{81B882B6-6B32-C573-C8CA-9A097BE819E9}"/>
              </a:ext>
            </a:extLst>
          </p:cNvPr>
          <p:cNvGrpSpPr/>
          <p:nvPr/>
        </p:nvGrpSpPr>
        <p:grpSpPr>
          <a:xfrm>
            <a:off x="1269626" y="4419615"/>
            <a:ext cx="721206" cy="609701"/>
            <a:chOff x="1269626" y="4419615"/>
            <a:chExt cx="721206" cy="609701"/>
          </a:xfrm>
        </p:grpSpPr>
        <p:sp>
          <p:nvSpPr>
            <p:cNvPr id="636" name="Rectangle 635">
              <a:extLst>
                <a:ext uri="{FF2B5EF4-FFF2-40B4-BE49-F238E27FC236}">
                  <a16:creationId xmlns:a16="http://schemas.microsoft.com/office/drawing/2014/main" id="{69D12F1D-16B0-36D3-9DB6-09E26CD5220D}"/>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37" name="Cylinder 636">
              <a:extLst>
                <a:ext uri="{FF2B5EF4-FFF2-40B4-BE49-F238E27FC236}">
                  <a16:creationId xmlns:a16="http://schemas.microsoft.com/office/drawing/2014/main" id="{64352E01-DDEB-0C5B-46B6-EE7AEEDA3073}"/>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8" name="Group 637">
            <a:extLst>
              <a:ext uri="{FF2B5EF4-FFF2-40B4-BE49-F238E27FC236}">
                <a16:creationId xmlns:a16="http://schemas.microsoft.com/office/drawing/2014/main" id="{E68048C8-1AB5-003A-AAC6-00BCA7C023A5}"/>
              </a:ext>
            </a:extLst>
          </p:cNvPr>
          <p:cNvGrpSpPr/>
          <p:nvPr/>
        </p:nvGrpSpPr>
        <p:grpSpPr>
          <a:xfrm>
            <a:off x="432841" y="4419615"/>
            <a:ext cx="721206" cy="609701"/>
            <a:chOff x="432841" y="4419615"/>
            <a:chExt cx="721206" cy="609701"/>
          </a:xfrm>
        </p:grpSpPr>
        <p:sp>
          <p:nvSpPr>
            <p:cNvPr id="639" name="Rectangle 638">
              <a:extLst>
                <a:ext uri="{FF2B5EF4-FFF2-40B4-BE49-F238E27FC236}">
                  <a16:creationId xmlns:a16="http://schemas.microsoft.com/office/drawing/2014/main" id="{7FCBEBD7-1D81-3402-EA2F-EB04A5DA69FD}"/>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40" name="Cylinder 639">
              <a:extLst>
                <a:ext uri="{FF2B5EF4-FFF2-40B4-BE49-F238E27FC236}">
                  <a16:creationId xmlns:a16="http://schemas.microsoft.com/office/drawing/2014/main" id="{4386A479-CCC8-7887-E895-D147A330DC16}"/>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1" name="Group 640">
            <a:extLst>
              <a:ext uri="{FF2B5EF4-FFF2-40B4-BE49-F238E27FC236}">
                <a16:creationId xmlns:a16="http://schemas.microsoft.com/office/drawing/2014/main" id="{BF9408F3-832E-8E12-E7BA-C86B3E19F4D8}"/>
              </a:ext>
            </a:extLst>
          </p:cNvPr>
          <p:cNvGrpSpPr/>
          <p:nvPr/>
        </p:nvGrpSpPr>
        <p:grpSpPr>
          <a:xfrm>
            <a:off x="1268467" y="5141008"/>
            <a:ext cx="721206" cy="609701"/>
            <a:chOff x="1268467" y="5141008"/>
            <a:chExt cx="721206" cy="609701"/>
          </a:xfrm>
        </p:grpSpPr>
        <p:sp>
          <p:nvSpPr>
            <p:cNvPr id="642" name="Rectangle 641">
              <a:extLst>
                <a:ext uri="{FF2B5EF4-FFF2-40B4-BE49-F238E27FC236}">
                  <a16:creationId xmlns:a16="http://schemas.microsoft.com/office/drawing/2014/main" id="{D9B46BC3-D273-6DD3-E51F-73EACAFA3AFE}"/>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43" name="Cylinder 642">
              <a:extLst>
                <a:ext uri="{FF2B5EF4-FFF2-40B4-BE49-F238E27FC236}">
                  <a16:creationId xmlns:a16="http://schemas.microsoft.com/office/drawing/2014/main" id="{7DEF3A35-8184-4096-7914-702F90D2B121}"/>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4" name="Group 643">
            <a:extLst>
              <a:ext uri="{FF2B5EF4-FFF2-40B4-BE49-F238E27FC236}">
                <a16:creationId xmlns:a16="http://schemas.microsoft.com/office/drawing/2014/main" id="{619EF0C2-5028-86D0-0CD6-3B028A71D583}"/>
              </a:ext>
            </a:extLst>
          </p:cNvPr>
          <p:cNvGrpSpPr/>
          <p:nvPr/>
        </p:nvGrpSpPr>
        <p:grpSpPr>
          <a:xfrm>
            <a:off x="431297" y="5141008"/>
            <a:ext cx="721206" cy="609701"/>
            <a:chOff x="431297" y="5141008"/>
            <a:chExt cx="721206" cy="609701"/>
          </a:xfrm>
        </p:grpSpPr>
        <p:sp>
          <p:nvSpPr>
            <p:cNvPr id="645" name="Rectangle 644">
              <a:extLst>
                <a:ext uri="{FF2B5EF4-FFF2-40B4-BE49-F238E27FC236}">
                  <a16:creationId xmlns:a16="http://schemas.microsoft.com/office/drawing/2014/main" id="{49026DDC-0E95-8FAE-AE0C-BF4012A9D589}"/>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46" name="Cylinder 645">
              <a:extLst>
                <a:ext uri="{FF2B5EF4-FFF2-40B4-BE49-F238E27FC236}">
                  <a16:creationId xmlns:a16="http://schemas.microsoft.com/office/drawing/2014/main" id="{8B590064-CC00-ACE2-9357-EC9D41367548}"/>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7" name="Group 646">
            <a:extLst>
              <a:ext uri="{FF2B5EF4-FFF2-40B4-BE49-F238E27FC236}">
                <a16:creationId xmlns:a16="http://schemas.microsoft.com/office/drawing/2014/main" id="{FC83D0D3-0D40-FEE3-339E-38CCAD5DFE69}"/>
              </a:ext>
            </a:extLst>
          </p:cNvPr>
          <p:cNvGrpSpPr/>
          <p:nvPr/>
        </p:nvGrpSpPr>
        <p:grpSpPr>
          <a:xfrm>
            <a:off x="431660" y="3698226"/>
            <a:ext cx="721206" cy="609701"/>
            <a:chOff x="431660" y="3698226"/>
            <a:chExt cx="721206" cy="609701"/>
          </a:xfrm>
        </p:grpSpPr>
        <p:sp>
          <p:nvSpPr>
            <p:cNvPr id="648" name="Rectangle 647">
              <a:extLst>
                <a:ext uri="{FF2B5EF4-FFF2-40B4-BE49-F238E27FC236}">
                  <a16:creationId xmlns:a16="http://schemas.microsoft.com/office/drawing/2014/main" id="{6FC1A9BD-7A60-B4C3-C034-2EBB98373844}"/>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49" name="Right Triangle 648">
              <a:extLst>
                <a:ext uri="{FF2B5EF4-FFF2-40B4-BE49-F238E27FC236}">
                  <a16:creationId xmlns:a16="http://schemas.microsoft.com/office/drawing/2014/main" id="{9F9E3750-2E40-55CC-65CA-96BD9BCE28ED}"/>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0" name="Group 649">
              <a:extLst>
                <a:ext uri="{FF2B5EF4-FFF2-40B4-BE49-F238E27FC236}">
                  <a16:creationId xmlns:a16="http://schemas.microsoft.com/office/drawing/2014/main" id="{1F94FF3B-547B-9B23-6FC9-90161A67A739}"/>
                </a:ext>
              </a:extLst>
            </p:cNvPr>
            <p:cNvGrpSpPr/>
            <p:nvPr/>
          </p:nvGrpSpPr>
          <p:grpSpPr>
            <a:xfrm>
              <a:off x="1102253" y="3706270"/>
              <a:ext cx="37817" cy="61390"/>
              <a:chOff x="3883481" y="2057400"/>
              <a:chExt cx="1608363" cy="2652031"/>
            </a:xfrm>
            <a:solidFill>
              <a:srgbClr val="A6A6A6">
                <a:alpha val="20000"/>
              </a:srgbClr>
            </a:solidFill>
          </p:grpSpPr>
          <p:sp>
            <p:nvSpPr>
              <p:cNvPr id="651" name="Oval 27">
                <a:extLst>
                  <a:ext uri="{FF2B5EF4-FFF2-40B4-BE49-F238E27FC236}">
                    <a16:creationId xmlns:a16="http://schemas.microsoft.com/office/drawing/2014/main" id="{E5291B59-40A8-D6DF-9C00-F2588AB1EAC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2" name="Oval 28">
                <a:extLst>
                  <a:ext uri="{FF2B5EF4-FFF2-40B4-BE49-F238E27FC236}">
                    <a16:creationId xmlns:a16="http://schemas.microsoft.com/office/drawing/2014/main" id="{E5360698-D61A-AECD-A018-0EB077F009A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3" name="Group 652">
            <a:extLst>
              <a:ext uri="{FF2B5EF4-FFF2-40B4-BE49-F238E27FC236}">
                <a16:creationId xmlns:a16="http://schemas.microsoft.com/office/drawing/2014/main" id="{B90D2D00-0393-68C5-E5AA-BEF98FD5F2D5}"/>
              </a:ext>
            </a:extLst>
          </p:cNvPr>
          <p:cNvGrpSpPr/>
          <p:nvPr/>
        </p:nvGrpSpPr>
        <p:grpSpPr>
          <a:xfrm>
            <a:off x="2942399" y="3698227"/>
            <a:ext cx="721206" cy="609701"/>
            <a:chOff x="2942399" y="3698227"/>
            <a:chExt cx="721206" cy="609701"/>
          </a:xfrm>
        </p:grpSpPr>
        <p:sp>
          <p:nvSpPr>
            <p:cNvPr id="654" name="Rectangle 653">
              <a:extLst>
                <a:ext uri="{FF2B5EF4-FFF2-40B4-BE49-F238E27FC236}">
                  <a16:creationId xmlns:a16="http://schemas.microsoft.com/office/drawing/2014/main" id="{B59C0BF9-7B9A-FE78-D66A-5EA7AA8C2E9C}"/>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55" name="Right Triangle 654">
              <a:extLst>
                <a:ext uri="{FF2B5EF4-FFF2-40B4-BE49-F238E27FC236}">
                  <a16:creationId xmlns:a16="http://schemas.microsoft.com/office/drawing/2014/main" id="{F61AECDC-C0BD-89D4-7E57-B7900EEFBF68}"/>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6" name="Group 655">
              <a:extLst>
                <a:ext uri="{FF2B5EF4-FFF2-40B4-BE49-F238E27FC236}">
                  <a16:creationId xmlns:a16="http://schemas.microsoft.com/office/drawing/2014/main" id="{0141D0AF-7C7F-4363-5BE9-8B2FF0E19929}"/>
                </a:ext>
              </a:extLst>
            </p:cNvPr>
            <p:cNvGrpSpPr/>
            <p:nvPr/>
          </p:nvGrpSpPr>
          <p:grpSpPr>
            <a:xfrm>
              <a:off x="3607767" y="3713057"/>
              <a:ext cx="37817" cy="61390"/>
              <a:chOff x="3883481" y="2057400"/>
              <a:chExt cx="1608363" cy="2652031"/>
            </a:xfrm>
            <a:solidFill>
              <a:srgbClr val="A6A6A6">
                <a:alpha val="20000"/>
              </a:srgbClr>
            </a:solidFill>
          </p:grpSpPr>
          <p:sp>
            <p:nvSpPr>
              <p:cNvPr id="657" name="Oval 27">
                <a:extLst>
                  <a:ext uri="{FF2B5EF4-FFF2-40B4-BE49-F238E27FC236}">
                    <a16:creationId xmlns:a16="http://schemas.microsoft.com/office/drawing/2014/main" id="{4371802D-315B-CF59-DDA2-A8D079F4574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8" name="Oval 28">
                <a:extLst>
                  <a:ext uri="{FF2B5EF4-FFF2-40B4-BE49-F238E27FC236}">
                    <a16:creationId xmlns:a16="http://schemas.microsoft.com/office/drawing/2014/main" id="{C9147E6A-F751-2330-F616-C6BB06E79C3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5" name="Group 674">
            <a:extLst>
              <a:ext uri="{FF2B5EF4-FFF2-40B4-BE49-F238E27FC236}">
                <a16:creationId xmlns:a16="http://schemas.microsoft.com/office/drawing/2014/main" id="{A7D6E653-173A-87E8-A4C6-259F18E1EA16}"/>
              </a:ext>
            </a:extLst>
          </p:cNvPr>
          <p:cNvGrpSpPr/>
          <p:nvPr/>
        </p:nvGrpSpPr>
        <p:grpSpPr>
          <a:xfrm>
            <a:off x="2105710" y="3698208"/>
            <a:ext cx="721206" cy="610396"/>
            <a:chOff x="2105710" y="3698208"/>
            <a:chExt cx="721206" cy="610396"/>
          </a:xfrm>
        </p:grpSpPr>
        <p:sp>
          <p:nvSpPr>
            <p:cNvPr id="676" name="Rectangle 675">
              <a:extLst>
                <a:ext uri="{FF2B5EF4-FFF2-40B4-BE49-F238E27FC236}">
                  <a16:creationId xmlns:a16="http://schemas.microsoft.com/office/drawing/2014/main" id="{BA740E84-155C-5E2F-96F5-CED534D271C5}"/>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77" name="Right Triangle 676">
              <a:extLst>
                <a:ext uri="{FF2B5EF4-FFF2-40B4-BE49-F238E27FC236}">
                  <a16:creationId xmlns:a16="http://schemas.microsoft.com/office/drawing/2014/main" id="{EA5E2F71-494C-C1C6-87D9-210C3720C96C}"/>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8" name="Group 677">
              <a:extLst>
                <a:ext uri="{FF2B5EF4-FFF2-40B4-BE49-F238E27FC236}">
                  <a16:creationId xmlns:a16="http://schemas.microsoft.com/office/drawing/2014/main" id="{96E0524F-BD85-0ABF-A3B3-7746DAD407B4}"/>
                </a:ext>
              </a:extLst>
            </p:cNvPr>
            <p:cNvGrpSpPr/>
            <p:nvPr/>
          </p:nvGrpSpPr>
          <p:grpSpPr>
            <a:xfrm>
              <a:off x="2776303" y="3704306"/>
              <a:ext cx="37817" cy="61390"/>
              <a:chOff x="3883481" y="2057400"/>
              <a:chExt cx="1608363" cy="2652031"/>
            </a:xfrm>
            <a:solidFill>
              <a:srgbClr val="A6A6A6">
                <a:alpha val="20000"/>
              </a:srgbClr>
            </a:solidFill>
          </p:grpSpPr>
          <p:sp>
            <p:nvSpPr>
              <p:cNvPr id="679" name="Oval 27">
                <a:extLst>
                  <a:ext uri="{FF2B5EF4-FFF2-40B4-BE49-F238E27FC236}">
                    <a16:creationId xmlns:a16="http://schemas.microsoft.com/office/drawing/2014/main" id="{F1F166F1-5477-95C2-3748-4AD82A14F34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0" name="Oval 28">
                <a:extLst>
                  <a:ext uri="{FF2B5EF4-FFF2-40B4-BE49-F238E27FC236}">
                    <a16:creationId xmlns:a16="http://schemas.microsoft.com/office/drawing/2014/main" id="{F4214178-EB40-C248-999E-17646727FAA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1" name="Group 680">
            <a:extLst>
              <a:ext uri="{FF2B5EF4-FFF2-40B4-BE49-F238E27FC236}">
                <a16:creationId xmlns:a16="http://schemas.microsoft.com/office/drawing/2014/main" id="{9D7F6A23-FB7A-82D3-9640-6DB648053AB6}"/>
              </a:ext>
            </a:extLst>
          </p:cNvPr>
          <p:cNvGrpSpPr/>
          <p:nvPr/>
        </p:nvGrpSpPr>
        <p:grpSpPr>
          <a:xfrm>
            <a:off x="3778361" y="2253333"/>
            <a:ext cx="721206" cy="609701"/>
            <a:chOff x="3778361" y="2253333"/>
            <a:chExt cx="721206" cy="609701"/>
          </a:xfrm>
        </p:grpSpPr>
        <p:sp>
          <p:nvSpPr>
            <p:cNvPr id="682" name="Rectangle 681">
              <a:extLst>
                <a:ext uri="{FF2B5EF4-FFF2-40B4-BE49-F238E27FC236}">
                  <a16:creationId xmlns:a16="http://schemas.microsoft.com/office/drawing/2014/main" id="{BFD81423-7C23-0935-C8F0-BCE96BF1DA32}"/>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83" name="Rectangle 682">
              <a:extLst>
                <a:ext uri="{FF2B5EF4-FFF2-40B4-BE49-F238E27FC236}">
                  <a16:creationId xmlns:a16="http://schemas.microsoft.com/office/drawing/2014/main" id="{771DA23E-56F9-D04E-E4A5-1B1AB96A7AB0}"/>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4" name="Oval 15">
              <a:extLst>
                <a:ext uri="{FF2B5EF4-FFF2-40B4-BE49-F238E27FC236}">
                  <a16:creationId xmlns:a16="http://schemas.microsoft.com/office/drawing/2014/main" id="{85673051-5330-A003-ACE1-E2E2E9F8AD94}"/>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5" name="Straight Connector 684">
              <a:extLst>
                <a:ext uri="{FF2B5EF4-FFF2-40B4-BE49-F238E27FC236}">
                  <a16:creationId xmlns:a16="http://schemas.microsoft.com/office/drawing/2014/main" id="{F582C576-DBDC-A0EA-A451-2BC393655463}"/>
                </a:ext>
              </a:extLst>
            </p:cNvPr>
            <p:cNvCxnSpPr>
              <a:cxnSpLocks/>
              <a:stCxn id="684"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6" name="Straight Connector 685">
              <a:extLst>
                <a:ext uri="{FF2B5EF4-FFF2-40B4-BE49-F238E27FC236}">
                  <a16:creationId xmlns:a16="http://schemas.microsoft.com/office/drawing/2014/main" id="{392650E6-AE92-27CB-F49D-1E118E3C1D1A}"/>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87" name="Group 686">
            <a:extLst>
              <a:ext uri="{FF2B5EF4-FFF2-40B4-BE49-F238E27FC236}">
                <a16:creationId xmlns:a16="http://schemas.microsoft.com/office/drawing/2014/main" id="{C0947848-7F9B-2664-A3CC-73195F394EB4}"/>
              </a:ext>
            </a:extLst>
          </p:cNvPr>
          <p:cNvGrpSpPr/>
          <p:nvPr/>
        </p:nvGrpSpPr>
        <p:grpSpPr>
          <a:xfrm>
            <a:off x="1268843" y="2253332"/>
            <a:ext cx="721206" cy="609701"/>
            <a:chOff x="1268843" y="2253332"/>
            <a:chExt cx="721206" cy="609701"/>
          </a:xfrm>
        </p:grpSpPr>
        <p:sp>
          <p:nvSpPr>
            <p:cNvPr id="688" name="Rectangle 687">
              <a:extLst>
                <a:ext uri="{FF2B5EF4-FFF2-40B4-BE49-F238E27FC236}">
                  <a16:creationId xmlns:a16="http://schemas.microsoft.com/office/drawing/2014/main" id="{CDEA3D7F-E702-B76A-40CE-2A61D9F1C79E}"/>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89" name="Right Triangle 688">
              <a:extLst>
                <a:ext uri="{FF2B5EF4-FFF2-40B4-BE49-F238E27FC236}">
                  <a16:creationId xmlns:a16="http://schemas.microsoft.com/office/drawing/2014/main" id="{D89CECD2-4070-0281-A842-54B66F3E7436}"/>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0" name="Group 689">
              <a:extLst>
                <a:ext uri="{FF2B5EF4-FFF2-40B4-BE49-F238E27FC236}">
                  <a16:creationId xmlns:a16="http://schemas.microsoft.com/office/drawing/2014/main" id="{B2128074-8124-B47B-0280-3D51B38FCE23}"/>
                </a:ext>
              </a:extLst>
            </p:cNvPr>
            <p:cNvGrpSpPr/>
            <p:nvPr/>
          </p:nvGrpSpPr>
          <p:grpSpPr>
            <a:xfrm>
              <a:off x="1939436" y="2265731"/>
              <a:ext cx="37817" cy="61390"/>
              <a:chOff x="3883481" y="2057400"/>
              <a:chExt cx="1608363" cy="2652031"/>
            </a:xfrm>
            <a:solidFill>
              <a:srgbClr val="A6A6A6">
                <a:alpha val="20000"/>
              </a:srgbClr>
            </a:solidFill>
          </p:grpSpPr>
          <p:sp>
            <p:nvSpPr>
              <p:cNvPr id="691" name="Oval 27">
                <a:extLst>
                  <a:ext uri="{FF2B5EF4-FFF2-40B4-BE49-F238E27FC236}">
                    <a16:creationId xmlns:a16="http://schemas.microsoft.com/office/drawing/2014/main" id="{F60AC758-F81E-2F6B-B2CC-9E8D56130A6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2" name="Oval 28">
                <a:extLst>
                  <a:ext uri="{FF2B5EF4-FFF2-40B4-BE49-F238E27FC236}">
                    <a16:creationId xmlns:a16="http://schemas.microsoft.com/office/drawing/2014/main" id="{3D5257D3-F187-142A-156A-B679064E531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3" name="Group 692">
            <a:extLst>
              <a:ext uri="{FF2B5EF4-FFF2-40B4-BE49-F238E27FC236}">
                <a16:creationId xmlns:a16="http://schemas.microsoft.com/office/drawing/2014/main" id="{1F29D56B-D684-130C-E9C5-DB971D25EE51}"/>
              </a:ext>
            </a:extLst>
          </p:cNvPr>
          <p:cNvGrpSpPr/>
          <p:nvPr/>
        </p:nvGrpSpPr>
        <p:grpSpPr>
          <a:xfrm>
            <a:off x="2105351" y="2253333"/>
            <a:ext cx="721206" cy="609701"/>
            <a:chOff x="2105351" y="2253333"/>
            <a:chExt cx="721206" cy="609701"/>
          </a:xfrm>
        </p:grpSpPr>
        <p:sp>
          <p:nvSpPr>
            <p:cNvPr id="694" name="Rectangle 693">
              <a:extLst>
                <a:ext uri="{FF2B5EF4-FFF2-40B4-BE49-F238E27FC236}">
                  <a16:creationId xmlns:a16="http://schemas.microsoft.com/office/drawing/2014/main" id="{1F6236DE-2EE6-531B-16EA-47257BC4C06A}"/>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95" name="Right Triangle 694">
              <a:extLst>
                <a:ext uri="{FF2B5EF4-FFF2-40B4-BE49-F238E27FC236}">
                  <a16:creationId xmlns:a16="http://schemas.microsoft.com/office/drawing/2014/main" id="{28C76A1B-FB0F-1250-B5B4-B0EA138D2A95}"/>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6" name="Group 695">
              <a:extLst>
                <a:ext uri="{FF2B5EF4-FFF2-40B4-BE49-F238E27FC236}">
                  <a16:creationId xmlns:a16="http://schemas.microsoft.com/office/drawing/2014/main" id="{CC0199C0-EC96-A5FD-831B-E255DB205AAD}"/>
                </a:ext>
              </a:extLst>
            </p:cNvPr>
            <p:cNvGrpSpPr/>
            <p:nvPr/>
          </p:nvGrpSpPr>
          <p:grpSpPr>
            <a:xfrm>
              <a:off x="2771408" y="2265591"/>
              <a:ext cx="37817" cy="61390"/>
              <a:chOff x="3883481" y="2057400"/>
              <a:chExt cx="1608363" cy="2652031"/>
            </a:xfrm>
            <a:solidFill>
              <a:srgbClr val="A6A6A6">
                <a:alpha val="20000"/>
              </a:srgbClr>
            </a:solidFill>
          </p:grpSpPr>
          <p:sp>
            <p:nvSpPr>
              <p:cNvPr id="697" name="Oval 27">
                <a:extLst>
                  <a:ext uri="{FF2B5EF4-FFF2-40B4-BE49-F238E27FC236}">
                    <a16:creationId xmlns:a16="http://schemas.microsoft.com/office/drawing/2014/main" id="{DD945406-9133-400A-059D-98A94A34390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8" name="Oval 28">
                <a:extLst>
                  <a:ext uri="{FF2B5EF4-FFF2-40B4-BE49-F238E27FC236}">
                    <a16:creationId xmlns:a16="http://schemas.microsoft.com/office/drawing/2014/main" id="{377830BB-2FEC-9FEF-A650-41E00352E12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9" name="Group 698">
            <a:extLst>
              <a:ext uri="{FF2B5EF4-FFF2-40B4-BE49-F238E27FC236}">
                <a16:creationId xmlns:a16="http://schemas.microsoft.com/office/drawing/2014/main" id="{7BCA8280-E01C-8B2C-99E3-176FD0674E89}"/>
              </a:ext>
            </a:extLst>
          </p:cNvPr>
          <p:cNvGrpSpPr/>
          <p:nvPr/>
        </p:nvGrpSpPr>
        <p:grpSpPr>
          <a:xfrm>
            <a:off x="2941860" y="2253333"/>
            <a:ext cx="721206" cy="609701"/>
            <a:chOff x="2941860" y="2253333"/>
            <a:chExt cx="721206" cy="609701"/>
          </a:xfrm>
        </p:grpSpPr>
        <p:sp>
          <p:nvSpPr>
            <p:cNvPr id="700" name="Rectangle 699">
              <a:extLst>
                <a:ext uri="{FF2B5EF4-FFF2-40B4-BE49-F238E27FC236}">
                  <a16:creationId xmlns:a16="http://schemas.microsoft.com/office/drawing/2014/main" id="{9003153A-3A9A-29D3-EFEA-2BDA7C5D8618}"/>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701" name="Right Triangle 700">
              <a:extLst>
                <a:ext uri="{FF2B5EF4-FFF2-40B4-BE49-F238E27FC236}">
                  <a16:creationId xmlns:a16="http://schemas.microsoft.com/office/drawing/2014/main" id="{08AB1941-E6C8-7B83-1BD8-4A02CB21267A}"/>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2" name="Group 701">
              <a:extLst>
                <a:ext uri="{FF2B5EF4-FFF2-40B4-BE49-F238E27FC236}">
                  <a16:creationId xmlns:a16="http://schemas.microsoft.com/office/drawing/2014/main" id="{A451AA9A-0DE9-D5D9-A8C6-0D849C5E850C}"/>
                </a:ext>
              </a:extLst>
            </p:cNvPr>
            <p:cNvGrpSpPr/>
            <p:nvPr/>
          </p:nvGrpSpPr>
          <p:grpSpPr>
            <a:xfrm>
              <a:off x="3611250" y="2264969"/>
              <a:ext cx="37817" cy="61390"/>
              <a:chOff x="3883481" y="2057400"/>
              <a:chExt cx="1608363" cy="2652031"/>
            </a:xfrm>
            <a:solidFill>
              <a:srgbClr val="A6A6A6">
                <a:alpha val="20000"/>
              </a:srgbClr>
            </a:solidFill>
          </p:grpSpPr>
          <p:sp>
            <p:nvSpPr>
              <p:cNvPr id="703" name="Oval 27">
                <a:extLst>
                  <a:ext uri="{FF2B5EF4-FFF2-40B4-BE49-F238E27FC236}">
                    <a16:creationId xmlns:a16="http://schemas.microsoft.com/office/drawing/2014/main" id="{EDEB88FE-26DD-D47F-A8F1-B0C65128D9E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4" name="Oval 28">
                <a:extLst>
                  <a:ext uri="{FF2B5EF4-FFF2-40B4-BE49-F238E27FC236}">
                    <a16:creationId xmlns:a16="http://schemas.microsoft.com/office/drawing/2014/main" id="{20C5DCF6-5256-6A91-084D-184B22BFFB5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5" name="Group 704">
            <a:extLst>
              <a:ext uri="{FF2B5EF4-FFF2-40B4-BE49-F238E27FC236}">
                <a16:creationId xmlns:a16="http://schemas.microsoft.com/office/drawing/2014/main" id="{FBEBEA1C-EDBF-56F6-63EA-66203E847334}"/>
              </a:ext>
            </a:extLst>
          </p:cNvPr>
          <p:cNvGrpSpPr/>
          <p:nvPr/>
        </p:nvGrpSpPr>
        <p:grpSpPr>
          <a:xfrm>
            <a:off x="4614876" y="2253332"/>
            <a:ext cx="721206" cy="609701"/>
            <a:chOff x="4614876" y="2253332"/>
            <a:chExt cx="721206" cy="609701"/>
          </a:xfrm>
        </p:grpSpPr>
        <p:sp>
          <p:nvSpPr>
            <p:cNvPr id="706" name="Rectangle 705">
              <a:extLst>
                <a:ext uri="{FF2B5EF4-FFF2-40B4-BE49-F238E27FC236}">
                  <a16:creationId xmlns:a16="http://schemas.microsoft.com/office/drawing/2014/main" id="{CF4BCB74-BAD9-F5D1-5B69-C3D56783F468}"/>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07" name="Right Triangle 706">
              <a:extLst>
                <a:ext uri="{FF2B5EF4-FFF2-40B4-BE49-F238E27FC236}">
                  <a16:creationId xmlns:a16="http://schemas.microsoft.com/office/drawing/2014/main" id="{642829CE-C0BD-0CF5-3AD8-D945138EB4FE}"/>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8" name="Group 707">
              <a:extLst>
                <a:ext uri="{FF2B5EF4-FFF2-40B4-BE49-F238E27FC236}">
                  <a16:creationId xmlns:a16="http://schemas.microsoft.com/office/drawing/2014/main" id="{F3EBB9A1-5A17-C42C-B053-74DD79B6969D}"/>
                </a:ext>
              </a:extLst>
            </p:cNvPr>
            <p:cNvGrpSpPr/>
            <p:nvPr/>
          </p:nvGrpSpPr>
          <p:grpSpPr>
            <a:xfrm>
              <a:off x="5280738" y="2264779"/>
              <a:ext cx="37817" cy="61390"/>
              <a:chOff x="3883481" y="2057400"/>
              <a:chExt cx="1608363" cy="2652031"/>
            </a:xfrm>
            <a:solidFill>
              <a:srgbClr val="A6A6A6">
                <a:alpha val="20000"/>
              </a:srgbClr>
            </a:solidFill>
          </p:grpSpPr>
          <p:sp>
            <p:nvSpPr>
              <p:cNvPr id="709" name="Oval 27">
                <a:extLst>
                  <a:ext uri="{FF2B5EF4-FFF2-40B4-BE49-F238E27FC236}">
                    <a16:creationId xmlns:a16="http://schemas.microsoft.com/office/drawing/2014/main" id="{E7FF9BD8-897B-8EE9-4C4C-46AE06C4CDA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0" name="Oval 28">
                <a:extLst>
                  <a:ext uri="{FF2B5EF4-FFF2-40B4-BE49-F238E27FC236}">
                    <a16:creationId xmlns:a16="http://schemas.microsoft.com/office/drawing/2014/main" id="{16CF2120-6DE6-53C0-183E-FAF5E98648D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3" name="Group 722">
            <a:extLst>
              <a:ext uri="{FF2B5EF4-FFF2-40B4-BE49-F238E27FC236}">
                <a16:creationId xmlns:a16="http://schemas.microsoft.com/office/drawing/2014/main" id="{1B501909-061D-FDB6-FD7F-F5946A22F2A0}"/>
              </a:ext>
            </a:extLst>
          </p:cNvPr>
          <p:cNvGrpSpPr/>
          <p:nvPr/>
        </p:nvGrpSpPr>
        <p:grpSpPr>
          <a:xfrm>
            <a:off x="431659" y="2253337"/>
            <a:ext cx="721895" cy="609700"/>
            <a:chOff x="431659" y="2253337"/>
            <a:chExt cx="721895" cy="609700"/>
          </a:xfrm>
        </p:grpSpPr>
        <p:sp>
          <p:nvSpPr>
            <p:cNvPr id="724" name="Rectangle 723">
              <a:hlinkHover r:id="" action="ppaction://noaction" highlightClick="1"/>
              <a:extLst>
                <a:ext uri="{FF2B5EF4-FFF2-40B4-BE49-F238E27FC236}">
                  <a16:creationId xmlns:a16="http://schemas.microsoft.com/office/drawing/2014/main" id="{57E9DF3E-6C0F-B060-A68E-79C3827B1754}"/>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25" name="Diamond 724">
              <a:extLst>
                <a:ext uri="{FF2B5EF4-FFF2-40B4-BE49-F238E27FC236}">
                  <a16:creationId xmlns:a16="http://schemas.microsoft.com/office/drawing/2014/main" id="{F13B6079-FED7-31CA-8733-539F0607D510}"/>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6" name="Oval 725">
              <a:extLst>
                <a:ext uri="{FF2B5EF4-FFF2-40B4-BE49-F238E27FC236}">
                  <a16:creationId xmlns:a16="http://schemas.microsoft.com/office/drawing/2014/main" id="{F2740E0A-21D5-19FB-72EF-EF96444B659F}"/>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31" name="Group 730">
            <a:extLst>
              <a:ext uri="{FF2B5EF4-FFF2-40B4-BE49-F238E27FC236}">
                <a16:creationId xmlns:a16="http://schemas.microsoft.com/office/drawing/2014/main" id="{1E921F88-9001-139B-9CE5-DB4F3FB8F6D2}"/>
              </a:ext>
            </a:extLst>
          </p:cNvPr>
          <p:cNvGrpSpPr/>
          <p:nvPr/>
        </p:nvGrpSpPr>
        <p:grpSpPr>
          <a:xfrm>
            <a:off x="2105348" y="1532276"/>
            <a:ext cx="721206" cy="609701"/>
            <a:chOff x="2105348" y="1532276"/>
            <a:chExt cx="721206" cy="609701"/>
          </a:xfrm>
        </p:grpSpPr>
        <p:sp>
          <p:nvSpPr>
            <p:cNvPr id="732" name="Rectangle 731">
              <a:extLst>
                <a:ext uri="{FF2B5EF4-FFF2-40B4-BE49-F238E27FC236}">
                  <a16:creationId xmlns:a16="http://schemas.microsoft.com/office/drawing/2014/main" id="{A751857B-B257-2D89-A1F3-9A8E73A93B03}"/>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33" name="Rectangle 732">
              <a:extLst>
                <a:ext uri="{FF2B5EF4-FFF2-40B4-BE49-F238E27FC236}">
                  <a16:creationId xmlns:a16="http://schemas.microsoft.com/office/drawing/2014/main" id="{395190F9-51DD-A212-D02F-1443F48EF925}"/>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4" name="Oval 15">
              <a:extLst>
                <a:ext uri="{FF2B5EF4-FFF2-40B4-BE49-F238E27FC236}">
                  <a16:creationId xmlns:a16="http://schemas.microsoft.com/office/drawing/2014/main" id="{B88C35B8-70A7-8E17-4F05-B43D74564148}"/>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5" name="Straight Connector 734">
              <a:extLst>
                <a:ext uri="{FF2B5EF4-FFF2-40B4-BE49-F238E27FC236}">
                  <a16:creationId xmlns:a16="http://schemas.microsoft.com/office/drawing/2014/main" id="{4DC42BEE-2F91-C213-4597-6BC1C99DD252}"/>
                </a:ext>
              </a:extLst>
            </p:cNvPr>
            <p:cNvCxnSpPr>
              <a:cxnSpLocks/>
              <a:stCxn id="734"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36" name="Straight Connector 735">
              <a:extLst>
                <a:ext uri="{FF2B5EF4-FFF2-40B4-BE49-F238E27FC236}">
                  <a16:creationId xmlns:a16="http://schemas.microsoft.com/office/drawing/2014/main" id="{ABDCF4B9-1DD8-358C-860B-82F94069736D}"/>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37" name="Group 736">
            <a:extLst>
              <a:ext uri="{FF2B5EF4-FFF2-40B4-BE49-F238E27FC236}">
                <a16:creationId xmlns:a16="http://schemas.microsoft.com/office/drawing/2014/main" id="{6D97914E-4AA1-1035-8469-F9EBF0E8AC24}"/>
              </a:ext>
            </a:extLst>
          </p:cNvPr>
          <p:cNvGrpSpPr/>
          <p:nvPr/>
        </p:nvGrpSpPr>
        <p:grpSpPr>
          <a:xfrm>
            <a:off x="431659" y="1532283"/>
            <a:ext cx="721891" cy="610032"/>
            <a:chOff x="431659" y="1532283"/>
            <a:chExt cx="721891" cy="610032"/>
          </a:xfrm>
        </p:grpSpPr>
        <p:sp>
          <p:nvSpPr>
            <p:cNvPr id="738" name="Rectangle 737">
              <a:extLst>
                <a:ext uri="{FF2B5EF4-FFF2-40B4-BE49-F238E27FC236}">
                  <a16:creationId xmlns:a16="http://schemas.microsoft.com/office/drawing/2014/main" id="{0DAFA0FB-5EA9-57C0-14E6-540166E46B0A}"/>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39" name="Right Triangle 738">
              <a:extLst>
                <a:ext uri="{FF2B5EF4-FFF2-40B4-BE49-F238E27FC236}">
                  <a16:creationId xmlns:a16="http://schemas.microsoft.com/office/drawing/2014/main" id="{8096E4DF-EC13-B2DA-14F0-ACF5D7B19AEC}"/>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0" name="Group 739">
              <a:extLst>
                <a:ext uri="{FF2B5EF4-FFF2-40B4-BE49-F238E27FC236}">
                  <a16:creationId xmlns:a16="http://schemas.microsoft.com/office/drawing/2014/main" id="{54CC3353-D21B-4A31-DF55-F69342A99924}"/>
                </a:ext>
              </a:extLst>
            </p:cNvPr>
            <p:cNvGrpSpPr/>
            <p:nvPr/>
          </p:nvGrpSpPr>
          <p:grpSpPr>
            <a:xfrm>
              <a:off x="1102940" y="1538374"/>
              <a:ext cx="37817" cy="61390"/>
              <a:chOff x="3883481" y="2057400"/>
              <a:chExt cx="1608363" cy="2652031"/>
            </a:xfrm>
            <a:solidFill>
              <a:srgbClr val="A6A6A6">
                <a:alpha val="20000"/>
              </a:srgbClr>
            </a:solidFill>
          </p:grpSpPr>
          <p:sp>
            <p:nvSpPr>
              <p:cNvPr id="741" name="Oval 27">
                <a:extLst>
                  <a:ext uri="{FF2B5EF4-FFF2-40B4-BE49-F238E27FC236}">
                    <a16:creationId xmlns:a16="http://schemas.microsoft.com/office/drawing/2014/main" id="{00740707-43ED-1D6C-F8C7-97AED0F3A06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2" name="Oval 28">
                <a:extLst>
                  <a:ext uri="{FF2B5EF4-FFF2-40B4-BE49-F238E27FC236}">
                    <a16:creationId xmlns:a16="http://schemas.microsoft.com/office/drawing/2014/main" id="{FFC6B86F-3B01-FA11-7B15-BF62F17A8A5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3" name="Group 742">
            <a:extLst>
              <a:ext uri="{FF2B5EF4-FFF2-40B4-BE49-F238E27FC236}">
                <a16:creationId xmlns:a16="http://schemas.microsoft.com/office/drawing/2014/main" id="{B922DC3A-FA5F-D821-02FA-0530026ED609}"/>
              </a:ext>
            </a:extLst>
          </p:cNvPr>
          <p:cNvGrpSpPr/>
          <p:nvPr/>
        </p:nvGrpSpPr>
        <p:grpSpPr>
          <a:xfrm>
            <a:off x="1268843" y="1532283"/>
            <a:ext cx="721206" cy="610032"/>
            <a:chOff x="1268843" y="1532283"/>
            <a:chExt cx="721206" cy="610032"/>
          </a:xfrm>
        </p:grpSpPr>
        <p:sp>
          <p:nvSpPr>
            <p:cNvPr id="744" name="Rectangle 743">
              <a:extLst>
                <a:ext uri="{FF2B5EF4-FFF2-40B4-BE49-F238E27FC236}">
                  <a16:creationId xmlns:a16="http://schemas.microsoft.com/office/drawing/2014/main" id="{B6B3B529-AA9B-2851-DC91-855EF9714FE9}"/>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45" name="Right Triangle 744">
              <a:extLst>
                <a:ext uri="{FF2B5EF4-FFF2-40B4-BE49-F238E27FC236}">
                  <a16:creationId xmlns:a16="http://schemas.microsoft.com/office/drawing/2014/main" id="{069461D0-F26F-9637-E082-19489F48E4B4}"/>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6" name="Group 745">
              <a:extLst>
                <a:ext uri="{FF2B5EF4-FFF2-40B4-BE49-F238E27FC236}">
                  <a16:creationId xmlns:a16="http://schemas.microsoft.com/office/drawing/2014/main" id="{3BBB8583-582D-838D-915C-E4F032A2A795}"/>
                </a:ext>
              </a:extLst>
            </p:cNvPr>
            <p:cNvGrpSpPr/>
            <p:nvPr/>
          </p:nvGrpSpPr>
          <p:grpSpPr>
            <a:xfrm>
              <a:off x="1939436" y="1538374"/>
              <a:ext cx="37817" cy="61390"/>
              <a:chOff x="3883481" y="2057400"/>
              <a:chExt cx="1608363" cy="2652031"/>
            </a:xfrm>
            <a:solidFill>
              <a:srgbClr val="A6A6A6">
                <a:alpha val="20000"/>
              </a:srgbClr>
            </a:solidFill>
          </p:grpSpPr>
          <p:sp>
            <p:nvSpPr>
              <p:cNvPr id="747" name="Oval 27">
                <a:extLst>
                  <a:ext uri="{FF2B5EF4-FFF2-40B4-BE49-F238E27FC236}">
                    <a16:creationId xmlns:a16="http://schemas.microsoft.com/office/drawing/2014/main" id="{4C684FED-E085-2CD3-8842-8927BF7FE0D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8" name="Oval 28">
                <a:extLst>
                  <a:ext uri="{FF2B5EF4-FFF2-40B4-BE49-F238E27FC236}">
                    <a16:creationId xmlns:a16="http://schemas.microsoft.com/office/drawing/2014/main" id="{BD858940-66D6-DFE6-398A-76FC66F0361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5" name="Group 754">
            <a:extLst>
              <a:ext uri="{FF2B5EF4-FFF2-40B4-BE49-F238E27FC236}">
                <a16:creationId xmlns:a16="http://schemas.microsoft.com/office/drawing/2014/main" id="{3A144CFC-4A78-DC76-DB4E-854E976402A1}"/>
              </a:ext>
            </a:extLst>
          </p:cNvPr>
          <p:cNvGrpSpPr/>
          <p:nvPr/>
        </p:nvGrpSpPr>
        <p:grpSpPr>
          <a:xfrm>
            <a:off x="5454379" y="2974054"/>
            <a:ext cx="721206" cy="649846"/>
            <a:chOff x="5454379" y="2974054"/>
            <a:chExt cx="721206" cy="649846"/>
          </a:xfrm>
        </p:grpSpPr>
        <p:sp>
          <p:nvSpPr>
            <p:cNvPr id="756" name="Rectangle 755">
              <a:extLst>
                <a:ext uri="{FF2B5EF4-FFF2-40B4-BE49-F238E27FC236}">
                  <a16:creationId xmlns:a16="http://schemas.microsoft.com/office/drawing/2014/main" id="{5BB5441A-BB42-4742-A5DC-2DC02E10BD69}"/>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57" name="Rectangle 756">
              <a:extLst>
                <a:ext uri="{FF2B5EF4-FFF2-40B4-BE49-F238E27FC236}">
                  <a16:creationId xmlns:a16="http://schemas.microsoft.com/office/drawing/2014/main" id="{156C52CA-A96C-673A-A436-8E2E5B4F982B}"/>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8" name="Oval 15">
              <a:extLst>
                <a:ext uri="{FF2B5EF4-FFF2-40B4-BE49-F238E27FC236}">
                  <a16:creationId xmlns:a16="http://schemas.microsoft.com/office/drawing/2014/main" id="{EFF3E928-28E2-70A6-3292-985DF6960416}"/>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59" name="Straight Connector 758">
              <a:extLst>
                <a:ext uri="{FF2B5EF4-FFF2-40B4-BE49-F238E27FC236}">
                  <a16:creationId xmlns:a16="http://schemas.microsoft.com/office/drawing/2014/main" id="{A12C36C1-939D-6407-EDEB-61618430F096}"/>
                </a:ext>
              </a:extLst>
            </p:cNvPr>
            <p:cNvCxnSpPr>
              <a:cxnSpLocks/>
              <a:stCxn id="758"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60" name="Straight Connector 759">
              <a:extLst>
                <a:ext uri="{FF2B5EF4-FFF2-40B4-BE49-F238E27FC236}">
                  <a16:creationId xmlns:a16="http://schemas.microsoft.com/office/drawing/2014/main" id="{BF5E58E8-302A-DAFF-782E-9966CE84CC6E}"/>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61" name="Group 760">
            <a:extLst>
              <a:ext uri="{FF2B5EF4-FFF2-40B4-BE49-F238E27FC236}">
                <a16:creationId xmlns:a16="http://schemas.microsoft.com/office/drawing/2014/main" id="{E5147E5C-ECE2-AADB-8A97-44197405DE97}"/>
              </a:ext>
            </a:extLst>
          </p:cNvPr>
          <p:cNvGrpSpPr/>
          <p:nvPr/>
        </p:nvGrpSpPr>
        <p:grpSpPr>
          <a:xfrm>
            <a:off x="431659" y="2974054"/>
            <a:ext cx="721891" cy="609701"/>
            <a:chOff x="431659" y="2974054"/>
            <a:chExt cx="721891" cy="609701"/>
          </a:xfrm>
        </p:grpSpPr>
        <p:sp>
          <p:nvSpPr>
            <p:cNvPr id="762" name="Rectangle 761">
              <a:extLst>
                <a:ext uri="{FF2B5EF4-FFF2-40B4-BE49-F238E27FC236}">
                  <a16:creationId xmlns:a16="http://schemas.microsoft.com/office/drawing/2014/main" id="{4A3C14CB-F39E-384B-1152-D6FA1776B971}"/>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63" name="Right Triangle 762">
              <a:extLst>
                <a:ext uri="{FF2B5EF4-FFF2-40B4-BE49-F238E27FC236}">
                  <a16:creationId xmlns:a16="http://schemas.microsoft.com/office/drawing/2014/main" id="{545EF8F5-9770-4D94-1A2C-3EF29815A8B8}"/>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4" name="Group 763">
              <a:extLst>
                <a:ext uri="{FF2B5EF4-FFF2-40B4-BE49-F238E27FC236}">
                  <a16:creationId xmlns:a16="http://schemas.microsoft.com/office/drawing/2014/main" id="{03425B87-9C7D-C01C-7A33-7B5C857F1BC2}"/>
                </a:ext>
              </a:extLst>
            </p:cNvPr>
            <p:cNvGrpSpPr/>
            <p:nvPr/>
          </p:nvGrpSpPr>
          <p:grpSpPr>
            <a:xfrm>
              <a:off x="1102940" y="2981762"/>
              <a:ext cx="37817" cy="61390"/>
              <a:chOff x="3883481" y="2057400"/>
              <a:chExt cx="1608363" cy="2652031"/>
            </a:xfrm>
            <a:solidFill>
              <a:srgbClr val="A6A6A6">
                <a:alpha val="20000"/>
              </a:srgbClr>
            </a:solidFill>
          </p:grpSpPr>
          <p:sp>
            <p:nvSpPr>
              <p:cNvPr id="765" name="Oval 27">
                <a:extLst>
                  <a:ext uri="{FF2B5EF4-FFF2-40B4-BE49-F238E27FC236}">
                    <a16:creationId xmlns:a16="http://schemas.microsoft.com/office/drawing/2014/main" id="{F498275A-89E3-AE16-A334-408F0B50CCD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6" name="Oval 28">
                <a:extLst>
                  <a:ext uri="{FF2B5EF4-FFF2-40B4-BE49-F238E27FC236}">
                    <a16:creationId xmlns:a16="http://schemas.microsoft.com/office/drawing/2014/main" id="{86E86BFD-E69A-B556-537A-39900503B18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3" name="Group 772">
            <a:extLst>
              <a:ext uri="{FF2B5EF4-FFF2-40B4-BE49-F238E27FC236}">
                <a16:creationId xmlns:a16="http://schemas.microsoft.com/office/drawing/2014/main" id="{BA5710F9-62AD-B6FE-2DD8-66BFFEDA33AC}"/>
              </a:ext>
            </a:extLst>
          </p:cNvPr>
          <p:cNvGrpSpPr/>
          <p:nvPr/>
        </p:nvGrpSpPr>
        <p:grpSpPr>
          <a:xfrm>
            <a:off x="2940469" y="2974031"/>
            <a:ext cx="721206" cy="613175"/>
            <a:chOff x="2940469" y="2974031"/>
            <a:chExt cx="721206" cy="613175"/>
          </a:xfrm>
        </p:grpSpPr>
        <p:sp>
          <p:nvSpPr>
            <p:cNvPr id="774" name="Rectangle 773">
              <a:extLst>
                <a:ext uri="{FF2B5EF4-FFF2-40B4-BE49-F238E27FC236}">
                  <a16:creationId xmlns:a16="http://schemas.microsoft.com/office/drawing/2014/main" id="{7F7025BA-3406-0215-6259-DAFD47399FA7}"/>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75" name="Right Triangle 774">
              <a:extLst>
                <a:ext uri="{FF2B5EF4-FFF2-40B4-BE49-F238E27FC236}">
                  <a16:creationId xmlns:a16="http://schemas.microsoft.com/office/drawing/2014/main" id="{F2F4ED44-193E-0EE2-ED05-2C36DDD1272E}"/>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6" name="Group 775">
              <a:extLst>
                <a:ext uri="{FF2B5EF4-FFF2-40B4-BE49-F238E27FC236}">
                  <a16:creationId xmlns:a16="http://schemas.microsoft.com/office/drawing/2014/main" id="{B1A29BA3-C79A-BB31-95A9-113780517B11}"/>
                </a:ext>
              </a:extLst>
            </p:cNvPr>
            <p:cNvGrpSpPr/>
            <p:nvPr/>
          </p:nvGrpSpPr>
          <p:grpSpPr>
            <a:xfrm>
              <a:off x="3610502" y="2980132"/>
              <a:ext cx="37817" cy="61390"/>
              <a:chOff x="3883481" y="2057400"/>
              <a:chExt cx="1608363" cy="2652031"/>
            </a:xfrm>
            <a:solidFill>
              <a:srgbClr val="A6A6A6">
                <a:alpha val="20000"/>
              </a:srgbClr>
            </a:solidFill>
          </p:grpSpPr>
          <p:sp>
            <p:nvSpPr>
              <p:cNvPr id="777" name="Oval 27">
                <a:extLst>
                  <a:ext uri="{FF2B5EF4-FFF2-40B4-BE49-F238E27FC236}">
                    <a16:creationId xmlns:a16="http://schemas.microsoft.com/office/drawing/2014/main" id="{31A40DBC-3A46-A47B-FC9C-893F29FEAB8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8" name="Oval 28">
                <a:extLst>
                  <a:ext uri="{FF2B5EF4-FFF2-40B4-BE49-F238E27FC236}">
                    <a16:creationId xmlns:a16="http://schemas.microsoft.com/office/drawing/2014/main" id="{D772F541-1040-BB91-666F-8E9A9CA0748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9" name="Group 778">
            <a:extLst>
              <a:ext uri="{FF2B5EF4-FFF2-40B4-BE49-F238E27FC236}">
                <a16:creationId xmlns:a16="http://schemas.microsoft.com/office/drawing/2014/main" id="{69007A4C-9B35-6782-705F-1DD0BA1C2E6E}"/>
              </a:ext>
            </a:extLst>
          </p:cNvPr>
          <p:cNvGrpSpPr/>
          <p:nvPr/>
        </p:nvGrpSpPr>
        <p:grpSpPr>
          <a:xfrm>
            <a:off x="1268380" y="2974053"/>
            <a:ext cx="721206" cy="609701"/>
            <a:chOff x="1268380" y="2974053"/>
            <a:chExt cx="721206" cy="609701"/>
          </a:xfrm>
        </p:grpSpPr>
        <p:sp>
          <p:nvSpPr>
            <p:cNvPr id="780" name="Rectangle 779">
              <a:extLst>
                <a:ext uri="{FF2B5EF4-FFF2-40B4-BE49-F238E27FC236}">
                  <a16:creationId xmlns:a16="http://schemas.microsoft.com/office/drawing/2014/main" id="{37FF3A7E-F8E7-0971-BFFF-1A624FC58FD6}"/>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81" name="Right Triangle 780">
              <a:extLst>
                <a:ext uri="{FF2B5EF4-FFF2-40B4-BE49-F238E27FC236}">
                  <a16:creationId xmlns:a16="http://schemas.microsoft.com/office/drawing/2014/main" id="{77358C61-128A-F542-C2EE-B9C3885CE2C2}"/>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2" name="Group 781">
              <a:extLst>
                <a:ext uri="{FF2B5EF4-FFF2-40B4-BE49-F238E27FC236}">
                  <a16:creationId xmlns:a16="http://schemas.microsoft.com/office/drawing/2014/main" id="{C534E8BD-C830-0454-9A5D-8E7B083A2601}"/>
                </a:ext>
              </a:extLst>
            </p:cNvPr>
            <p:cNvGrpSpPr/>
            <p:nvPr/>
          </p:nvGrpSpPr>
          <p:grpSpPr>
            <a:xfrm>
              <a:off x="1938973" y="2986452"/>
              <a:ext cx="37817" cy="61390"/>
              <a:chOff x="3883481" y="2057400"/>
              <a:chExt cx="1608363" cy="2652031"/>
            </a:xfrm>
            <a:solidFill>
              <a:srgbClr val="A6A6A6">
                <a:alpha val="20000"/>
              </a:srgbClr>
            </a:solidFill>
          </p:grpSpPr>
          <p:sp>
            <p:nvSpPr>
              <p:cNvPr id="783" name="Oval 27">
                <a:extLst>
                  <a:ext uri="{FF2B5EF4-FFF2-40B4-BE49-F238E27FC236}">
                    <a16:creationId xmlns:a16="http://schemas.microsoft.com/office/drawing/2014/main" id="{0E48DAEA-B64F-0BE6-FB7F-60E9333E807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4" name="Oval 28">
                <a:extLst>
                  <a:ext uri="{FF2B5EF4-FFF2-40B4-BE49-F238E27FC236}">
                    <a16:creationId xmlns:a16="http://schemas.microsoft.com/office/drawing/2014/main" id="{D7957297-814A-723D-6A9A-39F15ED9344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7F9598DC-43B1-3C61-C792-EEA23EF04554}"/>
              </a:ext>
            </a:extLst>
          </p:cNvPr>
          <p:cNvGrpSpPr/>
          <p:nvPr/>
        </p:nvGrpSpPr>
        <p:grpSpPr>
          <a:xfrm>
            <a:off x="2938534" y="811556"/>
            <a:ext cx="721206" cy="609701"/>
            <a:chOff x="2938534" y="811556"/>
            <a:chExt cx="721206" cy="609701"/>
          </a:xfrm>
        </p:grpSpPr>
        <p:sp>
          <p:nvSpPr>
            <p:cNvPr id="786" name="Rectangle 785">
              <a:extLst>
                <a:ext uri="{FF2B5EF4-FFF2-40B4-BE49-F238E27FC236}">
                  <a16:creationId xmlns:a16="http://schemas.microsoft.com/office/drawing/2014/main" id="{C950EAE7-F91A-2EC1-8D84-F46F74BDAFA4}"/>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87" name="Rectangle 786">
              <a:extLst>
                <a:ext uri="{FF2B5EF4-FFF2-40B4-BE49-F238E27FC236}">
                  <a16:creationId xmlns:a16="http://schemas.microsoft.com/office/drawing/2014/main" id="{1BA3CCA2-2806-B6EC-21A0-43D174C0A16C}"/>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8" name="Oval 15">
              <a:extLst>
                <a:ext uri="{FF2B5EF4-FFF2-40B4-BE49-F238E27FC236}">
                  <a16:creationId xmlns:a16="http://schemas.microsoft.com/office/drawing/2014/main" id="{BAB6545A-91E3-E514-A363-BC282BD220C0}"/>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89" name="Straight Connector 788">
              <a:extLst>
                <a:ext uri="{FF2B5EF4-FFF2-40B4-BE49-F238E27FC236}">
                  <a16:creationId xmlns:a16="http://schemas.microsoft.com/office/drawing/2014/main" id="{2411B42B-97D8-EF9C-DBBC-C35C5360CCB9}"/>
                </a:ext>
              </a:extLst>
            </p:cNvPr>
            <p:cNvCxnSpPr>
              <a:cxnSpLocks/>
              <a:stCxn id="788"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90" name="Straight Connector 789">
              <a:extLst>
                <a:ext uri="{FF2B5EF4-FFF2-40B4-BE49-F238E27FC236}">
                  <a16:creationId xmlns:a16="http://schemas.microsoft.com/office/drawing/2014/main" id="{A28FB113-DC52-24A8-5014-120F2FD928D3}"/>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7" name="Group 796">
            <a:extLst>
              <a:ext uri="{FF2B5EF4-FFF2-40B4-BE49-F238E27FC236}">
                <a16:creationId xmlns:a16="http://schemas.microsoft.com/office/drawing/2014/main" id="{017D2F7D-6E88-36E0-7BE0-1B12AD0DBF94}"/>
              </a:ext>
            </a:extLst>
          </p:cNvPr>
          <p:cNvGrpSpPr/>
          <p:nvPr/>
        </p:nvGrpSpPr>
        <p:grpSpPr>
          <a:xfrm>
            <a:off x="431659" y="811556"/>
            <a:ext cx="721206" cy="609701"/>
            <a:chOff x="431659" y="811556"/>
            <a:chExt cx="721206" cy="609701"/>
          </a:xfrm>
        </p:grpSpPr>
        <p:sp>
          <p:nvSpPr>
            <p:cNvPr id="798" name="Rectangle 797">
              <a:extLst>
                <a:ext uri="{FF2B5EF4-FFF2-40B4-BE49-F238E27FC236}">
                  <a16:creationId xmlns:a16="http://schemas.microsoft.com/office/drawing/2014/main" id="{5AC56F9E-1E88-516D-F63E-BDC8CB2979A5}"/>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99" name="Right Triangle 798">
              <a:extLst>
                <a:ext uri="{FF2B5EF4-FFF2-40B4-BE49-F238E27FC236}">
                  <a16:creationId xmlns:a16="http://schemas.microsoft.com/office/drawing/2014/main" id="{9AFDAD0C-A71E-D332-6A20-6F59E803407A}"/>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0" name="Group 799">
              <a:extLst>
                <a:ext uri="{FF2B5EF4-FFF2-40B4-BE49-F238E27FC236}">
                  <a16:creationId xmlns:a16="http://schemas.microsoft.com/office/drawing/2014/main" id="{A64D8FFB-1DC6-476C-204C-19ED113E972F}"/>
                </a:ext>
              </a:extLst>
            </p:cNvPr>
            <p:cNvGrpSpPr/>
            <p:nvPr/>
          </p:nvGrpSpPr>
          <p:grpSpPr>
            <a:xfrm>
              <a:off x="1100969" y="819591"/>
              <a:ext cx="37817" cy="61390"/>
              <a:chOff x="3883481" y="2057400"/>
              <a:chExt cx="1608363" cy="2652031"/>
            </a:xfrm>
            <a:solidFill>
              <a:srgbClr val="A6A6A6">
                <a:alpha val="20000"/>
              </a:srgbClr>
            </a:solidFill>
          </p:grpSpPr>
          <p:sp>
            <p:nvSpPr>
              <p:cNvPr id="801" name="Oval 27">
                <a:extLst>
                  <a:ext uri="{FF2B5EF4-FFF2-40B4-BE49-F238E27FC236}">
                    <a16:creationId xmlns:a16="http://schemas.microsoft.com/office/drawing/2014/main" id="{462DCB8C-6239-6D15-CB5E-9762F976F4F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2" name="Oval 28">
                <a:extLst>
                  <a:ext uri="{FF2B5EF4-FFF2-40B4-BE49-F238E27FC236}">
                    <a16:creationId xmlns:a16="http://schemas.microsoft.com/office/drawing/2014/main" id="{948915BC-2F9C-43E5-7A0E-73776584C27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3" name="Group 802">
            <a:extLst>
              <a:ext uri="{FF2B5EF4-FFF2-40B4-BE49-F238E27FC236}">
                <a16:creationId xmlns:a16="http://schemas.microsoft.com/office/drawing/2014/main" id="{94DFB630-9CE2-9DFE-B942-A506D84DAA79}"/>
              </a:ext>
            </a:extLst>
          </p:cNvPr>
          <p:cNvGrpSpPr/>
          <p:nvPr/>
        </p:nvGrpSpPr>
        <p:grpSpPr>
          <a:xfrm>
            <a:off x="1267285" y="811556"/>
            <a:ext cx="721206" cy="609701"/>
            <a:chOff x="1267285" y="811556"/>
            <a:chExt cx="721206" cy="609701"/>
          </a:xfrm>
        </p:grpSpPr>
        <p:sp>
          <p:nvSpPr>
            <p:cNvPr id="804" name="Rectangle 803">
              <a:extLst>
                <a:ext uri="{FF2B5EF4-FFF2-40B4-BE49-F238E27FC236}">
                  <a16:creationId xmlns:a16="http://schemas.microsoft.com/office/drawing/2014/main" id="{049DCAF4-2A00-483A-8526-19BB825756A6}"/>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05" name="Right Triangle 804">
              <a:extLst>
                <a:ext uri="{FF2B5EF4-FFF2-40B4-BE49-F238E27FC236}">
                  <a16:creationId xmlns:a16="http://schemas.microsoft.com/office/drawing/2014/main" id="{7CE0C201-4C01-0216-C560-A4DC6BB08C21}"/>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6" name="Group 805">
              <a:extLst>
                <a:ext uri="{FF2B5EF4-FFF2-40B4-BE49-F238E27FC236}">
                  <a16:creationId xmlns:a16="http://schemas.microsoft.com/office/drawing/2014/main" id="{55AC31BF-F309-03AE-ADB4-D59BB91F07BF}"/>
                </a:ext>
              </a:extLst>
            </p:cNvPr>
            <p:cNvGrpSpPr/>
            <p:nvPr/>
          </p:nvGrpSpPr>
          <p:grpSpPr>
            <a:xfrm>
              <a:off x="1937878" y="819591"/>
              <a:ext cx="37817" cy="61390"/>
              <a:chOff x="3883481" y="2057400"/>
              <a:chExt cx="1608363" cy="2652031"/>
            </a:xfrm>
            <a:solidFill>
              <a:srgbClr val="A6A6A6">
                <a:alpha val="20000"/>
              </a:srgbClr>
            </a:solidFill>
          </p:grpSpPr>
          <p:sp>
            <p:nvSpPr>
              <p:cNvPr id="807" name="Oval 27">
                <a:extLst>
                  <a:ext uri="{FF2B5EF4-FFF2-40B4-BE49-F238E27FC236}">
                    <a16:creationId xmlns:a16="http://schemas.microsoft.com/office/drawing/2014/main" id="{18BEA923-9A57-9413-A60C-704A37E36EB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8" name="Oval 28">
                <a:extLst>
                  <a:ext uri="{FF2B5EF4-FFF2-40B4-BE49-F238E27FC236}">
                    <a16:creationId xmlns:a16="http://schemas.microsoft.com/office/drawing/2014/main" id="{3BED8660-426A-84D3-AD2C-88C028710FB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5" name="Group 814">
            <a:extLst>
              <a:ext uri="{FF2B5EF4-FFF2-40B4-BE49-F238E27FC236}">
                <a16:creationId xmlns:a16="http://schemas.microsoft.com/office/drawing/2014/main" id="{BD87D7B9-C042-7B76-6781-B3EC5F8C10C7}"/>
              </a:ext>
            </a:extLst>
          </p:cNvPr>
          <p:cNvGrpSpPr/>
          <p:nvPr/>
        </p:nvGrpSpPr>
        <p:grpSpPr>
          <a:xfrm>
            <a:off x="2889438" y="751337"/>
            <a:ext cx="5022643" cy="5001728"/>
            <a:chOff x="2889438" y="751337"/>
            <a:chExt cx="5022643" cy="5001728"/>
          </a:xfrm>
        </p:grpSpPr>
        <p:cxnSp>
          <p:nvCxnSpPr>
            <p:cNvPr id="816" name="Straight Connector 815">
              <a:extLst>
                <a:ext uri="{FF2B5EF4-FFF2-40B4-BE49-F238E27FC236}">
                  <a16:creationId xmlns:a16="http://schemas.microsoft.com/office/drawing/2014/main" id="{E5DDAE19-D87C-37BA-2238-CF9C6F86EF08}"/>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EED586B3-32B5-5628-1E51-7FB4A319F519}"/>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3B5E6A91-38D7-09FF-4F09-A71A2BA2D2ED}"/>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3735F64B-5641-3BE8-25DE-97A9346CD989}"/>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EE10843C-E9DE-F7AB-25DA-4E25B2B61C77}"/>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588E042F-F773-053A-1718-C91622F5F856}"/>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D8D8E605-B522-4712-236B-0A886B112427}"/>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5568EC91-2F71-1DF2-CF5B-9D1CA2A96AD1}"/>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4" name="Straight Connector 823">
              <a:extLst>
                <a:ext uri="{FF2B5EF4-FFF2-40B4-BE49-F238E27FC236}">
                  <a16:creationId xmlns:a16="http://schemas.microsoft.com/office/drawing/2014/main" id="{407F4909-D294-0EB4-298B-CC259C809F45}"/>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F84FE027-35AE-E0E3-0082-8BDBD6BD1ABC}"/>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9" name="Group 838">
            <a:extLst>
              <a:ext uri="{FF2B5EF4-FFF2-40B4-BE49-F238E27FC236}">
                <a16:creationId xmlns:a16="http://schemas.microsoft.com/office/drawing/2014/main" id="{BBEB8F61-059A-1533-82D0-7A79DE87DE85}"/>
              </a:ext>
            </a:extLst>
          </p:cNvPr>
          <p:cNvGrpSpPr/>
          <p:nvPr/>
        </p:nvGrpSpPr>
        <p:grpSpPr>
          <a:xfrm>
            <a:off x="2099604" y="5136552"/>
            <a:ext cx="721206" cy="609701"/>
            <a:chOff x="2099604" y="5136552"/>
            <a:chExt cx="721206" cy="609701"/>
          </a:xfrm>
        </p:grpSpPr>
        <p:sp>
          <p:nvSpPr>
            <p:cNvPr id="840" name="Rectangle 839">
              <a:extLst>
                <a:ext uri="{FF2B5EF4-FFF2-40B4-BE49-F238E27FC236}">
                  <a16:creationId xmlns:a16="http://schemas.microsoft.com/office/drawing/2014/main" id="{C78127F7-C390-DDE2-7798-57AFA07EA131}"/>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841" name="Right Triangle 840">
              <a:extLst>
                <a:ext uri="{FF2B5EF4-FFF2-40B4-BE49-F238E27FC236}">
                  <a16:creationId xmlns:a16="http://schemas.microsoft.com/office/drawing/2014/main" id="{1304B60A-CB22-EDC8-CEBE-2119D9EDF172}"/>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2" name="Group 841">
              <a:extLst>
                <a:ext uri="{FF2B5EF4-FFF2-40B4-BE49-F238E27FC236}">
                  <a16:creationId xmlns:a16="http://schemas.microsoft.com/office/drawing/2014/main" id="{09100879-0454-0E57-B70D-26D7ADB7CC1E}"/>
                </a:ext>
              </a:extLst>
            </p:cNvPr>
            <p:cNvGrpSpPr/>
            <p:nvPr/>
          </p:nvGrpSpPr>
          <p:grpSpPr>
            <a:xfrm>
              <a:off x="2765661" y="5151382"/>
              <a:ext cx="37817" cy="61390"/>
              <a:chOff x="3883481" y="2057400"/>
              <a:chExt cx="1608363" cy="2652031"/>
            </a:xfrm>
            <a:solidFill>
              <a:srgbClr val="A6A6A6">
                <a:alpha val="20000"/>
              </a:srgbClr>
            </a:solidFill>
          </p:grpSpPr>
          <p:sp>
            <p:nvSpPr>
              <p:cNvPr id="843" name="Oval 27">
                <a:extLst>
                  <a:ext uri="{FF2B5EF4-FFF2-40B4-BE49-F238E27FC236}">
                    <a16:creationId xmlns:a16="http://schemas.microsoft.com/office/drawing/2014/main" id="{D7D2FB4A-22D7-B71C-AED3-323A4CCD762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4" name="Oval 28">
                <a:extLst>
                  <a:ext uri="{FF2B5EF4-FFF2-40B4-BE49-F238E27FC236}">
                    <a16:creationId xmlns:a16="http://schemas.microsoft.com/office/drawing/2014/main" id="{041D5966-579F-37AA-7E27-B6A6C97C671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1" name="Group 850">
            <a:extLst>
              <a:ext uri="{FF2B5EF4-FFF2-40B4-BE49-F238E27FC236}">
                <a16:creationId xmlns:a16="http://schemas.microsoft.com/office/drawing/2014/main" id="{3CB37DC0-15F3-FA81-1B11-B5DF7337A31A}"/>
              </a:ext>
            </a:extLst>
          </p:cNvPr>
          <p:cNvGrpSpPr/>
          <p:nvPr/>
        </p:nvGrpSpPr>
        <p:grpSpPr>
          <a:xfrm>
            <a:off x="2937173" y="4419601"/>
            <a:ext cx="721206" cy="610396"/>
            <a:chOff x="2937173" y="4419601"/>
            <a:chExt cx="721206" cy="610396"/>
          </a:xfrm>
        </p:grpSpPr>
        <p:sp>
          <p:nvSpPr>
            <p:cNvPr id="852" name="Rectangle 851">
              <a:extLst>
                <a:ext uri="{FF2B5EF4-FFF2-40B4-BE49-F238E27FC236}">
                  <a16:creationId xmlns:a16="http://schemas.microsoft.com/office/drawing/2014/main" id="{37BDBDDC-192F-4BA2-2E03-E5EF0CC33381}"/>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53" name="Right Triangle 852">
              <a:extLst>
                <a:ext uri="{FF2B5EF4-FFF2-40B4-BE49-F238E27FC236}">
                  <a16:creationId xmlns:a16="http://schemas.microsoft.com/office/drawing/2014/main" id="{FCAD1A0E-3B5A-3D53-4634-6AD778CF1052}"/>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4" name="Group 853">
              <a:extLst>
                <a:ext uri="{FF2B5EF4-FFF2-40B4-BE49-F238E27FC236}">
                  <a16:creationId xmlns:a16="http://schemas.microsoft.com/office/drawing/2014/main" id="{886215AF-C82D-9B0F-FE78-383D3F67A392}"/>
                </a:ext>
              </a:extLst>
            </p:cNvPr>
            <p:cNvGrpSpPr/>
            <p:nvPr/>
          </p:nvGrpSpPr>
          <p:grpSpPr>
            <a:xfrm>
              <a:off x="3607766" y="4425699"/>
              <a:ext cx="37817" cy="61390"/>
              <a:chOff x="3883481" y="2057400"/>
              <a:chExt cx="1608363" cy="2652031"/>
            </a:xfrm>
            <a:solidFill>
              <a:srgbClr val="A6A6A6">
                <a:alpha val="20000"/>
              </a:srgbClr>
            </a:solidFill>
          </p:grpSpPr>
          <p:sp>
            <p:nvSpPr>
              <p:cNvPr id="855" name="Oval 27">
                <a:extLst>
                  <a:ext uri="{FF2B5EF4-FFF2-40B4-BE49-F238E27FC236}">
                    <a16:creationId xmlns:a16="http://schemas.microsoft.com/office/drawing/2014/main" id="{233D7EC8-A91F-B2EB-8E32-0B0B877D7BB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6" name="Oval 28">
                <a:extLst>
                  <a:ext uri="{FF2B5EF4-FFF2-40B4-BE49-F238E27FC236}">
                    <a16:creationId xmlns:a16="http://schemas.microsoft.com/office/drawing/2014/main" id="{9EEE5930-BF7F-05CF-8C63-471BBE42E72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7" name="Group 856">
            <a:extLst>
              <a:ext uri="{FF2B5EF4-FFF2-40B4-BE49-F238E27FC236}">
                <a16:creationId xmlns:a16="http://schemas.microsoft.com/office/drawing/2014/main" id="{3673A5C4-099B-62BF-88C4-3639EAB55E11}"/>
              </a:ext>
            </a:extLst>
          </p:cNvPr>
          <p:cNvGrpSpPr/>
          <p:nvPr/>
        </p:nvGrpSpPr>
        <p:grpSpPr>
          <a:xfrm>
            <a:off x="6286130" y="4419624"/>
            <a:ext cx="721206" cy="609701"/>
            <a:chOff x="6286130" y="4419624"/>
            <a:chExt cx="721206" cy="609701"/>
          </a:xfrm>
        </p:grpSpPr>
        <p:sp>
          <p:nvSpPr>
            <p:cNvPr id="858" name="Rectangle 857">
              <a:hlinkHover r:id="" action="ppaction://noaction" highlightClick="1"/>
              <a:extLst>
                <a:ext uri="{FF2B5EF4-FFF2-40B4-BE49-F238E27FC236}">
                  <a16:creationId xmlns:a16="http://schemas.microsoft.com/office/drawing/2014/main" id="{59BE5590-296F-77EC-E0DC-11AF88D1AB86}"/>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59" name="Oval 858">
              <a:extLst>
                <a:ext uri="{FF2B5EF4-FFF2-40B4-BE49-F238E27FC236}">
                  <a16:creationId xmlns:a16="http://schemas.microsoft.com/office/drawing/2014/main" id="{18D31EEA-A9B6-0A82-E6B9-AD9785F0D075}"/>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0" name="Isosceles Triangle 648">
              <a:extLst>
                <a:ext uri="{FF2B5EF4-FFF2-40B4-BE49-F238E27FC236}">
                  <a16:creationId xmlns:a16="http://schemas.microsoft.com/office/drawing/2014/main" id="{79C2CF8D-61F3-885A-47E3-BA51819BBE0D}"/>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1" name="Group 860">
            <a:extLst>
              <a:ext uri="{FF2B5EF4-FFF2-40B4-BE49-F238E27FC236}">
                <a16:creationId xmlns:a16="http://schemas.microsoft.com/office/drawing/2014/main" id="{4600BF05-5006-AEBE-28B3-1DD49F55861B}"/>
              </a:ext>
            </a:extLst>
          </p:cNvPr>
          <p:cNvGrpSpPr/>
          <p:nvPr/>
        </p:nvGrpSpPr>
        <p:grpSpPr>
          <a:xfrm>
            <a:off x="5458940" y="5135305"/>
            <a:ext cx="721206" cy="609701"/>
            <a:chOff x="5458940" y="5135305"/>
            <a:chExt cx="721206" cy="609701"/>
          </a:xfrm>
        </p:grpSpPr>
        <p:sp>
          <p:nvSpPr>
            <p:cNvPr id="862" name="Rectangle 861">
              <a:hlinkHover r:id="" action="ppaction://noaction" highlightClick="1"/>
              <a:extLst>
                <a:ext uri="{FF2B5EF4-FFF2-40B4-BE49-F238E27FC236}">
                  <a16:creationId xmlns:a16="http://schemas.microsoft.com/office/drawing/2014/main" id="{665A2B27-D83B-5C33-9184-6C82BBB9582E}"/>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63" name="Oval 862">
              <a:extLst>
                <a:ext uri="{FF2B5EF4-FFF2-40B4-BE49-F238E27FC236}">
                  <a16:creationId xmlns:a16="http://schemas.microsoft.com/office/drawing/2014/main" id="{58DAAC94-B7B5-6273-16EC-31F748D5EF02}"/>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4" name="Isosceles Triangle 648">
              <a:extLst>
                <a:ext uri="{FF2B5EF4-FFF2-40B4-BE49-F238E27FC236}">
                  <a16:creationId xmlns:a16="http://schemas.microsoft.com/office/drawing/2014/main" id="{48021A16-51CB-F2CF-FE35-2207496F2219}"/>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5" name="Group 864">
            <a:extLst>
              <a:ext uri="{FF2B5EF4-FFF2-40B4-BE49-F238E27FC236}">
                <a16:creationId xmlns:a16="http://schemas.microsoft.com/office/drawing/2014/main" id="{D648517E-B7F8-CB48-55CA-6216E8E87B82}"/>
              </a:ext>
            </a:extLst>
          </p:cNvPr>
          <p:cNvGrpSpPr/>
          <p:nvPr/>
        </p:nvGrpSpPr>
        <p:grpSpPr>
          <a:xfrm>
            <a:off x="6289146" y="5141017"/>
            <a:ext cx="721206" cy="609701"/>
            <a:chOff x="6289146" y="5141017"/>
            <a:chExt cx="721206" cy="609701"/>
          </a:xfrm>
        </p:grpSpPr>
        <p:sp>
          <p:nvSpPr>
            <p:cNvPr id="866" name="Rectangle 865">
              <a:hlinkHover r:id="" action="ppaction://noaction" highlightClick="1"/>
              <a:extLst>
                <a:ext uri="{FF2B5EF4-FFF2-40B4-BE49-F238E27FC236}">
                  <a16:creationId xmlns:a16="http://schemas.microsoft.com/office/drawing/2014/main" id="{ECD3DE24-3D17-32F1-905A-63AD8DFCE1D3}"/>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67" name="Oval 866">
              <a:extLst>
                <a:ext uri="{FF2B5EF4-FFF2-40B4-BE49-F238E27FC236}">
                  <a16:creationId xmlns:a16="http://schemas.microsoft.com/office/drawing/2014/main" id="{07E4C379-7016-368C-C73B-AB5898D466CC}"/>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8" name="Isosceles Triangle 648">
              <a:extLst>
                <a:ext uri="{FF2B5EF4-FFF2-40B4-BE49-F238E27FC236}">
                  <a16:creationId xmlns:a16="http://schemas.microsoft.com/office/drawing/2014/main" id="{8882968A-4496-CF4B-2ED0-A094860D36DE}"/>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9" name="Group 868">
            <a:extLst>
              <a:ext uri="{FF2B5EF4-FFF2-40B4-BE49-F238E27FC236}">
                <a16:creationId xmlns:a16="http://schemas.microsoft.com/office/drawing/2014/main" id="{FC451EF6-529E-8558-6017-6841EC4D8E95}"/>
              </a:ext>
            </a:extLst>
          </p:cNvPr>
          <p:cNvGrpSpPr/>
          <p:nvPr/>
        </p:nvGrpSpPr>
        <p:grpSpPr>
          <a:xfrm>
            <a:off x="7122911" y="4419624"/>
            <a:ext cx="721206" cy="609701"/>
            <a:chOff x="7122911" y="4419624"/>
            <a:chExt cx="721206" cy="609701"/>
          </a:xfrm>
        </p:grpSpPr>
        <p:sp>
          <p:nvSpPr>
            <p:cNvPr id="870" name="Rectangle 869">
              <a:hlinkHover r:id="" action="ppaction://noaction" highlightClick="1"/>
              <a:extLst>
                <a:ext uri="{FF2B5EF4-FFF2-40B4-BE49-F238E27FC236}">
                  <a16:creationId xmlns:a16="http://schemas.microsoft.com/office/drawing/2014/main" id="{4F441992-159C-6106-90A2-3CA6BBE3276E}"/>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71" name="Oval 870">
              <a:extLst>
                <a:ext uri="{FF2B5EF4-FFF2-40B4-BE49-F238E27FC236}">
                  <a16:creationId xmlns:a16="http://schemas.microsoft.com/office/drawing/2014/main" id="{F69107CB-BF4E-BA03-C538-23583ABF8BEB}"/>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2" name="Isosceles Triangle 648">
              <a:extLst>
                <a:ext uri="{FF2B5EF4-FFF2-40B4-BE49-F238E27FC236}">
                  <a16:creationId xmlns:a16="http://schemas.microsoft.com/office/drawing/2014/main" id="{2BA30A62-E68B-C136-F922-86C28D5E122B}"/>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7" name="Group 876">
            <a:extLst>
              <a:ext uri="{FF2B5EF4-FFF2-40B4-BE49-F238E27FC236}">
                <a16:creationId xmlns:a16="http://schemas.microsoft.com/office/drawing/2014/main" id="{E1E990D2-C643-87CC-392F-E35BEF1C8EBE}"/>
              </a:ext>
            </a:extLst>
          </p:cNvPr>
          <p:cNvGrpSpPr/>
          <p:nvPr/>
        </p:nvGrpSpPr>
        <p:grpSpPr>
          <a:xfrm>
            <a:off x="5454385" y="4419624"/>
            <a:ext cx="721206" cy="609701"/>
            <a:chOff x="5454385" y="4419624"/>
            <a:chExt cx="721206" cy="609701"/>
          </a:xfrm>
        </p:grpSpPr>
        <p:sp>
          <p:nvSpPr>
            <p:cNvPr id="878" name="Rectangle 877">
              <a:hlinkHover r:id="" action="ppaction://noaction" highlightClick="1"/>
              <a:extLst>
                <a:ext uri="{FF2B5EF4-FFF2-40B4-BE49-F238E27FC236}">
                  <a16:creationId xmlns:a16="http://schemas.microsoft.com/office/drawing/2014/main" id="{CF196AA1-C1EF-B39A-632B-78D73551CC92}"/>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79" name="Oval 878">
              <a:extLst>
                <a:ext uri="{FF2B5EF4-FFF2-40B4-BE49-F238E27FC236}">
                  <a16:creationId xmlns:a16="http://schemas.microsoft.com/office/drawing/2014/main" id="{99AFC991-FF35-C003-F1F3-558F053F858E}"/>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0" name="Isosceles Triangle 648">
              <a:extLst>
                <a:ext uri="{FF2B5EF4-FFF2-40B4-BE49-F238E27FC236}">
                  <a16:creationId xmlns:a16="http://schemas.microsoft.com/office/drawing/2014/main" id="{234561E7-0AC1-D939-DC79-EE932A00C9CF}"/>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1" name="Group 880">
            <a:extLst>
              <a:ext uri="{FF2B5EF4-FFF2-40B4-BE49-F238E27FC236}">
                <a16:creationId xmlns:a16="http://schemas.microsoft.com/office/drawing/2014/main" id="{465AF28D-7F2D-FE92-4D14-80BF99CB2181}"/>
              </a:ext>
            </a:extLst>
          </p:cNvPr>
          <p:cNvGrpSpPr/>
          <p:nvPr/>
        </p:nvGrpSpPr>
        <p:grpSpPr>
          <a:xfrm>
            <a:off x="3775041" y="5130133"/>
            <a:ext cx="721895" cy="609700"/>
            <a:chOff x="3775041" y="5130133"/>
            <a:chExt cx="721895" cy="609700"/>
          </a:xfrm>
        </p:grpSpPr>
        <p:sp>
          <p:nvSpPr>
            <p:cNvPr id="882" name="Rectangle 881">
              <a:hlinkHover r:id="" action="ppaction://noaction" highlightClick="1"/>
              <a:extLst>
                <a:ext uri="{FF2B5EF4-FFF2-40B4-BE49-F238E27FC236}">
                  <a16:creationId xmlns:a16="http://schemas.microsoft.com/office/drawing/2014/main" id="{84CFB36A-9EF9-7E4C-F15D-2F97D49A88BB}"/>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83" name="Diamond 882">
              <a:extLst>
                <a:ext uri="{FF2B5EF4-FFF2-40B4-BE49-F238E27FC236}">
                  <a16:creationId xmlns:a16="http://schemas.microsoft.com/office/drawing/2014/main" id="{0AA09AD5-2C18-30A7-37C2-784727B64C19}"/>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4" name="Oval 883">
              <a:extLst>
                <a:ext uri="{FF2B5EF4-FFF2-40B4-BE49-F238E27FC236}">
                  <a16:creationId xmlns:a16="http://schemas.microsoft.com/office/drawing/2014/main" id="{1E29CA14-59E3-9120-AB73-EFCFD3795E5D}"/>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5" name="Group 884">
            <a:extLst>
              <a:ext uri="{FF2B5EF4-FFF2-40B4-BE49-F238E27FC236}">
                <a16:creationId xmlns:a16="http://schemas.microsoft.com/office/drawing/2014/main" id="{14B37A49-2DE8-6B2A-31A0-E723B7E83225}"/>
              </a:ext>
            </a:extLst>
          </p:cNvPr>
          <p:cNvGrpSpPr/>
          <p:nvPr/>
        </p:nvGrpSpPr>
        <p:grpSpPr>
          <a:xfrm>
            <a:off x="4618174" y="5130748"/>
            <a:ext cx="721895" cy="609700"/>
            <a:chOff x="4618174" y="5130748"/>
            <a:chExt cx="721895" cy="609700"/>
          </a:xfrm>
        </p:grpSpPr>
        <p:sp>
          <p:nvSpPr>
            <p:cNvPr id="886" name="Rectangle 885">
              <a:hlinkHover r:id="" action="ppaction://noaction" highlightClick="1"/>
              <a:extLst>
                <a:ext uri="{FF2B5EF4-FFF2-40B4-BE49-F238E27FC236}">
                  <a16:creationId xmlns:a16="http://schemas.microsoft.com/office/drawing/2014/main" id="{BCD5B29A-B377-E1B6-D7A6-1CC99A10B59A}"/>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87" name="Diamond 886">
              <a:extLst>
                <a:ext uri="{FF2B5EF4-FFF2-40B4-BE49-F238E27FC236}">
                  <a16:creationId xmlns:a16="http://schemas.microsoft.com/office/drawing/2014/main" id="{AD639994-D471-A407-9236-703791C25255}"/>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8" name="Oval 887">
              <a:extLst>
                <a:ext uri="{FF2B5EF4-FFF2-40B4-BE49-F238E27FC236}">
                  <a16:creationId xmlns:a16="http://schemas.microsoft.com/office/drawing/2014/main" id="{9A3455B7-58B9-13F5-A801-66D21F42B59E}"/>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9" name="Group 888">
            <a:extLst>
              <a:ext uri="{FF2B5EF4-FFF2-40B4-BE49-F238E27FC236}">
                <a16:creationId xmlns:a16="http://schemas.microsoft.com/office/drawing/2014/main" id="{488820DE-D6A8-414A-2AB8-3BEFE94DFFF4}"/>
              </a:ext>
            </a:extLst>
          </p:cNvPr>
          <p:cNvGrpSpPr/>
          <p:nvPr/>
        </p:nvGrpSpPr>
        <p:grpSpPr>
          <a:xfrm>
            <a:off x="7125833" y="5143368"/>
            <a:ext cx="721206" cy="609701"/>
            <a:chOff x="7125833" y="5143368"/>
            <a:chExt cx="721206" cy="609701"/>
          </a:xfrm>
        </p:grpSpPr>
        <p:sp>
          <p:nvSpPr>
            <p:cNvPr id="890" name="Rectangle 889">
              <a:hlinkHover r:id="" action="ppaction://noaction" highlightClick="1"/>
              <a:extLst>
                <a:ext uri="{FF2B5EF4-FFF2-40B4-BE49-F238E27FC236}">
                  <a16:creationId xmlns:a16="http://schemas.microsoft.com/office/drawing/2014/main" id="{3E953209-6F86-5EBA-8598-B9A4E3569C5C}"/>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91" name="Oval 890">
              <a:extLst>
                <a:ext uri="{FF2B5EF4-FFF2-40B4-BE49-F238E27FC236}">
                  <a16:creationId xmlns:a16="http://schemas.microsoft.com/office/drawing/2014/main" id="{F5FE1D3C-BB72-F481-B8D3-2CB6ECB43D4D}"/>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2" name="Isosceles Triangle 648">
              <a:extLst>
                <a:ext uri="{FF2B5EF4-FFF2-40B4-BE49-F238E27FC236}">
                  <a16:creationId xmlns:a16="http://schemas.microsoft.com/office/drawing/2014/main" id="{58140C7C-174A-1714-59D2-6B8B3FE8D891}"/>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3" name="Group 892">
            <a:extLst>
              <a:ext uri="{FF2B5EF4-FFF2-40B4-BE49-F238E27FC236}">
                <a16:creationId xmlns:a16="http://schemas.microsoft.com/office/drawing/2014/main" id="{3524BB43-294D-C5EF-ACF1-AE55CA9D820B}"/>
              </a:ext>
            </a:extLst>
          </p:cNvPr>
          <p:cNvGrpSpPr/>
          <p:nvPr/>
        </p:nvGrpSpPr>
        <p:grpSpPr>
          <a:xfrm>
            <a:off x="7122911" y="3698231"/>
            <a:ext cx="721206" cy="609701"/>
            <a:chOff x="7122911" y="3698231"/>
            <a:chExt cx="721206" cy="609701"/>
          </a:xfrm>
        </p:grpSpPr>
        <p:sp>
          <p:nvSpPr>
            <p:cNvPr id="894" name="Rectangle 893">
              <a:hlinkHover r:id="" action="ppaction://noaction" highlightClick="1"/>
              <a:extLst>
                <a:ext uri="{FF2B5EF4-FFF2-40B4-BE49-F238E27FC236}">
                  <a16:creationId xmlns:a16="http://schemas.microsoft.com/office/drawing/2014/main" id="{0332FE86-83F8-49AF-1745-66B31A8EDD62}"/>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95" name="Oval 894">
              <a:extLst>
                <a:ext uri="{FF2B5EF4-FFF2-40B4-BE49-F238E27FC236}">
                  <a16:creationId xmlns:a16="http://schemas.microsoft.com/office/drawing/2014/main" id="{897BC1E7-B810-A657-AC01-4C8AC34E7C3E}"/>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6" name="Isosceles Triangle 648">
              <a:extLst>
                <a:ext uri="{FF2B5EF4-FFF2-40B4-BE49-F238E27FC236}">
                  <a16:creationId xmlns:a16="http://schemas.microsoft.com/office/drawing/2014/main" id="{49D2C1F6-DA32-9FA1-CC68-986F8100261B}"/>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7" name="Group 896">
            <a:extLst>
              <a:ext uri="{FF2B5EF4-FFF2-40B4-BE49-F238E27FC236}">
                <a16:creationId xmlns:a16="http://schemas.microsoft.com/office/drawing/2014/main" id="{7F5DF18A-F334-6284-D316-81C67ECBDEAF}"/>
              </a:ext>
            </a:extLst>
          </p:cNvPr>
          <p:cNvGrpSpPr/>
          <p:nvPr/>
        </p:nvGrpSpPr>
        <p:grpSpPr>
          <a:xfrm>
            <a:off x="6286224" y="3620338"/>
            <a:ext cx="721206" cy="687594"/>
            <a:chOff x="6286224" y="3620338"/>
            <a:chExt cx="721206" cy="687594"/>
          </a:xfrm>
        </p:grpSpPr>
        <p:cxnSp>
          <p:nvCxnSpPr>
            <p:cNvPr id="898" name="Straight Connector 897">
              <a:extLst>
                <a:ext uri="{FF2B5EF4-FFF2-40B4-BE49-F238E27FC236}">
                  <a16:creationId xmlns:a16="http://schemas.microsoft.com/office/drawing/2014/main" id="{266ACB7C-F840-50B0-F640-4DE19AD9A878}"/>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99" name="Rectangle 898">
              <a:hlinkHover r:id="" action="ppaction://noaction" highlightClick="1"/>
              <a:extLst>
                <a:ext uri="{FF2B5EF4-FFF2-40B4-BE49-F238E27FC236}">
                  <a16:creationId xmlns:a16="http://schemas.microsoft.com/office/drawing/2014/main" id="{400DE2D7-6685-585B-E49B-6A3B2BBBFB11}"/>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00" name="Oval 899">
              <a:extLst>
                <a:ext uri="{FF2B5EF4-FFF2-40B4-BE49-F238E27FC236}">
                  <a16:creationId xmlns:a16="http://schemas.microsoft.com/office/drawing/2014/main" id="{78579A29-D690-19DC-56AE-30ED6E0C7F7C}"/>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1" name="Isosceles Triangle 648">
              <a:extLst>
                <a:ext uri="{FF2B5EF4-FFF2-40B4-BE49-F238E27FC236}">
                  <a16:creationId xmlns:a16="http://schemas.microsoft.com/office/drawing/2014/main" id="{ABB5B564-6B1B-E3AA-E365-71CCB7AAC9E7}"/>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12" name="Group 1111">
            <a:extLst>
              <a:ext uri="{FF2B5EF4-FFF2-40B4-BE49-F238E27FC236}">
                <a16:creationId xmlns:a16="http://schemas.microsoft.com/office/drawing/2014/main" id="{A54EF6BC-EE37-8070-549E-BF677A2F1A34}"/>
              </a:ext>
            </a:extLst>
          </p:cNvPr>
          <p:cNvGrpSpPr/>
          <p:nvPr/>
        </p:nvGrpSpPr>
        <p:grpSpPr>
          <a:xfrm>
            <a:off x="10520475" y="90836"/>
            <a:ext cx="721206" cy="609701"/>
            <a:chOff x="10520475" y="90836"/>
            <a:chExt cx="721206" cy="609701"/>
          </a:xfrm>
        </p:grpSpPr>
        <p:sp>
          <p:nvSpPr>
            <p:cNvPr id="1113" name="Rectangle 1112">
              <a:hlinkHover r:id="" action="ppaction://noaction" highlightClick="1"/>
              <a:extLst>
                <a:ext uri="{FF2B5EF4-FFF2-40B4-BE49-F238E27FC236}">
                  <a16:creationId xmlns:a16="http://schemas.microsoft.com/office/drawing/2014/main" id="{20664964-317D-73F8-AA43-202BAEAFC2FF}"/>
                </a:ext>
              </a:extLst>
            </p:cNvPr>
            <p:cNvSpPr/>
            <p:nvPr/>
          </p:nvSpPr>
          <p:spPr>
            <a:xfrm>
              <a:off x="10520475"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t>
              </a:r>
              <a:r>
                <a:rPr lang="en-GB" sz="600">
                  <a:solidFill>
                    <a:srgbClr val="1F4E79"/>
                  </a:solidFill>
                  <a:latin typeface="Century Gothic" panose="020B0502020202020204" pitchFamily="34" charset="0"/>
                </a:rPr>
                <a:t>Azure </a:t>
              </a: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SQL</a:t>
              </a:r>
            </a:p>
          </p:txBody>
        </p:sp>
        <p:sp>
          <p:nvSpPr>
            <p:cNvPr id="1114" name="Oval 1113">
              <a:extLst>
                <a:ext uri="{FF2B5EF4-FFF2-40B4-BE49-F238E27FC236}">
                  <a16:creationId xmlns:a16="http://schemas.microsoft.com/office/drawing/2014/main" id="{DF417B9C-E973-C815-F306-28259A325D64}"/>
                </a:ext>
              </a:extLst>
            </p:cNvPr>
            <p:cNvSpPr/>
            <p:nvPr/>
          </p:nvSpPr>
          <p:spPr>
            <a:xfrm>
              <a:off x="11099014"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5" name="Isosceles Triangle 648">
              <a:extLst>
                <a:ext uri="{FF2B5EF4-FFF2-40B4-BE49-F238E27FC236}">
                  <a16:creationId xmlns:a16="http://schemas.microsoft.com/office/drawing/2014/main" id="{44782C9C-F6E5-EC25-1384-159E3CD97516}"/>
                </a:ext>
              </a:extLst>
            </p:cNvPr>
            <p:cNvSpPr/>
            <p:nvPr/>
          </p:nvSpPr>
          <p:spPr>
            <a:xfrm>
              <a:off x="11129138"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16" name="Group 1115">
            <a:extLst>
              <a:ext uri="{FF2B5EF4-FFF2-40B4-BE49-F238E27FC236}">
                <a16:creationId xmlns:a16="http://schemas.microsoft.com/office/drawing/2014/main" id="{456D84D4-17B9-B7E0-A281-48BBCE7B95F5}"/>
              </a:ext>
            </a:extLst>
          </p:cNvPr>
          <p:cNvGrpSpPr/>
          <p:nvPr/>
        </p:nvGrpSpPr>
        <p:grpSpPr>
          <a:xfrm>
            <a:off x="11356238" y="90836"/>
            <a:ext cx="721206" cy="609701"/>
            <a:chOff x="11356238" y="90836"/>
            <a:chExt cx="721206" cy="609701"/>
          </a:xfrm>
        </p:grpSpPr>
        <p:sp>
          <p:nvSpPr>
            <p:cNvPr id="1117" name="Rectangle 1116">
              <a:hlinkHover r:id="" action="ppaction://noaction" highlightClick="1"/>
              <a:extLst>
                <a:ext uri="{FF2B5EF4-FFF2-40B4-BE49-F238E27FC236}">
                  <a16:creationId xmlns:a16="http://schemas.microsoft.com/office/drawing/2014/main" id="{6419FF03-1971-EA9C-5623-6CB95EFD3B4B}"/>
                </a:ext>
              </a:extLst>
            </p:cNvPr>
            <p:cNvSpPr/>
            <p:nvPr/>
          </p:nvSpPr>
          <p:spPr>
            <a:xfrm>
              <a:off x="11356238"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1118" name="Oval 1117">
              <a:extLst>
                <a:ext uri="{FF2B5EF4-FFF2-40B4-BE49-F238E27FC236}">
                  <a16:creationId xmlns:a16="http://schemas.microsoft.com/office/drawing/2014/main" id="{2ED977BA-CE7C-7FA8-CC64-95469AF8F751}"/>
                </a:ext>
              </a:extLst>
            </p:cNvPr>
            <p:cNvSpPr/>
            <p:nvPr/>
          </p:nvSpPr>
          <p:spPr>
            <a:xfrm>
              <a:off x="11934777"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9" name="Isosceles Triangle 648">
              <a:extLst>
                <a:ext uri="{FF2B5EF4-FFF2-40B4-BE49-F238E27FC236}">
                  <a16:creationId xmlns:a16="http://schemas.microsoft.com/office/drawing/2014/main" id="{69A89BF6-35B6-9905-7083-8B4372C7C3E9}"/>
                </a:ext>
              </a:extLst>
            </p:cNvPr>
            <p:cNvSpPr/>
            <p:nvPr/>
          </p:nvSpPr>
          <p:spPr>
            <a:xfrm>
              <a:off x="11964901"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20" name="Group 1119">
            <a:extLst>
              <a:ext uri="{FF2B5EF4-FFF2-40B4-BE49-F238E27FC236}">
                <a16:creationId xmlns:a16="http://schemas.microsoft.com/office/drawing/2014/main" id="{C4A2FEAA-C40F-24CF-91D1-B26FE80BCB22}"/>
              </a:ext>
            </a:extLst>
          </p:cNvPr>
          <p:cNvGrpSpPr/>
          <p:nvPr/>
        </p:nvGrpSpPr>
        <p:grpSpPr>
          <a:xfrm>
            <a:off x="9657689" y="4419620"/>
            <a:ext cx="721206" cy="609701"/>
            <a:chOff x="9657689" y="4419620"/>
            <a:chExt cx="721206" cy="609701"/>
          </a:xfrm>
        </p:grpSpPr>
        <p:sp>
          <p:nvSpPr>
            <p:cNvPr id="1121" name="Rectangle 1120">
              <a:hlinkHover r:id="" action="ppaction://noaction" highlightClick="1"/>
              <a:extLst>
                <a:ext uri="{FF2B5EF4-FFF2-40B4-BE49-F238E27FC236}">
                  <a16:creationId xmlns:a16="http://schemas.microsoft.com/office/drawing/2014/main" id="{3AC55FE9-0B5C-2782-0817-C31D5AD34466}"/>
                </a:ext>
              </a:extLst>
            </p:cNvPr>
            <p:cNvSpPr/>
            <p:nvPr/>
          </p:nvSpPr>
          <p:spPr>
            <a:xfrm>
              <a:off x="965768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1122" name="Oval 1121">
              <a:extLst>
                <a:ext uri="{FF2B5EF4-FFF2-40B4-BE49-F238E27FC236}">
                  <a16:creationId xmlns:a16="http://schemas.microsoft.com/office/drawing/2014/main" id="{968D6DC1-04EE-4A66-478F-C59563803539}"/>
                </a:ext>
              </a:extLst>
            </p:cNvPr>
            <p:cNvSpPr/>
            <p:nvPr/>
          </p:nvSpPr>
          <p:spPr>
            <a:xfrm>
              <a:off x="10231216"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3" name="Isosceles Triangle 648">
              <a:extLst>
                <a:ext uri="{FF2B5EF4-FFF2-40B4-BE49-F238E27FC236}">
                  <a16:creationId xmlns:a16="http://schemas.microsoft.com/office/drawing/2014/main" id="{041D731A-A1B8-A2CC-E0D4-4CEFA7A3FDC4}"/>
                </a:ext>
              </a:extLst>
            </p:cNvPr>
            <p:cNvSpPr/>
            <p:nvPr/>
          </p:nvSpPr>
          <p:spPr>
            <a:xfrm>
              <a:off x="10261340"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24" name="Group 1123">
            <a:extLst>
              <a:ext uri="{FF2B5EF4-FFF2-40B4-BE49-F238E27FC236}">
                <a16:creationId xmlns:a16="http://schemas.microsoft.com/office/drawing/2014/main" id="{5A267B54-364B-5A9F-FB87-41A70E781D2C}"/>
              </a:ext>
            </a:extLst>
          </p:cNvPr>
          <p:cNvGrpSpPr/>
          <p:nvPr/>
        </p:nvGrpSpPr>
        <p:grpSpPr>
          <a:xfrm>
            <a:off x="11355999" y="4416261"/>
            <a:ext cx="721206" cy="609701"/>
            <a:chOff x="11355999" y="4416261"/>
            <a:chExt cx="721206" cy="609701"/>
          </a:xfrm>
        </p:grpSpPr>
        <p:sp>
          <p:nvSpPr>
            <p:cNvPr id="1125" name="Rectangle 1124">
              <a:hlinkHover r:id="" action="ppaction://noaction" highlightClick="1"/>
              <a:extLst>
                <a:ext uri="{FF2B5EF4-FFF2-40B4-BE49-F238E27FC236}">
                  <a16:creationId xmlns:a16="http://schemas.microsoft.com/office/drawing/2014/main" id="{235D592B-CF52-9D2E-196A-7CFE9BF556A6}"/>
                </a:ext>
              </a:extLst>
            </p:cNvPr>
            <p:cNvSpPr/>
            <p:nvPr/>
          </p:nvSpPr>
          <p:spPr>
            <a:xfrm>
              <a:off x="11355999"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1126" name="Oval 1125">
              <a:extLst>
                <a:ext uri="{FF2B5EF4-FFF2-40B4-BE49-F238E27FC236}">
                  <a16:creationId xmlns:a16="http://schemas.microsoft.com/office/drawing/2014/main" id="{19A6D98F-5C63-B96E-5540-18EF64B1C7C4}"/>
                </a:ext>
              </a:extLst>
            </p:cNvPr>
            <p:cNvSpPr/>
            <p:nvPr/>
          </p:nvSpPr>
          <p:spPr>
            <a:xfrm>
              <a:off x="11934538"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7" name="Isosceles Triangle 648">
              <a:extLst>
                <a:ext uri="{FF2B5EF4-FFF2-40B4-BE49-F238E27FC236}">
                  <a16:creationId xmlns:a16="http://schemas.microsoft.com/office/drawing/2014/main" id="{CBACBE6D-0FD8-BC19-1074-5C809604B7E5}"/>
                </a:ext>
              </a:extLst>
            </p:cNvPr>
            <p:cNvSpPr/>
            <p:nvPr/>
          </p:nvSpPr>
          <p:spPr>
            <a:xfrm>
              <a:off x="11964662"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28" name="Group 1127">
            <a:extLst>
              <a:ext uri="{FF2B5EF4-FFF2-40B4-BE49-F238E27FC236}">
                <a16:creationId xmlns:a16="http://schemas.microsoft.com/office/drawing/2014/main" id="{C799BA66-3271-EE07-9B00-A5962FDB4A23}"/>
              </a:ext>
            </a:extLst>
          </p:cNvPr>
          <p:cNvGrpSpPr/>
          <p:nvPr/>
        </p:nvGrpSpPr>
        <p:grpSpPr>
          <a:xfrm>
            <a:off x="10509575" y="5141013"/>
            <a:ext cx="721206" cy="609701"/>
            <a:chOff x="10509575" y="5141013"/>
            <a:chExt cx="721206" cy="609701"/>
          </a:xfrm>
        </p:grpSpPr>
        <p:sp>
          <p:nvSpPr>
            <p:cNvPr id="1129" name="Rectangle 1128">
              <a:hlinkHover r:id="" action="ppaction://noaction" highlightClick="1"/>
              <a:extLst>
                <a:ext uri="{FF2B5EF4-FFF2-40B4-BE49-F238E27FC236}">
                  <a16:creationId xmlns:a16="http://schemas.microsoft.com/office/drawing/2014/main" id="{AAA24760-3765-1EFE-2241-94B76E43FBA6}"/>
                </a:ext>
              </a:extLst>
            </p:cNvPr>
            <p:cNvSpPr/>
            <p:nvPr/>
          </p:nvSpPr>
          <p:spPr>
            <a:xfrm>
              <a:off x="10509575"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1130" name="Oval 1129">
              <a:extLst>
                <a:ext uri="{FF2B5EF4-FFF2-40B4-BE49-F238E27FC236}">
                  <a16:creationId xmlns:a16="http://schemas.microsoft.com/office/drawing/2014/main" id="{B31967C1-2E52-0E27-B190-BAD23AFF16A9}"/>
                </a:ext>
              </a:extLst>
            </p:cNvPr>
            <p:cNvSpPr/>
            <p:nvPr/>
          </p:nvSpPr>
          <p:spPr>
            <a:xfrm>
              <a:off x="11088114" y="514877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1" name="Isosceles Triangle 648">
              <a:extLst>
                <a:ext uri="{FF2B5EF4-FFF2-40B4-BE49-F238E27FC236}">
                  <a16:creationId xmlns:a16="http://schemas.microsoft.com/office/drawing/2014/main" id="{1ACF036E-D78D-3D70-C07A-2C6B1E014562}"/>
                </a:ext>
              </a:extLst>
            </p:cNvPr>
            <p:cNvSpPr/>
            <p:nvPr/>
          </p:nvSpPr>
          <p:spPr>
            <a:xfrm>
              <a:off x="11118238" y="51622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32" name="Group 1131">
            <a:extLst>
              <a:ext uri="{FF2B5EF4-FFF2-40B4-BE49-F238E27FC236}">
                <a16:creationId xmlns:a16="http://schemas.microsoft.com/office/drawing/2014/main" id="{220FC4F4-6606-B8B4-F875-D871C797D92C}"/>
              </a:ext>
            </a:extLst>
          </p:cNvPr>
          <p:cNvGrpSpPr/>
          <p:nvPr/>
        </p:nvGrpSpPr>
        <p:grpSpPr>
          <a:xfrm>
            <a:off x="10506924" y="3698227"/>
            <a:ext cx="721206" cy="609701"/>
            <a:chOff x="10506924" y="3698227"/>
            <a:chExt cx="721206" cy="609701"/>
          </a:xfrm>
        </p:grpSpPr>
        <p:sp>
          <p:nvSpPr>
            <p:cNvPr id="1133" name="Rectangle 1132">
              <a:hlinkHover r:id="" action="ppaction://noaction" highlightClick="1"/>
              <a:extLst>
                <a:ext uri="{FF2B5EF4-FFF2-40B4-BE49-F238E27FC236}">
                  <a16:creationId xmlns:a16="http://schemas.microsoft.com/office/drawing/2014/main" id="{C2BE76C2-3822-390F-23A2-1C845D4E44E2}"/>
                </a:ext>
              </a:extLst>
            </p:cNvPr>
            <p:cNvSpPr/>
            <p:nvPr/>
          </p:nvSpPr>
          <p:spPr>
            <a:xfrm>
              <a:off x="10506924"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1134" name="Oval 1133">
              <a:extLst>
                <a:ext uri="{FF2B5EF4-FFF2-40B4-BE49-F238E27FC236}">
                  <a16:creationId xmlns:a16="http://schemas.microsoft.com/office/drawing/2014/main" id="{31F41CA0-FCB4-DD04-C934-ADCD093F709E}"/>
                </a:ext>
              </a:extLst>
            </p:cNvPr>
            <p:cNvSpPr/>
            <p:nvPr/>
          </p:nvSpPr>
          <p:spPr>
            <a:xfrm>
              <a:off x="11085463" y="370598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5" name="Isosceles Triangle 648">
              <a:extLst>
                <a:ext uri="{FF2B5EF4-FFF2-40B4-BE49-F238E27FC236}">
                  <a16:creationId xmlns:a16="http://schemas.microsoft.com/office/drawing/2014/main" id="{F3B09C70-7FFA-E275-71AF-462A5A2B7563}"/>
                </a:ext>
              </a:extLst>
            </p:cNvPr>
            <p:cNvSpPr/>
            <p:nvPr/>
          </p:nvSpPr>
          <p:spPr>
            <a:xfrm>
              <a:off x="11115587" y="371949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36" name="Group 1135">
            <a:extLst>
              <a:ext uri="{FF2B5EF4-FFF2-40B4-BE49-F238E27FC236}">
                <a16:creationId xmlns:a16="http://schemas.microsoft.com/office/drawing/2014/main" id="{20257151-DC28-C8BC-50EC-F394F66073A0}"/>
              </a:ext>
            </a:extLst>
          </p:cNvPr>
          <p:cNvGrpSpPr/>
          <p:nvPr/>
        </p:nvGrpSpPr>
        <p:grpSpPr>
          <a:xfrm>
            <a:off x="9656908" y="1532276"/>
            <a:ext cx="721206" cy="609701"/>
            <a:chOff x="9656908" y="1532276"/>
            <a:chExt cx="721206" cy="609701"/>
          </a:xfrm>
        </p:grpSpPr>
        <p:sp>
          <p:nvSpPr>
            <p:cNvPr id="1137" name="Rectangle 1136">
              <a:extLst>
                <a:ext uri="{FF2B5EF4-FFF2-40B4-BE49-F238E27FC236}">
                  <a16:creationId xmlns:a16="http://schemas.microsoft.com/office/drawing/2014/main" id="{B16D3E51-53CD-A1CD-0BC2-5655C0922FA5}"/>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138" name="Rectangle 1137">
              <a:extLst>
                <a:ext uri="{FF2B5EF4-FFF2-40B4-BE49-F238E27FC236}">
                  <a16:creationId xmlns:a16="http://schemas.microsoft.com/office/drawing/2014/main" id="{78F0E2C5-AB2A-D228-138B-2DFF22766E5E}"/>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9" name="Oval 15">
              <a:extLst>
                <a:ext uri="{FF2B5EF4-FFF2-40B4-BE49-F238E27FC236}">
                  <a16:creationId xmlns:a16="http://schemas.microsoft.com/office/drawing/2014/main" id="{077D985C-9CB4-5CBA-1634-9821216271F6}"/>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40" name="Straight Connector 1139">
              <a:extLst>
                <a:ext uri="{FF2B5EF4-FFF2-40B4-BE49-F238E27FC236}">
                  <a16:creationId xmlns:a16="http://schemas.microsoft.com/office/drawing/2014/main" id="{258A3592-BF44-02EE-4111-AAE41F4BA130}"/>
                </a:ext>
              </a:extLst>
            </p:cNvPr>
            <p:cNvCxnSpPr>
              <a:cxnSpLocks/>
              <a:stCxn id="1139"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41" name="Straight Connector 1140">
              <a:extLst>
                <a:ext uri="{FF2B5EF4-FFF2-40B4-BE49-F238E27FC236}">
                  <a16:creationId xmlns:a16="http://schemas.microsoft.com/office/drawing/2014/main" id="{E42CC2BB-4513-3410-F4E0-F6CD397D1A9E}"/>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42" name="Group 1141">
            <a:extLst>
              <a:ext uri="{FF2B5EF4-FFF2-40B4-BE49-F238E27FC236}">
                <a16:creationId xmlns:a16="http://schemas.microsoft.com/office/drawing/2014/main" id="{70914C64-D35E-FE1C-FD68-D05B361FA25C}"/>
              </a:ext>
            </a:extLst>
          </p:cNvPr>
          <p:cNvGrpSpPr/>
          <p:nvPr/>
        </p:nvGrpSpPr>
        <p:grpSpPr>
          <a:xfrm>
            <a:off x="2114028" y="2990499"/>
            <a:ext cx="721206" cy="609701"/>
            <a:chOff x="10506805" y="2974054"/>
            <a:chExt cx="721206" cy="609701"/>
          </a:xfrm>
        </p:grpSpPr>
        <p:sp>
          <p:nvSpPr>
            <p:cNvPr id="1143" name="Rectangle 1142">
              <a:extLst>
                <a:ext uri="{FF2B5EF4-FFF2-40B4-BE49-F238E27FC236}">
                  <a16:creationId xmlns:a16="http://schemas.microsoft.com/office/drawing/2014/main" id="{6EFEAC57-1B49-9EC9-31DC-DEB80147FB11}"/>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1144" name="Rectangle 1143">
              <a:extLst>
                <a:ext uri="{FF2B5EF4-FFF2-40B4-BE49-F238E27FC236}">
                  <a16:creationId xmlns:a16="http://schemas.microsoft.com/office/drawing/2014/main" id="{3958014E-2EB6-3059-8A7D-1BA7E8008BF0}"/>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5" name="Oval 15">
              <a:extLst>
                <a:ext uri="{FF2B5EF4-FFF2-40B4-BE49-F238E27FC236}">
                  <a16:creationId xmlns:a16="http://schemas.microsoft.com/office/drawing/2014/main" id="{0D701D18-3528-D95B-42C9-A22D7AA9CD56}"/>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46" name="Straight Connector 1145">
              <a:extLst>
                <a:ext uri="{FF2B5EF4-FFF2-40B4-BE49-F238E27FC236}">
                  <a16:creationId xmlns:a16="http://schemas.microsoft.com/office/drawing/2014/main" id="{16378580-68BB-AC6A-9465-58F93A319BB8}"/>
                </a:ext>
              </a:extLst>
            </p:cNvPr>
            <p:cNvCxnSpPr>
              <a:cxnSpLocks/>
              <a:stCxn id="1145"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47" name="Straight Connector 1146">
              <a:extLst>
                <a:ext uri="{FF2B5EF4-FFF2-40B4-BE49-F238E27FC236}">
                  <a16:creationId xmlns:a16="http://schemas.microsoft.com/office/drawing/2014/main" id="{D89CE8B4-5EF1-C018-29FC-2A0A3FB5CF75}"/>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48" name="Group 1147">
            <a:extLst>
              <a:ext uri="{FF2B5EF4-FFF2-40B4-BE49-F238E27FC236}">
                <a16:creationId xmlns:a16="http://schemas.microsoft.com/office/drawing/2014/main" id="{C2FE0C7E-6C28-B02C-A0AB-82B373ABDCAC}"/>
              </a:ext>
            </a:extLst>
          </p:cNvPr>
          <p:cNvGrpSpPr/>
          <p:nvPr/>
        </p:nvGrpSpPr>
        <p:grpSpPr>
          <a:xfrm>
            <a:off x="4618543" y="2982987"/>
            <a:ext cx="721206" cy="609701"/>
            <a:chOff x="9657610" y="2974054"/>
            <a:chExt cx="721206" cy="609701"/>
          </a:xfrm>
        </p:grpSpPr>
        <p:sp>
          <p:nvSpPr>
            <p:cNvPr id="1149" name="Rectangle 1148">
              <a:extLst>
                <a:ext uri="{FF2B5EF4-FFF2-40B4-BE49-F238E27FC236}">
                  <a16:creationId xmlns:a16="http://schemas.microsoft.com/office/drawing/2014/main" id="{67EC1D0C-BF09-48E3-0DE4-10F53F086C13}"/>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1150" name="Rectangle 1149">
              <a:extLst>
                <a:ext uri="{FF2B5EF4-FFF2-40B4-BE49-F238E27FC236}">
                  <a16:creationId xmlns:a16="http://schemas.microsoft.com/office/drawing/2014/main" id="{89980BC2-744F-0BDE-B5AD-B9B57F3D7090}"/>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1" name="Oval 15">
              <a:extLst>
                <a:ext uri="{FF2B5EF4-FFF2-40B4-BE49-F238E27FC236}">
                  <a16:creationId xmlns:a16="http://schemas.microsoft.com/office/drawing/2014/main" id="{C2670BBA-368C-45C2-6577-49A0B912A97D}"/>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52" name="Straight Connector 1151">
              <a:extLst>
                <a:ext uri="{FF2B5EF4-FFF2-40B4-BE49-F238E27FC236}">
                  <a16:creationId xmlns:a16="http://schemas.microsoft.com/office/drawing/2014/main" id="{E7567272-D8B2-C9CF-134D-3EE003EF15E7}"/>
                </a:ext>
              </a:extLst>
            </p:cNvPr>
            <p:cNvCxnSpPr>
              <a:cxnSpLocks/>
              <a:stCxn id="1151"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53" name="Straight Connector 1152">
              <a:extLst>
                <a:ext uri="{FF2B5EF4-FFF2-40B4-BE49-F238E27FC236}">
                  <a16:creationId xmlns:a16="http://schemas.microsoft.com/office/drawing/2014/main" id="{ECF57AED-7E79-051C-6EE4-558C3791404E}"/>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58" name="Group 1157">
            <a:extLst>
              <a:ext uri="{FF2B5EF4-FFF2-40B4-BE49-F238E27FC236}">
                <a16:creationId xmlns:a16="http://schemas.microsoft.com/office/drawing/2014/main" id="{CD2832F8-4939-7E9E-21F0-1802107BFF8B}"/>
              </a:ext>
            </a:extLst>
          </p:cNvPr>
          <p:cNvGrpSpPr/>
          <p:nvPr/>
        </p:nvGrpSpPr>
        <p:grpSpPr>
          <a:xfrm>
            <a:off x="11356238" y="811556"/>
            <a:ext cx="721206" cy="609701"/>
            <a:chOff x="11356238" y="811556"/>
            <a:chExt cx="721206" cy="609701"/>
          </a:xfrm>
        </p:grpSpPr>
        <p:sp>
          <p:nvSpPr>
            <p:cNvPr id="1159" name="Rectangle 1158">
              <a:hlinkHover r:id="" action="ppaction://noaction" highlightClick="1"/>
              <a:extLst>
                <a:ext uri="{FF2B5EF4-FFF2-40B4-BE49-F238E27FC236}">
                  <a16:creationId xmlns:a16="http://schemas.microsoft.com/office/drawing/2014/main" id="{50266986-EDD7-5A28-E5EC-7B37E3A28DD4}"/>
                </a:ext>
              </a:extLst>
            </p:cNvPr>
            <p:cNvSpPr/>
            <p:nvPr/>
          </p:nvSpPr>
          <p:spPr>
            <a:xfrm>
              <a:off x="11356238" y="81155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1160" name="Oval 1159">
              <a:extLst>
                <a:ext uri="{FF2B5EF4-FFF2-40B4-BE49-F238E27FC236}">
                  <a16:creationId xmlns:a16="http://schemas.microsoft.com/office/drawing/2014/main" id="{4F483A12-EF52-C0DA-14E7-7AFC1194A163}"/>
                </a:ext>
              </a:extLst>
            </p:cNvPr>
            <p:cNvSpPr/>
            <p:nvPr/>
          </p:nvSpPr>
          <p:spPr>
            <a:xfrm>
              <a:off x="11934777" y="81931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61" name="Isosceles Triangle 648">
              <a:extLst>
                <a:ext uri="{FF2B5EF4-FFF2-40B4-BE49-F238E27FC236}">
                  <a16:creationId xmlns:a16="http://schemas.microsoft.com/office/drawing/2014/main" id="{0F728FF9-0E76-9EE4-6CF4-06D867DC7A27}"/>
                </a:ext>
              </a:extLst>
            </p:cNvPr>
            <p:cNvSpPr/>
            <p:nvPr/>
          </p:nvSpPr>
          <p:spPr>
            <a:xfrm>
              <a:off x="11964901" y="8328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 name="Group 1">
            <a:extLst>
              <a:ext uri="{FF2B5EF4-FFF2-40B4-BE49-F238E27FC236}">
                <a16:creationId xmlns:a16="http://schemas.microsoft.com/office/drawing/2014/main" id="{A2BFF2BA-BD88-59FF-28A5-67D12C058C50}"/>
              </a:ext>
            </a:extLst>
          </p:cNvPr>
          <p:cNvGrpSpPr/>
          <p:nvPr/>
        </p:nvGrpSpPr>
        <p:grpSpPr>
          <a:xfrm>
            <a:off x="3779087" y="3698226"/>
            <a:ext cx="721206" cy="609701"/>
            <a:chOff x="3779087" y="3698226"/>
            <a:chExt cx="721206" cy="609701"/>
          </a:xfrm>
        </p:grpSpPr>
        <p:sp>
          <p:nvSpPr>
            <p:cNvPr id="8" name="Rectangle 7">
              <a:extLst>
                <a:ext uri="{FF2B5EF4-FFF2-40B4-BE49-F238E27FC236}">
                  <a16:creationId xmlns:a16="http://schemas.microsoft.com/office/drawing/2014/main" id="{BF270071-6E7C-C3A6-BA1C-EF7DAFF5A1E5}"/>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9" name="Right Triangle 8">
              <a:extLst>
                <a:ext uri="{FF2B5EF4-FFF2-40B4-BE49-F238E27FC236}">
                  <a16:creationId xmlns:a16="http://schemas.microsoft.com/office/drawing/2014/main" id="{BF3D4996-530D-B1C9-CB82-5E69E8A9EB70}"/>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 name="Group 9">
              <a:extLst>
                <a:ext uri="{FF2B5EF4-FFF2-40B4-BE49-F238E27FC236}">
                  <a16:creationId xmlns:a16="http://schemas.microsoft.com/office/drawing/2014/main" id="{CCC23B6B-B876-9FFE-83FE-695672951D66}"/>
                </a:ext>
              </a:extLst>
            </p:cNvPr>
            <p:cNvGrpSpPr/>
            <p:nvPr/>
          </p:nvGrpSpPr>
          <p:grpSpPr>
            <a:xfrm>
              <a:off x="4448513" y="3706747"/>
              <a:ext cx="37817" cy="61390"/>
              <a:chOff x="3883481" y="2057400"/>
              <a:chExt cx="1608363" cy="2652031"/>
            </a:xfrm>
            <a:solidFill>
              <a:srgbClr val="A6A6A6">
                <a:alpha val="20000"/>
              </a:srgbClr>
            </a:solidFill>
          </p:grpSpPr>
          <p:sp>
            <p:nvSpPr>
              <p:cNvPr id="11" name="Oval 27">
                <a:extLst>
                  <a:ext uri="{FF2B5EF4-FFF2-40B4-BE49-F238E27FC236}">
                    <a16:creationId xmlns:a16="http://schemas.microsoft.com/office/drawing/2014/main" id="{A80184F3-EA0C-BE46-A253-8F9E1014397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 name="Oval 28">
                <a:extLst>
                  <a:ext uri="{FF2B5EF4-FFF2-40B4-BE49-F238E27FC236}">
                    <a16:creationId xmlns:a16="http://schemas.microsoft.com/office/drawing/2014/main" id="{F67A6FD4-4A63-B7EF-8ADA-9B3D3602351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 name="Group 12">
            <a:extLst>
              <a:ext uri="{FF2B5EF4-FFF2-40B4-BE49-F238E27FC236}">
                <a16:creationId xmlns:a16="http://schemas.microsoft.com/office/drawing/2014/main" id="{539DD1EB-5B46-E0DC-7017-7FCE5E0F6F64}"/>
              </a:ext>
            </a:extLst>
          </p:cNvPr>
          <p:cNvGrpSpPr/>
          <p:nvPr/>
        </p:nvGrpSpPr>
        <p:grpSpPr>
          <a:xfrm>
            <a:off x="4615774" y="3698231"/>
            <a:ext cx="721206" cy="609701"/>
            <a:chOff x="4615774" y="3698231"/>
            <a:chExt cx="721206" cy="609701"/>
          </a:xfrm>
        </p:grpSpPr>
        <p:sp>
          <p:nvSpPr>
            <p:cNvPr id="14" name="Rectangle 13">
              <a:hlinkHover r:id="" action="ppaction://noaction" highlightClick="1"/>
              <a:extLst>
                <a:ext uri="{FF2B5EF4-FFF2-40B4-BE49-F238E27FC236}">
                  <a16:creationId xmlns:a16="http://schemas.microsoft.com/office/drawing/2014/main" id="{EED246AF-61AD-9AED-1C3C-3E8FAA45013B}"/>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5" name="Oval 14">
              <a:extLst>
                <a:ext uri="{FF2B5EF4-FFF2-40B4-BE49-F238E27FC236}">
                  <a16:creationId xmlns:a16="http://schemas.microsoft.com/office/drawing/2014/main" id="{EAC8F86F-530C-46E2-D4B9-27B5CCE59C1E}"/>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 name="Isosceles Triangle 648">
              <a:extLst>
                <a:ext uri="{FF2B5EF4-FFF2-40B4-BE49-F238E27FC236}">
                  <a16:creationId xmlns:a16="http://schemas.microsoft.com/office/drawing/2014/main" id="{2B8C41C2-019D-35F1-7136-5581E739D30A}"/>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1" name="Group 20">
            <a:extLst>
              <a:ext uri="{FF2B5EF4-FFF2-40B4-BE49-F238E27FC236}">
                <a16:creationId xmlns:a16="http://schemas.microsoft.com/office/drawing/2014/main" id="{EAC8097C-93FD-4036-0625-383524DAA399}"/>
              </a:ext>
            </a:extLst>
          </p:cNvPr>
          <p:cNvGrpSpPr/>
          <p:nvPr/>
        </p:nvGrpSpPr>
        <p:grpSpPr>
          <a:xfrm>
            <a:off x="2100392" y="4419620"/>
            <a:ext cx="721206" cy="609701"/>
            <a:chOff x="2100392" y="4419620"/>
            <a:chExt cx="721206" cy="609701"/>
          </a:xfrm>
        </p:grpSpPr>
        <p:sp>
          <p:nvSpPr>
            <p:cNvPr id="22" name="Rectangle 21">
              <a:extLst>
                <a:ext uri="{FF2B5EF4-FFF2-40B4-BE49-F238E27FC236}">
                  <a16:creationId xmlns:a16="http://schemas.microsoft.com/office/drawing/2014/main" id="{F11EB5CC-D134-CB1B-8C41-9DAA5983C53E}"/>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3" name="Right Triangle 22">
              <a:extLst>
                <a:ext uri="{FF2B5EF4-FFF2-40B4-BE49-F238E27FC236}">
                  <a16:creationId xmlns:a16="http://schemas.microsoft.com/office/drawing/2014/main" id="{42BA1232-A37F-71EE-A877-DB81BA5D2F42}"/>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F0A5F138-89ED-EA53-B86D-C296E7E78873}"/>
                </a:ext>
              </a:extLst>
            </p:cNvPr>
            <p:cNvGrpSpPr/>
            <p:nvPr/>
          </p:nvGrpSpPr>
          <p:grpSpPr>
            <a:xfrm>
              <a:off x="2769856" y="4434450"/>
              <a:ext cx="37817" cy="61390"/>
              <a:chOff x="3883481" y="2057400"/>
              <a:chExt cx="1608363" cy="2652031"/>
            </a:xfrm>
            <a:solidFill>
              <a:srgbClr val="A6A6A6">
                <a:alpha val="20000"/>
              </a:srgbClr>
            </a:solidFill>
          </p:grpSpPr>
          <p:sp>
            <p:nvSpPr>
              <p:cNvPr id="25" name="Oval 27">
                <a:extLst>
                  <a:ext uri="{FF2B5EF4-FFF2-40B4-BE49-F238E27FC236}">
                    <a16:creationId xmlns:a16="http://schemas.microsoft.com/office/drawing/2014/main" id="{45F0B866-81BF-3846-D2F0-AAC82AB62B7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6" name="Oval 28">
                <a:extLst>
                  <a:ext uri="{FF2B5EF4-FFF2-40B4-BE49-F238E27FC236}">
                    <a16:creationId xmlns:a16="http://schemas.microsoft.com/office/drawing/2014/main" id="{4368057D-57AB-0B7C-6EAD-BD1AF8A5701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1" name="Group 30">
            <a:extLst>
              <a:ext uri="{FF2B5EF4-FFF2-40B4-BE49-F238E27FC236}">
                <a16:creationId xmlns:a16="http://schemas.microsoft.com/office/drawing/2014/main" id="{50CDCFE0-4900-7D2C-E691-F4DC74D7FDD5}"/>
              </a:ext>
            </a:extLst>
          </p:cNvPr>
          <p:cNvGrpSpPr/>
          <p:nvPr/>
        </p:nvGrpSpPr>
        <p:grpSpPr>
          <a:xfrm>
            <a:off x="8807246" y="1517959"/>
            <a:ext cx="721206" cy="623598"/>
            <a:chOff x="8807246" y="1541406"/>
            <a:chExt cx="721206" cy="623598"/>
          </a:xfrm>
        </p:grpSpPr>
        <p:sp>
          <p:nvSpPr>
            <p:cNvPr id="32" name="Rectangle 31">
              <a:hlinkHover r:id="" action="ppaction://noaction" highlightClick="1"/>
              <a:extLst>
                <a:ext uri="{FF2B5EF4-FFF2-40B4-BE49-F238E27FC236}">
                  <a16:creationId xmlns:a16="http://schemas.microsoft.com/office/drawing/2014/main" id="{F962A889-5C9E-9A9D-F10A-6C39942AD47A}"/>
                </a:ext>
              </a:extLst>
            </p:cNvPr>
            <p:cNvSpPr/>
            <p:nvPr/>
          </p:nvSpPr>
          <p:spPr>
            <a:xfrm>
              <a:off x="8807246" y="155530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33" name="Oval 32">
              <a:extLst>
                <a:ext uri="{FF2B5EF4-FFF2-40B4-BE49-F238E27FC236}">
                  <a16:creationId xmlns:a16="http://schemas.microsoft.com/office/drawing/2014/main" id="{8D4A5777-CA98-CCB1-CDA2-38F538D9D5EC}"/>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4" name="Isosceles Triangle 648">
              <a:extLst>
                <a:ext uri="{FF2B5EF4-FFF2-40B4-BE49-F238E27FC236}">
                  <a16:creationId xmlns:a16="http://schemas.microsoft.com/office/drawing/2014/main" id="{3F95FA7E-E626-CDD9-68C2-241D81F4841C}"/>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7" name="Group 36">
            <a:extLst>
              <a:ext uri="{FF2B5EF4-FFF2-40B4-BE49-F238E27FC236}">
                <a16:creationId xmlns:a16="http://schemas.microsoft.com/office/drawing/2014/main" id="{84DA5A19-33D8-B871-6F76-19A23F015668}"/>
              </a:ext>
            </a:extLst>
          </p:cNvPr>
          <p:cNvGrpSpPr/>
          <p:nvPr/>
        </p:nvGrpSpPr>
        <p:grpSpPr>
          <a:xfrm>
            <a:off x="11356242" y="1508829"/>
            <a:ext cx="721206" cy="609701"/>
            <a:chOff x="11356242" y="1532276"/>
            <a:chExt cx="721206" cy="609701"/>
          </a:xfrm>
        </p:grpSpPr>
        <p:sp>
          <p:nvSpPr>
            <p:cNvPr id="38" name="Rectangle 37">
              <a:hlinkHover r:id="" action="ppaction://noaction" highlightClick="1"/>
              <a:extLst>
                <a:ext uri="{FF2B5EF4-FFF2-40B4-BE49-F238E27FC236}">
                  <a16:creationId xmlns:a16="http://schemas.microsoft.com/office/drawing/2014/main" id="{AEF473D9-AB1C-E0D0-1DFF-6CE5084466AB}"/>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41" name="Oval 40">
              <a:extLst>
                <a:ext uri="{FF2B5EF4-FFF2-40B4-BE49-F238E27FC236}">
                  <a16:creationId xmlns:a16="http://schemas.microsoft.com/office/drawing/2014/main" id="{8B98496A-80D4-448E-775E-B5BB40511079}"/>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 name="Isosceles Triangle 648">
              <a:extLst>
                <a:ext uri="{FF2B5EF4-FFF2-40B4-BE49-F238E27FC236}">
                  <a16:creationId xmlns:a16="http://schemas.microsoft.com/office/drawing/2014/main" id="{E220C4B6-45D6-DAD0-6AB8-088034775705}"/>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 name="Group 58">
            <a:extLst>
              <a:ext uri="{FF2B5EF4-FFF2-40B4-BE49-F238E27FC236}">
                <a16:creationId xmlns:a16="http://schemas.microsoft.com/office/drawing/2014/main" id="{7FB5415F-36B7-2313-1DF1-B77C16383161}"/>
              </a:ext>
            </a:extLst>
          </p:cNvPr>
          <p:cNvGrpSpPr/>
          <p:nvPr/>
        </p:nvGrpSpPr>
        <p:grpSpPr>
          <a:xfrm>
            <a:off x="3776512" y="2950606"/>
            <a:ext cx="724130" cy="609701"/>
            <a:chOff x="3776512" y="2974053"/>
            <a:chExt cx="724130" cy="609701"/>
          </a:xfrm>
        </p:grpSpPr>
        <p:sp>
          <p:nvSpPr>
            <p:cNvPr id="60" name="Rectangle 59">
              <a:extLst>
                <a:ext uri="{FF2B5EF4-FFF2-40B4-BE49-F238E27FC236}">
                  <a16:creationId xmlns:a16="http://schemas.microsoft.com/office/drawing/2014/main" id="{7D651F55-1B68-5BE1-D8AE-A36FF6D6BE8E}"/>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67" name="Right Triangle 66">
              <a:extLst>
                <a:ext uri="{FF2B5EF4-FFF2-40B4-BE49-F238E27FC236}">
                  <a16:creationId xmlns:a16="http://schemas.microsoft.com/office/drawing/2014/main" id="{442A2921-0012-3238-A6CF-ECC94DEAA3B9}"/>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 name="Group 67">
              <a:extLst>
                <a:ext uri="{FF2B5EF4-FFF2-40B4-BE49-F238E27FC236}">
                  <a16:creationId xmlns:a16="http://schemas.microsoft.com/office/drawing/2014/main" id="{6F879A53-93CC-90DA-AE0A-5BC208DA139B}"/>
                </a:ext>
              </a:extLst>
            </p:cNvPr>
            <p:cNvGrpSpPr/>
            <p:nvPr/>
          </p:nvGrpSpPr>
          <p:grpSpPr>
            <a:xfrm>
              <a:off x="4450061" y="2982574"/>
              <a:ext cx="37817" cy="61390"/>
              <a:chOff x="3883481" y="2057400"/>
              <a:chExt cx="1608363" cy="2652031"/>
            </a:xfrm>
            <a:solidFill>
              <a:srgbClr val="A6A6A6">
                <a:alpha val="20000"/>
              </a:srgbClr>
            </a:solidFill>
          </p:grpSpPr>
          <p:sp>
            <p:nvSpPr>
              <p:cNvPr id="69" name="Oval 27">
                <a:extLst>
                  <a:ext uri="{FF2B5EF4-FFF2-40B4-BE49-F238E27FC236}">
                    <a16:creationId xmlns:a16="http://schemas.microsoft.com/office/drawing/2014/main" id="{091C1709-42CE-DE08-D513-D40E4169693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 name="Oval 28">
                <a:extLst>
                  <a:ext uri="{FF2B5EF4-FFF2-40B4-BE49-F238E27FC236}">
                    <a16:creationId xmlns:a16="http://schemas.microsoft.com/office/drawing/2014/main" id="{1C9F97DA-C40D-708D-B294-670ED542220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7" name="Group 116">
            <a:extLst>
              <a:ext uri="{FF2B5EF4-FFF2-40B4-BE49-F238E27FC236}">
                <a16:creationId xmlns:a16="http://schemas.microsoft.com/office/drawing/2014/main" id="{D5AE141E-7007-114E-BBCD-05E359995E82}"/>
              </a:ext>
            </a:extLst>
          </p:cNvPr>
          <p:cNvGrpSpPr/>
          <p:nvPr/>
        </p:nvGrpSpPr>
        <p:grpSpPr>
          <a:xfrm>
            <a:off x="2934662" y="5148220"/>
            <a:ext cx="724130" cy="609701"/>
            <a:chOff x="4615448" y="2974053"/>
            <a:chExt cx="724130" cy="609701"/>
          </a:xfrm>
        </p:grpSpPr>
        <p:sp>
          <p:nvSpPr>
            <p:cNvPr id="118" name="Rectangle 117">
              <a:extLst>
                <a:ext uri="{FF2B5EF4-FFF2-40B4-BE49-F238E27FC236}">
                  <a16:creationId xmlns:a16="http://schemas.microsoft.com/office/drawing/2014/main" id="{5B9084EF-4D2B-0014-7EDF-A1F09EC62AC9}"/>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19" name="Right Triangle 118">
              <a:extLst>
                <a:ext uri="{FF2B5EF4-FFF2-40B4-BE49-F238E27FC236}">
                  <a16:creationId xmlns:a16="http://schemas.microsoft.com/office/drawing/2014/main" id="{E248375A-1C21-1252-554E-258671FEDC73}"/>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6" name="Group 125">
              <a:extLst>
                <a:ext uri="{FF2B5EF4-FFF2-40B4-BE49-F238E27FC236}">
                  <a16:creationId xmlns:a16="http://schemas.microsoft.com/office/drawing/2014/main" id="{D0D551A0-8B0A-D822-7FC4-9F78A43E51BB}"/>
                </a:ext>
              </a:extLst>
            </p:cNvPr>
            <p:cNvGrpSpPr/>
            <p:nvPr/>
          </p:nvGrpSpPr>
          <p:grpSpPr>
            <a:xfrm>
              <a:off x="5288997" y="2982574"/>
              <a:ext cx="37817" cy="61390"/>
              <a:chOff x="3883481" y="2057400"/>
              <a:chExt cx="1608363" cy="2652031"/>
            </a:xfrm>
            <a:solidFill>
              <a:srgbClr val="A6A6A6">
                <a:alpha val="20000"/>
              </a:srgbClr>
            </a:solidFill>
          </p:grpSpPr>
          <p:sp>
            <p:nvSpPr>
              <p:cNvPr id="127" name="Oval 27">
                <a:extLst>
                  <a:ext uri="{FF2B5EF4-FFF2-40B4-BE49-F238E27FC236}">
                    <a16:creationId xmlns:a16="http://schemas.microsoft.com/office/drawing/2014/main" id="{E762CAA8-CF62-9B72-DA28-285087168CB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8" name="Oval 28">
                <a:extLst>
                  <a:ext uri="{FF2B5EF4-FFF2-40B4-BE49-F238E27FC236}">
                    <a16:creationId xmlns:a16="http://schemas.microsoft.com/office/drawing/2014/main" id="{D11746A6-58CB-50A0-A61C-2B2A4CFA5D7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7ACDF70-67A7-BD70-2EF8-0E5FC81EC9EB}"/>
              </a:ext>
            </a:extLst>
          </p:cNvPr>
          <p:cNvGrpSpPr/>
          <p:nvPr/>
        </p:nvGrpSpPr>
        <p:grpSpPr>
          <a:xfrm>
            <a:off x="11355832" y="5140982"/>
            <a:ext cx="721220" cy="609701"/>
            <a:chOff x="9656903" y="2253333"/>
            <a:chExt cx="721220" cy="609701"/>
          </a:xfrm>
        </p:grpSpPr>
        <p:sp>
          <p:nvSpPr>
            <p:cNvPr id="131" name="Rectangle 130">
              <a:hlinkHover r:id="" action="ppaction://noaction" highlightClick="1"/>
              <a:extLst>
                <a:ext uri="{FF2B5EF4-FFF2-40B4-BE49-F238E27FC236}">
                  <a16:creationId xmlns:a16="http://schemas.microsoft.com/office/drawing/2014/main" id="{F32FB269-41C2-7A5D-6438-5202F0F099B8}"/>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32" name="Rectangle 131">
              <a:extLst>
                <a:ext uri="{FF2B5EF4-FFF2-40B4-BE49-F238E27FC236}">
                  <a16:creationId xmlns:a16="http://schemas.microsoft.com/office/drawing/2014/main" id="{51512CAA-CB02-0BCF-2BBE-BF4B7F9B51A4}"/>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3" name="Oval 15">
              <a:extLst>
                <a:ext uri="{FF2B5EF4-FFF2-40B4-BE49-F238E27FC236}">
                  <a16:creationId xmlns:a16="http://schemas.microsoft.com/office/drawing/2014/main" id="{A1A20BBD-811E-D9C7-F63F-17F264F3D1D0}"/>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4" name="Straight Connector 133">
              <a:extLst>
                <a:ext uri="{FF2B5EF4-FFF2-40B4-BE49-F238E27FC236}">
                  <a16:creationId xmlns:a16="http://schemas.microsoft.com/office/drawing/2014/main" id="{541768E8-EAC3-D8AE-DB2B-D21B446EFA41}"/>
                </a:ext>
              </a:extLst>
            </p:cNvPr>
            <p:cNvCxnSpPr>
              <a:cxnSpLocks/>
              <a:stCxn id="133"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35" name="Straight Connector 134">
              <a:extLst>
                <a:ext uri="{FF2B5EF4-FFF2-40B4-BE49-F238E27FC236}">
                  <a16:creationId xmlns:a16="http://schemas.microsoft.com/office/drawing/2014/main" id="{61AECA8C-7B19-4C63-0470-D78AC5121396}"/>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6" name="Group 135">
            <a:extLst>
              <a:ext uri="{FF2B5EF4-FFF2-40B4-BE49-F238E27FC236}">
                <a16:creationId xmlns:a16="http://schemas.microsoft.com/office/drawing/2014/main" id="{855C7AF5-1E1B-2CA7-50F8-FAB511A9803C}"/>
              </a:ext>
            </a:extLst>
          </p:cNvPr>
          <p:cNvGrpSpPr/>
          <p:nvPr/>
        </p:nvGrpSpPr>
        <p:grpSpPr>
          <a:xfrm>
            <a:off x="1268346" y="3698208"/>
            <a:ext cx="721891" cy="610396"/>
            <a:chOff x="1268346" y="3698208"/>
            <a:chExt cx="721891" cy="610396"/>
          </a:xfrm>
        </p:grpSpPr>
        <p:sp>
          <p:nvSpPr>
            <p:cNvPr id="137" name="Rectangle 136">
              <a:extLst>
                <a:ext uri="{FF2B5EF4-FFF2-40B4-BE49-F238E27FC236}">
                  <a16:creationId xmlns:a16="http://schemas.microsoft.com/office/drawing/2014/main" id="{ACD6EB2B-034C-3F04-DD0F-463917E67EAD}"/>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38" name="Right Triangle 137">
              <a:extLst>
                <a:ext uri="{FF2B5EF4-FFF2-40B4-BE49-F238E27FC236}">
                  <a16:creationId xmlns:a16="http://schemas.microsoft.com/office/drawing/2014/main" id="{784B95F7-18C6-4F69-C47A-119DD5B073E3}"/>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9" name="Group 138">
              <a:extLst>
                <a:ext uri="{FF2B5EF4-FFF2-40B4-BE49-F238E27FC236}">
                  <a16:creationId xmlns:a16="http://schemas.microsoft.com/office/drawing/2014/main" id="{D118431C-1491-2247-B235-29691233F637}"/>
                </a:ext>
              </a:extLst>
            </p:cNvPr>
            <p:cNvGrpSpPr/>
            <p:nvPr/>
          </p:nvGrpSpPr>
          <p:grpSpPr>
            <a:xfrm>
              <a:off x="1939627" y="3704306"/>
              <a:ext cx="37817" cy="61390"/>
              <a:chOff x="3883481" y="2057400"/>
              <a:chExt cx="1608363" cy="2652031"/>
            </a:xfrm>
            <a:solidFill>
              <a:srgbClr val="A6A6A6">
                <a:alpha val="20000"/>
              </a:srgbClr>
            </a:solidFill>
          </p:grpSpPr>
          <p:sp>
            <p:nvSpPr>
              <p:cNvPr id="140" name="Oval 27">
                <a:extLst>
                  <a:ext uri="{FF2B5EF4-FFF2-40B4-BE49-F238E27FC236}">
                    <a16:creationId xmlns:a16="http://schemas.microsoft.com/office/drawing/2014/main" id="{7789B94C-F767-68A5-471E-A92BA4A3EE0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1" name="Oval 28">
                <a:extLst>
                  <a:ext uri="{FF2B5EF4-FFF2-40B4-BE49-F238E27FC236}">
                    <a16:creationId xmlns:a16="http://schemas.microsoft.com/office/drawing/2014/main" id="{AD0205F4-BCA7-EBFC-C98C-D6580A39CE2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2" name="Group 141">
            <a:extLst>
              <a:ext uri="{FF2B5EF4-FFF2-40B4-BE49-F238E27FC236}">
                <a16:creationId xmlns:a16="http://schemas.microsoft.com/office/drawing/2014/main" id="{5FA45D2F-9CCB-70DC-9BD0-89BCE142EC73}"/>
              </a:ext>
            </a:extLst>
          </p:cNvPr>
          <p:cNvGrpSpPr/>
          <p:nvPr/>
        </p:nvGrpSpPr>
        <p:grpSpPr>
          <a:xfrm>
            <a:off x="5451979" y="3707588"/>
            <a:ext cx="721206" cy="609701"/>
            <a:chOff x="5451979" y="3707588"/>
            <a:chExt cx="721206" cy="609701"/>
          </a:xfrm>
        </p:grpSpPr>
        <p:sp>
          <p:nvSpPr>
            <p:cNvPr id="143" name="Rectangle 142">
              <a:hlinkHover r:id="" action="ppaction://noaction" highlightClick="1"/>
              <a:extLst>
                <a:ext uri="{FF2B5EF4-FFF2-40B4-BE49-F238E27FC236}">
                  <a16:creationId xmlns:a16="http://schemas.microsoft.com/office/drawing/2014/main" id="{7BE92F72-D703-4AD8-09F8-3BF289654EC9}"/>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4" name="Oval 143">
              <a:extLst>
                <a:ext uri="{FF2B5EF4-FFF2-40B4-BE49-F238E27FC236}">
                  <a16:creationId xmlns:a16="http://schemas.microsoft.com/office/drawing/2014/main" id="{9E51A3E9-D794-23E2-6C7D-9F8A0E406AEB}"/>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5" name="Isosceles Triangle 648">
              <a:extLst>
                <a:ext uri="{FF2B5EF4-FFF2-40B4-BE49-F238E27FC236}">
                  <a16:creationId xmlns:a16="http://schemas.microsoft.com/office/drawing/2014/main" id="{B37F6A3C-A637-1478-2CE6-301F336C6511}"/>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6" name="Group 145">
            <a:extLst>
              <a:ext uri="{FF2B5EF4-FFF2-40B4-BE49-F238E27FC236}">
                <a16:creationId xmlns:a16="http://schemas.microsoft.com/office/drawing/2014/main" id="{5D9E7890-EF60-9FF8-1DBF-8827D4F7B572}"/>
              </a:ext>
            </a:extLst>
          </p:cNvPr>
          <p:cNvGrpSpPr/>
          <p:nvPr/>
        </p:nvGrpSpPr>
        <p:grpSpPr>
          <a:xfrm>
            <a:off x="4605607" y="811556"/>
            <a:ext cx="722054" cy="609701"/>
            <a:chOff x="4605607" y="811556"/>
            <a:chExt cx="722054" cy="609701"/>
          </a:xfrm>
        </p:grpSpPr>
        <p:sp>
          <p:nvSpPr>
            <p:cNvPr id="147" name="Rectangle 146">
              <a:extLst>
                <a:ext uri="{FF2B5EF4-FFF2-40B4-BE49-F238E27FC236}">
                  <a16:creationId xmlns:a16="http://schemas.microsoft.com/office/drawing/2014/main" id="{A51CE14C-C18E-DDA5-8325-6767DDEE6E2B}"/>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8" name="Rectangle 147">
              <a:extLst>
                <a:ext uri="{FF2B5EF4-FFF2-40B4-BE49-F238E27FC236}">
                  <a16:creationId xmlns:a16="http://schemas.microsoft.com/office/drawing/2014/main" id="{9F65925C-8066-D09D-1DD6-34C21E5654D8}"/>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9" name="Oval 15">
              <a:extLst>
                <a:ext uri="{FF2B5EF4-FFF2-40B4-BE49-F238E27FC236}">
                  <a16:creationId xmlns:a16="http://schemas.microsoft.com/office/drawing/2014/main" id="{F443A9E6-5CF0-1284-43BF-65623675F246}"/>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0" name="Straight Connector 149">
              <a:extLst>
                <a:ext uri="{FF2B5EF4-FFF2-40B4-BE49-F238E27FC236}">
                  <a16:creationId xmlns:a16="http://schemas.microsoft.com/office/drawing/2014/main" id="{10A49350-7783-3BB4-B6A3-014BD24035B3}"/>
                </a:ext>
              </a:extLst>
            </p:cNvPr>
            <p:cNvCxnSpPr>
              <a:cxnSpLocks/>
              <a:stCxn id="149"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1" name="Straight Connector 150">
              <a:extLst>
                <a:ext uri="{FF2B5EF4-FFF2-40B4-BE49-F238E27FC236}">
                  <a16:creationId xmlns:a16="http://schemas.microsoft.com/office/drawing/2014/main" id="{9EAC237A-340B-D8E5-6503-435694F4A0D8}"/>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2" name="Group 151">
            <a:extLst>
              <a:ext uri="{FF2B5EF4-FFF2-40B4-BE49-F238E27FC236}">
                <a16:creationId xmlns:a16="http://schemas.microsoft.com/office/drawing/2014/main" id="{18B5D930-E211-6F40-8317-C0D2CE7A5697}"/>
              </a:ext>
            </a:extLst>
          </p:cNvPr>
          <p:cNvGrpSpPr/>
          <p:nvPr/>
        </p:nvGrpSpPr>
        <p:grpSpPr>
          <a:xfrm>
            <a:off x="9651394" y="811173"/>
            <a:ext cx="721206" cy="609701"/>
            <a:chOff x="9657972" y="90836"/>
            <a:chExt cx="721206" cy="609701"/>
          </a:xfrm>
        </p:grpSpPr>
        <p:sp>
          <p:nvSpPr>
            <p:cNvPr id="153" name="Rectangle 152">
              <a:hlinkHover r:id="" action="ppaction://noaction" highlightClick="1"/>
              <a:extLst>
                <a:ext uri="{FF2B5EF4-FFF2-40B4-BE49-F238E27FC236}">
                  <a16:creationId xmlns:a16="http://schemas.microsoft.com/office/drawing/2014/main" id="{1113F75D-C73F-2882-A349-203E5CE729D4}"/>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54" name="Diamond 153">
              <a:extLst>
                <a:ext uri="{FF2B5EF4-FFF2-40B4-BE49-F238E27FC236}">
                  <a16:creationId xmlns:a16="http://schemas.microsoft.com/office/drawing/2014/main" id="{AB1B2644-1880-F9A1-2C18-E3FC9AF0B878}"/>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5" name="Oval 154">
              <a:extLst>
                <a:ext uri="{FF2B5EF4-FFF2-40B4-BE49-F238E27FC236}">
                  <a16:creationId xmlns:a16="http://schemas.microsoft.com/office/drawing/2014/main" id="{AA555E5F-162F-79D2-37C6-76109233F272}"/>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6" name="Group 155">
            <a:extLst>
              <a:ext uri="{FF2B5EF4-FFF2-40B4-BE49-F238E27FC236}">
                <a16:creationId xmlns:a16="http://schemas.microsoft.com/office/drawing/2014/main" id="{CAF57A8F-251C-9ACF-062B-E4A802B90793}"/>
              </a:ext>
            </a:extLst>
          </p:cNvPr>
          <p:cNvGrpSpPr/>
          <p:nvPr/>
        </p:nvGrpSpPr>
        <p:grpSpPr>
          <a:xfrm>
            <a:off x="2102908" y="811556"/>
            <a:ext cx="721206" cy="609701"/>
            <a:chOff x="2102908" y="811556"/>
            <a:chExt cx="721206" cy="609701"/>
          </a:xfrm>
        </p:grpSpPr>
        <p:sp>
          <p:nvSpPr>
            <p:cNvPr id="157" name="Rectangle 156">
              <a:extLst>
                <a:ext uri="{FF2B5EF4-FFF2-40B4-BE49-F238E27FC236}">
                  <a16:creationId xmlns:a16="http://schemas.microsoft.com/office/drawing/2014/main" id="{253C29B9-A2A0-D579-2810-1F4EB4CBC602}"/>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8" name="Rectangle 157">
              <a:extLst>
                <a:ext uri="{FF2B5EF4-FFF2-40B4-BE49-F238E27FC236}">
                  <a16:creationId xmlns:a16="http://schemas.microsoft.com/office/drawing/2014/main" id="{A02FF271-7371-4857-3C29-61C8A0EE863E}"/>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9" name="Oval 15">
              <a:extLst>
                <a:ext uri="{FF2B5EF4-FFF2-40B4-BE49-F238E27FC236}">
                  <a16:creationId xmlns:a16="http://schemas.microsoft.com/office/drawing/2014/main" id="{E05B00F5-141A-BD28-2309-31A7D2866BEC}"/>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0" name="Straight Connector 159">
              <a:extLst>
                <a:ext uri="{FF2B5EF4-FFF2-40B4-BE49-F238E27FC236}">
                  <a16:creationId xmlns:a16="http://schemas.microsoft.com/office/drawing/2014/main" id="{D72F30B1-3105-FA04-FC45-24096BF6B1A6}"/>
                </a:ext>
              </a:extLst>
            </p:cNvPr>
            <p:cNvCxnSpPr>
              <a:cxnSpLocks/>
              <a:stCxn id="159"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61" name="Straight Connector 160">
              <a:extLst>
                <a:ext uri="{FF2B5EF4-FFF2-40B4-BE49-F238E27FC236}">
                  <a16:creationId xmlns:a16="http://schemas.microsoft.com/office/drawing/2014/main" id="{3DFABC46-384F-8103-BBEC-537872D64CAA}"/>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2" name="Group 161">
            <a:extLst>
              <a:ext uri="{FF2B5EF4-FFF2-40B4-BE49-F238E27FC236}">
                <a16:creationId xmlns:a16="http://schemas.microsoft.com/office/drawing/2014/main" id="{1E04E014-32A5-0E59-2499-B67F8ACA8BBE}"/>
              </a:ext>
            </a:extLst>
          </p:cNvPr>
          <p:cNvGrpSpPr/>
          <p:nvPr/>
        </p:nvGrpSpPr>
        <p:grpSpPr>
          <a:xfrm>
            <a:off x="10506594" y="811556"/>
            <a:ext cx="721220" cy="609701"/>
            <a:chOff x="10506594" y="811556"/>
            <a:chExt cx="721220" cy="609701"/>
          </a:xfrm>
        </p:grpSpPr>
        <p:sp>
          <p:nvSpPr>
            <p:cNvPr id="163" name="Rectangle 162">
              <a:extLst>
                <a:ext uri="{FF2B5EF4-FFF2-40B4-BE49-F238E27FC236}">
                  <a16:creationId xmlns:a16="http://schemas.microsoft.com/office/drawing/2014/main" id="{ADF041E0-3B45-3BB5-A63A-0693A8E6CC0D}"/>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4" name="Rectangle 163">
              <a:extLst>
                <a:ext uri="{FF2B5EF4-FFF2-40B4-BE49-F238E27FC236}">
                  <a16:creationId xmlns:a16="http://schemas.microsoft.com/office/drawing/2014/main" id="{72B1CF82-78A9-32DA-0006-236CC2C70F1D}"/>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5" name="Oval 15">
              <a:extLst>
                <a:ext uri="{FF2B5EF4-FFF2-40B4-BE49-F238E27FC236}">
                  <a16:creationId xmlns:a16="http://schemas.microsoft.com/office/drawing/2014/main" id="{086634A5-623E-65EE-83B0-C1A8A698CC23}"/>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6" name="Straight Connector 165">
              <a:extLst>
                <a:ext uri="{FF2B5EF4-FFF2-40B4-BE49-F238E27FC236}">
                  <a16:creationId xmlns:a16="http://schemas.microsoft.com/office/drawing/2014/main" id="{35833C10-4E75-5899-255C-BF63EE602DC8}"/>
                </a:ext>
              </a:extLst>
            </p:cNvPr>
            <p:cNvCxnSpPr>
              <a:cxnSpLocks/>
              <a:stCxn id="165"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7" name="Straight Connector 166">
              <a:extLst>
                <a:ext uri="{FF2B5EF4-FFF2-40B4-BE49-F238E27FC236}">
                  <a16:creationId xmlns:a16="http://schemas.microsoft.com/office/drawing/2014/main" id="{A4BEF426-9E74-2E18-45D3-BD241EB1D233}"/>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8" name="Group 167">
            <a:extLst>
              <a:ext uri="{FF2B5EF4-FFF2-40B4-BE49-F238E27FC236}">
                <a16:creationId xmlns:a16="http://schemas.microsoft.com/office/drawing/2014/main" id="{F587CF96-2A4A-8BD5-7BA4-6BD912A4A3F9}"/>
              </a:ext>
            </a:extLst>
          </p:cNvPr>
          <p:cNvGrpSpPr/>
          <p:nvPr/>
        </p:nvGrpSpPr>
        <p:grpSpPr>
          <a:xfrm>
            <a:off x="7116512" y="812701"/>
            <a:ext cx="721206" cy="609701"/>
            <a:chOff x="7957576" y="811556"/>
            <a:chExt cx="721206" cy="609701"/>
          </a:xfrm>
        </p:grpSpPr>
        <p:sp>
          <p:nvSpPr>
            <p:cNvPr id="169" name="Rectangle 168">
              <a:extLst>
                <a:ext uri="{FF2B5EF4-FFF2-40B4-BE49-F238E27FC236}">
                  <a16:creationId xmlns:a16="http://schemas.microsoft.com/office/drawing/2014/main" id="{5954EA7E-FC72-F1D1-939F-02F2175CEC9B}"/>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70" name="Rectangle 169">
              <a:extLst>
                <a:ext uri="{FF2B5EF4-FFF2-40B4-BE49-F238E27FC236}">
                  <a16:creationId xmlns:a16="http://schemas.microsoft.com/office/drawing/2014/main" id="{EB20DD33-73B9-C284-C17D-08A3E0C2DCFA}"/>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1" name="Oval 15">
              <a:extLst>
                <a:ext uri="{FF2B5EF4-FFF2-40B4-BE49-F238E27FC236}">
                  <a16:creationId xmlns:a16="http://schemas.microsoft.com/office/drawing/2014/main" id="{82454F89-3434-2308-1891-A87299A1E03F}"/>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2" name="Straight Connector 171">
              <a:extLst>
                <a:ext uri="{FF2B5EF4-FFF2-40B4-BE49-F238E27FC236}">
                  <a16:creationId xmlns:a16="http://schemas.microsoft.com/office/drawing/2014/main" id="{5A55CEE2-BAA3-2241-CC36-F421715AC08D}"/>
                </a:ext>
              </a:extLst>
            </p:cNvPr>
            <p:cNvCxnSpPr>
              <a:cxnSpLocks/>
              <a:stCxn id="171"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3" name="Straight Connector 172">
              <a:extLst>
                <a:ext uri="{FF2B5EF4-FFF2-40B4-BE49-F238E27FC236}">
                  <a16:creationId xmlns:a16="http://schemas.microsoft.com/office/drawing/2014/main" id="{46E198FA-8B43-0822-689D-BECE64E84B3D}"/>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4" name="Group 173">
            <a:extLst>
              <a:ext uri="{FF2B5EF4-FFF2-40B4-BE49-F238E27FC236}">
                <a16:creationId xmlns:a16="http://schemas.microsoft.com/office/drawing/2014/main" id="{E0E0DBA6-C333-C89F-FD5E-91E3F75BF254}"/>
              </a:ext>
            </a:extLst>
          </p:cNvPr>
          <p:cNvGrpSpPr/>
          <p:nvPr/>
        </p:nvGrpSpPr>
        <p:grpSpPr>
          <a:xfrm>
            <a:off x="11355999" y="2974054"/>
            <a:ext cx="721206" cy="609701"/>
            <a:chOff x="11355999" y="2974054"/>
            <a:chExt cx="721206" cy="609701"/>
          </a:xfrm>
        </p:grpSpPr>
        <p:sp>
          <p:nvSpPr>
            <p:cNvPr id="175" name="Rectangle 174">
              <a:hlinkHover r:id="" action="ppaction://noaction" highlightClick="1"/>
              <a:extLst>
                <a:ext uri="{FF2B5EF4-FFF2-40B4-BE49-F238E27FC236}">
                  <a16:creationId xmlns:a16="http://schemas.microsoft.com/office/drawing/2014/main" id="{37A85EE5-8D51-AA1B-4958-4851610043BF}"/>
                </a:ext>
              </a:extLst>
            </p:cNvPr>
            <p:cNvSpPr/>
            <p:nvPr/>
          </p:nvSpPr>
          <p:spPr>
            <a:xfrm>
              <a:off x="11355999" y="297405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176" name="Oval 175">
              <a:extLst>
                <a:ext uri="{FF2B5EF4-FFF2-40B4-BE49-F238E27FC236}">
                  <a16:creationId xmlns:a16="http://schemas.microsoft.com/office/drawing/2014/main" id="{F91E0FDE-9B9B-ED57-BCB9-06E3C041C068}"/>
                </a:ext>
              </a:extLst>
            </p:cNvPr>
            <p:cNvSpPr/>
            <p:nvPr/>
          </p:nvSpPr>
          <p:spPr>
            <a:xfrm>
              <a:off x="11933223" y="298330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 name="Isosceles Triangle 648">
              <a:extLst>
                <a:ext uri="{FF2B5EF4-FFF2-40B4-BE49-F238E27FC236}">
                  <a16:creationId xmlns:a16="http://schemas.microsoft.com/office/drawing/2014/main" id="{A9DFC381-7CA9-EAD8-53E9-BC111AC70B25}"/>
                </a:ext>
              </a:extLst>
            </p:cNvPr>
            <p:cNvSpPr/>
            <p:nvPr/>
          </p:nvSpPr>
          <p:spPr>
            <a:xfrm>
              <a:off x="11963348" y="299682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8" name="Group 177">
            <a:extLst>
              <a:ext uri="{FF2B5EF4-FFF2-40B4-BE49-F238E27FC236}">
                <a16:creationId xmlns:a16="http://schemas.microsoft.com/office/drawing/2014/main" id="{1F15416B-C746-7234-19FA-D63B096B3975}"/>
              </a:ext>
            </a:extLst>
          </p:cNvPr>
          <p:cNvGrpSpPr/>
          <p:nvPr/>
        </p:nvGrpSpPr>
        <p:grpSpPr>
          <a:xfrm>
            <a:off x="10506616" y="2984633"/>
            <a:ext cx="721220" cy="609701"/>
            <a:chOff x="9656903" y="2253333"/>
            <a:chExt cx="721220" cy="609701"/>
          </a:xfrm>
        </p:grpSpPr>
        <p:sp>
          <p:nvSpPr>
            <p:cNvPr id="179" name="Rectangle 178">
              <a:hlinkHover r:id="" action="ppaction://noaction" highlightClick="1"/>
              <a:extLst>
                <a:ext uri="{FF2B5EF4-FFF2-40B4-BE49-F238E27FC236}">
                  <a16:creationId xmlns:a16="http://schemas.microsoft.com/office/drawing/2014/main" id="{382090CD-C3A0-3AB4-80E5-2CD5D2184B25}"/>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0" name="Rectangle 179">
              <a:extLst>
                <a:ext uri="{FF2B5EF4-FFF2-40B4-BE49-F238E27FC236}">
                  <a16:creationId xmlns:a16="http://schemas.microsoft.com/office/drawing/2014/main" id="{66A40375-3F50-4C30-920D-8B7944124FEA}"/>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1" name="Oval 15">
              <a:extLst>
                <a:ext uri="{FF2B5EF4-FFF2-40B4-BE49-F238E27FC236}">
                  <a16:creationId xmlns:a16="http://schemas.microsoft.com/office/drawing/2014/main" id="{7C30DF72-FA32-7466-7714-A5D916854A07}"/>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2" name="Straight Connector 181">
              <a:extLst>
                <a:ext uri="{FF2B5EF4-FFF2-40B4-BE49-F238E27FC236}">
                  <a16:creationId xmlns:a16="http://schemas.microsoft.com/office/drawing/2014/main" id="{22CAEAED-0E50-C6AE-8866-800C5E91D94D}"/>
                </a:ext>
              </a:extLst>
            </p:cNvPr>
            <p:cNvCxnSpPr>
              <a:cxnSpLocks/>
              <a:stCxn id="181"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3" name="Straight Connector 182">
              <a:extLst>
                <a:ext uri="{FF2B5EF4-FFF2-40B4-BE49-F238E27FC236}">
                  <a16:creationId xmlns:a16="http://schemas.microsoft.com/office/drawing/2014/main" id="{E39579EE-6E12-640C-7E7D-4B0FC945BF6D}"/>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04" name="Group 203">
            <a:extLst>
              <a:ext uri="{FF2B5EF4-FFF2-40B4-BE49-F238E27FC236}">
                <a16:creationId xmlns:a16="http://schemas.microsoft.com/office/drawing/2014/main" id="{B370A482-5310-A74A-3B95-D9FAEE312F18}"/>
              </a:ext>
            </a:extLst>
          </p:cNvPr>
          <p:cNvGrpSpPr/>
          <p:nvPr/>
        </p:nvGrpSpPr>
        <p:grpSpPr>
          <a:xfrm>
            <a:off x="10508723" y="1536662"/>
            <a:ext cx="721206" cy="609701"/>
            <a:chOff x="11356242" y="1532276"/>
            <a:chExt cx="721206" cy="609701"/>
          </a:xfrm>
        </p:grpSpPr>
        <p:sp>
          <p:nvSpPr>
            <p:cNvPr id="205" name="Rectangle 204">
              <a:hlinkHover r:id="" action="ppaction://noaction" highlightClick="1"/>
              <a:extLst>
                <a:ext uri="{FF2B5EF4-FFF2-40B4-BE49-F238E27FC236}">
                  <a16:creationId xmlns:a16="http://schemas.microsoft.com/office/drawing/2014/main" id="{237A2ED2-20D7-23F7-6B0C-0221D5154B5E}"/>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206" name="Oval 205">
              <a:extLst>
                <a:ext uri="{FF2B5EF4-FFF2-40B4-BE49-F238E27FC236}">
                  <a16:creationId xmlns:a16="http://schemas.microsoft.com/office/drawing/2014/main" id="{04E8B69E-5E39-DFC5-F37A-B3F02FCB7834}"/>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7" name="Isosceles Triangle 648">
              <a:extLst>
                <a:ext uri="{FF2B5EF4-FFF2-40B4-BE49-F238E27FC236}">
                  <a16:creationId xmlns:a16="http://schemas.microsoft.com/office/drawing/2014/main" id="{B2416F07-657C-FCBB-0D71-8B5642DBBDDE}"/>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08" name="Group 207">
            <a:extLst>
              <a:ext uri="{FF2B5EF4-FFF2-40B4-BE49-F238E27FC236}">
                <a16:creationId xmlns:a16="http://schemas.microsoft.com/office/drawing/2014/main" id="{FBE97907-EEC2-88C2-92CA-199E52D6905A}"/>
              </a:ext>
            </a:extLst>
          </p:cNvPr>
          <p:cNvGrpSpPr/>
          <p:nvPr/>
        </p:nvGrpSpPr>
        <p:grpSpPr>
          <a:xfrm>
            <a:off x="7957586" y="2253332"/>
            <a:ext cx="721206" cy="609701"/>
            <a:chOff x="7957586" y="2253332"/>
            <a:chExt cx="721206" cy="609701"/>
          </a:xfrm>
        </p:grpSpPr>
        <p:sp>
          <p:nvSpPr>
            <p:cNvPr id="209" name="Rectangle 208">
              <a:extLst>
                <a:ext uri="{FF2B5EF4-FFF2-40B4-BE49-F238E27FC236}">
                  <a16:creationId xmlns:a16="http://schemas.microsoft.com/office/drawing/2014/main" id="{2ECB8454-D699-AC8A-0365-B67D7715C2AE}"/>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210" name="Right Triangle 209">
              <a:extLst>
                <a:ext uri="{FF2B5EF4-FFF2-40B4-BE49-F238E27FC236}">
                  <a16:creationId xmlns:a16="http://schemas.microsoft.com/office/drawing/2014/main" id="{FDCBA92C-C1E4-CFB8-EA51-8BD50C1A5909}"/>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11" name="Group 210">
              <a:extLst>
                <a:ext uri="{FF2B5EF4-FFF2-40B4-BE49-F238E27FC236}">
                  <a16:creationId xmlns:a16="http://schemas.microsoft.com/office/drawing/2014/main" id="{EFC53D74-A6FE-C6D5-03CC-4B067AECC461}"/>
                </a:ext>
              </a:extLst>
            </p:cNvPr>
            <p:cNvGrpSpPr/>
            <p:nvPr/>
          </p:nvGrpSpPr>
          <p:grpSpPr>
            <a:xfrm>
              <a:off x="8621942" y="2262669"/>
              <a:ext cx="37817" cy="61390"/>
              <a:chOff x="3883481" y="2057400"/>
              <a:chExt cx="1608363" cy="2652031"/>
            </a:xfrm>
            <a:solidFill>
              <a:srgbClr val="A6A6A6">
                <a:alpha val="20000"/>
              </a:srgbClr>
            </a:solidFill>
          </p:grpSpPr>
          <p:sp>
            <p:nvSpPr>
              <p:cNvPr id="212" name="Oval 27">
                <a:extLst>
                  <a:ext uri="{FF2B5EF4-FFF2-40B4-BE49-F238E27FC236}">
                    <a16:creationId xmlns:a16="http://schemas.microsoft.com/office/drawing/2014/main" id="{6B781A71-4B75-61E9-6761-C5AB7E0C78D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3" name="Oval 28">
                <a:extLst>
                  <a:ext uri="{FF2B5EF4-FFF2-40B4-BE49-F238E27FC236}">
                    <a16:creationId xmlns:a16="http://schemas.microsoft.com/office/drawing/2014/main" id="{7D109993-ADD1-D495-8899-60EE9E06BAC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14" name="Group 213">
            <a:extLst>
              <a:ext uri="{FF2B5EF4-FFF2-40B4-BE49-F238E27FC236}">
                <a16:creationId xmlns:a16="http://schemas.microsoft.com/office/drawing/2014/main" id="{05D26944-DFF1-910C-4F46-A5FAFCABB9A9}"/>
              </a:ext>
            </a:extLst>
          </p:cNvPr>
          <p:cNvGrpSpPr/>
          <p:nvPr/>
        </p:nvGrpSpPr>
        <p:grpSpPr>
          <a:xfrm>
            <a:off x="6290730" y="2257176"/>
            <a:ext cx="721206" cy="609701"/>
            <a:chOff x="8807250" y="2253334"/>
            <a:chExt cx="721206" cy="609701"/>
          </a:xfrm>
        </p:grpSpPr>
        <p:sp>
          <p:nvSpPr>
            <p:cNvPr id="215" name="Rectangle 214">
              <a:extLst>
                <a:ext uri="{FF2B5EF4-FFF2-40B4-BE49-F238E27FC236}">
                  <a16:creationId xmlns:a16="http://schemas.microsoft.com/office/drawing/2014/main" id="{369A9908-0EC2-3954-BFA9-540A2BF2B10E}"/>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216" name="Right Triangle 215">
              <a:extLst>
                <a:ext uri="{FF2B5EF4-FFF2-40B4-BE49-F238E27FC236}">
                  <a16:creationId xmlns:a16="http://schemas.microsoft.com/office/drawing/2014/main" id="{2B3A97B9-9A53-3993-2B75-6401293C30FF}"/>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7" name="Oval 27">
              <a:extLst>
                <a:ext uri="{FF2B5EF4-FFF2-40B4-BE49-F238E27FC236}">
                  <a16:creationId xmlns:a16="http://schemas.microsoft.com/office/drawing/2014/main" id="{4D785100-4513-46A6-3330-B98695850499}"/>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8" name="Oval 28">
              <a:extLst>
                <a:ext uri="{FF2B5EF4-FFF2-40B4-BE49-F238E27FC236}">
                  <a16:creationId xmlns:a16="http://schemas.microsoft.com/office/drawing/2014/main" id="{6720579F-6615-C4F4-4FD3-9D2724254E64}"/>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19" name="Group 218">
            <a:extLst>
              <a:ext uri="{FF2B5EF4-FFF2-40B4-BE49-F238E27FC236}">
                <a16:creationId xmlns:a16="http://schemas.microsoft.com/office/drawing/2014/main" id="{3193F9C8-FAA3-A218-6A2B-43E3B61C90DC}"/>
              </a:ext>
            </a:extLst>
          </p:cNvPr>
          <p:cNvGrpSpPr/>
          <p:nvPr/>
        </p:nvGrpSpPr>
        <p:grpSpPr>
          <a:xfrm>
            <a:off x="9656903" y="2253333"/>
            <a:ext cx="721220" cy="609701"/>
            <a:chOff x="9656903" y="2253333"/>
            <a:chExt cx="721220" cy="609701"/>
          </a:xfrm>
        </p:grpSpPr>
        <p:sp>
          <p:nvSpPr>
            <p:cNvPr id="220" name="Rectangle 219">
              <a:hlinkHover r:id="" action="ppaction://noaction" highlightClick="1"/>
              <a:extLst>
                <a:ext uri="{FF2B5EF4-FFF2-40B4-BE49-F238E27FC236}">
                  <a16:creationId xmlns:a16="http://schemas.microsoft.com/office/drawing/2014/main" id="{D06AE5E9-D4B6-4F96-1077-D8F0111308FB}"/>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221" name="Rectangle 220">
              <a:extLst>
                <a:ext uri="{FF2B5EF4-FFF2-40B4-BE49-F238E27FC236}">
                  <a16:creationId xmlns:a16="http://schemas.microsoft.com/office/drawing/2014/main" id="{2342ACA9-DC46-7596-43EF-6526225CBC06}"/>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22" name="Oval 15">
              <a:extLst>
                <a:ext uri="{FF2B5EF4-FFF2-40B4-BE49-F238E27FC236}">
                  <a16:creationId xmlns:a16="http://schemas.microsoft.com/office/drawing/2014/main" id="{AA9E04C4-E492-B999-F094-4B73A28B6006}"/>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23" name="Straight Connector 222">
              <a:extLst>
                <a:ext uri="{FF2B5EF4-FFF2-40B4-BE49-F238E27FC236}">
                  <a16:creationId xmlns:a16="http://schemas.microsoft.com/office/drawing/2014/main" id="{DF698FDA-3B65-1DC6-89AE-19F3FFB64564}"/>
                </a:ext>
              </a:extLst>
            </p:cNvPr>
            <p:cNvCxnSpPr>
              <a:cxnSpLocks/>
              <a:stCxn id="222"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24" name="Straight Connector 223">
              <a:extLst>
                <a:ext uri="{FF2B5EF4-FFF2-40B4-BE49-F238E27FC236}">
                  <a16:creationId xmlns:a16="http://schemas.microsoft.com/office/drawing/2014/main" id="{EA8B637D-A9BF-D575-22EC-58E305B9B955}"/>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25" name="Group 224">
            <a:extLst>
              <a:ext uri="{FF2B5EF4-FFF2-40B4-BE49-F238E27FC236}">
                <a16:creationId xmlns:a16="http://schemas.microsoft.com/office/drawing/2014/main" id="{CDF60641-8C9C-AFB4-CB04-AB446CE83F71}"/>
              </a:ext>
            </a:extLst>
          </p:cNvPr>
          <p:cNvGrpSpPr/>
          <p:nvPr/>
        </p:nvGrpSpPr>
        <p:grpSpPr>
          <a:xfrm>
            <a:off x="8797459" y="2264859"/>
            <a:ext cx="721206" cy="609701"/>
            <a:chOff x="11356242" y="2253333"/>
            <a:chExt cx="721206" cy="609701"/>
          </a:xfrm>
        </p:grpSpPr>
        <p:sp>
          <p:nvSpPr>
            <p:cNvPr id="226" name="Rectangle 225">
              <a:hlinkHover r:id="" action="ppaction://noaction" highlightClick="1"/>
              <a:extLst>
                <a:ext uri="{FF2B5EF4-FFF2-40B4-BE49-F238E27FC236}">
                  <a16:creationId xmlns:a16="http://schemas.microsoft.com/office/drawing/2014/main" id="{98DFE33B-5F8F-B2A6-9986-C3244BBAD143}"/>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227" name="Oval 226">
              <a:extLst>
                <a:ext uri="{FF2B5EF4-FFF2-40B4-BE49-F238E27FC236}">
                  <a16:creationId xmlns:a16="http://schemas.microsoft.com/office/drawing/2014/main" id="{D8218884-3066-9779-7C8D-C377D0A2B402}"/>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28" name="Isosceles Triangle 648">
              <a:extLst>
                <a:ext uri="{FF2B5EF4-FFF2-40B4-BE49-F238E27FC236}">
                  <a16:creationId xmlns:a16="http://schemas.microsoft.com/office/drawing/2014/main" id="{72E4E8B9-0502-8592-133A-014C6358C7D8}"/>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29" name="Group 228">
            <a:extLst>
              <a:ext uri="{FF2B5EF4-FFF2-40B4-BE49-F238E27FC236}">
                <a16:creationId xmlns:a16="http://schemas.microsoft.com/office/drawing/2014/main" id="{68D1F35C-DF38-7725-7E1C-332C7B93EECC}"/>
              </a:ext>
            </a:extLst>
          </p:cNvPr>
          <p:cNvGrpSpPr/>
          <p:nvPr/>
        </p:nvGrpSpPr>
        <p:grpSpPr>
          <a:xfrm>
            <a:off x="10506580" y="2253333"/>
            <a:ext cx="721206" cy="609701"/>
            <a:chOff x="10506580" y="2253333"/>
            <a:chExt cx="721206" cy="609701"/>
          </a:xfrm>
        </p:grpSpPr>
        <p:sp>
          <p:nvSpPr>
            <p:cNvPr id="230" name="Rectangle 229">
              <a:hlinkHover r:id="" action="ppaction://noaction" highlightClick="1"/>
              <a:extLst>
                <a:ext uri="{FF2B5EF4-FFF2-40B4-BE49-F238E27FC236}">
                  <a16:creationId xmlns:a16="http://schemas.microsoft.com/office/drawing/2014/main" id="{AC3D7BAB-25F8-03A2-AF67-7B4DECA68F4B}"/>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231" name="Diamond 230">
              <a:extLst>
                <a:ext uri="{FF2B5EF4-FFF2-40B4-BE49-F238E27FC236}">
                  <a16:creationId xmlns:a16="http://schemas.microsoft.com/office/drawing/2014/main" id="{39227207-4CA1-268B-A2F6-AB06CF7909E9}"/>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2" name="Oval 231">
              <a:extLst>
                <a:ext uri="{FF2B5EF4-FFF2-40B4-BE49-F238E27FC236}">
                  <a16:creationId xmlns:a16="http://schemas.microsoft.com/office/drawing/2014/main" id="{0F4E1D3A-7CFF-3541-3C42-118B8D330000}"/>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33" name="Group 232">
            <a:extLst>
              <a:ext uri="{FF2B5EF4-FFF2-40B4-BE49-F238E27FC236}">
                <a16:creationId xmlns:a16="http://schemas.microsoft.com/office/drawing/2014/main" id="{9859FD16-B333-8C5F-421F-D9E58D5C7AE8}"/>
              </a:ext>
            </a:extLst>
          </p:cNvPr>
          <p:cNvGrpSpPr/>
          <p:nvPr/>
        </p:nvGrpSpPr>
        <p:grpSpPr>
          <a:xfrm>
            <a:off x="5454173" y="2257175"/>
            <a:ext cx="721206" cy="609701"/>
            <a:chOff x="6287891" y="2253333"/>
            <a:chExt cx="721206" cy="609701"/>
          </a:xfrm>
        </p:grpSpPr>
        <p:sp>
          <p:nvSpPr>
            <p:cNvPr id="234" name="Rectangle 233">
              <a:extLst>
                <a:ext uri="{FF2B5EF4-FFF2-40B4-BE49-F238E27FC236}">
                  <a16:creationId xmlns:a16="http://schemas.microsoft.com/office/drawing/2014/main" id="{0FDB9FC8-B915-7612-EDA3-E17D862009D7}"/>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235" name="Right Triangle 234">
              <a:extLst>
                <a:ext uri="{FF2B5EF4-FFF2-40B4-BE49-F238E27FC236}">
                  <a16:creationId xmlns:a16="http://schemas.microsoft.com/office/drawing/2014/main" id="{008F8D81-BB52-5A6A-B95E-3EE69874B059}"/>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36" name="Group 235">
              <a:extLst>
                <a:ext uri="{FF2B5EF4-FFF2-40B4-BE49-F238E27FC236}">
                  <a16:creationId xmlns:a16="http://schemas.microsoft.com/office/drawing/2014/main" id="{F31BA593-71DF-FF57-0619-74BDF970B4B3}"/>
                </a:ext>
              </a:extLst>
            </p:cNvPr>
            <p:cNvGrpSpPr/>
            <p:nvPr/>
          </p:nvGrpSpPr>
          <p:grpSpPr>
            <a:xfrm>
              <a:off x="6952470" y="2265099"/>
              <a:ext cx="37817" cy="61390"/>
              <a:chOff x="3883481" y="2057400"/>
              <a:chExt cx="1608363" cy="2652031"/>
            </a:xfrm>
            <a:solidFill>
              <a:srgbClr val="A6A6A6">
                <a:alpha val="20000"/>
              </a:srgbClr>
            </a:solidFill>
          </p:grpSpPr>
          <p:sp>
            <p:nvSpPr>
              <p:cNvPr id="237" name="Oval 27">
                <a:extLst>
                  <a:ext uri="{FF2B5EF4-FFF2-40B4-BE49-F238E27FC236}">
                    <a16:creationId xmlns:a16="http://schemas.microsoft.com/office/drawing/2014/main" id="{14608BA5-3BEC-8BEF-B8F0-91FE90590A3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8" name="Oval 28">
                <a:extLst>
                  <a:ext uri="{FF2B5EF4-FFF2-40B4-BE49-F238E27FC236}">
                    <a16:creationId xmlns:a16="http://schemas.microsoft.com/office/drawing/2014/main" id="{75DF813F-225D-F888-E614-7BA7026D005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39" name="Group 238">
            <a:extLst>
              <a:ext uri="{FF2B5EF4-FFF2-40B4-BE49-F238E27FC236}">
                <a16:creationId xmlns:a16="http://schemas.microsoft.com/office/drawing/2014/main" id="{F21DA8FB-9868-1260-8B04-B0F1FA7B27C8}"/>
              </a:ext>
            </a:extLst>
          </p:cNvPr>
          <p:cNvGrpSpPr/>
          <p:nvPr/>
        </p:nvGrpSpPr>
        <p:grpSpPr>
          <a:xfrm>
            <a:off x="7113172" y="2252067"/>
            <a:ext cx="728239" cy="609701"/>
            <a:chOff x="5442073" y="811556"/>
            <a:chExt cx="728239" cy="609701"/>
          </a:xfrm>
        </p:grpSpPr>
        <p:sp>
          <p:nvSpPr>
            <p:cNvPr id="240" name="Rectangle 239">
              <a:extLst>
                <a:ext uri="{FF2B5EF4-FFF2-40B4-BE49-F238E27FC236}">
                  <a16:creationId xmlns:a16="http://schemas.microsoft.com/office/drawing/2014/main" id="{59AB4863-A650-64B9-2ACA-54FAC14BA509}"/>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241" name="Rectangle 240">
              <a:extLst>
                <a:ext uri="{FF2B5EF4-FFF2-40B4-BE49-F238E27FC236}">
                  <a16:creationId xmlns:a16="http://schemas.microsoft.com/office/drawing/2014/main" id="{19BD7A39-16B6-6AB9-D1FA-538F4B5A4F47}"/>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42" name="Oval 15">
              <a:extLst>
                <a:ext uri="{FF2B5EF4-FFF2-40B4-BE49-F238E27FC236}">
                  <a16:creationId xmlns:a16="http://schemas.microsoft.com/office/drawing/2014/main" id="{B73050CA-8080-4FC8-8E4C-E6F92AE43654}"/>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43" name="Straight Connector 242">
              <a:extLst>
                <a:ext uri="{FF2B5EF4-FFF2-40B4-BE49-F238E27FC236}">
                  <a16:creationId xmlns:a16="http://schemas.microsoft.com/office/drawing/2014/main" id="{464CD0C2-F8CB-FE6C-6A44-38143D929D88}"/>
                </a:ext>
              </a:extLst>
            </p:cNvPr>
            <p:cNvCxnSpPr>
              <a:cxnSpLocks/>
              <a:stCxn id="242"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44" name="Straight Connector 243">
              <a:extLst>
                <a:ext uri="{FF2B5EF4-FFF2-40B4-BE49-F238E27FC236}">
                  <a16:creationId xmlns:a16="http://schemas.microsoft.com/office/drawing/2014/main" id="{D18D9DFA-97AD-66DE-E5F1-0062F5793B3F}"/>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45" name="Group 244">
            <a:extLst>
              <a:ext uri="{FF2B5EF4-FFF2-40B4-BE49-F238E27FC236}">
                <a16:creationId xmlns:a16="http://schemas.microsoft.com/office/drawing/2014/main" id="{820EC4A8-21E4-8D4E-07BE-6688BE300AEC}"/>
              </a:ext>
            </a:extLst>
          </p:cNvPr>
          <p:cNvGrpSpPr/>
          <p:nvPr/>
        </p:nvGrpSpPr>
        <p:grpSpPr>
          <a:xfrm>
            <a:off x="11353919" y="2251694"/>
            <a:ext cx="721206" cy="609701"/>
            <a:chOff x="8807250" y="2253334"/>
            <a:chExt cx="721206" cy="609701"/>
          </a:xfrm>
        </p:grpSpPr>
        <p:sp>
          <p:nvSpPr>
            <p:cNvPr id="246" name="Rectangle 245">
              <a:extLst>
                <a:ext uri="{FF2B5EF4-FFF2-40B4-BE49-F238E27FC236}">
                  <a16:creationId xmlns:a16="http://schemas.microsoft.com/office/drawing/2014/main" id="{51497196-6F97-98C2-BD27-AEFAA47B9BEE}"/>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247" name="Right Triangle 246">
              <a:extLst>
                <a:ext uri="{FF2B5EF4-FFF2-40B4-BE49-F238E27FC236}">
                  <a16:creationId xmlns:a16="http://schemas.microsoft.com/office/drawing/2014/main" id="{C303E8AF-E3F4-C374-E7FE-8806D889C4B6}"/>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48" name="Oval 27">
              <a:extLst>
                <a:ext uri="{FF2B5EF4-FFF2-40B4-BE49-F238E27FC236}">
                  <a16:creationId xmlns:a16="http://schemas.microsoft.com/office/drawing/2014/main" id="{5B0B4172-6760-B257-F3BC-FBBCE8547BB0}"/>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49" name="Oval 28">
              <a:extLst>
                <a:ext uri="{FF2B5EF4-FFF2-40B4-BE49-F238E27FC236}">
                  <a16:creationId xmlns:a16="http://schemas.microsoft.com/office/drawing/2014/main" id="{70A3E8B5-651C-DFA4-C718-32BA59F41082}"/>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50" name="Group 249">
            <a:extLst>
              <a:ext uri="{FF2B5EF4-FFF2-40B4-BE49-F238E27FC236}">
                <a16:creationId xmlns:a16="http://schemas.microsoft.com/office/drawing/2014/main" id="{BF4461E5-3A28-199E-1E3D-6A9D9FA85D72}"/>
              </a:ext>
            </a:extLst>
          </p:cNvPr>
          <p:cNvGrpSpPr/>
          <p:nvPr/>
        </p:nvGrpSpPr>
        <p:grpSpPr>
          <a:xfrm>
            <a:off x="7905566" y="751337"/>
            <a:ext cx="3396155" cy="4999377"/>
            <a:chOff x="7905566" y="751337"/>
            <a:chExt cx="3396155" cy="4999377"/>
          </a:xfrm>
        </p:grpSpPr>
        <p:cxnSp>
          <p:nvCxnSpPr>
            <p:cNvPr id="251" name="Straight Connector 250">
              <a:extLst>
                <a:ext uri="{FF2B5EF4-FFF2-40B4-BE49-F238E27FC236}">
                  <a16:creationId xmlns:a16="http://schemas.microsoft.com/office/drawing/2014/main" id="{DE00D700-E25A-1A10-8309-70EBAA41F07B}"/>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52" name="Straight Connector 251">
              <a:extLst>
                <a:ext uri="{FF2B5EF4-FFF2-40B4-BE49-F238E27FC236}">
                  <a16:creationId xmlns:a16="http://schemas.microsoft.com/office/drawing/2014/main" id="{E27E4356-1250-6A41-57E2-4CE6629033CA}"/>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86CDB70B-5DF8-1051-468D-9010FFF408AB}"/>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a:extLst>
                <a:ext uri="{FF2B5EF4-FFF2-40B4-BE49-F238E27FC236}">
                  <a16:creationId xmlns:a16="http://schemas.microsoft.com/office/drawing/2014/main" id="{5CBBEE0B-3068-54AC-687C-5CB8028CDE7D}"/>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55" name="Straight Connector 254">
              <a:extLst>
                <a:ext uri="{FF2B5EF4-FFF2-40B4-BE49-F238E27FC236}">
                  <a16:creationId xmlns:a16="http://schemas.microsoft.com/office/drawing/2014/main" id="{4C2C4B3E-0779-DDA0-36F3-EE3C71BBE99A}"/>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3" name="Straight Connector 502">
              <a:extLst>
                <a:ext uri="{FF2B5EF4-FFF2-40B4-BE49-F238E27FC236}">
                  <a16:creationId xmlns:a16="http://schemas.microsoft.com/office/drawing/2014/main" id="{F1356F28-4D1B-0704-4751-55FE7516608B}"/>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7924CF13-F8CB-78C9-91AE-4790139B61B7}"/>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505" name="Straight Connector 504">
            <a:extLst>
              <a:ext uri="{FF2B5EF4-FFF2-40B4-BE49-F238E27FC236}">
                <a16:creationId xmlns:a16="http://schemas.microsoft.com/office/drawing/2014/main" id="{9E84AA06-45F6-553C-E3BD-EFC5745BBA61}"/>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17" name="Picture 16">
            <a:hlinkClick r:id="rId21" action="ppaction://hlinksldjump"/>
            <a:extLst>
              <a:ext uri="{FF2B5EF4-FFF2-40B4-BE49-F238E27FC236}">
                <a16:creationId xmlns:a16="http://schemas.microsoft.com/office/drawing/2014/main" id="{02D00892-F3E6-156D-29F4-4A253AD3A141}"/>
              </a:ext>
            </a:extLst>
          </p:cNvPr>
          <p:cNvPicPr>
            <a:picLocks noChangeAspect="1"/>
          </p:cNvPicPr>
          <p:nvPr/>
        </p:nvPicPr>
        <p:blipFill>
          <a:blip r:embed="rId22"/>
          <a:stretch>
            <a:fillRect/>
          </a:stretch>
        </p:blipFill>
        <p:spPr>
          <a:xfrm>
            <a:off x="0" y="0"/>
            <a:ext cx="211626" cy="6858000"/>
          </a:xfrm>
          <a:prstGeom prst="rect">
            <a:avLst/>
          </a:prstGeom>
        </p:spPr>
      </p:pic>
      <p:grpSp>
        <p:nvGrpSpPr>
          <p:cNvPr id="18" name="Group 17">
            <a:extLst>
              <a:ext uri="{FF2B5EF4-FFF2-40B4-BE49-F238E27FC236}">
                <a16:creationId xmlns:a16="http://schemas.microsoft.com/office/drawing/2014/main" id="{58696FEB-5990-A21E-483E-3F5B0CDEED56}"/>
              </a:ext>
            </a:extLst>
          </p:cNvPr>
          <p:cNvGrpSpPr/>
          <p:nvPr/>
        </p:nvGrpSpPr>
        <p:grpSpPr>
          <a:xfrm>
            <a:off x="9652491" y="2986436"/>
            <a:ext cx="721206" cy="609701"/>
            <a:chOff x="9657972" y="90836"/>
            <a:chExt cx="721206" cy="609701"/>
          </a:xfrm>
        </p:grpSpPr>
        <p:sp>
          <p:nvSpPr>
            <p:cNvPr id="19" name="Rectangle 18">
              <a:hlinkHover r:id="" action="ppaction://noaction" highlightClick="1"/>
              <a:extLst>
                <a:ext uri="{FF2B5EF4-FFF2-40B4-BE49-F238E27FC236}">
                  <a16:creationId xmlns:a16="http://schemas.microsoft.com/office/drawing/2014/main" id="{D4A6616E-D1D7-D5C8-D2DC-CB2AE1767AFD}"/>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20" name="Diamond 19">
              <a:extLst>
                <a:ext uri="{FF2B5EF4-FFF2-40B4-BE49-F238E27FC236}">
                  <a16:creationId xmlns:a16="http://schemas.microsoft.com/office/drawing/2014/main" id="{A294415C-05F1-FF44-6987-7676BF2324FA}"/>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Oval 26">
              <a:extLst>
                <a:ext uri="{FF2B5EF4-FFF2-40B4-BE49-F238E27FC236}">
                  <a16:creationId xmlns:a16="http://schemas.microsoft.com/office/drawing/2014/main" id="{9B0F41DF-E7EE-043C-711E-BC230A13109A}"/>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71397245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0352" y="173237"/>
            <a:ext cx="5811375"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Threat Management</a:t>
            </a:r>
          </a:p>
        </p:txBody>
      </p:sp>
      <p:sp>
        <p:nvSpPr>
          <p:cNvPr id="72" name="Rectangle 71">
            <a:hlinkClick r:id="rId3" action="ppaction://hlinksldjump"/>
            <a:hlinkHover r:id="rId3" action="ppaction://hlinksldjump"/>
            <a:extLst>
              <a:ext uri="{FF2B5EF4-FFF2-40B4-BE49-F238E27FC236}">
                <a16:creationId xmlns:a16="http://schemas.microsoft.com/office/drawing/2014/main" id="{7B6C74B4-0D15-4133-ABB7-D49EC4B48106}"/>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99D1CF9E-9334-4892-A1B4-8BD880071CD4}"/>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B6EDB2E2-C036-4C63-A0AA-31F8C95BB695}"/>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492BD0BC-CA7F-4ACD-9DF4-B5235AC47FED}"/>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5149CD33-BC55-4BAA-89DA-1C26B54A412D}"/>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EB11194D-C509-4607-8A6B-EB62CCA90CDF}"/>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6C63CD7F-17A0-467E-995D-8B5D8B1F77CB}"/>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9DC9C88D-07F3-4A79-9622-1BFD1591089B}"/>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970530A1-1C6E-40DD-957E-6B68A8CFE585}"/>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67F0FB47-CB22-4B3F-A8D5-14F2600EDEF6}"/>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2F896F2C-B203-4536-B675-FE046C99A0FD}"/>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6329DA3F-90B9-457B-91CA-A73D502C4CC9}"/>
              </a:ext>
            </a:extLst>
          </p:cNvPr>
          <p:cNvSpPr/>
          <p:nvPr/>
        </p:nvSpPr>
        <p:spPr>
          <a:xfrm>
            <a:off x="8237428" y="5873750"/>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22063496-DFC7-44EC-A024-B02D5D3CA81E}"/>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9F707FBC-6F2A-4611-B5B7-A2FB15FCEAAE}"/>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7C1B2926-49ED-4842-BEB3-E7ABEBADB76C}"/>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672746AA-DD17-42F3-AFDA-C0E2FBB3F45A}"/>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5D451CC7-9997-4481-A3A1-088FA00DDD51}"/>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98" name="Rectangle 97">
            <a:hlinkClick r:id="rId20" action="ppaction://hlinksldjump"/>
            <a:hlinkHover r:id="rId20" action="ppaction://hlinksldjump"/>
            <a:extLst>
              <a:ext uri="{FF2B5EF4-FFF2-40B4-BE49-F238E27FC236}">
                <a16:creationId xmlns:a16="http://schemas.microsoft.com/office/drawing/2014/main" id="{C3360A20-6ABA-43E2-9337-6475DE7C3E2F}"/>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2" name="Rectangle 1">
            <a:extLst>
              <a:ext uri="{FF2B5EF4-FFF2-40B4-BE49-F238E27FC236}">
                <a16:creationId xmlns:a16="http://schemas.microsoft.com/office/drawing/2014/main" id="{90BD60CB-6D8B-39C3-FCC5-A38B90923D0E}"/>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22CBE893-3EAB-0F2C-40CE-040A1F96DF93}"/>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B3EDF325-4A15-6B38-0EC0-B32B5F9F80D2}"/>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6D7DE228-D9D0-D77B-297A-42116BE1C50A}"/>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6CED3391-FAB9-F91A-DF48-A53748C274F5}"/>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468959EC-28CF-1AA1-4818-5DA4FEFBEEDB}"/>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3" name="Group 22">
            <a:extLst>
              <a:ext uri="{FF2B5EF4-FFF2-40B4-BE49-F238E27FC236}">
                <a16:creationId xmlns:a16="http://schemas.microsoft.com/office/drawing/2014/main" id="{AC71A534-D3DF-B7E0-F2B0-C21321EF9320}"/>
              </a:ext>
            </a:extLst>
          </p:cNvPr>
          <p:cNvGrpSpPr/>
          <p:nvPr/>
        </p:nvGrpSpPr>
        <p:grpSpPr>
          <a:xfrm>
            <a:off x="3779655" y="811556"/>
            <a:ext cx="721206" cy="609701"/>
            <a:chOff x="3779655" y="811556"/>
            <a:chExt cx="721206" cy="609701"/>
          </a:xfrm>
        </p:grpSpPr>
        <p:sp>
          <p:nvSpPr>
            <p:cNvPr id="24" name="Rectangle 23">
              <a:extLst>
                <a:ext uri="{FF2B5EF4-FFF2-40B4-BE49-F238E27FC236}">
                  <a16:creationId xmlns:a16="http://schemas.microsoft.com/office/drawing/2014/main" id="{588C4E0D-E7D1-A758-5BD6-AABC11BCF3A7}"/>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5" name="Rectangle 24">
              <a:extLst>
                <a:ext uri="{FF2B5EF4-FFF2-40B4-BE49-F238E27FC236}">
                  <a16:creationId xmlns:a16="http://schemas.microsoft.com/office/drawing/2014/main" id="{61974051-84FA-DF3A-FC30-E572C353B51E}"/>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6" name="Oval 15">
              <a:extLst>
                <a:ext uri="{FF2B5EF4-FFF2-40B4-BE49-F238E27FC236}">
                  <a16:creationId xmlns:a16="http://schemas.microsoft.com/office/drawing/2014/main" id="{A9A11970-7E11-27F6-E4DD-976E09254338}"/>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2" name="Straight Connector 31">
              <a:extLst>
                <a:ext uri="{FF2B5EF4-FFF2-40B4-BE49-F238E27FC236}">
                  <a16:creationId xmlns:a16="http://schemas.microsoft.com/office/drawing/2014/main" id="{344BAC56-16D4-2ACD-45F7-28173D81C7DD}"/>
                </a:ext>
              </a:extLst>
            </p:cNvPr>
            <p:cNvCxnSpPr>
              <a:cxnSpLocks/>
              <a:stCxn id="26"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3" name="Straight Connector 32">
              <a:extLst>
                <a:ext uri="{FF2B5EF4-FFF2-40B4-BE49-F238E27FC236}">
                  <a16:creationId xmlns:a16="http://schemas.microsoft.com/office/drawing/2014/main" id="{33F1D264-BBE5-126F-573B-7DD12DCEB387}"/>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5" name="Group 54">
            <a:extLst>
              <a:ext uri="{FF2B5EF4-FFF2-40B4-BE49-F238E27FC236}">
                <a16:creationId xmlns:a16="http://schemas.microsoft.com/office/drawing/2014/main" id="{24871D96-7067-F409-7953-476480576F9D}"/>
              </a:ext>
            </a:extLst>
          </p:cNvPr>
          <p:cNvGrpSpPr/>
          <p:nvPr/>
        </p:nvGrpSpPr>
        <p:grpSpPr>
          <a:xfrm>
            <a:off x="5448056" y="1532276"/>
            <a:ext cx="721206" cy="609701"/>
            <a:chOff x="5448056" y="1532276"/>
            <a:chExt cx="721206" cy="609701"/>
          </a:xfrm>
        </p:grpSpPr>
        <p:sp>
          <p:nvSpPr>
            <p:cNvPr id="56" name="Rectangle 55">
              <a:extLst>
                <a:ext uri="{FF2B5EF4-FFF2-40B4-BE49-F238E27FC236}">
                  <a16:creationId xmlns:a16="http://schemas.microsoft.com/office/drawing/2014/main" id="{A8FF735F-E962-3D9E-31DB-005901FB0231}"/>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61" name="Rectangle 60">
              <a:extLst>
                <a:ext uri="{FF2B5EF4-FFF2-40B4-BE49-F238E27FC236}">
                  <a16:creationId xmlns:a16="http://schemas.microsoft.com/office/drawing/2014/main" id="{76C0AEB0-495E-5404-44C6-E279CE578F9E}"/>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 name="Oval 15">
              <a:extLst>
                <a:ext uri="{FF2B5EF4-FFF2-40B4-BE49-F238E27FC236}">
                  <a16:creationId xmlns:a16="http://schemas.microsoft.com/office/drawing/2014/main" id="{401C1C69-E238-FF2F-4925-414308A82E1F}"/>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 name="Straight Connector 62">
              <a:extLst>
                <a:ext uri="{FF2B5EF4-FFF2-40B4-BE49-F238E27FC236}">
                  <a16:creationId xmlns:a16="http://schemas.microsoft.com/office/drawing/2014/main" id="{9456D72F-9E26-70F0-185B-E6DB7DAB147F}"/>
                </a:ext>
              </a:extLst>
            </p:cNvPr>
            <p:cNvCxnSpPr>
              <a:cxnSpLocks/>
              <a:stCxn id="62"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4" name="Straight Connector 63">
              <a:extLst>
                <a:ext uri="{FF2B5EF4-FFF2-40B4-BE49-F238E27FC236}">
                  <a16:creationId xmlns:a16="http://schemas.microsoft.com/office/drawing/2014/main" id="{39C32C33-B7E2-6370-89F2-8BC27B88F280}"/>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 name="Group 64">
            <a:extLst>
              <a:ext uri="{FF2B5EF4-FFF2-40B4-BE49-F238E27FC236}">
                <a16:creationId xmlns:a16="http://schemas.microsoft.com/office/drawing/2014/main" id="{FBC2CD81-5099-5348-07A0-C90D41A1AD23}"/>
              </a:ext>
            </a:extLst>
          </p:cNvPr>
          <p:cNvGrpSpPr/>
          <p:nvPr/>
        </p:nvGrpSpPr>
        <p:grpSpPr>
          <a:xfrm>
            <a:off x="6284565" y="1532276"/>
            <a:ext cx="721206" cy="609701"/>
            <a:chOff x="6284565" y="1532276"/>
            <a:chExt cx="721206" cy="609701"/>
          </a:xfrm>
        </p:grpSpPr>
        <p:sp>
          <p:nvSpPr>
            <p:cNvPr id="66" name="Rectangle 65">
              <a:extLst>
                <a:ext uri="{FF2B5EF4-FFF2-40B4-BE49-F238E27FC236}">
                  <a16:creationId xmlns:a16="http://schemas.microsoft.com/office/drawing/2014/main" id="{0F2B9DB3-EA60-72D8-FA20-9F138A576BEE}"/>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90" name="Rectangle 89">
              <a:extLst>
                <a:ext uri="{FF2B5EF4-FFF2-40B4-BE49-F238E27FC236}">
                  <a16:creationId xmlns:a16="http://schemas.microsoft.com/office/drawing/2014/main" id="{72A7F7BD-3D56-902F-BD37-D2C5D4722369}"/>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 name="Oval 15">
              <a:extLst>
                <a:ext uri="{FF2B5EF4-FFF2-40B4-BE49-F238E27FC236}">
                  <a16:creationId xmlns:a16="http://schemas.microsoft.com/office/drawing/2014/main" id="{01EE5C9C-C31E-E26E-918C-97A047D2E671}"/>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 name="Straight Connector 91">
              <a:extLst>
                <a:ext uri="{FF2B5EF4-FFF2-40B4-BE49-F238E27FC236}">
                  <a16:creationId xmlns:a16="http://schemas.microsoft.com/office/drawing/2014/main" id="{5FA99E91-6A35-C771-7B3E-082C6475B426}"/>
                </a:ext>
              </a:extLst>
            </p:cNvPr>
            <p:cNvCxnSpPr>
              <a:cxnSpLocks/>
              <a:stCxn id="91"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3" name="Straight Connector 92">
              <a:extLst>
                <a:ext uri="{FF2B5EF4-FFF2-40B4-BE49-F238E27FC236}">
                  <a16:creationId xmlns:a16="http://schemas.microsoft.com/office/drawing/2014/main" id="{6F954766-D377-8DDF-2317-68CB539E0483}"/>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 name="Group 93">
            <a:extLst>
              <a:ext uri="{FF2B5EF4-FFF2-40B4-BE49-F238E27FC236}">
                <a16:creationId xmlns:a16="http://schemas.microsoft.com/office/drawing/2014/main" id="{ADEEACEC-C8F4-4CE3-61DD-1B2D5BCF74B7}"/>
              </a:ext>
            </a:extLst>
          </p:cNvPr>
          <p:cNvGrpSpPr/>
          <p:nvPr/>
        </p:nvGrpSpPr>
        <p:grpSpPr>
          <a:xfrm>
            <a:off x="7121069" y="1532276"/>
            <a:ext cx="721206" cy="609701"/>
            <a:chOff x="7121069" y="1532276"/>
            <a:chExt cx="721206" cy="609701"/>
          </a:xfrm>
        </p:grpSpPr>
        <p:sp>
          <p:nvSpPr>
            <p:cNvPr id="95" name="Rectangle 94">
              <a:extLst>
                <a:ext uri="{FF2B5EF4-FFF2-40B4-BE49-F238E27FC236}">
                  <a16:creationId xmlns:a16="http://schemas.microsoft.com/office/drawing/2014/main" id="{CF82A4BD-8965-757F-F46A-F0EC44D2DFBE}"/>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96" name="Rectangle 95">
              <a:extLst>
                <a:ext uri="{FF2B5EF4-FFF2-40B4-BE49-F238E27FC236}">
                  <a16:creationId xmlns:a16="http://schemas.microsoft.com/office/drawing/2014/main" id="{2545A59B-6707-AD3C-C36C-E16CFDDDBE27}"/>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 name="Oval 15">
              <a:extLst>
                <a:ext uri="{FF2B5EF4-FFF2-40B4-BE49-F238E27FC236}">
                  <a16:creationId xmlns:a16="http://schemas.microsoft.com/office/drawing/2014/main" id="{E6365BF1-91DE-68BF-3F44-09240783BC7D}"/>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9" name="Straight Connector 98">
              <a:extLst>
                <a:ext uri="{FF2B5EF4-FFF2-40B4-BE49-F238E27FC236}">
                  <a16:creationId xmlns:a16="http://schemas.microsoft.com/office/drawing/2014/main" id="{753D6B17-0DBB-DF92-D16A-E539B4F185C3}"/>
                </a:ext>
              </a:extLst>
            </p:cNvPr>
            <p:cNvCxnSpPr>
              <a:cxnSpLocks/>
              <a:stCxn id="97"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0" name="Straight Connector 99">
              <a:extLst>
                <a:ext uri="{FF2B5EF4-FFF2-40B4-BE49-F238E27FC236}">
                  <a16:creationId xmlns:a16="http://schemas.microsoft.com/office/drawing/2014/main" id="{2D8D4D00-5BF7-67F0-3269-EC6FC5800568}"/>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1" name="Group 100">
            <a:extLst>
              <a:ext uri="{FF2B5EF4-FFF2-40B4-BE49-F238E27FC236}">
                <a16:creationId xmlns:a16="http://schemas.microsoft.com/office/drawing/2014/main" id="{451AE32B-2A62-21B3-7AF9-32BCB062864C}"/>
              </a:ext>
            </a:extLst>
          </p:cNvPr>
          <p:cNvGrpSpPr/>
          <p:nvPr/>
        </p:nvGrpSpPr>
        <p:grpSpPr>
          <a:xfrm>
            <a:off x="3775045" y="1532276"/>
            <a:ext cx="721206" cy="609701"/>
            <a:chOff x="3775045" y="1532276"/>
            <a:chExt cx="721206" cy="609701"/>
          </a:xfrm>
        </p:grpSpPr>
        <p:sp>
          <p:nvSpPr>
            <p:cNvPr id="102" name="Rectangle 101">
              <a:extLst>
                <a:ext uri="{FF2B5EF4-FFF2-40B4-BE49-F238E27FC236}">
                  <a16:creationId xmlns:a16="http://schemas.microsoft.com/office/drawing/2014/main" id="{8E011DF1-D32F-8F40-9E15-3388CAB65878}"/>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03" name="Right Triangle 102">
              <a:extLst>
                <a:ext uri="{FF2B5EF4-FFF2-40B4-BE49-F238E27FC236}">
                  <a16:creationId xmlns:a16="http://schemas.microsoft.com/office/drawing/2014/main" id="{45748F5B-7DCF-6ECB-6B01-44E5B2C37DDD}"/>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4" name="Group 103">
              <a:extLst>
                <a:ext uri="{FF2B5EF4-FFF2-40B4-BE49-F238E27FC236}">
                  <a16:creationId xmlns:a16="http://schemas.microsoft.com/office/drawing/2014/main" id="{60304503-6336-5973-EAD4-B7413D740A26}"/>
                </a:ext>
              </a:extLst>
            </p:cNvPr>
            <p:cNvGrpSpPr/>
            <p:nvPr/>
          </p:nvGrpSpPr>
          <p:grpSpPr>
            <a:xfrm>
              <a:off x="4440495" y="1542936"/>
              <a:ext cx="37817" cy="61390"/>
              <a:chOff x="3883481" y="2057400"/>
              <a:chExt cx="1608363" cy="2652031"/>
            </a:xfrm>
            <a:solidFill>
              <a:srgbClr val="A6A6A6">
                <a:alpha val="20000"/>
              </a:srgbClr>
            </a:solidFill>
          </p:grpSpPr>
          <p:sp>
            <p:nvSpPr>
              <p:cNvPr id="105" name="Oval 27">
                <a:extLst>
                  <a:ext uri="{FF2B5EF4-FFF2-40B4-BE49-F238E27FC236}">
                    <a16:creationId xmlns:a16="http://schemas.microsoft.com/office/drawing/2014/main" id="{A2A93239-1DA6-1ACB-285B-1002F93ABC9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 name="Oval 28">
                <a:extLst>
                  <a:ext uri="{FF2B5EF4-FFF2-40B4-BE49-F238E27FC236}">
                    <a16:creationId xmlns:a16="http://schemas.microsoft.com/office/drawing/2014/main" id="{7FA13F40-8317-C600-3637-DBE1153444A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7" name="Group 106">
            <a:extLst>
              <a:ext uri="{FF2B5EF4-FFF2-40B4-BE49-F238E27FC236}">
                <a16:creationId xmlns:a16="http://schemas.microsoft.com/office/drawing/2014/main" id="{599500DB-2FD9-89D2-CC95-A60DCBCFAB25}"/>
              </a:ext>
            </a:extLst>
          </p:cNvPr>
          <p:cNvGrpSpPr/>
          <p:nvPr/>
        </p:nvGrpSpPr>
        <p:grpSpPr>
          <a:xfrm>
            <a:off x="4611552" y="1532276"/>
            <a:ext cx="721206" cy="609701"/>
            <a:chOff x="4611552" y="1532276"/>
            <a:chExt cx="721206" cy="609701"/>
          </a:xfrm>
        </p:grpSpPr>
        <p:sp>
          <p:nvSpPr>
            <p:cNvPr id="108" name="Rectangle 107">
              <a:extLst>
                <a:ext uri="{FF2B5EF4-FFF2-40B4-BE49-F238E27FC236}">
                  <a16:creationId xmlns:a16="http://schemas.microsoft.com/office/drawing/2014/main" id="{D08F1A28-A13D-D143-E892-8E100EA7E44C}"/>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09" name="Right Triangle 108">
              <a:extLst>
                <a:ext uri="{FF2B5EF4-FFF2-40B4-BE49-F238E27FC236}">
                  <a16:creationId xmlns:a16="http://schemas.microsoft.com/office/drawing/2014/main" id="{632D18D1-A4B1-1AEE-3945-84E9BE0BE910}"/>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0" name="Group 109">
              <a:extLst>
                <a:ext uri="{FF2B5EF4-FFF2-40B4-BE49-F238E27FC236}">
                  <a16:creationId xmlns:a16="http://schemas.microsoft.com/office/drawing/2014/main" id="{9FE807C8-F5F1-1640-9C25-449557015724}"/>
                </a:ext>
              </a:extLst>
            </p:cNvPr>
            <p:cNvGrpSpPr/>
            <p:nvPr/>
          </p:nvGrpSpPr>
          <p:grpSpPr>
            <a:xfrm>
              <a:off x="5276135" y="1542936"/>
              <a:ext cx="37817" cy="61390"/>
              <a:chOff x="3883481" y="2057400"/>
              <a:chExt cx="1608363" cy="2652031"/>
            </a:xfrm>
            <a:solidFill>
              <a:srgbClr val="A6A6A6">
                <a:alpha val="20000"/>
              </a:srgbClr>
            </a:solidFill>
          </p:grpSpPr>
          <p:sp>
            <p:nvSpPr>
              <p:cNvPr id="111" name="Oval 27">
                <a:extLst>
                  <a:ext uri="{FF2B5EF4-FFF2-40B4-BE49-F238E27FC236}">
                    <a16:creationId xmlns:a16="http://schemas.microsoft.com/office/drawing/2014/main" id="{1BDE2494-AA56-C2A8-DDD7-8B71761CBB3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 name="Oval 28">
                <a:extLst>
                  <a:ext uri="{FF2B5EF4-FFF2-40B4-BE49-F238E27FC236}">
                    <a16:creationId xmlns:a16="http://schemas.microsoft.com/office/drawing/2014/main" id="{671FA3F1-1DA2-D8F0-835F-87E1DE51008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ED25E9C9-D72B-AC58-C557-2EDD1639F3EF}"/>
              </a:ext>
            </a:extLst>
          </p:cNvPr>
          <p:cNvGrpSpPr/>
          <p:nvPr/>
        </p:nvGrpSpPr>
        <p:grpSpPr>
          <a:xfrm>
            <a:off x="2938537" y="1532271"/>
            <a:ext cx="721206" cy="610042"/>
            <a:chOff x="2938537" y="1532271"/>
            <a:chExt cx="721206" cy="610042"/>
          </a:xfrm>
        </p:grpSpPr>
        <p:sp>
          <p:nvSpPr>
            <p:cNvPr id="448" name="Rectangle 447">
              <a:extLst>
                <a:ext uri="{FF2B5EF4-FFF2-40B4-BE49-F238E27FC236}">
                  <a16:creationId xmlns:a16="http://schemas.microsoft.com/office/drawing/2014/main" id="{7C30F920-4869-E7E4-3D5A-D03B7A5C11E6}"/>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49" name="Right Triangle 448">
              <a:extLst>
                <a:ext uri="{FF2B5EF4-FFF2-40B4-BE49-F238E27FC236}">
                  <a16:creationId xmlns:a16="http://schemas.microsoft.com/office/drawing/2014/main" id="{46D01249-4D4C-9F84-90FD-5FC7CE46816F}"/>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0" name="Oval 27">
              <a:extLst>
                <a:ext uri="{FF2B5EF4-FFF2-40B4-BE49-F238E27FC236}">
                  <a16:creationId xmlns:a16="http://schemas.microsoft.com/office/drawing/2014/main" id="{2CC6077E-3BAC-7DA1-58EA-E4C34945D12C}"/>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1" name="Oval 28">
              <a:extLst>
                <a:ext uri="{FF2B5EF4-FFF2-40B4-BE49-F238E27FC236}">
                  <a16:creationId xmlns:a16="http://schemas.microsoft.com/office/drawing/2014/main" id="{EA7CAE92-25F1-E77A-7198-1B51CACBC382}"/>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2" name="Group 451">
            <a:extLst>
              <a:ext uri="{FF2B5EF4-FFF2-40B4-BE49-F238E27FC236}">
                <a16:creationId xmlns:a16="http://schemas.microsoft.com/office/drawing/2014/main" id="{FD82E45D-FF8E-8CAF-6D23-B7AA8291E6E1}"/>
              </a:ext>
            </a:extLst>
          </p:cNvPr>
          <p:cNvGrpSpPr/>
          <p:nvPr/>
        </p:nvGrpSpPr>
        <p:grpSpPr>
          <a:xfrm>
            <a:off x="6287105" y="2974054"/>
            <a:ext cx="721206" cy="609701"/>
            <a:chOff x="6287105" y="2974054"/>
            <a:chExt cx="721206" cy="609701"/>
          </a:xfrm>
        </p:grpSpPr>
        <p:sp>
          <p:nvSpPr>
            <p:cNvPr id="453" name="Rectangle 452">
              <a:hlinkHover r:id="" action="ppaction://noaction" highlightClick="1"/>
              <a:extLst>
                <a:ext uri="{FF2B5EF4-FFF2-40B4-BE49-F238E27FC236}">
                  <a16:creationId xmlns:a16="http://schemas.microsoft.com/office/drawing/2014/main" id="{1817CA30-FC26-955E-A308-40B6E27BE1EB}"/>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54" name="Rectangle 453">
              <a:extLst>
                <a:ext uri="{FF2B5EF4-FFF2-40B4-BE49-F238E27FC236}">
                  <a16:creationId xmlns:a16="http://schemas.microsoft.com/office/drawing/2014/main" id="{A9EE9DC7-B08F-4373-58A4-B1A5FAD244E4}"/>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5" name="Oval 15">
              <a:extLst>
                <a:ext uri="{FF2B5EF4-FFF2-40B4-BE49-F238E27FC236}">
                  <a16:creationId xmlns:a16="http://schemas.microsoft.com/office/drawing/2014/main" id="{42BCB201-D0DD-E33F-0965-EC73B7B3915C}"/>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6" name="Straight Connector 455">
              <a:extLst>
                <a:ext uri="{FF2B5EF4-FFF2-40B4-BE49-F238E27FC236}">
                  <a16:creationId xmlns:a16="http://schemas.microsoft.com/office/drawing/2014/main" id="{65CC5ABC-2286-BAA5-F9BD-8861CF625295}"/>
                </a:ext>
              </a:extLst>
            </p:cNvPr>
            <p:cNvCxnSpPr>
              <a:cxnSpLocks/>
              <a:stCxn id="455"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57" name="Group 456">
            <a:extLst>
              <a:ext uri="{FF2B5EF4-FFF2-40B4-BE49-F238E27FC236}">
                <a16:creationId xmlns:a16="http://schemas.microsoft.com/office/drawing/2014/main" id="{0C432738-6EB3-485F-0C98-CA2CCD177F9F}"/>
              </a:ext>
            </a:extLst>
          </p:cNvPr>
          <p:cNvGrpSpPr/>
          <p:nvPr/>
        </p:nvGrpSpPr>
        <p:grpSpPr>
          <a:xfrm>
            <a:off x="7123149" y="2974054"/>
            <a:ext cx="721206" cy="646284"/>
            <a:chOff x="7123149" y="2974054"/>
            <a:chExt cx="721206" cy="646284"/>
          </a:xfrm>
        </p:grpSpPr>
        <p:sp>
          <p:nvSpPr>
            <p:cNvPr id="458" name="Rectangle 457">
              <a:hlinkHover r:id="" action="ppaction://noaction" highlightClick="1"/>
              <a:extLst>
                <a:ext uri="{FF2B5EF4-FFF2-40B4-BE49-F238E27FC236}">
                  <a16:creationId xmlns:a16="http://schemas.microsoft.com/office/drawing/2014/main" id="{FC5182A3-2B63-ABAD-81BD-9F88403B1FDC}"/>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59" name="Rectangle 458">
              <a:extLst>
                <a:ext uri="{FF2B5EF4-FFF2-40B4-BE49-F238E27FC236}">
                  <a16:creationId xmlns:a16="http://schemas.microsoft.com/office/drawing/2014/main" id="{240152FB-F7E5-0EAE-330E-B7D745138793}"/>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0" name="Oval 15">
              <a:extLst>
                <a:ext uri="{FF2B5EF4-FFF2-40B4-BE49-F238E27FC236}">
                  <a16:creationId xmlns:a16="http://schemas.microsoft.com/office/drawing/2014/main" id="{E2B2E550-8303-A46D-4F5E-FB6D09BC0F78}"/>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1" name="Straight Connector 460">
              <a:extLst>
                <a:ext uri="{FF2B5EF4-FFF2-40B4-BE49-F238E27FC236}">
                  <a16:creationId xmlns:a16="http://schemas.microsoft.com/office/drawing/2014/main" id="{15A8EFF8-9F86-3596-015F-6A65E030561B}"/>
                </a:ext>
              </a:extLst>
            </p:cNvPr>
            <p:cNvCxnSpPr>
              <a:cxnSpLocks/>
              <a:stCxn id="460"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2" name="Straight Connector 461">
              <a:extLst>
                <a:ext uri="{FF2B5EF4-FFF2-40B4-BE49-F238E27FC236}">
                  <a16:creationId xmlns:a16="http://schemas.microsoft.com/office/drawing/2014/main" id="{B27F0B38-3172-C7BF-ABE0-6C647E55CECA}"/>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3" name="Group 462">
            <a:extLst>
              <a:ext uri="{FF2B5EF4-FFF2-40B4-BE49-F238E27FC236}">
                <a16:creationId xmlns:a16="http://schemas.microsoft.com/office/drawing/2014/main" id="{637732D5-7D85-5857-E677-B719B4ECB446}"/>
              </a:ext>
            </a:extLst>
          </p:cNvPr>
          <p:cNvGrpSpPr/>
          <p:nvPr/>
        </p:nvGrpSpPr>
        <p:grpSpPr>
          <a:xfrm>
            <a:off x="7959200" y="2974054"/>
            <a:ext cx="721206" cy="609701"/>
            <a:chOff x="7959200" y="2974054"/>
            <a:chExt cx="721206" cy="609701"/>
          </a:xfrm>
        </p:grpSpPr>
        <p:sp>
          <p:nvSpPr>
            <p:cNvPr id="464" name="Rectangle 463">
              <a:hlinkHover r:id="" action="ppaction://noaction" highlightClick="1"/>
              <a:extLst>
                <a:ext uri="{FF2B5EF4-FFF2-40B4-BE49-F238E27FC236}">
                  <a16:creationId xmlns:a16="http://schemas.microsoft.com/office/drawing/2014/main" id="{8488B89F-377D-1497-8B24-1214DF8E1345}"/>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65" name="Diamond 464">
              <a:extLst>
                <a:ext uri="{FF2B5EF4-FFF2-40B4-BE49-F238E27FC236}">
                  <a16:creationId xmlns:a16="http://schemas.microsoft.com/office/drawing/2014/main" id="{33F6AE3A-F847-4F79-E381-DF398A78D314}"/>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6" name="Oval 465">
              <a:extLst>
                <a:ext uri="{FF2B5EF4-FFF2-40B4-BE49-F238E27FC236}">
                  <a16:creationId xmlns:a16="http://schemas.microsoft.com/office/drawing/2014/main" id="{A44DBB0E-F6A5-9691-D800-5CB0C7457B50}"/>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7" name="Group 466">
            <a:extLst>
              <a:ext uri="{FF2B5EF4-FFF2-40B4-BE49-F238E27FC236}">
                <a16:creationId xmlns:a16="http://schemas.microsoft.com/office/drawing/2014/main" id="{A814F124-6DAB-0AC5-E853-DB423FF1768E}"/>
              </a:ext>
            </a:extLst>
          </p:cNvPr>
          <p:cNvGrpSpPr/>
          <p:nvPr/>
        </p:nvGrpSpPr>
        <p:grpSpPr>
          <a:xfrm>
            <a:off x="8795244" y="2974054"/>
            <a:ext cx="721206" cy="609701"/>
            <a:chOff x="8795244" y="2974054"/>
            <a:chExt cx="721206" cy="609701"/>
          </a:xfrm>
        </p:grpSpPr>
        <p:sp>
          <p:nvSpPr>
            <p:cNvPr id="468" name="Rectangle 467">
              <a:hlinkHover r:id="" action="ppaction://noaction" highlightClick="1"/>
              <a:extLst>
                <a:ext uri="{FF2B5EF4-FFF2-40B4-BE49-F238E27FC236}">
                  <a16:creationId xmlns:a16="http://schemas.microsoft.com/office/drawing/2014/main" id="{AC7A360F-4D8C-0A50-E07D-D755ADFBF44B}"/>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69" name="Diamond 468">
              <a:extLst>
                <a:ext uri="{FF2B5EF4-FFF2-40B4-BE49-F238E27FC236}">
                  <a16:creationId xmlns:a16="http://schemas.microsoft.com/office/drawing/2014/main" id="{429176AA-3EC9-5CF6-D8F0-DD60AF60A7ED}"/>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0" name="Oval 469">
              <a:extLst>
                <a:ext uri="{FF2B5EF4-FFF2-40B4-BE49-F238E27FC236}">
                  <a16:creationId xmlns:a16="http://schemas.microsoft.com/office/drawing/2014/main" id="{0CC3D7FF-D819-57C4-460B-61055458B3E1}"/>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7" name="Group 476">
            <a:extLst>
              <a:ext uri="{FF2B5EF4-FFF2-40B4-BE49-F238E27FC236}">
                <a16:creationId xmlns:a16="http://schemas.microsoft.com/office/drawing/2014/main" id="{01FAF40D-3955-4F3E-E45F-343098850D99}"/>
              </a:ext>
            </a:extLst>
          </p:cNvPr>
          <p:cNvGrpSpPr/>
          <p:nvPr/>
        </p:nvGrpSpPr>
        <p:grpSpPr>
          <a:xfrm>
            <a:off x="5442073" y="811556"/>
            <a:ext cx="728239" cy="609701"/>
            <a:chOff x="5442073" y="811556"/>
            <a:chExt cx="728239" cy="609701"/>
          </a:xfrm>
        </p:grpSpPr>
        <p:sp>
          <p:nvSpPr>
            <p:cNvPr id="478" name="Rectangle 477">
              <a:extLst>
                <a:ext uri="{FF2B5EF4-FFF2-40B4-BE49-F238E27FC236}">
                  <a16:creationId xmlns:a16="http://schemas.microsoft.com/office/drawing/2014/main" id="{CBC8CA25-964E-622E-5EDB-FA55CEC70A62}"/>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79" name="Rectangle 478">
              <a:extLst>
                <a:ext uri="{FF2B5EF4-FFF2-40B4-BE49-F238E27FC236}">
                  <a16:creationId xmlns:a16="http://schemas.microsoft.com/office/drawing/2014/main" id="{14C6B1FD-015C-3C3B-354A-5EF86F03C941}"/>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0" name="Oval 15">
              <a:extLst>
                <a:ext uri="{FF2B5EF4-FFF2-40B4-BE49-F238E27FC236}">
                  <a16:creationId xmlns:a16="http://schemas.microsoft.com/office/drawing/2014/main" id="{8B5F0BD1-1724-3C96-3E7C-54D74056E37A}"/>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1" name="Straight Connector 480">
              <a:extLst>
                <a:ext uri="{FF2B5EF4-FFF2-40B4-BE49-F238E27FC236}">
                  <a16:creationId xmlns:a16="http://schemas.microsoft.com/office/drawing/2014/main" id="{CFF9D9ED-7D7F-D963-DBE1-B6349479B7EB}"/>
                </a:ext>
              </a:extLst>
            </p:cNvPr>
            <p:cNvCxnSpPr>
              <a:cxnSpLocks/>
              <a:stCxn id="480"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2" name="Straight Connector 481">
              <a:extLst>
                <a:ext uri="{FF2B5EF4-FFF2-40B4-BE49-F238E27FC236}">
                  <a16:creationId xmlns:a16="http://schemas.microsoft.com/office/drawing/2014/main" id="{B974EF26-D778-8E6C-2D79-4D73E4238BC6}"/>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3" name="Group 482">
            <a:extLst>
              <a:ext uri="{FF2B5EF4-FFF2-40B4-BE49-F238E27FC236}">
                <a16:creationId xmlns:a16="http://schemas.microsoft.com/office/drawing/2014/main" id="{EC3D43FB-CAEB-D04B-DC34-04EB2057807B}"/>
              </a:ext>
            </a:extLst>
          </p:cNvPr>
          <p:cNvGrpSpPr/>
          <p:nvPr/>
        </p:nvGrpSpPr>
        <p:grpSpPr>
          <a:xfrm>
            <a:off x="6284597" y="811555"/>
            <a:ext cx="721206" cy="609701"/>
            <a:chOff x="6284597" y="811555"/>
            <a:chExt cx="721206" cy="609701"/>
          </a:xfrm>
        </p:grpSpPr>
        <p:sp>
          <p:nvSpPr>
            <p:cNvPr id="484" name="Rectangle 483">
              <a:hlinkHover r:id="" action="ppaction://noaction" highlightClick="1"/>
              <a:extLst>
                <a:ext uri="{FF2B5EF4-FFF2-40B4-BE49-F238E27FC236}">
                  <a16:creationId xmlns:a16="http://schemas.microsoft.com/office/drawing/2014/main" id="{060DF40D-0835-9F83-C53E-039858C1B8D3}"/>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85" name="Right Triangle 484">
              <a:extLst>
                <a:ext uri="{FF2B5EF4-FFF2-40B4-BE49-F238E27FC236}">
                  <a16:creationId xmlns:a16="http://schemas.microsoft.com/office/drawing/2014/main" id="{590AC38B-4332-789E-0C92-F64805870EED}"/>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6" name="Oval 27">
              <a:extLst>
                <a:ext uri="{FF2B5EF4-FFF2-40B4-BE49-F238E27FC236}">
                  <a16:creationId xmlns:a16="http://schemas.microsoft.com/office/drawing/2014/main" id="{722581F0-30A5-C58E-7735-DE819DAB3979}"/>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7" name="Oval 28">
              <a:extLst>
                <a:ext uri="{FF2B5EF4-FFF2-40B4-BE49-F238E27FC236}">
                  <a16:creationId xmlns:a16="http://schemas.microsoft.com/office/drawing/2014/main" id="{BF1721D9-7AE3-3E6F-4F56-A7784BA3AA1B}"/>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3" name="Group 492">
            <a:extLst>
              <a:ext uri="{FF2B5EF4-FFF2-40B4-BE49-F238E27FC236}">
                <a16:creationId xmlns:a16="http://schemas.microsoft.com/office/drawing/2014/main" id="{B40BBD16-17B8-BAEC-ACB4-BAD1142C5F70}"/>
              </a:ext>
            </a:extLst>
          </p:cNvPr>
          <p:cNvGrpSpPr/>
          <p:nvPr/>
        </p:nvGrpSpPr>
        <p:grpSpPr>
          <a:xfrm>
            <a:off x="7957576" y="811556"/>
            <a:ext cx="721206" cy="609701"/>
            <a:chOff x="7957576" y="811556"/>
            <a:chExt cx="721206" cy="609701"/>
          </a:xfrm>
        </p:grpSpPr>
        <p:sp>
          <p:nvSpPr>
            <p:cNvPr id="494" name="Rectangle 493">
              <a:extLst>
                <a:ext uri="{FF2B5EF4-FFF2-40B4-BE49-F238E27FC236}">
                  <a16:creationId xmlns:a16="http://schemas.microsoft.com/office/drawing/2014/main" id="{D599E8B2-8A87-7D86-4EC2-64FCFF2D28C7}"/>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95" name="Rectangle 494">
              <a:extLst>
                <a:ext uri="{FF2B5EF4-FFF2-40B4-BE49-F238E27FC236}">
                  <a16:creationId xmlns:a16="http://schemas.microsoft.com/office/drawing/2014/main" id="{379DCF5A-B6D9-7A4F-5090-31D84149B895}"/>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6" name="Oval 15">
              <a:extLst>
                <a:ext uri="{FF2B5EF4-FFF2-40B4-BE49-F238E27FC236}">
                  <a16:creationId xmlns:a16="http://schemas.microsoft.com/office/drawing/2014/main" id="{564193EA-A77D-0D47-F2A4-9038D6AFCF7C}"/>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97" name="Straight Connector 496">
              <a:extLst>
                <a:ext uri="{FF2B5EF4-FFF2-40B4-BE49-F238E27FC236}">
                  <a16:creationId xmlns:a16="http://schemas.microsoft.com/office/drawing/2014/main" id="{A5262D82-DB4D-050C-3485-F0259EF79D55}"/>
                </a:ext>
              </a:extLst>
            </p:cNvPr>
            <p:cNvCxnSpPr>
              <a:cxnSpLocks/>
              <a:stCxn id="496"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8" name="Straight Connector 497">
              <a:extLst>
                <a:ext uri="{FF2B5EF4-FFF2-40B4-BE49-F238E27FC236}">
                  <a16:creationId xmlns:a16="http://schemas.microsoft.com/office/drawing/2014/main" id="{1E52AB43-2CAD-E90F-5397-10FCBE478EA6}"/>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65" name="Group 564">
            <a:extLst>
              <a:ext uri="{FF2B5EF4-FFF2-40B4-BE49-F238E27FC236}">
                <a16:creationId xmlns:a16="http://schemas.microsoft.com/office/drawing/2014/main" id="{777068E1-2295-A1D2-0A15-2DE021F13E7F}"/>
              </a:ext>
            </a:extLst>
          </p:cNvPr>
          <p:cNvGrpSpPr/>
          <p:nvPr/>
        </p:nvGrpSpPr>
        <p:grpSpPr>
          <a:xfrm>
            <a:off x="7957572" y="1532276"/>
            <a:ext cx="721206" cy="609701"/>
            <a:chOff x="7957572" y="1532276"/>
            <a:chExt cx="721206" cy="609701"/>
          </a:xfrm>
        </p:grpSpPr>
        <p:sp>
          <p:nvSpPr>
            <p:cNvPr id="566" name="Rectangle 565">
              <a:hlinkHover r:id="" action="ppaction://noaction" highlightClick="1"/>
              <a:extLst>
                <a:ext uri="{FF2B5EF4-FFF2-40B4-BE49-F238E27FC236}">
                  <a16:creationId xmlns:a16="http://schemas.microsoft.com/office/drawing/2014/main" id="{C8C7B9AE-B81D-3E18-E620-0111128CD93B}"/>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67" name="Rectangle 566">
              <a:extLst>
                <a:ext uri="{FF2B5EF4-FFF2-40B4-BE49-F238E27FC236}">
                  <a16:creationId xmlns:a16="http://schemas.microsoft.com/office/drawing/2014/main" id="{9A5D662B-AFC8-982A-7C02-099C69F53886}"/>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8" name="Oval 15">
              <a:extLst>
                <a:ext uri="{FF2B5EF4-FFF2-40B4-BE49-F238E27FC236}">
                  <a16:creationId xmlns:a16="http://schemas.microsoft.com/office/drawing/2014/main" id="{DED28D62-E2D8-6B3E-30C0-2E09BE36A492}"/>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9" name="Straight Connector 568">
              <a:extLst>
                <a:ext uri="{FF2B5EF4-FFF2-40B4-BE49-F238E27FC236}">
                  <a16:creationId xmlns:a16="http://schemas.microsoft.com/office/drawing/2014/main" id="{1CCEA4EE-1FD4-15C8-3320-4CBC6FFED965}"/>
                </a:ext>
              </a:extLst>
            </p:cNvPr>
            <p:cNvCxnSpPr>
              <a:cxnSpLocks/>
              <a:stCxn id="568"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0" name="Straight Connector 569">
              <a:extLst>
                <a:ext uri="{FF2B5EF4-FFF2-40B4-BE49-F238E27FC236}">
                  <a16:creationId xmlns:a16="http://schemas.microsoft.com/office/drawing/2014/main" id="{D9C53C90-19F1-C8C8-BA53-FC36491EAF69}"/>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9" name="Group 608">
            <a:extLst>
              <a:ext uri="{FF2B5EF4-FFF2-40B4-BE49-F238E27FC236}">
                <a16:creationId xmlns:a16="http://schemas.microsoft.com/office/drawing/2014/main" id="{138B324C-6D0D-2552-06CE-145EAD485C42}"/>
              </a:ext>
            </a:extLst>
          </p:cNvPr>
          <p:cNvGrpSpPr/>
          <p:nvPr/>
        </p:nvGrpSpPr>
        <p:grpSpPr>
          <a:xfrm>
            <a:off x="8807249" y="811555"/>
            <a:ext cx="721206" cy="609701"/>
            <a:chOff x="8807249" y="811555"/>
            <a:chExt cx="721206" cy="609701"/>
          </a:xfrm>
        </p:grpSpPr>
        <p:sp>
          <p:nvSpPr>
            <p:cNvPr id="610" name="Rectangle 609">
              <a:hlinkHover r:id="" action="ppaction://noaction" highlightClick="1"/>
              <a:extLst>
                <a:ext uri="{FF2B5EF4-FFF2-40B4-BE49-F238E27FC236}">
                  <a16:creationId xmlns:a16="http://schemas.microsoft.com/office/drawing/2014/main" id="{8F57A49C-4C0C-7D4B-5539-F81E7A76D254}"/>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11" name="Diamond 610">
              <a:extLst>
                <a:ext uri="{FF2B5EF4-FFF2-40B4-BE49-F238E27FC236}">
                  <a16:creationId xmlns:a16="http://schemas.microsoft.com/office/drawing/2014/main" id="{B578F94E-EAED-B6A4-1738-72C9BA7BDA03}"/>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2" name="Oval 611">
              <a:extLst>
                <a:ext uri="{FF2B5EF4-FFF2-40B4-BE49-F238E27FC236}">
                  <a16:creationId xmlns:a16="http://schemas.microsoft.com/office/drawing/2014/main" id="{9973D061-7FE7-E66C-50F4-5710EC79F38D}"/>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7" name="Group 616">
            <a:extLst>
              <a:ext uri="{FF2B5EF4-FFF2-40B4-BE49-F238E27FC236}">
                <a16:creationId xmlns:a16="http://schemas.microsoft.com/office/drawing/2014/main" id="{5284ABAE-D98C-417B-9E80-429BC66506A4}"/>
              </a:ext>
            </a:extLst>
          </p:cNvPr>
          <p:cNvGrpSpPr/>
          <p:nvPr/>
        </p:nvGrpSpPr>
        <p:grpSpPr>
          <a:xfrm>
            <a:off x="431659" y="90836"/>
            <a:ext cx="721210" cy="609701"/>
            <a:chOff x="431659" y="90836"/>
            <a:chExt cx="721210" cy="609701"/>
          </a:xfrm>
        </p:grpSpPr>
        <p:sp>
          <p:nvSpPr>
            <p:cNvPr id="618" name="Rectangle 617">
              <a:extLst>
                <a:ext uri="{FF2B5EF4-FFF2-40B4-BE49-F238E27FC236}">
                  <a16:creationId xmlns:a16="http://schemas.microsoft.com/office/drawing/2014/main" id="{FE36E557-04F2-10F2-DC1B-F945F02910E6}"/>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19" name="Rectangle 618">
              <a:extLst>
                <a:ext uri="{FF2B5EF4-FFF2-40B4-BE49-F238E27FC236}">
                  <a16:creationId xmlns:a16="http://schemas.microsoft.com/office/drawing/2014/main" id="{F32218A6-94AC-AC63-737C-5970084CB8D7}"/>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0" name="Oval 15">
              <a:extLst>
                <a:ext uri="{FF2B5EF4-FFF2-40B4-BE49-F238E27FC236}">
                  <a16:creationId xmlns:a16="http://schemas.microsoft.com/office/drawing/2014/main" id="{75BFFD64-8B92-2D4A-F166-6E3E2C265429}"/>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1" name="Straight Connector 620">
              <a:extLst>
                <a:ext uri="{FF2B5EF4-FFF2-40B4-BE49-F238E27FC236}">
                  <a16:creationId xmlns:a16="http://schemas.microsoft.com/office/drawing/2014/main" id="{3B44F9BE-E85B-9008-F9C2-BEBB023A54DC}"/>
                </a:ext>
              </a:extLst>
            </p:cNvPr>
            <p:cNvCxnSpPr>
              <a:cxnSpLocks/>
              <a:stCxn id="620"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2" name="Straight Connector 621">
              <a:extLst>
                <a:ext uri="{FF2B5EF4-FFF2-40B4-BE49-F238E27FC236}">
                  <a16:creationId xmlns:a16="http://schemas.microsoft.com/office/drawing/2014/main" id="{4651CCF6-FF50-D6DE-AFEA-FC9FE7F1835A}"/>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3" name="Group 622">
            <a:extLst>
              <a:ext uri="{FF2B5EF4-FFF2-40B4-BE49-F238E27FC236}">
                <a16:creationId xmlns:a16="http://schemas.microsoft.com/office/drawing/2014/main" id="{6BF5396C-7B68-6685-0D2D-6BB74DCA5691}"/>
              </a:ext>
            </a:extLst>
          </p:cNvPr>
          <p:cNvGrpSpPr/>
          <p:nvPr/>
        </p:nvGrpSpPr>
        <p:grpSpPr>
          <a:xfrm>
            <a:off x="1267282" y="90836"/>
            <a:ext cx="721206" cy="609701"/>
            <a:chOff x="1267282" y="90836"/>
            <a:chExt cx="721206" cy="609701"/>
          </a:xfrm>
        </p:grpSpPr>
        <p:sp>
          <p:nvSpPr>
            <p:cNvPr id="624" name="Rectangle 623">
              <a:extLst>
                <a:ext uri="{FF2B5EF4-FFF2-40B4-BE49-F238E27FC236}">
                  <a16:creationId xmlns:a16="http://schemas.microsoft.com/office/drawing/2014/main" id="{EEBD6976-42CC-6034-9FB8-BFBF14AAF6A6}"/>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25" name="Rectangle 624">
              <a:extLst>
                <a:ext uri="{FF2B5EF4-FFF2-40B4-BE49-F238E27FC236}">
                  <a16:creationId xmlns:a16="http://schemas.microsoft.com/office/drawing/2014/main" id="{6C52BEAD-32B4-B8F5-3A16-9B8614535E29}"/>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6" name="Oval 15">
              <a:extLst>
                <a:ext uri="{FF2B5EF4-FFF2-40B4-BE49-F238E27FC236}">
                  <a16:creationId xmlns:a16="http://schemas.microsoft.com/office/drawing/2014/main" id="{B57410D2-16B8-129E-D3E7-6B1A7A259FA0}"/>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7" name="Straight Connector 626">
              <a:extLst>
                <a:ext uri="{FF2B5EF4-FFF2-40B4-BE49-F238E27FC236}">
                  <a16:creationId xmlns:a16="http://schemas.microsoft.com/office/drawing/2014/main" id="{46FE3712-580E-B07C-F5BF-E5FEF95DF449}"/>
                </a:ext>
              </a:extLst>
            </p:cNvPr>
            <p:cNvCxnSpPr>
              <a:cxnSpLocks/>
              <a:stCxn id="626"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8" name="Straight Connector 627">
              <a:extLst>
                <a:ext uri="{FF2B5EF4-FFF2-40B4-BE49-F238E27FC236}">
                  <a16:creationId xmlns:a16="http://schemas.microsoft.com/office/drawing/2014/main" id="{C777AA24-5C21-E213-5A8B-350A2C9917BD}"/>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9" name="Group 628">
            <a:extLst>
              <a:ext uri="{FF2B5EF4-FFF2-40B4-BE49-F238E27FC236}">
                <a16:creationId xmlns:a16="http://schemas.microsoft.com/office/drawing/2014/main" id="{6B221862-8082-72F8-0A24-129DB6640E68}"/>
              </a:ext>
            </a:extLst>
          </p:cNvPr>
          <p:cNvGrpSpPr/>
          <p:nvPr/>
        </p:nvGrpSpPr>
        <p:grpSpPr>
          <a:xfrm>
            <a:off x="2102907" y="90836"/>
            <a:ext cx="721206" cy="609701"/>
            <a:chOff x="2102907" y="90836"/>
            <a:chExt cx="721206" cy="609701"/>
          </a:xfrm>
        </p:grpSpPr>
        <p:sp>
          <p:nvSpPr>
            <p:cNvPr id="630" name="Rectangle 629">
              <a:extLst>
                <a:ext uri="{FF2B5EF4-FFF2-40B4-BE49-F238E27FC236}">
                  <a16:creationId xmlns:a16="http://schemas.microsoft.com/office/drawing/2014/main" id="{5924CBC8-3A2C-BDF2-CE4A-482501213648}"/>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31" name="Rectangle 630">
              <a:extLst>
                <a:ext uri="{FF2B5EF4-FFF2-40B4-BE49-F238E27FC236}">
                  <a16:creationId xmlns:a16="http://schemas.microsoft.com/office/drawing/2014/main" id="{3CD17EEE-C676-0B3D-6DC3-425DB74D782C}"/>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2" name="Oval 15">
              <a:extLst>
                <a:ext uri="{FF2B5EF4-FFF2-40B4-BE49-F238E27FC236}">
                  <a16:creationId xmlns:a16="http://schemas.microsoft.com/office/drawing/2014/main" id="{67D95993-700C-298C-54DD-A594AFE1FC42}"/>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3" name="Straight Connector 632">
              <a:extLst>
                <a:ext uri="{FF2B5EF4-FFF2-40B4-BE49-F238E27FC236}">
                  <a16:creationId xmlns:a16="http://schemas.microsoft.com/office/drawing/2014/main" id="{AA406CE9-1A2E-AEDC-AC04-D02A87F618BB}"/>
                </a:ext>
              </a:extLst>
            </p:cNvPr>
            <p:cNvCxnSpPr>
              <a:cxnSpLocks/>
              <a:stCxn id="632"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34" name="Straight Connector 633">
              <a:extLst>
                <a:ext uri="{FF2B5EF4-FFF2-40B4-BE49-F238E27FC236}">
                  <a16:creationId xmlns:a16="http://schemas.microsoft.com/office/drawing/2014/main" id="{397044B0-4C9F-D721-6C22-9589A823E8E8}"/>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5" name="Group 634">
            <a:extLst>
              <a:ext uri="{FF2B5EF4-FFF2-40B4-BE49-F238E27FC236}">
                <a16:creationId xmlns:a16="http://schemas.microsoft.com/office/drawing/2014/main" id="{06BC47E3-CE04-C849-6E29-ECDC89054E14}"/>
              </a:ext>
            </a:extLst>
          </p:cNvPr>
          <p:cNvGrpSpPr/>
          <p:nvPr/>
        </p:nvGrpSpPr>
        <p:grpSpPr>
          <a:xfrm>
            <a:off x="1269626" y="4419615"/>
            <a:ext cx="721206" cy="609701"/>
            <a:chOff x="1269626" y="4419615"/>
            <a:chExt cx="721206" cy="609701"/>
          </a:xfrm>
        </p:grpSpPr>
        <p:sp>
          <p:nvSpPr>
            <p:cNvPr id="636" name="Rectangle 635">
              <a:extLst>
                <a:ext uri="{FF2B5EF4-FFF2-40B4-BE49-F238E27FC236}">
                  <a16:creationId xmlns:a16="http://schemas.microsoft.com/office/drawing/2014/main" id="{36EF0FEE-BCE2-B402-3881-AEE4C4BC5BDA}"/>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37" name="Cylinder 636">
              <a:extLst>
                <a:ext uri="{FF2B5EF4-FFF2-40B4-BE49-F238E27FC236}">
                  <a16:creationId xmlns:a16="http://schemas.microsoft.com/office/drawing/2014/main" id="{D9FFC5CF-1ABE-D083-840E-C682090057A1}"/>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8" name="Group 637">
            <a:extLst>
              <a:ext uri="{FF2B5EF4-FFF2-40B4-BE49-F238E27FC236}">
                <a16:creationId xmlns:a16="http://schemas.microsoft.com/office/drawing/2014/main" id="{C84FD867-643E-3E58-909A-FC220EF91AD7}"/>
              </a:ext>
            </a:extLst>
          </p:cNvPr>
          <p:cNvGrpSpPr/>
          <p:nvPr/>
        </p:nvGrpSpPr>
        <p:grpSpPr>
          <a:xfrm>
            <a:off x="432841" y="4419615"/>
            <a:ext cx="721206" cy="609701"/>
            <a:chOff x="432841" y="4419615"/>
            <a:chExt cx="721206" cy="609701"/>
          </a:xfrm>
        </p:grpSpPr>
        <p:sp>
          <p:nvSpPr>
            <p:cNvPr id="639" name="Rectangle 638">
              <a:extLst>
                <a:ext uri="{FF2B5EF4-FFF2-40B4-BE49-F238E27FC236}">
                  <a16:creationId xmlns:a16="http://schemas.microsoft.com/office/drawing/2014/main" id="{EF286FEB-B0DB-8994-D606-BD897C2AB5B4}"/>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40" name="Cylinder 639">
              <a:extLst>
                <a:ext uri="{FF2B5EF4-FFF2-40B4-BE49-F238E27FC236}">
                  <a16:creationId xmlns:a16="http://schemas.microsoft.com/office/drawing/2014/main" id="{D86949A6-74C3-EFA9-C806-600D09034672}"/>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7" name="Group 646">
            <a:extLst>
              <a:ext uri="{FF2B5EF4-FFF2-40B4-BE49-F238E27FC236}">
                <a16:creationId xmlns:a16="http://schemas.microsoft.com/office/drawing/2014/main" id="{0E499DD1-F430-B562-4685-8996A5395C88}"/>
              </a:ext>
            </a:extLst>
          </p:cNvPr>
          <p:cNvGrpSpPr/>
          <p:nvPr/>
        </p:nvGrpSpPr>
        <p:grpSpPr>
          <a:xfrm>
            <a:off x="431660" y="3698226"/>
            <a:ext cx="721206" cy="609701"/>
            <a:chOff x="431660" y="3698226"/>
            <a:chExt cx="721206" cy="609701"/>
          </a:xfrm>
        </p:grpSpPr>
        <p:sp>
          <p:nvSpPr>
            <p:cNvPr id="648" name="Rectangle 647">
              <a:extLst>
                <a:ext uri="{FF2B5EF4-FFF2-40B4-BE49-F238E27FC236}">
                  <a16:creationId xmlns:a16="http://schemas.microsoft.com/office/drawing/2014/main" id="{C58DD9AF-4CD1-AF1E-B4EE-7650DBDC6D0F}"/>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49" name="Right Triangle 648">
              <a:extLst>
                <a:ext uri="{FF2B5EF4-FFF2-40B4-BE49-F238E27FC236}">
                  <a16:creationId xmlns:a16="http://schemas.microsoft.com/office/drawing/2014/main" id="{37509D44-3C8B-B4CA-32C9-8CBE255F5AE1}"/>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0" name="Group 649">
              <a:extLst>
                <a:ext uri="{FF2B5EF4-FFF2-40B4-BE49-F238E27FC236}">
                  <a16:creationId xmlns:a16="http://schemas.microsoft.com/office/drawing/2014/main" id="{FCCA36AD-689D-EED3-07D6-AAF0DBC76DE4}"/>
                </a:ext>
              </a:extLst>
            </p:cNvPr>
            <p:cNvGrpSpPr/>
            <p:nvPr/>
          </p:nvGrpSpPr>
          <p:grpSpPr>
            <a:xfrm>
              <a:off x="1102253" y="3706270"/>
              <a:ext cx="37817" cy="61390"/>
              <a:chOff x="3883481" y="2057400"/>
              <a:chExt cx="1608363" cy="2652031"/>
            </a:xfrm>
            <a:solidFill>
              <a:srgbClr val="A6A6A6">
                <a:alpha val="20000"/>
              </a:srgbClr>
            </a:solidFill>
          </p:grpSpPr>
          <p:sp>
            <p:nvSpPr>
              <p:cNvPr id="651" name="Oval 27">
                <a:extLst>
                  <a:ext uri="{FF2B5EF4-FFF2-40B4-BE49-F238E27FC236}">
                    <a16:creationId xmlns:a16="http://schemas.microsoft.com/office/drawing/2014/main" id="{72321AFA-ED97-FD79-92EA-888DCB428FB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2" name="Oval 28">
                <a:extLst>
                  <a:ext uri="{FF2B5EF4-FFF2-40B4-BE49-F238E27FC236}">
                    <a16:creationId xmlns:a16="http://schemas.microsoft.com/office/drawing/2014/main" id="{892EDE19-D17A-B087-823D-714D436996C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3" name="Group 652">
            <a:extLst>
              <a:ext uri="{FF2B5EF4-FFF2-40B4-BE49-F238E27FC236}">
                <a16:creationId xmlns:a16="http://schemas.microsoft.com/office/drawing/2014/main" id="{04196C87-6868-DDB0-44C4-2D0F78C158A5}"/>
              </a:ext>
            </a:extLst>
          </p:cNvPr>
          <p:cNvGrpSpPr/>
          <p:nvPr/>
        </p:nvGrpSpPr>
        <p:grpSpPr>
          <a:xfrm>
            <a:off x="2942399" y="3698227"/>
            <a:ext cx="721206" cy="609701"/>
            <a:chOff x="2942399" y="3698227"/>
            <a:chExt cx="721206" cy="609701"/>
          </a:xfrm>
        </p:grpSpPr>
        <p:sp>
          <p:nvSpPr>
            <p:cNvPr id="654" name="Rectangle 653">
              <a:extLst>
                <a:ext uri="{FF2B5EF4-FFF2-40B4-BE49-F238E27FC236}">
                  <a16:creationId xmlns:a16="http://schemas.microsoft.com/office/drawing/2014/main" id="{EAA76CF6-4C77-6540-0493-6AA070590B4A}"/>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55" name="Right Triangle 654">
              <a:extLst>
                <a:ext uri="{FF2B5EF4-FFF2-40B4-BE49-F238E27FC236}">
                  <a16:creationId xmlns:a16="http://schemas.microsoft.com/office/drawing/2014/main" id="{1478A4A0-625A-B9B0-59F5-447BCC3522B2}"/>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6" name="Group 655">
              <a:extLst>
                <a:ext uri="{FF2B5EF4-FFF2-40B4-BE49-F238E27FC236}">
                  <a16:creationId xmlns:a16="http://schemas.microsoft.com/office/drawing/2014/main" id="{D03C4B9A-3E35-14CA-11C0-8ADA154A5930}"/>
                </a:ext>
              </a:extLst>
            </p:cNvPr>
            <p:cNvGrpSpPr/>
            <p:nvPr/>
          </p:nvGrpSpPr>
          <p:grpSpPr>
            <a:xfrm>
              <a:off x="3607767" y="3713057"/>
              <a:ext cx="37817" cy="61390"/>
              <a:chOff x="3883481" y="2057400"/>
              <a:chExt cx="1608363" cy="2652031"/>
            </a:xfrm>
            <a:solidFill>
              <a:srgbClr val="A6A6A6">
                <a:alpha val="20000"/>
              </a:srgbClr>
            </a:solidFill>
          </p:grpSpPr>
          <p:sp>
            <p:nvSpPr>
              <p:cNvPr id="657" name="Oval 27">
                <a:extLst>
                  <a:ext uri="{FF2B5EF4-FFF2-40B4-BE49-F238E27FC236}">
                    <a16:creationId xmlns:a16="http://schemas.microsoft.com/office/drawing/2014/main" id="{597E149B-14F6-B807-5880-E96B5FB33EA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8" name="Oval 28">
                <a:extLst>
                  <a:ext uri="{FF2B5EF4-FFF2-40B4-BE49-F238E27FC236}">
                    <a16:creationId xmlns:a16="http://schemas.microsoft.com/office/drawing/2014/main" id="{2FD32BA2-CC2C-EB46-2EF0-B242A87CBE4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5" name="Group 674">
            <a:extLst>
              <a:ext uri="{FF2B5EF4-FFF2-40B4-BE49-F238E27FC236}">
                <a16:creationId xmlns:a16="http://schemas.microsoft.com/office/drawing/2014/main" id="{2769CAFF-EB59-EBDF-826E-FD68C90FBFCC}"/>
              </a:ext>
            </a:extLst>
          </p:cNvPr>
          <p:cNvGrpSpPr/>
          <p:nvPr/>
        </p:nvGrpSpPr>
        <p:grpSpPr>
          <a:xfrm>
            <a:off x="2105710" y="3698208"/>
            <a:ext cx="721206" cy="610396"/>
            <a:chOff x="2105710" y="3698208"/>
            <a:chExt cx="721206" cy="610396"/>
          </a:xfrm>
        </p:grpSpPr>
        <p:sp>
          <p:nvSpPr>
            <p:cNvPr id="676" name="Rectangle 675">
              <a:extLst>
                <a:ext uri="{FF2B5EF4-FFF2-40B4-BE49-F238E27FC236}">
                  <a16:creationId xmlns:a16="http://schemas.microsoft.com/office/drawing/2014/main" id="{3ECD35B7-9387-682C-EC73-4888A126706D}"/>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77" name="Right Triangle 676">
              <a:extLst>
                <a:ext uri="{FF2B5EF4-FFF2-40B4-BE49-F238E27FC236}">
                  <a16:creationId xmlns:a16="http://schemas.microsoft.com/office/drawing/2014/main" id="{F797C86C-FD85-E04B-6C72-9285CEA5B745}"/>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8" name="Group 677">
              <a:extLst>
                <a:ext uri="{FF2B5EF4-FFF2-40B4-BE49-F238E27FC236}">
                  <a16:creationId xmlns:a16="http://schemas.microsoft.com/office/drawing/2014/main" id="{31210E7C-8C3D-B97B-9467-8DCB20B4C7E3}"/>
                </a:ext>
              </a:extLst>
            </p:cNvPr>
            <p:cNvGrpSpPr/>
            <p:nvPr/>
          </p:nvGrpSpPr>
          <p:grpSpPr>
            <a:xfrm>
              <a:off x="2776303" y="3704306"/>
              <a:ext cx="37817" cy="61390"/>
              <a:chOff x="3883481" y="2057400"/>
              <a:chExt cx="1608363" cy="2652031"/>
            </a:xfrm>
            <a:solidFill>
              <a:srgbClr val="A6A6A6">
                <a:alpha val="20000"/>
              </a:srgbClr>
            </a:solidFill>
          </p:grpSpPr>
          <p:sp>
            <p:nvSpPr>
              <p:cNvPr id="679" name="Oval 27">
                <a:extLst>
                  <a:ext uri="{FF2B5EF4-FFF2-40B4-BE49-F238E27FC236}">
                    <a16:creationId xmlns:a16="http://schemas.microsoft.com/office/drawing/2014/main" id="{0BAA9C08-CC1B-8398-AD33-01A941718D8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0" name="Oval 28">
                <a:extLst>
                  <a:ext uri="{FF2B5EF4-FFF2-40B4-BE49-F238E27FC236}">
                    <a16:creationId xmlns:a16="http://schemas.microsoft.com/office/drawing/2014/main" id="{9836D033-687D-6BE4-A21F-2DCCC6326AF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1" name="Group 680">
            <a:extLst>
              <a:ext uri="{FF2B5EF4-FFF2-40B4-BE49-F238E27FC236}">
                <a16:creationId xmlns:a16="http://schemas.microsoft.com/office/drawing/2014/main" id="{F341F18F-D657-8FC6-E655-DC842903267F}"/>
              </a:ext>
            </a:extLst>
          </p:cNvPr>
          <p:cNvGrpSpPr/>
          <p:nvPr/>
        </p:nvGrpSpPr>
        <p:grpSpPr>
          <a:xfrm>
            <a:off x="3778361" y="2253333"/>
            <a:ext cx="721206" cy="609701"/>
            <a:chOff x="3778361" y="2253333"/>
            <a:chExt cx="721206" cy="609701"/>
          </a:xfrm>
        </p:grpSpPr>
        <p:sp>
          <p:nvSpPr>
            <p:cNvPr id="682" name="Rectangle 681">
              <a:extLst>
                <a:ext uri="{FF2B5EF4-FFF2-40B4-BE49-F238E27FC236}">
                  <a16:creationId xmlns:a16="http://schemas.microsoft.com/office/drawing/2014/main" id="{73A71FA7-6299-92E2-86A3-719B0E936E78}"/>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83" name="Rectangle 682">
              <a:extLst>
                <a:ext uri="{FF2B5EF4-FFF2-40B4-BE49-F238E27FC236}">
                  <a16:creationId xmlns:a16="http://schemas.microsoft.com/office/drawing/2014/main" id="{5A4F051E-FE60-A2AC-57B5-BF47B445FD16}"/>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4" name="Oval 15">
              <a:extLst>
                <a:ext uri="{FF2B5EF4-FFF2-40B4-BE49-F238E27FC236}">
                  <a16:creationId xmlns:a16="http://schemas.microsoft.com/office/drawing/2014/main" id="{DF2313D8-FFBB-463B-BEA8-EA25BEF39D7C}"/>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5" name="Straight Connector 684">
              <a:extLst>
                <a:ext uri="{FF2B5EF4-FFF2-40B4-BE49-F238E27FC236}">
                  <a16:creationId xmlns:a16="http://schemas.microsoft.com/office/drawing/2014/main" id="{0B9BBDEB-697D-AA40-62CC-0E25B770AD61}"/>
                </a:ext>
              </a:extLst>
            </p:cNvPr>
            <p:cNvCxnSpPr>
              <a:cxnSpLocks/>
              <a:stCxn id="684"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6" name="Straight Connector 685">
              <a:extLst>
                <a:ext uri="{FF2B5EF4-FFF2-40B4-BE49-F238E27FC236}">
                  <a16:creationId xmlns:a16="http://schemas.microsoft.com/office/drawing/2014/main" id="{E36C9618-0E3C-9325-0F41-D3C54B16609D}"/>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11" name="Group 710">
            <a:extLst>
              <a:ext uri="{FF2B5EF4-FFF2-40B4-BE49-F238E27FC236}">
                <a16:creationId xmlns:a16="http://schemas.microsoft.com/office/drawing/2014/main" id="{8D69838C-1DC4-BA7B-734A-C01997977D35}"/>
              </a:ext>
            </a:extLst>
          </p:cNvPr>
          <p:cNvGrpSpPr/>
          <p:nvPr/>
        </p:nvGrpSpPr>
        <p:grpSpPr>
          <a:xfrm>
            <a:off x="11345646" y="2253332"/>
            <a:ext cx="721206" cy="609701"/>
            <a:chOff x="5451384" y="2253332"/>
            <a:chExt cx="721206" cy="609701"/>
          </a:xfrm>
        </p:grpSpPr>
        <p:sp>
          <p:nvSpPr>
            <p:cNvPr id="712" name="Rectangle 711">
              <a:extLst>
                <a:ext uri="{FF2B5EF4-FFF2-40B4-BE49-F238E27FC236}">
                  <a16:creationId xmlns:a16="http://schemas.microsoft.com/office/drawing/2014/main" id="{2CE2A916-5DF8-9AEC-9751-230FAB8EF05B}"/>
                </a:ext>
              </a:extLst>
            </p:cNvPr>
            <p:cNvSpPr/>
            <p:nvPr/>
          </p:nvSpPr>
          <p:spPr>
            <a:xfrm>
              <a:off x="5451384"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713" name="Right Triangle 712">
              <a:extLst>
                <a:ext uri="{FF2B5EF4-FFF2-40B4-BE49-F238E27FC236}">
                  <a16:creationId xmlns:a16="http://schemas.microsoft.com/office/drawing/2014/main" id="{0C48696E-D18F-0806-A3D9-78DCD8AF9E8B}"/>
                </a:ext>
              </a:extLst>
            </p:cNvPr>
            <p:cNvSpPr/>
            <p:nvPr/>
          </p:nvSpPr>
          <p:spPr>
            <a:xfrm rot="10800000">
              <a:off x="6050116"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14" name="Group 713">
              <a:extLst>
                <a:ext uri="{FF2B5EF4-FFF2-40B4-BE49-F238E27FC236}">
                  <a16:creationId xmlns:a16="http://schemas.microsoft.com/office/drawing/2014/main" id="{937D2972-938C-4493-4804-77A2EA64133A}"/>
                </a:ext>
              </a:extLst>
            </p:cNvPr>
            <p:cNvGrpSpPr/>
            <p:nvPr/>
          </p:nvGrpSpPr>
          <p:grpSpPr>
            <a:xfrm>
              <a:off x="6116558" y="2264779"/>
              <a:ext cx="37817" cy="61390"/>
              <a:chOff x="3883481" y="2057400"/>
              <a:chExt cx="1608363" cy="2652031"/>
            </a:xfrm>
            <a:solidFill>
              <a:srgbClr val="A6A6A6">
                <a:alpha val="20000"/>
              </a:srgbClr>
            </a:solidFill>
          </p:grpSpPr>
          <p:sp>
            <p:nvSpPr>
              <p:cNvPr id="715" name="Oval 27">
                <a:extLst>
                  <a:ext uri="{FF2B5EF4-FFF2-40B4-BE49-F238E27FC236}">
                    <a16:creationId xmlns:a16="http://schemas.microsoft.com/office/drawing/2014/main" id="{863817FC-5D1C-5A34-A264-18799E87A32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6" name="Oval 28">
                <a:extLst>
                  <a:ext uri="{FF2B5EF4-FFF2-40B4-BE49-F238E27FC236}">
                    <a16:creationId xmlns:a16="http://schemas.microsoft.com/office/drawing/2014/main" id="{A22F6BB2-3980-30EB-D788-16BEE256A02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3" name="Group 722">
            <a:extLst>
              <a:ext uri="{FF2B5EF4-FFF2-40B4-BE49-F238E27FC236}">
                <a16:creationId xmlns:a16="http://schemas.microsoft.com/office/drawing/2014/main" id="{0C49ABD0-4AFA-74A9-3F9C-EFF31E8A41DD}"/>
              </a:ext>
            </a:extLst>
          </p:cNvPr>
          <p:cNvGrpSpPr/>
          <p:nvPr/>
        </p:nvGrpSpPr>
        <p:grpSpPr>
          <a:xfrm>
            <a:off x="431659" y="2253337"/>
            <a:ext cx="721895" cy="609700"/>
            <a:chOff x="431659" y="2253337"/>
            <a:chExt cx="721895" cy="609700"/>
          </a:xfrm>
        </p:grpSpPr>
        <p:sp>
          <p:nvSpPr>
            <p:cNvPr id="724" name="Rectangle 723">
              <a:hlinkHover r:id="" action="ppaction://noaction" highlightClick="1"/>
              <a:extLst>
                <a:ext uri="{FF2B5EF4-FFF2-40B4-BE49-F238E27FC236}">
                  <a16:creationId xmlns:a16="http://schemas.microsoft.com/office/drawing/2014/main" id="{3CF8054B-344A-8C3D-A095-AA6275E3B7C1}"/>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25" name="Diamond 724">
              <a:extLst>
                <a:ext uri="{FF2B5EF4-FFF2-40B4-BE49-F238E27FC236}">
                  <a16:creationId xmlns:a16="http://schemas.microsoft.com/office/drawing/2014/main" id="{78CA3AC2-640D-A595-52BA-F15BC99C77FC}"/>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6" name="Oval 725">
              <a:extLst>
                <a:ext uri="{FF2B5EF4-FFF2-40B4-BE49-F238E27FC236}">
                  <a16:creationId xmlns:a16="http://schemas.microsoft.com/office/drawing/2014/main" id="{ACE05E25-8EC1-A1F7-3770-6F2FF882F4DF}"/>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31" name="Group 730">
            <a:extLst>
              <a:ext uri="{FF2B5EF4-FFF2-40B4-BE49-F238E27FC236}">
                <a16:creationId xmlns:a16="http://schemas.microsoft.com/office/drawing/2014/main" id="{280C5BCE-BE25-ACBA-5DF2-6245E5CC9BE6}"/>
              </a:ext>
            </a:extLst>
          </p:cNvPr>
          <p:cNvGrpSpPr/>
          <p:nvPr/>
        </p:nvGrpSpPr>
        <p:grpSpPr>
          <a:xfrm>
            <a:off x="2105348" y="1532276"/>
            <a:ext cx="721206" cy="609701"/>
            <a:chOff x="2105348" y="1532276"/>
            <a:chExt cx="721206" cy="609701"/>
          </a:xfrm>
        </p:grpSpPr>
        <p:sp>
          <p:nvSpPr>
            <p:cNvPr id="732" name="Rectangle 731">
              <a:extLst>
                <a:ext uri="{FF2B5EF4-FFF2-40B4-BE49-F238E27FC236}">
                  <a16:creationId xmlns:a16="http://schemas.microsoft.com/office/drawing/2014/main" id="{3BC47DA9-842A-49AA-BCA3-90CB97B353D9}"/>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33" name="Rectangle 732">
              <a:extLst>
                <a:ext uri="{FF2B5EF4-FFF2-40B4-BE49-F238E27FC236}">
                  <a16:creationId xmlns:a16="http://schemas.microsoft.com/office/drawing/2014/main" id="{A660BD66-68AB-0CF9-D58E-8779F2655632}"/>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4" name="Oval 15">
              <a:extLst>
                <a:ext uri="{FF2B5EF4-FFF2-40B4-BE49-F238E27FC236}">
                  <a16:creationId xmlns:a16="http://schemas.microsoft.com/office/drawing/2014/main" id="{593D44F7-C25C-AE10-134E-E04D33166FBD}"/>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5" name="Straight Connector 734">
              <a:extLst>
                <a:ext uri="{FF2B5EF4-FFF2-40B4-BE49-F238E27FC236}">
                  <a16:creationId xmlns:a16="http://schemas.microsoft.com/office/drawing/2014/main" id="{D14FEE4B-8022-CB4C-822C-FCB3A8FB4D6A}"/>
                </a:ext>
              </a:extLst>
            </p:cNvPr>
            <p:cNvCxnSpPr>
              <a:cxnSpLocks/>
              <a:stCxn id="734"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36" name="Straight Connector 735">
              <a:extLst>
                <a:ext uri="{FF2B5EF4-FFF2-40B4-BE49-F238E27FC236}">
                  <a16:creationId xmlns:a16="http://schemas.microsoft.com/office/drawing/2014/main" id="{44722909-C835-5170-0525-AC42F1B71A67}"/>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37" name="Group 736">
            <a:extLst>
              <a:ext uri="{FF2B5EF4-FFF2-40B4-BE49-F238E27FC236}">
                <a16:creationId xmlns:a16="http://schemas.microsoft.com/office/drawing/2014/main" id="{48B6D280-661E-112A-5C37-7E3145BC14CA}"/>
              </a:ext>
            </a:extLst>
          </p:cNvPr>
          <p:cNvGrpSpPr/>
          <p:nvPr/>
        </p:nvGrpSpPr>
        <p:grpSpPr>
          <a:xfrm>
            <a:off x="431659" y="1532283"/>
            <a:ext cx="721891" cy="610032"/>
            <a:chOff x="431659" y="1532283"/>
            <a:chExt cx="721891" cy="610032"/>
          </a:xfrm>
        </p:grpSpPr>
        <p:sp>
          <p:nvSpPr>
            <p:cNvPr id="738" name="Rectangle 737">
              <a:extLst>
                <a:ext uri="{FF2B5EF4-FFF2-40B4-BE49-F238E27FC236}">
                  <a16:creationId xmlns:a16="http://schemas.microsoft.com/office/drawing/2014/main" id="{AF4D508F-15A8-26BB-8AEC-78AC74C50EF0}"/>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39" name="Right Triangle 738">
              <a:extLst>
                <a:ext uri="{FF2B5EF4-FFF2-40B4-BE49-F238E27FC236}">
                  <a16:creationId xmlns:a16="http://schemas.microsoft.com/office/drawing/2014/main" id="{BFC7A3CD-8CA7-D395-9D21-E7F17E1DBD78}"/>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0" name="Group 739">
              <a:extLst>
                <a:ext uri="{FF2B5EF4-FFF2-40B4-BE49-F238E27FC236}">
                  <a16:creationId xmlns:a16="http://schemas.microsoft.com/office/drawing/2014/main" id="{D0E547FD-9D29-AB0E-4AF9-0097B3DF7987}"/>
                </a:ext>
              </a:extLst>
            </p:cNvPr>
            <p:cNvGrpSpPr/>
            <p:nvPr/>
          </p:nvGrpSpPr>
          <p:grpSpPr>
            <a:xfrm>
              <a:off x="1102940" y="1538374"/>
              <a:ext cx="37817" cy="61390"/>
              <a:chOff x="3883481" y="2057400"/>
              <a:chExt cx="1608363" cy="2652031"/>
            </a:xfrm>
            <a:solidFill>
              <a:srgbClr val="A6A6A6">
                <a:alpha val="20000"/>
              </a:srgbClr>
            </a:solidFill>
          </p:grpSpPr>
          <p:sp>
            <p:nvSpPr>
              <p:cNvPr id="741" name="Oval 27">
                <a:extLst>
                  <a:ext uri="{FF2B5EF4-FFF2-40B4-BE49-F238E27FC236}">
                    <a16:creationId xmlns:a16="http://schemas.microsoft.com/office/drawing/2014/main" id="{BA56F024-2CE0-BFFF-FE4F-2FE537EEF9B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2" name="Oval 28">
                <a:extLst>
                  <a:ext uri="{FF2B5EF4-FFF2-40B4-BE49-F238E27FC236}">
                    <a16:creationId xmlns:a16="http://schemas.microsoft.com/office/drawing/2014/main" id="{ED0C03B2-5EEF-DAB2-464D-495BD4EC542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3" name="Group 742">
            <a:extLst>
              <a:ext uri="{FF2B5EF4-FFF2-40B4-BE49-F238E27FC236}">
                <a16:creationId xmlns:a16="http://schemas.microsoft.com/office/drawing/2014/main" id="{391B326F-D65E-D47E-0391-A753112E4B47}"/>
              </a:ext>
            </a:extLst>
          </p:cNvPr>
          <p:cNvGrpSpPr/>
          <p:nvPr/>
        </p:nvGrpSpPr>
        <p:grpSpPr>
          <a:xfrm>
            <a:off x="1268843" y="1532283"/>
            <a:ext cx="721206" cy="610032"/>
            <a:chOff x="1268843" y="1532283"/>
            <a:chExt cx="721206" cy="610032"/>
          </a:xfrm>
        </p:grpSpPr>
        <p:sp>
          <p:nvSpPr>
            <p:cNvPr id="744" name="Rectangle 743">
              <a:extLst>
                <a:ext uri="{FF2B5EF4-FFF2-40B4-BE49-F238E27FC236}">
                  <a16:creationId xmlns:a16="http://schemas.microsoft.com/office/drawing/2014/main" id="{DDD06054-9AA4-4AFE-EBAC-C16B37C47AC5}"/>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45" name="Right Triangle 744">
              <a:extLst>
                <a:ext uri="{FF2B5EF4-FFF2-40B4-BE49-F238E27FC236}">
                  <a16:creationId xmlns:a16="http://schemas.microsoft.com/office/drawing/2014/main" id="{20F52F7E-DA85-0BD4-8460-6D1615554E3F}"/>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6" name="Group 745">
              <a:extLst>
                <a:ext uri="{FF2B5EF4-FFF2-40B4-BE49-F238E27FC236}">
                  <a16:creationId xmlns:a16="http://schemas.microsoft.com/office/drawing/2014/main" id="{3202E8D2-76F3-CBC7-C012-91E74F8D5F70}"/>
                </a:ext>
              </a:extLst>
            </p:cNvPr>
            <p:cNvGrpSpPr/>
            <p:nvPr/>
          </p:nvGrpSpPr>
          <p:grpSpPr>
            <a:xfrm>
              <a:off x="1939436" y="1538374"/>
              <a:ext cx="37817" cy="61390"/>
              <a:chOff x="3883481" y="2057400"/>
              <a:chExt cx="1608363" cy="2652031"/>
            </a:xfrm>
            <a:solidFill>
              <a:srgbClr val="A6A6A6">
                <a:alpha val="20000"/>
              </a:srgbClr>
            </a:solidFill>
          </p:grpSpPr>
          <p:sp>
            <p:nvSpPr>
              <p:cNvPr id="747" name="Oval 27">
                <a:extLst>
                  <a:ext uri="{FF2B5EF4-FFF2-40B4-BE49-F238E27FC236}">
                    <a16:creationId xmlns:a16="http://schemas.microsoft.com/office/drawing/2014/main" id="{35FF36C1-02A4-49A9-0B8D-0D3A0E1147F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8" name="Oval 28">
                <a:extLst>
                  <a:ext uri="{FF2B5EF4-FFF2-40B4-BE49-F238E27FC236}">
                    <a16:creationId xmlns:a16="http://schemas.microsoft.com/office/drawing/2014/main" id="{0BE49CDA-5D13-9024-0F34-2F09ADE5635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5" name="Group 754">
            <a:extLst>
              <a:ext uri="{FF2B5EF4-FFF2-40B4-BE49-F238E27FC236}">
                <a16:creationId xmlns:a16="http://schemas.microsoft.com/office/drawing/2014/main" id="{EACEF4DF-655E-0B9C-FF43-468B9A8B275F}"/>
              </a:ext>
            </a:extLst>
          </p:cNvPr>
          <p:cNvGrpSpPr/>
          <p:nvPr/>
        </p:nvGrpSpPr>
        <p:grpSpPr>
          <a:xfrm>
            <a:off x="5454379" y="2974054"/>
            <a:ext cx="721206" cy="649846"/>
            <a:chOff x="5454379" y="2974054"/>
            <a:chExt cx="721206" cy="649846"/>
          </a:xfrm>
        </p:grpSpPr>
        <p:sp>
          <p:nvSpPr>
            <p:cNvPr id="756" name="Rectangle 755">
              <a:extLst>
                <a:ext uri="{FF2B5EF4-FFF2-40B4-BE49-F238E27FC236}">
                  <a16:creationId xmlns:a16="http://schemas.microsoft.com/office/drawing/2014/main" id="{FC7840D6-C07E-C471-B3F4-52A41F1DD73D}"/>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57" name="Rectangle 756">
              <a:extLst>
                <a:ext uri="{FF2B5EF4-FFF2-40B4-BE49-F238E27FC236}">
                  <a16:creationId xmlns:a16="http://schemas.microsoft.com/office/drawing/2014/main" id="{5D219A29-857E-089F-F9BA-5E1074F7F1ED}"/>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8" name="Oval 15">
              <a:extLst>
                <a:ext uri="{FF2B5EF4-FFF2-40B4-BE49-F238E27FC236}">
                  <a16:creationId xmlns:a16="http://schemas.microsoft.com/office/drawing/2014/main" id="{CD9D4A57-FE51-CAF4-5737-8B9124B63943}"/>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59" name="Straight Connector 758">
              <a:extLst>
                <a:ext uri="{FF2B5EF4-FFF2-40B4-BE49-F238E27FC236}">
                  <a16:creationId xmlns:a16="http://schemas.microsoft.com/office/drawing/2014/main" id="{13DB9100-CAA5-362E-5D6D-22451436D9F7}"/>
                </a:ext>
              </a:extLst>
            </p:cNvPr>
            <p:cNvCxnSpPr>
              <a:cxnSpLocks/>
              <a:stCxn id="758"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60" name="Straight Connector 759">
              <a:extLst>
                <a:ext uri="{FF2B5EF4-FFF2-40B4-BE49-F238E27FC236}">
                  <a16:creationId xmlns:a16="http://schemas.microsoft.com/office/drawing/2014/main" id="{EE965DA1-228B-0B7B-98DD-BDD72119B97A}"/>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61" name="Group 760">
            <a:extLst>
              <a:ext uri="{FF2B5EF4-FFF2-40B4-BE49-F238E27FC236}">
                <a16:creationId xmlns:a16="http://schemas.microsoft.com/office/drawing/2014/main" id="{9921B798-EFEB-877F-4DB3-84331B66E2CD}"/>
              </a:ext>
            </a:extLst>
          </p:cNvPr>
          <p:cNvGrpSpPr/>
          <p:nvPr/>
        </p:nvGrpSpPr>
        <p:grpSpPr>
          <a:xfrm>
            <a:off x="431659" y="2974054"/>
            <a:ext cx="721891" cy="609701"/>
            <a:chOff x="431659" y="2974054"/>
            <a:chExt cx="721891" cy="609701"/>
          </a:xfrm>
        </p:grpSpPr>
        <p:sp>
          <p:nvSpPr>
            <p:cNvPr id="762" name="Rectangle 761">
              <a:extLst>
                <a:ext uri="{FF2B5EF4-FFF2-40B4-BE49-F238E27FC236}">
                  <a16:creationId xmlns:a16="http://schemas.microsoft.com/office/drawing/2014/main" id="{70C20713-4E75-8804-DD40-3B08229A058D}"/>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63" name="Right Triangle 762">
              <a:extLst>
                <a:ext uri="{FF2B5EF4-FFF2-40B4-BE49-F238E27FC236}">
                  <a16:creationId xmlns:a16="http://schemas.microsoft.com/office/drawing/2014/main" id="{6704F9BE-D27F-1DCF-C1ED-8242BEC086EB}"/>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4" name="Group 763">
              <a:extLst>
                <a:ext uri="{FF2B5EF4-FFF2-40B4-BE49-F238E27FC236}">
                  <a16:creationId xmlns:a16="http://schemas.microsoft.com/office/drawing/2014/main" id="{D3D29317-EC48-9157-E0EA-8881157A3FD0}"/>
                </a:ext>
              </a:extLst>
            </p:cNvPr>
            <p:cNvGrpSpPr/>
            <p:nvPr/>
          </p:nvGrpSpPr>
          <p:grpSpPr>
            <a:xfrm>
              <a:off x="1102940" y="2981762"/>
              <a:ext cx="37817" cy="61390"/>
              <a:chOff x="3883481" y="2057400"/>
              <a:chExt cx="1608363" cy="2652031"/>
            </a:xfrm>
            <a:solidFill>
              <a:srgbClr val="A6A6A6">
                <a:alpha val="20000"/>
              </a:srgbClr>
            </a:solidFill>
          </p:grpSpPr>
          <p:sp>
            <p:nvSpPr>
              <p:cNvPr id="765" name="Oval 27">
                <a:extLst>
                  <a:ext uri="{FF2B5EF4-FFF2-40B4-BE49-F238E27FC236}">
                    <a16:creationId xmlns:a16="http://schemas.microsoft.com/office/drawing/2014/main" id="{CB16F424-EA39-9ADA-F19A-0D8A5A8E2FE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6" name="Oval 28">
                <a:extLst>
                  <a:ext uri="{FF2B5EF4-FFF2-40B4-BE49-F238E27FC236}">
                    <a16:creationId xmlns:a16="http://schemas.microsoft.com/office/drawing/2014/main" id="{1CB9240F-6DEB-2FD0-0AD4-8897B096992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3" name="Group 772">
            <a:extLst>
              <a:ext uri="{FF2B5EF4-FFF2-40B4-BE49-F238E27FC236}">
                <a16:creationId xmlns:a16="http://schemas.microsoft.com/office/drawing/2014/main" id="{8EF19C86-ABF4-1CDF-DA7A-C55288E52C73}"/>
              </a:ext>
            </a:extLst>
          </p:cNvPr>
          <p:cNvGrpSpPr/>
          <p:nvPr/>
        </p:nvGrpSpPr>
        <p:grpSpPr>
          <a:xfrm>
            <a:off x="2940469" y="2974031"/>
            <a:ext cx="721206" cy="613175"/>
            <a:chOff x="2940469" y="2974031"/>
            <a:chExt cx="721206" cy="613175"/>
          </a:xfrm>
        </p:grpSpPr>
        <p:sp>
          <p:nvSpPr>
            <p:cNvPr id="774" name="Rectangle 773">
              <a:extLst>
                <a:ext uri="{FF2B5EF4-FFF2-40B4-BE49-F238E27FC236}">
                  <a16:creationId xmlns:a16="http://schemas.microsoft.com/office/drawing/2014/main" id="{803DB7C9-1830-68B9-5C3C-F48921F6F6AD}"/>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75" name="Right Triangle 774">
              <a:extLst>
                <a:ext uri="{FF2B5EF4-FFF2-40B4-BE49-F238E27FC236}">
                  <a16:creationId xmlns:a16="http://schemas.microsoft.com/office/drawing/2014/main" id="{CC60EDF0-84E0-26B2-166D-B3DA55D33657}"/>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6" name="Group 775">
              <a:extLst>
                <a:ext uri="{FF2B5EF4-FFF2-40B4-BE49-F238E27FC236}">
                  <a16:creationId xmlns:a16="http://schemas.microsoft.com/office/drawing/2014/main" id="{F7FD4E70-1D87-B804-CA79-D976C6DAE374}"/>
                </a:ext>
              </a:extLst>
            </p:cNvPr>
            <p:cNvGrpSpPr/>
            <p:nvPr/>
          </p:nvGrpSpPr>
          <p:grpSpPr>
            <a:xfrm>
              <a:off x="3610502" y="2980132"/>
              <a:ext cx="37817" cy="61390"/>
              <a:chOff x="3883481" y="2057400"/>
              <a:chExt cx="1608363" cy="2652031"/>
            </a:xfrm>
            <a:solidFill>
              <a:srgbClr val="A6A6A6">
                <a:alpha val="20000"/>
              </a:srgbClr>
            </a:solidFill>
          </p:grpSpPr>
          <p:sp>
            <p:nvSpPr>
              <p:cNvPr id="777" name="Oval 27">
                <a:extLst>
                  <a:ext uri="{FF2B5EF4-FFF2-40B4-BE49-F238E27FC236}">
                    <a16:creationId xmlns:a16="http://schemas.microsoft.com/office/drawing/2014/main" id="{EA1612C8-B8A0-C044-6563-7FF7C33E975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8" name="Oval 28">
                <a:extLst>
                  <a:ext uri="{FF2B5EF4-FFF2-40B4-BE49-F238E27FC236}">
                    <a16:creationId xmlns:a16="http://schemas.microsoft.com/office/drawing/2014/main" id="{849D4613-53CC-9FEF-88DE-F3D533E9625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9" name="Group 778">
            <a:extLst>
              <a:ext uri="{FF2B5EF4-FFF2-40B4-BE49-F238E27FC236}">
                <a16:creationId xmlns:a16="http://schemas.microsoft.com/office/drawing/2014/main" id="{8B98CFFF-4649-7F8A-524E-79C73B5D64B2}"/>
              </a:ext>
            </a:extLst>
          </p:cNvPr>
          <p:cNvGrpSpPr/>
          <p:nvPr/>
        </p:nvGrpSpPr>
        <p:grpSpPr>
          <a:xfrm>
            <a:off x="1268380" y="2974053"/>
            <a:ext cx="721206" cy="609701"/>
            <a:chOff x="1268380" y="2974053"/>
            <a:chExt cx="721206" cy="609701"/>
          </a:xfrm>
        </p:grpSpPr>
        <p:sp>
          <p:nvSpPr>
            <p:cNvPr id="780" name="Rectangle 779">
              <a:extLst>
                <a:ext uri="{FF2B5EF4-FFF2-40B4-BE49-F238E27FC236}">
                  <a16:creationId xmlns:a16="http://schemas.microsoft.com/office/drawing/2014/main" id="{BEBAB6C0-DB7B-AB5A-54EA-6E073B7115BE}"/>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81" name="Right Triangle 780">
              <a:extLst>
                <a:ext uri="{FF2B5EF4-FFF2-40B4-BE49-F238E27FC236}">
                  <a16:creationId xmlns:a16="http://schemas.microsoft.com/office/drawing/2014/main" id="{31C1EC15-2806-A543-9D2C-2A5059E64F9E}"/>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2" name="Group 781">
              <a:extLst>
                <a:ext uri="{FF2B5EF4-FFF2-40B4-BE49-F238E27FC236}">
                  <a16:creationId xmlns:a16="http://schemas.microsoft.com/office/drawing/2014/main" id="{DF54B543-9EF1-4D72-004B-41334F2EE273}"/>
                </a:ext>
              </a:extLst>
            </p:cNvPr>
            <p:cNvGrpSpPr/>
            <p:nvPr/>
          </p:nvGrpSpPr>
          <p:grpSpPr>
            <a:xfrm>
              <a:off x="1938973" y="2986452"/>
              <a:ext cx="37817" cy="61390"/>
              <a:chOff x="3883481" y="2057400"/>
              <a:chExt cx="1608363" cy="2652031"/>
            </a:xfrm>
            <a:solidFill>
              <a:srgbClr val="A6A6A6">
                <a:alpha val="20000"/>
              </a:srgbClr>
            </a:solidFill>
          </p:grpSpPr>
          <p:sp>
            <p:nvSpPr>
              <p:cNvPr id="783" name="Oval 27">
                <a:extLst>
                  <a:ext uri="{FF2B5EF4-FFF2-40B4-BE49-F238E27FC236}">
                    <a16:creationId xmlns:a16="http://schemas.microsoft.com/office/drawing/2014/main" id="{D44DA255-CE14-DD43-94F4-26D47A49BFA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4" name="Oval 28">
                <a:extLst>
                  <a:ext uri="{FF2B5EF4-FFF2-40B4-BE49-F238E27FC236}">
                    <a16:creationId xmlns:a16="http://schemas.microsoft.com/office/drawing/2014/main" id="{B5A47309-5C34-1F1E-4CC7-FBB334E7539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21341603-43B7-236C-A742-317211B5C207}"/>
              </a:ext>
            </a:extLst>
          </p:cNvPr>
          <p:cNvGrpSpPr/>
          <p:nvPr/>
        </p:nvGrpSpPr>
        <p:grpSpPr>
          <a:xfrm>
            <a:off x="2938534" y="811556"/>
            <a:ext cx="721206" cy="609701"/>
            <a:chOff x="2938534" y="811556"/>
            <a:chExt cx="721206" cy="609701"/>
          </a:xfrm>
        </p:grpSpPr>
        <p:sp>
          <p:nvSpPr>
            <p:cNvPr id="786" name="Rectangle 785">
              <a:extLst>
                <a:ext uri="{FF2B5EF4-FFF2-40B4-BE49-F238E27FC236}">
                  <a16:creationId xmlns:a16="http://schemas.microsoft.com/office/drawing/2014/main" id="{93922E6F-23A7-B1E7-71AD-B119E487E349}"/>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87" name="Rectangle 786">
              <a:extLst>
                <a:ext uri="{FF2B5EF4-FFF2-40B4-BE49-F238E27FC236}">
                  <a16:creationId xmlns:a16="http://schemas.microsoft.com/office/drawing/2014/main" id="{B433C474-F22A-6F21-FF34-B7DCABA8F770}"/>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8" name="Oval 15">
              <a:extLst>
                <a:ext uri="{FF2B5EF4-FFF2-40B4-BE49-F238E27FC236}">
                  <a16:creationId xmlns:a16="http://schemas.microsoft.com/office/drawing/2014/main" id="{61033807-C8B9-5124-4D96-76620E0529DD}"/>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89" name="Straight Connector 788">
              <a:extLst>
                <a:ext uri="{FF2B5EF4-FFF2-40B4-BE49-F238E27FC236}">
                  <a16:creationId xmlns:a16="http://schemas.microsoft.com/office/drawing/2014/main" id="{1BFEE4F2-B5AF-CF28-4D9E-B33F3E70C961}"/>
                </a:ext>
              </a:extLst>
            </p:cNvPr>
            <p:cNvCxnSpPr>
              <a:cxnSpLocks/>
              <a:stCxn id="788"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90" name="Straight Connector 789">
              <a:extLst>
                <a:ext uri="{FF2B5EF4-FFF2-40B4-BE49-F238E27FC236}">
                  <a16:creationId xmlns:a16="http://schemas.microsoft.com/office/drawing/2014/main" id="{46EBD5A0-8538-DDBE-043A-1A83A90D96F6}"/>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03" name="Group 802">
            <a:extLst>
              <a:ext uri="{FF2B5EF4-FFF2-40B4-BE49-F238E27FC236}">
                <a16:creationId xmlns:a16="http://schemas.microsoft.com/office/drawing/2014/main" id="{A42D4E37-CE65-5E7E-4CA1-C0DCC6D09B3B}"/>
              </a:ext>
            </a:extLst>
          </p:cNvPr>
          <p:cNvGrpSpPr/>
          <p:nvPr/>
        </p:nvGrpSpPr>
        <p:grpSpPr>
          <a:xfrm>
            <a:off x="1267285" y="811556"/>
            <a:ext cx="721206" cy="609701"/>
            <a:chOff x="1267285" y="811556"/>
            <a:chExt cx="721206" cy="609701"/>
          </a:xfrm>
        </p:grpSpPr>
        <p:sp>
          <p:nvSpPr>
            <p:cNvPr id="804" name="Rectangle 803">
              <a:extLst>
                <a:ext uri="{FF2B5EF4-FFF2-40B4-BE49-F238E27FC236}">
                  <a16:creationId xmlns:a16="http://schemas.microsoft.com/office/drawing/2014/main" id="{7B54EC5E-AA8F-1A26-E5E1-16DC834316A5}"/>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05" name="Right Triangle 804">
              <a:extLst>
                <a:ext uri="{FF2B5EF4-FFF2-40B4-BE49-F238E27FC236}">
                  <a16:creationId xmlns:a16="http://schemas.microsoft.com/office/drawing/2014/main" id="{2313BD14-B8F3-0889-A13F-A86C04EF0AD6}"/>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6" name="Group 805">
              <a:extLst>
                <a:ext uri="{FF2B5EF4-FFF2-40B4-BE49-F238E27FC236}">
                  <a16:creationId xmlns:a16="http://schemas.microsoft.com/office/drawing/2014/main" id="{387AFEF0-605E-87C6-DA04-C7DF01D65CA8}"/>
                </a:ext>
              </a:extLst>
            </p:cNvPr>
            <p:cNvGrpSpPr/>
            <p:nvPr/>
          </p:nvGrpSpPr>
          <p:grpSpPr>
            <a:xfrm>
              <a:off x="1937878" y="819591"/>
              <a:ext cx="37817" cy="61390"/>
              <a:chOff x="3883481" y="2057400"/>
              <a:chExt cx="1608363" cy="2652031"/>
            </a:xfrm>
            <a:solidFill>
              <a:srgbClr val="A6A6A6">
                <a:alpha val="20000"/>
              </a:srgbClr>
            </a:solidFill>
          </p:grpSpPr>
          <p:sp>
            <p:nvSpPr>
              <p:cNvPr id="807" name="Oval 27">
                <a:extLst>
                  <a:ext uri="{FF2B5EF4-FFF2-40B4-BE49-F238E27FC236}">
                    <a16:creationId xmlns:a16="http://schemas.microsoft.com/office/drawing/2014/main" id="{69864A10-96D8-D638-DFCE-3D6EDCE85B0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8" name="Oval 28">
                <a:extLst>
                  <a:ext uri="{FF2B5EF4-FFF2-40B4-BE49-F238E27FC236}">
                    <a16:creationId xmlns:a16="http://schemas.microsoft.com/office/drawing/2014/main" id="{334D2CF3-6765-05BB-936D-19E503BA385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5" name="Group 814">
            <a:extLst>
              <a:ext uri="{FF2B5EF4-FFF2-40B4-BE49-F238E27FC236}">
                <a16:creationId xmlns:a16="http://schemas.microsoft.com/office/drawing/2014/main" id="{690DEA30-F26F-0247-6BEE-5425A1E415DE}"/>
              </a:ext>
            </a:extLst>
          </p:cNvPr>
          <p:cNvGrpSpPr/>
          <p:nvPr/>
        </p:nvGrpSpPr>
        <p:grpSpPr>
          <a:xfrm>
            <a:off x="2889438" y="751337"/>
            <a:ext cx="5022643" cy="5001728"/>
            <a:chOff x="2889438" y="751337"/>
            <a:chExt cx="5022643" cy="5001728"/>
          </a:xfrm>
        </p:grpSpPr>
        <p:cxnSp>
          <p:nvCxnSpPr>
            <p:cNvPr id="816" name="Straight Connector 815">
              <a:extLst>
                <a:ext uri="{FF2B5EF4-FFF2-40B4-BE49-F238E27FC236}">
                  <a16:creationId xmlns:a16="http://schemas.microsoft.com/office/drawing/2014/main" id="{31135597-92D3-DAF4-ECAE-E95B5BC9DAD6}"/>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D2F5679F-3A61-9FAD-BE9E-1D1E54C6A62A}"/>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FA904A5D-52B0-3B55-29E5-C95E92339F46}"/>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29AAA623-EAC5-49A3-AA73-D8B0A1147EE7}"/>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818A2BE8-4B78-5627-E209-7F9F3133A5AE}"/>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2080400A-DFE9-588C-7367-C004EFD6AFED}"/>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6AAF21DC-6392-799C-3967-79EEF5368436}"/>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5E537BF2-C774-45BF-509E-0EF1C9FDB4D9}"/>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4" name="Straight Connector 823">
              <a:extLst>
                <a:ext uri="{FF2B5EF4-FFF2-40B4-BE49-F238E27FC236}">
                  <a16:creationId xmlns:a16="http://schemas.microsoft.com/office/drawing/2014/main" id="{222AA524-519D-CECA-EB37-F0F9E80C42F0}"/>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E068ADBF-778D-4BC9-869A-607264216E6D}"/>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9" name="Group 838">
            <a:extLst>
              <a:ext uri="{FF2B5EF4-FFF2-40B4-BE49-F238E27FC236}">
                <a16:creationId xmlns:a16="http://schemas.microsoft.com/office/drawing/2014/main" id="{CF18EEFA-8BC0-A055-4C4B-F3E44FAF4574}"/>
              </a:ext>
            </a:extLst>
          </p:cNvPr>
          <p:cNvGrpSpPr/>
          <p:nvPr/>
        </p:nvGrpSpPr>
        <p:grpSpPr>
          <a:xfrm>
            <a:off x="2099604" y="5136552"/>
            <a:ext cx="721206" cy="609701"/>
            <a:chOff x="2099604" y="5136552"/>
            <a:chExt cx="721206" cy="609701"/>
          </a:xfrm>
        </p:grpSpPr>
        <p:sp>
          <p:nvSpPr>
            <p:cNvPr id="840" name="Rectangle 839">
              <a:extLst>
                <a:ext uri="{FF2B5EF4-FFF2-40B4-BE49-F238E27FC236}">
                  <a16:creationId xmlns:a16="http://schemas.microsoft.com/office/drawing/2014/main" id="{CAB2A60A-1EB9-49E9-9E8D-5488B78C4835}"/>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841" name="Right Triangle 840">
              <a:extLst>
                <a:ext uri="{FF2B5EF4-FFF2-40B4-BE49-F238E27FC236}">
                  <a16:creationId xmlns:a16="http://schemas.microsoft.com/office/drawing/2014/main" id="{DC304F15-6533-CF5A-D987-B096717FF909}"/>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2" name="Group 841">
              <a:extLst>
                <a:ext uri="{FF2B5EF4-FFF2-40B4-BE49-F238E27FC236}">
                  <a16:creationId xmlns:a16="http://schemas.microsoft.com/office/drawing/2014/main" id="{D4CD9220-22C1-2C4B-F672-B2F27FD5D4FA}"/>
                </a:ext>
              </a:extLst>
            </p:cNvPr>
            <p:cNvGrpSpPr/>
            <p:nvPr/>
          </p:nvGrpSpPr>
          <p:grpSpPr>
            <a:xfrm>
              <a:off x="2765661" y="5151382"/>
              <a:ext cx="37817" cy="61390"/>
              <a:chOff x="3883481" y="2057400"/>
              <a:chExt cx="1608363" cy="2652031"/>
            </a:xfrm>
            <a:solidFill>
              <a:srgbClr val="A6A6A6">
                <a:alpha val="20000"/>
              </a:srgbClr>
            </a:solidFill>
          </p:grpSpPr>
          <p:sp>
            <p:nvSpPr>
              <p:cNvPr id="843" name="Oval 27">
                <a:extLst>
                  <a:ext uri="{FF2B5EF4-FFF2-40B4-BE49-F238E27FC236}">
                    <a16:creationId xmlns:a16="http://schemas.microsoft.com/office/drawing/2014/main" id="{DD056E29-73F5-4311-F4CE-E4CAB17E4B8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4" name="Oval 28">
                <a:extLst>
                  <a:ext uri="{FF2B5EF4-FFF2-40B4-BE49-F238E27FC236}">
                    <a16:creationId xmlns:a16="http://schemas.microsoft.com/office/drawing/2014/main" id="{FC2DD5A8-2C82-05C3-C248-623FD315868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1" name="Group 850">
            <a:extLst>
              <a:ext uri="{FF2B5EF4-FFF2-40B4-BE49-F238E27FC236}">
                <a16:creationId xmlns:a16="http://schemas.microsoft.com/office/drawing/2014/main" id="{2DFDADFF-2BC4-A51F-2197-C2A958FF6085}"/>
              </a:ext>
            </a:extLst>
          </p:cNvPr>
          <p:cNvGrpSpPr/>
          <p:nvPr/>
        </p:nvGrpSpPr>
        <p:grpSpPr>
          <a:xfrm>
            <a:off x="2937173" y="4419601"/>
            <a:ext cx="721206" cy="610396"/>
            <a:chOff x="2937173" y="4419601"/>
            <a:chExt cx="721206" cy="610396"/>
          </a:xfrm>
        </p:grpSpPr>
        <p:sp>
          <p:nvSpPr>
            <p:cNvPr id="852" name="Rectangle 851">
              <a:extLst>
                <a:ext uri="{FF2B5EF4-FFF2-40B4-BE49-F238E27FC236}">
                  <a16:creationId xmlns:a16="http://schemas.microsoft.com/office/drawing/2014/main" id="{314262B9-B2BF-0BEF-9340-36CCFBC73F4B}"/>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53" name="Right Triangle 852">
              <a:extLst>
                <a:ext uri="{FF2B5EF4-FFF2-40B4-BE49-F238E27FC236}">
                  <a16:creationId xmlns:a16="http://schemas.microsoft.com/office/drawing/2014/main" id="{94829EB5-264B-306E-444E-027B45D69EB1}"/>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4" name="Group 853">
              <a:extLst>
                <a:ext uri="{FF2B5EF4-FFF2-40B4-BE49-F238E27FC236}">
                  <a16:creationId xmlns:a16="http://schemas.microsoft.com/office/drawing/2014/main" id="{F7A9AF2E-15C6-41E1-8014-3B2D3D1BBBE1}"/>
                </a:ext>
              </a:extLst>
            </p:cNvPr>
            <p:cNvGrpSpPr/>
            <p:nvPr/>
          </p:nvGrpSpPr>
          <p:grpSpPr>
            <a:xfrm>
              <a:off x="3607766" y="4425699"/>
              <a:ext cx="37817" cy="61390"/>
              <a:chOff x="3883481" y="2057400"/>
              <a:chExt cx="1608363" cy="2652031"/>
            </a:xfrm>
            <a:solidFill>
              <a:srgbClr val="A6A6A6">
                <a:alpha val="20000"/>
              </a:srgbClr>
            </a:solidFill>
          </p:grpSpPr>
          <p:sp>
            <p:nvSpPr>
              <p:cNvPr id="855" name="Oval 27">
                <a:extLst>
                  <a:ext uri="{FF2B5EF4-FFF2-40B4-BE49-F238E27FC236}">
                    <a16:creationId xmlns:a16="http://schemas.microsoft.com/office/drawing/2014/main" id="{783D03A6-2D6A-95D9-8C00-E1EBC40CE1E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6" name="Oval 28">
                <a:extLst>
                  <a:ext uri="{FF2B5EF4-FFF2-40B4-BE49-F238E27FC236}">
                    <a16:creationId xmlns:a16="http://schemas.microsoft.com/office/drawing/2014/main" id="{8FCFEE28-1502-FCB3-8706-6EF847CB24B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7" name="Group 856">
            <a:extLst>
              <a:ext uri="{FF2B5EF4-FFF2-40B4-BE49-F238E27FC236}">
                <a16:creationId xmlns:a16="http://schemas.microsoft.com/office/drawing/2014/main" id="{31174BB2-9879-20AA-9D55-1679BC2F1B7E}"/>
              </a:ext>
            </a:extLst>
          </p:cNvPr>
          <p:cNvGrpSpPr/>
          <p:nvPr/>
        </p:nvGrpSpPr>
        <p:grpSpPr>
          <a:xfrm>
            <a:off x="6286130" y="4419624"/>
            <a:ext cx="721206" cy="609701"/>
            <a:chOff x="6286130" y="4419624"/>
            <a:chExt cx="721206" cy="609701"/>
          </a:xfrm>
        </p:grpSpPr>
        <p:sp>
          <p:nvSpPr>
            <p:cNvPr id="858" name="Rectangle 857">
              <a:hlinkHover r:id="" action="ppaction://noaction" highlightClick="1"/>
              <a:extLst>
                <a:ext uri="{FF2B5EF4-FFF2-40B4-BE49-F238E27FC236}">
                  <a16:creationId xmlns:a16="http://schemas.microsoft.com/office/drawing/2014/main" id="{6CD34334-3B24-908E-CE50-874890EB22B4}"/>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59" name="Oval 858">
              <a:extLst>
                <a:ext uri="{FF2B5EF4-FFF2-40B4-BE49-F238E27FC236}">
                  <a16:creationId xmlns:a16="http://schemas.microsoft.com/office/drawing/2014/main" id="{F354302F-54FF-9EEE-B68D-6D8CD58EE595}"/>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0" name="Isosceles Triangle 648">
              <a:extLst>
                <a:ext uri="{FF2B5EF4-FFF2-40B4-BE49-F238E27FC236}">
                  <a16:creationId xmlns:a16="http://schemas.microsoft.com/office/drawing/2014/main" id="{520EB2F6-9FBD-CF81-A92B-AB699B6EF546}"/>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1" name="Group 860">
            <a:extLst>
              <a:ext uri="{FF2B5EF4-FFF2-40B4-BE49-F238E27FC236}">
                <a16:creationId xmlns:a16="http://schemas.microsoft.com/office/drawing/2014/main" id="{57BA8C02-EE37-EA85-485E-A219FBBDE61C}"/>
              </a:ext>
            </a:extLst>
          </p:cNvPr>
          <p:cNvGrpSpPr/>
          <p:nvPr/>
        </p:nvGrpSpPr>
        <p:grpSpPr>
          <a:xfrm>
            <a:off x="5458940" y="5135305"/>
            <a:ext cx="721206" cy="609701"/>
            <a:chOff x="5458940" y="5135305"/>
            <a:chExt cx="721206" cy="609701"/>
          </a:xfrm>
        </p:grpSpPr>
        <p:sp>
          <p:nvSpPr>
            <p:cNvPr id="862" name="Rectangle 861">
              <a:hlinkHover r:id="" action="ppaction://noaction" highlightClick="1"/>
              <a:extLst>
                <a:ext uri="{FF2B5EF4-FFF2-40B4-BE49-F238E27FC236}">
                  <a16:creationId xmlns:a16="http://schemas.microsoft.com/office/drawing/2014/main" id="{2E3B2245-1B94-62BA-80E4-76DC8692717F}"/>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63" name="Oval 862">
              <a:extLst>
                <a:ext uri="{FF2B5EF4-FFF2-40B4-BE49-F238E27FC236}">
                  <a16:creationId xmlns:a16="http://schemas.microsoft.com/office/drawing/2014/main" id="{6A0C9FF6-3ED7-1993-32B5-AD272462AE40}"/>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4" name="Isosceles Triangle 648">
              <a:extLst>
                <a:ext uri="{FF2B5EF4-FFF2-40B4-BE49-F238E27FC236}">
                  <a16:creationId xmlns:a16="http://schemas.microsoft.com/office/drawing/2014/main" id="{3C39C441-68A0-9F21-865C-A1257757D180}"/>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5" name="Group 864">
            <a:extLst>
              <a:ext uri="{FF2B5EF4-FFF2-40B4-BE49-F238E27FC236}">
                <a16:creationId xmlns:a16="http://schemas.microsoft.com/office/drawing/2014/main" id="{6B668B4B-72F0-99AF-8D89-174B3F885883}"/>
              </a:ext>
            </a:extLst>
          </p:cNvPr>
          <p:cNvGrpSpPr/>
          <p:nvPr/>
        </p:nvGrpSpPr>
        <p:grpSpPr>
          <a:xfrm>
            <a:off x="6289146" y="5141017"/>
            <a:ext cx="721206" cy="609701"/>
            <a:chOff x="6289146" y="5141017"/>
            <a:chExt cx="721206" cy="609701"/>
          </a:xfrm>
        </p:grpSpPr>
        <p:sp>
          <p:nvSpPr>
            <p:cNvPr id="866" name="Rectangle 865">
              <a:hlinkHover r:id="" action="ppaction://noaction" highlightClick="1"/>
              <a:extLst>
                <a:ext uri="{FF2B5EF4-FFF2-40B4-BE49-F238E27FC236}">
                  <a16:creationId xmlns:a16="http://schemas.microsoft.com/office/drawing/2014/main" id="{2BBA16D7-2088-9E7C-C786-CC5DBAF366E8}"/>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67" name="Oval 866">
              <a:extLst>
                <a:ext uri="{FF2B5EF4-FFF2-40B4-BE49-F238E27FC236}">
                  <a16:creationId xmlns:a16="http://schemas.microsoft.com/office/drawing/2014/main" id="{5DA8EDAA-B662-3F52-D687-6533FC2986D0}"/>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8" name="Isosceles Triangle 648">
              <a:extLst>
                <a:ext uri="{FF2B5EF4-FFF2-40B4-BE49-F238E27FC236}">
                  <a16:creationId xmlns:a16="http://schemas.microsoft.com/office/drawing/2014/main" id="{8BDB8692-8A87-2013-5C36-8A0E41766974}"/>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9" name="Group 868">
            <a:extLst>
              <a:ext uri="{FF2B5EF4-FFF2-40B4-BE49-F238E27FC236}">
                <a16:creationId xmlns:a16="http://schemas.microsoft.com/office/drawing/2014/main" id="{D22A3D6E-A3F5-7D72-C9BC-4C10817A3100}"/>
              </a:ext>
            </a:extLst>
          </p:cNvPr>
          <p:cNvGrpSpPr/>
          <p:nvPr/>
        </p:nvGrpSpPr>
        <p:grpSpPr>
          <a:xfrm>
            <a:off x="7122911" y="4419624"/>
            <a:ext cx="721206" cy="609701"/>
            <a:chOff x="7122911" y="4419624"/>
            <a:chExt cx="721206" cy="609701"/>
          </a:xfrm>
        </p:grpSpPr>
        <p:sp>
          <p:nvSpPr>
            <p:cNvPr id="870" name="Rectangle 869">
              <a:hlinkHover r:id="" action="ppaction://noaction" highlightClick="1"/>
              <a:extLst>
                <a:ext uri="{FF2B5EF4-FFF2-40B4-BE49-F238E27FC236}">
                  <a16:creationId xmlns:a16="http://schemas.microsoft.com/office/drawing/2014/main" id="{54E60629-2714-2731-8529-A9BEF7A8F5C7}"/>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71" name="Oval 870">
              <a:extLst>
                <a:ext uri="{FF2B5EF4-FFF2-40B4-BE49-F238E27FC236}">
                  <a16:creationId xmlns:a16="http://schemas.microsoft.com/office/drawing/2014/main" id="{A05E6154-9377-5CB4-CCBF-BEDA86427E8E}"/>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2" name="Isosceles Triangle 648">
              <a:extLst>
                <a:ext uri="{FF2B5EF4-FFF2-40B4-BE49-F238E27FC236}">
                  <a16:creationId xmlns:a16="http://schemas.microsoft.com/office/drawing/2014/main" id="{E01DE7DA-5133-1C40-0520-808D37671F06}"/>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7" name="Group 876">
            <a:extLst>
              <a:ext uri="{FF2B5EF4-FFF2-40B4-BE49-F238E27FC236}">
                <a16:creationId xmlns:a16="http://schemas.microsoft.com/office/drawing/2014/main" id="{B8C2D0D1-33BE-951A-ABEA-216BAC111DF0}"/>
              </a:ext>
            </a:extLst>
          </p:cNvPr>
          <p:cNvGrpSpPr/>
          <p:nvPr/>
        </p:nvGrpSpPr>
        <p:grpSpPr>
          <a:xfrm>
            <a:off x="5454385" y="4419624"/>
            <a:ext cx="721206" cy="609701"/>
            <a:chOff x="5454385" y="4419624"/>
            <a:chExt cx="721206" cy="609701"/>
          </a:xfrm>
        </p:grpSpPr>
        <p:sp>
          <p:nvSpPr>
            <p:cNvPr id="878" name="Rectangle 877">
              <a:hlinkHover r:id="" action="ppaction://noaction" highlightClick="1"/>
              <a:extLst>
                <a:ext uri="{FF2B5EF4-FFF2-40B4-BE49-F238E27FC236}">
                  <a16:creationId xmlns:a16="http://schemas.microsoft.com/office/drawing/2014/main" id="{A423FC7E-480B-E062-F9AA-4FFF78EBE57E}"/>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79" name="Oval 878">
              <a:extLst>
                <a:ext uri="{FF2B5EF4-FFF2-40B4-BE49-F238E27FC236}">
                  <a16:creationId xmlns:a16="http://schemas.microsoft.com/office/drawing/2014/main" id="{B505147C-046B-F4BC-F50B-82F9EFEE8363}"/>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0" name="Isosceles Triangle 648">
              <a:extLst>
                <a:ext uri="{FF2B5EF4-FFF2-40B4-BE49-F238E27FC236}">
                  <a16:creationId xmlns:a16="http://schemas.microsoft.com/office/drawing/2014/main" id="{2C3B22D2-14CF-AD35-BA73-D0C80D7E406E}"/>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9" name="Group 888">
            <a:extLst>
              <a:ext uri="{FF2B5EF4-FFF2-40B4-BE49-F238E27FC236}">
                <a16:creationId xmlns:a16="http://schemas.microsoft.com/office/drawing/2014/main" id="{7A8B849A-8E91-7BF0-303F-2179BABF723C}"/>
              </a:ext>
            </a:extLst>
          </p:cNvPr>
          <p:cNvGrpSpPr/>
          <p:nvPr/>
        </p:nvGrpSpPr>
        <p:grpSpPr>
          <a:xfrm>
            <a:off x="7125833" y="5143368"/>
            <a:ext cx="721206" cy="609701"/>
            <a:chOff x="7125833" y="5143368"/>
            <a:chExt cx="721206" cy="609701"/>
          </a:xfrm>
        </p:grpSpPr>
        <p:sp>
          <p:nvSpPr>
            <p:cNvPr id="890" name="Rectangle 889">
              <a:hlinkHover r:id="" action="ppaction://noaction" highlightClick="1"/>
              <a:extLst>
                <a:ext uri="{FF2B5EF4-FFF2-40B4-BE49-F238E27FC236}">
                  <a16:creationId xmlns:a16="http://schemas.microsoft.com/office/drawing/2014/main" id="{652DEF39-010D-6133-0EA5-96C3D71AB675}"/>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91" name="Oval 890">
              <a:extLst>
                <a:ext uri="{FF2B5EF4-FFF2-40B4-BE49-F238E27FC236}">
                  <a16:creationId xmlns:a16="http://schemas.microsoft.com/office/drawing/2014/main" id="{3B277044-C357-5381-A2CB-1CED3A6945F0}"/>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2" name="Isosceles Triangle 648">
              <a:extLst>
                <a:ext uri="{FF2B5EF4-FFF2-40B4-BE49-F238E27FC236}">
                  <a16:creationId xmlns:a16="http://schemas.microsoft.com/office/drawing/2014/main" id="{9BAF6256-ED27-D246-A25C-626933C69F2D}"/>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7" name="Group 896">
            <a:extLst>
              <a:ext uri="{FF2B5EF4-FFF2-40B4-BE49-F238E27FC236}">
                <a16:creationId xmlns:a16="http://schemas.microsoft.com/office/drawing/2014/main" id="{347C08DB-7A53-77EA-9711-BA82325F8D85}"/>
              </a:ext>
            </a:extLst>
          </p:cNvPr>
          <p:cNvGrpSpPr/>
          <p:nvPr/>
        </p:nvGrpSpPr>
        <p:grpSpPr>
          <a:xfrm>
            <a:off x="6286224" y="3620338"/>
            <a:ext cx="721206" cy="687594"/>
            <a:chOff x="6286224" y="3620338"/>
            <a:chExt cx="721206" cy="687594"/>
          </a:xfrm>
        </p:grpSpPr>
        <p:cxnSp>
          <p:nvCxnSpPr>
            <p:cNvPr id="898" name="Straight Connector 897">
              <a:extLst>
                <a:ext uri="{FF2B5EF4-FFF2-40B4-BE49-F238E27FC236}">
                  <a16:creationId xmlns:a16="http://schemas.microsoft.com/office/drawing/2014/main" id="{45601FC7-F8FA-6B00-76BD-467A7DCC175A}"/>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99" name="Rectangle 898">
              <a:hlinkHover r:id="" action="ppaction://noaction" highlightClick="1"/>
              <a:extLst>
                <a:ext uri="{FF2B5EF4-FFF2-40B4-BE49-F238E27FC236}">
                  <a16:creationId xmlns:a16="http://schemas.microsoft.com/office/drawing/2014/main" id="{F83FDFCC-82CE-7781-3E10-AF757B6BDE00}"/>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00" name="Oval 899">
              <a:extLst>
                <a:ext uri="{FF2B5EF4-FFF2-40B4-BE49-F238E27FC236}">
                  <a16:creationId xmlns:a16="http://schemas.microsoft.com/office/drawing/2014/main" id="{86934969-F845-58DF-1BBE-F65A48A9C0E2}"/>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1" name="Isosceles Triangle 648">
              <a:extLst>
                <a:ext uri="{FF2B5EF4-FFF2-40B4-BE49-F238E27FC236}">
                  <a16:creationId xmlns:a16="http://schemas.microsoft.com/office/drawing/2014/main" id="{60C4CCA1-39B2-3D4C-5CFE-E00F03FBE611}"/>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752" name="Group 2751">
            <a:extLst>
              <a:ext uri="{FF2B5EF4-FFF2-40B4-BE49-F238E27FC236}">
                <a16:creationId xmlns:a16="http://schemas.microsoft.com/office/drawing/2014/main" id="{31022C94-0FA2-A173-8303-2539D89BB5BE}"/>
              </a:ext>
            </a:extLst>
          </p:cNvPr>
          <p:cNvGrpSpPr/>
          <p:nvPr/>
        </p:nvGrpSpPr>
        <p:grpSpPr>
          <a:xfrm>
            <a:off x="7959193" y="3698227"/>
            <a:ext cx="721206" cy="609701"/>
            <a:chOff x="7959193" y="3698227"/>
            <a:chExt cx="721206" cy="609701"/>
          </a:xfrm>
        </p:grpSpPr>
        <p:sp>
          <p:nvSpPr>
            <p:cNvPr id="2753" name="Rectangle 2752">
              <a:hlinkHover r:id="" action="ppaction://noaction" highlightClick="1"/>
              <a:extLst>
                <a:ext uri="{FF2B5EF4-FFF2-40B4-BE49-F238E27FC236}">
                  <a16:creationId xmlns:a16="http://schemas.microsoft.com/office/drawing/2014/main" id="{3A91176E-FB00-17A0-9348-E87B40F4E249}"/>
                </a:ext>
              </a:extLst>
            </p:cNvPr>
            <p:cNvSpPr/>
            <p:nvPr/>
          </p:nvSpPr>
          <p:spPr>
            <a:xfrm>
              <a:off x="7959193"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2754" name="Oval 2753">
              <a:extLst>
                <a:ext uri="{FF2B5EF4-FFF2-40B4-BE49-F238E27FC236}">
                  <a16:creationId xmlns:a16="http://schemas.microsoft.com/office/drawing/2014/main" id="{679DA6EE-2447-B2B0-5234-9F2BC5F04847}"/>
                </a:ext>
              </a:extLst>
            </p:cNvPr>
            <p:cNvSpPr/>
            <p:nvPr/>
          </p:nvSpPr>
          <p:spPr>
            <a:xfrm>
              <a:off x="8533392"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55" name="Isosceles Triangle 648">
              <a:extLst>
                <a:ext uri="{FF2B5EF4-FFF2-40B4-BE49-F238E27FC236}">
                  <a16:creationId xmlns:a16="http://schemas.microsoft.com/office/drawing/2014/main" id="{C2944FB7-FA06-D722-A5C5-D9FFCF7CB618}"/>
                </a:ext>
              </a:extLst>
            </p:cNvPr>
            <p:cNvSpPr/>
            <p:nvPr/>
          </p:nvSpPr>
          <p:spPr>
            <a:xfrm>
              <a:off x="8563516"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756" name="Group 2755">
            <a:extLst>
              <a:ext uri="{FF2B5EF4-FFF2-40B4-BE49-F238E27FC236}">
                <a16:creationId xmlns:a16="http://schemas.microsoft.com/office/drawing/2014/main" id="{9D8A5C52-0721-B1FB-9B63-FA4BA810E6EA}"/>
              </a:ext>
            </a:extLst>
          </p:cNvPr>
          <p:cNvGrpSpPr/>
          <p:nvPr/>
        </p:nvGrpSpPr>
        <p:grpSpPr>
          <a:xfrm>
            <a:off x="7957576" y="2253333"/>
            <a:ext cx="721206" cy="609701"/>
            <a:chOff x="7957576" y="2253333"/>
            <a:chExt cx="721206" cy="609701"/>
          </a:xfrm>
        </p:grpSpPr>
        <p:sp>
          <p:nvSpPr>
            <p:cNvPr id="2757" name="Rectangle 2756">
              <a:extLst>
                <a:ext uri="{FF2B5EF4-FFF2-40B4-BE49-F238E27FC236}">
                  <a16:creationId xmlns:a16="http://schemas.microsoft.com/office/drawing/2014/main" id="{9AB1F889-8154-F879-4AE0-3144AE83CB72}"/>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2758" name="Right Triangle 2757">
              <a:extLst>
                <a:ext uri="{FF2B5EF4-FFF2-40B4-BE49-F238E27FC236}">
                  <a16:creationId xmlns:a16="http://schemas.microsoft.com/office/drawing/2014/main" id="{5F1002F4-48BF-CC02-23B5-9890A24E4BF1}"/>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759" name="Group 2758">
              <a:extLst>
                <a:ext uri="{FF2B5EF4-FFF2-40B4-BE49-F238E27FC236}">
                  <a16:creationId xmlns:a16="http://schemas.microsoft.com/office/drawing/2014/main" id="{2F05722E-1C0B-B5EB-6C92-B0E1B60FE07B}"/>
                </a:ext>
              </a:extLst>
            </p:cNvPr>
            <p:cNvGrpSpPr/>
            <p:nvPr/>
          </p:nvGrpSpPr>
          <p:grpSpPr>
            <a:xfrm>
              <a:off x="8621953" y="2262661"/>
              <a:ext cx="37817" cy="61390"/>
              <a:chOff x="3883481" y="2057400"/>
              <a:chExt cx="1608363" cy="2652031"/>
            </a:xfrm>
            <a:solidFill>
              <a:srgbClr val="A6A6A6"/>
            </a:solidFill>
          </p:grpSpPr>
          <p:sp>
            <p:nvSpPr>
              <p:cNvPr id="2760" name="Oval 27">
                <a:extLst>
                  <a:ext uri="{FF2B5EF4-FFF2-40B4-BE49-F238E27FC236}">
                    <a16:creationId xmlns:a16="http://schemas.microsoft.com/office/drawing/2014/main" id="{1293CCEC-2156-E7DC-E3FA-F72E0A92784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61" name="Oval 28">
                <a:extLst>
                  <a:ext uri="{FF2B5EF4-FFF2-40B4-BE49-F238E27FC236}">
                    <a16:creationId xmlns:a16="http://schemas.microsoft.com/office/drawing/2014/main" id="{4C3AC1ED-1AAD-AF6A-3CFD-91842AFDF7F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770" name="Group 2769">
            <a:extLst>
              <a:ext uri="{FF2B5EF4-FFF2-40B4-BE49-F238E27FC236}">
                <a16:creationId xmlns:a16="http://schemas.microsoft.com/office/drawing/2014/main" id="{BC212205-A1EB-CA6B-3FB6-76D294B8B6A4}"/>
              </a:ext>
            </a:extLst>
          </p:cNvPr>
          <p:cNvGrpSpPr/>
          <p:nvPr/>
        </p:nvGrpSpPr>
        <p:grpSpPr>
          <a:xfrm>
            <a:off x="11356238" y="90836"/>
            <a:ext cx="721206" cy="609701"/>
            <a:chOff x="11356238" y="90836"/>
            <a:chExt cx="721206" cy="609701"/>
          </a:xfrm>
        </p:grpSpPr>
        <p:sp>
          <p:nvSpPr>
            <p:cNvPr id="2771" name="Rectangle 2770">
              <a:hlinkHover r:id="" action="ppaction://noaction" highlightClick="1"/>
              <a:extLst>
                <a:ext uri="{FF2B5EF4-FFF2-40B4-BE49-F238E27FC236}">
                  <a16:creationId xmlns:a16="http://schemas.microsoft.com/office/drawing/2014/main" id="{0623E38E-74FF-1143-5405-C074CABEBFBD}"/>
                </a:ext>
              </a:extLst>
            </p:cNvPr>
            <p:cNvSpPr/>
            <p:nvPr/>
          </p:nvSpPr>
          <p:spPr>
            <a:xfrm>
              <a:off x="11356238"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2772" name="Oval 2771">
              <a:extLst>
                <a:ext uri="{FF2B5EF4-FFF2-40B4-BE49-F238E27FC236}">
                  <a16:creationId xmlns:a16="http://schemas.microsoft.com/office/drawing/2014/main" id="{8B0EBCFD-8805-E0FF-B619-0A18DBFF7EAF}"/>
                </a:ext>
              </a:extLst>
            </p:cNvPr>
            <p:cNvSpPr/>
            <p:nvPr/>
          </p:nvSpPr>
          <p:spPr>
            <a:xfrm>
              <a:off x="11934777"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73" name="Isosceles Triangle 648">
              <a:extLst>
                <a:ext uri="{FF2B5EF4-FFF2-40B4-BE49-F238E27FC236}">
                  <a16:creationId xmlns:a16="http://schemas.microsoft.com/office/drawing/2014/main" id="{500DB266-BE6B-02B3-10BF-4EE9AC2356D4}"/>
                </a:ext>
              </a:extLst>
            </p:cNvPr>
            <p:cNvSpPr/>
            <p:nvPr/>
          </p:nvSpPr>
          <p:spPr>
            <a:xfrm>
              <a:off x="11964901"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774" name="Group 2773">
            <a:extLst>
              <a:ext uri="{FF2B5EF4-FFF2-40B4-BE49-F238E27FC236}">
                <a16:creationId xmlns:a16="http://schemas.microsoft.com/office/drawing/2014/main" id="{0EC2560F-8E7A-887E-DA50-27F1BDC88E9C}"/>
              </a:ext>
            </a:extLst>
          </p:cNvPr>
          <p:cNvGrpSpPr/>
          <p:nvPr/>
        </p:nvGrpSpPr>
        <p:grpSpPr>
          <a:xfrm>
            <a:off x="11356238" y="3694774"/>
            <a:ext cx="721206" cy="609701"/>
            <a:chOff x="11356238" y="3694774"/>
            <a:chExt cx="721206" cy="609701"/>
          </a:xfrm>
        </p:grpSpPr>
        <p:sp>
          <p:nvSpPr>
            <p:cNvPr id="2775" name="Rectangle 2774">
              <a:hlinkHover r:id="" action="ppaction://noaction" highlightClick="1"/>
              <a:extLst>
                <a:ext uri="{FF2B5EF4-FFF2-40B4-BE49-F238E27FC236}">
                  <a16:creationId xmlns:a16="http://schemas.microsoft.com/office/drawing/2014/main" id="{38C8971B-C7E0-7026-CA2F-EAB5402185D9}"/>
                </a:ext>
              </a:extLst>
            </p:cNvPr>
            <p:cNvSpPr/>
            <p:nvPr/>
          </p:nvSpPr>
          <p:spPr>
            <a:xfrm>
              <a:off x="11356238" y="369477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2776" name="Oval 2775">
              <a:extLst>
                <a:ext uri="{FF2B5EF4-FFF2-40B4-BE49-F238E27FC236}">
                  <a16:creationId xmlns:a16="http://schemas.microsoft.com/office/drawing/2014/main" id="{3772DA89-AC5F-91B8-F7D3-91986A145A0B}"/>
                </a:ext>
              </a:extLst>
            </p:cNvPr>
            <p:cNvSpPr/>
            <p:nvPr/>
          </p:nvSpPr>
          <p:spPr>
            <a:xfrm>
              <a:off x="11934777" y="3702531"/>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77" name="Isosceles Triangle 648">
              <a:extLst>
                <a:ext uri="{FF2B5EF4-FFF2-40B4-BE49-F238E27FC236}">
                  <a16:creationId xmlns:a16="http://schemas.microsoft.com/office/drawing/2014/main" id="{BD37A40A-F5B5-AC9D-F283-532C0009B537}"/>
                </a:ext>
              </a:extLst>
            </p:cNvPr>
            <p:cNvSpPr/>
            <p:nvPr/>
          </p:nvSpPr>
          <p:spPr>
            <a:xfrm>
              <a:off x="11964901"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778" name="Group 2777">
            <a:extLst>
              <a:ext uri="{FF2B5EF4-FFF2-40B4-BE49-F238E27FC236}">
                <a16:creationId xmlns:a16="http://schemas.microsoft.com/office/drawing/2014/main" id="{EA57D003-2104-FA99-EEA7-C18C558AADEF}"/>
              </a:ext>
            </a:extLst>
          </p:cNvPr>
          <p:cNvGrpSpPr/>
          <p:nvPr/>
        </p:nvGrpSpPr>
        <p:grpSpPr>
          <a:xfrm>
            <a:off x="9657689" y="4419620"/>
            <a:ext cx="721206" cy="609701"/>
            <a:chOff x="9657689" y="4419620"/>
            <a:chExt cx="721206" cy="609701"/>
          </a:xfrm>
        </p:grpSpPr>
        <p:sp>
          <p:nvSpPr>
            <p:cNvPr id="2779" name="Rectangle 2778">
              <a:hlinkHover r:id="" action="ppaction://noaction" highlightClick="1"/>
              <a:extLst>
                <a:ext uri="{FF2B5EF4-FFF2-40B4-BE49-F238E27FC236}">
                  <a16:creationId xmlns:a16="http://schemas.microsoft.com/office/drawing/2014/main" id="{EB27BED8-8C6D-922B-8609-A4B69AADFDE8}"/>
                </a:ext>
              </a:extLst>
            </p:cNvPr>
            <p:cNvSpPr/>
            <p:nvPr/>
          </p:nvSpPr>
          <p:spPr>
            <a:xfrm>
              <a:off x="965768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2780" name="Oval 2779">
              <a:extLst>
                <a:ext uri="{FF2B5EF4-FFF2-40B4-BE49-F238E27FC236}">
                  <a16:creationId xmlns:a16="http://schemas.microsoft.com/office/drawing/2014/main" id="{179727A9-CF16-86CF-B009-ABABC7796B9D}"/>
                </a:ext>
              </a:extLst>
            </p:cNvPr>
            <p:cNvSpPr/>
            <p:nvPr/>
          </p:nvSpPr>
          <p:spPr>
            <a:xfrm>
              <a:off x="10231216"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81" name="Isosceles Triangle 648">
              <a:extLst>
                <a:ext uri="{FF2B5EF4-FFF2-40B4-BE49-F238E27FC236}">
                  <a16:creationId xmlns:a16="http://schemas.microsoft.com/office/drawing/2014/main" id="{807F818A-916E-7F95-ABF9-3922B3FBCD43}"/>
                </a:ext>
              </a:extLst>
            </p:cNvPr>
            <p:cNvSpPr/>
            <p:nvPr/>
          </p:nvSpPr>
          <p:spPr>
            <a:xfrm>
              <a:off x="10261340"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782" name="Group 2781">
            <a:extLst>
              <a:ext uri="{FF2B5EF4-FFF2-40B4-BE49-F238E27FC236}">
                <a16:creationId xmlns:a16="http://schemas.microsoft.com/office/drawing/2014/main" id="{1DC0BE23-3F70-8AB3-2BFF-B45E036F67A6}"/>
              </a:ext>
            </a:extLst>
          </p:cNvPr>
          <p:cNvGrpSpPr/>
          <p:nvPr/>
        </p:nvGrpSpPr>
        <p:grpSpPr>
          <a:xfrm>
            <a:off x="10506964" y="4419620"/>
            <a:ext cx="721206" cy="609701"/>
            <a:chOff x="10506964" y="4419620"/>
            <a:chExt cx="721206" cy="609701"/>
          </a:xfrm>
        </p:grpSpPr>
        <p:sp>
          <p:nvSpPr>
            <p:cNvPr id="2783" name="Rectangle 2782">
              <a:hlinkHover r:id="" action="ppaction://noaction" highlightClick="1"/>
              <a:extLst>
                <a:ext uri="{FF2B5EF4-FFF2-40B4-BE49-F238E27FC236}">
                  <a16:creationId xmlns:a16="http://schemas.microsoft.com/office/drawing/2014/main" id="{98D3AE39-5AE1-7C6E-6245-EF8211929FC8}"/>
                </a:ext>
              </a:extLst>
            </p:cNvPr>
            <p:cNvSpPr/>
            <p:nvPr/>
          </p:nvSpPr>
          <p:spPr>
            <a:xfrm>
              <a:off x="10506964"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2784" name="Oval 2783">
              <a:extLst>
                <a:ext uri="{FF2B5EF4-FFF2-40B4-BE49-F238E27FC236}">
                  <a16:creationId xmlns:a16="http://schemas.microsoft.com/office/drawing/2014/main" id="{75FBF3AB-AD93-225C-9DBB-43EC0D9FF6E1}"/>
                </a:ext>
              </a:extLst>
            </p:cNvPr>
            <p:cNvSpPr/>
            <p:nvPr/>
          </p:nvSpPr>
          <p:spPr>
            <a:xfrm>
              <a:off x="11085503" y="442737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85" name="Isosceles Triangle 648">
              <a:extLst>
                <a:ext uri="{FF2B5EF4-FFF2-40B4-BE49-F238E27FC236}">
                  <a16:creationId xmlns:a16="http://schemas.microsoft.com/office/drawing/2014/main" id="{B9AA6DFC-CB13-D770-59AD-5BB4737D3AFF}"/>
                </a:ext>
              </a:extLst>
            </p:cNvPr>
            <p:cNvSpPr/>
            <p:nvPr/>
          </p:nvSpPr>
          <p:spPr>
            <a:xfrm>
              <a:off x="11115627" y="444088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786" name="Group 2785">
            <a:extLst>
              <a:ext uri="{FF2B5EF4-FFF2-40B4-BE49-F238E27FC236}">
                <a16:creationId xmlns:a16="http://schemas.microsoft.com/office/drawing/2014/main" id="{D42B4F9B-974E-4967-0ED8-62D5F7DE519F}"/>
              </a:ext>
            </a:extLst>
          </p:cNvPr>
          <p:cNvGrpSpPr/>
          <p:nvPr/>
        </p:nvGrpSpPr>
        <p:grpSpPr>
          <a:xfrm>
            <a:off x="11355999" y="4416261"/>
            <a:ext cx="721206" cy="609701"/>
            <a:chOff x="11355999" y="4416261"/>
            <a:chExt cx="721206" cy="609701"/>
          </a:xfrm>
        </p:grpSpPr>
        <p:sp>
          <p:nvSpPr>
            <p:cNvPr id="2787" name="Rectangle 2786">
              <a:hlinkHover r:id="" action="ppaction://noaction" highlightClick="1"/>
              <a:extLst>
                <a:ext uri="{FF2B5EF4-FFF2-40B4-BE49-F238E27FC236}">
                  <a16:creationId xmlns:a16="http://schemas.microsoft.com/office/drawing/2014/main" id="{58B36755-5C20-1DF4-A80B-0C581CA1AE0E}"/>
                </a:ext>
              </a:extLst>
            </p:cNvPr>
            <p:cNvSpPr/>
            <p:nvPr/>
          </p:nvSpPr>
          <p:spPr>
            <a:xfrm>
              <a:off x="11355999"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2788" name="Oval 2787">
              <a:extLst>
                <a:ext uri="{FF2B5EF4-FFF2-40B4-BE49-F238E27FC236}">
                  <a16:creationId xmlns:a16="http://schemas.microsoft.com/office/drawing/2014/main" id="{02DCD9DF-63CA-A5ED-12F7-7E757206D9CC}"/>
                </a:ext>
              </a:extLst>
            </p:cNvPr>
            <p:cNvSpPr/>
            <p:nvPr/>
          </p:nvSpPr>
          <p:spPr>
            <a:xfrm>
              <a:off x="11934538"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89" name="Isosceles Triangle 648">
              <a:extLst>
                <a:ext uri="{FF2B5EF4-FFF2-40B4-BE49-F238E27FC236}">
                  <a16:creationId xmlns:a16="http://schemas.microsoft.com/office/drawing/2014/main" id="{3E117FE8-8473-9457-4B13-A321E6FDBD28}"/>
                </a:ext>
              </a:extLst>
            </p:cNvPr>
            <p:cNvSpPr/>
            <p:nvPr/>
          </p:nvSpPr>
          <p:spPr>
            <a:xfrm>
              <a:off x="11964662"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790" name="Group 2789">
            <a:extLst>
              <a:ext uri="{FF2B5EF4-FFF2-40B4-BE49-F238E27FC236}">
                <a16:creationId xmlns:a16="http://schemas.microsoft.com/office/drawing/2014/main" id="{4DF63465-F24E-C66E-07C4-81445D30D99F}"/>
              </a:ext>
            </a:extLst>
          </p:cNvPr>
          <p:cNvGrpSpPr/>
          <p:nvPr/>
        </p:nvGrpSpPr>
        <p:grpSpPr>
          <a:xfrm>
            <a:off x="8808522" y="4416261"/>
            <a:ext cx="721206" cy="609701"/>
            <a:chOff x="8808522" y="4416261"/>
            <a:chExt cx="721206" cy="609701"/>
          </a:xfrm>
        </p:grpSpPr>
        <p:sp>
          <p:nvSpPr>
            <p:cNvPr id="2791" name="Rectangle 2790">
              <a:hlinkHover r:id="" action="ppaction://noaction" highlightClick="1"/>
              <a:extLst>
                <a:ext uri="{FF2B5EF4-FFF2-40B4-BE49-F238E27FC236}">
                  <a16:creationId xmlns:a16="http://schemas.microsoft.com/office/drawing/2014/main" id="{CA1DC01C-A977-6952-E2F8-5D5178B8105B}"/>
                </a:ext>
              </a:extLst>
            </p:cNvPr>
            <p:cNvSpPr/>
            <p:nvPr/>
          </p:nvSpPr>
          <p:spPr>
            <a:xfrm>
              <a:off x="8808522"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2792" name="Oval 2791">
              <a:extLst>
                <a:ext uri="{FF2B5EF4-FFF2-40B4-BE49-F238E27FC236}">
                  <a16:creationId xmlns:a16="http://schemas.microsoft.com/office/drawing/2014/main" id="{A9593CA4-DEA9-2B31-1395-47F1F5F9BD5B}"/>
                </a:ext>
              </a:extLst>
            </p:cNvPr>
            <p:cNvSpPr/>
            <p:nvPr/>
          </p:nvSpPr>
          <p:spPr>
            <a:xfrm>
              <a:off x="9387061"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93" name="Isosceles Triangle 648">
              <a:extLst>
                <a:ext uri="{FF2B5EF4-FFF2-40B4-BE49-F238E27FC236}">
                  <a16:creationId xmlns:a16="http://schemas.microsoft.com/office/drawing/2014/main" id="{80D3AE30-CBEA-C78E-DBB5-03D352124787}"/>
                </a:ext>
              </a:extLst>
            </p:cNvPr>
            <p:cNvSpPr/>
            <p:nvPr/>
          </p:nvSpPr>
          <p:spPr>
            <a:xfrm>
              <a:off x="9417185"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794" name="Group 2793">
            <a:extLst>
              <a:ext uri="{FF2B5EF4-FFF2-40B4-BE49-F238E27FC236}">
                <a16:creationId xmlns:a16="http://schemas.microsoft.com/office/drawing/2014/main" id="{3E8A7791-1C45-A616-44A5-755304742835}"/>
              </a:ext>
            </a:extLst>
          </p:cNvPr>
          <p:cNvGrpSpPr/>
          <p:nvPr/>
        </p:nvGrpSpPr>
        <p:grpSpPr>
          <a:xfrm>
            <a:off x="10509575" y="5141013"/>
            <a:ext cx="721206" cy="609701"/>
            <a:chOff x="10509575" y="5141013"/>
            <a:chExt cx="721206" cy="609701"/>
          </a:xfrm>
        </p:grpSpPr>
        <p:sp>
          <p:nvSpPr>
            <p:cNvPr id="2795" name="Rectangle 2794">
              <a:hlinkHover r:id="" action="ppaction://noaction" highlightClick="1"/>
              <a:extLst>
                <a:ext uri="{FF2B5EF4-FFF2-40B4-BE49-F238E27FC236}">
                  <a16:creationId xmlns:a16="http://schemas.microsoft.com/office/drawing/2014/main" id="{709B77E5-0EFA-E1F5-6755-D13AD35A129A}"/>
                </a:ext>
              </a:extLst>
            </p:cNvPr>
            <p:cNvSpPr/>
            <p:nvPr/>
          </p:nvSpPr>
          <p:spPr>
            <a:xfrm>
              <a:off x="10509575"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2796" name="Oval 2795">
              <a:extLst>
                <a:ext uri="{FF2B5EF4-FFF2-40B4-BE49-F238E27FC236}">
                  <a16:creationId xmlns:a16="http://schemas.microsoft.com/office/drawing/2014/main" id="{EE76E5D3-40DB-12AE-DBA0-3BFD523DB92C}"/>
                </a:ext>
              </a:extLst>
            </p:cNvPr>
            <p:cNvSpPr/>
            <p:nvPr/>
          </p:nvSpPr>
          <p:spPr>
            <a:xfrm>
              <a:off x="11088114" y="514877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97" name="Isosceles Triangle 648">
              <a:extLst>
                <a:ext uri="{FF2B5EF4-FFF2-40B4-BE49-F238E27FC236}">
                  <a16:creationId xmlns:a16="http://schemas.microsoft.com/office/drawing/2014/main" id="{2AC97F5D-7144-14CF-10A3-3CBEFD741BB5}"/>
                </a:ext>
              </a:extLst>
            </p:cNvPr>
            <p:cNvSpPr/>
            <p:nvPr/>
          </p:nvSpPr>
          <p:spPr>
            <a:xfrm>
              <a:off x="11118238" y="51622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798" name="Group 2797">
            <a:extLst>
              <a:ext uri="{FF2B5EF4-FFF2-40B4-BE49-F238E27FC236}">
                <a16:creationId xmlns:a16="http://schemas.microsoft.com/office/drawing/2014/main" id="{99E4294D-DB56-94E0-8F9B-0BAAC5581FAE}"/>
              </a:ext>
            </a:extLst>
          </p:cNvPr>
          <p:cNvGrpSpPr/>
          <p:nvPr/>
        </p:nvGrpSpPr>
        <p:grpSpPr>
          <a:xfrm>
            <a:off x="9651074" y="5143363"/>
            <a:ext cx="721206" cy="609701"/>
            <a:chOff x="9651074" y="5143363"/>
            <a:chExt cx="721206" cy="609701"/>
          </a:xfrm>
        </p:grpSpPr>
        <p:sp>
          <p:nvSpPr>
            <p:cNvPr id="2799" name="Rectangle 2798">
              <a:hlinkHover r:id="" action="ppaction://noaction" highlightClick="1"/>
              <a:extLst>
                <a:ext uri="{FF2B5EF4-FFF2-40B4-BE49-F238E27FC236}">
                  <a16:creationId xmlns:a16="http://schemas.microsoft.com/office/drawing/2014/main" id="{BB820CAC-5E51-0C85-89B8-22BBA4859CD7}"/>
                </a:ext>
              </a:extLst>
            </p:cNvPr>
            <p:cNvSpPr/>
            <p:nvPr/>
          </p:nvSpPr>
          <p:spPr>
            <a:xfrm>
              <a:off x="9651074" y="514336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2800" name="Oval 2799">
              <a:extLst>
                <a:ext uri="{FF2B5EF4-FFF2-40B4-BE49-F238E27FC236}">
                  <a16:creationId xmlns:a16="http://schemas.microsoft.com/office/drawing/2014/main" id="{ED111F22-82A3-7586-93A0-29EEA1CA262C}"/>
                </a:ext>
              </a:extLst>
            </p:cNvPr>
            <p:cNvSpPr/>
            <p:nvPr/>
          </p:nvSpPr>
          <p:spPr>
            <a:xfrm>
              <a:off x="10228298" y="515358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01" name="Isosceles Triangle 648">
              <a:extLst>
                <a:ext uri="{FF2B5EF4-FFF2-40B4-BE49-F238E27FC236}">
                  <a16:creationId xmlns:a16="http://schemas.microsoft.com/office/drawing/2014/main" id="{656C97D3-41D8-F14C-4136-28C36A40AE73}"/>
                </a:ext>
              </a:extLst>
            </p:cNvPr>
            <p:cNvSpPr/>
            <p:nvPr/>
          </p:nvSpPr>
          <p:spPr>
            <a:xfrm>
              <a:off x="10258423" y="516709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802" name="Group 2801">
            <a:extLst>
              <a:ext uri="{FF2B5EF4-FFF2-40B4-BE49-F238E27FC236}">
                <a16:creationId xmlns:a16="http://schemas.microsoft.com/office/drawing/2014/main" id="{899F7CA3-C872-A2C0-D962-0CA2F550977D}"/>
              </a:ext>
            </a:extLst>
          </p:cNvPr>
          <p:cNvGrpSpPr/>
          <p:nvPr/>
        </p:nvGrpSpPr>
        <p:grpSpPr>
          <a:xfrm>
            <a:off x="9657610" y="3698227"/>
            <a:ext cx="721206" cy="609701"/>
            <a:chOff x="9657610" y="3698227"/>
            <a:chExt cx="721206" cy="609701"/>
          </a:xfrm>
        </p:grpSpPr>
        <p:sp>
          <p:nvSpPr>
            <p:cNvPr id="2803" name="Rectangle 2802">
              <a:hlinkHover r:id="" action="ppaction://noaction" highlightClick="1"/>
              <a:extLst>
                <a:ext uri="{FF2B5EF4-FFF2-40B4-BE49-F238E27FC236}">
                  <a16:creationId xmlns:a16="http://schemas.microsoft.com/office/drawing/2014/main" id="{3D764FB7-B6F2-DF20-0D70-B8C6071208D0}"/>
                </a:ext>
              </a:extLst>
            </p:cNvPr>
            <p:cNvSpPr/>
            <p:nvPr/>
          </p:nvSpPr>
          <p:spPr>
            <a:xfrm>
              <a:off x="965761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2804" name="Oval 2803">
              <a:extLst>
                <a:ext uri="{FF2B5EF4-FFF2-40B4-BE49-F238E27FC236}">
                  <a16:creationId xmlns:a16="http://schemas.microsoft.com/office/drawing/2014/main" id="{9A58ED12-2627-7A0A-5A42-BC1C8BDE6A35}"/>
                </a:ext>
              </a:extLst>
            </p:cNvPr>
            <p:cNvSpPr/>
            <p:nvPr/>
          </p:nvSpPr>
          <p:spPr>
            <a:xfrm>
              <a:off x="10233763"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05" name="Isosceles Triangle 648">
              <a:extLst>
                <a:ext uri="{FF2B5EF4-FFF2-40B4-BE49-F238E27FC236}">
                  <a16:creationId xmlns:a16="http://schemas.microsoft.com/office/drawing/2014/main" id="{B847AFDA-E5F4-93CE-41B5-8611D94770B9}"/>
                </a:ext>
              </a:extLst>
            </p:cNvPr>
            <p:cNvSpPr/>
            <p:nvPr/>
          </p:nvSpPr>
          <p:spPr>
            <a:xfrm>
              <a:off x="1026388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806" name="Group 2805">
            <a:extLst>
              <a:ext uri="{FF2B5EF4-FFF2-40B4-BE49-F238E27FC236}">
                <a16:creationId xmlns:a16="http://schemas.microsoft.com/office/drawing/2014/main" id="{905387AD-22A4-FEBF-A85A-B2735715DC16}"/>
              </a:ext>
            </a:extLst>
          </p:cNvPr>
          <p:cNvGrpSpPr/>
          <p:nvPr/>
        </p:nvGrpSpPr>
        <p:grpSpPr>
          <a:xfrm>
            <a:off x="10506924" y="3698227"/>
            <a:ext cx="721206" cy="609701"/>
            <a:chOff x="10506924" y="3698227"/>
            <a:chExt cx="721206" cy="609701"/>
          </a:xfrm>
        </p:grpSpPr>
        <p:sp>
          <p:nvSpPr>
            <p:cNvPr id="2807" name="Rectangle 2806">
              <a:hlinkHover r:id="" action="ppaction://noaction" highlightClick="1"/>
              <a:extLst>
                <a:ext uri="{FF2B5EF4-FFF2-40B4-BE49-F238E27FC236}">
                  <a16:creationId xmlns:a16="http://schemas.microsoft.com/office/drawing/2014/main" id="{4C16950F-7BB9-B19A-9B4E-4EB8F90BE030}"/>
                </a:ext>
              </a:extLst>
            </p:cNvPr>
            <p:cNvSpPr/>
            <p:nvPr/>
          </p:nvSpPr>
          <p:spPr>
            <a:xfrm>
              <a:off x="10506924"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2808" name="Oval 2807">
              <a:extLst>
                <a:ext uri="{FF2B5EF4-FFF2-40B4-BE49-F238E27FC236}">
                  <a16:creationId xmlns:a16="http://schemas.microsoft.com/office/drawing/2014/main" id="{E7CB6E6E-C8DB-DA5B-A3C7-F9ABAD6755DA}"/>
                </a:ext>
              </a:extLst>
            </p:cNvPr>
            <p:cNvSpPr/>
            <p:nvPr/>
          </p:nvSpPr>
          <p:spPr>
            <a:xfrm>
              <a:off x="11085463" y="370598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09" name="Isosceles Triangle 648">
              <a:extLst>
                <a:ext uri="{FF2B5EF4-FFF2-40B4-BE49-F238E27FC236}">
                  <a16:creationId xmlns:a16="http://schemas.microsoft.com/office/drawing/2014/main" id="{21C988FB-C4DD-3E0B-5337-087095939906}"/>
                </a:ext>
              </a:extLst>
            </p:cNvPr>
            <p:cNvSpPr/>
            <p:nvPr/>
          </p:nvSpPr>
          <p:spPr>
            <a:xfrm>
              <a:off x="11115587" y="371949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810" name="Group 2809">
            <a:extLst>
              <a:ext uri="{FF2B5EF4-FFF2-40B4-BE49-F238E27FC236}">
                <a16:creationId xmlns:a16="http://schemas.microsoft.com/office/drawing/2014/main" id="{CED6DAD3-EA5A-3B40-4BED-A46FE93FF382}"/>
              </a:ext>
            </a:extLst>
          </p:cNvPr>
          <p:cNvGrpSpPr/>
          <p:nvPr/>
        </p:nvGrpSpPr>
        <p:grpSpPr>
          <a:xfrm>
            <a:off x="8808415" y="5135706"/>
            <a:ext cx="721206" cy="609701"/>
            <a:chOff x="8808415" y="5135706"/>
            <a:chExt cx="721206" cy="609701"/>
          </a:xfrm>
        </p:grpSpPr>
        <p:sp>
          <p:nvSpPr>
            <p:cNvPr id="2811" name="Rectangle 2810">
              <a:hlinkHover r:id="" action="ppaction://noaction" highlightClick="1"/>
              <a:extLst>
                <a:ext uri="{FF2B5EF4-FFF2-40B4-BE49-F238E27FC236}">
                  <a16:creationId xmlns:a16="http://schemas.microsoft.com/office/drawing/2014/main" id="{FB0118CD-B889-3B65-63B4-E3DEC3DF6F62}"/>
                </a:ext>
              </a:extLst>
            </p:cNvPr>
            <p:cNvSpPr/>
            <p:nvPr/>
          </p:nvSpPr>
          <p:spPr>
            <a:xfrm>
              <a:off x="8808415" y="513570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2812" name="Oval 2811">
              <a:extLst>
                <a:ext uri="{FF2B5EF4-FFF2-40B4-BE49-F238E27FC236}">
                  <a16:creationId xmlns:a16="http://schemas.microsoft.com/office/drawing/2014/main" id="{0F7D5429-0496-27B9-5BDE-0B00368A9082}"/>
                </a:ext>
              </a:extLst>
            </p:cNvPr>
            <p:cNvSpPr/>
            <p:nvPr/>
          </p:nvSpPr>
          <p:spPr>
            <a:xfrm>
              <a:off x="9384290" y="514604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13" name="Isosceles Triangle 648">
              <a:extLst>
                <a:ext uri="{FF2B5EF4-FFF2-40B4-BE49-F238E27FC236}">
                  <a16:creationId xmlns:a16="http://schemas.microsoft.com/office/drawing/2014/main" id="{8E2A722A-05CB-8221-0A82-2316A5CCB3B6}"/>
                </a:ext>
              </a:extLst>
            </p:cNvPr>
            <p:cNvSpPr/>
            <p:nvPr/>
          </p:nvSpPr>
          <p:spPr>
            <a:xfrm>
              <a:off x="9414415" y="515956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814" name="Group 2813">
            <a:extLst>
              <a:ext uri="{FF2B5EF4-FFF2-40B4-BE49-F238E27FC236}">
                <a16:creationId xmlns:a16="http://schemas.microsoft.com/office/drawing/2014/main" id="{805D5DB6-67D1-47F8-D9ED-C08501B398EE}"/>
              </a:ext>
            </a:extLst>
          </p:cNvPr>
          <p:cNvGrpSpPr/>
          <p:nvPr/>
        </p:nvGrpSpPr>
        <p:grpSpPr>
          <a:xfrm>
            <a:off x="9656908" y="2253333"/>
            <a:ext cx="721206" cy="609701"/>
            <a:chOff x="9656908" y="2253333"/>
            <a:chExt cx="721206" cy="609701"/>
          </a:xfrm>
        </p:grpSpPr>
        <p:sp>
          <p:nvSpPr>
            <p:cNvPr id="2815" name="Rectangle 2814">
              <a:hlinkHover r:id="" action="ppaction://noaction" highlightClick="1"/>
              <a:extLst>
                <a:ext uri="{FF2B5EF4-FFF2-40B4-BE49-F238E27FC236}">
                  <a16:creationId xmlns:a16="http://schemas.microsoft.com/office/drawing/2014/main" id="{280A645E-F69D-FBD7-3A57-64D393ED5296}"/>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816" name="Rectangle 2815">
              <a:extLst>
                <a:ext uri="{FF2B5EF4-FFF2-40B4-BE49-F238E27FC236}">
                  <a16:creationId xmlns:a16="http://schemas.microsoft.com/office/drawing/2014/main" id="{02BA98CD-745F-1A72-420D-17B5A43D6258}"/>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17" name="Oval 15">
              <a:extLst>
                <a:ext uri="{FF2B5EF4-FFF2-40B4-BE49-F238E27FC236}">
                  <a16:creationId xmlns:a16="http://schemas.microsoft.com/office/drawing/2014/main" id="{95F1D630-2E74-6471-31C1-D125F647E433}"/>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818" name="Straight Connector 2817">
              <a:extLst>
                <a:ext uri="{FF2B5EF4-FFF2-40B4-BE49-F238E27FC236}">
                  <a16:creationId xmlns:a16="http://schemas.microsoft.com/office/drawing/2014/main" id="{EE7B5CCE-BB5A-2EEB-15ED-29857869B948}"/>
                </a:ext>
              </a:extLst>
            </p:cNvPr>
            <p:cNvCxnSpPr>
              <a:cxnSpLocks/>
              <a:stCxn id="2817"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819" name="Straight Connector 2818">
              <a:extLst>
                <a:ext uri="{FF2B5EF4-FFF2-40B4-BE49-F238E27FC236}">
                  <a16:creationId xmlns:a16="http://schemas.microsoft.com/office/drawing/2014/main" id="{E2B81899-73DE-83BC-53E0-003360AC1D01}"/>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824" name="Group 2823">
            <a:extLst>
              <a:ext uri="{FF2B5EF4-FFF2-40B4-BE49-F238E27FC236}">
                <a16:creationId xmlns:a16="http://schemas.microsoft.com/office/drawing/2014/main" id="{F6D7719F-9E5B-0B42-A734-FCBB0684FEA8}"/>
              </a:ext>
            </a:extLst>
          </p:cNvPr>
          <p:cNvGrpSpPr/>
          <p:nvPr/>
        </p:nvGrpSpPr>
        <p:grpSpPr>
          <a:xfrm>
            <a:off x="10506573" y="2253333"/>
            <a:ext cx="721206" cy="609701"/>
            <a:chOff x="10506573" y="2253333"/>
            <a:chExt cx="721206" cy="609701"/>
          </a:xfrm>
        </p:grpSpPr>
        <p:sp>
          <p:nvSpPr>
            <p:cNvPr id="2825" name="Rectangle 2824">
              <a:hlinkHover r:id="" action="ppaction://noaction" highlightClick="1"/>
              <a:extLst>
                <a:ext uri="{FF2B5EF4-FFF2-40B4-BE49-F238E27FC236}">
                  <a16:creationId xmlns:a16="http://schemas.microsoft.com/office/drawing/2014/main" id="{A5FC572A-7032-255C-93E7-E004E0689839}"/>
                </a:ext>
              </a:extLst>
            </p:cNvPr>
            <p:cNvSpPr/>
            <p:nvPr/>
          </p:nvSpPr>
          <p:spPr>
            <a:xfrm>
              <a:off x="10506573" y="2253333"/>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2826" name="Diamond 2825">
              <a:extLst>
                <a:ext uri="{FF2B5EF4-FFF2-40B4-BE49-F238E27FC236}">
                  <a16:creationId xmlns:a16="http://schemas.microsoft.com/office/drawing/2014/main" id="{F5DC007D-903B-6EC2-B87D-041D845F904B}"/>
                </a:ext>
              </a:extLst>
            </p:cNvPr>
            <p:cNvSpPr/>
            <p:nvPr/>
          </p:nvSpPr>
          <p:spPr>
            <a:xfrm>
              <a:off x="11091271" y="2255684"/>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27" name="Oval 2826">
              <a:extLst>
                <a:ext uri="{FF2B5EF4-FFF2-40B4-BE49-F238E27FC236}">
                  <a16:creationId xmlns:a16="http://schemas.microsoft.com/office/drawing/2014/main" id="{593BA8BB-99C5-C562-FC8E-248AA785842F}"/>
                </a:ext>
              </a:extLst>
            </p:cNvPr>
            <p:cNvSpPr/>
            <p:nvPr/>
          </p:nvSpPr>
          <p:spPr>
            <a:xfrm>
              <a:off x="11125474" y="2289172"/>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828" name="Group 2827">
            <a:extLst>
              <a:ext uri="{FF2B5EF4-FFF2-40B4-BE49-F238E27FC236}">
                <a16:creationId xmlns:a16="http://schemas.microsoft.com/office/drawing/2014/main" id="{0C409F37-4CA7-E96F-84A8-810BB6C86AB0}"/>
              </a:ext>
            </a:extLst>
          </p:cNvPr>
          <p:cNvGrpSpPr/>
          <p:nvPr/>
        </p:nvGrpSpPr>
        <p:grpSpPr>
          <a:xfrm>
            <a:off x="9656908" y="1532276"/>
            <a:ext cx="721206" cy="609701"/>
            <a:chOff x="9656908" y="1532276"/>
            <a:chExt cx="721206" cy="609701"/>
          </a:xfrm>
        </p:grpSpPr>
        <p:sp>
          <p:nvSpPr>
            <p:cNvPr id="2829" name="Rectangle 2828">
              <a:extLst>
                <a:ext uri="{FF2B5EF4-FFF2-40B4-BE49-F238E27FC236}">
                  <a16:creationId xmlns:a16="http://schemas.microsoft.com/office/drawing/2014/main" id="{8FC26586-DED2-6E07-97C6-13AD562819FB}"/>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830" name="Rectangle 2829">
              <a:extLst>
                <a:ext uri="{FF2B5EF4-FFF2-40B4-BE49-F238E27FC236}">
                  <a16:creationId xmlns:a16="http://schemas.microsoft.com/office/drawing/2014/main" id="{12B0557E-28B6-2131-76FD-C48C3D616509}"/>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31" name="Oval 15">
              <a:extLst>
                <a:ext uri="{FF2B5EF4-FFF2-40B4-BE49-F238E27FC236}">
                  <a16:creationId xmlns:a16="http://schemas.microsoft.com/office/drawing/2014/main" id="{8D5EF75A-2343-ABA2-094C-CB74385D6CEC}"/>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832" name="Straight Connector 2831">
              <a:extLst>
                <a:ext uri="{FF2B5EF4-FFF2-40B4-BE49-F238E27FC236}">
                  <a16:creationId xmlns:a16="http://schemas.microsoft.com/office/drawing/2014/main" id="{E7658C9D-FCBE-B344-553F-A3DEED9713DE}"/>
                </a:ext>
              </a:extLst>
            </p:cNvPr>
            <p:cNvCxnSpPr>
              <a:cxnSpLocks/>
              <a:stCxn id="2831"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833" name="Straight Connector 2832">
              <a:extLst>
                <a:ext uri="{FF2B5EF4-FFF2-40B4-BE49-F238E27FC236}">
                  <a16:creationId xmlns:a16="http://schemas.microsoft.com/office/drawing/2014/main" id="{CAAD2018-2615-7766-3BC0-0FC3BFBFA838}"/>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838" name="Group 2837">
            <a:extLst>
              <a:ext uri="{FF2B5EF4-FFF2-40B4-BE49-F238E27FC236}">
                <a16:creationId xmlns:a16="http://schemas.microsoft.com/office/drawing/2014/main" id="{AA87B03E-9D04-52C5-5C10-C33F0B11872F}"/>
              </a:ext>
            </a:extLst>
          </p:cNvPr>
          <p:cNvGrpSpPr/>
          <p:nvPr/>
        </p:nvGrpSpPr>
        <p:grpSpPr>
          <a:xfrm>
            <a:off x="2112745" y="2974054"/>
            <a:ext cx="721206" cy="609701"/>
            <a:chOff x="10506805" y="2974054"/>
            <a:chExt cx="721206" cy="609701"/>
          </a:xfrm>
        </p:grpSpPr>
        <p:sp>
          <p:nvSpPr>
            <p:cNvPr id="2839" name="Rectangle 2838">
              <a:extLst>
                <a:ext uri="{FF2B5EF4-FFF2-40B4-BE49-F238E27FC236}">
                  <a16:creationId xmlns:a16="http://schemas.microsoft.com/office/drawing/2014/main" id="{1D1CD746-FF5D-CB26-7C82-F70E61A3B61A}"/>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2840" name="Rectangle 2839">
              <a:extLst>
                <a:ext uri="{FF2B5EF4-FFF2-40B4-BE49-F238E27FC236}">
                  <a16:creationId xmlns:a16="http://schemas.microsoft.com/office/drawing/2014/main" id="{70786D46-CD0A-2F42-8A0C-BE23672B5C15}"/>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41" name="Oval 15">
              <a:extLst>
                <a:ext uri="{FF2B5EF4-FFF2-40B4-BE49-F238E27FC236}">
                  <a16:creationId xmlns:a16="http://schemas.microsoft.com/office/drawing/2014/main" id="{7BBCEF78-240F-7036-3110-4C486B359894}"/>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842" name="Straight Connector 2841">
              <a:extLst>
                <a:ext uri="{FF2B5EF4-FFF2-40B4-BE49-F238E27FC236}">
                  <a16:creationId xmlns:a16="http://schemas.microsoft.com/office/drawing/2014/main" id="{64669C12-3B2D-B4C0-CABA-FADF3F575202}"/>
                </a:ext>
              </a:extLst>
            </p:cNvPr>
            <p:cNvCxnSpPr>
              <a:cxnSpLocks/>
              <a:stCxn id="2841"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843" name="Straight Connector 2842">
              <a:extLst>
                <a:ext uri="{FF2B5EF4-FFF2-40B4-BE49-F238E27FC236}">
                  <a16:creationId xmlns:a16="http://schemas.microsoft.com/office/drawing/2014/main" id="{448971AD-B5A5-7DD8-4A69-CDA1EFBDBC82}"/>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844" name="Group 2843">
            <a:extLst>
              <a:ext uri="{FF2B5EF4-FFF2-40B4-BE49-F238E27FC236}">
                <a16:creationId xmlns:a16="http://schemas.microsoft.com/office/drawing/2014/main" id="{D1CF15DB-AFE7-ADE9-29EA-5D068B94A72F}"/>
              </a:ext>
            </a:extLst>
          </p:cNvPr>
          <p:cNvGrpSpPr/>
          <p:nvPr/>
        </p:nvGrpSpPr>
        <p:grpSpPr>
          <a:xfrm>
            <a:off x="4618543" y="2954319"/>
            <a:ext cx="721206" cy="609701"/>
            <a:chOff x="9657610" y="2974054"/>
            <a:chExt cx="721206" cy="609701"/>
          </a:xfrm>
        </p:grpSpPr>
        <p:sp>
          <p:nvSpPr>
            <p:cNvPr id="2845" name="Rectangle 2844">
              <a:extLst>
                <a:ext uri="{FF2B5EF4-FFF2-40B4-BE49-F238E27FC236}">
                  <a16:creationId xmlns:a16="http://schemas.microsoft.com/office/drawing/2014/main" id="{771C343D-8DF5-36A9-502E-5B5A53146AB5}"/>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2846" name="Rectangle 2845">
              <a:extLst>
                <a:ext uri="{FF2B5EF4-FFF2-40B4-BE49-F238E27FC236}">
                  <a16:creationId xmlns:a16="http://schemas.microsoft.com/office/drawing/2014/main" id="{CD1F28E7-6B8D-9BBD-DE97-F34FA623E68D}"/>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47" name="Oval 15">
              <a:extLst>
                <a:ext uri="{FF2B5EF4-FFF2-40B4-BE49-F238E27FC236}">
                  <a16:creationId xmlns:a16="http://schemas.microsoft.com/office/drawing/2014/main" id="{53C81B9A-2787-FBE4-CC30-46EFFAB6FD2E}"/>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848" name="Straight Connector 2847">
              <a:extLst>
                <a:ext uri="{FF2B5EF4-FFF2-40B4-BE49-F238E27FC236}">
                  <a16:creationId xmlns:a16="http://schemas.microsoft.com/office/drawing/2014/main" id="{C447A8C7-071A-FB18-6036-E669D280D197}"/>
                </a:ext>
              </a:extLst>
            </p:cNvPr>
            <p:cNvCxnSpPr>
              <a:cxnSpLocks/>
              <a:stCxn id="2847"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849" name="Straight Connector 2848">
              <a:extLst>
                <a:ext uri="{FF2B5EF4-FFF2-40B4-BE49-F238E27FC236}">
                  <a16:creationId xmlns:a16="http://schemas.microsoft.com/office/drawing/2014/main" id="{9D72C9B8-7C6B-1984-3405-0CEB3824675A}"/>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850" name="Group 2849">
            <a:extLst>
              <a:ext uri="{FF2B5EF4-FFF2-40B4-BE49-F238E27FC236}">
                <a16:creationId xmlns:a16="http://schemas.microsoft.com/office/drawing/2014/main" id="{060AB283-94D9-2FEB-BF55-7B8077B32027}"/>
              </a:ext>
            </a:extLst>
          </p:cNvPr>
          <p:cNvGrpSpPr/>
          <p:nvPr/>
        </p:nvGrpSpPr>
        <p:grpSpPr>
          <a:xfrm>
            <a:off x="11356238" y="811556"/>
            <a:ext cx="721206" cy="609701"/>
            <a:chOff x="11356238" y="811556"/>
            <a:chExt cx="721206" cy="609701"/>
          </a:xfrm>
        </p:grpSpPr>
        <p:sp>
          <p:nvSpPr>
            <p:cNvPr id="2851" name="Rectangle 2850">
              <a:hlinkHover r:id="" action="ppaction://noaction" highlightClick="1"/>
              <a:extLst>
                <a:ext uri="{FF2B5EF4-FFF2-40B4-BE49-F238E27FC236}">
                  <a16:creationId xmlns:a16="http://schemas.microsoft.com/office/drawing/2014/main" id="{377A387B-33EA-CA1A-C16A-CE52C26ED59F}"/>
                </a:ext>
              </a:extLst>
            </p:cNvPr>
            <p:cNvSpPr/>
            <p:nvPr/>
          </p:nvSpPr>
          <p:spPr>
            <a:xfrm>
              <a:off x="11356238" y="81155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2852" name="Oval 2851">
              <a:extLst>
                <a:ext uri="{FF2B5EF4-FFF2-40B4-BE49-F238E27FC236}">
                  <a16:creationId xmlns:a16="http://schemas.microsoft.com/office/drawing/2014/main" id="{E16B44F9-FC93-2954-F22E-65CF8A0F7199}"/>
                </a:ext>
              </a:extLst>
            </p:cNvPr>
            <p:cNvSpPr/>
            <p:nvPr/>
          </p:nvSpPr>
          <p:spPr>
            <a:xfrm>
              <a:off x="11934777" y="81931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53" name="Isosceles Triangle 648">
              <a:extLst>
                <a:ext uri="{FF2B5EF4-FFF2-40B4-BE49-F238E27FC236}">
                  <a16:creationId xmlns:a16="http://schemas.microsoft.com/office/drawing/2014/main" id="{4670DDD1-1977-6624-1F04-5834A6F3AC37}"/>
                </a:ext>
              </a:extLst>
            </p:cNvPr>
            <p:cNvSpPr/>
            <p:nvPr/>
          </p:nvSpPr>
          <p:spPr>
            <a:xfrm>
              <a:off x="11964901" y="8328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854" name="Group 2853">
            <a:extLst>
              <a:ext uri="{FF2B5EF4-FFF2-40B4-BE49-F238E27FC236}">
                <a16:creationId xmlns:a16="http://schemas.microsoft.com/office/drawing/2014/main" id="{989A29AE-4F0B-2A52-FEC3-374BD7979E66}"/>
              </a:ext>
            </a:extLst>
          </p:cNvPr>
          <p:cNvGrpSpPr/>
          <p:nvPr/>
        </p:nvGrpSpPr>
        <p:grpSpPr>
          <a:xfrm>
            <a:off x="8808415" y="3705984"/>
            <a:ext cx="721206" cy="609701"/>
            <a:chOff x="8808415" y="3705984"/>
            <a:chExt cx="721206" cy="609701"/>
          </a:xfrm>
        </p:grpSpPr>
        <p:sp>
          <p:nvSpPr>
            <p:cNvPr id="2855" name="Rectangle 2854">
              <a:hlinkHover r:id="" action="ppaction://noaction" highlightClick="1"/>
              <a:extLst>
                <a:ext uri="{FF2B5EF4-FFF2-40B4-BE49-F238E27FC236}">
                  <a16:creationId xmlns:a16="http://schemas.microsoft.com/office/drawing/2014/main" id="{19588892-B820-4778-24A4-CF6A3222D59D}"/>
                </a:ext>
              </a:extLst>
            </p:cNvPr>
            <p:cNvSpPr/>
            <p:nvPr/>
          </p:nvSpPr>
          <p:spPr>
            <a:xfrm>
              <a:off x="8808415" y="370598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2856" name="Oval 2855">
              <a:extLst>
                <a:ext uri="{FF2B5EF4-FFF2-40B4-BE49-F238E27FC236}">
                  <a16:creationId xmlns:a16="http://schemas.microsoft.com/office/drawing/2014/main" id="{839B776A-8EAC-0000-8FFB-80873398988C}"/>
                </a:ext>
              </a:extLst>
            </p:cNvPr>
            <p:cNvSpPr/>
            <p:nvPr/>
          </p:nvSpPr>
          <p:spPr>
            <a:xfrm>
              <a:off x="9388378" y="371510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57" name="Isosceles Triangle 648">
              <a:extLst>
                <a:ext uri="{FF2B5EF4-FFF2-40B4-BE49-F238E27FC236}">
                  <a16:creationId xmlns:a16="http://schemas.microsoft.com/office/drawing/2014/main" id="{3982CF7C-E379-DD79-0F84-784B68280DD5}"/>
                </a:ext>
              </a:extLst>
            </p:cNvPr>
            <p:cNvSpPr/>
            <p:nvPr/>
          </p:nvSpPr>
          <p:spPr>
            <a:xfrm>
              <a:off x="9418503" y="372861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858" name="Group 2857">
            <a:extLst>
              <a:ext uri="{FF2B5EF4-FFF2-40B4-BE49-F238E27FC236}">
                <a16:creationId xmlns:a16="http://schemas.microsoft.com/office/drawing/2014/main" id="{AACCB410-B206-C18F-69A5-E3AF99094C5F}"/>
              </a:ext>
            </a:extLst>
          </p:cNvPr>
          <p:cNvGrpSpPr/>
          <p:nvPr/>
        </p:nvGrpSpPr>
        <p:grpSpPr>
          <a:xfrm>
            <a:off x="1268463" y="5141013"/>
            <a:ext cx="721206" cy="609701"/>
            <a:chOff x="1268463" y="5141013"/>
            <a:chExt cx="721206" cy="609701"/>
          </a:xfrm>
        </p:grpSpPr>
        <p:sp>
          <p:nvSpPr>
            <p:cNvPr id="2859" name="Rectangle 2858">
              <a:extLst>
                <a:ext uri="{FF2B5EF4-FFF2-40B4-BE49-F238E27FC236}">
                  <a16:creationId xmlns:a16="http://schemas.microsoft.com/office/drawing/2014/main" id="{BD53BDC7-DBE1-72BA-E201-9FD1117AD55D}"/>
                </a:ext>
              </a:extLst>
            </p:cNvPr>
            <p:cNvSpPr/>
            <p:nvPr/>
          </p:nvSpPr>
          <p:spPr>
            <a:xfrm>
              <a:off x="1268463" y="5141013"/>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2860" name="Cylinder 2859">
              <a:extLst>
                <a:ext uri="{FF2B5EF4-FFF2-40B4-BE49-F238E27FC236}">
                  <a16:creationId xmlns:a16="http://schemas.microsoft.com/office/drawing/2014/main" id="{2DDDDC54-8168-E7C3-4926-B94CB32E74B9}"/>
                </a:ext>
              </a:extLst>
            </p:cNvPr>
            <p:cNvSpPr/>
            <p:nvPr/>
          </p:nvSpPr>
          <p:spPr>
            <a:xfrm>
              <a:off x="1916189" y="5141013"/>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861" name="Group 2860">
            <a:extLst>
              <a:ext uri="{FF2B5EF4-FFF2-40B4-BE49-F238E27FC236}">
                <a16:creationId xmlns:a16="http://schemas.microsoft.com/office/drawing/2014/main" id="{81756028-3C10-2782-DE1C-40E1ED8B2CBD}"/>
              </a:ext>
            </a:extLst>
          </p:cNvPr>
          <p:cNvGrpSpPr/>
          <p:nvPr/>
        </p:nvGrpSpPr>
        <p:grpSpPr>
          <a:xfrm>
            <a:off x="431294" y="5141013"/>
            <a:ext cx="721206" cy="609701"/>
            <a:chOff x="431294" y="5141013"/>
            <a:chExt cx="721206" cy="609701"/>
          </a:xfrm>
        </p:grpSpPr>
        <p:sp>
          <p:nvSpPr>
            <p:cNvPr id="2862" name="Rectangle 2861">
              <a:extLst>
                <a:ext uri="{FF2B5EF4-FFF2-40B4-BE49-F238E27FC236}">
                  <a16:creationId xmlns:a16="http://schemas.microsoft.com/office/drawing/2014/main" id="{F266239D-2A4E-1A39-74D5-9199CBC5EA05}"/>
                </a:ext>
              </a:extLst>
            </p:cNvPr>
            <p:cNvSpPr/>
            <p:nvPr/>
          </p:nvSpPr>
          <p:spPr>
            <a:xfrm>
              <a:off x="431294" y="5141013"/>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2863" name="Cylinder 2862">
              <a:extLst>
                <a:ext uri="{FF2B5EF4-FFF2-40B4-BE49-F238E27FC236}">
                  <a16:creationId xmlns:a16="http://schemas.microsoft.com/office/drawing/2014/main" id="{5B459445-D821-C59E-076E-9F838D514083}"/>
                </a:ext>
              </a:extLst>
            </p:cNvPr>
            <p:cNvSpPr/>
            <p:nvPr/>
          </p:nvSpPr>
          <p:spPr>
            <a:xfrm>
              <a:off x="1079020" y="5141013"/>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864" name="Group 2863">
            <a:extLst>
              <a:ext uri="{FF2B5EF4-FFF2-40B4-BE49-F238E27FC236}">
                <a16:creationId xmlns:a16="http://schemas.microsoft.com/office/drawing/2014/main" id="{5AD38EB0-D55A-2A46-1289-89C7EA0549B6}"/>
              </a:ext>
            </a:extLst>
          </p:cNvPr>
          <p:cNvGrpSpPr/>
          <p:nvPr/>
        </p:nvGrpSpPr>
        <p:grpSpPr>
          <a:xfrm>
            <a:off x="1268842" y="2253333"/>
            <a:ext cx="721206" cy="609701"/>
            <a:chOff x="1268842" y="2253333"/>
            <a:chExt cx="721206" cy="609701"/>
          </a:xfrm>
        </p:grpSpPr>
        <p:sp>
          <p:nvSpPr>
            <p:cNvPr id="2865" name="Rectangle 2864">
              <a:extLst>
                <a:ext uri="{FF2B5EF4-FFF2-40B4-BE49-F238E27FC236}">
                  <a16:creationId xmlns:a16="http://schemas.microsoft.com/office/drawing/2014/main" id="{C640B39E-91CA-F1FD-5AA5-979A403F2E60}"/>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2866" name="Right Triangle 2865">
              <a:extLst>
                <a:ext uri="{FF2B5EF4-FFF2-40B4-BE49-F238E27FC236}">
                  <a16:creationId xmlns:a16="http://schemas.microsoft.com/office/drawing/2014/main" id="{FA0B0FB7-F330-6034-D5E4-C705C4FC3310}"/>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867" name="Group 2866">
              <a:extLst>
                <a:ext uri="{FF2B5EF4-FFF2-40B4-BE49-F238E27FC236}">
                  <a16:creationId xmlns:a16="http://schemas.microsoft.com/office/drawing/2014/main" id="{49EB48F1-1837-C0A6-4493-9058B716C9C7}"/>
                </a:ext>
              </a:extLst>
            </p:cNvPr>
            <p:cNvGrpSpPr/>
            <p:nvPr/>
          </p:nvGrpSpPr>
          <p:grpSpPr>
            <a:xfrm>
              <a:off x="1939437" y="2265723"/>
              <a:ext cx="37817" cy="61390"/>
              <a:chOff x="3883481" y="2057400"/>
              <a:chExt cx="1608363" cy="2652031"/>
            </a:xfrm>
            <a:solidFill>
              <a:srgbClr val="A6A6A6"/>
            </a:solidFill>
          </p:grpSpPr>
          <p:sp>
            <p:nvSpPr>
              <p:cNvPr id="2868" name="Oval 27">
                <a:extLst>
                  <a:ext uri="{FF2B5EF4-FFF2-40B4-BE49-F238E27FC236}">
                    <a16:creationId xmlns:a16="http://schemas.microsoft.com/office/drawing/2014/main" id="{5C54F88F-FCD2-211A-16DC-49613BEA25B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69" name="Oval 28">
                <a:extLst>
                  <a:ext uri="{FF2B5EF4-FFF2-40B4-BE49-F238E27FC236}">
                    <a16:creationId xmlns:a16="http://schemas.microsoft.com/office/drawing/2014/main" id="{B49A62FA-9B62-9117-C74C-A967F984C49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870" name="Group 2869">
            <a:extLst>
              <a:ext uri="{FF2B5EF4-FFF2-40B4-BE49-F238E27FC236}">
                <a16:creationId xmlns:a16="http://schemas.microsoft.com/office/drawing/2014/main" id="{86C71334-F3A6-1AB6-BDB0-7D838ABF1C9E}"/>
              </a:ext>
            </a:extLst>
          </p:cNvPr>
          <p:cNvGrpSpPr/>
          <p:nvPr/>
        </p:nvGrpSpPr>
        <p:grpSpPr>
          <a:xfrm>
            <a:off x="2105349" y="2253333"/>
            <a:ext cx="721206" cy="609701"/>
            <a:chOff x="2105349" y="2253333"/>
            <a:chExt cx="721206" cy="609701"/>
          </a:xfrm>
        </p:grpSpPr>
        <p:sp>
          <p:nvSpPr>
            <p:cNvPr id="2871" name="Rectangle 2870">
              <a:extLst>
                <a:ext uri="{FF2B5EF4-FFF2-40B4-BE49-F238E27FC236}">
                  <a16:creationId xmlns:a16="http://schemas.microsoft.com/office/drawing/2014/main" id="{2302F850-2F2F-3D32-412E-21F2F51DFEB8}"/>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2872" name="Right Triangle 2871">
              <a:extLst>
                <a:ext uri="{FF2B5EF4-FFF2-40B4-BE49-F238E27FC236}">
                  <a16:creationId xmlns:a16="http://schemas.microsoft.com/office/drawing/2014/main" id="{52F55631-9315-462D-CB86-EB7CEA7184F5}"/>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873" name="Group 2872">
              <a:extLst>
                <a:ext uri="{FF2B5EF4-FFF2-40B4-BE49-F238E27FC236}">
                  <a16:creationId xmlns:a16="http://schemas.microsoft.com/office/drawing/2014/main" id="{1CC2E639-6F76-179B-48A2-083423119D1E}"/>
                </a:ext>
              </a:extLst>
            </p:cNvPr>
            <p:cNvGrpSpPr/>
            <p:nvPr/>
          </p:nvGrpSpPr>
          <p:grpSpPr>
            <a:xfrm>
              <a:off x="2771411" y="2265582"/>
              <a:ext cx="37817" cy="61390"/>
              <a:chOff x="3883481" y="2057400"/>
              <a:chExt cx="1608363" cy="2652031"/>
            </a:xfrm>
            <a:solidFill>
              <a:srgbClr val="A6A6A6"/>
            </a:solidFill>
          </p:grpSpPr>
          <p:sp>
            <p:nvSpPr>
              <p:cNvPr id="2874" name="Oval 27">
                <a:extLst>
                  <a:ext uri="{FF2B5EF4-FFF2-40B4-BE49-F238E27FC236}">
                    <a16:creationId xmlns:a16="http://schemas.microsoft.com/office/drawing/2014/main" id="{47E46367-F7CC-D10E-2AC5-EEB358ED625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75" name="Oval 28">
                <a:extLst>
                  <a:ext uri="{FF2B5EF4-FFF2-40B4-BE49-F238E27FC236}">
                    <a16:creationId xmlns:a16="http://schemas.microsoft.com/office/drawing/2014/main" id="{EB5149F9-062A-1012-3DC0-46CBE5C1562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876" name="Group 2875">
            <a:extLst>
              <a:ext uri="{FF2B5EF4-FFF2-40B4-BE49-F238E27FC236}">
                <a16:creationId xmlns:a16="http://schemas.microsoft.com/office/drawing/2014/main" id="{1DC5F95D-DCBC-D19D-F2AA-F2DC61A85246}"/>
              </a:ext>
            </a:extLst>
          </p:cNvPr>
          <p:cNvGrpSpPr/>
          <p:nvPr/>
        </p:nvGrpSpPr>
        <p:grpSpPr>
          <a:xfrm>
            <a:off x="2941856" y="2253333"/>
            <a:ext cx="721206" cy="609701"/>
            <a:chOff x="2941856" y="2253333"/>
            <a:chExt cx="721206" cy="609701"/>
          </a:xfrm>
        </p:grpSpPr>
        <p:sp>
          <p:nvSpPr>
            <p:cNvPr id="2877" name="Rectangle 2876">
              <a:extLst>
                <a:ext uri="{FF2B5EF4-FFF2-40B4-BE49-F238E27FC236}">
                  <a16:creationId xmlns:a16="http://schemas.microsoft.com/office/drawing/2014/main" id="{8BD14210-784C-4C53-4B9E-288BB7479849}"/>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2878" name="Right Triangle 2877">
              <a:extLst>
                <a:ext uri="{FF2B5EF4-FFF2-40B4-BE49-F238E27FC236}">
                  <a16:creationId xmlns:a16="http://schemas.microsoft.com/office/drawing/2014/main" id="{C91433B0-9898-55E5-DF34-0843400A047D}"/>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879" name="Group 2878">
              <a:extLst>
                <a:ext uri="{FF2B5EF4-FFF2-40B4-BE49-F238E27FC236}">
                  <a16:creationId xmlns:a16="http://schemas.microsoft.com/office/drawing/2014/main" id="{75EE17AD-0AAB-83EE-6DCD-772FEEC80B64}"/>
                </a:ext>
              </a:extLst>
            </p:cNvPr>
            <p:cNvGrpSpPr/>
            <p:nvPr/>
          </p:nvGrpSpPr>
          <p:grpSpPr>
            <a:xfrm>
              <a:off x="3611254" y="2264960"/>
              <a:ext cx="37817" cy="61390"/>
              <a:chOff x="3883481" y="2057400"/>
              <a:chExt cx="1608363" cy="2652031"/>
            </a:xfrm>
            <a:solidFill>
              <a:srgbClr val="A6A6A6"/>
            </a:solidFill>
          </p:grpSpPr>
          <p:sp>
            <p:nvSpPr>
              <p:cNvPr id="2880" name="Oval 27">
                <a:extLst>
                  <a:ext uri="{FF2B5EF4-FFF2-40B4-BE49-F238E27FC236}">
                    <a16:creationId xmlns:a16="http://schemas.microsoft.com/office/drawing/2014/main" id="{DAA1B4DD-1351-0DDE-2A3E-CF6D99764CC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81" name="Oval 28">
                <a:extLst>
                  <a:ext uri="{FF2B5EF4-FFF2-40B4-BE49-F238E27FC236}">
                    <a16:creationId xmlns:a16="http://schemas.microsoft.com/office/drawing/2014/main" id="{A4EA845C-8B38-34BA-D5BE-720341B789C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882" name="Group 2881">
            <a:extLst>
              <a:ext uri="{FF2B5EF4-FFF2-40B4-BE49-F238E27FC236}">
                <a16:creationId xmlns:a16="http://schemas.microsoft.com/office/drawing/2014/main" id="{8BDCE570-A4DE-527F-671B-53F4EA70D7B5}"/>
              </a:ext>
            </a:extLst>
          </p:cNvPr>
          <p:cNvGrpSpPr/>
          <p:nvPr/>
        </p:nvGrpSpPr>
        <p:grpSpPr>
          <a:xfrm>
            <a:off x="4614870" y="2253333"/>
            <a:ext cx="721206" cy="609701"/>
            <a:chOff x="4614870" y="2253333"/>
            <a:chExt cx="721206" cy="609701"/>
          </a:xfrm>
        </p:grpSpPr>
        <p:sp>
          <p:nvSpPr>
            <p:cNvPr id="2883" name="Rectangle 2882">
              <a:extLst>
                <a:ext uri="{FF2B5EF4-FFF2-40B4-BE49-F238E27FC236}">
                  <a16:creationId xmlns:a16="http://schemas.microsoft.com/office/drawing/2014/main" id="{33E02F74-DC07-7518-DE09-E8AE2F103E51}"/>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2884" name="Right Triangle 2883">
              <a:extLst>
                <a:ext uri="{FF2B5EF4-FFF2-40B4-BE49-F238E27FC236}">
                  <a16:creationId xmlns:a16="http://schemas.microsoft.com/office/drawing/2014/main" id="{AEC3497C-5435-D99D-96CB-4837693C8F29}"/>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885" name="Group 2884">
              <a:extLst>
                <a:ext uri="{FF2B5EF4-FFF2-40B4-BE49-F238E27FC236}">
                  <a16:creationId xmlns:a16="http://schemas.microsoft.com/office/drawing/2014/main" id="{9C56FDB1-B599-CDE9-3F77-189B930D5EF6}"/>
                </a:ext>
              </a:extLst>
            </p:cNvPr>
            <p:cNvGrpSpPr/>
            <p:nvPr/>
          </p:nvGrpSpPr>
          <p:grpSpPr>
            <a:xfrm>
              <a:off x="5280746" y="2264771"/>
              <a:ext cx="37817" cy="61390"/>
              <a:chOff x="3883481" y="2057400"/>
              <a:chExt cx="1608363" cy="2652031"/>
            </a:xfrm>
            <a:solidFill>
              <a:srgbClr val="A6A6A6"/>
            </a:solidFill>
          </p:grpSpPr>
          <p:sp>
            <p:nvSpPr>
              <p:cNvPr id="2886" name="Oval 27">
                <a:extLst>
                  <a:ext uri="{FF2B5EF4-FFF2-40B4-BE49-F238E27FC236}">
                    <a16:creationId xmlns:a16="http://schemas.microsoft.com/office/drawing/2014/main" id="{9B6906DE-E434-750E-D259-0794F1F7C8F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87" name="Oval 28">
                <a:extLst>
                  <a:ext uri="{FF2B5EF4-FFF2-40B4-BE49-F238E27FC236}">
                    <a16:creationId xmlns:a16="http://schemas.microsoft.com/office/drawing/2014/main" id="{B5306CC7-213F-2326-A0C9-4E66BA73B3C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888" name="Group 2887">
            <a:extLst>
              <a:ext uri="{FF2B5EF4-FFF2-40B4-BE49-F238E27FC236}">
                <a16:creationId xmlns:a16="http://schemas.microsoft.com/office/drawing/2014/main" id="{2E8A15E1-26CC-6661-8B40-57C328EEBAC9}"/>
              </a:ext>
            </a:extLst>
          </p:cNvPr>
          <p:cNvGrpSpPr/>
          <p:nvPr/>
        </p:nvGrpSpPr>
        <p:grpSpPr>
          <a:xfrm>
            <a:off x="5449136" y="2266490"/>
            <a:ext cx="721206" cy="609701"/>
            <a:chOff x="6287884" y="2253333"/>
            <a:chExt cx="721206" cy="609701"/>
          </a:xfrm>
        </p:grpSpPr>
        <p:sp>
          <p:nvSpPr>
            <p:cNvPr id="2889" name="Rectangle 2888">
              <a:extLst>
                <a:ext uri="{FF2B5EF4-FFF2-40B4-BE49-F238E27FC236}">
                  <a16:creationId xmlns:a16="http://schemas.microsoft.com/office/drawing/2014/main" id="{ADFD223F-FF3E-8786-8CF4-282199E4B0FE}"/>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2890" name="Right Triangle 2889">
              <a:extLst>
                <a:ext uri="{FF2B5EF4-FFF2-40B4-BE49-F238E27FC236}">
                  <a16:creationId xmlns:a16="http://schemas.microsoft.com/office/drawing/2014/main" id="{63A4178D-5397-8189-7779-3D8B9C7D68C7}"/>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891" name="Group 2890">
              <a:extLst>
                <a:ext uri="{FF2B5EF4-FFF2-40B4-BE49-F238E27FC236}">
                  <a16:creationId xmlns:a16="http://schemas.microsoft.com/office/drawing/2014/main" id="{69967C58-C695-3E69-01D2-645072892489}"/>
                </a:ext>
              </a:extLst>
            </p:cNvPr>
            <p:cNvGrpSpPr/>
            <p:nvPr/>
          </p:nvGrpSpPr>
          <p:grpSpPr>
            <a:xfrm>
              <a:off x="6952478" y="2265091"/>
              <a:ext cx="37817" cy="61390"/>
              <a:chOff x="3883481" y="2057400"/>
              <a:chExt cx="1608363" cy="2652031"/>
            </a:xfrm>
            <a:solidFill>
              <a:srgbClr val="A6A6A6"/>
            </a:solidFill>
          </p:grpSpPr>
          <p:sp>
            <p:nvSpPr>
              <p:cNvPr id="2892" name="Oval 27">
                <a:extLst>
                  <a:ext uri="{FF2B5EF4-FFF2-40B4-BE49-F238E27FC236}">
                    <a16:creationId xmlns:a16="http://schemas.microsoft.com/office/drawing/2014/main" id="{8F4D1DB1-F273-2B01-AEB9-23BC5ABDA1E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93" name="Oval 28">
                <a:extLst>
                  <a:ext uri="{FF2B5EF4-FFF2-40B4-BE49-F238E27FC236}">
                    <a16:creationId xmlns:a16="http://schemas.microsoft.com/office/drawing/2014/main" id="{C43E79EC-EF1B-E990-5316-A807CEC39F9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900" name="Group 2899">
            <a:extLst>
              <a:ext uri="{FF2B5EF4-FFF2-40B4-BE49-F238E27FC236}">
                <a16:creationId xmlns:a16="http://schemas.microsoft.com/office/drawing/2014/main" id="{F45E6A5C-7185-7906-5884-1BFE9400D4D5}"/>
              </a:ext>
            </a:extLst>
          </p:cNvPr>
          <p:cNvGrpSpPr/>
          <p:nvPr/>
        </p:nvGrpSpPr>
        <p:grpSpPr>
          <a:xfrm>
            <a:off x="2102909" y="811556"/>
            <a:ext cx="721206" cy="609701"/>
            <a:chOff x="2102909" y="811556"/>
            <a:chExt cx="721206" cy="609701"/>
          </a:xfrm>
        </p:grpSpPr>
        <p:sp>
          <p:nvSpPr>
            <p:cNvPr id="2901" name="Rectangle 2900">
              <a:extLst>
                <a:ext uri="{FF2B5EF4-FFF2-40B4-BE49-F238E27FC236}">
                  <a16:creationId xmlns:a16="http://schemas.microsoft.com/office/drawing/2014/main" id="{EC95735C-3597-6241-E9F5-5A645372B609}"/>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902" name="Rectangle 2901">
              <a:extLst>
                <a:ext uri="{FF2B5EF4-FFF2-40B4-BE49-F238E27FC236}">
                  <a16:creationId xmlns:a16="http://schemas.microsoft.com/office/drawing/2014/main" id="{A57E8717-59F0-4995-3F9B-D358498E5FE0}"/>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03" name="Oval 15">
              <a:extLst>
                <a:ext uri="{FF2B5EF4-FFF2-40B4-BE49-F238E27FC236}">
                  <a16:creationId xmlns:a16="http://schemas.microsoft.com/office/drawing/2014/main" id="{300C754E-5DDF-F1AF-EFC1-10E29DA8605E}"/>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904" name="Straight Connector 2903">
              <a:extLst>
                <a:ext uri="{FF2B5EF4-FFF2-40B4-BE49-F238E27FC236}">
                  <a16:creationId xmlns:a16="http://schemas.microsoft.com/office/drawing/2014/main" id="{A49990B9-791F-494B-FD1A-0516CC34A44B}"/>
                </a:ext>
              </a:extLst>
            </p:cNvPr>
            <p:cNvCxnSpPr>
              <a:cxnSpLocks/>
              <a:stCxn id="2903"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905" name="Straight Connector 2904">
              <a:extLst>
                <a:ext uri="{FF2B5EF4-FFF2-40B4-BE49-F238E27FC236}">
                  <a16:creationId xmlns:a16="http://schemas.microsoft.com/office/drawing/2014/main" id="{1D1302AC-7EB3-D75D-B56C-6A170C70A136}"/>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906" name="Group 2905">
            <a:extLst>
              <a:ext uri="{FF2B5EF4-FFF2-40B4-BE49-F238E27FC236}">
                <a16:creationId xmlns:a16="http://schemas.microsoft.com/office/drawing/2014/main" id="{F68B3722-B1C5-95E1-99C3-7E4B516BE80F}"/>
              </a:ext>
            </a:extLst>
          </p:cNvPr>
          <p:cNvGrpSpPr/>
          <p:nvPr/>
        </p:nvGrpSpPr>
        <p:grpSpPr>
          <a:xfrm>
            <a:off x="431659" y="811556"/>
            <a:ext cx="721206" cy="609701"/>
            <a:chOff x="431659" y="811556"/>
            <a:chExt cx="721206" cy="609701"/>
          </a:xfrm>
        </p:grpSpPr>
        <p:sp>
          <p:nvSpPr>
            <p:cNvPr id="2907" name="Rectangle 2906">
              <a:extLst>
                <a:ext uri="{FF2B5EF4-FFF2-40B4-BE49-F238E27FC236}">
                  <a16:creationId xmlns:a16="http://schemas.microsoft.com/office/drawing/2014/main" id="{D840233C-2348-68F0-433D-50190147BC45}"/>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2908" name="Right Triangle 2907">
              <a:extLst>
                <a:ext uri="{FF2B5EF4-FFF2-40B4-BE49-F238E27FC236}">
                  <a16:creationId xmlns:a16="http://schemas.microsoft.com/office/drawing/2014/main" id="{AC1895FE-92E0-33AE-6862-22CD1BDDAE25}"/>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909" name="Group 2908">
              <a:extLst>
                <a:ext uri="{FF2B5EF4-FFF2-40B4-BE49-F238E27FC236}">
                  <a16:creationId xmlns:a16="http://schemas.microsoft.com/office/drawing/2014/main" id="{D22E6BC7-B08C-1DDA-A450-8B5D1BFA8B1D}"/>
                </a:ext>
              </a:extLst>
            </p:cNvPr>
            <p:cNvGrpSpPr/>
            <p:nvPr/>
          </p:nvGrpSpPr>
          <p:grpSpPr>
            <a:xfrm>
              <a:off x="1100972" y="819589"/>
              <a:ext cx="37817" cy="61390"/>
              <a:chOff x="3883481" y="2057400"/>
              <a:chExt cx="1608363" cy="2652031"/>
            </a:xfrm>
            <a:solidFill>
              <a:srgbClr val="A6A6A6"/>
            </a:solidFill>
          </p:grpSpPr>
          <p:sp>
            <p:nvSpPr>
              <p:cNvPr id="2910" name="Oval 27">
                <a:extLst>
                  <a:ext uri="{FF2B5EF4-FFF2-40B4-BE49-F238E27FC236}">
                    <a16:creationId xmlns:a16="http://schemas.microsoft.com/office/drawing/2014/main" id="{18FBCED3-DB85-7C51-C2D6-2E6D2979B2A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11" name="Oval 28">
                <a:extLst>
                  <a:ext uri="{FF2B5EF4-FFF2-40B4-BE49-F238E27FC236}">
                    <a16:creationId xmlns:a16="http://schemas.microsoft.com/office/drawing/2014/main" id="{E2C19F8B-E74D-E379-485B-8C92BD1BD56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916" name="Group 2915">
            <a:extLst>
              <a:ext uri="{FF2B5EF4-FFF2-40B4-BE49-F238E27FC236}">
                <a16:creationId xmlns:a16="http://schemas.microsoft.com/office/drawing/2014/main" id="{508C5CE5-DA80-6078-F309-DF9678474B52}"/>
              </a:ext>
            </a:extLst>
          </p:cNvPr>
          <p:cNvGrpSpPr/>
          <p:nvPr/>
        </p:nvGrpSpPr>
        <p:grpSpPr>
          <a:xfrm>
            <a:off x="3775041" y="5130129"/>
            <a:ext cx="721893" cy="609702"/>
            <a:chOff x="3775041" y="5130129"/>
            <a:chExt cx="721893" cy="609702"/>
          </a:xfrm>
        </p:grpSpPr>
        <p:sp>
          <p:nvSpPr>
            <p:cNvPr id="2917" name="Rectangle 2916">
              <a:hlinkHover r:id="" action="ppaction://noaction" highlightClick="1"/>
              <a:extLst>
                <a:ext uri="{FF2B5EF4-FFF2-40B4-BE49-F238E27FC236}">
                  <a16:creationId xmlns:a16="http://schemas.microsoft.com/office/drawing/2014/main" id="{8C67226D-CC35-1DE1-2D12-9CE32AD6243B}"/>
                </a:ext>
              </a:extLst>
            </p:cNvPr>
            <p:cNvSpPr/>
            <p:nvPr/>
          </p:nvSpPr>
          <p:spPr>
            <a:xfrm>
              <a:off x="3775041" y="5130131"/>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2918" name="Group 2917">
              <a:extLst>
                <a:ext uri="{FF2B5EF4-FFF2-40B4-BE49-F238E27FC236}">
                  <a16:creationId xmlns:a16="http://schemas.microsoft.com/office/drawing/2014/main" id="{F2B9FD81-B26B-F20E-843F-D0C4C2619847}"/>
                </a:ext>
              </a:extLst>
            </p:cNvPr>
            <p:cNvGrpSpPr/>
            <p:nvPr/>
          </p:nvGrpSpPr>
          <p:grpSpPr>
            <a:xfrm>
              <a:off x="4367028" y="5130129"/>
              <a:ext cx="129906" cy="127894"/>
              <a:chOff x="1040599" y="2550516"/>
              <a:chExt cx="157050" cy="157050"/>
            </a:xfrm>
          </p:grpSpPr>
          <p:sp>
            <p:nvSpPr>
              <p:cNvPr id="2919" name="Diamond 2918">
                <a:extLst>
                  <a:ext uri="{FF2B5EF4-FFF2-40B4-BE49-F238E27FC236}">
                    <a16:creationId xmlns:a16="http://schemas.microsoft.com/office/drawing/2014/main" id="{0FABB29B-F98E-1CFF-B2CD-C983B497ED34}"/>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20" name="Oval 2919">
                <a:extLst>
                  <a:ext uri="{FF2B5EF4-FFF2-40B4-BE49-F238E27FC236}">
                    <a16:creationId xmlns:a16="http://schemas.microsoft.com/office/drawing/2014/main" id="{FA2B3336-CF57-5C52-E73F-624B397747BD}"/>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921" name="Group 2920">
            <a:extLst>
              <a:ext uri="{FF2B5EF4-FFF2-40B4-BE49-F238E27FC236}">
                <a16:creationId xmlns:a16="http://schemas.microsoft.com/office/drawing/2014/main" id="{55D38576-1E81-E29D-4B1F-192022F5BCC5}"/>
              </a:ext>
            </a:extLst>
          </p:cNvPr>
          <p:cNvGrpSpPr/>
          <p:nvPr/>
        </p:nvGrpSpPr>
        <p:grpSpPr>
          <a:xfrm>
            <a:off x="4618174" y="5130744"/>
            <a:ext cx="721893" cy="609702"/>
            <a:chOff x="4618174" y="5130744"/>
            <a:chExt cx="721893" cy="609702"/>
          </a:xfrm>
        </p:grpSpPr>
        <p:sp>
          <p:nvSpPr>
            <p:cNvPr id="2922" name="Rectangle 2921">
              <a:hlinkHover r:id="" action="ppaction://noaction" highlightClick="1"/>
              <a:extLst>
                <a:ext uri="{FF2B5EF4-FFF2-40B4-BE49-F238E27FC236}">
                  <a16:creationId xmlns:a16="http://schemas.microsoft.com/office/drawing/2014/main" id="{083BC7DB-1D30-0C5A-9639-80A260471A31}"/>
                </a:ext>
              </a:extLst>
            </p:cNvPr>
            <p:cNvSpPr/>
            <p:nvPr/>
          </p:nvSpPr>
          <p:spPr>
            <a:xfrm>
              <a:off x="4618174" y="5130746"/>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2923" name="Group 2922">
              <a:extLst>
                <a:ext uri="{FF2B5EF4-FFF2-40B4-BE49-F238E27FC236}">
                  <a16:creationId xmlns:a16="http://schemas.microsoft.com/office/drawing/2014/main" id="{CED31DB2-B8DD-9D7A-1218-3CB9C9EA22B7}"/>
                </a:ext>
              </a:extLst>
            </p:cNvPr>
            <p:cNvGrpSpPr/>
            <p:nvPr/>
          </p:nvGrpSpPr>
          <p:grpSpPr>
            <a:xfrm>
              <a:off x="5210161" y="5130744"/>
              <a:ext cx="129906" cy="127894"/>
              <a:chOff x="1040599" y="2550516"/>
              <a:chExt cx="157050" cy="157050"/>
            </a:xfrm>
          </p:grpSpPr>
          <p:sp>
            <p:nvSpPr>
              <p:cNvPr id="2924" name="Diamond 2923">
                <a:extLst>
                  <a:ext uri="{FF2B5EF4-FFF2-40B4-BE49-F238E27FC236}">
                    <a16:creationId xmlns:a16="http://schemas.microsoft.com/office/drawing/2014/main" id="{F9BEAAE7-CAE9-A197-248C-81DDE4BF4DE7}"/>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25" name="Oval 2924">
                <a:extLst>
                  <a:ext uri="{FF2B5EF4-FFF2-40B4-BE49-F238E27FC236}">
                    <a16:creationId xmlns:a16="http://schemas.microsoft.com/office/drawing/2014/main" id="{4B3EA4FB-9D6F-C1B5-2AA0-B57C17BF4C6D}"/>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926" name="Group 2925">
            <a:extLst>
              <a:ext uri="{FF2B5EF4-FFF2-40B4-BE49-F238E27FC236}">
                <a16:creationId xmlns:a16="http://schemas.microsoft.com/office/drawing/2014/main" id="{4CE24BF6-B80C-22B5-1835-65358EE540B3}"/>
              </a:ext>
            </a:extLst>
          </p:cNvPr>
          <p:cNvGrpSpPr/>
          <p:nvPr/>
        </p:nvGrpSpPr>
        <p:grpSpPr>
          <a:xfrm>
            <a:off x="7125831" y="5143364"/>
            <a:ext cx="721206" cy="609701"/>
            <a:chOff x="7125831" y="5143364"/>
            <a:chExt cx="721206" cy="609701"/>
          </a:xfrm>
        </p:grpSpPr>
        <p:sp>
          <p:nvSpPr>
            <p:cNvPr id="2927" name="Rectangle 2926">
              <a:hlinkHover r:id="" action="ppaction://noaction" highlightClick="1"/>
              <a:extLst>
                <a:ext uri="{FF2B5EF4-FFF2-40B4-BE49-F238E27FC236}">
                  <a16:creationId xmlns:a16="http://schemas.microsoft.com/office/drawing/2014/main" id="{E2890FB6-3B8A-3F73-9D3C-FD76C48FD89E}"/>
                </a:ext>
              </a:extLst>
            </p:cNvPr>
            <p:cNvSpPr/>
            <p:nvPr/>
          </p:nvSpPr>
          <p:spPr>
            <a:xfrm>
              <a:off x="7125831" y="514336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2928" name="Oval 2927">
              <a:extLst>
                <a:ext uri="{FF2B5EF4-FFF2-40B4-BE49-F238E27FC236}">
                  <a16:creationId xmlns:a16="http://schemas.microsoft.com/office/drawing/2014/main" id="{F4836E32-D7B4-6495-1733-925BFBAF0F4D}"/>
                </a:ext>
              </a:extLst>
            </p:cNvPr>
            <p:cNvSpPr/>
            <p:nvPr/>
          </p:nvSpPr>
          <p:spPr>
            <a:xfrm>
              <a:off x="7704680" y="515358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29" name="Isosceles Triangle 648">
              <a:extLst>
                <a:ext uri="{FF2B5EF4-FFF2-40B4-BE49-F238E27FC236}">
                  <a16:creationId xmlns:a16="http://schemas.microsoft.com/office/drawing/2014/main" id="{9579CC55-BFBA-82A2-396C-1E6A6A12A844}"/>
                </a:ext>
              </a:extLst>
            </p:cNvPr>
            <p:cNvSpPr/>
            <p:nvPr/>
          </p:nvSpPr>
          <p:spPr>
            <a:xfrm>
              <a:off x="7734804" y="516709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930" name="Group 2929">
            <a:extLst>
              <a:ext uri="{FF2B5EF4-FFF2-40B4-BE49-F238E27FC236}">
                <a16:creationId xmlns:a16="http://schemas.microsoft.com/office/drawing/2014/main" id="{AC4F01CA-1A8C-C986-DDCD-32855E0ED685}"/>
              </a:ext>
            </a:extLst>
          </p:cNvPr>
          <p:cNvGrpSpPr/>
          <p:nvPr/>
        </p:nvGrpSpPr>
        <p:grpSpPr>
          <a:xfrm>
            <a:off x="10506599" y="811556"/>
            <a:ext cx="721206" cy="609701"/>
            <a:chOff x="10506599" y="811556"/>
            <a:chExt cx="721206" cy="609701"/>
          </a:xfrm>
        </p:grpSpPr>
        <p:sp>
          <p:nvSpPr>
            <p:cNvPr id="2931" name="Rectangle 2930">
              <a:extLst>
                <a:ext uri="{FF2B5EF4-FFF2-40B4-BE49-F238E27FC236}">
                  <a16:creationId xmlns:a16="http://schemas.microsoft.com/office/drawing/2014/main" id="{6EA64DD9-62AB-BCFF-DB88-FF6F2933560E}"/>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600">
                  <a:solidFill>
                    <a:srgbClr val="1F4E79"/>
                  </a:solidFill>
                  <a:latin typeface="Century Gothic" panose="020B0502020202020204" pitchFamily="34" charset="0"/>
                </a:rPr>
                <a:t>Microsoft </a:t>
              </a: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932" name="Rectangle 2931">
              <a:extLst>
                <a:ext uri="{FF2B5EF4-FFF2-40B4-BE49-F238E27FC236}">
                  <a16:creationId xmlns:a16="http://schemas.microsoft.com/office/drawing/2014/main" id="{45BB85F3-9683-6C0D-8F9C-7E4C9F693403}"/>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33" name="Oval 15">
              <a:extLst>
                <a:ext uri="{FF2B5EF4-FFF2-40B4-BE49-F238E27FC236}">
                  <a16:creationId xmlns:a16="http://schemas.microsoft.com/office/drawing/2014/main" id="{E524F321-4EF1-7B13-0A3B-35767A937F36}"/>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934" name="Straight Connector 2933">
              <a:extLst>
                <a:ext uri="{FF2B5EF4-FFF2-40B4-BE49-F238E27FC236}">
                  <a16:creationId xmlns:a16="http://schemas.microsoft.com/office/drawing/2014/main" id="{0F4B53C1-C040-8FDE-38F5-7F5790854EE7}"/>
                </a:ext>
              </a:extLst>
            </p:cNvPr>
            <p:cNvCxnSpPr>
              <a:cxnSpLocks/>
              <a:stCxn id="2933"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935" name="Straight Connector 2934">
              <a:extLst>
                <a:ext uri="{FF2B5EF4-FFF2-40B4-BE49-F238E27FC236}">
                  <a16:creationId xmlns:a16="http://schemas.microsoft.com/office/drawing/2014/main" id="{F45AE806-7A91-11B5-C79A-E6390F9A2776}"/>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936" name="Group 2935">
            <a:extLst>
              <a:ext uri="{FF2B5EF4-FFF2-40B4-BE49-F238E27FC236}">
                <a16:creationId xmlns:a16="http://schemas.microsoft.com/office/drawing/2014/main" id="{A6ED7B57-AC3D-8933-8CB1-EC313D792F6B}"/>
              </a:ext>
            </a:extLst>
          </p:cNvPr>
          <p:cNvGrpSpPr/>
          <p:nvPr/>
        </p:nvGrpSpPr>
        <p:grpSpPr>
          <a:xfrm>
            <a:off x="7122909" y="3698227"/>
            <a:ext cx="721206" cy="609701"/>
            <a:chOff x="7122909" y="3698227"/>
            <a:chExt cx="721206" cy="609701"/>
          </a:xfrm>
        </p:grpSpPr>
        <p:sp>
          <p:nvSpPr>
            <p:cNvPr id="2937" name="Rectangle 2936">
              <a:hlinkHover r:id="" action="ppaction://noaction" highlightClick="1"/>
              <a:extLst>
                <a:ext uri="{FF2B5EF4-FFF2-40B4-BE49-F238E27FC236}">
                  <a16:creationId xmlns:a16="http://schemas.microsoft.com/office/drawing/2014/main" id="{E01ACAFD-647B-3B9E-65DF-F577ED436299}"/>
                </a:ext>
              </a:extLst>
            </p:cNvPr>
            <p:cNvSpPr/>
            <p:nvPr/>
          </p:nvSpPr>
          <p:spPr>
            <a:xfrm>
              <a:off x="7122909"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2938" name="Oval 2937">
              <a:extLst>
                <a:ext uri="{FF2B5EF4-FFF2-40B4-BE49-F238E27FC236}">
                  <a16:creationId xmlns:a16="http://schemas.microsoft.com/office/drawing/2014/main" id="{622F43BE-790B-B86D-21DB-80D28035CDE2}"/>
                </a:ext>
              </a:extLst>
            </p:cNvPr>
            <p:cNvSpPr/>
            <p:nvPr/>
          </p:nvSpPr>
          <p:spPr>
            <a:xfrm>
              <a:off x="7700861"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39" name="Isosceles Triangle 648">
              <a:extLst>
                <a:ext uri="{FF2B5EF4-FFF2-40B4-BE49-F238E27FC236}">
                  <a16:creationId xmlns:a16="http://schemas.microsoft.com/office/drawing/2014/main" id="{8D5AF545-29BB-1D04-010E-E8375244CF9B}"/>
                </a:ext>
              </a:extLst>
            </p:cNvPr>
            <p:cNvSpPr/>
            <p:nvPr/>
          </p:nvSpPr>
          <p:spPr>
            <a:xfrm>
              <a:off x="7730986"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9ACBF085-B1AA-1391-7767-D93F0210E129}"/>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E9E8BD64-50E1-8179-D838-C087258EAABD}"/>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23D8E0ED-3C44-E5B8-B930-6113FE59701F}"/>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08BBBEFC-63A2-BDE9-12AA-466B03CFDB78}"/>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DE679184-6839-B866-7D60-1CD4A92083A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8AC97230-62B8-78E4-3F7F-9BEEC796309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F4172188-58FE-6ED9-415D-042EB38AFB8A}"/>
              </a:ext>
            </a:extLst>
          </p:cNvPr>
          <p:cNvGrpSpPr/>
          <p:nvPr/>
        </p:nvGrpSpPr>
        <p:grpSpPr>
          <a:xfrm>
            <a:off x="4615774" y="3698231"/>
            <a:ext cx="721206" cy="609701"/>
            <a:chOff x="4615774" y="3698231"/>
            <a:chExt cx="721206" cy="609701"/>
          </a:xfrm>
        </p:grpSpPr>
        <p:sp>
          <p:nvSpPr>
            <p:cNvPr id="15" name="Rectangle 14">
              <a:hlinkHover r:id="" action="ppaction://noaction" highlightClick="1"/>
              <a:extLst>
                <a:ext uri="{FF2B5EF4-FFF2-40B4-BE49-F238E27FC236}">
                  <a16:creationId xmlns:a16="http://schemas.microsoft.com/office/drawing/2014/main" id="{C50FF2FF-EA13-355C-F01D-A9C85406D111}"/>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14FB61D6-A9B5-2067-88B2-15F86401CA67}"/>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B84E7466-C7CF-C197-7856-26D3ED823835}"/>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 name="Group 17">
            <a:extLst>
              <a:ext uri="{FF2B5EF4-FFF2-40B4-BE49-F238E27FC236}">
                <a16:creationId xmlns:a16="http://schemas.microsoft.com/office/drawing/2014/main" id="{FD015608-8100-ECC3-ED07-7E8685F14C9E}"/>
              </a:ext>
            </a:extLst>
          </p:cNvPr>
          <p:cNvGrpSpPr/>
          <p:nvPr/>
        </p:nvGrpSpPr>
        <p:grpSpPr>
          <a:xfrm>
            <a:off x="2100392" y="4419620"/>
            <a:ext cx="721206" cy="609701"/>
            <a:chOff x="2100392" y="4419620"/>
            <a:chExt cx="721206" cy="609701"/>
          </a:xfrm>
        </p:grpSpPr>
        <p:sp>
          <p:nvSpPr>
            <p:cNvPr id="19" name="Rectangle 18">
              <a:extLst>
                <a:ext uri="{FF2B5EF4-FFF2-40B4-BE49-F238E27FC236}">
                  <a16:creationId xmlns:a16="http://schemas.microsoft.com/office/drawing/2014/main" id="{C60F15C5-FFD3-0BB9-D5E0-9D8510334112}"/>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0" name="Right Triangle 19">
              <a:extLst>
                <a:ext uri="{FF2B5EF4-FFF2-40B4-BE49-F238E27FC236}">
                  <a16:creationId xmlns:a16="http://schemas.microsoft.com/office/drawing/2014/main" id="{8DA6D71A-733E-19C1-714D-BB5620481076}"/>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36D7186F-1B28-EA1B-B87D-E92477EFBADA}"/>
                </a:ext>
              </a:extLst>
            </p:cNvPr>
            <p:cNvGrpSpPr/>
            <p:nvPr/>
          </p:nvGrpSpPr>
          <p:grpSpPr>
            <a:xfrm>
              <a:off x="2769856" y="4434450"/>
              <a:ext cx="37817" cy="61390"/>
              <a:chOff x="3883481" y="2057400"/>
              <a:chExt cx="1608363" cy="2652031"/>
            </a:xfrm>
            <a:solidFill>
              <a:srgbClr val="A6A6A6">
                <a:alpha val="20000"/>
              </a:srgbClr>
            </a:solidFill>
          </p:grpSpPr>
          <p:sp>
            <p:nvSpPr>
              <p:cNvPr id="22" name="Oval 27">
                <a:extLst>
                  <a:ext uri="{FF2B5EF4-FFF2-40B4-BE49-F238E27FC236}">
                    <a16:creationId xmlns:a16="http://schemas.microsoft.com/office/drawing/2014/main" id="{1756B878-2607-B6DA-10D4-60A914C9BC9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Oval 28">
                <a:extLst>
                  <a:ext uri="{FF2B5EF4-FFF2-40B4-BE49-F238E27FC236}">
                    <a16:creationId xmlns:a16="http://schemas.microsoft.com/office/drawing/2014/main" id="{2C2955D7-4F54-22AE-D8CC-4ECBDF5D7E0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8" name="Group 27">
            <a:extLst>
              <a:ext uri="{FF2B5EF4-FFF2-40B4-BE49-F238E27FC236}">
                <a16:creationId xmlns:a16="http://schemas.microsoft.com/office/drawing/2014/main" id="{5B14BD03-B40F-B6A1-E3E1-34281052E055}"/>
              </a:ext>
            </a:extLst>
          </p:cNvPr>
          <p:cNvGrpSpPr/>
          <p:nvPr/>
        </p:nvGrpSpPr>
        <p:grpSpPr>
          <a:xfrm>
            <a:off x="8807246" y="1508831"/>
            <a:ext cx="721206" cy="609701"/>
            <a:chOff x="8807246" y="1532278"/>
            <a:chExt cx="721206" cy="609701"/>
          </a:xfrm>
        </p:grpSpPr>
        <p:sp>
          <p:nvSpPr>
            <p:cNvPr id="29" name="Rectangle 28">
              <a:hlinkHover r:id="" action="ppaction://noaction" highlightClick="1"/>
              <a:extLst>
                <a:ext uri="{FF2B5EF4-FFF2-40B4-BE49-F238E27FC236}">
                  <a16:creationId xmlns:a16="http://schemas.microsoft.com/office/drawing/2014/main" id="{1DB98D50-E012-E6B2-0A07-E385293713FD}"/>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30" name="Oval 29">
              <a:extLst>
                <a:ext uri="{FF2B5EF4-FFF2-40B4-BE49-F238E27FC236}">
                  <a16:creationId xmlns:a16="http://schemas.microsoft.com/office/drawing/2014/main" id="{B633E326-CC4A-5836-2754-5968320EB8CA}"/>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1" name="Isosceles Triangle 648">
              <a:extLst>
                <a:ext uri="{FF2B5EF4-FFF2-40B4-BE49-F238E27FC236}">
                  <a16:creationId xmlns:a16="http://schemas.microsoft.com/office/drawing/2014/main" id="{8F7FBF39-142D-22CF-DD02-5AAAAB3FA3F1}"/>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2" name="Group 41">
            <a:extLst>
              <a:ext uri="{FF2B5EF4-FFF2-40B4-BE49-F238E27FC236}">
                <a16:creationId xmlns:a16="http://schemas.microsoft.com/office/drawing/2014/main" id="{5D3B4A26-D462-9018-1181-B2F8ED5DD28A}"/>
              </a:ext>
            </a:extLst>
          </p:cNvPr>
          <p:cNvGrpSpPr/>
          <p:nvPr/>
        </p:nvGrpSpPr>
        <p:grpSpPr>
          <a:xfrm>
            <a:off x="3776512" y="2950606"/>
            <a:ext cx="724130" cy="609701"/>
            <a:chOff x="3776512" y="2974053"/>
            <a:chExt cx="724130" cy="609701"/>
          </a:xfrm>
        </p:grpSpPr>
        <p:sp>
          <p:nvSpPr>
            <p:cNvPr id="43" name="Rectangle 42">
              <a:extLst>
                <a:ext uri="{FF2B5EF4-FFF2-40B4-BE49-F238E27FC236}">
                  <a16:creationId xmlns:a16="http://schemas.microsoft.com/office/drawing/2014/main" id="{043C6342-0C91-E300-E078-1C7A65CD66A8}"/>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44" name="Right Triangle 43">
              <a:extLst>
                <a:ext uri="{FF2B5EF4-FFF2-40B4-BE49-F238E27FC236}">
                  <a16:creationId xmlns:a16="http://schemas.microsoft.com/office/drawing/2014/main" id="{46BAD5DF-9534-2811-B9E0-716D5A25C253}"/>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5" name="Group 44">
              <a:extLst>
                <a:ext uri="{FF2B5EF4-FFF2-40B4-BE49-F238E27FC236}">
                  <a16:creationId xmlns:a16="http://schemas.microsoft.com/office/drawing/2014/main" id="{8ACE753D-C4AA-2B91-795E-91AE6EDE038C}"/>
                </a:ext>
              </a:extLst>
            </p:cNvPr>
            <p:cNvGrpSpPr/>
            <p:nvPr/>
          </p:nvGrpSpPr>
          <p:grpSpPr>
            <a:xfrm>
              <a:off x="4450061" y="2982574"/>
              <a:ext cx="37817" cy="61390"/>
              <a:chOff x="3883481" y="2057400"/>
              <a:chExt cx="1608363" cy="2652031"/>
            </a:xfrm>
            <a:solidFill>
              <a:srgbClr val="A6A6A6">
                <a:alpha val="20000"/>
              </a:srgbClr>
            </a:solidFill>
          </p:grpSpPr>
          <p:sp>
            <p:nvSpPr>
              <p:cNvPr id="46" name="Oval 27">
                <a:extLst>
                  <a:ext uri="{FF2B5EF4-FFF2-40B4-BE49-F238E27FC236}">
                    <a16:creationId xmlns:a16="http://schemas.microsoft.com/office/drawing/2014/main" id="{A72B7776-E5EC-3671-C039-3CBDFDFB8EB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 name="Oval 28">
                <a:extLst>
                  <a:ext uri="{FF2B5EF4-FFF2-40B4-BE49-F238E27FC236}">
                    <a16:creationId xmlns:a16="http://schemas.microsoft.com/office/drawing/2014/main" id="{68F4D9AB-2F78-3EEF-7298-AB9EAC82F39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4" name="Group 53">
            <a:extLst>
              <a:ext uri="{FF2B5EF4-FFF2-40B4-BE49-F238E27FC236}">
                <a16:creationId xmlns:a16="http://schemas.microsoft.com/office/drawing/2014/main" id="{5C8E655F-27A1-9D98-EB27-1B6B48C002CD}"/>
              </a:ext>
            </a:extLst>
          </p:cNvPr>
          <p:cNvGrpSpPr/>
          <p:nvPr/>
        </p:nvGrpSpPr>
        <p:grpSpPr>
          <a:xfrm>
            <a:off x="8537814" y="4407683"/>
            <a:ext cx="134789" cy="94799"/>
            <a:chOff x="9378878" y="4429985"/>
            <a:chExt cx="134789" cy="94799"/>
          </a:xfrm>
        </p:grpSpPr>
        <p:sp>
          <p:nvSpPr>
            <p:cNvPr id="58" name="Oval 57">
              <a:extLst>
                <a:ext uri="{FF2B5EF4-FFF2-40B4-BE49-F238E27FC236}">
                  <a16:creationId xmlns:a16="http://schemas.microsoft.com/office/drawing/2014/main" id="{5D89D8DF-A305-30BD-112C-EB873EE12291}"/>
                </a:ext>
              </a:extLst>
            </p:cNvPr>
            <p:cNvSpPr/>
            <p:nvPr/>
          </p:nvSpPr>
          <p:spPr>
            <a:xfrm>
              <a:off x="937887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 name="Isosceles Triangle 648">
              <a:extLst>
                <a:ext uri="{FF2B5EF4-FFF2-40B4-BE49-F238E27FC236}">
                  <a16:creationId xmlns:a16="http://schemas.microsoft.com/office/drawing/2014/main" id="{76307EBA-00C4-08B9-BAC4-F0A03B8E20C9}"/>
                </a:ext>
              </a:extLst>
            </p:cNvPr>
            <p:cNvSpPr/>
            <p:nvPr/>
          </p:nvSpPr>
          <p:spPr>
            <a:xfrm>
              <a:off x="940900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 name="Group 59">
            <a:extLst>
              <a:ext uri="{FF2B5EF4-FFF2-40B4-BE49-F238E27FC236}">
                <a16:creationId xmlns:a16="http://schemas.microsoft.com/office/drawing/2014/main" id="{2E90E8D6-9FD5-6D6E-A416-A2F604D4F5DC}"/>
              </a:ext>
            </a:extLst>
          </p:cNvPr>
          <p:cNvGrpSpPr/>
          <p:nvPr/>
        </p:nvGrpSpPr>
        <p:grpSpPr>
          <a:xfrm>
            <a:off x="10520475" y="90836"/>
            <a:ext cx="721206" cy="609701"/>
            <a:chOff x="10520475" y="90836"/>
            <a:chExt cx="721206" cy="609701"/>
          </a:xfrm>
        </p:grpSpPr>
        <p:sp>
          <p:nvSpPr>
            <p:cNvPr id="67" name="Rectangle 66">
              <a:hlinkHover r:id="" action="ppaction://noaction" highlightClick="1"/>
              <a:extLst>
                <a:ext uri="{FF2B5EF4-FFF2-40B4-BE49-F238E27FC236}">
                  <a16:creationId xmlns:a16="http://schemas.microsoft.com/office/drawing/2014/main" id="{958F40CD-F43D-0179-7F45-895B597DC516}"/>
                </a:ext>
              </a:extLst>
            </p:cNvPr>
            <p:cNvSpPr/>
            <p:nvPr/>
          </p:nvSpPr>
          <p:spPr>
            <a:xfrm>
              <a:off x="10520475"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68" name="Oval 67">
              <a:extLst>
                <a:ext uri="{FF2B5EF4-FFF2-40B4-BE49-F238E27FC236}">
                  <a16:creationId xmlns:a16="http://schemas.microsoft.com/office/drawing/2014/main" id="{C6074B7B-55E2-8F62-A88E-341861E8CA14}"/>
                </a:ext>
              </a:extLst>
            </p:cNvPr>
            <p:cNvSpPr/>
            <p:nvPr/>
          </p:nvSpPr>
          <p:spPr>
            <a:xfrm>
              <a:off x="11099014"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 name="Isosceles Triangle 648">
              <a:extLst>
                <a:ext uri="{FF2B5EF4-FFF2-40B4-BE49-F238E27FC236}">
                  <a16:creationId xmlns:a16="http://schemas.microsoft.com/office/drawing/2014/main" id="{74B38CFA-7ADF-C01E-6AD7-CD7C35FD2113}"/>
                </a:ext>
              </a:extLst>
            </p:cNvPr>
            <p:cNvSpPr/>
            <p:nvPr/>
          </p:nvSpPr>
          <p:spPr>
            <a:xfrm>
              <a:off x="11129138"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70" name="Group 69">
            <a:extLst>
              <a:ext uri="{FF2B5EF4-FFF2-40B4-BE49-F238E27FC236}">
                <a16:creationId xmlns:a16="http://schemas.microsoft.com/office/drawing/2014/main" id="{310434D5-F5C0-3BE1-8E0A-60D619CC4A09}"/>
              </a:ext>
            </a:extLst>
          </p:cNvPr>
          <p:cNvGrpSpPr/>
          <p:nvPr/>
        </p:nvGrpSpPr>
        <p:grpSpPr>
          <a:xfrm>
            <a:off x="8793945" y="2253333"/>
            <a:ext cx="721206" cy="609701"/>
            <a:chOff x="11356238" y="2253333"/>
            <a:chExt cx="721206" cy="609701"/>
          </a:xfrm>
        </p:grpSpPr>
        <p:sp>
          <p:nvSpPr>
            <p:cNvPr id="71" name="Rectangle 70">
              <a:hlinkHover r:id="" action="ppaction://noaction" highlightClick="1"/>
              <a:extLst>
                <a:ext uri="{FF2B5EF4-FFF2-40B4-BE49-F238E27FC236}">
                  <a16:creationId xmlns:a16="http://schemas.microsoft.com/office/drawing/2014/main" id="{168CBA47-B2CB-CE9E-1A0C-647D39509DC4}"/>
                </a:ext>
              </a:extLst>
            </p:cNvPr>
            <p:cNvSpPr/>
            <p:nvPr/>
          </p:nvSpPr>
          <p:spPr>
            <a:xfrm>
              <a:off x="11356238" y="225333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14" name="Oval 113">
              <a:extLst>
                <a:ext uri="{FF2B5EF4-FFF2-40B4-BE49-F238E27FC236}">
                  <a16:creationId xmlns:a16="http://schemas.microsoft.com/office/drawing/2014/main" id="{7D422118-586B-98CF-BCDF-F86FE6D206F0}"/>
                </a:ext>
              </a:extLst>
            </p:cNvPr>
            <p:cNvSpPr/>
            <p:nvPr/>
          </p:nvSpPr>
          <p:spPr>
            <a:xfrm>
              <a:off x="11934777" y="226109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Isosceles Triangle 648">
              <a:extLst>
                <a:ext uri="{FF2B5EF4-FFF2-40B4-BE49-F238E27FC236}">
                  <a16:creationId xmlns:a16="http://schemas.microsoft.com/office/drawing/2014/main" id="{A1AEEDC4-543D-1B70-5B4B-4A5621E322CE}"/>
                </a:ext>
              </a:extLst>
            </p:cNvPr>
            <p:cNvSpPr/>
            <p:nvPr/>
          </p:nvSpPr>
          <p:spPr>
            <a:xfrm>
              <a:off x="11964901" y="227460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6" name="Group 115">
            <a:extLst>
              <a:ext uri="{FF2B5EF4-FFF2-40B4-BE49-F238E27FC236}">
                <a16:creationId xmlns:a16="http://schemas.microsoft.com/office/drawing/2014/main" id="{D48B805F-2555-9AD2-E429-968145AE4A69}"/>
              </a:ext>
            </a:extLst>
          </p:cNvPr>
          <p:cNvGrpSpPr/>
          <p:nvPr/>
        </p:nvGrpSpPr>
        <p:grpSpPr>
          <a:xfrm>
            <a:off x="11356238" y="1532276"/>
            <a:ext cx="721206" cy="609701"/>
            <a:chOff x="11356238" y="1532276"/>
            <a:chExt cx="721206" cy="609701"/>
          </a:xfrm>
        </p:grpSpPr>
        <p:sp>
          <p:nvSpPr>
            <p:cNvPr id="117" name="Rectangle 116">
              <a:hlinkHover r:id="" action="ppaction://noaction" highlightClick="1"/>
              <a:extLst>
                <a:ext uri="{FF2B5EF4-FFF2-40B4-BE49-F238E27FC236}">
                  <a16:creationId xmlns:a16="http://schemas.microsoft.com/office/drawing/2014/main" id="{A5E45346-A355-BF64-9B73-ED0322F563F9}"/>
                </a:ext>
              </a:extLst>
            </p:cNvPr>
            <p:cNvSpPr/>
            <p:nvPr/>
          </p:nvSpPr>
          <p:spPr>
            <a:xfrm>
              <a:off x="11356238"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118" name="Oval 117">
              <a:extLst>
                <a:ext uri="{FF2B5EF4-FFF2-40B4-BE49-F238E27FC236}">
                  <a16:creationId xmlns:a16="http://schemas.microsoft.com/office/drawing/2014/main" id="{9450BB40-35EA-11B9-8BCA-CAEC419FDDDD}"/>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Isosceles Triangle 648">
              <a:extLst>
                <a:ext uri="{FF2B5EF4-FFF2-40B4-BE49-F238E27FC236}">
                  <a16:creationId xmlns:a16="http://schemas.microsoft.com/office/drawing/2014/main" id="{AB9897E3-9BD3-DB11-DA75-D25B59DC6ECF}"/>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8" name="Group 127">
            <a:extLst>
              <a:ext uri="{FF2B5EF4-FFF2-40B4-BE49-F238E27FC236}">
                <a16:creationId xmlns:a16="http://schemas.microsoft.com/office/drawing/2014/main" id="{944F1190-4FC0-0073-AC8D-DCE5D4FBEAE2}"/>
              </a:ext>
            </a:extLst>
          </p:cNvPr>
          <p:cNvGrpSpPr/>
          <p:nvPr/>
        </p:nvGrpSpPr>
        <p:grpSpPr>
          <a:xfrm>
            <a:off x="4605607" y="811556"/>
            <a:ext cx="722054" cy="609701"/>
            <a:chOff x="4605607" y="811556"/>
            <a:chExt cx="722054" cy="609701"/>
          </a:xfrm>
        </p:grpSpPr>
        <p:sp>
          <p:nvSpPr>
            <p:cNvPr id="129" name="Rectangle 128">
              <a:extLst>
                <a:ext uri="{FF2B5EF4-FFF2-40B4-BE49-F238E27FC236}">
                  <a16:creationId xmlns:a16="http://schemas.microsoft.com/office/drawing/2014/main" id="{2593EADB-223C-50C3-A3F0-4E825282BD52}"/>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31" name="Rectangle 130">
              <a:extLst>
                <a:ext uri="{FF2B5EF4-FFF2-40B4-BE49-F238E27FC236}">
                  <a16:creationId xmlns:a16="http://schemas.microsoft.com/office/drawing/2014/main" id="{2FB78DA1-E772-295E-D269-EB67B658ECF4}"/>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 name="Oval 15">
              <a:extLst>
                <a:ext uri="{FF2B5EF4-FFF2-40B4-BE49-F238E27FC236}">
                  <a16:creationId xmlns:a16="http://schemas.microsoft.com/office/drawing/2014/main" id="{AFE09826-0013-5F3A-E32C-1571BD821AD7}"/>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3" name="Straight Connector 132">
              <a:extLst>
                <a:ext uri="{FF2B5EF4-FFF2-40B4-BE49-F238E27FC236}">
                  <a16:creationId xmlns:a16="http://schemas.microsoft.com/office/drawing/2014/main" id="{D8700927-D857-A4CF-2F28-DB3B8CCE07FC}"/>
                </a:ext>
              </a:extLst>
            </p:cNvPr>
            <p:cNvCxnSpPr>
              <a:cxnSpLocks/>
              <a:stCxn id="132"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34" name="Straight Connector 133">
              <a:extLst>
                <a:ext uri="{FF2B5EF4-FFF2-40B4-BE49-F238E27FC236}">
                  <a16:creationId xmlns:a16="http://schemas.microsoft.com/office/drawing/2014/main" id="{8175CBAA-C128-13E0-4996-04F5A714A626}"/>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5" name="Group 134">
            <a:extLst>
              <a:ext uri="{FF2B5EF4-FFF2-40B4-BE49-F238E27FC236}">
                <a16:creationId xmlns:a16="http://schemas.microsoft.com/office/drawing/2014/main" id="{5C9B40B0-DA98-C3A4-CD27-C54BB0086386}"/>
              </a:ext>
            </a:extLst>
          </p:cNvPr>
          <p:cNvGrpSpPr/>
          <p:nvPr/>
        </p:nvGrpSpPr>
        <p:grpSpPr>
          <a:xfrm>
            <a:off x="9651394" y="811173"/>
            <a:ext cx="721206" cy="609701"/>
            <a:chOff x="9657972" y="90836"/>
            <a:chExt cx="721206" cy="609701"/>
          </a:xfrm>
        </p:grpSpPr>
        <p:sp>
          <p:nvSpPr>
            <p:cNvPr id="136" name="Rectangle 135">
              <a:hlinkHover r:id="" action="ppaction://noaction" highlightClick="1"/>
              <a:extLst>
                <a:ext uri="{FF2B5EF4-FFF2-40B4-BE49-F238E27FC236}">
                  <a16:creationId xmlns:a16="http://schemas.microsoft.com/office/drawing/2014/main" id="{0EC342E3-4111-093E-0081-D5437E44D114}"/>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37" name="Diamond 136">
              <a:extLst>
                <a:ext uri="{FF2B5EF4-FFF2-40B4-BE49-F238E27FC236}">
                  <a16:creationId xmlns:a16="http://schemas.microsoft.com/office/drawing/2014/main" id="{23D9AFC5-DCF8-D919-31E2-793827A84039}"/>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8" name="Oval 137">
              <a:extLst>
                <a:ext uri="{FF2B5EF4-FFF2-40B4-BE49-F238E27FC236}">
                  <a16:creationId xmlns:a16="http://schemas.microsoft.com/office/drawing/2014/main" id="{C8861371-3D75-9CF0-8EAF-CBC5C654D983}"/>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9" name="Group 138">
            <a:extLst>
              <a:ext uri="{FF2B5EF4-FFF2-40B4-BE49-F238E27FC236}">
                <a16:creationId xmlns:a16="http://schemas.microsoft.com/office/drawing/2014/main" id="{ADC2A4A9-C8D5-8770-BDC2-FCB13A2A57A7}"/>
              </a:ext>
            </a:extLst>
          </p:cNvPr>
          <p:cNvGrpSpPr/>
          <p:nvPr/>
        </p:nvGrpSpPr>
        <p:grpSpPr>
          <a:xfrm>
            <a:off x="7116512" y="812701"/>
            <a:ext cx="721206" cy="609701"/>
            <a:chOff x="7957576" y="811556"/>
            <a:chExt cx="721206" cy="609701"/>
          </a:xfrm>
        </p:grpSpPr>
        <p:sp>
          <p:nvSpPr>
            <p:cNvPr id="140" name="Rectangle 139">
              <a:extLst>
                <a:ext uri="{FF2B5EF4-FFF2-40B4-BE49-F238E27FC236}">
                  <a16:creationId xmlns:a16="http://schemas.microsoft.com/office/drawing/2014/main" id="{ADEC3A13-93B4-E7C5-A2DF-B0555C335C58}"/>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41" name="Rectangle 140">
              <a:extLst>
                <a:ext uri="{FF2B5EF4-FFF2-40B4-BE49-F238E27FC236}">
                  <a16:creationId xmlns:a16="http://schemas.microsoft.com/office/drawing/2014/main" id="{70AC9693-25AB-7989-3FC4-F990FCD6221E}"/>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2" name="Oval 15">
              <a:extLst>
                <a:ext uri="{FF2B5EF4-FFF2-40B4-BE49-F238E27FC236}">
                  <a16:creationId xmlns:a16="http://schemas.microsoft.com/office/drawing/2014/main" id="{9304A674-F92E-001D-7F74-DAA8021BDD3D}"/>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3" name="Straight Connector 142">
              <a:extLst>
                <a:ext uri="{FF2B5EF4-FFF2-40B4-BE49-F238E27FC236}">
                  <a16:creationId xmlns:a16="http://schemas.microsoft.com/office/drawing/2014/main" id="{EB89EEC1-74B5-2276-2AE4-2795D4F6321D}"/>
                </a:ext>
              </a:extLst>
            </p:cNvPr>
            <p:cNvCxnSpPr>
              <a:cxnSpLocks/>
              <a:stCxn id="142"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4" name="Straight Connector 143">
              <a:extLst>
                <a:ext uri="{FF2B5EF4-FFF2-40B4-BE49-F238E27FC236}">
                  <a16:creationId xmlns:a16="http://schemas.microsoft.com/office/drawing/2014/main" id="{0D6B3FF2-A17D-5511-7819-45D99AC97715}"/>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5" name="Group 144">
            <a:extLst>
              <a:ext uri="{FF2B5EF4-FFF2-40B4-BE49-F238E27FC236}">
                <a16:creationId xmlns:a16="http://schemas.microsoft.com/office/drawing/2014/main" id="{2C6880FD-B1CC-3442-592E-E9FD7E8385F3}"/>
              </a:ext>
            </a:extLst>
          </p:cNvPr>
          <p:cNvGrpSpPr/>
          <p:nvPr/>
        </p:nvGrpSpPr>
        <p:grpSpPr>
          <a:xfrm>
            <a:off x="2934662" y="5148220"/>
            <a:ext cx="724130" cy="609701"/>
            <a:chOff x="4615448" y="2974053"/>
            <a:chExt cx="724130" cy="609701"/>
          </a:xfrm>
        </p:grpSpPr>
        <p:sp>
          <p:nvSpPr>
            <p:cNvPr id="146" name="Rectangle 145">
              <a:extLst>
                <a:ext uri="{FF2B5EF4-FFF2-40B4-BE49-F238E27FC236}">
                  <a16:creationId xmlns:a16="http://schemas.microsoft.com/office/drawing/2014/main" id="{E1F841B6-D9A4-F403-74FC-9C61BE5456BC}"/>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47" name="Right Triangle 146">
              <a:extLst>
                <a:ext uri="{FF2B5EF4-FFF2-40B4-BE49-F238E27FC236}">
                  <a16:creationId xmlns:a16="http://schemas.microsoft.com/office/drawing/2014/main" id="{604A1984-9119-7C68-1815-E18F84115865}"/>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48" name="Group 147">
              <a:extLst>
                <a:ext uri="{FF2B5EF4-FFF2-40B4-BE49-F238E27FC236}">
                  <a16:creationId xmlns:a16="http://schemas.microsoft.com/office/drawing/2014/main" id="{8B2D5FD9-C73D-151A-2284-C3E2826D4A1D}"/>
                </a:ext>
              </a:extLst>
            </p:cNvPr>
            <p:cNvGrpSpPr/>
            <p:nvPr/>
          </p:nvGrpSpPr>
          <p:grpSpPr>
            <a:xfrm>
              <a:off x="5288997" y="2982574"/>
              <a:ext cx="37817" cy="61390"/>
              <a:chOff x="3883481" y="2057400"/>
              <a:chExt cx="1608363" cy="2652031"/>
            </a:xfrm>
            <a:solidFill>
              <a:srgbClr val="A6A6A6">
                <a:alpha val="20000"/>
              </a:srgbClr>
            </a:solidFill>
          </p:grpSpPr>
          <p:sp>
            <p:nvSpPr>
              <p:cNvPr id="149" name="Oval 27">
                <a:extLst>
                  <a:ext uri="{FF2B5EF4-FFF2-40B4-BE49-F238E27FC236}">
                    <a16:creationId xmlns:a16="http://schemas.microsoft.com/office/drawing/2014/main" id="{DD9AC0D6-4CAD-77DA-20F4-58101DBADA0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0" name="Oval 28">
                <a:extLst>
                  <a:ext uri="{FF2B5EF4-FFF2-40B4-BE49-F238E27FC236}">
                    <a16:creationId xmlns:a16="http://schemas.microsoft.com/office/drawing/2014/main" id="{965BFD10-4BC5-E9CB-B8EA-1A454AFFD43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1" name="Group 150">
            <a:extLst>
              <a:ext uri="{FF2B5EF4-FFF2-40B4-BE49-F238E27FC236}">
                <a16:creationId xmlns:a16="http://schemas.microsoft.com/office/drawing/2014/main" id="{1E4AAFF7-AD8D-3732-FF09-6F9A5435025E}"/>
              </a:ext>
            </a:extLst>
          </p:cNvPr>
          <p:cNvGrpSpPr/>
          <p:nvPr/>
        </p:nvGrpSpPr>
        <p:grpSpPr>
          <a:xfrm>
            <a:off x="11355832" y="5140982"/>
            <a:ext cx="721220" cy="609701"/>
            <a:chOff x="9656903" y="2253333"/>
            <a:chExt cx="721220" cy="609701"/>
          </a:xfrm>
        </p:grpSpPr>
        <p:sp>
          <p:nvSpPr>
            <p:cNvPr id="152" name="Rectangle 151">
              <a:hlinkHover r:id="" action="ppaction://noaction" highlightClick="1"/>
              <a:extLst>
                <a:ext uri="{FF2B5EF4-FFF2-40B4-BE49-F238E27FC236}">
                  <a16:creationId xmlns:a16="http://schemas.microsoft.com/office/drawing/2014/main" id="{B4EAE5C2-2F19-EFEC-EB52-9A68D66C2D67}"/>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3" name="Rectangle 152">
              <a:extLst>
                <a:ext uri="{FF2B5EF4-FFF2-40B4-BE49-F238E27FC236}">
                  <a16:creationId xmlns:a16="http://schemas.microsoft.com/office/drawing/2014/main" id="{0DCA38E7-0D11-C331-F7DB-BEEC8BD4293C}"/>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4" name="Oval 15">
              <a:extLst>
                <a:ext uri="{FF2B5EF4-FFF2-40B4-BE49-F238E27FC236}">
                  <a16:creationId xmlns:a16="http://schemas.microsoft.com/office/drawing/2014/main" id="{4F9E404F-37FE-FD91-A600-9558346F3C91}"/>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5" name="Straight Connector 154">
              <a:extLst>
                <a:ext uri="{FF2B5EF4-FFF2-40B4-BE49-F238E27FC236}">
                  <a16:creationId xmlns:a16="http://schemas.microsoft.com/office/drawing/2014/main" id="{250CF35C-FBE2-B297-489F-C47B0D2262E7}"/>
                </a:ext>
              </a:extLst>
            </p:cNvPr>
            <p:cNvCxnSpPr>
              <a:cxnSpLocks/>
              <a:stCxn id="154"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6" name="Straight Connector 155">
              <a:extLst>
                <a:ext uri="{FF2B5EF4-FFF2-40B4-BE49-F238E27FC236}">
                  <a16:creationId xmlns:a16="http://schemas.microsoft.com/office/drawing/2014/main" id="{E058CC85-6216-5B4D-C38D-F65684B8BE95}"/>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7" name="Group 156">
            <a:extLst>
              <a:ext uri="{FF2B5EF4-FFF2-40B4-BE49-F238E27FC236}">
                <a16:creationId xmlns:a16="http://schemas.microsoft.com/office/drawing/2014/main" id="{991EE1BC-9970-B6D6-1F7D-ED02D76791A1}"/>
              </a:ext>
            </a:extLst>
          </p:cNvPr>
          <p:cNvGrpSpPr/>
          <p:nvPr/>
        </p:nvGrpSpPr>
        <p:grpSpPr>
          <a:xfrm>
            <a:off x="1268346" y="3698208"/>
            <a:ext cx="721891" cy="610396"/>
            <a:chOff x="1268346" y="3698208"/>
            <a:chExt cx="721891" cy="610396"/>
          </a:xfrm>
        </p:grpSpPr>
        <p:sp>
          <p:nvSpPr>
            <p:cNvPr id="158" name="Rectangle 157">
              <a:extLst>
                <a:ext uri="{FF2B5EF4-FFF2-40B4-BE49-F238E27FC236}">
                  <a16:creationId xmlns:a16="http://schemas.microsoft.com/office/drawing/2014/main" id="{FB99CC85-DECE-CDA1-4ED8-6D0C740D60BB}"/>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59" name="Right Triangle 158">
              <a:extLst>
                <a:ext uri="{FF2B5EF4-FFF2-40B4-BE49-F238E27FC236}">
                  <a16:creationId xmlns:a16="http://schemas.microsoft.com/office/drawing/2014/main" id="{6E8F339C-E168-96C8-E644-CBDB229CB0BC}"/>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60" name="Group 159">
              <a:extLst>
                <a:ext uri="{FF2B5EF4-FFF2-40B4-BE49-F238E27FC236}">
                  <a16:creationId xmlns:a16="http://schemas.microsoft.com/office/drawing/2014/main" id="{884A5645-2423-71EB-D843-62D973630352}"/>
                </a:ext>
              </a:extLst>
            </p:cNvPr>
            <p:cNvGrpSpPr/>
            <p:nvPr/>
          </p:nvGrpSpPr>
          <p:grpSpPr>
            <a:xfrm>
              <a:off x="1939627" y="3704306"/>
              <a:ext cx="37817" cy="61390"/>
              <a:chOff x="3883481" y="2057400"/>
              <a:chExt cx="1608363" cy="2652031"/>
            </a:xfrm>
            <a:solidFill>
              <a:srgbClr val="A6A6A6">
                <a:alpha val="20000"/>
              </a:srgbClr>
            </a:solidFill>
          </p:grpSpPr>
          <p:sp>
            <p:nvSpPr>
              <p:cNvPr id="161" name="Oval 27">
                <a:extLst>
                  <a:ext uri="{FF2B5EF4-FFF2-40B4-BE49-F238E27FC236}">
                    <a16:creationId xmlns:a16="http://schemas.microsoft.com/office/drawing/2014/main" id="{377F6A2C-CEDF-BE57-3E62-4810A747B41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2" name="Oval 28">
                <a:extLst>
                  <a:ext uri="{FF2B5EF4-FFF2-40B4-BE49-F238E27FC236}">
                    <a16:creationId xmlns:a16="http://schemas.microsoft.com/office/drawing/2014/main" id="{5B0B71E9-3454-D56E-3B6A-72A3135408D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3" name="Group 162">
            <a:extLst>
              <a:ext uri="{FF2B5EF4-FFF2-40B4-BE49-F238E27FC236}">
                <a16:creationId xmlns:a16="http://schemas.microsoft.com/office/drawing/2014/main" id="{946DB11D-D08C-8925-3E16-15804029A757}"/>
              </a:ext>
            </a:extLst>
          </p:cNvPr>
          <p:cNvGrpSpPr/>
          <p:nvPr/>
        </p:nvGrpSpPr>
        <p:grpSpPr>
          <a:xfrm>
            <a:off x="5451979" y="3707588"/>
            <a:ext cx="721206" cy="609701"/>
            <a:chOff x="5451979" y="3707588"/>
            <a:chExt cx="721206" cy="609701"/>
          </a:xfrm>
        </p:grpSpPr>
        <p:sp>
          <p:nvSpPr>
            <p:cNvPr id="164" name="Rectangle 163">
              <a:hlinkHover r:id="" action="ppaction://noaction" highlightClick="1"/>
              <a:extLst>
                <a:ext uri="{FF2B5EF4-FFF2-40B4-BE49-F238E27FC236}">
                  <a16:creationId xmlns:a16="http://schemas.microsoft.com/office/drawing/2014/main" id="{A45D6801-928B-E8A5-19B1-0550A49218F9}"/>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5" name="Oval 164">
              <a:extLst>
                <a:ext uri="{FF2B5EF4-FFF2-40B4-BE49-F238E27FC236}">
                  <a16:creationId xmlns:a16="http://schemas.microsoft.com/office/drawing/2014/main" id="{09620934-9F56-7B96-C999-461B4593A7F0}"/>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6" name="Isosceles Triangle 648">
              <a:extLst>
                <a:ext uri="{FF2B5EF4-FFF2-40B4-BE49-F238E27FC236}">
                  <a16:creationId xmlns:a16="http://schemas.microsoft.com/office/drawing/2014/main" id="{B61BBBD2-0E66-8B87-9C7A-D4DD4217CE40}"/>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7" name="Group 166">
            <a:extLst>
              <a:ext uri="{FF2B5EF4-FFF2-40B4-BE49-F238E27FC236}">
                <a16:creationId xmlns:a16="http://schemas.microsoft.com/office/drawing/2014/main" id="{82C39A5E-7D6E-2E2C-5E7D-3F9C881AEC3B}"/>
              </a:ext>
            </a:extLst>
          </p:cNvPr>
          <p:cNvGrpSpPr/>
          <p:nvPr/>
        </p:nvGrpSpPr>
        <p:grpSpPr>
          <a:xfrm>
            <a:off x="11356001" y="2974057"/>
            <a:ext cx="721206" cy="609701"/>
            <a:chOff x="11356001" y="2974057"/>
            <a:chExt cx="721206" cy="609701"/>
          </a:xfrm>
        </p:grpSpPr>
        <p:sp>
          <p:nvSpPr>
            <p:cNvPr id="168" name="Rectangle 167">
              <a:hlinkHover r:id="" action="ppaction://noaction" highlightClick="1"/>
              <a:extLst>
                <a:ext uri="{FF2B5EF4-FFF2-40B4-BE49-F238E27FC236}">
                  <a16:creationId xmlns:a16="http://schemas.microsoft.com/office/drawing/2014/main" id="{9814351D-A9C1-97E6-562A-227B20C88FB3}"/>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69" name="Oval 168">
              <a:extLst>
                <a:ext uri="{FF2B5EF4-FFF2-40B4-BE49-F238E27FC236}">
                  <a16:creationId xmlns:a16="http://schemas.microsoft.com/office/drawing/2014/main" id="{AA8DA43D-75FE-2458-FD57-BBCF58842C8E}"/>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0" name="Isosceles Triangle 648">
              <a:extLst>
                <a:ext uri="{FF2B5EF4-FFF2-40B4-BE49-F238E27FC236}">
                  <a16:creationId xmlns:a16="http://schemas.microsoft.com/office/drawing/2014/main" id="{CA33D4AB-920D-7217-85F6-64B95D655EE6}"/>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1" name="Group 170">
            <a:extLst>
              <a:ext uri="{FF2B5EF4-FFF2-40B4-BE49-F238E27FC236}">
                <a16:creationId xmlns:a16="http://schemas.microsoft.com/office/drawing/2014/main" id="{4B642855-76A5-C9C7-F3CA-85923CBF36DB}"/>
              </a:ext>
            </a:extLst>
          </p:cNvPr>
          <p:cNvGrpSpPr/>
          <p:nvPr/>
        </p:nvGrpSpPr>
        <p:grpSpPr>
          <a:xfrm>
            <a:off x="10506616" y="2984633"/>
            <a:ext cx="721220" cy="609701"/>
            <a:chOff x="9656903" y="2253333"/>
            <a:chExt cx="721220" cy="609701"/>
          </a:xfrm>
        </p:grpSpPr>
        <p:sp>
          <p:nvSpPr>
            <p:cNvPr id="172" name="Rectangle 171">
              <a:hlinkHover r:id="" action="ppaction://noaction" highlightClick="1"/>
              <a:extLst>
                <a:ext uri="{FF2B5EF4-FFF2-40B4-BE49-F238E27FC236}">
                  <a16:creationId xmlns:a16="http://schemas.microsoft.com/office/drawing/2014/main" id="{CF3AAD0A-E39D-D101-90EA-CC4BB80A3274}"/>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73" name="Rectangle 172">
              <a:extLst>
                <a:ext uri="{FF2B5EF4-FFF2-40B4-BE49-F238E27FC236}">
                  <a16:creationId xmlns:a16="http://schemas.microsoft.com/office/drawing/2014/main" id="{DF217BF4-059C-CD20-525D-4B7C5D21CD47}"/>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4" name="Oval 15">
              <a:extLst>
                <a:ext uri="{FF2B5EF4-FFF2-40B4-BE49-F238E27FC236}">
                  <a16:creationId xmlns:a16="http://schemas.microsoft.com/office/drawing/2014/main" id="{214E7A53-9C43-4828-416A-1394A6F79B4A}"/>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5" name="Straight Connector 174">
              <a:extLst>
                <a:ext uri="{FF2B5EF4-FFF2-40B4-BE49-F238E27FC236}">
                  <a16:creationId xmlns:a16="http://schemas.microsoft.com/office/drawing/2014/main" id="{B86C125E-D951-6791-39C4-E2EACF8B1B59}"/>
                </a:ext>
              </a:extLst>
            </p:cNvPr>
            <p:cNvCxnSpPr>
              <a:cxnSpLocks/>
              <a:stCxn id="174"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6" name="Straight Connector 175">
              <a:extLst>
                <a:ext uri="{FF2B5EF4-FFF2-40B4-BE49-F238E27FC236}">
                  <a16:creationId xmlns:a16="http://schemas.microsoft.com/office/drawing/2014/main" id="{C11E2391-0079-1A40-0CA3-FC34097006C3}"/>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1" name="Group 500">
            <a:extLst>
              <a:ext uri="{FF2B5EF4-FFF2-40B4-BE49-F238E27FC236}">
                <a16:creationId xmlns:a16="http://schemas.microsoft.com/office/drawing/2014/main" id="{5F8AE7BA-4CE5-B2AE-BCDE-93361305C979}"/>
              </a:ext>
            </a:extLst>
          </p:cNvPr>
          <p:cNvGrpSpPr/>
          <p:nvPr/>
        </p:nvGrpSpPr>
        <p:grpSpPr>
          <a:xfrm>
            <a:off x="6290730" y="2257176"/>
            <a:ext cx="721206" cy="609701"/>
            <a:chOff x="8807250" y="2253334"/>
            <a:chExt cx="721206" cy="609701"/>
          </a:xfrm>
        </p:grpSpPr>
        <p:sp>
          <p:nvSpPr>
            <p:cNvPr id="502" name="Rectangle 501">
              <a:extLst>
                <a:ext uri="{FF2B5EF4-FFF2-40B4-BE49-F238E27FC236}">
                  <a16:creationId xmlns:a16="http://schemas.microsoft.com/office/drawing/2014/main" id="{FDFEBB78-DE95-46F6-8EAC-D1FCCC606675}"/>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503" name="Right Triangle 502">
              <a:extLst>
                <a:ext uri="{FF2B5EF4-FFF2-40B4-BE49-F238E27FC236}">
                  <a16:creationId xmlns:a16="http://schemas.microsoft.com/office/drawing/2014/main" id="{8DA7D6F6-A6B4-83BC-1B5F-66BB29FD641F}"/>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4" name="Oval 27">
              <a:extLst>
                <a:ext uri="{FF2B5EF4-FFF2-40B4-BE49-F238E27FC236}">
                  <a16:creationId xmlns:a16="http://schemas.microsoft.com/office/drawing/2014/main" id="{9F3205EC-EC8D-6E02-6CE5-D9DC12360FFA}"/>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5" name="Oval 28">
              <a:extLst>
                <a:ext uri="{FF2B5EF4-FFF2-40B4-BE49-F238E27FC236}">
                  <a16:creationId xmlns:a16="http://schemas.microsoft.com/office/drawing/2014/main" id="{63F1C18D-0FBA-6321-CB4D-FF531BC4E350}"/>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6" name="Group 505">
            <a:extLst>
              <a:ext uri="{FF2B5EF4-FFF2-40B4-BE49-F238E27FC236}">
                <a16:creationId xmlns:a16="http://schemas.microsoft.com/office/drawing/2014/main" id="{AE1EA374-5369-E188-E6B5-E2C091D5E012}"/>
              </a:ext>
            </a:extLst>
          </p:cNvPr>
          <p:cNvGrpSpPr/>
          <p:nvPr/>
        </p:nvGrpSpPr>
        <p:grpSpPr>
          <a:xfrm>
            <a:off x="7113172" y="2252067"/>
            <a:ext cx="728239" cy="609701"/>
            <a:chOff x="5442073" y="811556"/>
            <a:chExt cx="728239" cy="609701"/>
          </a:xfrm>
        </p:grpSpPr>
        <p:sp>
          <p:nvSpPr>
            <p:cNvPr id="507" name="Rectangle 506">
              <a:extLst>
                <a:ext uri="{FF2B5EF4-FFF2-40B4-BE49-F238E27FC236}">
                  <a16:creationId xmlns:a16="http://schemas.microsoft.com/office/drawing/2014/main" id="{7AD4E1DE-1F8B-F262-AB60-CDC27A0F23E0}"/>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508" name="Rectangle 507">
              <a:extLst>
                <a:ext uri="{FF2B5EF4-FFF2-40B4-BE49-F238E27FC236}">
                  <a16:creationId xmlns:a16="http://schemas.microsoft.com/office/drawing/2014/main" id="{32F8BC18-7884-FB29-9D43-E5EB75C9E376}"/>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9" name="Oval 15">
              <a:extLst>
                <a:ext uri="{FF2B5EF4-FFF2-40B4-BE49-F238E27FC236}">
                  <a16:creationId xmlns:a16="http://schemas.microsoft.com/office/drawing/2014/main" id="{7C424203-B3B1-22E3-A396-239906CEC846}"/>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10" name="Straight Connector 509">
              <a:extLst>
                <a:ext uri="{FF2B5EF4-FFF2-40B4-BE49-F238E27FC236}">
                  <a16:creationId xmlns:a16="http://schemas.microsoft.com/office/drawing/2014/main" id="{E0D499FB-058F-99CA-D392-95270FDB6468}"/>
                </a:ext>
              </a:extLst>
            </p:cNvPr>
            <p:cNvCxnSpPr>
              <a:cxnSpLocks/>
              <a:stCxn id="509"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11" name="Straight Connector 510">
              <a:extLst>
                <a:ext uri="{FF2B5EF4-FFF2-40B4-BE49-F238E27FC236}">
                  <a16:creationId xmlns:a16="http://schemas.microsoft.com/office/drawing/2014/main" id="{DA0FC3C9-EC86-3FD4-F1C8-29B86D76A499}"/>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12" name="Group 511">
            <a:extLst>
              <a:ext uri="{FF2B5EF4-FFF2-40B4-BE49-F238E27FC236}">
                <a16:creationId xmlns:a16="http://schemas.microsoft.com/office/drawing/2014/main" id="{25025EFD-4838-B525-5556-DE804943A393}"/>
              </a:ext>
            </a:extLst>
          </p:cNvPr>
          <p:cNvGrpSpPr/>
          <p:nvPr/>
        </p:nvGrpSpPr>
        <p:grpSpPr>
          <a:xfrm>
            <a:off x="10508723" y="1536662"/>
            <a:ext cx="721206" cy="609701"/>
            <a:chOff x="11356242" y="1532276"/>
            <a:chExt cx="721206" cy="609701"/>
          </a:xfrm>
        </p:grpSpPr>
        <p:sp>
          <p:nvSpPr>
            <p:cNvPr id="513" name="Rectangle 512">
              <a:hlinkHover r:id="" action="ppaction://noaction" highlightClick="1"/>
              <a:extLst>
                <a:ext uri="{FF2B5EF4-FFF2-40B4-BE49-F238E27FC236}">
                  <a16:creationId xmlns:a16="http://schemas.microsoft.com/office/drawing/2014/main" id="{A152988D-9789-02A0-8E1E-0168EE6B6C52}"/>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514" name="Oval 513">
              <a:extLst>
                <a:ext uri="{FF2B5EF4-FFF2-40B4-BE49-F238E27FC236}">
                  <a16:creationId xmlns:a16="http://schemas.microsoft.com/office/drawing/2014/main" id="{583601DA-4291-DAC8-2748-3D5E62A23E2D}"/>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5" name="Isosceles Triangle 648">
              <a:extLst>
                <a:ext uri="{FF2B5EF4-FFF2-40B4-BE49-F238E27FC236}">
                  <a16:creationId xmlns:a16="http://schemas.microsoft.com/office/drawing/2014/main" id="{A0CA796A-E7AB-C464-A4E5-7126142C72E6}"/>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6" name="Group 515">
            <a:extLst>
              <a:ext uri="{FF2B5EF4-FFF2-40B4-BE49-F238E27FC236}">
                <a16:creationId xmlns:a16="http://schemas.microsoft.com/office/drawing/2014/main" id="{CBAB17EF-1728-0971-B94D-B00B8AB11635}"/>
              </a:ext>
            </a:extLst>
          </p:cNvPr>
          <p:cNvGrpSpPr/>
          <p:nvPr/>
        </p:nvGrpSpPr>
        <p:grpSpPr>
          <a:xfrm>
            <a:off x="7905566" y="751337"/>
            <a:ext cx="3396155" cy="4999377"/>
            <a:chOff x="7905566" y="751337"/>
            <a:chExt cx="3396155" cy="4999377"/>
          </a:xfrm>
        </p:grpSpPr>
        <p:cxnSp>
          <p:nvCxnSpPr>
            <p:cNvPr id="517" name="Straight Connector 516">
              <a:extLst>
                <a:ext uri="{FF2B5EF4-FFF2-40B4-BE49-F238E27FC236}">
                  <a16:creationId xmlns:a16="http://schemas.microsoft.com/office/drawing/2014/main" id="{6B2E255F-ACDA-B703-6B3E-6519CC4F09C7}"/>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18" name="Straight Connector 517">
              <a:extLst>
                <a:ext uri="{FF2B5EF4-FFF2-40B4-BE49-F238E27FC236}">
                  <a16:creationId xmlns:a16="http://schemas.microsoft.com/office/drawing/2014/main" id="{E239030D-A882-EC0A-7663-A4EAFAFEDFD6}"/>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19" name="Straight Connector 518">
              <a:extLst>
                <a:ext uri="{FF2B5EF4-FFF2-40B4-BE49-F238E27FC236}">
                  <a16:creationId xmlns:a16="http://schemas.microsoft.com/office/drawing/2014/main" id="{3FC3A498-F0BA-A385-2854-B1A73A04576A}"/>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20" name="Straight Connector 519">
              <a:extLst>
                <a:ext uri="{FF2B5EF4-FFF2-40B4-BE49-F238E27FC236}">
                  <a16:creationId xmlns:a16="http://schemas.microsoft.com/office/drawing/2014/main" id="{9D747498-61E6-5432-1BA9-77309A53CAEA}"/>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21" name="Straight Connector 520">
              <a:extLst>
                <a:ext uri="{FF2B5EF4-FFF2-40B4-BE49-F238E27FC236}">
                  <a16:creationId xmlns:a16="http://schemas.microsoft.com/office/drawing/2014/main" id="{239F41B9-68FA-7D87-D01D-5BC86F10A32A}"/>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22" name="Straight Connector 521">
              <a:extLst>
                <a:ext uri="{FF2B5EF4-FFF2-40B4-BE49-F238E27FC236}">
                  <a16:creationId xmlns:a16="http://schemas.microsoft.com/office/drawing/2014/main" id="{BB92CF8E-98D3-AE71-F6BD-E18C284409BA}"/>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23" name="Straight Connector 522">
              <a:extLst>
                <a:ext uri="{FF2B5EF4-FFF2-40B4-BE49-F238E27FC236}">
                  <a16:creationId xmlns:a16="http://schemas.microsoft.com/office/drawing/2014/main" id="{F343FC0D-7B2F-5DA6-3A99-EF10D8FC3C5B}"/>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524" name="Straight Connector 523">
            <a:extLst>
              <a:ext uri="{FF2B5EF4-FFF2-40B4-BE49-F238E27FC236}">
                <a16:creationId xmlns:a16="http://schemas.microsoft.com/office/drawing/2014/main" id="{B119379B-8C0B-F8BE-204C-3E29E94205B6}"/>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34" name="Picture 33">
            <a:hlinkClick r:id="rId21" action="ppaction://hlinksldjump"/>
            <a:extLst>
              <a:ext uri="{FF2B5EF4-FFF2-40B4-BE49-F238E27FC236}">
                <a16:creationId xmlns:a16="http://schemas.microsoft.com/office/drawing/2014/main" id="{B1B07F3F-0594-38F9-DE46-E1C3472C8483}"/>
              </a:ext>
            </a:extLst>
          </p:cNvPr>
          <p:cNvPicPr>
            <a:picLocks noChangeAspect="1"/>
          </p:cNvPicPr>
          <p:nvPr/>
        </p:nvPicPr>
        <p:blipFill>
          <a:blip r:embed="rId22"/>
          <a:stretch>
            <a:fillRect/>
          </a:stretch>
        </p:blipFill>
        <p:spPr>
          <a:xfrm>
            <a:off x="0" y="0"/>
            <a:ext cx="211626" cy="6858000"/>
          </a:xfrm>
          <a:prstGeom prst="rect">
            <a:avLst/>
          </a:prstGeom>
        </p:spPr>
      </p:pic>
      <p:grpSp>
        <p:nvGrpSpPr>
          <p:cNvPr id="35" name="Group 34">
            <a:extLst>
              <a:ext uri="{FF2B5EF4-FFF2-40B4-BE49-F238E27FC236}">
                <a16:creationId xmlns:a16="http://schemas.microsoft.com/office/drawing/2014/main" id="{4D2FA87D-C1CE-17E2-7A9A-F4F839B432C9}"/>
              </a:ext>
            </a:extLst>
          </p:cNvPr>
          <p:cNvGrpSpPr/>
          <p:nvPr/>
        </p:nvGrpSpPr>
        <p:grpSpPr>
          <a:xfrm>
            <a:off x="9652491" y="2986436"/>
            <a:ext cx="721206" cy="609701"/>
            <a:chOff x="9657972" y="90836"/>
            <a:chExt cx="721206" cy="609701"/>
          </a:xfrm>
        </p:grpSpPr>
        <p:sp>
          <p:nvSpPr>
            <p:cNvPr id="36" name="Rectangle 35">
              <a:hlinkHover r:id="" action="ppaction://noaction" highlightClick="1"/>
              <a:extLst>
                <a:ext uri="{FF2B5EF4-FFF2-40B4-BE49-F238E27FC236}">
                  <a16:creationId xmlns:a16="http://schemas.microsoft.com/office/drawing/2014/main" id="{F347DB0C-DAD6-5D66-947A-12BDD024ED99}"/>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37" name="Diamond 36">
              <a:extLst>
                <a:ext uri="{FF2B5EF4-FFF2-40B4-BE49-F238E27FC236}">
                  <a16:creationId xmlns:a16="http://schemas.microsoft.com/office/drawing/2014/main" id="{EA76A07C-1DFF-DA0A-DF21-1172EA29E275}"/>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 name="Oval 37">
              <a:extLst>
                <a:ext uri="{FF2B5EF4-FFF2-40B4-BE49-F238E27FC236}">
                  <a16:creationId xmlns:a16="http://schemas.microsoft.com/office/drawing/2014/main" id="{8551A35C-4BB7-28E7-49CD-C4111386F9D0}"/>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85387804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8169" y="67886"/>
            <a:ext cx="582733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Security Information and Event Management</a:t>
            </a:r>
          </a:p>
        </p:txBody>
      </p:sp>
      <p:sp>
        <p:nvSpPr>
          <p:cNvPr id="72" name="Rectangle 71">
            <a:hlinkClick r:id="rId3" action="ppaction://hlinksldjump"/>
            <a:hlinkHover r:id="rId3" action="ppaction://hlinksldjump"/>
            <a:extLst>
              <a:ext uri="{FF2B5EF4-FFF2-40B4-BE49-F238E27FC236}">
                <a16:creationId xmlns:a16="http://schemas.microsoft.com/office/drawing/2014/main" id="{F7B857CD-CBE8-4EA9-8AED-781CD49D4234}"/>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5D972A5E-08CF-4EAD-B2BB-6DE275357F1C}"/>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F730DFBA-303E-4974-B80F-34CC7FE1B24C}"/>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AD9554EA-AFBD-4129-8979-96B198FA53AF}"/>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EAE7336D-7C25-4A29-A1EC-39627D71942E}"/>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996F1312-F4FE-470B-9666-AFD6373D3E57}"/>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42E1FA88-F482-4E3C-8D7A-E1175C8F8FE6}"/>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FABC456C-1E5B-493B-AB7E-07EF235B82F0}"/>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FA899D9E-67D5-4D15-97AB-684815C48557}"/>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69401E73-0C45-4FB3-A31A-802E61FB97E7}"/>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3B83D664-16AC-42C4-859A-85BB69D4FB94}"/>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CD129CAB-A8FA-4CF0-A3AA-DE9A511F8537}"/>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584F1D74-FAAC-497C-AF5E-B116E9CC247A}"/>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2BF113BB-B20B-42D0-96A4-E8B82D52ECD2}"/>
              </a:ext>
            </a:extLst>
          </p:cNvPr>
          <p:cNvSpPr/>
          <p:nvPr/>
        </p:nvSpPr>
        <p:spPr>
          <a:xfrm>
            <a:off x="9561662" y="5873750"/>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CCDEF66A-FBAE-4FC7-80FB-0CFC939D3082}"/>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D8CDEE78-178A-4043-8A46-D95D20AB7AE3}"/>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7A3551AE-4574-4E8D-A7FB-4A1063A3B99E}"/>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91" name="Rectangle 90">
            <a:extLst>
              <a:ext uri="{FF2B5EF4-FFF2-40B4-BE49-F238E27FC236}">
                <a16:creationId xmlns:a16="http://schemas.microsoft.com/office/drawing/2014/main" id="{B34D5A97-978A-4EDB-ACEB-5B1A1132EAF0}"/>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 name="Rectangle 91">
            <a:extLst>
              <a:ext uri="{FF2B5EF4-FFF2-40B4-BE49-F238E27FC236}">
                <a16:creationId xmlns:a16="http://schemas.microsoft.com/office/drawing/2014/main" id="{448C5DB6-D0D7-4B22-9F22-DC29FFAB0C87}"/>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 name="Rectangle 92">
            <a:extLst>
              <a:ext uri="{FF2B5EF4-FFF2-40B4-BE49-F238E27FC236}">
                <a16:creationId xmlns:a16="http://schemas.microsoft.com/office/drawing/2014/main" id="{5AAB1FAA-B14D-43A2-9528-6A5CBAAAA71F}"/>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 name="Rectangle 94">
            <a:extLst>
              <a:ext uri="{FF2B5EF4-FFF2-40B4-BE49-F238E27FC236}">
                <a16:creationId xmlns:a16="http://schemas.microsoft.com/office/drawing/2014/main" id="{940E6C6D-576E-4FEE-BE94-2AA10B1A41FA}"/>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 name="Rectangle 95">
            <a:extLst>
              <a:ext uri="{FF2B5EF4-FFF2-40B4-BE49-F238E27FC236}">
                <a16:creationId xmlns:a16="http://schemas.microsoft.com/office/drawing/2014/main" id="{F28DBFD9-B475-409F-824B-D78BF2FD64FA}"/>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 name="Rectangle 97">
            <a:hlinkClick r:id="rId20" action="ppaction://hlinksldjump"/>
            <a:hlinkHover r:id="rId20" action="ppaction://hlinksldjump"/>
            <a:extLst>
              <a:ext uri="{FF2B5EF4-FFF2-40B4-BE49-F238E27FC236}">
                <a16:creationId xmlns:a16="http://schemas.microsoft.com/office/drawing/2014/main" id="{86FF65CE-A005-4A24-9CD3-6F5DDC8E4C88}"/>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8" name="Rectangle 7">
            <a:extLst>
              <a:ext uri="{FF2B5EF4-FFF2-40B4-BE49-F238E27FC236}">
                <a16:creationId xmlns:a16="http://schemas.microsoft.com/office/drawing/2014/main" id="{EC72D514-6D31-EEA9-5C9C-4B3B427167C8}"/>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796A7DD0-8B30-F36A-A955-D4902DCF78F3}"/>
              </a:ext>
            </a:extLst>
          </p:cNvPr>
          <p:cNvGrpSpPr/>
          <p:nvPr/>
        </p:nvGrpSpPr>
        <p:grpSpPr>
          <a:xfrm>
            <a:off x="3779655" y="811556"/>
            <a:ext cx="721206" cy="609701"/>
            <a:chOff x="3779655" y="811556"/>
            <a:chExt cx="721206" cy="609701"/>
          </a:xfrm>
        </p:grpSpPr>
        <p:sp>
          <p:nvSpPr>
            <p:cNvPr id="14" name="Rectangle 13">
              <a:extLst>
                <a:ext uri="{FF2B5EF4-FFF2-40B4-BE49-F238E27FC236}">
                  <a16:creationId xmlns:a16="http://schemas.microsoft.com/office/drawing/2014/main" id="{FB79384C-339B-7033-9DE6-C8A4731B26D9}"/>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17" name="Rectangle 16">
              <a:extLst>
                <a:ext uri="{FF2B5EF4-FFF2-40B4-BE49-F238E27FC236}">
                  <a16:creationId xmlns:a16="http://schemas.microsoft.com/office/drawing/2014/main" id="{C265AB2F-8775-2832-DFEF-E944DD16B697}"/>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 name="Oval 15">
              <a:extLst>
                <a:ext uri="{FF2B5EF4-FFF2-40B4-BE49-F238E27FC236}">
                  <a16:creationId xmlns:a16="http://schemas.microsoft.com/office/drawing/2014/main" id="{3776C35E-694E-68DF-DFA3-5B897B7A9661}"/>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0" name="Straight Connector 19">
              <a:extLst>
                <a:ext uri="{FF2B5EF4-FFF2-40B4-BE49-F238E27FC236}">
                  <a16:creationId xmlns:a16="http://schemas.microsoft.com/office/drawing/2014/main" id="{203CEABD-DAD0-8F75-6B15-D519CAED3ED3}"/>
                </a:ext>
              </a:extLst>
            </p:cNvPr>
            <p:cNvCxnSpPr>
              <a:cxnSpLocks/>
              <a:stCxn id="19"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1" name="Straight Connector 20">
              <a:extLst>
                <a:ext uri="{FF2B5EF4-FFF2-40B4-BE49-F238E27FC236}">
                  <a16:creationId xmlns:a16="http://schemas.microsoft.com/office/drawing/2014/main" id="{E20E220D-EE2B-0ADC-BE9D-0C7E4FD22D9E}"/>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3" name="Group 22">
            <a:extLst>
              <a:ext uri="{FF2B5EF4-FFF2-40B4-BE49-F238E27FC236}">
                <a16:creationId xmlns:a16="http://schemas.microsoft.com/office/drawing/2014/main" id="{426A8E40-63A4-DC7B-78F3-0C29CF82A36F}"/>
              </a:ext>
            </a:extLst>
          </p:cNvPr>
          <p:cNvGrpSpPr/>
          <p:nvPr/>
        </p:nvGrpSpPr>
        <p:grpSpPr>
          <a:xfrm>
            <a:off x="7959195" y="3698231"/>
            <a:ext cx="721206" cy="609701"/>
            <a:chOff x="7959195" y="3698231"/>
            <a:chExt cx="721206" cy="609701"/>
          </a:xfrm>
        </p:grpSpPr>
        <p:sp>
          <p:nvSpPr>
            <p:cNvPr id="24" name="Rectangle 23">
              <a:hlinkHover r:id="" action="ppaction://noaction" highlightClick="1"/>
              <a:extLst>
                <a:ext uri="{FF2B5EF4-FFF2-40B4-BE49-F238E27FC236}">
                  <a16:creationId xmlns:a16="http://schemas.microsoft.com/office/drawing/2014/main" id="{23AAE6B0-E591-56F8-6FBA-F5AA5FA41BFF}"/>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25" name="Oval 24">
              <a:extLst>
                <a:ext uri="{FF2B5EF4-FFF2-40B4-BE49-F238E27FC236}">
                  <a16:creationId xmlns:a16="http://schemas.microsoft.com/office/drawing/2014/main" id="{E6687405-BCE3-4D6A-619E-17F791E7B9A3}"/>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6" name="Isosceles Triangle 648">
              <a:extLst>
                <a:ext uri="{FF2B5EF4-FFF2-40B4-BE49-F238E27FC236}">
                  <a16:creationId xmlns:a16="http://schemas.microsoft.com/office/drawing/2014/main" id="{077FD6D5-4B3D-B85B-F548-80F2D3478BB5}"/>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 name="Group 46">
            <a:extLst>
              <a:ext uri="{FF2B5EF4-FFF2-40B4-BE49-F238E27FC236}">
                <a16:creationId xmlns:a16="http://schemas.microsoft.com/office/drawing/2014/main" id="{57580EE4-71E2-C7A8-07E5-7A9191371F45}"/>
              </a:ext>
            </a:extLst>
          </p:cNvPr>
          <p:cNvGrpSpPr/>
          <p:nvPr/>
        </p:nvGrpSpPr>
        <p:grpSpPr>
          <a:xfrm>
            <a:off x="5448056" y="1532276"/>
            <a:ext cx="721206" cy="609701"/>
            <a:chOff x="5448056" y="1532276"/>
            <a:chExt cx="721206" cy="609701"/>
          </a:xfrm>
        </p:grpSpPr>
        <p:sp>
          <p:nvSpPr>
            <p:cNvPr id="48" name="Rectangle 47">
              <a:extLst>
                <a:ext uri="{FF2B5EF4-FFF2-40B4-BE49-F238E27FC236}">
                  <a16:creationId xmlns:a16="http://schemas.microsoft.com/office/drawing/2014/main" id="{21AE1666-2A24-F19E-09A2-9B6D621448B0}"/>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49" name="Rectangle 48">
              <a:extLst>
                <a:ext uri="{FF2B5EF4-FFF2-40B4-BE49-F238E27FC236}">
                  <a16:creationId xmlns:a16="http://schemas.microsoft.com/office/drawing/2014/main" id="{FA50A01E-6AE5-0C72-AFA5-681D4F40A9A3}"/>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 name="Oval 15">
              <a:extLst>
                <a:ext uri="{FF2B5EF4-FFF2-40B4-BE49-F238E27FC236}">
                  <a16:creationId xmlns:a16="http://schemas.microsoft.com/office/drawing/2014/main" id="{31BCD9C5-C0D2-4BED-3524-5DA77D6BB6CD}"/>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2" name="Straight Connector 51">
              <a:extLst>
                <a:ext uri="{FF2B5EF4-FFF2-40B4-BE49-F238E27FC236}">
                  <a16:creationId xmlns:a16="http://schemas.microsoft.com/office/drawing/2014/main" id="{8D3E57A7-0CA0-37C4-A2CA-8610586E67D3}"/>
                </a:ext>
              </a:extLst>
            </p:cNvPr>
            <p:cNvCxnSpPr>
              <a:cxnSpLocks/>
              <a:stCxn id="50"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4" name="Straight Connector 53">
              <a:extLst>
                <a:ext uri="{FF2B5EF4-FFF2-40B4-BE49-F238E27FC236}">
                  <a16:creationId xmlns:a16="http://schemas.microsoft.com/office/drawing/2014/main" id="{A82A9AEF-3C3D-1C48-E5C4-E358E3176EDB}"/>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5" name="Group 54">
            <a:extLst>
              <a:ext uri="{FF2B5EF4-FFF2-40B4-BE49-F238E27FC236}">
                <a16:creationId xmlns:a16="http://schemas.microsoft.com/office/drawing/2014/main" id="{9FA904BD-4747-AD96-4B60-7F137D7AF2EF}"/>
              </a:ext>
            </a:extLst>
          </p:cNvPr>
          <p:cNvGrpSpPr/>
          <p:nvPr/>
        </p:nvGrpSpPr>
        <p:grpSpPr>
          <a:xfrm>
            <a:off x="6284565" y="1532276"/>
            <a:ext cx="721206" cy="609701"/>
            <a:chOff x="6284565" y="1532276"/>
            <a:chExt cx="721206" cy="609701"/>
          </a:xfrm>
        </p:grpSpPr>
        <p:sp>
          <p:nvSpPr>
            <p:cNvPr id="56" name="Rectangle 55">
              <a:extLst>
                <a:ext uri="{FF2B5EF4-FFF2-40B4-BE49-F238E27FC236}">
                  <a16:creationId xmlns:a16="http://schemas.microsoft.com/office/drawing/2014/main" id="{874CC72D-7E30-AF93-65B8-C5023DCE5240}"/>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61" name="Rectangle 60">
              <a:extLst>
                <a:ext uri="{FF2B5EF4-FFF2-40B4-BE49-F238E27FC236}">
                  <a16:creationId xmlns:a16="http://schemas.microsoft.com/office/drawing/2014/main" id="{6621FB63-5838-EB06-0C61-DE0C61C10381}"/>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 name="Oval 15">
              <a:extLst>
                <a:ext uri="{FF2B5EF4-FFF2-40B4-BE49-F238E27FC236}">
                  <a16:creationId xmlns:a16="http://schemas.microsoft.com/office/drawing/2014/main" id="{C3535FF0-D10C-8B2C-2CC5-91A1DEC883C5}"/>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 name="Straight Connector 62">
              <a:extLst>
                <a:ext uri="{FF2B5EF4-FFF2-40B4-BE49-F238E27FC236}">
                  <a16:creationId xmlns:a16="http://schemas.microsoft.com/office/drawing/2014/main" id="{2409EABC-8892-2F58-108D-C0C04DA18647}"/>
                </a:ext>
              </a:extLst>
            </p:cNvPr>
            <p:cNvCxnSpPr>
              <a:cxnSpLocks/>
              <a:stCxn id="62"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4" name="Straight Connector 63">
              <a:extLst>
                <a:ext uri="{FF2B5EF4-FFF2-40B4-BE49-F238E27FC236}">
                  <a16:creationId xmlns:a16="http://schemas.microsoft.com/office/drawing/2014/main" id="{05C5618B-BA1B-D1B6-6C4D-59C00F27C039}"/>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 name="Group 64">
            <a:extLst>
              <a:ext uri="{FF2B5EF4-FFF2-40B4-BE49-F238E27FC236}">
                <a16:creationId xmlns:a16="http://schemas.microsoft.com/office/drawing/2014/main" id="{BA39DF98-A4B5-7C46-604B-1B4E619C9FC7}"/>
              </a:ext>
            </a:extLst>
          </p:cNvPr>
          <p:cNvGrpSpPr/>
          <p:nvPr/>
        </p:nvGrpSpPr>
        <p:grpSpPr>
          <a:xfrm>
            <a:off x="7121069" y="1532276"/>
            <a:ext cx="721206" cy="609701"/>
            <a:chOff x="7121069" y="1532276"/>
            <a:chExt cx="721206" cy="609701"/>
          </a:xfrm>
        </p:grpSpPr>
        <p:sp>
          <p:nvSpPr>
            <p:cNvPr id="66" name="Rectangle 65">
              <a:extLst>
                <a:ext uri="{FF2B5EF4-FFF2-40B4-BE49-F238E27FC236}">
                  <a16:creationId xmlns:a16="http://schemas.microsoft.com/office/drawing/2014/main" id="{E76DAD5F-A828-4C4F-291C-BC8526047F8A}"/>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90" name="Rectangle 89">
              <a:extLst>
                <a:ext uri="{FF2B5EF4-FFF2-40B4-BE49-F238E27FC236}">
                  <a16:creationId xmlns:a16="http://schemas.microsoft.com/office/drawing/2014/main" id="{CA6EC180-3A13-8C14-4786-07D2CC1D2948}"/>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 name="Oval 15">
              <a:extLst>
                <a:ext uri="{FF2B5EF4-FFF2-40B4-BE49-F238E27FC236}">
                  <a16:creationId xmlns:a16="http://schemas.microsoft.com/office/drawing/2014/main" id="{6AA80352-F4EF-C3C6-7AC0-E7AB2E5A3D26}"/>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7" name="Straight Connector 96">
              <a:extLst>
                <a:ext uri="{FF2B5EF4-FFF2-40B4-BE49-F238E27FC236}">
                  <a16:creationId xmlns:a16="http://schemas.microsoft.com/office/drawing/2014/main" id="{75327F28-3CB7-45CB-F032-D78935441BA5}"/>
                </a:ext>
              </a:extLst>
            </p:cNvPr>
            <p:cNvCxnSpPr>
              <a:cxnSpLocks/>
              <a:stCxn id="94"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0" name="Straight Connector 99">
              <a:extLst>
                <a:ext uri="{FF2B5EF4-FFF2-40B4-BE49-F238E27FC236}">
                  <a16:creationId xmlns:a16="http://schemas.microsoft.com/office/drawing/2014/main" id="{E28A2E18-E121-4BF4-46E4-ADACA7EECE96}"/>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1" name="Group 100">
            <a:extLst>
              <a:ext uri="{FF2B5EF4-FFF2-40B4-BE49-F238E27FC236}">
                <a16:creationId xmlns:a16="http://schemas.microsoft.com/office/drawing/2014/main" id="{09F1A856-594D-461A-136C-8BE70B90702E}"/>
              </a:ext>
            </a:extLst>
          </p:cNvPr>
          <p:cNvGrpSpPr/>
          <p:nvPr/>
        </p:nvGrpSpPr>
        <p:grpSpPr>
          <a:xfrm>
            <a:off x="3775045" y="1532276"/>
            <a:ext cx="721206" cy="609701"/>
            <a:chOff x="3775045" y="1532276"/>
            <a:chExt cx="721206" cy="609701"/>
          </a:xfrm>
        </p:grpSpPr>
        <p:sp>
          <p:nvSpPr>
            <p:cNvPr id="102" name="Rectangle 101">
              <a:extLst>
                <a:ext uri="{FF2B5EF4-FFF2-40B4-BE49-F238E27FC236}">
                  <a16:creationId xmlns:a16="http://schemas.microsoft.com/office/drawing/2014/main" id="{984F5E9D-5073-4AED-DD77-90276E36355F}"/>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03" name="Right Triangle 102">
              <a:extLst>
                <a:ext uri="{FF2B5EF4-FFF2-40B4-BE49-F238E27FC236}">
                  <a16:creationId xmlns:a16="http://schemas.microsoft.com/office/drawing/2014/main" id="{C3220427-AFB9-05C6-2EF3-9A927A8320B9}"/>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4" name="Group 103">
              <a:extLst>
                <a:ext uri="{FF2B5EF4-FFF2-40B4-BE49-F238E27FC236}">
                  <a16:creationId xmlns:a16="http://schemas.microsoft.com/office/drawing/2014/main" id="{4D87766D-6EDF-3934-8CF0-83CB43081427}"/>
                </a:ext>
              </a:extLst>
            </p:cNvPr>
            <p:cNvGrpSpPr/>
            <p:nvPr/>
          </p:nvGrpSpPr>
          <p:grpSpPr>
            <a:xfrm>
              <a:off x="4440495" y="1542936"/>
              <a:ext cx="37817" cy="61390"/>
              <a:chOff x="3883481" y="2057400"/>
              <a:chExt cx="1608363" cy="2652031"/>
            </a:xfrm>
            <a:solidFill>
              <a:srgbClr val="A6A6A6">
                <a:alpha val="20000"/>
              </a:srgbClr>
            </a:solidFill>
          </p:grpSpPr>
          <p:sp>
            <p:nvSpPr>
              <p:cNvPr id="105" name="Oval 27">
                <a:extLst>
                  <a:ext uri="{FF2B5EF4-FFF2-40B4-BE49-F238E27FC236}">
                    <a16:creationId xmlns:a16="http://schemas.microsoft.com/office/drawing/2014/main" id="{8FBD0EF5-1D75-093C-6808-531E4507CE7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 name="Oval 28">
                <a:extLst>
                  <a:ext uri="{FF2B5EF4-FFF2-40B4-BE49-F238E27FC236}">
                    <a16:creationId xmlns:a16="http://schemas.microsoft.com/office/drawing/2014/main" id="{3CDD8AA2-7AFF-9E00-CCBE-78239C41135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7" name="Group 106">
            <a:extLst>
              <a:ext uri="{FF2B5EF4-FFF2-40B4-BE49-F238E27FC236}">
                <a16:creationId xmlns:a16="http://schemas.microsoft.com/office/drawing/2014/main" id="{9B0168D6-8540-A6FD-9F17-1A6C14836820}"/>
              </a:ext>
            </a:extLst>
          </p:cNvPr>
          <p:cNvGrpSpPr/>
          <p:nvPr/>
        </p:nvGrpSpPr>
        <p:grpSpPr>
          <a:xfrm>
            <a:off x="4611552" y="1532276"/>
            <a:ext cx="721206" cy="609701"/>
            <a:chOff x="4611552" y="1532276"/>
            <a:chExt cx="721206" cy="609701"/>
          </a:xfrm>
        </p:grpSpPr>
        <p:sp>
          <p:nvSpPr>
            <p:cNvPr id="120" name="Rectangle 119">
              <a:extLst>
                <a:ext uri="{FF2B5EF4-FFF2-40B4-BE49-F238E27FC236}">
                  <a16:creationId xmlns:a16="http://schemas.microsoft.com/office/drawing/2014/main" id="{6EF547CD-3F0A-3C49-EF4F-952473CB88BA}"/>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21" name="Right Triangle 120">
              <a:extLst>
                <a:ext uri="{FF2B5EF4-FFF2-40B4-BE49-F238E27FC236}">
                  <a16:creationId xmlns:a16="http://schemas.microsoft.com/office/drawing/2014/main" id="{04068692-75B3-57B4-9BE0-A41444C2775E}"/>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2" name="Group 121">
              <a:extLst>
                <a:ext uri="{FF2B5EF4-FFF2-40B4-BE49-F238E27FC236}">
                  <a16:creationId xmlns:a16="http://schemas.microsoft.com/office/drawing/2014/main" id="{4672991C-07DB-877F-CD98-AFCEAE3A82B8}"/>
                </a:ext>
              </a:extLst>
            </p:cNvPr>
            <p:cNvGrpSpPr/>
            <p:nvPr/>
          </p:nvGrpSpPr>
          <p:grpSpPr>
            <a:xfrm>
              <a:off x="5276135" y="1542936"/>
              <a:ext cx="37817" cy="61390"/>
              <a:chOff x="3883481" y="2057400"/>
              <a:chExt cx="1608363" cy="2652031"/>
            </a:xfrm>
            <a:solidFill>
              <a:srgbClr val="A6A6A6">
                <a:alpha val="20000"/>
              </a:srgbClr>
            </a:solidFill>
          </p:grpSpPr>
          <p:sp>
            <p:nvSpPr>
              <p:cNvPr id="123" name="Oval 27">
                <a:extLst>
                  <a:ext uri="{FF2B5EF4-FFF2-40B4-BE49-F238E27FC236}">
                    <a16:creationId xmlns:a16="http://schemas.microsoft.com/office/drawing/2014/main" id="{19BB4CCB-D8B6-0EC9-D888-1A9A7991791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 name="Oval 28">
                <a:extLst>
                  <a:ext uri="{FF2B5EF4-FFF2-40B4-BE49-F238E27FC236}">
                    <a16:creationId xmlns:a16="http://schemas.microsoft.com/office/drawing/2014/main" id="{9B00E6CA-BDFE-088C-C200-AA690E2356A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5" name="Group 124">
            <a:extLst>
              <a:ext uri="{FF2B5EF4-FFF2-40B4-BE49-F238E27FC236}">
                <a16:creationId xmlns:a16="http://schemas.microsoft.com/office/drawing/2014/main" id="{6C7C93AB-960A-A7BD-9008-28A65000257B}"/>
              </a:ext>
            </a:extLst>
          </p:cNvPr>
          <p:cNvGrpSpPr/>
          <p:nvPr/>
        </p:nvGrpSpPr>
        <p:grpSpPr>
          <a:xfrm>
            <a:off x="2938537" y="1532271"/>
            <a:ext cx="721206" cy="610042"/>
            <a:chOff x="2938537" y="1532271"/>
            <a:chExt cx="721206" cy="610042"/>
          </a:xfrm>
        </p:grpSpPr>
        <p:sp>
          <p:nvSpPr>
            <p:cNvPr id="1024" name="Rectangle 1023">
              <a:extLst>
                <a:ext uri="{FF2B5EF4-FFF2-40B4-BE49-F238E27FC236}">
                  <a16:creationId xmlns:a16="http://schemas.microsoft.com/office/drawing/2014/main" id="{FB132F43-D89C-5891-4664-B015E6D399D2}"/>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1025" name="Right Triangle 1024">
              <a:extLst>
                <a:ext uri="{FF2B5EF4-FFF2-40B4-BE49-F238E27FC236}">
                  <a16:creationId xmlns:a16="http://schemas.microsoft.com/office/drawing/2014/main" id="{183FC854-1BCE-7B2A-ABE7-25CB388E2BBF}"/>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7" name="Oval 27">
              <a:extLst>
                <a:ext uri="{FF2B5EF4-FFF2-40B4-BE49-F238E27FC236}">
                  <a16:creationId xmlns:a16="http://schemas.microsoft.com/office/drawing/2014/main" id="{CB1BD34F-3B75-812E-7B4A-32244EAD2164}"/>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8" name="Oval 28">
              <a:extLst>
                <a:ext uri="{FF2B5EF4-FFF2-40B4-BE49-F238E27FC236}">
                  <a16:creationId xmlns:a16="http://schemas.microsoft.com/office/drawing/2014/main" id="{C40ABA72-9C81-136A-186D-68625552BD2E}"/>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29" name="Group 1028">
            <a:extLst>
              <a:ext uri="{FF2B5EF4-FFF2-40B4-BE49-F238E27FC236}">
                <a16:creationId xmlns:a16="http://schemas.microsoft.com/office/drawing/2014/main" id="{B44B1E60-1680-2DD6-AE5E-E2849BECEEEE}"/>
              </a:ext>
            </a:extLst>
          </p:cNvPr>
          <p:cNvGrpSpPr/>
          <p:nvPr/>
        </p:nvGrpSpPr>
        <p:grpSpPr>
          <a:xfrm>
            <a:off x="6287105" y="2974054"/>
            <a:ext cx="721206" cy="609701"/>
            <a:chOff x="6287105" y="2974054"/>
            <a:chExt cx="721206" cy="609701"/>
          </a:xfrm>
        </p:grpSpPr>
        <p:sp>
          <p:nvSpPr>
            <p:cNvPr id="1030" name="Rectangle 1029">
              <a:hlinkHover r:id="" action="ppaction://noaction" highlightClick="1"/>
              <a:extLst>
                <a:ext uri="{FF2B5EF4-FFF2-40B4-BE49-F238E27FC236}">
                  <a16:creationId xmlns:a16="http://schemas.microsoft.com/office/drawing/2014/main" id="{F62D9B84-2A5A-4C98-7C94-0CB603116584}"/>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1031" name="Rectangle 1030">
              <a:extLst>
                <a:ext uri="{FF2B5EF4-FFF2-40B4-BE49-F238E27FC236}">
                  <a16:creationId xmlns:a16="http://schemas.microsoft.com/office/drawing/2014/main" id="{574AA749-F27C-20BE-FA84-D392B1C6E396}"/>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2" name="Oval 15">
              <a:extLst>
                <a:ext uri="{FF2B5EF4-FFF2-40B4-BE49-F238E27FC236}">
                  <a16:creationId xmlns:a16="http://schemas.microsoft.com/office/drawing/2014/main" id="{B6EDA921-BFFD-5447-38C4-9F8C53257153}"/>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33" name="Straight Connector 1032">
              <a:extLst>
                <a:ext uri="{FF2B5EF4-FFF2-40B4-BE49-F238E27FC236}">
                  <a16:creationId xmlns:a16="http://schemas.microsoft.com/office/drawing/2014/main" id="{8D22A0C6-C02B-406E-C758-C4D5D5084A51}"/>
                </a:ext>
              </a:extLst>
            </p:cNvPr>
            <p:cNvCxnSpPr>
              <a:cxnSpLocks/>
              <a:stCxn id="1032"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1034" name="Group 1033">
            <a:extLst>
              <a:ext uri="{FF2B5EF4-FFF2-40B4-BE49-F238E27FC236}">
                <a16:creationId xmlns:a16="http://schemas.microsoft.com/office/drawing/2014/main" id="{EEAB1AD8-42FA-60F1-DBC7-707A8422183F}"/>
              </a:ext>
            </a:extLst>
          </p:cNvPr>
          <p:cNvGrpSpPr/>
          <p:nvPr/>
        </p:nvGrpSpPr>
        <p:grpSpPr>
          <a:xfrm>
            <a:off x="7123149" y="2974054"/>
            <a:ext cx="721206" cy="646284"/>
            <a:chOff x="7123149" y="2974054"/>
            <a:chExt cx="721206" cy="646284"/>
          </a:xfrm>
        </p:grpSpPr>
        <p:sp>
          <p:nvSpPr>
            <p:cNvPr id="1035" name="Rectangle 1034">
              <a:hlinkHover r:id="" action="ppaction://noaction" highlightClick="1"/>
              <a:extLst>
                <a:ext uri="{FF2B5EF4-FFF2-40B4-BE49-F238E27FC236}">
                  <a16:creationId xmlns:a16="http://schemas.microsoft.com/office/drawing/2014/main" id="{C266408D-9590-264D-70DE-7704AE542B2B}"/>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1036" name="Rectangle 1035">
              <a:extLst>
                <a:ext uri="{FF2B5EF4-FFF2-40B4-BE49-F238E27FC236}">
                  <a16:creationId xmlns:a16="http://schemas.microsoft.com/office/drawing/2014/main" id="{CB05D929-28E2-E6AE-379A-80C35D57704C}"/>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7" name="Oval 15">
              <a:extLst>
                <a:ext uri="{FF2B5EF4-FFF2-40B4-BE49-F238E27FC236}">
                  <a16:creationId xmlns:a16="http://schemas.microsoft.com/office/drawing/2014/main" id="{CF52799F-A94F-58FD-28AC-637BAF1C635C}"/>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38" name="Straight Connector 1037">
              <a:extLst>
                <a:ext uri="{FF2B5EF4-FFF2-40B4-BE49-F238E27FC236}">
                  <a16:creationId xmlns:a16="http://schemas.microsoft.com/office/drawing/2014/main" id="{522CDE57-FC5E-1210-82C6-161C97C94C1F}"/>
                </a:ext>
              </a:extLst>
            </p:cNvPr>
            <p:cNvCxnSpPr>
              <a:cxnSpLocks/>
              <a:stCxn id="1037"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39" name="Straight Connector 1038">
              <a:extLst>
                <a:ext uri="{FF2B5EF4-FFF2-40B4-BE49-F238E27FC236}">
                  <a16:creationId xmlns:a16="http://schemas.microsoft.com/office/drawing/2014/main" id="{9ED896BF-1FA3-CB4F-75E5-2FE55DCD4820}"/>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40" name="Group 1039">
            <a:extLst>
              <a:ext uri="{FF2B5EF4-FFF2-40B4-BE49-F238E27FC236}">
                <a16:creationId xmlns:a16="http://schemas.microsoft.com/office/drawing/2014/main" id="{61620277-0C13-A45D-AB7F-4F2D1D9BAFA1}"/>
              </a:ext>
            </a:extLst>
          </p:cNvPr>
          <p:cNvGrpSpPr/>
          <p:nvPr/>
        </p:nvGrpSpPr>
        <p:grpSpPr>
          <a:xfrm>
            <a:off x="7959200" y="2974054"/>
            <a:ext cx="721206" cy="609701"/>
            <a:chOff x="7959200" y="2974054"/>
            <a:chExt cx="721206" cy="609701"/>
          </a:xfrm>
        </p:grpSpPr>
        <p:sp>
          <p:nvSpPr>
            <p:cNvPr id="1041" name="Rectangle 1040">
              <a:hlinkHover r:id="" action="ppaction://noaction" highlightClick="1"/>
              <a:extLst>
                <a:ext uri="{FF2B5EF4-FFF2-40B4-BE49-F238E27FC236}">
                  <a16:creationId xmlns:a16="http://schemas.microsoft.com/office/drawing/2014/main" id="{6C1BB998-0DC3-FC23-CAC7-5E63BF2B9F6B}"/>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1042" name="Diamond 1041">
              <a:extLst>
                <a:ext uri="{FF2B5EF4-FFF2-40B4-BE49-F238E27FC236}">
                  <a16:creationId xmlns:a16="http://schemas.microsoft.com/office/drawing/2014/main" id="{BF15505F-C5D3-74C1-8F3F-A0913353E88A}"/>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3" name="Oval 1042">
              <a:extLst>
                <a:ext uri="{FF2B5EF4-FFF2-40B4-BE49-F238E27FC236}">
                  <a16:creationId xmlns:a16="http://schemas.microsoft.com/office/drawing/2014/main" id="{6EE42E0D-7C8E-284B-6BE9-603627FC57FD}"/>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4" name="Group 1043">
            <a:extLst>
              <a:ext uri="{FF2B5EF4-FFF2-40B4-BE49-F238E27FC236}">
                <a16:creationId xmlns:a16="http://schemas.microsoft.com/office/drawing/2014/main" id="{09235DA8-9192-1D87-F149-1EDF063D0AC3}"/>
              </a:ext>
            </a:extLst>
          </p:cNvPr>
          <p:cNvGrpSpPr/>
          <p:nvPr/>
        </p:nvGrpSpPr>
        <p:grpSpPr>
          <a:xfrm>
            <a:off x="8795244" y="2974054"/>
            <a:ext cx="721206" cy="609701"/>
            <a:chOff x="8795244" y="2974054"/>
            <a:chExt cx="721206" cy="609701"/>
          </a:xfrm>
        </p:grpSpPr>
        <p:sp>
          <p:nvSpPr>
            <p:cNvPr id="1045" name="Rectangle 1044">
              <a:hlinkHover r:id="" action="ppaction://noaction" highlightClick="1"/>
              <a:extLst>
                <a:ext uri="{FF2B5EF4-FFF2-40B4-BE49-F238E27FC236}">
                  <a16:creationId xmlns:a16="http://schemas.microsoft.com/office/drawing/2014/main" id="{A1106664-340A-03E9-0612-FB43D5B9269E}"/>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1046" name="Diamond 1045">
              <a:extLst>
                <a:ext uri="{FF2B5EF4-FFF2-40B4-BE49-F238E27FC236}">
                  <a16:creationId xmlns:a16="http://schemas.microsoft.com/office/drawing/2014/main" id="{D6A388F7-6896-C887-0889-379C03099E2C}"/>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7" name="Oval 1046">
              <a:extLst>
                <a:ext uri="{FF2B5EF4-FFF2-40B4-BE49-F238E27FC236}">
                  <a16:creationId xmlns:a16="http://schemas.microsoft.com/office/drawing/2014/main" id="{B8D2A4CB-FFFD-1C02-DFED-FB684D415C17}"/>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54" name="Group 1053">
            <a:extLst>
              <a:ext uri="{FF2B5EF4-FFF2-40B4-BE49-F238E27FC236}">
                <a16:creationId xmlns:a16="http://schemas.microsoft.com/office/drawing/2014/main" id="{4AD93583-BAD4-106E-AFBF-9DFFB323DBB3}"/>
              </a:ext>
            </a:extLst>
          </p:cNvPr>
          <p:cNvGrpSpPr/>
          <p:nvPr/>
        </p:nvGrpSpPr>
        <p:grpSpPr>
          <a:xfrm>
            <a:off x="5442073" y="811556"/>
            <a:ext cx="728239" cy="609701"/>
            <a:chOff x="5442073" y="811556"/>
            <a:chExt cx="728239" cy="609701"/>
          </a:xfrm>
        </p:grpSpPr>
        <p:sp>
          <p:nvSpPr>
            <p:cNvPr id="1055" name="Rectangle 1054">
              <a:extLst>
                <a:ext uri="{FF2B5EF4-FFF2-40B4-BE49-F238E27FC236}">
                  <a16:creationId xmlns:a16="http://schemas.microsoft.com/office/drawing/2014/main" id="{1D57F143-7604-AA1E-5519-9DA36B0D462D}"/>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47" name="Rectangle 446">
              <a:extLst>
                <a:ext uri="{FF2B5EF4-FFF2-40B4-BE49-F238E27FC236}">
                  <a16:creationId xmlns:a16="http://schemas.microsoft.com/office/drawing/2014/main" id="{C75AC16B-DB86-11FE-6354-AA69FBE7F6FA}"/>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56" name="Oval 15">
              <a:extLst>
                <a:ext uri="{FF2B5EF4-FFF2-40B4-BE49-F238E27FC236}">
                  <a16:creationId xmlns:a16="http://schemas.microsoft.com/office/drawing/2014/main" id="{9EDA6A64-78EB-FD71-CDF5-13C67BAB222E}"/>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57" name="Straight Connector 1056">
              <a:extLst>
                <a:ext uri="{FF2B5EF4-FFF2-40B4-BE49-F238E27FC236}">
                  <a16:creationId xmlns:a16="http://schemas.microsoft.com/office/drawing/2014/main" id="{5E63AB21-DC49-5627-A731-B9D5CEF0DB88}"/>
                </a:ext>
              </a:extLst>
            </p:cNvPr>
            <p:cNvCxnSpPr>
              <a:cxnSpLocks/>
              <a:stCxn id="1056"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58" name="Straight Connector 1057">
              <a:extLst>
                <a:ext uri="{FF2B5EF4-FFF2-40B4-BE49-F238E27FC236}">
                  <a16:creationId xmlns:a16="http://schemas.microsoft.com/office/drawing/2014/main" id="{906B39B7-F610-5015-5300-1F084D9E4F48}"/>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59" name="Group 1058">
            <a:extLst>
              <a:ext uri="{FF2B5EF4-FFF2-40B4-BE49-F238E27FC236}">
                <a16:creationId xmlns:a16="http://schemas.microsoft.com/office/drawing/2014/main" id="{95FA285E-98CC-EB04-8A1B-4895F7C258EF}"/>
              </a:ext>
            </a:extLst>
          </p:cNvPr>
          <p:cNvGrpSpPr/>
          <p:nvPr/>
        </p:nvGrpSpPr>
        <p:grpSpPr>
          <a:xfrm>
            <a:off x="6284597" y="811555"/>
            <a:ext cx="721206" cy="609701"/>
            <a:chOff x="6284597" y="811555"/>
            <a:chExt cx="721206" cy="609701"/>
          </a:xfrm>
        </p:grpSpPr>
        <p:sp>
          <p:nvSpPr>
            <p:cNvPr id="1060" name="Rectangle 1059">
              <a:hlinkHover r:id="" action="ppaction://noaction" highlightClick="1"/>
              <a:extLst>
                <a:ext uri="{FF2B5EF4-FFF2-40B4-BE49-F238E27FC236}">
                  <a16:creationId xmlns:a16="http://schemas.microsoft.com/office/drawing/2014/main" id="{2F1099EE-BE50-BB27-02EF-475E6BE475E2}"/>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1061" name="Right Triangle 1060">
              <a:extLst>
                <a:ext uri="{FF2B5EF4-FFF2-40B4-BE49-F238E27FC236}">
                  <a16:creationId xmlns:a16="http://schemas.microsoft.com/office/drawing/2014/main" id="{C0625493-5D1C-5193-41E0-D8A5A616A62F}"/>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2" name="Oval 27">
              <a:extLst>
                <a:ext uri="{FF2B5EF4-FFF2-40B4-BE49-F238E27FC236}">
                  <a16:creationId xmlns:a16="http://schemas.microsoft.com/office/drawing/2014/main" id="{661D1255-447A-3814-1AA7-FC0076D64A61}"/>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3" name="Oval 28">
              <a:extLst>
                <a:ext uri="{FF2B5EF4-FFF2-40B4-BE49-F238E27FC236}">
                  <a16:creationId xmlns:a16="http://schemas.microsoft.com/office/drawing/2014/main" id="{48E9EB03-0A2E-E164-4374-BC82748CC27E}"/>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69" name="Group 1068">
            <a:extLst>
              <a:ext uri="{FF2B5EF4-FFF2-40B4-BE49-F238E27FC236}">
                <a16:creationId xmlns:a16="http://schemas.microsoft.com/office/drawing/2014/main" id="{96DB1664-6E31-72E2-3E50-BACFC0875F90}"/>
              </a:ext>
            </a:extLst>
          </p:cNvPr>
          <p:cNvGrpSpPr/>
          <p:nvPr/>
        </p:nvGrpSpPr>
        <p:grpSpPr>
          <a:xfrm>
            <a:off x="7957576" y="811556"/>
            <a:ext cx="721206" cy="609701"/>
            <a:chOff x="7957576" y="811556"/>
            <a:chExt cx="721206" cy="609701"/>
          </a:xfrm>
        </p:grpSpPr>
        <p:sp>
          <p:nvSpPr>
            <p:cNvPr id="1070" name="Rectangle 1069">
              <a:extLst>
                <a:ext uri="{FF2B5EF4-FFF2-40B4-BE49-F238E27FC236}">
                  <a16:creationId xmlns:a16="http://schemas.microsoft.com/office/drawing/2014/main" id="{BC335C0A-DEEA-68A6-CF4F-DDA7049CF0DD}"/>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1071" name="Rectangle 1070">
              <a:extLst>
                <a:ext uri="{FF2B5EF4-FFF2-40B4-BE49-F238E27FC236}">
                  <a16:creationId xmlns:a16="http://schemas.microsoft.com/office/drawing/2014/main" id="{C3DE7711-2970-823D-43C8-1EB0D7094617}"/>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2" name="Oval 15">
              <a:extLst>
                <a:ext uri="{FF2B5EF4-FFF2-40B4-BE49-F238E27FC236}">
                  <a16:creationId xmlns:a16="http://schemas.microsoft.com/office/drawing/2014/main" id="{CE5B4DE8-68D9-3D2A-AF0C-2539FA6287D2}"/>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73" name="Straight Connector 1072">
              <a:extLst>
                <a:ext uri="{FF2B5EF4-FFF2-40B4-BE49-F238E27FC236}">
                  <a16:creationId xmlns:a16="http://schemas.microsoft.com/office/drawing/2014/main" id="{DA3CA007-A9D5-334E-8752-74152CBA6CEE}"/>
                </a:ext>
              </a:extLst>
            </p:cNvPr>
            <p:cNvCxnSpPr>
              <a:cxnSpLocks/>
              <a:stCxn id="1072"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74" name="Straight Connector 1073">
              <a:extLst>
                <a:ext uri="{FF2B5EF4-FFF2-40B4-BE49-F238E27FC236}">
                  <a16:creationId xmlns:a16="http://schemas.microsoft.com/office/drawing/2014/main" id="{AFB0F0CB-02A9-591C-085A-B307B1259A79}"/>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83" name="Group 1082">
            <a:extLst>
              <a:ext uri="{FF2B5EF4-FFF2-40B4-BE49-F238E27FC236}">
                <a16:creationId xmlns:a16="http://schemas.microsoft.com/office/drawing/2014/main" id="{07F6DF40-6294-7BDF-C48A-2D47521B7C11}"/>
              </a:ext>
            </a:extLst>
          </p:cNvPr>
          <p:cNvGrpSpPr/>
          <p:nvPr/>
        </p:nvGrpSpPr>
        <p:grpSpPr>
          <a:xfrm>
            <a:off x="11356242" y="90836"/>
            <a:ext cx="721206" cy="609701"/>
            <a:chOff x="11356242" y="90836"/>
            <a:chExt cx="721206" cy="609701"/>
          </a:xfrm>
        </p:grpSpPr>
        <p:sp>
          <p:nvSpPr>
            <p:cNvPr id="1084" name="Rectangle 1083">
              <a:hlinkHover r:id="" action="ppaction://noaction" highlightClick="1"/>
              <a:extLst>
                <a:ext uri="{FF2B5EF4-FFF2-40B4-BE49-F238E27FC236}">
                  <a16:creationId xmlns:a16="http://schemas.microsoft.com/office/drawing/2014/main" id="{A03D776E-74E8-7B8E-9233-2B9DA04676F2}"/>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1085" name="Oval 1084">
              <a:extLst>
                <a:ext uri="{FF2B5EF4-FFF2-40B4-BE49-F238E27FC236}">
                  <a16:creationId xmlns:a16="http://schemas.microsoft.com/office/drawing/2014/main" id="{B95EA3C1-876A-8E55-1B5F-EF0A698F09F0}"/>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86" name="Isosceles Triangle 648">
              <a:extLst>
                <a:ext uri="{FF2B5EF4-FFF2-40B4-BE49-F238E27FC236}">
                  <a16:creationId xmlns:a16="http://schemas.microsoft.com/office/drawing/2014/main" id="{97B1137C-EC0B-7505-22C4-9EE07F5FAD66}"/>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87" name="Group 1086">
            <a:extLst>
              <a:ext uri="{FF2B5EF4-FFF2-40B4-BE49-F238E27FC236}">
                <a16:creationId xmlns:a16="http://schemas.microsoft.com/office/drawing/2014/main" id="{ADA0C351-057A-0006-7A8A-394DBD4DD3F0}"/>
              </a:ext>
            </a:extLst>
          </p:cNvPr>
          <p:cNvGrpSpPr/>
          <p:nvPr/>
        </p:nvGrpSpPr>
        <p:grpSpPr>
          <a:xfrm>
            <a:off x="11356243" y="3694774"/>
            <a:ext cx="721206" cy="609701"/>
            <a:chOff x="11356243" y="3694774"/>
            <a:chExt cx="721206" cy="609701"/>
          </a:xfrm>
        </p:grpSpPr>
        <p:sp>
          <p:nvSpPr>
            <p:cNvPr id="1088" name="Rectangle 1087">
              <a:hlinkHover r:id="" action="ppaction://noaction" highlightClick="1"/>
              <a:extLst>
                <a:ext uri="{FF2B5EF4-FFF2-40B4-BE49-F238E27FC236}">
                  <a16:creationId xmlns:a16="http://schemas.microsoft.com/office/drawing/2014/main" id="{4D3FE045-9CDB-48DD-157D-F0362B8D14A9}"/>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1089" name="Oval 1088">
              <a:extLst>
                <a:ext uri="{FF2B5EF4-FFF2-40B4-BE49-F238E27FC236}">
                  <a16:creationId xmlns:a16="http://schemas.microsoft.com/office/drawing/2014/main" id="{106FAA49-7882-AA5C-3778-57D65C228305}"/>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90" name="Isosceles Triangle 648">
              <a:extLst>
                <a:ext uri="{FF2B5EF4-FFF2-40B4-BE49-F238E27FC236}">
                  <a16:creationId xmlns:a16="http://schemas.microsoft.com/office/drawing/2014/main" id="{C01511C8-0E57-81F4-8B41-BDB9D1764366}"/>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91" name="Group 1090">
            <a:extLst>
              <a:ext uri="{FF2B5EF4-FFF2-40B4-BE49-F238E27FC236}">
                <a16:creationId xmlns:a16="http://schemas.microsoft.com/office/drawing/2014/main" id="{75521573-DAF6-2745-C711-EBBCA9676190}"/>
              </a:ext>
            </a:extLst>
          </p:cNvPr>
          <p:cNvGrpSpPr/>
          <p:nvPr/>
        </p:nvGrpSpPr>
        <p:grpSpPr>
          <a:xfrm>
            <a:off x="9657691" y="4419624"/>
            <a:ext cx="721206" cy="609701"/>
            <a:chOff x="9657691" y="4419624"/>
            <a:chExt cx="721206" cy="609701"/>
          </a:xfrm>
        </p:grpSpPr>
        <p:sp>
          <p:nvSpPr>
            <p:cNvPr id="1092" name="Rectangle 1091">
              <a:hlinkHover r:id="" action="ppaction://noaction" highlightClick="1"/>
              <a:extLst>
                <a:ext uri="{FF2B5EF4-FFF2-40B4-BE49-F238E27FC236}">
                  <a16:creationId xmlns:a16="http://schemas.microsoft.com/office/drawing/2014/main" id="{FDF71522-EE36-2E49-BE4E-16320BA782FF}"/>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1093" name="Oval 1092">
              <a:extLst>
                <a:ext uri="{FF2B5EF4-FFF2-40B4-BE49-F238E27FC236}">
                  <a16:creationId xmlns:a16="http://schemas.microsoft.com/office/drawing/2014/main" id="{D14CF54B-DE30-3218-EB78-1166EE0E1402}"/>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94" name="Isosceles Triangle 648">
              <a:extLst>
                <a:ext uri="{FF2B5EF4-FFF2-40B4-BE49-F238E27FC236}">
                  <a16:creationId xmlns:a16="http://schemas.microsoft.com/office/drawing/2014/main" id="{29755F14-2403-EDFF-A0CE-32DE43AB15AE}"/>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95" name="Group 1094">
            <a:extLst>
              <a:ext uri="{FF2B5EF4-FFF2-40B4-BE49-F238E27FC236}">
                <a16:creationId xmlns:a16="http://schemas.microsoft.com/office/drawing/2014/main" id="{6DFE551C-D070-A3B2-97D5-593362EF3C32}"/>
              </a:ext>
            </a:extLst>
          </p:cNvPr>
          <p:cNvGrpSpPr/>
          <p:nvPr/>
        </p:nvGrpSpPr>
        <p:grpSpPr>
          <a:xfrm>
            <a:off x="10506968" y="4419620"/>
            <a:ext cx="721206" cy="609701"/>
            <a:chOff x="10506968" y="4419620"/>
            <a:chExt cx="721206" cy="609701"/>
          </a:xfrm>
        </p:grpSpPr>
        <p:sp>
          <p:nvSpPr>
            <p:cNvPr id="1096" name="Rectangle 1095">
              <a:hlinkHover r:id="" action="ppaction://noaction" highlightClick="1"/>
              <a:extLst>
                <a:ext uri="{FF2B5EF4-FFF2-40B4-BE49-F238E27FC236}">
                  <a16:creationId xmlns:a16="http://schemas.microsoft.com/office/drawing/2014/main" id="{CC162987-57C1-E664-FF9E-8E6E882A45B0}"/>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1097" name="Oval 1096">
              <a:extLst>
                <a:ext uri="{FF2B5EF4-FFF2-40B4-BE49-F238E27FC236}">
                  <a16:creationId xmlns:a16="http://schemas.microsoft.com/office/drawing/2014/main" id="{D476E41E-8757-1432-3B02-07A65064DF71}"/>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98" name="Isosceles Triangle 648">
              <a:extLst>
                <a:ext uri="{FF2B5EF4-FFF2-40B4-BE49-F238E27FC236}">
                  <a16:creationId xmlns:a16="http://schemas.microsoft.com/office/drawing/2014/main" id="{C92E9717-7FAB-1AD5-6B7F-7CA956F7CBEE}"/>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99" name="Group 1098">
            <a:extLst>
              <a:ext uri="{FF2B5EF4-FFF2-40B4-BE49-F238E27FC236}">
                <a16:creationId xmlns:a16="http://schemas.microsoft.com/office/drawing/2014/main" id="{F1BEEC08-03D8-9369-C63E-2F2D7DA68098}"/>
              </a:ext>
            </a:extLst>
          </p:cNvPr>
          <p:cNvGrpSpPr/>
          <p:nvPr/>
        </p:nvGrpSpPr>
        <p:grpSpPr>
          <a:xfrm>
            <a:off x="11356003" y="4416261"/>
            <a:ext cx="721206" cy="609701"/>
            <a:chOff x="11356003" y="4416261"/>
            <a:chExt cx="721206" cy="609701"/>
          </a:xfrm>
        </p:grpSpPr>
        <p:sp>
          <p:nvSpPr>
            <p:cNvPr id="1100" name="Rectangle 1099">
              <a:hlinkHover r:id="" action="ppaction://noaction" highlightClick="1"/>
              <a:extLst>
                <a:ext uri="{FF2B5EF4-FFF2-40B4-BE49-F238E27FC236}">
                  <a16:creationId xmlns:a16="http://schemas.microsoft.com/office/drawing/2014/main" id="{E921F308-0098-DFA1-CB82-61CCD296E81A}"/>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1101" name="Oval 1100">
              <a:extLst>
                <a:ext uri="{FF2B5EF4-FFF2-40B4-BE49-F238E27FC236}">
                  <a16:creationId xmlns:a16="http://schemas.microsoft.com/office/drawing/2014/main" id="{D833D378-44B1-60E1-FC62-8B27B0819385}"/>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02" name="Isosceles Triangle 648">
              <a:extLst>
                <a:ext uri="{FF2B5EF4-FFF2-40B4-BE49-F238E27FC236}">
                  <a16:creationId xmlns:a16="http://schemas.microsoft.com/office/drawing/2014/main" id="{CAA7F4AA-8F4C-B9D6-8387-23566452D1E9}"/>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03" name="Group 1102">
            <a:extLst>
              <a:ext uri="{FF2B5EF4-FFF2-40B4-BE49-F238E27FC236}">
                <a16:creationId xmlns:a16="http://schemas.microsoft.com/office/drawing/2014/main" id="{12AAAEA6-8A0B-CD67-AA81-7F995FF47204}"/>
              </a:ext>
            </a:extLst>
          </p:cNvPr>
          <p:cNvGrpSpPr/>
          <p:nvPr/>
        </p:nvGrpSpPr>
        <p:grpSpPr>
          <a:xfrm>
            <a:off x="8808526" y="4416261"/>
            <a:ext cx="721206" cy="609701"/>
            <a:chOff x="8808526" y="4416261"/>
            <a:chExt cx="721206" cy="609701"/>
          </a:xfrm>
        </p:grpSpPr>
        <p:sp>
          <p:nvSpPr>
            <p:cNvPr id="1104" name="Rectangle 1103">
              <a:hlinkHover r:id="" action="ppaction://noaction" highlightClick="1"/>
              <a:extLst>
                <a:ext uri="{FF2B5EF4-FFF2-40B4-BE49-F238E27FC236}">
                  <a16:creationId xmlns:a16="http://schemas.microsoft.com/office/drawing/2014/main" id="{8FD23778-07A8-1A3E-8D0F-AA63A1BBFFC0}"/>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1105" name="Oval 1104">
              <a:extLst>
                <a:ext uri="{FF2B5EF4-FFF2-40B4-BE49-F238E27FC236}">
                  <a16:creationId xmlns:a16="http://schemas.microsoft.com/office/drawing/2014/main" id="{DAC83E34-C540-0669-3952-44E0EA4C2AD0}"/>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06" name="Isosceles Triangle 648">
              <a:extLst>
                <a:ext uri="{FF2B5EF4-FFF2-40B4-BE49-F238E27FC236}">
                  <a16:creationId xmlns:a16="http://schemas.microsoft.com/office/drawing/2014/main" id="{4EFBE450-169F-155C-72E9-20666EABFFEB}"/>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11" name="Group 1110">
            <a:extLst>
              <a:ext uri="{FF2B5EF4-FFF2-40B4-BE49-F238E27FC236}">
                <a16:creationId xmlns:a16="http://schemas.microsoft.com/office/drawing/2014/main" id="{31B97DE9-BC17-EC38-09A6-B17CA0902C6E}"/>
              </a:ext>
            </a:extLst>
          </p:cNvPr>
          <p:cNvGrpSpPr/>
          <p:nvPr/>
        </p:nvGrpSpPr>
        <p:grpSpPr>
          <a:xfrm>
            <a:off x="9651076" y="5143367"/>
            <a:ext cx="721206" cy="609701"/>
            <a:chOff x="9651076" y="5143367"/>
            <a:chExt cx="721206" cy="609701"/>
          </a:xfrm>
        </p:grpSpPr>
        <p:sp>
          <p:nvSpPr>
            <p:cNvPr id="1112" name="Rectangle 1111">
              <a:hlinkHover r:id="" action="ppaction://noaction" highlightClick="1"/>
              <a:extLst>
                <a:ext uri="{FF2B5EF4-FFF2-40B4-BE49-F238E27FC236}">
                  <a16:creationId xmlns:a16="http://schemas.microsoft.com/office/drawing/2014/main" id="{20F56F80-4134-9A56-722B-12D965EF47C2}"/>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1113" name="Oval 1112">
              <a:extLst>
                <a:ext uri="{FF2B5EF4-FFF2-40B4-BE49-F238E27FC236}">
                  <a16:creationId xmlns:a16="http://schemas.microsoft.com/office/drawing/2014/main" id="{50244B68-CB16-F02E-2BD3-988BD587520B}"/>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14" name="Isosceles Triangle 648">
              <a:extLst>
                <a:ext uri="{FF2B5EF4-FFF2-40B4-BE49-F238E27FC236}">
                  <a16:creationId xmlns:a16="http://schemas.microsoft.com/office/drawing/2014/main" id="{D4F1208C-908D-760F-2843-731DE11115B7}"/>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15" name="Group 1114">
            <a:extLst>
              <a:ext uri="{FF2B5EF4-FFF2-40B4-BE49-F238E27FC236}">
                <a16:creationId xmlns:a16="http://schemas.microsoft.com/office/drawing/2014/main" id="{68085118-11F0-BDDE-EC27-597E68652CEE}"/>
              </a:ext>
            </a:extLst>
          </p:cNvPr>
          <p:cNvGrpSpPr/>
          <p:nvPr/>
        </p:nvGrpSpPr>
        <p:grpSpPr>
          <a:xfrm>
            <a:off x="9657612" y="3698231"/>
            <a:ext cx="721206" cy="609701"/>
            <a:chOff x="9657612" y="3698231"/>
            <a:chExt cx="721206" cy="609701"/>
          </a:xfrm>
        </p:grpSpPr>
        <p:sp>
          <p:nvSpPr>
            <p:cNvPr id="1116" name="Rectangle 1115">
              <a:hlinkHover r:id="" action="ppaction://noaction" highlightClick="1"/>
              <a:extLst>
                <a:ext uri="{FF2B5EF4-FFF2-40B4-BE49-F238E27FC236}">
                  <a16:creationId xmlns:a16="http://schemas.microsoft.com/office/drawing/2014/main" id="{0DD0A418-BB9C-DA93-EFF0-6B834FD6590D}"/>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1117" name="Oval 1116">
              <a:extLst>
                <a:ext uri="{FF2B5EF4-FFF2-40B4-BE49-F238E27FC236}">
                  <a16:creationId xmlns:a16="http://schemas.microsoft.com/office/drawing/2014/main" id="{80FC2ADB-26D8-B6F8-49F4-BAA82D921EF7}"/>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18" name="Isosceles Triangle 648">
              <a:extLst>
                <a:ext uri="{FF2B5EF4-FFF2-40B4-BE49-F238E27FC236}">
                  <a16:creationId xmlns:a16="http://schemas.microsoft.com/office/drawing/2014/main" id="{E5C21D91-984F-91F2-6F3E-30EC53E47B39}"/>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19" name="Group 1118">
            <a:extLst>
              <a:ext uri="{FF2B5EF4-FFF2-40B4-BE49-F238E27FC236}">
                <a16:creationId xmlns:a16="http://schemas.microsoft.com/office/drawing/2014/main" id="{098276AC-06DF-7074-E8F2-5B845D76C2F2}"/>
              </a:ext>
            </a:extLst>
          </p:cNvPr>
          <p:cNvGrpSpPr/>
          <p:nvPr/>
        </p:nvGrpSpPr>
        <p:grpSpPr>
          <a:xfrm>
            <a:off x="10506928" y="3698227"/>
            <a:ext cx="721206" cy="609701"/>
            <a:chOff x="10506928" y="3698227"/>
            <a:chExt cx="721206" cy="609701"/>
          </a:xfrm>
        </p:grpSpPr>
        <p:sp>
          <p:nvSpPr>
            <p:cNvPr id="1120" name="Rectangle 1119">
              <a:hlinkHover r:id="" action="ppaction://noaction" highlightClick="1"/>
              <a:extLst>
                <a:ext uri="{FF2B5EF4-FFF2-40B4-BE49-F238E27FC236}">
                  <a16:creationId xmlns:a16="http://schemas.microsoft.com/office/drawing/2014/main" id="{8A9CFBC1-F8A2-5682-8BD6-738FCB620B10}"/>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1121" name="Oval 1120">
              <a:extLst>
                <a:ext uri="{FF2B5EF4-FFF2-40B4-BE49-F238E27FC236}">
                  <a16:creationId xmlns:a16="http://schemas.microsoft.com/office/drawing/2014/main" id="{CD02DA6F-F7B1-A06C-64C0-B958F18E8085}"/>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2" name="Isosceles Triangle 648">
              <a:extLst>
                <a:ext uri="{FF2B5EF4-FFF2-40B4-BE49-F238E27FC236}">
                  <a16:creationId xmlns:a16="http://schemas.microsoft.com/office/drawing/2014/main" id="{C2A57B33-1F52-0CFD-CDED-55A247E1245D}"/>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23" name="Group 1122">
            <a:extLst>
              <a:ext uri="{FF2B5EF4-FFF2-40B4-BE49-F238E27FC236}">
                <a16:creationId xmlns:a16="http://schemas.microsoft.com/office/drawing/2014/main" id="{F40A63AF-3F81-669C-EC32-320C642C3C8C}"/>
              </a:ext>
            </a:extLst>
          </p:cNvPr>
          <p:cNvGrpSpPr/>
          <p:nvPr/>
        </p:nvGrpSpPr>
        <p:grpSpPr>
          <a:xfrm>
            <a:off x="8808417" y="5135710"/>
            <a:ext cx="721206" cy="609701"/>
            <a:chOff x="8808417" y="5135710"/>
            <a:chExt cx="721206" cy="609701"/>
          </a:xfrm>
        </p:grpSpPr>
        <p:sp>
          <p:nvSpPr>
            <p:cNvPr id="1124" name="Rectangle 1123">
              <a:hlinkHover r:id="" action="ppaction://noaction" highlightClick="1"/>
              <a:extLst>
                <a:ext uri="{FF2B5EF4-FFF2-40B4-BE49-F238E27FC236}">
                  <a16:creationId xmlns:a16="http://schemas.microsoft.com/office/drawing/2014/main" id="{4C705B33-B9EB-D7F8-6213-4FCF71A084F6}"/>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1125" name="Oval 1124">
              <a:extLst>
                <a:ext uri="{FF2B5EF4-FFF2-40B4-BE49-F238E27FC236}">
                  <a16:creationId xmlns:a16="http://schemas.microsoft.com/office/drawing/2014/main" id="{FD857D7B-E648-AE40-00DA-3F640ECA9F0E}"/>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6" name="Isosceles Triangle 648">
              <a:extLst>
                <a:ext uri="{FF2B5EF4-FFF2-40B4-BE49-F238E27FC236}">
                  <a16:creationId xmlns:a16="http://schemas.microsoft.com/office/drawing/2014/main" id="{E31202B0-4FD2-9376-2BE1-71B320946B9B}"/>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41" name="Group 1140">
            <a:extLst>
              <a:ext uri="{FF2B5EF4-FFF2-40B4-BE49-F238E27FC236}">
                <a16:creationId xmlns:a16="http://schemas.microsoft.com/office/drawing/2014/main" id="{50CDBC27-F664-6AA9-508E-42D242256217}"/>
              </a:ext>
            </a:extLst>
          </p:cNvPr>
          <p:cNvGrpSpPr/>
          <p:nvPr/>
        </p:nvGrpSpPr>
        <p:grpSpPr>
          <a:xfrm>
            <a:off x="7957572" y="1532276"/>
            <a:ext cx="721206" cy="609701"/>
            <a:chOff x="7957572" y="1532276"/>
            <a:chExt cx="721206" cy="609701"/>
          </a:xfrm>
        </p:grpSpPr>
        <p:sp>
          <p:nvSpPr>
            <p:cNvPr id="1142" name="Rectangle 1141">
              <a:hlinkHover r:id="" action="ppaction://noaction" highlightClick="1"/>
              <a:extLst>
                <a:ext uri="{FF2B5EF4-FFF2-40B4-BE49-F238E27FC236}">
                  <a16:creationId xmlns:a16="http://schemas.microsoft.com/office/drawing/2014/main" id="{EBCCC2CC-4CC3-49D6-B161-4B1D1663FBA4}"/>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1143" name="Rectangle 1142">
              <a:extLst>
                <a:ext uri="{FF2B5EF4-FFF2-40B4-BE49-F238E27FC236}">
                  <a16:creationId xmlns:a16="http://schemas.microsoft.com/office/drawing/2014/main" id="{A7CBCCBB-C647-D91C-1EB2-D2ACADE9C1D4}"/>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44" name="Oval 15">
              <a:extLst>
                <a:ext uri="{FF2B5EF4-FFF2-40B4-BE49-F238E27FC236}">
                  <a16:creationId xmlns:a16="http://schemas.microsoft.com/office/drawing/2014/main" id="{4BAA71F0-30E0-7100-E9E8-F377BE41A4CE}"/>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45" name="Straight Connector 1144">
              <a:extLst>
                <a:ext uri="{FF2B5EF4-FFF2-40B4-BE49-F238E27FC236}">
                  <a16:creationId xmlns:a16="http://schemas.microsoft.com/office/drawing/2014/main" id="{462652AC-40DD-CDFF-C8E9-1B2AB6BF89FA}"/>
                </a:ext>
              </a:extLst>
            </p:cNvPr>
            <p:cNvCxnSpPr>
              <a:cxnSpLocks/>
              <a:stCxn id="1144"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46" name="Straight Connector 1145">
              <a:extLst>
                <a:ext uri="{FF2B5EF4-FFF2-40B4-BE49-F238E27FC236}">
                  <a16:creationId xmlns:a16="http://schemas.microsoft.com/office/drawing/2014/main" id="{98FBCDE8-A9EC-CB33-E7EF-62B0C8FB568C}"/>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47" name="Group 1146">
            <a:extLst>
              <a:ext uri="{FF2B5EF4-FFF2-40B4-BE49-F238E27FC236}">
                <a16:creationId xmlns:a16="http://schemas.microsoft.com/office/drawing/2014/main" id="{9AECA806-97A0-FD5D-1479-FDC1C12EB303}"/>
              </a:ext>
            </a:extLst>
          </p:cNvPr>
          <p:cNvGrpSpPr/>
          <p:nvPr/>
        </p:nvGrpSpPr>
        <p:grpSpPr>
          <a:xfrm>
            <a:off x="9656904" y="1532276"/>
            <a:ext cx="721206" cy="609701"/>
            <a:chOff x="9656904" y="1532276"/>
            <a:chExt cx="721206" cy="609701"/>
          </a:xfrm>
        </p:grpSpPr>
        <p:sp>
          <p:nvSpPr>
            <p:cNvPr id="1148" name="Rectangle 1147">
              <a:extLst>
                <a:ext uri="{FF2B5EF4-FFF2-40B4-BE49-F238E27FC236}">
                  <a16:creationId xmlns:a16="http://schemas.microsoft.com/office/drawing/2014/main" id="{C3BE7C25-39F0-49AB-B049-2BAF4F645774}"/>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149" name="Rectangle 1148">
              <a:extLst>
                <a:ext uri="{FF2B5EF4-FFF2-40B4-BE49-F238E27FC236}">
                  <a16:creationId xmlns:a16="http://schemas.microsoft.com/office/drawing/2014/main" id="{DD9D5B1F-BAE0-0EFB-4700-EAE7B716D465}"/>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50" name="Oval 15">
              <a:extLst>
                <a:ext uri="{FF2B5EF4-FFF2-40B4-BE49-F238E27FC236}">
                  <a16:creationId xmlns:a16="http://schemas.microsoft.com/office/drawing/2014/main" id="{42DD946A-2C61-4F92-9CD4-6E774B7D1AD0}"/>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51" name="Straight Connector 1150">
              <a:extLst>
                <a:ext uri="{FF2B5EF4-FFF2-40B4-BE49-F238E27FC236}">
                  <a16:creationId xmlns:a16="http://schemas.microsoft.com/office/drawing/2014/main" id="{7BDAAFE8-51FD-7ED2-63A6-0CC82E9134E8}"/>
                </a:ext>
              </a:extLst>
            </p:cNvPr>
            <p:cNvCxnSpPr>
              <a:cxnSpLocks/>
              <a:stCxn id="1150"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52" name="Straight Connector 1151">
              <a:extLst>
                <a:ext uri="{FF2B5EF4-FFF2-40B4-BE49-F238E27FC236}">
                  <a16:creationId xmlns:a16="http://schemas.microsoft.com/office/drawing/2014/main" id="{A898C250-547F-6830-497B-4DC8175FE924}"/>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81" name="Group 1180">
            <a:extLst>
              <a:ext uri="{FF2B5EF4-FFF2-40B4-BE49-F238E27FC236}">
                <a16:creationId xmlns:a16="http://schemas.microsoft.com/office/drawing/2014/main" id="{EF36285D-B3CA-77C5-EE3C-728FAEB39431}"/>
              </a:ext>
            </a:extLst>
          </p:cNvPr>
          <p:cNvGrpSpPr/>
          <p:nvPr/>
        </p:nvGrpSpPr>
        <p:grpSpPr>
          <a:xfrm>
            <a:off x="11356242" y="811556"/>
            <a:ext cx="721206" cy="609701"/>
            <a:chOff x="11356242" y="811556"/>
            <a:chExt cx="721206" cy="609701"/>
          </a:xfrm>
        </p:grpSpPr>
        <p:sp>
          <p:nvSpPr>
            <p:cNvPr id="1182" name="Rectangle 1181">
              <a:hlinkHover r:id="" action="ppaction://noaction" highlightClick="1"/>
              <a:extLst>
                <a:ext uri="{FF2B5EF4-FFF2-40B4-BE49-F238E27FC236}">
                  <a16:creationId xmlns:a16="http://schemas.microsoft.com/office/drawing/2014/main" id="{C05ABAD8-3158-E908-55B3-F6C73A1D735E}"/>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1183" name="Oval 1182">
              <a:extLst>
                <a:ext uri="{FF2B5EF4-FFF2-40B4-BE49-F238E27FC236}">
                  <a16:creationId xmlns:a16="http://schemas.microsoft.com/office/drawing/2014/main" id="{2803A211-C56B-F65B-B15E-0D859B155282}"/>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84" name="Isosceles Triangle 648">
              <a:extLst>
                <a:ext uri="{FF2B5EF4-FFF2-40B4-BE49-F238E27FC236}">
                  <a16:creationId xmlns:a16="http://schemas.microsoft.com/office/drawing/2014/main" id="{AC75CBDE-050B-387F-96A0-07221324B23D}"/>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85" name="Group 1184">
            <a:extLst>
              <a:ext uri="{FF2B5EF4-FFF2-40B4-BE49-F238E27FC236}">
                <a16:creationId xmlns:a16="http://schemas.microsoft.com/office/drawing/2014/main" id="{7C9819C3-9FAC-227E-5AB7-BB1DA2F49744}"/>
              </a:ext>
            </a:extLst>
          </p:cNvPr>
          <p:cNvGrpSpPr/>
          <p:nvPr/>
        </p:nvGrpSpPr>
        <p:grpSpPr>
          <a:xfrm>
            <a:off x="8807249" y="811555"/>
            <a:ext cx="721206" cy="609701"/>
            <a:chOff x="8807249" y="811555"/>
            <a:chExt cx="721206" cy="609701"/>
          </a:xfrm>
        </p:grpSpPr>
        <p:sp>
          <p:nvSpPr>
            <p:cNvPr id="1186" name="Rectangle 1185">
              <a:hlinkHover r:id="" action="ppaction://noaction" highlightClick="1"/>
              <a:extLst>
                <a:ext uri="{FF2B5EF4-FFF2-40B4-BE49-F238E27FC236}">
                  <a16:creationId xmlns:a16="http://schemas.microsoft.com/office/drawing/2014/main" id="{5D85D14C-C41E-89CB-B094-2FBC86AE8667}"/>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1187" name="Diamond 1186">
              <a:extLst>
                <a:ext uri="{FF2B5EF4-FFF2-40B4-BE49-F238E27FC236}">
                  <a16:creationId xmlns:a16="http://schemas.microsoft.com/office/drawing/2014/main" id="{FB052EDB-52C1-E064-CF86-FE0D2D19A52E}"/>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88" name="Oval 1187">
              <a:extLst>
                <a:ext uri="{FF2B5EF4-FFF2-40B4-BE49-F238E27FC236}">
                  <a16:creationId xmlns:a16="http://schemas.microsoft.com/office/drawing/2014/main" id="{A56239AD-993B-5FD1-165C-0B3CE4D3AFB2}"/>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89" name="Group 1188">
            <a:extLst>
              <a:ext uri="{FF2B5EF4-FFF2-40B4-BE49-F238E27FC236}">
                <a16:creationId xmlns:a16="http://schemas.microsoft.com/office/drawing/2014/main" id="{5A370A90-E41E-2450-337A-B996B35677F4}"/>
              </a:ext>
            </a:extLst>
          </p:cNvPr>
          <p:cNvGrpSpPr/>
          <p:nvPr/>
        </p:nvGrpSpPr>
        <p:grpSpPr>
          <a:xfrm>
            <a:off x="8808419" y="3705986"/>
            <a:ext cx="721206" cy="609701"/>
            <a:chOff x="8808419" y="3705986"/>
            <a:chExt cx="721206" cy="609701"/>
          </a:xfrm>
        </p:grpSpPr>
        <p:sp>
          <p:nvSpPr>
            <p:cNvPr id="1190" name="Rectangle 1189">
              <a:hlinkHover r:id="" action="ppaction://noaction" highlightClick="1"/>
              <a:extLst>
                <a:ext uri="{FF2B5EF4-FFF2-40B4-BE49-F238E27FC236}">
                  <a16:creationId xmlns:a16="http://schemas.microsoft.com/office/drawing/2014/main" id="{77238373-0438-B658-50F1-301A9B1BC2B8}"/>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1191" name="Oval 1190">
              <a:extLst>
                <a:ext uri="{FF2B5EF4-FFF2-40B4-BE49-F238E27FC236}">
                  <a16:creationId xmlns:a16="http://schemas.microsoft.com/office/drawing/2014/main" id="{CD462D25-A9C7-EBB4-4651-E1B3B7AE59D9}"/>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92" name="Isosceles Triangle 648">
              <a:extLst>
                <a:ext uri="{FF2B5EF4-FFF2-40B4-BE49-F238E27FC236}">
                  <a16:creationId xmlns:a16="http://schemas.microsoft.com/office/drawing/2014/main" id="{BEB94B98-843C-FB91-6841-D32FD21635E9}"/>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93" name="Group 1192">
            <a:extLst>
              <a:ext uri="{FF2B5EF4-FFF2-40B4-BE49-F238E27FC236}">
                <a16:creationId xmlns:a16="http://schemas.microsoft.com/office/drawing/2014/main" id="{986F0838-C14E-344E-E552-91E3176275AC}"/>
              </a:ext>
            </a:extLst>
          </p:cNvPr>
          <p:cNvGrpSpPr/>
          <p:nvPr/>
        </p:nvGrpSpPr>
        <p:grpSpPr>
          <a:xfrm>
            <a:off x="431659" y="90836"/>
            <a:ext cx="721210" cy="609701"/>
            <a:chOff x="431659" y="90836"/>
            <a:chExt cx="721210" cy="609701"/>
          </a:xfrm>
        </p:grpSpPr>
        <p:sp>
          <p:nvSpPr>
            <p:cNvPr id="1194" name="Rectangle 1193">
              <a:extLst>
                <a:ext uri="{FF2B5EF4-FFF2-40B4-BE49-F238E27FC236}">
                  <a16:creationId xmlns:a16="http://schemas.microsoft.com/office/drawing/2014/main" id="{C252F914-E269-D5CD-9560-93687C3BBE7F}"/>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1195" name="Rectangle 1194">
              <a:extLst>
                <a:ext uri="{FF2B5EF4-FFF2-40B4-BE49-F238E27FC236}">
                  <a16:creationId xmlns:a16="http://schemas.microsoft.com/office/drawing/2014/main" id="{9332D766-CA9D-BF47-1D5A-9949BCB4767B}"/>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96" name="Oval 15">
              <a:extLst>
                <a:ext uri="{FF2B5EF4-FFF2-40B4-BE49-F238E27FC236}">
                  <a16:creationId xmlns:a16="http://schemas.microsoft.com/office/drawing/2014/main" id="{ED34BB92-68B9-A034-9A23-62C2F2582C90}"/>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97" name="Straight Connector 1196">
              <a:extLst>
                <a:ext uri="{FF2B5EF4-FFF2-40B4-BE49-F238E27FC236}">
                  <a16:creationId xmlns:a16="http://schemas.microsoft.com/office/drawing/2014/main" id="{540F568F-4811-E044-E565-951AFC192F9F}"/>
                </a:ext>
              </a:extLst>
            </p:cNvPr>
            <p:cNvCxnSpPr>
              <a:cxnSpLocks/>
              <a:stCxn id="1196"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198" name="Straight Connector 1197">
              <a:extLst>
                <a:ext uri="{FF2B5EF4-FFF2-40B4-BE49-F238E27FC236}">
                  <a16:creationId xmlns:a16="http://schemas.microsoft.com/office/drawing/2014/main" id="{98B4FE46-2ECB-A7A0-EDBC-EE6237A1BA60}"/>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99" name="Group 1198">
            <a:extLst>
              <a:ext uri="{FF2B5EF4-FFF2-40B4-BE49-F238E27FC236}">
                <a16:creationId xmlns:a16="http://schemas.microsoft.com/office/drawing/2014/main" id="{5205010D-C2CA-E511-6B4B-41B0D101D068}"/>
              </a:ext>
            </a:extLst>
          </p:cNvPr>
          <p:cNvGrpSpPr/>
          <p:nvPr/>
        </p:nvGrpSpPr>
        <p:grpSpPr>
          <a:xfrm>
            <a:off x="1267282" y="90836"/>
            <a:ext cx="721206" cy="609701"/>
            <a:chOff x="1267282" y="90836"/>
            <a:chExt cx="721206" cy="609701"/>
          </a:xfrm>
        </p:grpSpPr>
        <p:sp>
          <p:nvSpPr>
            <p:cNvPr id="1200" name="Rectangle 1199">
              <a:extLst>
                <a:ext uri="{FF2B5EF4-FFF2-40B4-BE49-F238E27FC236}">
                  <a16:creationId xmlns:a16="http://schemas.microsoft.com/office/drawing/2014/main" id="{E86DA67F-5D09-75F2-5B60-59200AF8B057}"/>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1201" name="Rectangle 1200">
              <a:extLst>
                <a:ext uri="{FF2B5EF4-FFF2-40B4-BE49-F238E27FC236}">
                  <a16:creationId xmlns:a16="http://schemas.microsoft.com/office/drawing/2014/main" id="{DC298886-F1D8-AF63-C9EB-BCF10E9C920F}"/>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02" name="Oval 15">
              <a:extLst>
                <a:ext uri="{FF2B5EF4-FFF2-40B4-BE49-F238E27FC236}">
                  <a16:creationId xmlns:a16="http://schemas.microsoft.com/office/drawing/2014/main" id="{C95C9515-F297-38CD-0538-07BD13F19B34}"/>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03" name="Straight Connector 1202">
              <a:extLst>
                <a:ext uri="{FF2B5EF4-FFF2-40B4-BE49-F238E27FC236}">
                  <a16:creationId xmlns:a16="http://schemas.microsoft.com/office/drawing/2014/main" id="{CA04EE03-7E98-2398-9D4A-147CFFB22CE8}"/>
                </a:ext>
              </a:extLst>
            </p:cNvPr>
            <p:cNvCxnSpPr>
              <a:cxnSpLocks/>
              <a:stCxn id="1202"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204" name="Straight Connector 1203">
              <a:extLst>
                <a:ext uri="{FF2B5EF4-FFF2-40B4-BE49-F238E27FC236}">
                  <a16:creationId xmlns:a16="http://schemas.microsoft.com/office/drawing/2014/main" id="{A3268DC0-0F00-AACD-28E5-2547F93E9699}"/>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05" name="Group 1204">
            <a:extLst>
              <a:ext uri="{FF2B5EF4-FFF2-40B4-BE49-F238E27FC236}">
                <a16:creationId xmlns:a16="http://schemas.microsoft.com/office/drawing/2014/main" id="{A0546AD8-440B-1AAE-7F6E-C6A6DFC3D2B7}"/>
              </a:ext>
            </a:extLst>
          </p:cNvPr>
          <p:cNvGrpSpPr/>
          <p:nvPr/>
        </p:nvGrpSpPr>
        <p:grpSpPr>
          <a:xfrm>
            <a:off x="2102907" y="90836"/>
            <a:ext cx="721206" cy="609701"/>
            <a:chOff x="2102907" y="90836"/>
            <a:chExt cx="721206" cy="609701"/>
          </a:xfrm>
        </p:grpSpPr>
        <p:sp>
          <p:nvSpPr>
            <p:cNvPr id="1206" name="Rectangle 1205">
              <a:extLst>
                <a:ext uri="{FF2B5EF4-FFF2-40B4-BE49-F238E27FC236}">
                  <a16:creationId xmlns:a16="http://schemas.microsoft.com/office/drawing/2014/main" id="{2FE1AEA1-3C3E-F72F-1826-4F47DE51A850}"/>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1207" name="Rectangle 1206">
              <a:extLst>
                <a:ext uri="{FF2B5EF4-FFF2-40B4-BE49-F238E27FC236}">
                  <a16:creationId xmlns:a16="http://schemas.microsoft.com/office/drawing/2014/main" id="{F08E0D17-E9E8-2589-222C-B78BC2B4C0EA}"/>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08" name="Oval 15">
              <a:extLst>
                <a:ext uri="{FF2B5EF4-FFF2-40B4-BE49-F238E27FC236}">
                  <a16:creationId xmlns:a16="http://schemas.microsoft.com/office/drawing/2014/main" id="{26519099-9009-3490-D9B7-79C4FFAF7D08}"/>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09" name="Straight Connector 1208">
              <a:extLst>
                <a:ext uri="{FF2B5EF4-FFF2-40B4-BE49-F238E27FC236}">
                  <a16:creationId xmlns:a16="http://schemas.microsoft.com/office/drawing/2014/main" id="{86BFC4A1-F1E4-691E-471C-7F2966240E62}"/>
                </a:ext>
              </a:extLst>
            </p:cNvPr>
            <p:cNvCxnSpPr>
              <a:cxnSpLocks/>
              <a:stCxn id="1208"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210" name="Straight Connector 1209">
              <a:extLst>
                <a:ext uri="{FF2B5EF4-FFF2-40B4-BE49-F238E27FC236}">
                  <a16:creationId xmlns:a16="http://schemas.microsoft.com/office/drawing/2014/main" id="{27CABC11-B213-EB20-65BB-FBBE27AA4692}"/>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11" name="Group 1210">
            <a:extLst>
              <a:ext uri="{FF2B5EF4-FFF2-40B4-BE49-F238E27FC236}">
                <a16:creationId xmlns:a16="http://schemas.microsoft.com/office/drawing/2014/main" id="{3411C204-488F-C929-7872-FE40BD7C0F34}"/>
              </a:ext>
            </a:extLst>
          </p:cNvPr>
          <p:cNvGrpSpPr/>
          <p:nvPr/>
        </p:nvGrpSpPr>
        <p:grpSpPr>
          <a:xfrm>
            <a:off x="1269626" y="4419615"/>
            <a:ext cx="721206" cy="609701"/>
            <a:chOff x="1269626" y="4419615"/>
            <a:chExt cx="721206" cy="609701"/>
          </a:xfrm>
        </p:grpSpPr>
        <p:sp>
          <p:nvSpPr>
            <p:cNvPr id="1212" name="Rectangle 1211">
              <a:extLst>
                <a:ext uri="{FF2B5EF4-FFF2-40B4-BE49-F238E27FC236}">
                  <a16:creationId xmlns:a16="http://schemas.microsoft.com/office/drawing/2014/main" id="{BEA909CF-C280-608B-45F4-2E2B78BF0B40}"/>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1213" name="Cylinder 1212">
              <a:extLst>
                <a:ext uri="{FF2B5EF4-FFF2-40B4-BE49-F238E27FC236}">
                  <a16:creationId xmlns:a16="http://schemas.microsoft.com/office/drawing/2014/main" id="{DB59281D-7A0D-16E7-E9DE-5AEFBE42162C}"/>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14" name="Group 1213">
            <a:extLst>
              <a:ext uri="{FF2B5EF4-FFF2-40B4-BE49-F238E27FC236}">
                <a16:creationId xmlns:a16="http://schemas.microsoft.com/office/drawing/2014/main" id="{0980D1DE-4303-9A27-6011-D558E8F10475}"/>
              </a:ext>
            </a:extLst>
          </p:cNvPr>
          <p:cNvGrpSpPr/>
          <p:nvPr/>
        </p:nvGrpSpPr>
        <p:grpSpPr>
          <a:xfrm>
            <a:off x="432841" y="4419615"/>
            <a:ext cx="721206" cy="609701"/>
            <a:chOff x="432841" y="4419615"/>
            <a:chExt cx="721206" cy="609701"/>
          </a:xfrm>
        </p:grpSpPr>
        <p:sp>
          <p:nvSpPr>
            <p:cNvPr id="1215" name="Rectangle 1214">
              <a:extLst>
                <a:ext uri="{FF2B5EF4-FFF2-40B4-BE49-F238E27FC236}">
                  <a16:creationId xmlns:a16="http://schemas.microsoft.com/office/drawing/2014/main" id="{960BD4DF-BAAD-D9EA-8869-68A8B7C8450A}"/>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1216" name="Cylinder 1215">
              <a:extLst>
                <a:ext uri="{FF2B5EF4-FFF2-40B4-BE49-F238E27FC236}">
                  <a16:creationId xmlns:a16="http://schemas.microsoft.com/office/drawing/2014/main" id="{128FA35B-AAE4-FD4D-D645-43E0C20CC13F}"/>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17" name="Group 1216">
            <a:extLst>
              <a:ext uri="{FF2B5EF4-FFF2-40B4-BE49-F238E27FC236}">
                <a16:creationId xmlns:a16="http://schemas.microsoft.com/office/drawing/2014/main" id="{A2432B87-B5D5-602D-9CCE-6FC710DA656A}"/>
              </a:ext>
            </a:extLst>
          </p:cNvPr>
          <p:cNvGrpSpPr/>
          <p:nvPr/>
        </p:nvGrpSpPr>
        <p:grpSpPr>
          <a:xfrm>
            <a:off x="1268467" y="5141008"/>
            <a:ext cx="721206" cy="609701"/>
            <a:chOff x="1268467" y="5141008"/>
            <a:chExt cx="721206" cy="609701"/>
          </a:xfrm>
        </p:grpSpPr>
        <p:sp>
          <p:nvSpPr>
            <p:cNvPr id="1218" name="Rectangle 1217">
              <a:extLst>
                <a:ext uri="{FF2B5EF4-FFF2-40B4-BE49-F238E27FC236}">
                  <a16:creationId xmlns:a16="http://schemas.microsoft.com/office/drawing/2014/main" id="{9A0E320E-4F27-0C39-94FF-A191B7C2CB6B}"/>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1219" name="Cylinder 1218">
              <a:extLst>
                <a:ext uri="{FF2B5EF4-FFF2-40B4-BE49-F238E27FC236}">
                  <a16:creationId xmlns:a16="http://schemas.microsoft.com/office/drawing/2014/main" id="{ED7E3EA5-69F2-A066-8A31-74CDF73D0DA4}"/>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20" name="Group 1219">
            <a:extLst>
              <a:ext uri="{FF2B5EF4-FFF2-40B4-BE49-F238E27FC236}">
                <a16:creationId xmlns:a16="http://schemas.microsoft.com/office/drawing/2014/main" id="{B7ED27DA-60D1-1222-1B97-80BF621006CE}"/>
              </a:ext>
            </a:extLst>
          </p:cNvPr>
          <p:cNvGrpSpPr/>
          <p:nvPr/>
        </p:nvGrpSpPr>
        <p:grpSpPr>
          <a:xfrm>
            <a:off x="431297" y="5141008"/>
            <a:ext cx="721206" cy="609701"/>
            <a:chOff x="431297" y="5141008"/>
            <a:chExt cx="721206" cy="609701"/>
          </a:xfrm>
        </p:grpSpPr>
        <p:sp>
          <p:nvSpPr>
            <p:cNvPr id="1221" name="Rectangle 1220">
              <a:extLst>
                <a:ext uri="{FF2B5EF4-FFF2-40B4-BE49-F238E27FC236}">
                  <a16:creationId xmlns:a16="http://schemas.microsoft.com/office/drawing/2014/main" id="{5F42EECC-EA86-99D8-F3A2-CF738DFA01B5}"/>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1222" name="Cylinder 1221">
              <a:extLst>
                <a:ext uri="{FF2B5EF4-FFF2-40B4-BE49-F238E27FC236}">
                  <a16:creationId xmlns:a16="http://schemas.microsoft.com/office/drawing/2014/main" id="{389360B5-378D-1BAD-1635-EEBACD8FA200}"/>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23" name="Group 1222">
            <a:extLst>
              <a:ext uri="{FF2B5EF4-FFF2-40B4-BE49-F238E27FC236}">
                <a16:creationId xmlns:a16="http://schemas.microsoft.com/office/drawing/2014/main" id="{1764E531-01B2-F9FE-CE00-720D6904F01D}"/>
              </a:ext>
            </a:extLst>
          </p:cNvPr>
          <p:cNvGrpSpPr/>
          <p:nvPr/>
        </p:nvGrpSpPr>
        <p:grpSpPr>
          <a:xfrm>
            <a:off x="431660" y="3698226"/>
            <a:ext cx="721206" cy="609701"/>
            <a:chOff x="431660" y="3698226"/>
            <a:chExt cx="721206" cy="609701"/>
          </a:xfrm>
        </p:grpSpPr>
        <p:sp>
          <p:nvSpPr>
            <p:cNvPr id="1224" name="Rectangle 1223">
              <a:extLst>
                <a:ext uri="{FF2B5EF4-FFF2-40B4-BE49-F238E27FC236}">
                  <a16:creationId xmlns:a16="http://schemas.microsoft.com/office/drawing/2014/main" id="{564F7F95-E9F8-9BDD-4335-ECEE9A679C8D}"/>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1225" name="Right Triangle 1224">
              <a:extLst>
                <a:ext uri="{FF2B5EF4-FFF2-40B4-BE49-F238E27FC236}">
                  <a16:creationId xmlns:a16="http://schemas.microsoft.com/office/drawing/2014/main" id="{21136108-4FE6-CE36-CF09-8AAD44BBB3E5}"/>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26" name="Group 1225">
              <a:extLst>
                <a:ext uri="{FF2B5EF4-FFF2-40B4-BE49-F238E27FC236}">
                  <a16:creationId xmlns:a16="http://schemas.microsoft.com/office/drawing/2014/main" id="{D3D4419F-F376-84A2-0BB8-41418C3B99B8}"/>
                </a:ext>
              </a:extLst>
            </p:cNvPr>
            <p:cNvGrpSpPr/>
            <p:nvPr/>
          </p:nvGrpSpPr>
          <p:grpSpPr>
            <a:xfrm>
              <a:off x="1102253" y="3706270"/>
              <a:ext cx="37817" cy="61390"/>
              <a:chOff x="3883481" y="2057400"/>
              <a:chExt cx="1608363" cy="2652031"/>
            </a:xfrm>
            <a:solidFill>
              <a:srgbClr val="A6A6A6">
                <a:alpha val="20000"/>
              </a:srgbClr>
            </a:solidFill>
          </p:grpSpPr>
          <p:sp>
            <p:nvSpPr>
              <p:cNvPr id="1227" name="Oval 27">
                <a:extLst>
                  <a:ext uri="{FF2B5EF4-FFF2-40B4-BE49-F238E27FC236}">
                    <a16:creationId xmlns:a16="http://schemas.microsoft.com/office/drawing/2014/main" id="{C313F21D-7D96-EC4F-950C-9A780BCD8DC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28" name="Oval 28">
                <a:extLst>
                  <a:ext uri="{FF2B5EF4-FFF2-40B4-BE49-F238E27FC236}">
                    <a16:creationId xmlns:a16="http://schemas.microsoft.com/office/drawing/2014/main" id="{A5109C7E-1870-59DB-405A-81AF3BC3152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29" name="Group 1228">
            <a:extLst>
              <a:ext uri="{FF2B5EF4-FFF2-40B4-BE49-F238E27FC236}">
                <a16:creationId xmlns:a16="http://schemas.microsoft.com/office/drawing/2014/main" id="{DDBD7E6B-EB84-8A0D-97F1-268B5B428AF9}"/>
              </a:ext>
            </a:extLst>
          </p:cNvPr>
          <p:cNvGrpSpPr/>
          <p:nvPr/>
        </p:nvGrpSpPr>
        <p:grpSpPr>
          <a:xfrm>
            <a:off x="2942399" y="3698227"/>
            <a:ext cx="721206" cy="609701"/>
            <a:chOff x="2942399" y="3698227"/>
            <a:chExt cx="721206" cy="609701"/>
          </a:xfrm>
        </p:grpSpPr>
        <p:sp>
          <p:nvSpPr>
            <p:cNvPr id="1230" name="Rectangle 1229">
              <a:extLst>
                <a:ext uri="{FF2B5EF4-FFF2-40B4-BE49-F238E27FC236}">
                  <a16:creationId xmlns:a16="http://schemas.microsoft.com/office/drawing/2014/main" id="{0E8CB0B6-CEB2-D4C7-6886-53F4B0D4842B}"/>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1231" name="Right Triangle 1230">
              <a:extLst>
                <a:ext uri="{FF2B5EF4-FFF2-40B4-BE49-F238E27FC236}">
                  <a16:creationId xmlns:a16="http://schemas.microsoft.com/office/drawing/2014/main" id="{3768C6D3-0145-FEEA-2CEC-1D7D1E189175}"/>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32" name="Group 1231">
              <a:extLst>
                <a:ext uri="{FF2B5EF4-FFF2-40B4-BE49-F238E27FC236}">
                  <a16:creationId xmlns:a16="http://schemas.microsoft.com/office/drawing/2014/main" id="{A8564348-66D3-4DE9-0D78-5D4D33F64BFD}"/>
                </a:ext>
              </a:extLst>
            </p:cNvPr>
            <p:cNvGrpSpPr/>
            <p:nvPr/>
          </p:nvGrpSpPr>
          <p:grpSpPr>
            <a:xfrm>
              <a:off x="3607767" y="3713057"/>
              <a:ext cx="37817" cy="61390"/>
              <a:chOff x="3883481" y="2057400"/>
              <a:chExt cx="1608363" cy="2652031"/>
            </a:xfrm>
            <a:solidFill>
              <a:srgbClr val="A6A6A6">
                <a:alpha val="20000"/>
              </a:srgbClr>
            </a:solidFill>
          </p:grpSpPr>
          <p:sp>
            <p:nvSpPr>
              <p:cNvPr id="1233" name="Oval 27">
                <a:extLst>
                  <a:ext uri="{FF2B5EF4-FFF2-40B4-BE49-F238E27FC236}">
                    <a16:creationId xmlns:a16="http://schemas.microsoft.com/office/drawing/2014/main" id="{FA8CD899-9F1E-C073-444F-4CA13566DF5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34" name="Oval 28">
                <a:extLst>
                  <a:ext uri="{FF2B5EF4-FFF2-40B4-BE49-F238E27FC236}">
                    <a16:creationId xmlns:a16="http://schemas.microsoft.com/office/drawing/2014/main" id="{C09DE249-C322-F0BA-7D0E-8FEEBAB24A5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41" name="Group 1240">
            <a:extLst>
              <a:ext uri="{FF2B5EF4-FFF2-40B4-BE49-F238E27FC236}">
                <a16:creationId xmlns:a16="http://schemas.microsoft.com/office/drawing/2014/main" id="{FA539515-F091-FF73-F0E1-7C622F47CBC1}"/>
              </a:ext>
            </a:extLst>
          </p:cNvPr>
          <p:cNvGrpSpPr/>
          <p:nvPr/>
        </p:nvGrpSpPr>
        <p:grpSpPr>
          <a:xfrm>
            <a:off x="1268346" y="3698208"/>
            <a:ext cx="721891" cy="610396"/>
            <a:chOff x="1268346" y="3698208"/>
            <a:chExt cx="721891" cy="610396"/>
          </a:xfrm>
        </p:grpSpPr>
        <p:sp>
          <p:nvSpPr>
            <p:cNvPr id="1242" name="Rectangle 1241">
              <a:extLst>
                <a:ext uri="{FF2B5EF4-FFF2-40B4-BE49-F238E27FC236}">
                  <a16:creationId xmlns:a16="http://schemas.microsoft.com/office/drawing/2014/main" id="{B9523DAB-ADD8-1C52-89D3-F61CDC17FC00}"/>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Passwordless Auth. (inc. FIDO 2.0)</a:t>
              </a:r>
            </a:p>
          </p:txBody>
        </p:sp>
        <p:sp>
          <p:nvSpPr>
            <p:cNvPr id="1243" name="Right Triangle 1242">
              <a:extLst>
                <a:ext uri="{FF2B5EF4-FFF2-40B4-BE49-F238E27FC236}">
                  <a16:creationId xmlns:a16="http://schemas.microsoft.com/office/drawing/2014/main" id="{A3F376B6-61CD-4F0A-597F-0A5258A809F9}"/>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44" name="Group 1243">
              <a:extLst>
                <a:ext uri="{FF2B5EF4-FFF2-40B4-BE49-F238E27FC236}">
                  <a16:creationId xmlns:a16="http://schemas.microsoft.com/office/drawing/2014/main" id="{613885CE-95FA-E7BD-43C9-ECE377B03E83}"/>
                </a:ext>
              </a:extLst>
            </p:cNvPr>
            <p:cNvGrpSpPr/>
            <p:nvPr/>
          </p:nvGrpSpPr>
          <p:grpSpPr>
            <a:xfrm>
              <a:off x="1939627" y="3704306"/>
              <a:ext cx="37817" cy="61390"/>
              <a:chOff x="3883481" y="2057400"/>
              <a:chExt cx="1608363" cy="2652031"/>
            </a:xfrm>
            <a:solidFill>
              <a:srgbClr val="A6A6A6">
                <a:alpha val="20000"/>
              </a:srgbClr>
            </a:solidFill>
          </p:grpSpPr>
          <p:sp>
            <p:nvSpPr>
              <p:cNvPr id="1245" name="Oval 27">
                <a:extLst>
                  <a:ext uri="{FF2B5EF4-FFF2-40B4-BE49-F238E27FC236}">
                    <a16:creationId xmlns:a16="http://schemas.microsoft.com/office/drawing/2014/main" id="{383B38DE-6212-76D8-78A3-7D483B111A4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6" name="Oval 28">
                <a:extLst>
                  <a:ext uri="{FF2B5EF4-FFF2-40B4-BE49-F238E27FC236}">
                    <a16:creationId xmlns:a16="http://schemas.microsoft.com/office/drawing/2014/main" id="{709C4F89-CB42-9005-FA55-E0E4B93D3F0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51" name="Group 1250">
            <a:extLst>
              <a:ext uri="{FF2B5EF4-FFF2-40B4-BE49-F238E27FC236}">
                <a16:creationId xmlns:a16="http://schemas.microsoft.com/office/drawing/2014/main" id="{91F2EF19-6E76-A1BA-6241-7D584AC74BAD}"/>
              </a:ext>
            </a:extLst>
          </p:cNvPr>
          <p:cNvGrpSpPr/>
          <p:nvPr/>
        </p:nvGrpSpPr>
        <p:grpSpPr>
          <a:xfrm>
            <a:off x="2105710" y="3698208"/>
            <a:ext cx="721206" cy="610396"/>
            <a:chOff x="2105710" y="3698208"/>
            <a:chExt cx="721206" cy="610396"/>
          </a:xfrm>
        </p:grpSpPr>
        <p:sp>
          <p:nvSpPr>
            <p:cNvPr id="1252" name="Rectangle 1251">
              <a:extLst>
                <a:ext uri="{FF2B5EF4-FFF2-40B4-BE49-F238E27FC236}">
                  <a16:creationId xmlns:a16="http://schemas.microsoft.com/office/drawing/2014/main" id="{32163F80-E004-58C0-2635-B454CFC9519F}"/>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1253" name="Right Triangle 1252">
              <a:extLst>
                <a:ext uri="{FF2B5EF4-FFF2-40B4-BE49-F238E27FC236}">
                  <a16:creationId xmlns:a16="http://schemas.microsoft.com/office/drawing/2014/main" id="{59BF86F2-1D3B-9834-D76C-9D48078C5FB7}"/>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54" name="Group 1253">
              <a:extLst>
                <a:ext uri="{FF2B5EF4-FFF2-40B4-BE49-F238E27FC236}">
                  <a16:creationId xmlns:a16="http://schemas.microsoft.com/office/drawing/2014/main" id="{0CB8B132-3282-E980-5552-872D9CC0BFFD}"/>
                </a:ext>
              </a:extLst>
            </p:cNvPr>
            <p:cNvGrpSpPr/>
            <p:nvPr/>
          </p:nvGrpSpPr>
          <p:grpSpPr>
            <a:xfrm>
              <a:off x="2776303" y="3704306"/>
              <a:ext cx="37817" cy="61390"/>
              <a:chOff x="3883481" y="2057400"/>
              <a:chExt cx="1608363" cy="2652031"/>
            </a:xfrm>
            <a:solidFill>
              <a:srgbClr val="A6A6A6">
                <a:alpha val="20000"/>
              </a:srgbClr>
            </a:solidFill>
          </p:grpSpPr>
          <p:sp>
            <p:nvSpPr>
              <p:cNvPr id="1255" name="Oval 27">
                <a:extLst>
                  <a:ext uri="{FF2B5EF4-FFF2-40B4-BE49-F238E27FC236}">
                    <a16:creationId xmlns:a16="http://schemas.microsoft.com/office/drawing/2014/main" id="{9E37C957-4E0C-6FAF-61DF-ABC29EC447F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56" name="Oval 28">
                <a:extLst>
                  <a:ext uri="{FF2B5EF4-FFF2-40B4-BE49-F238E27FC236}">
                    <a16:creationId xmlns:a16="http://schemas.microsoft.com/office/drawing/2014/main" id="{9D3E6749-9711-594D-C697-EC12D36D465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57" name="Group 1256">
            <a:extLst>
              <a:ext uri="{FF2B5EF4-FFF2-40B4-BE49-F238E27FC236}">
                <a16:creationId xmlns:a16="http://schemas.microsoft.com/office/drawing/2014/main" id="{29BE60D6-A39E-0320-1C91-17DDF39363CB}"/>
              </a:ext>
            </a:extLst>
          </p:cNvPr>
          <p:cNvGrpSpPr/>
          <p:nvPr/>
        </p:nvGrpSpPr>
        <p:grpSpPr>
          <a:xfrm>
            <a:off x="3778361" y="2253333"/>
            <a:ext cx="721206" cy="609701"/>
            <a:chOff x="3778361" y="2253333"/>
            <a:chExt cx="721206" cy="609701"/>
          </a:xfrm>
        </p:grpSpPr>
        <p:sp>
          <p:nvSpPr>
            <p:cNvPr id="1258" name="Rectangle 1257">
              <a:extLst>
                <a:ext uri="{FF2B5EF4-FFF2-40B4-BE49-F238E27FC236}">
                  <a16:creationId xmlns:a16="http://schemas.microsoft.com/office/drawing/2014/main" id="{624BF7E1-4E2D-4FEC-5BCB-11F37A4A0076}"/>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1259" name="Rectangle 1258">
              <a:extLst>
                <a:ext uri="{FF2B5EF4-FFF2-40B4-BE49-F238E27FC236}">
                  <a16:creationId xmlns:a16="http://schemas.microsoft.com/office/drawing/2014/main" id="{946DE9EC-4749-356A-AF50-91233CC04D67}"/>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60" name="Oval 15">
              <a:extLst>
                <a:ext uri="{FF2B5EF4-FFF2-40B4-BE49-F238E27FC236}">
                  <a16:creationId xmlns:a16="http://schemas.microsoft.com/office/drawing/2014/main" id="{BAE9FEC3-FD9F-E7E5-48D2-67CB8F1C814C}"/>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61" name="Straight Connector 1260">
              <a:extLst>
                <a:ext uri="{FF2B5EF4-FFF2-40B4-BE49-F238E27FC236}">
                  <a16:creationId xmlns:a16="http://schemas.microsoft.com/office/drawing/2014/main" id="{B5C4420A-1252-2B6F-D778-A661745D0E46}"/>
                </a:ext>
              </a:extLst>
            </p:cNvPr>
            <p:cNvCxnSpPr>
              <a:cxnSpLocks/>
              <a:stCxn id="1260"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62" name="Straight Connector 1261">
              <a:extLst>
                <a:ext uri="{FF2B5EF4-FFF2-40B4-BE49-F238E27FC236}">
                  <a16:creationId xmlns:a16="http://schemas.microsoft.com/office/drawing/2014/main" id="{7F0FB8CA-2A3A-4FB1-F65C-EFC15B6542AA}"/>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63" name="Group 1262">
            <a:extLst>
              <a:ext uri="{FF2B5EF4-FFF2-40B4-BE49-F238E27FC236}">
                <a16:creationId xmlns:a16="http://schemas.microsoft.com/office/drawing/2014/main" id="{C072EAAA-0E7E-5E51-6F67-A72E875BF9FD}"/>
              </a:ext>
            </a:extLst>
          </p:cNvPr>
          <p:cNvGrpSpPr/>
          <p:nvPr/>
        </p:nvGrpSpPr>
        <p:grpSpPr>
          <a:xfrm>
            <a:off x="1268843" y="2253332"/>
            <a:ext cx="721206" cy="609701"/>
            <a:chOff x="1268843" y="2253332"/>
            <a:chExt cx="721206" cy="609701"/>
          </a:xfrm>
        </p:grpSpPr>
        <p:sp>
          <p:nvSpPr>
            <p:cNvPr id="1264" name="Rectangle 1263">
              <a:extLst>
                <a:ext uri="{FF2B5EF4-FFF2-40B4-BE49-F238E27FC236}">
                  <a16:creationId xmlns:a16="http://schemas.microsoft.com/office/drawing/2014/main" id="{0350DB94-E511-6B84-427B-EAD03573A712}"/>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1265" name="Right Triangle 1264">
              <a:extLst>
                <a:ext uri="{FF2B5EF4-FFF2-40B4-BE49-F238E27FC236}">
                  <a16:creationId xmlns:a16="http://schemas.microsoft.com/office/drawing/2014/main" id="{508D8058-CFF8-8115-D8E6-E40246DC5FB2}"/>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66" name="Group 1265">
              <a:extLst>
                <a:ext uri="{FF2B5EF4-FFF2-40B4-BE49-F238E27FC236}">
                  <a16:creationId xmlns:a16="http://schemas.microsoft.com/office/drawing/2014/main" id="{B5D17C05-995A-2609-E0DC-9DCB9C7157B0}"/>
                </a:ext>
              </a:extLst>
            </p:cNvPr>
            <p:cNvGrpSpPr/>
            <p:nvPr/>
          </p:nvGrpSpPr>
          <p:grpSpPr>
            <a:xfrm>
              <a:off x="1939436" y="2265731"/>
              <a:ext cx="37817" cy="61390"/>
              <a:chOff x="3883481" y="2057400"/>
              <a:chExt cx="1608363" cy="2652031"/>
            </a:xfrm>
            <a:solidFill>
              <a:srgbClr val="A6A6A6">
                <a:alpha val="20000"/>
              </a:srgbClr>
            </a:solidFill>
          </p:grpSpPr>
          <p:sp>
            <p:nvSpPr>
              <p:cNvPr id="1267" name="Oval 27">
                <a:extLst>
                  <a:ext uri="{FF2B5EF4-FFF2-40B4-BE49-F238E27FC236}">
                    <a16:creationId xmlns:a16="http://schemas.microsoft.com/office/drawing/2014/main" id="{1F2AB910-1F0B-3F6F-4BE7-7475A25167C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68" name="Oval 28">
                <a:extLst>
                  <a:ext uri="{FF2B5EF4-FFF2-40B4-BE49-F238E27FC236}">
                    <a16:creationId xmlns:a16="http://schemas.microsoft.com/office/drawing/2014/main" id="{F9E0B5CD-089F-A03D-B053-C16914127B2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69" name="Group 1268">
            <a:extLst>
              <a:ext uri="{FF2B5EF4-FFF2-40B4-BE49-F238E27FC236}">
                <a16:creationId xmlns:a16="http://schemas.microsoft.com/office/drawing/2014/main" id="{1AE5A676-2AEB-D459-E00C-49061000D5D2}"/>
              </a:ext>
            </a:extLst>
          </p:cNvPr>
          <p:cNvGrpSpPr/>
          <p:nvPr/>
        </p:nvGrpSpPr>
        <p:grpSpPr>
          <a:xfrm>
            <a:off x="2105351" y="2253333"/>
            <a:ext cx="721206" cy="609701"/>
            <a:chOff x="2105351" y="2253333"/>
            <a:chExt cx="721206" cy="609701"/>
          </a:xfrm>
        </p:grpSpPr>
        <p:sp>
          <p:nvSpPr>
            <p:cNvPr id="1270" name="Rectangle 1269">
              <a:extLst>
                <a:ext uri="{FF2B5EF4-FFF2-40B4-BE49-F238E27FC236}">
                  <a16:creationId xmlns:a16="http://schemas.microsoft.com/office/drawing/2014/main" id="{5D13F703-67E6-D99C-8514-CA5D4512FEC3}"/>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1271" name="Right Triangle 1270">
              <a:extLst>
                <a:ext uri="{FF2B5EF4-FFF2-40B4-BE49-F238E27FC236}">
                  <a16:creationId xmlns:a16="http://schemas.microsoft.com/office/drawing/2014/main" id="{452E896B-70A6-A8B0-C6DE-CBBA9548A4C5}"/>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72" name="Group 1271">
              <a:extLst>
                <a:ext uri="{FF2B5EF4-FFF2-40B4-BE49-F238E27FC236}">
                  <a16:creationId xmlns:a16="http://schemas.microsoft.com/office/drawing/2014/main" id="{0C541D45-2499-1D66-6D19-AD95255394EF}"/>
                </a:ext>
              </a:extLst>
            </p:cNvPr>
            <p:cNvGrpSpPr/>
            <p:nvPr/>
          </p:nvGrpSpPr>
          <p:grpSpPr>
            <a:xfrm>
              <a:off x="2771408" y="2265591"/>
              <a:ext cx="37817" cy="61390"/>
              <a:chOff x="3883481" y="2057400"/>
              <a:chExt cx="1608363" cy="2652031"/>
            </a:xfrm>
            <a:solidFill>
              <a:srgbClr val="A6A6A6">
                <a:alpha val="20000"/>
              </a:srgbClr>
            </a:solidFill>
          </p:grpSpPr>
          <p:sp>
            <p:nvSpPr>
              <p:cNvPr id="1273" name="Oval 27">
                <a:extLst>
                  <a:ext uri="{FF2B5EF4-FFF2-40B4-BE49-F238E27FC236}">
                    <a16:creationId xmlns:a16="http://schemas.microsoft.com/office/drawing/2014/main" id="{07BF4326-C741-3237-A8C7-363C29C7624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74" name="Oval 28">
                <a:extLst>
                  <a:ext uri="{FF2B5EF4-FFF2-40B4-BE49-F238E27FC236}">
                    <a16:creationId xmlns:a16="http://schemas.microsoft.com/office/drawing/2014/main" id="{99B8C5B0-A5BF-2C85-8C34-667A522EBD9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75" name="Group 1274">
            <a:extLst>
              <a:ext uri="{FF2B5EF4-FFF2-40B4-BE49-F238E27FC236}">
                <a16:creationId xmlns:a16="http://schemas.microsoft.com/office/drawing/2014/main" id="{1A648896-21A9-00C7-BC85-7A0B75BAA5FA}"/>
              </a:ext>
            </a:extLst>
          </p:cNvPr>
          <p:cNvGrpSpPr/>
          <p:nvPr/>
        </p:nvGrpSpPr>
        <p:grpSpPr>
          <a:xfrm>
            <a:off x="2941860" y="2253333"/>
            <a:ext cx="721206" cy="609701"/>
            <a:chOff x="2941860" y="2253333"/>
            <a:chExt cx="721206" cy="609701"/>
          </a:xfrm>
        </p:grpSpPr>
        <p:sp>
          <p:nvSpPr>
            <p:cNvPr id="1276" name="Rectangle 1275">
              <a:extLst>
                <a:ext uri="{FF2B5EF4-FFF2-40B4-BE49-F238E27FC236}">
                  <a16:creationId xmlns:a16="http://schemas.microsoft.com/office/drawing/2014/main" id="{1A2BD280-E364-AAFE-24CF-58C9BD37CE50}"/>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1277" name="Right Triangle 1276">
              <a:extLst>
                <a:ext uri="{FF2B5EF4-FFF2-40B4-BE49-F238E27FC236}">
                  <a16:creationId xmlns:a16="http://schemas.microsoft.com/office/drawing/2014/main" id="{6E56A028-1772-5653-590A-83A49AD1E55D}"/>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78" name="Group 1277">
              <a:extLst>
                <a:ext uri="{FF2B5EF4-FFF2-40B4-BE49-F238E27FC236}">
                  <a16:creationId xmlns:a16="http://schemas.microsoft.com/office/drawing/2014/main" id="{100879CE-DA2C-BCF7-E0AF-EF79DF5BFEEF}"/>
                </a:ext>
              </a:extLst>
            </p:cNvPr>
            <p:cNvGrpSpPr/>
            <p:nvPr/>
          </p:nvGrpSpPr>
          <p:grpSpPr>
            <a:xfrm>
              <a:off x="3611250" y="2264969"/>
              <a:ext cx="37817" cy="61390"/>
              <a:chOff x="3883481" y="2057400"/>
              <a:chExt cx="1608363" cy="2652031"/>
            </a:xfrm>
            <a:solidFill>
              <a:srgbClr val="A6A6A6">
                <a:alpha val="20000"/>
              </a:srgbClr>
            </a:solidFill>
          </p:grpSpPr>
          <p:sp>
            <p:nvSpPr>
              <p:cNvPr id="1279" name="Oval 27">
                <a:extLst>
                  <a:ext uri="{FF2B5EF4-FFF2-40B4-BE49-F238E27FC236}">
                    <a16:creationId xmlns:a16="http://schemas.microsoft.com/office/drawing/2014/main" id="{4FEF0E81-FD03-1D24-D6F4-16B1DB241F8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80" name="Oval 28">
                <a:extLst>
                  <a:ext uri="{FF2B5EF4-FFF2-40B4-BE49-F238E27FC236}">
                    <a16:creationId xmlns:a16="http://schemas.microsoft.com/office/drawing/2014/main" id="{C8A95C40-D16B-4C81-CD71-9C0C5DD1DED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81" name="Group 1280">
            <a:extLst>
              <a:ext uri="{FF2B5EF4-FFF2-40B4-BE49-F238E27FC236}">
                <a16:creationId xmlns:a16="http://schemas.microsoft.com/office/drawing/2014/main" id="{4F24AE64-891D-E47C-A21C-91C66747B388}"/>
              </a:ext>
            </a:extLst>
          </p:cNvPr>
          <p:cNvGrpSpPr/>
          <p:nvPr/>
        </p:nvGrpSpPr>
        <p:grpSpPr>
          <a:xfrm>
            <a:off x="4614876" y="2253332"/>
            <a:ext cx="721206" cy="609701"/>
            <a:chOff x="4614876" y="2253332"/>
            <a:chExt cx="721206" cy="609701"/>
          </a:xfrm>
        </p:grpSpPr>
        <p:sp>
          <p:nvSpPr>
            <p:cNvPr id="1282" name="Rectangle 1281">
              <a:extLst>
                <a:ext uri="{FF2B5EF4-FFF2-40B4-BE49-F238E27FC236}">
                  <a16:creationId xmlns:a16="http://schemas.microsoft.com/office/drawing/2014/main" id="{328A7831-C49A-F8A8-76D5-9769223C2218}"/>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1283" name="Right Triangle 1282">
              <a:extLst>
                <a:ext uri="{FF2B5EF4-FFF2-40B4-BE49-F238E27FC236}">
                  <a16:creationId xmlns:a16="http://schemas.microsoft.com/office/drawing/2014/main" id="{A02439D2-572C-9148-96EF-6CC62868F8DF}"/>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84" name="Group 1283">
              <a:extLst>
                <a:ext uri="{FF2B5EF4-FFF2-40B4-BE49-F238E27FC236}">
                  <a16:creationId xmlns:a16="http://schemas.microsoft.com/office/drawing/2014/main" id="{BFF87FAD-6340-BB7D-7C6F-55EAD3C0534B}"/>
                </a:ext>
              </a:extLst>
            </p:cNvPr>
            <p:cNvGrpSpPr/>
            <p:nvPr/>
          </p:nvGrpSpPr>
          <p:grpSpPr>
            <a:xfrm>
              <a:off x="5280738" y="2264779"/>
              <a:ext cx="37817" cy="61390"/>
              <a:chOff x="3883481" y="2057400"/>
              <a:chExt cx="1608363" cy="2652031"/>
            </a:xfrm>
            <a:solidFill>
              <a:srgbClr val="A6A6A6">
                <a:alpha val="20000"/>
              </a:srgbClr>
            </a:solidFill>
          </p:grpSpPr>
          <p:sp>
            <p:nvSpPr>
              <p:cNvPr id="1285" name="Oval 27">
                <a:extLst>
                  <a:ext uri="{FF2B5EF4-FFF2-40B4-BE49-F238E27FC236}">
                    <a16:creationId xmlns:a16="http://schemas.microsoft.com/office/drawing/2014/main" id="{8556E15D-B2EF-E853-6506-3665D11D2FD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86" name="Oval 28">
                <a:extLst>
                  <a:ext uri="{FF2B5EF4-FFF2-40B4-BE49-F238E27FC236}">
                    <a16:creationId xmlns:a16="http://schemas.microsoft.com/office/drawing/2014/main" id="{8EAA3B4B-0843-B9CA-419C-162C654A009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99" name="Group 1298">
            <a:extLst>
              <a:ext uri="{FF2B5EF4-FFF2-40B4-BE49-F238E27FC236}">
                <a16:creationId xmlns:a16="http://schemas.microsoft.com/office/drawing/2014/main" id="{A871CC9B-C3B7-41B6-0109-00528D419CC7}"/>
              </a:ext>
            </a:extLst>
          </p:cNvPr>
          <p:cNvGrpSpPr/>
          <p:nvPr/>
        </p:nvGrpSpPr>
        <p:grpSpPr>
          <a:xfrm>
            <a:off x="431659" y="2253337"/>
            <a:ext cx="721895" cy="609700"/>
            <a:chOff x="431659" y="2253337"/>
            <a:chExt cx="721895" cy="609700"/>
          </a:xfrm>
        </p:grpSpPr>
        <p:sp>
          <p:nvSpPr>
            <p:cNvPr id="1300" name="Rectangle 1299">
              <a:hlinkHover r:id="" action="ppaction://noaction" highlightClick="1"/>
              <a:extLst>
                <a:ext uri="{FF2B5EF4-FFF2-40B4-BE49-F238E27FC236}">
                  <a16:creationId xmlns:a16="http://schemas.microsoft.com/office/drawing/2014/main" id="{E095EE5A-D49D-627F-F8AF-AE8F5A135936}"/>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1301" name="Diamond 1300">
              <a:extLst>
                <a:ext uri="{FF2B5EF4-FFF2-40B4-BE49-F238E27FC236}">
                  <a16:creationId xmlns:a16="http://schemas.microsoft.com/office/drawing/2014/main" id="{BB2C2E5F-28B5-A8E0-01CE-5DD1BF5C0299}"/>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2" name="Oval 1301">
              <a:extLst>
                <a:ext uri="{FF2B5EF4-FFF2-40B4-BE49-F238E27FC236}">
                  <a16:creationId xmlns:a16="http://schemas.microsoft.com/office/drawing/2014/main" id="{77D6A9B7-303E-5547-21E8-D0FAC1EDCCFF}"/>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07" name="Group 1306">
            <a:extLst>
              <a:ext uri="{FF2B5EF4-FFF2-40B4-BE49-F238E27FC236}">
                <a16:creationId xmlns:a16="http://schemas.microsoft.com/office/drawing/2014/main" id="{AB8F1415-33E2-2E6D-458E-C3969A30B993}"/>
              </a:ext>
            </a:extLst>
          </p:cNvPr>
          <p:cNvGrpSpPr/>
          <p:nvPr/>
        </p:nvGrpSpPr>
        <p:grpSpPr>
          <a:xfrm>
            <a:off x="2105348" y="1532276"/>
            <a:ext cx="721206" cy="609701"/>
            <a:chOff x="2105348" y="1532276"/>
            <a:chExt cx="721206" cy="609701"/>
          </a:xfrm>
        </p:grpSpPr>
        <p:sp>
          <p:nvSpPr>
            <p:cNvPr id="1308" name="Rectangle 1307">
              <a:extLst>
                <a:ext uri="{FF2B5EF4-FFF2-40B4-BE49-F238E27FC236}">
                  <a16:creationId xmlns:a16="http://schemas.microsoft.com/office/drawing/2014/main" id="{B7FACFC1-CC44-15B3-0BE0-BB631210392B}"/>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1309" name="Rectangle 1308">
              <a:extLst>
                <a:ext uri="{FF2B5EF4-FFF2-40B4-BE49-F238E27FC236}">
                  <a16:creationId xmlns:a16="http://schemas.microsoft.com/office/drawing/2014/main" id="{36F07D42-F03D-1F77-DA5B-DA903D8C0AC4}"/>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10" name="Oval 15">
              <a:extLst>
                <a:ext uri="{FF2B5EF4-FFF2-40B4-BE49-F238E27FC236}">
                  <a16:creationId xmlns:a16="http://schemas.microsoft.com/office/drawing/2014/main" id="{96DE189B-F9BB-3B33-688F-F00FD551C473}"/>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11" name="Straight Connector 1310">
              <a:extLst>
                <a:ext uri="{FF2B5EF4-FFF2-40B4-BE49-F238E27FC236}">
                  <a16:creationId xmlns:a16="http://schemas.microsoft.com/office/drawing/2014/main" id="{6238C8DB-16CD-CD8D-27C6-38EEE5005CDB}"/>
                </a:ext>
              </a:extLst>
            </p:cNvPr>
            <p:cNvCxnSpPr>
              <a:cxnSpLocks/>
              <a:stCxn id="1310"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312" name="Straight Connector 1311">
              <a:extLst>
                <a:ext uri="{FF2B5EF4-FFF2-40B4-BE49-F238E27FC236}">
                  <a16:creationId xmlns:a16="http://schemas.microsoft.com/office/drawing/2014/main" id="{9E73BBAE-3142-DA2F-EB71-68A8F98D65CA}"/>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13" name="Group 1312">
            <a:extLst>
              <a:ext uri="{FF2B5EF4-FFF2-40B4-BE49-F238E27FC236}">
                <a16:creationId xmlns:a16="http://schemas.microsoft.com/office/drawing/2014/main" id="{4FFC8181-EB42-05FC-DC01-1CF0847F359A}"/>
              </a:ext>
            </a:extLst>
          </p:cNvPr>
          <p:cNvGrpSpPr/>
          <p:nvPr/>
        </p:nvGrpSpPr>
        <p:grpSpPr>
          <a:xfrm>
            <a:off x="431659" y="1532283"/>
            <a:ext cx="721891" cy="610032"/>
            <a:chOff x="431659" y="1532283"/>
            <a:chExt cx="721891" cy="610032"/>
          </a:xfrm>
        </p:grpSpPr>
        <p:sp>
          <p:nvSpPr>
            <p:cNvPr id="1314" name="Rectangle 1313">
              <a:extLst>
                <a:ext uri="{FF2B5EF4-FFF2-40B4-BE49-F238E27FC236}">
                  <a16:creationId xmlns:a16="http://schemas.microsoft.com/office/drawing/2014/main" id="{910175DC-1BF5-6418-7D5E-471B696082FC}"/>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1315" name="Right Triangle 1314">
              <a:extLst>
                <a:ext uri="{FF2B5EF4-FFF2-40B4-BE49-F238E27FC236}">
                  <a16:creationId xmlns:a16="http://schemas.microsoft.com/office/drawing/2014/main" id="{138F707F-8363-AA3A-346F-FDAEB6EE9674}"/>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16" name="Group 1315">
              <a:extLst>
                <a:ext uri="{FF2B5EF4-FFF2-40B4-BE49-F238E27FC236}">
                  <a16:creationId xmlns:a16="http://schemas.microsoft.com/office/drawing/2014/main" id="{EE70C160-0528-8289-8D41-E7903FED66EE}"/>
                </a:ext>
              </a:extLst>
            </p:cNvPr>
            <p:cNvGrpSpPr/>
            <p:nvPr/>
          </p:nvGrpSpPr>
          <p:grpSpPr>
            <a:xfrm>
              <a:off x="1102940" y="1538374"/>
              <a:ext cx="37817" cy="61390"/>
              <a:chOff x="3883481" y="2057400"/>
              <a:chExt cx="1608363" cy="2652031"/>
            </a:xfrm>
            <a:solidFill>
              <a:srgbClr val="A6A6A6">
                <a:alpha val="20000"/>
              </a:srgbClr>
            </a:solidFill>
          </p:grpSpPr>
          <p:sp>
            <p:nvSpPr>
              <p:cNvPr id="1317" name="Oval 27">
                <a:extLst>
                  <a:ext uri="{FF2B5EF4-FFF2-40B4-BE49-F238E27FC236}">
                    <a16:creationId xmlns:a16="http://schemas.microsoft.com/office/drawing/2014/main" id="{8C388D27-1C86-61F6-A589-6AC29300C1D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18" name="Oval 28">
                <a:extLst>
                  <a:ext uri="{FF2B5EF4-FFF2-40B4-BE49-F238E27FC236}">
                    <a16:creationId xmlns:a16="http://schemas.microsoft.com/office/drawing/2014/main" id="{49AEBAF0-F31C-2934-13C6-E6DEB855288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19" name="Group 1318">
            <a:extLst>
              <a:ext uri="{FF2B5EF4-FFF2-40B4-BE49-F238E27FC236}">
                <a16:creationId xmlns:a16="http://schemas.microsoft.com/office/drawing/2014/main" id="{AA873AAC-A5A3-0B54-27D0-D115907D5FED}"/>
              </a:ext>
            </a:extLst>
          </p:cNvPr>
          <p:cNvGrpSpPr/>
          <p:nvPr/>
        </p:nvGrpSpPr>
        <p:grpSpPr>
          <a:xfrm>
            <a:off x="1268843" y="1532283"/>
            <a:ext cx="721206" cy="610032"/>
            <a:chOff x="1268843" y="1532283"/>
            <a:chExt cx="721206" cy="610032"/>
          </a:xfrm>
        </p:grpSpPr>
        <p:sp>
          <p:nvSpPr>
            <p:cNvPr id="1320" name="Rectangle 1319">
              <a:extLst>
                <a:ext uri="{FF2B5EF4-FFF2-40B4-BE49-F238E27FC236}">
                  <a16:creationId xmlns:a16="http://schemas.microsoft.com/office/drawing/2014/main" id="{F27DE7BC-BB84-0E95-6218-E55142094D09}"/>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1321" name="Right Triangle 1320">
              <a:extLst>
                <a:ext uri="{FF2B5EF4-FFF2-40B4-BE49-F238E27FC236}">
                  <a16:creationId xmlns:a16="http://schemas.microsoft.com/office/drawing/2014/main" id="{B71BF882-A84C-2E07-F0F9-55F0E96D2DC1}"/>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22" name="Group 1321">
              <a:extLst>
                <a:ext uri="{FF2B5EF4-FFF2-40B4-BE49-F238E27FC236}">
                  <a16:creationId xmlns:a16="http://schemas.microsoft.com/office/drawing/2014/main" id="{D0F1AFED-699D-FF9C-78CE-BE8E1D00C500}"/>
                </a:ext>
              </a:extLst>
            </p:cNvPr>
            <p:cNvGrpSpPr/>
            <p:nvPr/>
          </p:nvGrpSpPr>
          <p:grpSpPr>
            <a:xfrm>
              <a:off x="1939436" y="1538374"/>
              <a:ext cx="37817" cy="61390"/>
              <a:chOff x="3883481" y="2057400"/>
              <a:chExt cx="1608363" cy="2652031"/>
            </a:xfrm>
            <a:solidFill>
              <a:srgbClr val="A6A6A6">
                <a:alpha val="20000"/>
              </a:srgbClr>
            </a:solidFill>
          </p:grpSpPr>
          <p:sp>
            <p:nvSpPr>
              <p:cNvPr id="1323" name="Oval 27">
                <a:extLst>
                  <a:ext uri="{FF2B5EF4-FFF2-40B4-BE49-F238E27FC236}">
                    <a16:creationId xmlns:a16="http://schemas.microsoft.com/office/drawing/2014/main" id="{6C264F1F-B0BB-52A7-19CF-51BFDB8FB13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4" name="Oval 28">
                <a:extLst>
                  <a:ext uri="{FF2B5EF4-FFF2-40B4-BE49-F238E27FC236}">
                    <a16:creationId xmlns:a16="http://schemas.microsoft.com/office/drawing/2014/main" id="{D4999EA4-F06B-58EF-24C2-4240B90E278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31" name="Group 1330">
            <a:extLst>
              <a:ext uri="{FF2B5EF4-FFF2-40B4-BE49-F238E27FC236}">
                <a16:creationId xmlns:a16="http://schemas.microsoft.com/office/drawing/2014/main" id="{35EC6E7C-EB51-9862-CAC2-ECE373ABBCE1}"/>
              </a:ext>
            </a:extLst>
          </p:cNvPr>
          <p:cNvGrpSpPr/>
          <p:nvPr/>
        </p:nvGrpSpPr>
        <p:grpSpPr>
          <a:xfrm>
            <a:off x="5454379" y="2974054"/>
            <a:ext cx="721206" cy="649846"/>
            <a:chOff x="5454379" y="2974054"/>
            <a:chExt cx="721206" cy="649846"/>
          </a:xfrm>
        </p:grpSpPr>
        <p:sp>
          <p:nvSpPr>
            <p:cNvPr id="1332" name="Rectangle 1331">
              <a:extLst>
                <a:ext uri="{FF2B5EF4-FFF2-40B4-BE49-F238E27FC236}">
                  <a16:creationId xmlns:a16="http://schemas.microsoft.com/office/drawing/2014/main" id="{EEDAE2E3-575D-5859-94F0-A74571C5C7E3}"/>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1333" name="Rectangle 1332">
              <a:extLst>
                <a:ext uri="{FF2B5EF4-FFF2-40B4-BE49-F238E27FC236}">
                  <a16:creationId xmlns:a16="http://schemas.microsoft.com/office/drawing/2014/main" id="{F566BE50-ADB9-B5F5-B1EE-4EBE9B7BA264}"/>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34" name="Oval 15">
              <a:extLst>
                <a:ext uri="{FF2B5EF4-FFF2-40B4-BE49-F238E27FC236}">
                  <a16:creationId xmlns:a16="http://schemas.microsoft.com/office/drawing/2014/main" id="{2B757180-1FFF-B9D7-948F-EF82F9DFC0F6}"/>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35" name="Straight Connector 1334">
              <a:extLst>
                <a:ext uri="{FF2B5EF4-FFF2-40B4-BE49-F238E27FC236}">
                  <a16:creationId xmlns:a16="http://schemas.microsoft.com/office/drawing/2014/main" id="{19376628-2D15-6C62-6A99-334F31F468A1}"/>
                </a:ext>
              </a:extLst>
            </p:cNvPr>
            <p:cNvCxnSpPr>
              <a:cxnSpLocks/>
              <a:stCxn id="1334"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336" name="Straight Connector 1335">
              <a:extLst>
                <a:ext uri="{FF2B5EF4-FFF2-40B4-BE49-F238E27FC236}">
                  <a16:creationId xmlns:a16="http://schemas.microsoft.com/office/drawing/2014/main" id="{6D338281-C45D-95B1-F6E4-97C8772093C0}"/>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37" name="Group 1336">
            <a:extLst>
              <a:ext uri="{FF2B5EF4-FFF2-40B4-BE49-F238E27FC236}">
                <a16:creationId xmlns:a16="http://schemas.microsoft.com/office/drawing/2014/main" id="{D7BC6448-E50A-7C56-9C41-BA84F8B32785}"/>
              </a:ext>
            </a:extLst>
          </p:cNvPr>
          <p:cNvGrpSpPr/>
          <p:nvPr/>
        </p:nvGrpSpPr>
        <p:grpSpPr>
          <a:xfrm>
            <a:off x="431659" y="2974054"/>
            <a:ext cx="721891" cy="609701"/>
            <a:chOff x="431659" y="2974054"/>
            <a:chExt cx="721891" cy="609701"/>
          </a:xfrm>
        </p:grpSpPr>
        <p:sp>
          <p:nvSpPr>
            <p:cNvPr id="1338" name="Rectangle 1337">
              <a:extLst>
                <a:ext uri="{FF2B5EF4-FFF2-40B4-BE49-F238E27FC236}">
                  <a16:creationId xmlns:a16="http://schemas.microsoft.com/office/drawing/2014/main" id="{DE7EB113-DEEE-773D-2410-892BCDD9C8EB}"/>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1339" name="Right Triangle 1338">
              <a:extLst>
                <a:ext uri="{FF2B5EF4-FFF2-40B4-BE49-F238E27FC236}">
                  <a16:creationId xmlns:a16="http://schemas.microsoft.com/office/drawing/2014/main" id="{0F2DE9A3-2D51-4C52-E72A-3E1E678F6CD4}"/>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40" name="Group 1339">
              <a:extLst>
                <a:ext uri="{FF2B5EF4-FFF2-40B4-BE49-F238E27FC236}">
                  <a16:creationId xmlns:a16="http://schemas.microsoft.com/office/drawing/2014/main" id="{8FC5E073-412B-6F26-F82A-0D4764D778EA}"/>
                </a:ext>
              </a:extLst>
            </p:cNvPr>
            <p:cNvGrpSpPr/>
            <p:nvPr/>
          </p:nvGrpSpPr>
          <p:grpSpPr>
            <a:xfrm>
              <a:off x="1102940" y="2981762"/>
              <a:ext cx="37817" cy="61390"/>
              <a:chOff x="3883481" y="2057400"/>
              <a:chExt cx="1608363" cy="2652031"/>
            </a:xfrm>
            <a:solidFill>
              <a:srgbClr val="A6A6A6">
                <a:alpha val="20000"/>
              </a:srgbClr>
            </a:solidFill>
          </p:grpSpPr>
          <p:sp>
            <p:nvSpPr>
              <p:cNvPr id="1341" name="Oval 27">
                <a:extLst>
                  <a:ext uri="{FF2B5EF4-FFF2-40B4-BE49-F238E27FC236}">
                    <a16:creationId xmlns:a16="http://schemas.microsoft.com/office/drawing/2014/main" id="{1523A1B3-80BD-3FA8-C9B3-962F0039F57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42" name="Oval 28">
                <a:extLst>
                  <a:ext uri="{FF2B5EF4-FFF2-40B4-BE49-F238E27FC236}">
                    <a16:creationId xmlns:a16="http://schemas.microsoft.com/office/drawing/2014/main" id="{26426F98-47E3-F827-6C6C-2076DBC01ED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49" name="Group 1348">
            <a:extLst>
              <a:ext uri="{FF2B5EF4-FFF2-40B4-BE49-F238E27FC236}">
                <a16:creationId xmlns:a16="http://schemas.microsoft.com/office/drawing/2014/main" id="{4BF7C1EC-2D2B-FB40-4420-406E920AFBBA}"/>
              </a:ext>
            </a:extLst>
          </p:cNvPr>
          <p:cNvGrpSpPr/>
          <p:nvPr/>
        </p:nvGrpSpPr>
        <p:grpSpPr>
          <a:xfrm>
            <a:off x="2940469" y="2974031"/>
            <a:ext cx="721206" cy="613175"/>
            <a:chOff x="2940469" y="2974031"/>
            <a:chExt cx="721206" cy="613175"/>
          </a:xfrm>
        </p:grpSpPr>
        <p:sp>
          <p:nvSpPr>
            <p:cNvPr id="1350" name="Rectangle 1349">
              <a:extLst>
                <a:ext uri="{FF2B5EF4-FFF2-40B4-BE49-F238E27FC236}">
                  <a16:creationId xmlns:a16="http://schemas.microsoft.com/office/drawing/2014/main" id="{CD0BEAEE-0A03-3502-A7CD-A96AF1D88EE4}"/>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1351" name="Right Triangle 1350">
              <a:extLst>
                <a:ext uri="{FF2B5EF4-FFF2-40B4-BE49-F238E27FC236}">
                  <a16:creationId xmlns:a16="http://schemas.microsoft.com/office/drawing/2014/main" id="{915B64A3-3087-BC92-8ECA-D10A18F8DDBF}"/>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52" name="Group 1351">
              <a:extLst>
                <a:ext uri="{FF2B5EF4-FFF2-40B4-BE49-F238E27FC236}">
                  <a16:creationId xmlns:a16="http://schemas.microsoft.com/office/drawing/2014/main" id="{E033CFD1-9971-9260-1698-EB67E9063B1B}"/>
                </a:ext>
              </a:extLst>
            </p:cNvPr>
            <p:cNvGrpSpPr/>
            <p:nvPr/>
          </p:nvGrpSpPr>
          <p:grpSpPr>
            <a:xfrm>
              <a:off x="3610502" y="2980132"/>
              <a:ext cx="37817" cy="61390"/>
              <a:chOff x="3883481" y="2057400"/>
              <a:chExt cx="1608363" cy="2652031"/>
            </a:xfrm>
            <a:solidFill>
              <a:srgbClr val="A6A6A6">
                <a:alpha val="20000"/>
              </a:srgbClr>
            </a:solidFill>
          </p:grpSpPr>
          <p:sp>
            <p:nvSpPr>
              <p:cNvPr id="1353" name="Oval 27">
                <a:extLst>
                  <a:ext uri="{FF2B5EF4-FFF2-40B4-BE49-F238E27FC236}">
                    <a16:creationId xmlns:a16="http://schemas.microsoft.com/office/drawing/2014/main" id="{C51C9CAE-3CF7-A730-8147-BE9AB8B8905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54" name="Oval 28">
                <a:extLst>
                  <a:ext uri="{FF2B5EF4-FFF2-40B4-BE49-F238E27FC236}">
                    <a16:creationId xmlns:a16="http://schemas.microsoft.com/office/drawing/2014/main" id="{8AB13452-0032-F26D-2D24-FF5F682FBAB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55" name="Group 1354">
            <a:extLst>
              <a:ext uri="{FF2B5EF4-FFF2-40B4-BE49-F238E27FC236}">
                <a16:creationId xmlns:a16="http://schemas.microsoft.com/office/drawing/2014/main" id="{7442938A-69C9-6E9D-C88A-E59093DB12E5}"/>
              </a:ext>
            </a:extLst>
          </p:cNvPr>
          <p:cNvGrpSpPr/>
          <p:nvPr/>
        </p:nvGrpSpPr>
        <p:grpSpPr>
          <a:xfrm>
            <a:off x="1268380" y="2974053"/>
            <a:ext cx="721206" cy="609701"/>
            <a:chOff x="1268380" y="2974053"/>
            <a:chExt cx="721206" cy="609701"/>
          </a:xfrm>
        </p:grpSpPr>
        <p:sp>
          <p:nvSpPr>
            <p:cNvPr id="1356" name="Rectangle 1355">
              <a:extLst>
                <a:ext uri="{FF2B5EF4-FFF2-40B4-BE49-F238E27FC236}">
                  <a16:creationId xmlns:a16="http://schemas.microsoft.com/office/drawing/2014/main" id="{42793423-155C-2964-0194-B8914126450E}"/>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1357" name="Right Triangle 1356">
              <a:extLst>
                <a:ext uri="{FF2B5EF4-FFF2-40B4-BE49-F238E27FC236}">
                  <a16:creationId xmlns:a16="http://schemas.microsoft.com/office/drawing/2014/main" id="{14D291EA-5C7C-FDD9-204E-03EC3CAE355F}"/>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58" name="Group 1357">
              <a:extLst>
                <a:ext uri="{FF2B5EF4-FFF2-40B4-BE49-F238E27FC236}">
                  <a16:creationId xmlns:a16="http://schemas.microsoft.com/office/drawing/2014/main" id="{EB713683-2598-5D15-792B-C5555A1E2CBA}"/>
                </a:ext>
              </a:extLst>
            </p:cNvPr>
            <p:cNvGrpSpPr/>
            <p:nvPr/>
          </p:nvGrpSpPr>
          <p:grpSpPr>
            <a:xfrm>
              <a:off x="1938973" y="2986452"/>
              <a:ext cx="37817" cy="61390"/>
              <a:chOff x="3883481" y="2057400"/>
              <a:chExt cx="1608363" cy="2652031"/>
            </a:xfrm>
            <a:solidFill>
              <a:srgbClr val="A6A6A6">
                <a:alpha val="20000"/>
              </a:srgbClr>
            </a:solidFill>
          </p:grpSpPr>
          <p:sp>
            <p:nvSpPr>
              <p:cNvPr id="1359" name="Oval 27">
                <a:extLst>
                  <a:ext uri="{FF2B5EF4-FFF2-40B4-BE49-F238E27FC236}">
                    <a16:creationId xmlns:a16="http://schemas.microsoft.com/office/drawing/2014/main" id="{0CE7A003-1F8D-537C-F6A0-4141DC31B96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0" name="Oval 28">
                <a:extLst>
                  <a:ext uri="{FF2B5EF4-FFF2-40B4-BE49-F238E27FC236}">
                    <a16:creationId xmlns:a16="http://schemas.microsoft.com/office/drawing/2014/main" id="{8272DCAD-D9F3-E9EE-3976-3BC3E20A60C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61" name="Group 1360">
            <a:extLst>
              <a:ext uri="{FF2B5EF4-FFF2-40B4-BE49-F238E27FC236}">
                <a16:creationId xmlns:a16="http://schemas.microsoft.com/office/drawing/2014/main" id="{548F09EC-BE7D-C652-FAC5-A88C5D4C1FE2}"/>
              </a:ext>
            </a:extLst>
          </p:cNvPr>
          <p:cNvGrpSpPr/>
          <p:nvPr/>
        </p:nvGrpSpPr>
        <p:grpSpPr>
          <a:xfrm>
            <a:off x="2938534" y="811556"/>
            <a:ext cx="721206" cy="609701"/>
            <a:chOff x="2938534" y="811556"/>
            <a:chExt cx="721206" cy="609701"/>
          </a:xfrm>
        </p:grpSpPr>
        <p:sp>
          <p:nvSpPr>
            <p:cNvPr id="1362" name="Rectangle 1361">
              <a:extLst>
                <a:ext uri="{FF2B5EF4-FFF2-40B4-BE49-F238E27FC236}">
                  <a16:creationId xmlns:a16="http://schemas.microsoft.com/office/drawing/2014/main" id="{545E6EC4-1D47-406E-CDF3-EB29A3B5FFC4}"/>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1363" name="Rectangle 1362">
              <a:extLst>
                <a:ext uri="{FF2B5EF4-FFF2-40B4-BE49-F238E27FC236}">
                  <a16:creationId xmlns:a16="http://schemas.microsoft.com/office/drawing/2014/main" id="{5D27EC9D-9125-3D68-C29B-650F3E42C955}"/>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4" name="Oval 15">
              <a:extLst>
                <a:ext uri="{FF2B5EF4-FFF2-40B4-BE49-F238E27FC236}">
                  <a16:creationId xmlns:a16="http://schemas.microsoft.com/office/drawing/2014/main" id="{AAA6B02C-69A3-9E4E-39D0-B284EC080DE4}"/>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65" name="Straight Connector 1364">
              <a:extLst>
                <a:ext uri="{FF2B5EF4-FFF2-40B4-BE49-F238E27FC236}">
                  <a16:creationId xmlns:a16="http://schemas.microsoft.com/office/drawing/2014/main" id="{36273249-AB52-88E2-816B-70BC9285F429}"/>
                </a:ext>
              </a:extLst>
            </p:cNvPr>
            <p:cNvCxnSpPr>
              <a:cxnSpLocks/>
              <a:stCxn id="1364"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366" name="Straight Connector 1365">
              <a:extLst>
                <a:ext uri="{FF2B5EF4-FFF2-40B4-BE49-F238E27FC236}">
                  <a16:creationId xmlns:a16="http://schemas.microsoft.com/office/drawing/2014/main" id="{1C80901B-7CC4-DD66-F28A-FBB89F84B29A}"/>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73" name="Group 1372">
            <a:extLst>
              <a:ext uri="{FF2B5EF4-FFF2-40B4-BE49-F238E27FC236}">
                <a16:creationId xmlns:a16="http://schemas.microsoft.com/office/drawing/2014/main" id="{4FF1A6FB-DAEC-E212-20E1-2683CF558E6A}"/>
              </a:ext>
            </a:extLst>
          </p:cNvPr>
          <p:cNvGrpSpPr/>
          <p:nvPr/>
        </p:nvGrpSpPr>
        <p:grpSpPr>
          <a:xfrm>
            <a:off x="431659" y="811556"/>
            <a:ext cx="721206" cy="609701"/>
            <a:chOff x="431659" y="811556"/>
            <a:chExt cx="721206" cy="609701"/>
          </a:xfrm>
        </p:grpSpPr>
        <p:sp>
          <p:nvSpPr>
            <p:cNvPr id="1374" name="Rectangle 1373">
              <a:extLst>
                <a:ext uri="{FF2B5EF4-FFF2-40B4-BE49-F238E27FC236}">
                  <a16:creationId xmlns:a16="http://schemas.microsoft.com/office/drawing/2014/main" id="{24B3F850-BA9C-05CA-0993-A75FB60D468D}"/>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1375" name="Right Triangle 1374">
              <a:extLst>
                <a:ext uri="{FF2B5EF4-FFF2-40B4-BE49-F238E27FC236}">
                  <a16:creationId xmlns:a16="http://schemas.microsoft.com/office/drawing/2014/main" id="{71F0C515-E3C0-2E19-618F-2F3A005CAB4E}"/>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76" name="Group 1375">
              <a:extLst>
                <a:ext uri="{FF2B5EF4-FFF2-40B4-BE49-F238E27FC236}">
                  <a16:creationId xmlns:a16="http://schemas.microsoft.com/office/drawing/2014/main" id="{185C87A2-35E1-868F-9E03-BBD0C8DAE894}"/>
                </a:ext>
              </a:extLst>
            </p:cNvPr>
            <p:cNvGrpSpPr/>
            <p:nvPr/>
          </p:nvGrpSpPr>
          <p:grpSpPr>
            <a:xfrm>
              <a:off x="1100969" y="819591"/>
              <a:ext cx="37817" cy="61390"/>
              <a:chOff x="3883481" y="2057400"/>
              <a:chExt cx="1608363" cy="2652031"/>
            </a:xfrm>
            <a:solidFill>
              <a:srgbClr val="A6A6A6">
                <a:alpha val="20000"/>
              </a:srgbClr>
            </a:solidFill>
          </p:grpSpPr>
          <p:sp>
            <p:nvSpPr>
              <p:cNvPr id="1377" name="Oval 27">
                <a:extLst>
                  <a:ext uri="{FF2B5EF4-FFF2-40B4-BE49-F238E27FC236}">
                    <a16:creationId xmlns:a16="http://schemas.microsoft.com/office/drawing/2014/main" id="{677149CA-A279-62A2-B402-B203B8C6117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78" name="Oval 28">
                <a:extLst>
                  <a:ext uri="{FF2B5EF4-FFF2-40B4-BE49-F238E27FC236}">
                    <a16:creationId xmlns:a16="http://schemas.microsoft.com/office/drawing/2014/main" id="{4B537C34-37B8-AEDD-58A3-CE4A1724681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79" name="Group 1378">
            <a:extLst>
              <a:ext uri="{FF2B5EF4-FFF2-40B4-BE49-F238E27FC236}">
                <a16:creationId xmlns:a16="http://schemas.microsoft.com/office/drawing/2014/main" id="{C6520A23-3C73-C8B9-659D-49751FE5A8CC}"/>
              </a:ext>
            </a:extLst>
          </p:cNvPr>
          <p:cNvGrpSpPr/>
          <p:nvPr/>
        </p:nvGrpSpPr>
        <p:grpSpPr>
          <a:xfrm>
            <a:off x="1267285" y="811556"/>
            <a:ext cx="721206" cy="609701"/>
            <a:chOff x="1267285" y="811556"/>
            <a:chExt cx="721206" cy="609701"/>
          </a:xfrm>
        </p:grpSpPr>
        <p:sp>
          <p:nvSpPr>
            <p:cNvPr id="1380" name="Rectangle 1379">
              <a:extLst>
                <a:ext uri="{FF2B5EF4-FFF2-40B4-BE49-F238E27FC236}">
                  <a16:creationId xmlns:a16="http://schemas.microsoft.com/office/drawing/2014/main" id="{CFA03D0A-FA87-3B02-4F2B-D603F1820BEA}"/>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1381" name="Right Triangle 1380">
              <a:extLst>
                <a:ext uri="{FF2B5EF4-FFF2-40B4-BE49-F238E27FC236}">
                  <a16:creationId xmlns:a16="http://schemas.microsoft.com/office/drawing/2014/main" id="{B668FE8B-F588-1BF0-565B-1330F910BFCA}"/>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82" name="Group 1381">
              <a:extLst>
                <a:ext uri="{FF2B5EF4-FFF2-40B4-BE49-F238E27FC236}">
                  <a16:creationId xmlns:a16="http://schemas.microsoft.com/office/drawing/2014/main" id="{DB586BB0-F5A5-9DF2-BF98-4B86DB6A54E3}"/>
                </a:ext>
              </a:extLst>
            </p:cNvPr>
            <p:cNvGrpSpPr/>
            <p:nvPr/>
          </p:nvGrpSpPr>
          <p:grpSpPr>
            <a:xfrm>
              <a:off x="1937878" y="819591"/>
              <a:ext cx="37817" cy="61390"/>
              <a:chOff x="3883481" y="2057400"/>
              <a:chExt cx="1608363" cy="2652031"/>
            </a:xfrm>
            <a:solidFill>
              <a:srgbClr val="A6A6A6">
                <a:alpha val="20000"/>
              </a:srgbClr>
            </a:solidFill>
          </p:grpSpPr>
          <p:sp>
            <p:nvSpPr>
              <p:cNvPr id="1383" name="Oval 27">
                <a:extLst>
                  <a:ext uri="{FF2B5EF4-FFF2-40B4-BE49-F238E27FC236}">
                    <a16:creationId xmlns:a16="http://schemas.microsoft.com/office/drawing/2014/main" id="{7989F061-ADCF-5BDE-731D-B3AF6559417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84" name="Oval 28">
                <a:extLst>
                  <a:ext uri="{FF2B5EF4-FFF2-40B4-BE49-F238E27FC236}">
                    <a16:creationId xmlns:a16="http://schemas.microsoft.com/office/drawing/2014/main" id="{002B66C8-4F98-2AC3-B273-92D6B4A71B9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91" name="Group 1390">
            <a:extLst>
              <a:ext uri="{FF2B5EF4-FFF2-40B4-BE49-F238E27FC236}">
                <a16:creationId xmlns:a16="http://schemas.microsoft.com/office/drawing/2014/main" id="{7D89253A-BE43-BAED-0476-B46FCEBF491A}"/>
              </a:ext>
            </a:extLst>
          </p:cNvPr>
          <p:cNvGrpSpPr/>
          <p:nvPr/>
        </p:nvGrpSpPr>
        <p:grpSpPr>
          <a:xfrm>
            <a:off x="2889438" y="751337"/>
            <a:ext cx="5022643" cy="5001728"/>
            <a:chOff x="2889438" y="751337"/>
            <a:chExt cx="5022643" cy="5001728"/>
          </a:xfrm>
        </p:grpSpPr>
        <p:cxnSp>
          <p:nvCxnSpPr>
            <p:cNvPr id="1392" name="Straight Connector 1391">
              <a:extLst>
                <a:ext uri="{FF2B5EF4-FFF2-40B4-BE49-F238E27FC236}">
                  <a16:creationId xmlns:a16="http://schemas.microsoft.com/office/drawing/2014/main" id="{1C283E62-2895-3CEA-64DA-59F9654E334E}"/>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3" name="Straight Connector 1392">
              <a:extLst>
                <a:ext uri="{FF2B5EF4-FFF2-40B4-BE49-F238E27FC236}">
                  <a16:creationId xmlns:a16="http://schemas.microsoft.com/office/drawing/2014/main" id="{5637A9DB-128E-8A1E-5542-494A5C3E3406}"/>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4" name="Straight Connector 1393">
              <a:extLst>
                <a:ext uri="{FF2B5EF4-FFF2-40B4-BE49-F238E27FC236}">
                  <a16:creationId xmlns:a16="http://schemas.microsoft.com/office/drawing/2014/main" id="{09191067-0A53-6A76-B92A-683D5A1C5C3E}"/>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5" name="Straight Connector 1394">
              <a:extLst>
                <a:ext uri="{FF2B5EF4-FFF2-40B4-BE49-F238E27FC236}">
                  <a16:creationId xmlns:a16="http://schemas.microsoft.com/office/drawing/2014/main" id="{8B9898B0-FF49-03D2-10F6-1674D0F3435B}"/>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6" name="Straight Connector 1395">
              <a:extLst>
                <a:ext uri="{FF2B5EF4-FFF2-40B4-BE49-F238E27FC236}">
                  <a16:creationId xmlns:a16="http://schemas.microsoft.com/office/drawing/2014/main" id="{9D5BD5AD-994A-1922-8593-925436FAE527}"/>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7" name="Straight Connector 1396">
              <a:extLst>
                <a:ext uri="{FF2B5EF4-FFF2-40B4-BE49-F238E27FC236}">
                  <a16:creationId xmlns:a16="http://schemas.microsoft.com/office/drawing/2014/main" id="{4A3FB2DE-801A-6A12-C5F0-AD24B0E7F77D}"/>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8" name="Straight Connector 1397">
              <a:extLst>
                <a:ext uri="{FF2B5EF4-FFF2-40B4-BE49-F238E27FC236}">
                  <a16:creationId xmlns:a16="http://schemas.microsoft.com/office/drawing/2014/main" id="{0714D41F-F6B1-C4C5-2968-3DE5FAA3312B}"/>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9" name="Straight Connector 1398">
              <a:extLst>
                <a:ext uri="{FF2B5EF4-FFF2-40B4-BE49-F238E27FC236}">
                  <a16:creationId xmlns:a16="http://schemas.microsoft.com/office/drawing/2014/main" id="{3F6F7C55-4758-FD7A-68D3-5BBFEC62686E}"/>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00" name="Straight Connector 1399">
              <a:extLst>
                <a:ext uri="{FF2B5EF4-FFF2-40B4-BE49-F238E27FC236}">
                  <a16:creationId xmlns:a16="http://schemas.microsoft.com/office/drawing/2014/main" id="{D4F91A08-E4CA-6090-273F-6AED6F58D501}"/>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01" name="Straight Connector 1400">
              <a:extLst>
                <a:ext uri="{FF2B5EF4-FFF2-40B4-BE49-F238E27FC236}">
                  <a16:creationId xmlns:a16="http://schemas.microsoft.com/office/drawing/2014/main" id="{355E77CF-5AAE-A41E-A637-170BA45CA979}"/>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415" name="Group 1414">
            <a:extLst>
              <a:ext uri="{FF2B5EF4-FFF2-40B4-BE49-F238E27FC236}">
                <a16:creationId xmlns:a16="http://schemas.microsoft.com/office/drawing/2014/main" id="{339B47CE-05ED-669F-0584-810DE69CCD01}"/>
              </a:ext>
            </a:extLst>
          </p:cNvPr>
          <p:cNvGrpSpPr/>
          <p:nvPr/>
        </p:nvGrpSpPr>
        <p:grpSpPr>
          <a:xfrm>
            <a:off x="2099604" y="5136552"/>
            <a:ext cx="721206" cy="609701"/>
            <a:chOff x="2099604" y="5136552"/>
            <a:chExt cx="721206" cy="609701"/>
          </a:xfrm>
        </p:grpSpPr>
        <p:sp>
          <p:nvSpPr>
            <p:cNvPr id="1416" name="Rectangle 1415">
              <a:extLst>
                <a:ext uri="{FF2B5EF4-FFF2-40B4-BE49-F238E27FC236}">
                  <a16:creationId xmlns:a16="http://schemas.microsoft.com/office/drawing/2014/main" id="{822F1296-2CB0-A630-5671-D1DBBA11C365}"/>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1417" name="Right Triangle 1416">
              <a:extLst>
                <a:ext uri="{FF2B5EF4-FFF2-40B4-BE49-F238E27FC236}">
                  <a16:creationId xmlns:a16="http://schemas.microsoft.com/office/drawing/2014/main" id="{F413760A-C07D-DEF7-63B2-9D56AD6C1407}"/>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418" name="Group 1417">
              <a:extLst>
                <a:ext uri="{FF2B5EF4-FFF2-40B4-BE49-F238E27FC236}">
                  <a16:creationId xmlns:a16="http://schemas.microsoft.com/office/drawing/2014/main" id="{19544E78-18D3-A64F-8A7C-9ADD2BE61EC6}"/>
                </a:ext>
              </a:extLst>
            </p:cNvPr>
            <p:cNvGrpSpPr/>
            <p:nvPr/>
          </p:nvGrpSpPr>
          <p:grpSpPr>
            <a:xfrm>
              <a:off x="2765661" y="5151382"/>
              <a:ext cx="37817" cy="61390"/>
              <a:chOff x="3883481" y="2057400"/>
              <a:chExt cx="1608363" cy="2652031"/>
            </a:xfrm>
            <a:solidFill>
              <a:srgbClr val="A6A6A6">
                <a:alpha val="20000"/>
              </a:srgbClr>
            </a:solidFill>
          </p:grpSpPr>
          <p:sp>
            <p:nvSpPr>
              <p:cNvPr id="1419" name="Oval 27">
                <a:extLst>
                  <a:ext uri="{FF2B5EF4-FFF2-40B4-BE49-F238E27FC236}">
                    <a16:creationId xmlns:a16="http://schemas.microsoft.com/office/drawing/2014/main" id="{31E061D4-7B24-B4B1-64CD-F36BD9AE797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20" name="Oval 28">
                <a:extLst>
                  <a:ext uri="{FF2B5EF4-FFF2-40B4-BE49-F238E27FC236}">
                    <a16:creationId xmlns:a16="http://schemas.microsoft.com/office/drawing/2014/main" id="{98D6FCAB-BFA2-7B7E-661B-2E3ECE3AC29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27" name="Group 1426">
            <a:extLst>
              <a:ext uri="{FF2B5EF4-FFF2-40B4-BE49-F238E27FC236}">
                <a16:creationId xmlns:a16="http://schemas.microsoft.com/office/drawing/2014/main" id="{BA4D6F72-0F15-E17A-9D83-0ADB557100E8}"/>
              </a:ext>
            </a:extLst>
          </p:cNvPr>
          <p:cNvGrpSpPr/>
          <p:nvPr/>
        </p:nvGrpSpPr>
        <p:grpSpPr>
          <a:xfrm>
            <a:off x="2937173" y="4419601"/>
            <a:ext cx="721206" cy="610396"/>
            <a:chOff x="2937173" y="4419601"/>
            <a:chExt cx="721206" cy="610396"/>
          </a:xfrm>
        </p:grpSpPr>
        <p:sp>
          <p:nvSpPr>
            <p:cNvPr id="1428" name="Rectangle 1427">
              <a:extLst>
                <a:ext uri="{FF2B5EF4-FFF2-40B4-BE49-F238E27FC236}">
                  <a16:creationId xmlns:a16="http://schemas.microsoft.com/office/drawing/2014/main" id="{FB8FAD6A-1358-B5B5-A04C-713999E48DDC}"/>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1429" name="Right Triangle 1428">
              <a:extLst>
                <a:ext uri="{FF2B5EF4-FFF2-40B4-BE49-F238E27FC236}">
                  <a16:creationId xmlns:a16="http://schemas.microsoft.com/office/drawing/2014/main" id="{06E42CCC-A606-DE80-C206-8FBFF8EA83D9}"/>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430" name="Group 1429">
              <a:extLst>
                <a:ext uri="{FF2B5EF4-FFF2-40B4-BE49-F238E27FC236}">
                  <a16:creationId xmlns:a16="http://schemas.microsoft.com/office/drawing/2014/main" id="{FC933863-8721-FA81-40D6-E24039680175}"/>
                </a:ext>
              </a:extLst>
            </p:cNvPr>
            <p:cNvGrpSpPr/>
            <p:nvPr/>
          </p:nvGrpSpPr>
          <p:grpSpPr>
            <a:xfrm>
              <a:off x="3607766" y="4425699"/>
              <a:ext cx="37817" cy="61390"/>
              <a:chOff x="3883481" y="2057400"/>
              <a:chExt cx="1608363" cy="2652031"/>
            </a:xfrm>
            <a:solidFill>
              <a:srgbClr val="A6A6A6">
                <a:alpha val="20000"/>
              </a:srgbClr>
            </a:solidFill>
          </p:grpSpPr>
          <p:sp>
            <p:nvSpPr>
              <p:cNvPr id="1431" name="Oval 27">
                <a:extLst>
                  <a:ext uri="{FF2B5EF4-FFF2-40B4-BE49-F238E27FC236}">
                    <a16:creationId xmlns:a16="http://schemas.microsoft.com/office/drawing/2014/main" id="{09EA2F5A-C46F-35E9-A027-97EE7F81854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32" name="Oval 28">
                <a:extLst>
                  <a:ext uri="{FF2B5EF4-FFF2-40B4-BE49-F238E27FC236}">
                    <a16:creationId xmlns:a16="http://schemas.microsoft.com/office/drawing/2014/main" id="{2B3B51B0-E3CA-28DA-F16F-A455B4B1F90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33" name="Group 1432">
            <a:extLst>
              <a:ext uri="{FF2B5EF4-FFF2-40B4-BE49-F238E27FC236}">
                <a16:creationId xmlns:a16="http://schemas.microsoft.com/office/drawing/2014/main" id="{9776DEB4-017A-B58B-E360-C7692E97C3EA}"/>
              </a:ext>
            </a:extLst>
          </p:cNvPr>
          <p:cNvGrpSpPr/>
          <p:nvPr/>
        </p:nvGrpSpPr>
        <p:grpSpPr>
          <a:xfrm>
            <a:off x="6286130" y="4419624"/>
            <a:ext cx="721206" cy="609701"/>
            <a:chOff x="6286130" y="4419624"/>
            <a:chExt cx="721206" cy="609701"/>
          </a:xfrm>
        </p:grpSpPr>
        <p:sp>
          <p:nvSpPr>
            <p:cNvPr id="1434" name="Rectangle 1433">
              <a:hlinkHover r:id="" action="ppaction://noaction" highlightClick="1"/>
              <a:extLst>
                <a:ext uri="{FF2B5EF4-FFF2-40B4-BE49-F238E27FC236}">
                  <a16:creationId xmlns:a16="http://schemas.microsoft.com/office/drawing/2014/main" id="{A09D5D9D-8CBF-D7B4-24D7-B96771FAA677}"/>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1435" name="Oval 1434">
              <a:extLst>
                <a:ext uri="{FF2B5EF4-FFF2-40B4-BE49-F238E27FC236}">
                  <a16:creationId xmlns:a16="http://schemas.microsoft.com/office/drawing/2014/main" id="{2EF96B23-3314-B5F7-860A-4E143C9DD18A}"/>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36" name="Isosceles Triangle 648">
              <a:extLst>
                <a:ext uri="{FF2B5EF4-FFF2-40B4-BE49-F238E27FC236}">
                  <a16:creationId xmlns:a16="http://schemas.microsoft.com/office/drawing/2014/main" id="{A1C875ED-490C-9739-29CB-EDC7E0313305}"/>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37" name="Group 1436">
            <a:extLst>
              <a:ext uri="{FF2B5EF4-FFF2-40B4-BE49-F238E27FC236}">
                <a16:creationId xmlns:a16="http://schemas.microsoft.com/office/drawing/2014/main" id="{2C3AED60-CE28-01C2-8370-1A5F4DD051A3}"/>
              </a:ext>
            </a:extLst>
          </p:cNvPr>
          <p:cNvGrpSpPr/>
          <p:nvPr/>
        </p:nvGrpSpPr>
        <p:grpSpPr>
          <a:xfrm>
            <a:off x="5458940" y="5135305"/>
            <a:ext cx="721206" cy="609701"/>
            <a:chOff x="5458940" y="5135305"/>
            <a:chExt cx="721206" cy="609701"/>
          </a:xfrm>
        </p:grpSpPr>
        <p:sp>
          <p:nvSpPr>
            <p:cNvPr id="1438" name="Rectangle 1437">
              <a:hlinkHover r:id="" action="ppaction://noaction" highlightClick="1"/>
              <a:extLst>
                <a:ext uri="{FF2B5EF4-FFF2-40B4-BE49-F238E27FC236}">
                  <a16:creationId xmlns:a16="http://schemas.microsoft.com/office/drawing/2014/main" id="{9ACBC2B6-C411-9FD6-BDD4-DF584DED437C}"/>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1439" name="Oval 1438">
              <a:extLst>
                <a:ext uri="{FF2B5EF4-FFF2-40B4-BE49-F238E27FC236}">
                  <a16:creationId xmlns:a16="http://schemas.microsoft.com/office/drawing/2014/main" id="{0EA44429-F186-5C92-4038-82F8DED6CF71}"/>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40" name="Isosceles Triangle 648">
              <a:extLst>
                <a:ext uri="{FF2B5EF4-FFF2-40B4-BE49-F238E27FC236}">
                  <a16:creationId xmlns:a16="http://schemas.microsoft.com/office/drawing/2014/main" id="{57E3FCE0-92F0-2672-5141-778C1236BCA1}"/>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41" name="Group 1440">
            <a:extLst>
              <a:ext uri="{FF2B5EF4-FFF2-40B4-BE49-F238E27FC236}">
                <a16:creationId xmlns:a16="http://schemas.microsoft.com/office/drawing/2014/main" id="{93532203-01B3-1C54-1137-9A14F89A4CD4}"/>
              </a:ext>
            </a:extLst>
          </p:cNvPr>
          <p:cNvGrpSpPr/>
          <p:nvPr/>
        </p:nvGrpSpPr>
        <p:grpSpPr>
          <a:xfrm>
            <a:off x="6289146" y="5141017"/>
            <a:ext cx="721206" cy="609701"/>
            <a:chOff x="6289146" y="5141017"/>
            <a:chExt cx="721206" cy="609701"/>
          </a:xfrm>
        </p:grpSpPr>
        <p:sp>
          <p:nvSpPr>
            <p:cNvPr id="1442" name="Rectangle 1441">
              <a:hlinkHover r:id="" action="ppaction://noaction" highlightClick="1"/>
              <a:extLst>
                <a:ext uri="{FF2B5EF4-FFF2-40B4-BE49-F238E27FC236}">
                  <a16:creationId xmlns:a16="http://schemas.microsoft.com/office/drawing/2014/main" id="{7D635C5D-08F9-DC7D-97D9-37B06F76179F}"/>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1443" name="Oval 1442">
              <a:extLst>
                <a:ext uri="{FF2B5EF4-FFF2-40B4-BE49-F238E27FC236}">
                  <a16:creationId xmlns:a16="http://schemas.microsoft.com/office/drawing/2014/main" id="{CCC0832B-80AD-CD56-6ABB-B38A3FE0C4E8}"/>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44" name="Isosceles Triangle 648">
              <a:extLst>
                <a:ext uri="{FF2B5EF4-FFF2-40B4-BE49-F238E27FC236}">
                  <a16:creationId xmlns:a16="http://schemas.microsoft.com/office/drawing/2014/main" id="{594D408C-6C3D-8261-3F59-9E482D927A89}"/>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45" name="Group 1444">
            <a:extLst>
              <a:ext uri="{FF2B5EF4-FFF2-40B4-BE49-F238E27FC236}">
                <a16:creationId xmlns:a16="http://schemas.microsoft.com/office/drawing/2014/main" id="{CE6A1C09-FD08-BB0D-A681-9D00139457CF}"/>
              </a:ext>
            </a:extLst>
          </p:cNvPr>
          <p:cNvGrpSpPr/>
          <p:nvPr/>
        </p:nvGrpSpPr>
        <p:grpSpPr>
          <a:xfrm>
            <a:off x="7122911" y="4419624"/>
            <a:ext cx="721206" cy="609701"/>
            <a:chOff x="7122911" y="4419624"/>
            <a:chExt cx="721206" cy="609701"/>
          </a:xfrm>
        </p:grpSpPr>
        <p:sp>
          <p:nvSpPr>
            <p:cNvPr id="1446" name="Rectangle 1445">
              <a:hlinkHover r:id="" action="ppaction://noaction" highlightClick="1"/>
              <a:extLst>
                <a:ext uri="{FF2B5EF4-FFF2-40B4-BE49-F238E27FC236}">
                  <a16:creationId xmlns:a16="http://schemas.microsoft.com/office/drawing/2014/main" id="{D757FE09-80E6-3297-00A2-137035B3875B}"/>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1447" name="Oval 1446">
              <a:extLst>
                <a:ext uri="{FF2B5EF4-FFF2-40B4-BE49-F238E27FC236}">
                  <a16:creationId xmlns:a16="http://schemas.microsoft.com/office/drawing/2014/main" id="{1F5400EB-E54C-4B84-E6E4-9CA99CCED392}"/>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48" name="Isosceles Triangle 648">
              <a:extLst>
                <a:ext uri="{FF2B5EF4-FFF2-40B4-BE49-F238E27FC236}">
                  <a16:creationId xmlns:a16="http://schemas.microsoft.com/office/drawing/2014/main" id="{78E9D27F-AE39-F6A6-D353-268C3B4DD94D}"/>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53" name="Group 1452">
            <a:extLst>
              <a:ext uri="{FF2B5EF4-FFF2-40B4-BE49-F238E27FC236}">
                <a16:creationId xmlns:a16="http://schemas.microsoft.com/office/drawing/2014/main" id="{636DA485-AA16-6335-ED33-DB1AF19E4F6E}"/>
              </a:ext>
            </a:extLst>
          </p:cNvPr>
          <p:cNvGrpSpPr/>
          <p:nvPr/>
        </p:nvGrpSpPr>
        <p:grpSpPr>
          <a:xfrm>
            <a:off x="5454385" y="4419624"/>
            <a:ext cx="721206" cy="609701"/>
            <a:chOff x="5454385" y="4419624"/>
            <a:chExt cx="721206" cy="609701"/>
          </a:xfrm>
        </p:grpSpPr>
        <p:sp>
          <p:nvSpPr>
            <p:cNvPr id="1454" name="Rectangle 1453">
              <a:hlinkHover r:id="" action="ppaction://noaction" highlightClick="1"/>
              <a:extLst>
                <a:ext uri="{FF2B5EF4-FFF2-40B4-BE49-F238E27FC236}">
                  <a16:creationId xmlns:a16="http://schemas.microsoft.com/office/drawing/2014/main" id="{01BE5985-CBBD-94D3-0DF4-70E45D82E731}"/>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1455" name="Oval 1454">
              <a:extLst>
                <a:ext uri="{FF2B5EF4-FFF2-40B4-BE49-F238E27FC236}">
                  <a16:creationId xmlns:a16="http://schemas.microsoft.com/office/drawing/2014/main" id="{B20EE212-6BBF-D9B8-99C3-F669E45DB4E5}"/>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56" name="Isosceles Triangle 648">
              <a:extLst>
                <a:ext uri="{FF2B5EF4-FFF2-40B4-BE49-F238E27FC236}">
                  <a16:creationId xmlns:a16="http://schemas.microsoft.com/office/drawing/2014/main" id="{F2DDE7E8-7759-E1A8-578B-0A326325096B}"/>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57" name="Group 1456">
            <a:extLst>
              <a:ext uri="{FF2B5EF4-FFF2-40B4-BE49-F238E27FC236}">
                <a16:creationId xmlns:a16="http://schemas.microsoft.com/office/drawing/2014/main" id="{2C9E0146-779A-1BDA-0109-76782F0A49B2}"/>
              </a:ext>
            </a:extLst>
          </p:cNvPr>
          <p:cNvGrpSpPr/>
          <p:nvPr/>
        </p:nvGrpSpPr>
        <p:grpSpPr>
          <a:xfrm>
            <a:off x="3775041" y="5130133"/>
            <a:ext cx="721895" cy="609700"/>
            <a:chOff x="3775041" y="5130133"/>
            <a:chExt cx="721895" cy="609700"/>
          </a:xfrm>
        </p:grpSpPr>
        <p:sp>
          <p:nvSpPr>
            <p:cNvPr id="1458" name="Rectangle 1457">
              <a:hlinkHover r:id="" action="ppaction://noaction" highlightClick="1"/>
              <a:extLst>
                <a:ext uri="{FF2B5EF4-FFF2-40B4-BE49-F238E27FC236}">
                  <a16:creationId xmlns:a16="http://schemas.microsoft.com/office/drawing/2014/main" id="{B77C992F-FA1C-2759-3734-A5D5862A4757}"/>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1459" name="Diamond 1458">
              <a:extLst>
                <a:ext uri="{FF2B5EF4-FFF2-40B4-BE49-F238E27FC236}">
                  <a16:creationId xmlns:a16="http://schemas.microsoft.com/office/drawing/2014/main" id="{9282CCCD-7AC7-BA6D-E9B4-CE381DC24216}"/>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60" name="Oval 1459">
              <a:extLst>
                <a:ext uri="{FF2B5EF4-FFF2-40B4-BE49-F238E27FC236}">
                  <a16:creationId xmlns:a16="http://schemas.microsoft.com/office/drawing/2014/main" id="{7F3D4617-8466-848C-1813-8099F8C0D41E}"/>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61" name="Group 1460">
            <a:extLst>
              <a:ext uri="{FF2B5EF4-FFF2-40B4-BE49-F238E27FC236}">
                <a16:creationId xmlns:a16="http://schemas.microsoft.com/office/drawing/2014/main" id="{2BCB241D-EFEF-2589-4B05-89ED2523E7B6}"/>
              </a:ext>
            </a:extLst>
          </p:cNvPr>
          <p:cNvGrpSpPr/>
          <p:nvPr/>
        </p:nvGrpSpPr>
        <p:grpSpPr>
          <a:xfrm>
            <a:off x="4618174" y="5130748"/>
            <a:ext cx="721895" cy="609700"/>
            <a:chOff x="4618174" y="5130748"/>
            <a:chExt cx="721895" cy="609700"/>
          </a:xfrm>
        </p:grpSpPr>
        <p:sp>
          <p:nvSpPr>
            <p:cNvPr id="1462" name="Rectangle 1461">
              <a:hlinkHover r:id="" action="ppaction://noaction" highlightClick="1"/>
              <a:extLst>
                <a:ext uri="{FF2B5EF4-FFF2-40B4-BE49-F238E27FC236}">
                  <a16:creationId xmlns:a16="http://schemas.microsoft.com/office/drawing/2014/main" id="{14CC95AE-B6E8-6DEF-575A-A41F7DC02B86}"/>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1463" name="Diamond 1462">
              <a:extLst>
                <a:ext uri="{FF2B5EF4-FFF2-40B4-BE49-F238E27FC236}">
                  <a16:creationId xmlns:a16="http://schemas.microsoft.com/office/drawing/2014/main" id="{11A87E39-A470-56BC-C4B4-BC4E443443A6}"/>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64" name="Oval 1463">
              <a:extLst>
                <a:ext uri="{FF2B5EF4-FFF2-40B4-BE49-F238E27FC236}">
                  <a16:creationId xmlns:a16="http://schemas.microsoft.com/office/drawing/2014/main" id="{587D4EFE-3BAE-75B5-8A2C-A3F3A20F2358}"/>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65" name="Group 1464">
            <a:extLst>
              <a:ext uri="{FF2B5EF4-FFF2-40B4-BE49-F238E27FC236}">
                <a16:creationId xmlns:a16="http://schemas.microsoft.com/office/drawing/2014/main" id="{983754BE-DB8B-2064-34C0-9923BB88E4DC}"/>
              </a:ext>
            </a:extLst>
          </p:cNvPr>
          <p:cNvGrpSpPr/>
          <p:nvPr/>
        </p:nvGrpSpPr>
        <p:grpSpPr>
          <a:xfrm>
            <a:off x="7125833" y="5143368"/>
            <a:ext cx="721206" cy="609701"/>
            <a:chOff x="7125833" y="5143368"/>
            <a:chExt cx="721206" cy="609701"/>
          </a:xfrm>
        </p:grpSpPr>
        <p:sp>
          <p:nvSpPr>
            <p:cNvPr id="1466" name="Rectangle 1465">
              <a:hlinkHover r:id="" action="ppaction://noaction" highlightClick="1"/>
              <a:extLst>
                <a:ext uri="{FF2B5EF4-FFF2-40B4-BE49-F238E27FC236}">
                  <a16:creationId xmlns:a16="http://schemas.microsoft.com/office/drawing/2014/main" id="{94343ECF-87FB-9197-0AE9-594B1F120441}"/>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1467" name="Oval 1466">
              <a:extLst>
                <a:ext uri="{FF2B5EF4-FFF2-40B4-BE49-F238E27FC236}">
                  <a16:creationId xmlns:a16="http://schemas.microsoft.com/office/drawing/2014/main" id="{689F56F9-6066-9E86-8104-20EBDB1CB89D}"/>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68" name="Isosceles Triangle 648">
              <a:extLst>
                <a:ext uri="{FF2B5EF4-FFF2-40B4-BE49-F238E27FC236}">
                  <a16:creationId xmlns:a16="http://schemas.microsoft.com/office/drawing/2014/main" id="{B6EC6DF3-B57E-F4CF-4A16-16E60CB9AAD4}"/>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69" name="Group 1468">
            <a:extLst>
              <a:ext uri="{FF2B5EF4-FFF2-40B4-BE49-F238E27FC236}">
                <a16:creationId xmlns:a16="http://schemas.microsoft.com/office/drawing/2014/main" id="{3A65DF47-6B0F-1688-C08A-B8C37A4D712B}"/>
              </a:ext>
            </a:extLst>
          </p:cNvPr>
          <p:cNvGrpSpPr/>
          <p:nvPr/>
        </p:nvGrpSpPr>
        <p:grpSpPr>
          <a:xfrm>
            <a:off x="7122911" y="3698231"/>
            <a:ext cx="721206" cy="609701"/>
            <a:chOff x="7122911" y="3698231"/>
            <a:chExt cx="721206" cy="609701"/>
          </a:xfrm>
        </p:grpSpPr>
        <p:sp>
          <p:nvSpPr>
            <p:cNvPr id="1470" name="Rectangle 1469">
              <a:hlinkHover r:id="" action="ppaction://noaction" highlightClick="1"/>
              <a:extLst>
                <a:ext uri="{FF2B5EF4-FFF2-40B4-BE49-F238E27FC236}">
                  <a16:creationId xmlns:a16="http://schemas.microsoft.com/office/drawing/2014/main" id="{C65B8851-345E-532A-0C29-AAE37B53EBC7}"/>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1471" name="Oval 1470">
              <a:extLst>
                <a:ext uri="{FF2B5EF4-FFF2-40B4-BE49-F238E27FC236}">
                  <a16:creationId xmlns:a16="http://schemas.microsoft.com/office/drawing/2014/main" id="{3A7DC11E-3FDA-63DB-29DB-A024BA8B5511}"/>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2" name="Isosceles Triangle 648">
              <a:extLst>
                <a:ext uri="{FF2B5EF4-FFF2-40B4-BE49-F238E27FC236}">
                  <a16:creationId xmlns:a16="http://schemas.microsoft.com/office/drawing/2014/main" id="{FD1A564B-3F3E-72EE-987F-4AF8196848B7}"/>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73" name="Group 1472">
            <a:extLst>
              <a:ext uri="{FF2B5EF4-FFF2-40B4-BE49-F238E27FC236}">
                <a16:creationId xmlns:a16="http://schemas.microsoft.com/office/drawing/2014/main" id="{06835B36-1653-58ED-8464-12BD15A63AF8}"/>
              </a:ext>
            </a:extLst>
          </p:cNvPr>
          <p:cNvGrpSpPr/>
          <p:nvPr/>
        </p:nvGrpSpPr>
        <p:grpSpPr>
          <a:xfrm>
            <a:off x="6286224" y="3620338"/>
            <a:ext cx="721206" cy="687594"/>
            <a:chOff x="6286224" y="3620338"/>
            <a:chExt cx="721206" cy="687594"/>
          </a:xfrm>
        </p:grpSpPr>
        <p:cxnSp>
          <p:nvCxnSpPr>
            <p:cNvPr id="1474" name="Straight Connector 1473">
              <a:extLst>
                <a:ext uri="{FF2B5EF4-FFF2-40B4-BE49-F238E27FC236}">
                  <a16:creationId xmlns:a16="http://schemas.microsoft.com/office/drawing/2014/main" id="{31E77EB6-3E88-EC7C-110E-D9D811B9ACF2}"/>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1475" name="Rectangle 1474">
              <a:hlinkHover r:id="" action="ppaction://noaction" highlightClick="1"/>
              <a:extLst>
                <a:ext uri="{FF2B5EF4-FFF2-40B4-BE49-F238E27FC236}">
                  <a16:creationId xmlns:a16="http://schemas.microsoft.com/office/drawing/2014/main" id="{AB0D9133-CAF9-41AE-8135-D0BB74A4FC28}"/>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1476" name="Oval 1475">
              <a:extLst>
                <a:ext uri="{FF2B5EF4-FFF2-40B4-BE49-F238E27FC236}">
                  <a16:creationId xmlns:a16="http://schemas.microsoft.com/office/drawing/2014/main" id="{37CB6D1E-F84E-DA64-3712-8BB575F0E3F0}"/>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7" name="Isosceles Triangle 648">
              <a:extLst>
                <a:ext uri="{FF2B5EF4-FFF2-40B4-BE49-F238E27FC236}">
                  <a16:creationId xmlns:a16="http://schemas.microsoft.com/office/drawing/2014/main" id="{F997B5A2-BDC9-9B12-BF3F-8C1076A24C88}"/>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88" name="Group 1487">
            <a:extLst>
              <a:ext uri="{FF2B5EF4-FFF2-40B4-BE49-F238E27FC236}">
                <a16:creationId xmlns:a16="http://schemas.microsoft.com/office/drawing/2014/main" id="{6E8F99D7-8382-1997-CA35-4A645838C05E}"/>
              </a:ext>
            </a:extLst>
          </p:cNvPr>
          <p:cNvGrpSpPr/>
          <p:nvPr/>
        </p:nvGrpSpPr>
        <p:grpSpPr>
          <a:xfrm>
            <a:off x="10509575" y="5141013"/>
            <a:ext cx="721206" cy="609701"/>
            <a:chOff x="10509575" y="5141013"/>
            <a:chExt cx="721206" cy="609701"/>
          </a:xfrm>
        </p:grpSpPr>
        <p:sp>
          <p:nvSpPr>
            <p:cNvPr id="1489" name="Rectangle 1488">
              <a:hlinkHover r:id="" action="ppaction://noaction" highlightClick="1"/>
              <a:extLst>
                <a:ext uri="{FF2B5EF4-FFF2-40B4-BE49-F238E27FC236}">
                  <a16:creationId xmlns:a16="http://schemas.microsoft.com/office/drawing/2014/main" id="{2A511137-583F-61CF-E36A-338E78D2BC08}"/>
                </a:ext>
              </a:extLst>
            </p:cNvPr>
            <p:cNvSpPr/>
            <p:nvPr/>
          </p:nvSpPr>
          <p:spPr>
            <a:xfrm>
              <a:off x="10509575"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1490" name="Oval 1489">
              <a:extLst>
                <a:ext uri="{FF2B5EF4-FFF2-40B4-BE49-F238E27FC236}">
                  <a16:creationId xmlns:a16="http://schemas.microsoft.com/office/drawing/2014/main" id="{28048B06-ED35-793A-A4D7-C272138A4A9C}"/>
                </a:ext>
              </a:extLst>
            </p:cNvPr>
            <p:cNvSpPr/>
            <p:nvPr/>
          </p:nvSpPr>
          <p:spPr>
            <a:xfrm>
              <a:off x="11088114" y="514877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1" name="Isosceles Triangle 648">
              <a:extLst>
                <a:ext uri="{FF2B5EF4-FFF2-40B4-BE49-F238E27FC236}">
                  <a16:creationId xmlns:a16="http://schemas.microsoft.com/office/drawing/2014/main" id="{4A112216-9521-FD42-23FE-D6BDA2397632}"/>
                </a:ext>
              </a:extLst>
            </p:cNvPr>
            <p:cNvSpPr/>
            <p:nvPr/>
          </p:nvSpPr>
          <p:spPr>
            <a:xfrm>
              <a:off x="11118238" y="51622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 name="Group 1">
            <a:extLst>
              <a:ext uri="{FF2B5EF4-FFF2-40B4-BE49-F238E27FC236}">
                <a16:creationId xmlns:a16="http://schemas.microsoft.com/office/drawing/2014/main" id="{52530981-F60D-45F4-92EA-59B627283B3D}"/>
              </a:ext>
            </a:extLst>
          </p:cNvPr>
          <p:cNvGrpSpPr/>
          <p:nvPr/>
        </p:nvGrpSpPr>
        <p:grpSpPr>
          <a:xfrm>
            <a:off x="3779087" y="3698226"/>
            <a:ext cx="721206" cy="609701"/>
            <a:chOff x="3779087" y="3698226"/>
            <a:chExt cx="721206" cy="609701"/>
          </a:xfrm>
        </p:grpSpPr>
        <p:sp>
          <p:nvSpPr>
            <p:cNvPr id="3" name="Rectangle 2">
              <a:extLst>
                <a:ext uri="{FF2B5EF4-FFF2-40B4-BE49-F238E27FC236}">
                  <a16:creationId xmlns:a16="http://schemas.microsoft.com/office/drawing/2014/main" id="{A757FE6A-65F9-8666-DC50-AF55AA299257}"/>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4" name="Right Triangle 3">
              <a:extLst>
                <a:ext uri="{FF2B5EF4-FFF2-40B4-BE49-F238E27FC236}">
                  <a16:creationId xmlns:a16="http://schemas.microsoft.com/office/drawing/2014/main" id="{93F10EBE-7E5C-40DA-EBD5-57AEDE3C397D}"/>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408F67C4-AEED-ABF0-7755-361BE38D6D34}"/>
                </a:ext>
              </a:extLst>
            </p:cNvPr>
            <p:cNvGrpSpPr/>
            <p:nvPr/>
          </p:nvGrpSpPr>
          <p:grpSpPr>
            <a:xfrm>
              <a:off x="4448513" y="3706747"/>
              <a:ext cx="37817" cy="61390"/>
              <a:chOff x="3883481" y="2057400"/>
              <a:chExt cx="1608363" cy="2652031"/>
            </a:xfrm>
            <a:solidFill>
              <a:srgbClr val="A6A6A6">
                <a:alpha val="20000"/>
              </a:srgbClr>
            </a:solidFill>
          </p:grpSpPr>
          <p:sp>
            <p:nvSpPr>
              <p:cNvPr id="6" name="Oval 27">
                <a:extLst>
                  <a:ext uri="{FF2B5EF4-FFF2-40B4-BE49-F238E27FC236}">
                    <a16:creationId xmlns:a16="http://schemas.microsoft.com/office/drawing/2014/main" id="{B7519C13-F6A4-937B-0AAE-D64E7B35628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 name="Oval 28">
                <a:extLst>
                  <a:ext uri="{FF2B5EF4-FFF2-40B4-BE49-F238E27FC236}">
                    <a16:creationId xmlns:a16="http://schemas.microsoft.com/office/drawing/2014/main" id="{1AA47DA6-C8DE-0531-D0C5-88E107F182C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 name="Group 8">
            <a:extLst>
              <a:ext uri="{FF2B5EF4-FFF2-40B4-BE49-F238E27FC236}">
                <a16:creationId xmlns:a16="http://schemas.microsoft.com/office/drawing/2014/main" id="{20C0AB0F-10B3-2DE4-9FC4-DB6DEDC52B0F}"/>
              </a:ext>
            </a:extLst>
          </p:cNvPr>
          <p:cNvGrpSpPr/>
          <p:nvPr/>
        </p:nvGrpSpPr>
        <p:grpSpPr>
          <a:xfrm>
            <a:off x="4615774" y="3698231"/>
            <a:ext cx="721206" cy="609701"/>
            <a:chOff x="4615774" y="3698231"/>
            <a:chExt cx="721206" cy="609701"/>
          </a:xfrm>
        </p:grpSpPr>
        <p:sp>
          <p:nvSpPr>
            <p:cNvPr id="10" name="Rectangle 9">
              <a:hlinkHover r:id="" action="ppaction://noaction" highlightClick="1"/>
              <a:extLst>
                <a:ext uri="{FF2B5EF4-FFF2-40B4-BE49-F238E27FC236}">
                  <a16:creationId xmlns:a16="http://schemas.microsoft.com/office/drawing/2014/main" id="{1935EE35-CBD2-0530-4E07-9E912EF76582}"/>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1" name="Oval 10">
              <a:extLst>
                <a:ext uri="{FF2B5EF4-FFF2-40B4-BE49-F238E27FC236}">
                  <a16:creationId xmlns:a16="http://schemas.microsoft.com/office/drawing/2014/main" id="{ABF3C728-BFDF-FE24-BC5F-3388E69D6990}"/>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 name="Isosceles Triangle 648">
              <a:extLst>
                <a:ext uri="{FF2B5EF4-FFF2-40B4-BE49-F238E27FC236}">
                  <a16:creationId xmlns:a16="http://schemas.microsoft.com/office/drawing/2014/main" id="{EE54A803-4B56-0700-1767-559538AFD65F}"/>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7" name="Group 26">
            <a:extLst>
              <a:ext uri="{FF2B5EF4-FFF2-40B4-BE49-F238E27FC236}">
                <a16:creationId xmlns:a16="http://schemas.microsoft.com/office/drawing/2014/main" id="{F9A9DF59-8F12-8607-C310-527F47E6DBAA}"/>
              </a:ext>
            </a:extLst>
          </p:cNvPr>
          <p:cNvGrpSpPr/>
          <p:nvPr/>
        </p:nvGrpSpPr>
        <p:grpSpPr>
          <a:xfrm>
            <a:off x="2100392" y="4419620"/>
            <a:ext cx="721206" cy="609701"/>
            <a:chOff x="2100392" y="4419620"/>
            <a:chExt cx="721206" cy="609701"/>
          </a:xfrm>
        </p:grpSpPr>
        <p:sp>
          <p:nvSpPr>
            <p:cNvPr id="28" name="Rectangle 27">
              <a:extLst>
                <a:ext uri="{FF2B5EF4-FFF2-40B4-BE49-F238E27FC236}">
                  <a16:creationId xmlns:a16="http://schemas.microsoft.com/office/drawing/2014/main" id="{F8C4B3A2-EB21-1C88-B67D-4D5F9BF9CB27}"/>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9" name="Right Triangle 28">
              <a:extLst>
                <a:ext uri="{FF2B5EF4-FFF2-40B4-BE49-F238E27FC236}">
                  <a16:creationId xmlns:a16="http://schemas.microsoft.com/office/drawing/2014/main" id="{E5510D8E-7A22-CC7F-40B2-8579B90BE974}"/>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0" name="Group 29">
              <a:extLst>
                <a:ext uri="{FF2B5EF4-FFF2-40B4-BE49-F238E27FC236}">
                  <a16:creationId xmlns:a16="http://schemas.microsoft.com/office/drawing/2014/main" id="{92595C3E-7796-8152-F239-386CABAC9E0F}"/>
                </a:ext>
              </a:extLst>
            </p:cNvPr>
            <p:cNvGrpSpPr/>
            <p:nvPr/>
          </p:nvGrpSpPr>
          <p:grpSpPr>
            <a:xfrm>
              <a:off x="2769856" y="4434450"/>
              <a:ext cx="37817" cy="61390"/>
              <a:chOff x="3883481" y="2057400"/>
              <a:chExt cx="1608363" cy="2652031"/>
            </a:xfrm>
            <a:solidFill>
              <a:srgbClr val="A6A6A6">
                <a:alpha val="20000"/>
              </a:srgbClr>
            </a:solidFill>
          </p:grpSpPr>
          <p:sp>
            <p:nvSpPr>
              <p:cNvPr id="31" name="Oval 27">
                <a:extLst>
                  <a:ext uri="{FF2B5EF4-FFF2-40B4-BE49-F238E27FC236}">
                    <a16:creationId xmlns:a16="http://schemas.microsoft.com/office/drawing/2014/main" id="{88C7586B-CDD0-B102-6CDA-F22B69BBD98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4" name="Oval 28">
                <a:extLst>
                  <a:ext uri="{FF2B5EF4-FFF2-40B4-BE49-F238E27FC236}">
                    <a16:creationId xmlns:a16="http://schemas.microsoft.com/office/drawing/2014/main" id="{EA8B157D-13C3-29FB-6CDA-A4338CEA914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7" name="Group 36">
            <a:extLst>
              <a:ext uri="{FF2B5EF4-FFF2-40B4-BE49-F238E27FC236}">
                <a16:creationId xmlns:a16="http://schemas.microsoft.com/office/drawing/2014/main" id="{608A7621-6172-275C-FB1C-A73C1E2A604E}"/>
              </a:ext>
            </a:extLst>
          </p:cNvPr>
          <p:cNvGrpSpPr/>
          <p:nvPr/>
        </p:nvGrpSpPr>
        <p:grpSpPr>
          <a:xfrm>
            <a:off x="10525295" y="103570"/>
            <a:ext cx="721206" cy="609701"/>
            <a:chOff x="10520479" y="90836"/>
            <a:chExt cx="721206" cy="609701"/>
          </a:xfrm>
        </p:grpSpPr>
        <p:sp>
          <p:nvSpPr>
            <p:cNvPr id="38" name="Rectangle 37">
              <a:hlinkHover r:id="" action="ppaction://noaction" highlightClick="1"/>
              <a:extLst>
                <a:ext uri="{FF2B5EF4-FFF2-40B4-BE49-F238E27FC236}">
                  <a16:creationId xmlns:a16="http://schemas.microsoft.com/office/drawing/2014/main" id="{7DE07CFD-307A-CCF4-407C-DBF1C57905BE}"/>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41" name="Oval 40">
              <a:extLst>
                <a:ext uri="{FF2B5EF4-FFF2-40B4-BE49-F238E27FC236}">
                  <a16:creationId xmlns:a16="http://schemas.microsoft.com/office/drawing/2014/main" id="{2FCD8589-AFA8-D0D6-E6E6-1499E84721F2}"/>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 name="Isosceles Triangle 648">
              <a:extLst>
                <a:ext uri="{FF2B5EF4-FFF2-40B4-BE49-F238E27FC236}">
                  <a16:creationId xmlns:a16="http://schemas.microsoft.com/office/drawing/2014/main" id="{2A14A7F4-0255-7064-89E8-B328DD0D8E8F}"/>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 name="Group 50">
            <a:extLst>
              <a:ext uri="{FF2B5EF4-FFF2-40B4-BE49-F238E27FC236}">
                <a16:creationId xmlns:a16="http://schemas.microsoft.com/office/drawing/2014/main" id="{078C7EFB-6C60-7BBE-9FC1-6FAB2F51D00A}"/>
              </a:ext>
            </a:extLst>
          </p:cNvPr>
          <p:cNvGrpSpPr/>
          <p:nvPr/>
        </p:nvGrpSpPr>
        <p:grpSpPr>
          <a:xfrm>
            <a:off x="8807246" y="1508831"/>
            <a:ext cx="721206" cy="609701"/>
            <a:chOff x="8807246" y="1532278"/>
            <a:chExt cx="721206" cy="609701"/>
          </a:xfrm>
        </p:grpSpPr>
        <p:sp>
          <p:nvSpPr>
            <p:cNvPr id="53" name="Rectangle 52">
              <a:hlinkHover r:id="" action="ppaction://noaction" highlightClick="1"/>
              <a:extLst>
                <a:ext uri="{FF2B5EF4-FFF2-40B4-BE49-F238E27FC236}">
                  <a16:creationId xmlns:a16="http://schemas.microsoft.com/office/drawing/2014/main" id="{AED669B9-BC86-CC32-988E-5DA28D5558B7}"/>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57" name="Oval 56">
              <a:extLst>
                <a:ext uri="{FF2B5EF4-FFF2-40B4-BE49-F238E27FC236}">
                  <a16:creationId xmlns:a16="http://schemas.microsoft.com/office/drawing/2014/main" id="{A1914F0A-A7D9-7060-C80F-9F4E7F61652D}"/>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 name="Isosceles Triangle 648">
              <a:extLst>
                <a:ext uri="{FF2B5EF4-FFF2-40B4-BE49-F238E27FC236}">
                  <a16:creationId xmlns:a16="http://schemas.microsoft.com/office/drawing/2014/main" id="{70F9D510-95B8-7EC4-57C2-207C264655EF}"/>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 name="Group 58">
            <a:extLst>
              <a:ext uri="{FF2B5EF4-FFF2-40B4-BE49-F238E27FC236}">
                <a16:creationId xmlns:a16="http://schemas.microsoft.com/office/drawing/2014/main" id="{BB572743-97B0-71A2-E093-BDA7FC710B7D}"/>
              </a:ext>
            </a:extLst>
          </p:cNvPr>
          <p:cNvGrpSpPr/>
          <p:nvPr/>
        </p:nvGrpSpPr>
        <p:grpSpPr>
          <a:xfrm>
            <a:off x="11356242" y="1508829"/>
            <a:ext cx="721206" cy="609701"/>
            <a:chOff x="11356242" y="1532276"/>
            <a:chExt cx="721206" cy="609701"/>
          </a:xfrm>
        </p:grpSpPr>
        <p:sp>
          <p:nvSpPr>
            <p:cNvPr id="60" name="Rectangle 59">
              <a:hlinkHover r:id="" action="ppaction://noaction" highlightClick="1"/>
              <a:extLst>
                <a:ext uri="{FF2B5EF4-FFF2-40B4-BE49-F238E27FC236}">
                  <a16:creationId xmlns:a16="http://schemas.microsoft.com/office/drawing/2014/main" id="{95232E37-F586-D248-756B-F0E1E0479E28}"/>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67" name="Oval 66">
              <a:extLst>
                <a:ext uri="{FF2B5EF4-FFF2-40B4-BE49-F238E27FC236}">
                  <a16:creationId xmlns:a16="http://schemas.microsoft.com/office/drawing/2014/main" id="{91A283B2-0993-BAC2-199D-54DCA2F04B59}"/>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 name="Isosceles Triangle 648">
              <a:extLst>
                <a:ext uri="{FF2B5EF4-FFF2-40B4-BE49-F238E27FC236}">
                  <a16:creationId xmlns:a16="http://schemas.microsoft.com/office/drawing/2014/main" id="{64DDA064-C130-9183-7E54-6FBE325CDCA4}"/>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2" name="Group 111">
            <a:extLst>
              <a:ext uri="{FF2B5EF4-FFF2-40B4-BE49-F238E27FC236}">
                <a16:creationId xmlns:a16="http://schemas.microsoft.com/office/drawing/2014/main" id="{4B0D09F2-B27E-B14E-ACB7-43B8C19109E7}"/>
              </a:ext>
            </a:extLst>
          </p:cNvPr>
          <p:cNvGrpSpPr/>
          <p:nvPr/>
        </p:nvGrpSpPr>
        <p:grpSpPr>
          <a:xfrm>
            <a:off x="3776512" y="2970341"/>
            <a:ext cx="724130" cy="609701"/>
            <a:chOff x="3776512" y="2974053"/>
            <a:chExt cx="724130" cy="609701"/>
          </a:xfrm>
        </p:grpSpPr>
        <p:sp>
          <p:nvSpPr>
            <p:cNvPr id="113" name="Rectangle 112">
              <a:extLst>
                <a:ext uri="{FF2B5EF4-FFF2-40B4-BE49-F238E27FC236}">
                  <a16:creationId xmlns:a16="http://schemas.microsoft.com/office/drawing/2014/main" id="{15F732E4-B3C5-7A5D-DAEC-243B85BC9F3F}"/>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114" name="Right Triangle 113">
              <a:extLst>
                <a:ext uri="{FF2B5EF4-FFF2-40B4-BE49-F238E27FC236}">
                  <a16:creationId xmlns:a16="http://schemas.microsoft.com/office/drawing/2014/main" id="{5A6353A2-87F1-B374-3CBE-2077C9158F77}"/>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5" name="Group 114">
              <a:extLst>
                <a:ext uri="{FF2B5EF4-FFF2-40B4-BE49-F238E27FC236}">
                  <a16:creationId xmlns:a16="http://schemas.microsoft.com/office/drawing/2014/main" id="{741D45A1-5520-D56F-DAA5-3BDC42CBF190}"/>
                </a:ext>
              </a:extLst>
            </p:cNvPr>
            <p:cNvGrpSpPr/>
            <p:nvPr/>
          </p:nvGrpSpPr>
          <p:grpSpPr>
            <a:xfrm>
              <a:off x="4450061" y="2982574"/>
              <a:ext cx="37817" cy="61390"/>
              <a:chOff x="3883481" y="2057400"/>
              <a:chExt cx="1608363" cy="2652031"/>
            </a:xfrm>
            <a:solidFill>
              <a:srgbClr val="A6A6A6">
                <a:alpha val="20000"/>
              </a:srgbClr>
            </a:solidFill>
          </p:grpSpPr>
          <p:sp>
            <p:nvSpPr>
              <p:cNvPr id="116" name="Oval 27">
                <a:extLst>
                  <a:ext uri="{FF2B5EF4-FFF2-40B4-BE49-F238E27FC236}">
                    <a16:creationId xmlns:a16="http://schemas.microsoft.com/office/drawing/2014/main" id="{7A0B5A17-2F8C-C595-0EB0-26E7521D49B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 name="Oval 28">
                <a:extLst>
                  <a:ext uri="{FF2B5EF4-FFF2-40B4-BE49-F238E27FC236}">
                    <a16:creationId xmlns:a16="http://schemas.microsoft.com/office/drawing/2014/main" id="{F21DA96E-E936-FADB-B6A8-FF9DEE086F7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25" name="Group 1424">
            <a:extLst>
              <a:ext uri="{FF2B5EF4-FFF2-40B4-BE49-F238E27FC236}">
                <a16:creationId xmlns:a16="http://schemas.microsoft.com/office/drawing/2014/main" id="{CC7A7CD2-2C21-7462-D4D3-2F0CC73DAA69}"/>
              </a:ext>
            </a:extLst>
          </p:cNvPr>
          <p:cNvGrpSpPr/>
          <p:nvPr/>
        </p:nvGrpSpPr>
        <p:grpSpPr>
          <a:xfrm>
            <a:off x="2934662" y="5148220"/>
            <a:ext cx="724130" cy="609701"/>
            <a:chOff x="4615448" y="2974053"/>
            <a:chExt cx="724130" cy="609701"/>
          </a:xfrm>
        </p:grpSpPr>
        <p:sp>
          <p:nvSpPr>
            <p:cNvPr id="1426" name="Rectangle 1425">
              <a:extLst>
                <a:ext uri="{FF2B5EF4-FFF2-40B4-BE49-F238E27FC236}">
                  <a16:creationId xmlns:a16="http://schemas.microsoft.com/office/drawing/2014/main" id="{8E79092D-BA50-C47D-E16E-E0F5223E5DFD}"/>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28" name="Right Triangle 127">
              <a:extLst>
                <a:ext uri="{FF2B5EF4-FFF2-40B4-BE49-F238E27FC236}">
                  <a16:creationId xmlns:a16="http://schemas.microsoft.com/office/drawing/2014/main" id="{F93AAD82-1883-3C4F-990A-2E6D8348B07D}"/>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9" name="Group 128">
              <a:extLst>
                <a:ext uri="{FF2B5EF4-FFF2-40B4-BE49-F238E27FC236}">
                  <a16:creationId xmlns:a16="http://schemas.microsoft.com/office/drawing/2014/main" id="{C1FDC7FB-A008-251A-EFCA-783C38CB6324}"/>
                </a:ext>
              </a:extLst>
            </p:cNvPr>
            <p:cNvGrpSpPr/>
            <p:nvPr/>
          </p:nvGrpSpPr>
          <p:grpSpPr>
            <a:xfrm>
              <a:off x="5288997" y="2982574"/>
              <a:ext cx="37817" cy="61390"/>
              <a:chOff x="3883481" y="2057400"/>
              <a:chExt cx="1608363" cy="2652031"/>
            </a:xfrm>
            <a:solidFill>
              <a:srgbClr val="A6A6A6">
                <a:alpha val="20000"/>
              </a:srgbClr>
            </a:solidFill>
          </p:grpSpPr>
          <p:sp>
            <p:nvSpPr>
              <p:cNvPr id="131" name="Oval 27">
                <a:extLst>
                  <a:ext uri="{FF2B5EF4-FFF2-40B4-BE49-F238E27FC236}">
                    <a16:creationId xmlns:a16="http://schemas.microsoft.com/office/drawing/2014/main" id="{1EF2719B-0F8B-029A-0434-BA1A06AA1CC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 name="Oval 28">
                <a:extLst>
                  <a:ext uri="{FF2B5EF4-FFF2-40B4-BE49-F238E27FC236}">
                    <a16:creationId xmlns:a16="http://schemas.microsoft.com/office/drawing/2014/main" id="{88AE53D7-F527-B3AC-C390-C9D4E83C3ED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3" name="Group 132">
            <a:extLst>
              <a:ext uri="{FF2B5EF4-FFF2-40B4-BE49-F238E27FC236}">
                <a16:creationId xmlns:a16="http://schemas.microsoft.com/office/drawing/2014/main" id="{7F35736C-0C1D-B378-89AE-8D6F4D24C905}"/>
              </a:ext>
            </a:extLst>
          </p:cNvPr>
          <p:cNvGrpSpPr/>
          <p:nvPr/>
        </p:nvGrpSpPr>
        <p:grpSpPr>
          <a:xfrm>
            <a:off x="11355832" y="5140982"/>
            <a:ext cx="721220" cy="609701"/>
            <a:chOff x="9656903" y="2253333"/>
            <a:chExt cx="721220" cy="609701"/>
          </a:xfrm>
        </p:grpSpPr>
        <p:sp>
          <p:nvSpPr>
            <p:cNvPr id="134" name="Rectangle 133">
              <a:hlinkHover r:id="" action="ppaction://noaction" highlightClick="1"/>
              <a:extLst>
                <a:ext uri="{FF2B5EF4-FFF2-40B4-BE49-F238E27FC236}">
                  <a16:creationId xmlns:a16="http://schemas.microsoft.com/office/drawing/2014/main" id="{D1E12AEE-74E2-9B1A-3519-47E81A520063}"/>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35" name="Rectangle 134">
              <a:extLst>
                <a:ext uri="{FF2B5EF4-FFF2-40B4-BE49-F238E27FC236}">
                  <a16:creationId xmlns:a16="http://schemas.microsoft.com/office/drawing/2014/main" id="{B40148AD-0D26-CDB7-CD31-A3E2C1242BEC}"/>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 name="Oval 15">
              <a:extLst>
                <a:ext uri="{FF2B5EF4-FFF2-40B4-BE49-F238E27FC236}">
                  <a16:creationId xmlns:a16="http://schemas.microsoft.com/office/drawing/2014/main" id="{37FB2866-B593-996E-4574-3FD426DF7134}"/>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7" name="Straight Connector 136">
              <a:extLst>
                <a:ext uri="{FF2B5EF4-FFF2-40B4-BE49-F238E27FC236}">
                  <a16:creationId xmlns:a16="http://schemas.microsoft.com/office/drawing/2014/main" id="{39748F0D-4500-5E72-106E-5B55FF2B7AD2}"/>
                </a:ext>
              </a:extLst>
            </p:cNvPr>
            <p:cNvCxnSpPr>
              <a:cxnSpLocks/>
              <a:stCxn id="13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38" name="Straight Connector 137">
              <a:extLst>
                <a:ext uri="{FF2B5EF4-FFF2-40B4-BE49-F238E27FC236}">
                  <a16:creationId xmlns:a16="http://schemas.microsoft.com/office/drawing/2014/main" id="{03C76B32-77E9-0CBC-CD6E-8ACEB6A50801}"/>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9" name="Group 138">
            <a:extLst>
              <a:ext uri="{FF2B5EF4-FFF2-40B4-BE49-F238E27FC236}">
                <a16:creationId xmlns:a16="http://schemas.microsoft.com/office/drawing/2014/main" id="{08031F6B-3963-BAF4-C24B-28109B607302}"/>
              </a:ext>
            </a:extLst>
          </p:cNvPr>
          <p:cNvGrpSpPr/>
          <p:nvPr/>
        </p:nvGrpSpPr>
        <p:grpSpPr>
          <a:xfrm>
            <a:off x="5451979" y="3707588"/>
            <a:ext cx="721206" cy="609701"/>
            <a:chOff x="5451979" y="3707588"/>
            <a:chExt cx="721206" cy="609701"/>
          </a:xfrm>
        </p:grpSpPr>
        <p:sp>
          <p:nvSpPr>
            <p:cNvPr id="140" name="Rectangle 139">
              <a:hlinkHover r:id="" action="ppaction://noaction" highlightClick="1"/>
              <a:extLst>
                <a:ext uri="{FF2B5EF4-FFF2-40B4-BE49-F238E27FC236}">
                  <a16:creationId xmlns:a16="http://schemas.microsoft.com/office/drawing/2014/main" id="{27D98AF5-B00A-A294-35E8-438F0502F31E}"/>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1" name="Oval 140">
              <a:extLst>
                <a:ext uri="{FF2B5EF4-FFF2-40B4-BE49-F238E27FC236}">
                  <a16:creationId xmlns:a16="http://schemas.microsoft.com/office/drawing/2014/main" id="{802C1570-E5B1-5E34-66B6-543346353561}"/>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2" name="Isosceles Triangle 648">
              <a:extLst>
                <a:ext uri="{FF2B5EF4-FFF2-40B4-BE49-F238E27FC236}">
                  <a16:creationId xmlns:a16="http://schemas.microsoft.com/office/drawing/2014/main" id="{15250EF0-7FDB-31C1-327C-503A4494E5C1}"/>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3" name="Group 142">
            <a:extLst>
              <a:ext uri="{FF2B5EF4-FFF2-40B4-BE49-F238E27FC236}">
                <a16:creationId xmlns:a16="http://schemas.microsoft.com/office/drawing/2014/main" id="{165E96B0-2A80-4274-496D-53322252BBD8}"/>
              </a:ext>
            </a:extLst>
          </p:cNvPr>
          <p:cNvGrpSpPr/>
          <p:nvPr/>
        </p:nvGrpSpPr>
        <p:grpSpPr>
          <a:xfrm>
            <a:off x="4605607" y="811556"/>
            <a:ext cx="722054" cy="609701"/>
            <a:chOff x="4605607" y="811556"/>
            <a:chExt cx="722054" cy="609701"/>
          </a:xfrm>
        </p:grpSpPr>
        <p:sp>
          <p:nvSpPr>
            <p:cNvPr id="144" name="Rectangle 143">
              <a:extLst>
                <a:ext uri="{FF2B5EF4-FFF2-40B4-BE49-F238E27FC236}">
                  <a16:creationId xmlns:a16="http://schemas.microsoft.com/office/drawing/2014/main" id="{1271083F-2F3E-178A-5AFC-146898BFF825}"/>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5" name="Rectangle 144">
              <a:extLst>
                <a:ext uri="{FF2B5EF4-FFF2-40B4-BE49-F238E27FC236}">
                  <a16:creationId xmlns:a16="http://schemas.microsoft.com/office/drawing/2014/main" id="{E1B85121-3C06-5489-A05E-8AA555816F64}"/>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6" name="Oval 15">
              <a:extLst>
                <a:ext uri="{FF2B5EF4-FFF2-40B4-BE49-F238E27FC236}">
                  <a16:creationId xmlns:a16="http://schemas.microsoft.com/office/drawing/2014/main" id="{30748557-C427-757F-2536-C0D09A832594}"/>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7" name="Straight Connector 146">
              <a:extLst>
                <a:ext uri="{FF2B5EF4-FFF2-40B4-BE49-F238E27FC236}">
                  <a16:creationId xmlns:a16="http://schemas.microsoft.com/office/drawing/2014/main" id="{41F4911F-AF27-17E1-8961-E46C636E3D26}"/>
                </a:ext>
              </a:extLst>
            </p:cNvPr>
            <p:cNvCxnSpPr>
              <a:cxnSpLocks/>
              <a:stCxn id="146"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8" name="Straight Connector 147">
              <a:extLst>
                <a:ext uri="{FF2B5EF4-FFF2-40B4-BE49-F238E27FC236}">
                  <a16:creationId xmlns:a16="http://schemas.microsoft.com/office/drawing/2014/main" id="{4F27BEC8-53A7-E01D-7506-DABAFA20FC69}"/>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9" name="Group 148">
            <a:extLst>
              <a:ext uri="{FF2B5EF4-FFF2-40B4-BE49-F238E27FC236}">
                <a16:creationId xmlns:a16="http://schemas.microsoft.com/office/drawing/2014/main" id="{86795E50-C531-BF82-77F3-18BCC4F0FF39}"/>
              </a:ext>
            </a:extLst>
          </p:cNvPr>
          <p:cNvGrpSpPr/>
          <p:nvPr/>
        </p:nvGrpSpPr>
        <p:grpSpPr>
          <a:xfrm>
            <a:off x="9651394" y="811173"/>
            <a:ext cx="721206" cy="609701"/>
            <a:chOff x="9657972" y="90836"/>
            <a:chExt cx="721206" cy="609701"/>
          </a:xfrm>
        </p:grpSpPr>
        <p:sp>
          <p:nvSpPr>
            <p:cNvPr id="150" name="Rectangle 149">
              <a:hlinkHover r:id="" action="ppaction://noaction" highlightClick="1"/>
              <a:extLst>
                <a:ext uri="{FF2B5EF4-FFF2-40B4-BE49-F238E27FC236}">
                  <a16:creationId xmlns:a16="http://schemas.microsoft.com/office/drawing/2014/main" id="{18B399D5-46AA-7F34-718B-53E96DCEBCAE}"/>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51" name="Diamond 150">
              <a:extLst>
                <a:ext uri="{FF2B5EF4-FFF2-40B4-BE49-F238E27FC236}">
                  <a16:creationId xmlns:a16="http://schemas.microsoft.com/office/drawing/2014/main" id="{98859240-C4D5-C0B5-F5CD-B7357DA8D09A}"/>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2" name="Oval 151">
              <a:extLst>
                <a:ext uri="{FF2B5EF4-FFF2-40B4-BE49-F238E27FC236}">
                  <a16:creationId xmlns:a16="http://schemas.microsoft.com/office/drawing/2014/main" id="{B56B1A9F-3FD9-BDC0-A251-7301546BF537}"/>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3" name="Group 152">
            <a:extLst>
              <a:ext uri="{FF2B5EF4-FFF2-40B4-BE49-F238E27FC236}">
                <a16:creationId xmlns:a16="http://schemas.microsoft.com/office/drawing/2014/main" id="{47D43D95-2583-E397-99CF-9F33360C08C5}"/>
              </a:ext>
            </a:extLst>
          </p:cNvPr>
          <p:cNvGrpSpPr/>
          <p:nvPr/>
        </p:nvGrpSpPr>
        <p:grpSpPr>
          <a:xfrm>
            <a:off x="2102908" y="811556"/>
            <a:ext cx="721206" cy="609701"/>
            <a:chOff x="2102908" y="811556"/>
            <a:chExt cx="721206" cy="609701"/>
          </a:xfrm>
        </p:grpSpPr>
        <p:sp>
          <p:nvSpPr>
            <p:cNvPr id="154" name="Rectangle 153">
              <a:extLst>
                <a:ext uri="{FF2B5EF4-FFF2-40B4-BE49-F238E27FC236}">
                  <a16:creationId xmlns:a16="http://schemas.microsoft.com/office/drawing/2014/main" id="{56616E3C-213E-AF3A-13D8-464EFB9B3C01}"/>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5" name="Rectangle 154">
              <a:extLst>
                <a:ext uri="{FF2B5EF4-FFF2-40B4-BE49-F238E27FC236}">
                  <a16:creationId xmlns:a16="http://schemas.microsoft.com/office/drawing/2014/main" id="{323056C7-ADE2-989E-46FC-9B3E43B3343A}"/>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6" name="Oval 15">
              <a:extLst>
                <a:ext uri="{FF2B5EF4-FFF2-40B4-BE49-F238E27FC236}">
                  <a16:creationId xmlns:a16="http://schemas.microsoft.com/office/drawing/2014/main" id="{163AA185-15DF-8228-8559-4AD059DACD9B}"/>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7" name="Straight Connector 156">
              <a:extLst>
                <a:ext uri="{FF2B5EF4-FFF2-40B4-BE49-F238E27FC236}">
                  <a16:creationId xmlns:a16="http://schemas.microsoft.com/office/drawing/2014/main" id="{EB1AE70A-4659-3116-DE8D-07F473AC51AD}"/>
                </a:ext>
              </a:extLst>
            </p:cNvPr>
            <p:cNvCxnSpPr>
              <a:cxnSpLocks/>
              <a:stCxn id="156"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58" name="Straight Connector 157">
              <a:extLst>
                <a:ext uri="{FF2B5EF4-FFF2-40B4-BE49-F238E27FC236}">
                  <a16:creationId xmlns:a16="http://schemas.microsoft.com/office/drawing/2014/main" id="{576F933D-6A2C-1528-EF70-A9174241797A}"/>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9" name="Group 158">
            <a:extLst>
              <a:ext uri="{FF2B5EF4-FFF2-40B4-BE49-F238E27FC236}">
                <a16:creationId xmlns:a16="http://schemas.microsoft.com/office/drawing/2014/main" id="{2016545D-F058-B857-B891-53B34B3C94F2}"/>
              </a:ext>
            </a:extLst>
          </p:cNvPr>
          <p:cNvGrpSpPr/>
          <p:nvPr/>
        </p:nvGrpSpPr>
        <p:grpSpPr>
          <a:xfrm>
            <a:off x="10506594" y="811556"/>
            <a:ext cx="721220" cy="609701"/>
            <a:chOff x="10506594" y="811556"/>
            <a:chExt cx="721220" cy="609701"/>
          </a:xfrm>
        </p:grpSpPr>
        <p:sp>
          <p:nvSpPr>
            <p:cNvPr id="160" name="Rectangle 159">
              <a:extLst>
                <a:ext uri="{FF2B5EF4-FFF2-40B4-BE49-F238E27FC236}">
                  <a16:creationId xmlns:a16="http://schemas.microsoft.com/office/drawing/2014/main" id="{56BDDD06-5D56-1022-AB10-03836045702C}"/>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1" name="Rectangle 160">
              <a:extLst>
                <a:ext uri="{FF2B5EF4-FFF2-40B4-BE49-F238E27FC236}">
                  <a16:creationId xmlns:a16="http://schemas.microsoft.com/office/drawing/2014/main" id="{B25A2A43-2F6D-C18F-3535-B63691694F11}"/>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2" name="Oval 15">
              <a:extLst>
                <a:ext uri="{FF2B5EF4-FFF2-40B4-BE49-F238E27FC236}">
                  <a16:creationId xmlns:a16="http://schemas.microsoft.com/office/drawing/2014/main" id="{0453FEDB-1A61-B376-3C08-3F10F58B376D}"/>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3" name="Straight Connector 162">
              <a:extLst>
                <a:ext uri="{FF2B5EF4-FFF2-40B4-BE49-F238E27FC236}">
                  <a16:creationId xmlns:a16="http://schemas.microsoft.com/office/drawing/2014/main" id="{C22F8005-39FB-880D-32EE-4118281AB9F1}"/>
                </a:ext>
              </a:extLst>
            </p:cNvPr>
            <p:cNvCxnSpPr>
              <a:cxnSpLocks/>
              <a:stCxn id="162"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4" name="Straight Connector 163">
              <a:extLst>
                <a:ext uri="{FF2B5EF4-FFF2-40B4-BE49-F238E27FC236}">
                  <a16:creationId xmlns:a16="http://schemas.microsoft.com/office/drawing/2014/main" id="{E4ADE198-20A1-7183-A14A-F83BD2D29DBA}"/>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515DC207-3BD9-218D-3998-198F38F3EF7F}"/>
              </a:ext>
            </a:extLst>
          </p:cNvPr>
          <p:cNvGrpSpPr/>
          <p:nvPr/>
        </p:nvGrpSpPr>
        <p:grpSpPr>
          <a:xfrm>
            <a:off x="7116512" y="812701"/>
            <a:ext cx="721206" cy="609701"/>
            <a:chOff x="7957576" y="811556"/>
            <a:chExt cx="721206" cy="609701"/>
          </a:xfrm>
        </p:grpSpPr>
        <p:sp>
          <p:nvSpPr>
            <p:cNvPr id="166" name="Rectangle 165">
              <a:extLst>
                <a:ext uri="{FF2B5EF4-FFF2-40B4-BE49-F238E27FC236}">
                  <a16:creationId xmlns:a16="http://schemas.microsoft.com/office/drawing/2014/main" id="{8E18E48B-9AF8-AC82-AFCF-6EA6FD004D02}"/>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67" name="Rectangle 166">
              <a:extLst>
                <a:ext uri="{FF2B5EF4-FFF2-40B4-BE49-F238E27FC236}">
                  <a16:creationId xmlns:a16="http://schemas.microsoft.com/office/drawing/2014/main" id="{CBF27897-BFD4-D8C8-5BBD-B09850441F27}"/>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8" name="Oval 15">
              <a:extLst>
                <a:ext uri="{FF2B5EF4-FFF2-40B4-BE49-F238E27FC236}">
                  <a16:creationId xmlns:a16="http://schemas.microsoft.com/office/drawing/2014/main" id="{699871D3-9596-F462-A79D-DD0C48D78495}"/>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9" name="Straight Connector 168">
              <a:extLst>
                <a:ext uri="{FF2B5EF4-FFF2-40B4-BE49-F238E27FC236}">
                  <a16:creationId xmlns:a16="http://schemas.microsoft.com/office/drawing/2014/main" id="{64E0673F-E5B1-A5A0-98FC-B6EDB09783F8}"/>
                </a:ext>
              </a:extLst>
            </p:cNvPr>
            <p:cNvCxnSpPr>
              <a:cxnSpLocks/>
              <a:stCxn id="168"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0" name="Straight Connector 169">
              <a:extLst>
                <a:ext uri="{FF2B5EF4-FFF2-40B4-BE49-F238E27FC236}">
                  <a16:creationId xmlns:a16="http://schemas.microsoft.com/office/drawing/2014/main" id="{0892DB18-F7AB-39DC-70AD-34C98445345D}"/>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C398A7F1-4BC7-A835-231A-F0FFF8CFBBC2}"/>
              </a:ext>
            </a:extLst>
          </p:cNvPr>
          <p:cNvGrpSpPr/>
          <p:nvPr/>
        </p:nvGrpSpPr>
        <p:grpSpPr>
          <a:xfrm>
            <a:off x="10508723" y="1536662"/>
            <a:ext cx="721206" cy="609701"/>
            <a:chOff x="11356242" y="1532276"/>
            <a:chExt cx="721206" cy="609701"/>
          </a:xfrm>
        </p:grpSpPr>
        <p:sp>
          <p:nvSpPr>
            <p:cNvPr id="172" name="Rectangle 171">
              <a:hlinkHover r:id="" action="ppaction://noaction" highlightClick="1"/>
              <a:extLst>
                <a:ext uri="{FF2B5EF4-FFF2-40B4-BE49-F238E27FC236}">
                  <a16:creationId xmlns:a16="http://schemas.microsoft.com/office/drawing/2014/main" id="{9372E682-016E-F136-96BC-2BC766B41D41}"/>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73" name="Oval 172">
              <a:extLst>
                <a:ext uri="{FF2B5EF4-FFF2-40B4-BE49-F238E27FC236}">
                  <a16:creationId xmlns:a16="http://schemas.microsoft.com/office/drawing/2014/main" id="{0B5A73CB-FC12-0903-EE96-0CE1DBFBB4B2}"/>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4" name="Isosceles Triangle 648">
              <a:extLst>
                <a:ext uri="{FF2B5EF4-FFF2-40B4-BE49-F238E27FC236}">
                  <a16:creationId xmlns:a16="http://schemas.microsoft.com/office/drawing/2014/main" id="{3EF5A34E-D22B-D244-05EE-948E60A96668}"/>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5" name="Group 174">
            <a:extLst>
              <a:ext uri="{FF2B5EF4-FFF2-40B4-BE49-F238E27FC236}">
                <a16:creationId xmlns:a16="http://schemas.microsoft.com/office/drawing/2014/main" id="{620F5BCD-BA77-2A6E-5468-B5F81EE3E1CF}"/>
              </a:ext>
            </a:extLst>
          </p:cNvPr>
          <p:cNvGrpSpPr/>
          <p:nvPr/>
        </p:nvGrpSpPr>
        <p:grpSpPr>
          <a:xfrm>
            <a:off x="7957586" y="2253332"/>
            <a:ext cx="721206" cy="609701"/>
            <a:chOff x="7957586" y="2253332"/>
            <a:chExt cx="721206" cy="609701"/>
          </a:xfrm>
        </p:grpSpPr>
        <p:sp>
          <p:nvSpPr>
            <p:cNvPr id="176" name="Rectangle 175">
              <a:extLst>
                <a:ext uri="{FF2B5EF4-FFF2-40B4-BE49-F238E27FC236}">
                  <a16:creationId xmlns:a16="http://schemas.microsoft.com/office/drawing/2014/main" id="{02130D7D-AD7A-14C6-4437-256B136DE1E4}"/>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77" name="Right Triangle 176">
              <a:extLst>
                <a:ext uri="{FF2B5EF4-FFF2-40B4-BE49-F238E27FC236}">
                  <a16:creationId xmlns:a16="http://schemas.microsoft.com/office/drawing/2014/main" id="{FCDB19C7-2DAA-A9B5-4F22-3EE36DFEB4C5}"/>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8" name="Group 177">
              <a:extLst>
                <a:ext uri="{FF2B5EF4-FFF2-40B4-BE49-F238E27FC236}">
                  <a16:creationId xmlns:a16="http://schemas.microsoft.com/office/drawing/2014/main" id="{DDED4D60-955B-C335-9828-63C75DE875BE}"/>
                </a:ext>
              </a:extLst>
            </p:cNvPr>
            <p:cNvGrpSpPr/>
            <p:nvPr/>
          </p:nvGrpSpPr>
          <p:grpSpPr>
            <a:xfrm>
              <a:off x="8621942" y="2262669"/>
              <a:ext cx="37817" cy="61390"/>
              <a:chOff x="3883481" y="2057400"/>
              <a:chExt cx="1608363" cy="2652031"/>
            </a:xfrm>
            <a:solidFill>
              <a:srgbClr val="A6A6A6">
                <a:alpha val="20000"/>
              </a:srgbClr>
            </a:solidFill>
          </p:grpSpPr>
          <p:sp>
            <p:nvSpPr>
              <p:cNvPr id="179" name="Oval 27">
                <a:extLst>
                  <a:ext uri="{FF2B5EF4-FFF2-40B4-BE49-F238E27FC236}">
                    <a16:creationId xmlns:a16="http://schemas.microsoft.com/office/drawing/2014/main" id="{7337B392-20BB-2E38-1901-1C7C62FF180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0" name="Oval 28">
                <a:extLst>
                  <a:ext uri="{FF2B5EF4-FFF2-40B4-BE49-F238E27FC236}">
                    <a16:creationId xmlns:a16="http://schemas.microsoft.com/office/drawing/2014/main" id="{C0214A05-309E-5CE7-7833-4256A41E26D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81" name="Group 180">
            <a:extLst>
              <a:ext uri="{FF2B5EF4-FFF2-40B4-BE49-F238E27FC236}">
                <a16:creationId xmlns:a16="http://schemas.microsoft.com/office/drawing/2014/main" id="{009C6B8B-277D-D43F-1CFF-47EAD0915895}"/>
              </a:ext>
            </a:extLst>
          </p:cNvPr>
          <p:cNvGrpSpPr/>
          <p:nvPr/>
        </p:nvGrpSpPr>
        <p:grpSpPr>
          <a:xfrm>
            <a:off x="6290730" y="2257176"/>
            <a:ext cx="721206" cy="609701"/>
            <a:chOff x="8807250" y="2253334"/>
            <a:chExt cx="721206" cy="609701"/>
          </a:xfrm>
        </p:grpSpPr>
        <p:sp>
          <p:nvSpPr>
            <p:cNvPr id="182" name="Rectangle 181">
              <a:extLst>
                <a:ext uri="{FF2B5EF4-FFF2-40B4-BE49-F238E27FC236}">
                  <a16:creationId xmlns:a16="http://schemas.microsoft.com/office/drawing/2014/main" id="{DB739617-D178-7DE3-5276-FC1C95A7A76D}"/>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83" name="Right Triangle 182">
              <a:extLst>
                <a:ext uri="{FF2B5EF4-FFF2-40B4-BE49-F238E27FC236}">
                  <a16:creationId xmlns:a16="http://schemas.microsoft.com/office/drawing/2014/main" id="{D142FF18-627F-6232-71FA-47B112FFB2EE}"/>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4" name="Oval 27">
              <a:extLst>
                <a:ext uri="{FF2B5EF4-FFF2-40B4-BE49-F238E27FC236}">
                  <a16:creationId xmlns:a16="http://schemas.microsoft.com/office/drawing/2014/main" id="{D0EE9314-56AD-E5C1-8D6E-50B8F9EEFF97}"/>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5" name="Oval 28">
              <a:extLst>
                <a:ext uri="{FF2B5EF4-FFF2-40B4-BE49-F238E27FC236}">
                  <a16:creationId xmlns:a16="http://schemas.microsoft.com/office/drawing/2014/main" id="{D0FA562A-9DD3-F305-4E64-FBD1E0D374A7}"/>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6" name="Group 185">
            <a:extLst>
              <a:ext uri="{FF2B5EF4-FFF2-40B4-BE49-F238E27FC236}">
                <a16:creationId xmlns:a16="http://schemas.microsoft.com/office/drawing/2014/main" id="{977CD461-4B17-3D67-345E-76667986DA07}"/>
              </a:ext>
            </a:extLst>
          </p:cNvPr>
          <p:cNvGrpSpPr/>
          <p:nvPr/>
        </p:nvGrpSpPr>
        <p:grpSpPr>
          <a:xfrm>
            <a:off x="9656903" y="2253333"/>
            <a:ext cx="721220" cy="609701"/>
            <a:chOff x="9656903" y="2253333"/>
            <a:chExt cx="721220" cy="609701"/>
          </a:xfrm>
        </p:grpSpPr>
        <p:sp>
          <p:nvSpPr>
            <p:cNvPr id="187" name="Rectangle 186">
              <a:hlinkHover r:id="" action="ppaction://noaction" highlightClick="1"/>
              <a:extLst>
                <a:ext uri="{FF2B5EF4-FFF2-40B4-BE49-F238E27FC236}">
                  <a16:creationId xmlns:a16="http://schemas.microsoft.com/office/drawing/2014/main" id="{26FA1FBF-60AB-184D-B927-1A62D179191C}"/>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8" name="Rectangle 187">
              <a:extLst>
                <a:ext uri="{FF2B5EF4-FFF2-40B4-BE49-F238E27FC236}">
                  <a16:creationId xmlns:a16="http://schemas.microsoft.com/office/drawing/2014/main" id="{7756AB9D-0CEF-D22C-E8C7-7C124636BD0B}"/>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9" name="Oval 15">
              <a:extLst>
                <a:ext uri="{FF2B5EF4-FFF2-40B4-BE49-F238E27FC236}">
                  <a16:creationId xmlns:a16="http://schemas.microsoft.com/office/drawing/2014/main" id="{50DE592A-63D8-8CBC-3293-E2CAD09105A4}"/>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0" name="Straight Connector 189">
              <a:extLst>
                <a:ext uri="{FF2B5EF4-FFF2-40B4-BE49-F238E27FC236}">
                  <a16:creationId xmlns:a16="http://schemas.microsoft.com/office/drawing/2014/main" id="{7DB73EDB-C9B4-5BAD-FD5F-0EEF7CC8746C}"/>
                </a:ext>
              </a:extLst>
            </p:cNvPr>
            <p:cNvCxnSpPr>
              <a:cxnSpLocks/>
              <a:stCxn id="18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1" name="Straight Connector 190">
              <a:extLst>
                <a:ext uri="{FF2B5EF4-FFF2-40B4-BE49-F238E27FC236}">
                  <a16:creationId xmlns:a16="http://schemas.microsoft.com/office/drawing/2014/main" id="{40C92EC7-BED3-8655-6E9B-838028C63992}"/>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92" name="Group 1491">
            <a:extLst>
              <a:ext uri="{FF2B5EF4-FFF2-40B4-BE49-F238E27FC236}">
                <a16:creationId xmlns:a16="http://schemas.microsoft.com/office/drawing/2014/main" id="{9EB9E1ED-7757-E3F9-5ACA-E0B7B6C10452}"/>
              </a:ext>
            </a:extLst>
          </p:cNvPr>
          <p:cNvGrpSpPr/>
          <p:nvPr/>
        </p:nvGrpSpPr>
        <p:grpSpPr>
          <a:xfrm>
            <a:off x="8797459" y="2264859"/>
            <a:ext cx="721206" cy="609701"/>
            <a:chOff x="11356242" y="2253333"/>
            <a:chExt cx="721206" cy="609701"/>
          </a:xfrm>
        </p:grpSpPr>
        <p:sp>
          <p:nvSpPr>
            <p:cNvPr id="1493" name="Rectangle 1492">
              <a:hlinkHover r:id="" action="ppaction://noaction" highlightClick="1"/>
              <a:extLst>
                <a:ext uri="{FF2B5EF4-FFF2-40B4-BE49-F238E27FC236}">
                  <a16:creationId xmlns:a16="http://schemas.microsoft.com/office/drawing/2014/main" id="{7860C728-9C9A-7226-392E-208FE2EBEE14}"/>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494" name="Oval 1493">
              <a:extLst>
                <a:ext uri="{FF2B5EF4-FFF2-40B4-BE49-F238E27FC236}">
                  <a16:creationId xmlns:a16="http://schemas.microsoft.com/office/drawing/2014/main" id="{FAE6CBDB-DF18-D81E-D5F9-EFFFD74887C4}"/>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95" name="Isosceles Triangle 648">
              <a:extLst>
                <a:ext uri="{FF2B5EF4-FFF2-40B4-BE49-F238E27FC236}">
                  <a16:creationId xmlns:a16="http://schemas.microsoft.com/office/drawing/2014/main" id="{AD162558-FDFA-752A-6D60-D4EBFCD1D36F}"/>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96" name="Group 1495">
            <a:extLst>
              <a:ext uri="{FF2B5EF4-FFF2-40B4-BE49-F238E27FC236}">
                <a16:creationId xmlns:a16="http://schemas.microsoft.com/office/drawing/2014/main" id="{08CB4EDE-0657-A4DE-10A9-9FE7F2F58F48}"/>
              </a:ext>
            </a:extLst>
          </p:cNvPr>
          <p:cNvGrpSpPr/>
          <p:nvPr/>
        </p:nvGrpSpPr>
        <p:grpSpPr>
          <a:xfrm>
            <a:off x="10506580" y="2253333"/>
            <a:ext cx="721206" cy="609701"/>
            <a:chOff x="10506580" y="2253333"/>
            <a:chExt cx="721206" cy="609701"/>
          </a:xfrm>
        </p:grpSpPr>
        <p:sp>
          <p:nvSpPr>
            <p:cNvPr id="1497" name="Rectangle 1496">
              <a:hlinkHover r:id="" action="ppaction://noaction" highlightClick="1"/>
              <a:extLst>
                <a:ext uri="{FF2B5EF4-FFF2-40B4-BE49-F238E27FC236}">
                  <a16:creationId xmlns:a16="http://schemas.microsoft.com/office/drawing/2014/main" id="{E10016F7-0938-43FE-3689-4BC2C187AF5D}"/>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498" name="Diamond 1497">
              <a:extLst>
                <a:ext uri="{FF2B5EF4-FFF2-40B4-BE49-F238E27FC236}">
                  <a16:creationId xmlns:a16="http://schemas.microsoft.com/office/drawing/2014/main" id="{F8599CA7-71F6-AB2E-5874-46DE6374AF08}"/>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99" name="Oval 1498">
              <a:extLst>
                <a:ext uri="{FF2B5EF4-FFF2-40B4-BE49-F238E27FC236}">
                  <a16:creationId xmlns:a16="http://schemas.microsoft.com/office/drawing/2014/main" id="{90EB4765-F213-399F-9529-123A2E291E69}"/>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00" name="Group 1499">
            <a:extLst>
              <a:ext uri="{FF2B5EF4-FFF2-40B4-BE49-F238E27FC236}">
                <a16:creationId xmlns:a16="http://schemas.microsoft.com/office/drawing/2014/main" id="{FBC31D8A-BC6C-E2A7-B701-791DE0D8B2E7}"/>
              </a:ext>
            </a:extLst>
          </p:cNvPr>
          <p:cNvGrpSpPr/>
          <p:nvPr/>
        </p:nvGrpSpPr>
        <p:grpSpPr>
          <a:xfrm>
            <a:off x="5454173" y="2257175"/>
            <a:ext cx="721206" cy="609701"/>
            <a:chOff x="6287891" y="2253333"/>
            <a:chExt cx="721206" cy="609701"/>
          </a:xfrm>
        </p:grpSpPr>
        <p:sp>
          <p:nvSpPr>
            <p:cNvPr id="1501" name="Rectangle 1500">
              <a:extLst>
                <a:ext uri="{FF2B5EF4-FFF2-40B4-BE49-F238E27FC236}">
                  <a16:creationId xmlns:a16="http://schemas.microsoft.com/office/drawing/2014/main" id="{8C947DC1-2B50-543C-CCBC-EC300FED72B1}"/>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1502" name="Right Triangle 1501">
              <a:extLst>
                <a:ext uri="{FF2B5EF4-FFF2-40B4-BE49-F238E27FC236}">
                  <a16:creationId xmlns:a16="http://schemas.microsoft.com/office/drawing/2014/main" id="{BC1B8BC7-0421-D481-DE50-74FA97EEF53E}"/>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503" name="Group 1502">
              <a:extLst>
                <a:ext uri="{FF2B5EF4-FFF2-40B4-BE49-F238E27FC236}">
                  <a16:creationId xmlns:a16="http://schemas.microsoft.com/office/drawing/2014/main" id="{A8FE0196-B292-4688-2309-7FE5EAB6482E}"/>
                </a:ext>
              </a:extLst>
            </p:cNvPr>
            <p:cNvGrpSpPr/>
            <p:nvPr/>
          </p:nvGrpSpPr>
          <p:grpSpPr>
            <a:xfrm>
              <a:off x="6952470" y="2265099"/>
              <a:ext cx="37817" cy="61390"/>
              <a:chOff x="3883481" y="2057400"/>
              <a:chExt cx="1608363" cy="2652031"/>
            </a:xfrm>
            <a:solidFill>
              <a:srgbClr val="A6A6A6">
                <a:alpha val="20000"/>
              </a:srgbClr>
            </a:solidFill>
          </p:grpSpPr>
          <p:sp>
            <p:nvSpPr>
              <p:cNvPr id="1504" name="Oval 27">
                <a:extLst>
                  <a:ext uri="{FF2B5EF4-FFF2-40B4-BE49-F238E27FC236}">
                    <a16:creationId xmlns:a16="http://schemas.microsoft.com/office/drawing/2014/main" id="{12409EA5-BBDA-0294-9E1D-AB3A8DAE499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05" name="Oval 28">
                <a:extLst>
                  <a:ext uri="{FF2B5EF4-FFF2-40B4-BE49-F238E27FC236}">
                    <a16:creationId xmlns:a16="http://schemas.microsoft.com/office/drawing/2014/main" id="{15E64002-D1FD-69A8-7E68-0059753E0A9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06" name="Group 1505">
            <a:extLst>
              <a:ext uri="{FF2B5EF4-FFF2-40B4-BE49-F238E27FC236}">
                <a16:creationId xmlns:a16="http://schemas.microsoft.com/office/drawing/2014/main" id="{E0218316-CB84-3D07-0C80-82313F932E08}"/>
              </a:ext>
            </a:extLst>
          </p:cNvPr>
          <p:cNvGrpSpPr/>
          <p:nvPr/>
        </p:nvGrpSpPr>
        <p:grpSpPr>
          <a:xfrm>
            <a:off x="7113172" y="2252067"/>
            <a:ext cx="728239" cy="609701"/>
            <a:chOff x="5442073" y="811556"/>
            <a:chExt cx="728239" cy="609701"/>
          </a:xfrm>
        </p:grpSpPr>
        <p:sp>
          <p:nvSpPr>
            <p:cNvPr id="1507" name="Rectangle 1506">
              <a:extLst>
                <a:ext uri="{FF2B5EF4-FFF2-40B4-BE49-F238E27FC236}">
                  <a16:creationId xmlns:a16="http://schemas.microsoft.com/office/drawing/2014/main" id="{75CB2BB1-77BA-3EB1-D849-1B09F4BD30D1}"/>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1508" name="Rectangle 1507">
              <a:extLst>
                <a:ext uri="{FF2B5EF4-FFF2-40B4-BE49-F238E27FC236}">
                  <a16:creationId xmlns:a16="http://schemas.microsoft.com/office/drawing/2014/main" id="{0ED78002-2EED-AC2A-6427-C6EF5B91B9A5}"/>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09" name="Oval 15">
              <a:extLst>
                <a:ext uri="{FF2B5EF4-FFF2-40B4-BE49-F238E27FC236}">
                  <a16:creationId xmlns:a16="http://schemas.microsoft.com/office/drawing/2014/main" id="{AD869DB7-841E-21D4-1F54-7E864493136A}"/>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10" name="Straight Connector 1509">
              <a:extLst>
                <a:ext uri="{FF2B5EF4-FFF2-40B4-BE49-F238E27FC236}">
                  <a16:creationId xmlns:a16="http://schemas.microsoft.com/office/drawing/2014/main" id="{3EA662AE-6D64-E8D5-92EF-5F1541274D81}"/>
                </a:ext>
              </a:extLst>
            </p:cNvPr>
            <p:cNvCxnSpPr>
              <a:cxnSpLocks/>
              <a:stCxn id="1509"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11" name="Straight Connector 1510">
              <a:extLst>
                <a:ext uri="{FF2B5EF4-FFF2-40B4-BE49-F238E27FC236}">
                  <a16:creationId xmlns:a16="http://schemas.microsoft.com/office/drawing/2014/main" id="{63B595AD-2A11-501F-BB3D-80E6A9CA7305}"/>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12" name="Group 1511">
            <a:extLst>
              <a:ext uri="{FF2B5EF4-FFF2-40B4-BE49-F238E27FC236}">
                <a16:creationId xmlns:a16="http://schemas.microsoft.com/office/drawing/2014/main" id="{507D38C2-A397-810D-A376-6B0C57F78A67}"/>
              </a:ext>
            </a:extLst>
          </p:cNvPr>
          <p:cNvGrpSpPr/>
          <p:nvPr/>
        </p:nvGrpSpPr>
        <p:grpSpPr>
          <a:xfrm>
            <a:off x="11353919" y="2251694"/>
            <a:ext cx="721206" cy="609701"/>
            <a:chOff x="8807250" y="2253334"/>
            <a:chExt cx="721206" cy="609701"/>
          </a:xfrm>
        </p:grpSpPr>
        <p:sp>
          <p:nvSpPr>
            <p:cNvPr id="1513" name="Rectangle 1512">
              <a:extLst>
                <a:ext uri="{FF2B5EF4-FFF2-40B4-BE49-F238E27FC236}">
                  <a16:creationId xmlns:a16="http://schemas.microsoft.com/office/drawing/2014/main" id="{381D5D3C-289B-CE59-EC03-37E99481920A}"/>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1514" name="Right Triangle 1513">
              <a:extLst>
                <a:ext uri="{FF2B5EF4-FFF2-40B4-BE49-F238E27FC236}">
                  <a16:creationId xmlns:a16="http://schemas.microsoft.com/office/drawing/2014/main" id="{4D8016DF-4994-8013-60F6-1F5AC5524A59}"/>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15" name="Oval 27">
              <a:extLst>
                <a:ext uri="{FF2B5EF4-FFF2-40B4-BE49-F238E27FC236}">
                  <a16:creationId xmlns:a16="http://schemas.microsoft.com/office/drawing/2014/main" id="{350D10DE-F66E-4694-D18C-9E9667226DE5}"/>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16" name="Oval 28">
              <a:extLst>
                <a:ext uri="{FF2B5EF4-FFF2-40B4-BE49-F238E27FC236}">
                  <a16:creationId xmlns:a16="http://schemas.microsoft.com/office/drawing/2014/main" id="{89D2EF07-0EEA-4336-E1CB-C04510904373}"/>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63" name="Group 1162">
            <a:extLst>
              <a:ext uri="{FF2B5EF4-FFF2-40B4-BE49-F238E27FC236}">
                <a16:creationId xmlns:a16="http://schemas.microsoft.com/office/drawing/2014/main" id="{7179EF4D-81EE-E455-DD23-31AF1D92921C}"/>
              </a:ext>
            </a:extLst>
          </p:cNvPr>
          <p:cNvGrpSpPr/>
          <p:nvPr/>
        </p:nvGrpSpPr>
        <p:grpSpPr>
          <a:xfrm>
            <a:off x="2109092" y="2986575"/>
            <a:ext cx="721206" cy="649846"/>
            <a:chOff x="10506800" y="2974054"/>
            <a:chExt cx="721206" cy="649846"/>
          </a:xfrm>
        </p:grpSpPr>
        <p:sp>
          <p:nvSpPr>
            <p:cNvPr id="1164" name="Rectangle 1163">
              <a:extLst>
                <a:ext uri="{FF2B5EF4-FFF2-40B4-BE49-F238E27FC236}">
                  <a16:creationId xmlns:a16="http://schemas.microsoft.com/office/drawing/2014/main" id="{AF2E341B-A17C-9A7D-6D34-D2933A36977B}"/>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235" name="Rectangle 1234">
              <a:extLst>
                <a:ext uri="{FF2B5EF4-FFF2-40B4-BE49-F238E27FC236}">
                  <a16:creationId xmlns:a16="http://schemas.microsoft.com/office/drawing/2014/main" id="{4F53A2A0-8FED-1787-EE6A-8D23B1FDDD48}"/>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36" name="Oval 15">
              <a:extLst>
                <a:ext uri="{FF2B5EF4-FFF2-40B4-BE49-F238E27FC236}">
                  <a16:creationId xmlns:a16="http://schemas.microsoft.com/office/drawing/2014/main" id="{E236232B-0715-DFC9-C8C5-559A9F417DEF}"/>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37" name="Straight Connector 1236">
              <a:extLst>
                <a:ext uri="{FF2B5EF4-FFF2-40B4-BE49-F238E27FC236}">
                  <a16:creationId xmlns:a16="http://schemas.microsoft.com/office/drawing/2014/main" id="{84D54D8E-AF0B-CDB6-1798-0FABC10365C3}"/>
                </a:ext>
              </a:extLst>
            </p:cNvPr>
            <p:cNvCxnSpPr>
              <a:cxnSpLocks/>
              <a:stCxn id="1236"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38" name="Straight Connector 1237">
              <a:extLst>
                <a:ext uri="{FF2B5EF4-FFF2-40B4-BE49-F238E27FC236}">
                  <a16:creationId xmlns:a16="http://schemas.microsoft.com/office/drawing/2014/main" id="{E70D3C7A-E8FB-B2AA-0657-B0E71585BBCA}"/>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39" name="Group 1238">
            <a:extLst>
              <a:ext uri="{FF2B5EF4-FFF2-40B4-BE49-F238E27FC236}">
                <a16:creationId xmlns:a16="http://schemas.microsoft.com/office/drawing/2014/main" id="{3C7A47C7-5C7F-4763-8A50-29F2AA593270}"/>
              </a:ext>
            </a:extLst>
          </p:cNvPr>
          <p:cNvGrpSpPr/>
          <p:nvPr/>
        </p:nvGrpSpPr>
        <p:grpSpPr>
          <a:xfrm>
            <a:off x="4621827" y="2983922"/>
            <a:ext cx="721206" cy="654973"/>
            <a:chOff x="9657606" y="2974054"/>
            <a:chExt cx="721206" cy="654973"/>
          </a:xfrm>
        </p:grpSpPr>
        <p:sp>
          <p:nvSpPr>
            <p:cNvPr id="1240" name="Rectangle 1239">
              <a:extLst>
                <a:ext uri="{FF2B5EF4-FFF2-40B4-BE49-F238E27FC236}">
                  <a16:creationId xmlns:a16="http://schemas.microsoft.com/office/drawing/2014/main" id="{E2858869-46EC-23BB-DB89-B0A1FBDF8FE4}"/>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247" name="Rectangle 1246">
              <a:extLst>
                <a:ext uri="{FF2B5EF4-FFF2-40B4-BE49-F238E27FC236}">
                  <a16:creationId xmlns:a16="http://schemas.microsoft.com/office/drawing/2014/main" id="{318C7E82-C9A5-849E-E0FA-ABDC43AB9043}"/>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8" name="Oval 15">
              <a:extLst>
                <a:ext uri="{FF2B5EF4-FFF2-40B4-BE49-F238E27FC236}">
                  <a16:creationId xmlns:a16="http://schemas.microsoft.com/office/drawing/2014/main" id="{19E325AB-E9ED-DF56-EF5D-376B39EE6D1F}"/>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49" name="Straight Connector 1248">
              <a:extLst>
                <a:ext uri="{FF2B5EF4-FFF2-40B4-BE49-F238E27FC236}">
                  <a16:creationId xmlns:a16="http://schemas.microsoft.com/office/drawing/2014/main" id="{B4A88517-83B9-E3E0-4D8C-D1F2F9BE4671}"/>
                </a:ext>
              </a:extLst>
            </p:cNvPr>
            <p:cNvCxnSpPr>
              <a:cxnSpLocks/>
              <a:stCxn id="1248"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50" name="Straight Connector 1249">
              <a:extLst>
                <a:ext uri="{FF2B5EF4-FFF2-40B4-BE49-F238E27FC236}">
                  <a16:creationId xmlns:a16="http://schemas.microsoft.com/office/drawing/2014/main" id="{B4D14478-AD5F-3D14-CE98-C8F1D6110199}"/>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03" name="Group 1302">
            <a:extLst>
              <a:ext uri="{FF2B5EF4-FFF2-40B4-BE49-F238E27FC236}">
                <a16:creationId xmlns:a16="http://schemas.microsoft.com/office/drawing/2014/main" id="{79A044C8-6037-755F-4878-5664237CBA36}"/>
              </a:ext>
            </a:extLst>
          </p:cNvPr>
          <p:cNvGrpSpPr/>
          <p:nvPr/>
        </p:nvGrpSpPr>
        <p:grpSpPr>
          <a:xfrm>
            <a:off x="11356001" y="2974057"/>
            <a:ext cx="721206" cy="609701"/>
            <a:chOff x="11356001" y="2974057"/>
            <a:chExt cx="721206" cy="609701"/>
          </a:xfrm>
        </p:grpSpPr>
        <p:sp>
          <p:nvSpPr>
            <p:cNvPr id="1304" name="Rectangle 1303">
              <a:hlinkHover r:id="" action="ppaction://noaction" highlightClick="1"/>
              <a:extLst>
                <a:ext uri="{FF2B5EF4-FFF2-40B4-BE49-F238E27FC236}">
                  <a16:creationId xmlns:a16="http://schemas.microsoft.com/office/drawing/2014/main" id="{3A5B4BE3-60EA-8D7E-315A-C265B2DF410E}"/>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305" name="Oval 1304">
              <a:extLst>
                <a:ext uri="{FF2B5EF4-FFF2-40B4-BE49-F238E27FC236}">
                  <a16:creationId xmlns:a16="http://schemas.microsoft.com/office/drawing/2014/main" id="{624FC750-F39B-9EE4-B154-96006BF35983}"/>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06" name="Isosceles Triangle 648">
              <a:extLst>
                <a:ext uri="{FF2B5EF4-FFF2-40B4-BE49-F238E27FC236}">
                  <a16:creationId xmlns:a16="http://schemas.microsoft.com/office/drawing/2014/main" id="{DC29A044-0562-BD49-BA5F-48FFE38ADE08}"/>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84" name="Group 383">
            <a:extLst>
              <a:ext uri="{FF2B5EF4-FFF2-40B4-BE49-F238E27FC236}">
                <a16:creationId xmlns:a16="http://schemas.microsoft.com/office/drawing/2014/main" id="{7A996597-6661-A009-3D07-80A5B78E8E11}"/>
              </a:ext>
            </a:extLst>
          </p:cNvPr>
          <p:cNvGrpSpPr/>
          <p:nvPr/>
        </p:nvGrpSpPr>
        <p:grpSpPr>
          <a:xfrm>
            <a:off x="10506616" y="2984633"/>
            <a:ext cx="721220" cy="609701"/>
            <a:chOff x="9656903" y="2253333"/>
            <a:chExt cx="721220" cy="609701"/>
          </a:xfrm>
        </p:grpSpPr>
        <p:sp>
          <p:nvSpPr>
            <p:cNvPr id="385" name="Rectangle 384">
              <a:hlinkHover r:id="" action="ppaction://noaction" highlightClick="1"/>
              <a:extLst>
                <a:ext uri="{FF2B5EF4-FFF2-40B4-BE49-F238E27FC236}">
                  <a16:creationId xmlns:a16="http://schemas.microsoft.com/office/drawing/2014/main" id="{2BAE818B-1A2E-CC29-0385-1EB85BE438D8}"/>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86" name="Rectangle 385">
              <a:extLst>
                <a:ext uri="{FF2B5EF4-FFF2-40B4-BE49-F238E27FC236}">
                  <a16:creationId xmlns:a16="http://schemas.microsoft.com/office/drawing/2014/main" id="{FD43AB69-55BE-3638-65A5-6FCAFEC3572F}"/>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7" name="Oval 15">
              <a:extLst>
                <a:ext uri="{FF2B5EF4-FFF2-40B4-BE49-F238E27FC236}">
                  <a16:creationId xmlns:a16="http://schemas.microsoft.com/office/drawing/2014/main" id="{A1A92A8E-8C52-BBCD-B73E-2E9A3437019C}"/>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88" name="Straight Connector 387">
              <a:extLst>
                <a:ext uri="{FF2B5EF4-FFF2-40B4-BE49-F238E27FC236}">
                  <a16:creationId xmlns:a16="http://schemas.microsoft.com/office/drawing/2014/main" id="{CFB2D927-EB27-A469-0021-B49026BDA766}"/>
                </a:ext>
              </a:extLst>
            </p:cNvPr>
            <p:cNvCxnSpPr>
              <a:cxnSpLocks/>
              <a:stCxn id="387"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89" name="Straight Connector 388">
              <a:extLst>
                <a:ext uri="{FF2B5EF4-FFF2-40B4-BE49-F238E27FC236}">
                  <a16:creationId xmlns:a16="http://schemas.microsoft.com/office/drawing/2014/main" id="{D1F7A04F-4C04-50F1-C5BD-F7B27F05EDB8}"/>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2E806CE9-A60E-EA2E-2C40-EBC321C99544}"/>
              </a:ext>
            </a:extLst>
          </p:cNvPr>
          <p:cNvGrpSpPr/>
          <p:nvPr/>
        </p:nvGrpSpPr>
        <p:grpSpPr>
          <a:xfrm>
            <a:off x="7905566" y="751337"/>
            <a:ext cx="3396155" cy="4999377"/>
            <a:chOff x="7905566" y="751337"/>
            <a:chExt cx="3396155" cy="4999377"/>
          </a:xfrm>
        </p:grpSpPr>
        <p:cxnSp>
          <p:nvCxnSpPr>
            <p:cNvPr id="397" name="Straight Connector 396">
              <a:extLst>
                <a:ext uri="{FF2B5EF4-FFF2-40B4-BE49-F238E27FC236}">
                  <a16:creationId xmlns:a16="http://schemas.microsoft.com/office/drawing/2014/main" id="{AD1BC74E-59BF-5B62-882B-C0205BC57918}"/>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8" name="Straight Connector 397">
              <a:extLst>
                <a:ext uri="{FF2B5EF4-FFF2-40B4-BE49-F238E27FC236}">
                  <a16:creationId xmlns:a16="http://schemas.microsoft.com/office/drawing/2014/main" id="{65E0AB15-4825-5F11-6FA3-BC613981A57B}"/>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9" name="Straight Connector 398">
              <a:extLst>
                <a:ext uri="{FF2B5EF4-FFF2-40B4-BE49-F238E27FC236}">
                  <a16:creationId xmlns:a16="http://schemas.microsoft.com/office/drawing/2014/main" id="{A4729093-EE94-7DF5-C28A-41D0BCE4CDE1}"/>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0" name="Straight Connector 399">
              <a:extLst>
                <a:ext uri="{FF2B5EF4-FFF2-40B4-BE49-F238E27FC236}">
                  <a16:creationId xmlns:a16="http://schemas.microsoft.com/office/drawing/2014/main" id="{552F689B-A1AE-ED0D-1C69-42C61677C39A}"/>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CF2EC1EA-4FA2-A0A1-20C8-018F3A7E0855}"/>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809A59A-6A71-6562-EF39-C8E2E349FC39}"/>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3FD48A95-27D9-5039-10A6-7A975F112AB1}"/>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404" name="Straight Connector 403">
            <a:extLst>
              <a:ext uri="{FF2B5EF4-FFF2-40B4-BE49-F238E27FC236}">
                <a16:creationId xmlns:a16="http://schemas.microsoft.com/office/drawing/2014/main" id="{0B11BF0F-0A81-5A79-FD0D-787706398038}"/>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15" name="Picture 14">
            <a:hlinkClick r:id="rId21" action="ppaction://hlinksldjump"/>
            <a:extLst>
              <a:ext uri="{FF2B5EF4-FFF2-40B4-BE49-F238E27FC236}">
                <a16:creationId xmlns:a16="http://schemas.microsoft.com/office/drawing/2014/main" id="{F6540EC7-F729-98ED-116A-6DDEB6D5426A}"/>
              </a:ext>
            </a:extLst>
          </p:cNvPr>
          <p:cNvPicPr>
            <a:picLocks noChangeAspect="1"/>
          </p:cNvPicPr>
          <p:nvPr/>
        </p:nvPicPr>
        <p:blipFill>
          <a:blip r:embed="rId22"/>
          <a:stretch>
            <a:fillRect/>
          </a:stretch>
        </p:blipFill>
        <p:spPr>
          <a:xfrm>
            <a:off x="0" y="0"/>
            <a:ext cx="211626" cy="6858000"/>
          </a:xfrm>
          <a:prstGeom prst="rect">
            <a:avLst/>
          </a:prstGeom>
        </p:spPr>
      </p:pic>
      <p:grpSp>
        <p:nvGrpSpPr>
          <p:cNvPr id="16" name="Group 15">
            <a:extLst>
              <a:ext uri="{FF2B5EF4-FFF2-40B4-BE49-F238E27FC236}">
                <a16:creationId xmlns:a16="http://schemas.microsoft.com/office/drawing/2014/main" id="{CEC84C38-0ED8-A298-07D0-3B6CCAA9FC59}"/>
              </a:ext>
            </a:extLst>
          </p:cNvPr>
          <p:cNvGrpSpPr/>
          <p:nvPr/>
        </p:nvGrpSpPr>
        <p:grpSpPr>
          <a:xfrm>
            <a:off x="9652491" y="2986436"/>
            <a:ext cx="721206" cy="609701"/>
            <a:chOff x="9657972" y="90836"/>
            <a:chExt cx="721206" cy="609701"/>
          </a:xfrm>
        </p:grpSpPr>
        <p:sp>
          <p:nvSpPr>
            <p:cNvPr id="18" name="Rectangle 17">
              <a:hlinkHover r:id="" action="ppaction://noaction" highlightClick="1"/>
              <a:extLst>
                <a:ext uri="{FF2B5EF4-FFF2-40B4-BE49-F238E27FC236}">
                  <a16:creationId xmlns:a16="http://schemas.microsoft.com/office/drawing/2014/main" id="{97A6F3C3-DCDE-1969-3D76-E2ED7754B5E8}"/>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22" name="Diamond 21">
              <a:extLst>
                <a:ext uri="{FF2B5EF4-FFF2-40B4-BE49-F238E27FC236}">
                  <a16:creationId xmlns:a16="http://schemas.microsoft.com/office/drawing/2014/main" id="{02955F96-06D1-310A-D2FA-08C1204B3023}"/>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2" name="Oval 31">
              <a:extLst>
                <a:ext uri="{FF2B5EF4-FFF2-40B4-BE49-F238E27FC236}">
                  <a16:creationId xmlns:a16="http://schemas.microsoft.com/office/drawing/2014/main" id="{C77C9F13-EDEE-4654-F401-CAD2D372A472}"/>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51285493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8168" y="173237"/>
            <a:ext cx="5803559"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Web Traffic Filtering</a:t>
            </a:r>
          </a:p>
        </p:txBody>
      </p:sp>
      <p:sp>
        <p:nvSpPr>
          <p:cNvPr id="72" name="Rectangle 71">
            <a:hlinkClick r:id="rId3" action="ppaction://hlinksldjump"/>
            <a:hlinkHover r:id="rId3" action="ppaction://hlinksldjump"/>
            <a:extLst>
              <a:ext uri="{FF2B5EF4-FFF2-40B4-BE49-F238E27FC236}">
                <a16:creationId xmlns:a16="http://schemas.microsoft.com/office/drawing/2014/main" id="{7E166154-DD2E-47E6-A150-75F1C398739D}"/>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1EEF86A7-13E4-413B-B62F-25ABFBD8946B}"/>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14845245-866F-4A55-B9B1-FD9AD4B31853}"/>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25425041-0E6D-4611-8D96-136BCA8BCF73}"/>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D63AC608-D864-4F34-8048-B35CF9C5FF41}"/>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991EC05C-6994-47E1-997B-6B598BE9B188}"/>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E2214F7D-2244-4263-B3B6-67E9F4DBE96D}"/>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22E35FA8-6DD2-4ABE-AEC7-333633B44310}"/>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43ED7DF6-72CE-4181-BA3A-8E10DDD086DB}"/>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4F6192D6-A2BC-4BB9-9B7E-14E58ACB3245}"/>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AB47EEC8-8FFA-4E5D-962C-DEAFE98929E6}"/>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62ADAD89-44E4-4E04-84C9-619C8211C98D}"/>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BBAF136A-805C-4BFE-8AF3-A06E54E3AF87}"/>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B081D154-D8D7-475F-983E-C6C984C9A781}"/>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B6095A9E-1754-4963-BA36-A57103CCC48A}"/>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506F8839-1B97-4292-BC79-ACAB99E50248}"/>
              </a:ext>
            </a:extLst>
          </p:cNvPr>
          <p:cNvSpPr/>
          <p:nvPr/>
        </p:nvSpPr>
        <p:spPr>
          <a:xfrm>
            <a:off x="10885899" y="5873750"/>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54D2ED46-3387-43C4-88B5-AE475F19C1EE}"/>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98" name="Rectangle 97">
            <a:hlinkClick r:id="rId20" action="ppaction://hlinksldjump"/>
            <a:hlinkHover r:id="rId20" action="ppaction://hlinksldjump"/>
            <a:extLst>
              <a:ext uri="{FF2B5EF4-FFF2-40B4-BE49-F238E27FC236}">
                <a16:creationId xmlns:a16="http://schemas.microsoft.com/office/drawing/2014/main" id="{8DE81DF4-2787-43CE-8A59-9D06B34869C9}"/>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2" name="Rectangle 1">
            <a:extLst>
              <a:ext uri="{FF2B5EF4-FFF2-40B4-BE49-F238E27FC236}">
                <a16:creationId xmlns:a16="http://schemas.microsoft.com/office/drawing/2014/main" id="{4D8BDD3F-AFDA-B483-C01A-678E28E1B25C}"/>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55E8E006-2027-AE59-3B68-462CA2686D19}"/>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632B9EEB-7421-43DE-3D0E-3D8CC994F919}"/>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6565D07C-72E4-C85F-5B5C-9A81E7DBC3CA}"/>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2A3C60DA-98EB-6E00-EBBD-EF20F8376880}"/>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C14AEFB3-9ED5-39A7-1FE6-C46C7C9A5DE5}"/>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2404AAF-57DF-C8F1-115B-91C5061373DD}"/>
              </a:ext>
            </a:extLst>
          </p:cNvPr>
          <p:cNvGrpSpPr/>
          <p:nvPr/>
        </p:nvGrpSpPr>
        <p:grpSpPr>
          <a:xfrm>
            <a:off x="3779655" y="811556"/>
            <a:ext cx="721206" cy="609701"/>
            <a:chOff x="3779655" y="811556"/>
            <a:chExt cx="721206" cy="609701"/>
          </a:xfrm>
        </p:grpSpPr>
        <p:sp>
          <p:nvSpPr>
            <p:cNvPr id="23" name="Rectangle 22">
              <a:extLst>
                <a:ext uri="{FF2B5EF4-FFF2-40B4-BE49-F238E27FC236}">
                  <a16:creationId xmlns:a16="http://schemas.microsoft.com/office/drawing/2014/main" id="{1FC14339-4B21-9F42-9860-B0CF63E68005}"/>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4" name="Rectangle 23">
              <a:extLst>
                <a:ext uri="{FF2B5EF4-FFF2-40B4-BE49-F238E27FC236}">
                  <a16:creationId xmlns:a16="http://schemas.microsoft.com/office/drawing/2014/main" id="{62FD6AD9-492A-DB94-054C-814EC1BBA136}"/>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5" name="Oval 15">
              <a:extLst>
                <a:ext uri="{FF2B5EF4-FFF2-40B4-BE49-F238E27FC236}">
                  <a16:creationId xmlns:a16="http://schemas.microsoft.com/office/drawing/2014/main" id="{2F47A282-FC43-C90B-829D-F0BC4ECE7029}"/>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6" name="Straight Connector 25">
              <a:extLst>
                <a:ext uri="{FF2B5EF4-FFF2-40B4-BE49-F238E27FC236}">
                  <a16:creationId xmlns:a16="http://schemas.microsoft.com/office/drawing/2014/main" id="{4B7F9756-1993-7955-34E1-CD8B324488F5}"/>
                </a:ext>
              </a:extLst>
            </p:cNvPr>
            <p:cNvCxnSpPr>
              <a:cxnSpLocks/>
              <a:stCxn id="25"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2" name="Straight Connector 31">
              <a:extLst>
                <a:ext uri="{FF2B5EF4-FFF2-40B4-BE49-F238E27FC236}">
                  <a16:creationId xmlns:a16="http://schemas.microsoft.com/office/drawing/2014/main" id="{9B81773F-D04C-917E-757D-95CBFB15B448}"/>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3" name="Group 32">
            <a:extLst>
              <a:ext uri="{FF2B5EF4-FFF2-40B4-BE49-F238E27FC236}">
                <a16:creationId xmlns:a16="http://schemas.microsoft.com/office/drawing/2014/main" id="{681DAF47-6CD6-9040-5B6E-B0E9775721ED}"/>
              </a:ext>
            </a:extLst>
          </p:cNvPr>
          <p:cNvGrpSpPr/>
          <p:nvPr/>
        </p:nvGrpSpPr>
        <p:grpSpPr>
          <a:xfrm>
            <a:off x="7959195" y="3698231"/>
            <a:ext cx="721206" cy="609701"/>
            <a:chOff x="7959195" y="3698231"/>
            <a:chExt cx="721206" cy="609701"/>
          </a:xfrm>
        </p:grpSpPr>
        <p:sp>
          <p:nvSpPr>
            <p:cNvPr id="35" name="Rectangle 34">
              <a:hlinkHover r:id="" action="ppaction://noaction" highlightClick="1"/>
              <a:extLst>
                <a:ext uri="{FF2B5EF4-FFF2-40B4-BE49-F238E27FC236}">
                  <a16:creationId xmlns:a16="http://schemas.microsoft.com/office/drawing/2014/main" id="{F0495844-DD39-051B-CADC-6BF1CC6C5B80}"/>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36" name="Oval 35">
              <a:extLst>
                <a:ext uri="{FF2B5EF4-FFF2-40B4-BE49-F238E27FC236}">
                  <a16:creationId xmlns:a16="http://schemas.microsoft.com/office/drawing/2014/main" id="{E2FC8C64-241B-5CE0-218C-A9A5997C7B09}"/>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 name="Isosceles Triangle 648">
              <a:extLst>
                <a:ext uri="{FF2B5EF4-FFF2-40B4-BE49-F238E27FC236}">
                  <a16:creationId xmlns:a16="http://schemas.microsoft.com/office/drawing/2014/main" id="{4DA2BBB0-4E53-C180-3344-ED1FCCA0A33F}"/>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 name="Group 53">
            <a:extLst>
              <a:ext uri="{FF2B5EF4-FFF2-40B4-BE49-F238E27FC236}">
                <a16:creationId xmlns:a16="http://schemas.microsoft.com/office/drawing/2014/main" id="{AD781FC0-74CC-5DC4-10D0-48A2FDC18486}"/>
              </a:ext>
            </a:extLst>
          </p:cNvPr>
          <p:cNvGrpSpPr/>
          <p:nvPr/>
        </p:nvGrpSpPr>
        <p:grpSpPr>
          <a:xfrm>
            <a:off x="5448056" y="1532276"/>
            <a:ext cx="721206" cy="609701"/>
            <a:chOff x="5448056" y="1532276"/>
            <a:chExt cx="721206" cy="609701"/>
          </a:xfrm>
        </p:grpSpPr>
        <p:sp>
          <p:nvSpPr>
            <p:cNvPr id="55" name="Rectangle 54">
              <a:extLst>
                <a:ext uri="{FF2B5EF4-FFF2-40B4-BE49-F238E27FC236}">
                  <a16:creationId xmlns:a16="http://schemas.microsoft.com/office/drawing/2014/main" id="{A1484994-78CF-B952-560B-3E6F596709B5}"/>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56" name="Rectangle 55">
              <a:extLst>
                <a:ext uri="{FF2B5EF4-FFF2-40B4-BE49-F238E27FC236}">
                  <a16:creationId xmlns:a16="http://schemas.microsoft.com/office/drawing/2014/main" id="{773837D6-8663-7C02-592E-8AD8B7ACD9C7}"/>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 name="Oval 15">
              <a:extLst>
                <a:ext uri="{FF2B5EF4-FFF2-40B4-BE49-F238E27FC236}">
                  <a16:creationId xmlns:a16="http://schemas.microsoft.com/office/drawing/2014/main" id="{E557841A-A679-4276-933A-C10770BED458}"/>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 name="Straight Connector 61">
              <a:extLst>
                <a:ext uri="{FF2B5EF4-FFF2-40B4-BE49-F238E27FC236}">
                  <a16:creationId xmlns:a16="http://schemas.microsoft.com/office/drawing/2014/main" id="{E851D6C9-37D5-71F8-5A5A-BFBB0D914D14}"/>
                </a:ext>
              </a:extLst>
            </p:cNvPr>
            <p:cNvCxnSpPr>
              <a:cxnSpLocks/>
              <a:stCxn id="61"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3" name="Straight Connector 62">
              <a:extLst>
                <a:ext uri="{FF2B5EF4-FFF2-40B4-BE49-F238E27FC236}">
                  <a16:creationId xmlns:a16="http://schemas.microsoft.com/office/drawing/2014/main" id="{A41F438A-347E-45B6-4530-A2F811E055AC}"/>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726D062-9D13-4E90-014C-E8EC66E8A2F5}"/>
              </a:ext>
            </a:extLst>
          </p:cNvPr>
          <p:cNvGrpSpPr/>
          <p:nvPr/>
        </p:nvGrpSpPr>
        <p:grpSpPr>
          <a:xfrm>
            <a:off x="6284565" y="1532276"/>
            <a:ext cx="721206" cy="609701"/>
            <a:chOff x="6284565" y="1532276"/>
            <a:chExt cx="721206" cy="609701"/>
          </a:xfrm>
        </p:grpSpPr>
        <p:sp>
          <p:nvSpPr>
            <p:cNvPr id="65" name="Rectangle 64">
              <a:extLst>
                <a:ext uri="{FF2B5EF4-FFF2-40B4-BE49-F238E27FC236}">
                  <a16:creationId xmlns:a16="http://schemas.microsoft.com/office/drawing/2014/main" id="{779BBDD3-CDCB-5106-9215-52718D749F96}"/>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66" name="Rectangle 65">
              <a:extLst>
                <a:ext uri="{FF2B5EF4-FFF2-40B4-BE49-F238E27FC236}">
                  <a16:creationId xmlns:a16="http://schemas.microsoft.com/office/drawing/2014/main" id="{7E9717D7-12B2-3CE9-44F9-57FA3E070457}"/>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 name="Oval 15">
              <a:extLst>
                <a:ext uri="{FF2B5EF4-FFF2-40B4-BE49-F238E27FC236}">
                  <a16:creationId xmlns:a16="http://schemas.microsoft.com/office/drawing/2014/main" id="{88740A6B-2FF4-804D-E2D8-D934D49099CD}"/>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1" name="Straight Connector 90">
              <a:extLst>
                <a:ext uri="{FF2B5EF4-FFF2-40B4-BE49-F238E27FC236}">
                  <a16:creationId xmlns:a16="http://schemas.microsoft.com/office/drawing/2014/main" id="{708EB67A-A383-579A-C75B-81F385EC2EBC}"/>
                </a:ext>
              </a:extLst>
            </p:cNvPr>
            <p:cNvCxnSpPr>
              <a:cxnSpLocks/>
              <a:stCxn id="90"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2" name="Straight Connector 91">
              <a:extLst>
                <a:ext uri="{FF2B5EF4-FFF2-40B4-BE49-F238E27FC236}">
                  <a16:creationId xmlns:a16="http://schemas.microsoft.com/office/drawing/2014/main" id="{9E15DA1B-4B0F-09DC-EF3E-C048044CE553}"/>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3" name="Group 92">
            <a:extLst>
              <a:ext uri="{FF2B5EF4-FFF2-40B4-BE49-F238E27FC236}">
                <a16:creationId xmlns:a16="http://schemas.microsoft.com/office/drawing/2014/main" id="{C416B503-DE3D-FF7E-BBB9-4E0616D03173}"/>
              </a:ext>
            </a:extLst>
          </p:cNvPr>
          <p:cNvGrpSpPr/>
          <p:nvPr/>
        </p:nvGrpSpPr>
        <p:grpSpPr>
          <a:xfrm>
            <a:off x="7121069" y="1532276"/>
            <a:ext cx="721206" cy="609701"/>
            <a:chOff x="7121069" y="1532276"/>
            <a:chExt cx="721206" cy="609701"/>
          </a:xfrm>
        </p:grpSpPr>
        <p:sp>
          <p:nvSpPr>
            <p:cNvPr id="94" name="Rectangle 93">
              <a:extLst>
                <a:ext uri="{FF2B5EF4-FFF2-40B4-BE49-F238E27FC236}">
                  <a16:creationId xmlns:a16="http://schemas.microsoft.com/office/drawing/2014/main" id="{92D015E4-B680-C2CB-985F-795594A8398D}"/>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95" name="Rectangle 94">
              <a:extLst>
                <a:ext uri="{FF2B5EF4-FFF2-40B4-BE49-F238E27FC236}">
                  <a16:creationId xmlns:a16="http://schemas.microsoft.com/office/drawing/2014/main" id="{EDE65588-171E-4D3E-9B42-7206D7DCE7CD}"/>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 name="Oval 15">
              <a:extLst>
                <a:ext uri="{FF2B5EF4-FFF2-40B4-BE49-F238E27FC236}">
                  <a16:creationId xmlns:a16="http://schemas.microsoft.com/office/drawing/2014/main" id="{CEE46815-04C8-28F6-A41F-89924E8FD9DE}"/>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7" name="Straight Connector 96">
              <a:extLst>
                <a:ext uri="{FF2B5EF4-FFF2-40B4-BE49-F238E27FC236}">
                  <a16:creationId xmlns:a16="http://schemas.microsoft.com/office/drawing/2014/main" id="{91546F71-259F-A5D5-DE8F-BA608F265762}"/>
                </a:ext>
              </a:extLst>
            </p:cNvPr>
            <p:cNvCxnSpPr>
              <a:cxnSpLocks/>
              <a:stCxn id="96"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0" name="Straight Connector 99">
              <a:extLst>
                <a:ext uri="{FF2B5EF4-FFF2-40B4-BE49-F238E27FC236}">
                  <a16:creationId xmlns:a16="http://schemas.microsoft.com/office/drawing/2014/main" id="{48975222-6C13-8B04-F004-BFD067B0D7A6}"/>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1" name="Group 100">
            <a:extLst>
              <a:ext uri="{FF2B5EF4-FFF2-40B4-BE49-F238E27FC236}">
                <a16:creationId xmlns:a16="http://schemas.microsoft.com/office/drawing/2014/main" id="{ABC86338-9269-AB4D-3D44-BB8A46436165}"/>
              </a:ext>
            </a:extLst>
          </p:cNvPr>
          <p:cNvGrpSpPr/>
          <p:nvPr/>
        </p:nvGrpSpPr>
        <p:grpSpPr>
          <a:xfrm>
            <a:off x="3775045" y="1532276"/>
            <a:ext cx="721206" cy="609701"/>
            <a:chOff x="3775045" y="1532276"/>
            <a:chExt cx="721206" cy="609701"/>
          </a:xfrm>
        </p:grpSpPr>
        <p:sp>
          <p:nvSpPr>
            <p:cNvPr id="102" name="Rectangle 101">
              <a:extLst>
                <a:ext uri="{FF2B5EF4-FFF2-40B4-BE49-F238E27FC236}">
                  <a16:creationId xmlns:a16="http://schemas.microsoft.com/office/drawing/2014/main" id="{3B20A2BF-B8B9-EF3C-D0BF-9E9902406707}"/>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03" name="Right Triangle 102">
              <a:extLst>
                <a:ext uri="{FF2B5EF4-FFF2-40B4-BE49-F238E27FC236}">
                  <a16:creationId xmlns:a16="http://schemas.microsoft.com/office/drawing/2014/main" id="{78D00785-D703-C7D5-674D-A201EF58BCE3}"/>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4" name="Group 103">
              <a:extLst>
                <a:ext uri="{FF2B5EF4-FFF2-40B4-BE49-F238E27FC236}">
                  <a16:creationId xmlns:a16="http://schemas.microsoft.com/office/drawing/2014/main" id="{8032ADFE-1CAE-C7A6-2D95-F23A375C2655}"/>
                </a:ext>
              </a:extLst>
            </p:cNvPr>
            <p:cNvGrpSpPr/>
            <p:nvPr/>
          </p:nvGrpSpPr>
          <p:grpSpPr>
            <a:xfrm>
              <a:off x="4440495" y="1542936"/>
              <a:ext cx="37817" cy="61390"/>
              <a:chOff x="3883481" y="2057400"/>
              <a:chExt cx="1608363" cy="2652031"/>
            </a:xfrm>
            <a:solidFill>
              <a:srgbClr val="A6A6A6">
                <a:alpha val="20000"/>
              </a:srgbClr>
            </a:solidFill>
          </p:grpSpPr>
          <p:sp>
            <p:nvSpPr>
              <p:cNvPr id="105" name="Oval 27">
                <a:extLst>
                  <a:ext uri="{FF2B5EF4-FFF2-40B4-BE49-F238E27FC236}">
                    <a16:creationId xmlns:a16="http://schemas.microsoft.com/office/drawing/2014/main" id="{EDC4DAAD-F248-C7D8-0CFD-B33580CADE2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 name="Oval 28">
                <a:extLst>
                  <a:ext uri="{FF2B5EF4-FFF2-40B4-BE49-F238E27FC236}">
                    <a16:creationId xmlns:a16="http://schemas.microsoft.com/office/drawing/2014/main" id="{8C3029B5-2047-954A-A4AE-F545328079B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7" name="Group 106">
            <a:extLst>
              <a:ext uri="{FF2B5EF4-FFF2-40B4-BE49-F238E27FC236}">
                <a16:creationId xmlns:a16="http://schemas.microsoft.com/office/drawing/2014/main" id="{F61E8488-B1A0-1C68-AFE2-9652295B65CF}"/>
              </a:ext>
            </a:extLst>
          </p:cNvPr>
          <p:cNvGrpSpPr/>
          <p:nvPr/>
        </p:nvGrpSpPr>
        <p:grpSpPr>
          <a:xfrm>
            <a:off x="4611552" y="1532276"/>
            <a:ext cx="721206" cy="609701"/>
            <a:chOff x="4611552" y="1532276"/>
            <a:chExt cx="721206" cy="609701"/>
          </a:xfrm>
        </p:grpSpPr>
        <p:sp>
          <p:nvSpPr>
            <p:cNvPr id="114" name="Rectangle 113">
              <a:extLst>
                <a:ext uri="{FF2B5EF4-FFF2-40B4-BE49-F238E27FC236}">
                  <a16:creationId xmlns:a16="http://schemas.microsoft.com/office/drawing/2014/main" id="{C168350E-5C36-276C-D454-994DCA96D97C}"/>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15" name="Right Triangle 114">
              <a:extLst>
                <a:ext uri="{FF2B5EF4-FFF2-40B4-BE49-F238E27FC236}">
                  <a16:creationId xmlns:a16="http://schemas.microsoft.com/office/drawing/2014/main" id="{439D3AAD-874C-EA54-F17D-9B6BC9E31AF9}"/>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D7941B78-0C7B-F22E-2DA7-D404FA3308C9}"/>
                </a:ext>
              </a:extLst>
            </p:cNvPr>
            <p:cNvGrpSpPr/>
            <p:nvPr/>
          </p:nvGrpSpPr>
          <p:grpSpPr>
            <a:xfrm>
              <a:off x="5276135" y="1542936"/>
              <a:ext cx="37817" cy="61390"/>
              <a:chOff x="3883481" y="2057400"/>
              <a:chExt cx="1608363" cy="2652031"/>
            </a:xfrm>
            <a:solidFill>
              <a:srgbClr val="A6A6A6">
                <a:alpha val="20000"/>
              </a:srgbClr>
            </a:solidFill>
          </p:grpSpPr>
          <p:sp>
            <p:nvSpPr>
              <p:cNvPr id="117" name="Oval 27">
                <a:extLst>
                  <a:ext uri="{FF2B5EF4-FFF2-40B4-BE49-F238E27FC236}">
                    <a16:creationId xmlns:a16="http://schemas.microsoft.com/office/drawing/2014/main" id="{753069D1-0A31-7F49-7651-8D1065F8824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8" name="Oval 28">
                <a:extLst>
                  <a:ext uri="{FF2B5EF4-FFF2-40B4-BE49-F238E27FC236}">
                    <a16:creationId xmlns:a16="http://schemas.microsoft.com/office/drawing/2014/main" id="{DE03D710-EF66-5871-9E42-57212FECE36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9" name="Group 118">
            <a:extLst>
              <a:ext uri="{FF2B5EF4-FFF2-40B4-BE49-F238E27FC236}">
                <a16:creationId xmlns:a16="http://schemas.microsoft.com/office/drawing/2014/main" id="{260BDA8F-437D-D945-2993-EEDF2409198F}"/>
              </a:ext>
            </a:extLst>
          </p:cNvPr>
          <p:cNvGrpSpPr/>
          <p:nvPr/>
        </p:nvGrpSpPr>
        <p:grpSpPr>
          <a:xfrm>
            <a:off x="2938537" y="1532271"/>
            <a:ext cx="721206" cy="610042"/>
            <a:chOff x="2938537" y="1532271"/>
            <a:chExt cx="721206" cy="610042"/>
          </a:xfrm>
        </p:grpSpPr>
        <p:sp>
          <p:nvSpPr>
            <p:cNvPr id="447" name="Rectangle 446">
              <a:extLst>
                <a:ext uri="{FF2B5EF4-FFF2-40B4-BE49-F238E27FC236}">
                  <a16:creationId xmlns:a16="http://schemas.microsoft.com/office/drawing/2014/main" id="{5CF40888-166C-D801-A925-0B86DC8B4888}"/>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48" name="Right Triangle 447">
              <a:extLst>
                <a:ext uri="{FF2B5EF4-FFF2-40B4-BE49-F238E27FC236}">
                  <a16:creationId xmlns:a16="http://schemas.microsoft.com/office/drawing/2014/main" id="{EDE0A587-0A94-FC4F-4C71-A19266B91AEB}"/>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9" name="Oval 27">
              <a:extLst>
                <a:ext uri="{FF2B5EF4-FFF2-40B4-BE49-F238E27FC236}">
                  <a16:creationId xmlns:a16="http://schemas.microsoft.com/office/drawing/2014/main" id="{50E1911E-40EA-FE68-6F8F-69E0A8AA09F7}"/>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0" name="Oval 28">
              <a:extLst>
                <a:ext uri="{FF2B5EF4-FFF2-40B4-BE49-F238E27FC236}">
                  <a16:creationId xmlns:a16="http://schemas.microsoft.com/office/drawing/2014/main" id="{2931DEE2-F7F8-3276-D14D-AAD910EC8C0C}"/>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1" name="Group 450">
            <a:extLst>
              <a:ext uri="{FF2B5EF4-FFF2-40B4-BE49-F238E27FC236}">
                <a16:creationId xmlns:a16="http://schemas.microsoft.com/office/drawing/2014/main" id="{4FFF9072-59C0-5292-56C5-909630BCEB43}"/>
              </a:ext>
            </a:extLst>
          </p:cNvPr>
          <p:cNvGrpSpPr/>
          <p:nvPr/>
        </p:nvGrpSpPr>
        <p:grpSpPr>
          <a:xfrm>
            <a:off x="6287105" y="2974054"/>
            <a:ext cx="721206" cy="609701"/>
            <a:chOff x="6287105" y="2974054"/>
            <a:chExt cx="721206" cy="609701"/>
          </a:xfrm>
        </p:grpSpPr>
        <p:sp>
          <p:nvSpPr>
            <p:cNvPr id="452" name="Rectangle 451">
              <a:hlinkHover r:id="" action="ppaction://noaction" highlightClick="1"/>
              <a:extLst>
                <a:ext uri="{FF2B5EF4-FFF2-40B4-BE49-F238E27FC236}">
                  <a16:creationId xmlns:a16="http://schemas.microsoft.com/office/drawing/2014/main" id="{4449720E-07D2-EAD0-B283-C6DAE74859A1}"/>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53" name="Rectangle 452">
              <a:extLst>
                <a:ext uri="{FF2B5EF4-FFF2-40B4-BE49-F238E27FC236}">
                  <a16:creationId xmlns:a16="http://schemas.microsoft.com/office/drawing/2014/main" id="{577A2B4A-F930-1EB6-F349-518FAF7974C6}"/>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4" name="Oval 15">
              <a:extLst>
                <a:ext uri="{FF2B5EF4-FFF2-40B4-BE49-F238E27FC236}">
                  <a16:creationId xmlns:a16="http://schemas.microsoft.com/office/drawing/2014/main" id="{FB16E0F3-9F87-3069-BC07-FE5B1463BCDA}"/>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5" name="Straight Connector 454">
              <a:extLst>
                <a:ext uri="{FF2B5EF4-FFF2-40B4-BE49-F238E27FC236}">
                  <a16:creationId xmlns:a16="http://schemas.microsoft.com/office/drawing/2014/main" id="{38A3A491-6CAA-0A16-CDD1-1556961CDB2B}"/>
                </a:ext>
              </a:extLst>
            </p:cNvPr>
            <p:cNvCxnSpPr>
              <a:cxnSpLocks/>
              <a:stCxn id="454"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56" name="Group 455">
            <a:extLst>
              <a:ext uri="{FF2B5EF4-FFF2-40B4-BE49-F238E27FC236}">
                <a16:creationId xmlns:a16="http://schemas.microsoft.com/office/drawing/2014/main" id="{7A7983C1-2ED5-3A6B-F0E3-F3D5784D77BB}"/>
              </a:ext>
            </a:extLst>
          </p:cNvPr>
          <p:cNvGrpSpPr/>
          <p:nvPr/>
        </p:nvGrpSpPr>
        <p:grpSpPr>
          <a:xfrm>
            <a:off x="7123149" y="2974054"/>
            <a:ext cx="721206" cy="646284"/>
            <a:chOff x="7123149" y="2974054"/>
            <a:chExt cx="721206" cy="646284"/>
          </a:xfrm>
        </p:grpSpPr>
        <p:sp>
          <p:nvSpPr>
            <p:cNvPr id="457" name="Rectangle 456">
              <a:hlinkHover r:id="" action="ppaction://noaction" highlightClick="1"/>
              <a:extLst>
                <a:ext uri="{FF2B5EF4-FFF2-40B4-BE49-F238E27FC236}">
                  <a16:creationId xmlns:a16="http://schemas.microsoft.com/office/drawing/2014/main" id="{A9731181-5762-5AAE-F096-24597A353655}"/>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58" name="Rectangle 457">
              <a:extLst>
                <a:ext uri="{FF2B5EF4-FFF2-40B4-BE49-F238E27FC236}">
                  <a16:creationId xmlns:a16="http://schemas.microsoft.com/office/drawing/2014/main" id="{4662231D-1094-9C8F-4CCC-68FAB0C523BC}"/>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9" name="Oval 15">
              <a:extLst>
                <a:ext uri="{FF2B5EF4-FFF2-40B4-BE49-F238E27FC236}">
                  <a16:creationId xmlns:a16="http://schemas.microsoft.com/office/drawing/2014/main" id="{B584FE5D-637E-B3ED-0B62-BCCE468964D7}"/>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0" name="Straight Connector 459">
              <a:extLst>
                <a:ext uri="{FF2B5EF4-FFF2-40B4-BE49-F238E27FC236}">
                  <a16:creationId xmlns:a16="http://schemas.microsoft.com/office/drawing/2014/main" id="{97D1BC8E-4EA6-0FFF-CFA1-01850393D3F9}"/>
                </a:ext>
              </a:extLst>
            </p:cNvPr>
            <p:cNvCxnSpPr>
              <a:cxnSpLocks/>
              <a:stCxn id="459"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1" name="Straight Connector 460">
              <a:extLst>
                <a:ext uri="{FF2B5EF4-FFF2-40B4-BE49-F238E27FC236}">
                  <a16:creationId xmlns:a16="http://schemas.microsoft.com/office/drawing/2014/main" id="{243FAB6C-5B10-D017-4329-B3F3C5EC67F6}"/>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2" name="Group 461">
            <a:extLst>
              <a:ext uri="{FF2B5EF4-FFF2-40B4-BE49-F238E27FC236}">
                <a16:creationId xmlns:a16="http://schemas.microsoft.com/office/drawing/2014/main" id="{CF6A1182-EEF4-88A0-15DB-803172D22B00}"/>
              </a:ext>
            </a:extLst>
          </p:cNvPr>
          <p:cNvGrpSpPr/>
          <p:nvPr/>
        </p:nvGrpSpPr>
        <p:grpSpPr>
          <a:xfrm>
            <a:off x="7959200" y="2974054"/>
            <a:ext cx="721206" cy="609701"/>
            <a:chOff x="7959200" y="2974054"/>
            <a:chExt cx="721206" cy="609701"/>
          </a:xfrm>
        </p:grpSpPr>
        <p:sp>
          <p:nvSpPr>
            <p:cNvPr id="463" name="Rectangle 462">
              <a:hlinkHover r:id="" action="ppaction://noaction" highlightClick="1"/>
              <a:extLst>
                <a:ext uri="{FF2B5EF4-FFF2-40B4-BE49-F238E27FC236}">
                  <a16:creationId xmlns:a16="http://schemas.microsoft.com/office/drawing/2014/main" id="{52F3CA33-F702-0F52-09D5-41901F0D250A}"/>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64" name="Diamond 463">
              <a:extLst>
                <a:ext uri="{FF2B5EF4-FFF2-40B4-BE49-F238E27FC236}">
                  <a16:creationId xmlns:a16="http://schemas.microsoft.com/office/drawing/2014/main" id="{332E46E7-45D4-E43C-8CF0-30F04404C14C}"/>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5" name="Oval 464">
              <a:extLst>
                <a:ext uri="{FF2B5EF4-FFF2-40B4-BE49-F238E27FC236}">
                  <a16:creationId xmlns:a16="http://schemas.microsoft.com/office/drawing/2014/main" id="{F3DF3A64-4CAC-2739-21D0-DC3C4E44A892}"/>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6" name="Group 465">
            <a:extLst>
              <a:ext uri="{FF2B5EF4-FFF2-40B4-BE49-F238E27FC236}">
                <a16:creationId xmlns:a16="http://schemas.microsoft.com/office/drawing/2014/main" id="{C52DAEC9-6B36-730C-4502-C9FD504780CB}"/>
              </a:ext>
            </a:extLst>
          </p:cNvPr>
          <p:cNvGrpSpPr/>
          <p:nvPr/>
        </p:nvGrpSpPr>
        <p:grpSpPr>
          <a:xfrm>
            <a:off x="8795244" y="2974054"/>
            <a:ext cx="721206" cy="609701"/>
            <a:chOff x="8795244" y="2974054"/>
            <a:chExt cx="721206" cy="609701"/>
          </a:xfrm>
        </p:grpSpPr>
        <p:sp>
          <p:nvSpPr>
            <p:cNvPr id="467" name="Rectangle 466">
              <a:hlinkHover r:id="" action="ppaction://noaction" highlightClick="1"/>
              <a:extLst>
                <a:ext uri="{FF2B5EF4-FFF2-40B4-BE49-F238E27FC236}">
                  <a16:creationId xmlns:a16="http://schemas.microsoft.com/office/drawing/2014/main" id="{221443BB-4CEA-6452-5102-9157F6F9F509}"/>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68" name="Diamond 467">
              <a:extLst>
                <a:ext uri="{FF2B5EF4-FFF2-40B4-BE49-F238E27FC236}">
                  <a16:creationId xmlns:a16="http://schemas.microsoft.com/office/drawing/2014/main" id="{F9B712BC-6230-397B-9944-AA25377660F3}"/>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9" name="Oval 468">
              <a:extLst>
                <a:ext uri="{FF2B5EF4-FFF2-40B4-BE49-F238E27FC236}">
                  <a16:creationId xmlns:a16="http://schemas.microsoft.com/office/drawing/2014/main" id="{673DC54E-01D8-29F3-B605-D1E3CA28B76F}"/>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6" name="Group 475">
            <a:extLst>
              <a:ext uri="{FF2B5EF4-FFF2-40B4-BE49-F238E27FC236}">
                <a16:creationId xmlns:a16="http://schemas.microsoft.com/office/drawing/2014/main" id="{0A8A7526-7394-C374-1B86-10D39E600D53}"/>
              </a:ext>
            </a:extLst>
          </p:cNvPr>
          <p:cNvGrpSpPr/>
          <p:nvPr/>
        </p:nvGrpSpPr>
        <p:grpSpPr>
          <a:xfrm>
            <a:off x="5442073" y="811556"/>
            <a:ext cx="728239" cy="609701"/>
            <a:chOff x="5442073" y="811556"/>
            <a:chExt cx="728239" cy="609701"/>
          </a:xfrm>
        </p:grpSpPr>
        <p:sp>
          <p:nvSpPr>
            <p:cNvPr id="477" name="Rectangle 476">
              <a:extLst>
                <a:ext uri="{FF2B5EF4-FFF2-40B4-BE49-F238E27FC236}">
                  <a16:creationId xmlns:a16="http://schemas.microsoft.com/office/drawing/2014/main" id="{35AD0B04-AC50-7072-6AB7-1B653B516B80}"/>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78" name="Rectangle 477">
              <a:extLst>
                <a:ext uri="{FF2B5EF4-FFF2-40B4-BE49-F238E27FC236}">
                  <a16:creationId xmlns:a16="http://schemas.microsoft.com/office/drawing/2014/main" id="{3E3696D0-7766-75FA-01D4-B5630F4F89B9}"/>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9" name="Oval 15">
              <a:extLst>
                <a:ext uri="{FF2B5EF4-FFF2-40B4-BE49-F238E27FC236}">
                  <a16:creationId xmlns:a16="http://schemas.microsoft.com/office/drawing/2014/main" id="{CDFE071E-B0AA-015D-ACF7-BD7F710C3513}"/>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0" name="Straight Connector 479">
              <a:extLst>
                <a:ext uri="{FF2B5EF4-FFF2-40B4-BE49-F238E27FC236}">
                  <a16:creationId xmlns:a16="http://schemas.microsoft.com/office/drawing/2014/main" id="{56D48EE5-3283-C0D5-D338-143B7E95D123}"/>
                </a:ext>
              </a:extLst>
            </p:cNvPr>
            <p:cNvCxnSpPr>
              <a:cxnSpLocks/>
              <a:stCxn id="479"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1" name="Straight Connector 480">
              <a:extLst>
                <a:ext uri="{FF2B5EF4-FFF2-40B4-BE49-F238E27FC236}">
                  <a16:creationId xmlns:a16="http://schemas.microsoft.com/office/drawing/2014/main" id="{F0DE73CB-18DA-0B11-2A3B-37FCDBD32E0B}"/>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2" name="Group 481">
            <a:extLst>
              <a:ext uri="{FF2B5EF4-FFF2-40B4-BE49-F238E27FC236}">
                <a16:creationId xmlns:a16="http://schemas.microsoft.com/office/drawing/2014/main" id="{71093EE8-7FC3-B52D-D8D3-BE155B9523B1}"/>
              </a:ext>
            </a:extLst>
          </p:cNvPr>
          <p:cNvGrpSpPr/>
          <p:nvPr/>
        </p:nvGrpSpPr>
        <p:grpSpPr>
          <a:xfrm>
            <a:off x="6284597" y="811555"/>
            <a:ext cx="721206" cy="609701"/>
            <a:chOff x="6284597" y="811555"/>
            <a:chExt cx="721206" cy="609701"/>
          </a:xfrm>
        </p:grpSpPr>
        <p:sp>
          <p:nvSpPr>
            <p:cNvPr id="483" name="Rectangle 482">
              <a:hlinkHover r:id="" action="ppaction://noaction" highlightClick="1"/>
              <a:extLst>
                <a:ext uri="{FF2B5EF4-FFF2-40B4-BE49-F238E27FC236}">
                  <a16:creationId xmlns:a16="http://schemas.microsoft.com/office/drawing/2014/main" id="{CBC8A7A8-FB93-D731-B3E4-2AE2471E41CC}"/>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84" name="Right Triangle 483">
              <a:extLst>
                <a:ext uri="{FF2B5EF4-FFF2-40B4-BE49-F238E27FC236}">
                  <a16:creationId xmlns:a16="http://schemas.microsoft.com/office/drawing/2014/main" id="{DE844706-7943-8B06-34E9-D10767A2EA35}"/>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5" name="Oval 27">
              <a:extLst>
                <a:ext uri="{FF2B5EF4-FFF2-40B4-BE49-F238E27FC236}">
                  <a16:creationId xmlns:a16="http://schemas.microsoft.com/office/drawing/2014/main" id="{C11784F3-F5F4-713F-BA1E-DAAF7562CE6D}"/>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6" name="Oval 28">
              <a:extLst>
                <a:ext uri="{FF2B5EF4-FFF2-40B4-BE49-F238E27FC236}">
                  <a16:creationId xmlns:a16="http://schemas.microsoft.com/office/drawing/2014/main" id="{EBDA89B1-8F0D-BBC7-13C1-0FE34A381313}"/>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2" name="Group 491">
            <a:extLst>
              <a:ext uri="{FF2B5EF4-FFF2-40B4-BE49-F238E27FC236}">
                <a16:creationId xmlns:a16="http://schemas.microsoft.com/office/drawing/2014/main" id="{E019162C-E9EE-9A2E-424F-87A56B062B0A}"/>
              </a:ext>
            </a:extLst>
          </p:cNvPr>
          <p:cNvGrpSpPr/>
          <p:nvPr/>
        </p:nvGrpSpPr>
        <p:grpSpPr>
          <a:xfrm>
            <a:off x="7957576" y="811556"/>
            <a:ext cx="721206" cy="609701"/>
            <a:chOff x="7957576" y="811556"/>
            <a:chExt cx="721206" cy="609701"/>
          </a:xfrm>
        </p:grpSpPr>
        <p:sp>
          <p:nvSpPr>
            <p:cNvPr id="493" name="Rectangle 492">
              <a:extLst>
                <a:ext uri="{FF2B5EF4-FFF2-40B4-BE49-F238E27FC236}">
                  <a16:creationId xmlns:a16="http://schemas.microsoft.com/office/drawing/2014/main" id="{42912F55-B0CE-E10B-3828-830E4627C595}"/>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94" name="Rectangle 493">
              <a:extLst>
                <a:ext uri="{FF2B5EF4-FFF2-40B4-BE49-F238E27FC236}">
                  <a16:creationId xmlns:a16="http://schemas.microsoft.com/office/drawing/2014/main" id="{80815DBB-6C66-535D-E193-5F0920690E8D}"/>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5" name="Oval 15">
              <a:extLst>
                <a:ext uri="{FF2B5EF4-FFF2-40B4-BE49-F238E27FC236}">
                  <a16:creationId xmlns:a16="http://schemas.microsoft.com/office/drawing/2014/main" id="{F5146462-366F-CDD5-1F4D-42AF80CB9B33}"/>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96" name="Straight Connector 495">
              <a:extLst>
                <a:ext uri="{FF2B5EF4-FFF2-40B4-BE49-F238E27FC236}">
                  <a16:creationId xmlns:a16="http://schemas.microsoft.com/office/drawing/2014/main" id="{21A8EFF0-7DEF-C64D-F16B-097CB42B7760}"/>
                </a:ext>
              </a:extLst>
            </p:cNvPr>
            <p:cNvCxnSpPr>
              <a:cxnSpLocks/>
              <a:stCxn id="495"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7" name="Straight Connector 496">
              <a:extLst>
                <a:ext uri="{FF2B5EF4-FFF2-40B4-BE49-F238E27FC236}">
                  <a16:creationId xmlns:a16="http://schemas.microsoft.com/office/drawing/2014/main" id="{D992DDDC-4C99-DAF1-704B-60BDC6013111}"/>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6" name="Group 505">
            <a:extLst>
              <a:ext uri="{FF2B5EF4-FFF2-40B4-BE49-F238E27FC236}">
                <a16:creationId xmlns:a16="http://schemas.microsoft.com/office/drawing/2014/main" id="{EF98D6A5-EDB7-BD6A-F8C8-E256382504EF}"/>
              </a:ext>
            </a:extLst>
          </p:cNvPr>
          <p:cNvGrpSpPr/>
          <p:nvPr/>
        </p:nvGrpSpPr>
        <p:grpSpPr>
          <a:xfrm>
            <a:off x="11356242" y="90836"/>
            <a:ext cx="721206" cy="609701"/>
            <a:chOff x="11356242" y="90836"/>
            <a:chExt cx="721206" cy="609701"/>
          </a:xfrm>
        </p:grpSpPr>
        <p:sp>
          <p:nvSpPr>
            <p:cNvPr id="507" name="Rectangle 506">
              <a:hlinkHover r:id="" action="ppaction://noaction" highlightClick="1"/>
              <a:extLst>
                <a:ext uri="{FF2B5EF4-FFF2-40B4-BE49-F238E27FC236}">
                  <a16:creationId xmlns:a16="http://schemas.microsoft.com/office/drawing/2014/main" id="{73783112-2300-8025-FC9D-C928E6D80A92}"/>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08" name="Oval 507">
              <a:extLst>
                <a:ext uri="{FF2B5EF4-FFF2-40B4-BE49-F238E27FC236}">
                  <a16:creationId xmlns:a16="http://schemas.microsoft.com/office/drawing/2014/main" id="{198CBC22-9959-2143-B522-6E87A18FA608}"/>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9" name="Isosceles Triangle 648">
              <a:extLst>
                <a:ext uri="{FF2B5EF4-FFF2-40B4-BE49-F238E27FC236}">
                  <a16:creationId xmlns:a16="http://schemas.microsoft.com/office/drawing/2014/main" id="{E2A22E06-1C20-F45B-C01C-4385A8984A73}"/>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0" name="Group 509">
            <a:extLst>
              <a:ext uri="{FF2B5EF4-FFF2-40B4-BE49-F238E27FC236}">
                <a16:creationId xmlns:a16="http://schemas.microsoft.com/office/drawing/2014/main" id="{5E0B411B-8068-8F4E-8014-AA02DE45F39B}"/>
              </a:ext>
            </a:extLst>
          </p:cNvPr>
          <p:cNvGrpSpPr/>
          <p:nvPr/>
        </p:nvGrpSpPr>
        <p:grpSpPr>
          <a:xfrm>
            <a:off x="11356243" y="3694774"/>
            <a:ext cx="721206" cy="609701"/>
            <a:chOff x="11356243" y="3694774"/>
            <a:chExt cx="721206" cy="609701"/>
          </a:xfrm>
        </p:grpSpPr>
        <p:sp>
          <p:nvSpPr>
            <p:cNvPr id="511" name="Rectangle 510">
              <a:hlinkHover r:id="" action="ppaction://noaction" highlightClick="1"/>
              <a:extLst>
                <a:ext uri="{FF2B5EF4-FFF2-40B4-BE49-F238E27FC236}">
                  <a16:creationId xmlns:a16="http://schemas.microsoft.com/office/drawing/2014/main" id="{74BC2690-C337-6C18-CC64-8CEC610BC129}"/>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12" name="Oval 511">
              <a:extLst>
                <a:ext uri="{FF2B5EF4-FFF2-40B4-BE49-F238E27FC236}">
                  <a16:creationId xmlns:a16="http://schemas.microsoft.com/office/drawing/2014/main" id="{B7FF7E44-90F9-CB75-7145-F1EDE575677E}"/>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3" name="Isosceles Triangle 648">
              <a:extLst>
                <a:ext uri="{FF2B5EF4-FFF2-40B4-BE49-F238E27FC236}">
                  <a16:creationId xmlns:a16="http://schemas.microsoft.com/office/drawing/2014/main" id="{92FE6BBA-3B1F-8799-D4A9-A81B648B86F7}"/>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4" name="Group 513">
            <a:extLst>
              <a:ext uri="{FF2B5EF4-FFF2-40B4-BE49-F238E27FC236}">
                <a16:creationId xmlns:a16="http://schemas.microsoft.com/office/drawing/2014/main" id="{EC19FBC4-D803-A0CD-2C8A-F2C70EB4D531}"/>
              </a:ext>
            </a:extLst>
          </p:cNvPr>
          <p:cNvGrpSpPr/>
          <p:nvPr/>
        </p:nvGrpSpPr>
        <p:grpSpPr>
          <a:xfrm>
            <a:off x="9657691" y="4419624"/>
            <a:ext cx="721206" cy="609701"/>
            <a:chOff x="9657691" y="4419624"/>
            <a:chExt cx="721206" cy="609701"/>
          </a:xfrm>
        </p:grpSpPr>
        <p:sp>
          <p:nvSpPr>
            <p:cNvPr id="515" name="Rectangle 514">
              <a:hlinkHover r:id="" action="ppaction://noaction" highlightClick="1"/>
              <a:extLst>
                <a:ext uri="{FF2B5EF4-FFF2-40B4-BE49-F238E27FC236}">
                  <a16:creationId xmlns:a16="http://schemas.microsoft.com/office/drawing/2014/main" id="{5B5E136B-816C-2B1A-1F45-177E2DA7C6E7}"/>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16" name="Oval 515">
              <a:extLst>
                <a:ext uri="{FF2B5EF4-FFF2-40B4-BE49-F238E27FC236}">
                  <a16:creationId xmlns:a16="http://schemas.microsoft.com/office/drawing/2014/main" id="{13FF27D0-10D2-A1B8-F284-70BC8A50DFC6}"/>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7" name="Isosceles Triangle 648">
              <a:extLst>
                <a:ext uri="{FF2B5EF4-FFF2-40B4-BE49-F238E27FC236}">
                  <a16:creationId xmlns:a16="http://schemas.microsoft.com/office/drawing/2014/main" id="{AD193F53-F2E3-EB9B-D764-AC3AF70102BB}"/>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8" name="Group 517">
            <a:extLst>
              <a:ext uri="{FF2B5EF4-FFF2-40B4-BE49-F238E27FC236}">
                <a16:creationId xmlns:a16="http://schemas.microsoft.com/office/drawing/2014/main" id="{A8FBF3D0-5AF4-C094-7DA2-367A95DA6CB3}"/>
              </a:ext>
            </a:extLst>
          </p:cNvPr>
          <p:cNvGrpSpPr/>
          <p:nvPr/>
        </p:nvGrpSpPr>
        <p:grpSpPr>
          <a:xfrm>
            <a:off x="10506968" y="4419620"/>
            <a:ext cx="721206" cy="609701"/>
            <a:chOff x="10506968" y="4419620"/>
            <a:chExt cx="721206" cy="609701"/>
          </a:xfrm>
        </p:grpSpPr>
        <p:sp>
          <p:nvSpPr>
            <p:cNvPr id="519" name="Rectangle 518">
              <a:hlinkHover r:id="" action="ppaction://noaction" highlightClick="1"/>
              <a:extLst>
                <a:ext uri="{FF2B5EF4-FFF2-40B4-BE49-F238E27FC236}">
                  <a16:creationId xmlns:a16="http://schemas.microsoft.com/office/drawing/2014/main" id="{9FEB427B-862C-4325-5A65-A725BDC267DE}"/>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20" name="Oval 519">
              <a:extLst>
                <a:ext uri="{FF2B5EF4-FFF2-40B4-BE49-F238E27FC236}">
                  <a16:creationId xmlns:a16="http://schemas.microsoft.com/office/drawing/2014/main" id="{5914903F-5900-2D82-7902-B8AFE814980B}"/>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1" name="Isosceles Triangle 648">
              <a:extLst>
                <a:ext uri="{FF2B5EF4-FFF2-40B4-BE49-F238E27FC236}">
                  <a16:creationId xmlns:a16="http://schemas.microsoft.com/office/drawing/2014/main" id="{D37449B6-18DB-871E-82A5-994748FA6D8B}"/>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2" name="Group 521">
            <a:extLst>
              <a:ext uri="{FF2B5EF4-FFF2-40B4-BE49-F238E27FC236}">
                <a16:creationId xmlns:a16="http://schemas.microsoft.com/office/drawing/2014/main" id="{3C4E4165-42D7-8BF1-B4D9-C6113BFFE5AF}"/>
              </a:ext>
            </a:extLst>
          </p:cNvPr>
          <p:cNvGrpSpPr/>
          <p:nvPr/>
        </p:nvGrpSpPr>
        <p:grpSpPr>
          <a:xfrm>
            <a:off x="11356003" y="4416261"/>
            <a:ext cx="721206" cy="609701"/>
            <a:chOff x="11356003" y="4416261"/>
            <a:chExt cx="721206" cy="609701"/>
          </a:xfrm>
        </p:grpSpPr>
        <p:sp>
          <p:nvSpPr>
            <p:cNvPr id="523" name="Rectangle 522">
              <a:hlinkHover r:id="" action="ppaction://noaction" highlightClick="1"/>
              <a:extLst>
                <a:ext uri="{FF2B5EF4-FFF2-40B4-BE49-F238E27FC236}">
                  <a16:creationId xmlns:a16="http://schemas.microsoft.com/office/drawing/2014/main" id="{F2D11C1D-CE37-8968-9270-3F84FABA39C7}"/>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24" name="Oval 523">
              <a:extLst>
                <a:ext uri="{FF2B5EF4-FFF2-40B4-BE49-F238E27FC236}">
                  <a16:creationId xmlns:a16="http://schemas.microsoft.com/office/drawing/2014/main" id="{7A14C2CD-DDCB-98E0-01FE-CD454AFE2353}"/>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5" name="Isosceles Triangle 648">
              <a:extLst>
                <a:ext uri="{FF2B5EF4-FFF2-40B4-BE49-F238E27FC236}">
                  <a16:creationId xmlns:a16="http://schemas.microsoft.com/office/drawing/2014/main" id="{D263D493-0160-0A4A-18D1-D38C5DA23EA2}"/>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6" name="Group 525">
            <a:extLst>
              <a:ext uri="{FF2B5EF4-FFF2-40B4-BE49-F238E27FC236}">
                <a16:creationId xmlns:a16="http://schemas.microsoft.com/office/drawing/2014/main" id="{3F6CD6AD-7CD8-6829-85F5-5D5712EA0FEF}"/>
              </a:ext>
            </a:extLst>
          </p:cNvPr>
          <p:cNvGrpSpPr/>
          <p:nvPr/>
        </p:nvGrpSpPr>
        <p:grpSpPr>
          <a:xfrm>
            <a:off x="8808526" y="4416261"/>
            <a:ext cx="721206" cy="609701"/>
            <a:chOff x="8808526" y="4416261"/>
            <a:chExt cx="721206" cy="609701"/>
          </a:xfrm>
        </p:grpSpPr>
        <p:sp>
          <p:nvSpPr>
            <p:cNvPr id="527" name="Rectangle 526">
              <a:hlinkHover r:id="" action="ppaction://noaction" highlightClick="1"/>
              <a:extLst>
                <a:ext uri="{FF2B5EF4-FFF2-40B4-BE49-F238E27FC236}">
                  <a16:creationId xmlns:a16="http://schemas.microsoft.com/office/drawing/2014/main" id="{2679B304-66C2-6FB2-C57B-D8447DAA5CFE}"/>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28" name="Oval 527">
              <a:extLst>
                <a:ext uri="{FF2B5EF4-FFF2-40B4-BE49-F238E27FC236}">
                  <a16:creationId xmlns:a16="http://schemas.microsoft.com/office/drawing/2014/main" id="{D049F06C-DECD-171E-E8CB-5CD63CA302A0}"/>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9" name="Isosceles Triangle 648">
              <a:extLst>
                <a:ext uri="{FF2B5EF4-FFF2-40B4-BE49-F238E27FC236}">
                  <a16:creationId xmlns:a16="http://schemas.microsoft.com/office/drawing/2014/main" id="{E3B38D4D-E94E-38F2-6D9D-EA4B3ED62FA5}"/>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0" name="Group 529">
            <a:extLst>
              <a:ext uri="{FF2B5EF4-FFF2-40B4-BE49-F238E27FC236}">
                <a16:creationId xmlns:a16="http://schemas.microsoft.com/office/drawing/2014/main" id="{A5FB8E59-AC71-6BF8-0A79-5DB6FF079746}"/>
              </a:ext>
            </a:extLst>
          </p:cNvPr>
          <p:cNvGrpSpPr/>
          <p:nvPr/>
        </p:nvGrpSpPr>
        <p:grpSpPr>
          <a:xfrm>
            <a:off x="10509579" y="5141013"/>
            <a:ext cx="721206" cy="609701"/>
            <a:chOff x="10509579" y="5141013"/>
            <a:chExt cx="721206" cy="609701"/>
          </a:xfrm>
        </p:grpSpPr>
        <p:sp>
          <p:nvSpPr>
            <p:cNvPr id="531" name="Rectangle 530">
              <a:hlinkHover r:id="" action="ppaction://noaction" highlightClick="1"/>
              <a:extLst>
                <a:ext uri="{FF2B5EF4-FFF2-40B4-BE49-F238E27FC236}">
                  <a16:creationId xmlns:a16="http://schemas.microsoft.com/office/drawing/2014/main" id="{3B7795C1-90F5-BDAD-9100-CD87A06D1F8A}"/>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32" name="Oval 531">
              <a:extLst>
                <a:ext uri="{FF2B5EF4-FFF2-40B4-BE49-F238E27FC236}">
                  <a16:creationId xmlns:a16="http://schemas.microsoft.com/office/drawing/2014/main" id="{78F7F224-64EE-322A-97C5-D8936FD97548}"/>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3" name="Isosceles Triangle 648">
              <a:extLst>
                <a:ext uri="{FF2B5EF4-FFF2-40B4-BE49-F238E27FC236}">
                  <a16:creationId xmlns:a16="http://schemas.microsoft.com/office/drawing/2014/main" id="{B5CE5B52-C951-31A3-5242-B43F006A851B}"/>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8" name="Group 537">
            <a:extLst>
              <a:ext uri="{FF2B5EF4-FFF2-40B4-BE49-F238E27FC236}">
                <a16:creationId xmlns:a16="http://schemas.microsoft.com/office/drawing/2014/main" id="{CF5ABF37-1410-B583-AE59-C87CD7369356}"/>
              </a:ext>
            </a:extLst>
          </p:cNvPr>
          <p:cNvGrpSpPr/>
          <p:nvPr/>
        </p:nvGrpSpPr>
        <p:grpSpPr>
          <a:xfrm>
            <a:off x="9657612" y="3698231"/>
            <a:ext cx="721206" cy="609701"/>
            <a:chOff x="9657612" y="3698231"/>
            <a:chExt cx="721206" cy="609701"/>
          </a:xfrm>
        </p:grpSpPr>
        <p:sp>
          <p:nvSpPr>
            <p:cNvPr id="539" name="Rectangle 538">
              <a:hlinkHover r:id="" action="ppaction://noaction" highlightClick="1"/>
              <a:extLst>
                <a:ext uri="{FF2B5EF4-FFF2-40B4-BE49-F238E27FC236}">
                  <a16:creationId xmlns:a16="http://schemas.microsoft.com/office/drawing/2014/main" id="{7EDAC5EA-D7BD-5C23-B9B6-42AB9D3040DE}"/>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40" name="Oval 539">
              <a:extLst>
                <a:ext uri="{FF2B5EF4-FFF2-40B4-BE49-F238E27FC236}">
                  <a16:creationId xmlns:a16="http://schemas.microsoft.com/office/drawing/2014/main" id="{C77752F2-137C-BE02-D1A7-E36F3EED0461}"/>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1" name="Isosceles Triangle 648">
              <a:extLst>
                <a:ext uri="{FF2B5EF4-FFF2-40B4-BE49-F238E27FC236}">
                  <a16:creationId xmlns:a16="http://schemas.microsoft.com/office/drawing/2014/main" id="{6580AABA-E9CA-E1DE-3DFB-B0B65D18CCD8}"/>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2" name="Group 541">
            <a:extLst>
              <a:ext uri="{FF2B5EF4-FFF2-40B4-BE49-F238E27FC236}">
                <a16:creationId xmlns:a16="http://schemas.microsoft.com/office/drawing/2014/main" id="{4E321491-E988-BF6F-9388-2087C973CEB6}"/>
              </a:ext>
            </a:extLst>
          </p:cNvPr>
          <p:cNvGrpSpPr/>
          <p:nvPr/>
        </p:nvGrpSpPr>
        <p:grpSpPr>
          <a:xfrm>
            <a:off x="10506928" y="3698227"/>
            <a:ext cx="721206" cy="609701"/>
            <a:chOff x="10506928" y="3698227"/>
            <a:chExt cx="721206" cy="609701"/>
          </a:xfrm>
        </p:grpSpPr>
        <p:sp>
          <p:nvSpPr>
            <p:cNvPr id="543" name="Rectangle 542">
              <a:hlinkHover r:id="" action="ppaction://noaction" highlightClick="1"/>
              <a:extLst>
                <a:ext uri="{FF2B5EF4-FFF2-40B4-BE49-F238E27FC236}">
                  <a16:creationId xmlns:a16="http://schemas.microsoft.com/office/drawing/2014/main" id="{486299E2-4455-DB9E-6269-F7EAA572D708}"/>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44" name="Oval 543">
              <a:extLst>
                <a:ext uri="{FF2B5EF4-FFF2-40B4-BE49-F238E27FC236}">
                  <a16:creationId xmlns:a16="http://schemas.microsoft.com/office/drawing/2014/main" id="{90A2003B-C6AC-1936-7756-C0DC4EDF1584}"/>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5" name="Isosceles Triangle 648">
              <a:extLst>
                <a:ext uri="{FF2B5EF4-FFF2-40B4-BE49-F238E27FC236}">
                  <a16:creationId xmlns:a16="http://schemas.microsoft.com/office/drawing/2014/main" id="{C09CF924-C91F-CC20-3C28-C70475262634}"/>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4" name="Group 563">
            <a:extLst>
              <a:ext uri="{FF2B5EF4-FFF2-40B4-BE49-F238E27FC236}">
                <a16:creationId xmlns:a16="http://schemas.microsoft.com/office/drawing/2014/main" id="{0A2E2D62-F43D-93FF-3C1C-4321DFAD0B6E}"/>
              </a:ext>
            </a:extLst>
          </p:cNvPr>
          <p:cNvGrpSpPr/>
          <p:nvPr/>
        </p:nvGrpSpPr>
        <p:grpSpPr>
          <a:xfrm>
            <a:off x="7957572" y="1532276"/>
            <a:ext cx="721206" cy="609701"/>
            <a:chOff x="7957572" y="1532276"/>
            <a:chExt cx="721206" cy="609701"/>
          </a:xfrm>
        </p:grpSpPr>
        <p:sp>
          <p:nvSpPr>
            <p:cNvPr id="565" name="Rectangle 564">
              <a:hlinkHover r:id="" action="ppaction://noaction" highlightClick="1"/>
              <a:extLst>
                <a:ext uri="{FF2B5EF4-FFF2-40B4-BE49-F238E27FC236}">
                  <a16:creationId xmlns:a16="http://schemas.microsoft.com/office/drawing/2014/main" id="{099E4565-08AE-1E02-5649-6DA9355AE7EA}"/>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66" name="Rectangle 565">
              <a:extLst>
                <a:ext uri="{FF2B5EF4-FFF2-40B4-BE49-F238E27FC236}">
                  <a16:creationId xmlns:a16="http://schemas.microsoft.com/office/drawing/2014/main" id="{0250F3E5-C062-5544-EF59-A4281CB5A585}"/>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7" name="Oval 15">
              <a:extLst>
                <a:ext uri="{FF2B5EF4-FFF2-40B4-BE49-F238E27FC236}">
                  <a16:creationId xmlns:a16="http://schemas.microsoft.com/office/drawing/2014/main" id="{60C0A0A4-663E-9DE9-47B0-37B5845942A2}"/>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8" name="Straight Connector 567">
              <a:extLst>
                <a:ext uri="{FF2B5EF4-FFF2-40B4-BE49-F238E27FC236}">
                  <a16:creationId xmlns:a16="http://schemas.microsoft.com/office/drawing/2014/main" id="{C0B6994E-71B5-C628-F346-77598A2BE585}"/>
                </a:ext>
              </a:extLst>
            </p:cNvPr>
            <p:cNvCxnSpPr>
              <a:cxnSpLocks/>
              <a:stCxn id="567"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69" name="Straight Connector 568">
              <a:extLst>
                <a:ext uri="{FF2B5EF4-FFF2-40B4-BE49-F238E27FC236}">
                  <a16:creationId xmlns:a16="http://schemas.microsoft.com/office/drawing/2014/main" id="{AE4C1CE7-5F68-FD7A-89F1-7EB722B25DAF}"/>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4" name="Group 603">
            <a:extLst>
              <a:ext uri="{FF2B5EF4-FFF2-40B4-BE49-F238E27FC236}">
                <a16:creationId xmlns:a16="http://schemas.microsoft.com/office/drawing/2014/main" id="{F0FA3639-8975-743C-B91B-B7B20821EF80}"/>
              </a:ext>
            </a:extLst>
          </p:cNvPr>
          <p:cNvGrpSpPr/>
          <p:nvPr/>
        </p:nvGrpSpPr>
        <p:grpSpPr>
          <a:xfrm>
            <a:off x="11356242" y="811556"/>
            <a:ext cx="721206" cy="609701"/>
            <a:chOff x="11356242" y="811556"/>
            <a:chExt cx="721206" cy="609701"/>
          </a:xfrm>
        </p:grpSpPr>
        <p:sp>
          <p:nvSpPr>
            <p:cNvPr id="605" name="Rectangle 604">
              <a:hlinkHover r:id="" action="ppaction://noaction" highlightClick="1"/>
              <a:extLst>
                <a:ext uri="{FF2B5EF4-FFF2-40B4-BE49-F238E27FC236}">
                  <a16:creationId xmlns:a16="http://schemas.microsoft.com/office/drawing/2014/main" id="{95FF0B9B-7907-9FCC-834B-3529FF2051AE}"/>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06" name="Oval 605">
              <a:extLst>
                <a:ext uri="{FF2B5EF4-FFF2-40B4-BE49-F238E27FC236}">
                  <a16:creationId xmlns:a16="http://schemas.microsoft.com/office/drawing/2014/main" id="{4F361C43-570F-0205-C824-2F319558D4C2}"/>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7" name="Isosceles Triangle 648">
              <a:extLst>
                <a:ext uri="{FF2B5EF4-FFF2-40B4-BE49-F238E27FC236}">
                  <a16:creationId xmlns:a16="http://schemas.microsoft.com/office/drawing/2014/main" id="{C0086DB6-BC8C-4935-DE1A-47115B756D5F}"/>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8" name="Group 607">
            <a:extLst>
              <a:ext uri="{FF2B5EF4-FFF2-40B4-BE49-F238E27FC236}">
                <a16:creationId xmlns:a16="http://schemas.microsoft.com/office/drawing/2014/main" id="{EE960B78-6FA4-3D22-5B84-4F76F002F2F5}"/>
              </a:ext>
            </a:extLst>
          </p:cNvPr>
          <p:cNvGrpSpPr/>
          <p:nvPr/>
        </p:nvGrpSpPr>
        <p:grpSpPr>
          <a:xfrm>
            <a:off x="8807249" y="811555"/>
            <a:ext cx="721206" cy="609701"/>
            <a:chOff x="8807249" y="811555"/>
            <a:chExt cx="721206" cy="609701"/>
          </a:xfrm>
        </p:grpSpPr>
        <p:sp>
          <p:nvSpPr>
            <p:cNvPr id="609" name="Rectangle 608">
              <a:hlinkHover r:id="" action="ppaction://noaction" highlightClick="1"/>
              <a:extLst>
                <a:ext uri="{FF2B5EF4-FFF2-40B4-BE49-F238E27FC236}">
                  <a16:creationId xmlns:a16="http://schemas.microsoft.com/office/drawing/2014/main" id="{574B2803-68A4-B7E7-477B-5021ED3D31AA}"/>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10" name="Diamond 609">
              <a:extLst>
                <a:ext uri="{FF2B5EF4-FFF2-40B4-BE49-F238E27FC236}">
                  <a16:creationId xmlns:a16="http://schemas.microsoft.com/office/drawing/2014/main" id="{819A3B62-57D4-20D6-5491-2EAD29A96760}"/>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1" name="Oval 610">
              <a:extLst>
                <a:ext uri="{FF2B5EF4-FFF2-40B4-BE49-F238E27FC236}">
                  <a16:creationId xmlns:a16="http://schemas.microsoft.com/office/drawing/2014/main" id="{85894381-E8B2-40C4-0609-0221E9F650A9}"/>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2" name="Group 611">
            <a:extLst>
              <a:ext uri="{FF2B5EF4-FFF2-40B4-BE49-F238E27FC236}">
                <a16:creationId xmlns:a16="http://schemas.microsoft.com/office/drawing/2014/main" id="{9522E581-80B5-EC24-4C05-511EB4F1C9E2}"/>
              </a:ext>
            </a:extLst>
          </p:cNvPr>
          <p:cNvGrpSpPr/>
          <p:nvPr/>
        </p:nvGrpSpPr>
        <p:grpSpPr>
          <a:xfrm>
            <a:off x="8808419" y="3705986"/>
            <a:ext cx="721206" cy="609701"/>
            <a:chOff x="8808419" y="3705986"/>
            <a:chExt cx="721206" cy="609701"/>
          </a:xfrm>
        </p:grpSpPr>
        <p:sp>
          <p:nvSpPr>
            <p:cNvPr id="613" name="Rectangle 612">
              <a:hlinkHover r:id="" action="ppaction://noaction" highlightClick="1"/>
              <a:extLst>
                <a:ext uri="{FF2B5EF4-FFF2-40B4-BE49-F238E27FC236}">
                  <a16:creationId xmlns:a16="http://schemas.microsoft.com/office/drawing/2014/main" id="{63C705F6-5AE4-57FD-2442-6C91D1905CEE}"/>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14" name="Oval 613">
              <a:extLst>
                <a:ext uri="{FF2B5EF4-FFF2-40B4-BE49-F238E27FC236}">
                  <a16:creationId xmlns:a16="http://schemas.microsoft.com/office/drawing/2014/main" id="{69FEBEB0-D169-632E-322F-C18DB64075E3}"/>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5" name="Isosceles Triangle 648">
              <a:extLst>
                <a:ext uri="{FF2B5EF4-FFF2-40B4-BE49-F238E27FC236}">
                  <a16:creationId xmlns:a16="http://schemas.microsoft.com/office/drawing/2014/main" id="{BCFCCB63-D92E-6780-6873-0A315BE8AB80}"/>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6" name="Group 615">
            <a:extLst>
              <a:ext uri="{FF2B5EF4-FFF2-40B4-BE49-F238E27FC236}">
                <a16:creationId xmlns:a16="http://schemas.microsoft.com/office/drawing/2014/main" id="{79AFE6C0-840D-9FEC-76E1-238646064F2C}"/>
              </a:ext>
            </a:extLst>
          </p:cNvPr>
          <p:cNvGrpSpPr/>
          <p:nvPr/>
        </p:nvGrpSpPr>
        <p:grpSpPr>
          <a:xfrm>
            <a:off x="431659" y="90836"/>
            <a:ext cx="721210" cy="609701"/>
            <a:chOff x="431659" y="90836"/>
            <a:chExt cx="721210" cy="609701"/>
          </a:xfrm>
        </p:grpSpPr>
        <p:sp>
          <p:nvSpPr>
            <p:cNvPr id="617" name="Rectangle 616">
              <a:extLst>
                <a:ext uri="{FF2B5EF4-FFF2-40B4-BE49-F238E27FC236}">
                  <a16:creationId xmlns:a16="http://schemas.microsoft.com/office/drawing/2014/main" id="{A5B113EC-3669-2407-A677-DF528C0B4316}"/>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18" name="Rectangle 617">
              <a:extLst>
                <a:ext uri="{FF2B5EF4-FFF2-40B4-BE49-F238E27FC236}">
                  <a16:creationId xmlns:a16="http://schemas.microsoft.com/office/drawing/2014/main" id="{94E0F712-3A56-27FE-9FC5-C0750773F74D}"/>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9" name="Oval 15">
              <a:extLst>
                <a:ext uri="{FF2B5EF4-FFF2-40B4-BE49-F238E27FC236}">
                  <a16:creationId xmlns:a16="http://schemas.microsoft.com/office/drawing/2014/main" id="{C36CB2A0-9951-9DA0-9045-4E0D87E4C2F2}"/>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0" name="Straight Connector 619">
              <a:extLst>
                <a:ext uri="{FF2B5EF4-FFF2-40B4-BE49-F238E27FC236}">
                  <a16:creationId xmlns:a16="http://schemas.microsoft.com/office/drawing/2014/main" id="{111638A3-3B62-2B8A-49E4-6A99F633BE9B}"/>
                </a:ext>
              </a:extLst>
            </p:cNvPr>
            <p:cNvCxnSpPr>
              <a:cxnSpLocks/>
              <a:stCxn id="619"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1" name="Straight Connector 620">
              <a:extLst>
                <a:ext uri="{FF2B5EF4-FFF2-40B4-BE49-F238E27FC236}">
                  <a16:creationId xmlns:a16="http://schemas.microsoft.com/office/drawing/2014/main" id="{22DA9573-8A71-A31B-3A19-C4CDE4708C2C}"/>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2" name="Group 621">
            <a:extLst>
              <a:ext uri="{FF2B5EF4-FFF2-40B4-BE49-F238E27FC236}">
                <a16:creationId xmlns:a16="http://schemas.microsoft.com/office/drawing/2014/main" id="{9EF8E4C9-A127-979F-C7BE-9E21F97105CF}"/>
              </a:ext>
            </a:extLst>
          </p:cNvPr>
          <p:cNvGrpSpPr/>
          <p:nvPr/>
        </p:nvGrpSpPr>
        <p:grpSpPr>
          <a:xfrm>
            <a:off x="1267282" y="90836"/>
            <a:ext cx="721206" cy="609701"/>
            <a:chOff x="1267282" y="90836"/>
            <a:chExt cx="721206" cy="609701"/>
          </a:xfrm>
        </p:grpSpPr>
        <p:sp>
          <p:nvSpPr>
            <p:cNvPr id="623" name="Rectangle 622">
              <a:extLst>
                <a:ext uri="{FF2B5EF4-FFF2-40B4-BE49-F238E27FC236}">
                  <a16:creationId xmlns:a16="http://schemas.microsoft.com/office/drawing/2014/main" id="{50CF488B-4919-D820-B083-372328049BC5}"/>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24" name="Rectangle 623">
              <a:extLst>
                <a:ext uri="{FF2B5EF4-FFF2-40B4-BE49-F238E27FC236}">
                  <a16:creationId xmlns:a16="http://schemas.microsoft.com/office/drawing/2014/main" id="{B7AD0CD4-F4EC-8406-1C02-0D2C5ED2479A}"/>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5" name="Oval 15">
              <a:extLst>
                <a:ext uri="{FF2B5EF4-FFF2-40B4-BE49-F238E27FC236}">
                  <a16:creationId xmlns:a16="http://schemas.microsoft.com/office/drawing/2014/main" id="{84AC4E24-C995-BBDD-C6C2-7C52831A64F9}"/>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6" name="Straight Connector 625">
              <a:extLst>
                <a:ext uri="{FF2B5EF4-FFF2-40B4-BE49-F238E27FC236}">
                  <a16:creationId xmlns:a16="http://schemas.microsoft.com/office/drawing/2014/main" id="{3BC6FE29-0F3E-1E79-0C89-A38EC689BB0C}"/>
                </a:ext>
              </a:extLst>
            </p:cNvPr>
            <p:cNvCxnSpPr>
              <a:cxnSpLocks/>
              <a:stCxn id="625"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7" name="Straight Connector 626">
              <a:extLst>
                <a:ext uri="{FF2B5EF4-FFF2-40B4-BE49-F238E27FC236}">
                  <a16:creationId xmlns:a16="http://schemas.microsoft.com/office/drawing/2014/main" id="{43A39089-772C-041E-FC60-902607A40662}"/>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8" name="Group 627">
            <a:extLst>
              <a:ext uri="{FF2B5EF4-FFF2-40B4-BE49-F238E27FC236}">
                <a16:creationId xmlns:a16="http://schemas.microsoft.com/office/drawing/2014/main" id="{528A38E3-F851-89A9-E849-C05991B5553B}"/>
              </a:ext>
            </a:extLst>
          </p:cNvPr>
          <p:cNvGrpSpPr/>
          <p:nvPr/>
        </p:nvGrpSpPr>
        <p:grpSpPr>
          <a:xfrm>
            <a:off x="2102907" y="90836"/>
            <a:ext cx="721206" cy="609701"/>
            <a:chOff x="2102907" y="90836"/>
            <a:chExt cx="721206" cy="609701"/>
          </a:xfrm>
        </p:grpSpPr>
        <p:sp>
          <p:nvSpPr>
            <p:cNvPr id="629" name="Rectangle 628">
              <a:extLst>
                <a:ext uri="{FF2B5EF4-FFF2-40B4-BE49-F238E27FC236}">
                  <a16:creationId xmlns:a16="http://schemas.microsoft.com/office/drawing/2014/main" id="{3133EAAE-E0A1-4820-2874-8A45C7BC0286}"/>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30" name="Rectangle 629">
              <a:extLst>
                <a:ext uri="{FF2B5EF4-FFF2-40B4-BE49-F238E27FC236}">
                  <a16:creationId xmlns:a16="http://schemas.microsoft.com/office/drawing/2014/main" id="{7A46DE49-DE04-27B9-63B5-D976C5987B35}"/>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1" name="Oval 15">
              <a:extLst>
                <a:ext uri="{FF2B5EF4-FFF2-40B4-BE49-F238E27FC236}">
                  <a16:creationId xmlns:a16="http://schemas.microsoft.com/office/drawing/2014/main" id="{28C2C215-4476-C078-B88D-CA1C1D53A648}"/>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2" name="Straight Connector 631">
              <a:extLst>
                <a:ext uri="{FF2B5EF4-FFF2-40B4-BE49-F238E27FC236}">
                  <a16:creationId xmlns:a16="http://schemas.microsoft.com/office/drawing/2014/main" id="{507B747B-39DB-60F7-DACC-145303DAEA9A}"/>
                </a:ext>
              </a:extLst>
            </p:cNvPr>
            <p:cNvCxnSpPr>
              <a:cxnSpLocks/>
              <a:stCxn id="631"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33" name="Straight Connector 632">
              <a:extLst>
                <a:ext uri="{FF2B5EF4-FFF2-40B4-BE49-F238E27FC236}">
                  <a16:creationId xmlns:a16="http://schemas.microsoft.com/office/drawing/2014/main" id="{3E6143BE-6068-06EE-9661-2E3A41C87233}"/>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4" name="Group 633">
            <a:extLst>
              <a:ext uri="{FF2B5EF4-FFF2-40B4-BE49-F238E27FC236}">
                <a16:creationId xmlns:a16="http://schemas.microsoft.com/office/drawing/2014/main" id="{28BC2D70-4010-C6A8-2C17-A692B995EA0D}"/>
              </a:ext>
            </a:extLst>
          </p:cNvPr>
          <p:cNvGrpSpPr/>
          <p:nvPr/>
        </p:nvGrpSpPr>
        <p:grpSpPr>
          <a:xfrm>
            <a:off x="1269626" y="4419615"/>
            <a:ext cx="721206" cy="609701"/>
            <a:chOff x="1269626" y="4419615"/>
            <a:chExt cx="721206" cy="609701"/>
          </a:xfrm>
        </p:grpSpPr>
        <p:sp>
          <p:nvSpPr>
            <p:cNvPr id="635" name="Rectangle 634">
              <a:extLst>
                <a:ext uri="{FF2B5EF4-FFF2-40B4-BE49-F238E27FC236}">
                  <a16:creationId xmlns:a16="http://schemas.microsoft.com/office/drawing/2014/main" id="{F7AE08AA-17D1-1A38-730B-BDB2F18AD65E}"/>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36" name="Cylinder 635">
              <a:extLst>
                <a:ext uri="{FF2B5EF4-FFF2-40B4-BE49-F238E27FC236}">
                  <a16:creationId xmlns:a16="http://schemas.microsoft.com/office/drawing/2014/main" id="{8DF811C1-4615-797A-8CC5-E1E3E5912B39}"/>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7" name="Group 636">
            <a:extLst>
              <a:ext uri="{FF2B5EF4-FFF2-40B4-BE49-F238E27FC236}">
                <a16:creationId xmlns:a16="http://schemas.microsoft.com/office/drawing/2014/main" id="{953EA064-BEFA-978C-A8F4-555F309FA6B2}"/>
              </a:ext>
            </a:extLst>
          </p:cNvPr>
          <p:cNvGrpSpPr/>
          <p:nvPr/>
        </p:nvGrpSpPr>
        <p:grpSpPr>
          <a:xfrm>
            <a:off x="432841" y="4419615"/>
            <a:ext cx="721206" cy="609701"/>
            <a:chOff x="432841" y="4419615"/>
            <a:chExt cx="721206" cy="609701"/>
          </a:xfrm>
        </p:grpSpPr>
        <p:sp>
          <p:nvSpPr>
            <p:cNvPr id="638" name="Rectangle 637">
              <a:extLst>
                <a:ext uri="{FF2B5EF4-FFF2-40B4-BE49-F238E27FC236}">
                  <a16:creationId xmlns:a16="http://schemas.microsoft.com/office/drawing/2014/main" id="{32079CDD-640C-F6D2-CC54-CB45B5BB9294}"/>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39" name="Cylinder 638">
              <a:extLst>
                <a:ext uri="{FF2B5EF4-FFF2-40B4-BE49-F238E27FC236}">
                  <a16:creationId xmlns:a16="http://schemas.microsoft.com/office/drawing/2014/main" id="{5D980EB5-3180-E6FB-0A7B-B97D69FE4675}"/>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0" name="Group 639">
            <a:extLst>
              <a:ext uri="{FF2B5EF4-FFF2-40B4-BE49-F238E27FC236}">
                <a16:creationId xmlns:a16="http://schemas.microsoft.com/office/drawing/2014/main" id="{0DCCC727-8BA3-614A-7479-5E32CB1D5F13}"/>
              </a:ext>
            </a:extLst>
          </p:cNvPr>
          <p:cNvGrpSpPr/>
          <p:nvPr/>
        </p:nvGrpSpPr>
        <p:grpSpPr>
          <a:xfrm>
            <a:off x="1268467" y="5141008"/>
            <a:ext cx="721206" cy="609701"/>
            <a:chOff x="1268467" y="5141008"/>
            <a:chExt cx="721206" cy="609701"/>
          </a:xfrm>
        </p:grpSpPr>
        <p:sp>
          <p:nvSpPr>
            <p:cNvPr id="641" name="Rectangle 640">
              <a:extLst>
                <a:ext uri="{FF2B5EF4-FFF2-40B4-BE49-F238E27FC236}">
                  <a16:creationId xmlns:a16="http://schemas.microsoft.com/office/drawing/2014/main" id="{F494A4B4-3DE9-299F-53AD-21414C1E7E00}"/>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42" name="Cylinder 641">
              <a:extLst>
                <a:ext uri="{FF2B5EF4-FFF2-40B4-BE49-F238E27FC236}">
                  <a16:creationId xmlns:a16="http://schemas.microsoft.com/office/drawing/2014/main" id="{69C2ECCB-04B1-BF7F-464B-03A2A073C0FC}"/>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3" name="Group 642">
            <a:extLst>
              <a:ext uri="{FF2B5EF4-FFF2-40B4-BE49-F238E27FC236}">
                <a16:creationId xmlns:a16="http://schemas.microsoft.com/office/drawing/2014/main" id="{28F61D6B-6D1A-31E2-32DB-6A6E5F37D406}"/>
              </a:ext>
            </a:extLst>
          </p:cNvPr>
          <p:cNvGrpSpPr/>
          <p:nvPr/>
        </p:nvGrpSpPr>
        <p:grpSpPr>
          <a:xfrm>
            <a:off x="431297" y="5141008"/>
            <a:ext cx="721206" cy="609701"/>
            <a:chOff x="431297" y="5141008"/>
            <a:chExt cx="721206" cy="609701"/>
          </a:xfrm>
        </p:grpSpPr>
        <p:sp>
          <p:nvSpPr>
            <p:cNvPr id="644" name="Rectangle 643">
              <a:extLst>
                <a:ext uri="{FF2B5EF4-FFF2-40B4-BE49-F238E27FC236}">
                  <a16:creationId xmlns:a16="http://schemas.microsoft.com/office/drawing/2014/main" id="{AA06AD8B-C02D-9D8D-D7A0-931727EC90BB}"/>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45" name="Cylinder 644">
              <a:extLst>
                <a:ext uri="{FF2B5EF4-FFF2-40B4-BE49-F238E27FC236}">
                  <a16:creationId xmlns:a16="http://schemas.microsoft.com/office/drawing/2014/main" id="{A04F6386-561E-E052-B3A5-29F99436EFAE}"/>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6" name="Group 645">
            <a:extLst>
              <a:ext uri="{FF2B5EF4-FFF2-40B4-BE49-F238E27FC236}">
                <a16:creationId xmlns:a16="http://schemas.microsoft.com/office/drawing/2014/main" id="{551FB957-DA43-EFE4-8A38-F864BD4E92A8}"/>
              </a:ext>
            </a:extLst>
          </p:cNvPr>
          <p:cNvGrpSpPr/>
          <p:nvPr/>
        </p:nvGrpSpPr>
        <p:grpSpPr>
          <a:xfrm>
            <a:off x="431660" y="3698226"/>
            <a:ext cx="721206" cy="609701"/>
            <a:chOff x="431660" y="3698226"/>
            <a:chExt cx="721206" cy="609701"/>
          </a:xfrm>
        </p:grpSpPr>
        <p:sp>
          <p:nvSpPr>
            <p:cNvPr id="647" name="Rectangle 646">
              <a:extLst>
                <a:ext uri="{FF2B5EF4-FFF2-40B4-BE49-F238E27FC236}">
                  <a16:creationId xmlns:a16="http://schemas.microsoft.com/office/drawing/2014/main" id="{9A1B9AC1-51B8-63C8-11CA-34F4095FA4D5}"/>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48" name="Right Triangle 647">
              <a:extLst>
                <a:ext uri="{FF2B5EF4-FFF2-40B4-BE49-F238E27FC236}">
                  <a16:creationId xmlns:a16="http://schemas.microsoft.com/office/drawing/2014/main" id="{035AD502-15C1-3D2C-790B-A747498F1F12}"/>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49" name="Group 648">
              <a:extLst>
                <a:ext uri="{FF2B5EF4-FFF2-40B4-BE49-F238E27FC236}">
                  <a16:creationId xmlns:a16="http://schemas.microsoft.com/office/drawing/2014/main" id="{889021C9-1A63-7C7F-E3C2-372F0F03A4CB}"/>
                </a:ext>
              </a:extLst>
            </p:cNvPr>
            <p:cNvGrpSpPr/>
            <p:nvPr/>
          </p:nvGrpSpPr>
          <p:grpSpPr>
            <a:xfrm>
              <a:off x="1102253" y="3706270"/>
              <a:ext cx="37817" cy="61390"/>
              <a:chOff x="3883481" y="2057400"/>
              <a:chExt cx="1608363" cy="2652031"/>
            </a:xfrm>
            <a:solidFill>
              <a:srgbClr val="A6A6A6">
                <a:alpha val="20000"/>
              </a:srgbClr>
            </a:solidFill>
          </p:grpSpPr>
          <p:sp>
            <p:nvSpPr>
              <p:cNvPr id="650" name="Oval 27">
                <a:extLst>
                  <a:ext uri="{FF2B5EF4-FFF2-40B4-BE49-F238E27FC236}">
                    <a16:creationId xmlns:a16="http://schemas.microsoft.com/office/drawing/2014/main" id="{C2D23767-1B8A-6CFF-34BC-ECA02109D6D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1" name="Oval 28">
                <a:extLst>
                  <a:ext uri="{FF2B5EF4-FFF2-40B4-BE49-F238E27FC236}">
                    <a16:creationId xmlns:a16="http://schemas.microsoft.com/office/drawing/2014/main" id="{B7C8DAB6-753A-AFCB-CC54-6F21B69CBAE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2" name="Group 651">
            <a:extLst>
              <a:ext uri="{FF2B5EF4-FFF2-40B4-BE49-F238E27FC236}">
                <a16:creationId xmlns:a16="http://schemas.microsoft.com/office/drawing/2014/main" id="{5195D036-1821-4061-9D58-6A3E8F4043B6}"/>
              </a:ext>
            </a:extLst>
          </p:cNvPr>
          <p:cNvGrpSpPr/>
          <p:nvPr/>
        </p:nvGrpSpPr>
        <p:grpSpPr>
          <a:xfrm>
            <a:off x="2942399" y="3698227"/>
            <a:ext cx="721206" cy="609701"/>
            <a:chOff x="2942399" y="3698227"/>
            <a:chExt cx="721206" cy="609701"/>
          </a:xfrm>
        </p:grpSpPr>
        <p:sp>
          <p:nvSpPr>
            <p:cNvPr id="653" name="Rectangle 652">
              <a:extLst>
                <a:ext uri="{FF2B5EF4-FFF2-40B4-BE49-F238E27FC236}">
                  <a16:creationId xmlns:a16="http://schemas.microsoft.com/office/drawing/2014/main" id="{360DB128-5A5B-89A6-DD58-4A0403A27E0E}"/>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54" name="Right Triangle 653">
              <a:extLst>
                <a:ext uri="{FF2B5EF4-FFF2-40B4-BE49-F238E27FC236}">
                  <a16:creationId xmlns:a16="http://schemas.microsoft.com/office/drawing/2014/main" id="{F80FA80C-3F2A-B98A-C97E-13FEA434068C}"/>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5" name="Group 654">
              <a:extLst>
                <a:ext uri="{FF2B5EF4-FFF2-40B4-BE49-F238E27FC236}">
                  <a16:creationId xmlns:a16="http://schemas.microsoft.com/office/drawing/2014/main" id="{95620C74-B053-A6CE-AB52-A80FB6C2F2B2}"/>
                </a:ext>
              </a:extLst>
            </p:cNvPr>
            <p:cNvGrpSpPr/>
            <p:nvPr/>
          </p:nvGrpSpPr>
          <p:grpSpPr>
            <a:xfrm>
              <a:off x="3607767" y="3713057"/>
              <a:ext cx="37817" cy="61390"/>
              <a:chOff x="3883481" y="2057400"/>
              <a:chExt cx="1608363" cy="2652031"/>
            </a:xfrm>
            <a:solidFill>
              <a:srgbClr val="A6A6A6">
                <a:alpha val="20000"/>
              </a:srgbClr>
            </a:solidFill>
          </p:grpSpPr>
          <p:sp>
            <p:nvSpPr>
              <p:cNvPr id="656" name="Oval 27">
                <a:extLst>
                  <a:ext uri="{FF2B5EF4-FFF2-40B4-BE49-F238E27FC236}">
                    <a16:creationId xmlns:a16="http://schemas.microsoft.com/office/drawing/2014/main" id="{AF2E54BE-35ED-39A2-69F2-E8BCB6349EE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7" name="Oval 28">
                <a:extLst>
                  <a:ext uri="{FF2B5EF4-FFF2-40B4-BE49-F238E27FC236}">
                    <a16:creationId xmlns:a16="http://schemas.microsoft.com/office/drawing/2014/main" id="{93470889-CB1C-567B-5AB6-15732C70DBA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4" name="Group 663">
            <a:extLst>
              <a:ext uri="{FF2B5EF4-FFF2-40B4-BE49-F238E27FC236}">
                <a16:creationId xmlns:a16="http://schemas.microsoft.com/office/drawing/2014/main" id="{7F2F652E-B1E6-347A-9B01-EFA63DBF2042}"/>
              </a:ext>
            </a:extLst>
          </p:cNvPr>
          <p:cNvGrpSpPr/>
          <p:nvPr/>
        </p:nvGrpSpPr>
        <p:grpSpPr>
          <a:xfrm>
            <a:off x="1268346" y="3698208"/>
            <a:ext cx="721891" cy="610396"/>
            <a:chOff x="1268346" y="3698208"/>
            <a:chExt cx="721891" cy="610396"/>
          </a:xfrm>
        </p:grpSpPr>
        <p:sp>
          <p:nvSpPr>
            <p:cNvPr id="665" name="Rectangle 664">
              <a:extLst>
                <a:ext uri="{FF2B5EF4-FFF2-40B4-BE49-F238E27FC236}">
                  <a16:creationId xmlns:a16="http://schemas.microsoft.com/office/drawing/2014/main" id="{71E7EC18-FD82-7CE3-BC77-EAB63A0E889C}"/>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Passwordless Auth. (inc. FIDO 2.0)</a:t>
              </a:r>
            </a:p>
          </p:txBody>
        </p:sp>
        <p:sp>
          <p:nvSpPr>
            <p:cNvPr id="666" name="Right Triangle 665">
              <a:extLst>
                <a:ext uri="{FF2B5EF4-FFF2-40B4-BE49-F238E27FC236}">
                  <a16:creationId xmlns:a16="http://schemas.microsoft.com/office/drawing/2014/main" id="{D4D3B4CF-8985-2626-0328-747B0E8EC6DD}"/>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7" name="Group 666">
              <a:extLst>
                <a:ext uri="{FF2B5EF4-FFF2-40B4-BE49-F238E27FC236}">
                  <a16:creationId xmlns:a16="http://schemas.microsoft.com/office/drawing/2014/main" id="{6E322C0B-AFF5-BCC9-9515-5564398E67C8}"/>
                </a:ext>
              </a:extLst>
            </p:cNvPr>
            <p:cNvGrpSpPr/>
            <p:nvPr/>
          </p:nvGrpSpPr>
          <p:grpSpPr>
            <a:xfrm>
              <a:off x="1939627" y="3704306"/>
              <a:ext cx="37817" cy="61390"/>
              <a:chOff x="3883481" y="2057400"/>
              <a:chExt cx="1608363" cy="2652031"/>
            </a:xfrm>
            <a:solidFill>
              <a:srgbClr val="A6A6A6">
                <a:alpha val="20000"/>
              </a:srgbClr>
            </a:solidFill>
          </p:grpSpPr>
          <p:sp>
            <p:nvSpPr>
              <p:cNvPr id="668" name="Oval 27">
                <a:extLst>
                  <a:ext uri="{FF2B5EF4-FFF2-40B4-BE49-F238E27FC236}">
                    <a16:creationId xmlns:a16="http://schemas.microsoft.com/office/drawing/2014/main" id="{99732511-6E4C-3200-771C-69F6C47DE50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9" name="Oval 28">
                <a:extLst>
                  <a:ext uri="{FF2B5EF4-FFF2-40B4-BE49-F238E27FC236}">
                    <a16:creationId xmlns:a16="http://schemas.microsoft.com/office/drawing/2014/main" id="{EBEF48EF-A2E8-9DAA-E60D-2EAD227C581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4" name="Group 673">
            <a:extLst>
              <a:ext uri="{FF2B5EF4-FFF2-40B4-BE49-F238E27FC236}">
                <a16:creationId xmlns:a16="http://schemas.microsoft.com/office/drawing/2014/main" id="{9E87718D-A45F-5EC5-CC89-C948515A758C}"/>
              </a:ext>
            </a:extLst>
          </p:cNvPr>
          <p:cNvGrpSpPr/>
          <p:nvPr/>
        </p:nvGrpSpPr>
        <p:grpSpPr>
          <a:xfrm>
            <a:off x="2105710" y="3698208"/>
            <a:ext cx="721206" cy="610396"/>
            <a:chOff x="2105710" y="3698208"/>
            <a:chExt cx="721206" cy="610396"/>
          </a:xfrm>
        </p:grpSpPr>
        <p:sp>
          <p:nvSpPr>
            <p:cNvPr id="675" name="Rectangle 674">
              <a:extLst>
                <a:ext uri="{FF2B5EF4-FFF2-40B4-BE49-F238E27FC236}">
                  <a16:creationId xmlns:a16="http://schemas.microsoft.com/office/drawing/2014/main" id="{306F3C41-B8FF-28A3-15DF-5CFD5F0CC5C4}"/>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76" name="Right Triangle 675">
              <a:extLst>
                <a:ext uri="{FF2B5EF4-FFF2-40B4-BE49-F238E27FC236}">
                  <a16:creationId xmlns:a16="http://schemas.microsoft.com/office/drawing/2014/main" id="{5A5A8609-8803-26BE-EE39-2714A68D91A9}"/>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7" name="Group 676">
              <a:extLst>
                <a:ext uri="{FF2B5EF4-FFF2-40B4-BE49-F238E27FC236}">
                  <a16:creationId xmlns:a16="http://schemas.microsoft.com/office/drawing/2014/main" id="{2ADC9607-0A41-82E2-0CA1-08AFD190EBCD}"/>
                </a:ext>
              </a:extLst>
            </p:cNvPr>
            <p:cNvGrpSpPr/>
            <p:nvPr/>
          </p:nvGrpSpPr>
          <p:grpSpPr>
            <a:xfrm>
              <a:off x="2776303" y="3704306"/>
              <a:ext cx="37817" cy="61390"/>
              <a:chOff x="3883481" y="2057400"/>
              <a:chExt cx="1608363" cy="2652031"/>
            </a:xfrm>
            <a:solidFill>
              <a:srgbClr val="A6A6A6">
                <a:alpha val="20000"/>
              </a:srgbClr>
            </a:solidFill>
          </p:grpSpPr>
          <p:sp>
            <p:nvSpPr>
              <p:cNvPr id="678" name="Oval 27">
                <a:extLst>
                  <a:ext uri="{FF2B5EF4-FFF2-40B4-BE49-F238E27FC236}">
                    <a16:creationId xmlns:a16="http://schemas.microsoft.com/office/drawing/2014/main" id="{D23C48DB-6326-5F72-80FE-469880E7F82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9" name="Oval 28">
                <a:extLst>
                  <a:ext uri="{FF2B5EF4-FFF2-40B4-BE49-F238E27FC236}">
                    <a16:creationId xmlns:a16="http://schemas.microsoft.com/office/drawing/2014/main" id="{F3AC56FF-3ECA-3DD4-5EB9-BE613A97D2B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0" name="Group 679">
            <a:extLst>
              <a:ext uri="{FF2B5EF4-FFF2-40B4-BE49-F238E27FC236}">
                <a16:creationId xmlns:a16="http://schemas.microsoft.com/office/drawing/2014/main" id="{0130413B-285F-C656-9B72-678CDDDD1C6C}"/>
              </a:ext>
            </a:extLst>
          </p:cNvPr>
          <p:cNvGrpSpPr/>
          <p:nvPr/>
        </p:nvGrpSpPr>
        <p:grpSpPr>
          <a:xfrm>
            <a:off x="3778361" y="2253333"/>
            <a:ext cx="721206" cy="609701"/>
            <a:chOff x="3778361" y="2253333"/>
            <a:chExt cx="721206" cy="609701"/>
          </a:xfrm>
        </p:grpSpPr>
        <p:sp>
          <p:nvSpPr>
            <p:cNvPr id="681" name="Rectangle 680">
              <a:extLst>
                <a:ext uri="{FF2B5EF4-FFF2-40B4-BE49-F238E27FC236}">
                  <a16:creationId xmlns:a16="http://schemas.microsoft.com/office/drawing/2014/main" id="{2AB257AA-B75E-32C3-B27E-1EA5B3B39CE3}"/>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82" name="Rectangle 681">
              <a:extLst>
                <a:ext uri="{FF2B5EF4-FFF2-40B4-BE49-F238E27FC236}">
                  <a16:creationId xmlns:a16="http://schemas.microsoft.com/office/drawing/2014/main" id="{3F200CC0-0611-ABE7-F6A2-6F81C4BB1A3A}"/>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3" name="Oval 15">
              <a:extLst>
                <a:ext uri="{FF2B5EF4-FFF2-40B4-BE49-F238E27FC236}">
                  <a16:creationId xmlns:a16="http://schemas.microsoft.com/office/drawing/2014/main" id="{2385BA3B-AFE3-322F-EA48-5A167DDED354}"/>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4" name="Straight Connector 683">
              <a:extLst>
                <a:ext uri="{FF2B5EF4-FFF2-40B4-BE49-F238E27FC236}">
                  <a16:creationId xmlns:a16="http://schemas.microsoft.com/office/drawing/2014/main" id="{9856AA1B-C607-32DA-8E82-A27FD0C56392}"/>
                </a:ext>
              </a:extLst>
            </p:cNvPr>
            <p:cNvCxnSpPr>
              <a:cxnSpLocks/>
              <a:stCxn id="683"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5" name="Straight Connector 684">
              <a:extLst>
                <a:ext uri="{FF2B5EF4-FFF2-40B4-BE49-F238E27FC236}">
                  <a16:creationId xmlns:a16="http://schemas.microsoft.com/office/drawing/2014/main" id="{B962896E-ACF6-D0CA-B104-0D08DBE7F3C4}"/>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86" name="Group 685">
            <a:extLst>
              <a:ext uri="{FF2B5EF4-FFF2-40B4-BE49-F238E27FC236}">
                <a16:creationId xmlns:a16="http://schemas.microsoft.com/office/drawing/2014/main" id="{A1DEA704-BCC4-391C-BF9F-82F8CBAAFC2A}"/>
              </a:ext>
            </a:extLst>
          </p:cNvPr>
          <p:cNvGrpSpPr/>
          <p:nvPr/>
        </p:nvGrpSpPr>
        <p:grpSpPr>
          <a:xfrm>
            <a:off x="1268843" y="2253332"/>
            <a:ext cx="721206" cy="609701"/>
            <a:chOff x="1268843" y="2253332"/>
            <a:chExt cx="721206" cy="609701"/>
          </a:xfrm>
        </p:grpSpPr>
        <p:sp>
          <p:nvSpPr>
            <p:cNvPr id="687" name="Rectangle 686">
              <a:extLst>
                <a:ext uri="{FF2B5EF4-FFF2-40B4-BE49-F238E27FC236}">
                  <a16:creationId xmlns:a16="http://schemas.microsoft.com/office/drawing/2014/main" id="{74ADB8B7-961E-9BD2-4452-56E18BCA9154}"/>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88" name="Right Triangle 687">
              <a:extLst>
                <a:ext uri="{FF2B5EF4-FFF2-40B4-BE49-F238E27FC236}">
                  <a16:creationId xmlns:a16="http://schemas.microsoft.com/office/drawing/2014/main" id="{720D930D-112C-FF9A-F6E1-062934D444F8}"/>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9" name="Group 688">
              <a:extLst>
                <a:ext uri="{FF2B5EF4-FFF2-40B4-BE49-F238E27FC236}">
                  <a16:creationId xmlns:a16="http://schemas.microsoft.com/office/drawing/2014/main" id="{686D2C6C-A515-5B16-96AB-B26B58F24BC4}"/>
                </a:ext>
              </a:extLst>
            </p:cNvPr>
            <p:cNvGrpSpPr/>
            <p:nvPr/>
          </p:nvGrpSpPr>
          <p:grpSpPr>
            <a:xfrm>
              <a:off x="1939436" y="2265731"/>
              <a:ext cx="37817" cy="61390"/>
              <a:chOff x="3883481" y="2057400"/>
              <a:chExt cx="1608363" cy="2652031"/>
            </a:xfrm>
            <a:solidFill>
              <a:srgbClr val="A6A6A6">
                <a:alpha val="20000"/>
              </a:srgbClr>
            </a:solidFill>
          </p:grpSpPr>
          <p:sp>
            <p:nvSpPr>
              <p:cNvPr id="690" name="Oval 27">
                <a:extLst>
                  <a:ext uri="{FF2B5EF4-FFF2-40B4-BE49-F238E27FC236}">
                    <a16:creationId xmlns:a16="http://schemas.microsoft.com/office/drawing/2014/main" id="{7F33AEEB-029F-4FB9-9279-3AB0DEFE25F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1" name="Oval 28">
                <a:extLst>
                  <a:ext uri="{FF2B5EF4-FFF2-40B4-BE49-F238E27FC236}">
                    <a16:creationId xmlns:a16="http://schemas.microsoft.com/office/drawing/2014/main" id="{5CF134FB-0C17-112D-E65C-595575D6F4C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2" name="Group 691">
            <a:extLst>
              <a:ext uri="{FF2B5EF4-FFF2-40B4-BE49-F238E27FC236}">
                <a16:creationId xmlns:a16="http://schemas.microsoft.com/office/drawing/2014/main" id="{DD081CD5-AD87-66D3-1EEB-96A38A425292}"/>
              </a:ext>
            </a:extLst>
          </p:cNvPr>
          <p:cNvGrpSpPr/>
          <p:nvPr/>
        </p:nvGrpSpPr>
        <p:grpSpPr>
          <a:xfrm>
            <a:off x="2105351" y="2253333"/>
            <a:ext cx="721206" cy="609701"/>
            <a:chOff x="2105351" y="2253333"/>
            <a:chExt cx="721206" cy="609701"/>
          </a:xfrm>
        </p:grpSpPr>
        <p:sp>
          <p:nvSpPr>
            <p:cNvPr id="693" name="Rectangle 692">
              <a:extLst>
                <a:ext uri="{FF2B5EF4-FFF2-40B4-BE49-F238E27FC236}">
                  <a16:creationId xmlns:a16="http://schemas.microsoft.com/office/drawing/2014/main" id="{D6FDF616-CB46-6964-C61C-D0BD2E4D97D7}"/>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94" name="Right Triangle 693">
              <a:extLst>
                <a:ext uri="{FF2B5EF4-FFF2-40B4-BE49-F238E27FC236}">
                  <a16:creationId xmlns:a16="http://schemas.microsoft.com/office/drawing/2014/main" id="{20414769-6B05-6E98-2963-047D138D52F5}"/>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5" name="Group 694">
              <a:extLst>
                <a:ext uri="{FF2B5EF4-FFF2-40B4-BE49-F238E27FC236}">
                  <a16:creationId xmlns:a16="http://schemas.microsoft.com/office/drawing/2014/main" id="{EA1CDDE6-ADC3-28ED-FDA7-E8EF4A4366AA}"/>
                </a:ext>
              </a:extLst>
            </p:cNvPr>
            <p:cNvGrpSpPr/>
            <p:nvPr/>
          </p:nvGrpSpPr>
          <p:grpSpPr>
            <a:xfrm>
              <a:off x="2771408" y="2265591"/>
              <a:ext cx="37817" cy="61390"/>
              <a:chOff x="3883481" y="2057400"/>
              <a:chExt cx="1608363" cy="2652031"/>
            </a:xfrm>
            <a:solidFill>
              <a:srgbClr val="A6A6A6">
                <a:alpha val="20000"/>
              </a:srgbClr>
            </a:solidFill>
          </p:grpSpPr>
          <p:sp>
            <p:nvSpPr>
              <p:cNvPr id="696" name="Oval 27">
                <a:extLst>
                  <a:ext uri="{FF2B5EF4-FFF2-40B4-BE49-F238E27FC236}">
                    <a16:creationId xmlns:a16="http://schemas.microsoft.com/office/drawing/2014/main" id="{AD170D27-0F7A-6360-F5CE-CEF6724112B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7" name="Oval 28">
                <a:extLst>
                  <a:ext uri="{FF2B5EF4-FFF2-40B4-BE49-F238E27FC236}">
                    <a16:creationId xmlns:a16="http://schemas.microsoft.com/office/drawing/2014/main" id="{EA322B11-FA84-009E-6CEC-2E3C461E082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8" name="Group 697">
            <a:extLst>
              <a:ext uri="{FF2B5EF4-FFF2-40B4-BE49-F238E27FC236}">
                <a16:creationId xmlns:a16="http://schemas.microsoft.com/office/drawing/2014/main" id="{71864483-5BDB-E9D3-FBB8-116425F77136}"/>
              </a:ext>
            </a:extLst>
          </p:cNvPr>
          <p:cNvGrpSpPr/>
          <p:nvPr/>
        </p:nvGrpSpPr>
        <p:grpSpPr>
          <a:xfrm>
            <a:off x="2941860" y="2253333"/>
            <a:ext cx="721206" cy="609701"/>
            <a:chOff x="2941860" y="2253333"/>
            <a:chExt cx="721206" cy="609701"/>
          </a:xfrm>
        </p:grpSpPr>
        <p:sp>
          <p:nvSpPr>
            <p:cNvPr id="699" name="Rectangle 698">
              <a:extLst>
                <a:ext uri="{FF2B5EF4-FFF2-40B4-BE49-F238E27FC236}">
                  <a16:creationId xmlns:a16="http://schemas.microsoft.com/office/drawing/2014/main" id="{AB4D82AC-FC8F-1620-5642-3F27468539F6}"/>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700" name="Right Triangle 699">
              <a:extLst>
                <a:ext uri="{FF2B5EF4-FFF2-40B4-BE49-F238E27FC236}">
                  <a16:creationId xmlns:a16="http://schemas.microsoft.com/office/drawing/2014/main" id="{A799C56A-9164-08E7-025A-E01589E13BEC}"/>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1" name="Group 700">
              <a:extLst>
                <a:ext uri="{FF2B5EF4-FFF2-40B4-BE49-F238E27FC236}">
                  <a16:creationId xmlns:a16="http://schemas.microsoft.com/office/drawing/2014/main" id="{B61A174C-3B19-2E97-C96F-B3418F662A2E}"/>
                </a:ext>
              </a:extLst>
            </p:cNvPr>
            <p:cNvGrpSpPr/>
            <p:nvPr/>
          </p:nvGrpSpPr>
          <p:grpSpPr>
            <a:xfrm>
              <a:off x="3611250" y="2264969"/>
              <a:ext cx="37817" cy="61390"/>
              <a:chOff x="3883481" y="2057400"/>
              <a:chExt cx="1608363" cy="2652031"/>
            </a:xfrm>
            <a:solidFill>
              <a:srgbClr val="A6A6A6">
                <a:alpha val="20000"/>
              </a:srgbClr>
            </a:solidFill>
          </p:grpSpPr>
          <p:sp>
            <p:nvSpPr>
              <p:cNvPr id="702" name="Oval 27">
                <a:extLst>
                  <a:ext uri="{FF2B5EF4-FFF2-40B4-BE49-F238E27FC236}">
                    <a16:creationId xmlns:a16="http://schemas.microsoft.com/office/drawing/2014/main" id="{96BF4D9C-F07A-9399-8700-1CF5A31686F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3" name="Oval 28">
                <a:extLst>
                  <a:ext uri="{FF2B5EF4-FFF2-40B4-BE49-F238E27FC236}">
                    <a16:creationId xmlns:a16="http://schemas.microsoft.com/office/drawing/2014/main" id="{AA3821D0-8352-7459-51C1-9DCC79F24C7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4" name="Group 703">
            <a:extLst>
              <a:ext uri="{FF2B5EF4-FFF2-40B4-BE49-F238E27FC236}">
                <a16:creationId xmlns:a16="http://schemas.microsoft.com/office/drawing/2014/main" id="{EE8EC971-BF67-13D6-0704-5832BE029BD5}"/>
              </a:ext>
            </a:extLst>
          </p:cNvPr>
          <p:cNvGrpSpPr/>
          <p:nvPr/>
        </p:nvGrpSpPr>
        <p:grpSpPr>
          <a:xfrm>
            <a:off x="4614876" y="2253332"/>
            <a:ext cx="721206" cy="609701"/>
            <a:chOff x="4614876" y="2253332"/>
            <a:chExt cx="721206" cy="609701"/>
          </a:xfrm>
        </p:grpSpPr>
        <p:sp>
          <p:nvSpPr>
            <p:cNvPr id="705" name="Rectangle 704">
              <a:extLst>
                <a:ext uri="{FF2B5EF4-FFF2-40B4-BE49-F238E27FC236}">
                  <a16:creationId xmlns:a16="http://schemas.microsoft.com/office/drawing/2014/main" id="{6B4805DE-0D01-72C6-D31F-6AF5E6208700}"/>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06" name="Right Triangle 705">
              <a:extLst>
                <a:ext uri="{FF2B5EF4-FFF2-40B4-BE49-F238E27FC236}">
                  <a16:creationId xmlns:a16="http://schemas.microsoft.com/office/drawing/2014/main" id="{4DAA8C29-CB32-E128-FA64-1B494A897D2E}"/>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7" name="Group 706">
              <a:extLst>
                <a:ext uri="{FF2B5EF4-FFF2-40B4-BE49-F238E27FC236}">
                  <a16:creationId xmlns:a16="http://schemas.microsoft.com/office/drawing/2014/main" id="{66ACBCF9-2F84-B4A5-FA59-5277D5F26C12}"/>
                </a:ext>
              </a:extLst>
            </p:cNvPr>
            <p:cNvGrpSpPr/>
            <p:nvPr/>
          </p:nvGrpSpPr>
          <p:grpSpPr>
            <a:xfrm>
              <a:off x="5280738" y="2264779"/>
              <a:ext cx="37817" cy="61390"/>
              <a:chOff x="3883481" y="2057400"/>
              <a:chExt cx="1608363" cy="2652031"/>
            </a:xfrm>
            <a:solidFill>
              <a:srgbClr val="A6A6A6">
                <a:alpha val="20000"/>
              </a:srgbClr>
            </a:solidFill>
          </p:grpSpPr>
          <p:sp>
            <p:nvSpPr>
              <p:cNvPr id="708" name="Oval 27">
                <a:extLst>
                  <a:ext uri="{FF2B5EF4-FFF2-40B4-BE49-F238E27FC236}">
                    <a16:creationId xmlns:a16="http://schemas.microsoft.com/office/drawing/2014/main" id="{F695927E-E582-804B-8E93-2D762385F8F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9" name="Oval 28">
                <a:extLst>
                  <a:ext uri="{FF2B5EF4-FFF2-40B4-BE49-F238E27FC236}">
                    <a16:creationId xmlns:a16="http://schemas.microsoft.com/office/drawing/2014/main" id="{FA549C64-7917-CEBB-411F-09257CE7080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2" name="Group 721">
            <a:extLst>
              <a:ext uri="{FF2B5EF4-FFF2-40B4-BE49-F238E27FC236}">
                <a16:creationId xmlns:a16="http://schemas.microsoft.com/office/drawing/2014/main" id="{11D14FF4-B954-57D4-EDEE-ADB3DCC9820D}"/>
              </a:ext>
            </a:extLst>
          </p:cNvPr>
          <p:cNvGrpSpPr/>
          <p:nvPr/>
        </p:nvGrpSpPr>
        <p:grpSpPr>
          <a:xfrm>
            <a:off x="431659" y="2253337"/>
            <a:ext cx="721895" cy="609700"/>
            <a:chOff x="431659" y="2253337"/>
            <a:chExt cx="721895" cy="609700"/>
          </a:xfrm>
        </p:grpSpPr>
        <p:sp>
          <p:nvSpPr>
            <p:cNvPr id="723" name="Rectangle 722">
              <a:hlinkHover r:id="" action="ppaction://noaction" highlightClick="1"/>
              <a:extLst>
                <a:ext uri="{FF2B5EF4-FFF2-40B4-BE49-F238E27FC236}">
                  <a16:creationId xmlns:a16="http://schemas.microsoft.com/office/drawing/2014/main" id="{FA5730B6-5857-41ED-D60A-83F992BD16F0}"/>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24" name="Diamond 723">
              <a:extLst>
                <a:ext uri="{FF2B5EF4-FFF2-40B4-BE49-F238E27FC236}">
                  <a16:creationId xmlns:a16="http://schemas.microsoft.com/office/drawing/2014/main" id="{7B79E96A-820D-979B-7317-4D6DB6583DB8}"/>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5" name="Oval 724">
              <a:extLst>
                <a:ext uri="{FF2B5EF4-FFF2-40B4-BE49-F238E27FC236}">
                  <a16:creationId xmlns:a16="http://schemas.microsoft.com/office/drawing/2014/main" id="{5D1B009A-154F-4B07-576B-05CC3DA536D4}"/>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30" name="Group 729">
            <a:extLst>
              <a:ext uri="{FF2B5EF4-FFF2-40B4-BE49-F238E27FC236}">
                <a16:creationId xmlns:a16="http://schemas.microsoft.com/office/drawing/2014/main" id="{92379B4A-8341-7F44-1927-E04DB4216B54}"/>
              </a:ext>
            </a:extLst>
          </p:cNvPr>
          <p:cNvGrpSpPr/>
          <p:nvPr/>
        </p:nvGrpSpPr>
        <p:grpSpPr>
          <a:xfrm>
            <a:off x="2105348" y="1532276"/>
            <a:ext cx="721206" cy="609701"/>
            <a:chOff x="2105348" y="1532276"/>
            <a:chExt cx="721206" cy="609701"/>
          </a:xfrm>
        </p:grpSpPr>
        <p:sp>
          <p:nvSpPr>
            <p:cNvPr id="731" name="Rectangle 730">
              <a:extLst>
                <a:ext uri="{FF2B5EF4-FFF2-40B4-BE49-F238E27FC236}">
                  <a16:creationId xmlns:a16="http://schemas.microsoft.com/office/drawing/2014/main" id="{8ECD56E9-1EFF-15D0-5E25-9D0676919730}"/>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32" name="Rectangle 731">
              <a:extLst>
                <a:ext uri="{FF2B5EF4-FFF2-40B4-BE49-F238E27FC236}">
                  <a16:creationId xmlns:a16="http://schemas.microsoft.com/office/drawing/2014/main" id="{0EB4E6D5-22B6-C3F8-B597-251EF929A0FB}"/>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3" name="Oval 15">
              <a:extLst>
                <a:ext uri="{FF2B5EF4-FFF2-40B4-BE49-F238E27FC236}">
                  <a16:creationId xmlns:a16="http://schemas.microsoft.com/office/drawing/2014/main" id="{B3681029-3FB8-BDEA-EE63-3C48B1D7DAE7}"/>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4" name="Straight Connector 733">
              <a:extLst>
                <a:ext uri="{FF2B5EF4-FFF2-40B4-BE49-F238E27FC236}">
                  <a16:creationId xmlns:a16="http://schemas.microsoft.com/office/drawing/2014/main" id="{7BFA0910-D8F1-7FFA-1D8C-6C04E30FDA78}"/>
                </a:ext>
              </a:extLst>
            </p:cNvPr>
            <p:cNvCxnSpPr>
              <a:cxnSpLocks/>
              <a:stCxn id="733"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35" name="Straight Connector 734">
              <a:extLst>
                <a:ext uri="{FF2B5EF4-FFF2-40B4-BE49-F238E27FC236}">
                  <a16:creationId xmlns:a16="http://schemas.microsoft.com/office/drawing/2014/main" id="{7CE5FF4A-E132-BEA3-F4D5-CB46E266F5AF}"/>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36" name="Group 735">
            <a:extLst>
              <a:ext uri="{FF2B5EF4-FFF2-40B4-BE49-F238E27FC236}">
                <a16:creationId xmlns:a16="http://schemas.microsoft.com/office/drawing/2014/main" id="{344E2E02-07CA-1547-AB02-4701674FF34A}"/>
              </a:ext>
            </a:extLst>
          </p:cNvPr>
          <p:cNvGrpSpPr/>
          <p:nvPr/>
        </p:nvGrpSpPr>
        <p:grpSpPr>
          <a:xfrm>
            <a:off x="431659" y="1532283"/>
            <a:ext cx="721891" cy="610032"/>
            <a:chOff x="431659" y="1532283"/>
            <a:chExt cx="721891" cy="610032"/>
          </a:xfrm>
        </p:grpSpPr>
        <p:sp>
          <p:nvSpPr>
            <p:cNvPr id="737" name="Rectangle 736">
              <a:extLst>
                <a:ext uri="{FF2B5EF4-FFF2-40B4-BE49-F238E27FC236}">
                  <a16:creationId xmlns:a16="http://schemas.microsoft.com/office/drawing/2014/main" id="{8EAEF2A4-1AAA-456E-4323-4F9DC06F548E}"/>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38" name="Right Triangle 737">
              <a:extLst>
                <a:ext uri="{FF2B5EF4-FFF2-40B4-BE49-F238E27FC236}">
                  <a16:creationId xmlns:a16="http://schemas.microsoft.com/office/drawing/2014/main" id="{C8AB8461-4FD5-463A-ED08-BF04C8752666}"/>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39" name="Group 738">
              <a:extLst>
                <a:ext uri="{FF2B5EF4-FFF2-40B4-BE49-F238E27FC236}">
                  <a16:creationId xmlns:a16="http://schemas.microsoft.com/office/drawing/2014/main" id="{35D64BB8-A3C4-638F-83EA-9965BE23E33F}"/>
                </a:ext>
              </a:extLst>
            </p:cNvPr>
            <p:cNvGrpSpPr/>
            <p:nvPr/>
          </p:nvGrpSpPr>
          <p:grpSpPr>
            <a:xfrm>
              <a:off x="1102940" y="1538374"/>
              <a:ext cx="37817" cy="61390"/>
              <a:chOff x="3883481" y="2057400"/>
              <a:chExt cx="1608363" cy="2652031"/>
            </a:xfrm>
            <a:solidFill>
              <a:srgbClr val="A6A6A6">
                <a:alpha val="20000"/>
              </a:srgbClr>
            </a:solidFill>
          </p:grpSpPr>
          <p:sp>
            <p:nvSpPr>
              <p:cNvPr id="740" name="Oval 27">
                <a:extLst>
                  <a:ext uri="{FF2B5EF4-FFF2-40B4-BE49-F238E27FC236}">
                    <a16:creationId xmlns:a16="http://schemas.microsoft.com/office/drawing/2014/main" id="{E0317C7A-B5B7-D92B-36EA-24BB2919EB8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1" name="Oval 28">
                <a:extLst>
                  <a:ext uri="{FF2B5EF4-FFF2-40B4-BE49-F238E27FC236}">
                    <a16:creationId xmlns:a16="http://schemas.microsoft.com/office/drawing/2014/main" id="{AA9EEAAE-417A-F537-03BA-BC321D24EBC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2" name="Group 741">
            <a:extLst>
              <a:ext uri="{FF2B5EF4-FFF2-40B4-BE49-F238E27FC236}">
                <a16:creationId xmlns:a16="http://schemas.microsoft.com/office/drawing/2014/main" id="{7A71D5DA-62D7-16B0-9442-5E9A6759A0FC}"/>
              </a:ext>
            </a:extLst>
          </p:cNvPr>
          <p:cNvGrpSpPr/>
          <p:nvPr/>
        </p:nvGrpSpPr>
        <p:grpSpPr>
          <a:xfrm>
            <a:off x="1268843" y="1532283"/>
            <a:ext cx="721206" cy="610032"/>
            <a:chOff x="1268843" y="1532283"/>
            <a:chExt cx="721206" cy="610032"/>
          </a:xfrm>
        </p:grpSpPr>
        <p:sp>
          <p:nvSpPr>
            <p:cNvPr id="743" name="Rectangle 742">
              <a:extLst>
                <a:ext uri="{FF2B5EF4-FFF2-40B4-BE49-F238E27FC236}">
                  <a16:creationId xmlns:a16="http://schemas.microsoft.com/office/drawing/2014/main" id="{C0CAB2F3-0F7C-9F12-76EA-F20021DEF908}"/>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44" name="Right Triangle 743">
              <a:extLst>
                <a:ext uri="{FF2B5EF4-FFF2-40B4-BE49-F238E27FC236}">
                  <a16:creationId xmlns:a16="http://schemas.microsoft.com/office/drawing/2014/main" id="{ECC2C040-41EA-0F88-697C-C0C222CEFE04}"/>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5" name="Group 744">
              <a:extLst>
                <a:ext uri="{FF2B5EF4-FFF2-40B4-BE49-F238E27FC236}">
                  <a16:creationId xmlns:a16="http://schemas.microsoft.com/office/drawing/2014/main" id="{B381CB6A-327F-87B1-4CDF-A353151067E9}"/>
                </a:ext>
              </a:extLst>
            </p:cNvPr>
            <p:cNvGrpSpPr/>
            <p:nvPr/>
          </p:nvGrpSpPr>
          <p:grpSpPr>
            <a:xfrm>
              <a:off x="1939436" y="1538374"/>
              <a:ext cx="37817" cy="61390"/>
              <a:chOff x="3883481" y="2057400"/>
              <a:chExt cx="1608363" cy="2652031"/>
            </a:xfrm>
            <a:solidFill>
              <a:srgbClr val="A6A6A6">
                <a:alpha val="20000"/>
              </a:srgbClr>
            </a:solidFill>
          </p:grpSpPr>
          <p:sp>
            <p:nvSpPr>
              <p:cNvPr id="746" name="Oval 27">
                <a:extLst>
                  <a:ext uri="{FF2B5EF4-FFF2-40B4-BE49-F238E27FC236}">
                    <a16:creationId xmlns:a16="http://schemas.microsoft.com/office/drawing/2014/main" id="{DA066501-637E-8777-2508-E615F15AAD5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7" name="Oval 28">
                <a:extLst>
                  <a:ext uri="{FF2B5EF4-FFF2-40B4-BE49-F238E27FC236}">
                    <a16:creationId xmlns:a16="http://schemas.microsoft.com/office/drawing/2014/main" id="{BB55D44A-B319-3E64-EF7B-6E4EF861214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4" name="Group 753">
            <a:extLst>
              <a:ext uri="{FF2B5EF4-FFF2-40B4-BE49-F238E27FC236}">
                <a16:creationId xmlns:a16="http://schemas.microsoft.com/office/drawing/2014/main" id="{5A9516D5-FC74-1B8C-D21C-4E7468326B98}"/>
              </a:ext>
            </a:extLst>
          </p:cNvPr>
          <p:cNvGrpSpPr/>
          <p:nvPr/>
        </p:nvGrpSpPr>
        <p:grpSpPr>
          <a:xfrm>
            <a:off x="5454379" y="2974054"/>
            <a:ext cx="721206" cy="649846"/>
            <a:chOff x="5454379" y="2974054"/>
            <a:chExt cx="721206" cy="649846"/>
          </a:xfrm>
        </p:grpSpPr>
        <p:sp>
          <p:nvSpPr>
            <p:cNvPr id="755" name="Rectangle 754">
              <a:extLst>
                <a:ext uri="{FF2B5EF4-FFF2-40B4-BE49-F238E27FC236}">
                  <a16:creationId xmlns:a16="http://schemas.microsoft.com/office/drawing/2014/main" id="{E748F935-3A3E-407F-77A7-293C57EE3056}"/>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56" name="Rectangle 755">
              <a:extLst>
                <a:ext uri="{FF2B5EF4-FFF2-40B4-BE49-F238E27FC236}">
                  <a16:creationId xmlns:a16="http://schemas.microsoft.com/office/drawing/2014/main" id="{D77DA8B9-732E-BD2B-01F9-A3595DCD5967}"/>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7" name="Oval 15">
              <a:extLst>
                <a:ext uri="{FF2B5EF4-FFF2-40B4-BE49-F238E27FC236}">
                  <a16:creationId xmlns:a16="http://schemas.microsoft.com/office/drawing/2014/main" id="{AF6AABBC-A050-64AD-A707-EC90CE6040D3}"/>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58" name="Straight Connector 757">
              <a:extLst>
                <a:ext uri="{FF2B5EF4-FFF2-40B4-BE49-F238E27FC236}">
                  <a16:creationId xmlns:a16="http://schemas.microsoft.com/office/drawing/2014/main" id="{6DDBE963-C447-E746-B836-5A8B2075C142}"/>
                </a:ext>
              </a:extLst>
            </p:cNvPr>
            <p:cNvCxnSpPr>
              <a:cxnSpLocks/>
              <a:stCxn id="757"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59" name="Straight Connector 758">
              <a:extLst>
                <a:ext uri="{FF2B5EF4-FFF2-40B4-BE49-F238E27FC236}">
                  <a16:creationId xmlns:a16="http://schemas.microsoft.com/office/drawing/2014/main" id="{9E25F179-E9F0-B7C2-4B33-B85116CB09C3}"/>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60" name="Group 759">
            <a:extLst>
              <a:ext uri="{FF2B5EF4-FFF2-40B4-BE49-F238E27FC236}">
                <a16:creationId xmlns:a16="http://schemas.microsoft.com/office/drawing/2014/main" id="{AC3BD327-E28E-FA69-3532-B9276B627BA2}"/>
              </a:ext>
            </a:extLst>
          </p:cNvPr>
          <p:cNvGrpSpPr/>
          <p:nvPr/>
        </p:nvGrpSpPr>
        <p:grpSpPr>
          <a:xfrm>
            <a:off x="431659" y="2974054"/>
            <a:ext cx="721891" cy="609701"/>
            <a:chOff x="431659" y="2974054"/>
            <a:chExt cx="721891" cy="609701"/>
          </a:xfrm>
        </p:grpSpPr>
        <p:sp>
          <p:nvSpPr>
            <p:cNvPr id="761" name="Rectangle 760">
              <a:extLst>
                <a:ext uri="{FF2B5EF4-FFF2-40B4-BE49-F238E27FC236}">
                  <a16:creationId xmlns:a16="http://schemas.microsoft.com/office/drawing/2014/main" id="{64B45F6F-A1C7-B8B6-4493-1681B0F128DA}"/>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62" name="Right Triangle 761">
              <a:extLst>
                <a:ext uri="{FF2B5EF4-FFF2-40B4-BE49-F238E27FC236}">
                  <a16:creationId xmlns:a16="http://schemas.microsoft.com/office/drawing/2014/main" id="{8F85AAAE-3482-E8D0-7373-6CA9B87F42B2}"/>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3" name="Group 762">
              <a:extLst>
                <a:ext uri="{FF2B5EF4-FFF2-40B4-BE49-F238E27FC236}">
                  <a16:creationId xmlns:a16="http://schemas.microsoft.com/office/drawing/2014/main" id="{C5B3FCDC-F84D-1E12-4EB0-F28E2C9E223B}"/>
                </a:ext>
              </a:extLst>
            </p:cNvPr>
            <p:cNvGrpSpPr/>
            <p:nvPr/>
          </p:nvGrpSpPr>
          <p:grpSpPr>
            <a:xfrm>
              <a:off x="1102940" y="2981762"/>
              <a:ext cx="37817" cy="61390"/>
              <a:chOff x="3883481" y="2057400"/>
              <a:chExt cx="1608363" cy="2652031"/>
            </a:xfrm>
            <a:solidFill>
              <a:srgbClr val="A6A6A6">
                <a:alpha val="20000"/>
              </a:srgbClr>
            </a:solidFill>
          </p:grpSpPr>
          <p:sp>
            <p:nvSpPr>
              <p:cNvPr id="764" name="Oval 27">
                <a:extLst>
                  <a:ext uri="{FF2B5EF4-FFF2-40B4-BE49-F238E27FC236}">
                    <a16:creationId xmlns:a16="http://schemas.microsoft.com/office/drawing/2014/main" id="{50192F8E-F4E1-7B95-CF20-3696C6CC632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5" name="Oval 28">
                <a:extLst>
                  <a:ext uri="{FF2B5EF4-FFF2-40B4-BE49-F238E27FC236}">
                    <a16:creationId xmlns:a16="http://schemas.microsoft.com/office/drawing/2014/main" id="{1A19E8FC-A99B-E3A3-084D-A3B2DDA4CAF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2" name="Group 771">
            <a:extLst>
              <a:ext uri="{FF2B5EF4-FFF2-40B4-BE49-F238E27FC236}">
                <a16:creationId xmlns:a16="http://schemas.microsoft.com/office/drawing/2014/main" id="{51841CB1-3378-89AA-8353-0D2E6F3959EF}"/>
              </a:ext>
            </a:extLst>
          </p:cNvPr>
          <p:cNvGrpSpPr/>
          <p:nvPr/>
        </p:nvGrpSpPr>
        <p:grpSpPr>
          <a:xfrm>
            <a:off x="2940469" y="2974031"/>
            <a:ext cx="721206" cy="613175"/>
            <a:chOff x="2940469" y="2974031"/>
            <a:chExt cx="721206" cy="613175"/>
          </a:xfrm>
        </p:grpSpPr>
        <p:sp>
          <p:nvSpPr>
            <p:cNvPr id="773" name="Rectangle 772">
              <a:extLst>
                <a:ext uri="{FF2B5EF4-FFF2-40B4-BE49-F238E27FC236}">
                  <a16:creationId xmlns:a16="http://schemas.microsoft.com/office/drawing/2014/main" id="{67353171-C365-BC5B-D7FD-F88114421EAB}"/>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74" name="Right Triangle 773">
              <a:extLst>
                <a:ext uri="{FF2B5EF4-FFF2-40B4-BE49-F238E27FC236}">
                  <a16:creationId xmlns:a16="http://schemas.microsoft.com/office/drawing/2014/main" id="{890218C4-FCFD-B688-1EB8-485239FE3435}"/>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5" name="Group 774">
              <a:extLst>
                <a:ext uri="{FF2B5EF4-FFF2-40B4-BE49-F238E27FC236}">
                  <a16:creationId xmlns:a16="http://schemas.microsoft.com/office/drawing/2014/main" id="{578D143D-F4F9-D9C5-6E0D-894E03775B11}"/>
                </a:ext>
              </a:extLst>
            </p:cNvPr>
            <p:cNvGrpSpPr/>
            <p:nvPr/>
          </p:nvGrpSpPr>
          <p:grpSpPr>
            <a:xfrm>
              <a:off x="3610502" y="2980132"/>
              <a:ext cx="37817" cy="61390"/>
              <a:chOff x="3883481" y="2057400"/>
              <a:chExt cx="1608363" cy="2652031"/>
            </a:xfrm>
            <a:solidFill>
              <a:srgbClr val="A6A6A6">
                <a:alpha val="20000"/>
              </a:srgbClr>
            </a:solidFill>
          </p:grpSpPr>
          <p:sp>
            <p:nvSpPr>
              <p:cNvPr id="776" name="Oval 27">
                <a:extLst>
                  <a:ext uri="{FF2B5EF4-FFF2-40B4-BE49-F238E27FC236}">
                    <a16:creationId xmlns:a16="http://schemas.microsoft.com/office/drawing/2014/main" id="{C91DDF9E-FB74-F8A0-492D-86999957B80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7" name="Oval 28">
                <a:extLst>
                  <a:ext uri="{FF2B5EF4-FFF2-40B4-BE49-F238E27FC236}">
                    <a16:creationId xmlns:a16="http://schemas.microsoft.com/office/drawing/2014/main" id="{FE0DF5BC-B0C7-6C35-04C7-9BD8BDB6359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8" name="Group 777">
            <a:extLst>
              <a:ext uri="{FF2B5EF4-FFF2-40B4-BE49-F238E27FC236}">
                <a16:creationId xmlns:a16="http://schemas.microsoft.com/office/drawing/2014/main" id="{4F98BAFA-2142-470D-FA5B-E145F307FB5B}"/>
              </a:ext>
            </a:extLst>
          </p:cNvPr>
          <p:cNvGrpSpPr/>
          <p:nvPr/>
        </p:nvGrpSpPr>
        <p:grpSpPr>
          <a:xfrm>
            <a:off x="1268380" y="2974053"/>
            <a:ext cx="721206" cy="609701"/>
            <a:chOff x="1268380" y="2974053"/>
            <a:chExt cx="721206" cy="609701"/>
          </a:xfrm>
        </p:grpSpPr>
        <p:sp>
          <p:nvSpPr>
            <p:cNvPr id="779" name="Rectangle 778">
              <a:extLst>
                <a:ext uri="{FF2B5EF4-FFF2-40B4-BE49-F238E27FC236}">
                  <a16:creationId xmlns:a16="http://schemas.microsoft.com/office/drawing/2014/main" id="{DCF76517-2710-D396-9A0D-FAE8AB9C6EFE}"/>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80" name="Right Triangle 779">
              <a:extLst>
                <a:ext uri="{FF2B5EF4-FFF2-40B4-BE49-F238E27FC236}">
                  <a16:creationId xmlns:a16="http://schemas.microsoft.com/office/drawing/2014/main" id="{F7CB6C6A-FFFD-9682-C5BC-DD1CBFB2E9D2}"/>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1" name="Group 780">
              <a:extLst>
                <a:ext uri="{FF2B5EF4-FFF2-40B4-BE49-F238E27FC236}">
                  <a16:creationId xmlns:a16="http://schemas.microsoft.com/office/drawing/2014/main" id="{A8980A64-2607-77BF-485B-FC8BE6C047CE}"/>
                </a:ext>
              </a:extLst>
            </p:cNvPr>
            <p:cNvGrpSpPr/>
            <p:nvPr/>
          </p:nvGrpSpPr>
          <p:grpSpPr>
            <a:xfrm>
              <a:off x="1938973" y="2986452"/>
              <a:ext cx="37817" cy="61390"/>
              <a:chOff x="3883481" y="2057400"/>
              <a:chExt cx="1608363" cy="2652031"/>
            </a:xfrm>
            <a:solidFill>
              <a:srgbClr val="A6A6A6">
                <a:alpha val="20000"/>
              </a:srgbClr>
            </a:solidFill>
          </p:grpSpPr>
          <p:sp>
            <p:nvSpPr>
              <p:cNvPr id="782" name="Oval 27">
                <a:extLst>
                  <a:ext uri="{FF2B5EF4-FFF2-40B4-BE49-F238E27FC236}">
                    <a16:creationId xmlns:a16="http://schemas.microsoft.com/office/drawing/2014/main" id="{81E9528A-A52F-3CE6-32AC-FBF71136B27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3" name="Oval 28">
                <a:extLst>
                  <a:ext uri="{FF2B5EF4-FFF2-40B4-BE49-F238E27FC236}">
                    <a16:creationId xmlns:a16="http://schemas.microsoft.com/office/drawing/2014/main" id="{AADA49D7-3082-163B-FF48-3EB8496E557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4" name="Group 783">
            <a:extLst>
              <a:ext uri="{FF2B5EF4-FFF2-40B4-BE49-F238E27FC236}">
                <a16:creationId xmlns:a16="http://schemas.microsoft.com/office/drawing/2014/main" id="{A383FAEE-6178-7C33-D63F-4A16CFBDDF5B}"/>
              </a:ext>
            </a:extLst>
          </p:cNvPr>
          <p:cNvGrpSpPr/>
          <p:nvPr/>
        </p:nvGrpSpPr>
        <p:grpSpPr>
          <a:xfrm>
            <a:off x="2938534" y="811556"/>
            <a:ext cx="721206" cy="609701"/>
            <a:chOff x="2938534" y="811556"/>
            <a:chExt cx="721206" cy="609701"/>
          </a:xfrm>
        </p:grpSpPr>
        <p:sp>
          <p:nvSpPr>
            <p:cNvPr id="785" name="Rectangle 784">
              <a:extLst>
                <a:ext uri="{FF2B5EF4-FFF2-40B4-BE49-F238E27FC236}">
                  <a16:creationId xmlns:a16="http://schemas.microsoft.com/office/drawing/2014/main" id="{8C644639-01E3-3A03-FA7E-0E2EE6EFD903}"/>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86" name="Rectangle 785">
              <a:extLst>
                <a:ext uri="{FF2B5EF4-FFF2-40B4-BE49-F238E27FC236}">
                  <a16:creationId xmlns:a16="http://schemas.microsoft.com/office/drawing/2014/main" id="{9F91E65B-1764-35D2-81C4-F16EED26F6CB}"/>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7" name="Oval 15">
              <a:extLst>
                <a:ext uri="{FF2B5EF4-FFF2-40B4-BE49-F238E27FC236}">
                  <a16:creationId xmlns:a16="http://schemas.microsoft.com/office/drawing/2014/main" id="{C6D3500C-B3C4-5AAA-1A4C-E9AEBA3F45DC}"/>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88" name="Straight Connector 787">
              <a:extLst>
                <a:ext uri="{FF2B5EF4-FFF2-40B4-BE49-F238E27FC236}">
                  <a16:creationId xmlns:a16="http://schemas.microsoft.com/office/drawing/2014/main" id="{C69343F1-AF07-AD41-E991-19C2B0619B47}"/>
                </a:ext>
              </a:extLst>
            </p:cNvPr>
            <p:cNvCxnSpPr>
              <a:cxnSpLocks/>
              <a:stCxn id="787"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89" name="Straight Connector 788">
              <a:extLst>
                <a:ext uri="{FF2B5EF4-FFF2-40B4-BE49-F238E27FC236}">
                  <a16:creationId xmlns:a16="http://schemas.microsoft.com/office/drawing/2014/main" id="{30192F3B-5CFF-9493-7F0D-A756E8E3A455}"/>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6" name="Group 795">
            <a:extLst>
              <a:ext uri="{FF2B5EF4-FFF2-40B4-BE49-F238E27FC236}">
                <a16:creationId xmlns:a16="http://schemas.microsoft.com/office/drawing/2014/main" id="{54BBDA7F-FAD3-E238-DADA-48A84D49F0C8}"/>
              </a:ext>
            </a:extLst>
          </p:cNvPr>
          <p:cNvGrpSpPr/>
          <p:nvPr/>
        </p:nvGrpSpPr>
        <p:grpSpPr>
          <a:xfrm>
            <a:off x="431659" y="811556"/>
            <a:ext cx="721206" cy="609701"/>
            <a:chOff x="431659" y="811556"/>
            <a:chExt cx="721206" cy="609701"/>
          </a:xfrm>
        </p:grpSpPr>
        <p:sp>
          <p:nvSpPr>
            <p:cNvPr id="797" name="Rectangle 796">
              <a:extLst>
                <a:ext uri="{FF2B5EF4-FFF2-40B4-BE49-F238E27FC236}">
                  <a16:creationId xmlns:a16="http://schemas.microsoft.com/office/drawing/2014/main" id="{A79A2813-C0CF-9216-F815-4645DB631DFC}"/>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98" name="Right Triangle 797">
              <a:extLst>
                <a:ext uri="{FF2B5EF4-FFF2-40B4-BE49-F238E27FC236}">
                  <a16:creationId xmlns:a16="http://schemas.microsoft.com/office/drawing/2014/main" id="{03222DA5-4C7A-E5DC-B04F-AF300C9F216F}"/>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99" name="Group 798">
              <a:extLst>
                <a:ext uri="{FF2B5EF4-FFF2-40B4-BE49-F238E27FC236}">
                  <a16:creationId xmlns:a16="http://schemas.microsoft.com/office/drawing/2014/main" id="{C1610361-B2F1-6CB4-B857-338CC5D3D673}"/>
                </a:ext>
              </a:extLst>
            </p:cNvPr>
            <p:cNvGrpSpPr/>
            <p:nvPr/>
          </p:nvGrpSpPr>
          <p:grpSpPr>
            <a:xfrm>
              <a:off x="1100969" y="819591"/>
              <a:ext cx="37817" cy="61390"/>
              <a:chOff x="3883481" y="2057400"/>
              <a:chExt cx="1608363" cy="2652031"/>
            </a:xfrm>
            <a:solidFill>
              <a:srgbClr val="A6A6A6">
                <a:alpha val="20000"/>
              </a:srgbClr>
            </a:solidFill>
          </p:grpSpPr>
          <p:sp>
            <p:nvSpPr>
              <p:cNvPr id="800" name="Oval 27">
                <a:extLst>
                  <a:ext uri="{FF2B5EF4-FFF2-40B4-BE49-F238E27FC236}">
                    <a16:creationId xmlns:a16="http://schemas.microsoft.com/office/drawing/2014/main" id="{5006E593-42F3-4983-66E2-14729C8B03A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1" name="Oval 28">
                <a:extLst>
                  <a:ext uri="{FF2B5EF4-FFF2-40B4-BE49-F238E27FC236}">
                    <a16:creationId xmlns:a16="http://schemas.microsoft.com/office/drawing/2014/main" id="{D8FB41AD-D395-389A-8A2B-CC597627DEE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2" name="Group 801">
            <a:extLst>
              <a:ext uri="{FF2B5EF4-FFF2-40B4-BE49-F238E27FC236}">
                <a16:creationId xmlns:a16="http://schemas.microsoft.com/office/drawing/2014/main" id="{9A6729C7-199F-BA74-17DA-D5EDF6E394C1}"/>
              </a:ext>
            </a:extLst>
          </p:cNvPr>
          <p:cNvGrpSpPr/>
          <p:nvPr/>
        </p:nvGrpSpPr>
        <p:grpSpPr>
          <a:xfrm>
            <a:off x="1267285" y="811556"/>
            <a:ext cx="721206" cy="609701"/>
            <a:chOff x="1267285" y="811556"/>
            <a:chExt cx="721206" cy="609701"/>
          </a:xfrm>
        </p:grpSpPr>
        <p:sp>
          <p:nvSpPr>
            <p:cNvPr id="803" name="Rectangle 802">
              <a:extLst>
                <a:ext uri="{FF2B5EF4-FFF2-40B4-BE49-F238E27FC236}">
                  <a16:creationId xmlns:a16="http://schemas.microsoft.com/office/drawing/2014/main" id="{C73DA116-EE27-3F88-C9A9-3834E238C5EF}"/>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04" name="Right Triangle 803">
              <a:extLst>
                <a:ext uri="{FF2B5EF4-FFF2-40B4-BE49-F238E27FC236}">
                  <a16:creationId xmlns:a16="http://schemas.microsoft.com/office/drawing/2014/main" id="{874392A2-5B13-FEF4-0AB7-7EAD7674E0F5}"/>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5" name="Group 804">
              <a:extLst>
                <a:ext uri="{FF2B5EF4-FFF2-40B4-BE49-F238E27FC236}">
                  <a16:creationId xmlns:a16="http://schemas.microsoft.com/office/drawing/2014/main" id="{629B597B-FBBD-EDA3-C81B-4B6EAE4A7E0F}"/>
                </a:ext>
              </a:extLst>
            </p:cNvPr>
            <p:cNvGrpSpPr/>
            <p:nvPr/>
          </p:nvGrpSpPr>
          <p:grpSpPr>
            <a:xfrm>
              <a:off x="1937878" y="819591"/>
              <a:ext cx="37817" cy="61390"/>
              <a:chOff x="3883481" y="2057400"/>
              <a:chExt cx="1608363" cy="2652031"/>
            </a:xfrm>
            <a:solidFill>
              <a:srgbClr val="A6A6A6">
                <a:alpha val="20000"/>
              </a:srgbClr>
            </a:solidFill>
          </p:grpSpPr>
          <p:sp>
            <p:nvSpPr>
              <p:cNvPr id="806" name="Oval 27">
                <a:extLst>
                  <a:ext uri="{FF2B5EF4-FFF2-40B4-BE49-F238E27FC236}">
                    <a16:creationId xmlns:a16="http://schemas.microsoft.com/office/drawing/2014/main" id="{5C993173-E574-7F76-3951-3820B202320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7" name="Oval 28">
                <a:extLst>
                  <a:ext uri="{FF2B5EF4-FFF2-40B4-BE49-F238E27FC236}">
                    <a16:creationId xmlns:a16="http://schemas.microsoft.com/office/drawing/2014/main" id="{DF83A69F-BB49-E879-7D10-B53574CC198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4" name="Group 813">
            <a:extLst>
              <a:ext uri="{FF2B5EF4-FFF2-40B4-BE49-F238E27FC236}">
                <a16:creationId xmlns:a16="http://schemas.microsoft.com/office/drawing/2014/main" id="{4406A741-72D1-ED34-954B-5D4E563BC46F}"/>
              </a:ext>
            </a:extLst>
          </p:cNvPr>
          <p:cNvGrpSpPr/>
          <p:nvPr/>
        </p:nvGrpSpPr>
        <p:grpSpPr>
          <a:xfrm>
            <a:off x="2889438" y="751337"/>
            <a:ext cx="5022643" cy="5001728"/>
            <a:chOff x="2889438" y="751337"/>
            <a:chExt cx="5022643" cy="5001728"/>
          </a:xfrm>
        </p:grpSpPr>
        <p:cxnSp>
          <p:nvCxnSpPr>
            <p:cNvPr id="815" name="Straight Connector 814">
              <a:extLst>
                <a:ext uri="{FF2B5EF4-FFF2-40B4-BE49-F238E27FC236}">
                  <a16:creationId xmlns:a16="http://schemas.microsoft.com/office/drawing/2014/main" id="{603BC6A6-98DA-70B9-EE52-C5432FB52D35}"/>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ECB25BD1-18D6-8F10-F17A-54A003DF35A0}"/>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85337B3F-91BA-96AF-4D4B-5857AF764748}"/>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D86B1C4-F057-9144-67EB-614FB9D85D44}"/>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DAC4C619-F404-737E-2313-344579DCBA36}"/>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6EC1B0E0-9C0C-E1DD-8DAB-C94D3A214655}"/>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B566A60D-B50D-B97F-F0DC-24149D922E98}"/>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EE5359C8-53FF-AE68-ED07-05DDDC09F5C7}"/>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623F12A6-9BBB-C85C-F48C-8C90EAA3FA15}"/>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4" name="Straight Connector 823">
              <a:extLst>
                <a:ext uri="{FF2B5EF4-FFF2-40B4-BE49-F238E27FC236}">
                  <a16:creationId xmlns:a16="http://schemas.microsoft.com/office/drawing/2014/main" id="{8441F751-2B58-0EE3-EFF6-1B9B7BCA8C24}"/>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8" name="Group 837">
            <a:extLst>
              <a:ext uri="{FF2B5EF4-FFF2-40B4-BE49-F238E27FC236}">
                <a16:creationId xmlns:a16="http://schemas.microsoft.com/office/drawing/2014/main" id="{04567C5E-F8F3-EEB0-787A-E7BFD0FA8476}"/>
              </a:ext>
            </a:extLst>
          </p:cNvPr>
          <p:cNvGrpSpPr/>
          <p:nvPr/>
        </p:nvGrpSpPr>
        <p:grpSpPr>
          <a:xfrm>
            <a:off x="2099604" y="5136552"/>
            <a:ext cx="721206" cy="609701"/>
            <a:chOff x="2099604" y="5136552"/>
            <a:chExt cx="721206" cy="609701"/>
          </a:xfrm>
        </p:grpSpPr>
        <p:sp>
          <p:nvSpPr>
            <p:cNvPr id="839" name="Rectangle 838">
              <a:extLst>
                <a:ext uri="{FF2B5EF4-FFF2-40B4-BE49-F238E27FC236}">
                  <a16:creationId xmlns:a16="http://schemas.microsoft.com/office/drawing/2014/main" id="{099DC0E5-2604-31CD-8AD9-9DB9234325AC}"/>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840" name="Right Triangle 839">
              <a:extLst>
                <a:ext uri="{FF2B5EF4-FFF2-40B4-BE49-F238E27FC236}">
                  <a16:creationId xmlns:a16="http://schemas.microsoft.com/office/drawing/2014/main" id="{2EF3DA8A-1CEC-6F3C-A715-D32B753810AF}"/>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1" name="Group 840">
              <a:extLst>
                <a:ext uri="{FF2B5EF4-FFF2-40B4-BE49-F238E27FC236}">
                  <a16:creationId xmlns:a16="http://schemas.microsoft.com/office/drawing/2014/main" id="{9D88C22A-2FB9-61BD-2FC8-9C4EC1569492}"/>
                </a:ext>
              </a:extLst>
            </p:cNvPr>
            <p:cNvGrpSpPr/>
            <p:nvPr/>
          </p:nvGrpSpPr>
          <p:grpSpPr>
            <a:xfrm>
              <a:off x="2765661" y="5151382"/>
              <a:ext cx="37817" cy="61390"/>
              <a:chOff x="3883481" y="2057400"/>
              <a:chExt cx="1608363" cy="2652031"/>
            </a:xfrm>
            <a:solidFill>
              <a:srgbClr val="A6A6A6">
                <a:alpha val="20000"/>
              </a:srgbClr>
            </a:solidFill>
          </p:grpSpPr>
          <p:sp>
            <p:nvSpPr>
              <p:cNvPr id="842" name="Oval 27">
                <a:extLst>
                  <a:ext uri="{FF2B5EF4-FFF2-40B4-BE49-F238E27FC236}">
                    <a16:creationId xmlns:a16="http://schemas.microsoft.com/office/drawing/2014/main" id="{18EB1522-4329-53A0-56FF-B132B3681AE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3" name="Oval 28">
                <a:extLst>
                  <a:ext uri="{FF2B5EF4-FFF2-40B4-BE49-F238E27FC236}">
                    <a16:creationId xmlns:a16="http://schemas.microsoft.com/office/drawing/2014/main" id="{BC6FDC80-AFB2-6384-BDD9-633CD085EE9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0" name="Group 849">
            <a:extLst>
              <a:ext uri="{FF2B5EF4-FFF2-40B4-BE49-F238E27FC236}">
                <a16:creationId xmlns:a16="http://schemas.microsoft.com/office/drawing/2014/main" id="{B8FB7AA8-2690-E582-0890-7C5BC70CB7EA}"/>
              </a:ext>
            </a:extLst>
          </p:cNvPr>
          <p:cNvGrpSpPr/>
          <p:nvPr/>
        </p:nvGrpSpPr>
        <p:grpSpPr>
          <a:xfrm>
            <a:off x="2937173" y="4419601"/>
            <a:ext cx="721206" cy="610396"/>
            <a:chOff x="2937173" y="4419601"/>
            <a:chExt cx="721206" cy="610396"/>
          </a:xfrm>
        </p:grpSpPr>
        <p:sp>
          <p:nvSpPr>
            <p:cNvPr id="851" name="Rectangle 850">
              <a:extLst>
                <a:ext uri="{FF2B5EF4-FFF2-40B4-BE49-F238E27FC236}">
                  <a16:creationId xmlns:a16="http://schemas.microsoft.com/office/drawing/2014/main" id="{6B973B60-7EEE-CB89-FA9E-D564FE96F2BB}"/>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52" name="Right Triangle 851">
              <a:extLst>
                <a:ext uri="{FF2B5EF4-FFF2-40B4-BE49-F238E27FC236}">
                  <a16:creationId xmlns:a16="http://schemas.microsoft.com/office/drawing/2014/main" id="{AFA96F29-E50B-B919-11A5-C5F16F6AAAC5}"/>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3" name="Group 852">
              <a:extLst>
                <a:ext uri="{FF2B5EF4-FFF2-40B4-BE49-F238E27FC236}">
                  <a16:creationId xmlns:a16="http://schemas.microsoft.com/office/drawing/2014/main" id="{BD396DE6-09C9-77C2-BC9D-3864FA7FDADD}"/>
                </a:ext>
              </a:extLst>
            </p:cNvPr>
            <p:cNvGrpSpPr/>
            <p:nvPr/>
          </p:nvGrpSpPr>
          <p:grpSpPr>
            <a:xfrm>
              <a:off x="3607766" y="4425699"/>
              <a:ext cx="37817" cy="61390"/>
              <a:chOff x="3883481" y="2057400"/>
              <a:chExt cx="1608363" cy="2652031"/>
            </a:xfrm>
            <a:solidFill>
              <a:srgbClr val="A6A6A6">
                <a:alpha val="20000"/>
              </a:srgbClr>
            </a:solidFill>
          </p:grpSpPr>
          <p:sp>
            <p:nvSpPr>
              <p:cNvPr id="854" name="Oval 27">
                <a:extLst>
                  <a:ext uri="{FF2B5EF4-FFF2-40B4-BE49-F238E27FC236}">
                    <a16:creationId xmlns:a16="http://schemas.microsoft.com/office/drawing/2014/main" id="{791CABBE-597D-16F5-534D-E8275411B62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5" name="Oval 28">
                <a:extLst>
                  <a:ext uri="{FF2B5EF4-FFF2-40B4-BE49-F238E27FC236}">
                    <a16:creationId xmlns:a16="http://schemas.microsoft.com/office/drawing/2014/main" id="{C922E654-4AC2-0052-49A0-CDE15701FCD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6" name="Group 855">
            <a:extLst>
              <a:ext uri="{FF2B5EF4-FFF2-40B4-BE49-F238E27FC236}">
                <a16:creationId xmlns:a16="http://schemas.microsoft.com/office/drawing/2014/main" id="{EF7FCCF5-9A8A-0F3E-99C5-44AB4F9959DE}"/>
              </a:ext>
            </a:extLst>
          </p:cNvPr>
          <p:cNvGrpSpPr/>
          <p:nvPr/>
        </p:nvGrpSpPr>
        <p:grpSpPr>
          <a:xfrm>
            <a:off x="6286130" y="4419624"/>
            <a:ext cx="721206" cy="609701"/>
            <a:chOff x="6286130" y="4419624"/>
            <a:chExt cx="721206" cy="609701"/>
          </a:xfrm>
        </p:grpSpPr>
        <p:sp>
          <p:nvSpPr>
            <p:cNvPr id="857" name="Rectangle 856">
              <a:hlinkHover r:id="" action="ppaction://noaction" highlightClick="1"/>
              <a:extLst>
                <a:ext uri="{FF2B5EF4-FFF2-40B4-BE49-F238E27FC236}">
                  <a16:creationId xmlns:a16="http://schemas.microsoft.com/office/drawing/2014/main" id="{9D192EC9-B183-1005-73A1-E1A84F8AEF05}"/>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58" name="Oval 857">
              <a:extLst>
                <a:ext uri="{FF2B5EF4-FFF2-40B4-BE49-F238E27FC236}">
                  <a16:creationId xmlns:a16="http://schemas.microsoft.com/office/drawing/2014/main" id="{234CC74E-002C-3B2B-1E2C-F77DA8A1F38D}"/>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9" name="Isosceles Triangle 648">
              <a:extLst>
                <a:ext uri="{FF2B5EF4-FFF2-40B4-BE49-F238E27FC236}">
                  <a16:creationId xmlns:a16="http://schemas.microsoft.com/office/drawing/2014/main" id="{50634E1A-D839-E06F-B682-7ABBFC7F6A54}"/>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0" name="Group 859">
            <a:extLst>
              <a:ext uri="{FF2B5EF4-FFF2-40B4-BE49-F238E27FC236}">
                <a16:creationId xmlns:a16="http://schemas.microsoft.com/office/drawing/2014/main" id="{6ED35F57-A46B-5DB0-A216-DD3D5DCD6821}"/>
              </a:ext>
            </a:extLst>
          </p:cNvPr>
          <p:cNvGrpSpPr/>
          <p:nvPr/>
        </p:nvGrpSpPr>
        <p:grpSpPr>
          <a:xfrm>
            <a:off x="5458940" y="5135305"/>
            <a:ext cx="721206" cy="609701"/>
            <a:chOff x="5458940" y="5135305"/>
            <a:chExt cx="721206" cy="609701"/>
          </a:xfrm>
        </p:grpSpPr>
        <p:sp>
          <p:nvSpPr>
            <p:cNvPr id="861" name="Rectangle 860">
              <a:hlinkHover r:id="" action="ppaction://noaction" highlightClick="1"/>
              <a:extLst>
                <a:ext uri="{FF2B5EF4-FFF2-40B4-BE49-F238E27FC236}">
                  <a16:creationId xmlns:a16="http://schemas.microsoft.com/office/drawing/2014/main" id="{E0764FAB-B70D-56F2-E7BD-33D412FAE967}"/>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62" name="Oval 861">
              <a:extLst>
                <a:ext uri="{FF2B5EF4-FFF2-40B4-BE49-F238E27FC236}">
                  <a16:creationId xmlns:a16="http://schemas.microsoft.com/office/drawing/2014/main" id="{B96727EE-A6A1-5C4F-6260-377AC0F58B1B}"/>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3" name="Isosceles Triangle 648">
              <a:extLst>
                <a:ext uri="{FF2B5EF4-FFF2-40B4-BE49-F238E27FC236}">
                  <a16:creationId xmlns:a16="http://schemas.microsoft.com/office/drawing/2014/main" id="{5BA21EBE-8ACA-21FB-5E9D-75C726558010}"/>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4" name="Group 863">
            <a:extLst>
              <a:ext uri="{FF2B5EF4-FFF2-40B4-BE49-F238E27FC236}">
                <a16:creationId xmlns:a16="http://schemas.microsoft.com/office/drawing/2014/main" id="{5A2E3B4D-C02E-D707-68E9-9E5932A203D8}"/>
              </a:ext>
            </a:extLst>
          </p:cNvPr>
          <p:cNvGrpSpPr/>
          <p:nvPr/>
        </p:nvGrpSpPr>
        <p:grpSpPr>
          <a:xfrm>
            <a:off x="6289146" y="5141017"/>
            <a:ext cx="721206" cy="609701"/>
            <a:chOff x="6289146" y="5141017"/>
            <a:chExt cx="721206" cy="609701"/>
          </a:xfrm>
        </p:grpSpPr>
        <p:sp>
          <p:nvSpPr>
            <p:cNvPr id="865" name="Rectangle 864">
              <a:hlinkHover r:id="" action="ppaction://noaction" highlightClick="1"/>
              <a:extLst>
                <a:ext uri="{FF2B5EF4-FFF2-40B4-BE49-F238E27FC236}">
                  <a16:creationId xmlns:a16="http://schemas.microsoft.com/office/drawing/2014/main" id="{5D168E47-1750-A0E0-EBDA-32289F83C1FC}"/>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66" name="Oval 865">
              <a:extLst>
                <a:ext uri="{FF2B5EF4-FFF2-40B4-BE49-F238E27FC236}">
                  <a16:creationId xmlns:a16="http://schemas.microsoft.com/office/drawing/2014/main" id="{2B308D74-A2EC-C0D1-394B-95DC26E5D8D1}"/>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7" name="Isosceles Triangle 648">
              <a:extLst>
                <a:ext uri="{FF2B5EF4-FFF2-40B4-BE49-F238E27FC236}">
                  <a16:creationId xmlns:a16="http://schemas.microsoft.com/office/drawing/2014/main" id="{7297B157-2CE8-9659-244D-767F1FB50082}"/>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8" name="Group 867">
            <a:extLst>
              <a:ext uri="{FF2B5EF4-FFF2-40B4-BE49-F238E27FC236}">
                <a16:creationId xmlns:a16="http://schemas.microsoft.com/office/drawing/2014/main" id="{788766FB-9314-76AD-C3BF-052BA22CF9A6}"/>
              </a:ext>
            </a:extLst>
          </p:cNvPr>
          <p:cNvGrpSpPr/>
          <p:nvPr/>
        </p:nvGrpSpPr>
        <p:grpSpPr>
          <a:xfrm>
            <a:off x="7122911" y="4419624"/>
            <a:ext cx="721206" cy="609701"/>
            <a:chOff x="7122911" y="4419624"/>
            <a:chExt cx="721206" cy="609701"/>
          </a:xfrm>
        </p:grpSpPr>
        <p:sp>
          <p:nvSpPr>
            <p:cNvPr id="869" name="Rectangle 868">
              <a:hlinkHover r:id="" action="ppaction://noaction" highlightClick="1"/>
              <a:extLst>
                <a:ext uri="{FF2B5EF4-FFF2-40B4-BE49-F238E27FC236}">
                  <a16:creationId xmlns:a16="http://schemas.microsoft.com/office/drawing/2014/main" id="{A37D43E0-D992-EB4C-FD87-830F84B85909}"/>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70" name="Oval 869">
              <a:extLst>
                <a:ext uri="{FF2B5EF4-FFF2-40B4-BE49-F238E27FC236}">
                  <a16:creationId xmlns:a16="http://schemas.microsoft.com/office/drawing/2014/main" id="{B816B345-8A76-5CE4-B805-D23DB0626769}"/>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1" name="Isosceles Triangle 648">
              <a:extLst>
                <a:ext uri="{FF2B5EF4-FFF2-40B4-BE49-F238E27FC236}">
                  <a16:creationId xmlns:a16="http://schemas.microsoft.com/office/drawing/2014/main" id="{DA2BB20C-74C5-F0F2-3D26-2D2088AD53AD}"/>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6" name="Group 875">
            <a:extLst>
              <a:ext uri="{FF2B5EF4-FFF2-40B4-BE49-F238E27FC236}">
                <a16:creationId xmlns:a16="http://schemas.microsoft.com/office/drawing/2014/main" id="{762E7638-54BD-B9C8-4FDE-C97AB561500C}"/>
              </a:ext>
            </a:extLst>
          </p:cNvPr>
          <p:cNvGrpSpPr/>
          <p:nvPr/>
        </p:nvGrpSpPr>
        <p:grpSpPr>
          <a:xfrm>
            <a:off x="5454385" y="4419624"/>
            <a:ext cx="721206" cy="609701"/>
            <a:chOff x="5454385" y="4419624"/>
            <a:chExt cx="721206" cy="609701"/>
          </a:xfrm>
        </p:grpSpPr>
        <p:sp>
          <p:nvSpPr>
            <p:cNvPr id="877" name="Rectangle 876">
              <a:hlinkHover r:id="" action="ppaction://noaction" highlightClick="1"/>
              <a:extLst>
                <a:ext uri="{FF2B5EF4-FFF2-40B4-BE49-F238E27FC236}">
                  <a16:creationId xmlns:a16="http://schemas.microsoft.com/office/drawing/2014/main" id="{34B9778D-7957-E700-3F8C-A271D977B99E}"/>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78" name="Oval 877">
              <a:extLst>
                <a:ext uri="{FF2B5EF4-FFF2-40B4-BE49-F238E27FC236}">
                  <a16:creationId xmlns:a16="http://schemas.microsoft.com/office/drawing/2014/main" id="{943AFB3A-AB0F-7559-D445-EAB890FE32EC}"/>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9" name="Isosceles Triangle 648">
              <a:extLst>
                <a:ext uri="{FF2B5EF4-FFF2-40B4-BE49-F238E27FC236}">
                  <a16:creationId xmlns:a16="http://schemas.microsoft.com/office/drawing/2014/main" id="{F89E3447-24AB-1377-5D4E-FF30E715E11A}"/>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2" name="Group 891">
            <a:extLst>
              <a:ext uri="{FF2B5EF4-FFF2-40B4-BE49-F238E27FC236}">
                <a16:creationId xmlns:a16="http://schemas.microsoft.com/office/drawing/2014/main" id="{D5C0B060-2D11-CB59-4F9A-628C524FEF98}"/>
              </a:ext>
            </a:extLst>
          </p:cNvPr>
          <p:cNvGrpSpPr/>
          <p:nvPr/>
        </p:nvGrpSpPr>
        <p:grpSpPr>
          <a:xfrm>
            <a:off x="7122911" y="3698231"/>
            <a:ext cx="721206" cy="609701"/>
            <a:chOff x="7122911" y="3698231"/>
            <a:chExt cx="721206" cy="609701"/>
          </a:xfrm>
        </p:grpSpPr>
        <p:sp>
          <p:nvSpPr>
            <p:cNvPr id="893" name="Rectangle 892">
              <a:hlinkHover r:id="" action="ppaction://noaction" highlightClick="1"/>
              <a:extLst>
                <a:ext uri="{FF2B5EF4-FFF2-40B4-BE49-F238E27FC236}">
                  <a16:creationId xmlns:a16="http://schemas.microsoft.com/office/drawing/2014/main" id="{8C0AACDE-B6D1-C175-9CFC-25920961F607}"/>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94" name="Oval 893">
              <a:extLst>
                <a:ext uri="{FF2B5EF4-FFF2-40B4-BE49-F238E27FC236}">
                  <a16:creationId xmlns:a16="http://schemas.microsoft.com/office/drawing/2014/main" id="{3D4CA3C4-8663-8967-FC6B-C5462A72243D}"/>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5" name="Isosceles Triangle 648">
              <a:extLst>
                <a:ext uri="{FF2B5EF4-FFF2-40B4-BE49-F238E27FC236}">
                  <a16:creationId xmlns:a16="http://schemas.microsoft.com/office/drawing/2014/main" id="{CB7A2E73-0221-4302-61B9-9A5FEDBD9FF7}"/>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6" name="Group 895">
            <a:extLst>
              <a:ext uri="{FF2B5EF4-FFF2-40B4-BE49-F238E27FC236}">
                <a16:creationId xmlns:a16="http://schemas.microsoft.com/office/drawing/2014/main" id="{1C06D8CC-A104-0F6B-1BB2-6879370BBDE2}"/>
              </a:ext>
            </a:extLst>
          </p:cNvPr>
          <p:cNvGrpSpPr/>
          <p:nvPr/>
        </p:nvGrpSpPr>
        <p:grpSpPr>
          <a:xfrm>
            <a:off x="6286224" y="3620338"/>
            <a:ext cx="721206" cy="687594"/>
            <a:chOff x="6286224" y="3620338"/>
            <a:chExt cx="721206" cy="687594"/>
          </a:xfrm>
        </p:grpSpPr>
        <p:cxnSp>
          <p:nvCxnSpPr>
            <p:cNvPr id="897" name="Straight Connector 896">
              <a:extLst>
                <a:ext uri="{FF2B5EF4-FFF2-40B4-BE49-F238E27FC236}">
                  <a16:creationId xmlns:a16="http://schemas.microsoft.com/office/drawing/2014/main" id="{71A0F43B-001E-55FD-FBC5-5DD135450C00}"/>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98" name="Rectangle 897">
              <a:hlinkHover r:id="" action="ppaction://noaction" highlightClick="1"/>
              <a:extLst>
                <a:ext uri="{FF2B5EF4-FFF2-40B4-BE49-F238E27FC236}">
                  <a16:creationId xmlns:a16="http://schemas.microsoft.com/office/drawing/2014/main" id="{F39CFAFF-4C52-A693-35CB-AB66F74139FA}"/>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99" name="Oval 898">
              <a:extLst>
                <a:ext uri="{FF2B5EF4-FFF2-40B4-BE49-F238E27FC236}">
                  <a16:creationId xmlns:a16="http://schemas.microsoft.com/office/drawing/2014/main" id="{FC554EA9-6683-4E1C-E803-5A656AEFABC5}"/>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0" name="Isosceles Triangle 648">
              <a:extLst>
                <a:ext uri="{FF2B5EF4-FFF2-40B4-BE49-F238E27FC236}">
                  <a16:creationId xmlns:a16="http://schemas.microsoft.com/office/drawing/2014/main" id="{32FDCC0C-34F4-7601-837E-BA553937F440}"/>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70" name="Group 1069">
            <a:extLst>
              <a:ext uri="{FF2B5EF4-FFF2-40B4-BE49-F238E27FC236}">
                <a16:creationId xmlns:a16="http://schemas.microsoft.com/office/drawing/2014/main" id="{BAC48BD0-3813-1E7E-14A2-94850D35D4D7}"/>
              </a:ext>
            </a:extLst>
          </p:cNvPr>
          <p:cNvGrpSpPr/>
          <p:nvPr/>
        </p:nvGrpSpPr>
        <p:grpSpPr>
          <a:xfrm>
            <a:off x="9651074" y="5143363"/>
            <a:ext cx="721206" cy="609701"/>
            <a:chOff x="9651074" y="5143363"/>
            <a:chExt cx="721206" cy="609701"/>
          </a:xfrm>
        </p:grpSpPr>
        <p:sp>
          <p:nvSpPr>
            <p:cNvPr id="1071" name="Rectangle 1070">
              <a:hlinkHover r:id="" action="ppaction://noaction" highlightClick="1"/>
              <a:extLst>
                <a:ext uri="{FF2B5EF4-FFF2-40B4-BE49-F238E27FC236}">
                  <a16:creationId xmlns:a16="http://schemas.microsoft.com/office/drawing/2014/main" id="{843625EE-FF03-D6DC-F9B0-50798D488E00}"/>
                </a:ext>
              </a:extLst>
            </p:cNvPr>
            <p:cNvSpPr/>
            <p:nvPr/>
          </p:nvSpPr>
          <p:spPr>
            <a:xfrm>
              <a:off x="9651074" y="514336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1072" name="Oval 1071">
              <a:extLst>
                <a:ext uri="{FF2B5EF4-FFF2-40B4-BE49-F238E27FC236}">
                  <a16:creationId xmlns:a16="http://schemas.microsoft.com/office/drawing/2014/main" id="{72BD7381-5A9F-EFE4-9539-364827316961}"/>
                </a:ext>
              </a:extLst>
            </p:cNvPr>
            <p:cNvSpPr/>
            <p:nvPr/>
          </p:nvSpPr>
          <p:spPr>
            <a:xfrm>
              <a:off x="10228298" y="515358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3" name="Isosceles Triangle 648">
              <a:extLst>
                <a:ext uri="{FF2B5EF4-FFF2-40B4-BE49-F238E27FC236}">
                  <a16:creationId xmlns:a16="http://schemas.microsoft.com/office/drawing/2014/main" id="{3E68FA7D-5D8A-57EC-0816-9833457C53E5}"/>
                </a:ext>
              </a:extLst>
            </p:cNvPr>
            <p:cNvSpPr/>
            <p:nvPr/>
          </p:nvSpPr>
          <p:spPr>
            <a:xfrm>
              <a:off x="10258423" y="516709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74" name="Group 1073">
            <a:extLst>
              <a:ext uri="{FF2B5EF4-FFF2-40B4-BE49-F238E27FC236}">
                <a16:creationId xmlns:a16="http://schemas.microsoft.com/office/drawing/2014/main" id="{EE5F6572-893A-0D0A-2535-FFD5723988DD}"/>
              </a:ext>
            </a:extLst>
          </p:cNvPr>
          <p:cNvGrpSpPr/>
          <p:nvPr/>
        </p:nvGrpSpPr>
        <p:grpSpPr>
          <a:xfrm>
            <a:off x="8808415" y="5135706"/>
            <a:ext cx="721206" cy="609701"/>
            <a:chOff x="8808415" y="5135706"/>
            <a:chExt cx="721206" cy="609701"/>
          </a:xfrm>
        </p:grpSpPr>
        <p:sp>
          <p:nvSpPr>
            <p:cNvPr id="1075" name="Rectangle 1074">
              <a:hlinkHover r:id="" action="ppaction://noaction" highlightClick="1"/>
              <a:extLst>
                <a:ext uri="{FF2B5EF4-FFF2-40B4-BE49-F238E27FC236}">
                  <a16:creationId xmlns:a16="http://schemas.microsoft.com/office/drawing/2014/main" id="{EA8BCF87-E518-2ACB-AF2F-12F099DE616D}"/>
                </a:ext>
              </a:extLst>
            </p:cNvPr>
            <p:cNvSpPr/>
            <p:nvPr/>
          </p:nvSpPr>
          <p:spPr>
            <a:xfrm>
              <a:off x="8808415" y="513570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1076" name="Oval 1075">
              <a:extLst>
                <a:ext uri="{FF2B5EF4-FFF2-40B4-BE49-F238E27FC236}">
                  <a16:creationId xmlns:a16="http://schemas.microsoft.com/office/drawing/2014/main" id="{C971D874-DF66-E3B5-ACDA-2C1AC4086399}"/>
                </a:ext>
              </a:extLst>
            </p:cNvPr>
            <p:cNvSpPr/>
            <p:nvPr/>
          </p:nvSpPr>
          <p:spPr>
            <a:xfrm>
              <a:off x="9384290" y="514604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7" name="Isosceles Triangle 648">
              <a:extLst>
                <a:ext uri="{FF2B5EF4-FFF2-40B4-BE49-F238E27FC236}">
                  <a16:creationId xmlns:a16="http://schemas.microsoft.com/office/drawing/2014/main" id="{8295FED5-6305-5A20-A862-1ABD605696CB}"/>
                </a:ext>
              </a:extLst>
            </p:cNvPr>
            <p:cNvSpPr/>
            <p:nvPr/>
          </p:nvSpPr>
          <p:spPr>
            <a:xfrm>
              <a:off x="9414415" y="515956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92" name="Group 1091">
            <a:extLst>
              <a:ext uri="{FF2B5EF4-FFF2-40B4-BE49-F238E27FC236}">
                <a16:creationId xmlns:a16="http://schemas.microsoft.com/office/drawing/2014/main" id="{40E39515-F271-8264-117A-50CAA04D9B40}"/>
              </a:ext>
            </a:extLst>
          </p:cNvPr>
          <p:cNvGrpSpPr/>
          <p:nvPr/>
        </p:nvGrpSpPr>
        <p:grpSpPr>
          <a:xfrm>
            <a:off x="9656908" y="1532276"/>
            <a:ext cx="721206" cy="609701"/>
            <a:chOff x="9656908" y="1532276"/>
            <a:chExt cx="721206" cy="609701"/>
          </a:xfrm>
        </p:grpSpPr>
        <p:sp>
          <p:nvSpPr>
            <p:cNvPr id="1093" name="Rectangle 1092">
              <a:extLst>
                <a:ext uri="{FF2B5EF4-FFF2-40B4-BE49-F238E27FC236}">
                  <a16:creationId xmlns:a16="http://schemas.microsoft.com/office/drawing/2014/main" id="{28A3DCC0-FFEF-BBDC-4154-1E427F8168B2}"/>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94" name="Rectangle 1093">
              <a:extLst>
                <a:ext uri="{FF2B5EF4-FFF2-40B4-BE49-F238E27FC236}">
                  <a16:creationId xmlns:a16="http://schemas.microsoft.com/office/drawing/2014/main" id="{59F2BA93-9BA2-3FFF-CD7A-9AAA8DA8069E}"/>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5" name="Oval 15">
              <a:extLst>
                <a:ext uri="{FF2B5EF4-FFF2-40B4-BE49-F238E27FC236}">
                  <a16:creationId xmlns:a16="http://schemas.microsoft.com/office/drawing/2014/main" id="{56B70BED-54F0-0509-F56E-A56E625657FF}"/>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96" name="Straight Connector 1095">
              <a:extLst>
                <a:ext uri="{FF2B5EF4-FFF2-40B4-BE49-F238E27FC236}">
                  <a16:creationId xmlns:a16="http://schemas.microsoft.com/office/drawing/2014/main" id="{64A68CB4-6747-67F3-E12C-5C3C168C6DF6}"/>
                </a:ext>
              </a:extLst>
            </p:cNvPr>
            <p:cNvCxnSpPr>
              <a:cxnSpLocks/>
              <a:stCxn id="1095"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97" name="Straight Connector 1096">
              <a:extLst>
                <a:ext uri="{FF2B5EF4-FFF2-40B4-BE49-F238E27FC236}">
                  <a16:creationId xmlns:a16="http://schemas.microsoft.com/office/drawing/2014/main" id="{94DD4F52-AA67-8D8C-39A2-EDC33A767879}"/>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02" name="Group 1101">
            <a:extLst>
              <a:ext uri="{FF2B5EF4-FFF2-40B4-BE49-F238E27FC236}">
                <a16:creationId xmlns:a16="http://schemas.microsoft.com/office/drawing/2014/main" id="{051957AC-A466-B787-AC65-277F21633E47}"/>
              </a:ext>
            </a:extLst>
          </p:cNvPr>
          <p:cNvGrpSpPr/>
          <p:nvPr/>
        </p:nvGrpSpPr>
        <p:grpSpPr>
          <a:xfrm>
            <a:off x="2102909" y="811556"/>
            <a:ext cx="721206" cy="609701"/>
            <a:chOff x="2102909" y="811556"/>
            <a:chExt cx="721206" cy="609701"/>
          </a:xfrm>
        </p:grpSpPr>
        <p:sp>
          <p:nvSpPr>
            <p:cNvPr id="1103" name="Rectangle 1102">
              <a:extLst>
                <a:ext uri="{FF2B5EF4-FFF2-40B4-BE49-F238E27FC236}">
                  <a16:creationId xmlns:a16="http://schemas.microsoft.com/office/drawing/2014/main" id="{0033CEB3-1AE1-1132-ACA3-9FD193C399D4}"/>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104" name="Rectangle 1103">
              <a:extLst>
                <a:ext uri="{FF2B5EF4-FFF2-40B4-BE49-F238E27FC236}">
                  <a16:creationId xmlns:a16="http://schemas.microsoft.com/office/drawing/2014/main" id="{DD966AB2-5193-7A82-5C0A-D611843C6E6A}"/>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5" name="Oval 15">
              <a:extLst>
                <a:ext uri="{FF2B5EF4-FFF2-40B4-BE49-F238E27FC236}">
                  <a16:creationId xmlns:a16="http://schemas.microsoft.com/office/drawing/2014/main" id="{1CC90D8D-A1F6-ED06-86F6-226EB7204546}"/>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06" name="Straight Connector 1105">
              <a:extLst>
                <a:ext uri="{FF2B5EF4-FFF2-40B4-BE49-F238E27FC236}">
                  <a16:creationId xmlns:a16="http://schemas.microsoft.com/office/drawing/2014/main" id="{5CB35408-16EB-6C59-31EA-FCFA0A9516C2}"/>
                </a:ext>
              </a:extLst>
            </p:cNvPr>
            <p:cNvCxnSpPr>
              <a:cxnSpLocks/>
              <a:stCxn id="1105"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07" name="Straight Connector 1106">
              <a:extLst>
                <a:ext uri="{FF2B5EF4-FFF2-40B4-BE49-F238E27FC236}">
                  <a16:creationId xmlns:a16="http://schemas.microsoft.com/office/drawing/2014/main" id="{735894A6-FB98-93A1-D7DD-16BF579681D2}"/>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08" name="Group 1107">
            <a:extLst>
              <a:ext uri="{FF2B5EF4-FFF2-40B4-BE49-F238E27FC236}">
                <a16:creationId xmlns:a16="http://schemas.microsoft.com/office/drawing/2014/main" id="{B8229BD5-F795-E92E-3E1C-C9AC9C5ED743}"/>
              </a:ext>
            </a:extLst>
          </p:cNvPr>
          <p:cNvGrpSpPr/>
          <p:nvPr/>
        </p:nvGrpSpPr>
        <p:grpSpPr>
          <a:xfrm>
            <a:off x="4618174" y="5130744"/>
            <a:ext cx="721893" cy="609702"/>
            <a:chOff x="4618174" y="5130744"/>
            <a:chExt cx="721893" cy="609702"/>
          </a:xfrm>
        </p:grpSpPr>
        <p:sp>
          <p:nvSpPr>
            <p:cNvPr id="1109" name="Rectangle 1108">
              <a:hlinkHover r:id="" action="ppaction://noaction" highlightClick="1"/>
              <a:extLst>
                <a:ext uri="{FF2B5EF4-FFF2-40B4-BE49-F238E27FC236}">
                  <a16:creationId xmlns:a16="http://schemas.microsoft.com/office/drawing/2014/main" id="{8276E6BB-7294-E89A-C442-34A424280DE4}"/>
                </a:ext>
              </a:extLst>
            </p:cNvPr>
            <p:cNvSpPr/>
            <p:nvPr/>
          </p:nvSpPr>
          <p:spPr>
            <a:xfrm>
              <a:off x="4618174" y="5130746"/>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1110" name="Group 1109">
              <a:extLst>
                <a:ext uri="{FF2B5EF4-FFF2-40B4-BE49-F238E27FC236}">
                  <a16:creationId xmlns:a16="http://schemas.microsoft.com/office/drawing/2014/main" id="{BE861FB9-A129-B705-6164-79E8444EE4E0}"/>
                </a:ext>
              </a:extLst>
            </p:cNvPr>
            <p:cNvGrpSpPr/>
            <p:nvPr/>
          </p:nvGrpSpPr>
          <p:grpSpPr>
            <a:xfrm>
              <a:off x="5210161" y="5130744"/>
              <a:ext cx="129906" cy="127894"/>
              <a:chOff x="1040599" y="2550516"/>
              <a:chExt cx="157050" cy="157050"/>
            </a:xfrm>
          </p:grpSpPr>
          <p:sp>
            <p:nvSpPr>
              <p:cNvPr id="1111" name="Diamond 1110">
                <a:extLst>
                  <a:ext uri="{FF2B5EF4-FFF2-40B4-BE49-F238E27FC236}">
                    <a16:creationId xmlns:a16="http://schemas.microsoft.com/office/drawing/2014/main" id="{116EA827-5738-7715-1316-D5D8755EE7E6}"/>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2" name="Oval 1111">
                <a:extLst>
                  <a:ext uri="{FF2B5EF4-FFF2-40B4-BE49-F238E27FC236}">
                    <a16:creationId xmlns:a16="http://schemas.microsoft.com/office/drawing/2014/main" id="{B0B1356D-806A-30CE-18C1-06C82B3E0C84}"/>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13" name="Group 1112">
            <a:extLst>
              <a:ext uri="{FF2B5EF4-FFF2-40B4-BE49-F238E27FC236}">
                <a16:creationId xmlns:a16="http://schemas.microsoft.com/office/drawing/2014/main" id="{D2E251D4-71A6-7FB9-C1F4-C067045687D2}"/>
              </a:ext>
            </a:extLst>
          </p:cNvPr>
          <p:cNvGrpSpPr/>
          <p:nvPr/>
        </p:nvGrpSpPr>
        <p:grpSpPr>
          <a:xfrm>
            <a:off x="7125831" y="5143364"/>
            <a:ext cx="721206" cy="609701"/>
            <a:chOff x="7125831" y="5143364"/>
            <a:chExt cx="721206" cy="609701"/>
          </a:xfrm>
        </p:grpSpPr>
        <p:sp>
          <p:nvSpPr>
            <p:cNvPr id="1114" name="Rectangle 1113">
              <a:hlinkHover r:id="" action="ppaction://noaction" highlightClick="1"/>
              <a:extLst>
                <a:ext uri="{FF2B5EF4-FFF2-40B4-BE49-F238E27FC236}">
                  <a16:creationId xmlns:a16="http://schemas.microsoft.com/office/drawing/2014/main" id="{B39AFA0B-C25F-BA19-03CB-6F06F5DAC204}"/>
                </a:ext>
              </a:extLst>
            </p:cNvPr>
            <p:cNvSpPr/>
            <p:nvPr/>
          </p:nvSpPr>
          <p:spPr>
            <a:xfrm>
              <a:off x="7125831" y="514336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1115" name="Oval 1114">
              <a:extLst>
                <a:ext uri="{FF2B5EF4-FFF2-40B4-BE49-F238E27FC236}">
                  <a16:creationId xmlns:a16="http://schemas.microsoft.com/office/drawing/2014/main" id="{D8012F11-D9BF-43CE-3B73-1EF656AD56C6}"/>
                </a:ext>
              </a:extLst>
            </p:cNvPr>
            <p:cNvSpPr/>
            <p:nvPr/>
          </p:nvSpPr>
          <p:spPr>
            <a:xfrm>
              <a:off x="7704680" y="515358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6" name="Isosceles Triangle 648">
              <a:extLst>
                <a:ext uri="{FF2B5EF4-FFF2-40B4-BE49-F238E27FC236}">
                  <a16:creationId xmlns:a16="http://schemas.microsoft.com/office/drawing/2014/main" id="{2DFF1F04-43A1-056B-6997-091DB46C0CAE}"/>
                </a:ext>
              </a:extLst>
            </p:cNvPr>
            <p:cNvSpPr/>
            <p:nvPr/>
          </p:nvSpPr>
          <p:spPr>
            <a:xfrm>
              <a:off x="7734804" y="516709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17" name="Group 1116">
            <a:extLst>
              <a:ext uri="{FF2B5EF4-FFF2-40B4-BE49-F238E27FC236}">
                <a16:creationId xmlns:a16="http://schemas.microsoft.com/office/drawing/2014/main" id="{3F97C7F5-5BF6-9464-E5E6-A6D2164FCA65}"/>
              </a:ext>
            </a:extLst>
          </p:cNvPr>
          <p:cNvGrpSpPr/>
          <p:nvPr/>
        </p:nvGrpSpPr>
        <p:grpSpPr>
          <a:xfrm>
            <a:off x="10506599" y="811556"/>
            <a:ext cx="721206" cy="609701"/>
            <a:chOff x="10506599" y="811556"/>
            <a:chExt cx="721206" cy="609701"/>
          </a:xfrm>
        </p:grpSpPr>
        <p:sp>
          <p:nvSpPr>
            <p:cNvPr id="1118" name="Rectangle 1117">
              <a:extLst>
                <a:ext uri="{FF2B5EF4-FFF2-40B4-BE49-F238E27FC236}">
                  <a16:creationId xmlns:a16="http://schemas.microsoft.com/office/drawing/2014/main" id="{49696690-D916-5D50-07AD-658F651BCFBC}"/>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119" name="Rectangle 1118">
              <a:extLst>
                <a:ext uri="{FF2B5EF4-FFF2-40B4-BE49-F238E27FC236}">
                  <a16:creationId xmlns:a16="http://schemas.microsoft.com/office/drawing/2014/main" id="{8EC67211-F39B-07C2-1DB7-A2314C498D41}"/>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0" name="Oval 15">
              <a:extLst>
                <a:ext uri="{FF2B5EF4-FFF2-40B4-BE49-F238E27FC236}">
                  <a16:creationId xmlns:a16="http://schemas.microsoft.com/office/drawing/2014/main" id="{3CF28E72-0687-E400-4CF4-EF0D06CFAA69}"/>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21" name="Straight Connector 1120">
              <a:extLst>
                <a:ext uri="{FF2B5EF4-FFF2-40B4-BE49-F238E27FC236}">
                  <a16:creationId xmlns:a16="http://schemas.microsoft.com/office/drawing/2014/main" id="{51FA843C-1ABB-C43C-1AEE-2E49EA77702D}"/>
                </a:ext>
              </a:extLst>
            </p:cNvPr>
            <p:cNvCxnSpPr>
              <a:cxnSpLocks/>
              <a:stCxn id="1120"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22" name="Straight Connector 1121">
              <a:extLst>
                <a:ext uri="{FF2B5EF4-FFF2-40B4-BE49-F238E27FC236}">
                  <a16:creationId xmlns:a16="http://schemas.microsoft.com/office/drawing/2014/main" id="{230D3FBD-DBF9-DF9A-04D0-D1F5371CBDBB}"/>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23" name="Group 1122">
            <a:extLst>
              <a:ext uri="{FF2B5EF4-FFF2-40B4-BE49-F238E27FC236}">
                <a16:creationId xmlns:a16="http://schemas.microsoft.com/office/drawing/2014/main" id="{09269C55-5177-EC93-73A1-45FFB35121F4}"/>
              </a:ext>
            </a:extLst>
          </p:cNvPr>
          <p:cNvGrpSpPr/>
          <p:nvPr/>
        </p:nvGrpSpPr>
        <p:grpSpPr>
          <a:xfrm>
            <a:off x="3775041" y="5130129"/>
            <a:ext cx="721893" cy="609702"/>
            <a:chOff x="3775041" y="5130129"/>
            <a:chExt cx="721893" cy="609702"/>
          </a:xfrm>
        </p:grpSpPr>
        <p:sp>
          <p:nvSpPr>
            <p:cNvPr id="1124" name="Rectangle 1123">
              <a:hlinkHover r:id="" action="ppaction://noaction" highlightClick="1"/>
              <a:extLst>
                <a:ext uri="{FF2B5EF4-FFF2-40B4-BE49-F238E27FC236}">
                  <a16:creationId xmlns:a16="http://schemas.microsoft.com/office/drawing/2014/main" id="{C1611CEC-D418-9348-B3A1-65B72600956E}"/>
                </a:ext>
              </a:extLst>
            </p:cNvPr>
            <p:cNvSpPr/>
            <p:nvPr/>
          </p:nvSpPr>
          <p:spPr>
            <a:xfrm>
              <a:off x="3775041" y="5130131"/>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1125" name="Group 1124">
              <a:extLst>
                <a:ext uri="{FF2B5EF4-FFF2-40B4-BE49-F238E27FC236}">
                  <a16:creationId xmlns:a16="http://schemas.microsoft.com/office/drawing/2014/main" id="{6CDBE945-F20A-A9E4-1BC4-CE060C61BA37}"/>
                </a:ext>
              </a:extLst>
            </p:cNvPr>
            <p:cNvGrpSpPr/>
            <p:nvPr/>
          </p:nvGrpSpPr>
          <p:grpSpPr>
            <a:xfrm>
              <a:off x="4367028" y="5130129"/>
              <a:ext cx="129906" cy="127894"/>
              <a:chOff x="1040599" y="2550516"/>
              <a:chExt cx="157050" cy="157050"/>
            </a:xfrm>
          </p:grpSpPr>
          <p:sp>
            <p:nvSpPr>
              <p:cNvPr id="1126" name="Diamond 1125">
                <a:extLst>
                  <a:ext uri="{FF2B5EF4-FFF2-40B4-BE49-F238E27FC236}">
                    <a16:creationId xmlns:a16="http://schemas.microsoft.com/office/drawing/2014/main" id="{8E3DC34C-7676-D005-525D-80440E6196C8}"/>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7" name="Oval 1126">
                <a:extLst>
                  <a:ext uri="{FF2B5EF4-FFF2-40B4-BE49-F238E27FC236}">
                    <a16:creationId xmlns:a16="http://schemas.microsoft.com/office/drawing/2014/main" id="{99E8D77E-0BF5-2895-636D-A4CF5B50E84C}"/>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 name="Group 7">
            <a:extLst>
              <a:ext uri="{FF2B5EF4-FFF2-40B4-BE49-F238E27FC236}">
                <a16:creationId xmlns:a16="http://schemas.microsoft.com/office/drawing/2014/main" id="{968AC385-A19B-9225-C25C-E51DB7C88E54}"/>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5D5E5E5F-7B6D-3B39-04F2-DADBAC5F2E57}"/>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49541758-CDEB-1FBB-35C2-377B84C8E237}"/>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02CFC346-786B-367A-F621-36ADFE6386D0}"/>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2060C29F-13B9-0A1D-C4CB-2248935ADFC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B9C19186-A1B4-BEB4-B8C0-AE5AA1DF206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71712731-C315-AA15-CE16-43A2A5F50896}"/>
              </a:ext>
            </a:extLst>
          </p:cNvPr>
          <p:cNvGrpSpPr/>
          <p:nvPr/>
        </p:nvGrpSpPr>
        <p:grpSpPr>
          <a:xfrm>
            <a:off x="4615774" y="3698231"/>
            <a:ext cx="721206" cy="609701"/>
            <a:chOff x="4615774" y="3698231"/>
            <a:chExt cx="721206" cy="609701"/>
          </a:xfrm>
        </p:grpSpPr>
        <p:sp>
          <p:nvSpPr>
            <p:cNvPr id="15" name="Rectangle 14">
              <a:hlinkHover r:id="" action="ppaction://noaction" highlightClick="1"/>
              <a:extLst>
                <a:ext uri="{FF2B5EF4-FFF2-40B4-BE49-F238E27FC236}">
                  <a16:creationId xmlns:a16="http://schemas.microsoft.com/office/drawing/2014/main" id="{B227E3C7-1AA7-D0E9-C86F-C3989AD684E0}"/>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AAC7E3EE-E1DD-2386-FB9E-F4822B2E0623}"/>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1380073F-D3CF-4813-B807-579E34D3CD21}"/>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7" name="Group 26">
            <a:extLst>
              <a:ext uri="{FF2B5EF4-FFF2-40B4-BE49-F238E27FC236}">
                <a16:creationId xmlns:a16="http://schemas.microsoft.com/office/drawing/2014/main" id="{BD69BB76-67BF-FEEC-DC51-449E0550A4BD}"/>
              </a:ext>
            </a:extLst>
          </p:cNvPr>
          <p:cNvGrpSpPr/>
          <p:nvPr/>
        </p:nvGrpSpPr>
        <p:grpSpPr>
          <a:xfrm>
            <a:off x="2100392" y="4419620"/>
            <a:ext cx="721206" cy="609701"/>
            <a:chOff x="2100392" y="4419620"/>
            <a:chExt cx="721206" cy="609701"/>
          </a:xfrm>
        </p:grpSpPr>
        <p:sp>
          <p:nvSpPr>
            <p:cNvPr id="28" name="Rectangle 27">
              <a:extLst>
                <a:ext uri="{FF2B5EF4-FFF2-40B4-BE49-F238E27FC236}">
                  <a16:creationId xmlns:a16="http://schemas.microsoft.com/office/drawing/2014/main" id="{CA9F8BFB-B535-77EE-A078-6FC3EC3C175A}"/>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9" name="Right Triangle 28">
              <a:extLst>
                <a:ext uri="{FF2B5EF4-FFF2-40B4-BE49-F238E27FC236}">
                  <a16:creationId xmlns:a16="http://schemas.microsoft.com/office/drawing/2014/main" id="{16E3D75C-9BD3-C233-4725-CF24BA20DAA8}"/>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0" name="Group 29">
              <a:extLst>
                <a:ext uri="{FF2B5EF4-FFF2-40B4-BE49-F238E27FC236}">
                  <a16:creationId xmlns:a16="http://schemas.microsoft.com/office/drawing/2014/main" id="{B11D0345-BC64-08CE-FFFA-2F8978D4A474}"/>
                </a:ext>
              </a:extLst>
            </p:cNvPr>
            <p:cNvGrpSpPr/>
            <p:nvPr/>
          </p:nvGrpSpPr>
          <p:grpSpPr>
            <a:xfrm>
              <a:off x="2769856" y="4434450"/>
              <a:ext cx="37817" cy="61390"/>
              <a:chOff x="3883481" y="2057400"/>
              <a:chExt cx="1608363" cy="2652031"/>
            </a:xfrm>
            <a:solidFill>
              <a:srgbClr val="A6A6A6">
                <a:alpha val="20000"/>
              </a:srgbClr>
            </a:solidFill>
          </p:grpSpPr>
          <p:sp>
            <p:nvSpPr>
              <p:cNvPr id="31" name="Oval 27">
                <a:extLst>
                  <a:ext uri="{FF2B5EF4-FFF2-40B4-BE49-F238E27FC236}">
                    <a16:creationId xmlns:a16="http://schemas.microsoft.com/office/drawing/2014/main" id="{13A0A383-A917-0DB6-C081-107AD88B1D7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4" name="Oval 28">
                <a:extLst>
                  <a:ext uri="{FF2B5EF4-FFF2-40B4-BE49-F238E27FC236}">
                    <a16:creationId xmlns:a16="http://schemas.microsoft.com/office/drawing/2014/main" id="{DF85C8CD-21A2-FC44-CE9A-08B0AA7CACC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7" name="Group 36">
            <a:extLst>
              <a:ext uri="{FF2B5EF4-FFF2-40B4-BE49-F238E27FC236}">
                <a16:creationId xmlns:a16="http://schemas.microsoft.com/office/drawing/2014/main" id="{EE7E02BE-D8D4-B48E-276C-2EC5BD7E6372}"/>
              </a:ext>
            </a:extLst>
          </p:cNvPr>
          <p:cNvGrpSpPr/>
          <p:nvPr/>
        </p:nvGrpSpPr>
        <p:grpSpPr>
          <a:xfrm>
            <a:off x="10525295" y="86756"/>
            <a:ext cx="721206" cy="609701"/>
            <a:chOff x="10520479" y="90836"/>
            <a:chExt cx="721206" cy="609701"/>
          </a:xfrm>
        </p:grpSpPr>
        <p:sp>
          <p:nvSpPr>
            <p:cNvPr id="38" name="Rectangle 37">
              <a:hlinkHover r:id="" action="ppaction://noaction" highlightClick="1"/>
              <a:extLst>
                <a:ext uri="{FF2B5EF4-FFF2-40B4-BE49-F238E27FC236}">
                  <a16:creationId xmlns:a16="http://schemas.microsoft.com/office/drawing/2014/main" id="{BFEFCD0E-4E76-5F4F-88ED-70CEFCD20677}"/>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41" name="Oval 40">
              <a:extLst>
                <a:ext uri="{FF2B5EF4-FFF2-40B4-BE49-F238E27FC236}">
                  <a16:creationId xmlns:a16="http://schemas.microsoft.com/office/drawing/2014/main" id="{81B7B973-32D4-E48E-6EC1-82DAABF934D2}"/>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 name="Isosceles Triangle 648">
              <a:extLst>
                <a:ext uri="{FF2B5EF4-FFF2-40B4-BE49-F238E27FC236}">
                  <a16:creationId xmlns:a16="http://schemas.microsoft.com/office/drawing/2014/main" id="{1B7291B2-AB83-9DB2-E979-9164FB7B85AE}"/>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 name="Group 42">
            <a:extLst>
              <a:ext uri="{FF2B5EF4-FFF2-40B4-BE49-F238E27FC236}">
                <a16:creationId xmlns:a16="http://schemas.microsoft.com/office/drawing/2014/main" id="{659C58CF-4685-BBF1-AE3B-72B2471AFA1C}"/>
              </a:ext>
            </a:extLst>
          </p:cNvPr>
          <p:cNvGrpSpPr/>
          <p:nvPr/>
        </p:nvGrpSpPr>
        <p:grpSpPr>
          <a:xfrm>
            <a:off x="8807246" y="1508831"/>
            <a:ext cx="721206" cy="609701"/>
            <a:chOff x="8807246" y="1532278"/>
            <a:chExt cx="721206" cy="609701"/>
          </a:xfrm>
        </p:grpSpPr>
        <p:sp>
          <p:nvSpPr>
            <p:cNvPr id="44" name="Rectangle 43">
              <a:hlinkHover r:id="" action="ppaction://noaction" highlightClick="1"/>
              <a:extLst>
                <a:ext uri="{FF2B5EF4-FFF2-40B4-BE49-F238E27FC236}">
                  <a16:creationId xmlns:a16="http://schemas.microsoft.com/office/drawing/2014/main" id="{9B4CCC07-8B96-4ADB-5AB8-F2E4BE7D1E78}"/>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45" name="Oval 44">
              <a:extLst>
                <a:ext uri="{FF2B5EF4-FFF2-40B4-BE49-F238E27FC236}">
                  <a16:creationId xmlns:a16="http://schemas.microsoft.com/office/drawing/2014/main" id="{8925C0ED-3201-B52C-7E1A-06A9C3F103C8}"/>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 name="Isosceles Triangle 648">
              <a:extLst>
                <a:ext uri="{FF2B5EF4-FFF2-40B4-BE49-F238E27FC236}">
                  <a16:creationId xmlns:a16="http://schemas.microsoft.com/office/drawing/2014/main" id="{DB71E396-105A-4046-9E2D-AB3DC5214048}"/>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9" name="Group 68">
            <a:extLst>
              <a:ext uri="{FF2B5EF4-FFF2-40B4-BE49-F238E27FC236}">
                <a16:creationId xmlns:a16="http://schemas.microsoft.com/office/drawing/2014/main" id="{1977EEE5-33E7-4ED4-4730-5C78B04E10DF}"/>
              </a:ext>
            </a:extLst>
          </p:cNvPr>
          <p:cNvGrpSpPr/>
          <p:nvPr/>
        </p:nvGrpSpPr>
        <p:grpSpPr>
          <a:xfrm>
            <a:off x="3776512" y="2957185"/>
            <a:ext cx="724130" cy="609701"/>
            <a:chOff x="3776512" y="2974053"/>
            <a:chExt cx="724130" cy="609701"/>
          </a:xfrm>
        </p:grpSpPr>
        <p:sp>
          <p:nvSpPr>
            <p:cNvPr id="70" name="Rectangle 69">
              <a:extLst>
                <a:ext uri="{FF2B5EF4-FFF2-40B4-BE49-F238E27FC236}">
                  <a16:creationId xmlns:a16="http://schemas.microsoft.com/office/drawing/2014/main" id="{282E114B-3795-05B1-5236-C6F60A1E7887}"/>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71" name="Right Triangle 70">
              <a:extLst>
                <a:ext uri="{FF2B5EF4-FFF2-40B4-BE49-F238E27FC236}">
                  <a16:creationId xmlns:a16="http://schemas.microsoft.com/office/drawing/2014/main" id="{32BC1AD6-DF13-A29E-7284-89373C3995A6}"/>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9" name="Group 98">
              <a:extLst>
                <a:ext uri="{FF2B5EF4-FFF2-40B4-BE49-F238E27FC236}">
                  <a16:creationId xmlns:a16="http://schemas.microsoft.com/office/drawing/2014/main" id="{624B8847-BA44-B176-D7A6-280ED9C9E785}"/>
                </a:ext>
              </a:extLst>
            </p:cNvPr>
            <p:cNvGrpSpPr/>
            <p:nvPr/>
          </p:nvGrpSpPr>
          <p:grpSpPr>
            <a:xfrm>
              <a:off x="4450061" y="2982574"/>
              <a:ext cx="37817" cy="61390"/>
              <a:chOff x="3883481" y="2057400"/>
              <a:chExt cx="1608363" cy="2652031"/>
            </a:xfrm>
            <a:solidFill>
              <a:srgbClr val="A6A6A6">
                <a:alpha val="20000"/>
              </a:srgbClr>
            </a:solidFill>
          </p:grpSpPr>
          <p:sp>
            <p:nvSpPr>
              <p:cNvPr id="108" name="Oval 27">
                <a:extLst>
                  <a:ext uri="{FF2B5EF4-FFF2-40B4-BE49-F238E27FC236}">
                    <a16:creationId xmlns:a16="http://schemas.microsoft.com/office/drawing/2014/main" id="{6BB6F8D1-F41B-D4B5-69E1-4EA2D3D5D3B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9" name="Oval 28">
                <a:extLst>
                  <a:ext uri="{FF2B5EF4-FFF2-40B4-BE49-F238E27FC236}">
                    <a16:creationId xmlns:a16="http://schemas.microsoft.com/office/drawing/2014/main" id="{B8FF2067-DB5E-CF08-8B0F-5F53022DB50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1" name="Group 130">
            <a:extLst>
              <a:ext uri="{FF2B5EF4-FFF2-40B4-BE49-F238E27FC236}">
                <a16:creationId xmlns:a16="http://schemas.microsoft.com/office/drawing/2014/main" id="{CB41276C-6625-B4D0-8FB2-8F082B086A51}"/>
              </a:ext>
            </a:extLst>
          </p:cNvPr>
          <p:cNvGrpSpPr/>
          <p:nvPr/>
        </p:nvGrpSpPr>
        <p:grpSpPr>
          <a:xfrm>
            <a:off x="11356238" y="1532276"/>
            <a:ext cx="721206" cy="609701"/>
            <a:chOff x="11356238" y="1532276"/>
            <a:chExt cx="721206" cy="609701"/>
          </a:xfrm>
        </p:grpSpPr>
        <p:sp>
          <p:nvSpPr>
            <p:cNvPr id="132" name="Rectangle 131">
              <a:hlinkHover r:id="" action="ppaction://noaction" highlightClick="1"/>
              <a:extLst>
                <a:ext uri="{FF2B5EF4-FFF2-40B4-BE49-F238E27FC236}">
                  <a16:creationId xmlns:a16="http://schemas.microsoft.com/office/drawing/2014/main" id="{E1D8C1BB-1FEE-295C-787A-8D93E6C95C71}"/>
                </a:ext>
              </a:extLst>
            </p:cNvPr>
            <p:cNvSpPr/>
            <p:nvPr/>
          </p:nvSpPr>
          <p:spPr>
            <a:xfrm>
              <a:off x="11356238"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133" name="Oval 132">
              <a:extLst>
                <a:ext uri="{FF2B5EF4-FFF2-40B4-BE49-F238E27FC236}">
                  <a16:creationId xmlns:a16="http://schemas.microsoft.com/office/drawing/2014/main" id="{D04BB70D-0E44-9131-79DC-00DDB620847B}"/>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Isosceles Triangle 648">
              <a:extLst>
                <a:ext uri="{FF2B5EF4-FFF2-40B4-BE49-F238E27FC236}">
                  <a16:creationId xmlns:a16="http://schemas.microsoft.com/office/drawing/2014/main" id="{8C2A3D81-92D5-6C11-EB4E-1F9635013B8B}"/>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3" name="Group 142">
            <a:extLst>
              <a:ext uri="{FF2B5EF4-FFF2-40B4-BE49-F238E27FC236}">
                <a16:creationId xmlns:a16="http://schemas.microsoft.com/office/drawing/2014/main" id="{AEF7476F-A3AD-8051-9581-5576545DCA9F}"/>
              </a:ext>
            </a:extLst>
          </p:cNvPr>
          <p:cNvGrpSpPr/>
          <p:nvPr/>
        </p:nvGrpSpPr>
        <p:grpSpPr>
          <a:xfrm>
            <a:off x="2934662" y="5148220"/>
            <a:ext cx="724130" cy="609701"/>
            <a:chOff x="4615448" y="2974053"/>
            <a:chExt cx="724130" cy="609701"/>
          </a:xfrm>
        </p:grpSpPr>
        <p:sp>
          <p:nvSpPr>
            <p:cNvPr id="144" name="Rectangle 143">
              <a:extLst>
                <a:ext uri="{FF2B5EF4-FFF2-40B4-BE49-F238E27FC236}">
                  <a16:creationId xmlns:a16="http://schemas.microsoft.com/office/drawing/2014/main" id="{0FE288BE-E90F-5EA1-5F05-345A0BC131B8}"/>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45" name="Right Triangle 144">
              <a:extLst>
                <a:ext uri="{FF2B5EF4-FFF2-40B4-BE49-F238E27FC236}">
                  <a16:creationId xmlns:a16="http://schemas.microsoft.com/office/drawing/2014/main" id="{CEFB9EDF-A7D9-C8DE-090F-79961BBE519A}"/>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46" name="Group 145">
              <a:extLst>
                <a:ext uri="{FF2B5EF4-FFF2-40B4-BE49-F238E27FC236}">
                  <a16:creationId xmlns:a16="http://schemas.microsoft.com/office/drawing/2014/main" id="{A9987958-B67B-18E9-AFC1-8B2837904FE5}"/>
                </a:ext>
              </a:extLst>
            </p:cNvPr>
            <p:cNvGrpSpPr/>
            <p:nvPr/>
          </p:nvGrpSpPr>
          <p:grpSpPr>
            <a:xfrm>
              <a:off x="5288997" y="2982574"/>
              <a:ext cx="37817" cy="61390"/>
              <a:chOff x="3883481" y="2057400"/>
              <a:chExt cx="1608363" cy="2652031"/>
            </a:xfrm>
            <a:solidFill>
              <a:srgbClr val="A6A6A6">
                <a:alpha val="20000"/>
              </a:srgbClr>
            </a:solidFill>
          </p:grpSpPr>
          <p:sp>
            <p:nvSpPr>
              <p:cNvPr id="147" name="Oval 27">
                <a:extLst>
                  <a:ext uri="{FF2B5EF4-FFF2-40B4-BE49-F238E27FC236}">
                    <a16:creationId xmlns:a16="http://schemas.microsoft.com/office/drawing/2014/main" id="{DE356A8E-4D53-4A5B-6CA3-56B1CB6CF1F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8" name="Oval 28">
                <a:extLst>
                  <a:ext uri="{FF2B5EF4-FFF2-40B4-BE49-F238E27FC236}">
                    <a16:creationId xmlns:a16="http://schemas.microsoft.com/office/drawing/2014/main" id="{837C771B-B30D-3F5D-1370-46DE30254E8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9" name="Group 148">
            <a:extLst>
              <a:ext uri="{FF2B5EF4-FFF2-40B4-BE49-F238E27FC236}">
                <a16:creationId xmlns:a16="http://schemas.microsoft.com/office/drawing/2014/main" id="{B08DEF49-3A49-3D65-8BD2-5FBB86A84AC0}"/>
              </a:ext>
            </a:extLst>
          </p:cNvPr>
          <p:cNvGrpSpPr/>
          <p:nvPr/>
        </p:nvGrpSpPr>
        <p:grpSpPr>
          <a:xfrm>
            <a:off x="11355832" y="5140982"/>
            <a:ext cx="721220" cy="609701"/>
            <a:chOff x="9656903" y="2253333"/>
            <a:chExt cx="721220" cy="609701"/>
          </a:xfrm>
        </p:grpSpPr>
        <p:sp>
          <p:nvSpPr>
            <p:cNvPr id="150" name="Rectangle 149">
              <a:hlinkHover r:id="" action="ppaction://noaction" highlightClick="1"/>
              <a:extLst>
                <a:ext uri="{FF2B5EF4-FFF2-40B4-BE49-F238E27FC236}">
                  <a16:creationId xmlns:a16="http://schemas.microsoft.com/office/drawing/2014/main" id="{0E1A024D-A799-10B4-7A7D-1FD33C8E3028}"/>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1" name="Rectangle 150">
              <a:extLst>
                <a:ext uri="{FF2B5EF4-FFF2-40B4-BE49-F238E27FC236}">
                  <a16:creationId xmlns:a16="http://schemas.microsoft.com/office/drawing/2014/main" id="{4F62DAC5-8B37-8D72-7991-8D6F67E4F876}"/>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2" name="Oval 15">
              <a:extLst>
                <a:ext uri="{FF2B5EF4-FFF2-40B4-BE49-F238E27FC236}">
                  <a16:creationId xmlns:a16="http://schemas.microsoft.com/office/drawing/2014/main" id="{FCC12D8B-8ACD-7332-AEF8-22BCBC5223E8}"/>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3" name="Straight Connector 152">
              <a:extLst>
                <a:ext uri="{FF2B5EF4-FFF2-40B4-BE49-F238E27FC236}">
                  <a16:creationId xmlns:a16="http://schemas.microsoft.com/office/drawing/2014/main" id="{6DC47514-C8C5-D226-E623-7829EC9FD32B}"/>
                </a:ext>
              </a:extLst>
            </p:cNvPr>
            <p:cNvCxnSpPr>
              <a:cxnSpLocks/>
              <a:stCxn id="152"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4" name="Straight Connector 153">
              <a:extLst>
                <a:ext uri="{FF2B5EF4-FFF2-40B4-BE49-F238E27FC236}">
                  <a16:creationId xmlns:a16="http://schemas.microsoft.com/office/drawing/2014/main" id="{3EF01221-3966-350A-3D04-8D96405D0DEE}"/>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5" name="Group 154">
            <a:extLst>
              <a:ext uri="{FF2B5EF4-FFF2-40B4-BE49-F238E27FC236}">
                <a16:creationId xmlns:a16="http://schemas.microsoft.com/office/drawing/2014/main" id="{D50CDFE4-F4E9-9974-9A63-78AF5E309804}"/>
              </a:ext>
            </a:extLst>
          </p:cNvPr>
          <p:cNvGrpSpPr/>
          <p:nvPr/>
        </p:nvGrpSpPr>
        <p:grpSpPr>
          <a:xfrm>
            <a:off x="9656908" y="2253333"/>
            <a:ext cx="721206" cy="609701"/>
            <a:chOff x="9656908" y="2253333"/>
            <a:chExt cx="721206" cy="609701"/>
          </a:xfrm>
        </p:grpSpPr>
        <p:sp>
          <p:nvSpPr>
            <p:cNvPr id="156" name="Rectangle 155">
              <a:hlinkHover r:id="" action="ppaction://noaction" highlightClick="1"/>
              <a:extLst>
                <a:ext uri="{FF2B5EF4-FFF2-40B4-BE49-F238E27FC236}">
                  <a16:creationId xmlns:a16="http://schemas.microsoft.com/office/drawing/2014/main" id="{3AA5D683-28F7-3EF9-BC9C-9FC0E4C228C4}"/>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57" name="Rectangle 156">
              <a:extLst>
                <a:ext uri="{FF2B5EF4-FFF2-40B4-BE49-F238E27FC236}">
                  <a16:creationId xmlns:a16="http://schemas.microsoft.com/office/drawing/2014/main" id="{056BDC48-A392-54AD-8A63-FBFE5D48FC20}"/>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Oval 15">
              <a:extLst>
                <a:ext uri="{FF2B5EF4-FFF2-40B4-BE49-F238E27FC236}">
                  <a16:creationId xmlns:a16="http://schemas.microsoft.com/office/drawing/2014/main" id="{0C82354A-A8FD-19FF-9AC1-912447DCF727}"/>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9" name="Straight Connector 158">
              <a:extLst>
                <a:ext uri="{FF2B5EF4-FFF2-40B4-BE49-F238E27FC236}">
                  <a16:creationId xmlns:a16="http://schemas.microsoft.com/office/drawing/2014/main" id="{1A1296A2-61E9-7C42-9215-89292EE1DE21}"/>
                </a:ext>
              </a:extLst>
            </p:cNvPr>
            <p:cNvCxnSpPr>
              <a:cxnSpLocks/>
              <a:stCxn id="158"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0" name="Straight Connector 159">
              <a:extLst>
                <a:ext uri="{FF2B5EF4-FFF2-40B4-BE49-F238E27FC236}">
                  <a16:creationId xmlns:a16="http://schemas.microsoft.com/office/drawing/2014/main" id="{638AD708-C820-6BA9-F113-BBF0EA9FA7E1}"/>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1" name="Group 160">
            <a:extLst>
              <a:ext uri="{FF2B5EF4-FFF2-40B4-BE49-F238E27FC236}">
                <a16:creationId xmlns:a16="http://schemas.microsoft.com/office/drawing/2014/main" id="{C4A2E7B0-2CE2-4D3E-E4FF-E1057A0F3FDC}"/>
              </a:ext>
            </a:extLst>
          </p:cNvPr>
          <p:cNvGrpSpPr/>
          <p:nvPr/>
        </p:nvGrpSpPr>
        <p:grpSpPr>
          <a:xfrm>
            <a:off x="8808980" y="2268701"/>
            <a:ext cx="721206" cy="609701"/>
            <a:chOff x="11356238" y="2253333"/>
            <a:chExt cx="721206" cy="609701"/>
          </a:xfrm>
        </p:grpSpPr>
        <p:sp>
          <p:nvSpPr>
            <p:cNvPr id="162" name="Rectangle 161">
              <a:hlinkHover r:id="" action="ppaction://noaction" highlightClick="1"/>
              <a:extLst>
                <a:ext uri="{FF2B5EF4-FFF2-40B4-BE49-F238E27FC236}">
                  <a16:creationId xmlns:a16="http://schemas.microsoft.com/office/drawing/2014/main" id="{4D36B3E9-5B10-0CCF-6931-CFC34568FC1B}"/>
                </a:ext>
              </a:extLst>
            </p:cNvPr>
            <p:cNvSpPr/>
            <p:nvPr/>
          </p:nvSpPr>
          <p:spPr>
            <a:xfrm>
              <a:off x="11356238" y="225333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63" name="Oval 162">
              <a:extLst>
                <a:ext uri="{FF2B5EF4-FFF2-40B4-BE49-F238E27FC236}">
                  <a16:creationId xmlns:a16="http://schemas.microsoft.com/office/drawing/2014/main" id="{BF909758-801B-C108-87A1-A2AA14355524}"/>
                </a:ext>
              </a:extLst>
            </p:cNvPr>
            <p:cNvSpPr/>
            <p:nvPr/>
          </p:nvSpPr>
          <p:spPr>
            <a:xfrm>
              <a:off x="11934777" y="226109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 name="Isosceles Triangle 648">
              <a:extLst>
                <a:ext uri="{FF2B5EF4-FFF2-40B4-BE49-F238E27FC236}">
                  <a16:creationId xmlns:a16="http://schemas.microsoft.com/office/drawing/2014/main" id="{2CE6A6DE-C805-F9D2-B3DF-E38E22F9B2EB}"/>
                </a:ext>
              </a:extLst>
            </p:cNvPr>
            <p:cNvSpPr/>
            <p:nvPr/>
          </p:nvSpPr>
          <p:spPr>
            <a:xfrm>
              <a:off x="11964901" y="227460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5" name="Group 164">
            <a:extLst>
              <a:ext uri="{FF2B5EF4-FFF2-40B4-BE49-F238E27FC236}">
                <a16:creationId xmlns:a16="http://schemas.microsoft.com/office/drawing/2014/main" id="{A5AC9183-AED7-5432-9B23-FB5D32CEA0F2}"/>
              </a:ext>
            </a:extLst>
          </p:cNvPr>
          <p:cNvGrpSpPr/>
          <p:nvPr/>
        </p:nvGrpSpPr>
        <p:grpSpPr>
          <a:xfrm>
            <a:off x="10506573" y="2253333"/>
            <a:ext cx="721206" cy="609701"/>
            <a:chOff x="10506573" y="2253333"/>
            <a:chExt cx="721206" cy="609701"/>
          </a:xfrm>
        </p:grpSpPr>
        <p:sp>
          <p:nvSpPr>
            <p:cNvPr id="166" name="Rectangle 165">
              <a:hlinkHover r:id="" action="ppaction://noaction" highlightClick="1"/>
              <a:extLst>
                <a:ext uri="{FF2B5EF4-FFF2-40B4-BE49-F238E27FC236}">
                  <a16:creationId xmlns:a16="http://schemas.microsoft.com/office/drawing/2014/main" id="{421E0890-F2CA-A73A-453F-531F178D9FC7}"/>
                </a:ext>
              </a:extLst>
            </p:cNvPr>
            <p:cNvSpPr/>
            <p:nvPr/>
          </p:nvSpPr>
          <p:spPr>
            <a:xfrm>
              <a:off x="10506573" y="2253333"/>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167" name="Diamond 166">
              <a:extLst>
                <a:ext uri="{FF2B5EF4-FFF2-40B4-BE49-F238E27FC236}">
                  <a16:creationId xmlns:a16="http://schemas.microsoft.com/office/drawing/2014/main" id="{122AAE07-527C-5757-388C-260E2E3541C6}"/>
                </a:ext>
              </a:extLst>
            </p:cNvPr>
            <p:cNvSpPr/>
            <p:nvPr/>
          </p:nvSpPr>
          <p:spPr>
            <a:xfrm>
              <a:off x="11091271" y="2255684"/>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Oval 167">
              <a:extLst>
                <a:ext uri="{FF2B5EF4-FFF2-40B4-BE49-F238E27FC236}">
                  <a16:creationId xmlns:a16="http://schemas.microsoft.com/office/drawing/2014/main" id="{68D058BE-0545-CA97-3A13-FE26F87E1B66}"/>
                </a:ext>
              </a:extLst>
            </p:cNvPr>
            <p:cNvSpPr/>
            <p:nvPr/>
          </p:nvSpPr>
          <p:spPr>
            <a:xfrm>
              <a:off x="11125474" y="2289172"/>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9" name="Group 168">
            <a:extLst>
              <a:ext uri="{FF2B5EF4-FFF2-40B4-BE49-F238E27FC236}">
                <a16:creationId xmlns:a16="http://schemas.microsoft.com/office/drawing/2014/main" id="{27306A93-AB2B-F9AA-8A96-0410DB696F0F}"/>
              </a:ext>
            </a:extLst>
          </p:cNvPr>
          <p:cNvGrpSpPr/>
          <p:nvPr/>
        </p:nvGrpSpPr>
        <p:grpSpPr>
          <a:xfrm>
            <a:off x="7957586" y="2253332"/>
            <a:ext cx="721206" cy="609701"/>
            <a:chOff x="7957586" y="2253332"/>
            <a:chExt cx="721206" cy="609701"/>
          </a:xfrm>
        </p:grpSpPr>
        <p:sp>
          <p:nvSpPr>
            <p:cNvPr id="170" name="Rectangle 169">
              <a:extLst>
                <a:ext uri="{FF2B5EF4-FFF2-40B4-BE49-F238E27FC236}">
                  <a16:creationId xmlns:a16="http://schemas.microsoft.com/office/drawing/2014/main" id="{4629F4EC-9202-7720-366E-221DE5AA649F}"/>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71" name="Right Triangle 170">
              <a:extLst>
                <a:ext uri="{FF2B5EF4-FFF2-40B4-BE49-F238E27FC236}">
                  <a16:creationId xmlns:a16="http://schemas.microsoft.com/office/drawing/2014/main" id="{BCF06FF3-35E4-CFD1-4865-2471730ACFE8}"/>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2" name="Group 171">
              <a:extLst>
                <a:ext uri="{FF2B5EF4-FFF2-40B4-BE49-F238E27FC236}">
                  <a16:creationId xmlns:a16="http://schemas.microsoft.com/office/drawing/2014/main" id="{F4961E2D-FA4F-F0E1-8221-CCF1C6C77AF7}"/>
                </a:ext>
              </a:extLst>
            </p:cNvPr>
            <p:cNvGrpSpPr/>
            <p:nvPr/>
          </p:nvGrpSpPr>
          <p:grpSpPr>
            <a:xfrm>
              <a:off x="8621942" y="2262669"/>
              <a:ext cx="37817" cy="61390"/>
              <a:chOff x="3883481" y="2057400"/>
              <a:chExt cx="1608363" cy="2652031"/>
            </a:xfrm>
            <a:solidFill>
              <a:srgbClr val="A6A6A6">
                <a:alpha val="20000"/>
              </a:srgbClr>
            </a:solidFill>
          </p:grpSpPr>
          <p:sp>
            <p:nvSpPr>
              <p:cNvPr id="173" name="Oval 27">
                <a:extLst>
                  <a:ext uri="{FF2B5EF4-FFF2-40B4-BE49-F238E27FC236}">
                    <a16:creationId xmlns:a16="http://schemas.microsoft.com/office/drawing/2014/main" id="{AD39CA96-5235-D1C4-E328-3A0DABA5813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4" name="Oval 28">
                <a:extLst>
                  <a:ext uri="{FF2B5EF4-FFF2-40B4-BE49-F238E27FC236}">
                    <a16:creationId xmlns:a16="http://schemas.microsoft.com/office/drawing/2014/main" id="{E98CB2F2-9F04-ABCF-DCB6-2DA11544CD8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75" name="Group 174">
            <a:extLst>
              <a:ext uri="{FF2B5EF4-FFF2-40B4-BE49-F238E27FC236}">
                <a16:creationId xmlns:a16="http://schemas.microsoft.com/office/drawing/2014/main" id="{EE19BAF1-AF77-C305-FD67-FDE586166FBE}"/>
              </a:ext>
            </a:extLst>
          </p:cNvPr>
          <p:cNvGrpSpPr/>
          <p:nvPr/>
        </p:nvGrpSpPr>
        <p:grpSpPr>
          <a:xfrm>
            <a:off x="6290730" y="2257176"/>
            <a:ext cx="721206" cy="609701"/>
            <a:chOff x="8807250" y="2253334"/>
            <a:chExt cx="721206" cy="609701"/>
          </a:xfrm>
        </p:grpSpPr>
        <p:sp>
          <p:nvSpPr>
            <p:cNvPr id="176" name="Rectangle 175">
              <a:extLst>
                <a:ext uri="{FF2B5EF4-FFF2-40B4-BE49-F238E27FC236}">
                  <a16:creationId xmlns:a16="http://schemas.microsoft.com/office/drawing/2014/main" id="{91CB1C3D-9515-AAB3-D948-6BAD4B29FEB5}"/>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77" name="Right Triangle 176">
              <a:extLst>
                <a:ext uri="{FF2B5EF4-FFF2-40B4-BE49-F238E27FC236}">
                  <a16:creationId xmlns:a16="http://schemas.microsoft.com/office/drawing/2014/main" id="{2BD350F5-DCF0-0685-4489-4B2B84F1B69C}"/>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8" name="Oval 27">
              <a:extLst>
                <a:ext uri="{FF2B5EF4-FFF2-40B4-BE49-F238E27FC236}">
                  <a16:creationId xmlns:a16="http://schemas.microsoft.com/office/drawing/2014/main" id="{7B4D7181-3CB8-51AE-BE77-EA34F97D480D}"/>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9" name="Oval 28">
              <a:extLst>
                <a:ext uri="{FF2B5EF4-FFF2-40B4-BE49-F238E27FC236}">
                  <a16:creationId xmlns:a16="http://schemas.microsoft.com/office/drawing/2014/main" id="{CEE889D7-4692-C3B1-DAE0-8F1367E64EC2}"/>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0" name="Group 179">
            <a:extLst>
              <a:ext uri="{FF2B5EF4-FFF2-40B4-BE49-F238E27FC236}">
                <a16:creationId xmlns:a16="http://schemas.microsoft.com/office/drawing/2014/main" id="{DE03951B-7EED-2F31-30EA-E01AD9548FDD}"/>
              </a:ext>
            </a:extLst>
          </p:cNvPr>
          <p:cNvGrpSpPr/>
          <p:nvPr/>
        </p:nvGrpSpPr>
        <p:grpSpPr>
          <a:xfrm>
            <a:off x="5454173" y="2257175"/>
            <a:ext cx="721206" cy="609701"/>
            <a:chOff x="6287891" y="2253333"/>
            <a:chExt cx="721206" cy="609701"/>
          </a:xfrm>
        </p:grpSpPr>
        <p:sp>
          <p:nvSpPr>
            <p:cNvPr id="181" name="Rectangle 180">
              <a:extLst>
                <a:ext uri="{FF2B5EF4-FFF2-40B4-BE49-F238E27FC236}">
                  <a16:creationId xmlns:a16="http://schemas.microsoft.com/office/drawing/2014/main" id="{134C8479-4F76-3C67-2BDE-AC725C7157B9}"/>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182" name="Right Triangle 181">
              <a:extLst>
                <a:ext uri="{FF2B5EF4-FFF2-40B4-BE49-F238E27FC236}">
                  <a16:creationId xmlns:a16="http://schemas.microsoft.com/office/drawing/2014/main" id="{85389870-3F6F-A2B9-A01C-BCD9D32168A6}"/>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83" name="Group 182">
              <a:extLst>
                <a:ext uri="{FF2B5EF4-FFF2-40B4-BE49-F238E27FC236}">
                  <a16:creationId xmlns:a16="http://schemas.microsoft.com/office/drawing/2014/main" id="{C1A46964-4872-4766-B2D5-5F2EA6B2B171}"/>
                </a:ext>
              </a:extLst>
            </p:cNvPr>
            <p:cNvGrpSpPr/>
            <p:nvPr/>
          </p:nvGrpSpPr>
          <p:grpSpPr>
            <a:xfrm>
              <a:off x="6952470" y="2265099"/>
              <a:ext cx="37817" cy="61390"/>
              <a:chOff x="3883481" y="2057400"/>
              <a:chExt cx="1608363" cy="2652031"/>
            </a:xfrm>
            <a:solidFill>
              <a:srgbClr val="A6A6A6">
                <a:alpha val="20000"/>
              </a:srgbClr>
            </a:solidFill>
          </p:grpSpPr>
          <p:sp>
            <p:nvSpPr>
              <p:cNvPr id="184" name="Oval 27">
                <a:extLst>
                  <a:ext uri="{FF2B5EF4-FFF2-40B4-BE49-F238E27FC236}">
                    <a16:creationId xmlns:a16="http://schemas.microsoft.com/office/drawing/2014/main" id="{B6A97294-046E-7EEF-02D3-B5E5F0C30D0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5" name="Oval 28">
                <a:extLst>
                  <a:ext uri="{FF2B5EF4-FFF2-40B4-BE49-F238E27FC236}">
                    <a16:creationId xmlns:a16="http://schemas.microsoft.com/office/drawing/2014/main" id="{40C5C6AB-5104-6560-E957-F5B3CF006F1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86" name="Group 185">
            <a:extLst>
              <a:ext uri="{FF2B5EF4-FFF2-40B4-BE49-F238E27FC236}">
                <a16:creationId xmlns:a16="http://schemas.microsoft.com/office/drawing/2014/main" id="{6AF4FD8A-D44C-FC6E-8964-949B61512884}"/>
              </a:ext>
            </a:extLst>
          </p:cNvPr>
          <p:cNvGrpSpPr/>
          <p:nvPr/>
        </p:nvGrpSpPr>
        <p:grpSpPr>
          <a:xfrm>
            <a:off x="7113172" y="2252067"/>
            <a:ext cx="728239" cy="609701"/>
            <a:chOff x="5442073" y="811556"/>
            <a:chExt cx="728239" cy="609701"/>
          </a:xfrm>
        </p:grpSpPr>
        <p:sp>
          <p:nvSpPr>
            <p:cNvPr id="187" name="Rectangle 186">
              <a:extLst>
                <a:ext uri="{FF2B5EF4-FFF2-40B4-BE49-F238E27FC236}">
                  <a16:creationId xmlns:a16="http://schemas.microsoft.com/office/drawing/2014/main" id="{89CFBDD7-AA40-43AC-39CA-20625F763123}"/>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188" name="Rectangle 187">
              <a:extLst>
                <a:ext uri="{FF2B5EF4-FFF2-40B4-BE49-F238E27FC236}">
                  <a16:creationId xmlns:a16="http://schemas.microsoft.com/office/drawing/2014/main" id="{6D3EFD54-615B-2E5B-2CDB-63F5080902E9}"/>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9" name="Oval 15">
              <a:extLst>
                <a:ext uri="{FF2B5EF4-FFF2-40B4-BE49-F238E27FC236}">
                  <a16:creationId xmlns:a16="http://schemas.microsoft.com/office/drawing/2014/main" id="{AD1123D3-72EA-4C96-21F1-850EAA65ED13}"/>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0" name="Straight Connector 189">
              <a:extLst>
                <a:ext uri="{FF2B5EF4-FFF2-40B4-BE49-F238E27FC236}">
                  <a16:creationId xmlns:a16="http://schemas.microsoft.com/office/drawing/2014/main" id="{F019B143-9A0E-1139-45B1-8149B55AF27F}"/>
                </a:ext>
              </a:extLst>
            </p:cNvPr>
            <p:cNvCxnSpPr>
              <a:cxnSpLocks/>
              <a:stCxn id="189"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1" name="Straight Connector 190">
              <a:extLst>
                <a:ext uri="{FF2B5EF4-FFF2-40B4-BE49-F238E27FC236}">
                  <a16:creationId xmlns:a16="http://schemas.microsoft.com/office/drawing/2014/main" id="{16309F3E-D459-ABB1-75F2-787B43CD897F}"/>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84" name="Group 383">
            <a:extLst>
              <a:ext uri="{FF2B5EF4-FFF2-40B4-BE49-F238E27FC236}">
                <a16:creationId xmlns:a16="http://schemas.microsoft.com/office/drawing/2014/main" id="{A5F8CAA9-A4C6-7799-78E6-7137BB49358C}"/>
              </a:ext>
            </a:extLst>
          </p:cNvPr>
          <p:cNvGrpSpPr/>
          <p:nvPr/>
        </p:nvGrpSpPr>
        <p:grpSpPr>
          <a:xfrm>
            <a:off x="11353919" y="2251694"/>
            <a:ext cx="721206" cy="609701"/>
            <a:chOff x="8807250" y="2253334"/>
            <a:chExt cx="721206" cy="609701"/>
          </a:xfrm>
        </p:grpSpPr>
        <p:sp>
          <p:nvSpPr>
            <p:cNvPr id="385" name="Rectangle 384">
              <a:extLst>
                <a:ext uri="{FF2B5EF4-FFF2-40B4-BE49-F238E27FC236}">
                  <a16:creationId xmlns:a16="http://schemas.microsoft.com/office/drawing/2014/main" id="{13007961-C469-F3BC-10AB-E4850D072EEC}"/>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386" name="Right Triangle 385">
              <a:extLst>
                <a:ext uri="{FF2B5EF4-FFF2-40B4-BE49-F238E27FC236}">
                  <a16:creationId xmlns:a16="http://schemas.microsoft.com/office/drawing/2014/main" id="{79F1E838-09D2-94AC-4507-608F7CFF7A5F}"/>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7" name="Oval 27">
              <a:extLst>
                <a:ext uri="{FF2B5EF4-FFF2-40B4-BE49-F238E27FC236}">
                  <a16:creationId xmlns:a16="http://schemas.microsoft.com/office/drawing/2014/main" id="{7145C94E-FF0E-0BAA-EE6E-F08A033915DD}"/>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8" name="Oval 28">
              <a:extLst>
                <a:ext uri="{FF2B5EF4-FFF2-40B4-BE49-F238E27FC236}">
                  <a16:creationId xmlns:a16="http://schemas.microsoft.com/office/drawing/2014/main" id="{C3922477-3BB9-D0AF-DD68-B913C6273B7F}"/>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89" name="Group 388">
            <a:extLst>
              <a:ext uri="{FF2B5EF4-FFF2-40B4-BE49-F238E27FC236}">
                <a16:creationId xmlns:a16="http://schemas.microsoft.com/office/drawing/2014/main" id="{124A54F4-AD94-1BBA-6516-ECD3BF5047FB}"/>
              </a:ext>
            </a:extLst>
          </p:cNvPr>
          <p:cNvGrpSpPr/>
          <p:nvPr/>
        </p:nvGrpSpPr>
        <p:grpSpPr>
          <a:xfrm>
            <a:off x="2109092" y="2986575"/>
            <a:ext cx="721206" cy="649846"/>
            <a:chOff x="10506800" y="2974054"/>
            <a:chExt cx="721206" cy="649846"/>
          </a:xfrm>
        </p:grpSpPr>
        <p:sp>
          <p:nvSpPr>
            <p:cNvPr id="390" name="Rectangle 389">
              <a:extLst>
                <a:ext uri="{FF2B5EF4-FFF2-40B4-BE49-F238E27FC236}">
                  <a16:creationId xmlns:a16="http://schemas.microsoft.com/office/drawing/2014/main" id="{99FABAF2-B62B-EC2D-789D-3E63E59140B2}"/>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391" name="Rectangle 390">
              <a:extLst>
                <a:ext uri="{FF2B5EF4-FFF2-40B4-BE49-F238E27FC236}">
                  <a16:creationId xmlns:a16="http://schemas.microsoft.com/office/drawing/2014/main" id="{46A03C4F-CCFE-A329-823F-291584DBF96E}"/>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2" name="Oval 15">
              <a:extLst>
                <a:ext uri="{FF2B5EF4-FFF2-40B4-BE49-F238E27FC236}">
                  <a16:creationId xmlns:a16="http://schemas.microsoft.com/office/drawing/2014/main" id="{8FF15B66-3358-32B0-36CC-CBEB44E805A2}"/>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93" name="Straight Connector 392">
              <a:extLst>
                <a:ext uri="{FF2B5EF4-FFF2-40B4-BE49-F238E27FC236}">
                  <a16:creationId xmlns:a16="http://schemas.microsoft.com/office/drawing/2014/main" id="{6E716D40-24D8-8545-72B5-8EF1571E0814}"/>
                </a:ext>
              </a:extLst>
            </p:cNvPr>
            <p:cNvCxnSpPr>
              <a:cxnSpLocks/>
              <a:stCxn id="392"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94" name="Straight Connector 393">
              <a:extLst>
                <a:ext uri="{FF2B5EF4-FFF2-40B4-BE49-F238E27FC236}">
                  <a16:creationId xmlns:a16="http://schemas.microsoft.com/office/drawing/2014/main" id="{FEC08796-6262-ED79-BFF2-E3FD5AFA35AE}"/>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FD544168-68E6-F7C8-161A-016BE32B7966}"/>
              </a:ext>
            </a:extLst>
          </p:cNvPr>
          <p:cNvGrpSpPr/>
          <p:nvPr/>
        </p:nvGrpSpPr>
        <p:grpSpPr>
          <a:xfrm>
            <a:off x="4621827" y="2983922"/>
            <a:ext cx="721206" cy="654973"/>
            <a:chOff x="9657606" y="2974054"/>
            <a:chExt cx="721206" cy="654973"/>
          </a:xfrm>
        </p:grpSpPr>
        <p:sp>
          <p:nvSpPr>
            <p:cNvPr id="396" name="Rectangle 395">
              <a:extLst>
                <a:ext uri="{FF2B5EF4-FFF2-40B4-BE49-F238E27FC236}">
                  <a16:creationId xmlns:a16="http://schemas.microsoft.com/office/drawing/2014/main" id="{86C66CF3-94D8-AE36-6C76-04F58D98F3E8}"/>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397" name="Rectangle 396">
              <a:extLst>
                <a:ext uri="{FF2B5EF4-FFF2-40B4-BE49-F238E27FC236}">
                  <a16:creationId xmlns:a16="http://schemas.microsoft.com/office/drawing/2014/main" id="{F61B7CF3-6DB7-A7CF-8446-D3784A2F1D85}"/>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8" name="Oval 15">
              <a:extLst>
                <a:ext uri="{FF2B5EF4-FFF2-40B4-BE49-F238E27FC236}">
                  <a16:creationId xmlns:a16="http://schemas.microsoft.com/office/drawing/2014/main" id="{E80A1348-6515-7E5A-8F01-576EF9066AF2}"/>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99" name="Straight Connector 398">
              <a:extLst>
                <a:ext uri="{FF2B5EF4-FFF2-40B4-BE49-F238E27FC236}">
                  <a16:creationId xmlns:a16="http://schemas.microsoft.com/office/drawing/2014/main" id="{EDB249A9-E7ED-9424-3C74-0DF44E900CD8}"/>
                </a:ext>
              </a:extLst>
            </p:cNvPr>
            <p:cNvCxnSpPr>
              <a:cxnSpLocks/>
              <a:stCxn id="398"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00" name="Straight Connector 399">
              <a:extLst>
                <a:ext uri="{FF2B5EF4-FFF2-40B4-BE49-F238E27FC236}">
                  <a16:creationId xmlns:a16="http://schemas.microsoft.com/office/drawing/2014/main" id="{02599444-C401-266D-B8EC-598239A581C7}"/>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01" name="Group 400">
            <a:extLst>
              <a:ext uri="{FF2B5EF4-FFF2-40B4-BE49-F238E27FC236}">
                <a16:creationId xmlns:a16="http://schemas.microsoft.com/office/drawing/2014/main" id="{E098D792-8C86-581B-0C24-6EA02B9AA42D}"/>
              </a:ext>
            </a:extLst>
          </p:cNvPr>
          <p:cNvGrpSpPr/>
          <p:nvPr/>
        </p:nvGrpSpPr>
        <p:grpSpPr>
          <a:xfrm>
            <a:off x="11356001" y="2974057"/>
            <a:ext cx="721206" cy="609701"/>
            <a:chOff x="11356001" y="2974057"/>
            <a:chExt cx="721206" cy="609701"/>
          </a:xfrm>
        </p:grpSpPr>
        <p:sp>
          <p:nvSpPr>
            <p:cNvPr id="402" name="Rectangle 401">
              <a:hlinkHover r:id="" action="ppaction://noaction" highlightClick="1"/>
              <a:extLst>
                <a:ext uri="{FF2B5EF4-FFF2-40B4-BE49-F238E27FC236}">
                  <a16:creationId xmlns:a16="http://schemas.microsoft.com/office/drawing/2014/main" id="{5C2F77F4-4213-97F8-AA0B-AD419A3EB29C}"/>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403" name="Oval 402">
              <a:extLst>
                <a:ext uri="{FF2B5EF4-FFF2-40B4-BE49-F238E27FC236}">
                  <a16:creationId xmlns:a16="http://schemas.microsoft.com/office/drawing/2014/main" id="{30136399-7507-3F2A-D2CD-F53E7F4EBCA8}"/>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4" name="Isosceles Triangle 648">
              <a:extLst>
                <a:ext uri="{FF2B5EF4-FFF2-40B4-BE49-F238E27FC236}">
                  <a16:creationId xmlns:a16="http://schemas.microsoft.com/office/drawing/2014/main" id="{639EC628-CC68-15D4-6108-BB56C4D5B89E}"/>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05" name="Group 404">
            <a:extLst>
              <a:ext uri="{FF2B5EF4-FFF2-40B4-BE49-F238E27FC236}">
                <a16:creationId xmlns:a16="http://schemas.microsoft.com/office/drawing/2014/main" id="{FA47BF39-BAEF-065F-C54A-99ADBC4B1842}"/>
              </a:ext>
            </a:extLst>
          </p:cNvPr>
          <p:cNvGrpSpPr/>
          <p:nvPr/>
        </p:nvGrpSpPr>
        <p:grpSpPr>
          <a:xfrm>
            <a:off x="10506616" y="2984633"/>
            <a:ext cx="721220" cy="609701"/>
            <a:chOff x="9656903" y="2253333"/>
            <a:chExt cx="721220" cy="609701"/>
          </a:xfrm>
        </p:grpSpPr>
        <p:sp>
          <p:nvSpPr>
            <p:cNvPr id="406" name="Rectangle 405">
              <a:hlinkHover r:id="" action="ppaction://noaction" highlightClick="1"/>
              <a:extLst>
                <a:ext uri="{FF2B5EF4-FFF2-40B4-BE49-F238E27FC236}">
                  <a16:creationId xmlns:a16="http://schemas.microsoft.com/office/drawing/2014/main" id="{216280D5-7199-C0E9-7C6D-F32AEECD2597}"/>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07" name="Rectangle 406">
              <a:extLst>
                <a:ext uri="{FF2B5EF4-FFF2-40B4-BE49-F238E27FC236}">
                  <a16:creationId xmlns:a16="http://schemas.microsoft.com/office/drawing/2014/main" id="{5C9E6ACC-F8DC-C5F9-1B1B-97002CF7DC7A}"/>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8" name="Oval 15">
              <a:extLst>
                <a:ext uri="{FF2B5EF4-FFF2-40B4-BE49-F238E27FC236}">
                  <a16:creationId xmlns:a16="http://schemas.microsoft.com/office/drawing/2014/main" id="{46D3C887-316C-0FD5-AB9B-A03226EF647F}"/>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09" name="Straight Connector 408">
              <a:extLst>
                <a:ext uri="{FF2B5EF4-FFF2-40B4-BE49-F238E27FC236}">
                  <a16:creationId xmlns:a16="http://schemas.microsoft.com/office/drawing/2014/main" id="{F811524E-1A0E-A3A7-6D0F-6E25B170C9FF}"/>
                </a:ext>
              </a:extLst>
            </p:cNvPr>
            <p:cNvCxnSpPr>
              <a:cxnSpLocks/>
              <a:stCxn id="40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10" name="Straight Connector 409">
              <a:extLst>
                <a:ext uri="{FF2B5EF4-FFF2-40B4-BE49-F238E27FC236}">
                  <a16:creationId xmlns:a16="http://schemas.microsoft.com/office/drawing/2014/main" id="{E05CC1A4-F0DA-C081-B4E1-957B2569612E}"/>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17" name="Group 416">
            <a:extLst>
              <a:ext uri="{FF2B5EF4-FFF2-40B4-BE49-F238E27FC236}">
                <a16:creationId xmlns:a16="http://schemas.microsoft.com/office/drawing/2014/main" id="{4E2424CA-9D23-D2B4-D35B-99145250B6F6}"/>
              </a:ext>
            </a:extLst>
          </p:cNvPr>
          <p:cNvGrpSpPr/>
          <p:nvPr/>
        </p:nvGrpSpPr>
        <p:grpSpPr>
          <a:xfrm>
            <a:off x="5451979" y="3707588"/>
            <a:ext cx="721206" cy="609701"/>
            <a:chOff x="5451979" y="3707588"/>
            <a:chExt cx="721206" cy="609701"/>
          </a:xfrm>
        </p:grpSpPr>
        <p:sp>
          <p:nvSpPr>
            <p:cNvPr id="418" name="Rectangle 417">
              <a:hlinkHover r:id="" action="ppaction://noaction" highlightClick="1"/>
              <a:extLst>
                <a:ext uri="{FF2B5EF4-FFF2-40B4-BE49-F238E27FC236}">
                  <a16:creationId xmlns:a16="http://schemas.microsoft.com/office/drawing/2014/main" id="{62C25D1A-5CC0-7F58-0E0D-9516B5282B6E}"/>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19" name="Oval 418">
              <a:extLst>
                <a:ext uri="{FF2B5EF4-FFF2-40B4-BE49-F238E27FC236}">
                  <a16:creationId xmlns:a16="http://schemas.microsoft.com/office/drawing/2014/main" id="{1B010AFA-1597-855A-78CD-4FE681858D6E}"/>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0" name="Isosceles Triangle 648">
              <a:extLst>
                <a:ext uri="{FF2B5EF4-FFF2-40B4-BE49-F238E27FC236}">
                  <a16:creationId xmlns:a16="http://schemas.microsoft.com/office/drawing/2014/main" id="{7AAF1159-9848-0F83-1EC0-637760ACE146}"/>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21" name="Group 420">
            <a:extLst>
              <a:ext uri="{FF2B5EF4-FFF2-40B4-BE49-F238E27FC236}">
                <a16:creationId xmlns:a16="http://schemas.microsoft.com/office/drawing/2014/main" id="{560F6140-6484-C52B-19F6-593A6B84AF21}"/>
              </a:ext>
            </a:extLst>
          </p:cNvPr>
          <p:cNvGrpSpPr/>
          <p:nvPr/>
        </p:nvGrpSpPr>
        <p:grpSpPr>
          <a:xfrm>
            <a:off x="4605607" y="811556"/>
            <a:ext cx="722054" cy="609701"/>
            <a:chOff x="4605607" y="811556"/>
            <a:chExt cx="722054" cy="609701"/>
          </a:xfrm>
        </p:grpSpPr>
        <p:sp>
          <p:nvSpPr>
            <p:cNvPr id="422" name="Rectangle 421">
              <a:extLst>
                <a:ext uri="{FF2B5EF4-FFF2-40B4-BE49-F238E27FC236}">
                  <a16:creationId xmlns:a16="http://schemas.microsoft.com/office/drawing/2014/main" id="{9A688C68-8C56-C0B2-A1D5-D8A35217A31C}"/>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23" name="Rectangle 422">
              <a:extLst>
                <a:ext uri="{FF2B5EF4-FFF2-40B4-BE49-F238E27FC236}">
                  <a16:creationId xmlns:a16="http://schemas.microsoft.com/office/drawing/2014/main" id="{ED11C555-C7CF-C755-2857-71CCEB25F967}"/>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4" name="Oval 15">
              <a:extLst>
                <a:ext uri="{FF2B5EF4-FFF2-40B4-BE49-F238E27FC236}">
                  <a16:creationId xmlns:a16="http://schemas.microsoft.com/office/drawing/2014/main" id="{CF5AB0A0-FDA3-DE42-ACC0-F125FAF03C12}"/>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25" name="Straight Connector 424">
              <a:extLst>
                <a:ext uri="{FF2B5EF4-FFF2-40B4-BE49-F238E27FC236}">
                  <a16:creationId xmlns:a16="http://schemas.microsoft.com/office/drawing/2014/main" id="{7188B275-A1FA-A8CB-C9FC-61F8009E8984}"/>
                </a:ext>
              </a:extLst>
            </p:cNvPr>
            <p:cNvCxnSpPr>
              <a:cxnSpLocks/>
              <a:stCxn id="424"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26" name="Straight Connector 425">
              <a:extLst>
                <a:ext uri="{FF2B5EF4-FFF2-40B4-BE49-F238E27FC236}">
                  <a16:creationId xmlns:a16="http://schemas.microsoft.com/office/drawing/2014/main" id="{45D5A2FF-ADCD-C236-F42E-99B8B93ACF0C}"/>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27" name="Group 426">
            <a:extLst>
              <a:ext uri="{FF2B5EF4-FFF2-40B4-BE49-F238E27FC236}">
                <a16:creationId xmlns:a16="http://schemas.microsoft.com/office/drawing/2014/main" id="{B67715AF-CEEA-F1D5-4A31-7986D70F2FED}"/>
              </a:ext>
            </a:extLst>
          </p:cNvPr>
          <p:cNvGrpSpPr/>
          <p:nvPr/>
        </p:nvGrpSpPr>
        <p:grpSpPr>
          <a:xfrm>
            <a:off x="9651394" y="811173"/>
            <a:ext cx="721206" cy="609701"/>
            <a:chOff x="9657972" y="90836"/>
            <a:chExt cx="721206" cy="609701"/>
          </a:xfrm>
        </p:grpSpPr>
        <p:sp>
          <p:nvSpPr>
            <p:cNvPr id="428" name="Rectangle 427">
              <a:hlinkHover r:id="" action="ppaction://noaction" highlightClick="1"/>
              <a:extLst>
                <a:ext uri="{FF2B5EF4-FFF2-40B4-BE49-F238E27FC236}">
                  <a16:creationId xmlns:a16="http://schemas.microsoft.com/office/drawing/2014/main" id="{6E226E31-E77F-FE66-78A9-ACAA9133A043}"/>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429" name="Diamond 428">
              <a:extLst>
                <a:ext uri="{FF2B5EF4-FFF2-40B4-BE49-F238E27FC236}">
                  <a16:creationId xmlns:a16="http://schemas.microsoft.com/office/drawing/2014/main" id="{2FB436D0-1DD5-2822-2549-C1BBB02BFBE3}"/>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0" name="Oval 429">
              <a:extLst>
                <a:ext uri="{FF2B5EF4-FFF2-40B4-BE49-F238E27FC236}">
                  <a16:creationId xmlns:a16="http://schemas.microsoft.com/office/drawing/2014/main" id="{8449D50F-D270-196D-C95B-6AD1AC6B1008}"/>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1" name="Group 430">
            <a:extLst>
              <a:ext uri="{FF2B5EF4-FFF2-40B4-BE49-F238E27FC236}">
                <a16:creationId xmlns:a16="http://schemas.microsoft.com/office/drawing/2014/main" id="{A2672DB5-212A-693D-0F2A-E8892E2D67FA}"/>
              </a:ext>
            </a:extLst>
          </p:cNvPr>
          <p:cNvGrpSpPr/>
          <p:nvPr/>
        </p:nvGrpSpPr>
        <p:grpSpPr>
          <a:xfrm>
            <a:off x="7116512" y="812701"/>
            <a:ext cx="721206" cy="609701"/>
            <a:chOff x="7957576" y="811556"/>
            <a:chExt cx="721206" cy="609701"/>
          </a:xfrm>
        </p:grpSpPr>
        <p:sp>
          <p:nvSpPr>
            <p:cNvPr id="432" name="Rectangle 431">
              <a:extLst>
                <a:ext uri="{FF2B5EF4-FFF2-40B4-BE49-F238E27FC236}">
                  <a16:creationId xmlns:a16="http://schemas.microsoft.com/office/drawing/2014/main" id="{EF912212-8DB3-79ED-3195-38D90E7934EA}"/>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433" name="Rectangle 432">
              <a:extLst>
                <a:ext uri="{FF2B5EF4-FFF2-40B4-BE49-F238E27FC236}">
                  <a16:creationId xmlns:a16="http://schemas.microsoft.com/office/drawing/2014/main" id="{73944397-D070-144E-804C-FCB075916700}"/>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4" name="Oval 15">
              <a:extLst>
                <a:ext uri="{FF2B5EF4-FFF2-40B4-BE49-F238E27FC236}">
                  <a16:creationId xmlns:a16="http://schemas.microsoft.com/office/drawing/2014/main" id="{7D7FF51B-C27D-82F7-061C-79EB56FFE6FF}"/>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5" name="Straight Connector 434">
              <a:extLst>
                <a:ext uri="{FF2B5EF4-FFF2-40B4-BE49-F238E27FC236}">
                  <a16:creationId xmlns:a16="http://schemas.microsoft.com/office/drawing/2014/main" id="{F090E508-A215-8CEA-D13B-9580FE39C45A}"/>
                </a:ext>
              </a:extLst>
            </p:cNvPr>
            <p:cNvCxnSpPr>
              <a:cxnSpLocks/>
              <a:stCxn id="434"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36" name="Straight Connector 435">
              <a:extLst>
                <a:ext uri="{FF2B5EF4-FFF2-40B4-BE49-F238E27FC236}">
                  <a16:creationId xmlns:a16="http://schemas.microsoft.com/office/drawing/2014/main" id="{D01CB4DC-DC32-B564-3A15-CABB14C58FF3}"/>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37" name="Group 436">
            <a:extLst>
              <a:ext uri="{FF2B5EF4-FFF2-40B4-BE49-F238E27FC236}">
                <a16:creationId xmlns:a16="http://schemas.microsoft.com/office/drawing/2014/main" id="{2CE9EDE4-09B6-6452-250A-8B6E0B42FE5A}"/>
              </a:ext>
            </a:extLst>
          </p:cNvPr>
          <p:cNvGrpSpPr/>
          <p:nvPr/>
        </p:nvGrpSpPr>
        <p:grpSpPr>
          <a:xfrm>
            <a:off x="10508723" y="1536662"/>
            <a:ext cx="721206" cy="609701"/>
            <a:chOff x="11356242" y="1532276"/>
            <a:chExt cx="721206" cy="609701"/>
          </a:xfrm>
        </p:grpSpPr>
        <p:sp>
          <p:nvSpPr>
            <p:cNvPr id="438" name="Rectangle 437">
              <a:hlinkHover r:id="" action="ppaction://noaction" highlightClick="1"/>
              <a:extLst>
                <a:ext uri="{FF2B5EF4-FFF2-40B4-BE49-F238E27FC236}">
                  <a16:creationId xmlns:a16="http://schemas.microsoft.com/office/drawing/2014/main" id="{EEFA156A-9AEF-F69E-B4F1-F2CECD6A66F9}"/>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439" name="Oval 438">
              <a:extLst>
                <a:ext uri="{FF2B5EF4-FFF2-40B4-BE49-F238E27FC236}">
                  <a16:creationId xmlns:a16="http://schemas.microsoft.com/office/drawing/2014/main" id="{9454948C-14E5-D7D3-BAB2-648EE1247D3D}"/>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0" name="Isosceles Triangle 648">
              <a:extLst>
                <a:ext uri="{FF2B5EF4-FFF2-40B4-BE49-F238E27FC236}">
                  <a16:creationId xmlns:a16="http://schemas.microsoft.com/office/drawing/2014/main" id="{ED8DD7AA-1909-D8B6-177A-A7E43FCF80BB}"/>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4" name="Group 503">
            <a:extLst>
              <a:ext uri="{FF2B5EF4-FFF2-40B4-BE49-F238E27FC236}">
                <a16:creationId xmlns:a16="http://schemas.microsoft.com/office/drawing/2014/main" id="{20599385-6269-6ADE-1B1A-135C3196DAB5}"/>
              </a:ext>
            </a:extLst>
          </p:cNvPr>
          <p:cNvGrpSpPr/>
          <p:nvPr/>
        </p:nvGrpSpPr>
        <p:grpSpPr>
          <a:xfrm>
            <a:off x="7905566" y="751337"/>
            <a:ext cx="3396155" cy="4999377"/>
            <a:chOff x="7905566" y="751337"/>
            <a:chExt cx="3396155" cy="4999377"/>
          </a:xfrm>
        </p:grpSpPr>
        <p:cxnSp>
          <p:nvCxnSpPr>
            <p:cNvPr id="505" name="Straight Connector 504">
              <a:extLst>
                <a:ext uri="{FF2B5EF4-FFF2-40B4-BE49-F238E27FC236}">
                  <a16:creationId xmlns:a16="http://schemas.microsoft.com/office/drawing/2014/main" id="{3DD4A61F-DDDB-93B6-45F0-72EAEE73D5CC}"/>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34" name="Straight Connector 533">
              <a:extLst>
                <a:ext uri="{FF2B5EF4-FFF2-40B4-BE49-F238E27FC236}">
                  <a16:creationId xmlns:a16="http://schemas.microsoft.com/office/drawing/2014/main" id="{8689887D-47C4-7ADF-77E0-AE53C9E1B82A}"/>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35" name="Straight Connector 534">
              <a:extLst>
                <a:ext uri="{FF2B5EF4-FFF2-40B4-BE49-F238E27FC236}">
                  <a16:creationId xmlns:a16="http://schemas.microsoft.com/office/drawing/2014/main" id="{B41626E6-0050-6180-6491-7173B26540B5}"/>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BB7D8069-50A4-00F5-40F3-963DDE05ACE9}"/>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84C0E4D4-137A-7A68-271D-9E399F35CCEC}"/>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46" name="Straight Connector 545">
              <a:extLst>
                <a:ext uri="{FF2B5EF4-FFF2-40B4-BE49-F238E27FC236}">
                  <a16:creationId xmlns:a16="http://schemas.microsoft.com/office/drawing/2014/main" id="{B31EFCDC-7548-B3AB-BEF0-1C11803A2540}"/>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47" name="Straight Connector 546">
              <a:extLst>
                <a:ext uri="{FF2B5EF4-FFF2-40B4-BE49-F238E27FC236}">
                  <a16:creationId xmlns:a16="http://schemas.microsoft.com/office/drawing/2014/main" id="{B8A0E704-6AD9-C43E-B5E3-9399BE65D658}"/>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548" name="Straight Connector 547">
            <a:extLst>
              <a:ext uri="{FF2B5EF4-FFF2-40B4-BE49-F238E27FC236}">
                <a16:creationId xmlns:a16="http://schemas.microsoft.com/office/drawing/2014/main" id="{A1BE0B91-1C1E-B115-7A8D-A5821C45666B}"/>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18" name="Picture 17">
            <a:hlinkClick r:id="rId21" action="ppaction://hlinksldjump"/>
            <a:extLst>
              <a:ext uri="{FF2B5EF4-FFF2-40B4-BE49-F238E27FC236}">
                <a16:creationId xmlns:a16="http://schemas.microsoft.com/office/drawing/2014/main" id="{CDD2FE83-1504-654F-13B0-A7E4989807BB}"/>
              </a:ext>
            </a:extLst>
          </p:cNvPr>
          <p:cNvPicPr>
            <a:picLocks noChangeAspect="1"/>
          </p:cNvPicPr>
          <p:nvPr/>
        </p:nvPicPr>
        <p:blipFill>
          <a:blip r:embed="rId22"/>
          <a:stretch>
            <a:fillRect/>
          </a:stretch>
        </p:blipFill>
        <p:spPr>
          <a:xfrm>
            <a:off x="0" y="0"/>
            <a:ext cx="211626" cy="6858000"/>
          </a:xfrm>
          <a:prstGeom prst="rect">
            <a:avLst/>
          </a:prstGeom>
        </p:spPr>
      </p:pic>
      <p:grpSp>
        <p:nvGrpSpPr>
          <p:cNvPr id="19" name="Group 18">
            <a:extLst>
              <a:ext uri="{FF2B5EF4-FFF2-40B4-BE49-F238E27FC236}">
                <a16:creationId xmlns:a16="http://schemas.microsoft.com/office/drawing/2014/main" id="{648C6C15-8B05-C397-684F-D65DC2C442F8}"/>
              </a:ext>
            </a:extLst>
          </p:cNvPr>
          <p:cNvGrpSpPr/>
          <p:nvPr/>
        </p:nvGrpSpPr>
        <p:grpSpPr>
          <a:xfrm>
            <a:off x="9652491" y="2986436"/>
            <a:ext cx="721206" cy="609701"/>
            <a:chOff x="9657972" y="90836"/>
            <a:chExt cx="721206" cy="609701"/>
          </a:xfrm>
        </p:grpSpPr>
        <p:sp>
          <p:nvSpPr>
            <p:cNvPr id="20" name="Rectangle 19">
              <a:hlinkHover r:id="" action="ppaction://noaction" highlightClick="1"/>
              <a:extLst>
                <a:ext uri="{FF2B5EF4-FFF2-40B4-BE49-F238E27FC236}">
                  <a16:creationId xmlns:a16="http://schemas.microsoft.com/office/drawing/2014/main" id="{A463AC09-5509-B36C-7B9C-02BBA65E4BD5}"/>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22" name="Diamond 21">
              <a:extLst>
                <a:ext uri="{FF2B5EF4-FFF2-40B4-BE49-F238E27FC236}">
                  <a16:creationId xmlns:a16="http://schemas.microsoft.com/office/drawing/2014/main" id="{B216F3F2-AB31-B60A-D644-1C01E31C8FE1}"/>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 name="Oval 39">
              <a:extLst>
                <a:ext uri="{FF2B5EF4-FFF2-40B4-BE49-F238E27FC236}">
                  <a16:creationId xmlns:a16="http://schemas.microsoft.com/office/drawing/2014/main" id="{88FE41BF-4DE8-F7AC-BDBA-FA180940F083}"/>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39632923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0352" y="173237"/>
            <a:ext cx="5811375"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Email Security</a:t>
            </a:r>
          </a:p>
        </p:txBody>
      </p:sp>
      <p:sp>
        <p:nvSpPr>
          <p:cNvPr id="72" name="Rectangle 71">
            <a:hlinkClick r:id="rId3" action="ppaction://hlinksldjump"/>
            <a:hlinkHover r:id="rId3" action="ppaction://hlinksldjump"/>
            <a:extLst>
              <a:ext uri="{FF2B5EF4-FFF2-40B4-BE49-F238E27FC236}">
                <a16:creationId xmlns:a16="http://schemas.microsoft.com/office/drawing/2014/main" id="{E6FA3ECC-52ED-4757-BD5D-3F019821A307}"/>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C93B1D60-7A02-441B-8B3E-12B9C959C9C4}"/>
              </a:ext>
            </a:extLst>
          </p:cNvPr>
          <p:cNvSpPr/>
          <p:nvPr/>
        </p:nvSpPr>
        <p:spPr>
          <a:xfrm>
            <a:off x="292024" y="6362036"/>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FB3F5BBF-4FF2-4EE0-A972-416A08E9B1BE}"/>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8CF28C95-8704-49DA-96C7-749728948AE1}"/>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1A8AE38D-0336-4451-810D-CDF6610DAB64}"/>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5752211A-0D85-4899-825D-1366DB76EB93}"/>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E3BDE855-5E9B-4098-949C-8C2D7502D9ED}"/>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DF48FE7D-2BE3-48F0-8902-7480F4B997C9}"/>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C51DFA69-5B84-4503-A846-D7542562CEE7}"/>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C2DEB6FB-713B-4D82-B477-2AF25F57F8DD}"/>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78C9BE23-BCA1-4F12-BDB9-94765D2AB9CD}"/>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32A84EF0-77D3-4FCB-B044-12CEE3268C10}"/>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1BB242E4-3D7B-47F2-8AFA-1C57D5FF5389}"/>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A7759645-AAD4-4BDD-BD50-17527BD6EF95}"/>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2A1EBB93-5CB3-4B95-8014-40009F246666}"/>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1B1E67BD-C9FE-4D71-A193-E10EAC4A8121}"/>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019F8012-557F-4E47-8E8B-2299B0556BEB}"/>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98" name="Rectangle 97">
            <a:hlinkClick r:id="rId20" action="ppaction://hlinksldjump"/>
            <a:hlinkHover r:id="rId20" action="ppaction://hlinksldjump"/>
            <a:extLst>
              <a:ext uri="{FF2B5EF4-FFF2-40B4-BE49-F238E27FC236}">
                <a16:creationId xmlns:a16="http://schemas.microsoft.com/office/drawing/2014/main" id="{B5B9700E-C7CF-4CEE-8954-00E126B3FE56}"/>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2" name="Rectangle 1">
            <a:extLst>
              <a:ext uri="{FF2B5EF4-FFF2-40B4-BE49-F238E27FC236}">
                <a16:creationId xmlns:a16="http://schemas.microsoft.com/office/drawing/2014/main" id="{A8059DC6-ED70-68CB-E39E-0CAF87F851F6}"/>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7867F7B2-00AC-7696-F3D6-D533DD17885C}"/>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DD89DD7D-A934-34B8-9113-1F4B60C2B401}"/>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85DA339D-5293-4ED1-C6F4-ABF47D726BB3}"/>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3DF29EE4-6908-9DDF-B651-DFA369630531}"/>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40190DAF-0AA3-9E43-7720-629F20D5926C}"/>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3" name="Group 22">
            <a:extLst>
              <a:ext uri="{FF2B5EF4-FFF2-40B4-BE49-F238E27FC236}">
                <a16:creationId xmlns:a16="http://schemas.microsoft.com/office/drawing/2014/main" id="{E61A8A21-5CB0-C478-6B18-70DE8E84D8B3}"/>
              </a:ext>
            </a:extLst>
          </p:cNvPr>
          <p:cNvGrpSpPr/>
          <p:nvPr/>
        </p:nvGrpSpPr>
        <p:grpSpPr>
          <a:xfrm>
            <a:off x="3779655" y="811556"/>
            <a:ext cx="721206" cy="609701"/>
            <a:chOff x="3779655" y="811556"/>
            <a:chExt cx="721206" cy="609701"/>
          </a:xfrm>
        </p:grpSpPr>
        <p:sp>
          <p:nvSpPr>
            <p:cNvPr id="24" name="Rectangle 23">
              <a:extLst>
                <a:ext uri="{FF2B5EF4-FFF2-40B4-BE49-F238E27FC236}">
                  <a16:creationId xmlns:a16="http://schemas.microsoft.com/office/drawing/2014/main" id="{14C30473-7A2A-752C-6BC5-170F0C294F88}"/>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5" name="Rectangle 24">
              <a:extLst>
                <a:ext uri="{FF2B5EF4-FFF2-40B4-BE49-F238E27FC236}">
                  <a16:creationId xmlns:a16="http://schemas.microsoft.com/office/drawing/2014/main" id="{C2C561B3-5BC0-3417-1594-50B99D5FBC59}"/>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6" name="Oval 15">
              <a:extLst>
                <a:ext uri="{FF2B5EF4-FFF2-40B4-BE49-F238E27FC236}">
                  <a16:creationId xmlns:a16="http://schemas.microsoft.com/office/drawing/2014/main" id="{3BF7664D-F188-6B96-37C2-782051D45676}"/>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2" name="Straight Connector 31">
              <a:extLst>
                <a:ext uri="{FF2B5EF4-FFF2-40B4-BE49-F238E27FC236}">
                  <a16:creationId xmlns:a16="http://schemas.microsoft.com/office/drawing/2014/main" id="{773DEAF9-9821-DB6D-EC7B-DEE02F10F7E7}"/>
                </a:ext>
              </a:extLst>
            </p:cNvPr>
            <p:cNvCxnSpPr>
              <a:cxnSpLocks/>
              <a:stCxn id="26"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3" name="Straight Connector 32">
              <a:extLst>
                <a:ext uri="{FF2B5EF4-FFF2-40B4-BE49-F238E27FC236}">
                  <a16:creationId xmlns:a16="http://schemas.microsoft.com/office/drawing/2014/main" id="{AFFC2E15-CB29-2574-5BF0-DC892E47BD25}"/>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BBA191E7-17EE-C537-FEDE-BE34B6EDF0EE}"/>
              </a:ext>
            </a:extLst>
          </p:cNvPr>
          <p:cNvGrpSpPr/>
          <p:nvPr/>
        </p:nvGrpSpPr>
        <p:grpSpPr>
          <a:xfrm>
            <a:off x="7959195" y="3698231"/>
            <a:ext cx="721206" cy="609701"/>
            <a:chOff x="7959195" y="3698231"/>
            <a:chExt cx="721206" cy="609701"/>
          </a:xfrm>
        </p:grpSpPr>
        <p:sp>
          <p:nvSpPr>
            <p:cNvPr id="36" name="Rectangle 35">
              <a:hlinkHover r:id="" action="ppaction://noaction" highlightClick="1"/>
              <a:extLst>
                <a:ext uri="{FF2B5EF4-FFF2-40B4-BE49-F238E27FC236}">
                  <a16:creationId xmlns:a16="http://schemas.microsoft.com/office/drawing/2014/main" id="{9B441699-5E9C-3B4B-4DFF-A6DEC0AF506B}"/>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39" name="Oval 38">
              <a:extLst>
                <a:ext uri="{FF2B5EF4-FFF2-40B4-BE49-F238E27FC236}">
                  <a16:creationId xmlns:a16="http://schemas.microsoft.com/office/drawing/2014/main" id="{5DA9CC78-E365-3C22-977E-5B0A01AC9A25}"/>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 name="Isosceles Triangle 648">
              <a:extLst>
                <a:ext uri="{FF2B5EF4-FFF2-40B4-BE49-F238E27FC236}">
                  <a16:creationId xmlns:a16="http://schemas.microsoft.com/office/drawing/2014/main" id="{96515843-43E5-F059-9EB7-53932251EB99}"/>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 name="Group 54">
            <a:extLst>
              <a:ext uri="{FF2B5EF4-FFF2-40B4-BE49-F238E27FC236}">
                <a16:creationId xmlns:a16="http://schemas.microsoft.com/office/drawing/2014/main" id="{70C977A9-4677-D853-385C-1B8ED5B7FE50}"/>
              </a:ext>
            </a:extLst>
          </p:cNvPr>
          <p:cNvGrpSpPr/>
          <p:nvPr/>
        </p:nvGrpSpPr>
        <p:grpSpPr>
          <a:xfrm>
            <a:off x="5448056" y="1532276"/>
            <a:ext cx="721206" cy="609701"/>
            <a:chOff x="5448056" y="1532276"/>
            <a:chExt cx="721206" cy="609701"/>
          </a:xfrm>
        </p:grpSpPr>
        <p:sp>
          <p:nvSpPr>
            <p:cNvPr id="56" name="Rectangle 55">
              <a:extLst>
                <a:ext uri="{FF2B5EF4-FFF2-40B4-BE49-F238E27FC236}">
                  <a16:creationId xmlns:a16="http://schemas.microsoft.com/office/drawing/2014/main" id="{B229FA21-1AEC-C16F-8AC5-31C8DC4152D4}"/>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61" name="Rectangle 60">
              <a:extLst>
                <a:ext uri="{FF2B5EF4-FFF2-40B4-BE49-F238E27FC236}">
                  <a16:creationId xmlns:a16="http://schemas.microsoft.com/office/drawing/2014/main" id="{722E515D-AB3B-69E5-C0D5-28D563E293B1}"/>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 name="Oval 15">
              <a:extLst>
                <a:ext uri="{FF2B5EF4-FFF2-40B4-BE49-F238E27FC236}">
                  <a16:creationId xmlns:a16="http://schemas.microsoft.com/office/drawing/2014/main" id="{A9C58B51-FAF4-17CA-2F98-17DC32C97E36}"/>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 name="Straight Connector 62">
              <a:extLst>
                <a:ext uri="{FF2B5EF4-FFF2-40B4-BE49-F238E27FC236}">
                  <a16:creationId xmlns:a16="http://schemas.microsoft.com/office/drawing/2014/main" id="{02AF9262-3712-5B57-97A6-25414B9BE9D9}"/>
                </a:ext>
              </a:extLst>
            </p:cNvPr>
            <p:cNvCxnSpPr>
              <a:cxnSpLocks/>
              <a:stCxn id="62"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4" name="Straight Connector 63">
              <a:extLst>
                <a:ext uri="{FF2B5EF4-FFF2-40B4-BE49-F238E27FC236}">
                  <a16:creationId xmlns:a16="http://schemas.microsoft.com/office/drawing/2014/main" id="{F0D37F2E-172E-EE57-5531-01179C9F17D2}"/>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 name="Group 64">
            <a:extLst>
              <a:ext uri="{FF2B5EF4-FFF2-40B4-BE49-F238E27FC236}">
                <a16:creationId xmlns:a16="http://schemas.microsoft.com/office/drawing/2014/main" id="{B6D10566-7C2D-63E7-6B80-BD1BCFDABAF0}"/>
              </a:ext>
            </a:extLst>
          </p:cNvPr>
          <p:cNvGrpSpPr/>
          <p:nvPr/>
        </p:nvGrpSpPr>
        <p:grpSpPr>
          <a:xfrm>
            <a:off x="6284565" y="1532276"/>
            <a:ext cx="721206" cy="609701"/>
            <a:chOff x="6284565" y="1532276"/>
            <a:chExt cx="721206" cy="609701"/>
          </a:xfrm>
        </p:grpSpPr>
        <p:sp>
          <p:nvSpPr>
            <p:cNvPr id="66" name="Rectangle 65">
              <a:extLst>
                <a:ext uri="{FF2B5EF4-FFF2-40B4-BE49-F238E27FC236}">
                  <a16:creationId xmlns:a16="http://schemas.microsoft.com/office/drawing/2014/main" id="{23E963AE-99E1-D99B-D63E-AB9C620E26F6}"/>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90" name="Rectangle 89">
              <a:extLst>
                <a:ext uri="{FF2B5EF4-FFF2-40B4-BE49-F238E27FC236}">
                  <a16:creationId xmlns:a16="http://schemas.microsoft.com/office/drawing/2014/main" id="{4C2E989A-CA62-EE5A-BF34-5E65F045BBC1}"/>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 name="Oval 15">
              <a:extLst>
                <a:ext uri="{FF2B5EF4-FFF2-40B4-BE49-F238E27FC236}">
                  <a16:creationId xmlns:a16="http://schemas.microsoft.com/office/drawing/2014/main" id="{577DE814-D328-C703-0A86-9E40BF2B76E4}"/>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 name="Straight Connector 91">
              <a:extLst>
                <a:ext uri="{FF2B5EF4-FFF2-40B4-BE49-F238E27FC236}">
                  <a16:creationId xmlns:a16="http://schemas.microsoft.com/office/drawing/2014/main" id="{F9ECD66D-BD2D-5DC1-AF79-7F31544512FE}"/>
                </a:ext>
              </a:extLst>
            </p:cNvPr>
            <p:cNvCxnSpPr>
              <a:cxnSpLocks/>
              <a:stCxn id="91"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3" name="Straight Connector 92">
              <a:extLst>
                <a:ext uri="{FF2B5EF4-FFF2-40B4-BE49-F238E27FC236}">
                  <a16:creationId xmlns:a16="http://schemas.microsoft.com/office/drawing/2014/main" id="{638EB28D-2C46-47AC-80D4-16CBDC2F55D0}"/>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 name="Group 93">
            <a:extLst>
              <a:ext uri="{FF2B5EF4-FFF2-40B4-BE49-F238E27FC236}">
                <a16:creationId xmlns:a16="http://schemas.microsoft.com/office/drawing/2014/main" id="{83C7F067-F549-B294-BA68-7576C4748D36}"/>
              </a:ext>
            </a:extLst>
          </p:cNvPr>
          <p:cNvGrpSpPr/>
          <p:nvPr/>
        </p:nvGrpSpPr>
        <p:grpSpPr>
          <a:xfrm>
            <a:off x="7121069" y="1532276"/>
            <a:ext cx="721206" cy="609701"/>
            <a:chOff x="7121069" y="1532276"/>
            <a:chExt cx="721206" cy="609701"/>
          </a:xfrm>
        </p:grpSpPr>
        <p:sp>
          <p:nvSpPr>
            <p:cNvPr id="95" name="Rectangle 94">
              <a:extLst>
                <a:ext uri="{FF2B5EF4-FFF2-40B4-BE49-F238E27FC236}">
                  <a16:creationId xmlns:a16="http://schemas.microsoft.com/office/drawing/2014/main" id="{BFAC2619-2B25-4DFC-D737-EEB54AA9F025}"/>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96" name="Rectangle 95">
              <a:extLst>
                <a:ext uri="{FF2B5EF4-FFF2-40B4-BE49-F238E27FC236}">
                  <a16:creationId xmlns:a16="http://schemas.microsoft.com/office/drawing/2014/main" id="{10FEC1A8-B99B-C6A3-0A56-E7AA291AF015}"/>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 name="Oval 15">
              <a:extLst>
                <a:ext uri="{FF2B5EF4-FFF2-40B4-BE49-F238E27FC236}">
                  <a16:creationId xmlns:a16="http://schemas.microsoft.com/office/drawing/2014/main" id="{D657C017-E004-75EE-D255-EEF393508D41}"/>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9" name="Straight Connector 98">
              <a:extLst>
                <a:ext uri="{FF2B5EF4-FFF2-40B4-BE49-F238E27FC236}">
                  <a16:creationId xmlns:a16="http://schemas.microsoft.com/office/drawing/2014/main" id="{3A531E9B-536E-488B-D725-94B5C03E0F74}"/>
                </a:ext>
              </a:extLst>
            </p:cNvPr>
            <p:cNvCxnSpPr>
              <a:cxnSpLocks/>
              <a:stCxn id="97"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0" name="Straight Connector 99">
              <a:extLst>
                <a:ext uri="{FF2B5EF4-FFF2-40B4-BE49-F238E27FC236}">
                  <a16:creationId xmlns:a16="http://schemas.microsoft.com/office/drawing/2014/main" id="{E36F68A5-B9EC-68A2-6939-17CF9BACEFDD}"/>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1" name="Group 100">
            <a:extLst>
              <a:ext uri="{FF2B5EF4-FFF2-40B4-BE49-F238E27FC236}">
                <a16:creationId xmlns:a16="http://schemas.microsoft.com/office/drawing/2014/main" id="{F4FAEC76-0580-78DC-238A-B850439FCFF5}"/>
              </a:ext>
            </a:extLst>
          </p:cNvPr>
          <p:cNvGrpSpPr/>
          <p:nvPr/>
        </p:nvGrpSpPr>
        <p:grpSpPr>
          <a:xfrm>
            <a:off x="3775045" y="1532276"/>
            <a:ext cx="721206" cy="609701"/>
            <a:chOff x="3775045" y="1532276"/>
            <a:chExt cx="721206" cy="609701"/>
          </a:xfrm>
        </p:grpSpPr>
        <p:sp>
          <p:nvSpPr>
            <p:cNvPr id="102" name="Rectangle 101">
              <a:extLst>
                <a:ext uri="{FF2B5EF4-FFF2-40B4-BE49-F238E27FC236}">
                  <a16:creationId xmlns:a16="http://schemas.microsoft.com/office/drawing/2014/main" id="{B46D7C63-0763-8C1D-EA26-08D2C16A4205}"/>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08" name="Right Triangle 107">
              <a:extLst>
                <a:ext uri="{FF2B5EF4-FFF2-40B4-BE49-F238E27FC236}">
                  <a16:creationId xmlns:a16="http://schemas.microsoft.com/office/drawing/2014/main" id="{BB25FE9A-AF73-2680-4B4C-62E2E12621D2}"/>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9" name="Group 108">
              <a:extLst>
                <a:ext uri="{FF2B5EF4-FFF2-40B4-BE49-F238E27FC236}">
                  <a16:creationId xmlns:a16="http://schemas.microsoft.com/office/drawing/2014/main" id="{1EA02373-972A-AC54-8A22-34B7BBCE186D}"/>
                </a:ext>
              </a:extLst>
            </p:cNvPr>
            <p:cNvGrpSpPr/>
            <p:nvPr/>
          </p:nvGrpSpPr>
          <p:grpSpPr>
            <a:xfrm>
              <a:off x="4440495" y="1542936"/>
              <a:ext cx="37817" cy="61390"/>
              <a:chOff x="3883481" y="2057400"/>
              <a:chExt cx="1608363" cy="2652031"/>
            </a:xfrm>
            <a:solidFill>
              <a:srgbClr val="A6A6A6">
                <a:alpha val="20000"/>
              </a:srgbClr>
            </a:solidFill>
          </p:grpSpPr>
          <p:sp>
            <p:nvSpPr>
              <p:cNvPr id="110" name="Oval 27">
                <a:extLst>
                  <a:ext uri="{FF2B5EF4-FFF2-40B4-BE49-F238E27FC236}">
                    <a16:creationId xmlns:a16="http://schemas.microsoft.com/office/drawing/2014/main" id="{12BC8968-33AB-BA81-AB26-13335C8252E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1" name="Oval 28">
                <a:extLst>
                  <a:ext uri="{FF2B5EF4-FFF2-40B4-BE49-F238E27FC236}">
                    <a16:creationId xmlns:a16="http://schemas.microsoft.com/office/drawing/2014/main" id="{7E09E36F-2318-D026-CA17-F9895442D30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2" name="Group 111">
            <a:extLst>
              <a:ext uri="{FF2B5EF4-FFF2-40B4-BE49-F238E27FC236}">
                <a16:creationId xmlns:a16="http://schemas.microsoft.com/office/drawing/2014/main" id="{48E61FE6-1CA3-27FE-D2E7-D14B63074720}"/>
              </a:ext>
            </a:extLst>
          </p:cNvPr>
          <p:cNvGrpSpPr/>
          <p:nvPr/>
        </p:nvGrpSpPr>
        <p:grpSpPr>
          <a:xfrm>
            <a:off x="4611552" y="1532276"/>
            <a:ext cx="721206" cy="609701"/>
            <a:chOff x="4611552" y="1532276"/>
            <a:chExt cx="721206" cy="609701"/>
          </a:xfrm>
        </p:grpSpPr>
        <p:sp>
          <p:nvSpPr>
            <p:cNvPr id="113" name="Rectangle 112">
              <a:extLst>
                <a:ext uri="{FF2B5EF4-FFF2-40B4-BE49-F238E27FC236}">
                  <a16:creationId xmlns:a16="http://schemas.microsoft.com/office/drawing/2014/main" id="{7BD82DA3-609C-75C2-BE1A-BEEDC7B675F0}"/>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14" name="Right Triangle 113">
              <a:extLst>
                <a:ext uri="{FF2B5EF4-FFF2-40B4-BE49-F238E27FC236}">
                  <a16:creationId xmlns:a16="http://schemas.microsoft.com/office/drawing/2014/main" id="{46CFFCB6-1DC2-AE0C-39E0-1C73F9B25235}"/>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5" name="Group 114">
              <a:extLst>
                <a:ext uri="{FF2B5EF4-FFF2-40B4-BE49-F238E27FC236}">
                  <a16:creationId xmlns:a16="http://schemas.microsoft.com/office/drawing/2014/main" id="{1740D72E-91BF-E405-69E9-C48364481581}"/>
                </a:ext>
              </a:extLst>
            </p:cNvPr>
            <p:cNvGrpSpPr/>
            <p:nvPr/>
          </p:nvGrpSpPr>
          <p:grpSpPr>
            <a:xfrm>
              <a:off x="5276135" y="1542936"/>
              <a:ext cx="37817" cy="61390"/>
              <a:chOff x="3883481" y="2057400"/>
              <a:chExt cx="1608363" cy="2652031"/>
            </a:xfrm>
            <a:solidFill>
              <a:srgbClr val="A6A6A6">
                <a:alpha val="20000"/>
              </a:srgbClr>
            </a:solidFill>
          </p:grpSpPr>
          <p:sp>
            <p:nvSpPr>
              <p:cNvPr id="116" name="Oval 27">
                <a:extLst>
                  <a:ext uri="{FF2B5EF4-FFF2-40B4-BE49-F238E27FC236}">
                    <a16:creationId xmlns:a16="http://schemas.microsoft.com/office/drawing/2014/main" id="{0E2C05B5-9946-6D01-2A51-42CBFD7E78F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 name="Oval 28">
                <a:extLst>
                  <a:ext uri="{FF2B5EF4-FFF2-40B4-BE49-F238E27FC236}">
                    <a16:creationId xmlns:a16="http://schemas.microsoft.com/office/drawing/2014/main" id="{E3F2007B-42CD-EC25-1511-D3370113A80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8" name="Group 117">
            <a:extLst>
              <a:ext uri="{FF2B5EF4-FFF2-40B4-BE49-F238E27FC236}">
                <a16:creationId xmlns:a16="http://schemas.microsoft.com/office/drawing/2014/main" id="{3966D64A-A8FF-C705-C9C7-032C3C502942}"/>
              </a:ext>
            </a:extLst>
          </p:cNvPr>
          <p:cNvGrpSpPr/>
          <p:nvPr/>
        </p:nvGrpSpPr>
        <p:grpSpPr>
          <a:xfrm>
            <a:off x="2938537" y="1532271"/>
            <a:ext cx="721206" cy="610042"/>
            <a:chOff x="2938537" y="1532271"/>
            <a:chExt cx="721206" cy="610042"/>
          </a:xfrm>
        </p:grpSpPr>
        <p:sp>
          <p:nvSpPr>
            <p:cNvPr id="447" name="Rectangle 446">
              <a:extLst>
                <a:ext uri="{FF2B5EF4-FFF2-40B4-BE49-F238E27FC236}">
                  <a16:creationId xmlns:a16="http://schemas.microsoft.com/office/drawing/2014/main" id="{7EA9CF74-0EEE-21E5-5891-0022F2146CF0}"/>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48" name="Right Triangle 447">
              <a:extLst>
                <a:ext uri="{FF2B5EF4-FFF2-40B4-BE49-F238E27FC236}">
                  <a16:creationId xmlns:a16="http://schemas.microsoft.com/office/drawing/2014/main" id="{ECA4EA31-4E74-DBCD-DEA6-0435775905F0}"/>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9" name="Oval 27">
              <a:extLst>
                <a:ext uri="{FF2B5EF4-FFF2-40B4-BE49-F238E27FC236}">
                  <a16:creationId xmlns:a16="http://schemas.microsoft.com/office/drawing/2014/main" id="{51B3077A-BBD3-9B06-8B56-AE3E813AF6A5}"/>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0" name="Oval 28">
              <a:extLst>
                <a:ext uri="{FF2B5EF4-FFF2-40B4-BE49-F238E27FC236}">
                  <a16:creationId xmlns:a16="http://schemas.microsoft.com/office/drawing/2014/main" id="{4354F29F-2917-A22F-FDA6-2698F77BD83C}"/>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1" name="Group 450">
            <a:extLst>
              <a:ext uri="{FF2B5EF4-FFF2-40B4-BE49-F238E27FC236}">
                <a16:creationId xmlns:a16="http://schemas.microsoft.com/office/drawing/2014/main" id="{D907B540-5263-BEA2-8F26-C552416F8D01}"/>
              </a:ext>
            </a:extLst>
          </p:cNvPr>
          <p:cNvGrpSpPr/>
          <p:nvPr/>
        </p:nvGrpSpPr>
        <p:grpSpPr>
          <a:xfrm>
            <a:off x="6287105" y="2974054"/>
            <a:ext cx="721206" cy="609701"/>
            <a:chOff x="6287105" y="2974054"/>
            <a:chExt cx="721206" cy="609701"/>
          </a:xfrm>
        </p:grpSpPr>
        <p:sp>
          <p:nvSpPr>
            <p:cNvPr id="452" name="Rectangle 451">
              <a:hlinkHover r:id="" action="ppaction://noaction" highlightClick="1"/>
              <a:extLst>
                <a:ext uri="{FF2B5EF4-FFF2-40B4-BE49-F238E27FC236}">
                  <a16:creationId xmlns:a16="http://schemas.microsoft.com/office/drawing/2014/main" id="{B8FC7A61-456B-A92F-91F6-EFB26F7B64D9}"/>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53" name="Rectangle 452">
              <a:extLst>
                <a:ext uri="{FF2B5EF4-FFF2-40B4-BE49-F238E27FC236}">
                  <a16:creationId xmlns:a16="http://schemas.microsoft.com/office/drawing/2014/main" id="{395FF373-D229-8309-0F71-E96B0C6FE66A}"/>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4" name="Oval 15">
              <a:extLst>
                <a:ext uri="{FF2B5EF4-FFF2-40B4-BE49-F238E27FC236}">
                  <a16:creationId xmlns:a16="http://schemas.microsoft.com/office/drawing/2014/main" id="{28AE3B54-2AD7-3F38-EF75-785E28245F0A}"/>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5" name="Straight Connector 454">
              <a:extLst>
                <a:ext uri="{FF2B5EF4-FFF2-40B4-BE49-F238E27FC236}">
                  <a16:creationId xmlns:a16="http://schemas.microsoft.com/office/drawing/2014/main" id="{032E65EC-7C50-806F-CF63-1AB96B5D0957}"/>
                </a:ext>
              </a:extLst>
            </p:cNvPr>
            <p:cNvCxnSpPr>
              <a:cxnSpLocks/>
              <a:stCxn id="454"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56" name="Group 455">
            <a:extLst>
              <a:ext uri="{FF2B5EF4-FFF2-40B4-BE49-F238E27FC236}">
                <a16:creationId xmlns:a16="http://schemas.microsoft.com/office/drawing/2014/main" id="{B108A9AD-60A3-CC48-DA70-5E004B3D986A}"/>
              </a:ext>
            </a:extLst>
          </p:cNvPr>
          <p:cNvGrpSpPr/>
          <p:nvPr/>
        </p:nvGrpSpPr>
        <p:grpSpPr>
          <a:xfrm>
            <a:off x="7123149" y="2974054"/>
            <a:ext cx="721206" cy="646284"/>
            <a:chOff x="7123149" y="2974054"/>
            <a:chExt cx="721206" cy="646284"/>
          </a:xfrm>
        </p:grpSpPr>
        <p:sp>
          <p:nvSpPr>
            <p:cNvPr id="457" name="Rectangle 456">
              <a:hlinkHover r:id="" action="ppaction://noaction" highlightClick="1"/>
              <a:extLst>
                <a:ext uri="{FF2B5EF4-FFF2-40B4-BE49-F238E27FC236}">
                  <a16:creationId xmlns:a16="http://schemas.microsoft.com/office/drawing/2014/main" id="{687F46F1-5299-140F-E8A3-2E180A778432}"/>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58" name="Rectangle 457">
              <a:extLst>
                <a:ext uri="{FF2B5EF4-FFF2-40B4-BE49-F238E27FC236}">
                  <a16:creationId xmlns:a16="http://schemas.microsoft.com/office/drawing/2014/main" id="{8247D6FC-A487-78CA-CACE-A38EA6CBE890}"/>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9" name="Oval 15">
              <a:extLst>
                <a:ext uri="{FF2B5EF4-FFF2-40B4-BE49-F238E27FC236}">
                  <a16:creationId xmlns:a16="http://schemas.microsoft.com/office/drawing/2014/main" id="{7395C6D6-60F6-0CC3-1D0C-CA9EE03BF20E}"/>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0" name="Straight Connector 459">
              <a:extLst>
                <a:ext uri="{FF2B5EF4-FFF2-40B4-BE49-F238E27FC236}">
                  <a16:creationId xmlns:a16="http://schemas.microsoft.com/office/drawing/2014/main" id="{7CF57CBE-8633-A545-F47D-3A97384B743E}"/>
                </a:ext>
              </a:extLst>
            </p:cNvPr>
            <p:cNvCxnSpPr>
              <a:cxnSpLocks/>
              <a:stCxn id="459"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1" name="Straight Connector 460">
              <a:extLst>
                <a:ext uri="{FF2B5EF4-FFF2-40B4-BE49-F238E27FC236}">
                  <a16:creationId xmlns:a16="http://schemas.microsoft.com/office/drawing/2014/main" id="{A899EE99-E846-1C15-232C-3187EB9BC3FA}"/>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2" name="Group 461">
            <a:extLst>
              <a:ext uri="{FF2B5EF4-FFF2-40B4-BE49-F238E27FC236}">
                <a16:creationId xmlns:a16="http://schemas.microsoft.com/office/drawing/2014/main" id="{C2EF7F38-1609-5BE9-A293-168C87B1B584}"/>
              </a:ext>
            </a:extLst>
          </p:cNvPr>
          <p:cNvGrpSpPr/>
          <p:nvPr/>
        </p:nvGrpSpPr>
        <p:grpSpPr>
          <a:xfrm>
            <a:off x="7959200" y="2974054"/>
            <a:ext cx="721206" cy="609701"/>
            <a:chOff x="7959200" y="2974054"/>
            <a:chExt cx="721206" cy="609701"/>
          </a:xfrm>
        </p:grpSpPr>
        <p:sp>
          <p:nvSpPr>
            <p:cNvPr id="463" name="Rectangle 462">
              <a:hlinkHover r:id="" action="ppaction://noaction" highlightClick="1"/>
              <a:extLst>
                <a:ext uri="{FF2B5EF4-FFF2-40B4-BE49-F238E27FC236}">
                  <a16:creationId xmlns:a16="http://schemas.microsoft.com/office/drawing/2014/main" id="{4E4B87C8-EC50-E629-73E0-9F1EE0618670}"/>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64" name="Diamond 463">
              <a:extLst>
                <a:ext uri="{FF2B5EF4-FFF2-40B4-BE49-F238E27FC236}">
                  <a16:creationId xmlns:a16="http://schemas.microsoft.com/office/drawing/2014/main" id="{4F3628AA-CDD3-D766-6F24-12F86C975132}"/>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5" name="Oval 464">
              <a:extLst>
                <a:ext uri="{FF2B5EF4-FFF2-40B4-BE49-F238E27FC236}">
                  <a16:creationId xmlns:a16="http://schemas.microsoft.com/office/drawing/2014/main" id="{422A1731-92DF-BC8A-4541-C11B7294F890}"/>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6" name="Group 465">
            <a:extLst>
              <a:ext uri="{FF2B5EF4-FFF2-40B4-BE49-F238E27FC236}">
                <a16:creationId xmlns:a16="http://schemas.microsoft.com/office/drawing/2014/main" id="{76A2407F-5841-0C9D-0D5D-E285301DD0D5}"/>
              </a:ext>
            </a:extLst>
          </p:cNvPr>
          <p:cNvGrpSpPr/>
          <p:nvPr/>
        </p:nvGrpSpPr>
        <p:grpSpPr>
          <a:xfrm>
            <a:off x="8795244" y="2974054"/>
            <a:ext cx="721206" cy="609701"/>
            <a:chOff x="8795244" y="2974054"/>
            <a:chExt cx="721206" cy="609701"/>
          </a:xfrm>
        </p:grpSpPr>
        <p:sp>
          <p:nvSpPr>
            <p:cNvPr id="467" name="Rectangle 466">
              <a:hlinkHover r:id="" action="ppaction://noaction" highlightClick="1"/>
              <a:extLst>
                <a:ext uri="{FF2B5EF4-FFF2-40B4-BE49-F238E27FC236}">
                  <a16:creationId xmlns:a16="http://schemas.microsoft.com/office/drawing/2014/main" id="{91739D63-BC49-968E-C2EA-30A974BC8CE8}"/>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68" name="Diamond 467">
              <a:extLst>
                <a:ext uri="{FF2B5EF4-FFF2-40B4-BE49-F238E27FC236}">
                  <a16:creationId xmlns:a16="http://schemas.microsoft.com/office/drawing/2014/main" id="{E00D164F-C5BC-C2B9-A621-D0DBFEA0200F}"/>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9" name="Oval 468">
              <a:extLst>
                <a:ext uri="{FF2B5EF4-FFF2-40B4-BE49-F238E27FC236}">
                  <a16:creationId xmlns:a16="http://schemas.microsoft.com/office/drawing/2014/main" id="{AA160D34-EC54-CAA2-5297-3F16B778C989}"/>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82" name="Group 481">
            <a:extLst>
              <a:ext uri="{FF2B5EF4-FFF2-40B4-BE49-F238E27FC236}">
                <a16:creationId xmlns:a16="http://schemas.microsoft.com/office/drawing/2014/main" id="{E6ED0EE4-F64C-9E70-8245-A012D33155D9}"/>
              </a:ext>
            </a:extLst>
          </p:cNvPr>
          <p:cNvGrpSpPr/>
          <p:nvPr/>
        </p:nvGrpSpPr>
        <p:grpSpPr>
          <a:xfrm>
            <a:off x="6284597" y="811555"/>
            <a:ext cx="721206" cy="609701"/>
            <a:chOff x="6284597" y="811555"/>
            <a:chExt cx="721206" cy="609701"/>
          </a:xfrm>
        </p:grpSpPr>
        <p:sp>
          <p:nvSpPr>
            <p:cNvPr id="483" name="Rectangle 482">
              <a:hlinkHover r:id="" action="ppaction://noaction" highlightClick="1"/>
              <a:extLst>
                <a:ext uri="{FF2B5EF4-FFF2-40B4-BE49-F238E27FC236}">
                  <a16:creationId xmlns:a16="http://schemas.microsoft.com/office/drawing/2014/main" id="{AF2B493B-712D-BCCB-7060-DBD1D0BA04AA}"/>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84" name="Right Triangle 483">
              <a:extLst>
                <a:ext uri="{FF2B5EF4-FFF2-40B4-BE49-F238E27FC236}">
                  <a16:creationId xmlns:a16="http://schemas.microsoft.com/office/drawing/2014/main" id="{2A0000B7-3803-D95A-9A45-5E16063E1B0D}"/>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5" name="Oval 27">
              <a:extLst>
                <a:ext uri="{FF2B5EF4-FFF2-40B4-BE49-F238E27FC236}">
                  <a16:creationId xmlns:a16="http://schemas.microsoft.com/office/drawing/2014/main" id="{F1737B17-0F5F-4C13-5AAC-595C685C77B7}"/>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6" name="Oval 28">
              <a:extLst>
                <a:ext uri="{FF2B5EF4-FFF2-40B4-BE49-F238E27FC236}">
                  <a16:creationId xmlns:a16="http://schemas.microsoft.com/office/drawing/2014/main" id="{CD3A7AB8-2AA4-D7A2-94B5-2E7CBEA60A30}"/>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2" name="Group 491">
            <a:extLst>
              <a:ext uri="{FF2B5EF4-FFF2-40B4-BE49-F238E27FC236}">
                <a16:creationId xmlns:a16="http://schemas.microsoft.com/office/drawing/2014/main" id="{95339243-471B-86C9-8A88-874AC40E64FA}"/>
              </a:ext>
            </a:extLst>
          </p:cNvPr>
          <p:cNvGrpSpPr/>
          <p:nvPr/>
        </p:nvGrpSpPr>
        <p:grpSpPr>
          <a:xfrm>
            <a:off x="7957576" y="811556"/>
            <a:ext cx="721206" cy="609701"/>
            <a:chOff x="7957576" y="811556"/>
            <a:chExt cx="721206" cy="609701"/>
          </a:xfrm>
        </p:grpSpPr>
        <p:sp>
          <p:nvSpPr>
            <p:cNvPr id="493" name="Rectangle 492">
              <a:extLst>
                <a:ext uri="{FF2B5EF4-FFF2-40B4-BE49-F238E27FC236}">
                  <a16:creationId xmlns:a16="http://schemas.microsoft.com/office/drawing/2014/main" id="{E4D085E6-6369-D898-58EE-AD700E4A7262}"/>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94" name="Rectangle 493">
              <a:extLst>
                <a:ext uri="{FF2B5EF4-FFF2-40B4-BE49-F238E27FC236}">
                  <a16:creationId xmlns:a16="http://schemas.microsoft.com/office/drawing/2014/main" id="{6B10BBFF-1E53-800A-0786-C94B86B1F738}"/>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5" name="Oval 15">
              <a:extLst>
                <a:ext uri="{FF2B5EF4-FFF2-40B4-BE49-F238E27FC236}">
                  <a16:creationId xmlns:a16="http://schemas.microsoft.com/office/drawing/2014/main" id="{B2015EC8-BFED-6A34-84B9-9746D65FE342}"/>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96" name="Straight Connector 495">
              <a:extLst>
                <a:ext uri="{FF2B5EF4-FFF2-40B4-BE49-F238E27FC236}">
                  <a16:creationId xmlns:a16="http://schemas.microsoft.com/office/drawing/2014/main" id="{E0B2D4FC-ADC3-C353-1B55-E9E79C67E3FA}"/>
                </a:ext>
              </a:extLst>
            </p:cNvPr>
            <p:cNvCxnSpPr>
              <a:cxnSpLocks/>
              <a:stCxn id="495"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7" name="Straight Connector 496">
              <a:extLst>
                <a:ext uri="{FF2B5EF4-FFF2-40B4-BE49-F238E27FC236}">
                  <a16:creationId xmlns:a16="http://schemas.microsoft.com/office/drawing/2014/main" id="{3A21D603-6DAC-EC76-3E2E-81B0F91FEAE7}"/>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6" name="Group 505">
            <a:extLst>
              <a:ext uri="{FF2B5EF4-FFF2-40B4-BE49-F238E27FC236}">
                <a16:creationId xmlns:a16="http://schemas.microsoft.com/office/drawing/2014/main" id="{DD591EDE-DB83-4A83-F6A3-E0C447E837A7}"/>
              </a:ext>
            </a:extLst>
          </p:cNvPr>
          <p:cNvGrpSpPr/>
          <p:nvPr/>
        </p:nvGrpSpPr>
        <p:grpSpPr>
          <a:xfrm>
            <a:off x="11356242" y="90836"/>
            <a:ext cx="721206" cy="609701"/>
            <a:chOff x="11356242" y="90836"/>
            <a:chExt cx="721206" cy="609701"/>
          </a:xfrm>
        </p:grpSpPr>
        <p:sp>
          <p:nvSpPr>
            <p:cNvPr id="507" name="Rectangle 506">
              <a:hlinkHover r:id="" action="ppaction://noaction" highlightClick="1"/>
              <a:extLst>
                <a:ext uri="{FF2B5EF4-FFF2-40B4-BE49-F238E27FC236}">
                  <a16:creationId xmlns:a16="http://schemas.microsoft.com/office/drawing/2014/main" id="{E5A56258-C334-18B9-7609-3DF09A440373}"/>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08" name="Oval 507">
              <a:extLst>
                <a:ext uri="{FF2B5EF4-FFF2-40B4-BE49-F238E27FC236}">
                  <a16:creationId xmlns:a16="http://schemas.microsoft.com/office/drawing/2014/main" id="{4D2846B6-2B0F-AF86-6A4F-498008B4C932}"/>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9" name="Isosceles Triangle 648">
              <a:extLst>
                <a:ext uri="{FF2B5EF4-FFF2-40B4-BE49-F238E27FC236}">
                  <a16:creationId xmlns:a16="http://schemas.microsoft.com/office/drawing/2014/main" id="{F66B8A13-4B51-3EF4-1AB1-4D673683B47F}"/>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0" name="Group 509">
            <a:extLst>
              <a:ext uri="{FF2B5EF4-FFF2-40B4-BE49-F238E27FC236}">
                <a16:creationId xmlns:a16="http://schemas.microsoft.com/office/drawing/2014/main" id="{1CA31EAB-E037-B369-58E3-E46B52008151}"/>
              </a:ext>
            </a:extLst>
          </p:cNvPr>
          <p:cNvGrpSpPr/>
          <p:nvPr/>
        </p:nvGrpSpPr>
        <p:grpSpPr>
          <a:xfrm>
            <a:off x="11356243" y="3694774"/>
            <a:ext cx="721206" cy="609701"/>
            <a:chOff x="11356243" y="3694774"/>
            <a:chExt cx="721206" cy="609701"/>
          </a:xfrm>
        </p:grpSpPr>
        <p:sp>
          <p:nvSpPr>
            <p:cNvPr id="511" name="Rectangle 510">
              <a:hlinkHover r:id="" action="ppaction://noaction" highlightClick="1"/>
              <a:extLst>
                <a:ext uri="{FF2B5EF4-FFF2-40B4-BE49-F238E27FC236}">
                  <a16:creationId xmlns:a16="http://schemas.microsoft.com/office/drawing/2014/main" id="{005CA884-94E4-1306-7762-23775C81FE97}"/>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12" name="Oval 511">
              <a:extLst>
                <a:ext uri="{FF2B5EF4-FFF2-40B4-BE49-F238E27FC236}">
                  <a16:creationId xmlns:a16="http://schemas.microsoft.com/office/drawing/2014/main" id="{CAC21FB7-BFA1-4893-25A3-EC546EF9991F}"/>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3" name="Isosceles Triangle 648">
              <a:extLst>
                <a:ext uri="{FF2B5EF4-FFF2-40B4-BE49-F238E27FC236}">
                  <a16:creationId xmlns:a16="http://schemas.microsoft.com/office/drawing/2014/main" id="{73D4EE05-5391-12E5-F409-48350E03B939}"/>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4" name="Group 513">
            <a:extLst>
              <a:ext uri="{FF2B5EF4-FFF2-40B4-BE49-F238E27FC236}">
                <a16:creationId xmlns:a16="http://schemas.microsoft.com/office/drawing/2014/main" id="{A86724C1-058F-2DB7-F59C-EB7567E9E4DE}"/>
              </a:ext>
            </a:extLst>
          </p:cNvPr>
          <p:cNvGrpSpPr/>
          <p:nvPr/>
        </p:nvGrpSpPr>
        <p:grpSpPr>
          <a:xfrm>
            <a:off x="9657691" y="4419624"/>
            <a:ext cx="721206" cy="609701"/>
            <a:chOff x="9657691" y="4419624"/>
            <a:chExt cx="721206" cy="609701"/>
          </a:xfrm>
        </p:grpSpPr>
        <p:sp>
          <p:nvSpPr>
            <p:cNvPr id="515" name="Rectangle 514">
              <a:hlinkHover r:id="" action="ppaction://noaction" highlightClick="1"/>
              <a:extLst>
                <a:ext uri="{FF2B5EF4-FFF2-40B4-BE49-F238E27FC236}">
                  <a16:creationId xmlns:a16="http://schemas.microsoft.com/office/drawing/2014/main" id="{2F6B3A77-3A45-75A5-122C-7FF14DEE3F41}"/>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16" name="Oval 515">
              <a:extLst>
                <a:ext uri="{FF2B5EF4-FFF2-40B4-BE49-F238E27FC236}">
                  <a16:creationId xmlns:a16="http://schemas.microsoft.com/office/drawing/2014/main" id="{DF7D3C4A-1B09-3D16-690B-E457A7DB76C6}"/>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7" name="Isosceles Triangle 648">
              <a:extLst>
                <a:ext uri="{FF2B5EF4-FFF2-40B4-BE49-F238E27FC236}">
                  <a16:creationId xmlns:a16="http://schemas.microsoft.com/office/drawing/2014/main" id="{0BBACF7B-A1DA-517D-8537-62CDB333A78D}"/>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8" name="Group 517">
            <a:extLst>
              <a:ext uri="{FF2B5EF4-FFF2-40B4-BE49-F238E27FC236}">
                <a16:creationId xmlns:a16="http://schemas.microsoft.com/office/drawing/2014/main" id="{4F15B6ED-C50D-733A-7E4A-5358D937EB0B}"/>
              </a:ext>
            </a:extLst>
          </p:cNvPr>
          <p:cNvGrpSpPr/>
          <p:nvPr/>
        </p:nvGrpSpPr>
        <p:grpSpPr>
          <a:xfrm>
            <a:off x="10506968" y="4419620"/>
            <a:ext cx="721206" cy="609701"/>
            <a:chOff x="10506968" y="4419620"/>
            <a:chExt cx="721206" cy="609701"/>
          </a:xfrm>
        </p:grpSpPr>
        <p:sp>
          <p:nvSpPr>
            <p:cNvPr id="519" name="Rectangle 518">
              <a:hlinkHover r:id="" action="ppaction://noaction" highlightClick="1"/>
              <a:extLst>
                <a:ext uri="{FF2B5EF4-FFF2-40B4-BE49-F238E27FC236}">
                  <a16:creationId xmlns:a16="http://schemas.microsoft.com/office/drawing/2014/main" id="{C8227289-8FB5-C43A-59BC-15E1BFAFB043}"/>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20" name="Oval 519">
              <a:extLst>
                <a:ext uri="{FF2B5EF4-FFF2-40B4-BE49-F238E27FC236}">
                  <a16:creationId xmlns:a16="http://schemas.microsoft.com/office/drawing/2014/main" id="{07F5B962-5940-0E95-B332-461F9D0841BB}"/>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1" name="Isosceles Triangle 648">
              <a:extLst>
                <a:ext uri="{FF2B5EF4-FFF2-40B4-BE49-F238E27FC236}">
                  <a16:creationId xmlns:a16="http://schemas.microsoft.com/office/drawing/2014/main" id="{E284FD7C-5DDB-132C-3654-7257CD59E316}"/>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2" name="Group 521">
            <a:extLst>
              <a:ext uri="{FF2B5EF4-FFF2-40B4-BE49-F238E27FC236}">
                <a16:creationId xmlns:a16="http://schemas.microsoft.com/office/drawing/2014/main" id="{4957AE60-3C7D-698D-F672-B942809520DF}"/>
              </a:ext>
            </a:extLst>
          </p:cNvPr>
          <p:cNvGrpSpPr/>
          <p:nvPr/>
        </p:nvGrpSpPr>
        <p:grpSpPr>
          <a:xfrm>
            <a:off x="11356003" y="4416261"/>
            <a:ext cx="721206" cy="609701"/>
            <a:chOff x="11356003" y="4416261"/>
            <a:chExt cx="721206" cy="609701"/>
          </a:xfrm>
        </p:grpSpPr>
        <p:sp>
          <p:nvSpPr>
            <p:cNvPr id="523" name="Rectangle 522">
              <a:hlinkHover r:id="" action="ppaction://noaction" highlightClick="1"/>
              <a:extLst>
                <a:ext uri="{FF2B5EF4-FFF2-40B4-BE49-F238E27FC236}">
                  <a16:creationId xmlns:a16="http://schemas.microsoft.com/office/drawing/2014/main" id="{A4ACB970-E983-9CD5-DCAD-0A71FF7487C4}"/>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24" name="Oval 523">
              <a:extLst>
                <a:ext uri="{FF2B5EF4-FFF2-40B4-BE49-F238E27FC236}">
                  <a16:creationId xmlns:a16="http://schemas.microsoft.com/office/drawing/2014/main" id="{817C73CD-AB18-C2CC-A6C4-BBE8247E0C53}"/>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5" name="Isosceles Triangle 648">
              <a:extLst>
                <a:ext uri="{FF2B5EF4-FFF2-40B4-BE49-F238E27FC236}">
                  <a16:creationId xmlns:a16="http://schemas.microsoft.com/office/drawing/2014/main" id="{C7EB70AD-C00E-77BF-D14C-1F9C9DDB9FEE}"/>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6" name="Group 525">
            <a:extLst>
              <a:ext uri="{FF2B5EF4-FFF2-40B4-BE49-F238E27FC236}">
                <a16:creationId xmlns:a16="http://schemas.microsoft.com/office/drawing/2014/main" id="{81710C1A-EE69-305B-E387-EAC9EF6DA217}"/>
              </a:ext>
            </a:extLst>
          </p:cNvPr>
          <p:cNvGrpSpPr/>
          <p:nvPr/>
        </p:nvGrpSpPr>
        <p:grpSpPr>
          <a:xfrm>
            <a:off x="8808526" y="4416261"/>
            <a:ext cx="721206" cy="609701"/>
            <a:chOff x="8808526" y="4416261"/>
            <a:chExt cx="721206" cy="609701"/>
          </a:xfrm>
        </p:grpSpPr>
        <p:sp>
          <p:nvSpPr>
            <p:cNvPr id="527" name="Rectangle 526">
              <a:hlinkHover r:id="" action="ppaction://noaction" highlightClick="1"/>
              <a:extLst>
                <a:ext uri="{FF2B5EF4-FFF2-40B4-BE49-F238E27FC236}">
                  <a16:creationId xmlns:a16="http://schemas.microsoft.com/office/drawing/2014/main" id="{7D59181B-326B-5C37-6A01-9EBD55C7D710}"/>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28" name="Oval 527">
              <a:extLst>
                <a:ext uri="{FF2B5EF4-FFF2-40B4-BE49-F238E27FC236}">
                  <a16:creationId xmlns:a16="http://schemas.microsoft.com/office/drawing/2014/main" id="{9D17ACCB-9C0D-E953-E602-96F0989C6B77}"/>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9" name="Isosceles Triangle 648">
              <a:extLst>
                <a:ext uri="{FF2B5EF4-FFF2-40B4-BE49-F238E27FC236}">
                  <a16:creationId xmlns:a16="http://schemas.microsoft.com/office/drawing/2014/main" id="{8958CE47-95BA-0119-7102-3E6E7DA6AA3E}"/>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4" name="Group 533">
            <a:extLst>
              <a:ext uri="{FF2B5EF4-FFF2-40B4-BE49-F238E27FC236}">
                <a16:creationId xmlns:a16="http://schemas.microsoft.com/office/drawing/2014/main" id="{7C071FAE-DB94-C3CD-FC16-DABB70C93633}"/>
              </a:ext>
            </a:extLst>
          </p:cNvPr>
          <p:cNvGrpSpPr/>
          <p:nvPr/>
        </p:nvGrpSpPr>
        <p:grpSpPr>
          <a:xfrm>
            <a:off x="9651076" y="5143367"/>
            <a:ext cx="721206" cy="609701"/>
            <a:chOff x="9651076" y="5143367"/>
            <a:chExt cx="721206" cy="609701"/>
          </a:xfrm>
        </p:grpSpPr>
        <p:sp>
          <p:nvSpPr>
            <p:cNvPr id="535" name="Rectangle 534">
              <a:hlinkHover r:id="" action="ppaction://noaction" highlightClick="1"/>
              <a:extLst>
                <a:ext uri="{FF2B5EF4-FFF2-40B4-BE49-F238E27FC236}">
                  <a16:creationId xmlns:a16="http://schemas.microsoft.com/office/drawing/2014/main" id="{8C3C5161-A7F5-5172-E0E7-F3DF3D3092A4}"/>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36" name="Oval 535">
              <a:extLst>
                <a:ext uri="{FF2B5EF4-FFF2-40B4-BE49-F238E27FC236}">
                  <a16:creationId xmlns:a16="http://schemas.microsoft.com/office/drawing/2014/main" id="{38CAEE86-506F-13FD-EA22-7120B8DF02F4}"/>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7" name="Isosceles Triangle 648">
              <a:extLst>
                <a:ext uri="{FF2B5EF4-FFF2-40B4-BE49-F238E27FC236}">
                  <a16:creationId xmlns:a16="http://schemas.microsoft.com/office/drawing/2014/main" id="{04AC84B8-D626-40BC-1F6B-9C46AE1F0C1B}"/>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8" name="Group 537">
            <a:extLst>
              <a:ext uri="{FF2B5EF4-FFF2-40B4-BE49-F238E27FC236}">
                <a16:creationId xmlns:a16="http://schemas.microsoft.com/office/drawing/2014/main" id="{F8D8A931-8658-DF5D-3BFE-2A63C1C25D26}"/>
              </a:ext>
            </a:extLst>
          </p:cNvPr>
          <p:cNvGrpSpPr/>
          <p:nvPr/>
        </p:nvGrpSpPr>
        <p:grpSpPr>
          <a:xfrm>
            <a:off x="9657612" y="3698231"/>
            <a:ext cx="721206" cy="609701"/>
            <a:chOff x="9657612" y="3698231"/>
            <a:chExt cx="721206" cy="609701"/>
          </a:xfrm>
        </p:grpSpPr>
        <p:sp>
          <p:nvSpPr>
            <p:cNvPr id="539" name="Rectangle 538">
              <a:hlinkHover r:id="" action="ppaction://noaction" highlightClick="1"/>
              <a:extLst>
                <a:ext uri="{FF2B5EF4-FFF2-40B4-BE49-F238E27FC236}">
                  <a16:creationId xmlns:a16="http://schemas.microsoft.com/office/drawing/2014/main" id="{2D390D30-93A4-B27F-7730-0C8D84882679}"/>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40" name="Oval 539">
              <a:extLst>
                <a:ext uri="{FF2B5EF4-FFF2-40B4-BE49-F238E27FC236}">
                  <a16:creationId xmlns:a16="http://schemas.microsoft.com/office/drawing/2014/main" id="{4CD69A6D-BABE-EA21-6F3D-D99317935DCC}"/>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1" name="Isosceles Triangle 648">
              <a:extLst>
                <a:ext uri="{FF2B5EF4-FFF2-40B4-BE49-F238E27FC236}">
                  <a16:creationId xmlns:a16="http://schemas.microsoft.com/office/drawing/2014/main" id="{B7910605-1F86-161E-E012-F91583504E83}"/>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2" name="Group 541">
            <a:extLst>
              <a:ext uri="{FF2B5EF4-FFF2-40B4-BE49-F238E27FC236}">
                <a16:creationId xmlns:a16="http://schemas.microsoft.com/office/drawing/2014/main" id="{ABB11F9E-2B3C-2049-946C-E26CF384269E}"/>
              </a:ext>
            </a:extLst>
          </p:cNvPr>
          <p:cNvGrpSpPr/>
          <p:nvPr/>
        </p:nvGrpSpPr>
        <p:grpSpPr>
          <a:xfrm>
            <a:off x="10506928" y="3698227"/>
            <a:ext cx="721206" cy="609701"/>
            <a:chOff x="10506928" y="3698227"/>
            <a:chExt cx="721206" cy="609701"/>
          </a:xfrm>
        </p:grpSpPr>
        <p:sp>
          <p:nvSpPr>
            <p:cNvPr id="543" name="Rectangle 542">
              <a:hlinkHover r:id="" action="ppaction://noaction" highlightClick="1"/>
              <a:extLst>
                <a:ext uri="{FF2B5EF4-FFF2-40B4-BE49-F238E27FC236}">
                  <a16:creationId xmlns:a16="http://schemas.microsoft.com/office/drawing/2014/main" id="{F3B328D7-0AC4-73F6-2E8A-E4A6A38A1D27}"/>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44" name="Oval 543">
              <a:extLst>
                <a:ext uri="{FF2B5EF4-FFF2-40B4-BE49-F238E27FC236}">
                  <a16:creationId xmlns:a16="http://schemas.microsoft.com/office/drawing/2014/main" id="{6865EDF4-A98F-A75C-35F4-7053764E26CD}"/>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5" name="Isosceles Triangle 648">
              <a:extLst>
                <a:ext uri="{FF2B5EF4-FFF2-40B4-BE49-F238E27FC236}">
                  <a16:creationId xmlns:a16="http://schemas.microsoft.com/office/drawing/2014/main" id="{5F9F362A-8618-CF4C-D1E3-40A18E6AC8C6}"/>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6" name="Group 545">
            <a:extLst>
              <a:ext uri="{FF2B5EF4-FFF2-40B4-BE49-F238E27FC236}">
                <a16:creationId xmlns:a16="http://schemas.microsoft.com/office/drawing/2014/main" id="{7AF72AA3-6D32-7536-8AB7-785E749D296C}"/>
              </a:ext>
            </a:extLst>
          </p:cNvPr>
          <p:cNvGrpSpPr/>
          <p:nvPr/>
        </p:nvGrpSpPr>
        <p:grpSpPr>
          <a:xfrm>
            <a:off x="8808417" y="5135710"/>
            <a:ext cx="721206" cy="609701"/>
            <a:chOff x="8808417" y="5135710"/>
            <a:chExt cx="721206" cy="609701"/>
          </a:xfrm>
        </p:grpSpPr>
        <p:sp>
          <p:nvSpPr>
            <p:cNvPr id="547" name="Rectangle 546">
              <a:hlinkHover r:id="" action="ppaction://noaction" highlightClick="1"/>
              <a:extLst>
                <a:ext uri="{FF2B5EF4-FFF2-40B4-BE49-F238E27FC236}">
                  <a16:creationId xmlns:a16="http://schemas.microsoft.com/office/drawing/2014/main" id="{B9E9D628-E13C-DA0D-0FB4-876B31B32E0B}"/>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48" name="Oval 547">
              <a:extLst>
                <a:ext uri="{FF2B5EF4-FFF2-40B4-BE49-F238E27FC236}">
                  <a16:creationId xmlns:a16="http://schemas.microsoft.com/office/drawing/2014/main" id="{79755D34-496D-64F9-9C43-734CEE823FD3}"/>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9" name="Isosceles Triangle 648">
              <a:extLst>
                <a:ext uri="{FF2B5EF4-FFF2-40B4-BE49-F238E27FC236}">
                  <a16:creationId xmlns:a16="http://schemas.microsoft.com/office/drawing/2014/main" id="{20685A7A-F200-AAB1-2D6B-7FC3470B2369}"/>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4" name="Group 563">
            <a:extLst>
              <a:ext uri="{FF2B5EF4-FFF2-40B4-BE49-F238E27FC236}">
                <a16:creationId xmlns:a16="http://schemas.microsoft.com/office/drawing/2014/main" id="{80CB5BE7-485A-5B38-80F2-7908E134C5B5}"/>
              </a:ext>
            </a:extLst>
          </p:cNvPr>
          <p:cNvGrpSpPr/>
          <p:nvPr/>
        </p:nvGrpSpPr>
        <p:grpSpPr>
          <a:xfrm>
            <a:off x="7957572" y="1532276"/>
            <a:ext cx="721206" cy="609701"/>
            <a:chOff x="7957572" y="1532276"/>
            <a:chExt cx="721206" cy="609701"/>
          </a:xfrm>
        </p:grpSpPr>
        <p:sp>
          <p:nvSpPr>
            <p:cNvPr id="565" name="Rectangle 564">
              <a:hlinkHover r:id="" action="ppaction://noaction" highlightClick="1"/>
              <a:extLst>
                <a:ext uri="{FF2B5EF4-FFF2-40B4-BE49-F238E27FC236}">
                  <a16:creationId xmlns:a16="http://schemas.microsoft.com/office/drawing/2014/main" id="{ACB8D40E-2BA0-C5CC-90F4-79FBF126300A}"/>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66" name="Rectangle 565">
              <a:extLst>
                <a:ext uri="{FF2B5EF4-FFF2-40B4-BE49-F238E27FC236}">
                  <a16:creationId xmlns:a16="http://schemas.microsoft.com/office/drawing/2014/main" id="{F4D88D20-9C1F-D4DF-34B6-A010B7067502}"/>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7" name="Oval 15">
              <a:extLst>
                <a:ext uri="{FF2B5EF4-FFF2-40B4-BE49-F238E27FC236}">
                  <a16:creationId xmlns:a16="http://schemas.microsoft.com/office/drawing/2014/main" id="{290AF770-3670-3899-D463-94F21CDFBA4F}"/>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8" name="Straight Connector 567">
              <a:extLst>
                <a:ext uri="{FF2B5EF4-FFF2-40B4-BE49-F238E27FC236}">
                  <a16:creationId xmlns:a16="http://schemas.microsoft.com/office/drawing/2014/main" id="{AB10D2F6-9BEE-A53E-72F2-4FBCC17876C1}"/>
                </a:ext>
              </a:extLst>
            </p:cNvPr>
            <p:cNvCxnSpPr>
              <a:cxnSpLocks/>
              <a:stCxn id="567"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69" name="Straight Connector 568">
              <a:extLst>
                <a:ext uri="{FF2B5EF4-FFF2-40B4-BE49-F238E27FC236}">
                  <a16:creationId xmlns:a16="http://schemas.microsoft.com/office/drawing/2014/main" id="{EEF3C373-FA4A-0F95-CD41-A31625598EC9}"/>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70" name="Group 569">
            <a:extLst>
              <a:ext uri="{FF2B5EF4-FFF2-40B4-BE49-F238E27FC236}">
                <a16:creationId xmlns:a16="http://schemas.microsoft.com/office/drawing/2014/main" id="{3183B641-0B58-25A2-E395-84E001065A47}"/>
              </a:ext>
            </a:extLst>
          </p:cNvPr>
          <p:cNvGrpSpPr/>
          <p:nvPr/>
        </p:nvGrpSpPr>
        <p:grpSpPr>
          <a:xfrm>
            <a:off x="9656904" y="1532276"/>
            <a:ext cx="721206" cy="609701"/>
            <a:chOff x="9656904" y="1532276"/>
            <a:chExt cx="721206" cy="609701"/>
          </a:xfrm>
        </p:grpSpPr>
        <p:sp>
          <p:nvSpPr>
            <p:cNvPr id="571" name="Rectangle 570">
              <a:extLst>
                <a:ext uri="{FF2B5EF4-FFF2-40B4-BE49-F238E27FC236}">
                  <a16:creationId xmlns:a16="http://schemas.microsoft.com/office/drawing/2014/main" id="{0AE355EF-E81D-D99C-EFDD-09E19F3565FD}"/>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72" name="Rectangle 571">
              <a:extLst>
                <a:ext uri="{FF2B5EF4-FFF2-40B4-BE49-F238E27FC236}">
                  <a16:creationId xmlns:a16="http://schemas.microsoft.com/office/drawing/2014/main" id="{D91F08AB-CBBA-D6C9-D762-CA21B1D1D196}"/>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3" name="Oval 15">
              <a:extLst>
                <a:ext uri="{FF2B5EF4-FFF2-40B4-BE49-F238E27FC236}">
                  <a16:creationId xmlns:a16="http://schemas.microsoft.com/office/drawing/2014/main" id="{374DFCF3-2474-AFF0-38A1-90B5130A945E}"/>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4" name="Straight Connector 573">
              <a:extLst>
                <a:ext uri="{FF2B5EF4-FFF2-40B4-BE49-F238E27FC236}">
                  <a16:creationId xmlns:a16="http://schemas.microsoft.com/office/drawing/2014/main" id="{3068BD11-5BEC-F851-271E-F90AF25C7ABF}"/>
                </a:ext>
              </a:extLst>
            </p:cNvPr>
            <p:cNvCxnSpPr>
              <a:cxnSpLocks/>
              <a:stCxn id="573"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5" name="Straight Connector 574">
              <a:extLst>
                <a:ext uri="{FF2B5EF4-FFF2-40B4-BE49-F238E27FC236}">
                  <a16:creationId xmlns:a16="http://schemas.microsoft.com/office/drawing/2014/main" id="{9AEF7578-ACC4-75B7-7346-12E2EFF64DB2}"/>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4" name="Group 603">
            <a:extLst>
              <a:ext uri="{FF2B5EF4-FFF2-40B4-BE49-F238E27FC236}">
                <a16:creationId xmlns:a16="http://schemas.microsoft.com/office/drawing/2014/main" id="{D8E7E0D0-570B-B6FA-C64F-13D1E4C77215}"/>
              </a:ext>
            </a:extLst>
          </p:cNvPr>
          <p:cNvGrpSpPr/>
          <p:nvPr/>
        </p:nvGrpSpPr>
        <p:grpSpPr>
          <a:xfrm>
            <a:off x="11356242" y="811556"/>
            <a:ext cx="721206" cy="609701"/>
            <a:chOff x="11356242" y="811556"/>
            <a:chExt cx="721206" cy="609701"/>
          </a:xfrm>
        </p:grpSpPr>
        <p:sp>
          <p:nvSpPr>
            <p:cNvPr id="605" name="Rectangle 604">
              <a:hlinkHover r:id="" action="ppaction://noaction" highlightClick="1"/>
              <a:extLst>
                <a:ext uri="{FF2B5EF4-FFF2-40B4-BE49-F238E27FC236}">
                  <a16:creationId xmlns:a16="http://schemas.microsoft.com/office/drawing/2014/main" id="{0B40E32D-F2D2-A7FC-12BE-770BF0AE59E7}"/>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06" name="Oval 605">
              <a:extLst>
                <a:ext uri="{FF2B5EF4-FFF2-40B4-BE49-F238E27FC236}">
                  <a16:creationId xmlns:a16="http://schemas.microsoft.com/office/drawing/2014/main" id="{916A99A8-5CB1-B94D-C20E-7F157A5AA9F1}"/>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7" name="Isosceles Triangle 648">
              <a:extLst>
                <a:ext uri="{FF2B5EF4-FFF2-40B4-BE49-F238E27FC236}">
                  <a16:creationId xmlns:a16="http://schemas.microsoft.com/office/drawing/2014/main" id="{DB40B17A-5349-CF58-4592-7E3FDB665ACE}"/>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8" name="Group 607">
            <a:extLst>
              <a:ext uri="{FF2B5EF4-FFF2-40B4-BE49-F238E27FC236}">
                <a16:creationId xmlns:a16="http://schemas.microsoft.com/office/drawing/2014/main" id="{98DE7606-BD71-BD0D-5756-07539381D3E7}"/>
              </a:ext>
            </a:extLst>
          </p:cNvPr>
          <p:cNvGrpSpPr/>
          <p:nvPr/>
        </p:nvGrpSpPr>
        <p:grpSpPr>
          <a:xfrm>
            <a:off x="8807249" y="811555"/>
            <a:ext cx="721206" cy="609701"/>
            <a:chOff x="8807249" y="811555"/>
            <a:chExt cx="721206" cy="609701"/>
          </a:xfrm>
        </p:grpSpPr>
        <p:sp>
          <p:nvSpPr>
            <p:cNvPr id="609" name="Rectangle 608">
              <a:hlinkHover r:id="" action="ppaction://noaction" highlightClick="1"/>
              <a:extLst>
                <a:ext uri="{FF2B5EF4-FFF2-40B4-BE49-F238E27FC236}">
                  <a16:creationId xmlns:a16="http://schemas.microsoft.com/office/drawing/2014/main" id="{2A7F4769-0375-EA2A-D4FE-DB5720E93880}"/>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10" name="Diamond 609">
              <a:extLst>
                <a:ext uri="{FF2B5EF4-FFF2-40B4-BE49-F238E27FC236}">
                  <a16:creationId xmlns:a16="http://schemas.microsoft.com/office/drawing/2014/main" id="{2802AEB2-839B-DBF5-6CB1-F32107C34726}"/>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1" name="Oval 610">
              <a:extLst>
                <a:ext uri="{FF2B5EF4-FFF2-40B4-BE49-F238E27FC236}">
                  <a16:creationId xmlns:a16="http://schemas.microsoft.com/office/drawing/2014/main" id="{E1E6AD83-7ACB-A77E-845B-4D46BF247C26}"/>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2" name="Group 611">
            <a:extLst>
              <a:ext uri="{FF2B5EF4-FFF2-40B4-BE49-F238E27FC236}">
                <a16:creationId xmlns:a16="http://schemas.microsoft.com/office/drawing/2014/main" id="{130B62AD-CBEB-107B-FAC3-22C34CD8BE50}"/>
              </a:ext>
            </a:extLst>
          </p:cNvPr>
          <p:cNvGrpSpPr/>
          <p:nvPr/>
        </p:nvGrpSpPr>
        <p:grpSpPr>
          <a:xfrm>
            <a:off x="8808419" y="3705986"/>
            <a:ext cx="721206" cy="609701"/>
            <a:chOff x="8808419" y="3705986"/>
            <a:chExt cx="721206" cy="609701"/>
          </a:xfrm>
        </p:grpSpPr>
        <p:sp>
          <p:nvSpPr>
            <p:cNvPr id="613" name="Rectangle 612">
              <a:hlinkHover r:id="" action="ppaction://noaction" highlightClick="1"/>
              <a:extLst>
                <a:ext uri="{FF2B5EF4-FFF2-40B4-BE49-F238E27FC236}">
                  <a16:creationId xmlns:a16="http://schemas.microsoft.com/office/drawing/2014/main" id="{20D42F98-9EBF-F968-D19C-EA5B7839F4B5}"/>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14" name="Oval 613">
              <a:extLst>
                <a:ext uri="{FF2B5EF4-FFF2-40B4-BE49-F238E27FC236}">
                  <a16:creationId xmlns:a16="http://schemas.microsoft.com/office/drawing/2014/main" id="{39819BC0-E1AB-9FE2-564B-CFF8A2D28EFD}"/>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5" name="Isosceles Triangle 648">
              <a:extLst>
                <a:ext uri="{FF2B5EF4-FFF2-40B4-BE49-F238E27FC236}">
                  <a16:creationId xmlns:a16="http://schemas.microsoft.com/office/drawing/2014/main" id="{F6C50405-C33D-2541-45A0-CB1BE2CFB1AD}"/>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6" name="Group 615">
            <a:extLst>
              <a:ext uri="{FF2B5EF4-FFF2-40B4-BE49-F238E27FC236}">
                <a16:creationId xmlns:a16="http://schemas.microsoft.com/office/drawing/2014/main" id="{1D0609E2-E37D-DAA1-BAA9-54F6DFC67790}"/>
              </a:ext>
            </a:extLst>
          </p:cNvPr>
          <p:cNvGrpSpPr/>
          <p:nvPr/>
        </p:nvGrpSpPr>
        <p:grpSpPr>
          <a:xfrm>
            <a:off x="431659" y="90836"/>
            <a:ext cx="721210" cy="609701"/>
            <a:chOff x="431659" y="90836"/>
            <a:chExt cx="721210" cy="609701"/>
          </a:xfrm>
        </p:grpSpPr>
        <p:sp>
          <p:nvSpPr>
            <p:cNvPr id="617" name="Rectangle 616">
              <a:extLst>
                <a:ext uri="{FF2B5EF4-FFF2-40B4-BE49-F238E27FC236}">
                  <a16:creationId xmlns:a16="http://schemas.microsoft.com/office/drawing/2014/main" id="{FD31D7A5-0BEC-1500-791C-5FCE9F9BC869}"/>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18" name="Rectangle 617">
              <a:extLst>
                <a:ext uri="{FF2B5EF4-FFF2-40B4-BE49-F238E27FC236}">
                  <a16:creationId xmlns:a16="http://schemas.microsoft.com/office/drawing/2014/main" id="{91EB1CB3-AE81-02DD-A591-91DF5F80C8A0}"/>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9" name="Oval 15">
              <a:extLst>
                <a:ext uri="{FF2B5EF4-FFF2-40B4-BE49-F238E27FC236}">
                  <a16:creationId xmlns:a16="http://schemas.microsoft.com/office/drawing/2014/main" id="{D48551BA-DE84-D5B9-18C4-C75A3D69E31C}"/>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0" name="Straight Connector 619">
              <a:extLst>
                <a:ext uri="{FF2B5EF4-FFF2-40B4-BE49-F238E27FC236}">
                  <a16:creationId xmlns:a16="http://schemas.microsoft.com/office/drawing/2014/main" id="{903516DC-14C5-901A-88C8-FF188645B238}"/>
                </a:ext>
              </a:extLst>
            </p:cNvPr>
            <p:cNvCxnSpPr>
              <a:cxnSpLocks/>
              <a:stCxn id="619"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1" name="Straight Connector 620">
              <a:extLst>
                <a:ext uri="{FF2B5EF4-FFF2-40B4-BE49-F238E27FC236}">
                  <a16:creationId xmlns:a16="http://schemas.microsoft.com/office/drawing/2014/main" id="{F6E0E8B5-21C8-5056-6BC1-CDA1DA50B6C5}"/>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4" name="Group 633">
            <a:extLst>
              <a:ext uri="{FF2B5EF4-FFF2-40B4-BE49-F238E27FC236}">
                <a16:creationId xmlns:a16="http://schemas.microsoft.com/office/drawing/2014/main" id="{467DDE64-24F5-ABC8-856F-3C2E1AB4C160}"/>
              </a:ext>
            </a:extLst>
          </p:cNvPr>
          <p:cNvGrpSpPr/>
          <p:nvPr/>
        </p:nvGrpSpPr>
        <p:grpSpPr>
          <a:xfrm>
            <a:off x="1269626" y="4419615"/>
            <a:ext cx="721206" cy="609701"/>
            <a:chOff x="1269626" y="4419615"/>
            <a:chExt cx="721206" cy="609701"/>
          </a:xfrm>
        </p:grpSpPr>
        <p:sp>
          <p:nvSpPr>
            <p:cNvPr id="635" name="Rectangle 634">
              <a:extLst>
                <a:ext uri="{FF2B5EF4-FFF2-40B4-BE49-F238E27FC236}">
                  <a16:creationId xmlns:a16="http://schemas.microsoft.com/office/drawing/2014/main" id="{14C6758C-F684-B552-1ECC-FF1E2A1C0529}"/>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36" name="Cylinder 635">
              <a:extLst>
                <a:ext uri="{FF2B5EF4-FFF2-40B4-BE49-F238E27FC236}">
                  <a16:creationId xmlns:a16="http://schemas.microsoft.com/office/drawing/2014/main" id="{415EADF8-DFA2-2EE0-5F5F-0AE50639E97C}"/>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7" name="Group 636">
            <a:extLst>
              <a:ext uri="{FF2B5EF4-FFF2-40B4-BE49-F238E27FC236}">
                <a16:creationId xmlns:a16="http://schemas.microsoft.com/office/drawing/2014/main" id="{E422F852-33AE-4E4E-D2C0-A66431CF6669}"/>
              </a:ext>
            </a:extLst>
          </p:cNvPr>
          <p:cNvGrpSpPr/>
          <p:nvPr/>
        </p:nvGrpSpPr>
        <p:grpSpPr>
          <a:xfrm>
            <a:off x="432841" y="4419615"/>
            <a:ext cx="721206" cy="609701"/>
            <a:chOff x="432841" y="4419615"/>
            <a:chExt cx="721206" cy="609701"/>
          </a:xfrm>
        </p:grpSpPr>
        <p:sp>
          <p:nvSpPr>
            <p:cNvPr id="638" name="Rectangle 637">
              <a:extLst>
                <a:ext uri="{FF2B5EF4-FFF2-40B4-BE49-F238E27FC236}">
                  <a16:creationId xmlns:a16="http://schemas.microsoft.com/office/drawing/2014/main" id="{01794D00-A288-DFD9-F3AF-A95F473B9208}"/>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39" name="Cylinder 638">
              <a:extLst>
                <a:ext uri="{FF2B5EF4-FFF2-40B4-BE49-F238E27FC236}">
                  <a16:creationId xmlns:a16="http://schemas.microsoft.com/office/drawing/2014/main" id="{F22302D7-60BA-587E-154F-48534277C3CA}"/>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0" name="Group 639">
            <a:extLst>
              <a:ext uri="{FF2B5EF4-FFF2-40B4-BE49-F238E27FC236}">
                <a16:creationId xmlns:a16="http://schemas.microsoft.com/office/drawing/2014/main" id="{1F9443BF-B1A7-B765-7D2E-A097296B1AE7}"/>
              </a:ext>
            </a:extLst>
          </p:cNvPr>
          <p:cNvGrpSpPr/>
          <p:nvPr/>
        </p:nvGrpSpPr>
        <p:grpSpPr>
          <a:xfrm>
            <a:off x="1268467" y="5141008"/>
            <a:ext cx="721206" cy="609701"/>
            <a:chOff x="1268467" y="5141008"/>
            <a:chExt cx="721206" cy="609701"/>
          </a:xfrm>
        </p:grpSpPr>
        <p:sp>
          <p:nvSpPr>
            <p:cNvPr id="641" name="Rectangle 640">
              <a:extLst>
                <a:ext uri="{FF2B5EF4-FFF2-40B4-BE49-F238E27FC236}">
                  <a16:creationId xmlns:a16="http://schemas.microsoft.com/office/drawing/2014/main" id="{FAACCFB7-FDEA-4F4A-75B5-C6903BEFD885}"/>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42" name="Cylinder 641">
              <a:extLst>
                <a:ext uri="{FF2B5EF4-FFF2-40B4-BE49-F238E27FC236}">
                  <a16:creationId xmlns:a16="http://schemas.microsoft.com/office/drawing/2014/main" id="{09769C02-E27A-E1DB-9FB7-FE3AEF8D46A5}"/>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3" name="Group 642">
            <a:extLst>
              <a:ext uri="{FF2B5EF4-FFF2-40B4-BE49-F238E27FC236}">
                <a16:creationId xmlns:a16="http://schemas.microsoft.com/office/drawing/2014/main" id="{D22D3445-37E0-C58F-D83B-7117A4296EB6}"/>
              </a:ext>
            </a:extLst>
          </p:cNvPr>
          <p:cNvGrpSpPr/>
          <p:nvPr/>
        </p:nvGrpSpPr>
        <p:grpSpPr>
          <a:xfrm>
            <a:off x="431297" y="5141008"/>
            <a:ext cx="721206" cy="609701"/>
            <a:chOff x="431297" y="5141008"/>
            <a:chExt cx="721206" cy="609701"/>
          </a:xfrm>
        </p:grpSpPr>
        <p:sp>
          <p:nvSpPr>
            <p:cNvPr id="644" name="Rectangle 643">
              <a:extLst>
                <a:ext uri="{FF2B5EF4-FFF2-40B4-BE49-F238E27FC236}">
                  <a16:creationId xmlns:a16="http://schemas.microsoft.com/office/drawing/2014/main" id="{1B8C1816-B97E-8886-24EC-7EF359E44EDF}"/>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45" name="Cylinder 644">
              <a:extLst>
                <a:ext uri="{FF2B5EF4-FFF2-40B4-BE49-F238E27FC236}">
                  <a16:creationId xmlns:a16="http://schemas.microsoft.com/office/drawing/2014/main" id="{438F8738-878A-596F-2BF6-7EC6199B9E90}"/>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6" name="Group 645">
            <a:extLst>
              <a:ext uri="{FF2B5EF4-FFF2-40B4-BE49-F238E27FC236}">
                <a16:creationId xmlns:a16="http://schemas.microsoft.com/office/drawing/2014/main" id="{E96AB05F-B15E-98E6-F886-52937922E1B3}"/>
              </a:ext>
            </a:extLst>
          </p:cNvPr>
          <p:cNvGrpSpPr/>
          <p:nvPr/>
        </p:nvGrpSpPr>
        <p:grpSpPr>
          <a:xfrm>
            <a:off x="431660" y="3698226"/>
            <a:ext cx="721206" cy="609701"/>
            <a:chOff x="431660" y="3698226"/>
            <a:chExt cx="721206" cy="609701"/>
          </a:xfrm>
        </p:grpSpPr>
        <p:sp>
          <p:nvSpPr>
            <p:cNvPr id="647" name="Rectangle 646">
              <a:extLst>
                <a:ext uri="{FF2B5EF4-FFF2-40B4-BE49-F238E27FC236}">
                  <a16:creationId xmlns:a16="http://schemas.microsoft.com/office/drawing/2014/main" id="{7CD017FB-4319-C021-3C81-71551C5C08BF}"/>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48" name="Right Triangle 647">
              <a:extLst>
                <a:ext uri="{FF2B5EF4-FFF2-40B4-BE49-F238E27FC236}">
                  <a16:creationId xmlns:a16="http://schemas.microsoft.com/office/drawing/2014/main" id="{33D8ADDC-CBA8-569F-9A2F-28B7B2A049CF}"/>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49" name="Group 648">
              <a:extLst>
                <a:ext uri="{FF2B5EF4-FFF2-40B4-BE49-F238E27FC236}">
                  <a16:creationId xmlns:a16="http://schemas.microsoft.com/office/drawing/2014/main" id="{34A4E53A-855E-9313-D691-256EEB09E41E}"/>
                </a:ext>
              </a:extLst>
            </p:cNvPr>
            <p:cNvGrpSpPr/>
            <p:nvPr/>
          </p:nvGrpSpPr>
          <p:grpSpPr>
            <a:xfrm>
              <a:off x="1102253" y="3706270"/>
              <a:ext cx="37817" cy="61390"/>
              <a:chOff x="3883481" y="2057400"/>
              <a:chExt cx="1608363" cy="2652031"/>
            </a:xfrm>
            <a:solidFill>
              <a:srgbClr val="A6A6A6">
                <a:alpha val="20000"/>
              </a:srgbClr>
            </a:solidFill>
          </p:grpSpPr>
          <p:sp>
            <p:nvSpPr>
              <p:cNvPr id="650" name="Oval 27">
                <a:extLst>
                  <a:ext uri="{FF2B5EF4-FFF2-40B4-BE49-F238E27FC236}">
                    <a16:creationId xmlns:a16="http://schemas.microsoft.com/office/drawing/2014/main" id="{3CB7C98B-BFE9-60D7-3461-2C07C600661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1" name="Oval 28">
                <a:extLst>
                  <a:ext uri="{FF2B5EF4-FFF2-40B4-BE49-F238E27FC236}">
                    <a16:creationId xmlns:a16="http://schemas.microsoft.com/office/drawing/2014/main" id="{CE76CD4A-115E-8CEC-F76F-D66D601F0E9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2" name="Group 651">
            <a:extLst>
              <a:ext uri="{FF2B5EF4-FFF2-40B4-BE49-F238E27FC236}">
                <a16:creationId xmlns:a16="http://schemas.microsoft.com/office/drawing/2014/main" id="{37156E07-D759-33E4-5FF0-3D157FD7D9C5}"/>
              </a:ext>
            </a:extLst>
          </p:cNvPr>
          <p:cNvGrpSpPr/>
          <p:nvPr/>
        </p:nvGrpSpPr>
        <p:grpSpPr>
          <a:xfrm>
            <a:off x="2942399" y="3698227"/>
            <a:ext cx="721206" cy="609701"/>
            <a:chOff x="2942399" y="3698227"/>
            <a:chExt cx="721206" cy="609701"/>
          </a:xfrm>
        </p:grpSpPr>
        <p:sp>
          <p:nvSpPr>
            <p:cNvPr id="653" name="Rectangle 652">
              <a:extLst>
                <a:ext uri="{FF2B5EF4-FFF2-40B4-BE49-F238E27FC236}">
                  <a16:creationId xmlns:a16="http://schemas.microsoft.com/office/drawing/2014/main" id="{EF1DB298-7BD8-8A32-068B-E6B96CE2D219}"/>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54" name="Right Triangle 653">
              <a:extLst>
                <a:ext uri="{FF2B5EF4-FFF2-40B4-BE49-F238E27FC236}">
                  <a16:creationId xmlns:a16="http://schemas.microsoft.com/office/drawing/2014/main" id="{C5DCCF5A-07FF-0948-9ECE-595C625B9998}"/>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5" name="Group 654">
              <a:extLst>
                <a:ext uri="{FF2B5EF4-FFF2-40B4-BE49-F238E27FC236}">
                  <a16:creationId xmlns:a16="http://schemas.microsoft.com/office/drawing/2014/main" id="{6E95E77A-E462-60CE-906D-6FEA747CA285}"/>
                </a:ext>
              </a:extLst>
            </p:cNvPr>
            <p:cNvGrpSpPr/>
            <p:nvPr/>
          </p:nvGrpSpPr>
          <p:grpSpPr>
            <a:xfrm>
              <a:off x="3607767" y="3713057"/>
              <a:ext cx="37817" cy="61390"/>
              <a:chOff x="3883481" y="2057400"/>
              <a:chExt cx="1608363" cy="2652031"/>
            </a:xfrm>
            <a:solidFill>
              <a:srgbClr val="A6A6A6">
                <a:alpha val="20000"/>
              </a:srgbClr>
            </a:solidFill>
          </p:grpSpPr>
          <p:sp>
            <p:nvSpPr>
              <p:cNvPr id="656" name="Oval 27">
                <a:extLst>
                  <a:ext uri="{FF2B5EF4-FFF2-40B4-BE49-F238E27FC236}">
                    <a16:creationId xmlns:a16="http://schemas.microsoft.com/office/drawing/2014/main" id="{0C9AD522-AC68-FBA2-106B-2ED62784E5A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7" name="Oval 28">
                <a:extLst>
                  <a:ext uri="{FF2B5EF4-FFF2-40B4-BE49-F238E27FC236}">
                    <a16:creationId xmlns:a16="http://schemas.microsoft.com/office/drawing/2014/main" id="{72B1248F-4C32-3C0C-19FE-BF61452CA62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4" name="Group 673">
            <a:extLst>
              <a:ext uri="{FF2B5EF4-FFF2-40B4-BE49-F238E27FC236}">
                <a16:creationId xmlns:a16="http://schemas.microsoft.com/office/drawing/2014/main" id="{DDF10E46-6F28-C008-535C-E35CB3C44BA5}"/>
              </a:ext>
            </a:extLst>
          </p:cNvPr>
          <p:cNvGrpSpPr/>
          <p:nvPr/>
        </p:nvGrpSpPr>
        <p:grpSpPr>
          <a:xfrm>
            <a:off x="2105710" y="3698208"/>
            <a:ext cx="721206" cy="610396"/>
            <a:chOff x="2105710" y="3698208"/>
            <a:chExt cx="721206" cy="610396"/>
          </a:xfrm>
        </p:grpSpPr>
        <p:sp>
          <p:nvSpPr>
            <p:cNvPr id="675" name="Rectangle 674">
              <a:extLst>
                <a:ext uri="{FF2B5EF4-FFF2-40B4-BE49-F238E27FC236}">
                  <a16:creationId xmlns:a16="http://schemas.microsoft.com/office/drawing/2014/main" id="{C291FBC1-A079-9283-47F2-A89E664815B5}"/>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76" name="Right Triangle 675">
              <a:extLst>
                <a:ext uri="{FF2B5EF4-FFF2-40B4-BE49-F238E27FC236}">
                  <a16:creationId xmlns:a16="http://schemas.microsoft.com/office/drawing/2014/main" id="{369C8A5E-3C5A-D99B-3372-C721EF37EC61}"/>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7" name="Group 676">
              <a:extLst>
                <a:ext uri="{FF2B5EF4-FFF2-40B4-BE49-F238E27FC236}">
                  <a16:creationId xmlns:a16="http://schemas.microsoft.com/office/drawing/2014/main" id="{B8D4DF6A-3E0B-7FF4-6665-9504631E1BCF}"/>
                </a:ext>
              </a:extLst>
            </p:cNvPr>
            <p:cNvGrpSpPr/>
            <p:nvPr/>
          </p:nvGrpSpPr>
          <p:grpSpPr>
            <a:xfrm>
              <a:off x="2776303" y="3704306"/>
              <a:ext cx="37817" cy="61390"/>
              <a:chOff x="3883481" y="2057400"/>
              <a:chExt cx="1608363" cy="2652031"/>
            </a:xfrm>
            <a:solidFill>
              <a:srgbClr val="A6A6A6">
                <a:alpha val="20000"/>
              </a:srgbClr>
            </a:solidFill>
          </p:grpSpPr>
          <p:sp>
            <p:nvSpPr>
              <p:cNvPr id="678" name="Oval 27">
                <a:extLst>
                  <a:ext uri="{FF2B5EF4-FFF2-40B4-BE49-F238E27FC236}">
                    <a16:creationId xmlns:a16="http://schemas.microsoft.com/office/drawing/2014/main" id="{B1BA7A1F-2EE9-EF82-E7AA-0E30873CC92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9" name="Oval 28">
                <a:extLst>
                  <a:ext uri="{FF2B5EF4-FFF2-40B4-BE49-F238E27FC236}">
                    <a16:creationId xmlns:a16="http://schemas.microsoft.com/office/drawing/2014/main" id="{4332A85B-7A75-E5BC-44A0-1F731260A6B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0" name="Group 679">
            <a:extLst>
              <a:ext uri="{FF2B5EF4-FFF2-40B4-BE49-F238E27FC236}">
                <a16:creationId xmlns:a16="http://schemas.microsoft.com/office/drawing/2014/main" id="{9405F101-1D47-031D-5392-AB74813DFCC9}"/>
              </a:ext>
            </a:extLst>
          </p:cNvPr>
          <p:cNvGrpSpPr/>
          <p:nvPr/>
        </p:nvGrpSpPr>
        <p:grpSpPr>
          <a:xfrm>
            <a:off x="3778361" y="2253333"/>
            <a:ext cx="721206" cy="609701"/>
            <a:chOff x="3778361" y="2253333"/>
            <a:chExt cx="721206" cy="609701"/>
          </a:xfrm>
        </p:grpSpPr>
        <p:sp>
          <p:nvSpPr>
            <p:cNvPr id="681" name="Rectangle 680">
              <a:extLst>
                <a:ext uri="{FF2B5EF4-FFF2-40B4-BE49-F238E27FC236}">
                  <a16:creationId xmlns:a16="http://schemas.microsoft.com/office/drawing/2014/main" id="{19A43738-E5B9-0C42-1D53-39189E991195}"/>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82" name="Rectangle 681">
              <a:extLst>
                <a:ext uri="{FF2B5EF4-FFF2-40B4-BE49-F238E27FC236}">
                  <a16:creationId xmlns:a16="http://schemas.microsoft.com/office/drawing/2014/main" id="{F3C17023-677C-A80B-2DA7-18EA466E5F6B}"/>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3" name="Oval 15">
              <a:extLst>
                <a:ext uri="{FF2B5EF4-FFF2-40B4-BE49-F238E27FC236}">
                  <a16:creationId xmlns:a16="http://schemas.microsoft.com/office/drawing/2014/main" id="{97A08943-1B25-8CD3-E97B-503B657D6F88}"/>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4" name="Straight Connector 683">
              <a:extLst>
                <a:ext uri="{FF2B5EF4-FFF2-40B4-BE49-F238E27FC236}">
                  <a16:creationId xmlns:a16="http://schemas.microsoft.com/office/drawing/2014/main" id="{296C0E77-EFB4-6E96-D800-305563F2B030}"/>
                </a:ext>
              </a:extLst>
            </p:cNvPr>
            <p:cNvCxnSpPr>
              <a:cxnSpLocks/>
              <a:stCxn id="683"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5" name="Straight Connector 684">
              <a:extLst>
                <a:ext uri="{FF2B5EF4-FFF2-40B4-BE49-F238E27FC236}">
                  <a16:creationId xmlns:a16="http://schemas.microsoft.com/office/drawing/2014/main" id="{8E32BD46-A61C-E76E-782D-8035779FEB00}"/>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86" name="Group 685">
            <a:extLst>
              <a:ext uri="{FF2B5EF4-FFF2-40B4-BE49-F238E27FC236}">
                <a16:creationId xmlns:a16="http://schemas.microsoft.com/office/drawing/2014/main" id="{D3CA4A0F-4355-7FC8-885B-0485DCBD8DF8}"/>
              </a:ext>
            </a:extLst>
          </p:cNvPr>
          <p:cNvGrpSpPr/>
          <p:nvPr/>
        </p:nvGrpSpPr>
        <p:grpSpPr>
          <a:xfrm>
            <a:off x="1268843" y="2253332"/>
            <a:ext cx="721206" cy="609701"/>
            <a:chOff x="1268843" y="2253332"/>
            <a:chExt cx="721206" cy="609701"/>
          </a:xfrm>
        </p:grpSpPr>
        <p:sp>
          <p:nvSpPr>
            <p:cNvPr id="687" name="Rectangle 686">
              <a:extLst>
                <a:ext uri="{FF2B5EF4-FFF2-40B4-BE49-F238E27FC236}">
                  <a16:creationId xmlns:a16="http://schemas.microsoft.com/office/drawing/2014/main" id="{358322F3-7E54-B93C-2ACE-1B4D5B627A2C}"/>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88" name="Right Triangle 687">
              <a:extLst>
                <a:ext uri="{FF2B5EF4-FFF2-40B4-BE49-F238E27FC236}">
                  <a16:creationId xmlns:a16="http://schemas.microsoft.com/office/drawing/2014/main" id="{C73C0039-409E-FF1E-6DBA-E32A38C838F3}"/>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9" name="Group 688">
              <a:extLst>
                <a:ext uri="{FF2B5EF4-FFF2-40B4-BE49-F238E27FC236}">
                  <a16:creationId xmlns:a16="http://schemas.microsoft.com/office/drawing/2014/main" id="{5B2B5032-E6CE-9A8D-87F5-4AB52D1F0130}"/>
                </a:ext>
              </a:extLst>
            </p:cNvPr>
            <p:cNvGrpSpPr/>
            <p:nvPr/>
          </p:nvGrpSpPr>
          <p:grpSpPr>
            <a:xfrm>
              <a:off x="1939436" y="2265731"/>
              <a:ext cx="37817" cy="61390"/>
              <a:chOff x="3883481" y="2057400"/>
              <a:chExt cx="1608363" cy="2652031"/>
            </a:xfrm>
            <a:solidFill>
              <a:srgbClr val="A6A6A6">
                <a:alpha val="20000"/>
              </a:srgbClr>
            </a:solidFill>
          </p:grpSpPr>
          <p:sp>
            <p:nvSpPr>
              <p:cNvPr id="690" name="Oval 27">
                <a:extLst>
                  <a:ext uri="{FF2B5EF4-FFF2-40B4-BE49-F238E27FC236}">
                    <a16:creationId xmlns:a16="http://schemas.microsoft.com/office/drawing/2014/main" id="{4F4170D6-9CB5-F0F2-BADC-F37B0AC208E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1" name="Oval 28">
                <a:extLst>
                  <a:ext uri="{FF2B5EF4-FFF2-40B4-BE49-F238E27FC236}">
                    <a16:creationId xmlns:a16="http://schemas.microsoft.com/office/drawing/2014/main" id="{0E1E0409-4ACB-8CEC-935F-18436B01D76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2" name="Group 691">
            <a:extLst>
              <a:ext uri="{FF2B5EF4-FFF2-40B4-BE49-F238E27FC236}">
                <a16:creationId xmlns:a16="http://schemas.microsoft.com/office/drawing/2014/main" id="{D0130B5F-D9A0-1317-0BE7-D1AFAA11A5E8}"/>
              </a:ext>
            </a:extLst>
          </p:cNvPr>
          <p:cNvGrpSpPr/>
          <p:nvPr/>
        </p:nvGrpSpPr>
        <p:grpSpPr>
          <a:xfrm>
            <a:off x="2105351" y="2253333"/>
            <a:ext cx="721206" cy="609701"/>
            <a:chOff x="2105351" y="2253333"/>
            <a:chExt cx="721206" cy="609701"/>
          </a:xfrm>
        </p:grpSpPr>
        <p:sp>
          <p:nvSpPr>
            <p:cNvPr id="693" name="Rectangle 692">
              <a:extLst>
                <a:ext uri="{FF2B5EF4-FFF2-40B4-BE49-F238E27FC236}">
                  <a16:creationId xmlns:a16="http://schemas.microsoft.com/office/drawing/2014/main" id="{70BF6BF1-1AB5-7D58-A27C-1C009A7349DF}"/>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94" name="Right Triangle 693">
              <a:extLst>
                <a:ext uri="{FF2B5EF4-FFF2-40B4-BE49-F238E27FC236}">
                  <a16:creationId xmlns:a16="http://schemas.microsoft.com/office/drawing/2014/main" id="{A5F32362-D6B5-B46A-CED1-2811C487AEBE}"/>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5" name="Group 694">
              <a:extLst>
                <a:ext uri="{FF2B5EF4-FFF2-40B4-BE49-F238E27FC236}">
                  <a16:creationId xmlns:a16="http://schemas.microsoft.com/office/drawing/2014/main" id="{D8310BD0-77C6-0E4D-EBBE-56E7695357DA}"/>
                </a:ext>
              </a:extLst>
            </p:cNvPr>
            <p:cNvGrpSpPr/>
            <p:nvPr/>
          </p:nvGrpSpPr>
          <p:grpSpPr>
            <a:xfrm>
              <a:off x="2771408" y="2265591"/>
              <a:ext cx="37817" cy="61390"/>
              <a:chOff x="3883481" y="2057400"/>
              <a:chExt cx="1608363" cy="2652031"/>
            </a:xfrm>
            <a:solidFill>
              <a:srgbClr val="A6A6A6">
                <a:alpha val="20000"/>
              </a:srgbClr>
            </a:solidFill>
          </p:grpSpPr>
          <p:sp>
            <p:nvSpPr>
              <p:cNvPr id="696" name="Oval 27">
                <a:extLst>
                  <a:ext uri="{FF2B5EF4-FFF2-40B4-BE49-F238E27FC236}">
                    <a16:creationId xmlns:a16="http://schemas.microsoft.com/office/drawing/2014/main" id="{E2BDED9C-F387-51DA-1300-D45B9B3476A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7" name="Oval 28">
                <a:extLst>
                  <a:ext uri="{FF2B5EF4-FFF2-40B4-BE49-F238E27FC236}">
                    <a16:creationId xmlns:a16="http://schemas.microsoft.com/office/drawing/2014/main" id="{DAD30F0A-9563-02FA-4363-945AED02B1A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8" name="Group 697">
            <a:extLst>
              <a:ext uri="{FF2B5EF4-FFF2-40B4-BE49-F238E27FC236}">
                <a16:creationId xmlns:a16="http://schemas.microsoft.com/office/drawing/2014/main" id="{8DE2A866-0269-9EF2-D85D-0BAF3B9BE0E4}"/>
              </a:ext>
            </a:extLst>
          </p:cNvPr>
          <p:cNvGrpSpPr/>
          <p:nvPr/>
        </p:nvGrpSpPr>
        <p:grpSpPr>
          <a:xfrm>
            <a:off x="2941860" y="2253333"/>
            <a:ext cx="721206" cy="609701"/>
            <a:chOff x="2941860" y="2253333"/>
            <a:chExt cx="721206" cy="609701"/>
          </a:xfrm>
        </p:grpSpPr>
        <p:sp>
          <p:nvSpPr>
            <p:cNvPr id="699" name="Rectangle 698">
              <a:extLst>
                <a:ext uri="{FF2B5EF4-FFF2-40B4-BE49-F238E27FC236}">
                  <a16:creationId xmlns:a16="http://schemas.microsoft.com/office/drawing/2014/main" id="{3CDF1A9C-67B7-72D1-AE7F-480D020C57CD}"/>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700" name="Right Triangle 699">
              <a:extLst>
                <a:ext uri="{FF2B5EF4-FFF2-40B4-BE49-F238E27FC236}">
                  <a16:creationId xmlns:a16="http://schemas.microsoft.com/office/drawing/2014/main" id="{2C51E098-7BC8-6C87-528B-AD4EB79BC193}"/>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1" name="Group 700">
              <a:extLst>
                <a:ext uri="{FF2B5EF4-FFF2-40B4-BE49-F238E27FC236}">
                  <a16:creationId xmlns:a16="http://schemas.microsoft.com/office/drawing/2014/main" id="{873C41AE-2555-F988-E7D0-6AF6E3092464}"/>
                </a:ext>
              </a:extLst>
            </p:cNvPr>
            <p:cNvGrpSpPr/>
            <p:nvPr/>
          </p:nvGrpSpPr>
          <p:grpSpPr>
            <a:xfrm>
              <a:off x="3611250" y="2264969"/>
              <a:ext cx="37817" cy="61390"/>
              <a:chOff x="3883481" y="2057400"/>
              <a:chExt cx="1608363" cy="2652031"/>
            </a:xfrm>
            <a:solidFill>
              <a:srgbClr val="A6A6A6">
                <a:alpha val="20000"/>
              </a:srgbClr>
            </a:solidFill>
          </p:grpSpPr>
          <p:sp>
            <p:nvSpPr>
              <p:cNvPr id="702" name="Oval 27">
                <a:extLst>
                  <a:ext uri="{FF2B5EF4-FFF2-40B4-BE49-F238E27FC236}">
                    <a16:creationId xmlns:a16="http://schemas.microsoft.com/office/drawing/2014/main" id="{7EA5BDA3-4DFE-C91F-7654-9FB7FA731A9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3" name="Oval 28">
                <a:extLst>
                  <a:ext uri="{FF2B5EF4-FFF2-40B4-BE49-F238E27FC236}">
                    <a16:creationId xmlns:a16="http://schemas.microsoft.com/office/drawing/2014/main" id="{9B275826-F792-3C3E-C3E4-0D1251E0320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4" name="Group 703">
            <a:extLst>
              <a:ext uri="{FF2B5EF4-FFF2-40B4-BE49-F238E27FC236}">
                <a16:creationId xmlns:a16="http://schemas.microsoft.com/office/drawing/2014/main" id="{9579EF50-9D55-0272-8D9A-DB6E7DF3FC52}"/>
              </a:ext>
            </a:extLst>
          </p:cNvPr>
          <p:cNvGrpSpPr/>
          <p:nvPr/>
        </p:nvGrpSpPr>
        <p:grpSpPr>
          <a:xfrm>
            <a:off x="4614876" y="2253332"/>
            <a:ext cx="721206" cy="609701"/>
            <a:chOff x="4614876" y="2253332"/>
            <a:chExt cx="721206" cy="609701"/>
          </a:xfrm>
        </p:grpSpPr>
        <p:sp>
          <p:nvSpPr>
            <p:cNvPr id="705" name="Rectangle 704">
              <a:extLst>
                <a:ext uri="{FF2B5EF4-FFF2-40B4-BE49-F238E27FC236}">
                  <a16:creationId xmlns:a16="http://schemas.microsoft.com/office/drawing/2014/main" id="{45E43B8D-43BD-EC23-AE70-E10612E11077}"/>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06" name="Right Triangle 705">
              <a:extLst>
                <a:ext uri="{FF2B5EF4-FFF2-40B4-BE49-F238E27FC236}">
                  <a16:creationId xmlns:a16="http://schemas.microsoft.com/office/drawing/2014/main" id="{8CF83895-F241-5376-C0C1-49E2FAB703C7}"/>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7" name="Group 706">
              <a:extLst>
                <a:ext uri="{FF2B5EF4-FFF2-40B4-BE49-F238E27FC236}">
                  <a16:creationId xmlns:a16="http://schemas.microsoft.com/office/drawing/2014/main" id="{E6A56995-02E4-F304-045D-71D56F07C044}"/>
                </a:ext>
              </a:extLst>
            </p:cNvPr>
            <p:cNvGrpSpPr/>
            <p:nvPr/>
          </p:nvGrpSpPr>
          <p:grpSpPr>
            <a:xfrm>
              <a:off x="5280738" y="2264779"/>
              <a:ext cx="37817" cy="61390"/>
              <a:chOff x="3883481" y="2057400"/>
              <a:chExt cx="1608363" cy="2652031"/>
            </a:xfrm>
            <a:solidFill>
              <a:srgbClr val="A6A6A6">
                <a:alpha val="20000"/>
              </a:srgbClr>
            </a:solidFill>
          </p:grpSpPr>
          <p:sp>
            <p:nvSpPr>
              <p:cNvPr id="708" name="Oval 27">
                <a:extLst>
                  <a:ext uri="{FF2B5EF4-FFF2-40B4-BE49-F238E27FC236}">
                    <a16:creationId xmlns:a16="http://schemas.microsoft.com/office/drawing/2014/main" id="{06E7431A-F0AB-C804-26F7-A29F17A052B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9" name="Oval 28">
                <a:extLst>
                  <a:ext uri="{FF2B5EF4-FFF2-40B4-BE49-F238E27FC236}">
                    <a16:creationId xmlns:a16="http://schemas.microsoft.com/office/drawing/2014/main" id="{A9AE2788-9C62-FDBB-0EC7-93157A7B1F0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2" name="Group 721">
            <a:extLst>
              <a:ext uri="{FF2B5EF4-FFF2-40B4-BE49-F238E27FC236}">
                <a16:creationId xmlns:a16="http://schemas.microsoft.com/office/drawing/2014/main" id="{F611FDF8-DEF4-3B4D-E081-17F175E3C903}"/>
              </a:ext>
            </a:extLst>
          </p:cNvPr>
          <p:cNvGrpSpPr/>
          <p:nvPr/>
        </p:nvGrpSpPr>
        <p:grpSpPr>
          <a:xfrm>
            <a:off x="431659" y="2253337"/>
            <a:ext cx="721895" cy="609700"/>
            <a:chOff x="431659" y="2253337"/>
            <a:chExt cx="721895" cy="609700"/>
          </a:xfrm>
        </p:grpSpPr>
        <p:sp>
          <p:nvSpPr>
            <p:cNvPr id="723" name="Rectangle 722">
              <a:hlinkHover r:id="" action="ppaction://noaction" highlightClick="1"/>
              <a:extLst>
                <a:ext uri="{FF2B5EF4-FFF2-40B4-BE49-F238E27FC236}">
                  <a16:creationId xmlns:a16="http://schemas.microsoft.com/office/drawing/2014/main" id="{D0006947-FDE4-D77D-D809-EE5C588D67BD}"/>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24" name="Diamond 723">
              <a:extLst>
                <a:ext uri="{FF2B5EF4-FFF2-40B4-BE49-F238E27FC236}">
                  <a16:creationId xmlns:a16="http://schemas.microsoft.com/office/drawing/2014/main" id="{A8B81099-108F-EA0B-5AF5-D6A90E677550}"/>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5" name="Oval 724">
              <a:extLst>
                <a:ext uri="{FF2B5EF4-FFF2-40B4-BE49-F238E27FC236}">
                  <a16:creationId xmlns:a16="http://schemas.microsoft.com/office/drawing/2014/main" id="{90F71A11-32DB-2BB0-F2F7-B28DEE5744A0}"/>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30" name="Group 729">
            <a:extLst>
              <a:ext uri="{FF2B5EF4-FFF2-40B4-BE49-F238E27FC236}">
                <a16:creationId xmlns:a16="http://schemas.microsoft.com/office/drawing/2014/main" id="{D1CFF0D0-A5BA-DB75-C9D5-4F6F09FF41A2}"/>
              </a:ext>
            </a:extLst>
          </p:cNvPr>
          <p:cNvGrpSpPr/>
          <p:nvPr/>
        </p:nvGrpSpPr>
        <p:grpSpPr>
          <a:xfrm>
            <a:off x="2105348" y="1532276"/>
            <a:ext cx="721206" cy="609701"/>
            <a:chOff x="2105348" y="1532276"/>
            <a:chExt cx="721206" cy="609701"/>
          </a:xfrm>
        </p:grpSpPr>
        <p:sp>
          <p:nvSpPr>
            <p:cNvPr id="731" name="Rectangle 730">
              <a:extLst>
                <a:ext uri="{FF2B5EF4-FFF2-40B4-BE49-F238E27FC236}">
                  <a16:creationId xmlns:a16="http://schemas.microsoft.com/office/drawing/2014/main" id="{6EB301CC-0CD0-5F22-92B3-439398A33600}"/>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32" name="Rectangle 731">
              <a:extLst>
                <a:ext uri="{FF2B5EF4-FFF2-40B4-BE49-F238E27FC236}">
                  <a16:creationId xmlns:a16="http://schemas.microsoft.com/office/drawing/2014/main" id="{1BBC72FF-F496-D48E-78FF-945A8ECE6552}"/>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3" name="Oval 15">
              <a:extLst>
                <a:ext uri="{FF2B5EF4-FFF2-40B4-BE49-F238E27FC236}">
                  <a16:creationId xmlns:a16="http://schemas.microsoft.com/office/drawing/2014/main" id="{1A62FA8D-F73C-9974-A803-23E0FDAC1CB7}"/>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4" name="Straight Connector 733">
              <a:extLst>
                <a:ext uri="{FF2B5EF4-FFF2-40B4-BE49-F238E27FC236}">
                  <a16:creationId xmlns:a16="http://schemas.microsoft.com/office/drawing/2014/main" id="{AC2EC8C2-8FFB-1D37-31F8-43896EE5EE4B}"/>
                </a:ext>
              </a:extLst>
            </p:cNvPr>
            <p:cNvCxnSpPr>
              <a:cxnSpLocks/>
              <a:stCxn id="733"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35" name="Straight Connector 734">
              <a:extLst>
                <a:ext uri="{FF2B5EF4-FFF2-40B4-BE49-F238E27FC236}">
                  <a16:creationId xmlns:a16="http://schemas.microsoft.com/office/drawing/2014/main" id="{F5F9D2BA-22BB-9280-DFB3-2ECAF029793F}"/>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36" name="Group 735">
            <a:extLst>
              <a:ext uri="{FF2B5EF4-FFF2-40B4-BE49-F238E27FC236}">
                <a16:creationId xmlns:a16="http://schemas.microsoft.com/office/drawing/2014/main" id="{D067F7E0-1227-87C9-7606-18F9FE23EBB1}"/>
              </a:ext>
            </a:extLst>
          </p:cNvPr>
          <p:cNvGrpSpPr/>
          <p:nvPr/>
        </p:nvGrpSpPr>
        <p:grpSpPr>
          <a:xfrm>
            <a:off x="431659" y="1532283"/>
            <a:ext cx="721891" cy="610032"/>
            <a:chOff x="431659" y="1532283"/>
            <a:chExt cx="721891" cy="610032"/>
          </a:xfrm>
        </p:grpSpPr>
        <p:sp>
          <p:nvSpPr>
            <p:cNvPr id="737" name="Rectangle 736">
              <a:extLst>
                <a:ext uri="{FF2B5EF4-FFF2-40B4-BE49-F238E27FC236}">
                  <a16:creationId xmlns:a16="http://schemas.microsoft.com/office/drawing/2014/main" id="{16348484-53EF-0C98-3485-18011C905A47}"/>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38" name="Right Triangle 737">
              <a:extLst>
                <a:ext uri="{FF2B5EF4-FFF2-40B4-BE49-F238E27FC236}">
                  <a16:creationId xmlns:a16="http://schemas.microsoft.com/office/drawing/2014/main" id="{6556654C-66B8-0CEE-F192-D8C1E89B2075}"/>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39" name="Group 738">
              <a:extLst>
                <a:ext uri="{FF2B5EF4-FFF2-40B4-BE49-F238E27FC236}">
                  <a16:creationId xmlns:a16="http://schemas.microsoft.com/office/drawing/2014/main" id="{4EE7A101-A434-11A4-9BEF-F0BD27F1D1D6}"/>
                </a:ext>
              </a:extLst>
            </p:cNvPr>
            <p:cNvGrpSpPr/>
            <p:nvPr/>
          </p:nvGrpSpPr>
          <p:grpSpPr>
            <a:xfrm>
              <a:off x="1102940" y="1538374"/>
              <a:ext cx="37817" cy="61390"/>
              <a:chOff x="3883481" y="2057400"/>
              <a:chExt cx="1608363" cy="2652031"/>
            </a:xfrm>
            <a:solidFill>
              <a:srgbClr val="A6A6A6">
                <a:alpha val="20000"/>
              </a:srgbClr>
            </a:solidFill>
          </p:grpSpPr>
          <p:sp>
            <p:nvSpPr>
              <p:cNvPr id="740" name="Oval 27">
                <a:extLst>
                  <a:ext uri="{FF2B5EF4-FFF2-40B4-BE49-F238E27FC236}">
                    <a16:creationId xmlns:a16="http://schemas.microsoft.com/office/drawing/2014/main" id="{1DBCEFE8-3609-C824-2A02-A6CA6C649AB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1" name="Oval 28">
                <a:extLst>
                  <a:ext uri="{FF2B5EF4-FFF2-40B4-BE49-F238E27FC236}">
                    <a16:creationId xmlns:a16="http://schemas.microsoft.com/office/drawing/2014/main" id="{6DB1BC47-9C97-AFBC-C560-F4A80E4329A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4" name="Group 753">
            <a:extLst>
              <a:ext uri="{FF2B5EF4-FFF2-40B4-BE49-F238E27FC236}">
                <a16:creationId xmlns:a16="http://schemas.microsoft.com/office/drawing/2014/main" id="{74AF614C-97E1-B1F9-2883-4AFDB7178389}"/>
              </a:ext>
            </a:extLst>
          </p:cNvPr>
          <p:cNvGrpSpPr/>
          <p:nvPr/>
        </p:nvGrpSpPr>
        <p:grpSpPr>
          <a:xfrm>
            <a:off x="5454379" y="2974054"/>
            <a:ext cx="721206" cy="649846"/>
            <a:chOff x="5454379" y="2974054"/>
            <a:chExt cx="721206" cy="649846"/>
          </a:xfrm>
        </p:grpSpPr>
        <p:sp>
          <p:nvSpPr>
            <p:cNvPr id="755" name="Rectangle 754">
              <a:extLst>
                <a:ext uri="{FF2B5EF4-FFF2-40B4-BE49-F238E27FC236}">
                  <a16:creationId xmlns:a16="http://schemas.microsoft.com/office/drawing/2014/main" id="{AC20BBD4-5BDC-3572-5A9E-3FD3FDC7D8C6}"/>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56" name="Rectangle 755">
              <a:extLst>
                <a:ext uri="{FF2B5EF4-FFF2-40B4-BE49-F238E27FC236}">
                  <a16:creationId xmlns:a16="http://schemas.microsoft.com/office/drawing/2014/main" id="{95E36BD0-0913-FF0F-8A22-E3DF5D36DA8B}"/>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7" name="Oval 15">
              <a:extLst>
                <a:ext uri="{FF2B5EF4-FFF2-40B4-BE49-F238E27FC236}">
                  <a16:creationId xmlns:a16="http://schemas.microsoft.com/office/drawing/2014/main" id="{1425B0ED-542C-192A-8E63-C9022E62DFF3}"/>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58" name="Straight Connector 757">
              <a:extLst>
                <a:ext uri="{FF2B5EF4-FFF2-40B4-BE49-F238E27FC236}">
                  <a16:creationId xmlns:a16="http://schemas.microsoft.com/office/drawing/2014/main" id="{A1DECFED-07F6-8867-2675-497B9E453D67}"/>
                </a:ext>
              </a:extLst>
            </p:cNvPr>
            <p:cNvCxnSpPr>
              <a:cxnSpLocks/>
              <a:stCxn id="757"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59" name="Straight Connector 758">
              <a:extLst>
                <a:ext uri="{FF2B5EF4-FFF2-40B4-BE49-F238E27FC236}">
                  <a16:creationId xmlns:a16="http://schemas.microsoft.com/office/drawing/2014/main" id="{D99CB5C1-02FB-446C-A0B4-D15284E46470}"/>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60" name="Group 759">
            <a:extLst>
              <a:ext uri="{FF2B5EF4-FFF2-40B4-BE49-F238E27FC236}">
                <a16:creationId xmlns:a16="http://schemas.microsoft.com/office/drawing/2014/main" id="{1EE48DD2-FA35-453D-27DB-64C281753EAD}"/>
              </a:ext>
            </a:extLst>
          </p:cNvPr>
          <p:cNvGrpSpPr/>
          <p:nvPr/>
        </p:nvGrpSpPr>
        <p:grpSpPr>
          <a:xfrm>
            <a:off x="431659" y="2974054"/>
            <a:ext cx="721891" cy="609701"/>
            <a:chOff x="431659" y="2974054"/>
            <a:chExt cx="721891" cy="609701"/>
          </a:xfrm>
        </p:grpSpPr>
        <p:sp>
          <p:nvSpPr>
            <p:cNvPr id="761" name="Rectangle 760">
              <a:extLst>
                <a:ext uri="{FF2B5EF4-FFF2-40B4-BE49-F238E27FC236}">
                  <a16:creationId xmlns:a16="http://schemas.microsoft.com/office/drawing/2014/main" id="{191B81B0-5750-2A6A-E037-9EA48FE2C1AF}"/>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62" name="Right Triangle 761">
              <a:extLst>
                <a:ext uri="{FF2B5EF4-FFF2-40B4-BE49-F238E27FC236}">
                  <a16:creationId xmlns:a16="http://schemas.microsoft.com/office/drawing/2014/main" id="{2244A03B-A43F-6C32-877B-42AB2D2B4024}"/>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3" name="Group 762">
              <a:extLst>
                <a:ext uri="{FF2B5EF4-FFF2-40B4-BE49-F238E27FC236}">
                  <a16:creationId xmlns:a16="http://schemas.microsoft.com/office/drawing/2014/main" id="{4E36A331-850E-995E-8288-476B9030FBA8}"/>
                </a:ext>
              </a:extLst>
            </p:cNvPr>
            <p:cNvGrpSpPr/>
            <p:nvPr/>
          </p:nvGrpSpPr>
          <p:grpSpPr>
            <a:xfrm>
              <a:off x="1102940" y="2981762"/>
              <a:ext cx="37817" cy="61390"/>
              <a:chOff x="3883481" y="2057400"/>
              <a:chExt cx="1608363" cy="2652031"/>
            </a:xfrm>
            <a:solidFill>
              <a:srgbClr val="A6A6A6">
                <a:alpha val="20000"/>
              </a:srgbClr>
            </a:solidFill>
          </p:grpSpPr>
          <p:sp>
            <p:nvSpPr>
              <p:cNvPr id="764" name="Oval 27">
                <a:extLst>
                  <a:ext uri="{FF2B5EF4-FFF2-40B4-BE49-F238E27FC236}">
                    <a16:creationId xmlns:a16="http://schemas.microsoft.com/office/drawing/2014/main" id="{B1F07DFA-F2AB-948F-4045-EEB09AECF1D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5" name="Oval 28">
                <a:extLst>
                  <a:ext uri="{FF2B5EF4-FFF2-40B4-BE49-F238E27FC236}">
                    <a16:creationId xmlns:a16="http://schemas.microsoft.com/office/drawing/2014/main" id="{4603E8F1-5B7F-0F1F-8219-6095377A8B9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2" name="Group 771">
            <a:extLst>
              <a:ext uri="{FF2B5EF4-FFF2-40B4-BE49-F238E27FC236}">
                <a16:creationId xmlns:a16="http://schemas.microsoft.com/office/drawing/2014/main" id="{CC476DCD-C2B9-E99A-7F0F-7150E7F6337E}"/>
              </a:ext>
            </a:extLst>
          </p:cNvPr>
          <p:cNvGrpSpPr/>
          <p:nvPr/>
        </p:nvGrpSpPr>
        <p:grpSpPr>
          <a:xfrm>
            <a:off x="2940469" y="2974031"/>
            <a:ext cx="721206" cy="613175"/>
            <a:chOff x="2940469" y="2974031"/>
            <a:chExt cx="721206" cy="613175"/>
          </a:xfrm>
        </p:grpSpPr>
        <p:sp>
          <p:nvSpPr>
            <p:cNvPr id="773" name="Rectangle 772">
              <a:extLst>
                <a:ext uri="{FF2B5EF4-FFF2-40B4-BE49-F238E27FC236}">
                  <a16:creationId xmlns:a16="http://schemas.microsoft.com/office/drawing/2014/main" id="{DC8C30EA-FCD2-D4FA-6A10-6FCF896BF225}"/>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74" name="Right Triangle 773">
              <a:extLst>
                <a:ext uri="{FF2B5EF4-FFF2-40B4-BE49-F238E27FC236}">
                  <a16:creationId xmlns:a16="http://schemas.microsoft.com/office/drawing/2014/main" id="{B6EA0DD9-92A4-B864-69D8-62C1320B2B29}"/>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5" name="Group 774">
              <a:extLst>
                <a:ext uri="{FF2B5EF4-FFF2-40B4-BE49-F238E27FC236}">
                  <a16:creationId xmlns:a16="http://schemas.microsoft.com/office/drawing/2014/main" id="{15F6CFCA-AB2D-7E09-A438-34B0DBD1B4F4}"/>
                </a:ext>
              </a:extLst>
            </p:cNvPr>
            <p:cNvGrpSpPr/>
            <p:nvPr/>
          </p:nvGrpSpPr>
          <p:grpSpPr>
            <a:xfrm>
              <a:off x="3610502" y="2980132"/>
              <a:ext cx="37817" cy="61390"/>
              <a:chOff x="3883481" y="2057400"/>
              <a:chExt cx="1608363" cy="2652031"/>
            </a:xfrm>
            <a:solidFill>
              <a:srgbClr val="A6A6A6">
                <a:alpha val="20000"/>
              </a:srgbClr>
            </a:solidFill>
          </p:grpSpPr>
          <p:sp>
            <p:nvSpPr>
              <p:cNvPr id="776" name="Oval 27">
                <a:extLst>
                  <a:ext uri="{FF2B5EF4-FFF2-40B4-BE49-F238E27FC236}">
                    <a16:creationId xmlns:a16="http://schemas.microsoft.com/office/drawing/2014/main" id="{F7601E56-234A-8731-54D8-BCEAEDE8F32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7" name="Oval 28">
                <a:extLst>
                  <a:ext uri="{FF2B5EF4-FFF2-40B4-BE49-F238E27FC236}">
                    <a16:creationId xmlns:a16="http://schemas.microsoft.com/office/drawing/2014/main" id="{5D8C5892-787C-E28A-EBB3-9747BAC83F7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8" name="Group 777">
            <a:extLst>
              <a:ext uri="{FF2B5EF4-FFF2-40B4-BE49-F238E27FC236}">
                <a16:creationId xmlns:a16="http://schemas.microsoft.com/office/drawing/2014/main" id="{89D40F3E-8583-9541-60E4-F9749103D5C4}"/>
              </a:ext>
            </a:extLst>
          </p:cNvPr>
          <p:cNvGrpSpPr/>
          <p:nvPr/>
        </p:nvGrpSpPr>
        <p:grpSpPr>
          <a:xfrm>
            <a:off x="1268380" y="2974053"/>
            <a:ext cx="721206" cy="609701"/>
            <a:chOff x="1268380" y="2974053"/>
            <a:chExt cx="721206" cy="609701"/>
          </a:xfrm>
        </p:grpSpPr>
        <p:sp>
          <p:nvSpPr>
            <p:cNvPr id="779" name="Rectangle 778">
              <a:extLst>
                <a:ext uri="{FF2B5EF4-FFF2-40B4-BE49-F238E27FC236}">
                  <a16:creationId xmlns:a16="http://schemas.microsoft.com/office/drawing/2014/main" id="{CF303FD7-00A7-BE89-D383-A766FC0BDA23}"/>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80" name="Right Triangle 779">
              <a:extLst>
                <a:ext uri="{FF2B5EF4-FFF2-40B4-BE49-F238E27FC236}">
                  <a16:creationId xmlns:a16="http://schemas.microsoft.com/office/drawing/2014/main" id="{BD0D1916-F8A8-9AB2-CD8F-9ADDAA0F3C01}"/>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1" name="Group 780">
              <a:extLst>
                <a:ext uri="{FF2B5EF4-FFF2-40B4-BE49-F238E27FC236}">
                  <a16:creationId xmlns:a16="http://schemas.microsoft.com/office/drawing/2014/main" id="{404547E7-2C7B-243B-D6CC-358C5F3C6F07}"/>
                </a:ext>
              </a:extLst>
            </p:cNvPr>
            <p:cNvGrpSpPr/>
            <p:nvPr/>
          </p:nvGrpSpPr>
          <p:grpSpPr>
            <a:xfrm>
              <a:off x="1938973" y="2986452"/>
              <a:ext cx="37817" cy="61390"/>
              <a:chOff x="3883481" y="2057400"/>
              <a:chExt cx="1608363" cy="2652031"/>
            </a:xfrm>
            <a:solidFill>
              <a:srgbClr val="A6A6A6">
                <a:alpha val="20000"/>
              </a:srgbClr>
            </a:solidFill>
          </p:grpSpPr>
          <p:sp>
            <p:nvSpPr>
              <p:cNvPr id="782" name="Oval 27">
                <a:extLst>
                  <a:ext uri="{FF2B5EF4-FFF2-40B4-BE49-F238E27FC236}">
                    <a16:creationId xmlns:a16="http://schemas.microsoft.com/office/drawing/2014/main" id="{5C9CB17F-A945-F3D3-0BA5-218AC1CD79D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3" name="Oval 28">
                <a:extLst>
                  <a:ext uri="{FF2B5EF4-FFF2-40B4-BE49-F238E27FC236}">
                    <a16:creationId xmlns:a16="http://schemas.microsoft.com/office/drawing/2014/main" id="{7A4FD1E6-A4F6-50B1-538B-BE5AA1EF795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4" name="Group 783">
            <a:extLst>
              <a:ext uri="{FF2B5EF4-FFF2-40B4-BE49-F238E27FC236}">
                <a16:creationId xmlns:a16="http://schemas.microsoft.com/office/drawing/2014/main" id="{451D355E-BD39-9F00-58CE-096CA60A37A8}"/>
              </a:ext>
            </a:extLst>
          </p:cNvPr>
          <p:cNvGrpSpPr/>
          <p:nvPr/>
        </p:nvGrpSpPr>
        <p:grpSpPr>
          <a:xfrm>
            <a:off x="2938534" y="811556"/>
            <a:ext cx="721206" cy="609701"/>
            <a:chOff x="2938534" y="811556"/>
            <a:chExt cx="721206" cy="609701"/>
          </a:xfrm>
        </p:grpSpPr>
        <p:sp>
          <p:nvSpPr>
            <p:cNvPr id="785" name="Rectangle 784">
              <a:extLst>
                <a:ext uri="{FF2B5EF4-FFF2-40B4-BE49-F238E27FC236}">
                  <a16:creationId xmlns:a16="http://schemas.microsoft.com/office/drawing/2014/main" id="{0A5341B2-357F-73CA-D040-8A9C176F6F05}"/>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86" name="Rectangle 785">
              <a:extLst>
                <a:ext uri="{FF2B5EF4-FFF2-40B4-BE49-F238E27FC236}">
                  <a16:creationId xmlns:a16="http://schemas.microsoft.com/office/drawing/2014/main" id="{C532CE33-1C92-2CFF-C3AF-B7E2C4E2D76D}"/>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7" name="Oval 15">
              <a:extLst>
                <a:ext uri="{FF2B5EF4-FFF2-40B4-BE49-F238E27FC236}">
                  <a16:creationId xmlns:a16="http://schemas.microsoft.com/office/drawing/2014/main" id="{8BE116F7-6AAF-2E4D-3373-AA4B887FE4E6}"/>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88" name="Straight Connector 787">
              <a:extLst>
                <a:ext uri="{FF2B5EF4-FFF2-40B4-BE49-F238E27FC236}">
                  <a16:creationId xmlns:a16="http://schemas.microsoft.com/office/drawing/2014/main" id="{96504375-B1C8-6014-4EC1-70297F2A0CB7}"/>
                </a:ext>
              </a:extLst>
            </p:cNvPr>
            <p:cNvCxnSpPr>
              <a:cxnSpLocks/>
              <a:stCxn id="787"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89" name="Straight Connector 788">
              <a:extLst>
                <a:ext uri="{FF2B5EF4-FFF2-40B4-BE49-F238E27FC236}">
                  <a16:creationId xmlns:a16="http://schemas.microsoft.com/office/drawing/2014/main" id="{E6BD8D6A-C29A-6FC4-B62B-C621263D828C}"/>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02" name="Group 801">
            <a:extLst>
              <a:ext uri="{FF2B5EF4-FFF2-40B4-BE49-F238E27FC236}">
                <a16:creationId xmlns:a16="http://schemas.microsoft.com/office/drawing/2014/main" id="{FCF2D0E3-7F87-EF93-0A18-5F6091D14E60}"/>
              </a:ext>
            </a:extLst>
          </p:cNvPr>
          <p:cNvGrpSpPr/>
          <p:nvPr/>
        </p:nvGrpSpPr>
        <p:grpSpPr>
          <a:xfrm>
            <a:off x="1267285" y="811556"/>
            <a:ext cx="721206" cy="609701"/>
            <a:chOff x="1267285" y="811556"/>
            <a:chExt cx="721206" cy="609701"/>
          </a:xfrm>
        </p:grpSpPr>
        <p:sp>
          <p:nvSpPr>
            <p:cNvPr id="803" name="Rectangle 802">
              <a:extLst>
                <a:ext uri="{FF2B5EF4-FFF2-40B4-BE49-F238E27FC236}">
                  <a16:creationId xmlns:a16="http://schemas.microsoft.com/office/drawing/2014/main" id="{4569DBC3-3DB8-E6AA-7F5B-E837F3BA90F6}"/>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04" name="Right Triangle 803">
              <a:extLst>
                <a:ext uri="{FF2B5EF4-FFF2-40B4-BE49-F238E27FC236}">
                  <a16:creationId xmlns:a16="http://schemas.microsoft.com/office/drawing/2014/main" id="{AA9B4A39-16AE-247A-4A00-245A69B3F3B4}"/>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5" name="Group 804">
              <a:extLst>
                <a:ext uri="{FF2B5EF4-FFF2-40B4-BE49-F238E27FC236}">
                  <a16:creationId xmlns:a16="http://schemas.microsoft.com/office/drawing/2014/main" id="{5FD532B7-44AD-36F7-4D88-7E0334EB743B}"/>
                </a:ext>
              </a:extLst>
            </p:cNvPr>
            <p:cNvGrpSpPr/>
            <p:nvPr/>
          </p:nvGrpSpPr>
          <p:grpSpPr>
            <a:xfrm>
              <a:off x="1937878" y="819591"/>
              <a:ext cx="37817" cy="61390"/>
              <a:chOff x="3883481" y="2057400"/>
              <a:chExt cx="1608363" cy="2652031"/>
            </a:xfrm>
            <a:solidFill>
              <a:srgbClr val="A6A6A6">
                <a:alpha val="20000"/>
              </a:srgbClr>
            </a:solidFill>
          </p:grpSpPr>
          <p:sp>
            <p:nvSpPr>
              <p:cNvPr id="806" name="Oval 27">
                <a:extLst>
                  <a:ext uri="{FF2B5EF4-FFF2-40B4-BE49-F238E27FC236}">
                    <a16:creationId xmlns:a16="http://schemas.microsoft.com/office/drawing/2014/main" id="{E68D188C-9526-126A-C5D6-9CF04F8FE5F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7" name="Oval 28">
                <a:extLst>
                  <a:ext uri="{FF2B5EF4-FFF2-40B4-BE49-F238E27FC236}">
                    <a16:creationId xmlns:a16="http://schemas.microsoft.com/office/drawing/2014/main" id="{A104EF1F-22A0-14DF-574B-BC861BF959B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4" name="Group 813">
            <a:extLst>
              <a:ext uri="{FF2B5EF4-FFF2-40B4-BE49-F238E27FC236}">
                <a16:creationId xmlns:a16="http://schemas.microsoft.com/office/drawing/2014/main" id="{DD47027C-425D-DEBD-8492-49081D058847}"/>
              </a:ext>
            </a:extLst>
          </p:cNvPr>
          <p:cNvGrpSpPr/>
          <p:nvPr/>
        </p:nvGrpSpPr>
        <p:grpSpPr>
          <a:xfrm>
            <a:off x="2889438" y="751337"/>
            <a:ext cx="5022643" cy="5001728"/>
            <a:chOff x="2889438" y="751337"/>
            <a:chExt cx="5022643" cy="5001728"/>
          </a:xfrm>
        </p:grpSpPr>
        <p:cxnSp>
          <p:nvCxnSpPr>
            <p:cNvPr id="815" name="Straight Connector 814">
              <a:extLst>
                <a:ext uri="{FF2B5EF4-FFF2-40B4-BE49-F238E27FC236}">
                  <a16:creationId xmlns:a16="http://schemas.microsoft.com/office/drawing/2014/main" id="{6FEB9E6A-6E2F-5986-5AB3-BF4B63B0A465}"/>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FA87C570-660B-684E-60C1-1C465922F035}"/>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C37A52B2-C8E9-0CFE-EFE4-83810E0ADC22}"/>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363FEEAC-F31F-05ED-845D-DBF5CEABA67D}"/>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5D01EA8-9B49-D1AF-C680-48BA98E13086}"/>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FBCE86B4-F86E-B34E-6881-A173FD6F73E5}"/>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6EA40730-4069-6C23-05DE-B3E19FD5DB02}"/>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F4399D0B-C467-128F-CD9C-7A02F71126BF}"/>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7F2AEC60-C15B-0A95-EEE9-96D422952720}"/>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4" name="Straight Connector 823">
              <a:extLst>
                <a:ext uri="{FF2B5EF4-FFF2-40B4-BE49-F238E27FC236}">
                  <a16:creationId xmlns:a16="http://schemas.microsoft.com/office/drawing/2014/main" id="{210EE714-4EA8-03B5-0853-7B455DB0BF85}"/>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8" name="Group 837">
            <a:extLst>
              <a:ext uri="{FF2B5EF4-FFF2-40B4-BE49-F238E27FC236}">
                <a16:creationId xmlns:a16="http://schemas.microsoft.com/office/drawing/2014/main" id="{BF0E9F4D-936E-BBB6-946F-8A09683D73AA}"/>
              </a:ext>
            </a:extLst>
          </p:cNvPr>
          <p:cNvGrpSpPr/>
          <p:nvPr/>
        </p:nvGrpSpPr>
        <p:grpSpPr>
          <a:xfrm>
            <a:off x="2099604" y="5136552"/>
            <a:ext cx="721206" cy="609701"/>
            <a:chOff x="2099604" y="5136552"/>
            <a:chExt cx="721206" cy="609701"/>
          </a:xfrm>
        </p:grpSpPr>
        <p:sp>
          <p:nvSpPr>
            <p:cNvPr id="839" name="Rectangle 838">
              <a:extLst>
                <a:ext uri="{FF2B5EF4-FFF2-40B4-BE49-F238E27FC236}">
                  <a16:creationId xmlns:a16="http://schemas.microsoft.com/office/drawing/2014/main" id="{54B621B3-B7B8-88A7-D996-551A5660E70C}"/>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840" name="Right Triangle 839">
              <a:extLst>
                <a:ext uri="{FF2B5EF4-FFF2-40B4-BE49-F238E27FC236}">
                  <a16:creationId xmlns:a16="http://schemas.microsoft.com/office/drawing/2014/main" id="{5A429A3E-25FD-1C12-F3CE-32F33C4DA40B}"/>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1" name="Group 840">
              <a:extLst>
                <a:ext uri="{FF2B5EF4-FFF2-40B4-BE49-F238E27FC236}">
                  <a16:creationId xmlns:a16="http://schemas.microsoft.com/office/drawing/2014/main" id="{E1D1A020-777A-8397-92CE-156BAF11D088}"/>
                </a:ext>
              </a:extLst>
            </p:cNvPr>
            <p:cNvGrpSpPr/>
            <p:nvPr/>
          </p:nvGrpSpPr>
          <p:grpSpPr>
            <a:xfrm>
              <a:off x="2765661" y="5151382"/>
              <a:ext cx="37817" cy="61390"/>
              <a:chOff x="3883481" y="2057400"/>
              <a:chExt cx="1608363" cy="2652031"/>
            </a:xfrm>
            <a:solidFill>
              <a:srgbClr val="A6A6A6">
                <a:alpha val="20000"/>
              </a:srgbClr>
            </a:solidFill>
          </p:grpSpPr>
          <p:sp>
            <p:nvSpPr>
              <p:cNvPr id="842" name="Oval 27">
                <a:extLst>
                  <a:ext uri="{FF2B5EF4-FFF2-40B4-BE49-F238E27FC236}">
                    <a16:creationId xmlns:a16="http://schemas.microsoft.com/office/drawing/2014/main" id="{FF2E3A30-802A-D7FC-FBAC-63FC6300A4A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3" name="Oval 28">
                <a:extLst>
                  <a:ext uri="{FF2B5EF4-FFF2-40B4-BE49-F238E27FC236}">
                    <a16:creationId xmlns:a16="http://schemas.microsoft.com/office/drawing/2014/main" id="{4D2E4DD0-B959-3C43-A607-96BA993F269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0" name="Group 849">
            <a:extLst>
              <a:ext uri="{FF2B5EF4-FFF2-40B4-BE49-F238E27FC236}">
                <a16:creationId xmlns:a16="http://schemas.microsoft.com/office/drawing/2014/main" id="{B5944954-F24B-9CA2-D728-FD55E489A4B7}"/>
              </a:ext>
            </a:extLst>
          </p:cNvPr>
          <p:cNvGrpSpPr/>
          <p:nvPr/>
        </p:nvGrpSpPr>
        <p:grpSpPr>
          <a:xfrm>
            <a:off x="2937173" y="4419601"/>
            <a:ext cx="721206" cy="610396"/>
            <a:chOff x="2937173" y="4419601"/>
            <a:chExt cx="721206" cy="610396"/>
          </a:xfrm>
        </p:grpSpPr>
        <p:sp>
          <p:nvSpPr>
            <p:cNvPr id="851" name="Rectangle 850">
              <a:extLst>
                <a:ext uri="{FF2B5EF4-FFF2-40B4-BE49-F238E27FC236}">
                  <a16:creationId xmlns:a16="http://schemas.microsoft.com/office/drawing/2014/main" id="{7C43FF24-FB2E-4089-5911-6FB0306E6BA5}"/>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52" name="Right Triangle 851">
              <a:extLst>
                <a:ext uri="{FF2B5EF4-FFF2-40B4-BE49-F238E27FC236}">
                  <a16:creationId xmlns:a16="http://schemas.microsoft.com/office/drawing/2014/main" id="{EDAD338B-BE1A-2B6F-3A6A-7BC2F211E76B}"/>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3" name="Group 852">
              <a:extLst>
                <a:ext uri="{FF2B5EF4-FFF2-40B4-BE49-F238E27FC236}">
                  <a16:creationId xmlns:a16="http://schemas.microsoft.com/office/drawing/2014/main" id="{CD5EEF04-CF1D-ACD9-B6B9-00C41CB95DF7}"/>
                </a:ext>
              </a:extLst>
            </p:cNvPr>
            <p:cNvGrpSpPr/>
            <p:nvPr/>
          </p:nvGrpSpPr>
          <p:grpSpPr>
            <a:xfrm>
              <a:off x="3607766" y="4425699"/>
              <a:ext cx="37817" cy="61390"/>
              <a:chOff x="3883481" y="2057400"/>
              <a:chExt cx="1608363" cy="2652031"/>
            </a:xfrm>
            <a:solidFill>
              <a:srgbClr val="A6A6A6">
                <a:alpha val="20000"/>
              </a:srgbClr>
            </a:solidFill>
          </p:grpSpPr>
          <p:sp>
            <p:nvSpPr>
              <p:cNvPr id="854" name="Oval 27">
                <a:extLst>
                  <a:ext uri="{FF2B5EF4-FFF2-40B4-BE49-F238E27FC236}">
                    <a16:creationId xmlns:a16="http://schemas.microsoft.com/office/drawing/2014/main" id="{670DC3A4-8716-D717-C432-281A222B71F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5" name="Oval 28">
                <a:extLst>
                  <a:ext uri="{FF2B5EF4-FFF2-40B4-BE49-F238E27FC236}">
                    <a16:creationId xmlns:a16="http://schemas.microsoft.com/office/drawing/2014/main" id="{94ADC4BC-ED17-66B5-161F-E4FABB9CC37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6" name="Group 855">
            <a:extLst>
              <a:ext uri="{FF2B5EF4-FFF2-40B4-BE49-F238E27FC236}">
                <a16:creationId xmlns:a16="http://schemas.microsoft.com/office/drawing/2014/main" id="{758D3C39-8753-B717-D976-66201043891B}"/>
              </a:ext>
            </a:extLst>
          </p:cNvPr>
          <p:cNvGrpSpPr/>
          <p:nvPr/>
        </p:nvGrpSpPr>
        <p:grpSpPr>
          <a:xfrm>
            <a:off x="6286130" y="4419624"/>
            <a:ext cx="721206" cy="609701"/>
            <a:chOff x="6286130" y="4419624"/>
            <a:chExt cx="721206" cy="609701"/>
          </a:xfrm>
        </p:grpSpPr>
        <p:sp>
          <p:nvSpPr>
            <p:cNvPr id="857" name="Rectangle 856">
              <a:hlinkHover r:id="" action="ppaction://noaction" highlightClick="1"/>
              <a:extLst>
                <a:ext uri="{FF2B5EF4-FFF2-40B4-BE49-F238E27FC236}">
                  <a16:creationId xmlns:a16="http://schemas.microsoft.com/office/drawing/2014/main" id="{13037F0E-071C-9BF5-4E88-3722ED236899}"/>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58" name="Oval 857">
              <a:extLst>
                <a:ext uri="{FF2B5EF4-FFF2-40B4-BE49-F238E27FC236}">
                  <a16:creationId xmlns:a16="http://schemas.microsoft.com/office/drawing/2014/main" id="{3629360D-066E-BF47-BD65-137277A6D219}"/>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9" name="Isosceles Triangle 648">
              <a:extLst>
                <a:ext uri="{FF2B5EF4-FFF2-40B4-BE49-F238E27FC236}">
                  <a16:creationId xmlns:a16="http://schemas.microsoft.com/office/drawing/2014/main" id="{7B0D1429-1E8F-E0DF-9EDE-183BF1104FAA}"/>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0" name="Group 859">
            <a:extLst>
              <a:ext uri="{FF2B5EF4-FFF2-40B4-BE49-F238E27FC236}">
                <a16:creationId xmlns:a16="http://schemas.microsoft.com/office/drawing/2014/main" id="{CCFAD1C1-C38F-A63D-63C1-82A9E6CC9C2A}"/>
              </a:ext>
            </a:extLst>
          </p:cNvPr>
          <p:cNvGrpSpPr/>
          <p:nvPr/>
        </p:nvGrpSpPr>
        <p:grpSpPr>
          <a:xfrm>
            <a:off x="5458940" y="5135305"/>
            <a:ext cx="721206" cy="609701"/>
            <a:chOff x="5458940" y="5135305"/>
            <a:chExt cx="721206" cy="609701"/>
          </a:xfrm>
        </p:grpSpPr>
        <p:sp>
          <p:nvSpPr>
            <p:cNvPr id="861" name="Rectangle 860">
              <a:hlinkHover r:id="" action="ppaction://noaction" highlightClick="1"/>
              <a:extLst>
                <a:ext uri="{FF2B5EF4-FFF2-40B4-BE49-F238E27FC236}">
                  <a16:creationId xmlns:a16="http://schemas.microsoft.com/office/drawing/2014/main" id="{DB66CC93-F478-6A01-5230-96AD848F5A9B}"/>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62" name="Oval 861">
              <a:extLst>
                <a:ext uri="{FF2B5EF4-FFF2-40B4-BE49-F238E27FC236}">
                  <a16:creationId xmlns:a16="http://schemas.microsoft.com/office/drawing/2014/main" id="{D757650C-1EA5-AAE3-5578-987F1C862B48}"/>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3" name="Isosceles Triangle 648">
              <a:extLst>
                <a:ext uri="{FF2B5EF4-FFF2-40B4-BE49-F238E27FC236}">
                  <a16:creationId xmlns:a16="http://schemas.microsoft.com/office/drawing/2014/main" id="{70E30186-A7DC-DF6A-2E55-9AA58340FD73}"/>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4" name="Group 863">
            <a:extLst>
              <a:ext uri="{FF2B5EF4-FFF2-40B4-BE49-F238E27FC236}">
                <a16:creationId xmlns:a16="http://schemas.microsoft.com/office/drawing/2014/main" id="{08C4F95F-4E82-C6B3-66DC-1C492626C291}"/>
              </a:ext>
            </a:extLst>
          </p:cNvPr>
          <p:cNvGrpSpPr/>
          <p:nvPr/>
        </p:nvGrpSpPr>
        <p:grpSpPr>
          <a:xfrm>
            <a:off x="6289146" y="5141017"/>
            <a:ext cx="721206" cy="609701"/>
            <a:chOff x="6289146" y="5141017"/>
            <a:chExt cx="721206" cy="609701"/>
          </a:xfrm>
        </p:grpSpPr>
        <p:sp>
          <p:nvSpPr>
            <p:cNvPr id="865" name="Rectangle 864">
              <a:hlinkHover r:id="" action="ppaction://noaction" highlightClick="1"/>
              <a:extLst>
                <a:ext uri="{FF2B5EF4-FFF2-40B4-BE49-F238E27FC236}">
                  <a16:creationId xmlns:a16="http://schemas.microsoft.com/office/drawing/2014/main" id="{9A18BEA0-53A4-3E42-4C02-0A10E2D82195}"/>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66" name="Oval 865">
              <a:extLst>
                <a:ext uri="{FF2B5EF4-FFF2-40B4-BE49-F238E27FC236}">
                  <a16:creationId xmlns:a16="http://schemas.microsoft.com/office/drawing/2014/main" id="{CAC57904-89DB-7F23-FC0F-315A4EB67846}"/>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7" name="Isosceles Triangle 648">
              <a:extLst>
                <a:ext uri="{FF2B5EF4-FFF2-40B4-BE49-F238E27FC236}">
                  <a16:creationId xmlns:a16="http://schemas.microsoft.com/office/drawing/2014/main" id="{1530E05D-D7B8-678F-99E7-9CB452C1AE26}"/>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8" name="Group 867">
            <a:extLst>
              <a:ext uri="{FF2B5EF4-FFF2-40B4-BE49-F238E27FC236}">
                <a16:creationId xmlns:a16="http://schemas.microsoft.com/office/drawing/2014/main" id="{C051E2AA-1A3F-7A29-D83D-91F68E7A09C2}"/>
              </a:ext>
            </a:extLst>
          </p:cNvPr>
          <p:cNvGrpSpPr/>
          <p:nvPr/>
        </p:nvGrpSpPr>
        <p:grpSpPr>
          <a:xfrm>
            <a:off x="7122911" y="4419624"/>
            <a:ext cx="721206" cy="609701"/>
            <a:chOff x="7122911" y="4419624"/>
            <a:chExt cx="721206" cy="609701"/>
          </a:xfrm>
        </p:grpSpPr>
        <p:sp>
          <p:nvSpPr>
            <p:cNvPr id="869" name="Rectangle 868">
              <a:hlinkHover r:id="" action="ppaction://noaction" highlightClick="1"/>
              <a:extLst>
                <a:ext uri="{FF2B5EF4-FFF2-40B4-BE49-F238E27FC236}">
                  <a16:creationId xmlns:a16="http://schemas.microsoft.com/office/drawing/2014/main" id="{439E1FA9-5EE1-8113-C087-1C6E89DB8126}"/>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70" name="Oval 869">
              <a:extLst>
                <a:ext uri="{FF2B5EF4-FFF2-40B4-BE49-F238E27FC236}">
                  <a16:creationId xmlns:a16="http://schemas.microsoft.com/office/drawing/2014/main" id="{EB818875-5541-6A7C-BE21-8557A5E8408C}"/>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1" name="Isosceles Triangle 648">
              <a:extLst>
                <a:ext uri="{FF2B5EF4-FFF2-40B4-BE49-F238E27FC236}">
                  <a16:creationId xmlns:a16="http://schemas.microsoft.com/office/drawing/2014/main" id="{D7AF8071-040A-2D9B-37BE-6D2EACE63A01}"/>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6" name="Group 875">
            <a:extLst>
              <a:ext uri="{FF2B5EF4-FFF2-40B4-BE49-F238E27FC236}">
                <a16:creationId xmlns:a16="http://schemas.microsoft.com/office/drawing/2014/main" id="{7FE0F287-3412-3543-D07C-AB7FBE0D9985}"/>
              </a:ext>
            </a:extLst>
          </p:cNvPr>
          <p:cNvGrpSpPr/>
          <p:nvPr/>
        </p:nvGrpSpPr>
        <p:grpSpPr>
          <a:xfrm>
            <a:off x="5454385" y="4419624"/>
            <a:ext cx="721206" cy="609701"/>
            <a:chOff x="5454385" y="4419624"/>
            <a:chExt cx="721206" cy="609701"/>
          </a:xfrm>
        </p:grpSpPr>
        <p:sp>
          <p:nvSpPr>
            <p:cNvPr id="877" name="Rectangle 876">
              <a:hlinkHover r:id="" action="ppaction://noaction" highlightClick="1"/>
              <a:extLst>
                <a:ext uri="{FF2B5EF4-FFF2-40B4-BE49-F238E27FC236}">
                  <a16:creationId xmlns:a16="http://schemas.microsoft.com/office/drawing/2014/main" id="{3D13D770-99EA-0085-20BD-0A9D159DFE56}"/>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78" name="Oval 877">
              <a:extLst>
                <a:ext uri="{FF2B5EF4-FFF2-40B4-BE49-F238E27FC236}">
                  <a16:creationId xmlns:a16="http://schemas.microsoft.com/office/drawing/2014/main" id="{18927C82-3118-667C-B2F9-CC9183D41CB7}"/>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9" name="Isosceles Triangle 648">
              <a:extLst>
                <a:ext uri="{FF2B5EF4-FFF2-40B4-BE49-F238E27FC236}">
                  <a16:creationId xmlns:a16="http://schemas.microsoft.com/office/drawing/2014/main" id="{ED095B5F-2230-48C1-4D55-F437EAF29757}"/>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0" name="Group 879">
            <a:extLst>
              <a:ext uri="{FF2B5EF4-FFF2-40B4-BE49-F238E27FC236}">
                <a16:creationId xmlns:a16="http://schemas.microsoft.com/office/drawing/2014/main" id="{C81B7C03-EB8C-F306-D3D7-349104299C4A}"/>
              </a:ext>
            </a:extLst>
          </p:cNvPr>
          <p:cNvGrpSpPr/>
          <p:nvPr/>
        </p:nvGrpSpPr>
        <p:grpSpPr>
          <a:xfrm>
            <a:off x="3775041" y="5130133"/>
            <a:ext cx="721895" cy="609700"/>
            <a:chOff x="3775041" y="5130133"/>
            <a:chExt cx="721895" cy="609700"/>
          </a:xfrm>
        </p:grpSpPr>
        <p:sp>
          <p:nvSpPr>
            <p:cNvPr id="881" name="Rectangle 880">
              <a:hlinkHover r:id="" action="ppaction://noaction" highlightClick="1"/>
              <a:extLst>
                <a:ext uri="{FF2B5EF4-FFF2-40B4-BE49-F238E27FC236}">
                  <a16:creationId xmlns:a16="http://schemas.microsoft.com/office/drawing/2014/main" id="{EF8154EF-5475-F303-CD85-C75C22F888CC}"/>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82" name="Diamond 881">
              <a:extLst>
                <a:ext uri="{FF2B5EF4-FFF2-40B4-BE49-F238E27FC236}">
                  <a16:creationId xmlns:a16="http://schemas.microsoft.com/office/drawing/2014/main" id="{C5A3B786-46DF-5470-ED67-61336EEBE866}"/>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3" name="Oval 882">
              <a:extLst>
                <a:ext uri="{FF2B5EF4-FFF2-40B4-BE49-F238E27FC236}">
                  <a16:creationId xmlns:a16="http://schemas.microsoft.com/office/drawing/2014/main" id="{4936652A-7521-7994-83D5-4ED68370D8B3}"/>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4" name="Group 883">
            <a:extLst>
              <a:ext uri="{FF2B5EF4-FFF2-40B4-BE49-F238E27FC236}">
                <a16:creationId xmlns:a16="http://schemas.microsoft.com/office/drawing/2014/main" id="{27C862D0-48AE-9CCD-B8A6-9C1EC3B8F3C8}"/>
              </a:ext>
            </a:extLst>
          </p:cNvPr>
          <p:cNvGrpSpPr/>
          <p:nvPr/>
        </p:nvGrpSpPr>
        <p:grpSpPr>
          <a:xfrm>
            <a:off x="4618174" y="5130748"/>
            <a:ext cx="721895" cy="609700"/>
            <a:chOff x="4618174" y="5130748"/>
            <a:chExt cx="721895" cy="609700"/>
          </a:xfrm>
        </p:grpSpPr>
        <p:sp>
          <p:nvSpPr>
            <p:cNvPr id="885" name="Rectangle 884">
              <a:hlinkHover r:id="" action="ppaction://noaction" highlightClick="1"/>
              <a:extLst>
                <a:ext uri="{FF2B5EF4-FFF2-40B4-BE49-F238E27FC236}">
                  <a16:creationId xmlns:a16="http://schemas.microsoft.com/office/drawing/2014/main" id="{C52449F3-6033-785A-6E84-BD17AA5AA95C}"/>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86" name="Diamond 885">
              <a:extLst>
                <a:ext uri="{FF2B5EF4-FFF2-40B4-BE49-F238E27FC236}">
                  <a16:creationId xmlns:a16="http://schemas.microsoft.com/office/drawing/2014/main" id="{E7A76331-EC3B-E7FC-9BAB-9829BEB19813}"/>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7" name="Oval 886">
              <a:extLst>
                <a:ext uri="{FF2B5EF4-FFF2-40B4-BE49-F238E27FC236}">
                  <a16:creationId xmlns:a16="http://schemas.microsoft.com/office/drawing/2014/main" id="{DDA41E29-63B8-1BE2-C7ED-B68C625CADC7}"/>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8" name="Group 887">
            <a:extLst>
              <a:ext uri="{FF2B5EF4-FFF2-40B4-BE49-F238E27FC236}">
                <a16:creationId xmlns:a16="http://schemas.microsoft.com/office/drawing/2014/main" id="{1510CB10-9AA0-70E7-2472-B7A6D44232A8}"/>
              </a:ext>
            </a:extLst>
          </p:cNvPr>
          <p:cNvGrpSpPr/>
          <p:nvPr/>
        </p:nvGrpSpPr>
        <p:grpSpPr>
          <a:xfrm>
            <a:off x="7125833" y="5143368"/>
            <a:ext cx="721206" cy="609701"/>
            <a:chOff x="7125833" y="5143368"/>
            <a:chExt cx="721206" cy="609701"/>
          </a:xfrm>
        </p:grpSpPr>
        <p:sp>
          <p:nvSpPr>
            <p:cNvPr id="889" name="Rectangle 888">
              <a:hlinkHover r:id="" action="ppaction://noaction" highlightClick="1"/>
              <a:extLst>
                <a:ext uri="{FF2B5EF4-FFF2-40B4-BE49-F238E27FC236}">
                  <a16:creationId xmlns:a16="http://schemas.microsoft.com/office/drawing/2014/main" id="{ED05FBE4-FF03-AEBF-3C68-0741CD4DE140}"/>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90" name="Oval 889">
              <a:extLst>
                <a:ext uri="{FF2B5EF4-FFF2-40B4-BE49-F238E27FC236}">
                  <a16:creationId xmlns:a16="http://schemas.microsoft.com/office/drawing/2014/main" id="{E72F13C5-FB52-4B50-97C5-FA37C78794C8}"/>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1" name="Isosceles Triangle 648">
              <a:extLst>
                <a:ext uri="{FF2B5EF4-FFF2-40B4-BE49-F238E27FC236}">
                  <a16:creationId xmlns:a16="http://schemas.microsoft.com/office/drawing/2014/main" id="{00D89476-32D7-503C-5B47-D7591EF179F7}"/>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2" name="Group 891">
            <a:extLst>
              <a:ext uri="{FF2B5EF4-FFF2-40B4-BE49-F238E27FC236}">
                <a16:creationId xmlns:a16="http://schemas.microsoft.com/office/drawing/2014/main" id="{00EF4FAB-0D47-16FA-1BAE-63F391332A57}"/>
              </a:ext>
            </a:extLst>
          </p:cNvPr>
          <p:cNvGrpSpPr/>
          <p:nvPr/>
        </p:nvGrpSpPr>
        <p:grpSpPr>
          <a:xfrm>
            <a:off x="7122911" y="3698231"/>
            <a:ext cx="721206" cy="609701"/>
            <a:chOff x="7122911" y="3698231"/>
            <a:chExt cx="721206" cy="609701"/>
          </a:xfrm>
        </p:grpSpPr>
        <p:sp>
          <p:nvSpPr>
            <p:cNvPr id="893" name="Rectangle 892">
              <a:hlinkHover r:id="" action="ppaction://noaction" highlightClick="1"/>
              <a:extLst>
                <a:ext uri="{FF2B5EF4-FFF2-40B4-BE49-F238E27FC236}">
                  <a16:creationId xmlns:a16="http://schemas.microsoft.com/office/drawing/2014/main" id="{EA00599D-3264-EA47-F729-F94851160849}"/>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94" name="Oval 893">
              <a:extLst>
                <a:ext uri="{FF2B5EF4-FFF2-40B4-BE49-F238E27FC236}">
                  <a16:creationId xmlns:a16="http://schemas.microsoft.com/office/drawing/2014/main" id="{6B5B65D2-15CB-A9B1-B6EB-8447D5BA8BFE}"/>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5" name="Isosceles Triangle 648">
              <a:extLst>
                <a:ext uri="{FF2B5EF4-FFF2-40B4-BE49-F238E27FC236}">
                  <a16:creationId xmlns:a16="http://schemas.microsoft.com/office/drawing/2014/main" id="{E7AD9FFB-652B-A206-259F-EDA1C955B64F}"/>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6" name="Group 895">
            <a:extLst>
              <a:ext uri="{FF2B5EF4-FFF2-40B4-BE49-F238E27FC236}">
                <a16:creationId xmlns:a16="http://schemas.microsoft.com/office/drawing/2014/main" id="{8CA13216-6666-841A-8587-0AB8A2432297}"/>
              </a:ext>
            </a:extLst>
          </p:cNvPr>
          <p:cNvGrpSpPr/>
          <p:nvPr/>
        </p:nvGrpSpPr>
        <p:grpSpPr>
          <a:xfrm>
            <a:off x="6286224" y="3620338"/>
            <a:ext cx="721206" cy="687594"/>
            <a:chOff x="6286224" y="3620338"/>
            <a:chExt cx="721206" cy="687594"/>
          </a:xfrm>
        </p:grpSpPr>
        <p:cxnSp>
          <p:nvCxnSpPr>
            <p:cNvPr id="897" name="Straight Connector 896">
              <a:extLst>
                <a:ext uri="{FF2B5EF4-FFF2-40B4-BE49-F238E27FC236}">
                  <a16:creationId xmlns:a16="http://schemas.microsoft.com/office/drawing/2014/main" id="{5F2A3E6C-4382-A9E2-AC97-C777A3B2CBBC}"/>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98" name="Rectangle 897">
              <a:hlinkHover r:id="" action="ppaction://noaction" highlightClick="1"/>
              <a:extLst>
                <a:ext uri="{FF2B5EF4-FFF2-40B4-BE49-F238E27FC236}">
                  <a16:creationId xmlns:a16="http://schemas.microsoft.com/office/drawing/2014/main" id="{AE098829-40CA-EB7C-43A5-4FDCEE3DE853}"/>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99" name="Oval 898">
              <a:extLst>
                <a:ext uri="{FF2B5EF4-FFF2-40B4-BE49-F238E27FC236}">
                  <a16:creationId xmlns:a16="http://schemas.microsoft.com/office/drawing/2014/main" id="{7E4BE6E9-4092-1E27-CFB5-FE7FD030BFDD}"/>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0" name="Isosceles Triangle 648">
              <a:extLst>
                <a:ext uri="{FF2B5EF4-FFF2-40B4-BE49-F238E27FC236}">
                  <a16:creationId xmlns:a16="http://schemas.microsoft.com/office/drawing/2014/main" id="{32A5A28E-6A7C-F64F-A38A-0E105DC376CC}"/>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61" name="Group 1060">
            <a:extLst>
              <a:ext uri="{FF2B5EF4-FFF2-40B4-BE49-F238E27FC236}">
                <a16:creationId xmlns:a16="http://schemas.microsoft.com/office/drawing/2014/main" id="{47C6A68F-A201-EDC4-71DD-2AC5391106B7}"/>
              </a:ext>
            </a:extLst>
          </p:cNvPr>
          <p:cNvGrpSpPr/>
          <p:nvPr/>
        </p:nvGrpSpPr>
        <p:grpSpPr>
          <a:xfrm>
            <a:off x="5442072" y="811556"/>
            <a:ext cx="728208" cy="609701"/>
            <a:chOff x="5442072" y="811556"/>
            <a:chExt cx="728208" cy="609701"/>
          </a:xfrm>
        </p:grpSpPr>
        <p:sp>
          <p:nvSpPr>
            <p:cNvPr id="1062" name="Rectangle 1061">
              <a:extLst>
                <a:ext uri="{FF2B5EF4-FFF2-40B4-BE49-F238E27FC236}">
                  <a16:creationId xmlns:a16="http://schemas.microsoft.com/office/drawing/2014/main" id="{984D587E-82B8-896F-837C-02228660128C}"/>
                </a:ext>
              </a:extLst>
            </p:cNvPr>
            <p:cNvSpPr/>
            <p:nvPr/>
          </p:nvSpPr>
          <p:spPr>
            <a:xfrm>
              <a:off x="5442072" y="811556"/>
              <a:ext cx="721207"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1063" name="Rectangle 1062">
              <a:extLst>
                <a:ext uri="{FF2B5EF4-FFF2-40B4-BE49-F238E27FC236}">
                  <a16:creationId xmlns:a16="http://schemas.microsoft.com/office/drawing/2014/main" id="{74647C70-11E4-2B52-F5B3-E53A38A213A9}"/>
                </a:ext>
              </a:extLst>
            </p:cNvPr>
            <p:cNvSpPr/>
            <p:nvPr/>
          </p:nvSpPr>
          <p:spPr>
            <a:xfrm flipV="1">
              <a:off x="6070087" y="820272"/>
              <a:ext cx="100193"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4" name="Oval 15">
              <a:extLst>
                <a:ext uri="{FF2B5EF4-FFF2-40B4-BE49-F238E27FC236}">
                  <a16:creationId xmlns:a16="http://schemas.microsoft.com/office/drawing/2014/main" id="{219A0A8E-F261-08C8-B7CF-A0C62D012893}"/>
                </a:ext>
              </a:extLst>
            </p:cNvPr>
            <p:cNvSpPr/>
            <p:nvPr/>
          </p:nvSpPr>
          <p:spPr>
            <a:xfrm>
              <a:off x="6097476"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65" name="Straight Connector 1064">
              <a:extLst>
                <a:ext uri="{FF2B5EF4-FFF2-40B4-BE49-F238E27FC236}">
                  <a16:creationId xmlns:a16="http://schemas.microsoft.com/office/drawing/2014/main" id="{F0424A45-7BEC-BA0E-FBD1-917739BC0B33}"/>
                </a:ext>
              </a:extLst>
            </p:cNvPr>
            <p:cNvCxnSpPr>
              <a:cxnSpLocks/>
              <a:stCxn id="1064" idx="0"/>
            </p:cNvCxnSpPr>
            <p:nvPr/>
          </p:nvCxnSpPr>
          <p:spPr>
            <a:xfrm flipV="1">
              <a:off x="6103173"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66" name="Straight Connector 1065">
              <a:extLst>
                <a:ext uri="{FF2B5EF4-FFF2-40B4-BE49-F238E27FC236}">
                  <a16:creationId xmlns:a16="http://schemas.microsoft.com/office/drawing/2014/main" id="{8FD4B026-D2D2-836E-82C5-2A49DCDD2553}"/>
                </a:ext>
              </a:extLst>
            </p:cNvPr>
            <p:cNvCxnSpPr>
              <a:cxnSpLocks/>
            </p:cNvCxnSpPr>
            <p:nvPr/>
          </p:nvCxnSpPr>
          <p:spPr>
            <a:xfrm>
              <a:off x="6108892"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67" name="Group 1066">
            <a:extLst>
              <a:ext uri="{FF2B5EF4-FFF2-40B4-BE49-F238E27FC236}">
                <a16:creationId xmlns:a16="http://schemas.microsoft.com/office/drawing/2014/main" id="{04D8668B-2205-C897-4DE2-F29E422ED570}"/>
              </a:ext>
            </a:extLst>
          </p:cNvPr>
          <p:cNvGrpSpPr/>
          <p:nvPr/>
        </p:nvGrpSpPr>
        <p:grpSpPr>
          <a:xfrm>
            <a:off x="10509575" y="5141013"/>
            <a:ext cx="721206" cy="609701"/>
            <a:chOff x="10509575" y="5141013"/>
            <a:chExt cx="721206" cy="609701"/>
          </a:xfrm>
        </p:grpSpPr>
        <p:sp>
          <p:nvSpPr>
            <p:cNvPr id="1068" name="Rectangle 1067">
              <a:hlinkHover r:id="" action="ppaction://noaction" highlightClick="1"/>
              <a:extLst>
                <a:ext uri="{FF2B5EF4-FFF2-40B4-BE49-F238E27FC236}">
                  <a16:creationId xmlns:a16="http://schemas.microsoft.com/office/drawing/2014/main" id="{42429F42-9AA6-AD36-3319-63A2090A948A}"/>
                </a:ext>
              </a:extLst>
            </p:cNvPr>
            <p:cNvSpPr/>
            <p:nvPr/>
          </p:nvSpPr>
          <p:spPr>
            <a:xfrm>
              <a:off x="10509575"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1069" name="Oval 1068">
              <a:extLst>
                <a:ext uri="{FF2B5EF4-FFF2-40B4-BE49-F238E27FC236}">
                  <a16:creationId xmlns:a16="http://schemas.microsoft.com/office/drawing/2014/main" id="{DFF57410-EB5D-94F0-7132-185CFF018BD7}"/>
                </a:ext>
              </a:extLst>
            </p:cNvPr>
            <p:cNvSpPr/>
            <p:nvPr/>
          </p:nvSpPr>
          <p:spPr>
            <a:xfrm>
              <a:off x="11088114" y="514877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0" name="Isosceles Triangle 648">
              <a:extLst>
                <a:ext uri="{FF2B5EF4-FFF2-40B4-BE49-F238E27FC236}">
                  <a16:creationId xmlns:a16="http://schemas.microsoft.com/office/drawing/2014/main" id="{DE4CA037-1B6E-DF0D-88C3-88B1CF8E684C}"/>
                </a:ext>
              </a:extLst>
            </p:cNvPr>
            <p:cNvSpPr/>
            <p:nvPr/>
          </p:nvSpPr>
          <p:spPr>
            <a:xfrm>
              <a:off x="11118238" y="51622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71" name="Group 1070">
            <a:extLst>
              <a:ext uri="{FF2B5EF4-FFF2-40B4-BE49-F238E27FC236}">
                <a16:creationId xmlns:a16="http://schemas.microsoft.com/office/drawing/2014/main" id="{44FA9187-57C1-AD70-1A9F-381A02FDA7BB}"/>
              </a:ext>
            </a:extLst>
          </p:cNvPr>
          <p:cNvGrpSpPr/>
          <p:nvPr/>
        </p:nvGrpSpPr>
        <p:grpSpPr>
          <a:xfrm>
            <a:off x="1267284" y="90836"/>
            <a:ext cx="721206" cy="609701"/>
            <a:chOff x="1267284" y="90836"/>
            <a:chExt cx="721206" cy="609701"/>
          </a:xfrm>
        </p:grpSpPr>
        <p:sp>
          <p:nvSpPr>
            <p:cNvPr id="1072" name="Rectangle 1071">
              <a:extLst>
                <a:ext uri="{FF2B5EF4-FFF2-40B4-BE49-F238E27FC236}">
                  <a16:creationId xmlns:a16="http://schemas.microsoft.com/office/drawing/2014/main" id="{BA8013FD-621E-3683-E49D-FF7F79872814}"/>
                </a:ext>
              </a:extLst>
            </p:cNvPr>
            <p:cNvSpPr/>
            <p:nvPr/>
          </p:nvSpPr>
          <p:spPr>
            <a:xfrm>
              <a:off x="1267284"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1073" name="Rectangle 1072">
              <a:extLst>
                <a:ext uri="{FF2B5EF4-FFF2-40B4-BE49-F238E27FC236}">
                  <a16:creationId xmlns:a16="http://schemas.microsoft.com/office/drawing/2014/main" id="{15528269-75DE-66BE-FFFB-06AEF71CBE38}"/>
                </a:ext>
              </a:extLst>
            </p:cNvPr>
            <p:cNvSpPr/>
            <p:nvPr/>
          </p:nvSpPr>
          <p:spPr>
            <a:xfrm flipV="1">
              <a:off x="1887254"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4" name="Oval 15">
              <a:extLst>
                <a:ext uri="{FF2B5EF4-FFF2-40B4-BE49-F238E27FC236}">
                  <a16:creationId xmlns:a16="http://schemas.microsoft.com/office/drawing/2014/main" id="{A5198130-98C2-C511-E5C0-6AF0EAD35767}"/>
                </a:ext>
              </a:extLst>
            </p:cNvPr>
            <p:cNvSpPr/>
            <p:nvPr/>
          </p:nvSpPr>
          <p:spPr>
            <a:xfrm>
              <a:off x="1914643"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75" name="Straight Connector 1074">
              <a:extLst>
                <a:ext uri="{FF2B5EF4-FFF2-40B4-BE49-F238E27FC236}">
                  <a16:creationId xmlns:a16="http://schemas.microsoft.com/office/drawing/2014/main" id="{5DB493CB-7D98-9A03-2FDC-EDFBAEC85BA9}"/>
                </a:ext>
              </a:extLst>
            </p:cNvPr>
            <p:cNvCxnSpPr>
              <a:cxnSpLocks/>
              <a:stCxn id="1074" idx="0"/>
            </p:cNvCxnSpPr>
            <p:nvPr/>
          </p:nvCxnSpPr>
          <p:spPr>
            <a:xfrm flipV="1">
              <a:off x="1920339"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76" name="Straight Connector 1075">
              <a:extLst>
                <a:ext uri="{FF2B5EF4-FFF2-40B4-BE49-F238E27FC236}">
                  <a16:creationId xmlns:a16="http://schemas.microsoft.com/office/drawing/2014/main" id="{47A51077-5AAC-8ED7-0B82-9601BF685F20}"/>
                </a:ext>
              </a:extLst>
            </p:cNvPr>
            <p:cNvCxnSpPr>
              <a:cxnSpLocks/>
            </p:cNvCxnSpPr>
            <p:nvPr/>
          </p:nvCxnSpPr>
          <p:spPr>
            <a:xfrm>
              <a:off x="1926058"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77" name="Group 1076">
            <a:extLst>
              <a:ext uri="{FF2B5EF4-FFF2-40B4-BE49-F238E27FC236}">
                <a16:creationId xmlns:a16="http://schemas.microsoft.com/office/drawing/2014/main" id="{555D1EC0-1E7F-793E-75BC-1082E0CD0C94}"/>
              </a:ext>
            </a:extLst>
          </p:cNvPr>
          <p:cNvGrpSpPr/>
          <p:nvPr/>
        </p:nvGrpSpPr>
        <p:grpSpPr>
          <a:xfrm>
            <a:off x="2102909" y="90836"/>
            <a:ext cx="721206" cy="609701"/>
            <a:chOff x="2102909" y="90836"/>
            <a:chExt cx="721206" cy="609701"/>
          </a:xfrm>
        </p:grpSpPr>
        <p:sp>
          <p:nvSpPr>
            <p:cNvPr id="1078" name="Rectangle 1077">
              <a:extLst>
                <a:ext uri="{FF2B5EF4-FFF2-40B4-BE49-F238E27FC236}">
                  <a16:creationId xmlns:a16="http://schemas.microsoft.com/office/drawing/2014/main" id="{B936BB9C-36E0-74DC-8DDB-D526F5F38DA4}"/>
                </a:ext>
              </a:extLst>
            </p:cNvPr>
            <p:cNvSpPr/>
            <p:nvPr/>
          </p:nvSpPr>
          <p:spPr>
            <a:xfrm>
              <a:off x="210290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1079" name="Rectangle 1078">
              <a:extLst>
                <a:ext uri="{FF2B5EF4-FFF2-40B4-BE49-F238E27FC236}">
                  <a16:creationId xmlns:a16="http://schemas.microsoft.com/office/drawing/2014/main" id="{3811F709-2053-34B5-D683-AF7A6A49C3C9}"/>
                </a:ext>
              </a:extLst>
            </p:cNvPr>
            <p:cNvSpPr/>
            <p:nvPr/>
          </p:nvSpPr>
          <p:spPr>
            <a:xfrm flipV="1">
              <a:off x="2722879"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0" name="Oval 15">
              <a:extLst>
                <a:ext uri="{FF2B5EF4-FFF2-40B4-BE49-F238E27FC236}">
                  <a16:creationId xmlns:a16="http://schemas.microsoft.com/office/drawing/2014/main" id="{4F8BCD0E-521A-A57A-1046-48AA8946BF72}"/>
                </a:ext>
              </a:extLst>
            </p:cNvPr>
            <p:cNvSpPr/>
            <p:nvPr/>
          </p:nvSpPr>
          <p:spPr>
            <a:xfrm>
              <a:off x="2750268"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81" name="Straight Connector 1080">
              <a:extLst>
                <a:ext uri="{FF2B5EF4-FFF2-40B4-BE49-F238E27FC236}">
                  <a16:creationId xmlns:a16="http://schemas.microsoft.com/office/drawing/2014/main" id="{AC3D511F-A6C7-92EB-3701-26B4FAF407CD}"/>
                </a:ext>
              </a:extLst>
            </p:cNvPr>
            <p:cNvCxnSpPr>
              <a:cxnSpLocks/>
              <a:stCxn id="1080" idx="0"/>
            </p:cNvCxnSpPr>
            <p:nvPr/>
          </p:nvCxnSpPr>
          <p:spPr>
            <a:xfrm flipV="1">
              <a:off x="2755964"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82" name="Straight Connector 1081">
              <a:extLst>
                <a:ext uri="{FF2B5EF4-FFF2-40B4-BE49-F238E27FC236}">
                  <a16:creationId xmlns:a16="http://schemas.microsoft.com/office/drawing/2014/main" id="{A4545CC6-6089-4821-F289-C7BD029F0630}"/>
                </a:ext>
              </a:extLst>
            </p:cNvPr>
            <p:cNvCxnSpPr>
              <a:cxnSpLocks/>
            </p:cNvCxnSpPr>
            <p:nvPr/>
          </p:nvCxnSpPr>
          <p:spPr>
            <a:xfrm>
              <a:off x="2761683"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83" name="Group 1082">
            <a:extLst>
              <a:ext uri="{FF2B5EF4-FFF2-40B4-BE49-F238E27FC236}">
                <a16:creationId xmlns:a16="http://schemas.microsoft.com/office/drawing/2014/main" id="{FEF33B26-A2C2-F386-0E60-6ED4BFC074A5}"/>
              </a:ext>
            </a:extLst>
          </p:cNvPr>
          <p:cNvGrpSpPr/>
          <p:nvPr/>
        </p:nvGrpSpPr>
        <p:grpSpPr>
          <a:xfrm>
            <a:off x="1268842" y="1532275"/>
            <a:ext cx="721206" cy="610039"/>
            <a:chOff x="1268842" y="1532275"/>
            <a:chExt cx="721206" cy="610039"/>
          </a:xfrm>
        </p:grpSpPr>
        <p:sp>
          <p:nvSpPr>
            <p:cNvPr id="1084" name="Rectangle 1083">
              <a:extLst>
                <a:ext uri="{FF2B5EF4-FFF2-40B4-BE49-F238E27FC236}">
                  <a16:creationId xmlns:a16="http://schemas.microsoft.com/office/drawing/2014/main" id="{09BD06FB-1336-25E0-6619-5FCB1524E1C4}"/>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1085" name="Right Triangle 1084">
              <a:extLst>
                <a:ext uri="{FF2B5EF4-FFF2-40B4-BE49-F238E27FC236}">
                  <a16:creationId xmlns:a16="http://schemas.microsoft.com/office/drawing/2014/main" id="{BED2B168-95F5-F870-AE17-9C573A800CB4}"/>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86" name="Group 1085">
              <a:extLst>
                <a:ext uri="{FF2B5EF4-FFF2-40B4-BE49-F238E27FC236}">
                  <a16:creationId xmlns:a16="http://schemas.microsoft.com/office/drawing/2014/main" id="{78D44C94-EC5E-FC83-F380-6F54DEEEC6D8}"/>
                </a:ext>
              </a:extLst>
            </p:cNvPr>
            <p:cNvGrpSpPr/>
            <p:nvPr/>
          </p:nvGrpSpPr>
          <p:grpSpPr>
            <a:xfrm>
              <a:off x="1939437" y="1538369"/>
              <a:ext cx="37817" cy="61390"/>
              <a:chOff x="3883481" y="2057400"/>
              <a:chExt cx="1608363" cy="2652031"/>
            </a:xfrm>
            <a:solidFill>
              <a:srgbClr val="A6A6A6"/>
            </a:solidFill>
          </p:grpSpPr>
          <p:sp>
            <p:nvSpPr>
              <p:cNvPr id="1087" name="Oval 27">
                <a:extLst>
                  <a:ext uri="{FF2B5EF4-FFF2-40B4-BE49-F238E27FC236}">
                    <a16:creationId xmlns:a16="http://schemas.microsoft.com/office/drawing/2014/main" id="{D0791548-B1CD-1C3A-8ED4-EA9D6C1FC17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8" name="Oval 28">
                <a:extLst>
                  <a:ext uri="{FF2B5EF4-FFF2-40B4-BE49-F238E27FC236}">
                    <a16:creationId xmlns:a16="http://schemas.microsoft.com/office/drawing/2014/main" id="{2FCFA4E4-83D7-384E-F775-F9EC41BFCFE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89" name="Group 1088">
            <a:extLst>
              <a:ext uri="{FF2B5EF4-FFF2-40B4-BE49-F238E27FC236}">
                <a16:creationId xmlns:a16="http://schemas.microsoft.com/office/drawing/2014/main" id="{E1158865-4674-985F-7B25-93C72CE69988}"/>
              </a:ext>
            </a:extLst>
          </p:cNvPr>
          <p:cNvGrpSpPr/>
          <p:nvPr/>
        </p:nvGrpSpPr>
        <p:grpSpPr>
          <a:xfrm>
            <a:off x="2102909" y="811556"/>
            <a:ext cx="721206" cy="609701"/>
            <a:chOff x="2102909" y="811556"/>
            <a:chExt cx="721206" cy="609701"/>
          </a:xfrm>
        </p:grpSpPr>
        <p:sp>
          <p:nvSpPr>
            <p:cNvPr id="1090" name="Rectangle 1089">
              <a:extLst>
                <a:ext uri="{FF2B5EF4-FFF2-40B4-BE49-F238E27FC236}">
                  <a16:creationId xmlns:a16="http://schemas.microsoft.com/office/drawing/2014/main" id="{19F8354F-4A75-20CD-20FD-DBD681CCF449}"/>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91" name="Rectangle 1090">
              <a:extLst>
                <a:ext uri="{FF2B5EF4-FFF2-40B4-BE49-F238E27FC236}">
                  <a16:creationId xmlns:a16="http://schemas.microsoft.com/office/drawing/2014/main" id="{0B283357-6D07-EFA4-80EA-4C2B6F177901}"/>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2" name="Oval 15">
              <a:extLst>
                <a:ext uri="{FF2B5EF4-FFF2-40B4-BE49-F238E27FC236}">
                  <a16:creationId xmlns:a16="http://schemas.microsoft.com/office/drawing/2014/main" id="{EC4C42EA-2BA4-4E93-A374-C3A19B1482E1}"/>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93" name="Straight Connector 1092">
              <a:extLst>
                <a:ext uri="{FF2B5EF4-FFF2-40B4-BE49-F238E27FC236}">
                  <a16:creationId xmlns:a16="http://schemas.microsoft.com/office/drawing/2014/main" id="{565F9968-3029-458F-19AC-2742605AD544}"/>
                </a:ext>
              </a:extLst>
            </p:cNvPr>
            <p:cNvCxnSpPr>
              <a:cxnSpLocks/>
              <a:stCxn id="1092"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94" name="Straight Connector 1093">
              <a:extLst>
                <a:ext uri="{FF2B5EF4-FFF2-40B4-BE49-F238E27FC236}">
                  <a16:creationId xmlns:a16="http://schemas.microsoft.com/office/drawing/2014/main" id="{ABC05B72-64D5-3D67-3644-D107D179DCF7}"/>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95" name="Group 1094">
            <a:extLst>
              <a:ext uri="{FF2B5EF4-FFF2-40B4-BE49-F238E27FC236}">
                <a16:creationId xmlns:a16="http://schemas.microsoft.com/office/drawing/2014/main" id="{D1ED4BAE-F61C-92E2-605A-D103FE16071C}"/>
              </a:ext>
            </a:extLst>
          </p:cNvPr>
          <p:cNvGrpSpPr/>
          <p:nvPr/>
        </p:nvGrpSpPr>
        <p:grpSpPr>
          <a:xfrm>
            <a:off x="431659" y="811556"/>
            <a:ext cx="721206" cy="609701"/>
            <a:chOff x="431659" y="811556"/>
            <a:chExt cx="721206" cy="609701"/>
          </a:xfrm>
        </p:grpSpPr>
        <p:sp>
          <p:nvSpPr>
            <p:cNvPr id="1096" name="Rectangle 1095">
              <a:extLst>
                <a:ext uri="{FF2B5EF4-FFF2-40B4-BE49-F238E27FC236}">
                  <a16:creationId xmlns:a16="http://schemas.microsoft.com/office/drawing/2014/main" id="{94B9383E-D9D1-F0EF-B437-EA1AC3A3467C}"/>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1097" name="Right Triangle 1096">
              <a:extLst>
                <a:ext uri="{FF2B5EF4-FFF2-40B4-BE49-F238E27FC236}">
                  <a16:creationId xmlns:a16="http://schemas.microsoft.com/office/drawing/2014/main" id="{B4351F25-A2BA-2B99-D4F6-AEB82ABACDD2}"/>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98" name="Group 1097">
              <a:extLst>
                <a:ext uri="{FF2B5EF4-FFF2-40B4-BE49-F238E27FC236}">
                  <a16:creationId xmlns:a16="http://schemas.microsoft.com/office/drawing/2014/main" id="{642376AA-8FCD-1597-EA79-0ED8C23DD16B}"/>
                </a:ext>
              </a:extLst>
            </p:cNvPr>
            <p:cNvGrpSpPr/>
            <p:nvPr/>
          </p:nvGrpSpPr>
          <p:grpSpPr>
            <a:xfrm>
              <a:off x="1100972" y="819589"/>
              <a:ext cx="37817" cy="61390"/>
              <a:chOff x="3883481" y="2057400"/>
              <a:chExt cx="1608363" cy="2652031"/>
            </a:xfrm>
            <a:solidFill>
              <a:srgbClr val="A6A6A6"/>
            </a:solidFill>
          </p:grpSpPr>
          <p:sp>
            <p:nvSpPr>
              <p:cNvPr id="1099" name="Oval 27">
                <a:extLst>
                  <a:ext uri="{FF2B5EF4-FFF2-40B4-BE49-F238E27FC236}">
                    <a16:creationId xmlns:a16="http://schemas.microsoft.com/office/drawing/2014/main" id="{9D975F43-CF6F-A065-FE3B-CE3668F1931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0" name="Oval 28">
                <a:extLst>
                  <a:ext uri="{FF2B5EF4-FFF2-40B4-BE49-F238E27FC236}">
                    <a16:creationId xmlns:a16="http://schemas.microsoft.com/office/drawing/2014/main" id="{38F41B38-9F08-C2A6-148D-D4F8E31C77A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05" name="Group 1104">
            <a:extLst>
              <a:ext uri="{FF2B5EF4-FFF2-40B4-BE49-F238E27FC236}">
                <a16:creationId xmlns:a16="http://schemas.microsoft.com/office/drawing/2014/main" id="{67D86712-BE9C-3CEE-7220-D7FDD5950D91}"/>
              </a:ext>
            </a:extLst>
          </p:cNvPr>
          <p:cNvGrpSpPr/>
          <p:nvPr/>
        </p:nvGrpSpPr>
        <p:grpSpPr>
          <a:xfrm>
            <a:off x="10506599" y="811556"/>
            <a:ext cx="721206" cy="609701"/>
            <a:chOff x="10506599" y="811556"/>
            <a:chExt cx="721206" cy="609701"/>
          </a:xfrm>
        </p:grpSpPr>
        <p:sp>
          <p:nvSpPr>
            <p:cNvPr id="1106" name="Rectangle 1105">
              <a:extLst>
                <a:ext uri="{FF2B5EF4-FFF2-40B4-BE49-F238E27FC236}">
                  <a16:creationId xmlns:a16="http://schemas.microsoft.com/office/drawing/2014/main" id="{CA4007B6-74D4-9359-2552-94D75EA5C7D6}"/>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107" name="Rectangle 1106">
              <a:extLst>
                <a:ext uri="{FF2B5EF4-FFF2-40B4-BE49-F238E27FC236}">
                  <a16:creationId xmlns:a16="http://schemas.microsoft.com/office/drawing/2014/main" id="{7FDCE558-A3DF-ECB5-E337-199AA5A5796C}"/>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8" name="Oval 15">
              <a:extLst>
                <a:ext uri="{FF2B5EF4-FFF2-40B4-BE49-F238E27FC236}">
                  <a16:creationId xmlns:a16="http://schemas.microsoft.com/office/drawing/2014/main" id="{CD26658F-DBD7-1D5C-7264-D43819CCDB3B}"/>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09" name="Straight Connector 1108">
              <a:extLst>
                <a:ext uri="{FF2B5EF4-FFF2-40B4-BE49-F238E27FC236}">
                  <a16:creationId xmlns:a16="http://schemas.microsoft.com/office/drawing/2014/main" id="{720A0135-802E-C88B-251A-75320B79AF7B}"/>
                </a:ext>
              </a:extLst>
            </p:cNvPr>
            <p:cNvCxnSpPr>
              <a:cxnSpLocks/>
              <a:stCxn id="1108"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10" name="Straight Connector 1109">
              <a:extLst>
                <a:ext uri="{FF2B5EF4-FFF2-40B4-BE49-F238E27FC236}">
                  <a16:creationId xmlns:a16="http://schemas.microsoft.com/office/drawing/2014/main" id="{8BB54138-97DB-95CB-A729-310CB55D1985}"/>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04D334A9-5A28-9CF1-7F55-8DB537520755}"/>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D0A3A790-B236-A4EF-8664-D6E8BB6DA295}"/>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E57E298E-840C-1AA1-D657-A62EB00747D9}"/>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F1816FBA-CD56-874A-D565-9C7C56782355}"/>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2781C69C-443D-90FA-A5C7-816D6639E79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D02E43D7-4C39-76B1-F462-DF434482B0F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CD99DB48-D542-8E3C-EA60-5B02BEA42DEA}"/>
              </a:ext>
            </a:extLst>
          </p:cNvPr>
          <p:cNvGrpSpPr/>
          <p:nvPr/>
        </p:nvGrpSpPr>
        <p:grpSpPr>
          <a:xfrm>
            <a:off x="4615774" y="3698231"/>
            <a:ext cx="721206" cy="609701"/>
            <a:chOff x="4615774" y="3698231"/>
            <a:chExt cx="721206" cy="609701"/>
          </a:xfrm>
        </p:grpSpPr>
        <p:sp>
          <p:nvSpPr>
            <p:cNvPr id="15" name="Rectangle 14">
              <a:hlinkHover r:id="" action="ppaction://noaction" highlightClick="1"/>
              <a:extLst>
                <a:ext uri="{FF2B5EF4-FFF2-40B4-BE49-F238E27FC236}">
                  <a16:creationId xmlns:a16="http://schemas.microsoft.com/office/drawing/2014/main" id="{B4768B1C-A732-4561-6F98-7542C2F3DC7A}"/>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EF239860-965D-C5EA-D7C0-82E68434ED99}"/>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77217449-A8CB-A545-9AD7-79B6AD5D9060}"/>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 name="Group 17">
            <a:extLst>
              <a:ext uri="{FF2B5EF4-FFF2-40B4-BE49-F238E27FC236}">
                <a16:creationId xmlns:a16="http://schemas.microsoft.com/office/drawing/2014/main" id="{30E3794C-9812-E05F-9267-737901ED0F07}"/>
              </a:ext>
            </a:extLst>
          </p:cNvPr>
          <p:cNvGrpSpPr/>
          <p:nvPr/>
        </p:nvGrpSpPr>
        <p:grpSpPr>
          <a:xfrm>
            <a:off x="2100392" y="4419620"/>
            <a:ext cx="721206" cy="609701"/>
            <a:chOff x="2100392" y="4419620"/>
            <a:chExt cx="721206" cy="609701"/>
          </a:xfrm>
        </p:grpSpPr>
        <p:sp>
          <p:nvSpPr>
            <p:cNvPr id="19" name="Rectangle 18">
              <a:extLst>
                <a:ext uri="{FF2B5EF4-FFF2-40B4-BE49-F238E27FC236}">
                  <a16:creationId xmlns:a16="http://schemas.microsoft.com/office/drawing/2014/main" id="{E44814CC-3A2F-E366-6110-2B3F235E5BDF}"/>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0" name="Right Triangle 19">
              <a:extLst>
                <a:ext uri="{FF2B5EF4-FFF2-40B4-BE49-F238E27FC236}">
                  <a16:creationId xmlns:a16="http://schemas.microsoft.com/office/drawing/2014/main" id="{5565F5C8-0EB2-0A21-1DC3-5A276C172D4A}"/>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AEB5ECA4-3AB6-447E-316B-4B0D93BA7B6C}"/>
                </a:ext>
              </a:extLst>
            </p:cNvPr>
            <p:cNvGrpSpPr/>
            <p:nvPr/>
          </p:nvGrpSpPr>
          <p:grpSpPr>
            <a:xfrm>
              <a:off x="2769856" y="4434450"/>
              <a:ext cx="37817" cy="61390"/>
              <a:chOff x="3883481" y="2057400"/>
              <a:chExt cx="1608363" cy="2652031"/>
            </a:xfrm>
            <a:solidFill>
              <a:srgbClr val="A6A6A6">
                <a:alpha val="20000"/>
              </a:srgbClr>
            </a:solidFill>
          </p:grpSpPr>
          <p:sp>
            <p:nvSpPr>
              <p:cNvPr id="22" name="Oval 27">
                <a:extLst>
                  <a:ext uri="{FF2B5EF4-FFF2-40B4-BE49-F238E27FC236}">
                    <a16:creationId xmlns:a16="http://schemas.microsoft.com/office/drawing/2014/main" id="{253413CA-F097-3DDE-3322-FC03CEB4A1B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Oval 28">
                <a:extLst>
                  <a:ext uri="{FF2B5EF4-FFF2-40B4-BE49-F238E27FC236}">
                    <a16:creationId xmlns:a16="http://schemas.microsoft.com/office/drawing/2014/main" id="{815B165D-59E8-C11F-58B2-9EE685EE9E5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8" name="Group 27">
            <a:extLst>
              <a:ext uri="{FF2B5EF4-FFF2-40B4-BE49-F238E27FC236}">
                <a16:creationId xmlns:a16="http://schemas.microsoft.com/office/drawing/2014/main" id="{2A036879-F397-4C22-B6AA-4F9D5DFA307D}"/>
              </a:ext>
            </a:extLst>
          </p:cNvPr>
          <p:cNvGrpSpPr/>
          <p:nvPr/>
        </p:nvGrpSpPr>
        <p:grpSpPr>
          <a:xfrm>
            <a:off x="10525295" y="90205"/>
            <a:ext cx="721206" cy="609701"/>
            <a:chOff x="10520479" y="90836"/>
            <a:chExt cx="721206" cy="609701"/>
          </a:xfrm>
        </p:grpSpPr>
        <p:sp>
          <p:nvSpPr>
            <p:cNvPr id="29" name="Rectangle 28">
              <a:hlinkHover r:id="" action="ppaction://noaction" highlightClick="1"/>
              <a:extLst>
                <a:ext uri="{FF2B5EF4-FFF2-40B4-BE49-F238E27FC236}">
                  <a16:creationId xmlns:a16="http://schemas.microsoft.com/office/drawing/2014/main" id="{C4B76BC0-DD40-CFD6-2C6C-9F589955974D}"/>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30" name="Oval 29">
              <a:extLst>
                <a:ext uri="{FF2B5EF4-FFF2-40B4-BE49-F238E27FC236}">
                  <a16:creationId xmlns:a16="http://schemas.microsoft.com/office/drawing/2014/main" id="{BEEE190C-4B2A-A548-28AD-7922FC148504}"/>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1" name="Isosceles Triangle 648">
              <a:extLst>
                <a:ext uri="{FF2B5EF4-FFF2-40B4-BE49-F238E27FC236}">
                  <a16:creationId xmlns:a16="http://schemas.microsoft.com/office/drawing/2014/main" id="{30F5B122-F6BE-3C81-D2EC-46FFC570F34A}"/>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2" name="Group 41">
            <a:extLst>
              <a:ext uri="{FF2B5EF4-FFF2-40B4-BE49-F238E27FC236}">
                <a16:creationId xmlns:a16="http://schemas.microsoft.com/office/drawing/2014/main" id="{0461C908-D39D-3195-35AD-FACB0AB1C220}"/>
              </a:ext>
            </a:extLst>
          </p:cNvPr>
          <p:cNvGrpSpPr/>
          <p:nvPr/>
        </p:nvGrpSpPr>
        <p:grpSpPr>
          <a:xfrm>
            <a:off x="8807246" y="1508831"/>
            <a:ext cx="721206" cy="609701"/>
            <a:chOff x="8807246" y="1532278"/>
            <a:chExt cx="721206" cy="609701"/>
          </a:xfrm>
        </p:grpSpPr>
        <p:sp>
          <p:nvSpPr>
            <p:cNvPr id="43" name="Rectangle 42">
              <a:hlinkHover r:id="" action="ppaction://noaction" highlightClick="1"/>
              <a:extLst>
                <a:ext uri="{FF2B5EF4-FFF2-40B4-BE49-F238E27FC236}">
                  <a16:creationId xmlns:a16="http://schemas.microsoft.com/office/drawing/2014/main" id="{ECE21E2A-B38C-5C49-FFC9-A4A96FD7E93C}"/>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44" name="Oval 43">
              <a:extLst>
                <a:ext uri="{FF2B5EF4-FFF2-40B4-BE49-F238E27FC236}">
                  <a16:creationId xmlns:a16="http://schemas.microsoft.com/office/drawing/2014/main" id="{19EE7DC5-F67A-D85F-4312-E64D60B28D4A}"/>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 name="Isosceles Triangle 648">
              <a:extLst>
                <a:ext uri="{FF2B5EF4-FFF2-40B4-BE49-F238E27FC236}">
                  <a16:creationId xmlns:a16="http://schemas.microsoft.com/office/drawing/2014/main" id="{5EA5223E-7578-6DEF-9A24-73020DE7ECCF}"/>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 name="Group 45">
            <a:extLst>
              <a:ext uri="{FF2B5EF4-FFF2-40B4-BE49-F238E27FC236}">
                <a16:creationId xmlns:a16="http://schemas.microsoft.com/office/drawing/2014/main" id="{1F288E4A-333C-2AB6-8070-6DB4DCBCA154}"/>
              </a:ext>
            </a:extLst>
          </p:cNvPr>
          <p:cNvGrpSpPr/>
          <p:nvPr/>
        </p:nvGrpSpPr>
        <p:grpSpPr>
          <a:xfrm>
            <a:off x="11356242" y="1508829"/>
            <a:ext cx="721206" cy="609701"/>
            <a:chOff x="11356242" y="1532276"/>
            <a:chExt cx="721206" cy="609701"/>
          </a:xfrm>
        </p:grpSpPr>
        <p:sp>
          <p:nvSpPr>
            <p:cNvPr id="51" name="Rectangle 50">
              <a:hlinkHover r:id="" action="ppaction://noaction" highlightClick="1"/>
              <a:extLst>
                <a:ext uri="{FF2B5EF4-FFF2-40B4-BE49-F238E27FC236}">
                  <a16:creationId xmlns:a16="http://schemas.microsoft.com/office/drawing/2014/main" id="{2AE6B6F4-A724-A291-BC2F-EE1F1ADFF625}"/>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53" name="Oval 52">
              <a:extLst>
                <a:ext uri="{FF2B5EF4-FFF2-40B4-BE49-F238E27FC236}">
                  <a16:creationId xmlns:a16="http://schemas.microsoft.com/office/drawing/2014/main" id="{58EF2220-9F85-C68F-087C-16893A706461}"/>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 name="Isosceles Triangle 648">
              <a:extLst>
                <a:ext uri="{FF2B5EF4-FFF2-40B4-BE49-F238E27FC236}">
                  <a16:creationId xmlns:a16="http://schemas.microsoft.com/office/drawing/2014/main" id="{B45924C2-BDE7-B4F4-D160-D11809DD8D41}"/>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3" name="Group 102">
            <a:extLst>
              <a:ext uri="{FF2B5EF4-FFF2-40B4-BE49-F238E27FC236}">
                <a16:creationId xmlns:a16="http://schemas.microsoft.com/office/drawing/2014/main" id="{77FFB4B3-610B-4BA6-14E4-6A1863AB40F2}"/>
              </a:ext>
            </a:extLst>
          </p:cNvPr>
          <p:cNvGrpSpPr/>
          <p:nvPr/>
        </p:nvGrpSpPr>
        <p:grpSpPr>
          <a:xfrm>
            <a:off x="3776512" y="2950606"/>
            <a:ext cx="724130" cy="609701"/>
            <a:chOff x="3776512" y="2974053"/>
            <a:chExt cx="724130" cy="609701"/>
          </a:xfrm>
        </p:grpSpPr>
        <p:sp>
          <p:nvSpPr>
            <p:cNvPr id="104" name="Rectangle 103">
              <a:extLst>
                <a:ext uri="{FF2B5EF4-FFF2-40B4-BE49-F238E27FC236}">
                  <a16:creationId xmlns:a16="http://schemas.microsoft.com/office/drawing/2014/main" id="{EB3CC1EA-E144-3856-5884-CF08546AAEE6}"/>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105" name="Right Triangle 104">
              <a:extLst>
                <a:ext uri="{FF2B5EF4-FFF2-40B4-BE49-F238E27FC236}">
                  <a16:creationId xmlns:a16="http://schemas.microsoft.com/office/drawing/2014/main" id="{F0E611A6-E164-51E2-76FE-110FFBF901FC}"/>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6" name="Group 105">
              <a:extLst>
                <a:ext uri="{FF2B5EF4-FFF2-40B4-BE49-F238E27FC236}">
                  <a16:creationId xmlns:a16="http://schemas.microsoft.com/office/drawing/2014/main" id="{0669E5B5-8890-81B6-1CD0-9200B1ECE9C1}"/>
                </a:ext>
              </a:extLst>
            </p:cNvPr>
            <p:cNvGrpSpPr/>
            <p:nvPr/>
          </p:nvGrpSpPr>
          <p:grpSpPr>
            <a:xfrm>
              <a:off x="4450061" y="2982574"/>
              <a:ext cx="37817" cy="61390"/>
              <a:chOff x="3883481" y="2057400"/>
              <a:chExt cx="1608363" cy="2652031"/>
            </a:xfrm>
            <a:solidFill>
              <a:srgbClr val="A6A6A6">
                <a:alpha val="20000"/>
              </a:srgbClr>
            </a:solidFill>
          </p:grpSpPr>
          <p:sp>
            <p:nvSpPr>
              <p:cNvPr id="107" name="Oval 27">
                <a:extLst>
                  <a:ext uri="{FF2B5EF4-FFF2-40B4-BE49-F238E27FC236}">
                    <a16:creationId xmlns:a16="http://schemas.microsoft.com/office/drawing/2014/main" id="{86CD6150-ED3F-E96D-223C-5654009E28C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9" name="Oval 28">
                <a:extLst>
                  <a:ext uri="{FF2B5EF4-FFF2-40B4-BE49-F238E27FC236}">
                    <a16:creationId xmlns:a16="http://schemas.microsoft.com/office/drawing/2014/main" id="{F8566AD0-BFF7-A49E-6611-2CEE6CEBA3C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1" name="Group 130">
            <a:extLst>
              <a:ext uri="{FF2B5EF4-FFF2-40B4-BE49-F238E27FC236}">
                <a16:creationId xmlns:a16="http://schemas.microsoft.com/office/drawing/2014/main" id="{5E991238-5B83-DF19-4534-0D7287B10ADB}"/>
              </a:ext>
            </a:extLst>
          </p:cNvPr>
          <p:cNvGrpSpPr/>
          <p:nvPr/>
        </p:nvGrpSpPr>
        <p:grpSpPr>
          <a:xfrm>
            <a:off x="7905566" y="751337"/>
            <a:ext cx="1691658" cy="4999377"/>
            <a:chOff x="7905566" y="751337"/>
            <a:chExt cx="1691658" cy="4999377"/>
          </a:xfrm>
        </p:grpSpPr>
        <p:cxnSp>
          <p:nvCxnSpPr>
            <p:cNvPr id="132" name="Straight Connector 131">
              <a:extLst>
                <a:ext uri="{FF2B5EF4-FFF2-40B4-BE49-F238E27FC236}">
                  <a16:creationId xmlns:a16="http://schemas.microsoft.com/office/drawing/2014/main" id="{A54F6EE0-9B3E-EABC-CE63-A072959CBD1A}"/>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794DBEA9-6A2E-F193-E776-028FD9DE3905}"/>
                </a:ext>
              </a:extLst>
            </p:cNvPr>
            <p:cNvCxnSpPr>
              <a:cxnSpLocks/>
            </p:cNvCxnSpPr>
            <p:nvPr/>
          </p:nvCxnSpPr>
          <p:spPr>
            <a:xfrm>
              <a:off x="7989183" y="2197823"/>
              <a:ext cx="160804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DE507168-C6E1-4F3F-98CF-D02DB10F1931}"/>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DA640A15-51BD-052C-8BEE-1D1519E4DE25}"/>
                </a:ext>
              </a:extLst>
            </p:cNvPr>
            <p:cNvCxnSpPr>
              <a:cxnSpLocks/>
            </p:cNvCxnSpPr>
            <p:nvPr/>
          </p:nvCxnSpPr>
          <p:spPr>
            <a:xfrm>
              <a:off x="9586913" y="2190584"/>
              <a:ext cx="0" cy="725507"/>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5B1930B5-A56D-E165-FD4C-502E0298ECB7}"/>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9006CE88-55BD-8A19-CD35-1FA959486ED4}"/>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B9DC4C92-E2A1-2D4A-8AF4-B11E89C51398}"/>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49" name="Group 148">
            <a:extLst>
              <a:ext uri="{FF2B5EF4-FFF2-40B4-BE49-F238E27FC236}">
                <a16:creationId xmlns:a16="http://schemas.microsoft.com/office/drawing/2014/main" id="{631B3273-F2CC-19BB-A5AF-E7FB07A91330}"/>
              </a:ext>
            </a:extLst>
          </p:cNvPr>
          <p:cNvGrpSpPr/>
          <p:nvPr/>
        </p:nvGrpSpPr>
        <p:grpSpPr>
          <a:xfrm>
            <a:off x="2934662" y="5148220"/>
            <a:ext cx="724130" cy="609701"/>
            <a:chOff x="4615448" y="2974053"/>
            <a:chExt cx="724130" cy="609701"/>
          </a:xfrm>
        </p:grpSpPr>
        <p:sp>
          <p:nvSpPr>
            <p:cNvPr id="150" name="Rectangle 149">
              <a:extLst>
                <a:ext uri="{FF2B5EF4-FFF2-40B4-BE49-F238E27FC236}">
                  <a16:creationId xmlns:a16="http://schemas.microsoft.com/office/drawing/2014/main" id="{B3F54468-4250-3BA5-3E36-57EADF0F57E1}"/>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51" name="Right Triangle 150">
              <a:extLst>
                <a:ext uri="{FF2B5EF4-FFF2-40B4-BE49-F238E27FC236}">
                  <a16:creationId xmlns:a16="http://schemas.microsoft.com/office/drawing/2014/main" id="{8D6AA414-8A17-C553-38D6-4E420D0AF7F1}"/>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52" name="Group 151">
              <a:extLst>
                <a:ext uri="{FF2B5EF4-FFF2-40B4-BE49-F238E27FC236}">
                  <a16:creationId xmlns:a16="http://schemas.microsoft.com/office/drawing/2014/main" id="{B9B897CC-150D-7DE1-62A1-FC2404D3A711}"/>
                </a:ext>
              </a:extLst>
            </p:cNvPr>
            <p:cNvGrpSpPr/>
            <p:nvPr/>
          </p:nvGrpSpPr>
          <p:grpSpPr>
            <a:xfrm>
              <a:off x="5288997" y="2982574"/>
              <a:ext cx="37817" cy="61390"/>
              <a:chOff x="3883481" y="2057400"/>
              <a:chExt cx="1608363" cy="2652031"/>
            </a:xfrm>
            <a:solidFill>
              <a:srgbClr val="A6A6A6">
                <a:alpha val="20000"/>
              </a:srgbClr>
            </a:solidFill>
          </p:grpSpPr>
          <p:sp>
            <p:nvSpPr>
              <p:cNvPr id="153" name="Oval 27">
                <a:extLst>
                  <a:ext uri="{FF2B5EF4-FFF2-40B4-BE49-F238E27FC236}">
                    <a16:creationId xmlns:a16="http://schemas.microsoft.com/office/drawing/2014/main" id="{9CF3E031-5A6B-88F7-D7F0-03B20266CC8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4" name="Oval 28">
                <a:extLst>
                  <a:ext uri="{FF2B5EF4-FFF2-40B4-BE49-F238E27FC236}">
                    <a16:creationId xmlns:a16="http://schemas.microsoft.com/office/drawing/2014/main" id="{C3440617-D2D6-0B2B-0AAB-5D7F2C77D13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5" name="Group 154">
            <a:extLst>
              <a:ext uri="{FF2B5EF4-FFF2-40B4-BE49-F238E27FC236}">
                <a16:creationId xmlns:a16="http://schemas.microsoft.com/office/drawing/2014/main" id="{77C5D026-48F5-8292-5385-E10FC0481EF4}"/>
              </a:ext>
            </a:extLst>
          </p:cNvPr>
          <p:cNvGrpSpPr/>
          <p:nvPr/>
        </p:nvGrpSpPr>
        <p:grpSpPr>
          <a:xfrm>
            <a:off x="11355832" y="5140982"/>
            <a:ext cx="721220" cy="609701"/>
            <a:chOff x="9656903" y="2253333"/>
            <a:chExt cx="721220" cy="609701"/>
          </a:xfrm>
        </p:grpSpPr>
        <p:sp>
          <p:nvSpPr>
            <p:cNvPr id="156" name="Rectangle 155">
              <a:hlinkHover r:id="" action="ppaction://noaction" highlightClick="1"/>
              <a:extLst>
                <a:ext uri="{FF2B5EF4-FFF2-40B4-BE49-F238E27FC236}">
                  <a16:creationId xmlns:a16="http://schemas.microsoft.com/office/drawing/2014/main" id="{E8606F89-4F7F-892C-6C99-7A7F6A3EF846}"/>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7" name="Rectangle 156">
              <a:extLst>
                <a:ext uri="{FF2B5EF4-FFF2-40B4-BE49-F238E27FC236}">
                  <a16:creationId xmlns:a16="http://schemas.microsoft.com/office/drawing/2014/main" id="{9AA2ED72-647B-8EE1-557B-9929BE7CA8EA}"/>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8" name="Oval 15">
              <a:extLst>
                <a:ext uri="{FF2B5EF4-FFF2-40B4-BE49-F238E27FC236}">
                  <a16:creationId xmlns:a16="http://schemas.microsoft.com/office/drawing/2014/main" id="{1C002513-4A9D-67E2-195B-A67E59E06FC1}"/>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9" name="Straight Connector 158">
              <a:extLst>
                <a:ext uri="{FF2B5EF4-FFF2-40B4-BE49-F238E27FC236}">
                  <a16:creationId xmlns:a16="http://schemas.microsoft.com/office/drawing/2014/main" id="{679AF7E2-B4BF-E098-2B41-F05FA8F1D843}"/>
                </a:ext>
              </a:extLst>
            </p:cNvPr>
            <p:cNvCxnSpPr>
              <a:cxnSpLocks/>
              <a:stCxn id="15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0" name="Straight Connector 159">
              <a:extLst>
                <a:ext uri="{FF2B5EF4-FFF2-40B4-BE49-F238E27FC236}">
                  <a16:creationId xmlns:a16="http://schemas.microsoft.com/office/drawing/2014/main" id="{F33C569A-B97D-463B-1A48-10A4F88681E1}"/>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1" name="Group 160">
            <a:extLst>
              <a:ext uri="{FF2B5EF4-FFF2-40B4-BE49-F238E27FC236}">
                <a16:creationId xmlns:a16="http://schemas.microsoft.com/office/drawing/2014/main" id="{D272B3A7-6468-1F85-7A7C-6A0367B8FC1E}"/>
              </a:ext>
            </a:extLst>
          </p:cNvPr>
          <p:cNvGrpSpPr/>
          <p:nvPr/>
        </p:nvGrpSpPr>
        <p:grpSpPr>
          <a:xfrm>
            <a:off x="1268346" y="3698208"/>
            <a:ext cx="721891" cy="610396"/>
            <a:chOff x="1268346" y="3698208"/>
            <a:chExt cx="721891" cy="610396"/>
          </a:xfrm>
        </p:grpSpPr>
        <p:sp>
          <p:nvSpPr>
            <p:cNvPr id="162" name="Rectangle 161">
              <a:extLst>
                <a:ext uri="{FF2B5EF4-FFF2-40B4-BE49-F238E27FC236}">
                  <a16:creationId xmlns:a16="http://schemas.microsoft.com/office/drawing/2014/main" id="{D1FB5A7C-5AF4-B667-6827-B505A8FF2B08}"/>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63" name="Right Triangle 162">
              <a:extLst>
                <a:ext uri="{FF2B5EF4-FFF2-40B4-BE49-F238E27FC236}">
                  <a16:creationId xmlns:a16="http://schemas.microsoft.com/office/drawing/2014/main" id="{B6B8A8AB-CECD-2CFF-AFCB-0221BC194545}"/>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64" name="Group 163">
              <a:extLst>
                <a:ext uri="{FF2B5EF4-FFF2-40B4-BE49-F238E27FC236}">
                  <a16:creationId xmlns:a16="http://schemas.microsoft.com/office/drawing/2014/main" id="{B3E6826B-05AB-FA4F-4227-5DC965E11A30}"/>
                </a:ext>
              </a:extLst>
            </p:cNvPr>
            <p:cNvGrpSpPr/>
            <p:nvPr/>
          </p:nvGrpSpPr>
          <p:grpSpPr>
            <a:xfrm>
              <a:off x="1939627" y="3704306"/>
              <a:ext cx="37817" cy="61390"/>
              <a:chOff x="3883481" y="2057400"/>
              <a:chExt cx="1608363" cy="2652031"/>
            </a:xfrm>
            <a:solidFill>
              <a:srgbClr val="A6A6A6">
                <a:alpha val="20000"/>
              </a:srgbClr>
            </a:solidFill>
          </p:grpSpPr>
          <p:sp>
            <p:nvSpPr>
              <p:cNvPr id="165" name="Oval 27">
                <a:extLst>
                  <a:ext uri="{FF2B5EF4-FFF2-40B4-BE49-F238E27FC236}">
                    <a16:creationId xmlns:a16="http://schemas.microsoft.com/office/drawing/2014/main" id="{CF8BA606-561F-B738-8737-DE2E49A21AA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6" name="Oval 28">
                <a:extLst>
                  <a:ext uri="{FF2B5EF4-FFF2-40B4-BE49-F238E27FC236}">
                    <a16:creationId xmlns:a16="http://schemas.microsoft.com/office/drawing/2014/main" id="{E239514F-6AB2-64E8-4C12-B89DDA5B781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7" name="Group 166">
            <a:extLst>
              <a:ext uri="{FF2B5EF4-FFF2-40B4-BE49-F238E27FC236}">
                <a16:creationId xmlns:a16="http://schemas.microsoft.com/office/drawing/2014/main" id="{F32A4DAA-1D7C-B174-850E-617DDB368D2E}"/>
              </a:ext>
            </a:extLst>
          </p:cNvPr>
          <p:cNvGrpSpPr/>
          <p:nvPr/>
        </p:nvGrpSpPr>
        <p:grpSpPr>
          <a:xfrm>
            <a:off x="5451979" y="3707588"/>
            <a:ext cx="721206" cy="609701"/>
            <a:chOff x="5451979" y="3707588"/>
            <a:chExt cx="721206" cy="609701"/>
          </a:xfrm>
        </p:grpSpPr>
        <p:sp>
          <p:nvSpPr>
            <p:cNvPr id="168" name="Rectangle 167">
              <a:hlinkHover r:id="" action="ppaction://noaction" highlightClick="1"/>
              <a:extLst>
                <a:ext uri="{FF2B5EF4-FFF2-40B4-BE49-F238E27FC236}">
                  <a16:creationId xmlns:a16="http://schemas.microsoft.com/office/drawing/2014/main" id="{B4E9EFBC-6B76-3823-161E-4915754CBBEB}"/>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9" name="Oval 168">
              <a:extLst>
                <a:ext uri="{FF2B5EF4-FFF2-40B4-BE49-F238E27FC236}">
                  <a16:creationId xmlns:a16="http://schemas.microsoft.com/office/drawing/2014/main" id="{22A99D1A-C373-FC2B-D89E-67DD2D5EF765}"/>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0" name="Isosceles Triangle 648">
              <a:extLst>
                <a:ext uri="{FF2B5EF4-FFF2-40B4-BE49-F238E27FC236}">
                  <a16:creationId xmlns:a16="http://schemas.microsoft.com/office/drawing/2014/main" id="{C9BE9C95-E1C2-4BAB-70E2-ADE78758723A}"/>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1" name="Group 170">
            <a:extLst>
              <a:ext uri="{FF2B5EF4-FFF2-40B4-BE49-F238E27FC236}">
                <a16:creationId xmlns:a16="http://schemas.microsoft.com/office/drawing/2014/main" id="{169F6BC9-54A8-993D-804A-55482847512A}"/>
              </a:ext>
            </a:extLst>
          </p:cNvPr>
          <p:cNvGrpSpPr/>
          <p:nvPr/>
        </p:nvGrpSpPr>
        <p:grpSpPr>
          <a:xfrm>
            <a:off x="4605607" y="811556"/>
            <a:ext cx="722054" cy="609701"/>
            <a:chOff x="4605607" y="811556"/>
            <a:chExt cx="722054" cy="609701"/>
          </a:xfrm>
        </p:grpSpPr>
        <p:sp>
          <p:nvSpPr>
            <p:cNvPr id="172" name="Rectangle 171">
              <a:extLst>
                <a:ext uri="{FF2B5EF4-FFF2-40B4-BE49-F238E27FC236}">
                  <a16:creationId xmlns:a16="http://schemas.microsoft.com/office/drawing/2014/main" id="{AE92F2CF-AB84-73ED-30D6-F337DD2DEBFB}"/>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73" name="Rectangle 172">
              <a:extLst>
                <a:ext uri="{FF2B5EF4-FFF2-40B4-BE49-F238E27FC236}">
                  <a16:creationId xmlns:a16="http://schemas.microsoft.com/office/drawing/2014/main" id="{436836B4-DF2F-4B48-E6E2-077AF39B2BD6}"/>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4" name="Oval 15">
              <a:extLst>
                <a:ext uri="{FF2B5EF4-FFF2-40B4-BE49-F238E27FC236}">
                  <a16:creationId xmlns:a16="http://schemas.microsoft.com/office/drawing/2014/main" id="{3BF8C706-4425-2F3D-896E-5B79E4159D63}"/>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5" name="Straight Connector 174">
              <a:extLst>
                <a:ext uri="{FF2B5EF4-FFF2-40B4-BE49-F238E27FC236}">
                  <a16:creationId xmlns:a16="http://schemas.microsoft.com/office/drawing/2014/main" id="{9D527CC4-9B42-6B94-2F4C-1D7D27B33B3B}"/>
                </a:ext>
              </a:extLst>
            </p:cNvPr>
            <p:cNvCxnSpPr>
              <a:cxnSpLocks/>
              <a:stCxn id="174"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6" name="Straight Connector 175">
              <a:extLst>
                <a:ext uri="{FF2B5EF4-FFF2-40B4-BE49-F238E27FC236}">
                  <a16:creationId xmlns:a16="http://schemas.microsoft.com/office/drawing/2014/main" id="{F80E0F03-7358-BBE0-190B-D20F5D80FE13}"/>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7" name="Group 176">
            <a:extLst>
              <a:ext uri="{FF2B5EF4-FFF2-40B4-BE49-F238E27FC236}">
                <a16:creationId xmlns:a16="http://schemas.microsoft.com/office/drawing/2014/main" id="{3E49309F-D6F4-6CA8-3302-2613805B3363}"/>
              </a:ext>
            </a:extLst>
          </p:cNvPr>
          <p:cNvGrpSpPr/>
          <p:nvPr/>
        </p:nvGrpSpPr>
        <p:grpSpPr>
          <a:xfrm>
            <a:off x="9651394" y="811173"/>
            <a:ext cx="721206" cy="609701"/>
            <a:chOff x="9657972" y="90836"/>
            <a:chExt cx="721206" cy="609701"/>
          </a:xfrm>
        </p:grpSpPr>
        <p:sp>
          <p:nvSpPr>
            <p:cNvPr id="178" name="Rectangle 177">
              <a:hlinkHover r:id="" action="ppaction://noaction" highlightClick="1"/>
              <a:extLst>
                <a:ext uri="{FF2B5EF4-FFF2-40B4-BE49-F238E27FC236}">
                  <a16:creationId xmlns:a16="http://schemas.microsoft.com/office/drawing/2014/main" id="{073EA3F0-0920-5380-BC71-18D858BAE983}"/>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79" name="Diamond 178">
              <a:extLst>
                <a:ext uri="{FF2B5EF4-FFF2-40B4-BE49-F238E27FC236}">
                  <a16:creationId xmlns:a16="http://schemas.microsoft.com/office/drawing/2014/main" id="{BC188E0D-E75E-3ABB-CD53-F9E3102A8CC4}"/>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0" name="Oval 179">
              <a:extLst>
                <a:ext uri="{FF2B5EF4-FFF2-40B4-BE49-F238E27FC236}">
                  <a16:creationId xmlns:a16="http://schemas.microsoft.com/office/drawing/2014/main" id="{91766668-299E-EA5C-BBF9-E9AB94006CAC}"/>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1" name="Group 180">
            <a:extLst>
              <a:ext uri="{FF2B5EF4-FFF2-40B4-BE49-F238E27FC236}">
                <a16:creationId xmlns:a16="http://schemas.microsoft.com/office/drawing/2014/main" id="{F46FEE8A-BA61-2465-E780-0482A5043A79}"/>
              </a:ext>
            </a:extLst>
          </p:cNvPr>
          <p:cNvGrpSpPr/>
          <p:nvPr/>
        </p:nvGrpSpPr>
        <p:grpSpPr>
          <a:xfrm>
            <a:off x="7116512" y="812701"/>
            <a:ext cx="721206" cy="609701"/>
            <a:chOff x="7957576" y="811556"/>
            <a:chExt cx="721206" cy="609701"/>
          </a:xfrm>
        </p:grpSpPr>
        <p:sp>
          <p:nvSpPr>
            <p:cNvPr id="182" name="Rectangle 181">
              <a:extLst>
                <a:ext uri="{FF2B5EF4-FFF2-40B4-BE49-F238E27FC236}">
                  <a16:creationId xmlns:a16="http://schemas.microsoft.com/office/drawing/2014/main" id="{E605FDB8-0C90-2F7D-83AC-412F6685999B}"/>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83" name="Rectangle 182">
              <a:extLst>
                <a:ext uri="{FF2B5EF4-FFF2-40B4-BE49-F238E27FC236}">
                  <a16:creationId xmlns:a16="http://schemas.microsoft.com/office/drawing/2014/main" id="{738A5D1E-C98E-3DBD-F7F1-3F65DB968C2E}"/>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4" name="Oval 15">
              <a:extLst>
                <a:ext uri="{FF2B5EF4-FFF2-40B4-BE49-F238E27FC236}">
                  <a16:creationId xmlns:a16="http://schemas.microsoft.com/office/drawing/2014/main" id="{80D25F47-9545-36EF-697C-80F7047C1E1F}"/>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5" name="Straight Connector 184">
              <a:extLst>
                <a:ext uri="{FF2B5EF4-FFF2-40B4-BE49-F238E27FC236}">
                  <a16:creationId xmlns:a16="http://schemas.microsoft.com/office/drawing/2014/main" id="{1BD2313D-C7C7-A15D-381B-57B024945A08}"/>
                </a:ext>
              </a:extLst>
            </p:cNvPr>
            <p:cNvCxnSpPr>
              <a:cxnSpLocks/>
              <a:stCxn id="184"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6" name="Straight Connector 185">
              <a:extLst>
                <a:ext uri="{FF2B5EF4-FFF2-40B4-BE49-F238E27FC236}">
                  <a16:creationId xmlns:a16="http://schemas.microsoft.com/office/drawing/2014/main" id="{655E2CB2-E081-C827-32E1-B9C5104B27E1}"/>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7" name="Group 186">
            <a:extLst>
              <a:ext uri="{FF2B5EF4-FFF2-40B4-BE49-F238E27FC236}">
                <a16:creationId xmlns:a16="http://schemas.microsoft.com/office/drawing/2014/main" id="{09023D62-875E-BCD6-2D10-5E4EB323750E}"/>
              </a:ext>
            </a:extLst>
          </p:cNvPr>
          <p:cNvGrpSpPr/>
          <p:nvPr/>
        </p:nvGrpSpPr>
        <p:grpSpPr>
          <a:xfrm>
            <a:off x="10508723" y="1536662"/>
            <a:ext cx="721206" cy="609701"/>
            <a:chOff x="11356242" y="1532276"/>
            <a:chExt cx="721206" cy="609701"/>
          </a:xfrm>
        </p:grpSpPr>
        <p:sp>
          <p:nvSpPr>
            <p:cNvPr id="188" name="Rectangle 187">
              <a:hlinkHover r:id="" action="ppaction://noaction" highlightClick="1"/>
              <a:extLst>
                <a:ext uri="{FF2B5EF4-FFF2-40B4-BE49-F238E27FC236}">
                  <a16:creationId xmlns:a16="http://schemas.microsoft.com/office/drawing/2014/main" id="{E1DE6004-91E9-17AA-4B07-89929F719BC8}"/>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89" name="Oval 188">
              <a:extLst>
                <a:ext uri="{FF2B5EF4-FFF2-40B4-BE49-F238E27FC236}">
                  <a16:creationId xmlns:a16="http://schemas.microsoft.com/office/drawing/2014/main" id="{E0810E01-7F52-B747-5D97-70866DFE719D}"/>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0" name="Isosceles Triangle 648">
              <a:extLst>
                <a:ext uri="{FF2B5EF4-FFF2-40B4-BE49-F238E27FC236}">
                  <a16:creationId xmlns:a16="http://schemas.microsoft.com/office/drawing/2014/main" id="{FBAF1FA6-EA62-ABD9-A3E6-7C4B64C2923F}"/>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91" name="Group 190">
            <a:extLst>
              <a:ext uri="{FF2B5EF4-FFF2-40B4-BE49-F238E27FC236}">
                <a16:creationId xmlns:a16="http://schemas.microsoft.com/office/drawing/2014/main" id="{EA93BCAE-F3F0-698C-22FB-21C7A8F0FA29}"/>
              </a:ext>
            </a:extLst>
          </p:cNvPr>
          <p:cNvGrpSpPr/>
          <p:nvPr/>
        </p:nvGrpSpPr>
        <p:grpSpPr>
          <a:xfrm>
            <a:off x="7957586" y="2253332"/>
            <a:ext cx="721206" cy="609701"/>
            <a:chOff x="7957586" y="2253332"/>
            <a:chExt cx="721206" cy="609701"/>
          </a:xfrm>
        </p:grpSpPr>
        <p:sp>
          <p:nvSpPr>
            <p:cNvPr id="384" name="Rectangle 383">
              <a:extLst>
                <a:ext uri="{FF2B5EF4-FFF2-40B4-BE49-F238E27FC236}">
                  <a16:creationId xmlns:a16="http://schemas.microsoft.com/office/drawing/2014/main" id="{7092ED36-2EBF-4EB4-D291-1DBFEE8F5C40}"/>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385" name="Right Triangle 384">
              <a:extLst>
                <a:ext uri="{FF2B5EF4-FFF2-40B4-BE49-F238E27FC236}">
                  <a16:creationId xmlns:a16="http://schemas.microsoft.com/office/drawing/2014/main" id="{20A92BA3-0E77-25B2-BA1F-129D9A7C3B51}"/>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86" name="Group 385">
              <a:extLst>
                <a:ext uri="{FF2B5EF4-FFF2-40B4-BE49-F238E27FC236}">
                  <a16:creationId xmlns:a16="http://schemas.microsoft.com/office/drawing/2014/main" id="{6F562DEF-13E0-33FA-609D-A3B41C034462}"/>
                </a:ext>
              </a:extLst>
            </p:cNvPr>
            <p:cNvGrpSpPr/>
            <p:nvPr/>
          </p:nvGrpSpPr>
          <p:grpSpPr>
            <a:xfrm>
              <a:off x="8621942" y="2262669"/>
              <a:ext cx="37817" cy="61390"/>
              <a:chOff x="3883481" y="2057400"/>
              <a:chExt cx="1608363" cy="2652031"/>
            </a:xfrm>
            <a:solidFill>
              <a:srgbClr val="A6A6A6">
                <a:alpha val="20000"/>
              </a:srgbClr>
            </a:solidFill>
          </p:grpSpPr>
          <p:sp>
            <p:nvSpPr>
              <p:cNvPr id="387" name="Oval 27">
                <a:extLst>
                  <a:ext uri="{FF2B5EF4-FFF2-40B4-BE49-F238E27FC236}">
                    <a16:creationId xmlns:a16="http://schemas.microsoft.com/office/drawing/2014/main" id="{11016A7C-982D-FCF8-97E5-7FDFE20B6FA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8" name="Oval 28">
                <a:extLst>
                  <a:ext uri="{FF2B5EF4-FFF2-40B4-BE49-F238E27FC236}">
                    <a16:creationId xmlns:a16="http://schemas.microsoft.com/office/drawing/2014/main" id="{958AADEF-B8BF-15FD-E5E0-7315620CC77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89" name="Group 388">
            <a:extLst>
              <a:ext uri="{FF2B5EF4-FFF2-40B4-BE49-F238E27FC236}">
                <a16:creationId xmlns:a16="http://schemas.microsoft.com/office/drawing/2014/main" id="{1C7DE378-7809-B0F3-8969-34A16DFE6965}"/>
              </a:ext>
            </a:extLst>
          </p:cNvPr>
          <p:cNvGrpSpPr/>
          <p:nvPr/>
        </p:nvGrpSpPr>
        <p:grpSpPr>
          <a:xfrm>
            <a:off x="6290730" y="2257176"/>
            <a:ext cx="721206" cy="609701"/>
            <a:chOff x="8807250" y="2253334"/>
            <a:chExt cx="721206" cy="609701"/>
          </a:xfrm>
        </p:grpSpPr>
        <p:sp>
          <p:nvSpPr>
            <p:cNvPr id="390" name="Rectangle 389">
              <a:extLst>
                <a:ext uri="{FF2B5EF4-FFF2-40B4-BE49-F238E27FC236}">
                  <a16:creationId xmlns:a16="http://schemas.microsoft.com/office/drawing/2014/main" id="{292F251A-6AEF-4DD0-A8A9-3538514B0642}"/>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391" name="Right Triangle 390">
              <a:extLst>
                <a:ext uri="{FF2B5EF4-FFF2-40B4-BE49-F238E27FC236}">
                  <a16:creationId xmlns:a16="http://schemas.microsoft.com/office/drawing/2014/main" id="{310A4581-7036-F04F-6B5E-9BBE1F1DB59E}"/>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2" name="Oval 27">
              <a:extLst>
                <a:ext uri="{FF2B5EF4-FFF2-40B4-BE49-F238E27FC236}">
                  <a16:creationId xmlns:a16="http://schemas.microsoft.com/office/drawing/2014/main" id="{81B797DC-67E6-2644-A452-1BF95C4D8F5B}"/>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3" name="Oval 28">
              <a:extLst>
                <a:ext uri="{FF2B5EF4-FFF2-40B4-BE49-F238E27FC236}">
                  <a16:creationId xmlns:a16="http://schemas.microsoft.com/office/drawing/2014/main" id="{2234F503-BAD4-6B80-DAB1-9BC040E2F35B}"/>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94" name="Group 393">
            <a:extLst>
              <a:ext uri="{FF2B5EF4-FFF2-40B4-BE49-F238E27FC236}">
                <a16:creationId xmlns:a16="http://schemas.microsoft.com/office/drawing/2014/main" id="{34D96E9F-4CE4-5CD1-4E6B-788CE18EE00E}"/>
              </a:ext>
            </a:extLst>
          </p:cNvPr>
          <p:cNvGrpSpPr/>
          <p:nvPr/>
        </p:nvGrpSpPr>
        <p:grpSpPr>
          <a:xfrm>
            <a:off x="9656903" y="2253333"/>
            <a:ext cx="721220" cy="609701"/>
            <a:chOff x="9656903" y="2253333"/>
            <a:chExt cx="721220" cy="609701"/>
          </a:xfrm>
        </p:grpSpPr>
        <p:sp>
          <p:nvSpPr>
            <p:cNvPr id="395" name="Rectangle 394">
              <a:hlinkHover r:id="" action="ppaction://noaction" highlightClick="1"/>
              <a:extLst>
                <a:ext uri="{FF2B5EF4-FFF2-40B4-BE49-F238E27FC236}">
                  <a16:creationId xmlns:a16="http://schemas.microsoft.com/office/drawing/2014/main" id="{06F42A5C-EA86-ACE6-9263-5EF8EA962ABF}"/>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96" name="Rectangle 395">
              <a:extLst>
                <a:ext uri="{FF2B5EF4-FFF2-40B4-BE49-F238E27FC236}">
                  <a16:creationId xmlns:a16="http://schemas.microsoft.com/office/drawing/2014/main" id="{2EB370B5-1C92-A277-5AB5-9B2399A57BDD}"/>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7" name="Oval 15">
              <a:extLst>
                <a:ext uri="{FF2B5EF4-FFF2-40B4-BE49-F238E27FC236}">
                  <a16:creationId xmlns:a16="http://schemas.microsoft.com/office/drawing/2014/main" id="{EB12807A-C8F1-EA45-17DC-B847E27B0B90}"/>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98" name="Straight Connector 397">
              <a:extLst>
                <a:ext uri="{FF2B5EF4-FFF2-40B4-BE49-F238E27FC236}">
                  <a16:creationId xmlns:a16="http://schemas.microsoft.com/office/drawing/2014/main" id="{82A3364B-8E73-8B1E-30DB-74529020B71A}"/>
                </a:ext>
              </a:extLst>
            </p:cNvPr>
            <p:cNvCxnSpPr>
              <a:cxnSpLocks/>
              <a:stCxn id="397"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99" name="Straight Connector 398">
              <a:extLst>
                <a:ext uri="{FF2B5EF4-FFF2-40B4-BE49-F238E27FC236}">
                  <a16:creationId xmlns:a16="http://schemas.microsoft.com/office/drawing/2014/main" id="{07CC46EE-58ED-95CC-E91E-8584CD2E1263}"/>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00" name="Group 399">
            <a:extLst>
              <a:ext uri="{FF2B5EF4-FFF2-40B4-BE49-F238E27FC236}">
                <a16:creationId xmlns:a16="http://schemas.microsoft.com/office/drawing/2014/main" id="{EA6E0A0A-E872-761D-DF15-62AC21BD08D2}"/>
              </a:ext>
            </a:extLst>
          </p:cNvPr>
          <p:cNvGrpSpPr/>
          <p:nvPr/>
        </p:nvGrpSpPr>
        <p:grpSpPr>
          <a:xfrm>
            <a:off x="8797459" y="2264859"/>
            <a:ext cx="721206" cy="609701"/>
            <a:chOff x="11356242" y="2253333"/>
            <a:chExt cx="721206" cy="609701"/>
          </a:xfrm>
        </p:grpSpPr>
        <p:sp>
          <p:nvSpPr>
            <p:cNvPr id="401" name="Rectangle 400">
              <a:hlinkHover r:id="" action="ppaction://noaction" highlightClick="1"/>
              <a:extLst>
                <a:ext uri="{FF2B5EF4-FFF2-40B4-BE49-F238E27FC236}">
                  <a16:creationId xmlns:a16="http://schemas.microsoft.com/office/drawing/2014/main" id="{F677ACBC-016B-E310-725F-D6C4FF23F295}"/>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402" name="Oval 401">
              <a:extLst>
                <a:ext uri="{FF2B5EF4-FFF2-40B4-BE49-F238E27FC236}">
                  <a16:creationId xmlns:a16="http://schemas.microsoft.com/office/drawing/2014/main" id="{895B4526-C956-CA46-772B-B8FB8EB8C6C2}"/>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3" name="Isosceles Triangle 648">
              <a:extLst>
                <a:ext uri="{FF2B5EF4-FFF2-40B4-BE49-F238E27FC236}">
                  <a16:creationId xmlns:a16="http://schemas.microsoft.com/office/drawing/2014/main" id="{1F8D06CD-1812-3892-2087-C8396E3EC775}"/>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04" name="Group 403">
            <a:extLst>
              <a:ext uri="{FF2B5EF4-FFF2-40B4-BE49-F238E27FC236}">
                <a16:creationId xmlns:a16="http://schemas.microsoft.com/office/drawing/2014/main" id="{C7C2EE7C-475D-2813-84B8-E7A0E9CC7743}"/>
              </a:ext>
            </a:extLst>
          </p:cNvPr>
          <p:cNvGrpSpPr/>
          <p:nvPr/>
        </p:nvGrpSpPr>
        <p:grpSpPr>
          <a:xfrm>
            <a:off x="10506580" y="2253333"/>
            <a:ext cx="721206" cy="609701"/>
            <a:chOff x="10506580" y="2253333"/>
            <a:chExt cx="721206" cy="609701"/>
          </a:xfrm>
        </p:grpSpPr>
        <p:sp>
          <p:nvSpPr>
            <p:cNvPr id="405" name="Rectangle 404">
              <a:hlinkHover r:id="" action="ppaction://noaction" highlightClick="1"/>
              <a:extLst>
                <a:ext uri="{FF2B5EF4-FFF2-40B4-BE49-F238E27FC236}">
                  <a16:creationId xmlns:a16="http://schemas.microsoft.com/office/drawing/2014/main" id="{575D6A86-77B6-11EE-B25A-9A9611501893}"/>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406" name="Diamond 405">
              <a:extLst>
                <a:ext uri="{FF2B5EF4-FFF2-40B4-BE49-F238E27FC236}">
                  <a16:creationId xmlns:a16="http://schemas.microsoft.com/office/drawing/2014/main" id="{8F160CAA-C968-EA17-F3DF-BB225138D8CA}"/>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7" name="Oval 406">
              <a:extLst>
                <a:ext uri="{FF2B5EF4-FFF2-40B4-BE49-F238E27FC236}">
                  <a16:creationId xmlns:a16="http://schemas.microsoft.com/office/drawing/2014/main" id="{476C6C5D-81F6-B393-A4B0-83014256DDB0}"/>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08" name="Group 407">
            <a:extLst>
              <a:ext uri="{FF2B5EF4-FFF2-40B4-BE49-F238E27FC236}">
                <a16:creationId xmlns:a16="http://schemas.microsoft.com/office/drawing/2014/main" id="{6D6F0259-6FB3-63D4-AD8F-2B6580622A2A}"/>
              </a:ext>
            </a:extLst>
          </p:cNvPr>
          <p:cNvGrpSpPr/>
          <p:nvPr/>
        </p:nvGrpSpPr>
        <p:grpSpPr>
          <a:xfrm>
            <a:off x="5454173" y="2257175"/>
            <a:ext cx="721206" cy="609701"/>
            <a:chOff x="6287891" y="2253333"/>
            <a:chExt cx="721206" cy="609701"/>
          </a:xfrm>
        </p:grpSpPr>
        <p:sp>
          <p:nvSpPr>
            <p:cNvPr id="409" name="Rectangle 408">
              <a:extLst>
                <a:ext uri="{FF2B5EF4-FFF2-40B4-BE49-F238E27FC236}">
                  <a16:creationId xmlns:a16="http://schemas.microsoft.com/office/drawing/2014/main" id="{0EFAD639-5FE2-B6EC-40B1-3201A73D3D57}"/>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410" name="Right Triangle 409">
              <a:extLst>
                <a:ext uri="{FF2B5EF4-FFF2-40B4-BE49-F238E27FC236}">
                  <a16:creationId xmlns:a16="http://schemas.microsoft.com/office/drawing/2014/main" id="{CFD779E1-1650-69BC-317C-A5B1E3EC949D}"/>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11" name="Group 410">
              <a:extLst>
                <a:ext uri="{FF2B5EF4-FFF2-40B4-BE49-F238E27FC236}">
                  <a16:creationId xmlns:a16="http://schemas.microsoft.com/office/drawing/2014/main" id="{8373AD19-D5F4-B727-27E2-9654D1143498}"/>
                </a:ext>
              </a:extLst>
            </p:cNvPr>
            <p:cNvGrpSpPr/>
            <p:nvPr/>
          </p:nvGrpSpPr>
          <p:grpSpPr>
            <a:xfrm>
              <a:off x="6952470" y="2265099"/>
              <a:ext cx="37817" cy="61390"/>
              <a:chOff x="3883481" y="2057400"/>
              <a:chExt cx="1608363" cy="2652031"/>
            </a:xfrm>
            <a:solidFill>
              <a:srgbClr val="A6A6A6">
                <a:alpha val="20000"/>
              </a:srgbClr>
            </a:solidFill>
          </p:grpSpPr>
          <p:sp>
            <p:nvSpPr>
              <p:cNvPr id="412" name="Oval 27">
                <a:extLst>
                  <a:ext uri="{FF2B5EF4-FFF2-40B4-BE49-F238E27FC236}">
                    <a16:creationId xmlns:a16="http://schemas.microsoft.com/office/drawing/2014/main" id="{94E4F0A5-575F-C607-0155-C35944A5E82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3" name="Oval 28">
                <a:extLst>
                  <a:ext uri="{FF2B5EF4-FFF2-40B4-BE49-F238E27FC236}">
                    <a16:creationId xmlns:a16="http://schemas.microsoft.com/office/drawing/2014/main" id="{38C06D4E-C990-B695-E2F6-3C3048400F8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14" name="Group 413">
            <a:extLst>
              <a:ext uri="{FF2B5EF4-FFF2-40B4-BE49-F238E27FC236}">
                <a16:creationId xmlns:a16="http://schemas.microsoft.com/office/drawing/2014/main" id="{0D795C5E-A2DE-EF22-5904-7AF8B16AF125}"/>
              </a:ext>
            </a:extLst>
          </p:cNvPr>
          <p:cNvGrpSpPr/>
          <p:nvPr/>
        </p:nvGrpSpPr>
        <p:grpSpPr>
          <a:xfrm>
            <a:off x="7113172" y="2252067"/>
            <a:ext cx="728239" cy="609701"/>
            <a:chOff x="5442073" y="811556"/>
            <a:chExt cx="728239" cy="609701"/>
          </a:xfrm>
        </p:grpSpPr>
        <p:sp>
          <p:nvSpPr>
            <p:cNvPr id="415" name="Rectangle 414">
              <a:extLst>
                <a:ext uri="{FF2B5EF4-FFF2-40B4-BE49-F238E27FC236}">
                  <a16:creationId xmlns:a16="http://schemas.microsoft.com/office/drawing/2014/main" id="{36AAC3C0-7828-BF6A-B109-BE62FBA49704}"/>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416" name="Rectangle 415">
              <a:extLst>
                <a:ext uri="{FF2B5EF4-FFF2-40B4-BE49-F238E27FC236}">
                  <a16:creationId xmlns:a16="http://schemas.microsoft.com/office/drawing/2014/main" id="{2516ED9E-55A6-6541-0FB3-9F6DCB42455C}"/>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7" name="Oval 15">
              <a:extLst>
                <a:ext uri="{FF2B5EF4-FFF2-40B4-BE49-F238E27FC236}">
                  <a16:creationId xmlns:a16="http://schemas.microsoft.com/office/drawing/2014/main" id="{26F130E2-D507-30AC-6A5C-B201322383A0}"/>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18" name="Straight Connector 417">
              <a:extLst>
                <a:ext uri="{FF2B5EF4-FFF2-40B4-BE49-F238E27FC236}">
                  <a16:creationId xmlns:a16="http://schemas.microsoft.com/office/drawing/2014/main" id="{28ACD4EC-5DF9-7D7B-108C-504D5D8C4FF4}"/>
                </a:ext>
              </a:extLst>
            </p:cNvPr>
            <p:cNvCxnSpPr>
              <a:cxnSpLocks/>
              <a:stCxn id="417"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19" name="Straight Connector 418">
              <a:extLst>
                <a:ext uri="{FF2B5EF4-FFF2-40B4-BE49-F238E27FC236}">
                  <a16:creationId xmlns:a16="http://schemas.microsoft.com/office/drawing/2014/main" id="{B4D62EC9-8A4A-47FB-3AE1-CC458DB2329B}"/>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20" name="Group 419">
            <a:extLst>
              <a:ext uri="{FF2B5EF4-FFF2-40B4-BE49-F238E27FC236}">
                <a16:creationId xmlns:a16="http://schemas.microsoft.com/office/drawing/2014/main" id="{A9B61BA4-B829-C1B7-B114-D148B6F00FAD}"/>
              </a:ext>
            </a:extLst>
          </p:cNvPr>
          <p:cNvGrpSpPr/>
          <p:nvPr/>
        </p:nvGrpSpPr>
        <p:grpSpPr>
          <a:xfrm>
            <a:off x="11353919" y="2251694"/>
            <a:ext cx="721206" cy="609701"/>
            <a:chOff x="8807250" y="2253334"/>
            <a:chExt cx="721206" cy="609701"/>
          </a:xfrm>
        </p:grpSpPr>
        <p:sp>
          <p:nvSpPr>
            <p:cNvPr id="421" name="Rectangle 420">
              <a:extLst>
                <a:ext uri="{FF2B5EF4-FFF2-40B4-BE49-F238E27FC236}">
                  <a16:creationId xmlns:a16="http://schemas.microsoft.com/office/drawing/2014/main" id="{74248499-BA52-69BD-B43C-882FE9B4CC6F}"/>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422" name="Right Triangle 421">
              <a:extLst>
                <a:ext uri="{FF2B5EF4-FFF2-40B4-BE49-F238E27FC236}">
                  <a16:creationId xmlns:a16="http://schemas.microsoft.com/office/drawing/2014/main" id="{C1C108AC-27AB-66AF-5212-C89250B657FF}"/>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3" name="Oval 27">
              <a:extLst>
                <a:ext uri="{FF2B5EF4-FFF2-40B4-BE49-F238E27FC236}">
                  <a16:creationId xmlns:a16="http://schemas.microsoft.com/office/drawing/2014/main" id="{D2CF3D5C-2997-6003-F272-F96FAC392A56}"/>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4" name="Oval 28">
              <a:extLst>
                <a:ext uri="{FF2B5EF4-FFF2-40B4-BE49-F238E27FC236}">
                  <a16:creationId xmlns:a16="http://schemas.microsoft.com/office/drawing/2014/main" id="{A1E2ABDF-70F8-F15E-9801-A4689205BACB}"/>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25" name="Group 424">
            <a:extLst>
              <a:ext uri="{FF2B5EF4-FFF2-40B4-BE49-F238E27FC236}">
                <a16:creationId xmlns:a16="http://schemas.microsoft.com/office/drawing/2014/main" id="{AA349E2D-202C-CC5D-1270-01BFA0C827E4}"/>
              </a:ext>
            </a:extLst>
          </p:cNvPr>
          <p:cNvGrpSpPr/>
          <p:nvPr/>
        </p:nvGrpSpPr>
        <p:grpSpPr>
          <a:xfrm>
            <a:off x="2109092" y="2986575"/>
            <a:ext cx="721206" cy="649846"/>
            <a:chOff x="10506800" y="2974054"/>
            <a:chExt cx="721206" cy="649846"/>
          </a:xfrm>
        </p:grpSpPr>
        <p:sp>
          <p:nvSpPr>
            <p:cNvPr id="426" name="Rectangle 425">
              <a:extLst>
                <a:ext uri="{FF2B5EF4-FFF2-40B4-BE49-F238E27FC236}">
                  <a16:creationId xmlns:a16="http://schemas.microsoft.com/office/drawing/2014/main" id="{15ECCBCB-8D9C-9808-1A96-8A05452F3A1C}"/>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427" name="Rectangle 426">
              <a:extLst>
                <a:ext uri="{FF2B5EF4-FFF2-40B4-BE49-F238E27FC236}">
                  <a16:creationId xmlns:a16="http://schemas.microsoft.com/office/drawing/2014/main" id="{A3BF1C16-8311-E06C-458B-757272E4C017}"/>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8" name="Oval 15">
              <a:extLst>
                <a:ext uri="{FF2B5EF4-FFF2-40B4-BE49-F238E27FC236}">
                  <a16:creationId xmlns:a16="http://schemas.microsoft.com/office/drawing/2014/main" id="{0FF6B71D-4E60-A88C-DD59-7C07BDC68983}"/>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29" name="Straight Connector 428">
              <a:extLst>
                <a:ext uri="{FF2B5EF4-FFF2-40B4-BE49-F238E27FC236}">
                  <a16:creationId xmlns:a16="http://schemas.microsoft.com/office/drawing/2014/main" id="{3B41ACC0-86DF-8B5D-9FD0-E9C8A1D8FEFF}"/>
                </a:ext>
              </a:extLst>
            </p:cNvPr>
            <p:cNvCxnSpPr>
              <a:cxnSpLocks/>
              <a:stCxn id="428"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30" name="Straight Connector 429">
              <a:extLst>
                <a:ext uri="{FF2B5EF4-FFF2-40B4-BE49-F238E27FC236}">
                  <a16:creationId xmlns:a16="http://schemas.microsoft.com/office/drawing/2014/main" id="{BB89DFC5-9C81-19A5-8671-5A372CF8E2CE}"/>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31" name="Group 430">
            <a:extLst>
              <a:ext uri="{FF2B5EF4-FFF2-40B4-BE49-F238E27FC236}">
                <a16:creationId xmlns:a16="http://schemas.microsoft.com/office/drawing/2014/main" id="{C43340D5-8D30-1CD6-EF4B-1FD632E9B4F9}"/>
              </a:ext>
            </a:extLst>
          </p:cNvPr>
          <p:cNvGrpSpPr/>
          <p:nvPr/>
        </p:nvGrpSpPr>
        <p:grpSpPr>
          <a:xfrm>
            <a:off x="4621827" y="2983922"/>
            <a:ext cx="721206" cy="654973"/>
            <a:chOff x="9657606" y="2974054"/>
            <a:chExt cx="721206" cy="654973"/>
          </a:xfrm>
        </p:grpSpPr>
        <p:sp>
          <p:nvSpPr>
            <p:cNvPr id="432" name="Rectangle 431">
              <a:extLst>
                <a:ext uri="{FF2B5EF4-FFF2-40B4-BE49-F238E27FC236}">
                  <a16:creationId xmlns:a16="http://schemas.microsoft.com/office/drawing/2014/main" id="{D25EB5C6-BC41-4237-60F5-853DA73599D0}"/>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433" name="Rectangle 432">
              <a:extLst>
                <a:ext uri="{FF2B5EF4-FFF2-40B4-BE49-F238E27FC236}">
                  <a16:creationId xmlns:a16="http://schemas.microsoft.com/office/drawing/2014/main" id="{B3E305A4-53EC-FED0-6644-BCABDB4A3AEF}"/>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4" name="Oval 15">
              <a:extLst>
                <a:ext uri="{FF2B5EF4-FFF2-40B4-BE49-F238E27FC236}">
                  <a16:creationId xmlns:a16="http://schemas.microsoft.com/office/drawing/2014/main" id="{7E21FD27-0774-C073-12EE-D23A61F49AC3}"/>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5" name="Straight Connector 434">
              <a:extLst>
                <a:ext uri="{FF2B5EF4-FFF2-40B4-BE49-F238E27FC236}">
                  <a16:creationId xmlns:a16="http://schemas.microsoft.com/office/drawing/2014/main" id="{5271E8B8-64A5-1FF2-E0B1-2EC683211D72}"/>
                </a:ext>
              </a:extLst>
            </p:cNvPr>
            <p:cNvCxnSpPr>
              <a:cxnSpLocks/>
              <a:stCxn id="434"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36" name="Straight Connector 435">
              <a:extLst>
                <a:ext uri="{FF2B5EF4-FFF2-40B4-BE49-F238E27FC236}">
                  <a16:creationId xmlns:a16="http://schemas.microsoft.com/office/drawing/2014/main" id="{CFAD6B0E-4ED4-0D0E-694B-BC1B044DBDFD}"/>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37" name="Group 436">
            <a:extLst>
              <a:ext uri="{FF2B5EF4-FFF2-40B4-BE49-F238E27FC236}">
                <a16:creationId xmlns:a16="http://schemas.microsoft.com/office/drawing/2014/main" id="{C516AB37-0A57-575B-1727-C2FEC4361066}"/>
              </a:ext>
            </a:extLst>
          </p:cNvPr>
          <p:cNvGrpSpPr/>
          <p:nvPr/>
        </p:nvGrpSpPr>
        <p:grpSpPr>
          <a:xfrm>
            <a:off x="11356001" y="2974057"/>
            <a:ext cx="721206" cy="609701"/>
            <a:chOff x="11356001" y="2974057"/>
            <a:chExt cx="721206" cy="609701"/>
          </a:xfrm>
        </p:grpSpPr>
        <p:sp>
          <p:nvSpPr>
            <p:cNvPr id="438" name="Rectangle 437">
              <a:hlinkHover r:id="" action="ppaction://noaction" highlightClick="1"/>
              <a:extLst>
                <a:ext uri="{FF2B5EF4-FFF2-40B4-BE49-F238E27FC236}">
                  <a16:creationId xmlns:a16="http://schemas.microsoft.com/office/drawing/2014/main" id="{54627B96-D67F-59BD-4C05-1B7D1D96BA99}"/>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439" name="Oval 438">
              <a:extLst>
                <a:ext uri="{FF2B5EF4-FFF2-40B4-BE49-F238E27FC236}">
                  <a16:creationId xmlns:a16="http://schemas.microsoft.com/office/drawing/2014/main" id="{16FC149E-EEA0-B0C6-9169-C0ADAC37016D}"/>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0" name="Isosceles Triangle 648">
              <a:extLst>
                <a:ext uri="{FF2B5EF4-FFF2-40B4-BE49-F238E27FC236}">
                  <a16:creationId xmlns:a16="http://schemas.microsoft.com/office/drawing/2014/main" id="{CA14284C-BF67-8A35-20C2-5FA08C6D037D}"/>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41" name="Group 440">
            <a:extLst>
              <a:ext uri="{FF2B5EF4-FFF2-40B4-BE49-F238E27FC236}">
                <a16:creationId xmlns:a16="http://schemas.microsoft.com/office/drawing/2014/main" id="{93D30C8A-748B-66F8-E34A-833F76B254BF}"/>
              </a:ext>
            </a:extLst>
          </p:cNvPr>
          <p:cNvGrpSpPr/>
          <p:nvPr/>
        </p:nvGrpSpPr>
        <p:grpSpPr>
          <a:xfrm>
            <a:off x="10506616" y="2984633"/>
            <a:ext cx="721220" cy="609701"/>
            <a:chOff x="9656903" y="2253333"/>
            <a:chExt cx="721220" cy="609701"/>
          </a:xfrm>
        </p:grpSpPr>
        <p:sp>
          <p:nvSpPr>
            <p:cNvPr id="442" name="Rectangle 441">
              <a:hlinkHover r:id="" action="ppaction://noaction" highlightClick="1"/>
              <a:extLst>
                <a:ext uri="{FF2B5EF4-FFF2-40B4-BE49-F238E27FC236}">
                  <a16:creationId xmlns:a16="http://schemas.microsoft.com/office/drawing/2014/main" id="{2BEA95E9-6F42-0130-BD67-23E102A50C4B}"/>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43" name="Rectangle 442">
              <a:extLst>
                <a:ext uri="{FF2B5EF4-FFF2-40B4-BE49-F238E27FC236}">
                  <a16:creationId xmlns:a16="http://schemas.microsoft.com/office/drawing/2014/main" id="{32960322-0C85-3EFB-D9FD-E284444D0A90}"/>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4" name="Oval 15">
              <a:extLst>
                <a:ext uri="{FF2B5EF4-FFF2-40B4-BE49-F238E27FC236}">
                  <a16:creationId xmlns:a16="http://schemas.microsoft.com/office/drawing/2014/main" id="{3A0134E0-2B93-3D2F-593A-9D8E0472CB05}"/>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5" name="Straight Connector 444">
              <a:extLst>
                <a:ext uri="{FF2B5EF4-FFF2-40B4-BE49-F238E27FC236}">
                  <a16:creationId xmlns:a16="http://schemas.microsoft.com/office/drawing/2014/main" id="{B9B7E3AC-1BD5-9D54-93F8-BC2E48D1AB63}"/>
                </a:ext>
              </a:extLst>
            </p:cNvPr>
            <p:cNvCxnSpPr>
              <a:cxnSpLocks/>
              <a:stCxn id="444"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46" name="Straight Connector 445">
              <a:extLst>
                <a:ext uri="{FF2B5EF4-FFF2-40B4-BE49-F238E27FC236}">
                  <a16:creationId xmlns:a16="http://schemas.microsoft.com/office/drawing/2014/main" id="{6DC7E0F7-BE32-F468-A3B5-5FF6A217A8EF}"/>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pic>
        <p:nvPicPr>
          <p:cNvPr id="34" name="Picture 33">
            <a:hlinkClick r:id="rId21" action="ppaction://hlinksldjump"/>
            <a:extLst>
              <a:ext uri="{FF2B5EF4-FFF2-40B4-BE49-F238E27FC236}">
                <a16:creationId xmlns:a16="http://schemas.microsoft.com/office/drawing/2014/main" id="{3CEEAA23-5E1E-5432-D84E-BA481990D175}"/>
              </a:ext>
            </a:extLst>
          </p:cNvPr>
          <p:cNvPicPr>
            <a:picLocks noChangeAspect="1"/>
          </p:cNvPicPr>
          <p:nvPr/>
        </p:nvPicPr>
        <p:blipFill>
          <a:blip r:embed="rId22"/>
          <a:stretch>
            <a:fillRect/>
          </a:stretch>
        </p:blipFill>
        <p:spPr>
          <a:xfrm>
            <a:off x="0" y="0"/>
            <a:ext cx="211626" cy="6858000"/>
          </a:xfrm>
          <a:prstGeom prst="rect">
            <a:avLst/>
          </a:prstGeom>
        </p:spPr>
      </p:pic>
      <p:grpSp>
        <p:nvGrpSpPr>
          <p:cNvPr id="37" name="Group 36">
            <a:extLst>
              <a:ext uri="{FF2B5EF4-FFF2-40B4-BE49-F238E27FC236}">
                <a16:creationId xmlns:a16="http://schemas.microsoft.com/office/drawing/2014/main" id="{42DA16BF-089C-37CE-0D4E-5092A72C6741}"/>
              </a:ext>
            </a:extLst>
          </p:cNvPr>
          <p:cNvGrpSpPr/>
          <p:nvPr/>
        </p:nvGrpSpPr>
        <p:grpSpPr>
          <a:xfrm>
            <a:off x="9652491" y="2986436"/>
            <a:ext cx="721206" cy="609701"/>
            <a:chOff x="9657972" y="90836"/>
            <a:chExt cx="721206" cy="609701"/>
          </a:xfrm>
        </p:grpSpPr>
        <p:sp>
          <p:nvSpPr>
            <p:cNvPr id="38" name="Rectangle 37">
              <a:hlinkHover r:id="" action="ppaction://noaction" highlightClick="1"/>
              <a:extLst>
                <a:ext uri="{FF2B5EF4-FFF2-40B4-BE49-F238E27FC236}">
                  <a16:creationId xmlns:a16="http://schemas.microsoft.com/office/drawing/2014/main" id="{78A543EB-6783-14E6-9660-4D27CB962BFE}"/>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41" name="Diamond 40">
              <a:extLst>
                <a:ext uri="{FF2B5EF4-FFF2-40B4-BE49-F238E27FC236}">
                  <a16:creationId xmlns:a16="http://schemas.microsoft.com/office/drawing/2014/main" id="{05F995E6-A399-A797-BCBE-60FD57CF7023}"/>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 name="Oval 46">
              <a:extLst>
                <a:ext uri="{FF2B5EF4-FFF2-40B4-BE49-F238E27FC236}">
                  <a16:creationId xmlns:a16="http://schemas.microsoft.com/office/drawing/2014/main" id="{C7A8AE7A-DF91-057C-C971-D1A02B4C3B16}"/>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15651445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0352" y="173237"/>
            <a:ext cx="5811375"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Device Control</a:t>
            </a:r>
          </a:p>
        </p:txBody>
      </p:sp>
      <p:sp>
        <p:nvSpPr>
          <p:cNvPr id="72" name="Rectangle 71">
            <a:hlinkClick r:id="rId3" action="ppaction://hlinksldjump"/>
            <a:hlinkHover r:id="rId3" action="ppaction://hlinksldjump"/>
            <a:extLst>
              <a:ext uri="{FF2B5EF4-FFF2-40B4-BE49-F238E27FC236}">
                <a16:creationId xmlns:a16="http://schemas.microsoft.com/office/drawing/2014/main" id="{8963DC81-DC4B-4954-8DD8-9C6AC1BC9E2E}"/>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1B76A6E5-0401-4BF4-AC47-EE0B00B94C21}"/>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F12FFD45-C419-45A4-89E3-2F9248ADBBCF}"/>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A7860A79-6D3F-4A82-B2DE-27E5412F00AB}"/>
              </a:ext>
            </a:extLst>
          </p:cNvPr>
          <p:cNvSpPr/>
          <p:nvPr/>
        </p:nvSpPr>
        <p:spPr>
          <a:xfrm>
            <a:off x="1616258" y="6362036"/>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ED2EB245-B044-4ECC-9531-FA05D0F4BC53}"/>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90432BCE-BBDC-41C0-9060-08C880E531FD}"/>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380CCF1B-D1EA-4F64-908A-D69EAFC7A683}"/>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36B1CE56-27A1-4D8E-8D46-00D5D55963A7}"/>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14F5F1C2-1C4A-45EC-990F-FF72F7CC32A1}"/>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26EBB27B-15AE-4921-84A5-D60B563485AE}"/>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9D3CE8A9-91FC-48A9-B3B4-95B5D173DBBA}"/>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A737DBBA-6423-4874-8898-3721E0620137}"/>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8EE6916D-18EA-4F19-B1E2-0ACEB89C2D32}"/>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D9E52327-3427-4CA0-B1A9-E413FEB6B8D0}"/>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254BA385-F41B-444B-8069-6DBA9D295B96}"/>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82757E24-9759-4CF4-B358-86D0617D2E33}"/>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DE1439F5-3652-46D9-949A-39DBDC1FB94E}"/>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102" name="Rectangle 101">
            <a:hlinkClick r:id="rId20" action="ppaction://hlinksldjump"/>
            <a:hlinkHover r:id="rId20" action="ppaction://hlinksldjump"/>
            <a:extLst>
              <a:ext uri="{FF2B5EF4-FFF2-40B4-BE49-F238E27FC236}">
                <a16:creationId xmlns:a16="http://schemas.microsoft.com/office/drawing/2014/main" id="{FE89274C-1424-4289-9974-9BD4A46DA450}"/>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2" name="Rectangle 1">
            <a:extLst>
              <a:ext uri="{FF2B5EF4-FFF2-40B4-BE49-F238E27FC236}">
                <a16:creationId xmlns:a16="http://schemas.microsoft.com/office/drawing/2014/main" id="{A7886B21-B227-2740-EB2B-60A7530DA10D}"/>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612CB7C6-07DC-7437-9560-FC3A793A72FA}"/>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14A77F4E-4946-0C7F-73F1-9E9CFC13AC24}"/>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DE182930-BBA2-86D0-8300-5D6F0F3033F0}"/>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B568B7F4-0D03-5476-B3F5-43667D709A58}"/>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F8C7F0E6-FAB6-463E-E890-343D8CA5D494}"/>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6" name="Group 25">
            <a:extLst>
              <a:ext uri="{FF2B5EF4-FFF2-40B4-BE49-F238E27FC236}">
                <a16:creationId xmlns:a16="http://schemas.microsoft.com/office/drawing/2014/main" id="{E0B3A7CC-F323-48ED-6C1B-6F38769379B0}"/>
              </a:ext>
            </a:extLst>
          </p:cNvPr>
          <p:cNvGrpSpPr/>
          <p:nvPr/>
        </p:nvGrpSpPr>
        <p:grpSpPr>
          <a:xfrm>
            <a:off x="3779655" y="811556"/>
            <a:ext cx="721206" cy="609701"/>
            <a:chOff x="3779655" y="811556"/>
            <a:chExt cx="721206" cy="609701"/>
          </a:xfrm>
        </p:grpSpPr>
        <p:sp>
          <p:nvSpPr>
            <p:cNvPr id="32" name="Rectangle 31">
              <a:extLst>
                <a:ext uri="{FF2B5EF4-FFF2-40B4-BE49-F238E27FC236}">
                  <a16:creationId xmlns:a16="http://schemas.microsoft.com/office/drawing/2014/main" id="{FD02C263-A491-956D-F9B3-C0DEE94EF7E2}"/>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33" name="Rectangle 32">
              <a:extLst>
                <a:ext uri="{FF2B5EF4-FFF2-40B4-BE49-F238E27FC236}">
                  <a16:creationId xmlns:a16="http://schemas.microsoft.com/office/drawing/2014/main" id="{9271C98F-1152-868D-2C18-495DE48E73CB}"/>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5" name="Oval 15">
              <a:extLst>
                <a:ext uri="{FF2B5EF4-FFF2-40B4-BE49-F238E27FC236}">
                  <a16:creationId xmlns:a16="http://schemas.microsoft.com/office/drawing/2014/main" id="{1532D8BD-A1BB-E140-7C5F-9CA392FB113B}"/>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6" name="Straight Connector 35">
              <a:extLst>
                <a:ext uri="{FF2B5EF4-FFF2-40B4-BE49-F238E27FC236}">
                  <a16:creationId xmlns:a16="http://schemas.microsoft.com/office/drawing/2014/main" id="{0F93349D-651C-248E-4041-43A2F008217F}"/>
                </a:ext>
              </a:extLst>
            </p:cNvPr>
            <p:cNvCxnSpPr>
              <a:cxnSpLocks/>
              <a:stCxn id="35"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9" name="Straight Connector 38">
              <a:extLst>
                <a:ext uri="{FF2B5EF4-FFF2-40B4-BE49-F238E27FC236}">
                  <a16:creationId xmlns:a16="http://schemas.microsoft.com/office/drawing/2014/main" id="{F20815D5-C26B-0A78-FFE0-DD8B7DA6FA78}"/>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46DB6E39-26CF-AFC0-D156-2EA602D26C0F}"/>
              </a:ext>
            </a:extLst>
          </p:cNvPr>
          <p:cNvGrpSpPr/>
          <p:nvPr/>
        </p:nvGrpSpPr>
        <p:grpSpPr>
          <a:xfrm>
            <a:off x="7959195" y="3698231"/>
            <a:ext cx="721206" cy="609701"/>
            <a:chOff x="7959195" y="3698231"/>
            <a:chExt cx="721206" cy="609701"/>
          </a:xfrm>
        </p:grpSpPr>
        <p:sp>
          <p:nvSpPr>
            <p:cNvPr id="47" name="Rectangle 46">
              <a:hlinkHover r:id="" action="ppaction://noaction" highlightClick="1"/>
              <a:extLst>
                <a:ext uri="{FF2B5EF4-FFF2-40B4-BE49-F238E27FC236}">
                  <a16:creationId xmlns:a16="http://schemas.microsoft.com/office/drawing/2014/main" id="{20085306-885F-70FC-D568-3627CC1A5023}"/>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48" name="Oval 47">
              <a:extLst>
                <a:ext uri="{FF2B5EF4-FFF2-40B4-BE49-F238E27FC236}">
                  <a16:creationId xmlns:a16="http://schemas.microsoft.com/office/drawing/2014/main" id="{72AD39A7-F394-41B6-491C-333E58796931}"/>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 name="Isosceles Triangle 648">
              <a:extLst>
                <a:ext uri="{FF2B5EF4-FFF2-40B4-BE49-F238E27FC236}">
                  <a16:creationId xmlns:a16="http://schemas.microsoft.com/office/drawing/2014/main" id="{2A404177-7387-82C5-7DE9-1533D408FD8E}"/>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 name="Group 61">
            <a:extLst>
              <a:ext uri="{FF2B5EF4-FFF2-40B4-BE49-F238E27FC236}">
                <a16:creationId xmlns:a16="http://schemas.microsoft.com/office/drawing/2014/main" id="{BECA7E54-4D2C-1201-C512-86574382DFDB}"/>
              </a:ext>
            </a:extLst>
          </p:cNvPr>
          <p:cNvGrpSpPr/>
          <p:nvPr/>
        </p:nvGrpSpPr>
        <p:grpSpPr>
          <a:xfrm>
            <a:off x="5448056" y="1532276"/>
            <a:ext cx="721206" cy="609701"/>
            <a:chOff x="5448056" y="1532276"/>
            <a:chExt cx="721206" cy="609701"/>
          </a:xfrm>
        </p:grpSpPr>
        <p:sp>
          <p:nvSpPr>
            <p:cNvPr id="63" name="Rectangle 62">
              <a:extLst>
                <a:ext uri="{FF2B5EF4-FFF2-40B4-BE49-F238E27FC236}">
                  <a16:creationId xmlns:a16="http://schemas.microsoft.com/office/drawing/2014/main" id="{541B103C-6C61-9D2A-B010-2A6DD4E64173}"/>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64" name="Rectangle 63">
              <a:extLst>
                <a:ext uri="{FF2B5EF4-FFF2-40B4-BE49-F238E27FC236}">
                  <a16:creationId xmlns:a16="http://schemas.microsoft.com/office/drawing/2014/main" id="{D551DCA1-C779-7780-FFC6-990972CE98C3}"/>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 name="Oval 15">
              <a:extLst>
                <a:ext uri="{FF2B5EF4-FFF2-40B4-BE49-F238E27FC236}">
                  <a16:creationId xmlns:a16="http://schemas.microsoft.com/office/drawing/2014/main" id="{598438C2-B30F-3E7E-941D-20798BAA7892}"/>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 name="Straight Connector 65">
              <a:extLst>
                <a:ext uri="{FF2B5EF4-FFF2-40B4-BE49-F238E27FC236}">
                  <a16:creationId xmlns:a16="http://schemas.microsoft.com/office/drawing/2014/main" id="{D65E2904-7AD7-1248-34CB-7EE72CA62F5C}"/>
                </a:ext>
              </a:extLst>
            </p:cNvPr>
            <p:cNvCxnSpPr>
              <a:cxnSpLocks/>
              <a:stCxn id="65"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0" name="Straight Connector 89">
              <a:extLst>
                <a:ext uri="{FF2B5EF4-FFF2-40B4-BE49-F238E27FC236}">
                  <a16:creationId xmlns:a16="http://schemas.microsoft.com/office/drawing/2014/main" id="{01B6B1D0-B5CB-BB6C-502A-F33FC3D6BF2B}"/>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A44A12B3-858E-E3C6-7C21-6B44488BD399}"/>
              </a:ext>
            </a:extLst>
          </p:cNvPr>
          <p:cNvGrpSpPr/>
          <p:nvPr/>
        </p:nvGrpSpPr>
        <p:grpSpPr>
          <a:xfrm>
            <a:off x="6284565" y="1532276"/>
            <a:ext cx="721206" cy="609701"/>
            <a:chOff x="6284565" y="1532276"/>
            <a:chExt cx="721206" cy="609701"/>
          </a:xfrm>
        </p:grpSpPr>
        <p:sp>
          <p:nvSpPr>
            <p:cNvPr id="92" name="Rectangle 91">
              <a:extLst>
                <a:ext uri="{FF2B5EF4-FFF2-40B4-BE49-F238E27FC236}">
                  <a16:creationId xmlns:a16="http://schemas.microsoft.com/office/drawing/2014/main" id="{E44C8CF6-FEE2-7DE2-8ED3-FEB233B95B1C}"/>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93" name="Rectangle 92">
              <a:extLst>
                <a:ext uri="{FF2B5EF4-FFF2-40B4-BE49-F238E27FC236}">
                  <a16:creationId xmlns:a16="http://schemas.microsoft.com/office/drawing/2014/main" id="{40774154-FF10-D5A4-2371-535755244E38}"/>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 name="Oval 15">
              <a:extLst>
                <a:ext uri="{FF2B5EF4-FFF2-40B4-BE49-F238E27FC236}">
                  <a16:creationId xmlns:a16="http://schemas.microsoft.com/office/drawing/2014/main" id="{5BF3B2FC-F3CB-7793-2D9B-046F732DC94D}"/>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6" name="Straight Connector 95">
              <a:extLst>
                <a:ext uri="{FF2B5EF4-FFF2-40B4-BE49-F238E27FC236}">
                  <a16:creationId xmlns:a16="http://schemas.microsoft.com/office/drawing/2014/main" id="{6CEEBDA8-13A5-BEFB-9383-DDDA68D6A5F3}"/>
                </a:ext>
              </a:extLst>
            </p:cNvPr>
            <p:cNvCxnSpPr>
              <a:cxnSpLocks/>
              <a:stCxn id="95"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7" name="Straight Connector 96">
              <a:extLst>
                <a:ext uri="{FF2B5EF4-FFF2-40B4-BE49-F238E27FC236}">
                  <a16:creationId xmlns:a16="http://schemas.microsoft.com/office/drawing/2014/main" id="{76A24B13-52D8-0367-5541-36D3669F9A7D}"/>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8" name="Group 97">
            <a:extLst>
              <a:ext uri="{FF2B5EF4-FFF2-40B4-BE49-F238E27FC236}">
                <a16:creationId xmlns:a16="http://schemas.microsoft.com/office/drawing/2014/main" id="{95EA2F7B-209B-3AE2-9EE2-4912DA9A1F78}"/>
              </a:ext>
            </a:extLst>
          </p:cNvPr>
          <p:cNvGrpSpPr/>
          <p:nvPr/>
        </p:nvGrpSpPr>
        <p:grpSpPr>
          <a:xfrm>
            <a:off x="7121069" y="1532276"/>
            <a:ext cx="721206" cy="609701"/>
            <a:chOff x="7121069" y="1532276"/>
            <a:chExt cx="721206" cy="609701"/>
          </a:xfrm>
        </p:grpSpPr>
        <p:sp>
          <p:nvSpPr>
            <p:cNvPr id="99" name="Rectangle 98">
              <a:extLst>
                <a:ext uri="{FF2B5EF4-FFF2-40B4-BE49-F238E27FC236}">
                  <a16:creationId xmlns:a16="http://schemas.microsoft.com/office/drawing/2014/main" id="{322BE030-EA2A-5F15-D4DA-F97F734EACC7}"/>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100" name="Rectangle 99">
              <a:extLst>
                <a:ext uri="{FF2B5EF4-FFF2-40B4-BE49-F238E27FC236}">
                  <a16:creationId xmlns:a16="http://schemas.microsoft.com/office/drawing/2014/main" id="{DF9BEB16-D2C5-5FDE-46C4-CD76E1AB0E5E}"/>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 name="Oval 15">
              <a:extLst>
                <a:ext uri="{FF2B5EF4-FFF2-40B4-BE49-F238E27FC236}">
                  <a16:creationId xmlns:a16="http://schemas.microsoft.com/office/drawing/2014/main" id="{C923211B-0230-1FCA-1B62-2E06625C72B2}"/>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3" name="Straight Connector 102">
              <a:extLst>
                <a:ext uri="{FF2B5EF4-FFF2-40B4-BE49-F238E27FC236}">
                  <a16:creationId xmlns:a16="http://schemas.microsoft.com/office/drawing/2014/main" id="{B8DD8B02-3E23-09E2-824F-1811CCC8F028}"/>
                </a:ext>
              </a:extLst>
            </p:cNvPr>
            <p:cNvCxnSpPr>
              <a:cxnSpLocks/>
              <a:stCxn id="101"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4" name="Straight Connector 103">
              <a:extLst>
                <a:ext uri="{FF2B5EF4-FFF2-40B4-BE49-F238E27FC236}">
                  <a16:creationId xmlns:a16="http://schemas.microsoft.com/office/drawing/2014/main" id="{707042A6-F42C-455D-E450-6E820530E395}"/>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0BE47122-CB4E-DE04-0CF4-01925E91C747}"/>
              </a:ext>
            </a:extLst>
          </p:cNvPr>
          <p:cNvGrpSpPr/>
          <p:nvPr/>
        </p:nvGrpSpPr>
        <p:grpSpPr>
          <a:xfrm>
            <a:off x="3775045" y="1532276"/>
            <a:ext cx="721206" cy="609701"/>
            <a:chOff x="3775045" y="1532276"/>
            <a:chExt cx="721206" cy="609701"/>
          </a:xfrm>
        </p:grpSpPr>
        <p:sp>
          <p:nvSpPr>
            <p:cNvPr id="106" name="Rectangle 105">
              <a:extLst>
                <a:ext uri="{FF2B5EF4-FFF2-40B4-BE49-F238E27FC236}">
                  <a16:creationId xmlns:a16="http://schemas.microsoft.com/office/drawing/2014/main" id="{7AADE290-26BE-494A-3C14-C26B4D2DD4B5}"/>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07" name="Right Triangle 106">
              <a:extLst>
                <a:ext uri="{FF2B5EF4-FFF2-40B4-BE49-F238E27FC236}">
                  <a16:creationId xmlns:a16="http://schemas.microsoft.com/office/drawing/2014/main" id="{18D2B139-3249-34B1-6379-299C2F0822A8}"/>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8" name="Group 107">
              <a:extLst>
                <a:ext uri="{FF2B5EF4-FFF2-40B4-BE49-F238E27FC236}">
                  <a16:creationId xmlns:a16="http://schemas.microsoft.com/office/drawing/2014/main" id="{2E1D4E7F-F394-D6F8-45A5-A830C8C67307}"/>
                </a:ext>
              </a:extLst>
            </p:cNvPr>
            <p:cNvGrpSpPr/>
            <p:nvPr/>
          </p:nvGrpSpPr>
          <p:grpSpPr>
            <a:xfrm>
              <a:off x="4440495" y="1542936"/>
              <a:ext cx="37817" cy="61390"/>
              <a:chOff x="3883481" y="2057400"/>
              <a:chExt cx="1608363" cy="2652031"/>
            </a:xfrm>
            <a:solidFill>
              <a:srgbClr val="A6A6A6">
                <a:alpha val="20000"/>
              </a:srgbClr>
            </a:solidFill>
          </p:grpSpPr>
          <p:sp>
            <p:nvSpPr>
              <p:cNvPr id="115" name="Oval 27">
                <a:extLst>
                  <a:ext uri="{FF2B5EF4-FFF2-40B4-BE49-F238E27FC236}">
                    <a16:creationId xmlns:a16="http://schemas.microsoft.com/office/drawing/2014/main" id="{D5DD4069-F862-A8ED-1539-20A379D3376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6" name="Oval 28">
                <a:extLst>
                  <a:ext uri="{FF2B5EF4-FFF2-40B4-BE49-F238E27FC236}">
                    <a16:creationId xmlns:a16="http://schemas.microsoft.com/office/drawing/2014/main" id="{9FF8DF6E-4C4F-DE4A-394A-C2B5B2C32FE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7" name="Group 116">
            <a:extLst>
              <a:ext uri="{FF2B5EF4-FFF2-40B4-BE49-F238E27FC236}">
                <a16:creationId xmlns:a16="http://schemas.microsoft.com/office/drawing/2014/main" id="{ABAE0F7A-5F43-6368-A4A2-17BFC7D9C9A8}"/>
              </a:ext>
            </a:extLst>
          </p:cNvPr>
          <p:cNvGrpSpPr/>
          <p:nvPr/>
        </p:nvGrpSpPr>
        <p:grpSpPr>
          <a:xfrm>
            <a:off x="4611552" y="1532276"/>
            <a:ext cx="721206" cy="609701"/>
            <a:chOff x="4611552" y="1532276"/>
            <a:chExt cx="721206" cy="609701"/>
          </a:xfrm>
        </p:grpSpPr>
        <p:sp>
          <p:nvSpPr>
            <p:cNvPr id="118" name="Rectangle 117">
              <a:extLst>
                <a:ext uri="{FF2B5EF4-FFF2-40B4-BE49-F238E27FC236}">
                  <a16:creationId xmlns:a16="http://schemas.microsoft.com/office/drawing/2014/main" id="{AA25509F-B5C3-DA4A-8829-F9193CCC0946}"/>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19" name="Right Triangle 118">
              <a:extLst>
                <a:ext uri="{FF2B5EF4-FFF2-40B4-BE49-F238E27FC236}">
                  <a16:creationId xmlns:a16="http://schemas.microsoft.com/office/drawing/2014/main" id="{7E7E3007-4F59-878F-787A-31E72406AF3B}"/>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0" name="Group 119">
              <a:extLst>
                <a:ext uri="{FF2B5EF4-FFF2-40B4-BE49-F238E27FC236}">
                  <a16:creationId xmlns:a16="http://schemas.microsoft.com/office/drawing/2014/main" id="{75A3DBB4-8209-DD5F-A8E4-9A3DB0AC96CA}"/>
                </a:ext>
              </a:extLst>
            </p:cNvPr>
            <p:cNvGrpSpPr/>
            <p:nvPr/>
          </p:nvGrpSpPr>
          <p:grpSpPr>
            <a:xfrm>
              <a:off x="5276135" y="1542936"/>
              <a:ext cx="37817" cy="61390"/>
              <a:chOff x="3883481" y="2057400"/>
              <a:chExt cx="1608363" cy="2652031"/>
            </a:xfrm>
            <a:solidFill>
              <a:srgbClr val="A6A6A6">
                <a:alpha val="20000"/>
              </a:srgbClr>
            </a:solidFill>
          </p:grpSpPr>
          <p:sp>
            <p:nvSpPr>
              <p:cNvPr id="446" name="Oval 27">
                <a:extLst>
                  <a:ext uri="{FF2B5EF4-FFF2-40B4-BE49-F238E27FC236}">
                    <a16:creationId xmlns:a16="http://schemas.microsoft.com/office/drawing/2014/main" id="{F320AC64-AADC-6C77-242E-2A1C88FDC28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7" name="Oval 28">
                <a:extLst>
                  <a:ext uri="{FF2B5EF4-FFF2-40B4-BE49-F238E27FC236}">
                    <a16:creationId xmlns:a16="http://schemas.microsoft.com/office/drawing/2014/main" id="{227833DB-75E3-BEC8-39D0-BAECC45018E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216" name="Group 9215">
            <a:extLst>
              <a:ext uri="{FF2B5EF4-FFF2-40B4-BE49-F238E27FC236}">
                <a16:creationId xmlns:a16="http://schemas.microsoft.com/office/drawing/2014/main" id="{43128E19-9CF2-2EA5-884C-3B505C70794A}"/>
              </a:ext>
            </a:extLst>
          </p:cNvPr>
          <p:cNvGrpSpPr/>
          <p:nvPr/>
        </p:nvGrpSpPr>
        <p:grpSpPr>
          <a:xfrm>
            <a:off x="2938537" y="1532271"/>
            <a:ext cx="721206" cy="610042"/>
            <a:chOff x="2938537" y="1532271"/>
            <a:chExt cx="721206" cy="610042"/>
          </a:xfrm>
        </p:grpSpPr>
        <p:sp>
          <p:nvSpPr>
            <p:cNvPr id="9217" name="Rectangle 9216">
              <a:extLst>
                <a:ext uri="{FF2B5EF4-FFF2-40B4-BE49-F238E27FC236}">
                  <a16:creationId xmlns:a16="http://schemas.microsoft.com/office/drawing/2014/main" id="{3A76BB66-A24B-FBA9-F637-507208AED3E7}"/>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9219" name="Right Triangle 9218">
              <a:extLst>
                <a:ext uri="{FF2B5EF4-FFF2-40B4-BE49-F238E27FC236}">
                  <a16:creationId xmlns:a16="http://schemas.microsoft.com/office/drawing/2014/main" id="{4DA62BEA-94CA-5B76-89E9-EE870A4E8F21}"/>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20" name="Oval 27">
              <a:extLst>
                <a:ext uri="{FF2B5EF4-FFF2-40B4-BE49-F238E27FC236}">
                  <a16:creationId xmlns:a16="http://schemas.microsoft.com/office/drawing/2014/main" id="{2538CB0B-A58A-B628-1BD1-48630FA0CA17}"/>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21" name="Oval 28">
              <a:extLst>
                <a:ext uri="{FF2B5EF4-FFF2-40B4-BE49-F238E27FC236}">
                  <a16:creationId xmlns:a16="http://schemas.microsoft.com/office/drawing/2014/main" id="{830C601E-EAAD-F700-D99F-B6B4500AC5D9}"/>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22" name="Group 9221">
            <a:extLst>
              <a:ext uri="{FF2B5EF4-FFF2-40B4-BE49-F238E27FC236}">
                <a16:creationId xmlns:a16="http://schemas.microsoft.com/office/drawing/2014/main" id="{9903A30A-D440-AA9E-EC50-8DB71CE1FFC5}"/>
              </a:ext>
            </a:extLst>
          </p:cNvPr>
          <p:cNvGrpSpPr/>
          <p:nvPr/>
        </p:nvGrpSpPr>
        <p:grpSpPr>
          <a:xfrm>
            <a:off x="6287105" y="2974054"/>
            <a:ext cx="721206" cy="609701"/>
            <a:chOff x="6287105" y="2974054"/>
            <a:chExt cx="721206" cy="609701"/>
          </a:xfrm>
        </p:grpSpPr>
        <p:sp>
          <p:nvSpPr>
            <p:cNvPr id="9223" name="Rectangle 9222">
              <a:hlinkHover r:id="" action="ppaction://noaction" highlightClick="1"/>
              <a:extLst>
                <a:ext uri="{FF2B5EF4-FFF2-40B4-BE49-F238E27FC236}">
                  <a16:creationId xmlns:a16="http://schemas.microsoft.com/office/drawing/2014/main" id="{33221D8F-8BEF-AEAC-E692-743097EEABF9}"/>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9224" name="Rectangle 9223">
              <a:extLst>
                <a:ext uri="{FF2B5EF4-FFF2-40B4-BE49-F238E27FC236}">
                  <a16:creationId xmlns:a16="http://schemas.microsoft.com/office/drawing/2014/main" id="{606C7C7B-78A0-E17A-0564-F5BE94A24545}"/>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25" name="Oval 15">
              <a:extLst>
                <a:ext uri="{FF2B5EF4-FFF2-40B4-BE49-F238E27FC236}">
                  <a16:creationId xmlns:a16="http://schemas.microsoft.com/office/drawing/2014/main" id="{E4442210-12CA-B31C-9204-57CCACC7F21B}"/>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26" name="Straight Connector 9225">
              <a:extLst>
                <a:ext uri="{FF2B5EF4-FFF2-40B4-BE49-F238E27FC236}">
                  <a16:creationId xmlns:a16="http://schemas.microsoft.com/office/drawing/2014/main" id="{5E2E639E-91D4-4988-DA50-C2BB9CAC12EF}"/>
                </a:ext>
              </a:extLst>
            </p:cNvPr>
            <p:cNvCxnSpPr>
              <a:cxnSpLocks/>
              <a:stCxn id="9225"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9227" name="Group 9226">
            <a:extLst>
              <a:ext uri="{FF2B5EF4-FFF2-40B4-BE49-F238E27FC236}">
                <a16:creationId xmlns:a16="http://schemas.microsoft.com/office/drawing/2014/main" id="{2BC5179B-6545-A19A-1F5F-C328828F45CF}"/>
              </a:ext>
            </a:extLst>
          </p:cNvPr>
          <p:cNvGrpSpPr/>
          <p:nvPr/>
        </p:nvGrpSpPr>
        <p:grpSpPr>
          <a:xfrm>
            <a:off x="7123149" y="2974054"/>
            <a:ext cx="721206" cy="646284"/>
            <a:chOff x="7123149" y="2974054"/>
            <a:chExt cx="721206" cy="646284"/>
          </a:xfrm>
        </p:grpSpPr>
        <p:sp>
          <p:nvSpPr>
            <p:cNvPr id="9228" name="Rectangle 9227">
              <a:hlinkHover r:id="" action="ppaction://noaction" highlightClick="1"/>
              <a:extLst>
                <a:ext uri="{FF2B5EF4-FFF2-40B4-BE49-F238E27FC236}">
                  <a16:creationId xmlns:a16="http://schemas.microsoft.com/office/drawing/2014/main" id="{D160C565-5F6F-C680-E31E-7A19A9F9FC73}"/>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9229" name="Rectangle 9228">
              <a:extLst>
                <a:ext uri="{FF2B5EF4-FFF2-40B4-BE49-F238E27FC236}">
                  <a16:creationId xmlns:a16="http://schemas.microsoft.com/office/drawing/2014/main" id="{8A605648-3441-9666-DD42-8FA9ACCF905F}"/>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30" name="Oval 15">
              <a:extLst>
                <a:ext uri="{FF2B5EF4-FFF2-40B4-BE49-F238E27FC236}">
                  <a16:creationId xmlns:a16="http://schemas.microsoft.com/office/drawing/2014/main" id="{7B3DE52E-0E26-98CB-8C0A-D9C7D9ECEA51}"/>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31" name="Straight Connector 9230">
              <a:extLst>
                <a:ext uri="{FF2B5EF4-FFF2-40B4-BE49-F238E27FC236}">
                  <a16:creationId xmlns:a16="http://schemas.microsoft.com/office/drawing/2014/main" id="{DE47CD9F-DE1D-EBB5-8DB9-7F21ADF4F426}"/>
                </a:ext>
              </a:extLst>
            </p:cNvPr>
            <p:cNvCxnSpPr>
              <a:cxnSpLocks/>
              <a:stCxn id="9230"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232" name="Straight Connector 9231">
              <a:extLst>
                <a:ext uri="{FF2B5EF4-FFF2-40B4-BE49-F238E27FC236}">
                  <a16:creationId xmlns:a16="http://schemas.microsoft.com/office/drawing/2014/main" id="{F7FA8343-B828-C3FE-5A8A-CB109DA6B7FF}"/>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233" name="Group 9232">
            <a:extLst>
              <a:ext uri="{FF2B5EF4-FFF2-40B4-BE49-F238E27FC236}">
                <a16:creationId xmlns:a16="http://schemas.microsoft.com/office/drawing/2014/main" id="{9E97E958-78AD-7E5C-7AAE-3D54E3D2FB0D}"/>
              </a:ext>
            </a:extLst>
          </p:cNvPr>
          <p:cNvGrpSpPr/>
          <p:nvPr/>
        </p:nvGrpSpPr>
        <p:grpSpPr>
          <a:xfrm>
            <a:off x="7959200" y="2974054"/>
            <a:ext cx="721206" cy="609701"/>
            <a:chOff x="7959200" y="2974054"/>
            <a:chExt cx="721206" cy="609701"/>
          </a:xfrm>
        </p:grpSpPr>
        <p:sp>
          <p:nvSpPr>
            <p:cNvPr id="9234" name="Rectangle 9233">
              <a:hlinkHover r:id="" action="ppaction://noaction" highlightClick="1"/>
              <a:extLst>
                <a:ext uri="{FF2B5EF4-FFF2-40B4-BE49-F238E27FC236}">
                  <a16:creationId xmlns:a16="http://schemas.microsoft.com/office/drawing/2014/main" id="{004C865E-6C95-3246-0A27-59944E03D689}"/>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9235" name="Diamond 9234">
              <a:extLst>
                <a:ext uri="{FF2B5EF4-FFF2-40B4-BE49-F238E27FC236}">
                  <a16:creationId xmlns:a16="http://schemas.microsoft.com/office/drawing/2014/main" id="{A67C14F6-FC9B-53D2-84F7-3FF9D9AB1150}"/>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36" name="Oval 9235">
              <a:extLst>
                <a:ext uri="{FF2B5EF4-FFF2-40B4-BE49-F238E27FC236}">
                  <a16:creationId xmlns:a16="http://schemas.microsoft.com/office/drawing/2014/main" id="{E9FA98B9-DFFC-C924-C2E1-56763B1865F6}"/>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37" name="Group 9236">
            <a:extLst>
              <a:ext uri="{FF2B5EF4-FFF2-40B4-BE49-F238E27FC236}">
                <a16:creationId xmlns:a16="http://schemas.microsoft.com/office/drawing/2014/main" id="{34E1DEC0-C546-63A3-F942-69E3779B6E5E}"/>
              </a:ext>
            </a:extLst>
          </p:cNvPr>
          <p:cNvGrpSpPr/>
          <p:nvPr/>
        </p:nvGrpSpPr>
        <p:grpSpPr>
          <a:xfrm>
            <a:off x="8795244" y="2974054"/>
            <a:ext cx="721206" cy="609701"/>
            <a:chOff x="8795244" y="2974054"/>
            <a:chExt cx="721206" cy="609701"/>
          </a:xfrm>
        </p:grpSpPr>
        <p:sp>
          <p:nvSpPr>
            <p:cNvPr id="9238" name="Rectangle 9237">
              <a:hlinkHover r:id="" action="ppaction://noaction" highlightClick="1"/>
              <a:extLst>
                <a:ext uri="{FF2B5EF4-FFF2-40B4-BE49-F238E27FC236}">
                  <a16:creationId xmlns:a16="http://schemas.microsoft.com/office/drawing/2014/main" id="{FC2CD5CF-A8DC-B714-0652-F51BB3829B81}"/>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9239" name="Diamond 9238">
              <a:extLst>
                <a:ext uri="{FF2B5EF4-FFF2-40B4-BE49-F238E27FC236}">
                  <a16:creationId xmlns:a16="http://schemas.microsoft.com/office/drawing/2014/main" id="{FD5D563C-1FDB-18FB-323B-D80D1632B853}"/>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40" name="Oval 9239">
              <a:extLst>
                <a:ext uri="{FF2B5EF4-FFF2-40B4-BE49-F238E27FC236}">
                  <a16:creationId xmlns:a16="http://schemas.microsoft.com/office/drawing/2014/main" id="{A901F37D-242E-E73A-DBE2-A2680C5A8CAD}"/>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47" name="Group 9246">
            <a:extLst>
              <a:ext uri="{FF2B5EF4-FFF2-40B4-BE49-F238E27FC236}">
                <a16:creationId xmlns:a16="http://schemas.microsoft.com/office/drawing/2014/main" id="{92EBBE0E-487C-1433-F7FB-B70D2160891D}"/>
              </a:ext>
            </a:extLst>
          </p:cNvPr>
          <p:cNvGrpSpPr/>
          <p:nvPr/>
        </p:nvGrpSpPr>
        <p:grpSpPr>
          <a:xfrm>
            <a:off x="5442073" y="811556"/>
            <a:ext cx="728239" cy="609701"/>
            <a:chOff x="5442073" y="811556"/>
            <a:chExt cx="728239" cy="609701"/>
          </a:xfrm>
        </p:grpSpPr>
        <p:sp>
          <p:nvSpPr>
            <p:cNvPr id="9248" name="Rectangle 9247">
              <a:extLst>
                <a:ext uri="{FF2B5EF4-FFF2-40B4-BE49-F238E27FC236}">
                  <a16:creationId xmlns:a16="http://schemas.microsoft.com/office/drawing/2014/main" id="{5281125B-43BD-A892-8685-4C843ACCC7D2}"/>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9249" name="Rectangle 9248">
              <a:extLst>
                <a:ext uri="{FF2B5EF4-FFF2-40B4-BE49-F238E27FC236}">
                  <a16:creationId xmlns:a16="http://schemas.microsoft.com/office/drawing/2014/main" id="{94AC0200-10AE-BA13-5486-D7F7E79C46B9}"/>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50" name="Oval 15">
              <a:extLst>
                <a:ext uri="{FF2B5EF4-FFF2-40B4-BE49-F238E27FC236}">
                  <a16:creationId xmlns:a16="http://schemas.microsoft.com/office/drawing/2014/main" id="{E2080333-A521-AB6C-0FD0-99E381F8D366}"/>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51" name="Straight Connector 9250">
              <a:extLst>
                <a:ext uri="{FF2B5EF4-FFF2-40B4-BE49-F238E27FC236}">
                  <a16:creationId xmlns:a16="http://schemas.microsoft.com/office/drawing/2014/main" id="{FBABC35C-3134-0E5F-959D-04601BE04E36}"/>
                </a:ext>
              </a:extLst>
            </p:cNvPr>
            <p:cNvCxnSpPr>
              <a:cxnSpLocks/>
              <a:stCxn id="9250"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252" name="Straight Connector 9251">
              <a:extLst>
                <a:ext uri="{FF2B5EF4-FFF2-40B4-BE49-F238E27FC236}">
                  <a16:creationId xmlns:a16="http://schemas.microsoft.com/office/drawing/2014/main" id="{A17103C4-D210-CA71-D949-8118B264BCCA}"/>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253" name="Group 9252">
            <a:extLst>
              <a:ext uri="{FF2B5EF4-FFF2-40B4-BE49-F238E27FC236}">
                <a16:creationId xmlns:a16="http://schemas.microsoft.com/office/drawing/2014/main" id="{92E98D06-FF41-D3B6-6FBA-C936063A2181}"/>
              </a:ext>
            </a:extLst>
          </p:cNvPr>
          <p:cNvGrpSpPr/>
          <p:nvPr/>
        </p:nvGrpSpPr>
        <p:grpSpPr>
          <a:xfrm>
            <a:off x="6284597" y="811555"/>
            <a:ext cx="721206" cy="609701"/>
            <a:chOff x="6284597" y="811555"/>
            <a:chExt cx="721206" cy="609701"/>
          </a:xfrm>
        </p:grpSpPr>
        <p:sp>
          <p:nvSpPr>
            <p:cNvPr id="9254" name="Rectangle 9253">
              <a:hlinkHover r:id="" action="ppaction://noaction" highlightClick="1"/>
              <a:extLst>
                <a:ext uri="{FF2B5EF4-FFF2-40B4-BE49-F238E27FC236}">
                  <a16:creationId xmlns:a16="http://schemas.microsoft.com/office/drawing/2014/main" id="{53BF6448-0C08-81ED-7DEA-78444137FD02}"/>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9255" name="Right Triangle 9254">
              <a:extLst>
                <a:ext uri="{FF2B5EF4-FFF2-40B4-BE49-F238E27FC236}">
                  <a16:creationId xmlns:a16="http://schemas.microsoft.com/office/drawing/2014/main" id="{890708B8-B8A5-175A-982A-751DA8EF658B}"/>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56" name="Oval 27">
              <a:extLst>
                <a:ext uri="{FF2B5EF4-FFF2-40B4-BE49-F238E27FC236}">
                  <a16:creationId xmlns:a16="http://schemas.microsoft.com/office/drawing/2014/main" id="{5990D799-1AC1-9A66-A673-93F6F9D4A140}"/>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57" name="Oval 28">
              <a:extLst>
                <a:ext uri="{FF2B5EF4-FFF2-40B4-BE49-F238E27FC236}">
                  <a16:creationId xmlns:a16="http://schemas.microsoft.com/office/drawing/2014/main" id="{1EEA0788-131C-9D2F-E1F1-2E6CF937A670}"/>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63" name="Group 9262">
            <a:extLst>
              <a:ext uri="{FF2B5EF4-FFF2-40B4-BE49-F238E27FC236}">
                <a16:creationId xmlns:a16="http://schemas.microsoft.com/office/drawing/2014/main" id="{D5A9F8E5-856C-6B72-BFB7-ED5764F00495}"/>
              </a:ext>
            </a:extLst>
          </p:cNvPr>
          <p:cNvGrpSpPr/>
          <p:nvPr/>
        </p:nvGrpSpPr>
        <p:grpSpPr>
          <a:xfrm>
            <a:off x="7957576" y="811556"/>
            <a:ext cx="721206" cy="609701"/>
            <a:chOff x="7957576" y="811556"/>
            <a:chExt cx="721206" cy="609701"/>
          </a:xfrm>
        </p:grpSpPr>
        <p:sp>
          <p:nvSpPr>
            <p:cNvPr id="9264" name="Rectangle 9263">
              <a:extLst>
                <a:ext uri="{FF2B5EF4-FFF2-40B4-BE49-F238E27FC236}">
                  <a16:creationId xmlns:a16="http://schemas.microsoft.com/office/drawing/2014/main" id="{A70068FE-DF19-D664-DFF7-57C1DF9BA694}"/>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9265" name="Rectangle 9264">
              <a:extLst>
                <a:ext uri="{FF2B5EF4-FFF2-40B4-BE49-F238E27FC236}">
                  <a16:creationId xmlns:a16="http://schemas.microsoft.com/office/drawing/2014/main" id="{E08A980F-79C9-A2BB-9437-A361C8BCA94B}"/>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66" name="Oval 15">
              <a:extLst>
                <a:ext uri="{FF2B5EF4-FFF2-40B4-BE49-F238E27FC236}">
                  <a16:creationId xmlns:a16="http://schemas.microsoft.com/office/drawing/2014/main" id="{B75993A8-81B9-676B-C2BF-C05A1D78DFDA}"/>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67" name="Straight Connector 9266">
              <a:extLst>
                <a:ext uri="{FF2B5EF4-FFF2-40B4-BE49-F238E27FC236}">
                  <a16:creationId xmlns:a16="http://schemas.microsoft.com/office/drawing/2014/main" id="{8C6D6396-F5A9-49C4-0851-870F96A21528}"/>
                </a:ext>
              </a:extLst>
            </p:cNvPr>
            <p:cNvCxnSpPr>
              <a:cxnSpLocks/>
              <a:stCxn id="9266"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268" name="Straight Connector 9267">
              <a:extLst>
                <a:ext uri="{FF2B5EF4-FFF2-40B4-BE49-F238E27FC236}">
                  <a16:creationId xmlns:a16="http://schemas.microsoft.com/office/drawing/2014/main" id="{65EB6BD5-04BD-C72A-EB23-DF8673DBA5A9}"/>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273" name="Group 9272">
            <a:extLst>
              <a:ext uri="{FF2B5EF4-FFF2-40B4-BE49-F238E27FC236}">
                <a16:creationId xmlns:a16="http://schemas.microsoft.com/office/drawing/2014/main" id="{A60A9E49-31EC-043B-1AED-2C53538439D6}"/>
              </a:ext>
            </a:extLst>
          </p:cNvPr>
          <p:cNvGrpSpPr/>
          <p:nvPr/>
        </p:nvGrpSpPr>
        <p:grpSpPr>
          <a:xfrm>
            <a:off x="10520479" y="90836"/>
            <a:ext cx="721206" cy="609701"/>
            <a:chOff x="10520479" y="90836"/>
            <a:chExt cx="721206" cy="609701"/>
          </a:xfrm>
        </p:grpSpPr>
        <p:sp>
          <p:nvSpPr>
            <p:cNvPr id="9274" name="Rectangle 9273">
              <a:hlinkHover r:id="" action="ppaction://noaction" highlightClick="1"/>
              <a:extLst>
                <a:ext uri="{FF2B5EF4-FFF2-40B4-BE49-F238E27FC236}">
                  <a16:creationId xmlns:a16="http://schemas.microsoft.com/office/drawing/2014/main" id="{95EA2D3A-81E9-374D-1763-D698079B1358}"/>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SQL</a:t>
              </a:r>
            </a:p>
          </p:txBody>
        </p:sp>
        <p:sp>
          <p:nvSpPr>
            <p:cNvPr id="9275" name="Oval 9274">
              <a:extLst>
                <a:ext uri="{FF2B5EF4-FFF2-40B4-BE49-F238E27FC236}">
                  <a16:creationId xmlns:a16="http://schemas.microsoft.com/office/drawing/2014/main" id="{B0CA15B3-052F-10ED-F14A-DD1BE3F2836C}"/>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76" name="Isosceles Triangle 648">
              <a:extLst>
                <a:ext uri="{FF2B5EF4-FFF2-40B4-BE49-F238E27FC236}">
                  <a16:creationId xmlns:a16="http://schemas.microsoft.com/office/drawing/2014/main" id="{9F1234F5-EE2A-ADFD-C1D3-A89E7CDAD1BC}"/>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77" name="Group 9276">
            <a:extLst>
              <a:ext uri="{FF2B5EF4-FFF2-40B4-BE49-F238E27FC236}">
                <a16:creationId xmlns:a16="http://schemas.microsoft.com/office/drawing/2014/main" id="{FBD72AC1-4F6B-825E-B9D7-6B0F47967846}"/>
              </a:ext>
            </a:extLst>
          </p:cNvPr>
          <p:cNvGrpSpPr/>
          <p:nvPr/>
        </p:nvGrpSpPr>
        <p:grpSpPr>
          <a:xfrm>
            <a:off x="11356242" y="90836"/>
            <a:ext cx="721206" cy="609701"/>
            <a:chOff x="11356242" y="90836"/>
            <a:chExt cx="721206" cy="609701"/>
          </a:xfrm>
        </p:grpSpPr>
        <p:sp>
          <p:nvSpPr>
            <p:cNvPr id="9278" name="Rectangle 9277">
              <a:hlinkHover r:id="" action="ppaction://noaction" highlightClick="1"/>
              <a:extLst>
                <a:ext uri="{FF2B5EF4-FFF2-40B4-BE49-F238E27FC236}">
                  <a16:creationId xmlns:a16="http://schemas.microsoft.com/office/drawing/2014/main" id="{AA3BDFB7-A42A-C627-F881-8C83010D70FE}"/>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9279" name="Oval 9278">
              <a:extLst>
                <a:ext uri="{FF2B5EF4-FFF2-40B4-BE49-F238E27FC236}">
                  <a16:creationId xmlns:a16="http://schemas.microsoft.com/office/drawing/2014/main" id="{C875E128-28A0-096A-B770-0C9452B15614}"/>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80" name="Isosceles Triangle 648">
              <a:extLst>
                <a:ext uri="{FF2B5EF4-FFF2-40B4-BE49-F238E27FC236}">
                  <a16:creationId xmlns:a16="http://schemas.microsoft.com/office/drawing/2014/main" id="{4586B5D9-0EAC-BEE0-9BE7-C737F3E7654E}"/>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81" name="Group 9280">
            <a:extLst>
              <a:ext uri="{FF2B5EF4-FFF2-40B4-BE49-F238E27FC236}">
                <a16:creationId xmlns:a16="http://schemas.microsoft.com/office/drawing/2014/main" id="{9390FD59-62CA-9C1D-7ACE-133E3D1531F6}"/>
              </a:ext>
            </a:extLst>
          </p:cNvPr>
          <p:cNvGrpSpPr/>
          <p:nvPr/>
        </p:nvGrpSpPr>
        <p:grpSpPr>
          <a:xfrm>
            <a:off x="11356243" y="3694774"/>
            <a:ext cx="721206" cy="609701"/>
            <a:chOff x="11356243" y="3694774"/>
            <a:chExt cx="721206" cy="609701"/>
          </a:xfrm>
        </p:grpSpPr>
        <p:sp>
          <p:nvSpPr>
            <p:cNvPr id="9282" name="Rectangle 9281">
              <a:hlinkHover r:id="" action="ppaction://noaction" highlightClick="1"/>
              <a:extLst>
                <a:ext uri="{FF2B5EF4-FFF2-40B4-BE49-F238E27FC236}">
                  <a16:creationId xmlns:a16="http://schemas.microsoft.com/office/drawing/2014/main" id="{18A6126D-F65B-5521-A534-1769841920E6}"/>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9283" name="Oval 9282">
              <a:extLst>
                <a:ext uri="{FF2B5EF4-FFF2-40B4-BE49-F238E27FC236}">
                  <a16:creationId xmlns:a16="http://schemas.microsoft.com/office/drawing/2014/main" id="{0CC5985A-722A-7C7C-C833-D7EB21FC5CCB}"/>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84" name="Isosceles Triangle 648">
              <a:extLst>
                <a:ext uri="{FF2B5EF4-FFF2-40B4-BE49-F238E27FC236}">
                  <a16:creationId xmlns:a16="http://schemas.microsoft.com/office/drawing/2014/main" id="{B27F1FB0-70B0-3D75-153B-1848641579E7}"/>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85" name="Group 9284">
            <a:extLst>
              <a:ext uri="{FF2B5EF4-FFF2-40B4-BE49-F238E27FC236}">
                <a16:creationId xmlns:a16="http://schemas.microsoft.com/office/drawing/2014/main" id="{2858A26B-31BE-B1A3-5CE4-D5EF562E932F}"/>
              </a:ext>
            </a:extLst>
          </p:cNvPr>
          <p:cNvGrpSpPr/>
          <p:nvPr/>
        </p:nvGrpSpPr>
        <p:grpSpPr>
          <a:xfrm>
            <a:off x="9657691" y="4419624"/>
            <a:ext cx="721206" cy="609701"/>
            <a:chOff x="9657691" y="4419624"/>
            <a:chExt cx="721206" cy="609701"/>
          </a:xfrm>
        </p:grpSpPr>
        <p:sp>
          <p:nvSpPr>
            <p:cNvPr id="9286" name="Rectangle 9285">
              <a:hlinkHover r:id="" action="ppaction://noaction" highlightClick="1"/>
              <a:extLst>
                <a:ext uri="{FF2B5EF4-FFF2-40B4-BE49-F238E27FC236}">
                  <a16:creationId xmlns:a16="http://schemas.microsoft.com/office/drawing/2014/main" id="{1045A2C2-9D4C-E37C-520C-7C8D807E3825}"/>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9287" name="Oval 9286">
              <a:extLst>
                <a:ext uri="{FF2B5EF4-FFF2-40B4-BE49-F238E27FC236}">
                  <a16:creationId xmlns:a16="http://schemas.microsoft.com/office/drawing/2014/main" id="{1B2F33D2-4056-F1AE-81EB-1FD99CB8115E}"/>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88" name="Isosceles Triangle 648">
              <a:extLst>
                <a:ext uri="{FF2B5EF4-FFF2-40B4-BE49-F238E27FC236}">
                  <a16:creationId xmlns:a16="http://schemas.microsoft.com/office/drawing/2014/main" id="{5931B089-7DC7-1DB7-88AB-E90B2FE41434}"/>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89" name="Group 9288">
            <a:extLst>
              <a:ext uri="{FF2B5EF4-FFF2-40B4-BE49-F238E27FC236}">
                <a16:creationId xmlns:a16="http://schemas.microsoft.com/office/drawing/2014/main" id="{DBADA35F-44F1-A29A-E65F-AC778B6410B4}"/>
              </a:ext>
            </a:extLst>
          </p:cNvPr>
          <p:cNvGrpSpPr/>
          <p:nvPr/>
        </p:nvGrpSpPr>
        <p:grpSpPr>
          <a:xfrm>
            <a:off x="10506968" y="4419620"/>
            <a:ext cx="721206" cy="609701"/>
            <a:chOff x="10506968" y="4419620"/>
            <a:chExt cx="721206" cy="609701"/>
          </a:xfrm>
        </p:grpSpPr>
        <p:sp>
          <p:nvSpPr>
            <p:cNvPr id="9290" name="Rectangle 9289">
              <a:hlinkHover r:id="" action="ppaction://noaction" highlightClick="1"/>
              <a:extLst>
                <a:ext uri="{FF2B5EF4-FFF2-40B4-BE49-F238E27FC236}">
                  <a16:creationId xmlns:a16="http://schemas.microsoft.com/office/drawing/2014/main" id="{12FB21C2-490C-D58A-1009-4635F8FA7DC6}"/>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9291" name="Oval 9290">
              <a:extLst>
                <a:ext uri="{FF2B5EF4-FFF2-40B4-BE49-F238E27FC236}">
                  <a16:creationId xmlns:a16="http://schemas.microsoft.com/office/drawing/2014/main" id="{31EBC3F3-1960-EC13-1454-218CA1909509}"/>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92" name="Isosceles Triangle 648">
              <a:extLst>
                <a:ext uri="{FF2B5EF4-FFF2-40B4-BE49-F238E27FC236}">
                  <a16:creationId xmlns:a16="http://schemas.microsoft.com/office/drawing/2014/main" id="{9DF17614-70AB-F637-3C85-E0E55622FD8E}"/>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93" name="Group 9292">
            <a:extLst>
              <a:ext uri="{FF2B5EF4-FFF2-40B4-BE49-F238E27FC236}">
                <a16:creationId xmlns:a16="http://schemas.microsoft.com/office/drawing/2014/main" id="{F0AF8562-D7FC-0813-A3DD-C3F399480B61}"/>
              </a:ext>
            </a:extLst>
          </p:cNvPr>
          <p:cNvGrpSpPr/>
          <p:nvPr/>
        </p:nvGrpSpPr>
        <p:grpSpPr>
          <a:xfrm>
            <a:off x="11356003" y="4416261"/>
            <a:ext cx="721206" cy="609701"/>
            <a:chOff x="11356003" y="4416261"/>
            <a:chExt cx="721206" cy="609701"/>
          </a:xfrm>
        </p:grpSpPr>
        <p:sp>
          <p:nvSpPr>
            <p:cNvPr id="9294" name="Rectangle 9293">
              <a:hlinkHover r:id="" action="ppaction://noaction" highlightClick="1"/>
              <a:extLst>
                <a:ext uri="{FF2B5EF4-FFF2-40B4-BE49-F238E27FC236}">
                  <a16:creationId xmlns:a16="http://schemas.microsoft.com/office/drawing/2014/main" id="{FB3371DE-EA42-BF37-4294-A50699C32526}"/>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9295" name="Oval 9294">
              <a:extLst>
                <a:ext uri="{FF2B5EF4-FFF2-40B4-BE49-F238E27FC236}">
                  <a16:creationId xmlns:a16="http://schemas.microsoft.com/office/drawing/2014/main" id="{6A9A042F-B927-34F2-42A4-D5522B978415}"/>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96" name="Isosceles Triangle 648">
              <a:extLst>
                <a:ext uri="{FF2B5EF4-FFF2-40B4-BE49-F238E27FC236}">
                  <a16:creationId xmlns:a16="http://schemas.microsoft.com/office/drawing/2014/main" id="{5F55D7C4-E19C-44CA-32D6-64B0A50BB6EA}"/>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97" name="Group 9296">
            <a:extLst>
              <a:ext uri="{FF2B5EF4-FFF2-40B4-BE49-F238E27FC236}">
                <a16:creationId xmlns:a16="http://schemas.microsoft.com/office/drawing/2014/main" id="{13B56E24-5F3F-B4CF-DA5E-AC877C2213C7}"/>
              </a:ext>
            </a:extLst>
          </p:cNvPr>
          <p:cNvGrpSpPr/>
          <p:nvPr/>
        </p:nvGrpSpPr>
        <p:grpSpPr>
          <a:xfrm>
            <a:off x="8808526" y="4416261"/>
            <a:ext cx="721206" cy="609701"/>
            <a:chOff x="8808526" y="4416261"/>
            <a:chExt cx="721206" cy="609701"/>
          </a:xfrm>
        </p:grpSpPr>
        <p:sp>
          <p:nvSpPr>
            <p:cNvPr id="9298" name="Rectangle 9297">
              <a:hlinkHover r:id="" action="ppaction://noaction" highlightClick="1"/>
              <a:extLst>
                <a:ext uri="{FF2B5EF4-FFF2-40B4-BE49-F238E27FC236}">
                  <a16:creationId xmlns:a16="http://schemas.microsoft.com/office/drawing/2014/main" id="{AACB7DF8-5EB4-C8E3-1067-C606C7231353}"/>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9299" name="Oval 9298">
              <a:extLst>
                <a:ext uri="{FF2B5EF4-FFF2-40B4-BE49-F238E27FC236}">
                  <a16:creationId xmlns:a16="http://schemas.microsoft.com/office/drawing/2014/main" id="{C696E141-8BEF-9942-B6FB-705B18424C8C}"/>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00" name="Isosceles Triangle 648">
              <a:extLst>
                <a:ext uri="{FF2B5EF4-FFF2-40B4-BE49-F238E27FC236}">
                  <a16:creationId xmlns:a16="http://schemas.microsoft.com/office/drawing/2014/main" id="{AA23077A-B624-5F27-3DB7-D131538BC2C2}"/>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01" name="Group 9300">
            <a:extLst>
              <a:ext uri="{FF2B5EF4-FFF2-40B4-BE49-F238E27FC236}">
                <a16:creationId xmlns:a16="http://schemas.microsoft.com/office/drawing/2014/main" id="{A0C0FBE8-99E9-CCE1-4E02-B6434A002A27}"/>
              </a:ext>
            </a:extLst>
          </p:cNvPr>
          <p:cNvGrpSpPr/>
          <p:nvPr/>
        </p:nvGrpSpPr>
        <p:grpSpPr>
          <a:xfrm>
            <a:off x="10509579" y="5141013"/>
            <a:ext cx="721206" cy="609701"/>
            <a:chOff x="10509579" y="5141013"/>
            <a:chExt cx="721206" cy="609701"/>
          </a:xfrm>
        </p:grpSpPr>
        <p:sp>
          <p:nvSpPr>
            <p:cNvPr id="9302" name="Rectangle 9301">
              <a:hlinkHover r:id="" action="ppaction://noaction" highlightClick="1"/>
              <a:extLst>
                <a:ext uri="{FF2B5EF4-FFF2-40B4-BE49-F238E27FC236}">
                  <a16:creationId xmlns:a16="http://schemas.microsoft.com/office/drawing/2014/main" id="{0353DCA5-D90D-E8F4-A132-A8A55BB29783}"/>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9303" name="Oval 9302">
              <a:extLst>
                <a:ext uri="{FF2B5EF4-FFF2-40B4-BE49-F238E27FC236}">
                  <a16:creationId xmlns:a16="http://schemas.microsoft.com/office/drawing/2014/main" id="{D63DF173-0D1E-2787-65D6-B6D90E6BA276}"/>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04" name="Isosceles Triangle 648">
              <a:extLst>
                <a:ext uri="{FF2B5EF4-FFF2-40B4-BE49-F238E27FC236}">
                  <a16:creationId xmlns:a16="http://schemas.microsoft.com/office/drawing/2014/main" id="{2BB43987-0C34-02CA-8E42-08FEB09118F2}"/>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05" name="Group 9304">
            <a:extLst>
              <a:ext uri="{FF2B5EF4-FFF2-40B4-BE49-F238E27FC236}">
                <a16:creationId xmlns:a16="http://schemas.microsoft.com/office/drawing/2014/main" id="{89B6BB78-7F69-3F2A-F59F-8B228186DA80}"/>
              </a:ext>
            </a:extLst>
          </p:cNvPr>
          <p:cNvGrpSpPr/>
          <p:nvPr/>
        </p:nvGrpSpPr>
        <p:grpSpPr>
          <a:xfrm>
            <a:off x="9651076" y="5143367"/>
            <a:ext cx="721206" cy="609701"/>
            <a:chOff x="9651076" y="5143367"/>
            <a:chExt cx="721206" cy="609701"/>
          </a:xfrm>
        </p:grpSpPr>
        <p:sp>
          <p:nvSpPr>
            <p:cNvPr id="9306" name="Rectangle 9305">
              <a:hlinkHover r:id="" action="ppaction://noaction" highlightClick="1"/>
              <a:extLst>
                <a:ext uri="{FF2B5EF4-FFF2-40B4-BE49-F238E27FC236}">
                  <a16:creationId xmlns:a16="http://schemas.microsoft.com/office/drawing/2014/main" id="{7C2E86BE-B1AC-0201-C664-C977081E73AC}"/>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9307" name="Oval 9306">
              <a:extLst>
                <a:ext uri="{FF2B5EF4-FFF2-40B4-BE49-F238E27FC236}">
                  <a16:creationId xmlns:a16="http://schemas.microsoft.com/office/drawing/2014/main" id="{0E3C4163-BA29-DB02-8055-684CDA33F842}"/>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08" name="Isosceles Triangle 648">
              <a:extLst>
                <a:ext uri="{FF2B5EF4-FFF2-40B4-BE49-F238E27FC236}">
                  <a16:creationId xmlns:a16="http://schemas.microsoft.com/office/drawing/2014/main" id="{C1ED01BB-88DC-3C72-4193-1285A9DBB2D8}"/>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09" name="Group 9308">
            <a:extLst>
              <a:ext uri="{FF2B5EF4-FFF2-40B4-BE49-F238E27FC236}">
                <a16:creationId xmlns:a16="http://schemas.microsoft.com/office/drawing/2014/main" id="{02143232-F1B3-6EB1-0E1E-CA7B14215EA8}"/>
              </a:ext>
            </a:extLst>
          </p:cNvPr>
          <p:cNvGrpSpPr/>
          <p:nvPr/>
        </p:nvGrpSpPr>
        <p:grpSpPr>
          <a:xfrm>
            <a:off x="9657612" y="3698231"/>
            <a:ext cx="721206" cy="609701"/>
            <a:chOff x="9657612" y="3698231"/>
            <a:chExt cx="721206" cy="609701"/>
          </a:xfrm>
        </p:grpSpPr>
        <p:sp>
          <p:nvSpPr>
            <p:cNvPr id="9310" name="Rectangle 9309">
              <a:hlinkHover r:id="" action="ppaction://noaction" highlightClick="1"/>
              <a:extLst>
                <a:ext uri="{FF2B5EF4-FFF2-40B4-BE49-F238E27FC236}">
                  <a16:creationId xmlns:a16="http://schemas.microsoft.com/office/drawing/2014/main" id="{B6D6CEB3-9B45-013C-B229-223F926581C0}"/>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9311" name="Oval 9310">
              <a:extLst>
                <a:ext uri="{FF2B5EF4-FFF2-40B4-BE49-F238E27FC236}">
                  <a16:creationId xmlns:a16="http://schemas.microsoft.com/office/drawing/2014/main" id="{8281FFCB-1249-2A7E-5248-666F9858DF1F}"/>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12" name="Isosceles Triangle 648">
              <a:extLst>
                <a:ext uri="{FF2B5EF4-FFF2-40B4-BE49-F238E27FC236}">
                  <a16:creationId xmlns:a16="http://schemas.microsoft.com/office/drawing/2014/main" id="{1A7DD654-25F3-45ED-2B14-85B8C1DFEF73}"/>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13" name="Group 9312">
            <a:extLst>
              <a:ext uri="{FF2B5EF4-FFF2-40B4-BE49-F238E27FC236}">
                <a16:creationId xmlns:a16="http://schemas.microsoft.com/office/drawing/2014/main" id="{95D942D3-2107-5327-586D-6BB4A470AC69}"/>
              </a:ext>
            </a:extLst>
          </p:cNvPr>
          <p:cNvGrpSpPr/>
          <p:nvPr/>
        </p:nvGrpSpPr>
        <p:grpSpPr>
          <a:xfrm>
            <a:off x="10506928" y="3698227"/>
            <a:ext cx="721206" cy="609701"/>
            <a:chOff x="10506928" y="3698227"/>
            <a:chExt cx="721206" cy="609701"/>
          </a:xfrm>
        </p:grpSpPr>
        <p:sp>
          <p:nvSpPr>
            <p:cNvPr id="9314" name="Rectangle 9313">
              <a:hlinkHover r:id="" action="ppaction://noaction" highlightClick="1"/>
              <a:extLst>
                <a:ext uri="{FF2B5EF4-FFF2-40B4-BE49-F238E27FC236}">
                  <a16:creationId xmlns:a16="http://schemas.microsoft.com/office/drawing/2014/main" id="{05CA1082-76C0-4DDC-F18F-42E564059745}"/>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9315" name="Oval 9314">
              <a:extLst>
                <a:ext uri="{FF2B5EF4-FFF2-40B4-BE49-F238E27FC236}">
                  <a16:creationId xmlns:a16="http://schemas.microsoft.com/office/drawing/2014/main" id="{B1D460ED-3680-744E-88C6-CD35242B82B0}"/>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16" name="Isosceles Triangle 648">
              <a:extLst>
                <a:ext uri="{FF2B5EF4-FFF2-40B4-BE49-F238E27FC236}">
                  <a16:creationId xmlns:a16="http://schemas.microsoft.com/office/drawing/2014/main" id="{D1623088-DED8-F071-366B-AA65F04C6F44}"/>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17" name="Group 9316">
            <a:extLst>
              <a:ext uri="{FF2B5EF4-FFF2-40B4-BE49-F238E27FC236}">
                <a16:creationId xmlns:a16="http://schemas.microsoft.com/office/drawing/2014/main" id="{6E5E79D7-678D-F7FB-E1F1-513618E66F39}"/>
              </a:ext>
            </a:extLst>
          </p:cNvPr>
          <p:cNvGrpSpPr/>
          <p:nvPr/>
        </p:nvGrpSpPr>
        <p:grpSpPr>
          <a:xfrm>
            <a:off x="8808417" y="5135710"/>
            <a:ext cx="721206" cy="609701"/>
            <a:chOff x="8808417" y="5135710"/>
            <a:chExt cx="721206" cy="609701"/>
          </a:xfrm>
        </p:grpSpPr>
        <p:sp>
          <p:nvSpPr>
            <p:cNvPr id="9318" name="Rectangle 9317">
              <a:hlinkHover r:id="" action="ppaction://noaction" highlightClick="1"/>
              <a:extLst>
                <a:ext uri="{FF2B5EF4-FFF2-40B4-BE49-F238E27FC236}">
                  <a16:creationId xmlns:a16="http://schemas.microsoft.com/office/drawing/2014/main" id="{1E61FFA1-AF07-0114-3FA4-6D980F5CF5ED}"/>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9319" name="Oval 9318">
              <a:extLst>
                <a:ext uri="{FF2B5EF4-FFF2-40B4-BE49-F238E27FC236}">
                  <a16:creationId xmlns:a16="http://schemas.microsoft.com/office/drawing/2014/main" id="{9C648483-1DC6-A700-7937-4C5FC90C16B7}"/>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20" name="Isosceles Triangle 648">
              <a:extLst>
                <a:ext uri="{FF2B5EF4-FFF2-40B4-BE49-F238E27FC236}">
                  <a16:creationId xmlns:a16="http://schemas.microsoft.com/office/drawing/2014/main" id="{6A742AC3-4406-D35C-09FB-F73D096115F7}"/>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35" name="Group 9334">
            <a:extLst>
              <a:ext uri="{FF2B5EF4-FFF2-40B4-BE49-F238E27FC236}">
                <a16:creationId xmlns:a16="http://schemas.microsoft.com/office/drawing/2014/main" id="{7E30333D-410E-D918-12A6-9A6F735851AE}"/>
              </a:ext>
            </a:extLst>
          </p:cNvPr>
          <p:cNvGrpSpPr/>
          <p:nvPr/>
        </p:nvGrpSpPr>
        <p:grpSpPr>
          <a:xfrm>
            <a:off x="7957572" y="1532276"/>
            <a:ext cx="721206" cy="609701"/>
            <a:chOff x="7957572" y="1532276"/>
            <a:chExt cx="721206" cy="609701"/>
          </a:xfrm>
        </p:grpSpPr>
        <p:sp>
          <p:nvSpPr>
            <p:cNvPr id="9336" name="Rectangle 9335">
              <a:hlinkHover r:id="" action="ppaction://noaction" highlightClick="1"/>
              <a:extLst>
                <a:ext uri="{FF2B5EF4-FFF2-40B4-BE49-F238E27FC236}">
                  <a16:creationId xmlns:a16="http://schemas.microsoft.com/office/drawing/2014/main" id="{230C7B14-7841-5D41-592A-33F79EF300DC}"/>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9337" name="Rectangle 9336">
              <a:extLst>
                <a:ext uri="{FF2B5EF4-FFF2-40B4-BE49-F238E27FC236}">
                  <a16:creationId xmlns:a16="http://schemas.microsoft.com/office/drawing/2014/main" id="{2EE31B60-D344-F4EB-13C0-A60C32C138D0}"/>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38" name="Oval 15">
              <a:extLst>
                <a:ext uri="{FF2B5EF4-FFF2-40B4-BE49-F238E27FC236}">
                  <a16:creationId xmlns:a16="http://schemas.microsoft.com/office/drawing/2014/main" id="{54F09FA7-535F-761B-7C04-67A2291642E2}"/>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339" name="Straight Connector 9338">
              <a:extLst>
                <a:ext uri="{FF2B5EF4-FFF2-40B4-BE49-F238E27FC236}">
                  <a16:creationId xmlns:a16="http://schemas.microsoft.com/office/drawing/2014/main" id="{F6B67C83-1D42-3FA3-8D32-BC6C810F8B48}"/>
                </a:ext>
              </a:extLst>
            </p:cNvPr>
            <p:cNvCxnSpPr>
              <a:cxnSpLocks/>
              <a:stCxn id="9338"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340" name="Straight Connector 9339">
              <a:extLst>
                <a:ext uri="{FF2B5EF4-FFF2-40B4-BE49-F238E27FC236}">
                  <a16:creationId xmlns:a16="http://schemas.microsoft.com/office/drawing/2014/main" id="{AF80D280-FB3D-CA10-2B04-89FD71501B9F}"/>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341" name="Group 9340">
            <a:extLst>
              <a:ext uri="{FF2B5EF4-FFF2-40B4-BE49-F238E27FC236}">
                <a16:creationId xmlns:a16="http://schemas.microsoft.com/office/drawing/2014/main" id="{721A0824-D0FF-AED6-7A2B-2F4EE34B1126}"/>
              </a:ext>
            </a:extLst>
          </p:cNvPr>
          <p:cNvGrpSpPr/>
          <p:nvPr/>
        </p:nvGrpSpPr>
        <p:grpSpPr>
          <a:xfrm>
            <a:off x="9656904" y="1532276"/>
            <a:ext cx="721206" cy="609701"/>
            <a:chOff x="9656904" y="1532276"/>
            <a:chExt cx="721206" cy="609701"/>
          </a:xfrm>
        </p:grpSpPr>
        <p:sp>
          <p:nvSpPr>
            <p:cNvPr id="9342" name="Rectangle 9341">
              <a:extLst>
                <a:ext uri="{FF2B5EF4-FFF2-40B4-BE49-F238E27FC236}">
                  <a16:creationId xmlns:a16="http://schemas.microsoft.com/office/drawing/2014/main" id="{323D6E3D-21FB-D6D8-A0EB-A37A701062C9}"/>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9343" name="Rectangle 9342">
              <a:extLst>
                <a:ext uri="{FF2B5EF4-FFF2-40B4-BE49-F238E27FC236}">
                  <a16:creationId xmlns:a16="http://schemas.microsoft.com/office/drawing/2014/main" id="{5D92B3D0-C5ED-C4A5-12D1-CC378A8010BA}"/>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44" name="Oval 15">
              <a:extLst>
                <a:ext uri="{FF2B5EF4-FFF2-40B4-BE49-F238E27FC236}">
                  <a16:creationId xmlns:a16="http://schemas.microsoft.com/office/drawing/2014/main" id="{EE84A67B-F633-4CDF-D505-E8073432734D}"/>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345" name="Straight Connector 9344">
              <a:extLst>
                <a:ext uri="{FF2B5EF4-FFF2-40B4-BE49-F238E27FC236}">
                  <a16:creationId xmlns:a16="http://schemas.microsoft.com/office/drawing/2014/main" id="{ABDD3AE8-BC41-18AE-B380-1A651A91FEA4}"/>
                </a:ext>
              </a:extLst>
            </p:cNvPr>
            <p:cNvCxnSpPr>
              <a:cxnSpLocks/>
              <a:stCxn id="9344"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346" name="Straight Connector 9345">
              <a:extLst>
                <a:ext uri="{FF2B5EF4-FFF2-40B4-BE49-F238E27FC236}">
                  <a16:creationId xmlns:a16="http://schemas.microsoft.com/office/drawing/2014/main" id="{06134582-6422-5FA1-C86B-AFAB9C52628F}"/>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347" name="Group 9346">
            <a:extLst>
              <a:ext uri="{FF2B5EF4-FFF2-40B4-BE49-F238E27FC236}">
                <a16:creationId xmlns:a16="http://schemas.microsoft.com/office/drawing/2014/main" id="{50F6151C-E871-D40D-D748-8A679BBA7F52}"/>
              </a:ext>
            </a:extLst>
          </p:cNvPr>
          <p:cNvGrpSpPr/>
          <p:nvPr/>
        </p:nvGrpSpPr>
        <p:grpSpPr>
          <a:xfrm>
            <a:off x="8807246" y="1532278"/>
            <a:ext cx="721206" cy="609701"/>
            <a:chOff x="8807246" y="1532278"/>
            <a:chExt cx="721206" cy="609701"/>
          </a:xfrm>
        </p:grpSpPr>
        <p:sp>
          <p:nvSpPr>
            <p:cNvPr id="9348" name="Rectangle 9347">
              <a:hlinkHover r:id="" action="ppaction://noaction" highlightClick="1"/>
              <a:extLst>
                <a:ext uri="{FF2B5EF4-FFF2-40B4-BE49-F238E27FC236}">
                  <a16:creationId xmlns:a16="http://schemas.microsoft.com/office/drawing/2014/main" id="{1F9CFE08-9417-CD76-B1B2-95BE76619F1F}"/>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(Azure)</a:t>
              </a:r>
            </a:p>
          </p:txBody>
        </p:sp>
        <p:sp>
          <p:nvSpPr>
            <p:cNvPr id="9349" name="Oval 9348">
              <a:extLst>
                <a:ext uri="{FF2B5EF4-FFF2-40B4-BE49-F238E27FC236}">
                  <a16:creationId xmlns:a16="http://schemas.microsoft.com/office/drawing/2014/main" id="{FDEDE1EE-748A-6729-81BF-B02A090A2012}"/>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50" name="Isosceles Triangle 648">
              <a:extLst>
                <a:ext uri="{FF2B5EF4-FFF2-40B4-BE49-F238E27FC236}">
                  <a16:creationId xmlns:a16="http://schemas.microsoft.com/office/drawing/2014/main" id="{C98ABE28-42B6-7E1A-D5CB-7B6EE7ED4550}"/>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75" name="Group 9374">
            <a:extLst>
              <a:ext uri="{FF2B5EF4-FFF2-40B4-BE49-F238E27FC236}">
                <a16:creationId xmlns:a16="http://schemas.microsoft.com/office/drawing/2014/main" id="{168475B6-D5A0-2EB2-5470-2697BF05C06E}"/>
              </a:ext>
            </a:extLst>
          </p:cNvPr>
          <p:cNvGrpSpPr/>
          <p:nvPr/>
        </p:nvGrpSpPr>
        <p:grpSpPr>
          <a:xfrm>
            <a:off x="11356242" y="811556"/>
            <a:ext cx="721206" cy="609701"/>
            <a:chOff x="11356242" y="811556"/>
            <a:chExt cx="721206" cy="609701"/>
          </a:xfrm>
        </p:grpSpPr>
        <p:sp>
          <p:nvSpPr>
            <p:cNvPr id="9376" name="Rectangle 9375">
              <a:hlinkHover r:id="" action="ppaction://noaction" highlightClick="1"/>
              <a:extLst>
                <a:ext uri="{FF2B5EF4-FFF2-40B4-BE49-F238E27FC236}">
                  <a16:creationId xmlns:a16="http://schemas.microsoft.com/office/drawing/2014/main" id="{D012D7AE-FDD6-F9A7-1084-04ACCECCEE17}"/>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9377" name="Oval 9376">
              <a:extLst>
                <a:ext uri="{FF2B5EF4-FFF2-40B4-BE49-F238E27FC236}">
                  <a16:creationId xmlns:a16="http://schemas.microsoft.com/office/drawing/2014/main" id="{691CF4A5-A17A-16FA-9C83-59F37002576D}"/>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78" name="Isosceles Triangle 648">
              <a:extLst>
                <a:ext uri="{FF2B5EF4-FFF2-40B4-BE49-F238E27FC236}">
                  <a16:creationId xmlns:a16="http://schemas.microsoft.com/office/drawing/2014/main" id="{87736829-579B-E689-1C34-1AD269EE80B2}"/>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79" name="Group 9378">
            <a:extLst>
              <a:ext uri="{FF2B5EF4-FFF2-40B4-BE49-F238E27FC236}">
                <a16:creationId xmlns:a16="http://schemas.microsoft.com/office/drawing/2014/main" id="{D5BC3C3F-91F3-7FBD-75CF-9271ACEA415D}"/>
              </a:ext>
            </a:extLst>
          </p:cNvPr>
          <p:cNvGrpSpPr/>
          <p:nvPr/>
        </p:nvGrpSpPr>
        <p:grpSpPr>
          <a:xfrm>
            <a:off x="8807249" y="811555"/>
            <a:ext cx="721206" cy="609701"/>
            <a:chOff x="8807249" y="811555"/>
            <a:chExt cx="721206" cy="609701"/>
          </a:xfrm>
        </p:grpSpPr>
        <p:sp>
          <p:nvSpPr>
            <p:cNvPr id="9380" name="Rectangle 9379">
              <a:hlinkHover r:id="" action="ppaction://noaction" highlightClick="1"/>
              <a:extLst>
                <a:ext uri="{FF2B5EF4-FFF2-40B4-BE49-F238E27FC236}">
                  <a16:creationId xmlns:a16="http://schemas.microsoft.com/office/drawing/2014/main" id="{682370D7-0AE1-94D9-D976-6C5B95A244CF}"/>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9381" name="Diamond 9380">
              <a:extLst>
                <a:ext uri="{FF2B5EF4-FFF2-40B4-BE49-F238E27FC236}">
                  <a16:creationId xmlns:a16="http://schemas.microsoft.com/office/drawing/2014/main" id="{149A54FE-5BB3-40F9-9949-58A3AC99AE16}"/>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82" name="Oval 9381">
              <a:extLst>
                <a:ext uri="{FF2B5EF4-FFF2-40B4-BE49-F238E27FC236}">
                  <a16:creationId xmlns:a16="http://schemas.microsoft.com/office/drawing/2014/main" id="{D808EF25-CE59-5BC3-EC0D-53DC9302BFE1}"/>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83" name="Group 9382">
            <a:extLst>
              <a:ext uri="{FF2B5EF4-FFF2-40B4-BE49-F238E27FC236}">
                <a16:creationId xmlns:a16="http://schemas.microsoft.com/office/drawing/2014/main" id="{63450BD5-B72A-4FF2-6594-44C1654B7FF7}"/>
              </a:ext>
            </a:extLst>
          </p:cNvPr>
          <p:cNvGrpSpPr/>
          <p:nvPr/>
        </p:nvGrpSpPr>
        <p:grpSpPr>
          <a:xfrm>
            <a:off x="8808419" y="3705986"/>
            <a:ext cx="721206" cy="609701"/>
            <a:chOff x="8808419" y="3705986"/>
            <a:chExt cx="721206" cy="609701"/>
          </a:xfrm>
        </p:grpSpPr>
        <p:sp>
          <p:nvSpPr>
            <p:cNvPr id="9384" name="Rectangle 9383">
              <a:hlinkHover r:id="" action="ppaction://noaction" highlightClick="1"/>
              <a:extLst>
                <a:ext uri="{FF2B5EF4-FFF2-40B4-BE49-F238E27FC236}">
                  <a16:creationId xmlns:a16="http://schemas.microsoft.com/office/drawing/2014/main" id="{014FF817-01C7-633E-C835-D7F0B78372BF}"/>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9385" name="Oval 9384">
              <a:extLst>
                <a:ext uri="{FF2B5EF4-FFF2-40B4-BE49-F238E27FC236}">
                  <a16:creationId xmlns:a16="http://schemas.microsoft.com/office/drawing/2014/main" id="{47598B2F-492D-FFCB-7E91-310F82D7C0B4}"/>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86" name="Isosceles Triangle 648">
              <a:extLst>
                <a:ext uri="{FF2B5EF4-FFF2-40B4-BE49-F238E27FC236}">
                  <a16:creationId xmlns:a16="http://schemas.microsoft.com/office/drawing/2014/main" id="{1EA00B0E-2433-F2A5-CD90-7706CCE21E25}"/>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87" name="Group 9386">
            <a:extLst>
              <a:ext uri="{FF2B5EF4-FFF2-40B4-BE49-F238E27FC236}">
                <a16:creationId xmlns:a16="http://schemas.microsoft.com/office/drawing/2014/main" id="{62039676-79E1-67FC-0F23-F0CDD8ED7F47}"/>
              </a:ext>
            </a:extLst>
          </p:cNvPr>
          <p:cNvGrpSpPr/>
          <p:nvPr/>
        </p:nvGrpSpPr>
        <p:grpSpPr>
          <a:xfrm>
            <a:off x="431659" y="90836"/>
            <a:ext cx="721210" cy="609701"/>
            <a:chOff x="431659" y="90836"/>
            <a:chExt cx="721210" cy="609701"/>
          </a:xfrm>
        </p:grpSpPr>
        <p:sp>
          <p:nvSpPr>
            <p:cNvPr id="9388" name="Rectangle 9387">
              <a:extLst>
                <a:ext uri="{FF2B5EF4-FFF2-40B4-BE49-F238E27FC236}">
                  <a16:creationId xmlns:a16="http://schemas.microsoft.com/office/drawing/2014/main" id="{851BEB40-C182-3733-888A-604E772976C4}"/>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9389" name="Rectangle 9388">
              <a:extLst>
                <a:ext uri="{FF2B5EF4-FFF2-40B4-BE49-F238E27FC236}">
                  <a16:creationId xmlns:a16="http://schemas.microsoft.com/office/drawing/2014/main" id="{2BE7C59B-120E-278C-EA39-A7A7A5C66CF9}"/>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90" name="Oval 15">
              <a:extLst>
                <a:ext uri="{FF2B5EF4-FFF2-40B4-BE49-F238E27FC236}">
                  <a16:creationId xmlns:a16="http://schemas.microsoft.com/office/drawing/2014/main" id="{E9C1EE95-FD66-BF6E-2F04-7FA1519F630C}"/>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391" name="Straight Connector 9390">
              <a:extLst>
                <a:ext uri="{FF2B5EF4-FFF2-40B4-BE49-F238E27FC236}">
                  <a16:creationId xmlns:a16="http://schemas.microsoft.com/office/drawing/2014/main" id="{411F51D6-9320-76F8-4BDA-7EC693CE4E0E}"/>
                </a:ext>
              </a:extLst>
            </p:cNvPr>
            <p:cNvCxnSpPr>
              <a:cxnSpLocks/>
              <a:stCxn id="9390"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9392" name="Straight Connector 9391">
              <a:extLst>
                <a:ext uri="{FF2B5EF4-FFF2-40B4-BE49-F238E27FC236}">
                  <a16:creationId xmlns:a16="http://schemas.microsoft.com/office/drawing/2014/main" id="{B5C1E400-63AF-F227-A3F3-950069A71D11}"/>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393" name="Group 9392">
            <a:extLst>
              <a:ext uri="{FF2B5EF4-FFF2-40B4-BE49-F238E27FC236}">
                <a16:creationId xmlns:a16="http://schemas.microsoft.com/office/drawing/2014/main" id="{01925123-536F-CD68-193E-03B829B9D9C7}"/>
              </a:ext>
            </a:extLst>
          </p:cNvPr>
          <p:cNvGrpSpPr/>
          <p:nvPr/>
        </p:nvGrpSpPr>
        <p:grpSpPr>
          <a:xfrm>
            <a:off x="1267282" y="90836"/>
            <a:ext cx="721206" cy="609701"/>
            <a:chOff x="1267282" y="90836"/>
            <a:chExt cx="721206" cy="609701"/>
          </a:xfrm>
        </p:grpSpPr>
        <p:sp>
          <p:nvSpPr>
            <p:cNvPr id="9394" name="Rectangle 9393">
              <a:extLst>
                <a:ext uri="{FF2B5EF4-FFF2-40B4-BE49-F238E27FC236}">
                  <a16:creationId xmlns:a16="http://schemas.microsoft.com/office/drawing/2014/main" id="{B0E46CDF-8971-63E2-DA01-86369710E9DB}"/>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9395" name="Rectangle 9394">
              <a:extLst>
                <a:ext uri="{FF2B5EF4-FFF2-40B4-BE49-F238E27FC236}">
                  <a16:creationId xmlns:a16="http://schemas.microsoft.com/office/drawing/2014/main" id="{6F069360-3528-33EE-6BD7-486C210E65CB}"/>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96" name="Oval 15">
              <a:extLst>
                <a:ext uri="{FF2B5EF4-FFF2-40B4-BE49-F238E27FC236}">
                  <a16:creationId xmlns:a16="http://schemas.microsoft.com/office/drawing/2014/main" id="{3735F79B-C2BC-5549-5FAA-19BF1AE4F3A9}"/>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397" name="Straight Connector 9396">
              <a:extLst>
                <a:ext uri="{FF2B5EF4-FFF2-40B4-BE49-F238E27FC236}">
                  <a16:creationId xmlns:a16="http://schemas.microsoft.com/office/drawing/2014/main" id="{7E636AEE-3EFA-BD3F-C579-D9488E072D75}"/>
                </a:ext>
              </a:extLst>
            </p:cNvPr>
            <p:cNvCxnSpPr>
              <a:cxnSpLocks/>
              <a:stCxn id="9396"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9398" name="Straight Connector 9397">
              <a:extLst>
                <a:ext uri="{FF2B5EF4-FFF2-40B4-BE49-F238E27FC236}">
                  <a16:creationId xmlns:a16="http://schemas.microsoft.com/office/drawing/2014/main" id="{58160F23-F8FE-537B-2BAA-C1FE2BE4D1F0}"/>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399" name="Group 9398">
            <a:extLst>
              <a:ext uri="{FF2B5EF4-FFF2-40B4-BE49-F238E27FC236}">
                <a16:creationId xmlns:a16="http://schemas.microsoft.com/office/drawing/2014/main" id="{7188F023-AE57-A562-C8E7-1B7465A64CEA}"/>
              </a:ext>
            </a:extLst>
          </p:cNvPr>
          <p:cNvGrpSpPr/>
          <p:nvPr/>
        </p:nvGrpSpPr>
        <p:grpSpPr>
          <a:xfrm>
            <a:off x="2102907" y="90836"/>
            <a:ext cx="721206" cy="609701"/>
            <a:chOff x="2102907" y="90836"/>
            <a:chExt cx="721206" cy="609701"/>
          </a:xfrm>
        </p:grpSpPr>
        <p:sp>
          <p:nvSpPr>
            <p:cNvPr id="9400" name="Rectangle 9399">
              <a:extLst>
                <a:ext uri="{FF2B5EF4-FFF2-40B4-BE49-F238E27FC236}">
                  <a16:creationId xmlns:a16="http://schemas.microsoft.com/office/drawing/2014/main" id="{841C5C55-A12C-78A8-4B51-42A07AA00B8F}"/>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9401" name="Rectangle 9400">
              <a:extLst>
                <a:ext uri="{FF2B5EF4-FFF2-40B4-BE49-F238E27FC236}">
                  <a16:creationId xmlns:a16="http://schemas.microsoft.com/office/drawing/2014/main" id="{67D7EB6C-79C6-BD1A-F258-B59937580064}"/>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02" name="Oval 15">
              <a:extLst>
                <a:ext uri="{FF2B5EF4-FFF2-40B4-BE49-F238E27FC236}">
                  <a16:creationId xmlns:a16="http://schemas.microsoft.com/office/drawing/2014/main" id="{EE16627C-E781-0247-A0FC-65284A4A7E9D}"/>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403" name="Straight Connector 9402">
              <a:extLst>
                <a:ext uri="{FF2B5EF4-FFF2-40B4-BE49-F238E27FC236}">
                  <a16:creationId xmlns:a16="http://schemas.microsoft.com/office/drawing/2014/main" id="{EBED65F3-FDE3-0F98-3092-C9284C9A82FE}"/>
                </a:ext>
              </a:extLst>
            </p:cNvPr>
            <p:cNvCxnSpPr>
              <a:cxnSpLocks/>
              <a:stCxn id="9402"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9404" name="Straight Connector 9403">
              <a:extLst>
                <a:ext uri="{FF2B5EF4-FFF2-40B4-BE49-F238E27FC236}">
                  <a16:creationId xmlns:a16="http://schemas.microsoft.com/office/drawing/2014/main" id="{1C1F4199-D128-CFA7-B905-F3A4F3663E07}"/>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11" name="Group 9410">
            <a:extLst>
              <a:ext uri="{FF2B5EF4-FFF2-40B4-BE49-F238E27FC236}">
                <a16:creationId xmlns:a16="http://schemas.microsoft.com/office/drawing/2014/main" id="{B4ECD560-D79E-E1C7-2330-278D46FEBC03}"/>
              </a:ext>
            </a:extLst>
          </p:cNvPr>
          <p:cNvGrpSpPr/>
          <p:nvPr/>
        </p:nvGrpSpPr>
        <p:grpSpPr>
          <a:xfrm>
            <a:off x="1268467" y="5141008"/>
            <a:ext cx="721206" cy="609701"/>
            <a:chOff x="1268467" y="5141008"/>
            <a:chExt cx="721206" cy="609701"/>
          </a:xfrm>
        </p:grpSpPr>
        <p:sp>
          <p:nvSpPr>
            <p:cNvPr id="9412" name="Rectangle 9411">
              <a:extLst>
                <a:ext uri="{FF2B5EF4-FFF2-40B4-BE49-F238E27FC236}">
                  <a16:creationId xmlns:a16="http://schemas.microsoft.com/office/drawing/2014/main" id="{1DE84719-30DC-C33C-00D3-3F78E53B4950}"/>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9413" name="Cylinder 9412">
              <a:extLst>
                <a:ext uri="{FF2B5EF4-FFF2-40B4-BE49-F238E27FC236}">
                  <a16:creationId xmlns:a16="http://schemas.microsoft.com/office/drawing/2014/main" id="{3247AD45-A726-A5D5-1E53-82B5ADBAA5DF}"/>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14" name="Group 9413">
            <a:extLst>
              <a:ext uri="{FF2B5EF4-FFF2-40B4-BE49-F238E27FC236}">
                <a16:creationId xmlns:a16="http://schemas.microsoft.com/office/drawing/2014/main" id="{6C34D430-CC71-E2E2-2A55-9B805C464F5A}"/>
              </a:ext>
            </a:extLst>
          </p:cNvPr>
          <p:cNvGrpSpPr/>
          <p:nvPr/>
        </p:nvGrpSpPr>
        <p:grpSpPr>
          <a:xfrm>
            <a:off x="431297" y="5141008"/>
            <a:ext cx="721206" cy="609701"/>
            <a:chOff x="431297" y="5141008"/>
            <a:chExt cx="721206" cy="609701"/>
          </a:xfrm>
        </p:grpSpPr>
        <p:sp>
          <p:nvSpPr>
            <p:cNvPr id="9415" name="Rectangle 9414">
              <a:extLst>
                <a:ext uri="{FF2B5EF4-FFF2-40B4-BE49-F238E27FC236}">
                  <a16:creationId xmlns:a16="http://schemas.microsoft.com/office/drawing/2014/main" id="{03B842A8-03E6-3A04-F345-C529BFD77555}"/>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9416" name="Cylinder 9415">
              <a:extLst>
                <a:ext uri="{FF2B5EF4-FFF2-40B4-BE49-F238E27FC236}">
                  <a16:creationId xmlns:a16="http://schemas.microsoft.com/office/drawing/2014/main" id="{7B575968-E32E-2065-C491-E10A2B74FE76}"/>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17" name="Group 9416">
            <a:extLst>
              <a:ext uri="{FF2B5EF4-FFF2-40B4-BE49-F238E27FC236}">
                <a16:creationId xmlns:a16="http://schemas.microsoft.com/office/drawing/2014/main" id="{16ADEFC4-6C25-13E1-38C1-36B1B457C845}"/>
              </a:ext>
            </a:extLst>
          </p:cNvPr>
          <p:cNvGrpSpPr/>
          <p:nvPr/>
        </p:nvGrpSpPr>
        <p:grpSpPr>
          <a:xfrm>
            <a:off x="431660" y="3698226"/>
            <a:ext cx="721206" cy="609701"/>
            <a:chOff x="431660" y="3698226"/>
            <a:chExt cx="721206" cy="609701"/>
          </a:xfrm>
        </p:grpSpPr>
        <p:sp>
          <p:nvSpPr>
            <p:cNvPr id="9418" name="Rectangle 9417">
              <a:extLst>
                <a:ext uri="{FF2B5EF4-FFF2-40B4-BE49-F238E27FC236}">
                  <a16:creationId xmlns:a16="http://schemas.microsoft.com/office/drawing/2014/main" id="{C0A1C4C8-3800-4D32-FE57-827774F424BF}"/>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9419" name="Right Triangle 9418">
              <a:extLst>
                <a:ext uri="{FF2B5EF4-FFF2-40B4-BE49-F238E27FC236}">
                  <a16:creationId xmlns:a16="http://schemas.microsoft.com/office/drawing/2014/main" id="{2F31809C-E3F3-7582-B992-9FE7C101E974}"/>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420" name="Group 9419">
              <a:extLst>
                <a:ext uri="{FF2B5EF4-FFF2-40B4-BE49-F238E27FC236}">
                  <a16:creationId xmlns:a16="http://schemas.microsoft.com/office/drawing/2014/main" id="{38556F0B-A142-E609-67CD-6632D559BBB1}"/>
                </a:ext>
              </a:extLst>
            </p:cNvPr>
            <p:cNvGrpSpPr/>
            <p:nvPr/>
          </p:nvGrpSpPr>
          <p:grpSpPr>
            <a:xfrm>
              <a:off x="1102253" y="3706270"/>
              <a:ext cx="37817" cy="61390"/>
              <a:chOff x="3883481" y="2057400"/>
              <a:chExt cx="1608363" cy="2652031"/>
            </a:xfrm>
            <a:solidFill>
              <a:srgbClr val="A6A6A6">
                <a:alpha val="20000"/>
              </a:srgbClr>
            </a:solidFill>
          </p:grpSpPr>
          <p:sp>
            <p:nvSpPr>
              <p:cNvPr id="9421" name="Oval 27">
                <a:extLst>
                  <a:ext uri="{FF2B5EF4-FFF2-40B4-BE49-F238E27FC236}">
                    <a16:creationId xmlns:a16="http://schemas.microsoft.com/office/drawing/2014/main" id="{59F5519C-3259-F0AA-ED37-B4D4B6B463F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22" name="Oval 28">
                <a:extLst>
                  <a:ext uri="{FF2B5EF4-FFF2-40B4-BE49-F238E27FC236}">
                    <a16:creationId xmlns:a16="http://schemas.microsoft.com/office/drawing/2014/main" id="{17531613-6D6C-5745-F0D1-CC12920FD6F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423" name="Group 9422">
            <a:extLst>
              <a:ext uri="{FF2B5EF4-FFF2-40B4-BE49-F238E27FC236}">
                <a16:creationId xmlns:a16="http://schemas.microsoft.com/office/drawing/2014/main" id="{FD564794-ED05-B493-06FF-32D2F02ADBD5}"/>
              </a:ext>
            </a:extLst>
          </p:cNvPr>
          <p:cNvGrpSpPr/>
          <p:nvPr/>
        </p:nvGrpSpPr>
        <p:grpSpPr>
          <a:xfrm>
            <a:off x="2942399" y="3698227"/>
            <a:ext cx="721206" cy="609701"/>
            <a:chOff x="2942399" y="3698227"/>
            <a:chExt cx="721206" cy="609701"/>
          </a:xfrm>
        </p:grpSpPr>
        <p:sp>
          <p:nvSpPr>
            <p:cNvPr id="9424" name="Rectangle 9423">
              <a:extLst>
                <a:ext uri="{FF2B5EF4-FFF2-40B4-BE49-F238E27FC236}">
                  <a16:creationId xmlns:a16="http://schemas.microsoft.com/office/drawing/2014/main" id="{09178B2D-6EFE-4A9A-F9CE-3C4A5C07F981}"/>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9425" name="Right Triangle 9424">
              <a:extLst>
                <a:ext uri="{FF2B5EF4-FFF2-40B4-BE49-F238E27FC236}">
                  <a16:creationId xmlns:a16="http://schemas.microsoft.com/office/drawing/2014/main" id="{A0396C1E-CD10-D5E7-4223-B1AF8F20BA52}"/>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426" name="Group 9425">
              <a:extLst>
                <a:ext uri="{FF2B5EF4-FFF2-40B4-BE49-F238E27FC236}">
                  <a16:creationId xmlns:a16="http://schemas.microsoft.com/office/drawing/2014/main" id="{67D1280F-D4E7-5F30-5A5D-88EA6202AF59}"/>
                </a:ext>
              </a:extLst>
            </p:cNvPr>
            <p:cNvGrpSpPr/>
            <p:nvPr/>
          </p:nvGrpSpPr>
          <p:grpSpPr>
            <a:xfrm>
              <a:off x="3607767" y="3713057"/>
              <a:ext cx="37817" cy="61390"/>
              <a:chOff x="3883481" y="2057400"/>
              <a:chExt cx="1608363" cy="2652031"/>
            </a:xfrm>
            <a:solidFill>
              <a:srgbClr val="A6A6A6">
                <a:alpha val="20000"/>
              </a:srgbClr>
            </a:solidFill>
          </p:grpSpPr>
          <p:sp>
            <p:nvSpPr>
              <p:cNvPr id="9427" name="Oval 27">
                <a:extLst>
                  <a:ext uri="{FF2B5EF4-FFF2-40B4-BE49-F238E27FC236}">
                    <a16:creationId xmlns:a16="http://schemas.microsoft.com/office/drawing/2014/main" id="{0838CE3F-6C9B-9A43-398C-DE41FD35368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28" name="Oval 28">
                <a:extLst>
                  <a:ext uri="{FF2B5EF4-FFF2-40B4-BE49-F238E27FC236}">
                    <a16:creationId xmlns:a16="http://schemas.microsoft.com/office/drawing/2014/main" id="{43B65FC0-898E-2FE4-F567-C94F2F6D24B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445" name="Group 9444">
            <a:extLst>
              <a:ext uri="{FF2B5EF4-FFF2-40B4-BE49-F238E27FC236}">
                <a16:creationId xmlns:a16="http://schemas.microsoft.com/office/drawing/2014/main" id="{E4C68481-E8A7-6CCD-268D-5AF126F99AF9}"/>
              </a:ext>
            </a:extLst>
          </p:cNvPr>
          <p:cNvGrpSpPr/>
          <p:nvPr/>
        </p:nvGrpSpPr>
        <p:grpSpPr>
          <a:xfrm>
            <a:off x="2105710" y="3698208"/>
            <a:ext cx="721206" cy="610396"/>
            <a:chOff x="2105710" y="3698208"/>
            <a:chExt cx="721206" cy="610396"/>
          </a:xfrm>
        </p:grpSpPr>
        <p:sp>
          <p:nvSpPr>
            <p:cNvPr id="9446" name="Rectangle 9445">
              <a:extLst>
                <a:ext uri="{FF2B5EF4-FFF2-40B4-BE49-F238E27FC236}">
                  <a16:creationId xmlns:a16="http://schemas.microsoft.com/office/drawing/2014/main" id="{BC7C519F-3C97-0FC4-0A0C-A9ABE65011F6}"/>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9447" name="Right Triangle 9446">
              <a:extLst>
                <a:ext uri="{FF2B5EF4-FFF2-40B4-BE49-F238E27FC236}">
                  <a16:creationId xmlns:a16="http://schemas.microsoft.com/office/drawing/2014/main" id="{1095D21C-3D94-4875-880A-204B28985CB1}"/>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448" name="Group 9447">
              <a:extLst>
                <a:ext uri="{FF2B5EF4-FFF2-40B4-BE49-F238E27FC236}">
                  <a16:creationId xmlns:a16="http://schemas.microsoft.com/office/drawing/2014/main" id="{04F928A2-01FD-278D-DC88-0F74FC1F75E6}"/>
                </a:ext>
              </a:extLst>
            </p:cNvPr>
            <p:cNvGrpSpPr/>
            <p:nvPr/>
          </p:nvGrpSpPr>
          <p:grpSpPr>
            <a:xfrm>
              <a:off x="2776303" y="3704306"/>
              <a:ext cx="37817" cy="61390"/>
              <a:chOff x="3883481" y="2057400"/>
              <a:chExt cx="1608363" cy="2652031"/>
            </a:xfrm>
            <a:solidFill>
              <a:srgbClr val="A6A6A6">
                <a:alpha val="20000"/>
              </a:srgbClr>
            </a:solidFill>
          </p:grpSpPr>
          <p:sp>
            <p:nvSpPr>
              <p:cNvPr id="9449" name="Oval 27">
                <a:extLst>
                  <a:ext uri="{FF2B5EF4-FFF2-40B4-BE49-F238E27FC236}">
                    <a16:creationId xmlns:a16="http://schemas.microsoft.com/office/drawing/2014/main" id="{B5363474-8582-4E09-5A92-2C416F95D14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50" name="Oval 28">
                <a:extLst>
                  <a:ext uri="{FF2B5EF4-FFF2-40B4-BE49-F238E27FC236}">
                    <a16:creationId xmlns:a16="http://schemas.microsoft.com/office/drawing/2014/main" id="{E24EBBEF-0B43-C148-9DEC-8EEAA756277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451" name="Group 9450">
            <a:extLst>
              <a:ext uri="{FF2B5EF4-FFF2-40B4-BE49-F238E27FC236}">
                <a16:creationId xmlns:a16="http://schemas.microsoft.com/office/drawing/2014/main" id="{F360C453-2630-B765-8D59-7354D937B464}"/>
              </a:ext>
            </a:extLst>
          </p:cNvPr>
          <p:cNvGrpSpPr/>
          <p:nvPr/>
        </p:nvGrpSpPr>
        <p:grpSpPr>
          <a:xfrm>
            <a:off x="3778361" y="2253333"/>
            <a:ext cx="721206" cy="609701"/>
            <a:chOff x="3778361" y="2253333"/>
            <a:chExt cx="721206" cy="609701"/>
          </a:xfrm>
        </p:grpSpPr>
        <p:sp>
          <p:nvSpPr>
            <p:cNvPr id="9452" name="Rectangle 9451">
              <a:extLst>
                <a:ext uri="{FF2B5EF4-FFF2-40B4-BE49-F238E27FC236}">
                  <a16:creationId xmlns:a16="http://schemas.microsoft.com/office/drawing/2014/main" id="{86FA6F8E-9570-137C-2CF9-AEB9E64022A6}"/>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9453" name="Rectangle 9452">
              <a:extLst>
                <a:ext uri="{FF2B5EF4-FFF2-40B4-BE49-F238E27FC236}">
                  <a16:creationId xmlns:a16="http://schemas.microsoft.com/office/drawing/2014/main" id="{1E864BEE-E993-C243-FD80-883A3949CAF2}"/>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54" name="Oval 15">
              <a:extLst>
                <a:ext uri="{FF2B5EF4-FFF2-40B4-BE49-F238E27FC236}">
                  <a16:creationId xmlns:a16="http://schemas.microsoft.com/office/drawing/2014/main" id="{63DA4B3E-CDA6-BE11-2D9F-D09BCB827F1C}"/>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455" name="Straight Connector 9454">
              <a:extLst>
                <a:ext uri="{FF2B5EF4-FFF2-40B4-BE49-F238E27FC236}">
                  <a16:creationId xmlns:a16="http://schemas.microsoft.com/office/drawing/2014/main" id="{4BBC5B57-DA65-878A-1DC4-76DD7FDC6B88}"/>
                </a:ext>
              </a:extLst>
            </p:cNvPr>
            <p:cNvCxnSpPr>
              <a:cxnSpLocks/>
              <a:stCxn id="9454"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456" name="Straight Connector 9455">
              <a:extLst>
                <a:ext uri="{FF2B5EF4-FFF2-40B4-BE49-F238E27FC236}">
                  <a16:creationId xmlns:a16="http://schemas.microsoft.com/office/drawing/2014/main" id="{C6A995D3-9FDC-BFA1-19EC-D98A3C6406A5}"/>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57" name="Group 9456">
            <a:extLst>
              <a:ext uri="{FF2B5EF4-FFF2-40B4-BE49-F238E27FC236}">
                <a16:creationId xmlns:a16="http://schemas.microsoft.com/office/drawing/2014/main" id="{24D4E414-9931-6827-DBB4-9085694E1452}"/>
              </a:ext>
            </a:extLst>
          </p:cNvPr>
          <p:cNvGrpSpPr/>
          <p:nvPr/>
        </p:nvGrpSpPr>
        <p:grpSpPr>
          <a:xfrm>
            <a:off x="1268843" y="2253332"/>
            <a:ext cx="721206" cy="609701"/>
            <a:chOff x="1268843" y="2253332"/>
            <a:chExt cx="721206" cy="609701"/>
          </a:xfrm>
        </p:grpSpPr>
        <p:sp>
          <p:nvSpPr>
            <p:cNvPr id="9458" name="Rectangle 9457">
              <a:extLst>
                <a:ext uri="{FF2B5EF4-FFF2-40B4-BE49-F238E27FC236}">
                  <a16:creationId xmlns:a16="http://schemas.microsoft.com/office/drawing/2014/main" id="{A8905C4E-7BF0-E211-57E4-B718106A07EF}"/>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9459" name="Right Triangle 9458">
              <a:extLst>
                <a:ext uri="{FF2B5EF4-FFF2-40B4-BE49-F238E27FC236}">
                  <a16:creationId xmlns:a16="http://schemas.microsoft.com/office/drawing/2014/main" id="{ADCBFC42-35D3-E78C-538C-D54171348DD8}"/>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460" name="Group 9459">
              <a:extLst>
                <a:ext uri="{FF2B5EF4-FFF2-40B4-BE49-F238E27FC236}">
                  <a16:creationId xmlns:a16="http://schemas.microsoft.com/office/drawing/2014/main" id="{6C1777BA-6AF0-80FE-F5DB-FDE097E5F7C9}"/>
                </a:ext>
              </a:extLst>
            </p:cNvPr>
            <p:cNvGrpSpPr/>
            <p:nvPr/>
          </p:nvGrpSpPr>
          <p:grpSpPr>
            <a:xfrm>
              <a:off x="1939436" y="2265731"/>
              <a:ext cx="37817" cy="61390"/>
              <a:chOff x="3883481" y="2057400"/>
              <a:chExt cx="1608363" cy="2652031"/>
            </a:xfrm>
            <a:solidFill>
              <a:srgbClr val="A6A6A6">
                <a:alpha val="20000"/>
              </a:srgbClr>
            </a:solidFill>
          </p:grpSpPr>
          <p:sp>
            <p:nvSpPr>
              <p:cNvPr id="9461" name="Oval 27">
                <a:extLst>
                  <a:ext uri="{FF2B5EF4-FFF2-40B4-BE49-F238E27FC236}">
                    <a16:creationId xmlns:a16="http://schemas.microsoft.com/office/drawing/2014/main" id="{64F575BE-22D5-107F-C3B9-5D8E3140B2E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62" name="Oval 28">
                <a:extLst>
                  <a:ext uri="{FF2B5EF4-FFF2-40B4-BE49-F238E27FC236}">
                    <a16:creationId xmlns:a16="http://schemas.microsoft.com/office/drawing/2014/main" id="{2B65146C-36AE-E32F-9F3E-0EA93917532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493" name="Group 9492">
            <a:extLst>
              <a:ext uri="{FF2B5EF4-FFF2-40B4-BE49-F238E27FC236}">
                <a16:creationId xmlns:a16="http://schemas.microsoft.com/office/drawing/2014/main" id="{D5A72A3A-5E96-F5BC-2B9F-452D94461F2D}"/>
              </a:ext>
            </a:extLst>
          </p:cNvPr>
          <p:cNvGrpSpPr/>
          <p:nvPr/>
        </p:nvGrpSpPr>
        <p:grpSpPr>
          <a:xfrm>
            <a:off x="431659" y="2253337"/>
            <a:ext cx="721895" cy="609700"/>
            <a:chOff x="431659" y="2253337"/>
            <a:chExt cx="721895" cy="609700"/>
          </a:xfrm>
        </p:grpSpPr>
        <p:sp>
          <p:nvSpPr>
            <p:cNvPr id="9494" name="Rectangle 9493">
              <a:hlinkHover r:id="" action="ppaction://noaction" highlightClick="1"/>
              <a:extLst>
                <a:ext uri="{FF2B5EF4-FFF2-40B4-BE49-F238E27FC236}">
                  <a16:creationId xmlns:a16="http://schemas.microsoft.com/office/drawing/2014/main" id="{8C46652D-D3E8-82B2-5216-D15986347506}"/>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9495" name="Diamond 9494">
              <a:extLst>
                <a:ext uri="{FF2B5EF4-FFF2-40B4-BE49-F238E27FC236}">
                  <a16:creationId xmlns:a16="http://schemas.microsoft.com/office/drawing/2014/main" id="{5F093465-C0BC-1C10-2CA3-46704863BC14}"/>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96" name="Oval 9495">
              <a:extLst>
                <a:ext uri="{FF2B5EF4-FFF2-40B4-BE49-F238E27FC236}">
                  <a16:creationId xmlns:a16="http://schemas.microsoft.com/office/drawing/2014/main" id="{73C195CB-E9D1-8524-2C79-5471323389A9}"/>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01" name="Group 9500">
            <a:extLst>
              <a:ext uri="{FF2B5EF4-FFF2-40B4-BE49-F238E27FC236}">
                <a16:creationId xmlns:a16="http://schemas.microsoft.com/office/drawing/2014/main" id="{538BBC61-EABF-4DA5-CD5E-D0225673EC02}"/>
              </a:ext>
            </a:extLst>
          </p:cNvPr>
          <p:cNvGrpSpPr/>
          <p:nvPr/>
        </p:nvGrpSpPr>
        <p:grpSpPr>
          <a:xfrm>
            <a:off x="2105348" y="1532276"/>
            <a:ext cx="721206" cy="609701"/>
            <a:chOff x="2105348" y="1532276"/>
            <a:chExt cx="721206" cy="609701"/>
          </a:xfrm>
        </p:grpSpPr>
        <p:sp>
          <p:nvSpPr>
            <p:cNvPr id="9502" name="Rectangle 9501">
              <a:extLst>
                <a:ext uri="{FF2B5EF4-FFF2-40B4-BE49-F238E27FC236}">
                  <a16:creationId xmlns:a16="http://schemas.microsoft.com/office/drawing/2014/main" id="{E5115D24-2C73-14B9-3509-E6229276EE22}"/>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9503" name="Rectangle 9502">
              <a:extLst>
                <a:ext uri="{FF2B5EF4-FFF2-40B4-BE49-F238E27FC236}">
                  <a16:creationId xmlns:a16="http://schemas.microsoft.com/office/drawing/2014/main" id="{C070D3D0-7B96-5EF6-008D-B85349FA9417}"/>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04" name="Oval 15">
              <a:extLst>
                <a:ext uri="{FF2B5EF4-FFF2-40B4-BE49-F238E27FC236}">
                  <a16:creationId xmlns:a16="http://schemas.microsoft.com/office/drawing/2014/main" id="{9A8466F4-9B3A-9222-1221-3AE55CC3C1F5}"/>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505" name="Straight Connector 9504">
              <a:extLst>
                <a:ext uri="{FF2B5EF4-FFF2-40B4-BE49-F238E27FC236}">
                  <a16:creationId xmlns:a16="http://schemas.microsoft.com/office/drawing/2014/main" id="{FBDEE05D-901A-4252-95B3-B9F2DD1864C2}"/>
                </a:ext>
              </a:extLst>
            </p:cNvPr>
            <p:cNvCxnSpPr>
              <a:cxnSpLocks/>
              <a:stCxn id="9504"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9506" name="Straight Connector 9505">
              <a:extLst>
                <a:ext uri="{FF2B5EF4-FFF2-40B4-BE49-F238E27FC236}">
                  <a16:creationId xmlns:a16="http://schemas.microsoft.com/office/drawing/2014/main" id="{C2A890ED-3BB7-4AEF-A367-FEE0D53F8532}"/>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507" name="Group 9506">
            <a:extLst>
              <a:ext uri="{FF2B5EF4-FFF2-40B4-BE49-F238E27FC236}">
                <a16:creationId xmlns:a16="http://schemas.microsoft.com/office/drawing/2014/main" id="{FB8CE56D-AF83-C5F9-8CAF-B5E809678089}"/>
              </a:ext>
            </a:extLst>
          </p:cNvPr>
          <p:cNvGrpSpPr/>
          <p:nvPr/>
        </p:nvGrpSpPr>
        <p:grpSpPr>
          <a:xfrm>
            <a:off x="431659" y="1532283"/>
            <a:ext cx="721891" cy="610032"/>
            <a:chOff x="431659" y="1532283"/>
            <a:chExt cx="721891" cy="610032"/>
          </a:xfrm>
        </p:grpSpPr>
        <p:sp>
          <p:nvSpPr>
            <p:cNvPr id="9508" name="Rectangle 9507">
              <a:extLst>
                <a:ext uri="{FF2B5EF4-FFF2-40B4-BE49-F238E27FC236}">
                  <a16:creationId xmlns:a16="http://schemas.microsoft.com/office/drawing/2014/main" id="{E2078E99-0044-10EC-01C6-C35DB6703C92}"/>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9509" name="Right Triangle 9508">
              <a:extLst>
                <a:ext uri="{FF2B5EF4-FFF2-40B4-BE49-F238E27FC236}">
                  <a16:creationId xmlns:a16="http://schemas.microsoft.com/office/drawing/2014/main" id="{8D1E6D92-B418-FE42-738C-14469029A8C5}"/>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510" name="Group 9509">
              <a:extLst>
                <a:ext uri="{FF2B5EF4-FFF2-40B4-BE49-F238E27FC236}">
                  <a16:creationId xmlns:a16="http://schemas.microsoft.com/office/drawing/2014/main" id="{36A60A36-DB00-D666-BFDA-369806A252E3}"/>
                </a:ext>
              </a:extLst>
            </p:cNvPr>
            <p:cNvGrpSpPr/>
            <p:nvPr/>
          </p:nvGrpSpPr>
          <p:grpSpPr>
            <a:xfrm>
              <a:off x="1102940" y="1538374"/>
              <a:ext cx="37817" cy="61390"/>
              <a:chOff x="3883481" y="2057400"/>
              <a:chExt cx="1608363" cy="2652031"/>
            </a:xfrm>
            <a:solidFill>
              <a:srgbClr val="A6A6A6">
                <a:alpha val="20000"/>
              </a:srgbClr>
            </a:solidFill>
          </p:grpSpPr>
          <p:sp>
            <p:nvSpPr>
              <p:cNvPr id="9511" name="Oval 27">
                <a:extLst>
                  <a:ext uri="{FF2B5EF4-FFF2-40B4-BE49-F238E27FC236}">
                    <a16:creationId xmlns:a16="http://schemas.microsoft.com/office/drawing/2014/main" id="{8FD95741-1EC5-396F-2252-50714C975EF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12" name="Oval 28">
                <a:extLst>
                  <a:ext uri="{FF2B5EF4-FFF2-40B4-BE49-F238E27FC236}">
                    <a16:creationId xmlns:a16="http://schemas.microsoft.com/office/drawing/2014/main" id="{03FCECBB-571C-FAB6-D8A0-C48B6ADB012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513" name="Group 9512">
            <a:extLst>
              <a:ext uri="{FF2B5EF4-FFF2-40B4-BE49-F238E27FC236}">
                <a16:creationId xmlns:a16="http://schemas.microsoft.com/office/drawing/2014/main" id="{736AC8BD-752E-35D2-4588-238F09AE4438}"/>
              </a:ext>
            </a:extLst>
          </p:cNvPr>
          <p:cNvGrpSpPr/>
          <p:nvPr/>
        </p:nvGrpSpPr>
        <p:grpSpPr>
          <a:xfrm>
            <a:off x="1268843" y="1532283"/>
            <a:ext cx="721206" cy="610032"/>
            <a:chOff x="1268843" y="1532283"/>
            <a:chExt cx="721206" cy="610032"/>
          </a:xfrm>
        </p:grpSpPr>
        <p:sp>
          <p:nvSpPr>
            <p:cNvPr id="9514" name="Rectangle 9513">
              <a:extLst>
                <a:ext uri="{FF2B5EF4-FFF2-40B4-BE49-F238E27FC236}">
                  <a16:creationId xmlns:a16="http://schemas.microsoft.com/office/drawing/2014/main" id="{D54481BD-1879-3EEF-7237-BA99CED919D6}"/>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9515" name="Right Triangle 9514">
              <a:extLst>
                <a:ext uri="{FF2B5EF4-FFF2-40B4-BE49-F238E27FC236}">
                  <a16:creationId xmlns:a16="http://schemas.microsoft.com/office/drawing/2014/main" id="{F5BDC1CE-180A-7BA9-6DDF-5ACFAFC74FF8}"/>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516" name="Group 9515">
              <a:extLst>
                <a:ext uri="{FF2B5EF4-FFF2-40B4-BE49-F238E27FC236}">
                  <a16:creationId xmlns:a16="http://schemas.microsoft.com/office/drawing/2014/main" id="{C62366B1-D67D-A2E8-B588-96F0D87D5DE8}"/>
                </a:ext>
              </a:extLst>
            </p:cNvPr>
            <p:cNvGrpSpPr/>
            <p:nvPr/>
          </p:nvGrpSpPr>
          <p:grpSpPr>
            <a:xfrm>
              <a:off x="1939436" y="1538374"/>
              <a:ext cx="37817" cy="61390"/>
              <a:chOff x="3883481" y="2057400"/>
              <a:chExt cx="1608363" cy="2652031"/>
            </a:xfrm>
            <a:solidFill>
              <a:srgbClr val="A6A6A6">
                <a:alpha val="20000"/>
              </a:srgbClr>
            </a:solidFill>
          </p:grpSpPr>
          <p:sp>
            <p:nvSpPr>
              <p:cNvPr id="9517" name="Oval 27">
                <a:extLst>
                  <a:ext uri="{FF2B5EF4-FFF2-40B4-BE49-F238E27FC236}">
                    <a16:creationId xmlns:a16="http://schemas.microsoft.com/office/drawing/2014/main" id="{6D010D4F-FF9B-5E80-E7C6-F9A6B9D30C7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18" name="Oval 28">
                <a:extLst>
                  <a:ext uri="{FF2B5EF4-FFF2-40B4-BE49-F238E27FC236}">
                    <a16:creationId xmlns:a16="http://schemas.microsoft.com/office/drawing/2014/main" id="{85F83B2E-5B6C-D1BF-1F81-E489B06F1B2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525" name="Group 9524">
            <a:extLst>
              <a:ext uri="{FF2B5EF4-FFF2-40B4-BE49-F238E27FC236}">
                <a16:creationId xmlns:a16="http://schemas.microsoft.com/office/drawing/2014/main" id="{5FCA2BFF-1E58-2DD6-75D7-C78B5A658048}"/>
              </a:ext>
            </a:extLst>
          </p:cNvPr>
          <p:cNvGrpSpPr/>
          <p:nvPr/>
        </p:nvGrpSpPr>
        <p:grpSpPr>
          <a:xfrm>
            <a:off x="5454379" y="2974054"/>
            <a:ext cx="721206" cy="649846"/>
            <a:chOff x="5454379" y="2974054"/>
            <a:chExt cx="721206" cy="649846"/>
          </a:xfrm>
        </p:grpSpPr>
        <p:sp>
          <p:nvSpPr>
            <p:cNvPr id="9526" name="Rectangle 9525">
              <a:extLst>
                <a:ext uri="{FF2B5EF4-FFF2-40B4-BE49-F238E27FC236}">
                  <a16:creationId xmlns:a16="http://schemas.microsoft.com/office/drawing/2014/main" id="{9E157286-7C66-037D-896D-EF1F9A384999}"/>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9527" name="Rectangle 9526">
              <a:extLst>
                <a:ext uri="{FF2B5EF4-FFF2-40B4-BE49-F238E27FC236}">
                  <a16:creationId xmlns:a16="http://schemas.microsoft.com/office/drawing/2014/main" id="{B6C5D3D1-15AB-6EED-3238-A8AAC906A90A}"/>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28" name="Oval 15">
              <a:extLst>
                <a:ext uri="{FF2B5EF4-FFF2-40B4-BE49-F238E27FC236}">
                  <a16:creationId xmlns:a16="http://schemas.microsoft.com/office/drawing/2014/main" id="{631C62A9-A813-B013-2A7E-45FF750E3E72}"/>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529" name="Straight Connector 9528">
              <a:extLst>
                <a:ext uri="{FF2B5EF4-FFF2-40B4-BE49-F238E27FC236}">
                  <a16:creationId xmlns:a16="http://schemas.microsoft.com/office/drawing/2014/main" id="{2B4312DB-899F-37E2-4CFF-85497A87D983}"/>
                </a:ext>
              </a:extLst>
            </p:cNvPr>
            <p:cNvCxnSpPr>
              <a:cxnSpLocks/>
              <a:stCxn id="9528"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530" name="Straight Connector 9529">
              <a:extLst>
                <a:ext uri="{FF2B5EF4-FFF2-40B4-BE49-F238E27FC236}">
                  <a16:creationId xmlns:a16="http://schemas.microsoft.com/office/drawing/2014/main" id="{9FE9097E-57F4-B880-197B-91050A4D5F43}"/>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531" name="Group 9530">
            <a:extLst>
              <a:ext uri="{FF2B5EF4-FFF2-40B4-BE49-F238E27FC236}">
                <a16:creationId xmlns:a16="http://schemas.microsoft.com/office/drawing/2014/main" id="{0946FEF1-2D42-3965-959F-A880754AF7CD}"/>
              </a:ext>
            </a:extLst>
          </p:cNvPr>
          <p:cNvGrpSpPr/>
          <p:nvPr/>
        </p:nvGrpSpPr>
        <p:grpSpPr>
          <a:xfrm>
            <a:off x="431659" y="2974054"/>
            <a:ext cx="721891" cy="609701"/>
            <a:chOff x="431659" y="2974054"/>
            <a:chExt cx="721891" cy="609701"/>
          </a:xfrm>
        </p:grpSpPr>
        <p:sp>
          <p:nvSpPr>
            <p:cNvPr id="9532" name="Rectangle 9531">
              <a:extLst>
                <a:ext uri="{FF2B5EF4-FFF2-40B4-BE49-F238E27FC236}">
                  <a16:creationId xmlns:a16="http://schemas.microsoft.com/office/drawing/2014/main" id="{33EBC256-F3B0-E0FC-060E-47A3F240AE16}"/>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9533" name="Right Triangle 9532">
              <a:extLst>
                <a:ext uri="{FF2B5EF4-FFF2-40B4-BE49-F238E27FC236}">
                  <a16:creationId xmlns:a16="http://schemas.microsoft.com/office/drawing/2014/main" id="{BF2E1552-7A27-4D84-4268-642145C4E8ED}"/>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534" name="Group 9533">
              <a:extLst>
                <a:ext uri="{FF2B5EF4-FFF2-40B4-BE49-F238E27FC236}">
                  <a16:creationId xmlns:a16="http://schemas.microsoft.com/office/drawing/2014/main" id="{4DDDE654-992F-D990-193E-A1477BF0E760}"/>
                </a:ext>
              </a:extLst>
            </p:cNvPr>
            <p:cNvGrpSpPr/>
            <p:nvPr/>
          </p:nvGrpSpPr>
          <p:grpSpPr>
            <a:xfrm>
              <a:off x="1102940" y="2981762"/>
              <a:ext cx="37817" cy="61390"/>
              <a:chOff x="3883481" y="2057400"/>
              <a:chExt cx="1608363" cy="2652031"/>
            </a:xfrm>
            <a:solidFill>
              <a:srgbClr val="A6A6A6">
                <a:alpha val="20000"/>
              </a:srgbClr>
            </a:solidFill>
          </p:grpSpPr>
          <p:sp>
            <p:nvSpPr>
              <p:cNvPr id="9535" name="Oval 27">
                <a:extLst>
                  <a:ext uri="{FF2B5EF4-FFF2-40B4-BE49-F238E27FC236}">
                    <a16:creationId xmlns:a16="http://schemas.microsoft.com/office/drawing/2014/main" id="{89574201-7D44-AE82-609A-AE4A612D568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36" name="Oval 28">
                <a:extLst>
                  <a:ext uri="{FF2B5EF4-FFF2-40B4-BE49-F238E27FC236}">
                    <a16:creationId xmlns:a16="http://schemas.microsoft.com/office/drawing/2014/main" id="{A7BC316D-97EC-07DA-0194-87BFDA996BA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543" name="Group 9542">
            <a:extLst>
              <a:ext uri="{FF2B5EF4-FFF2-40B4-BE49-F238E27FC236}">
                <a16:creationId xmlns:a16="http://schemas.microsoft.com/office/drawing/2014/main" id="{957EE480-DD2F-55C5-4970-CF4D87B425BB}"/>
              </a:ext>
            </a:extLst>
          </p:cNvPr>
          <p:cNvGrpSpPr/>
          <p:nvPr/>
        </p:nvGrpSpPr>
        <p:grpSpPr>
          <a:xfrm>
            <a:off x="2940469" y="2974031"/>
            <a:ext cx="721206" cy="613175"/>
            <a:chOff x="2940469" y="2974031"/>
            <a:chExt cx="721206" cy="613175"/>
          </a:xfrm>
        </p:grpSpPr>
        <p:sp>
          <p:nvSpPr>
            <p:cNvPr id="9544" name="Rectangle 9543">
              <a:extLst>
                <a:ext uri="{FF2B5EF4-FFF2-40B4-BE49-F238E27FC236}">
                  <a16:creationId xmlns:a16="http://schemas.microsoft.com/office/drawing/2014/main" id="{0291A97A-F08A-E741-5644-89C24FA5ACD4}"/>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9545" name="Right Triangle 9544">
              <a:extLst>
                <a:ext uri="{FF2B5EF4-FFF2-40B4-BE49-F238E27FC236}">
                  <a16:creationId xmlns:a16="http://schemas.microsoft.com/office/drawing/2014/main" id="{C426C0C3-A3A4-07A1-243D-780AEA9ABE18}"/>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546" name="Group 9545">
              <a:extLst>
                <a:ext uri="{FF2B5EF4-FFF2-40B4-BE49-F238E27FC236}">
                  <a16:creationId xmlns:a16="http://schemas.microsoft.com/office/drawing/2014/main" id="{3D8F493A-ADF5-7113-36B2-C3C788CDA2C9}"/>
                </a:ext>
              </a:extLst>
            </p:cNvPr>
            <p:cNvGrpSpPr/>
            <p:nvPr/>
          </p:nvGrpSpPr>
          <p:grpSpPr>
            <a:xfrm>
              <a:off x="3610502" y="2980132"/>
              <a:ext cx="37817" cy="61390"/>
              <a:chOff x="3883481" y="2057400"/>
              <a:chExt cx="1608363" cy="2652031"/>
            </a:xfrm>
            <a:solidFill>
              <a:srgbClr val="A6A6A6">
                <a:alpha val="20000"/>
              </a:srgbClr>
            </a:solidFill>
          </p:grpSpPr>
          <p:sp>
            <p:nvSpPr>
              <p:cNvPr id="9547" name="Oval 27">
                <a:extLst>
                  <a:ext uri="{FF2B5EF4-FFF2-40B4-BE49-F238E27FC236}">
                    <a16:creationId xmlns:a16="http://schemas.microsoft.com/office/drawing/2014/main" id="{4FE478C3-E823-9F61-A019-2D00C328C5E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48" name="Oval 28">
                <a:extLst>
                  <a:ext uri="{FF2B5EF4-FFF2-40B4-BE49-F238E27FC236}">
                    <a16:creationId xmlns:a16="http://schemas.microsoft.com/office/drawing/2014/main" id="{7B2F996C-D281-F45B-6830-E6DE51BCA61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549" name="Group 9548">
            <a:extLst>
              <a:ext uri="{FF2B5EF4-FFF2-40B4-BE49-F238E27FC236}">
                <a16:creationId xmlns:a16="http://schemas.microsoft.com/office/drawing/2014/main" id="{77EF20BC-9CDC-B21C-8333-DFBE5989E153}"/>
              </a:ext>
            </a:extLst>
          </p:cNvPr>
          <p:cNvGrpSpPr/>
          <p:nvPr/>
        </p:nvGrpSpPr>
        <p:grpSpPr>
          <a:xfrm>
            <a:off x="1268380" y="2974053"/>
            <a:ext cx="721206" cy="609701"/>
            <a:chOff x="1268380" y="2974053"/>
            <a:chExt cx="721206" cy="609701"/>
          </a:xfrm>
        </p:grpSpPr>
        <p:sp>
          <p:nvSpPr>
            <p:cNvPr id="9550" name="Rectangle 9549">
              <a:extLst>
                <a:ext uri="{FF2B5EF4-FFF2-40B4-BE49-F238E27FC236}">
                  <a16:creationId xmlns:a16="http://schemas.microsoft.com/office/drawing/2014/main" id="{158BAA6A-27B7-E507-3412-C6B792EAA32F}"/>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9551" name="Right Triangle 9550">
              <a:extLst>
                <a:ext uri="{FF2B5EF4-FFF2-40B4-BE49-F238E27FC236}">
                  <a16:creationId xmlns:a16="http://schemas.microsoft.com/office/drawing/2014/main" id="{F5A39264-79CE-B933-FE4E-6F72A1334407}"/>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552" name="Group 9551">
              <a:extLst>
                <a:ext uri="{FF2B5EF4-FFF2-40B4-BE49-F238E27FC236}">
                  <a16:creationId xmlns:a16="http://schemas.microsoft.com/office/drawing/2014/main" id="{A3E03DDF-DD21-F733-E6B9-2D16D771B781}"/>
                </a:ext>
              </a:extLst>
            </p:cNvPr>
            <p:cNvGrpSpPr/>
            <p:nvPr/>
          </p:nvGrpSpPr>
          <p:grpSpPr>
            <a:xfrm>
              <a:off x="1938973" y="2986452"/>
              <a:ext cx="37817" cy="61390"/>
              <a:chOff x="3883481" y="2057400"/>
              <a:chExt cx="1608363" cy="2652031"/>
            </a:xfrm>
            <a:solidFill>
              <a:srgbClr val="A6A6A6">
                <a:alpha val="20000"/>
              </a:srgbClr>
            </a:solidFill>
          </p:grpSpPr>
          <p:sp>
            <p:nvSpPr>
              <p:cNvPr id="9553" name="Oval 27">
                <a:extLst>
                  <a:ext uri="{FF2B5EF4-FFF2-40B4-BE49-F238E27FC236}">
                    <a16:creationId xmlns:a16="http://schemas.microsoft.com/office/drawing/2014/main" id="{93FD68C7-4D87-C366-6B96-624C6E0F714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54" name="Oval 28">
                <a:extLst>
                  <a:ext uri="{FF2B5EF4-FFF2-40B4-BE49-F238E27FC236}">
                    <a16:creationId xmlns:a16="http://schemas.microsoft.com/office/drawing/2014/main" id="{B1CF55F2-F9B3-1D86-47F3-048D19F0FA3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555" name="Group 9554">
            <a:extLst>
              <a:ext uri="{FF2B5EF4-FFF2-40B4-BE49-F238E27FC236}">
                <a16:creationId xmlns:a16="http://schemas.microsoft.com/office/drawing/2014/main" id="{9683A422-B39B-8DB0-62BF-B56EC12C7564}"/>
              </a:ext>
            </a:extLst>
          </p:cNvPr>
          <p:cNvGrpSpPr/>
          <p:nvPr/>
        </p:nvGrpSpPr>
        <p:grpSpPr>
          <a:xfrm>
            <a:off x="2938534" y="811556"/>
            <a:ext cx="721206" cy="609701"/>
            <a:chOff x="2938534" y="811556"/>
            <a:chExt cx="721206" cy="609701"/>
          </a:xfrm>
        </p:grpSpPr>
        <p:sp>
          <p:nvSpPr>
            <p:cNvPr id="9556" name="Rectangle 9555">
              <a:extLst>
                <a:ext uri="{FF2B5EF4-FFF2-40B4-BE49-F238E27FC236}">
                  <a16:creationId xmlns:a16="http://schemas.microsoft.com/office/drawing/2014/main" id="{0D0781D3-A0E1-9412-993F-5F562A93C45B}"/>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9557" name="Rectangle 9556">
              <a:extLst>
                <a:ext uri="{FF2B5EF4-FFF2-40B4-BE49-F238E27FC236}">
                  <a16:creationId xmlns:a16="http://schemas.microsoft.com/office/drawing/2014/main" id="{CDFAADEA-11AA-550D-6646-473A631C6E66}"/>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58" name="Oval 15">
              <a:extLst>
                <a:ext uri="{FF2B5EF4-FFF2-40B4-BE49-F238E27FC236}">
                  <a16:creationId xmlns:a16="http://schemas.microsoft.com/office/drawing/2014/main" id="{6BCEEABF-9C97-56E8-74CB-3E3E014D4D7E}"/>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559" name="Straight Connector 9558">
              <a:extLst>
                <a:ext uri="{FF2B5EF4-FFF2-40B4-BE49-F238E27FC236}">
                  <a16:creationId xmlns:a16="http://schemas.microsoft.com/office/drawing/2014/main" id="{241D04A0-CA72-CE04-867B-877185304F16}"/>
                </a:ext>
              </a:extLst>
            </p:cNvPr>
            <p:cNvCxnSpPr>
              <a:cxnSpLocks/>
              <a:stCxn id="9558"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560" name="Straight Connector 9559">
              <a:extLst>
                <a:ext uri="{FF2B5EF4-FFF2-40B4-BE49-F238E27FC236}">
                  <a16:creationId xmlns:a16="http://schemas.microsoft.com/office/drawing/2014/main" id="{41AD5745-4BF7-4D5F-8CE7-007B3B8EF3D8}"/>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567" name="Group 9566">
            <a:extLst>
              <a:ext uri="{FF2B5EF4-FFF2-40B4-BE49-F238E27FC236}">
                <a16:creationId xmlns:a16="http://schemas.microsoft.com/office/drawing/2014/main" id="{09361AE8-A817-01FB-7468-18F0C574ED45}"/>
              </a:ext>
            </a:extLst>
          </p:cNvPr>
          <p:cNvGrpSpPr/>
          <p:nvPr/>
        </p:nvGrpSpPr>
        <p:grpSpPr>
          <a:xfrm>
            <a:off x="431659" y="811556"/>
            <a:ext cx="721206" cy="609701"/>
            <a:chOff x="431659" y="811556"/>
            <a:chExt cx="721206" cy="609701"/>
          </a:xfrm>
        </p:grpSpPr>
        <p:sp>
          <p:nvSpPr>
            <p:cNvPr id="9568" name="Rectangle 9567">
              <a:extLst>
                <a:ext uri="{FF2B5EF4-FFF2-40B4-BE49-F238E27FC236}">
                  <a16:creationId xmlns:a16="http://schemas.microsoft.com/office/drawing/2014/main" id="{39629471-55A5-5B2A-161B-2ADD766FEF67}"/>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9569" name="Right Triangle 9568">
              <a:extLst>
                <a:ext uri="{FF2B5EF4-FFF2-40B4-BE49-F238E27FC236}">
                  <a16:creationId xmlns:a16="http://schemas.microsoft.com/office/drawing/2014/main" id="{EE8FB52B-098B-ADF7-F010-93621D7557D4}"/>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570" name="Group 9569">
              <a:extLst>
                <a:ext uri="{FF2B5EF4-FFF2-40B4-BE49-F238E27FC236}">
                  <a16:creationId xmlns:a16="http://schemas.microsoft.com/office/drawing/2014/main" id="{AC70E1BC-F8C5-7B3E-454A-34E078878D2A}"/>
                </a:ext>
              </a:extLst>
            </p:cNvPr>
            <p:cNvGrpSpPr/>
            <p:nvPr/>
          </p:nvGrpSpPr>
          <p:grpSpPr>
            <a:xfrm>
              <a:off x="1100969" y="819591"/>
              <a:ext cx="37817" cy="61390"/>
              <a:chOff x="3883481" y="2057400"/>
              <a:chExt cx="1608363" cy="2652031"/>
            </a:xfrm>
            <a:solidFill>
              <a:srgbClr val="A6A6A6">
                <a:alpha val="20000"/>
              </a:srgbClr>
            </a:solidFill>
          </p:grpSpPr>
          <p:sp>
            <p:nvSpPr>
              <p:cNvPr id="9571" name="Oval 27">
                <a:extLst>
                  <a:ext uri="{FF2B5EF4-FFF2-40B4-BE49-F238E27FC236}">
                    <a16:creationId xmlns:a16="http://schemas.microsoft.com/office/drawing/2014/main" id="{D0B9FBC2-846B-A7CA-1B6C-6C16C2A7760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72" name="Oval 28">
                <a:extLst>
                  <a:ext uri="{FF2B5EF4-FFF2-40B4-BE49-F238E27FC236}">
                    <a16:creationId xmlns:a16="http://schemas.microsoft.com/office/drawing/2014/main" id="{2E28599A-606E-332B-7909-37E39D06E43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573" name="Group 9572">
            <a:extLst>
              <a:ext uri="{FF2B5EF4-FFF2-40B4-BE49-F238E27FC236}">
                <a16:creationId xmlns:a16="http://schemas.microsoft.com/office/drawing/2014/main" id="{B5D7ED1B-B5F1-7BB4-721F-87E15BD5875E}"/>
              </a:ext>
            </a:extLst>
          </p:cNvPr>
          <p:cNvGrpSpPr/>
          <p:nvPr/>
        </p:nvGrpSpPr>
        <p:grpSpPr>
          <a:xfrm>
            <a:off x="1267285" y="811556"/>
            <a:ext cx="721206" cy="609701"/>
            <a:chOff x="1267285" y="811556"/>
            <a:chExt cx="721206" cy="609701"/>
          </a:xfrm>
        </p:grpSpPr>
        <p:sp>
          <p:nvSpPr>
            <p:cNvPr id="9574" name="Rectangle 9573">
              <a:extLst>
                <a:ext uri="{FF2B5EF4-FFF2-40B4-BE49-F238E27FC236}">
                  <a16:creationId xmlns:a16="http://schemas.microsoft.com/office/drawing/2014/main" id="{B6E70E24-699F-DA08-183B-422BB4C8092E}"/>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9575" name="Right Triangle 9574">
              <a:extLst>
                <a:ext uri="{FF2B5EF4-FFF2-40B4-BE49-F238E27FC236}">
                  <a16:creationId xmlns:a16="http://schemas.microsoft.com/office/drawing/2014/main" id="{55DD6078-CCFC-7BE7-4337-8F19DE2D12F4}"/>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576" name="Group 9575">
              <a:extLst>
                <a:ext uri="{FF2B5EF4-FFF2-40B4-BE49-F238E27FC236}">
                  <a16:creationId xmlns:a16="http://schemas.microsoft.com/office/drawing/2014/main" id="{98730B68-1796-4DB3-E559-B8ED1578F4D1}"/>
                </a:ext>
              </a:extLst>
            </p:cNvPr>
            <p:cNvGrpSpPr/>
            <p:nvPr/>
          </p:nvGrpSpPr>
          <p:grpSpPr>
            <a:xfrm>
              <a:off x="1937878" y="819591"/>
              <a:ext cx="37817" cy="61390"/>
              <a:chOff x="3883481" y="2057400"/>
              <a:chExt cx="1608363" cy="2652031"/>
            </a:xfrm>
            <a:solidFill>
              <a:srgbClr val="A6A6A6">
                <a:alpha val="20000"/>
              </a:srgbClr>
            </a:solidFill>
          </p:grpSpPr>
          <p:sp>
            <p:nvSpPr>
              <p:cNvPr id="9577" name="Oval 27">
                <a:extLst>
                  <a:ext uri="{FF2B5EF4-FFF2-40B4-BE49-F238E27FC236}">
                    <a16:creationId xmlns:a16="http://schemas.microsoft.com/office/drawing/2014/main" id="{6A7A4125-2BE1-5D53-7F34-D48515EF46C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78" name="Oval 28">
                <a:extLst>
                  <a:ext uri="{FF2B5EF4-FFF2-40B4-BE49-F238E27FC236}">
                    <a16:creationId xmlns:a16="http://schemas.microsoft.com/office/drawing/2014/main" id="{624EA49E-2E44-CB3B-E926-1D8F8216901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579" name="Group 9578">
            <a:extLst>
              <a:ext uri="{FF2B5EF4-FFF2-40B4-BE49-F238E27FC236}">
                <a16:creationId xmlns:a16="http://schemas.microsoft.com/office/drawing/2014/main" id="{435F3BB8-54F0-F680-F67C-D7CCD88C187D}"/>
              </a:ext>
            </a:extLst>
          </p:cNvPr>
          <p:cNvGrpSpPr/>
          <p:nvPr/>
        </p:nvGrpSpPr>
        <p:grpSpPr>
          <a:xfrm>
            <a:off x="3776512" y="2974053"/>
            <a:ext cx="724130" cy="609701"/>
            <a:chOff x="3776512" y="2974053"/>
            <a:chExt cx="724130" cy="609701"/>
          </a:xfrm>
        </p:grpSpPr>
        <p:sp>
          <p:nvSpPr>
            <p:cNvPr id="9580" name="Rectangle 9579">
              <a:extLst>
                <a:ext uri="{FF2B5EF4-FFF2-40B4-BE49-F238E27FC236}">
                  <a16:creationId xmlns:a16="http://schemas.microsoft.com/office/drawing/2014/main" id="{715563B4-3C01-819F-A370-56A2F4430725}"/>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Auth Context</a:t>
              </a:r>
            </a:p>
          </p:txBody>
        </p:sp>
        <p:sp>
          <p:nvSpPr>
            <p:cNvPr id="9581" name="Right Triangle 9580">
              <a:extLst>
                <a:ext uri="{FF2B5EF4-FFF2-40B4-BE49-F238E27FC236}">
                  <a16:creationId xmlns:a16="http://schemas.microsoft.com/office/drawing/2014/main" id="{4F3A539B-57FC-EF7A-306A-78732D06A8E5}"/>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582" name="Group 9581">
              <a:extLst>
                <a:ext uri="{FF2B5EF4-FFF2-40B4-BE49-F238E27FC236}">
                  <a16:creationId xmlns:a16="http://schemas.microsoft.com/office/drawing/2014/main" id="{D19C5FC7-444C-99B3-96E0-060BD56182D9}"/>
                </a:ext>
              </a:extLst>
            </p:cNvPr>
            <p:cNvGrpSpPr/>
            <p:nvPr/>
          </p:nvGrpSpPr>
          <p:grpSpPr>
            <a:xfrm>
              <a:off x="4450061" y="2982574"/>
              <a:ext cx="37817" cy="61390"/>
              <a:chOff x="3883481" y="2057400"/>
              <a:chExt cx="1608363" cy="2652031"/>
            </a:xfrm>
            <a:solidFill>
              <a:srgbClr val="A6A6A6">
                <a:alpha val="20000"/>
              </a:srgbClr>
            </a:solidFill>
          </p:grpSpPr>
          <p:sp>
            <p:nvSpPr>
              <p:cNvPr id="9583" name="Oval 27">
                <a:extLst>
                  <a:ext uri="{FF2B5EF4-FFF2-40B4-BE49-F238E27FC236}">
                    <a16:creationId xmlns:a16="http://schemas.microsoft.com/office/drawing/2014/main" id="{50FC7043-F240-2225-0F37-6403F8E463F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84" name="Oval 28">
                <a:extLst>
                  <a:ext uri="{FF2B5EF4-FFF2-40B4-BE49-F238E27FC236}">
                    <a16:creationId xmlns:a16="http://schemas.microsoft.com/office/drawing/2014/main" id="{A2313FCF-2A68-6357-689A-1CABD693DAC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585" name="Group 9584">
            <a:extLst>
              <a:ext uri="{FF2B5EF4-FFF2-40B4-BE49-F238E27FC236}">
                <a16:creationId xmlns:a16="http://schemas.microsoft.com/office/drawing/2014/main" id="{4AA75CFB-6B23-388C-25F7-C3AB68D4155E}"/>
              </a:ext>
            </a:extLst>
          </p:cNvPr>
          <p:cNvGrpSpPr/>
          <p:nvPr/>
        </p:nvGrpSpPr>
        <p:grpSpPr>
          <a:xfrm>
            <a:off x="2889438" y="751337"/>
            <a:ext cx="5022643" cy="5001728"/>
            <a:chOff x="2889438" y="751337"/>
            <a:chExt cx="5022643" cy="5001728"/>
          </a:xfrm>
        </p:grpSpPr>
        <p:cxnSp>
          <p:nvCxnSpPr>
            <p:cNvPr id="9586" name="Straight Connector 9585">
              <a:extLst>
                <a:ext uri="{FF2B5EF4-FFF2-40B4-BE49-F238E27FC236}">
                  <a16:creationId xmlns:a16="http://schemas.microsoft.com/office/drawing/2014/main" id="{EA54A7FB-2E65-EDCD-31B6-C507A527FBC3}"/>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87" name="Straight Connector 9586">
              <a:extLst>
                <a:ext uri="{FF2B5EF4-FFF2-40B4-BE49-F238E27FC236}">
                  <a16:creationId xmlns:a16="http://schemas.microsoft.com/office/drawing/2014/main" id="{240D6339-DA0D-46AB-65C1-8A21CDA72543}"/>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88" name="Straight Connector 9587">
              <a:extLst>
                <a:ext uri="{FF2B5EF4-FFF2-40B4-BE49-F238E27FC236}">
                  <a16:creationId xmlns:a16="http://schemas.microsoft.com/office/drawing/2014/main" id="{F2DEF5A5-39B6-7525-40D8-39B2E6F780DC}"/>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89" name="Straight Connector 9588">
              <a:extLst>
                <a:ext uri="{FF2B5EF4-FFF2-40B4-BE49-F238E27FC236}">
                  <a16:creationId xmlns:a16="http://schemas.microsoft.com/office/drawing/2014/main" id="{48390250-A76C-23CF-CE57-DEB7FF04D0E4}"/>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90" name="Straight Connector 9589">
              <a:extLst>
                <a:ext uri="{FF2B5EF4-FFF2-40B4-BE49-F238E27FC236}">
                  <a16:creationId xmlns:a16="http://schemas.microsoft.com/office/drawing/2014/main" id="{D27FFB95-ACF9-3182-7B21-470952B2F6A9}"/>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91" name="Straight Connector 9590">
              <a:extLst>
                <a:ext uri="{FF2B5EF4-FFF2-40B4-BE49-F238E27FC236}">
                  <a16:creationId xmlns:a16="http://schemas.microsoft.com/office/drawing/2014/main" id="{A30FDABB-83E6-283B-4D02-B4C1FD06AA13}"/>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92" name="Straight Connector 9591">
              <a:extLst>
                <a:ext uri="{FF2B5EF4-FFF2-40B4-BE49-F238E27FC236}">
                  <a16:creationId xmlns:a16="http://schemas.microsoft.com/office/drawing/2014/main" id="{DD24CBC1-F3AB-B92E-88BF-C4AB314CB9E4}"/>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93" name="Straight Connector 9592">
              <a:extLst>
                <a:ext uri="{FF2B5EF4-FFF2-40B4-BE49-F238E27FC236}">
                  <a16:creationId xmlns:a16="http://schemas.microsoft.com/office/drawing/2014/main" id="{85E4ADA3-71F0-BC23-D043-5FE513ABA423}"/>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94" name="Straight Connector 9593">
              <a:extLst>
                <a:ext uri="{FF2B5EF4-FFF2-40B4-BE49-F238E27FC236}">
                  <a16:creationId xmlns:a16="http://schemas.microsoft.com/office/drawing/2014/main" id="{EC249926-0425-BE55-642A-7B1E43D95B1A}"/>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95" name="Straight Connector 9594">
              <a:extLst>
                <a:ext uri="{FF2B5EF4-FFF2-40B4-BE49-F238E27FC236}">
                  <a16:creationId xmlns:a16="http://schemas.microsoft.com/office/drawing/2014/main" id="{B85039C1-F7A2-D83C-1370-992955F096FD}"/>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9609" name="Group 9608">
            <a:extLst>
              <a:ext uri="{FF2B5EF4-FFF2-40B4-BE49-F238E27FC236}">
                <a16:creationId xmlns:a16="http://schemas.microsoft.com/office/drawing/2014/main" id="{13506A41-4AB4-0A09-7A5E-B0FBA215F7E9}"/>
              </a:ext>
            </a:extLst>
          </p:cNvPr>
          <p:cNvGrpSpPr/>
          <p:nvPr/>
        </p:nvGrpSpPr>
        <p:grpSpPr>
          <a:xfrm>
            <a:off x="2099604" y="5136552"/>
            <a:ext cx="721206" cy="609701"/>
            <a:chOff x="2099604" y="5136552"/>
            <a:chExt cx="721206" cy="609701"/>
          </a:xfrm>
        </p:grpSpPr>
        <p:sp>
          <p:nvSpPr>
            <p:cNvPr id="9610" name="Rectangle 9609">
              <a:extLst>
                <a:ext uri="{FF2B5EF4-FFF2-40B4-BE49-F238E27FC236}">
                  <a16:creationId xmlns:a16="http://schemas.microsoft.com/office/drawing/2014/main" id="{FDAEE42C-5C55-74AB-3295-C36BCF9B854D}"/>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9611" name="Right Triangle 9610">
              <a:extLst>
                <a:ext uri="{FF2B5EF4-FFF2-40B4-BE49-F238E27FC236}">
                  <a16:creationId xmlns:a16="http://schemas.microsoft.com/office/drawing/2014/main" id="{05802568-BE5B-97F1-2796-61557AB9E7C2}"/>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612" name="Group 9611">
              <a:extLst>
                <a:ext uri="{FF2B5EF4-FFF2-40B4-BE49-F238E27FC236}">
                  <a16:creationId xmlns:a16="http://schemas.microsoft.com/office/drawing/2014/main" id="{8DE691C0-576D-3CEF-6D85-A2C1F1A87D90}"/>
                </a:ext>
              </a:extLst>
            </p:cNvPr>
            <p:cNvGrpSpPr/>
            <p:nvPr/>
          </p:nvGrpSpPr>
          <p:grpSpPr>
            <a:xfrm>
              <a:off x="2765661" y="5151382"/>
              <a:ext cx="37817" cy="61390"/>
              <a:chOff x="3883481" y="2057400"/>
              <a:chExt cx="1608363" cy="2652031"/>
            </a:xfrm>
            <a:solidFill>
              <a:srgbClr val="A6A6A6">
                <a:alpha val="20000"/>
              </a:srgbClr>
            </a:solidFill>
          </p:grpSpPr>
          <p:sp>
            <p:nvSpPr>
              <p:cNvPr id="9613" name="Oval 27">
                <a:extLst>
                  <a:ext uri="{FF2B5EF4-FFF2-40B4-BE49-F238E27FC236}">
                    <a16:creationId xmlns:a16="http://schemas.microsoft.com/office/drawing/2014/main" id="{77107F17-3C77-CF9E-EA8D-EFA0DB725F8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14" name="Oval 28">
                <a:extLst>
                  <a:ext uri="{FF2B5EF4-FFF2-40B4-BE49-F238E27FC236}">
                    <a16:creationId xmlns:a16="http://schemas.microsoft.com/office/drawing/2014/main" id="{2473E274-3392-5B94-DA98-9349EA39A42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621" name="Group 9620">
            <a:extLst>
              <a:ext uri="{FF2B5EF4-FFF2-40B4-BE49-F238E27FC236}">
                <a16:creationId xmlns:a16="http://schemas.microsoft.com/office/drawing/2014/main" id="{9762F592-57FC-A2C8-FB3D-AC6E38BC7836}"/>
              </a:ext>
            </a:extLst>
          </p:cNvPr>
          <p:cNvGrpSpPr/>
          <p:nvPr/>
        </p:nvGrpSpPr>
        <p:grpSpPr>
          <a:xfrm>
            <a:off x="2937173" y="4419601"/>
            <a:ext cx="721206" cy="610396"/>
            <a:chOff x="2937173" y="4419601"/>
            <a:chExt cx="721206" cy="610396"/>
          </a:xfrm>
        </p:grpSpPr>
        <p:sp>
          <p:nvSpPr>
            <p:cNvPr id="9622" name="Rectangle 9621">
              <a:extLst>
                <a:ext uri="{FF2B5EF4-FFF2-40B4-BE49-F238E27FC236}">
                  <a16:creationId xmlns:a16="http://schemas.microsoft.com/office/drawing/2014/main" id="{F6F8DAE3-48D9-35CC-53E0-59B34CAAB63D}"/>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9623" name="Right Triangle 9622">
              <a:extLst>
                <a:ext uri="{FF2B5EF4-FFF2-40B4-BE49-F238E27FC236}">
                  <a16:creationId xmlns:a16="http://schemas.microsoft.com/office/drawing/2014/main" id="{7F7AA6AE-8BF5-3F78-C8DE-D836B25B0BBB}"/>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624" name="Group 9623">
              <a:extLst>
                <a:ext uri="{FF2B5EF4-FFF2-40B4-BE49-F238E27FC236}">
                  <a16:creationId xmlns:a16="http://schemas.microsoft.com/office/drawing/2014/main" id="{17D48850-E8F5-0B2F-627E-6568B21713ED}"/>
                </a:ext>
              </a:extLst>
            </p:cNvPr>
            <p:cNvGrpSpPr/>
            <p:nvPr/>
          </p:nvGrpSpPr>
          <p:grpSpPr>
            <a:xfrm>
              <a:off x="3607766" y="4425699"/>
              <a:ext cx="37817" cy="61390"/>
              <a:chOff x="3883481" y="2057400"/>
              <a:chExt cx="1608363" cy="2652031"/>
            </a:xfrm>
            <a:solidFill>
              <a:srgbClr val="A6A6A6">
                <a:alpha val="20000"/>
              </a:srgbClr>
            </a:solidFill>
          </p:grpSpPr>
          <p:sp>
            <p:nvSpPr>
              <p:cNvPr id="9625" name="Oval 27">
                <a:extLst>
                  <a:ext uri="{FF2B5EF4-FFF2-40B4-BE49-F238E27FC236}">
                    <a16:creationId xmlns:a16="http://schemas.microsoft.com/office/drawing/2014/main" id="{5E30FDAA-781A-C4B2-0465-25859ABD6B7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26" name="Oval 28">
                <a:extLst>
                  <a:ext uri="{FF2B5EF4-FFF2-40B4-BE49-F238E27FC236}">
                    <a16:creationId xmlns:a16="http://schemas.microsoft.com/office/drawing/2014/main" id="{C39CEDB3-E9CE-AAEF-8D32-BC81C5D37E5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627" name="Group 9626">
            <a:extLst>
              <a:ext uri="{FF2B5EF4-FFF2-40B4-BE49-F238E27FC236}">
                <a16:creationId xmlns:a16="http://schemas.microsoft.com/office/drawing/2014/main" id="{3F7CE46F-55FE-BF73-7A7C-7B0BC7E60C15}"/>
              </a:ext>
            </a:extLst>
          </p:cNvPr>
          <p:cNvGrpSpPr/>
          <p:nvPr/>
        </p:nvGrpSpPr>
        <p:grpSpPr>
          <a:xfrm>
            <a:off x="6286130" y="4419624"/>
            <a:ext cx="721206" cy="609701"/>
            <a:chOff x="6286130" y="4419624"/>
            <a:chExt cx="721206" cy="609701"/>
          </a:xfrm>
        </p:grpSpPr>
        <p:sp>
          <p:nvSpPr>
            <p:cNvPr id="9628" name="Rectangle 9627">
              <a:hlinkHover r:id="" action="ppaction://noaction" highlightClick="1"/>
              <a:extLst>
                <a:ext uri="{FF2B5EF4-FFF2-40B4-BE49-F238E27FC236}">
                  <a16:creationId xmlns:a16="http://schemas.microsoft.com/office/drawing/2014/main" id="{93250530-A351-F9A7-6761-4D259F533BEF}"/>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9629" name="Oval 9628">
              <a:extLst>
                <a:ext uri="{FF2B5EF4-FFF2-40B4-BE49-F238E27FC236}">
                  <a16:creationId xmlns:a16="http://schemas.microsoft.com/office/drawing/2014/main" id="{DFB44FF7-5506-FE72-0BFE-3E19A59CAF6A}"/>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30" name="Isosceles Triangle 648">
              <a:extLst>
                <a:ext uri="{FF2B5EF4-FFF2-40B4-BE49-F238E27FC236}">
                  <a16:creationId xmlns:a16="http://schemas.microsoft.com/office/drawing/2014/main" id="{A292B427-53C0-8E79-3636-76540F113E83}"/>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31" name="Group 9630">
            <a:extLst>
              <a:ext uri="{FF2B5EF4-FFF2-40B4-BE49-F238E27FC236}">
                <a16:creationId xmlns:a16="http://schemas.microsoft.com/office/drawing/2014/main" id="{505EF675-D519-85A2-FAC0-FCF667D04838}"/>
              </a:ext>
            </a:extLst>
          </p:cNvPr>
          <p:cNvGrpSpPr/>
          <p:nvPr/>
        </p:nvGrpSpPr>
        <p:grpSpPr>
          <a:xfrm>
            <a:off x="5458940" y="5135305"/>
            <a:ext cx="721206" cy="609701"/>
            <a:chOff x="5458940" y="5135305"/>
            <a:chExt cx="721206" cy="609701"/>
          </a:xfrm>
        </p:grpSpPr>
        <p:sp>
          <p:nvSpPr>
            <p:cNvPr id="9632" name="Rectangle 9631">
              <a:hlinkHover r:id="" action="ppaction://noaction" highlightClick="1"/>
              <a:extLst>
                <a:ext uri="{FF2B5EF4-FFF2-40B4-BE49-F238E27FC236}">
                  <a16:creationId xmlns:a16="http://schemas.microsoft.com/office/drawing/2014/main" id="{26E0FE2E-64B6-CE40-B0C7-32EC26B5C045}"/>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9633" name="Oval 9632">
              <a:extLst>
                <a:ext uri="{FF2B5EF4-FFF2-40B4-BE49-F238E27FC236}">
                  <a16:creationId xmlns:a16="http://schemas.microsoft.com/office/drawing/2014/main" id="{23CFF95B-5163-6A02-5C43-3104F02DA748}"/>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34" name="Isosceles Triangle 648">
              <a:extLst>
                <a:ext uri="{FF2B5EF4-FFF2-40B4-BE49-F238E27FC236}">
                  <a16:creationId xmlns:a16="http://schemas.microsoft.com/office/drawing/2014/main" id="{78A2FEFB-EA3E-D536-014D-B83C38A2C833}"/>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35" name="Group 9634">
            <a:extLst>
              <a:ext uri="{FF2B5EF4-FFF2-40B4-BE49-F238E27FC236}">
                <a16:creationId xmlns:a16="http://schemas.microsoft.com/office/drawing/2014/main" id="{41DD5EC7-7A5B-CBB2-D9E6-D1F62B79BE85}"/>
              </a:ext>
            </a:extLst>
          </p:cNvPr>
          <p:cNvGrpSpPr/>
          <p:nvPr/>
        </p:nvGrpSpPr>
        <p:grpSpPr>
          <a:xfrm>
            <a:off x="6289146" y="5141017"/>
            <a:ext cx="721206" cy="609701"/>
            <a:chOff x="6289146" y="5141017"/>
            <a:chExt cx="721206" cy="609701"/>
          </a:xfrm>
        </p:grpSpPr>
        <p:sp>
          <p:nvSpPr>
            <p:cNvPr id="9636" name="Rectangle 9635">
              <a:hlinkHover r:id="" action="ppaction://noaction" highlightClick="1"/>
              <a:extLst>
                <a:ext uri="{FF2B5EF4-FFF2-40B4-BE49-F238E27FC236}">
                  <a16:creationId xmlns:a16="http://schemas.microsoft.com/office/drawing/2014/main" id="{4BA79C47-7645-55B8-D8EB-18C9579163C6}"/>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9637" name="Oval 9636">
              <a:extLst>
                <a:ext uri="{FF2B5EF4-FFF2-40B4-BE49-F238E27FC236}">
                  <a16:creationId xmlns:a16="http://schemas.microsoft.com/office/drawing/2014/main" id="{6B166BFF-8B8B-9221-FD79-DD7B90951D81}"/>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38" name="Isosceles Triangle 648">
              <a:extLst>
                <a:ext uri="{FF2B5EF4-FFF2-40B4-BE49-F238E27FC236}">
                  <a16:creationId xmlns:a16="http://schemas.microsoft.com/office/drawing/2014/main" id="{2C3799B8-B4E0-93AC-73DD-B61C123BEDD7}"/>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39" name="Group 9638">
            <a:extLst>
              <a:ext uri="{FF2B5EF4-FFF2-40B4-BE49-F238E27FC236}">
                <a16:creationId xmlns:a16="http://schemas.microsoft.com/office/drawing/2014/main" id="{8BC7C15E-8155-FB7D-BA12-6641255204E8}"/>
              </a:ext>
            </a:extLst>
          </p:cNvPr>
          <p:cNvGrpSpPr/>
          <p:nvPr/>
        </p:nvGrpSpPr>
        <p:grpSpPr>
          <a:xfrm>
            <a:off x="7122911" y="4419624"/>
            <a:ext cx="721206" cy="609701"/>
            <a:chOff x="7122911" y="4419624"/>
            <a:chExt cx="721206" cy="609701"/>
          </a:xfrm>
        </p:grpSpPr>
        <p:sp>
          <p:nvSpPr>
            <p:cNvPr id="9640" name="Rectangle 9639">
              <a:hlinkHover r:id="" action="ppaction://noaction" highlightClick="1"/>
              <a:extLst>
                <a:ext uri="{FF2B5EF4-FFF2-40B4-BE49-F238E27FC236}">
                  <a16:creationId xmlns:a16="http://schemas.microsoft.com/office/drawing/2014/main" id="{3BB09D73-A4B9-C168-2B32-E53CC651D6DC}"/>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9641" name="Oval 9640">
              <a:extLst>
                <a:ext uri="{FF2B5EF4-FFF2-40B4-BE49-F238E27FC236}">
                  <a16:creationId xmlns:a16="http://schemas.microsoft.com/office/drawing/2014/main" id="{9FA0813A-23FF-3C20-6C5A-7B5ABDB15652}"/>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42" name="Isosceles Triangle 648">
              <a:extLst>
                <a:ext uri="{FF2B5EF4-FFF2-40B4-BE49-F238E27FC236}">
                  <a16:creationId xmlns:a16="http://schemas.microsoft.com/office/drawing/2014/main" id="{1E6C1C91-EDAB-F1E7-5605-2040DA46F507}"/>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47" name="Group 9646">
            <a:extLst>
              <a:ext uri="{FF2B5EF4-FFF2-40B4-BE49-F238E27FC236}">
                <a16:creationId xmlns:a16="http://schemas.microsoft.com/office/drawing/2014/main" id="{77FE67B7-0909-3595-137C-E8FC1AA4B565}"/>
              </a:ext>
            </a:extLst>
          </p:cNvPr>
          <p:cNvGrpSpPr/>
          <p:nvPr/>
        </p:nvGrpSpPr>
        <p:grpSpPr>
          <a:xfrm>
            <a:off x="5454385" y="4419624"/>
            <a:ext cx="721206" cy="609701"/>
            <a:chOff x="5454385" y="4419624"/>
            <a:chExt cx="721206" cy="609701"/>
          </a:xfrm>
        </p:grpSpPr>
        <p:sp>
          <p:nvSpPr>
            <p:cNvPr id="9648" name="Rectangle 9647">
              <a:hlinkHover r:id="" action="ppaction://noaction" highlightClick="1"/>
              <a:extLst>
                <a:ext uri="{FF2B5EF4-FFF2-40B4-BE49-F238E27FC236}">
                  <a16:creationId xmlns:a16="http://schemas.microsoft.com/office/drawing/2014/main" id="{98E0107E-4CC8-2C3F-2976-5258BB74503C}"/>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9649" name="Oval 9648">
              <a:extLst>
                <a:ext uri="{FF2B5EF4-FFF2-40B4-BE49-F238E27FC236}">
                  <a16:creationId xmlns:a16="http://schemas.microsoft.com/office/drawing/2014/main" id="{6377FAD2-A5EE-3DF3-9F4D-5BACAB39EABA}"/>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50" name="Isosceles Triangle 648">
              <a:extLst>
                <a:ext uri="{FF2B5EF4-FFF2-40B4-BE49-F238E27FC236}">
                  <a16:creationId xmlns:a16="http://schemas.microsoft.com/office/drawing/2014/main" id="{223DAD67-24DB-162E-FD6C-D8844379E6EE}"/>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51" name="Group 9650">
            <a:extLst>
              <a:ext uri="{FF2B5EF4-FFF2-40B4-BE49-F238E27FC236}">
                <a16:creationId xmlns:a16="http://schemas.microsoft.com/office/drawing/2014/main" id="{F8167719-BFF5-5628-19BC-C68DA0365727}"/>
              </a:ext>
            </a:extLst>
          </p:cNvPr>
          <p:cNvGrpSpPr/>
          <p:nvPr/>
        </p:nvGrpSpPr>
        <p:grpSpPr>
          <a:xfrm>
            <a:off x="3775041" y="5130133"/>
            <a:ext cx="721895" cy="609700"/>
            <a:chOff x="3775041" y="5130133"/>
            <a:chExt cx="721895" cy="609700"/>
          </a:xfrm>
        </p:grpSpPr>
        <p:sp>
          <p:nvSpPr>
            <p:cNvPr id="9652" name="Rectangle 9651">
              <a:hlinkHover r:id="" action="ppaction://noaction" highlightClick="1"/>
              <a:extLst>
                <a:ext uri="{FF2B5EF4-FFF2-40B4-BE49-F238E27FC236}">
                  <a16:creationId xmlns:a16="http://schemas.microsoft.com/office/drawing/2014/main" id="{2FCF3DBE-BE41-DFBC-726F-6A153CCEE083}"/>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9653" name="Diamond 9652">
              <a:extLst>
                <a:ext uri="{FF2B5EF4-FFF2-40B4-BE49-F238E27FC236}">
                  <a16:creationId xmlns:a16="http://schemas.microsoft.com/office/drawing/2014/main" id="{36FC0D73-31C0-0181-F6CC-EE94C2B400AC}"/>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54" name="Oval 9653">
              <a:extLst>
                <a:ext uri="{FF2B5EF4-FFF2-40B4-BE49-F238E27FC236}">
                  <a16:creationId xmlns:a16="http://schemas.microsoft.com/office/drawing/2014/main" id="{B90B23B1-B9AD-3E9B-2668-24CD76A0059D}"/>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55" name="Group 9654">
            <a:extLst>
              <a:ext uri="{FF2B5EF4-FFF2-40B4-BE49-F238E27FC236}">
                <a16:creationId xmlns:a16="http://schemas.microsoft.com/office/drawing/2014/main" id="{77923FC8-B8A8-8C5C-1E6A-B1D471AFB9D7}"/>
              </a:ext>
            </a:extLst>
          </p:cNvPr>
          <p:cNvGrpSpPr/>
          <p:nvPr/>
        </p:nvGrpSpPr>
        <p:grpSpPr>
          <a:xfrm>
            <a:off x="4618174" y="5130748"/>
            <a:ext cx="721895" cy="609700"/>
            <a:chOff x="4618174" y="5130748"/>
            <a:chExt cx="721895" cy="609700"/>
          </a:xfrm>
        </p:grpSpPr>
        <p:sp>
          <p:nvSpPr>
            <p:cNvPr id="9656" name="Rectangle 9655">
              <a:hlinkHover r:id="" action="ppaction://noaction" highlightClick="1"/>
              <a:extLst>
                <a:ext uri="{FF2B5EF4-FFF2-40B4-BE49-F238E27FC236}">
                  <a16:creationId xmlns:a16="http://schemas.microsoft.com/office/drawing/2014/main" id="{03250068-7300-FA64-BF91-382E83BF998A}"/>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9657" name="Diamond 9656">
              <a:extLst>
                <a:ext uri="{FF2B5EF4-FFF2-40B4-BE49-F238E27FC236}">
                  <a16:creationId xmlns:a16="http://schemas.microsoft.com/office/drawing/2014/main" id="{CF7FBB03-372A-467E-C84E-40856C2589F4}"/>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58" name="Oval 9657">
              <a:extLst>
                <a:ext uri="{FF2B5EF4-FFF2-40B4-BE49-F238E27FC236}">
                  <a16:creationId xmlns:a16="http://schemas.microsoft.com/office/drawing/2014/main" id="{1557433A-28C8-C90A-3F52-79F86632BDB5}"/>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59" name="Group 9658">
            <a:extLst>
              <a:ext uri="{FF2B5EF4-FFF2-40B4-BE49-F238E27FC236}">
                <a16:creationId xmlns:a16="http://schemas.microsoft.com/office/drawing/2014/main" id="{DB2B4686-2623-99E3-1259-6BFB32B90C6B}"/>
              </a:ext>
            </a:extLst>
          </p:cNvPr>
          <p:cNvGrpSpPr/>
          <p:nvPr/>
        </p:nvGrpSpPr>
        <p:grpSpPr>
          <a:xfrm>
            <a:off x="7125833" y="5143368"/>
            <a:ext cx="721206" cy="609701"/>
            <a:chOff x="7125833" y="5143368"/>
            <a:chExt cx="721206" cy="609701"/>
          </a:xfrm>
        </p:grpSpPr>
        <p:sp>
          <p:nvSpPr>
            <p:cNvPr id="9660" name="Rectangle 9659">
              <a:hlinkHover r:id="" action="ppaction://noaction" highlightClick="1"/>
              <a:extLst>
                <a:ext uri="{FF2B5EF4-FFF2-40B4-BE49-F238E27FC236}">
                  <a16:creationId xmlns:a16="http://schemas.microsoft.com/office/drawing/2014/main" id="{467D73D4-9BDC-4C37-4C6E-635110E2B519}"/>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9661" name="Oval 9660">
              <a:extLst>
                <a:ext uri="{FF2B5EF4-FFF2-40B4-BE49-F238E27FC236}">
                  <a16:creationId xmlns:a16="http://schemas.microsoft.com/office/drawing/2014/main" id="{19039F2D-3509-49CF-4FB6-6FC4DE3EA98A}"/>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62" name="Isosceles Triangle 648">
              <a:extLst>
                <a:ext uri="{FF2B5EF4-FFF2-40B4-BE49-F238E27FC236}">
                  <a16:creationId xmlns:a16="http://schemas.microsoft.com/office/drawing/2014/main" id="{0714AE32-F25A-2D49-E9FC-B0C5F2528A4D}"/>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63" name="Group 9662">
            <a:extLst>
              <a:ext uri="{FF2B5EF4-FFF2-40B4-BE49-F238E27FC236}">
                <a16:creationId xmlns:a16="http://schemas.microsoft.com/office/drawing/2014/main" id="{C60CCBF1-D8B1-45BF-4263-9003B2D5AC34}"/>
              </a:ext>
            </a:extLst>
          </p:cNvPr>
          <p:cNvGrpSpPr/>
          <p:nvPr/>
        </p:nvGrpSpPr>
        <p:grpSpPr>
          <a:xfrm>
            <a:off x="7122911" y="3698231"/>
            <a:ext cx="721206" cy="609701"/>
            <a:chOff x="7122911" y="3698231"/>
            <a:chExt cx="721206" cy="609701"/>
          </a:xfrm>
        </p:grpSpPr>
        <p:sp>
          <p:nvSpPr>
            <p:cNvPr id="9664" name="Rectangle 9663">
              <a:hlinkHover r:id="" action="ppaction://noaction" highlightClick="1"/>
              <a:extLst>
                <a:ext uri="{FF2B5EF4-FFF2-40B4-BE49-F238E27FC236}">
                  <a16:creationId xmlns:a16="http://schemas.microsoft.com/office/drawing/2014/main" id="{14C094A6-D935-855A-AB37-FF731BC14B52}"/>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9665" name="Oval 9664">
              <a:extLst>
                <a:ext uri="{FF2B5EF4-FFF2-40B4-BE49-F238E27FC236}">
                  <a16:creationId xmlns:a16="http://schemas.microsoft.com/office/drawing/2014/main" id="{D924F60C-8F62-C420-2011-3487DCB5721E}"/>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66" name="Isosceles Triangle 648">
              <a:extLst>
                <a:ext uri="{FF2B5EF4-FFF2-40B4-BE49-F238E27FC236}">
                  <a16:creationId xmlns:a16="http://schemas.microsoft.com/office/drawing/2014/main" id="{D4B88501-677B-EFAE-D2F5-87AD00140837}"/>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67" name="Group 9666">
            <a:extLst>
              <a:ext uri="{FF2B5EF4-FFF2-40B4-BE49-F238E27FC236}">
                <a16:creationId xmlns:a16="http://schemas.microsoft.com/office/drawing/2014/main" id="{054C9F43-821A-B99D-796B-55FF5C6EA7B9}"/>
              </a:ext>
            </a:extLst>
          </p:cNvPr>
          <p:cNvGrpSpPr/>
          <p:nvPr/>
        </p:nvGrpSpPr>
        <p:grpSpPr>
          <a:xfrm>
            <a:off x="6286224" y="3620338"/>
            <a:ext cx="721206" cy="687594"/>
            <a:chOff x="6286224" y="3620338"/>
            <a:chExt cx="721206" cy="687594"/>
          </a:xfrm>
        </p:grpSpPr>
        <p:cxnSp>
          <p:nvCxnSpPr>
            <p:cNvPr id="9668" name="Straight Connector 9667">
              <a:extLst>
                <a:ext uri="{FF2B5EF4-FFF2-40B4-BE49-F238E27FC236}">
                  <a16:creationId xmlns:a16="http://schemas.microsoft.com/office/drawing/2014/main" id="{20F2C44B-72EF-6855-8E83-5D6B815ED357}"/>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9669" name="Rectangle 9668">
              <a:hlinkHover r:id="" action="ppaction://noaction" highlightClick="1"/>
              <a:extLst>
                <a:ext uri="{FF2B5EF4-FFF2-40B4-BE49-F238E27FC236}">
                  <a16:creationId xmlns:a16="http://schemas.microsoft.com/office/drawing/2014/main" id="{4C7C9A29-06C6-A1E0-738B-61CFFD082425}"/>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670" name="Oval 9669">
              <a:extLst>
                <a:ext uri="{FF2B5EF4-FFF2-40B4-BE49-F238E27FC236}">
                  <a16:creationId xmlns:a16="http://schemas.microsoft.com/office/drawing/2014/main" id="{DAB5C4D3-3ABA-3CA1-6F28-0C68AAD82FB5}"/>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71" name="Isosceles Triangle 648">
              <a:extLst>
                <a:ext uri="{FF2B5EF4-FFF2-40B4-BE49-F238E27FC236}">
                  <a16:creationId xmlns:a16="http://schemas.microsoft.com/office/drawing/2014/main" id="{86175055-4E1E-240B-20D0-C410150456F1}"/>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841" name="Group 9840">
            <a:extLst>
              <a:ext uri="{FF2B5EF4-FFF2-40B4-BE49-F238E27FC236}">
                <a16:creationId xmlns:a16="http://schemas.microsoft.com/office/drawing/2014/main" id="{3B5B2B57-9CFA-1866-3EC3-2E0ADCF442A1}"/>
              </a:ext>
            </a:extLst>
          </p:cNvPr>
          <p:cNvGrpSpPr/>
          <p:nvPr/>
        </p:nvGrpSpPr>
        <p:grpSpPr>
          <a:xfrm>
            <a:off x="2105349" y="2253333"/>
            <a:ext cx="721206" cy="609701"/>
            <a:chOff x="2105349" y="2253333"/>
            <a:chExt cx="721206" cy="609701"/>
          </a:xfrm>
        </p:grpSpPr>
        <p:sp>
          <p:nvSpPr>
            <p:cNvPr id="9842" name="Rectangle 9841">
              <a:extLst>
                <a:ext uri="{FF2B5EF4-FFF2-40B4-BE49-F238E27FC236}">
                  <a16:creationId xmlns:a16="http://schemas.microsoft.com/office/drawing/2014/main" id="{572A8E68-80D7-7330-FD54-A57100866B81}"/>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9843" name="Right Triangle 9842">
              <a:extLst>
                <a:ext uri="{FF2B5EF4-FFF2-40B4-BE49-F238E27FC236}">
                  <a16:creationId xmlns:a16="http://schemas.microsoft.com/office/drawing/2014/main" id="{38256806-4741-E65D-FD91-0B24747B3CF7}"/>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844" name="Group 9843">
              <a:extLst>
                <a:ext uri="{FF2B5EF4-FFF2-40B4-BE49-F238E27FC236}">
                  <a16:creationId xmlns:a16="http://schemas.microsoft.com/office/drawing/2014/main" id="{49850FD9-9DBF-3E4E-00DF-02E28B35E574}"/>
                </a:ext>
              </a:extLst>
            </p:cNvPr>
            <p:cNvGrpSpPr/>
            <p:nvPr/>
          </p:nvGrpSpPr>
          <p:grpSpPr>
            <a:xfrm>
              <a:off x="2771411" y="2265582"/>
              <a:ext cx="37817" cy="61390"/>
              <a:chOff x="3883481" y="2057400"/>
              <a:chExt cx="1608363" cy="2652031"/>
            </a:xfrm>
            <a:solidFill>
              <a:srgbClr val="A6A6A6"/>
            </a:solidFill>
          </p:grpSpPr>
          <p:sp>
            <p:nvSpPr>
              <p:cNvPr id="9845" name="Oval 27">
                <a:extLst>
                  <a:ext uri="{FF2B5EF4-FFF2-40B4-BE49-F238E27FC236}">
                    <a16:creationId xmlns:a16="http://schemas.microsoft.com/office/drawing/2014/main" id="{6405D753-690B-B5E9-59B2-F89BE812421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46" name="Oval 28">
                <a:extLst>
                  <a:ext uri="{FF2B5EF4-FFF2-40B4-BE49-F238E27FC236}">
                    <a16:creationId xmlns:a16="http://schemas.microsoft.com/office/drawing/2014/main" id="{F6AD9694-3F69-9663-FFF5-228CA51BAD3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847" name="Group 9846">
            <a:extLst>
              <a:ext uri="{FF2B5EF4-FFF2-40B4-BE49-F238E27FC236}">
                <a16:creationId xmlns:a16="http://schemas.microsoft.com/office/drawing/2014/main" id="{7A492E79-187C-B227-662F-0126E9464CDA}"/>
              </a:ext>
            </a:extLst>
          </p:cNvPr>
          <p:cNvGrpSpPr/>
          <p:nvPr/>
        </p:nvGrpSpPr>
        <p:grpSpPr>
          <a:xfrm>
            <a:off x="2941856" y="2253333"/>
            <a:ext cx="721206" cy="609701"/>
            <a:chOff x="2941856" y="2253333"/>
            <a:chExt cx="721206" cy="609701"/>
          </a:xfrm>
        </p:grpSpPr>
        <p:sp>
          <p:nvSpPr>
            <p:cNvPr id="9848" name="Rectangle 9847">
              <a:extLst>
                <a:ext uri="{FF2B5EF4-FFF2-40B4-BE49-F238E27FC236}">
                  <a16:creationId xmlns:a16="http://schemas.microsoft.com/office/drawing/2014/main" id="{4FDCAE96-3945-67C7-44FD-0F1F72DCA578}"/>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9849" name="Right Triangle 9848">
              <a:extLst>
                <a:ext uri="{FF2B5EF4-FFF2-40B4-BE49-F238E27FC236}">
                  <a16:creationId xmlns:a16="http://schemas.microsoft.com/office/drawing/2014/main" id="{3EDD583A-8B32-1204-32DE-184CC1771152}"/>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850" name="Group 9849">
              <a:extLst>
                <a:ext uri="{FF2B5EF4-FFF2-40B4-BE49-F238E27FC236}">
                  <a16:creationId xmlns:a16="http://schemas.microsoft.com/office/drawing/2014/main" id="{C1D30A9E-EAB2-3794-CDF8-C7F255FA9120}"/>
                </a:ext>
              </a:extLst>
            </p:cNvPr>
            <p:cNvGrpSpPr/>
            <p:nvPr/>
          </p:nvGrpSpPr>
          <p:grpSpPr>
            <a:xfrm>
              <a:off x="3611254" y="2264960"/>
              <a:ext cx="37817" cy="61390"/>
              <a:chOff x="3883481" y="2057400"/>
              <a:chExt cx="1608363" cy="2652031"/>
            </a:xfrm>
            <a:solidFill>
              <a:srgbClr val="A6A6A6"/>
            </a:solidFill>
          </p:grpSpPr>
          <p:sp>
            <p:nvSpPr>
              <p:cNvPr id="9851" name="Oval 27">
                <a:extLst>
                  <a:ext uri="{FF2B5EF4-FFF2-40B4-BE49-F238E27FC236}">
                    <a16:creationId xmlns:a16="http://schemas.microsoft.com/office/drawing/2014/main" id="{092675A2-B88E-9057-2253-487F92A0133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52" name="Oval 28">
                <a:extLst>
                  <a:ext uri="{FF2B5EF4-FFF2-40B4-BE49-F238E27FC236}">
                    <a16:creationId xmlns:a16="http://schemas.microsoft.com/office/drawing/2014/main" id="{15A903E2-F4DA-ACED-18CE-CE0F5D1230A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853" name="Group 9852">
            <a:extLst>
              <a:ext uri="{FF2B5EF4-FFF2-40B4-BE49-F238E27FC236}">
                <a16:creationId xmlns:a16="http://schemas.microsoft.com/office/drawing/2014/main" id="{2EC8DF09-8F7C-B712-F20D-005B6CEB9092}"/>
              </a:ext>
            </a:extLst>
          </p:cNvPr>
          <p:cNvGrpSpPr/>
          <p:nvPr/>
        </p:nvGrpSpPr>
        <p:grpSpPr>
          <a:xfrm>
            <a:off x="4614870" y="2253333"/>
            <a:ext cx="721206" cy="609701"/>
            <a:chOff x="4614870" y="2253333"/>
            <a:chExt cx="721206" cy="609701"/>
          </a:xfrm>
        </p:grpSpPr>
        <p:sp>
          <p:nvSpPr>
            <p:cNvPr id="9854" name="Rectangle 9853">
              <a:extLst>
                <a:ext uri="{FF2B5EF4-FFF2-40B4-BE49-F238E27FC236}">
                  <a16:creationId xmlns:a16="http://schemas.microsoft.com/office/drawing/2014/main" id="{52399A9B-52CB-0A2A-BC43-43BA926CF884}"/>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9855" name="Right Triangle 9854">
              <a:extLst>
                <a:ext uri="{FF2B5EF4-FFF2-40B4-BE49-F238E27FC236}">
                  <a16:creationId xmlns:a16="http://schemas.microsoft.com/office/drawing/2014/main" id="{4DA4717C-733F-D160-BABF-FC5701DC6F08}"/>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856" name="Group 9855">
              <a:extLst>
                <a:ext uri="{FF2B5EF4-FFF2-40B4-BE49-F238E27FC236}">
                  <a16:creationId xmlns:a16="http://schemas.microsoft.com/office/drawing/2014/main" id="{548A9C0C-28F3-C291-61E5-4854B8609858}"/>
                </a:ext>
              </a:extLst>
            </p:cNvPr>
            <p:cNvGrpSpPr/>
            <p:nvPr/>
          </p:nvGrpSpPr>
          <p:grpSpPr>
            <a:xfrm>
              <a:off x="5280746" y="2264771"/>
              <a:ext cx="37817" cy="61390"/>
              <a:chOff x="3883481" y="2057400"/>
              <a:chExt cx="1608363" cy="2652031"/>
            </a:xfrm>
            <a:solidFill>
              <a:srgbClr val="A6A6A6"/>
            </a:solidFill>
          </p:grpSpPr>
          <p:sp>
            <p:nvSpPr>
              <p:cNvPr id="9857" name="Oval 27">
                <a:extLst>
                  <a:ext uri="{FF2B5EF4-FFF2-40B4-BE49-F238E27FC236}">
                    <a16:creationId xmlns:a16="http://schemas.microsoft.com/office/drawing/2014/main" id="{73D41CF7-1BAD-CA98-56F4-26266A0F4DA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58" name="Oval 28">
                <a:extLst>
                  <a:ext uri="{FF2B5EF4-FFF2-40B4-BE49-F238E27FC236}">
                    <a16:creationId xmlns:a16="http://schemas.microsoft.com/office/drawing/2014/main" id="{8DE1B85F-82E2-E840-8BC0-1767129F972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883" name="Group 9882">
            <a:extLst>
              <a:ext uri="{FF2B5EF4-FFF2-40B4-BE49-F238E27FC236}">
                <a16:creationId xmlns:a16="http://schemas.microsoft.com/office/drawing/2014/main" id="{66D2C80F-4FDC-567B-191B-976F10D15A34}"/>
              </a:ext>
            </a:extLst>
          </p:cNvPr>
          <p:cNvGrpSpPr/>
          <p:nvPr/>
        </p:nvGrpSpPr>
        <p:grpSpPr>
          <a:xfrm>
            <a:off x="1269622" y="4419620"/>
            <a:ext cx="721206" cy="609701"/>
            <a:chOff x="1269622" y="4419620"/>
            <a:chExt cx="721206" cy="609701"/>
          </a:xfrm>
        </p:grpSpPr>
        <p:sp>
          <p:nvSpPr>
            <p:cNvPr id="9884" name="Rectangle 9883">
              <a:extLst>
                <a:ext uri="{FF2B5EF4-FFF2-40B4-BE49-F238E27FC236}">
                  <a16:creationId xmlns:a16="http://schemas.microsoft.com/office/drawing/2014/main" id="{716FD872-2E3A-8417-9B50-9E26378C1E01}"/>
                </a:ext>
              </a:extLst>
            </p:cNvPr>
            <p:cNvSpPr/>
            <p:nvPr/>
          </p:nvSpPr>
          <p:spPr>
            <a:xfrm>
              <a:off x="1269622" y="4419620"/>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9885" name="Cylinder 9884">
              <a:extLst>
                <a:ext uri="{FF2B5EF4-FFF2-40B4-BE49-F238E27FC236}">
                  <a16:creationId xmlns:a16="http://schemas.microsoft.com/office/drawing/2014/main" id="{3D1484EB-DE61-8BE0-DA76-7E8BFBCAF04E}"/>
                </a:ext>
              </a:extLst>
            </p:cNvPr>
            <p:cNvSpPr/>
            <p:nvPr/>
          </p:nvSpPr>
          <p:spPr>
            <a:xfrm>
              <a:off x="1917348" y="4419620"/>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886" name="Group 9885">
            <a:extLst>
              <a:ext uri="{FF2B5EF4-FFF2-40B4-BE49-F238E27FC236}">
                <a16:creationId xmlns:a16="http://schemas.microsoft.com/office/drawing/2014/main" id="{E101429D-E952-32BF-2C8A-89CBA00D3A5E}"/>
              </a:ext>
            </a:extLst>
          </p:cNvPr>
          <p:cNvGrpSpPr/>
          <p:nvPr/>
        </p:nvGrpSpPr>
        <p:grpSpPr>
          <a:xfrm>
            <a:off x="432838" y="4419620"/>
            <a:ext cx="721206" cy="609701"/>
            <a:chOff x="432838" y="4419620"/>
            <a:chExt cx="721206" cy="609701"/>
          </a:xfrm>
        </p:grpSpPr>
        <p:sp>
          <p:nvSpPr>
            <p:cNvPr id="9887" name="Rectangle 9886">
              <a:extLst>
                <a:ext uri="{FF2B5EF4-FFF2-40B4-BE49-F238E27FC236}">
                  <a16:creationId xmlns:a16="http://schemas.microsoft.com/office/drawing/2014/main" id="{8C298218-2DBD-41D6-428D-B01EF74386D4}"/>
                </a:ext>
              </a:extLst>
            </p:cNvPr>
            <p:cNvSpPr/>
            <p:nvPr/>
          </p:nvSpPr>
          <p:spPr>
            <a:xfrm>
              <a:off x="432838" y="4419620"/>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9888" name="Cylinder 9887">
              <a:extLst>
                <a:ext uri="{FF2B5EF4-FFF2-40B4-BE49-F238E27FC236}">
                  <a16:creationId xmlns:a16="http://schemas.microsoft.com/office/drawing/2014/main" id="{CD639219-1379-98BE-5C07-2F44630AB928}"/>
                </a:ext>
              </a:extLst>
            </p:cNvPr>
            <p:cNvSpPr/>
            <p:nvPr/>
          </p:nvSpPr>
          <p:spPr>
            <a:xfrm>
              <a:off x="1080564" y="4419620"/>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 name="Group 9">
            <a:extLst>
              <a:ext uri="{FF2B5EF4-FFF2-40B4-BE49-F238E27FC236}">
                <a16:creationId xmlns:a16="http://schemas.microsoft.com/office/drawing/2014/main" id="{D1631B32-6155-081F-1950-75BBDF15AFB6}"/>
              </a:ext>
            </a:extLst>
          </p:cNvPr>
          <p:cNvGrpSpPr/>
          <p:nvPr/>
        </p:nvGrpSpPr>
        <p:grpSpPr>
          <a:xfrm>
            <a:off x="3779087" y="3698226"/>
            <a:ext cx="721206" cy="609701"/>
            <a:chOff x="3779087" y="3698226"/>
            <a:chExt cx="721206" cy="609701"/>
          </a:xfrm>
        </p:grpSpPr>
        <p:sp>
          <p:nvSpPr>
            <p:cNvPr id="11" name="Rectangle 10">
              <a:extLst>
                <a:ext uri="{FF2B5EF4-FFF2-40B4-BE49-F238E27FC236}">
                  <a16:creationId xmlns:a16="http://schemas.microsoft.com/office/drawing/2014/main" id="{6DC8FDAE-06E7-1C0B-D678-5952A31664F2}"/>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2" name="Right Triangle 11">
              <a:extLst>
                <a:ext uri="{FF2B5EF4-FFF2-40B4-BE49-F238E27FC236}">
                  <a16:creationId xmlns:a16="http://schemas.microsoft.com/office/drawing/2014/main" id="{02C34684-D2D2-B7C8-36A5-B51663FC70F7}"/>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DF36F92E-666F-0EA3-B3C1-FCD10EE2B24E}"/>
                </a:ext>
              </a:extLst>
            </p:cNvPr>
            <p:cNvGrpSpPr/>
            <p:nvPr/>
          </p:nvGrpSpPr>
          <p:grpSpPr>
            <a:xfrm>
              <a:off x="4448513" y="3706747"/>
              <a:ext cx="37817" cy="61390"/>
              <a:chOff x="3883481" y="2057400"/>
              <a:chExt cx="1608363" cy="2652031"/>
            </a:xfrm>
            <a:solidFill>
              <a:srgbClr val="A6A6A6">
                <a:alpha val="20000"/>
              </a:srgbClr>
            </a:solidFill>
          </p:grpSpPr>
          <p:sp>
            <p:nvSpPr>
              <p:cNvPr id="14" name="Oval 27">
                <a:extLst>
                  <a:ext uri="{FF2B5EF4-FFF2-40B4-BE49-F238E27FC236}">
                    <a16:creationId xmlns:a16="http://schemas.microsoft.com/office/drawing/2014/main" id="{10DF105F-3EBA-2B24-F33A-409CACF9A18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 name="Oval 28">
                <a:extLst>
                  <a:ext uri="{FF2B5EF4-FFF2-40B4-BE49-F238E27FC236}">
                    <a16:creationId xmlns:a16="http://schemas.microsoft.com/office/drawing/2014/main" id="{52B80B80-7202-D69D-BCC6-60DAC325618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 name="Group 15">
            <a:extLst>
              <a:ext uri="{FF2B5EF4-FFF2-40B4-BE49-F238E27FC236}">
                <a16:creationId xmlns:a16="http://schemas.microsoft.com/office/drawing/2014/main" id="{376316B8-BE91-3E3B-A1B5-AC0D54BEBAC2}"/>
              </a:ext>
            </a:extLst>
          </p:cNvPr>
          <p:cNvGrpSpPr/>
          <p:nvPr/>
        </p:nvGrpSpPr>
        <p:grpSpPr>
          <a:xfrm>
            <a:off x="4615774" y="3698231"/>
            <a:ext cx="721206" cy="609701"/>
            <a:chOff x="4615774" y="3698231"/>
            <a:chExt cx="721206" cy="609701"/>
          </a:xfrm>
        </p:grpSpPr>
        <p:sp>
          <p:nvSpPr>
            <p:cNvPr id="17" name="Rectangle 16">
              <a:hlinkHover r:id="" action="ppaction://noaction" highlightClick="1"/>
              <a:extLst>
                <a:ext uri="{FF2B5EF4-FFF2-40B4-BE49-F238E27FC236}">
                  <a16:creationId xmlns:a16="http://schemas.microsoft.com/office/drawing/2014/main" id="{C3986AA9-E9CD-F78F-D459-96BB2524EA42}"/>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8" name="Oval 17">
              <a:extLst>
                <a:ext uri="{FF2B5EF4-FFF2-40B4-BE49-F238E27FC236}">
                  <a16:creationId xmlns:a16="http://schemas.microsoft.com/office/drawing/2014/main" id="{E2C7ACD3-DA53-562A-1907-0E9AA394462C}"/>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 name="Isosceles Triangle 648">
              <a:extLst>
                <a:ext uri="{FF2B5EF4-FFF2-40B4-BE49-F238E27FC236}">
                  <a16:creationId xmlns:a16="http://schemas.microsoft.com/office/drawing/2014/main" id="{B4C0BFEB-C5F2-C4B6-1C33-D91F0B47EFDE}"/>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4" name="Group 23">
            <a:extLst>
              <a:ext uri="{FF2B5EF4-FFF2-40B4-BE49-F238E27FC236}">
                <a16:creationId xmlns:a16="http://schemas.microsoft.com/office/drawing/2014/main" id="{CB05E32F-1052-233F-7AE2-FD4D26C264D2}"/>
              </a:ext>
            </a:extLst>
          </p:cNvPr>
          <p:cNvGrpSpPr/>
          <p:nvPr/>
        </p:nvGrpSpPr>
        <p:grpSpPr>
          <a:xfrm>
            <a:off x="2100392" y="4419620"/>
            <a:ext cx="721206" cy="609701"/>
            <a:chOff x="2100392" y="4419620"/>
            <a:chExt cx="721206" cy="609701"/>
          </a:xfrm>
        </p:grpSpPr>
        <p:sp>
          <p:nvSpPr>
            <p:cNvPr id="25" name="Rectangle 24">
              <a:extLst>
                <a:ext uri="{FF2B5EF4-FFF2-40B4-BE49-F238E27FC236}">
                  <a16:creationId xmlns:a16="http://schemas.microsoft.com/office/drawing/2014/main" id="{84BBEDFB-1414-C4AA-04C7-9E60278DEE03}"/>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7" name="Right Triangle 26">
              <a:extLst>
                <a:ext uri="{FF2B5EF4-FFF2-40B4-BE49-F238E27FC236}">
                  <a16:creationId xmlns:a16="http://schemas.microsoft.com/office/drawing/2014/main" id="{A74CFE80-D7F0-1A23-D140-9D2A8B6249A2}"/>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8" name="Group 27">
              <a:extLst>
                <a:ext uri="{FF2B5EF4-FFF2-40B4-BE49-F238E27FC236}">
                  <a16:creationId xmlns:a16="http://schemas.microsoft.com/office/drawing/2014/main" id="{83601F07-F59B-20F9-A692-3E8AB96BC255}"/>
                </a:ext>
              </a:extLst>
            </p:cNvPr>
            <p:cNvGrpSpPr/>
            <p:nvPr/>
          </p:nvGrpSpPr>
          <p:grpSpPr>
            <a:xfrm>
              <a:off x="2769856" y="4434450"/>
              <a:ext cx="37817" cy="61390"/>
              <a:chOff x="3883481" y="2057400"/>
              <a:chExt cx="1608363" cy="2652031"/>
            </a:xfrm>
            <a:solidFill>
              <a:srgbClr val="A6A6A6">
                <a:alpha val="20000"/>
              </a:srgbClr>
            </a:solidFill>
          </p:grpSpPr>
          <p:sp>
            <p:nvSpPr>
              <p:cNvPr id="29" name="Oval 27">
                <a:extLst>
                  <a:ext uri="{FF2B5EF4-FFF2-40B4-BE49-F238E27FC236}">
                    <a16:creationId xmlns:a16="http://schemas.microsoft.com/office/drawing/2014/main" id="{09DB6C4E-589E-9D37-7960-BD71FBD7CDB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0" name="Oval 28">
                <a:extLst>
                  <a:ext uri="{FF2B5EF4-FFF2-40B4-BE49-F238E27FC236}">
                    <a16:creationId xmlns:a16="http://schemas.microsoft.com/office/drawing/2014/main" id="{C7E9F82E-117B-7214-9B2F-D572760CBA3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3" name="Group 42">
            <a:extLst>
              <a:ext uri="{FF2B5EF4-FFF2-40B4-BE49-F238E27FC236}">
                <a16:creationId xmlns:a16="http://schemas.microsoft.com/office/drawing/2014/main" id="{67442D31-C53F-A1B8-8AF0-DC48EFEC7E2A}"/>
              </a:ext>
            </a:extLst>
          </p:cNvPr>
          <p:cNvGrpSpPr/>
          <p:nvPr/>
        </p:nvGrpSpPr>
        <p:grpSpPr>
          <a:xfrm>
            <a:off x="4605607" y="811556"/>
            <a:ext cx="722054" cy="609701"/>
            <a:chOff x="4605607" y="811556"/>
            <a:chExt cx="722054" cy="609701"/>
          </a:xfrm>
        </p:grpSpPr>
        <p:sp>
          <p:nvSpPr>
            <p:cNvPr id="44" name="Rectangle 43">
              <a:extLst>
                <a:ext uri="{FF2B5EF4-FFF2-40B4-BE49-F238E27FC236}">
                  <a16:creationId xmlns:a16="http://schemas.microsoft.com/office/drawing/2014/main" id="{CEA88D4E-7D2D-C1BA-C775-8C3CEDAE58DC}"/>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5" name="Rectangle 44">
              <a:extLst>
                <a:ext uri="{FF2B5EF4-FFF2-40B4-BE49-F238E27FC236}">
                  <a16:creationId xmlns:a16="http://schemas.microsoft.com/office/drawing/2014/main" id="{39BDC884-CE2B-07BE-F682-74F6AC40FB26}"/>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 name="Oval 15">
              <a:extLst>
                <a:ext uri="{FF2B5EF4-FFF2-40B4-BE49-F238E27FC236}">
                  <a16:creationId xmlns:a16="http://schemas.microsoft.com/office/drawing/2014/main" id="{87D21F3C-74BA-3A32-B36D-66AA74B46967}"/>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1" name="Straight Connector 50">
              <a:extLst>
                <a:ext uri="{FF2B5EF4-FFF2-40B4-BE49-F238E27FC236}">
                  <a16:creationId xmlns:a16="http://schemas.microsoft.com/office/drawing/2014/main" id="{3536BB3C-5F31-9524-2ACA-5B13085D42E0}"/>
                </a:ext>
              </a:extLst>
            </p:cNvPr>
            <p:cNvCxnSpPr>
              <a:cxnSpLocks/>
              <a:stCxn id="46"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3" name="Straight Connector 52">
              <a:extLst>
                <a:ext uri="{FF2B5EF4-FFF2-40B4-BE49-F238E27FC236}">
                  <a16:creationId xmlns:a16="http://schemas.microsoft.com/office/drawing/2014/main" id="{D38B397B-47F9-FF9F-8416-EE60145EAF78}"/>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B1E9A7E8-3967-CA65-E8A6-DB8E366B6B61}"/>
              </a:ext>
            </a:extLst>
          </p:cNvPr>
          <p:cNvGrpSpPr/>
          <p:nvPr/>
        </p:nvGrpSpPr>
        <p:grpSpPr>
          <a:xfrm>
            <a:off x="9651394" y="811173"/>
            <a:ext cx="721206" cy="609701"/>
            <a:chOff x="9657972" y="90836"/>
            <a:chExt cx="721206" cy="609701"/>
          </a:xfrm>
        </p:grpSpPr>
        <p:sp>
          <p:nvSpPr>
            <p:cNvPr id="58" name="Rectangle 57">
              <a:hlinkHover r:id="" action="ppaction://noaction" highlightClick="1"/>
              <a:extLst>
                <a:ext uri="{FF2B5EF4-FFF2-40B4-BE49-F238E27FC236}">
                  <a16:creationId xmlns:a16="http://schemas.microsoft.com/office/drawing/2014/main" id="{392017A9-6A98-78EE-99F6-EE84728BE385}"/>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59" name="Diamond 58">
              <a:extLst>
                <a:ext uri="{FF2B5EF4-FFF2-40B4-BE49-F238E27FC236}">
                  <a16:creationId xmlns:a16="http://schemas.microsoft.com/office/drawing/2014/main" id="{D491C7AB-F228-5E9E-F7EE-69F146D9DD8A}"/>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 name="Oval 59">
              <a:extLst>
                <a:ext uri="{FF2B5EF4-FFF2-40B4-BE49-F238E27FC236}">
                  <a16:creationId xmlns:a16="http://schemas.microsoft.com/office/drawing/2014/main" id="{5DC3208B-1AE9-8D9E-7AB3-5647C9FAF87A}"/>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21" name="Group 9320">
            <a:extLst>
              <a:ext uri="{FF2B5EF4-FFF2-40B4-BE49-F238E27FC236}">
                <a16:creationId xmlns:a16="http://schemas.microsoft.com/office/drawing/2014/main" id="{D989D3DF-AB20-093B-69C1-B478F2CE6732}"/>
              </a:ext>
            </a:extLst>
          </p:cNvPr>
          <p:cNvGrpSpPr/>
          <p:nvPr/>
        </p:nvGrpSpPr>
        <p:grpSpPr>
          <a:xfrm>
            <a:off x="2934662" y="5148220"/>
            <a:ext cx="724130" cy="609701"/>
            <a:chOff x="4615448" y="2974053"/>
            <a:chExt cx="724130" cy="609701"/>
          </a:xfrm>
        </p:grpSpPr>
        <p:sp>
          <p:nvSpPr>
            <p:cNvPr id="9322" name="Rectangle 9321">
              <a:extLst>
                <a:ext uri="{FF2B5EF4-FFF2-40B4-BE49-F238E27FC236}">
                  <a16:creationId xmlns:a16="http://schemas.microsoft.com/office/drawing/2014/main" id="{4D53F578-F9BC-04D1-4C4B-3388CA728EB7}"/>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9323" name="Right Triangle 9322">
              <a:extLst>
                <a:ext uri="{FF2B5EF4-FFF2-40B4-BE49-F238E27FC236}">
                  <a16:creationId xmlns:a16="http://schemas.microsoft.com/office/drawing/2014/main" id="{7D85B3C4-6630-79B3-4131-68CE41E1B971}"/>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324" name="Group 9323">
              <a:extLst>
                <a:ext uri="{FF2B5EF4-FFF2-40B4-BE49-F238E27FC236}">
                  <a16:creationId xmlns:a16="http://schemas.microsoft.com/office/drawing/2014/main" id="{964647D3-7474-66EE-590C-DF001FD81F44}"/>
                </a:ext>
              </a:extLst>
            </p:cNvPr>
            <p:cNvGrpSpPr/>
            <p:nvPr/>
          </p:nvGrpSpPr>
          <p:grpSpPr>
            <a:xfrm>
              <a:off x="5288997" y="2982574"/>
              <a:ext cx="37817" cy="61390"/>
              <a:chOff x="3883481" y="2057400"/>
              <a:chExt cx="1608363" cy="2652031"/>
            </a:xfrm>
            <a:solidFill>
              <a:srgbClr val="A6A6A6">
                <a:alpha val="20000"/>
              </a:srgbClr>
            </a:solidFill>
          </p:grpSpPr>
          <p:sp>
            <p:nvSpPr>
              <p:cNvPr id="9325" name="Oval 27">
                <a:extLst>
                  <a:ext uri="{FF2B5EF4-FFF2-40B4-BE49-F238E27FC236}">
                    <a16:creationId xmlns:a16="http://schemas.microsoft.com/office/drawing/2014/main" id="{A0860590-31FF-91E7-C779-2EF2A69B1C5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26" name="Oval 28">
                <a:extLst>
                  <a:ext uri="{FF2B5EF4-FFF2-40B4-BE49-F238E27FC236}">
                    <a16:creationId xmlns:a16="http://schemas.microsoft.com/office/drawing/2014/main" id="{DC1790FF-AAE3-0F22-C57D-CC478744802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327" name="Group 9326">
            <a:extLst>
              <a:ext uri="{FF2B5EF4-FFF2-40B4-BE49-F238E27FC236}">
                <a16:creationId xmlns:a16="http://schemas.microsoft.com/office/drawing/2014/main" id="{0414F3A7-1AF0-4330-0D26-60F2D77466D0}"/>
              </a:ext>
            </a:extLst>
          </p:cNvPr>
          <p:cNvGrpSpPr/>
          <p:nvPr/>
        </p:nvGrpSpPr>
        <p:grpSpPr>
          <a:xfrm>
            <a:off x="2102908" y="811556"/>
            <a:ext cx="721206" cy="609701"/>
            <a:chOff x="2102908" y="811556"/>
            <a:chExt cx="721206" cy="609701"/>
          </a:xfrm>
        </p:grpSpPr>
        <p:sp>
          <p:nvSpPr>
            <p:cNvPr id="9328" name="Rectangle 9327">
              <a:extLst>
                <a:ext uri="{FF2B5EF4-FFF2-40B4-BE49-F238E27FC236}">
                  <a16:creationId xmlns:a16="http://schemas.microsoft.com/office/drawing/2014/main" id="{EB8C622B-B8CC-6065-EB56-EE35C75A8DBB}"/>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9329" name="Rectangle 9328">
              <a:extLst>
                <a:ext uri="{FF2B5EF4-FFF2-40B4-BE49-F238E27FC236}">
                  <a16:creationId xmlns:a16="http://schemas.microsoft.com/office/drawing/2014/main" id="{E6FC2A2D-473A-CCA0-C5F1-4EA79B5B3391}"/>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30" name="Oval 15">
              <a:extLst>
                <a:ext uri="{FF2B5EF4-FFF2-40B4-BE49-F238E27FC236}">
                  <a16:creationId xmlns:a16="http://schemas.microsoft.com/office/drawing/2014/main" id="{4A501D47-26EC-FF04-1FBC-042C2C3C3E03}"/>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331" name="Straight Connector 9330">
              <a:extLst>
                <a:ext uri="{FF2B5EF4-FFF2-40B4-BE49-F238E27FC236}">
                  <a16:creationId xmlns:a16="http://schemas.microsoft.com/office/drawing/2014/main" id="{8DCD05DD-6545-6E1C-4454-5582716F39E5}"/>
                </a:ext>
              </a:extLst>
            </p:cNvPr>
            <p:cNvCxnSpPr>
              <a:cxnSpLocks/>
              <a:stCxn id="9330"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9332" name="Straight Connector 9331">
              <a:extLst>
                <a:ext uri="{FF2B5EF4-FFF2-40B4-BE49-F238E27FC236}">
                  <a16:creationId xmlns:a16="http://schemas.microsoft.com/office/drawing/2014/main" id="{91E66C64-EA36-9EA7-4EDA-AE15340A3E46}"/>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333" name="Group 9332">
            <a:extLst>
              <a:ext uri="{FF2B5EF4-FFF2-40B4-BE49-F238E27FC236}">
                <a16:creationId xmlns:a16="http://schemas.microsoft.com/office/drawing/2014/main" id="{E53720C8-94B0-9A08-F560-59CADBD3FB6F}"/>
              </a:ext>
            </a:extLst>
          </p:cNvPr>
          <p:cNvGrpSpPr/>
          <p:nvPr/>
        </p:nvGrpSpPr>
        <p:grpSpPr>
          <a:xfrm>
            <a:off x="10506594" y="811556"/>
            <a:ext cx="721220" cy="609701"/>
            <a:chOff x="10506594" y="811556"/>
            <a:chExt cx="721220" cy="609701"/>
          </a:xfrm>
        </p:grpSpPr>
        <p:sp>
          <p:nvSpPr>
            <p:cNvPr id="9334" name="Rectangle 9333">
              <a:extLst>
                <a:ext uri="{FF2B5EF4-FFF2-40B4-BE49-F238E27FC236}">
                  <a16:creationId xmlns:a16="http://schemas.microsoft.com/office/drawing/2014/main" id="{FA71949D-EB5B-1AEE-9B5E-DEBED7FFA2B3}"/>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7" name="Rectangle 66">
              <a:extLst>
                <a:ext uri="{FF2B5EF4-FFF2-40B4-BE49-F238E27FC236}">
                  <a16:creationId xmlns:a16="http://schemas.microsoft.com/office/drawing/2014/main" id="{8050867B-4EDF-9D9B-4213-A6891D8CC199}"/>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 name="Oval 15">
              <a:extLst>
                <a:ext uri="{FF2B5EF4-FFF2-40B4-BE49-F238E27FC236}">
                  <a16:creationId xmlns:a16="http://schemas.microsoft.com/office/drawing/2014/main" id="{0E61E23F-6654-6DED-98F2-BBAFFAB51A53}"/>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9" name="Straight Connector 68">
              <a:extLst>
                <a:ext uri="{FF2B5EF4-FFF2-40B4-BE49-F238E27FC236}">
                  <a16:creationId xmlns:a16="http://schemas.microsoft.com/office/drawing/2014/main" id="{BE248088-EA1E-680D-65BE-2E72E94A870D}"/>
                </a:ext>
              </a:extLst>
            </p:cNvPr>
            <p:cNvCxnSpPr>
              <a:cxnSpLocks/>
              <a:stCxn id="68"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0" name="Straight Connector 69">
              <a:extLst>
                <a:ext uri="{FF2B5EF4-FFF2-40B4-BE49-F238E27FC236}">
                  <a16:creationId xmlns:a16="http://schemas.microsoft.com/office/drawing/2014/main" id="{EC09C895-8961-6058-33D8-FCDE759C8A4C}"/>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1" name="Group 70">
            <a:extLst>
              <a:ext uri="{FF2B5EF4-FFF2-40B4-BE49-F238E27FC236}">
                <a16:creationId xmlns:a16="http://schemas.microsoft.com/office/drawing/2014/main" id="{A44914D5-0EA2-D238-70A3-3239CA506649}"/>
              </a:ext>
            </a:extLst>
          </p:cNvPr>
          <p:cNvGrpSpPr/>
          <p:nvPr/>
        </p:nvGrpSpPr>
        <p:grpSpPr>
          <a:xfrm>
            <a:off x="7116512" y="812701"/>
            <a:ext cx="721206" cy="609701"/>
            <a:chOff x="7957576" y="811556"/>
            <a:chExt cx="721206" cy="609701"/>
          </a:xfrm>
        </p:grpSpPr>
        <p:sp>
          <p:nvSpPr>
            <p:cNvPr id="94" name="Rectangle 93">
              <a:extLst>
                <a:ext uri="{FF2B5EF4-FFF2-40B4-BE49-F238E27FC236}">
                  <a16:creationId xmlns:a16="http://schemas.microsoft.com/office/drawing/2014/main" id="{8775069F-2913-6301-E8F2-2FBD72E59CC3}"/>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09" name="Rectangle 108">
              <a:extLst>
                <a:ext uri="{FF2B5EF4-FFF2-40B4-BE49-F238E27FC236}">
                  <a16:creationId xmlns:a16="http://schemas.microsoft.com/office/drawing/2014/main" id="{A546456A-53F9-168A-29D9-6935B8EF2906}"/>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0" name="Oval 15">
              <a:extLst>
                <a:ext uri="{FF2B5EF4-FFF2-40B4-BE49-F238E27FC236}">
                  <a16:creationId xmlns:a16="http://schemas.microsoft.com/office/drawing/2014/main" id="{17F65151-7EE9-5FB9-42F8-D5B7C0A02B18}"/>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1" name="Straight Connector 110">
              <a:extLst>
                <a:ext uri="{FF2B5EF4-FFF2-40B4-BE49-F238E27FC236}">
                  <a16:creationId xmlns:a16="http://schemas.microsoft.com/office/drawing/2014/main" id="{CE74EEFF-FDAC-C9D5-C381-CDE11D98CB90}"/>
                </a:ext>
              </a:extLst>
            </p:cNvPr>
            <p:cNvCxnSpPr>
              <a:cxnSpLocks/>
              <a:stCxn id="110"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2" name="Straight Connector 111">
              <a:extLst>
                <a:ext uri="{FF2B5EF4-FFF2-40B4-BE49-F238E27FC236}">
                  <a16:creationId xmlns:a16="http://schemas.microsoft.com/office/drawing/2014/main" id="{76923D78-895B-0CA2-60D2-769C984CE57D}"/>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3" name="Group 112">
            <a:extLst>
              <a:ext uri="{FF2B5EF4-FFF2-40B4-BE49-F238E27FC236}">
                <a16:creationId xmlns:a16="http://schemas.microsoft.com/office/drawing/2014/main" id="{47CB2D72-5A2D-86A3-F8C4-51A42C362D70}"/>
              </a:ext>
            </a:extLst>
          </p:cNvPr>
          <p:cNvGrpSpPr/>
          <p:nvPr/>
        </p:nvGrpSpPr>
        <p:grpSpPr>
          <a:xfrm>
            <a:off x="11355832" y="5140982"/>
            <a:ext cx="721220" cy="609701"/>
            <a:chOff x="9656903" y="2253333"/>
            <a:chExt cx="721220" cy="609701"/>
          </a:xfrm>
        </p:grpSpPr>
        <p:sp>
          <p:nvSpPr>
            <p:cNvPr id="114" name="Rectangle 113">
              <a:hlinkHover r:id="" action="ppaction://noaction" highlightClick="1"/>
              <a:extLst>
                <a:ext uri="{FF2B5EF4-FFF2-40B4-BE49-F238E27FC236}">
                  <a16:creationId xmlns:a16="http://schemas.microsoft.com/office/drawing/2014/main" id="{458D3397-E929-BA49-95CA-595AC6DB3159}"/>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21" name="Rectangle 120">
              <a:extLst>
                <a:ext uri="{FF2B5EF4-FFF2-40B4-BE49-F238E27FC236}">
                  <a16:creationId xmlns:a16="http://schemas.microsoft.com/office/drawing/2014/main" id="{2EE4D52A-7305-36F6-1426-52A2EFF4EABC}"/>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2" name="Oval 15">
              <a:extLst>
                <a:ext uri="{FF2B5EF4-FFF2-40B4-BE49-F238E27FC236}">
                  <a16:creationId xmlns:a16="http://schemas.microsoft.com/office/drawing/2014/main" id="{01D6F7A3-B6E5-1BF8-27CB-F2C4EBC5657E}"/>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3" name="Straight Connector 122">
              <a:extLst>
                <a:ext uri="{FF2B5EF4-FFF2-40B4-BE49-F238E27FC236}">
                  <a16:creationId xmlns:a16="http://schemas.microsoft.com/office/drawing/2014/main" id="{C47D5B26-710E-BA3C-F441-65DAEB4E595C}"/>
                </a:ext>
              </a:extLst>
            </p:cNvPr>
            <p:cNvCxnSpPr>
              <a:cxnSpLocks/>
              <a:stCxn id="122"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4" name="Straight Connector 123">
              <a:extLst>
                <a:ext uri="{FF2B5EF4-FFF2-40B4-BE49-F238E27FC236}">
                  <a16:creationId xmlns:a16="http://schemas.microsoft.com/office/drawing/2014/main" id="{51D6329F-5963-D1A2-72C3-EDC7BC0C90F9}"/>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5" name="Group 124">
            <a:extLst>
              <a:ext uri="{FF2B5EF4-FFF2-40B4-BE49-F238E27FC236}">
                <a16:creationId xmlns:a16="http://schemas.microsoft.com/office/drawing/2014/main" id="{F94BD59A-B63C-1C6C-B22A-50705DC10B3D}"/>
              </a:ext>
            </a:extLst>
          </p:cNvPr>
          <p:cNvGrpSpPr/>
          <p:nvPr/>
        </p:nvGrpSpPr>
        <p:grpSpPr>
          <a:xfrm>
            <a:off x="1268346" y="3698208"/>
            <a:ext cx="721891" cy="610396"/>
            <a:chOff x="1268346" y="3698208"/>
            <a:chExt cx="721891" cy="610396"/>
          </a:xfrm>
        </p:grpSpPr>
        <p:sp>
          <p:nvSpPr>
            <p:cNvPr id="126" name="Rectangle 125">
              <a:extLst>
                <a:ext uri="{FF2B5EF4-FFF2-40B4-BE49-F238E27FC236}">
                  <a16:creationId xmlns:a16="http://schemas.microsoft.com/office/drawing/2014/main" id="{7B4DE691-44D0-63CD-9673-D9A1718F737D}"/>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27" name="Right Triangle 126">
              <a:extLst>
                <a:ext uri="{FF2B5EF4-FFF2-40B4-BE49-F238E27FC236}">
                  <a16:creationId xmlns:a16="http://schemas.microsoft.com/office/drawing/2014/main" id="{EFEA55E5-4213-20B9-D112-846426D90DDC}"/>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351" name="Group 9350">
              <a:extLst>
                <a:ext uri="{FF2B5EF4-FFF2-40B4-BE49-F238E27FC236}">
                  <a16:creationId xmlns:a16="http://schemas.microsoft.com/office/drawing/2014/main" id="{B92FDBB6-967B-F689-E4EB-AE2BF9CF4A7B}"/>
                </a:ext>
              </a:extLst>
            </p:cNvPr>
            <p:cNvGrpSpPr/>
            <p:nvPr/>
          </p:nvGrpSpPr>
          <p:grpSpPr>
            <a:xfrm>
              <a:off x="1939627" y="3704306"/>
              <a:ext cx="37817" cy="61390"/>
              <a:chOff x="3883481" y="2057400"/>
              <a:chExt cx="1608363" cy="2652031"/>
            </a:xfrm>
            <a:solidFill>
              <a:srgbClr val="A6A6A6">
                <a:alpha val="20000"/>
              </a:srgbClr>
            </a:solidFill>
          </p:grpSpPr>
          <p:sp>
            <p:nvSpPr>
              <p:cNvPr id="9352" name="Oval 27">
                <a:extLst>
                  <a:ext uri="{FF2B5EF4-FFF2-40B4-BE49-F238E27FC236}">
                    <a16:creationId xmlns:a16="http://schemas.microsoft.com/office/drawing/2014/main" id="{80F225C8-F6AC-2F88-1731-910C8874B49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53" name="Oval 28">
                <a:extLst>
                  <a:ext uri="{FF2B5EF4-FFF2-40B4-BE49-F238E27FC236}">
                    <a16:creationId xmlns:a16="http://schemas.microsoft.com/office/drawing/2014/main" id="{BF860F32-9124-06C1-D99B-87F07242179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354" name="Group 9353">
            <a:extLst>
              <a:ext uri="{FF2B5EF4-FFF2-40B4-BE49-F238E27FC236}">
                <a16:creationId xmlns:a16="http://schemas.microsoft.com/office/drawing/2014/main" id="{DACB6E56-CBA6-969F-8C7A-17B0E29BC7A9}"/>
              </a:ext>
            </a:extLst>
          </p:cNvPr>
          <p:cNvGrpSpPr/>
          <p:nvPr/>
        </p:nvGrpSpPr>
        <p:grpSpPr>
          <a:xfrm>
            <a:off x="5451979" y="3707588"/>
            <a:ext cx="721206" cy="609701"/>
            <a:chOff x="5451979" y="3707588"/>
            <a:chExt cx="721206" cy="609701"/>
          </a:xfrm>
        </p:grpSpPr>
        <p:sp>
          <p:nvSpPr>
            <p:cNvPr id="9405" name="Rectangle 9404">
              <a:hlinkHover r:id="" action="ppaction://noaction" highlightClick="1"/>
              <a:extLst>
                <a:ext uri="{FF2B5EF4-FFF2-40B4-BE49-F238E27FC236}">
                  <a16:creationId xmlns:a16="http://schemas.microsoft.com/office/drawing/2014/main" id="{0767969B-CA8F-08FC-9487-F6EF2775D3E9}"/>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9406" name="Oval 9405">
              <a:extLst>
                <a:ext uri="{FF2B5EF4-FFF2-40B4-BE49-F238E27FC236}">
                  <a16:creationId xmlns:a16="http://schemas.microsoft.com/office/drawing/2014/main" id="{8D28D49C-F1D4-A48F-2035-37B3F25C690A}"/>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07" name="Isosceles Triangle 648">
              <a:extLst>
                <a:ext uri="{FF2B5EF4-FFF2-40B4-BE49-F238E27FC236}">
                  <a16:creationId xmlns:a16="http://schemas.microsoft.com/office/drawing/2014/main" id="{514D43EA-BDAC-2248-ADA0-36EA84453551}"/>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08" name="Group 9407">
            <a:extLst>
              <a:ext uri="{FF2B5EF4-FFF2-40B4-BE49-F238E27FC236}">
                <a16:creationId xmlns:a16="http://schemas.microsoft.com/office/drawing/2014/main" id="{56416371-D83E-7A8F-32A4-A95D94363A9C}"/>
              </a:ext>
            </a:extLst>
          </p:cNvPr>
          <p:cNvGrpSpPr/>
          <p:nvPr/>
        </p:nvGrpSpPr>
        <p:grpSpPr>
          <a:xfrm>
            <a:off x="10508723" y="1536662"/>
            <a:ext cx="721206" cy="609701"/>
            <a:chOff x="11356242" y="1532276"/>
            <a:chExt cx="721206" cy="609701"/>
          </a:xfrm>
        </p:grpSpPr>
        <p:sp>
          <p:nvSpPr>
            <p:cNvPr id="9409" name="Rectangle 9408">
              <a:hlinkHover r:id="" action="ppaction://noaction" highlightClick="1"/>
              <a:extLst>
                <a:ext uri="{FF2B5EF4-FFF2-40B4-BE49-F238E27FC236}">
                  <a16:creationId xmlns:a16="http://schemas.microsoft.com/office/drawing/2014/main" id="{D1572D62-40DB-A417-0532-7F803F6FC8B5}"/>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9410" name="Oval 9409">
              <a:extLst>
                <a:ext uri="{FF2B5EF4-FFF2-40B4-BE49-F238E27FC236}">
                  <a16:creationId xmlns:a16="http://schemas.microsoft.com/office/drawing/2014/main" id="{9A1FE826-AAC9-A626-C4CA-E7A736C89E7F}"/>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29" name="Isosceles Triangle 648">
              <a:extLst>
                <a:ext uri="{FF2B5EF4-FFF2-40B4-BE49-F238E27FC236}">
                  <a16:creationId xmlns:a16="http://schemas.microsoft.com/office/drawing/2014/main" id="{E4791762-91AD-3CD2-82F0-85ADCB494026}"/>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42" name="Group 9441">
            <a:extLst>
              <a:ext uri="{FF2B5EF4-FFF2-40B4-BE49-F238E27FC236}">
                <a16:creationId xmlns:a16="http://schemas.microsoft.com/office/drawing/2014/main" id="{C182C902-89A2-23AE-D2D0-0F027226401F}"/>
              </a:ext>
            </a:extLst>
          </p:cNvPr>
          <p:cNvGrpSpPr/>
          <p:nvPr/>
        </p:nvGrpSpPr>
        <p:grpSpPr>
          <a:xfrm>
            <a:off x="6283037" y="2264881"/>
            <a:ext cx="721206" cy="609702"/>
            <a:chOff x="8807242" y="2253333"/>
            <a:chExt cx="721206" cy="609702"/>
          </a:xfrm>
        </p:grpSpPr>
        <p:sp>
          <p:nvSpPr>
            <p:cNvPr id="9443" name="Rectangle 9442">
              <a:extLst>
                <a:ext uri="{FF2B5EF4-FFF2-40B4-BE49-F238E27FC236}">
                  <a16:creationId xmlns:a16="http://schemas.microsoft.com/office/drawing/2014/main" id="{C2B43A39-BF1E-D0C0-AF94-02A62DC63FCE}"/>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9444" name="Right Triangle 9443">
              <a:extLst>
                <a:ext uri="{FF2B5EF4-FFF2-40B4-BE49-F238E27FC236}">
                  <a16:creationId xmlns:a16="http://schemas.microsoft.com/office/drawing/2014/main" id="{8823B2C1-6F61-96EF-C3D0-60B82BA8E472}"/>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63" name="Oval 27">
              <a:extLst>
                <a:ext uri="{FF2B5EF4-FFF2-40B4-BE49-F238E27FC236}">
                  <a16:creationId xmlns:a16="http://schemas.microsoft.com/office/drawing/2014/main" id="{B0558BCB-24D0-226E-EE0D-023B8917893B}"/>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64" name="Oval 28">
              <a:extLst>
                <a:ext uri="{FF2B5EF4-FFF2-40B4-BE49-F238E27FC236}">
                  <a16:creationId xmlns:a16="http://schemas.microsoft.com/office/drawing/2014/main" id="{2D7D10BB-7C3C-F4F5-459F-B6AC736794B9}"/>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465" name="Group 9464">
            <a:extLst>
              <a:ext uri="{FF2B5EF4-FFF2-40B4-BE49-F238E27FC236}">
                <a16:creationId xmlns:a16="http://schemas.microsoft.com/office/drawing/2014/main" id="{F72B384E-4B2E-FBF6-0E50-F62C4BBFFD22}"/>
              </a:ext>
            </a:extLst>
          </p:cNvPr>
          <p:cNvGrpSpPr/>
          <p:nvPr/>
        </p:nvGrpSpPr>
        <p:grpSpPr>
          <a:xfrm>
            <a:off x="9656908" y="2253333"/>
            <a:ext cx="721206" cy="609701"/>
            <a:chOff x="9656908" y="2253333"/>
            <a:chExt cx="721206" cy="609701"/>
          </a:xfrm>
        </p:grpSpPr>
        <p:sp>
          <p:nvSpPr>
            <p:cNvPr id="9466" name="Rectangle 9465">
              <a:hlinkHover r:id="" action="ppaction://noaction" highlightClick="1"/>
              <a:extLst>
                <a:ext uri="{FF2B5EF4-FFF2-40B4-BE49-F238E27FC236}">
                  <a16:creationId xmlns:a16="http://schemas.microsoft.com/office/drawing/2014/main" id="{6A07805A-4A4F-CDE2-CA3B-611134A53EA5}"/>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467" name="Rectangle 9466">
              <a:extLst>
                <a:ext uri="{FF2B5EF4-FFF2-40B4-BE49-F238E27FC236}">
                  <a16:creationId xmlns:a16="http://schemas.microsoft.com/office/drawing/2014/main" id="{3A4D1EF6-A62E-55E5-ABC7-98EC9B729064}"/>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68" name="Oval 15">
              <a:extLst>
                <a:ext uri="{FF2B5EF4-FFF2-40B4-BE49-F238E27FC236}">
                  <a16:creationId xmlns:a16="http://schemas.microsoft.com/office/drawing/2014/main" id="{146151D0-CE6E-83C9-40A0-EDB16514EA98}"/>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469" name="Straight Connector 9468">
              <a:extLst>
                <a:ext uri="{FF2B5EF4-FFF2-40B4-BE49-F238E27FC236}">
                  <a16:creationId xmlns:a16="http://schemas.microsoft.com/office/drawing/2014/main" id="{944E68A8-708B-75E8-38CB-63ECA6B8D65B}"/>
                </a:ext>
              </a:extLst>
            </p:cNvPr>
            <p:cNvCxnSpPr>
              <a:cxnSpLocks/>
              <a:stCxn id="9468"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470" name="Straight Connector 9469">
              <a:extLst>
                <a:ext uri="{FF2B5EF4-FFF2-40B4-BE49-F238E27FC236}">
                  <a16:creationId xmlns:a16="http://schemas.microsoft.com/office/drawing/2014/main" id="{0CC06F69-5E8F-9066-C938-49AED6A64931}"/>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471" name="Group 9470">
            <a:extLst>
              <a:ext uri="{FF2B5EF4-FFF2-40B4-BE49-F238E27FC236}">
                <a16:creationId xmlns:a16="http://schemas.microsoft.com/office/drawing/2014/main" id="{C8E3D0B7-1A32-3714-4DD3-5C1AD9C57DF0}"/>
              </a:ext>
            </a:extLst>
          </p:cNvPr>
          <p:cNvGrpSpPr/>
          <p:nvPr/>
        </p:nvGrpSpPr>
        <p:grpSpPr>
          <a:xfrm>
            <a:off x="8808980" y="2268701"/>
            <a:ext cx="721206" cy="609701"/>
            <a:chOff x="11356238" y="2253333"/>
            <a:chExt cx="721206" cy="609701"/>
          </a:xfrm>
        </p:grpSpPr>
        <p:sp>
          <p:nvSpPr>
            <p:cNvPr id="128" name="Rectangle 127">
              <a:hlinkHover r:id="" action="ppaction://noaction" highlightClick="1"/>
              <a:extLst>
                <a:ext uri="{FF2B5EF4-FFF2-40B4-BE49-F238E27FC236}">
                  <a16:creationId xmlns:a16="http://schemas.microsoft.com/office/drawing/2014/main" id="{A75A286E-A3E5-A854-EF74-7E4E73165D3A}"/>
                </a:ext>
              </a:extLst>
            </p:cNvPr>
            <p:cNvSpPr/>
            <p:nvPr/>
          </p:nvSpPr>
          <p:spPr>
            <a:xfrm>
              <a:off x="11356238" y="225333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29" name="Oval 128">
              <a:extLst>
                <a:ext uri="{FF2B5EF4-FFF2-40B4-BE49-F238E27FC236}">
                  <a16:creationId xmlns:a16="http://schemas.microsoft.com/office/drawing/2014/main" id="{96B81D1C-2039-D174-489D-CB0C4E2B2946}"/>
                </a:ext>
              </a:extLst>
            </p:cNvPr>
            <p:cNvSpPr/>
            <p:nvPr/>
          </p:nvSpPr>
          <p:spPr>
            <a:xfrm>
              <a:off x="11934777" y="226109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Isosceles Triangle 648">
              <a:extLst>
                <a:ext uri="{FF2B5EF4-FFF2-40B4-BE49-F238E27FC236}">
                  <a16:creationId xmlns:a16="http://schemas.microsoft.com/office/drawing/2014/main" id="{942A417D-556D-4573-66E8-205F740C8820}"/>
                </a:ext>
              </a:extLst>
            </p:cNvPr>
            <p:cNvSpPr/>
            <p:nvPr/>
          </p:nvSpPr>
          <p:spPr>
            <a:xfrm>
              <a:off x="11964901" y="227460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2" name="Group 131">
            <a:extLst>
              <a:ext uri="{FF2B5EF4-FFF2-40B4-BE49-F238E27FC236}">
                <a16:creationId xmlns:a16="http://schemas.microsoft.com/office/drawing/2014/main" id="{72B44B82-B8AD-6C30-E4A8-28147E2531FB}"/>
              </a:ext>
            </a:extLst>
          </p:cNvPr>
          <p:cNvGrpSpPr/>
          <p:nvPr/>
        </p:nvGrpSpPr>
        <p:grpSpPr>
          <a:xfrm>
            <a:off x="10506573" y="2253333"/>
            <a:ext cx="721206" cy="609701"/>
            <a:chOff x="10506573" y="2253333"/>
            <a:chExt cx="721206" cy="609701"/>
          </a:xfrm>
        </p:grpSpPr>
        <p:sp>
          <p:nvSpPr>
            <p:cNvPr id="133" name="Rectangle 132">
              <a:hlinkHover r:id="" action="ppaction://noaction" highlightClick="1"/>
              <a:extLst>
                <a:ext uri="{FF2B5EF4-FFF2-40B4-BE49-F238E27FC236}">
                  <a16:creationId xmlns:a16="http://schemas.microsoft.com/office/drawing/2014/main" id="{0A1BC32F-4240-C91D-AAEE-9A1C5CB49442}"/>
                </a:ext>
              </a:extLst>
            </p:cNvPr>
            <p:cNvSpPr/>
            <p:nvPr/>
          </p:nvSpPr>
          <p:spPr>
            <a:xfrm>
              <a:off x="10506573" y="2253333"/>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134" name="Diamond 133">
              <a:extLst>
                <a:ext uri="{FF2B5EF4-FFF2-40B4-BE49-F238E27FC236}">
                  <a16:creationId xmlns:a16="http://schemas.microsoft.com/office/drawing/2014/main" id="{3250A4EF-8B6C-A828-B2AA-5B9079777D59}"/>
                </a:ext>
              </a:extLst>
            </p:cNvPr>
            <p:cNvSpPr/>
            <p:nvPr/>
          </p:nvSpPr>
          <p:spPr>
            <a:xfrm>
              <a:off x="11091271" y="2255684"/>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Oval 134">
              <a:extLst>
                <a:ext uri="{FF2B5EF4-FFF2-40B4-BE49-F238E27FC236}">
                  <a16:creationId xmlns:a16="http://schemas.microsoft.com/office/drawing/2014/main" id="{E78879CD-F9D3-5A83-E440-8B7FA9B903A1}"/>
                </a:ext>
              </a:extLst>
            </p:cNvPr>
            <p:cNvSpPr/>
            <p:nvPr/>
          </p:nvSpPr>
          <p:spPr>
            <a:xfrm>
              <a:off x="11125474" y="2289172"/>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6" name="Group 135">
            <a:extLst>
              <a:ext uri="{FF2B5EF4-FFF2-40B4-BE49-F238E27FC236}">
                <a16:creationId xmlns:a16="http://schemas.microsoft.com/office/drawing/2014/main" id="{E0720FD2-2237-521E-599E-FC8EC834A528}"/>
              </a:ext>
            </a:extLst>
          </p:cNvPr>
          <p:cNvGrpSpPr/>
          <p:nvPr/>
        </p:nvGrpSpPr>
        <p:grpSpPr>
          <a:xfrm>
            <a:off x="11356557" y="2249491"/>
            <a:ext cx="721206" cy="609701"/>
            <a:chOff x="5451377" y="2253333"/>
            <a:chExt cx="721206" cy="609701"/>
          </a:xfrm>
        </p:grpSpPr>
        <p:sp>
          <p:nvSpPr>
            <p:cNvPr id="137" name="Rectangle 136">
              <a:extLst>
                <a:ext uri="{FF2B5EF4-FFF2-40B4-BE49-F238E27FC236}">
                  <a16:creationId xmlns:a16="http://schemas.microsoft.com/office/drawing/2014/main" id="{9D93C7C6-B599-75E0-24BB-8EFF2C3B4C68}"/>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38" name="Right Triangle 137">
              <a:extLst>
                <a:ext uri="{FF2B5EF4-FFF2-40B4-BE49-F238E27FC236}">
                  <a16:creationId xmlns:a16="http://schemas.microsoft.com/office/drawing/2014/main" id="{75D247AA-1B89-427D-F511-15588E16CF90}"/>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9" name="Group 138">
              <a:extLst>
                <a:ext uri="{FF2B5EF4-FFF2-40B4-BE49-F238E27FC236}">
                  <a16:creationId xmlns:a16="http://schemas.microsoft.com/office/drawing/2014/main" id="{E816672D-17AF-FADE-3CB2-EED01F7D28F1}"/>
                </a:ext>
              </a:extLst>
            </p:cNvPr>
            <p:cNvGrpSpPr/>
            <p:nvPr/>
          </p:nvGrpSpPr>
          <p:grpSpPr>
            <a:xfrm>
              <a:off x="6116566" y="2264771"/>
              <a:ext cx="37817" cy="61390"/>
              <a:chOff x="3883481" y="2057400"/>
              <a:chExt cx="1608363" cy="2652031"/>
            </a:xfrm>
            <a:solidFill>
              <a:srgbClr val="A6A6A6"/>
            </a:solidFill>
          </p:grpSpPr>
          <p:sp>
            <p:nvSpPr>
              <p:cNvPr id="140" name="Oval 27">
                <a:extLst>
                  <a:ext uri="{FF2B5EF4-FFF2-40B4-BE49-F238E27FC236}">
                    <a16:creationId xmlns:a16="http://schemas.microsoft.com/office/drawing/2014/main" id="{3FEC6020-0EED-935A-6CA7-270CE42504F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 name="Oval 28">
                <a:extLst>
                  <a:ext uri="{FF2B5EF4-FFF2-40B4-BE49-F238E27FC236}">
                    <a16:creationId xmlns:a16="http://schemas.microsoft.com/office/drawing/2014/main" id="{6F76A7B0-13A7-7EA0-C197-E66B98266A2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2" name="Group 141">
            <a:extLst>
              <a:ext uri="{FF2B5EF4-FFF2-40B4-BE49-F238E27FC236}">
                <a16:creationId xmlns:a16="http://schemas.microsoft.com/office/drawing/2014/main" id="{5E257269-911E-47FD-8E22-3A08E7F4DA99}"/>
              </a:ext>
            </a:extLst>
          </p:cNvPr>
          <p:cNvGrpSpPr/>
          <p:nvPr/>
        </p:nvGrpSpPr>
        <p:grpSpPr>
          <a:xfrm>
            <a:off x="5446483" y="2257175"/>
            <a:ext cx="721206" cy="609701"/>
            <a:chOff x="6287884" y="2253333"/>
            <a:chExt cx="721206" cy="609701"/>
          </a:xfrm>
        </p:grpSpPr>
        <p:sp>
          <p:nvSpPr>
            <p:cNvPr id="143" name="Rectangle 142">
              <a:extLst>
                <a:ext uri="{FF2B5EF4-FFF2-40B4-BE49-F238E27FC236}">
                  <a16:creationId xmlns:a16="http://schemas.microsoft.com/office/drawing/2014/main" id="{108A449B-3BDF-65B9-EDFF-075BBBAAAE8B}"/>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44" name="Right Triangle 143">
              <a:extLst>
                <a:ext uri="{FF2B5EF4-FFF2-40B4-BE49-F238E27FC236}">
                  <a16:creationId xmlns:a16="http://schemas.microsoft.com/office/drawing/2014/main" id="{A8E6E9E5-6820-8810-B200-0F273783F670}"/>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5" name="Group 144">
              <a:extLst>
                <a:ext uri="{FF2B5EF4-FFF2-40B4-BE49-F238E27FC236}">
                  <a16:creationId xmlns:a16="http://schemas.microsoft.com/office/drawing/2014/main" id="{0314F02A-0353-BDFA-7DF4-66CC5480E938}"/>
                </a:ext>
              </a:extLst>
            </p:cNvPr>
            <p:cNvGrpSpPr/>
            <p:nvPr/>
          </p:nvGrpSpPr>
          <p:grpSpPr>
            <a:xfrm>
              <a:off x="6952478" y="2265091"/>
              <a:ext cx="37817" cy="61390"/>
              <a:chOff x="3883481" y="2057400"/>
              <a:chExt cx="1608363" cy="2652031"/>
            </a:xfrm>
            <a:solidFill>
              <a:srgbClr val="A6A6A6"/>
            </a:solidFill>
          </p:grpSpPr>
          <p:sp>
            <p:nvSpPr>
              <p:cNvPr id="146" name="Oval 27">
                <a:extLst>
                  <a:ext uri="{FF2B5EF4-FFF2-40B4-BE49-F238E27FC236}">
                    <a16:creationId xmlns:a16="http://schemas.microsoft.com/office/drawing/2014/main" id="{FE4CE8B6-9AB2-F547-C9C0-E2AD07D467D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7" name="Oval 28">
                <a:extLst>
                  <a:ext uri="{FF2B5EF4-FFF2-40B4-BE49-F238E27FC236}">
                    <a16:creationId xmlns:a16="http://schemas.microsoft.com/office/drawing/2014/main" id="{36822F99-0F9B-5583-0508-A7B1DCA26E4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8" name="Group 147">
            <a:extLst>
              <a:ext uri="{FF2B5EF4-FFF2-40B4-BE49-F238E27FC236}">
                <a16:creationId xmlns:a16="http://schemas.microsoft.com/office/drawing/2014/main" id="{A230340E-4B59-55B7-4A53-D1F9A042099A}"/>
              </a:ext>
            </a:extLst>
          </p:cNvPr>
          <p:cNvGrpSpPr/>
          <p:nvPr/>
        </p:nvGrpSpPr>
        <p:grpSpPr>
          <a:xfrm>
            <a:off x="7114927" y="2267713"/>
            <a:ext cx="721206" cy="609701"/>
            <a:chOff x="9657610" y="2974054"/>
            <a:chExt cx="721206" cy="609701"/>
          </a:xfrm>
        </p:grpSpPr>
        <p:sp>
          <p:nvSpPr>
            <p:cNvPr id="149" name="Rectangle 148">
              <a:extLst>
                <a:ext uri="{FF2B5EF4-FFF2-40B4-BE49-F238E27FC236}">
                  <a16:creationId xmlns:a16="http://schemas.microsoft.com/office/drawing/2014/main" id="{8D056E67-5061-E8EF-C58A-3DB9AFE85C74}"/>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150" name="Rectangle 149">
              <a:extLst>
                <a:ext uri="{FF2B5EF4-FFF2-40B4-BE49-F238E27FC236}">
                  <a16:creationId xmlns:a16="http://schemas.microsoft.com/office/drawing/2014/main" id="{3B02CAF8-8F70-F421-AD9F-0A6B4B535289}"/>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Oval 15">
              <a:extLst>
                <a:ext uri="{FF2B5EF4-FFF2-40B4-BE49-F238E27FC236}">
                  <a16:creationId xmlns:a16="http://schemas.microsoft.com/office/drawing/2014/main" id="{CD70EFC8-3CE4-CFA5-96E7-2320EBF15354}"/>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2" name="Straight Connector 151">
              <a:extLst>
                <a:ext uri="{FF2B5EF4-FFF2-40B4-BE49-F238E27FC236}">
                  <a16:creationId xmlns:a16="http://schemas.microsoft.com/office/drawing/2014/main" id="{FD0D17FD-E322-5937-E6E6-745D5E37B50C}"/>
                </a:ext>
              </a:extLst>
            </p:cNvPr>
            <p:cNvCxnSpPr>
              <a:cxnSpLocks/>
              <a:stCxn id="151"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3" name="Straight Connector 152">
              <a:extLst>
                <a:ext uri="{FF2B5EF4-FFF2-40B4-BE49-F238E27FC236}">
                  <a16:creationId xmlns:a16="http://schemas.microsoft.com/office/drawing/2014/main" id="{65E05F35-9363-5A84-88E5-84383B282194}"/>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4" name="Group 153">
            <a:extLst>
              <a:ext uri="{FF2B5EF4-FFF2-40B4-BE49-F238E27FC236}">
                <a16:creationId xmlns:a16="http://schemas.microsoft.com/office/drawing/2014/main" id="{1803D938-D53D-0A91-078F-E8EF824D9BF1}"/>
              </a:ext>
            </a:extLst>
          </p:cNvPr>
          <p:cNvGrpSpPr/>
          <p:nvPr/>
        </p:nvGrpSpPr>
        <p:grpSpPr>
          <a:xfrm>
            <a:off x="7957586" y="2253332"/>
            <a:ext cx="721206" cy="609701"/>
            <a:chOff x="7957586" y="2253332"/>
            <a:chExt cx="721206" cy="609701"/>
          </a:xfrm>
        </p:grpSpPr>
        <p:sp>
          <p:nvSpPr>
            <p:cNvPr id="155" name="Rectangle 154">
              <a:extLst>
                <a:ext uri="{FF2B5EF4-FFF2-40B4-BE49-F238E27FC236}">
                  <a16:creationId xmlns:a16="http://schemas.microsoft.com/office/drawing/2014/main" id="{2D0EAF30-9BB3-D345-D2C6-C0511CA9CAD5}"/>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56" name="Right Triangle 155">
              <a:extLst>
                <a:ext uri="{FF2B5EF4-FFF2-40B4-BE49-F238E27FC236}">
                  <a16:creationId xmlns:a16="http://schemas.microsoft.com/office/drawing/2014/main" id="{478820A3-9F33-74F9-69AC-762FF8F40C0D}"/>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57" name="Group 156">
              <a:extLst>
                <a:ext uri="{FF2B5EF4-FFF2-40B4-BE49-F238E27FC236}">
                  <a16:creationId xmlns:a16="http://schemas.microsoft.com/office/drawing/2014/main" id="{CB6E7B81-FABE-1E79-2E5F-024571B82F56}"/>
                </a:ext>
              </a:extLst>
            </p:cNvPr>
            <p:cNvGrpSpPr/>
            <p:nvPr/>
          </p:nvGrpSpPr>
          <p:grpSpPr>
            <a:xfrm>
              <a:off x="8621942" y="2262669"/>
              <a:ext cx="37817" cy="61390"/>
              <a:chOff x="3883481" y="2057400"/>
              <a:chExt cx="1608363" cy="2652031"/>
            </a:xfrm>
            <a:solidFill>
              <a:srgbClr val="A6A6A6">
                <a:alpha val="20000"/>
              </a:srgbClr>
            </a:solidFill>
          </p:grpSpPr>
          <p:sp>
            <p:nvSpPr>
              <p:cNvPr id="158" name="Oval 27">
                <a:extLst>
                  <a:ext uri="{FF2B5EF4-FFF2-40B4-BE49-F238E27FC236}">
                    <a16:creationId xmlns:a16="http://schemas.microsoft.com/office/drawing/2014/main" id="{75214A33-2ECF-2C35-F6AF-118CE06E928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9" name="Oval 28">
                <a:extLst>
                  <a:ext uri="{FF2B5EF4-FFF2-40B4-BE49-F238E27FC236}">
                    <a16:creationId xmlns:a16="http://schemas.microsoft.com/office/drawing/2014/main" id="{516EE5B5-2C13-F492-3968-B071ACFE15B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0" name="Group 159">
            <a:extLst>
              <a:ext uri="{FF2B5EF4-FFF2-40B4-BE49-F238E27FC236}">
                <a16:creationId xmlns:a16="http://schemas.microsoft.com/office/drawing/2014/main" id="{B4C36023-668C-4DF3-FDD2-DEC30FCA2D65}"/>
              </a:ext>
            </a:extLst>
          </p:cNvPr>
          <p:cNvGrpSpPr/>
          <p:nvPr/>
        </p:nvGrpSpPr>
        <p:grpSpPr>
          <a:xfrm>
            <a:off x="2109092" y="2986575"/>
            <a:ext cx="721206" cy="649846"/>
            <a:chOff x="10506800" y="2974054"/>
            <a:chExt cx="721206" cy="649846"/>
          </a:xfrm>
        </p:grpSpPr>
        <p:sp>
          <p:nvSpPr>
            <p:cNvPr id="161" name="Rectangle 160">
              <a:extLst>
                <a:ext uri="{FF2B5EF4-FFF2-40B4-BE49-F238E27FC236}">
                  <a16:creationId xmlns:a16="http://schemas.microsoft.com/office/drawing/2014/main" id="{E0CF428D-3286-BBEB-124B-FA18FD30EE84}"/>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62" name="Rectangle 161">
              <a:extLst>
                <a:ext uri="{FF2B5EF4-FFF2-40B4-BE49-F238E27FC236}">
                  <a16:creationId xmlns:a16="http://schemas.microsoft.com/office/drawing/2014/main" id="{CE0E6497-54CD-B191-7A72-894BEC9E20E2}"/>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3" name="Oval 15">
              <a:extLst>
                <a:ext uri="{FF2B5EF4-FFF2-40B4-BE49-F238E27FC236}">
                  <a16:creationId xmlns:a16="http://schemas.microsoft.com/office/drawing/2014/main" id="{4CF32DED-BA48-FB8E-A1E8-71EAC2B65045}"/>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4" name="Straight Connector 163">
              <a:extLst>
                <a:ext uri="{FF2B5EF4-FFF2-40B4-BE49-F238E27FC236}">
                  <a16:creationId xmlns:a16="http://schemas.microsoft.com/office/drawing/2014/main" id="{55421152-3BCB-D0F4-C9E9-81D4F2D26E00}"/>
                </a:ext>
              </a:extLst>
            </p:cNvPr>
            <p:cNvCxnSpPr>
              <a:cxnSpLocks/>
              <a:stCxn id="163"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5" name="Straight Connector 164">
              <a:extLst>
                <a:ext uri="{FF2B5EF4-FFF2-40B4-BE49-F238E27FC236}">
                  <a16:creationId xmlns:a16="http://schemas.microsoft.com/office/drawing/2014/main" id="{6284A02B-40D2-D7C8-B169-7BF95E513A0F}"/>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A0C33933-E880-BDC2-FA65-3A3E3FEF6868}"/>
              </a:ext>
            </a:extLst>
          </p:cNvPr>
          <p:cNvGrpSpPr/>
          <p:nvPr/>
        </p:nvGrpSpPr>
        <p:grpSpPr>
          <a:xfrm>
            <a:off x="4621827" y="2983922"/>
            <a:ext cx="721206" cy="654973"/>
            <a:chOff x="9657606" y="2974054"/>
            <a:chExt cx="721206" cy="654973"/>
          </a:xfrm>
        </p:grpSpPr>
        <p:sp>
          <p:nvSpPr>
            <p:cNvPr id="167" name="Rectangle 166">
              <a:extLst>
                <a:ext uri="{FF2B5EF4-FFF2-40B4-BE49-F238E27FC236}">
                  <a16:creationId xmlns:a16="http://schemas.microsoft.com/office/drawing/2014/main" id="{B44D9C76-9372-1AE1-5929-61A7011522DD}"/>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68" name="Rectangle 167">
              <a:extLst>
                <a:ext uri="{FF2B5EF4-FFF2-40B4-BE49-F238E27FC236}">
                  <a16:creationId xmlns:a16="http://schemas.microsoft.com/office/drawing/2014/main" id="{A40529C9-7759-E655-1865-E70EBDDC6883}"/>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9" name="Oval 15">
              <a:extLst>
                <a:ext uri="{FF2B5EF4-FFF2-40B4-BE49-F238E27FC236}">
                  <a16:creationId xmlns:a16="http://schemas.microsoft.com/office/drawing/2014/main" id="{2DA4D2BD-E43A-9870-D747-03888DC33BA2}"/>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0" name="Straight Connector 169">
              <a:extLst>
                <a:ext uri="{FF2B5EF4-FFF2-40B4-BE49-F238E27FC236}">
                  <a16:creationId xmlns:a16="http://schemas.microsoft.com/office/drawing/2014/main" id="{FA7FE09F-FE35-60D7-74DB-B15330ACC84B}"/>
                </a:ext>
              </a:extLst>
            </p:cNvPr>
            <p:cNvCxnSpPr>
              <a:cxnSpLocks/>
              <a:stCxn id="169"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1" name="Straight Connector 170">
              <a:extLst>
                <a:ext uri="{FF2B5EF4-FFF2-40B4-BE49-F238E27FC236}">
                  <a16:creationId xmlns:a16="http://schemas.microsoft.com/office/drawing/2014/main" id="{4A80FA29-C87E-2E8E-2A2D-526606EFC676}"/>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2" name="Group 171">
            <a:extLst>
              <a:ext uri="{FF2B5EF4-FFF2-40B4-BE49-F238E27FC236}">
                <a16:creationId xmlns:a16="http://schemas.microsoft.com/office/drawing/2014/main" id="{E06503F9-5ADC-85AB-714B-2EDE1B728FCF}"/>
              </a:ext>
            </a:extLst>
          </p:cNvPr>
          <p:cNvGrpSpPr/>
          <p:nvPr/>
        </p:nvGrpSpPr>
        <p:grpSpPr>
          <a:xfrm>
            <a:off x="11356001" y="2974057"/>
            <a:ext cx="721206" cy="609701"/>
            <a:chOff x="11356001" y="2974057"/>
            <a:chExt cx="721206" cy="609701"/>
          </a:xfrm>
        </p:grpSpPr>
        <p:sp>
          <p:nvSpPr>
            <p:cNvPr id="173" name="Rectangle 172">
              <a:hlinkHover r:id="" action="ppaction://noaction" highlightClick="1"/>
              <a:extLst>
                <a:ext uri="{FF2B5EF4-FFF2-40B4-BE49-F238E27FC236}">
                  <a16:creationId xmlns:a16="http://schemas.microsoft.com/office/drawing/2014/main" id="{8353807A-3471-6644-AE2D-643FC81699A2}"/>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74" name="Oval 173">
              <a:extLst>
                <a:ext uri="{FF2B5EF4-FFF2-40B4-BE49-F238E27FC236}">
                  <a16:creationId xmlns:a16="http://schemas.microsoft.com/office/drawing/2014/main" id="{B87B088A-94DF-C8AA-1D76-A198A549BEB7}"/>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5" name="Isosceles Triangle 648">
              <a:extLst>
                <a:ext uri="{FF2B5EF4-FFF2-40B4-BE49-F238E27FC236}">
                  <a16:creationId xmlns:a16="http://schemas.microsoft.com/office/drawing/2014/main" id="{F1E7660B-242B-A26B-FCFA-54C6A2198870}"/>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6" name="Group 175">
            <a:extLst>
              <a:ext uri="{FF2B5EF4-FFF2-40B4-BE49-F238E27FC236}">
                <a16:creationId xmlns:a16="http://schemas.microsoft.com/office/drawing/2014/main" id="{0400837F-1066-B9F5-6F58-C3FA36BD9AA3}"/>
              </a:ext>
            </a:extLst>
          </p:cNvPr>
          <p:cNvGrpSpPr/>
          <p:nvPr/>
        </p:nvGrpSpPr>
        <p:grpSpPr>
          <a:xfrm>
            <a:off x="10506616" y="2984633"/>
            <a:ext cx="721220" cy="609701"/>
            <a:chOff x="9656903" y="2253333"/>
            <a:chExt cx="721220" cy="609701"/>
          </a:xfrm>
        </p:grpSpPr>
        <p:sp>
          <p:nvSpPr>
            <p:cNvPr id="177" name="Rectangle 176">
              <a:hlinkHover r:id="" action="ppaction://noaction" highlightClick="1"/>
              <a:extLst>
                <a:ext uri="{FF2B5EF4-FFF2-40B4-BE49-F238E27FC236}">
                  <a16:creationId xmlns:a16="http://schemas.microsoft.com/office/drawing/2014/main" id="{596A2DEF-EE49-4279-816E-71937B103197}"/>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78" name="Rectangle 177">
              <a:extLst>
                <a:ext uri="{FF2B5EF4-FFF2-40B4-BE49-F238E27FC236}">
                  <a16:creationId xmlns:a16="http://schemas.microsoft.com/office/drawing/2014/main" id="{D2092C7D-C1F3-D5DE-F282-E47124FCA61D}"/>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9" name="Oval 15">
              <a:extLst>
                <a:ext uri="{FF2B5EF4-FFF2-40B4-BE49-F238E27FC236}">
                  <a16:creationId xmlns:a16="http://schemas.microsoft.com/office/drawing/2014/main" id="{DA4A7B01-5B27-1CAD-8C01-DDB9DB953312}"/>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0" name="Straight Connector 179">
              <a:extLst>
                <a:ext uri="{FF2B5EF4-FFF2-40B4-BE49-F238E27FC236}">
                  <a16:creationId xmlns:a16="http://schemas.microsoft.com/office/drawing/2014/main" id="{42EEC24E-AB34-FCAC-9169-2F646CAEFAEB}"/>
                </a:ext>
              </a:extLst>
            </p:cNvPr>
            <p:cNvCxnSpPr>
              <a:cxnSpLocks/>
              <a:stCxn id="17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1" name="Straight Connector 180">
              <a:extLst>
                <a:ext uri="{FF2B5EF4-FFF2-40B4-BE49-F238E27FC236}">
                  <a16:creationId xmlns:a16="http://schemas.microsoft.com/office/drawing/2014/main" id="{710AF286-49A0-99C2-C5EE-B4812B116E71}"/>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20F97DB7-43B1-BC85-07A7-55236C17FBBA}"/>
              </a:ext>
            </a:extLst>
          </p:cNvPr>
          <p:cNvGrpSpPr/>
          <p:nvPr/>
        </p:nvGrpSpPr>
        <p:grpSpPr>
          <a:xfrm>
            <a:off x="11356242" y="1532276"/>
            <a:ext cx="721206" cy="609701"/>
            <a:chOff x="11356242" y="1532276"/>
            <a:chExt cx="721206" cy="609701"/>
          </a:xfrm>
        </p:grpSpPr>
        <p:sp>
          <p:nvSpPr>
            <p:cNvPr id="189" name="Rectangle 188">
              <a:hlinkHover r:id="" action="ppaction://noaction" highlightClick="1"/>
              <a:extLst>
                <a:ext uri="{FF2B5EF4-FFF2-40B4-BE49-F238E27FC236}">
                  <a16:creationId xmlns:a16="http://schemas.microsoft.com/office/drawing/2014/main" id="{8DD4E336-EFEB-21DD-B50A-5EA7C2F2CDF4}"/>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190" name="Oval 189">
              <a:extLst>
                <a:ext uri="{FF2B5EF4-FFF2-40B4-BE49-F238E27FC236}">
                  <a16:creationId xmlns:a16="http://schemas.microsoft.com/office/drawing/2014/main" id="{28840E99-977C-C68E-57DA-F651A5959E32}"/>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1" name="Isosceles Triangle 648">
              <a:extLst>
                <a:ext uri="{FF2B5EF4-FFF2-40B4-BE49-F238E27FC236}">
                  <a16:creationId xmlns:a16="http://schemas.microsoft.com/office/drawing/2014/main" id="{B40EEC8F-6B6E-518C-DD90-AF5F92917E56}"/>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8" name="Picture 7">
            <a:hlinkClick r:id="rId21" action="ppaction://hlinksldjump"/>
            <a:extLst>
              <a:ext uri="{FF2B5EF4-FFF2-40B4-BE49-F238E27FC236}">
                <a16:creationId xmlns:a16="http://schemas.microsoft.com/office/drawing/2014/main" id="{263B32C3-529F-9073-702F-CB5804148C33}"/>
              </a:ext>
            </a:extLst>
          </p:cNvPr>
          <p:cNvPicPr>
            <a:picLocks noChangeAspect="1"/>
          </p:cNvPicPr>
          <p:nvPr/>
        </p:nvPicPr>
        <p:blipFill>
          <a:blip r:embed="rId22"/>
          <a:stretch>
            <a:fillRect/>
          </a:stretch>
        </p:blipFill>
        <p:spPr>
          <a:xfrm>
            <a:off x="0" y="0"/>
            <a:ext cx="211626" cy="6858000"/>
          </a:xfrm>
          <a:prstGeom prst="rect">
            <a:avLst/>
          </a:prstGeom>
        </p:spPr>
      </p:pic>
      <p:grpSp>
        <p:nvGrpSpPr>
          <p:cNvPr id="9" name="Group 8">
            <a:extLst>
              <a:ext uri="{FF2B5EF4-FFF2-40B4-BE49-F238E27FC236}">
                <a16:creationId xmlns:a16="http://schemas.microsoft.com/office/drawing/2014/main" id="{4031E8C7-E37A-61C0-DE13-F9B95367097A}"/>
              </a:ext>
            </a:extLst>
          </p:cNvPr>
          <p:cNvGrpSpPr/>
          <p:nvPr/>
        </p:nvGrpSpPr>
        <p:grpSpPr>
          <a:xfrm>
            <a:off x="9652491" y="2986436"/>
            <a:ext cx="721206" cy="609701"/>
            <a:chOff x="9657972" y="90836"/>
            <a:chExt cx="721206" cy="609701"/>
          </a:xfrm>
        </p:grpSpPr>
        <p:sp>
          <p:nvSpPr>
            <p:cNvPr id="20" name="Rectangle 19">
              <a:hlinkHover r:id="" action="ppaction://noaction" highlightClick="1"/>
              <a:extLst>
                <a:ext uri="{FF2B5EF4-FFF2-40B4-BE49-F238E27FC236}">
                  <a16:creationId xmlns:a16="http://schemas.microsoft.com/office/drawing/2014/main" id="{1C838688-F073-C502-20C8-DFC865868DA8}"/>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21" name="Diamond 20">
              <a:extLst>
                <a:ext uri="{FF2B5EF4-FFF2-40B4-BE49-F238E27FC236}">
                  <a16:creationId xmlns:a16="http://schemas.microsoft.com/office/drawing/2014/main" id="{D85CC91F-E62D-1439-6F15-AEF1DF0EB310}"/>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2" name="Oval 21">
              <a:extLst>
                <a:ext uri="{FF2B5EF4-FFF2-40B4-BE49-F238E27FC236}">
                  <a16:creationId xmlns:a16="http://schemas.microsoft.com/office/drawing/2014/main" id="{1DDECF27-04C1-C4BC-F895-1BF4627EDF57}"/>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67070339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8168" y="173237"/>
            <a:ext cx="5803559"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Information Protection</a:t>
            </a:r>
          </a:p>
        </p:txBody>
      </p:sp>
      <p:sp>
        <p:nvSpPr>
          <p:cNvPr id="72" name="Rectangle 71">
            <a:hlinkClick r:id="rId3" action="ppaction://hlinksldjump"/>
            <a:hlinkHover r:id="rId3" action="ppaction://hlinksldjump"/>
            <a:extLst>
              <a:ext uri="{FF2B5EF4-FFF2-40B4-BE49-F238E27FC236}">
                <a16:creationId xmlns:a16="http://schemas.microsoft.com/office/drawing/2014/main" id="{01319443-EFEB-466E-9863-DB61E7792315}"/>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5D9AFAA0-E879-4A7F-B975-2FF739B5124A}"/>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CB2A0C7A-0176-4BED-BB2A-23223A686F59}"/>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6EEFFF04-31A0-4170-ACC3-EC60059F08AF}"/>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06C20625-BDA1-4182-A0EC-FDDCF7A41062}"/>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7E7ED342-3BAA-4A4E-BED2-68320D266D9C}"/>
              </a:ext>
            </a:extLst>
          </p:cNvPr>
          <p:cNvSpPr/>
          <p:nvPr/>
        </p:nvSpPr>
        <p:spPr>
          <a:xfrm>
            <a:off x="2940492" y="6362036"/>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134C4BC2-80EF-40FD-97B8-CD9217893536}"/>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8E925E81-2C2B-4865-B0E3-6C1B819CFC04}"/>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65BE5E95-BC52-4311-9FB3-0A5686234AB6}"/>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7EB2FCF9-830D-47B2-8A27-6CD79AC9AC22}"/>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629A6BE5-DF4E-497C-8336-E213E408D9F6}"/>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BCB05BF6-6259-4B4F-828B-3E9D052BCC68}"/>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678329DB-6DBD-42EC-A85C-F64C0AF5D644}"/>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02BBFD77-47C9-448D-9BE4-B514DFABBE6E}"/>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2806A2C1-BC7D-4B42-9211-64CC753B37A0}"/>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AD235B69-89B4-421B-88ED-0BC431E1CD6A}"/>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36AC1E78-865D-41B1-8514-E2674086EBE3}"/>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98" name="Rectangle 97">
            <a:hlinkClick r:id="rId20" action="ppaction://hlinksldjump"/>
            <a:hlinkHover r:id="rId20" action="ppaction://hlinksldjump"/>
            <a:extLst>
              <a:ext uri="{FF2B5EF4-FFF2-40B4-BE49-F238E27FC236}">
                <a16:creationId xmlns:a16="http://schemas.microsoft.com/office/drawing/2014/main" id="{F603FB38-F538-47C4-B939-6D38B62CCB4F}"/>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2" name="Rectangle 1">
            <a:extLst>
              <a:ext uri="{FF2B5EF4-FFF2-40B4-BE49-F238E27FC236}">
                <a16:creationId xmlns:a16="http://schemas.microsoft.com/office/drawing/2014/main" id="{C62EB199-126E-FE32-307F-D030246F4E68}"/>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681F016-3266-CBD2-BAAC-5CC270E4EFDE}"/>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55967159-57B1-E7EA-D9FD-BF72859D781D}"/>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F959F8E2-9D95-1E6A-9B78-9A8FEE47A68B}"/>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5B9068DF-5B1C-9A1E-0EFA-6A670DA0E7DA}"/>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61AABCB6-DBCB-ED48-5780-7E5F4A806C56}"/>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3" name="Group 32">
            <a:extLst>
              <a:ext uri="{FF2B5EF4-FFF2-40B4-BE49-F238E27FC236}">
                <a16:creationId xmlns:a16="http://schemas.microsoft.com/office/drawing/2014/main" id="{71CC6E87-C7C9-A635-FCDB-F3A708914C7D}"/>
              </a:ext>
            </a:extLst>
          </p:cNvPr>
          <p:cNvGrpSpPr/>
          <p:nvPr/>
        </p:nvGrpSpPr>
        <p:grpSpPr>
          <a:xfrm>
            <a:off x="3779655" y="811556"/>
            <a:ext cx="721206" cy="609701"/>
            <a:chOff x="3779655" y="811556"/>
            <a:chExt cx="721206" cy="609701"/>
          </a:xfrm>
        </p:grpSpPr>
        <p:sp>
          <p:nvSpPr>
            <p:cNvPr id="35" name="Rectangle 34">
              <a:extLst>
                <a:ext uri="{FF2B5EF4-FFF2-40B4-BE49-F238E27FC236}">
                  <a16:creationId xmlns:a16="http://schemas.microsoft.com/office/drawing/2014/main" id="{609B15D7-1CC7-99CA-9730-D21DEEF879C7}"/>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36" name="Rectangle 35">
              <a:extLst>
                <a:ext uri="{FF2B5EF4-FFF2-40B4-BE49-F238E27FC236}">
                  <a16:creationId xmlns:a16="http://schemas.microsoft.com/office/drawing/2014/main" id="{F93C2FAB-F933-A6E0-EA8A-6482EF973F40}"/>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 name="Oval 15">
              <a:extLst>
                <a:ext uri="{FF2B5EF4-FFF2-40B4-BE49-F238E27FC236}">
                  <a16:creationId xmlns:a16="http://schemas.microsoft.com/office/drawing/2014/main" id="{EA4CB21F-99A0-84F7-AE6F-2D9EDB01E8C0}"/>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0" name="Straight Connector 39">
              <a:extLst>
                <a:ext uri="{FF2B5EF4-FFF2-40B4-BE49-F238E27FC236}">
                  <a16:creationId xmlns:a16="http://schemas.microsoft.com/office/drawing/2014/main" id="{4158D97C-F6E9-83D5-8DB7-5977E64EC290}"/>
                </a:ext>
              </a:extLst>
            </p:cNvPr>
            <p:cNvCxnSpPr>
              <a:cxnSpLocks/>
              <a:stCxn id="39"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7" name="Straight Connector 46">
              <a:extLst>
                <a:ext uri="{FF2B5EF4-FFF2-40B4-BE49-F238E27FC236}">
                  <a16:creationId xmlns:a16="http://schemas.microsoft.com/office/drawing/2014/main" id="{82D4FCC5-1A28-7D68-9AD8-ADD5A88E81EA}"/>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 name="Group 47">
            <a:extLst>
              <a:ext uri="{FF2B5EF4-FFF2-40B4-BE49-F238E27FC236}">
                <a16:creationId xmlns:a16="http://schemas.microsoft.com/office/drawing/2014/main" id="{96285BC4-9241-1986-F1D6-E741328FFF6F}"/>
              </a:ext>
            </a:extLst>
          </p:cNvPr>
          <p:cNvGrpSpPr/>
          <p:nvPr/>
        </p:nvGrpSpPr>
        <p:grpSpPr>
          <a:xfrm>
            <a:off x="7959195" y="3698231"/>
            <a:ext cx="721206" cy="609701"/>
            <a:chOff x="7959195" y="3698231"/>
            <a:chExt cx="721206" cy="609701"/>
          </a:xfrm>
        </p:grpSpPr>
        <p:sp>
          <p:nvSpPr>
            <p:cNvPr id="49" name="Rectangle 48">
              <a:hlinkHover r:id="" action="ppaction://noaction" highlightClick="1"/>
              <a:extLst>
                <a:ext uri="{FF2B5EF4-FFF2-40B4-BE49-F238E27FC236}">
                  <a16:creationId xmlns:a16="http://schemas.microsoft.com/office/drawing/2014/main" id="{C2D0132A-64B9-E07A-0E3F-74CB3AC3D9D6}"/>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50" name="Oval 49">
              <a:extLst>
                <a:ext uri="{FF2B5EF4-FFF2-40B4-BE49-F238E27FC236}">
                  <a16:creationId xmlns:a16="http://schemas.microsoft.com/office/drawing/2014/main" id="{5FF124B0-B2C4-CEA2-C0E6-111B71F79EC6}"/>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 name="Isosceles Triangle 648">
              <a:extLst>
                <a:ext uri="{FF2B5EF4-FFF2-40B4-BE49-F238E27FC236}">
                  <a16:creationId xmlns:a16="http://schemas.microsoft.com/office/drawing/2014/main" id="{C792003C-C0B3-2FEF-AD82-36BC5DBBF4F1}"/>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 name="Group 63">
            <a:extLst>
              <a:ext uri="{FF2B5EF4-FFF2-40B4-BE49-F238E27FC236}">
                <a16:creationId xmlns:a16="http://schemas.microsoft.com/office/drawing/2014/main" id="{A31BD325-0C28-3C11-E46D-50FDD504C08E}"/>
              </a:ext>
            </a:extLst>
          </p:cNvPr>
          <p:cNvGrpSpPr/>
          <p:nvPr/>
        </p:nvGrpSpPr>
        <p:grpSpPr>
          <a:xfrm>
            <a:off x="5448056" y="1532276"/>
            <a:ext cx="721206" cy="609701"/>
            <a:chOff x="5448056" y="1532276"/>
            <a:chExt cx="721206" cy="609701"/>
          </a:xfrm>
        </p:grpSpPr>
        <p:sp>
          <p:nvSpPr>
            <p:cNvPr id="65" name="Rectangle 64">
              <a:extLst>
                <a:ext uri="{FF2B5EF4-FFF2-40B4-BE49-F238E27FC236}">
                  <a16:creationId xmlns:a16="http://schemas.microsoft.com/office/drawing/2014/main" id="{80C31873-A08A-D6E4-88CF-E6A0D3741F1F}"/>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66" name="Rectangle 65">
              <a:extLst>
                <a:ext uri="{FF2B5EF4-FFF2-40B4-BE49-F238E27FC236}">
                  <a16:creationId xmlns:a16="http://schemas.microsoft.com/office/drawing/2014/main" id="{1A39696F-2720-4427-CF58-655D395F569E}"/>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 name="Oval 15">
              <a:extLst>
                <a:ext uri="{FF2B5EF4-FFF2-40B4-BE49-F238E27FC236}">
                  <a16:creationId xmlns:a16="http://schemas.microsoft.com/office/drawing/2014/main" id="{FD12D51F-A88C-892C-BB75-B04779E3822C}"/>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1" name="Straight Connector 90">
              <a:extLst>
                <a:ext uri="{FF2B5EF4-FFF2-40B4-BE49-F238E27FC236}">
                  <a16:creationId xmlns:a16="http://schemas.microsoft.com/office/drawing/2014/main" id="{8794D180-928B-C5C1-4FEC-D429E812DCEE}"/>
                </a:ext>
              </a:extLst>
            </p:cNvPr>
            <p:cNvCxnSpPr>
              <a:cxnSpLocks/>
              <a:stCxn id="90"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2" name="Straight Connector 91">
              <a:extLst>
                <a:ext uri="{FF2B5EF4-FFF2-40B4-BE49-F238E27FC236}">
                  <a16:creationId xmlns:a16="http://schemas.microsoft.com/office/drawing/2014/main" id="{263E1711-74C5-C239-1A0D-9212F78C44BA}"/>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3" name="Group 92">
            <a:extLst>
              <a:ext uri="{FF2B5EF4-FFF2-40B4-BE49-F238E27FC236}">
                <a16:creationId xmlns:a16="http://schemas.microsoft.com/office/drawing/2014/main" id="{837ECD67-BF4D-1CA7-D4E2-C4C9E9A794BD}"/>
              </a:ext>
            </a:extLst>
          </p:cNvPr>
          <p:cNvGrpSpPr/>
          <p:nvPr/>
        </p:nvGrpSpPr>
        <p:grpSpPr>
          <a:xfrm>
            <a:off x="6284565" y="1532276"/>
            <a:ext cx="721206" cy="609701"/>
            <a:chOff x="6284565" y="1532276"/>
            <a:chExt cx="721206" cy="609701"/>
          </a:xfrm>
        </p:grpSpPr>
        <p:sp>
          <p:nvSpPr>
            <p:cNvPr id="94" name="Rectangle 93">
              <a:extLst>
                <a:ext uri="{FF2B5EF4-FFF2-40B4-BE49-F238E27FC236}">
                  <a16:creationId xmlns:a16="http://schemas.microsoft.com/office/drawing/2014/main" id="{A209A8A7-963B-3250-099A-23CE3CBA2B3E}"/>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95" name="Rectangle 94">
              <a:extLst>
                <a:ext uri="{FF2B5EF4-FFF2-40B4-BE49-F238E27FC236}">
                  <a16:creationId xmlns:a16="http://schemas.microsoft.com/office/drawing/2014/main" id="{9DBB9EBE-89F1-ADE5-65B5-04001AD18A85}"/>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 name="Oval 15">
              <a:extLst>
                <a:ext uri="{FF2B5EF4-FFF2-40B4-BE49-F238E27FC236}">
                  <a16:creationId xmlns:a16="http://schemas.microsoft.com/office/drawing/2014/main" id="{0CB8AFAA-AF53-E450-2656-77F625F859B8}"/>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7" name="Straight Connector 96">
              <a:extLst>
                <a:ext uri="{FF2B5EF4-FFF2-40B4-BE49-F238E27FC236}">
                  <a16:creationId xmlns:a16="http://schemas.microsoft.com/office/drawing/2014/main" id="{0D59A28D-FCF2-1B50-034C-045668BC8353}"/>
                </a:ext>
              </a:extLst>
            </p:cNvPr>
            <p:cNvCxnSpPr>
              <a:cxnSpLocks/>
              <a:stCxn id="96"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9" name="Straight Connector 98">
              <a:extLst>
                <a:ext uri="{FF2B5EF4-FFF2-40B4-BE49-F238E27FC236}">
                  <a16:creationId xmlns:a16="http://schemas.microsoft.com/office/drawing/2014/main" id="{377F4334-86EF-1D82-C701-DC78DB1BF3CA}"/>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0" name="Group 99">
            <a:extLst>
              <a:ext uri="{FF2B5EF4-FFF2-40B4-BE49-F238E27FC236}">
                <a16:creationId xmlns:a16="http://schemas.microsoft.com/office/drawing/2014/main" id="{3727F3D7-3EA2-0546-23D4-183BE0108442}"/>
              </a:ext>
            </a:extLst>
          </p:cNvPr>
          <p:cNvGrpSpPr/>
          <p:nvPr/>
        </p:nvGrpSpPr>
        <p:grpSpPr>
          <a:xfrm>
            <a:off x="7121069" y="1532276"/>
            <a:ext cx="721206" cy="609701"/>
            <a:chOff x="7121069" y="1532276"/>
            <a:chExt cx="721206" cy="609701"/>
          </a:xfrm>
        </p:grpSpPr>
        <p:sp>
          <p:nvSpPr>
            <p:cNvPr id="101" name="Rectangle 100">
              <a:extLst>
                <a:ext uri="{FF2B5EF4-FFF2-40B4-BE49-F238E27FC236}">
                  <a16:creationId xmlns:a16="http://schemas.microsoft.com/office/drawing/2014/main" id="{B83E0B91-275A-6265-12C2-8C81F2BEB641}"/>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102" name="Rectangle 101">
              <a:extLst>
                <a:ext uri="{FF2B5EF4-FFF2-40B4-BE49-F238E27FC236}">
                  <a16:creationId xmlns:a16="http://schemas.microsoft.com/office/drawing/2014/main" id="{52119CF2-2B15-10B9-422A-8BEF0458BEB5}"/>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 name="Oval 15">
              <a:extLst>
                <a:ext uri="{FF2B5EF4-FFF2-40B4-BE49-F238E27FC236}">
                  <a16:creationId xmlns:a16="http://schemas.microsoft.com/office/drawing/2014/main" id="{96620684-C3A0-8F70-9096-58C7B0F7D788}"/>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4" name="Straight Connector 103">
              <a:extLst>
                <a:ext uri="{FF2B5EF4-FFF2-40B4-BE49-F238E27FC236}">
                  <a16:creationId xmlns:a16="http://schemas.microsoft.com/office/drawing/2014/main" id="{6B97F998-FD77-9169-501D-D0451C05989A}"/>
                </a:ext>
              </a:extLst>
            </p:cNvPr>
            <p:cNvCxnSpPr>
              <a:cxnSpLocks/>
              <a:stCxn id="103"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5" name="Straight Connector 104">
              <a:extLst>
                <a:ext uri="{FF2B5EF4-FFF2-40B4-BE49-F238E27FC236}">
                  <a16:creationId xmlns:a16="http://schemas.microsoft.com/office/drawing/2014/main" id="{5FCA2DAB-DAE9-3FAD-4260-E8AF9BDD623D}"/>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6" name="Group 105">
            <a:extLst>
              <a:ext uri="{FF2B5EF4-FFF2-40B4-BE49-F238E27FC236}">
                <a16:creationId xmlns:a16="http://schemas.microsoft.com/office/drawing/2014/main" id="{71D02222-B528-29DE-305F-929EA6B489BE}"/>
              </a:ext>
            </a:extLst>
          </p:cNvPr>
          <p:cNvGrpSpPr/>
          <p:nvPr/>
        </p:nvGrpSpPr>
        <p:grpSpPr>
          <a:xfrm>
            <a:off x="3775045" y="1532276"/>
            <a:ext cx="721206" cy="609701"/>
            <a:chOff x="3775045" y="1532276"/>
            <a:chExt cx="721206" cy="609701"/>
          </a:xfrm>
        </p:grpSpPr>
        <p:sp>
          <p:nvSpPr>
            <p:cNvPr id="107" name="Rectangle 106">
              <a:extLst>
                <a:ext uri="{FF2B5EF4-FFF2-40B4-BE49-F238E27FC236}">
                  <a16:creationId xmlns:a16="http://schemas.microsoft.com/office/drawing/2014/main" id="{37C8604F-8D4F-DF17-DF97-5690CB2963B8}"/>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391" name="Right Triangle 390">
              <a:extLst>
                <a:ext uri="{FF2B5EF4-FFF2-40B4-BE49-F238E27FC236}">
                  <a16:creationId xmlns:a16="http://schemas.microsoft.com/office/drawing/2014/main" id="{C80CC649-93B8-9936-4E66-70F33F57FD82}"/>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92" name="Group 391">
              <a:extLst>
                <a:ext uri="{FF2B5EF4-FFF2-40B4-BE49-F238E27FC236}">
                  <a16:creationId xmlns:a16="http://schemas.microsoft.com/office/drawing/2014/main" id="{2D99BACF-A406-7802-3F05-770D6C28AE29}"/>
                </a:ext>
              </a:extLst>
            </p:cNvPr>
            <p:cNvGrpSpPr/>
            <p:nvPr/>
          </p:nvGrpSpPr>
          <p:grpSpPr>
            <a:xfrm>
              <a:off x="4440495" y="1542936"/>
              <a:ext cx="37817" cy="61390"/>
              <a:chOff x="3883481" y="2057400"/>
              <a:chExt cx="1608363" cy="2652031"/>
            </a:xfrm>
            <a:solidFill>
              <a:srgbClr val="A6A6A6">
                <a:alpha val="20000"/>
              </a:srgbClr>
            </a:solidFill>
          </p:grpSpPr>
          <p:sp>
            <p:nvSpPr>
              <p:cNvPr id="393" name="Oval 27">
                <a:extLst>
                  <a:ext uri="{FF2B5EF4-FFF2-40B4-BE49-F238E27FC236}">
                    <a16:creationId xmlns:a16="http://schemas.microsoft.com/office/drawing/2014/main" id="{7CE43491-D44F-6018-559D-2F3DAAFA50A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4" name="Oval 28">
                <a:extLst>
                  <a:ext uri="{FF2B5EF4-FFF2-40B4-BE49-F238E27FC236}">
                    <a16:creationId xmlns:a16="http://schemas.microsoft.com/office/drawing/2014/main" id="{1536930F-E0D0-C4DF-E803-B56DDADC2D2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95" name="Group 394">
            <a:extLst>
              <a:ext uri="{FF2B5EF4-FFF2-40B4-BE49-F238E27FC236}">
                <a16:creationId xmlns:a16="http://schemas.microsoft.com/office/drawing/2014/main" id="{5AB8CDBB-8913-1474-7541-E7B84AC2C99A}"/>
              </a:ext>
            </a:extLst>
          </p:cNvPr>
          <p:cNvGrpSpPr/>
          <p:nvPr/>
        </p:nvGrpSpPr>
        <p:grpSpPr>
          <a:xfrm>
            <a:off x="4611552" y="1532276"/>
            <a:ext cx="721206" cy="609701"/>
            <a:chOff x="4611552" y="1532276"/>
            <a:chExt cx="721206" cy="609701"/>
          </a:xfrm>
        </p:grpSpPr>
        <p:sp>
          <p:nvSpPr>
            <p:cNvPr id="396" name="Rectangle 395">
              <a:extLst>
                <a:ext uri="{FF2B5EF4-FFF2-40B4-BE49-F238E27FC236}">
                  <a16:creationId xmlns:a16="http://schemas.microsoft.com/office/drawing/2014/main" id="{FA841FA6-58DD-C729-9404-7EFB38526ABB}"/>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421" name="Right Triangle 420">
              <a:extLst>
                <a:ext uri="{FF2B5EF4-FFF2-40B4-BE49-F238E27FC236}">
                  <a16:creationId xmlns:a16="http://schemas.microsoft.com/office/drawing/2014/main" id="{458EFBBA-624C-168A-DB08-36C657AF9329}"/>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27" name="Group 426">
              <a:extLst>
                <a:ext uri="{FF2B5EF4-FFF2-40B4-BE49-F238E27FC236}">
                  <a16:creationId xmlns:a16="http://schemas.microsoft.com/office/drawing/2014/main" id="{C9F418C9-64BE-3B17-31DB-0C841F10EFBC}"/>
                </a:ext>
              </a:extLst>
            </p:cNvPr>
            <p:cNvGrpSpPr/>
            <p:nvPr/>
          </p:nvGrpSpPr>
          <p:grpSpPr>
            <a:xfrm>
              <a:off x="5276135" y="1542936"/>
              <a:ext cx="37817" cy="61390"/>
              <a:chOff x="3883481" y="2057400"/>
              <a:chExt cx="1608363" cy="2652031"/>
            </a:xfrm>
            <a:solidFill>
              <a:srgbClr val="A6A6A6">
                <a:alpha val="20000"/>
              </a:srgbClr>
            </a:solidFill>
          </p:grpSpPr>
          <p:sp>
            <p:nvSpPr>
              <p:cNvPr id="449" name="Oval 27">
                <a:extLst>
                  <a:ext uri="{FF2B5EF4-FFF2-40B4-BE49-F238E27FC236}">
                    <a16:creationId xmlns:a16="http://schemas.microsoft.com/office/drawing/2014/main" id="{0C9CB825-F465-2218-067A-8582AE30DE1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0" name="Oval 28">
                <a:extLst>
                  <a:ext uri="{FF2B5EF4-FFF2-40B4-BE49-F238E27FC236}">
                    <a16:creationId xmlns:a16="http://schemas.microsoft.com/office/drawing/2014/main" id="{1E48A678-E871-3096-F57F-5FFFA27CE90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81" name="Group 480">
            <a:extLst>
              <a:ext uri="{FF2B5EF4-FFF2-40B4-BE49-F238E27FC236}">
                <a16:creationId xmlns:a16="http://schemas.microsoft.com/office/drawing/2014/main" id="{D34ADB7A-426D-4DB7-764C-F2B852EB33E0}"/>
              </a:ext>
            </a:extLst>
          </p:cNvPr>
          <p:cNvGrpSpPr/>
          <p:nvPr/>
        </p:nvGrpSpPr>
        <p:grpSpPr>
          <a:xfrm>
            <a:off x="5442073" y="811556"/>
            <a:ext cx="728239" cy="609701"/>
            <a:chOff x="5442073" y="811556"/>
            <a:chExt cx="728239" cy="609701"/>
          </a:xfrm>
        </p:grpSpPr>
        <p:sp>
          <p:nvSpPr>
            <p:cNvPr id="482" name="Rectangle 481">
              <a:extLst>
                <a:ext uri="{FF2B5EF4-FFF2-40B4-BE49-F238E27FC236}">
                  <a16:creationId xmlns:a16="http://schemas.microsoft.com/office/drawing/2014/main" id="{42875338-0564-7E3B-695A-E4F8D77606B0}"/>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83" name="Rectangle 482">
              <a:extLst>
                <a:ext uri="{FF2B5EF4-FFF2-40B4-BE49-F238E27FC236}">
                  <a16:creationId xmlns:a16="http://schemas.microsoft.com/office/drawing/2014/main" id="{6BB55272-A171-88D3-2904-1C836C13AECF}"/>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4" name="Oval 15">
              <a:extLst>
                <a:ext uri="{FF2B5EF4-FFF2-40B4-BE49-F238E27FC236}">
                  <a16:creationId xmlns:a16="http://schemas.microsoft.com/office/drawing/2014/main" id="{B8D5A9F9-6482-6661-04DD-6876BE66BFCA}"/>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5" name="Straight Connector 484">
              <a:extLst>
                <a:ext uri="{FF2B5EF4-FFF2-40B4-BE49-F238E27FC236}">
                  <a16:creationId xmlns:a16="http://schemas.microsoft.com/office/drawing/2014/main" id="{A8B5D1B9-21B0-B49E-9C48-29AA1C1B292E}"/>
                </a:ext>
              </a:extLst>
            </p:cNvPr>
            <p:cNvCxnSpPr>
              <a:cxnSpLocks/>
              <a:stCxn id="484"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6" name="Straight Connector 485">
              <a:extLst>
                <a:ext uri="{FF2B5EF4-FFF2-40B4-BE49-F238E27FC236}">
                  <a16:creationId xmlns:a16="http://schemas.microsoft.com/office/drawing/2014/main" id="{1A3D2951-4581-2B9D-43C2-39CE04986F49}"/>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62FA21B5-B001-E8A4-C72B-B4FBC6CF39C8}"/>
              </a:ext>
            </a:extLst>
          </p:cNvPr>
          <p:cNvGrpSpPr/>
          <p:nvPr/>
        </p:nvGrpSpPr>
        <p:grpSpPr>
          <a:xfrm>
            <a:off x="7957576" y="811556"/>
            <a:ext cx="721206" cy="609701"/>
            <a:chOff x="7957576" y="811556"/>
            <a:chExt cx="721206" cy="609701"/>
          </a:xfrm>
        </p:grpSpPr>
        <p:sp>
          <p:nvSpPr>
            <p:cNvPr id="498" name="Rectangle 497">
              <a:extLst>
                <a:ext uri="{FF2B5EF4-FFF2-40B4-BE49-F238E27FC236}">
                  <a16:creationId xmlns:a16="http://schemas.microsoft.com/office/drawing/2014/main" id="{9D01AB00-A97F-7952-40CA-BE993E299BEA}"/>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99" name="Rectangle 498">
              <a:extLst>
                <a:ext uri="{FF2B5EF4-FFF2-40B4-BE49-F238E27FC236}">
                  <a16:creationId xmlns:a16="http://schemas.microsoft.com/office/drawing/2014/main" id="{B20D36E5-1C14-F925-67EF-C1B926E295AD}"/>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0" name="Oval 15">
              <a:extLst>
                <a:ext uri="{FF2B5EF4-FFF2-40B4-BE49-F238E27FC236}">
                  <a16:creationId xmlns:a16="http://schemas.microsoft.com/office/drawing/2014/main" id="{5A06CE06-DB6E-FF76-ADF1-5BD1698B8B12}"/>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01" name="Straight Connector 500">
              <a:extLst>
                <a:ext uri="{FF2B5EF4-FFF2-40B4-BE49-F238E27FC236}">
                  <a16:creationId xmlns:a16="http://schemas.microsoft.com/office/drawing/2014/main" id="{B25BABF1-6728-DBE1-D534-A7DD46A0C2DD}"/>
                </a:ext>
              </a:extLst>
            </p:cNvPr>
            <p:cNvCxnSpPr>
              <a:cxnSpLocks/>
              <a:stCxn id="500"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02" name="Straight Connector 501">
              <a:extLst>
                <a:ext uri="{FF2B5EF4-FFF2-40B4-BE49-F238E27FC236}">
                  <a16:creationId xmlns:a16="http://schemas.microsoft.com/office/drawing/2014/main" id="{CAC1D2EB-96A0-342A-3FED-54AB2D35BA41}"/>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11" name="Group 510">
            <a:extLst>
              <a:ext uri="{FF2B5EF4-FFF2-40B4-BE49-F238E27FC236}">
                <a16:creationId xmlns:a16="http://schemas.microsoft.com/office/drawing/2014/main" id="{7BD4F5DB-1251-5272-5CEE-8C7DD4EBCF82}"/>
              </a:ext>
            </a:extLst>
          </p:cNvPr>
          <p:cNvGrpSpPr/>
          <p:nvPr/>
        </p:nvGrpSpPr>
        <p:grpSpPr>
          <a:xfrm>
            <a:off x="11356242" y="90836"/>
            <a:ext cx="721206" cy="609701"/>
            <a:chOff x="11356242" y="90836"/>
            <a:chExt cx="721206" cy="609701"/>
          </a:xfrm>
        </p:grpSpPr>
        <p:sp>
          <p:nvSpPr>
            <p:cNvPr id="512" name="Rectangle 511">
              <a:hlinkHover r:id="" action="ppaction://noaction" highlightClick="1"/>
              <a:extLst>
                <a:ext uri="{FF2B5EF4-FFF2-40B4-BE49-F238E27FC236}">
                  <a16:creationId xmlns:a16="http://schemas.microsoft.com/office/drawing/2014/main" id="{A867F047-0EE2-6010-4897-E015E2B2AE40}"/>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13" name="Oval 512">
              <a:extLst>
                <a:ext uri="{FF2B5EF4-FFF2-40B4-BE49-F238E27FC236}">
                  <a16:creationId xmlns:a16="http://schemas.microsoft.com/office/drawing/2014/main" id="{2E815E1B-451A-37DC-59BA-8AB386F9F2B6}"/>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4" name="Isosceles Triangle 648">
              <a:extLst>
                <a:ext uri="{FF2B5EF4-FFF2-40B4-BE49-F238E27FC236}">
                  <a16:creationId xmlns:a16="http://schemas.microsoft.com/office/drawing/2014/main" id="{8E437C89-D2D1-775D-0E28-EA7C41B6F1A5}"/>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9" name="Group 518">
            <a:extLst>
              <a:ext uri="{FF2B5EF4-FFF2-40B4-BE49-F238E27FC236}">
                <a16:creationId xmlns:a16="http://schemas.microsoft.com/office/drawing/2014/main" id="{76042E80-C015-7BF6-E0C7-E77169ABDD38}"/>
              </a:ext>
            </a:extLst>
          </p:cNvPr>
          <p:cNvGrpSpPr/>
          <p:nvPr/>
        </p:nvGrpSpPr>
        <p:grpSpPr>
          <a:xfrm>
            <a:off x="9657691" y="4419624"/>
            <a:ext cx="721206" cy="609701"/>
            <a:chOff x="9657691" y="4419624"/>
            <a:chExt cx="721206" cy="609701"/>
          </a:xfrm>
        </p:grpSpPr>
        <p:sp>
          <p:nvSpPr>
            <p:cNvPr id="520" name="Rectangle 519">
              <a:hlinkHover r:id="" action="ppaction://noaction" highlightClick="1"/>
              <a:extLst>
                <a:ext uri="{FF2B5EF4-FFF2-40B4-BE49-F238E27FC236}">
                  <a16:creationId xmlns:a16="http://schemas.microsoft.com/office/drawing/2014/main" id="{11D66DE8-F969-E180-7A72-50EBFABD62AE}"/>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21" name="Oval 520">
              <a:extLst>
                <a:ext uri="{FF2B5EF4-FFF2-40B4-BE49-F238E27FC236}">
                  <a16:creationId xmlns:a16="http://schemas.microsoft.com/office/drawing/2014/main" id="{E5BEBF27-7A40-A678-9E1C-A84DA3914F13}"/>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2" name="Isosceles Triangle 648">
              <a:extLst>
                <a:ext uri="{FF2B5EF4-FFF2-40B4-BE49-F238E27FC236}">
                  <a16:creationId xmlns:a16="http://schemas.microsoft.com/office/drawing/2014/main" id="{747B93F1-ACD3-86C0-4BA6-1141D66B3290}"/>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3" name="Group 522">
            <a:extLst>
              <a:ext uri="{FF2B5EF4-FFF2-40B4-BE49-F238E27FC236}">
                <a16:creationId xmlns:a16="http://schemas.microsoft.com/office/drawing/2014/main" id="{00D66B0F-F064-E262-0E1D-01D04482D930}"/>
              </a:ext>
            </a:extLst>
          </p:cNvPr>
          <p:cNvGrpSpPr/>
          <p:nvPr/>
        </p:nvGrpSpPr>
        <p:grpSpPr>
          <a:xfrm>
            <a:off x="10506968" y="4419620"/>
            <a:ext cx="721206" cy="609701"/>
            <a:chOff x="10506968" y="4419620"/>
            <a:chExt cx="721206" cy="609701"/>
          </a:xfrm>
        </p:grpSpPr>
        <p:sp>
          <p:nvSpPr>
            <p:cNvPr id="524" name="Rectangle 523">
              <a:hlinkHover r:id="" action="ppaction://noaction" highlightClick="1"/>
              <a:extLst>
                <a:ext uri="{FF2B5EF4-FFF2-40B4-BE49-F238E27FC236}">
                  <a16:creationId xmlns:a16="http://schemas.microsoft.com/office/drawing/2014/main" id="{474FB25C-6A1D-CD16-1571-C52C631BBED9}"/>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25" name="Oval 524">
              <a:extLst>
                <a:ext uri="{FF2B5EF4-FFF2-40B4-BE49-F238E27FC236}">
                  <a16:creationId xmlns:a16="http://schemas.microsoft.com/office/drawing/2014/main" id="{8D79E971-09E9-9509-3028-468728569BCE}"/>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6" name="Isosceles Triangle 648">
              <a:extLst>
                <a:ext uri="{FF2B5EF4-FFF2-40B4-BE49-F238E27FC236}">
                  <a16:creationId xmlns:a16="http://schemas.microsoft.com/office/drawing/2014/main" id="{C90496B7-9DA8-0071-4554-E1A2E121E092}"/>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7" name="Group 526">
            <a:extLst>
              <a:ext uri="{FF2B5EF4-FFF2-40B4-BE49-F238E27FC236}">
                <a16:creationId xmlns:a16="http://schemas.microsoft.com/office/drawing/2014/main" id="{DB3D8D09-3786-9C86-E893-5FEA6D05A06C}"/>
              </a:ext>
            </a:extLst>
          </p:cNvPr>
          <p:cNvGrpSpPr/>
          <p:nvPr/>
        </p:nvGrpSpPr>
        <p:grpSpPr>
          <a:xfrm>
            <a:off x="11356003" y="4416261"/>
            <a:ext cx="721206" cy="609701"/>
            <a:chOff x="11356003" y="4416261"/>
            <a:chExt cx="721206" cy="609701"/>
          </a:xfrm>
        </p:grpSpPr>
        <p:sp>
          <p:nvSpPr>
            <p:cNvPr id="528" name="Rectangle 527">
              <a:hlinkHover r:id="" action="ppaction://noaction" highlightClick="1"/>
              <a:extLst>
                <a:ext uri="{FF2B5EF4-FFF2-40B4-BE49-F238E27FC236}">
                  <a16:creationId xmlns:a16="http://schemas.microsoft.com/office/drawing/2014/main" id="{C6431E00-0890-3484-EF79-CFB4529F61BF}"/>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29" name="Oval 528">
              <a:extLst>
                <a:ext uri="{FF2B5EF4-FFF2-40B4-BE49-F238E27FC236}">
                  <a16:creationId xmlns:a16="http://schemas.microsoft.com/office/drawing/2014/main" id="{87D7D6E4-E77F-3858-BAE4-989DCFC8944B}"/>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0" name="Isosceles Triangle 648">
              <a:extLst>
                <a:ext uri="{FF2B5EF4-FFF2-40B4-BE49-F238E27FC236}">
                  <a16:creationId xmlns:a16="http://schemas.microsoft.com/office/drawing/2014/main" id="{202D702A-4D04-7CB1-9D00-33F94E40DB93}"/>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1" name="Group 530">
            <a:extLst>
              <a:ext uri="{FF2B5EF4-FFF2-40B4-BE49-F238E27FC236}">
                <a16:creationId xmlns:a16="http://schemas.microsoft.com/office/drawing/2014/main" id="{60206D99-67C0-5D53-0C4E-1D52AA8CABCB}"/>
              </a:ext>
            </a:extLst>
          </p:cNvPr>
          <p:cNvGrpSpPr/>
          <p:nvPr/>
        </p:nvGrpSpPr>
        <p:grpSpPr>
          <a:xfrm>
            <a:off x="8808526" y="4416261"/>
            <a:ext cx="721206" cy="609701"/>
            <a:chOff x="8808526" y="4416261"/>
            <a:chExt cx="721206" cy="609701"/>
          </a:xfrm>
        </p:grpSpPr>
        <p:sp>
          <p:nvSpPr>
            <p:cNvPr id="532" name="Rectangle 531">
              <a:hlinkHover r:id="" action="ppaction://noaction" highlightClick="1"/>
              <a:extLst>
                <a:ext uri="{FF2B5EF4-FFF2-40B4-BE49-F238E27FC236}">
                  <a16:creationId xmlns:a16="http://schemas.microsoft.com/office/drawing/2014/main" id="{6A8784DC-DA84-5055-FFBE-1623F3955EFF}"/>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33" name="Oval 532">
              <a:extLst>
                <a:ext uri="{FF2B5EF4-FFF2-40B4-BE49-F238E27FC236}">
                  <a16:creationId xmlns:a16="http://schemas.microsoft.com/office/drawing/2014/main" id="{192B9702-E079-6AE3-1A07-EC7DC0E47DA5}"/>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4" name="Isosceles Triangle 648">
              <a:extLst>
                <a:ext uri="{FF2B5EF4-FFF2-40B4-BE49-F238E27FC236}">
                  <a16:creationId xmlns:a16="http://schemas.microsoft.com/office/drawing/2014/main" id="{E064DED0-ACB9-E478-657F-3A18CC8E2F42}"/>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5" name="Group 534">
            <a:extLst>
              <a:ext uri="{FF2B5EF4-FFF2-40B4-BE49-F238E27FC236}">
                <a16:creationId xmlns:a16="http://schemas.microsoft.com/office/drawing/2014/main" id="{4CA07889-15FD-4465-D97C-C3C1CF255B05}"/>
              </a:ext>
            </a:extLst>
          </p:cNvPr>
          <p:cNvGrpSpPr/>
          <p:nvPr/>
        </p:nvGrpSpPr>
        <p:grpSpPr>
          <a:xfrm>
            <a:off x="10509579" y="5141013"/>
            <a:ext cx="721206" cy="609701"/>
            <a:chOff x="10509579" y="5141013"/>
            <a:chExt cx="721206" cy="609701"/>
          </a:xfrm>
        </p:grpSpPr>
        <p:sp>
          <p:nvSpPr>
            <p:cNvPr id="536" name="Rectangle 535">
              <a:hlinkHover r:id="" action="ppaction://noaction" highlightClick="1"/>
              <a:extLst>
                <a:ext uri="{FF2B5EF4-FFF2-40B4-BE49-F238E27FC236}">
                  <a16:creationId xmlns:a16="http://schemas.microsoft.com/office/drawing/2014/main" id="{53A80B44-26DD-032B-09A0-182B882A4A3A}"/>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37" name="Oval 536">
              <a:extLst>
                <a:ext uri="{FF2B5EF4-FFF2-40B4-BE49-F238E27FC236}">
                  <a16:creationId xmlns:a16="http://schemas.microsoft.com/office/drawing/2014/main" id="{8FF8E2E7-06B6-614D-915F-0E1A62DA3250}"/>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8" name="Isosceles Triangle 648">
              <a:extLst>
                <a:ext uri="{FF2B5EF4-FFF2-40B4-BE49-F238E27FC236}">
                  <a16:creationId xmlns:a16="http://schemas.microsoft.com/office/drawing/2014/main" id="{2F1C1115-4DB2-E1A4-83B5-2D0638451A8A}"/>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9" name="Group 538">
            <a:extLst>
              <a:ext uri="{FF2B5EF4-FFF2-40B4-BE49-F238E27FC236}">
                <a16:creationId xmlns:a16="http://schemas.microsoft.com/office/drawing/2014/main" id="{9DA4CFA1-4C09-CFF0-2728-2F5069D48694}"/>
              </a:ext>
            </a:extLst>
          </p:cNvPr>
          <p:cNvGrpSpPr/>
          <p:nvPr/>
        </p:nvGrpSpPr>
        <p:grpSpPr>
          <a:xfrm>
            <a:off x="9651076" y="5143367"/>
            <a:ext cx="721206" cy="609701"/>
            <a:chOff x="9651076" y="5143367"/>
            <a:chExt cx="721206" cy="609701"/>
          </a:xfrm>
        </p:grpSpPr>
        <p:sp>
          <p:nvSpPr>
            <p:cNvPr id="540" name="Rectangle 539">
              <a:hlinkHover r:id="" action="ppaction://noaction" highlightClick="1"/>
              <a:extLst>
                <a:ext uri="{FF2B5EF4-FFF2-40B4-BE49-F238E27FC236}">
                  <a16:creationId xmlns:a16="http://schemas.microsoft.com/office/drawing/2014/main" id="{ED316F1D-1DBC-C49B-B146-36492FE6372F}"/>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41" name="Oval 540">
              <a:extLst>
                <a:ext uri="{FF2B5EF4-FFF2-40B4-BE49-F238E27FC236}">
                  <a16:creationId xmlns:a16="http://schemas.microsoft.com/office/drawing/2014/main" id="{966184C8-429F-DD4A-8045-4A650333C49C}"/>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2" name="Isosceles Triangle 648">
              <a:extLst>
                <a:ext uri="{FF2B5EF4-FFF2-40B4-BE49-F238E27FC236}">
                  <a16:creationId xmlns:a16="http://schemas.microsoft.com/office/drawing/2014/main" id="{FD2F44BC-1764-D098-5BD7-7075C51A6896}"/>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3" name="Group 542">
            <a:extLst>
              <a:ext uri="{FF2B5EF4-FFF2-40B4-BE49-F238E27FC236}">
                <a16:creationId xmlns:a16="http://schemas.microsoft.com/office/drawing/2014/main" id="{362FB9A2-8828-C894-2C16-757C027201EA}"/>
              </a:ext>
            </a:extLst>
          </p:cNvPr>
          <p:cNvGrpSpPr/>
          <p:nvPr/>
        </p:nvGrpSpPr>
        <p:grpSpPr>
          <a:xfrm>
            <a:off x="9657612" y="3698231"/>
            <a:ext cx="721206" cy="609701"/>
            <a:chOff x="9657612" y="3698231"/>
            <a:chExt cx="721206" cy="609701"/>
          </a:xfrm>
        </p:grpSpPr>
        <p:sp>
          <p:nvSpPr>
            <p:cNvPr id="544" name="Rectangle 543">
              <a:hlinkHover r:id="" action="ppaction://noaction" highlightClick="1"/>
              <a:extLst>
                <a:ext uri="{FF2B5EF4-FFF2-40B4-BE49-F238E27FC236}">
                  <a16:creationId xmlns:a16="http://schemas.microsoft.com/office/drawing/2014/main" id="{8966F7F4-325D-7E44-1B0F-43C3682D1BD1}"/>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45" name="Oval 544">
              <a:extLst>
                <a:ext uri="{FF2B5EF4-FFF2-40B4-BE49-F238E27FC236}">
                  <a16:creationId xmlns:a16="http://schemas.microsoft.com/office/drawing/2014/main" id="{04C42D7D-7808-5B23-8BD3-1F2D9FA2CC22}"/>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6" name="Isosceles Triangle 648">
              <a:extLst>
                <a:ext uri="{FF2B5EF4-FFF2-40B4-BE49-F238E27FC236}">
                  <a16:creationId xmlns:a16="http://schemas.microsoft.com/office/drawing/2014/main" id="{E140A938-27DD-1584-BCE3-186C7945B1EE}"/>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7" name="Group 546">
            <a:extLst>
              <a:ext uri="{FF2B5EF4-FFF2-40B4-BE49-F238E27FC236}">
                <a16:creationId xmlns:a16="http://schemas.microsoft.com/office/drawing/2014/main" id="{B3436662-474F-3E46-8BC4-54647E0F30EE}"/>
              </a:ext>
            </a:extLst>
          </p:cNvPr>
          <p:cNvGrpSpPr/>
          <p:nvPr/>
        </p:nvGrpSpPr>
        <p:grpSpPr>
          <a:xfrm>
            <a:off x="10506928" y="3698227"/>
            <a:ext cx="721206" cy="609701"/>
            <a:chOff x="10506928" y="3698227"/>
            <a:chExt cx="721206" cy="609701"/>
          </a:xfrm>
        </p:grpSpPr>
        <p:sp>
          <p:nvSpPr>
            <p:cNvPr id="548" name="Rectangle 547">
              <a:hlinkHover r:id="" action="ppaction://noaction" highlightClick="1"/>
              <a:extLst>
                <a:ext uri="{FF2B5EF4-FFF2-40B4-BE49-F238E27FC236}">
                  <a16:creationId xmlns:a16="http://schemas.microsoft.com/office/drawing/2014/main" id="{32F7ECBF-56D6-80B8-A66C-14414407F9E0}"/>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49" name="Oval 548">
              <a:extLst>
                <a:ext uri="{FF2B5EF4-FFF2-40B4-BE49-F238E27FC236}">
                  <a16:creationId xmlns:a16="http://schemas.microsoft.com/office/drawing/2014/main" id="{BE01DB11-261E-0915-617D-EEA97AAB9479}"/>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0" name="Isosceles Triangle 648">
              <a:extLst>
                <a:ext uri="{FF2B5EF4-FFF2-40B4-BE49-F238E27FC236}">
                  <a16:creationId xmlns:a16="http://schemas.microsoft.com/office/drawing/2014/main" id="{18716D01-2FF9-7E3F-F127-E4F22410FD51}"/>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1" name="Group 550">
            <a:extLst>
              <a:ext uri="{FF2B5EF4-FFF2-40B4-BE49-F238E27FC236}">
                <a16:creationId xmlns:a16="http://schemas.microsoft.com/office/drawing/2014/main" id="{300BF059-096D-9E59-7C16-65BF9A531FA5}"/>
              </a:ext>
            </a:extLst>
          </p:cNvPr>
          <p:cNvGrpSpPr/>
          <p:nvPr/>
        </p:nvGrpSpPr>
        <p:grpSpPr>
          <a:xfrm>
            <a:off x="8808417" y="5135710"/>
            <a:ext cx="721206" cy="609701"/>
            <a:chOff x="8808417" y="5135710"/>
            <a:chExt cx="721206" cy="609701"/>
          </a:xfrm>
        </p:grpSpPr>
        <p:sp>
          <p:nvSpPr>
            <p:cNvPr id="552" name="Rectangle 551">
              <a:hlinkHover r:id="" action="ppaction://noaction" highlightClick="1"/>
              <a:extLst>
                <a:ext uri="{FF2B5EF4-FFF2-40B4-BE49-F238E27FC236}">
                  <a16:creationId xmlns:a16="http://schemas.microsoft.com/office/drawing/2014/main" id="{30240C06-6D38-A25C-CDC4-3D8B4B6D8EE4}"/>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53" name="Oval 552">
              <a:extLst>
                <a:ext uri="{FF2B5EF4-FFF2-40B4-BE49-F238E27FC236}">
                  <a16:creationId xmlns:a16="http://schemas.microsoft.com/office/drawing/2014/main" id="{C684ACDE-C6E4-9A78-D3E9-D748D728E8D2}"/>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4" name="Isosceles Triangle 648">
              <a:extLst>
                <a:ext uri="{FF2B5EF4-FFF2-40B4-BE49-F238E27FC236}">
                  <a16:creationId xmlns:a16="http://schemas.microsoft.com/office/drawing/2014/main" id="{39556D7D-2980-44C3-6F13-23B4719B3F28}"/>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9" name="Group 568">
            <a:extLst>
              <a:ext uri="{FF2B5EF4-FFF2-40B4-BE49-F238E27FC236}">
                <a16:creationId xmlns:a16="http://schemas.microsoft.com/office/drawing/2014/main" id="{288C8854-1654-D017-C7C5-4A82E2DE48FF}"/>
              </a:ext>
            </a:extLst>
          </p:cNvPr>
          <p:cNvGrpSpPr/>
          <p:nvPr/>
        </p:nvGrpSpPr>
        <p:grpSpPr>
          <a:xfrm>
            <a:off x="7957572" y="1532276"/>
            <a:ext cx="721206" cy="609701"/>
            <a:chOff x="7957572" y="1532276"/>
            <a:chExt cx="721206" cy="609701"/>
          </a:xfrm>
        </p:grpSpPr>
        <p:sp>
          <p:nvSpPr>
            <p:cNvPr id="570" name="Rectangle 569">
              <a:hlinkHover r:id="" action="ppaction://noaction" highlightClick="1"/>
              <a:extLst>
                <a:ext uri="{FF2B5EF4-FFF2-40B4-BE49-F238E27FC236}">
                  <a16:creationId xmlns:a16="http://schemas.microsoft.com/office/drawing/2014/main" id="{F7EE9889-D3E6-6916-73FC-7FD4EB90F3BA}"/>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71" name="Rectangle 570">
              <a:extLst>
                <a:ext uri="{FF2B5EF4-FFF2-40B4-BE49-F238E27FC236}">
                  <a16:creationId xmlns:a16="http://schemas.microsoft.com/office/drawing/2014/main" id="{424A5C00-B272-B321-93FF-2F1C41BD1BCD}"/>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2" name="Oval 15">
              <a:extLst>
                <a:ext uri="{FF2B5EF4-FFF2-40B4-BE49-F238E27FC236}">
                  <a16:creationId xmlns:a16="http://schemas.microsoft.com/office/drawing/2014/main" id="{F425C13E-6E74-AF8E-4CAE-039DB524682E}"/>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3" name="Straight Connector 572">
              <a:extLst>
                <a:ext uri="{FF2B5EF4-FFF2-40B4-BE49-F238E27FC236}">
                  <a16:creationId xmlns:a16="http://schemas.microsoft.com/office/drawing/2014/main" id="{5E8D58B5-5694-071B-A67A-073CFE83EF4B}"/>
                </a:ext>
              </a:extLst>
            </p:cNvPr>
            <p:cNvCxnSpPr>
              <a:cxnSpLocks/>
              <a:stCxn id="572"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4" name="Straight Connector 573">
              <a:extLst>
                <a:ext uri="{FF2B5EF4-FFF2-40B4-BE49-F238E27FC236}">
                  <a16:creationId xmlns:a16="http://schemas.microsoft.com/office/drawing/2014/main" id="{5CC7ADE5-4854-EB88-6663-249456FAFE0A}"/>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9" name="Group 608">
            <a:extLst>
              <a:ext uri="{FF2B5EF4-FFF2-40B4-BE49-F238E27FC236}">
                <a16:creationId xmlns:a16="http://schemas.microsoft.com/office/drawing/2014/main" id="{F6E29452-22DF-8537-2411-1862D4AB5EBB}"/>
              </a:ext>
            </a:extLst>
          </p:cNvPr>
          <p:cNvGrpSpPr/>
          <p:nvPr/>
        </p:nvGrpSpPr>
        <p:grpSpPr>
          <a:xfrm>
            <a:off x="11356242" y="811556"/>
            <a:ext cx="721206" cy="609701"/>
            <a:chOff x="11356242" y="811556"/>
            <a:chExt cx="721206" cy="609701"/>
          </a:xfrm>
        </p:grpSpPr>
        <p:sp>
          <p:nvSpPr>
            <p:cNvPr id="610" name="Rectangle 609">
              <a:hlinkHover r:id="" action="ppaction://noaction" highlightClick="1"/>
              <a:extLst>
                <a:ext uri="{FF2B5EF4-FFF2-40B4-BE49-F238E27FC236}">
                  <a16:creationId xmlns:a16="http://schemas.microsoft.com/office/drawing/2014/main" id="{F3C56914-448C-E33F-7579-A34DA9C61B0D}"/>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11" name="Oval 610">
              <a:extLst>
                <a:ext uri="{FF2B5EF4-FFF2-40B4-BE49-F238E27FC236}">
                  <a16:creationId xmlns:a16="http://schemas.microsoft.com/office/drawing/2014/main" id="{0EBD9256-4E13-7ADD-C332-FF6093F1AAAC}"/>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2" name="Isosceles Triangle 648">
              <a:extLst>
                <a:ext uri="{FF2B5EF4-FFF2-40B4-BE49-F238E27FC236}">
                  <a16:creationId xmlns:a16="http://schemas.microsoft.com/office/drawing/2014/main" id="{C56C7F59-3338-A9E7-6FAE-CEB8660AABB2}"/>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3" name="Group 612">
            <a:extLst>
              <a:ext uri="{FF2B5EF4-FFF2-40B4-BE49-F238E27FC236}">
                <a16:creationId xmlns:a16="http://schemas.microsoft.com/office/drawing/2014/main" id="{D27ACA53-B3EF-682C-6F04-02B264A6FA66}"/>
              </a:ext>
            </a:extLst>
          </p:cNvPr>
          <p:cNvGrpSpPr/>
          <p:nvPr/>
        </p:nvGrpSpPr>
        <p:grpSpPr>
          <a:xfrm>
            <a:off x="8807249" y="811555"/>
            <a:ext cx="721206" cy="609701"/>
            <a:chOff x="8807249" y="811555"/>
            <a:chExt cx="721206" cy="609701"/>
          </a:xfrm>
        </p:grpSpPr>
        <p:sp>
          <p:nvSpPr>
            <p:cNvPr id="614" name="Rectangle 613">
              <a:hlinkHover r:id="" action="ppaction://noaction" highlightClick="1"/>
              <a:extLst>
                <a:ext uri="{FF2B5EF4-FFF2-40B4-BE49-F238E27FC236}">
                  <a16:creationId xmlns:a16="http://schemas.microsoft.com/office/drawing/2014/main" id="{054151A0-1A02-175B-AF5A-CE73B5A58A42}"/>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15" name="Diamond 614">
              <a:extLst>
                <a:ext uri="{FF2B5EF4-FFF2-40B4-BE49-F238E27FC236}">
                  <a16:creationId xmlns:a16="http://schemas.microsoft.com/office/drawing/2014/main" id="{CF1FA715-658D-EC9B-A440-53421CF84F49}"/>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6" name="Oval 615">
              <a:extLst>
                <a:ext uri="{FF2B5EF4-FFF2-40B4-BE49-F238E27FC236}">
                  <a16:creationId xmlns:a16="http://schemas.microsoft.com/office/drawing/2014/main" id="{78AA62A3-246B-4C4B-5836-61A69A999A6E}"/>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7" name="Group 616">
            <a:extLst>
              <a:ext uri="{FF2B5EF4-FFF2-40B4-BE49-F238E27FC236}">
                <a16:creationId xmlns:a16="http://schemas.microsoft.com/office/drawing/2014/main" id="{35E00110-C4E5-039D-7AE8-E2AA2C3F50D5}"/>
              </a:ext>
            </a:extLst>
          </p:cNvPr>
          <p:cNvGrpSpPr/>
          <p:nvPr/>
        </p:nvGrpSpPr>
        <p:grpSpPr>
          <a:xfrm>
            <a:off x="8808419" y="3705986"/>
            <a:ext cx="721206" cy="609701"/>
            <a:chOff x="8808419" y="3705986"/>
            <a:chExt cx="721206" cy="609701"/>
          </a:xfrm>
        </p:grpSpPr>
        <p:sp>
          <p:nvSpPr>
            <p:cNvPr id="618" name="Rectangle 617">
              <a:hlinkHover r:id="" action="ppaction://noaction" highlightClick="1"/>
              <a:extLst>
                <a:ext uri="{FF2B5EF4-FFF2-40B4-BE49-F238E27FC236}">
                  <a16:creationId xmlns:a16="http://schemas.microsoft.com/office/drawing/2014/main" id="{2824DC9E-03FB-C34E-7492-C909352A7ED3}"/>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19" name="Oval 618">
              <a:extLst>
                <a:ext uri="{FF2B5EF4-FFF2-40B4-BE49-F238E27FC236}">
                  <a16:creationId xmlns:a16="http://schemas.microsoft.com/office/drawing/2014/main" id="{3CAB4E0F-E623-25F0-3827-61578A133380}"/>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0" name="Isosceles Triangle 648">
              <a:extLst>
                <a:ext uri="{FF2B5EF4-FFF2-40B4-BE49-F238E27FC236}">
                  <a16:creationId xmlns:a16="http://schemas.microsoft.com/office/drawing/2014/main" id="{A8F6879B-5D87-9691-747D-4496CB4347CE}"/>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9" name="Group 638">
            <a:extLst>
              <a:ext uri="{FF2B5EF4-FFF2-40B4-BE49-F238E27FC236}">
                <a16:creationId xmlns:a16="http://schemas.microsoft.com/office/drawing/2014/main" id="{051FFF0C-E36D-0155-51C2-D237185EE8BA}"/>
              </a:ext>
            </a:extLst>
          </p:cNvPr>
          <p:cNvGrpSpPr/>
          <p:nvPr/>
        </p:nvGrpSpPr>
        <p:grpSpPr>
          <a:xfrm>
            <a:off x="1269626" y="4419615"/>
            <a:ext cx="721206" cy="609701"/>
            <a:chOff x="1269626" y="4419615"/>
            <a:chExt cx="721206" cy="609701"/>
          </a:xfrm>
        </p:grpSpPr>
        <p:sp>
          <p:nvSpPr>
            <p:cNvPr id="640" name="Rectangle 639">
              <a:extLst>
                <a:ext uri="{FF2B5EF4-FFF2-40B4-BE49-F238E27FC236}">
                  <a16:creationId xmlns:a16="http://schemas.microsoft.com/office/drawing/2014/main" id="{36C1A074-99C4-2FD1-E36A-5B7A8081C024}"/>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41" name="Cylinder 640">
              <a:extLst>
                <a:ext uri="{FF2B5EF4-FFF2-40B4-BE49-F238E27FC236}">
                  <a16:creationId xmlns:a16="http://schemas.microsoft.com/office/drawing/2014/main" id="{D2DD2F7F-421D-3AC6-B3DD-3BCE62DA0461}"/>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2" name="Group 641">
            <a:extLst>
              <a:ext uri="{FF2B5EF4-FFF2-40B4-BE49-F238E27FC236}">
                <a16:creationId xmlns:a16="http://schemas.microsoft.com/office/drawing/2014/main" id="{F347BB31-61B4-DE34-4B6B-E2002693AEE2}"/>
              </a:ext>
            </a:extLst>
          </p:cNvPr>
          <p:cNvGrpSpPr/>
          <p:nvPr/>
        </p:nvGrpSpPr>
        <p:grpSpPr>
          <a:xfrm>
            <a:off x="432841" y="4419615"/>
            <a:ext cx="721206" cy="609701"/>
            <a:chOff x="432841" y="4419615"/>
            <a:chExt cx="721206" cy="609701"/>
          </a:xfrm>
        </p:grpSpPr>
        <p:sp>
          <p:nvSpPr>
            <p:cNvPr id="643" name="Rectangle 642">
              <a:extLst>
                <a:ext uri="{FF2B5EF4-FFF2-40B4-BE49-F238E27FC236}">
                  <a16:creationId xmlns:a16="http://schemas.microsoft.com/office/drawing/2014/main" id="{B168E194-DD31-AA89-3413-E8E3DA37DB5A}"/>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44" name="Cylinder 643">
              <a:extLst>
                <a:ext uri="{FF2B5EF4-FFF2-40B4-BE49-F238E27FC236}">
                  <a16:creationId xmlns:a16="http://schemas.microsoft.com/office/drawing/2014/main" id="{747D472C-06FF-DD43-2609-6126E5DA4212}"/>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5" name="Group 644">
            <a:extLst>
              <a:ext uri="{FF2B5EF4-FFF2-40B4-BE49-F238E27FC236}">
                <a16:creationId xmlns:a16="http://schemas.microsoft.com/office/drawing/2014/main" id="{60253AE1-31CA-13FF-9EF3-CB0FE7676B7F}"/>
              </a:ext>
            </a:extLst>
          </p:cNvPr>
          <p:cNvGrpSpPr/>
          <p:nvPr/>
        </p:nvGrpSpPr>
        <p:grpSpPr>
          <a:xfrm>
            <a:off x="1268467" y="5141008"/>
            <a:ext cx="721206" cy="609701"/>
            <a:chOff x="1268467" y="5141008"/>
            <a:chExt cx="721206" cy="609701"/>
          </a:xfrm>
        </p:grpSpPr>
        <p:sp>
          <p:nvSpPr>
            <p:cNvPr id="646" name="Rectangle 645">
              <a:extLst>
                <a:ext uri="{FF2B5EF4-FFF2-40B4-BE49-F238E27FC236}">
                  <a16:creationId xmlns:a16="http://schemas.microsoft.com/office/drawing/2014/main" id="{680AF30C-651B-8AB0-458A-CC5CDA08BDEE}"/>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47" name="Cylinder 646">
              <a:extLst>
                <a:ext uri="{FF2B5EF4-FFF2-40B4-BE49-F238E27FC236}">
                  <a16:creationId xmlns:a16="http://schemas.microsoft.com/office/drawing/2014/main" id="{659BCE6E-C52C-5B12-C8B6-D47823E69188}"/>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8" name="Group 647">
            <a:extLst>
              <a:ext uri="{FF2B5EF4-FFF2-40B4-BE49-F238E27FC236}">
                <a16:creationId xmlns:a16="http://schemas.microsoft.com/office/drawing/2014/main" id="{32AE2947-4899-B1C5-C02E-5A32901E8E41}"/>
              </a:ext>
            </a:extLst>
          </p:cNvPr>
          <p:cNvGrpSpPr/>
          <p:nvPr/>
        </p:nvGrpSpPr>
        <p:grpSpPr>
          <a:xfrm>
            <a:off x="431297" y="5141008"/>
            <a:ext cx="721206" cy="609701"/>
            <a:chOff x="431297" y="5141008"/>
            <a:chExt cx="721206" cy="609701"/>
          </a:xfrm>
        </p:grpSpPr>
        <p:sp>
          <p:nvSpPr>
            <p:cNvPr id="649" name="Rectangle 648">
              <a:extLst>
                <a:ext uri="{FF2B5EF4-FFF2-40B4-BE49-F238E27FC236}">
                  <a16:creationId xmlns:a16="http://schemas.microsoft.com/office/drawing/2014/main" id="{8A2BFC98-29C5-B82A-B776-E5380B51AC53}"/>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50" name="Cylinder 649">
              <a:extLst>
                <a:ext uri="{FF2B5EF4-FFF2-40B4-BE49-F238E27FC236}">
                  <a16:creationId xmlns:a16="http://schemas.microsoft.com/office/drawing/2014/main" id="{E7BAFFB4-DD2C-1EDA-3041-F68FC6906A51}"/>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1" name="Group 650">
            <a:extLst>
              <a:ext uri="{FF2B5EF4-FFF2-40B4-BE49-F238E27FC236}">
                <a16:creationId xmlns:a16="http://schemas.microsoft.com/office/drawing/2014/main" id="{46B59F74-1F45-0545-076C-90BE2C6783DB}"/>
              </a:ext>
            </a:extLst>
          </p:cNvPr>
          <p:cNvGrpSpPr/>
          <p:nvPr/>
        </p:nvGrpSpPr>
        <p:grpSpPr>
          <a:xfrm>
            <a:off x="431660" y="3698226"/>
            <a:ext cx="721206" cy="609701"/>
            <a:chOff x="431660" y="3698226"/>
            <a:chExt cx="721206" cy="609701"/>
          </a:xfrm>
        </p:grpSpPr>
        <p:sp>
          <p:nvSpPr>
            <p:cNvPr id="652" name="Rectangle 651">
              <a:extLst>
                <a:ext uri="{FF2B5EF4-FFF2-40B4-BE49-F238E27FC236}">
                  <a16:creationId xmlns:a16="http://schemas.microsoft.com/office/drawing/2014/main" id="{BBC38CC1-CCB0-FE42-F6F1-032FC94965EC}"/>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53" name="Right Triangle 652">
              <a:extLst>
                <a:ext uri="{FF2B5EF4-FFF2-40B4-BE49-F238E27FC236}">
                  <a16:creationId xmlns:a16="http://schemas.microsoft.com/office/drawing/2014/main" id="{A4DD81C6-8412-AC5D-8208-55E21C08D2D7}"/>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4" name="Group 653">
              <a:extLst>
                <a:ext uri="{FF2B5EF4-FFF2-40B4-BE49-F238E27FC236}">
                  <a16:creationId xmlns:a16="http://schemas.microsoft.com/office/drawing/2014/main" id="{2ACB05AA-CE04-3FDE-ADD1-2D909108D0ED}"/>
                </a:ext>
              </a:extLst>
            </p:cNvPr>
            <p:cNvGrpSpPr/>
            <p:nvPr/>
          </p:nvGrpSpPr>
          <p:grpSpPr>
            <a:xfrm>
              <a:off x="1102253" y="3706270"/>
              <a:ext cx="37817" cy="61390"/>
              <a:chOff x="3883481" y="2057400"/>
              <a:chExt cx="1608363" cy="2652031"/>
            </a:xfrm>
            <a:solidFill>
              <a:srgbClr val="A6A6A6">
                <a:alpha val="20000"/>
              </a:srgbClr>
            </a:solidFill>
          </p:grpSpPr>
          <p:sp>
            <p:nvSpPr>
              <p:cNvPr id="655" name="Oval 27">
                <a:extLst>
                  <a:ext uri="{FF2B5EF4-FFF2-40B4-BE49-F238E27FC236}">
                    <a16:creationId xmlns:a16="http://schemas.microsoft.com/office/drawing/2014/main" id="{5824C66E-7F2E-4AAF-C24B-21B4C3007D3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6" name="Oval 28">
                <a:extLst>
                  <a:ext uri="{FF2B5EF4-FFF2-40B4-BE49-F238E27FC236}">
                    <a16:creationId xmlns:a16="http://schemas.microsoft.com/office/drawing/2014/main" id="{3877221F-3BC4-73D9-F355-D0E08B1C4D0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7" name="Group 656">
            <a:extLst>
              <a:ext uri="{FF2B5EF4-FFF2-40B4-BE49-F238E27FC236}">
                <a16:creationId xmlns:a16="http://schemas.microsoft.com/office/drawing/2014/main" id="{363A1A0F-04DA-F4FB-6D0C-9DCBA4B0DB77}"/>
              </a:ext>
            </a:extLst>
          </p:cNvPr>
          <p:cNvGrpSpPr/>
          <p:nvPr/>
        </p:nvGrpSpPr>
        <p:grpSpPr>
          <a:xfrm>
            <a:off x="2942399" y="3698227"/>
            <a:ext cx="721206" cy="609701"/>
            <a:chOff x="2942399" y="3698227"/>
            <a:chExt cx="721206" cy="609701"/>
          </a:xfrm>
        </p:grpSpPr>
        <p:sp>
          <p:nvSpPr>
            <p:cNvPr id="658" name="Rectangle 657">
              <a:extLst>
                <a:ext uri="{FF2B5EF4-FFF2-40B4-BE49-F238E27FC236}">
                  <a16:creationId xmlns:a16="http://schemas.microsoft.com/office/drawing/2014/main" id="{F5C46A24-0452-DCAE-2DCC-DEBA72EE52B3}"/>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59" name="Right Triangle 658">
              <a:extLst>
                <a:ext uri="{FF2B5EF4-FFF2-40B4-BE49-F238E27FC236}">
                  <a16:creationId xmlns:a16="http://schemas.microsoft.com/office/drawing/2014/main" id="{F35568AD-D5A3-97C0-4A94-C98972349687}"/>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0" name="Group 659">
              <a:extLst>
                <a:ext uri="{FF2B5EF4-FFF2-40B4-BE49-F238E27FC236}">
                  <a16:creationId xmlns:a16="http://schemas.microsoft.com/office/drawing/2014/main" id="{9F7A716D-DDBE-E9B5-93BF-AAFB16CE97AA}"/>
                </a:ext>
              </a:extLst>
            </p:cNvPr>
            <p:cNvGrpSpPr/>
            <p:nvPr/>
          </p:nvGrpSpPr>
          <p:grpSpPr>
            <a:xfrm>
              <a:off x="3607767" y="3713057"/>
              <a:ext cx="37817" cy="61390"/>
              <a:chOff x="3883481" y="2057400"/>
              <a:chExt cx="1608363" cy="2652031"/>
            </a:xfrm>
            <a:solidFill>
              <a:srgbClr val="A6A6A6">
                <a:alpha val="20000"/>
              </a:srgbClr>
            </a:solidFill>
          </p:grpSpPr>
          <p:sp>
            <p:nvSpPr>
              <p:cNvPr id="661" name="Oval 27">
                <a:extLst>
                  <a:ext uri="{FF2B5EF4-FFF2-40B4-BE49-F238E27FC236}">
                    <a16:creationId xmlns:a16="http://schemas.microsoft.com/office/drawing/2014/main" id="{A1D14FDE-1946-9E3B-5A61-9E6CB2DC58A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2" name="Oval 28">
                <a:extLst>
                  <a:ext uri="{FF2B5EF4-FFF2-40B4-BE49-F238E27FC236}">
                    <a16:creationId xmlns:a16="http://schemas.microsoft.com/office/drawing/2014/main" id="{BD5FDD6B-A6AD-F8D2-8A06-3A925E39C87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9" name="Group 678">
            <a:extLst>
              <a:ext uri="{FF2B5EF4-FFF2-40B4-BE49-F238E27FC236}">
                <a16:creationId xmlns:a16="http://schemas.microsoft.com/office/drawing/2014/main" id="{80F82748-53AE-1FB2-68DF-5E61907F12A7}"/>
              </a:ext>
            </a:extLst>
          </p:cNvPr>
          <p:cNvGrpSpPr/>
          <p:nvPr/>
        </p:nvGrpSpPr>
        <p:grpSpPr>
          <a:xfrm>
            <a:off x="2105710" y="3698208"/>
            <a:ext cx="721206" cy="610396"/>
            <a:chOff x="2105710" y="3698208"/>
            <a:chExt cx="721206" cy="610396"/>
          </a:xfrm>
        </p:grpSpPr>
        <p:sp>
          <p:nvSpPr>
            <p:cNvPr id="680" name="Rectangle 679">
              <a:extLst>
                <a:ext uri="{FF2B5EF4-FFF2-40B4-BE49-F238E27FC236}">
                  <a16:creationId xmlns:a16="http://schemas.microsoft.com/office/drawing/2014/main" id="{FD914D1C-1ACA-BECB-FBE2-8B6DFBFA1979}"/>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81" name="Right Triangle 680">
              <a:extLst>
                <a:ext uri="{FF2B5EF4-FFF2-40B4-BE49-F238E27FC236}">
                  <a16:creationId xmlns:a16="http://schemas.microsoft.com/office/drawing/2014/main" id="{5282D795-745F-D0E5-BB81-00F8BAB64EB0}"/>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2" name="Group 681">
              <a:extLst>
                <a:ext uri="{FF2B5EF4-FFF2-40B4-BE49-F238E27FC236}">
                  <a16:creationId xmlns:a16="http://schemas.microsoft.com/office/drawing/2014/main" id="{9C8C35DD-3E6E-6B15-3F74-ED161174C95B}"/>
                </a:ext>
              </a:extLst>
            </p:cNvPr>
            <p:cNvGrpSpPr/>
            <p:nvPr/>
          </p:nvGrpSpPr>
          <p:grpSpPr>
            <a:xfrm>
              <a:off x="2776303" y="3704306"/>
              <a:ext cx="37817" cy="61390"/>
              <a:chOff x="3883481" y="2057400"/>
              <a:chExt cx="1608363" cy="2652031"/>
            </a:xfrm>
            <a:solidFill>
              <a:srgbClr val="A6A6A6">
                <a:alpha val="20000"/>
              </a:srgbClr>
            </a:solidFill>
          </p:grpSpPr>
          <p:sp>
            <p:nvSpPr>
              <p:cNvPr id="683" name="Oval 27">
                <a:extLst>
                  <a:ext uri="{FF2B5EF4-FFF2-40B4-BE49-F238E27FC236}">
                    <a16:creationId xmlns:a16="http://schemas.microsoft.com/office/drawing/2014/main" id="{048BC49E-6C0B-484C-3C18-8BCBC39E466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4" name="Oval 28">
                <a:extLst>
                  <a:ext uri="{FF2B5EF4-FFF2-40B4-BE49-F238E27FC236}">
                    <a16:creationId xmlns:a16="http://schemas.microsoft.com/office/drawing/2014/main" id="{49EE9FC5-EEF9-FB8E-0C97-7C9349EC509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1" name="Group 690">
            <a:extLst>
              <a:ext uri="{FF2B5EF4-FFF2-40B4-BE49-F238E27FC236}">
                <a16:creationId xmlns:a16="http://schemas.microsoft.com/office/drawing/2014/main" id="{BA6CED97-40E2-0792-703C-2057ED905B9A}"/>
              </a:ext>
            </a:extLst>
          </p:cNvPr>
          <p:cNvGrpSpPr/>
          <p:nvPr/>
        </p:nvGrpSpPr>
        <p:grpSpPr>
          <a:xfrm>
            <a:off x="1268843" y="2253332"/>
            <a:ext cx="721206" cy="609701"/>
            <a:chOff x="1268843" y="2253332"/>
            <a:chExt cx="721206" cy="609701"/>
          </a:xfrm>
        </p:grpSpPr>
        <p:sp>
          <p:nvSpPr>
            <p:cNvPr id="692" name="Rectangle 691">
              <a:extLst>
                <a:ext uri="{FF2B5EF4-FFF2-40B4-BE49-F238E27FC236}">
                  <a16:creationId xmlns:a16="http://schemas.microsoft.com/office/drawing/2014/main" id="{8E0F94EC-A3F2-366B-A6A9-7FF6C0374EF5}"/>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93" name="Right Triangle 692">
              <a:extLst>
                <a:ext uri="{FF2B5EF4-FFF2-40B4-BE49-F238E27FC236}">
                  <a16:creationId xmlns:a16="http://schemas.microsoft.com/office/drawing/2014/main" id="{2D74A0EE-7A68-7D91-E346-A1DC8A6919A1}"/>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4" name="Group 693">
              <a:extLst>
                <a:ext uri="{FF2B5EF4-FFF2-40B4-BE49-F238E27FC236}">
                  <a16:creationId xmlns:a16="http://schemas.microsoft.com/office/drawing/2014/main" id="{FA1C45F7-2943-E017-A534-AF05E9F85CA1}"/>
                </a:ext>
              </a:extLst>
            </p:cNvPr>
            <p:cNvGrpSpPr/>
            <p:nvPr/>
          </p:nvGrpSpPr>
          <p:grpSpPr>
            <a:xfrm>
              <a:off x="1939436" y="2265731"/>
              <a:ext cx="37817" cy="61390"/>
              <a:chOff x="3883481" y="2057400"/>
              <a:chExt cx="1608363" cy="2652031"/>
            </a:xfrm>
            <a:solidFill>
              <a:srgbClr val="A6A6A6">
                <a:alpha val="20000"/>
              </a:srgbClr>
            </a:solidFill>
          </p:grpSpPr>
          <p:sp>
            <p:nvSpPr>
              <p:cNvPr id="695" name="Oval 27">
                <a:extLst>
                  <a:ext uri="{FF2B5EF4-FFF2-40B4-BE49-F238E27FC236}">
                    <a16:creationId xmlns:a16="http://schemas.microsoft.com/office/drawing/2014/main" id="{72E5A9EA-B873-0DEA-70CD-9C7C05DFB06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6" name="Oval 28">
                <a:extLst>
                  <a:ext uri="{FF2B5EF4-FFF2-40B4-BE49-F238E27FC236}">
                    <a16:creationId xmlns:a16="http://schemas.microsoft.com/office/drawing/2014/main" id="{FBD324EB-7028-3DBF-D751-97588000019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7" name="Group 696">
            <a:extLst>
              <a:ext uri="{FF2B5EF4-FFF2-40B4-BE49-F238E27FC236}">
                <a16:creationId xmlns:a16="http://schemas.microsoft.com/office/drawing/2014/main" id="{91F165FA-8E9B-CB61-1D4E-F2AA7A0FF9EA}"/>
              </a:ext>
            </a:extLst>
          </p:cNvPr>
          <p:cNvGrpSpPr/>
          <p:nvPr/>
        </p:nvGrpSpPr>
        <p:grpSpPr>
          <a:xfrm>
            <a:off x="2105351" y="2253333"/>
            <a:ext cx="721206" cy="609701"/>
            <a:chOff x="2105351" y="2253333"/>
            <a:chExt cx="721206" cy="609701"/>
          </a:xfrm>
        </p:grpSpPr>
        <p:sp>
          <p:nvSpPr>
            <p:cNvPr id="698" name="Rectangle 697">
              <a:extLst>
                <a:ext uri="{FF2B5EF4-FFF2-40B4-BE49-F238E27FC236}">
                  <a16:creationId xmlns:a16="http://schemas.microsoft.com/office/drawing/2014/main" id="{E97158AE-1443-A7B1-FCAC-E8726A3B3CCE}"/>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99" name="Right Triangle 698">
              <a:extLst>
                <a:ext uri="{FF2B5EF4-FFF2-40B4-BE49-F238E27FC236}">
                  <a16:creationId xmlns:a16="http://schemas.microsoft.com/office/drawing/2014/main" id="{8881AFBE-E8C9-B51A-684C-35FCC3C5E5A2}"/>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0" name="Group 699">
              <a:extLst>
                <a:ext uri="{FF2B5EF4-FFF2-40B4-BE49-F238E27FC236}">
                  <a16:creationId xmlns:a16="http://schemas.microsoft.com/office/drawing/2014/main" id="{9DCA4E6B-9F06-B710-3C3C-905A39383620}"/>
                </a:ext>
              </a:extLst>
            </p:cNvPr>
            <p:cNvGrpSpPr/>
            <p:nvPr/>
          </p:nvGrpSpPr>
          <p:grpSpPr>
            <a:xfrm>
              <a:off x="2771408" y="2265591"/>
              <a:ext cx="37817" cy="61390"/>
              <a:chOff x="3883481" y="2057400"/>
              <a:chExt cx="1608363" cy="2652031"/>
            </a:xfrm>
            <a:solidFill>
              <a:srgbClr val="A6A6A6">
                <a:alpha val="20000"/>
              </a:srgbClr>
            </a:solidFill>
          </p:grpSpPr>
          <p:sp>
            <p:nvSpPr>
              <p:cNvPr id="701" name="Oval 27">
                <a:extLst>
                  <a:ext uri="{FF2B5EF4-FFF2-40B4-BE49-F238E27FC236}">
                    <a16:creationId xmlns:a16="http://schemas.microsoft.com/office/drawing/2014/main" id="{25FA7EEA-A30D-554F-CE47-414CD95F5D0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2" name="Oval 28">
                <a:extLst>
                  <a:ext uri="{FF2B5EF4-FFF2-40B4-BE49-F238E27FC236}">
                    <a16:creationId xmlns:a16="http://schemas.microsoft.com/office/drawing/2014/main" id="{A962E9B5-2326-5D43-3E2A-D900C2403EF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3" name="Group 702">
            <a:extLst>
              <a:ext uri="{FF2B5EF4-FFF2-40B4-BE49-F238E27FC236}">
                <a16:creationId xmlns:a16="http://schemas.microsoft.com/office/drawing/2014/main" id="{4C024492-2CE6-499E-A899-393C2372077C}"/>
              </a:ext>
            </a:extLst>
          </p:cNvPr>
          <p:cNvGrpSpPr/>
          <p:nvPr/>
        </p:nvGrpSpPr>
        <p:grpSpPr>
          <a:xfrm>
            <a:off x="2941860" y="2253333"/>
            <a:ext cx="721206" cy="609701"/>
            <a:chOff x="2941860" y="2253333"/>
            <a:chExt cx="721206" cy="609701"/>
          </a:xfrm>
        </p:grpSpPr>
        <p:sp>
          <p:nvSpPr>
            <p:cNvPr id="704" name="Rectangle 703">
              <a:extLst>
                <a:ext uri="{FF2B5EF4-FFF2-40B4-BE49-F238E27FC236}">
                  <a16:creationId xmlns:a16="http://schemas.microsoft.com/office/drawing/2014/main" id="{2C506790-9264-F376-2758-A8E64E4B5E85}"/>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705" name="Right Triangle 704">
              <a:extLst>
                <a:ext uri="{FF2B5EF4-FFF2-40B4-BE49-F238E27FC236}">
                  <a16:creationId xmlns:a16="http://schemas.microsoft.com/office/drawing/2014/main" id="{E87D1AE1-6F1C-1743-8861-66E6857841FC}"/>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6" name="Group 705">
              <a:extLst>
                <a:ext uri="{FF2B5EF4-FFF2-40B4-BE49-F238E27FC236}">
                  <a16:creationId xmlns:a16="http://schemas.microsoft.com/office/drawing/2014/main" id="{996BCC65-E173-94F3-998A-2C358B6319AD}"/>
                </a:ext>
              </a:extLst>
            </p:cNvPr>
            <p:cNvGrpSpPr/>
            <p:nvPr/>
          </p:nvGrpSpPr>
          <p:grpSpPr>
            <a:xfrm>
              <a:off x="3611250" y="2264969"/>
              <a:ext cx="37817" cy="61390"/>
              <a:chOff x="3883481" y="2057400"/>
              <a:chExt cx="1608363" cy="2652031"/>
            </a:xfrm>
            <a:solidFill>
              <a:srgbClr val="A6A6A6">
                <a:alpha val="20000"/>
              </a:srgbClr>
            </a:solidFill>
          </p:grpSpPr>
          <p:sp>
            <p:nvSpPr>
              <p:cNvPr id="707" name="Oval 27">
                <a:extLst>
                  <a:ext uri="{FF2B5EF4-FFF2-40B4-BE49-F238E27FC236}">
                    <a16:creationId xmlns:a16="http://schemas.microsoft.com/office/drawing/2014/main" id="{48A5A482-A36D-7A01-AF98-AEBDEA1D663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8" name="Oval 28">
                <a:extLst>
                  <a:ext uri="{FF2B5EF4-FFF2-40B4-BE49-F238E27FC236}">
                    <a16:creationId xmlns:a16="http://schemas.microsoft.com/office/drawing/2014/main" id="{A6D55FD7-CCF9-E65A-AB77-095E9B09443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9" name="Group 708">
            <a:extLst>
              <a:ext uri="{FF2B5EF4-FFF2-40B4-BE49-F238E27FC236}">
                <a16:creationId xmlns:a16="http://schemas.microsoft.com/office/drawing/2014/main" id="{381F8479-B572-91CD-5875-BD8D940A2460}"/>
              </a:ext>
            </a:extLst>
          </p:cNvPr>
          <p:cNvGrpSpPr/>
          <p:nvPr/>
        </p:nvGrpSpPr>
        <p:grpSpPr>
          <a:xfrm>
            <a:off x="4614876" y="2253332"/>
            <a:ext cx="721206" cy="609701"/>
            <a:chOff x="4614876" y="2253332"/>
            <a:chExt cx="721206" cy="609701"/>
          </a:xfrm>
        </p:grpSpPr>
        <p:sp>
          <p:nvSpPr>
            <p:cNvPr id="710" name="Rectangle 709">
              <a:extLst>
                <a:ext uri="{FF2B5EF4-FFF2-40B4-BE49-F238E27FC236}">
                  <a16:creationId xmlns:a16="http://schemas.microsoft.com/office/drawing/2014/main" id="{5BE06394-5EA0-45B5-39BF-AC5513E4ED08}"/>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11" name="Right Triangle 710">
              <a:extLst>
                <a:ext uri="{FF2B5EF4-FFF2-40B4-BE49-F238E27FC236}">
                  <a16:creationId xmlns:a16="http://schemas.microsoft.com/office/drawing/2014/main" id="{38E4628F-DE0D-119A-0C7B-F1ACD3ABC3DE}"/>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12" name="Group 711">
              <a:extLst>
                <a:ext uri="{FF2B5EF4-FFF2-40B4-BE49-F238E27FC236}">
                  <a16:creationId xmlns:a16="http://schemas.microsoft.com/office/drawing/2014/main" id="{3611B8D3-0321-DD04-9D67-8CE17D436845}"/>
                </a:ext>
              </a:extLst>
            </p:cNvPr>
            <p:cNvGrpSpPr/>
            <p:nvPr/>
          </p:nvGrpSpPr>
          <p:grpSpPr>
            <a:xfrm>
              <a:off x="5280738" y="2264779"/>
              <a:ext cx="37817" cy="61390"/>
              <a:chOff x="3883481" y="2057400"/>
              <a:chExt cx="1608363" cy="2652031"/>
            </a:xfrm>
            <a:solidFill>
              <a:srgbClr val="A6A6A6">
                <a:alpha val="20000"/>
              </a:srgbClr>
            </a:solidFill>
          </p:grpSpPr>
          <p:sp>
            <p:nvSpPr>
              <p:cNvPr id="713" name="Oval 27">
                <a:extLst>
                  <a:ext uri="{FF2B5EF4-FFF2-40B4-BE49-F238E27FC236}">
                    <a16:creationId xmlns:a16="http://schemas.microsoft.com/office/drawing/2014/main" id="{94F52EEE-0DE3-3CA4-F94A-C7438600C30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4" name="Oval 28">
                <a:extLst>
                  <a:ext uri="{FF2B5EF4-FFF2-40B4-BE49-F238E27FC236}">
                    <a16:creationId xmlns:a16="http://schemas.microsoft.com/office/drawing/2014/main" id="{2C7AE87E-186D-AF91-ED9A-83F121E5852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7" name="Group 726">
            <a:extLst>
              <a:ext uri="{FF2B5EF4-FFF2-40B4-BE49-F238E27FC236}">
                <a16:creationId xmlns:a16="http://schemas.microsoft.com/office/drawing/2014/main" id="{2F9B0149-7A34-C15D-2D6F-F0BC489495DC}"/>
              </a:ext>
            </a:extLst>
          </p:cNvPr>
          <p:cNvGrpSpPr/>
          <p:nvPr/>
        </p:nvGrpSpPr>
        <p:grpSpPr>
          <a:xfrm>
            <a:off x="431659" y="2253337"/>
            <a:ext cx="721895" cy="609700"/>
            <a:chOff x="431659" y="2253337"/>
            <a:chExt cx="721895" cy="609700"/>
          </a:xfrm>
        </p:grpSpPr>
        <p:sp>
          <p:nvSpPr>
            <p:cNvPr id="728" name="Rectangle 727">
              <a:hlinkHover r:id="" action="ppaction://noaction" highlightClick="1"/>
              <a:extLst>
                <a:ext uri="{FF2B5EF4-FFF2-40B4-BE49-F238E27FC236}">
                  <a16:creationId xmlns:a16="http://schemas.microsoft.com/office/drawing/2014/main" id="{00C48CAD-11E4-C44B-C6E5-77B4C6E8E207}"/>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29" name="Diamond 728">
              <a:extLst>
                <a:ext uri="{FF2B5EF4-FFF2-40B4-BE49-F238E27FC236}">
                  <a16:creationId xmlns:a16="http://schemas.microsoft.com/office/drawing/2014/main" id="{C96483B2-9581-F996-DED9-7BBAC72D9586}"/>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0" name="Oval 729">
              <a:extLst>
                <a:ext uri="{FF2B5EF4-FFF2-40B4-BE49-F238E27FC236}">
                  <a16:creationId xmlns:a16="http://schemas.microsoft.com/office/drawing/2014/main" id="{CD5C6EBB-7568-C740-1390-EB5CC238C29B}"/>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59" name="Group 758">
            <a:extLst>
              <a:ext uri="{FF2B5EF4-FFF2-40B4-BE49-F238E27FC236}">
                <a16:creationId xmlns:a16="http://schemas.microsoft.com/office/drawing/2014/main" id="{625669FC-423A-2244-013B-8B88290C4862}"/>
              </a:ext>
            </a:extLst>
          </p:cNvPr>
          <p:cNvGrpSpPr/>
          <p:nvPr/>
        </p:nvGrpSpPr>
        <p:grpSpPr>
          <a:xfrm>
            <a:off x="5454379" y="2974054"/>
            <a:ext cx="721206" cy="649846"/>
            <a:chOff x="5454379" y="2974054"/>
            <a:chExt cx="721206" cy="649846"/>
          </a:xfrm>
        </p:grpSpPr>
        <p:sp>
          <p:nvSpPr>
            <p:cNvPr id="760" name="Rectangle 759">
              <a:extLst>
                <a:ext uri="{FF2B5EF4-FFF2-40B4-BE49-F238E27FC236}">
                  <a16:creationId xmlns:a16="http://schemas.microsoft.com/office/drawing/2014/main" id="{26CAEFF7-3718-E51D-38C9-AA6BCF2AE9E7}"/>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61" name="Rectangle 760">
              <a:extLst>
                <a:ext uri="{FF2B5EF4-FFF2-40B4-BE49-F238E27FC236}">
                  <a16:creationId xmlns:a16="http://schemas.microsoft.com/office/drawing/2014/main" id="{E854A5E1-A189-3193-CBC4-E852D23FDAD8}"/>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2" name="Oval 15">
              <a:extLst>
                <a:ext uri="{FF2B5EF4-FFF2-40B4-BE49-F238E27FC236}">
                  <a16:creationId xmlns:a16="http://schemas.microsoft.com/office/drawing/2014/main" id="{26900E5F-1542-B6AD-6DC6-3CF5DF2735DB}"/>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63" name="Straight Connector 762">
              <a:extLst>
                <a:ext uri="{FF2B5EF4-FFF2-40B4-BE49-F238E27FC236}">
                  <a16:creationId xmlns:a16="http://schemas.microsoft.com/office/drawing/2014/main" id="{2CA699F6-DE1C-6BA4-1B6F-D704BEDFD88B}"/>
                </a:ext>
              </a:extLst>
            </p:cNvPr>
            <p:cNvCxnSpPr>
              <a:cxnSpLocks/>
              <a:stCxn id="762"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64" name="Straight Connector 763">
              <a:extLst>
                <a:ext uri="{FF2B5EF4-FFF2-40B4-BE49-F238E27FC236}">
                  <a16:creationId xmlns:a16="http://schemas.microsoft.com/office/drawing/2014/main" id="{80CDA826-49B3-A636-538C-3F0751598C24}"/>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65" name="Group 764">
            <a:extLst>
              <a:ext uri="{FF2B5EF4-FFF2-40B4-BE49-F238E27FC236}">
                <a16:creationId xmlns:a16="http://schemas.microsoft.com/office/drawing/2014/main" id="{8D716A0E-6A37-47FE-BCFC-4417F7349B15}"/>
              </a:ext>
            </a:extLst>
          </p:cNvPr>
          <p:cNvGrpSpPr/>
          <p:nvPr/>
        </p:nvGrpSpPr>
        <p:grpSpPr>
          <a:xfrm>
            <a:off x="431659" y="2974054"/>
            <a:ext cx="721891" cy="609701"/>
            <a:chOff x="431659" y="2974054"/>
            <a:chExt cx="721891" cy="609701"/>
          </a:xfrm>
        </p:grpSpPr>
        <p:sp>
          <p:nvSpPr>
            <p:cNvPr id="766" name="Rectangle 765">
              <a:extLst>
                <a:ext uri="{FF2B5EF4-FFF2-40B4-BE49-F238E27FC236}">
                  <a16:creationId xmlns:a16="http://schemas.microsoft.com/office/drawing/2014/main" id="{366D8E82-72A1-AC4D-5DBB-8EF24E0EAA15}"/>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67" name="Right Triangle 766">
              <a:extLst>
                <a:ext uri="{FF2B5EF4-FFF2-40B4-BE49-F238E27FC236}">
                  <a16:creationId xmlns:a16="http://schemas.microsoft.com/office/drawing/2014/main" id="{EA117D80-A2F4-9EC7-2693-EB1C15EDE117}"/>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8" name="Group 767">
              <a:extLst>
                <a:ext uri="{FF2B5EF4-FFF2-40B4-BE49-F238E27FC236}">
                  <a16:creationId xmlns:a16="http://schemas.microsoft.com/office/drawing/2014/main" id="{CA264BEE-B1D9-8CD5-B2EB-3EB479C2D501}"/>
                </a:ext>
              </a:extLst>
            </p:cNvPr>
            <p:cNvGrpSpPr/>
            <p:nvPr/>
          </p:nvGrpSpPr>
          <p:grpSpPr>
            <a:xfrm>
              <a:off x="1102940" y="2981762"/>
              <a:ext cx="37817" cy="61390"/>
              <a:chOff x="3883481" y="2057400"/>
              <a:chExt cx="1608363" cy="2652031"/>
            </a:xfrm>
            <a:solidFill>
              <a:srgbClr val="A6A6A6">
                <a:alpha val="20000"/>
              </a:srgbClr>
            </a:solidFill>
          </p:grpSpPr>
          <p:sp>
            <p:nvSpPr>
              <p:cNvPr id="769" name="Oval 27">
                <a:extLst>
                  <a:ext uri="{FF2B5EF4-FFF2-40B4-BE49-F238E27FC236}">
                    <a16:creationId xmlns:a16="http://schemas.microsoft.com/office/drawing/2014/main" id="{79919FA9-510D-12C8-AE71-436FC894BF7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0" name="Oval 28">
                <a:extLst>
                  <a:ext uri="{FF2B5EF4-FFF2-40B4-BE49-F238E27FC236}">
                    <a16:creationId xmlns:a16="http://schemas.microsoft.com/office/drawing/2014/main" id="{47E964BC-23FD-2AA4-2580-E9074AA4BE1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7" name="Group 776">
            <a:extLst>
              <a:ext uri="{FF2B5EF4-FFF2-40B4-BE49-F238E27FC236}">
                <a16:creationId xmlns:a16="http://schemas.microsoft.com/office/drawing/2014/main" id="{D69FD6FF-1011-03BE-17EF-58B7D9C209CD}"/>
              </a:ext>
            </a:extLst>
          </p:cNvPr>
          <p:cNvGrpSpPr/>
          <p:nvPr/>
        </p:nvGrpSpPr>
        <p:grpSpPr>
          <a:xfrm>
            <a:off x="2940469" y="2974031"/>
            <a:ext cx="721206" cy="613175"/>
            <a:chOff x="2940469" y="2974031"/>
            <a:chExt cx="721206" cy="613175"/>
          </a:xfrm>
        </p:grpSpPr>
        <p:sp>
          <p:nvSpPr>
            <p:cNvPr id="778" name="Rectangle 777">
              <a:extLst>
                <a:ext uri="{FF2B5EF4-FFF2-40B4-BE49-F238E27FC236}">
                  <a16:creationId xmlns:a16="http://schemas.microsoft.com/office/drawing/2014/main" id="{2C4C9054-2D45-8186-33F9-8B2D113FC2FD}"/>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79" name="Right Triangle 778">
              <a:extLst>
                <a:ext uri="{FF2B5EF4-FFF2-40B4-BE49-F238E27FC236}">
                  <a16:creationId xmlns:a16="http://schemas.microsoft.com/office/drawing/2014/main" id="{993477CA-C2A8-A16B-8D73-38B7D76B8484}"/>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0" name="Group 779">
              <a:extLst>
                <a:ext uri="{FF2B5EF4-FFF2-40B4-BE49-F238E27FC236}">
                  <a16:creationId xmlns:a16="http://schemas.microsoft.com/office/drawing/2014/main" id="{137BEEB3-C781-A0BE-E331-EB14B68EEE21}"/>
                </a:ext>
              </a:extLst>
            </p:cNvPr>
            <p:cNvGrpSpPr/>
            <p:nvPr/>
          </p:nvGrpSpPr>
          <p:grpSpPr>
            <a:xfrm>
              <a:off x="3610502" y="2980132"/>
              <a:ext cx="37817" cy="61390"/>
              <a:chOff x="3883481" y="2057400"/>
              <a:chExt cx="1608363" cy="2652031"/>
            </a:xfrm>
            <a:solidFill>
              <a:srgbClr val="A6A6A6">
                <a:alpha val="20000"/>
              </a:srgbClr>
            </a:solidFill>
          </p:grpSpPr>
          <p:sp>
            <p:nvSpPr>
              <p:cNvPr id="781" name="Oval 27">
                <a:extLst>
                  <a:ext uri="{FF2B5EF4-FFF2-40B4-BE49-F238E27FC236}">
                    <a16:creationId xmlns:a16="http://schemas.microsoft.com/office/drawing/2014/main" id="{3C95CA87-AA9E-71A8-AE77-AD5396F4061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2" name="Oval 28">
                <a:extLst>
                  <a:ext uri="{FF2B5EF4-FFF2-40B4-BE49-F238E27FC236}">
                    <a16:creationId xmlns:a16="http://schemas.microsoft.com/office/drawing/2014/main" id="{C318134C-5020-60E7-FB29-D3B6F5A1D36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3" name="Group 782">
            <a:extLst>
              <a:ext uri="{FF2B5EF4-FFF2-40B4-BE49-F238E27FC236}">
                <a16:creationId xmlns:a16="http://schemas.microsoft.com/office/drawing/2014/main" id="{4687BA42-08D8-1BAA-98B3-7951680DB46A}"/>
              </a:ext>
            </a:extLst>
          </p:cNvPr>
          <p:cNvGrpSpPr/>
          <p:nvPr/>
        </p:nvGrpSpPr>
        <p:grpSpPr>
          <a:xfrm>
            <a:off x="1268380" y="2974053"/>
            <a:ext cx="721206" cy="609701"/>
            <a:chOff x="1268380" y="2974053"/>
            <a:chExt cx="721206" cy="609701"/>
          </a:xfrm>
        </p:grpSpPr>
        <p:sp>
          <p:nvSpPr>
            <p:cNvPr id="784" name="Rectangle 783">
              <a:extLst>
                <a:ext uri="{FF2B5EF4-FFF2-40B4-BE49-F238E27FC236}">
                  <a16:creationId xmlns:a16="http://schemas.microsoft.com/office/drawing/2014/main" id="{E7D5F862-B091-FA3C-978C-96E815397F38}"/>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85" name="Right Triangle 784">
              <a:extLst>
                <a:ext uri="{FF2B5EF4-FFF2-40B4-BE49-F238E27FC236}">
                  <a16:creationId xmlns:a16="http://schemas.microsoft.com/office/drawing/2014/main" id="{CFB785D7-A61A-ED82-8C52-39801AB15AD0}"/>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6" name="Group 785">
              <a:extLst>
                <a:ext uri="{FF2B5EF4-FFF2-40B4-BE49-F238E27FC236}">
                  <a16:creationId xmlns:a16="http://schemas.microsoft.com/office/drawing/2014/main" id="{371E8583-4698-1490-49BB-6F3B3CF98E16}"/>
                </a:ext>
              </a:extLst>
            </p:cNvPr>
            <p:cNvGrpSpPr/>
            <p:nvPr/>
          </p:nvGrpSpPr>
          <p:grpSpPr>
            <a:xfrm>
              <a:off x="1938973" y="2986452"/>
              <a:ext cx="37817" cy="61390"/>
              <a:chOff x="3883481" y="2057400"/>
              <a:chExt cx="1608363" cy="2652031"/>
            </a:xfrm>
            <a:solidFill>
              <a:srgbClr val="A6A6A6">
                <a:alpha val="20000"/>
              </a:srgbClr>
            </a:solidFill>
          </p:grpSpPr>
          <p:sp>
            <p:nvSpPr>
              <p:cNvPr id="787" name="Oval 27">
                <a:extLst>
                  <a:ext uri="{FF2B5EF4-FFF2-40B4-BE49-F238E27FC236}">
                    <a16:creationId xmlns:a16="http://schemas.microsoft.com/office/drawing/2014/main" id="{DED6E5E1-4B54-23B9-B875-B1A1E47649B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8" name="Oval 28">
                <a:extLst>
                  <a:ext uri="{FF2B5EF4-FFF2-40B4-BE49-F238E27FC236}">
                    <a16:creationId xmlns:a16="http://schemas.microsoft.com/office/drawing/2014/main" id="{56E0917F-27E3-8B7D-DDF4-198DAFA7CC0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1" name="Group 800">
            <a:extLst>
              <a:ext uri="{FF2B5EF4-FFF2-40B4-BE49-F238E27FC236}">
                <a16:creationId xmlns:a16="http://schemas.microsoft.com/office/drawing/2014/main" id="{CE9AEC92-66AF-77C2-9FF7-06B31C84B030}"/>
              </a:ext>
            </a:extLst>
          </p:cNvPr>
          <p:cNvGrpSpPr/>
          <p:nvPr/>
        </p:nvGrpSpPr>
        <p:grpSpPr>
          <a:xfrm>
            <a:off x="431659" y="811556"/>
            <a:ext cx="721206" cy="609701"/>
            <a:chOff x="431659" y="811556"/>
            <a:chExt cx="721206" cy="609701"/>
          </a:xfrm>
        </p:grpSpPr>
        <p:sp>
          <p:nvSpPr>
            <p:cNvPr id="802" name="Rectangle 801">
              <a:extLst>
                <a:ext uri="{FF2B5EF4-FFF2-40B4-BE49-F238E27FC236}">
                  <a16:creationId xmlns:a16="http://schemas.microsoft.com/office/drawing/2014/main" id="{2C0A73DB-462A-1573-F5EE-DE0312E11E8D}"/>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803" name="Right Triangle 802">
              <a:extLst>
                <a:ext uri="{FF2B5EF4-FFF2-40B4-BE49-F238E27FC236}">
                  <a16:creationId xmlns:a16="http://schemas.microsoft.com/office/drawing/2014/main" id="{F4BB8E4A-EDC8-9BA9-C007-CCFCCF62B43F}"/>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4" name="Group 803">
              <a:extLst>
                <a:ext uri="{FF2B5EF4-FFF2-40B4-BE49-F238E27FC236}">
                  <a16:creationId xmlns:a16="http://schemas.microsoft.com/office/drawing/2014/main" id="{3357AE9C-4326-A2CD-7F2A-7C6C88C0A449}"/>
                </a:ext>
              </a:extLst>
            </p:cNvPr>
            <p:cNvGrpSpPr/>
            <p:nvPr/>
          </p:nvGrpSpPr>
          <p:grpSpPr>
            <a:xfrm>
              <a:off x="1100969" y="819591"/>
              <a:ext cx="37817" cy="61390"/>
              <a:chOff x="3883481" y="2057400"/>
              <a:chExt cx="1608363" cy="2652031"/>
            </a:xfrm>
            <a:solidFill>
              <a:srgbClr val="A6A6A6">
                <a:alpha val="20000"/>
              </a:srgbClr>
            </a:solidFill>
          </p:grpSpPr>
          <p:sp>
            <p:nvSpPr>
              <p:cNvPr id="805" name="Oval 27">
                <a:extLst>
                  <a:ext uri="{FF2B5EF4-FFF2-40B4-BE49-F238E27FC236}">
                    <a16:creationId xmlns:a16="http://schemas.microsoft.com/office/drawing/2014/main" id="{526DAF15-DA84-1FB8-A92C-346E58E4794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6" name="Oval 28">
                <a:extLst>
                  <a:ext uri="{FF2B5EF4-FFF2-40B4-BE49-F238E27FC236}">
                    <a16:creationId xmlns:a16="http://schemas.microsoft.com/office/drawing/2014/main" id="{04BC4E00-5261-278A-4860-53427D88455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9" name="Group 818">
            <a:extLst>
              <a:ext uri="{FF2B5EF4-FFF2-40B4-BE49-F238E27FC236}">
                <a16:creationId xmlns:a16="http://schemas.microsoft.com/office/drawing/2014/main" id="{61C31F4D-483D-6346-5D84-7039099A41FA}"/>
              </a:ext>
            </a:extLst>
          </p:cNvPr>
          <p:cNvGrpSpPr/>
          <p:nvPr/>
        </p:nvGrpSpPr>
        <p:grpSpPr>
          <a:xfrm>
            <a:off x="2889438" y="751337"/>
            <a:ext cx="5022643" cy="5001728"/>
            <a:chOff x="2889438" y="751337"/>
            <a:chExt cx="5022643" cy="5001728"/>
          </a:xfrm>
        </p:grpSpPr>
        <p:cxnSp>
          <p:nvCxnSpPr>
            <p:cNvPr id="820" name="Straight Connector 819">
              <a:extLst>
                <a:ext uri="{FF2B5EF4-FFF2-40B4-BE49-F238E27FC236}">
                  <a16:creationId xmlns:a16="http://schemas.microsoft.com/office/drawing/2014/main" id="{0C690C81-0D98-0656-09BC-63F7AAFF37B0}"/>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9194CCFD-087D-1E23-7ABA-6FE93297BBD4}"/>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77016C93-44A6-F9D3-8551-EAD5B538113C}"/>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B6D43754-FB26-0446-10C8-81308716EE1E}"/>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4" name="Straight Connector 823">
              <a:extLst>
                <a:ext uri="{FF2B5EF4-FFF2-40B4-BE49-F238E27FC236}">
                  <a16:creationId xmlns:a16="http://schemas.microsoft.com/office/drawing/2014/main" id="{0A038F6B-D4B1-F985-7BE5-02720096B26E}"/>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4EAE292B-3323-9B9B-87E9-B761654591A3}"/>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6" name="Straight Connector 825">
              <a:extLst>
                <a:ext uri="{FF2B5EF4-FFF2-40B4-BE49-F238E27FC236}">
                  <a16:creationId xmlns:a16="http://schemas.microsoft.com/office/drawing/2014/main" id="{77D6D105-7D01-A07E-57E4-E98EBD331038}"/>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A824DD4A-570F-5EDD-8BAD-FAF2ED918CC2}"/>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8" name="Straight Connector 827">
              <a:extLst>
                <a:ext uri="{FF2B5EF4-FFF2-40B4-BE49-F238E27FC236}">
                  <a16:creationId xmlns:a16="http://schemas.microsoft.com/office/drawing/2014/main" id="{913CA050-D23A-3C68-F0F6-8191AFFA5274}"/>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9" name="Straight Connector 828">
              <a:extLst>
                <a:ext uri="{FF2B5EF4-FFF2-40B4-BE49-F238E27FC236}">
                  <a16:creationId xmlns:a16="http://schemas.microsoft.com/office/drawing/2014/main" id="{EB02C8C6-6C69-04E0-B510-7EAA372C184E}"/>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43" name="Group 842">
            <a:extLst>
              <a:ext uri="{FF2B5EF4-FFF2-40B4-BE49-F238E27FC236}">
                <a16:creationId xmlns:a16="http://schemas.microsoft.com/office/drawing/2014/main" id="{3E4B86A8-70BB-E13F-C8A9-1F16282D8485}"/>
              </a:ext>
            </a:extLst>
          </p:cNvPr>
          <p:cNvGrpSpPr/>
          <p:nvPr/>
        </p:nvGrpSpPr>
        <p:grpSpPr>
          <a:xfrm>
            <a:off x="2099604" y="5136552"/>
            <a:ext cx="721206" cy="609701"/>
            <a:chOff x="2099604" y="5136552"/>
            <a:chExt cx="721206" cy="609701"/>
          </a:xfrm>
        </p:grpSpPr>
        <p:sp>
          <p:nvSpPr>
            <p:cNvPr id="844" name="Rectangle 843">
              <a:extLst>
                <a:ext uri="{FF2B5EF4-FFF2-40B4-BE49-F238E27FC236}">
                  <a16:creationId xmlns:a16="http://schemas.microsoft.com/office/drawing/2014/main" id="{0D758639-8E1E-89F4-D16C-C38CA1A5E251}"/>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845" name="Right Triangle 844">
              <a:extLst>
                <a:ext uri="{FF2B5EF4-FFF2-40B4-BE49-F238E27FC236}">
                  <a16:creationId xmlns:a16="http://schemas.microsoft.com/office/drawing/2014/main" id="{052EDFB1-A208-9964-B016-D31FD0C2452D}"/>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6" name="Group 845">
              <a:extLst>
                <a:ext uri="{FF2B5EF4-FFF2-40B4-BE49-F238E27FC236}">
                  <a16:creationId xmlns:a16="http://schemas.microsoft.com/office/drawing/2014/main" id="{7DA0FC53-99C7-3F0F-AFDB-E52F3AFCF8DC}"/>
                </a:ext>
              </a:extLst>
            </p:cNvPr>
            <p:cNvGrpSpPr/>
            <p:nvPr/>
          </p:nvGrpSpPr>
          <p:grpSpPr>
            <a:xfrm>
              <a:off x="2765661" y="5151382"/>
              <a:ext cx="37817" cy="61390"/>
              <a:chOff x="3883481" y="2057400"/>
              <a:chExt cx="1608363" cy="2652031"/>
            </a:xfrm>
            <a:solidFill>
              <a:srgbClr val="A6A6A6">
                <a:alpha val="20000"/>
              </a:srgbClr>
            </a:solidFill>
          </p:grpSpPr>
          <p:sp>
            <p:nvSpPr>
              <p:cNvPr id="847" name="Oval 27">
                <a:extLst>
                  <a:ext uri="{FF2B5EF4-FFF2-40B4-BE49-F238E27FC236}">
                    <a16:creationId xmlns:a16="http://schemas.microsoft.com/office/drawing/2014/main" id="{E0955624-3472-5902-1995-7A259E85D7E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8" name="Oval 28">
                <a:extLst>
                  <a:ext uri="{FF2B5EF4-FFF2-40B4-BE49-F238E27FC236}">
                    <a16:creationId xmlns:a16="http://schemas.microsoft.com/office/drawing/2014/main" id="{9E3B96B1-0A8D-20BA-B7CC-A6D8B5158AE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5" name="Group 854">
            <a:extLst>
              <a:ext uri="{FF2B5EF4-FFF2-40B4-BE49-F238E27FC236}">
                <a16:creationId xmlns:a16="http://schemas.microsoft.com/office/drawing/2014/main" id="{276A589E-3585-C1F8-FCE7-8921C98BFD11}"/>
              </a:ext>
            </a:extLst>
          </p:cNvPr>
          <p:cNvGrpSpPr/>
          <p:nvPr/>
        </p:nvGrpSpPr>
        <p:grpSpPr>
          <a:xfrm>
            <a:off x="2937173" y="4419601"/>
            <a:ext cx="721206" cy="610396"/>
            <a:chOff x="2937173" y="4419601"/>
            <a:chExt cx="721206" cy="610396"/>
          </a:xfrm>
        </p:grpSpPr>
        <p:sp>
          <p:nvSpPr>
            <p:cNvPr id="856" name="Rectangle 855">
              <a:extLst>
                <a:ext uri="{FF2B5EF4-FFF2-40B4-BE49-F238E27FC236}">
                  <a16:creationId xmlns:a16="http://schemas.microsoft.com/office/drawing/2014/main" id="{BBF8D727-6D39-B2F3-6FF2-FCDBA5BC84DF}"/>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57" name="Right Triangle 856">
              <a:extLst>
                <a:ext uri="{FF2B5EF4-FFF2-40B4-BE49-F238E27FC236}">
                  <a16:creationId xmlns:a16="http://schemas.microsoft.com/office/drawing/2014/main" id="{0E0829AC-9280-7A99-91F6-1A84243E444F}"/>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8" name="Group 857">
              <a:extLst>
                <a:ext uri="{FF2B5EF4-FFF2-40B4-BE49-F238E27FC236}">
                  <a16:creationId xmlns:a16="http://schemas.microsoft.com/office/drawing/2014/main" id="{06FC4111-2152-5D5F-1754-50ACD62A4CB6}"/>
                </a:ext>
              </a:extLst>
            </p:cNvPr>
            <p:cNvGrpSpPr/>
            <p:nvPr/>
          </p:nvGrpSpPr>
          <p:grpSpPr>
            <a:xfrm>
              <a:off x="3607766" y="4425699"/>
              <a:ext cx="37817" cy="61390"/>
              <a:chOff x="3883481" y="2057400"/>
              <a:chExt cx="1608363" cy="2652031"/>
            </a:xfrm>
            <a:solidFill>
              <a:srgbClr val="A6A6A6">
                <a:alpha val="20000"/>
              </a:srgbClr>
            </a:solidFill>
          </p:grpSpPr>
          <p:sp>
            <p:nvSpPr>
              <p:cNvPr id="859" name="Oval 27">
                <a:extLst>
                  <a:ext uri="{FF2B5EF4-FFF2-40B4-BE49-F238E27FC236}">
                    <a16:creationId xmlns:a16="http://schemas.microsoft.com/office/drawing/2014/main" id="{567B820A-26AC-4BE1-DAC9-C625E73CCE0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0" name="Oval 28">
                <a:extLst>
                  <a:ext uri="{FF2B5EF4-FFF2-40B4-BE49-F238E27FC236}">
                    <a16:creationId xmlns:a16="http://schemas.microsoft.com/office/drawing/2014/main" id="{E5985B68-5FDC-0D13-2AAD-C4C4E14E0A7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61" name="Group 860">
            <a:extLst>
              <a:ext uri="{FF2B5EF4-FFF2-40B4-BE49-F238E27FC236}">
                <a16:creationId xmlns:a16="http://schemas.microsoft.com/office/drawing/2014/main" id="{A266C3A7-706E-43A2-6F8A-533F6EDCB173}"/>
              </a:ext>
            </a:extLst>
          </p:cNvPr>
          <p:cNvGrpSpPr/>
          <p:nvPr/>
        </p:nvGrpSpPr>
        <p:grpSpPr>
          <a:xfrm>
            <a:off x="6286130" y="4419624"/>
            <a:ext cx="721206" cy="609701"/>
            <a:chOff x="6286130" y="4419624"/>
            <a:chExt cx="721206" cy="609701"/>
          </a:xfrm>
        </p:grpSpPr>
        <p:sp>
          <p:nvSpPr>
            <p:cNvPr id="862" name="Rectangle 861">
              <a:hlinkHover r:id="" action="ppaction://noaction" highlightClick="1"/>
              <a:extLst>
                <a:ext uri="{FF2B5EF4-FFF2-40B4-BE49-F238E27FC236}">
                  <a16:creationId xmlns:a16="http://schemas.microsoft.com/office/drawing/2014/main" id="{33FB0974-7646-5396-03CA-962C4B944651}"/>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63" name="Oval 862">
              <a:extLst>
                <a:ext uri="{FF2B5EF4-FFF2-40B4-BE49-F238E27FC236}">
                  <a16:creationId xmlns:a16="http://schemas.microsoft.com/office/drawing/2014/main" id="{045594B3-F095-21F6-0357-30518099AB9F}"/>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4" name="Isosceles Triangle 648">
              <a:extLst>
                <a:ext uri="{FF2B5EF4-FFF2-40B4-BE49-F238E27FC236}">
                  <a16:creationId xmlns:a16="http://schemas.microsoft.com/office/drawing/2014/main" id="{2506E744-E77B-85DA-4CC7-9D41962FF939}"/>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5" name="Group 864">
            <a:extLst>
              <a:ext uri="{FF2B5EF4-FFF2-40B4-BE49-F238E27FC236}">
                <a16:creationId xmlns:a16="http://schemas.microsoft.com/office/drawing/2014/main" id="{DF82FA1B-2E3F-6538-7324-7FC4DDAF8F4B}"/>
              </a:ext>
            </a:extLst>
          </p:cNvPr>
          <p:cNvGrpSpPr/>
          <p:nvPr/>
        </p:nvGrpSpPr>
        <p:grpSpPr>
          <a:xfrm>
            <a:off x="5458940" y="5135305"/>
            <a:ext cx="721206" cy="609701"/>
            <a:chOff x="5458940" y="5135305"/>
            <a:chExt cx="721206" cy="609701"/>
          </a:xfrm>
        </p:grpSpPr>
        <p:sp>
          <p:nvSpPr>
            <p:cNvPr id="866" name="Rectangle 865">
              <a:hlinkHover r:id="" action="ppaction://noaction" highlightClick="1"/>
              <a:extLst>
                <a:ext uri="{FF2B5EF4-FFF2-40B4-BE49-F238E27FC236}">
                  <a16:creationId xmlns:a16="http://schemas.microsoft.com/office/drawing/2014/main" id="{CD61E599-3140-CFF3-0113-11C73627DA0A}"/>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67" name="Oval 866">
              <a:extLst>
                <a:ext uri="{FF2B5EF4-FFF2-40B4-BE49-F238E27FC236}">
                  <a16:creationId xmlns:a16="http://schemas.microsoft.com/office/drawing/2014/main" id="{C62BE652-3C88-4654-58BD-C840F709CEE2}"/>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8" name="Isosceles Triangle 648">
              <a:extLst>
                <a:ext uri="{FF2B5EF4-FFF2-40B4-BE49-F238E27FC236}">
                  <a16:creationId xmlns:a16="http://schemas.microsoft.com/office/drawing/2014/main" id="{85F81EB2-86DB-DD7F-4F4B-8D5B9248949B}"/>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9" name="Group 868">
            <a:extLst>
              <a:ext uri="{FF2B5EF4-FFF2-40B4-BE49-F238E27FC236}">
                <a16:creationId xmlns:a16="http://schemas.microsoft.com/office/drawing/2014/main" id="{911775AA-B5F5-47B4-A575-F397BBEA9D37}"/>
              </a:ext>
            </a:extLst>
          </p:cNvPr>
          <p:cNvGrpSpPr/>
          <p:nvPr/>
        </p:nvGrpSpPr>
        <p:grpSpPr>
          <a:xfrm>
            <a:off x="6289146" y="5141017"/>
            <a:ext cx="721206" cy="609701"/>
            <a:chOff x="6289146" y="5141017"/>
            <a:chExt cx="721206" cy="609701"/>
          </a:xfrm>
        </p:grpSpPr>
        <p:sp>
          <p:nvSpPr>
            <p:cNvPr id="870" name="Rectangle 869">
              <a:hlinkHover r:id="" action="ppaction://noaction" highlightClick="1"/>
              <a:extLst>
                <a:ext uri="{FF2B5EF4-FFF2-40B4-BE49-F238E27FC236}">
                  <a16:creationId xmlns:a16="http://schemas.microsoft.com/office/drawing/2014/main" id="{D2580643-5E5E-446E-9D65-6009AA275BE9}"/>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71" name="Oval 870">
              <a:extLst>
                <a:ext uri="{FF2B5EF4-FFF2-40B4-BE49-F238E27FC236}">
                  <a16:creationId xmlns:a16="http://schemas.microsoft.com/office/drawing/2014/main" id="{3661562B-6A77-C0C7-C8B4-DAEEBA49C487}"/>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2" name="Isosceles Triangle 648">
              <a:extLst>
                <a:ext uri="{FF2B5EF4-FFF2-40B4-BE49-F238E27FC236}">
                  <a16:creationId xmlns:a16="http://schemas.microsoft.com/office/drawing/2014/main" id="{E47069A9-2006-BF75-4A2A-AB6C879FACED}"/>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3" name="Group 872">
            <a:extLst>
              <a:ext uri="{FF2B5EF4-FFF2-40B4-BE49-F238E27FC236}">
                <a16:creationId xmlns:a16="http://schemas.microsoft.com/office/drawing/2014/main" id="{EBE1503D-6765-A706-6C2F-F56583252E03}"/>
              </a:ext>
            </a:extLst>
          </p:cNvPr>
          <p:cNvGrpSpPr/>
          <p:nvPr/>
        </p:nvGrpSpPr>
        <p:grpSpPr>
          <a:xfrm>
            <a:off x="7122911" y="4419624"/>
            <a:ext cx="721206" cy="609701"/>
            <a:chOff x="7122911" y="4419624"/>
            <a:chExt cx="721206" cy="609701"/>
          </a:xfrm>
        </p:grpSpPr>
        <p:sp>
          <p:nvSpPr>
            <p:cNvPr id="874" name="Rectangle 873">
              <a:hlinkHover r:id="" action="ppaction://noaction" highlightClick="1"/>
              <a:extLst>
                <a:ext uri="{FF2B5EF4-FFF2-40B4-BE49-F238E27FC236}">
                  <a16:creationId xmlns:a16="http://schemas.microsoft.com/office/drawing/2014/main" id="{3763735A-675B-DAD3-719B-C5B2CDD93786}"/>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75" name="Oval 874">
              <a:extLst>
                <a:ext uri="{FF2B5EF4-FFF2-40B4-BE49-F238E27FC236}">
                  <a16:creationId xmlns:a16="http://schemas.microsoft.com/office/drawing/2014/main" id="{58770862-21D3-5F2B-2B00-69D47EE2745E}"/>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6" name="Isosceles Triangle 648">
              <a:extLst>
                <a:ext uri="{FF2B5EF4-FFF2-40B4-BE49-F238E27FC236}">
                  <a16:creationId xmlns:a16="http://schemas.microsoft.com/office/drawing/2014/main" id="{E7B28FA5-1402-4858-DEF2-397009B2E7B6}"/>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1" name="Group 880">
            <a:extLst>
              <a:ext uri="{FF2B5EF4-FFF2-40B4-BE49-F238E27FC236}">
                <a16:creationId xmlns:a16="http://schemas.microsoft.com/office/drawing/2014/main" id="{C3AEE67F-77E8-2EE1-4432-5BCD0F35EC37}"/>
              </a:ext>
            </a:extLst>
          </p:cNvPr>
          <p:cNvGrpSpPr/>
          <p:nvPr/>
        </p:nvGrpSpPr>
        <p:grpSpPr>
          <a:xfrm>
            <a:off x="5454385" y="4419624"/>
            <a:ext cx="721206" cy="609701"/>
            <a:chOff x="5454385" y="4419624"/>
            <a:chExt cx="721206" cy="609701"/>
          </a:xfrm>
        </p:grpSpPr>
        <p:sp>
          <p:nvSpPr>
            <p:cNvPr id="882" name="Rectangle 881">
              <a:hlinkHover r:id="" action="ppaction://noaction" highlightClick="1"/>
              <a:extLst>
                <a:ext uri="{FF2B5EF4-FFF2-40B4-BE49-F238E27FC236}">
                  <a16:creationId xmlns:a16="http://schemas.microsoft.com/office/drawing/2014/main" id="{03AE6B54-C461-02DA-4010-3335052E8387}"/>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83" name="Oval 882">
              <a:extLst>
                <a:ext uri="{FF2B5EF4-FFF2-40B4-BE49-F238E27FC236}">
                  <a16:creationId xmlns:a16="http://schemas.microsoft.com/office/drawing/2014/main" id="{CD7E0259-82B1-204F-6B59-A5A4F2ECE9B8}"/>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4" name="Isosceles Triangle 648">
              <a:extLst>
                <a:ext uri="{FF2B5EF4-FFF2-40B4-BE49-F238E27FC236}">
                  <a16:creationId xmlns:a16="http://schemas.microsoft.com/office/drawing/2014/main" id="{D7A3B148-5A8C-6945-0E1B-B441D9D8D3FF}"/>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5" name="Group 884">
            <a:extLst>
              <a:ext uri="{FF2B5EF4-FFF2-40B4-BE49-F238E27FC236}">
                <a16:creationId xmlns:a16="http://schemas.microsoft.com/office/drawing/2014/main" id="{2CFE64E7-2831-96AD-368C-971B9299725F}"/>
              </a:ext>
            </a:extLst>
          </p:cNvPr>
          <p:cNvGrpSpPr/>
          <p:nvPr/>
        </p:nvGrpSpPr>
        <p:grpSpPr>
          <a:xfrm>
            <a:off x="3775041" y="5130133"/>
            <a:ext cx="721895" cy="609700"/>
            <a:chOff x="3775041" y="5130133"/>
            <a:chExt cx="721895" cy="609700"/>
          </a:xfrm>
        </p:grpSpPr>
        <p:sp>
          <p:nvSpPr>
            <p:cNvPr id="886" name="Rectangle 885">
              <a:hlinkHover r:id="" action="ppaction://noaction" highlightClick="1"/>
              <a:extLst>
                <a:ext uri="{FF2B5EF4-FFF2-40B4-BE49-F238E27FC236}">
                  <a16:creationId xmlns:a16="http://schemas.microsoft.com/office/drawing/2014/main" id="{EB0A3C29-9B3B-8BDD-256E-8378201C202F}"/>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87" name="Diamond 886">
              <a:extLst>
                <a:ext uri="{FF2B5EF4-FFF2-40B4-BE49-F238E27FC236}">
                  <a16:creationId xmlns:a16="http://schemas.microsoft.com/office/drawing/2014/main" id="{CBF80AD0-1B81-F775-BA69-49232AA709A3}"/>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8" name="Oval 887">
              <a:extLst>
                <a:ext uri="{FF2B5EF4-FFF2-40B4-BE49-F238E27FC236}">
                  <a16:creationId xmlns:a16="http://schemas.microsoft.com/office/drawing/2014/main" id="{7A512BDC-511F-C912-12B5-1CE8FF3CF6C5}"/>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9" name="Group 888">
            <a:extLst>
              <a:ext uri="{FF2B5EF4-FFF2-40B4-BE49-F238E27FC236}">
                <a16:creationId xmlns:a16="http://schemas.microsoft.com/office/drawing/2014/main" id="{A95D8257-9677-C3EF-6627-5A02EEBCD33B}"/>
              </a:ext>
            </a:extLst>
          </p:cNvPr>
          <p:cNvGrpSpPr/>
          <p:nvPr/>
        </p:nvGrpSpPr>
        <p:grpSpPr>
          <a:xfrm>
            <a:off x="4618174" y="5130748"/>
            <a:ext cx="721895" cy="609700"/>
            <a:chOff x="4618174" y="5130748"/>
            <a:chExt cx="721895" cy="609700"/>
          </a:xfrm>
        </p:grpSpPr>
        <p:sp>
          <p:nvSpPr>
            <p:cNvPr id="890" name="Rectangle 889">
              <a:hlinkHover r:id="" action="ppaction://noaction" highlightClick="1"/>
              <a:extLst>
                <a:ext uri="{FF2B5EF4-FFF2-40B4-BE49-F238E27FC236}">
                  <a16:creationId xmlns:a16="http://schemas.microsoft.com/office/drawing/2014/main" id="{567C68D7-30C8-FCBB-6B59-EEB75DED61B9}"/>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91" name="Diamond 890">
              <a:extLst>
                <a:ext uri="{FF2B5EF4-FFF2-40B4-BE49-F238E27FC236}">
                  <a16:creationId xmlns:a16="http://schemas.microsoft.com/office/drawing/2014/main" id="{18274ABC-990B-E768-D875-EC4CC6F814F8}"/>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2" name="Oval 891">
              <a:extLst>
                <a:ext uri="{FF2B5EF4-FFF2-40B4-BE49-F238E27FC236}">
                  <a16:creationId xmlns:a16="http://schemas.microsoft.com/office/drawing/2014/main" id="{08CEEFB6-9D4C-766A-5762-F87C402745EC}"/>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3" name="Group 892">
            <a:extLst>
              <a:ext uri="{FF2B5EF4-FFF2-40B4-BE49-F238E27FC236}">
                <a16:creationId xmlns:a16="http://schemas.microsoft.com/office/drawing/2014/main" id="{34E3C040-1C70-6013-7D8F-2858D3458F99}"/>
              </a:ext>
            </a:extLst>
          </p:cNvPr>
          <p:cNvGrpSpPr/>
          <p:nvPr/>
        </p:nvGrpSpPr>
        <p:grpSpPr>
          <a:xfrm>
            <a:off x="7125833" y="5143368"/>
            <a:ext cx="721206" cy="609701"/>
            <a:chOff x="7125833" y="5143368"/>
            <a:chExt cx="721206" cy="609701"/>
          </a:xfrm>
        </p:grpSpPr>
        <p:sp>
          <p:nvSpPr>
            <p:cNvPr id="894" name="Rectangle 893">
              <a:hlinkHover r:id="" action="ppaction://noaction" highlightClick="1"/>
              <a:extLst>
                <a:ext uri="{FF2B5EF4-FFF2-40B4-BE49-F238E27FC236}">
                  <a16:creationId xmlns:a16="http://schemas.microsoft.com/office/drawing/2014/main" id="{3E5DC7BC-F753-98F8-B8F4-3BDBA2763246}"/>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95" name="Oval 894">
              <a:extLst>
                <a:ext uri="{FF2B5EF4-FFF2-40B4-BE49-F238E27FC236}">
                  <a16:creationId xmlns:a16="http://schemas.microsoft.com/office/drawing/2014/main" id="{D6CB69D6-7016-9F55-2865-3A82B9C265C2}"/>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6" name="Isosceles Triangle 648">
              <a:extLst>
                <a:ext uri="{FF2B5EF4-FFF2-40B4-BE49-F238E27FC236}">
                  <a16:creationId xmlns:a16="http://schemas.microsoft.com/office/drawing/2014/main" id="{5CDDF32A-DC27-6434-4D3E-859EDB0244E8}"/>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7" name="Group 896">
            <a:extLst>
              <a:ext uri="{FF2B5EF4-FFF2-40B4-BE49-F238E27FC236}">
                <a16:creationId xmlns:a16="http://schemas.microsoft.com/office/drawing/2014/main" id="{3DE9C018-CE2A-67D9-EEED-AFFCF5DB45BA}"/>
              </a:ext>
            </a:extLst>
          </p:cNvPr>
          <p:cNvGrpSpPr/>
          <p:nvPr/>
        </p:nvGrpSpPr>
        <p:grpSpPr>
          <a:xfrm>
            <a:off x="7122911" y="3698231"/>
            <a:ext cx="721206" cy="609701"/>
            <a:chOff x="7122911" y="3698231"/>
            <a:chExt cx="721206" cy="609701"/>
          </a:xfrm>
        </p:grpSpPr>
        <p:sp>
          <p:nvSpPr>
            <p:cNvPr id="898" name="Rectangle 897">
              <a:hlinkHover r:id="" action="ppaction://noaction" highlightClick="1"/>
              <a:extLst>
                <a:ext uri="{FF2B5EF4-FFF2-40B4-BE49-F238E27FC236}">
                  <a16:creationId xmlns:a16="http://schemas.microsoft.com/office/drawing/2014/main" id="{5F505F38-2106-50C5-E972-916E998D7045}"/>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99" name="Oval 898">
              <a:extLst>
                <a:ext uri="{FF2B5EF4-FFF2-40B4-BE49-F238E27FC236}">
                  <a16:creationId xmlns:a16="http://schemas.microsoft.com/office/drawing/2014/main" id="{1926CC60-8928-F6DD-50DC-E66468DCB020}"/>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0" name="Isosceles Triangle 648">
              <a:extLst>
                <a:ext uri="{FF2B5EF4-FFF2-40B4-BE49-F238E27FC236}">
                  <a16:creationId xmlns:a16="http://schemas.microsoft.com/office/drawing/2014/main" id="{168B07FA-DC9D-F6AF-91D6-B4B99F21C71A}"/>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1" name="Group 900">
            <a:extLst>
              <a:ext uri="{FF2B5EF4-FFF2-40B4-BE49-F238E27FC236}">
                <a16:creationId xmlns:a16="http://schemas.microsoft.com/office/drawing/2014/main" id="{8CF9592B-1914-BF2D-4C7A-E8499880A043}"/>
              </a:ext>
            </a:extLst>
          </p:cNvPr>
          <p:cNvGrpSpPr/>
          <p:nvPr/>
        </p:nvGrpSpPr>
        <p:grpSpPr>
          <a:xfrm>
            <a:off x="6286224" y="3620338"/>
            <a:ext cx="721206" cy="687594"/>
            <a:chOff x="6286224" y="3620338"/>
            <a:chExt cx="721206" cy="687594"/>
          </a:xfrm>
        </p:grpSpPr>
        <p:cxnSp>
          <p:nvCxnSpPr>
            <p:cNvPr id="902" name="Straight Connector 901">
              <a:extLst>
                <a:ext uri="{FF2B5EF4-FFF2-40B4-BE49-F238E27FC236}">
                  <a16:creationId xmlns:a16="http://schemas.microsoft.com/office/drawing/2014/main" id="{E1590375-AD4A-E7EE-5DF4-E3FB4D0FBBD3}"/>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903" name="Rectangle 902">
              <a:hlinkHover r:id="" action="ppaction://noaction" highlightClick="1"/>
              <a:extLst>
                <a:ext uri="{FF2B5EF4-FFF2-40B4-BE49-F238E27FC236}">
                  <a16:creationId xmlns:a16="http://schemas.microsoft.com/office/drawing/2014/main" id="{4EF9F3D4-6999-4470-6F4D-D924F58CB1B4}"/>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04" name="Oval 903">
              <a:extLst>
                <a:ext uri="{FF2B5EF4-FFF2-40B4-BE49-F238E27FC236}">
                  <a16:creationId xmlns:a16="http://schemas.microsoft.com/office/drawing/2014/main" id="{D1F0911B-7E76-9B7F-431A-E274BE698813}"/>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5" name="Isosceles Triangle 648">
              <a:extLst>
                <a:ext uri="{FF2B5EF4-FFF2-40B4-BE49-F238E27FC236}">
                  <a16:creationId xmlns:a16="http://schemas.microsoft.com/office/drawing/2014/main" id="{D4C7BFE8-7F63-17BE-392C-E5AD157E3727}"/>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22" name="Group 1521">
            <a:extLst>
              <a:ext uri="{FF2B5EF4-FFF2-40B4-BE49-F238E27FC236}">
                <a16:creationId xmlns:a16="http://schemas.microsoft.com/office/drawing/2014/main" id="{BC78A7AD-0469-89AB-621E-FCF1D8D72325}"/>
              </a:ext>
            </a:extLst>
          </p:cNvPr>
          <p:cNvGrpSpPr/>
          <p:nvPr/>
        </p:nvGrpSpPr>
        <p:grpSpPr>
          <a:xfrm>
            <a:off x="2938534" y="1532275"/>
            <a:ext cx="721206" cy="610039"/>
            <a:chOff x="2938534" y="1532275"/>
            <a:chExt cx="721206" cy="610039"/>
          </a:xfrm>
        </p:grpSpPr>
        <p:sp>
          <p:nvSpPr>
            <p:cNvPr id="1523" name="Rectangle 1522">
              <a:extLst>
                <a:ext uri="{FF2B5EF4-FFF2-40B4-BE49-F238E27FC236}">
                  <a16:creationId xmlns:a16="http://schemas.microsoft.com/office/drawing/2014/main" id="{31D7649B-5F68-9231-E66F-C7E57B4AC274}"/>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1524" name="Right Triangle 1523">
              <a:extLst>
                <a:ext uri="{FF2B5EF4-FFF2-40B4-BE49-F238E27FC236}">
                  <a16:creationId xmlns:a16="http://schemas.microsoft.com/office/drawing/2014/main" id="{B4F8F68D-898B-E0B8-2AC7-3C31306B2D6F}"/>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5" name="Oval 27">
              <a:extLst>
                <a:ext uri="{FF2B5EF4-FFF2-40B4-BE49-F238E27FC236}">
                  <a16:creationId xmlns:a16="http://schemas.microsoft.com/office/drawing/2014/main" id="{40D6864E-D5E0-4603-A6C0-4BB67374874E}"/>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6" name="Oval 28">
              <a:extLst>
                <a:ext uri="{FF2B5EF4-FFF2-40B4-BE49-F238E27FC236}">
                  <a16:creationId xmlns:a16="http://schemas.microsoft.com/office/drawing/2014/main" id="{D8E87416-B6AA-813C-8061-3799EFACDFC0}"/>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27" name="Group 1526">
            <a:extLst>
              <a:ext uri="{FF2B5EF4-FFF2-40B4-BE49-F238E27FC236}">
                <a16:creationId xmlns:a16="http://schemas.microsoft.com/office/drawing/2014/main" id="{6F583916-684B-5852-A478-041F6FC9C7F6}"/>
              </a:ext>
            </a:extLst>
          </p:cNvPr>
          <p:cNvGrpSpPr/>
          <p:nvPr/>
        </p:nvGrpSpPr>
        <p:grpSpPr>
          <a:xfrm>
            <a:off x="6287105" y="2974054"/>
            <a:ext cx="721206" cy="609701"/>
            <a:chOff x="6287105" y="2974054"/>
            <a:chExt cx="721206" cy="609701"/>
          </a:xfrm>
        </p:grpSpPr>
        <p:sp>
          <p:nvSpPr>
            <p:cNvPr id="1528" name="Rectangle 1527">
              <a:hlinkHover r:id="" action="ppaction://noaction" highlightClick="1"/>
              <a:extLst>
                <a:ext uri="{FF2B5EF4-FFF2-40B4-BE49-F238E27FC236}">
                  <a16:creationId xmlns:a16="http://schemas.microsoft.com/office/drawing/2014/main" id="{5C000A4C-C7B7-971F-EF45-3D196BBCC4AB}"/>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1529" name="Rectangle 1528">
              <a:extLst>
                <a:ext uri="{FF2B5EF4-FFF2-40B4-BE49-F238E27FC236}">
                  <a16:creationId xmlns:a16="http://schemas.microsoft.com/office/drawing/2014/main" id="{F6954B05-9382-AB1F-A0FD-8A29038AAA1E}"/>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0" name="Oval 15">
              <a:extLst>
                <a:ext uri="{FF2B5EF4-FFF2-40B4-BE49-F238E27FC236}">
                  <a16:creationId xmlns:a16="http://schemas.microsoft.com/office/drawing/2014/main" id="{8A39E37A-9ABE-123D-9E15-AD8474E3EDB0}"/>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31" name="Straight Connector 1530">
              <a:extLst>
                <a:ext uri="{FF2B5EF4-FFF2-40B4-BE49-F238E27FC236}">
                  <a16:creationId xmlns:a16="http://schemas.microsoft.com/office/drawing/2014/main" id="{FE050F6F-FFB0-2273-5574-4431B6330390}"/>
                </a:ext>
              </a:extLst>
            </p:cNvPr>
            <p:cNvCxnSpPr>
              <a:cxnSpLocks/>
              <a:stCxn id="1530"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32" name="Straight Connector 1531">
              <a:extLst>
                <a:ext uri="{FF2B5EF4-FFF2-40B4-BE49-F238E27FC236}">
                  <a16:creationId xmlns:a16="http://schemas.microsoft.com/office/drawing/2014/main" id="{647A270E-E7C3-472D-A890-715C063A0839}"/>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33" name="Group 1532">
            <a:extLst>
              <a:ext uri="{FF2B5EF4-FFF2-40B4-BE49-F238E27FC236}">
                <a16:creationId xmlns:a16="http://schemas.microsoft.com/office/drawing/2014/main" id="{0F24DFC6-6B0A-802C-9C02-6696D9263BDA}"/>
              </a:ext>
            </a:extLst>
          </p:cNvPr>
          <p:cNvGrpSpPr/>
          <p:nvPr/>
        </p:nvGrpSpPr>
        <p:grpSpPr>
          <a:xfrm>
            <a:off x="7123149" y="2974054"/>
            <a:ext cx="721206" cy="609701"/>
            <a:chOff x="7123149" y="2974054"/>
            <a:chExt cx="721206" cy="609701"/>
          </a:xfrm>
        </p:grpSpPr>
        <p:sp>
          <p:nvSpPr>
            <p:cNvPr id="1534" name="Rectangle 1533">
              <a:hlinkHover r:id="" action="ppaction://noaction" highlightClick="1"/>
              <a:extLst>
                <a:ext uri="{FF2B5EF4-FFF2-40B4-BE49-F238E27FC236}">
                  <a16:creationId xmlns:a16="http://schemas.microsoft.com/office/drawing/2014/main" id="{8D2DC3BC-113E-74FA-0D73-6809E5B022BE}"/>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1535" name="Rectangle 1534">
              <a:extLst>
                <a:ext uri="{FF2B5EF4-FFF2-40B4-BE49-F238E27FC236}">
                  <a16:creationId xmlns:a16="http://schemas.microsoft.com/office/drawing/2014/main" id="{FA8545F2-1ACE-B7C5-7EA8-E8E478A2C3E4}"/>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6" name="Oval 15">
              <a:extLst>
                <a:ext uri="{FF2B5EF4-FFF2-40B4-BE49-F238E27FC236}">
                  <a16:creationId xmlns:a16="http://schemas.microsoft.com/office/drawing/2014/main" id="{C74A1816-B018-3A6F-BCC6-27589A8C1AD0}"/>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37" name="Straight Connector 1536">
              <a:extLst>
                <a:ext uri="{FF2B5EF4-FFF2-40B4-BE49-F238E27FC236}">
                  <a16:creationId xmlns:a16="http://schemas.microsoft.com/office/drawing/2014/main" id="{0C354928-8F6E-4D5E-4D8E-17485F47981E}"/>
                </a:ext>
              </a:extLst>
            </p:cNvPr>
            <p:cNvCxnSpPr>
              <a:cxnSpLocks/>
              <a:stCxn id="1536"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38" name="Straight Connector 1537">
              <a:extLst>
                <a:ext uri="{FF2B5EF4-FFF2-40B4-BE49-F238E27FC236}">
                  <a16:creationId xmlns:a16="http://schemas.microsoft.com/office/drawing/2014/main" id="{BF280BC4-CECF-5516-1B8B-E9CD167ED026}"/>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sp>
        <p:nvSpPr>
          <p:cNvPr id="1539" name="Rectangle 1538">
            <a:hlinkHover r:id="" action="ppaction://noaction" highlightClick="1"/>
            <a:extLst>
              <a:ext uri="{FF2B5EF4-FFF2-40B4-BE49-F238E27FC236}">
                <a16:creationId xmlns:a16="http://schemas.microsoft.com/office/drawing/2014/main" id="{C41EADE0-F1F0-79FA-A393-E26FAFED3D58}"/>
              </a:ext>
            </a:extLst>
          </p:cNvPr>
          <p:cNvSpPr/>
          <p:nvPr/>
        </p:nvSpPr>
        <p:spPr>
          <a:xfrm>
            <a:off x="7959193"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grpSp>
        <p:nvGrpSpPr>
          <p:cNvPr id="1540" name="Group 1539">
            <a:extLst>
              <a:ext uri="{FF2B5EF4-FFF2-40B4-BE49-F238E27FC236}">
                <a16:creationId xmlns:a16="http://schemas.microsoft.com/office/drawing/2014/main" id="{916FD87E-EBA1-2432-073D-E0458C52C82E}"/>
              </a:ext>
            </a:extLst>
          </p:cNvPr>
          <p:cNvGrpSpPr/>
          <p:nvPr/>
        </p:nvGrpSpPr>
        <p:grpSpPr>
          <a:xfrm>
            <a:off x="8795237" y="2974054"/>
            <a:ext cx="721206" cy="609701"/>
            <a:chOff x="8795237" y="2974054"/>
            <a:chExt cx="721206" cy="609701"/>
          </a:xfrm>
        </p:grpSpPr>
        <p:sp>
          <p:nvSpPr>
            <p:cNvPr id="1541" name="Rectangle 1540">
              <a:hlinkHover r:id="" action="ppaction://noaction" highlightClick="1"/>
              <a:extLst>
                <a:ext uri="{FF2B5EF4-FFF2-40B4-BE49-F238E27FC236}">
                  <a16:creationId xmlns:a16="http://schemas.microsoft.com/office/drawing/2014/main" id="{F7C5B757-8FB7-6073-F675-676F33A9FBC9}"/>
                </a:ext>
              </a:extLst>
            </p:cNvPr>
            <p:cNvSpPr/>
            <p:nvPr/>
          </p:nvSpPr>
          <p:spPr>
            <a:xfrm>
              <a:off x="8795237"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1542" name="Diamond 1541">
              <a:extLst>
                <a:ext uri="{FF2B5EF4-FFF2-40B4-BE49-F238E27FC236}">
                  <a16:creationId xmlns:a16="http://schemas.microsoft.com/office/drawing/2014/main" id="{50B0B84C-1F2F-3D27-9ADE-93F35A19AB1E}"/>
                </a:ext>
              </a:extLst>
            </p:cNvPr>
            <p:cNvSpPr/>
            <p:nvPr/>
          </p:nvSpPr>
          <p:spPr>
            <a:xfrm>
              <a:off x="9379935" y="2976405"/>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43" name="Oval 1542">
              <a:extLst>
                <a:ext uri="{FF2B5EF4-FFF2-40B4-BE49-F238E27FC236}">
                  <a16:creationId xmlns:a16="http://schemas.microsoft.com/office/drawing/2014/main" id="{287AB855-34AE-59F6-4B20-30CA50E43A63}"/>
                </a:ext>
              </a:extLst>
            </p:cNvPr>
            <p:cNvSpPr/>
            <p:nvPr/>
          </p:nvSpPr>
          <p:spPr>
            <a:xfrm>
              <a:off x="9414138" y="3009893"/>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50" name="Group 1549">
            <a:extLst>
              <a:ext uri="{FF2B5EF4-FFF2-40B4-BE49-F238E27FC236}">
                <a16:creationId xmlns:a16="http://schemas.microsoft.com/office/drawing/2014/main" id="{E49A0D7B-57A7-02C8-8752-FE99D707F7BD}"/>
              </a:ext>
            </a:extLst>
          </p:cNvPr>
          <p:cNvGrpSpPr/>
          <p:nvPr/>
        </p:nvGrpSpPr>
        <p:grpSpPr>
          <a:xfrm>
            <a:off x="6284590" y="811556"/>
            <a:ext cx="721206" cy="609701"/>
            <a:chOff x="6284590" y="811556"/>
            <a:chExt cx="721206" cy="609701"/>
          </a:xfrm>
        </p:grpSpPr>
        <p:sp>
          <p:nvSpPr>
            <p:cNvPr id="1551" name="Rectangle 1550">
              <a:hlinkHover r:id="" action="ppaction://noaction" highlightClick="1"/>
              <a:extLst>
                <a:ext uri="{FF2B5EF4-FFF2-40B4-BE49-F238E27FC236}">
                  <a16:creationId xmlns:a16="http://schemas.microsoft.com/office/drawing/2014/main" id="{B94542A1-1B7A-F929-7F2D-14D408B69311}"/>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1552" name="Right Triangle 1551">
              <a:extLst>
                <a:ext uri="{FF2B5EF4-FFF2-40B4-BE49-F238E27FC236}">
                  <a16:creationId xmlns:a16="http://schemas.microsoft.com/office/drawing/2014/main" id="{999D8C81-9F1F-8652-E8F8-3F7E9A098082}"/>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3" name="Oval 27">
              <a:extLst>
                <a:ext uri="{FF2B5EF4-FFF2-40B4-BE49-F238E27FC236}">
                  <a16:creationId xmlns:a16="http://schemas.microsoft.com/office/drawing/2014/main" id="{4C0307AF-11AE-B5AD-8127-91F31D1F4815}"/>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4" name="Oval 28">
              <a:extLst>
                <a:ext uri="{FF2B5EF4-FFF2-40B4-BE49-F238E27FC236}">
                  <a16:creationId xmlns:a16="http://schemas.microsoft.com/office/drawing/2014/main" id="{C0856C0D-7672-0AD0-0D48-D76061DAAD75}"/>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55" name="Group 1554">
            <a:extLst>
              <a:ext uri="{FF2B5EF4-FFF2-40B4-BE49-F238E27FC236}">
                <a16:creationId xmlns:a16="http://schemas.microsoft.com/office/drawing/2014/main" id="{19BFAB29-8ADF-3777-07FF-99ED232E4044}"/>
              </a:ext>
            </a:extLst>
          </p:cNvPr>
          <p:cNvGrpSpPr/>
          <p:nvPr/>
        </p:nvGrpSpPr>
        <p:grpSpPr>
          <a:xfrm>
            <a:off x="11356238" y="3694774"/>
            <a:ext cx="721206" cy="609701"/>
            <a:chOff x="11356238" y="3694774"/>
            <a:chExt cx="721206" cy="609701"/>
          </a:xfrm>
        </p:grpSpPr>
        <p:sp>
          <p:nvSpPr>
            <p:cNvPr id="1556" name="Rectangle 1555">
              <a:hlinkHover r:id="" action="ppaction://noaction" highlightClick="1"/>
              <a:extLst>
                <a:ext uri="{FF2B5EF4-FFF2-40B4-BE49-F238E27FC236}">
                  <a16:creationId xmlns:a16="http://schemas.microsoft.com/office/drawing/2014/main" id="{D8AD2C68-2815-3413-1F22-C0D5A09115AD}"/>
                </a:ext>
              </a:extLst>
            </p:cNvPr>
            <p:cNvSpPr/>
            <p:nvPr/>
          </p:nvSpPr>
          <p:spPr>
            <a:xfrm>
              <a:off x="11356238" y="369477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1557" name="Oval 1556">
              <a:extLst>
                <a:ext uri="{FF2B5EF4-FFF2-40B4-BE49-F238E27FC236}">
                  <a16:creationId xmlns:a16="http://schemas.microsoft.com/office/drawing/2014/main" id="{7D6739D8-1DFA-6FA6-66AC-97100A1B591D}"/>
                </a:ext>
              </a:extLst>
            </p:cNvPr>
            <p:cNvSpPr/>
            <p:nvPr/>
          </p:nvSpPr>
          <p:spPr>
            <a:xfrm>
              <a:off x="11934777" y="3702531"/>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8" name="Isosceles Triangle 648">
              <a:extLst>
                <a:ext uri="{FF2B5EF4-FFF2-40B4-BE49-F238E27FC236}">
                  <a16:creationId xmlns:a16="http://schemas.microsoft.com/office/drawing/2014/main" id="{436923D6-3BC8-EAB6-7E56-6B0CBD1144C7}"/>
                </a:ext>
              </a:extLst>
            </p:cNvPr>
            <p:cNvSpPr/>
            <p:nvPr/>
          </p:nvSpPr>
          <p:spPr>
            <a:xfrm>
              <a:off x="11964901"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63" name="Group 1562">
            <a:extLst>
              <a:ext uri="{FF2B5EF4-FFF2-40B4-BE49-F238E27FC236}">
                <a16:creationId xmlns:a16="http://schemas.microsoft.com/office/drawing/2014/main" id="{3FB438F1-9A20-1250-AB8E-BE3EFE33544C}"/>
              </a:ext>
            </a:extLst>
          </p:cNvPr>
          <p:cNvGrpSpPr/>
          <p:nvPr/>
        </p:nvGrpSpPr>
        <p:grpSpPr>
          <a:xfrm>
            <a:off x="431659" y="90836"/>
            <a:ext cx="721206" cy="609701"/>
            <a:chOff x="431659" y="90836"/>
            <a:chExt cx="721206" cy="609701"/>
          </a:xfrm>
        </p:grpSpPr>
        <p:sp>
          <p:nvSpPr>
            <p:cNvPr id="1564" name="Rectangle 1563">
              <a:extLst>
                <a:ext uri="{FF2B5EF4-FFF2-40B4-BE49-F238E27FC236}">
                  <a16:creationId xmlns:a16="http://schemas.microsoft.com/office/drawing/2014/main" id="{A20DB857-FD35-D8E6-72EF-B94861F9721E}"/>
                </a:ext>
              </a:extLst>
            </p:cNvPr>
            <p:cNvSpPr/>
            <p:nvPr/>
          </p:nvSpPr>
          <p:spPr>
            <a:xfrm>
              <a:off x="43165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1565" name="Rectangle 1564">
              <a:extLst>
                <a:ext uri="{FF2B5EF4-FFF2-40B4-BE49-F238E27FC236}">
                  <a16:creationId xmlns:a16="http://schemas.microsoft.com/office/drawing/2014/main" id="{B19AA9C1-CF82-56F4-9ACE-6AB2F52912A9}"/>
                </a:ext>
              </a:extLst>
            </p:cNvPr>
            <p:cNvSpPr/>
            <p:nvPr/>
          </p:nvSpPr>
          <p:spPr>
            <a:xfrm flipV="1">
              <a:off x="1052673" y="908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6" name="Oval 15">
              <a:extLst>
                <a:ext uri="{FF2B5EF4-FFF2-40B4-BE49-F238E27FC236}">
                  <a16:creationId xmlns:a16="http://schemas.microsoft.com/office/drawing/2014/main" id="{6E3B30DF-BF30-1784-24DC-441BCBAEFEDF}"/>
                </a:ext>
              </a:extLst>
            </p:cNvPr>
            <p:cNvSpPr/>
            <p:nvPr/>
          </p:nvSpPr>
          <p:spPr>
            <a:xfrm>
              <a:off x="1080061"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67" name="Straight Connector 1566">
              <a:extLst>
                <a:ext uri="{FF2B5EF4-FFF2-40B4-BE49-F238E27FC236}">
                  <a16:creationId xmlns:a16="http://schemas.microsoft.com/office/drawing/2014/main" id="{C2A3BD66-D048-5980-4DE5-B4EF0C528272}"/>
                </a:ext>
              </a:extLst>
            </p:cNvPr>
            <p:cNvCxnSpPr>
              <a:cxnSpLocks/>
              <a:stCxn id="1566" idx="0"/>
            </p:cNvCxnSpPr>
            <p:nvPr/>
          </p:nvCxnSpPr>
          <p:spPr>
            <a:xfrm flipV="1">
              <a:off x="1085758" y="104349"/>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68" name="Straight Connector 1567">
              <a:extLst>
                <a:ext uri="{FF2B5EF4-FFF2-40B4-BE49-F238E27FC236}">
                  <a16:creationId xmlns:a16="http://schemas.microsoft.com/office/drawing/2014/main" id="{81B27F5B-0109-BB92-E834-5B26D0209275}"/>
                </a:ext>
              </a:extLst>
            </p:cNvPr>
            <p:cNvCxnSpPr>
              <a:cxnSpLocks/>
            </p:cNvCxnSpPr>
            <p:nvPr/>
          </p:nvCxnSpPr>
          <p:spPr>
            <a:xfrm>
              <a:off x="1091477" y="104349"/>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69" name="Group 1568">
            <a:extLst>
              <a:ext uri="{FF2B5EF4-FFF2-40B4-BE49-F238E27FC236}">
                <a16:creationId xmlns:a16="http://schemas.microsoft.com/office/drawing/2014/main" id="{2EC6F460-7BF9-E857-100B-D8203070F06F}"/>
              </a:ext>
            </a:extLst>
          </p:cNvPr>
          <p:cNvGrpSpPr/>
          <p:nvPr/>
        </p:nvGrpSpPr>
        <p:grpSpPr>
          <a:xfrm>
            <a:off x="1267284" y="90836"/>
            <a:ext cx="721206" cy="609701"/>
            <a:chOff x="1267284" y="90836"/>
            <a:chExt cx="721206" cy="609701"/>
          </a:xfrm>
        </p:grpSpPr>
        <p:sp>
          <p:nvSpPr>
            <p:cNvPr id="1570" name="Rectangle 1569">
              <a:extLst>
                <a:ext uri="{FF2B5EF4-FFF2-40B4-BE49-F238E27FC236}">
                  <a16:creationId xmlns:a16="http://schemas.microsoft.com/office/drawing/2014/main" id="{C7704C41-53BF-AA62-3E21-C17E4F1F23A8}"/>
                </a:ext>
              </a:extLst>
            </p:cNvPr>
            <p:cNvSpPr/>
            <p:nvPr/>
          </p:nvSpPr>
          <p:spPr>
            <a:xfrm>
              <a:off x="1267284"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1571" name="Rectangle 1570">
              <a:extLst>
                <a:ext uri="{FF2B5EF4-FFF2-40B4-BE49-F238E27FC236}">
                  <a16:creationId xmlns:a16="http://schemas.microsoft.com/office/drawing/2014/main" id="{986559D4-D655-68F0-E085-C3987DC0EB6E}"/>
                </a:ext>
              </a:extLst>
            </p:cNvPr>
            <p:cNvSpPr/>
            <p:nvPr/>
          </p:nvSpPr>
          <p:spPr>
            <a:xfrm flipV="1">
              <a:off x="1887254"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72" name="Oval 15">
              <a:extLst>
                <a:ext uri="{FF2B5EF4-FFF2-40B4-BE49-F238E27FC236}">
                  <a16:creationId xmlns:a16="http://schemas.microsoft.com/office/drawing/2014/main" id="{A651C0F2-32E6-C6F4-E7D4-46A69EC5E846}"/>
                </a:ext>
              </a:extLst>
            </p:cNvPr>
            <p:cNvSpPr/>
            <p:nvPr/>
          </p:nvSpPr>
          <p:spPr>
            <a:xfrm>
              <a:off x="1914643"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73" name="Straight Connector 1572">
              <a:extLst>
                <a:ext uri="{FF2B5EF4-FFF2-40B4-BE49-F238E27FC236}">
                  <a16:creationId xmlns:a16="http://schemas.microsoft.com/office/drawing/2014/main" id="{F3A374BB-29BD-C91E-4BAD-AA8346B51562}"/>
                </a:ext>
              </a:extLst>
            </p:cNvPr>
            <p:cNvCxnSpPr>
              <a:cxnSpLocks/>
              <a:stCxn id="1572" idx="0"/>
            </p:cNvCxnSpPr>
            <p:nvPr/>
          </p:nvCxnSpPr>
          <p:spPr>
            <a:xfrm flipV="1">
              <a:off x="1920339"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74" name="Straight Connector 1573">
              <a:extLst>
                <a:ext uri="{FF2B5EF4-FFF2-40B4-BE49-F238E27FC236}">
                  <a16:creationId xmlns:a16="http://schemas.microsoft.com/office/drawing/2014/main" id="{65E8E821-1523-FDCC-2601-29107D52F0E1}"/>
                </a:ext>
              </a:extLst>
            </p:cNvPr>
            <p:cNvCxnSpPr>
              <a:cxnSpLocks/>
            </p:cNvCxnSpPr>
            <p:nvPr/>
          </p:nvCxnSpPr>
          <p:spPr>
            <a:xfrm>
              <a:off x="1926058"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75" name="Group 1574">
            <a:extLst>
              <a:ext uri="{FF2B5EF4-FFF2-40B4-BE49-F238E27FC236}">
                <a16:creationId xmlns:a16="http://schemas.microsoft.com/office/drawing/2014/main" id="{9B876F41-8289-959E-E15A-F0951958C928}"/>
              </a:ext>
            </a:extLst>
          </p:cNvPr>
          <p:cNvGrpSpPr/>
          <p:nvPr/>
        </p:nvGrpSpPr>
        <p:grpSpPr>
          <a:xfrm>
            <a:off x="2102909" y="90836"/>
            <a:ext cx="721206" cy="609701"/>
            <a:chOff x="2102909" y="90836"/>
            <a:chExt cx="721206" cy="609701"/>
          </a:xfrm>
        </p:grpSpPr>
        <p:sp>
          <p:nvSpPr>
            <p:cNvPr id="1576" name="Rectangle 1575">
              <a:extLst>
                <a:ext uri="{FF2B5EF4-FFF2-40B4-BE49-F238E27FC236}">
                  <a16:creationId xmlns:a16="http://schemas.microsoft.com/office/drawing/2014/main" id="{52BEA98D-5D6D-0063-4A6A-D75B0A619FC7}"/>
                </a:ext>
              </a:extLst>
            </p:cNvPr>
            <p:cNvSpPr/>
            <p:nvPr/>
          </p:nvSpPr>
          <p:spPr>
            <a:xfrm>
              <a:off x="210290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1577" name="Rectangle 1576">
              <a:extLst>
                <a:ext uri="{FF2B5EF4-FFF2-40B4-BE49-F238E27FC236}">
                  <a16:creationId xmlns:a16="http://schemas.microsoft.com/office/drawing/2014/main" id="{FF812D67-B874-9745-EF44-D825C1E90250}"/>
                </a:ext>
              </a:extLst>
            </p:cNvPr>
            <p:cNvSpPr/>
            <p:nvPr/>
          </p:nvSpPr>
          <p:spPr>
            <a:xfrm flipV="1">
              <a:off x="2722879"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78" name="Oval 15">
              <a:extLst>
                <a:ext uri="{FF2B5EF4-FFF2-40B4-BE49-F238E27FC236}">
                  <a16:creationId xmlns:a16="http://schemas.microsoft.com/office/drawing/2014/main" id="{57C45CDA-B823-64D8-7C35-8611C45F152A}"/>
                </a:ext>
              </a:extLst>
            </p:cNvPr>
            <p:cNvSpPr/>
            <p:nvPr/>
          </p:nvSpPr>
          <p:spPr>
            <a:xfrm>
              <a:off x="2750268"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79" name="Straight Connector 1578">
              <a:extLst>
                <a:ext uri="{FF2B5EF4-FFF2-40B4-BE49-F238E27FC236}">
                  <a16:creationId xmlns:a16="http://schemas.microsoft.com/office/drawing/2014/main" id="{445CA712-87F5-1655-43DD-AA8B5250E2CA}"/>
                </a:ext>
              </a:extLst>
            </p:cNvPr>
            <p:cNvCxnSpPr>
              <a:cxnSpLocks/>
              <a:stCxn id="1578" idx="0"/>
            </p:cNvCxnSpPr>
            <p:nvPr/>
          </p:nvCxnSpPr>
          <p:spPr>
            <a:xfrm flipV="1">
              <a:off x="2755964"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80" name="Straight Connector 1579">
              <a:extLst>
                <a:ext uri="{FF2B5EF4-FFF2-40B4-BE49-F238E27FC236}">
                  <a16:creationId xmlns:a16="http://schemas.microsoft.com/office/drawing/2014/main" id="{BB4567A6-20B4-0467-8645-DE634CAE4A1F}"/>
                </a:ext>
              </a:extLst>
            </p:cNvPr>
            <p:cNvCxnSpPr>
              <a:cxnSpLocks/>
            </p:cNvCxnSpPr>
            <p:nvPr/>
          </p:nvCxnSpPr>
          <p:spPr>
            <a:xfrm>
              <a:off x="2761683"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81" name="Group 1580">
            <a:extLst>
              <a:ext uri="{FF2B5EF4-FFF2-40B4-BE49-F238E27FC236}">
                <a16:creationId xmlns:a16="http://schemas.microsoft.com/office/drawing/2014/main" id="{CD7CF1DD-8B2D-16E0-A51D-1765991C2C5E}"/>
              </a:ext>
            </a:extLst>
          </p:cNvPr>
          <p:cNvGrpSpPr/>
          <p:nvPr/>
        </p:nvGrpSpPr>
        <p:grpSpPr>
          <a:xfrm>
            <a:off x="3778363" y="2253333"/>
            <a:ext cx="721206" cy="609701"/>
            <a:chOff x="3778363" y="2253333"/>
            <a:chExt cx="721206" cy="609701"/>
          </a:xfrm>
        </p:grpSpPr>
        <p:sp>
          <p:nvSpPr>
            <p:cNvPr id="1582" name="Rectangle 1581">
              <a:extLst>
                <a:ext uri="{FF2B5EF4-FFF2-40B4-BE49-F238E27FC236}">
                  <a16:creationId xmlns:a16="http://schemas.microsoft.com/office/drawing/2014/main" id="{87CD912A-BF15-2A29-8E18-A6BB6D66CFFF}"/>
                </a:ext>
              </a:extLst>
            </p:cNvPr>
            <p:cNvSpPr/>
            <p:nvPr/>
          </p:nvSpPr>
          <p:spPr>
            <a:xfrm>
              <a:off x="3778363"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1583" name="Rectangle 1582">
              <a:extLst>
                <a:ext uri="{FF2B5EF4-FFF2-40B4-BE49-F238E27FC236}">
                  <a16:creationId xmlns:a16="http://schemas.microsoft.com/office/drawing/2014/main" id="{1963139F-18D1-6F81-EDF7-45008F001A10}"/>
                </a:ext>
              </a:extLst>
            </p:cNvPr>
            <p:cNvSpPr/>
            <p:nvPr/>
          </p:nvSpPr>
          <p:spPr>
            <a:xfrm flipV="1">
              <a:off x="4399377" y="2255721"/>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4" name="Oval 15">
              <a:extLst>
                <a:ext uri="{FF2B5EF4-FFF2-40B4-BE49-F238E27FC236}">
                  <a16:creationId xmlns:a16="http://schemas.microsoft.com/office/drawing/2014/main" id="{9D0A7B04-5CAD-4013-FED1-7CC95CA0F2B0}"/>
                </a:ext>
              </a:extLst>
            </p:cNvPr>
            <p:cNvSpPr/>
            <p:nvPr/>
          </p:nvSpPr>
          <p:spPr>
            <a:xfrm>
              <a:off x="4426765"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85" name="Straight Connector 1584">
              <a:extLst>
                <a:ext uri="{FF2B5EF4-FFF2-40B4-BE49-F238E27FC236}">
                  <a16:creationId xmlns:a16="http://schemas.microsoft.com/office/drawing/2014/main" id="{EA740494-CB44-6DF0-14B2-9168D7F5671F}"/>
                </a:ext>
              </a:extLst>
            </p:cNvPr>
            <p:cNvCxnSpPr>
              <a:cxnSpLocks/>
              <a:stCxn id="1584" idx="0"/>
            </p:cNvCxnSpPr>
            <p:nvPr/>
          </p:nvCxnSpPr>
          <p:spPr>
            <a:xfrm flipV="1">
              <a:off x="4432462" y="2269234"/>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86" name="Straight Connector 1585">
              <a:extLst>
                <a:ext uri="{FF2B5EF4-FFF2-40B4-BE49-F238E27FC236}">
                  <a16:creationId xmlns:a16="http://schemas.microsoft.com/office/drawing/2014/main" id="{3635FBC1-22F7-5D79-3263-F4D45CBAD358}"/>
                </a:ext>
              </a:extLst>
            </p:cNvPr>
            <p:cNvCxnSpPr>
              <a:cxnSpLocks/>
            </p:cNvCxnSpPr>
            <p:nvPr/>
          </p:nvCxnSpPr>
          <p:spPr>
            <a:xfrm>
              <a:off x="4438181" y="2269234"/>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87" name="Group 1586">
            <a:extLst>
              <a:ext uri="{FF2B5EF4-FFF2-40B4-BE49-F238E27FC236}">
                <a16:creationId xmlns:a16="http://schemas.microsoft.com/office/drawing/2014/main" id="{5B51AB82-F46A-7867-ABF0-2C786580E7CF}"/>
              </a:ext>
            </a:extLst>
          </p:cNvPr>
          <p:cNvGrpSpPr/>
          <p:nvPr/>
        </p:nvGrpSpPr>
        <p:grpSpPr>
          <a:xfrm>
            <a:off x="2105349" y="1532276"/>
            <a:ext cx="721206" cy="609701"/>
            <a:chOff x="2105349" y="1532276"/>
            <a:chExt cx="721206" cy="609701"/>
          </a:xfrm>
        </p:grpSpPr>
        <p:sp>
          <p:nvSpPr>
            <p:cNvPr id="1588" name="Rectangle 1587">
              <a:extLst>
                <a:ext uri="{FF2B5EF4-FFF2-40B4-BE49-F238E27FC236}">
                  <a16:creationId xmlns:a16="http://schemas.microsoft.com/office/drawing/2014/main" id="{FF6325DD-1DF1-75C4-8335-AB9CE8815509}"/>
                </a:ext>
              </a:extLst>
            </p:cNvPr>
            <p:cNvSpPr/>
            <p:nvPr/>
          </p:nvSpPr>
          <p:spPr>
            <a:xfrm>
              <a:off x="210534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1589" name="Rectangle 1588">
              <a:extLst>
                <a:ext uri="{FF2B5EF4-FFF2-40B4-BE49-F238E27FC236}">
                  <a16:creationId xmlns:a16="http://schemas.microsoft.com/office/drawing/2014/main" id="{BEE8D738-C223-8463-131E-8A5F98DE76FB}"/>
                </a:ext>
              </a:extLst>
            </p:cNvPr>
            <p:cNvSpPr/>
            <p:nvPr/>
          </p:nvSpPr>
          <p:spPr>
            <a:xfrm flipV="1">
              <a:off x="2723327" y="153912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0" name="Oval 15">
              <a:extLst>
                <a:ext uri="{FF2B5EF4-FFF2-40B4-BE49-F238E27FC236}">
                  <a16:creationId xmlns:a16="http://schemas.microsoft.com/office/drawing/2014/main" id="{8A079783-960F-0F81-190B-41F9D82D451B}"/>
                </a:ext>
              </a:extLst>
            </p:cNvPr>
            <p:cNvSpPr/>
            <p:nvPr/>
          </p:nvSpPr>
          <p:spPr>
            <a:xfrm>
              <a:off x="2750716" y="157586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91" name="Straight Connector 1590">
              <a:extLst>
                <a:ext uri="{FF2B5EF4-FFF2-40B4-BE49-F238E27FC236}">
                  <a16:creationId xmlns:a16="http://schemas.microsoft.com/office/drawing/2014/main" id="{9AFC1545-5585-A96A-2AB5-70DA03023CF5}"/>
                </a:ext>
              </a:extLst>
            </p:cNvPr>
            <p:cNvCxnSpPr>
              <a:cxnSpLocks/>
              <a:stCxn id="1590" idx="0"/>
            </p:cNvCxnSpPr>
            <p:nvPr/>
          </p:nvCxnSpPr>
          <p:spPr>
            <a:xfrm flipV="1">
              <a:off x="2756412" y="1552636"/>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92" name="Straight Connector 1591">
              <a:extLst>
                <a:ext uri="{FF2B5EF4-FFF2-40B4-BE49-F238E27FC236}">
                  <a16:creationId xmlns:a16="http://schemas.microsoft.com/office/drawing/2014/main" id="{5AC7171C-E0C4-E53E-B64B-D350C30710B2}"/>
                </a:ext>
              </a:extLst>
            </p:cNvPr>
            <p:cNvCxnSpPr>
              <a:cxnSpLocks/>
            </p:cNvCxnSpPr>
            <p:nvPr/>
          </p:nvCxnSpPr>
          <p:spPr>
            <a:xfrm>
              <a:off x="2762131" y="1552636"/>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93" name="Group 1592">
            <a:extLst>
              <a:ext uri="{FF2B5EF4-FFF2-40B4-BE49-F238E27FC236}">
                <a16:creationId xmlns:a16="http://schemas.microsoft.com/office/drawing/2014/main" id="{5ABA8579-BD58-C6CE-1880-9478CFB95900}"/>
              </a:ext>
            </a:extLst>
          </p:cNvPr>
          <p:cNvGrpSpPr/>
          <p:nvPr/>
        </p:nvGrpSpPr>
        <p:grpSpPr>
          <a:xfrm>
            <a:off x="431659" y="1532275"/>
            <a:ext cx="721893" cy="610039"/>
            <a:chOff x="431659" y="1532275"/>
            <a:chExt cx="721893" cy="610039"/>
          </a:xfrm>
        </p:grpSpPr>
        <p:sp>
          <p:nvSpPr>
            <p:cNvPr id="1594" name="Rectangle 1593">
              <a:extLst>
                <a:ext uri="{FF2B5EF4-FFF2-40B4-BE49-F238E27FC236}">
                  <a16:creationId xmlns:a16="http://schemas.microsoft.com/office/drawing/2014/main" id="{F60EEBF8-6EAE-023F-ED9F-62BCEB9FDE7E}"/>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1595" name="Right Triangle 1594">
              <a:extLst>
                <a:ext uri="{FF2B5EF4-FFF2-40B4-BE49-F238E27FC236}">
                  <a16:creationId xmlns:a16="http://schemas.microsoft.com/office/drawing/2014/main" id="{6519A24D-3843-4556-AB48-464260A9C7FC}"/>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96" name="Group 1595">
              <a:extLst>
                <a:ext uri="{FF2B5EF4-FFF2-40B4-BE49-F238E27FC236}">
                  <a16:creationId xmlns:a16="http://schemas.microsoft.com/office/drawing/2014/main" id="{896F34D7-DED6-645B-3C2A-963A7EA2C188}"/>
                </a:ext>
              </a:extLst>
            </p:cNvPr>
            <p:cNvGrpSpPr/>
            <p:nvPr/>
          </p:nvGrpSpPr>
          <p:grpSpPr>
            <a:xfrm>
              <a:off x="1102941" y="1538369"/>
              <a:ext cx="37817" cy="61390"/>
              <a:chOff x="3883481" y="2057400"/>
              <a:chExt cx="1608363" cy="2652031"/>
            </a:xfrm>
            <a:solidFill>
              <a:srgbClr val="A6A6A6"/>
            </a:solidFill>
          </p:grpSpPr>
          <p:sp>
            <p:nvSpPr>
              <p:cNvPr id="1597" name="Oval 27">
                <a:extLst>
                  <a:ext uri="{FF2B5EF4-FFF2-40B4-BE49-F238E27FC236}">
                    <a16:creationId xmlns:a16="http://schemas.microsoft.com/office/drawing/2014/main" id="{AA4E7E3E-ACFE-748F-BD82-593944393D3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8" name="Oval 28">
                <a:extLst>
                  <a:ext uri="{FF2B5EF4-FFF2-40B4-BE49-F238E27FC236}">
                    <a16:creationId xmlns:a16="http://schemas.microsoft.com/office/drawing/2014/main" id="{6E8FE2E7-E88B-E0F1-9F75-28BCA9D2C62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99" name="Group 1598">
            <a:extLst>
              <a:ext uri="{FF2B5EF4-FFF2-40B4-BE49-F238E27FC236}">
                <a16:creationId xmlns:a16="http://schemas.microsoft.com/office/drawing/2014/main" id="{FE839A7F-A871-21AC-9EBA-72B3E80F0C56}"/>
              </a:ext>
            </a:extLst>
          </p:cNvPr>
          <p:cNvGrpSpPr/>
          <p:nvPr/>
        </p:nvGrpSpPr>
        <p:grpSpPr>
          <a:xfrm>
            <a:off x="1268842" y="1532275"/>
            <a:ext cx="721206" cy="610039"/>
            <a:chOff x="1268842" y="1532275"/>
            <a:chExt cx="721206" cy="610039"/>
          </a:xfrm>
        </p:grpSpPr>
        <p:sp>
          <p:nvSpPr>
            <p:cNvPr id="1600" name="Rectangle 1599">
              <a:extLst>
                <a:ext uri="{FF2B5EF4-FFF2-40B4-BE49-F238E27FC236}">
                  <a16:creationId xmlns:a16="http://schemas.microsoft.com/office/drawing/2014/main" id="{47235529-FA8F-7285-0E02-31A29361DF94}"/>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1601" name="Right Triangle 1600">
              <a:extLst>
                <a:ext uri="{FF2B5EF4-FFF2-40B4-BE49-F238E27FC236}">
                  <a16:creationId xmlns:a16="http://schemas.microsoft.com/office/drawing/2014/main" id="{7D9453B6-A51C-9919-FC2B-D2CD0C9A6402}"/>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02" name="Group 1601">
              <a:extLst>
                <a:ext uri="{FF2B5EF4-FFF2-40B4-BE49-F238E27FC236}">
                  <a16:creationId xmlns:a16="http://schemas.microsoft.com/office/drawing/2014/main" id="{9BE1B423-457E-C885-CA40-793910F30A23}"/>
                </a:ext>
              </a:extLst>
            </p:cNvPr>
            <p:cNvGrpSpPr/>
            <p:nvPr/>
          </p:nvGrpSpPr>
          <p:grpSpPr>
            <a:xfrm>
              <a:off x="1939437" y="1538369"/>
              <a:ext cx="37817" cy="61390"/>
              <a:chOff x="3883481" y="2057400"/>
              <a:chExt cx="1608363" cy="2652031"/>
            </a:xfrm>
            <a:solidFill>
              <a:srgbClr val="A6A6A6"/>
            </a:solidFill>
          </p:grpSpPr>
          <p:sp>
            <p:nvSpPr>
              <p:cNvPr id="1603" name="Oval 27">
                <a:extLst>
                  <a:ext uri="{FF2B5EF4-FFF2-40B4-BE49-F238E27FC236}">
                    <a16:creationId xmlns:a16="http://schemas.microsoft.com/office/drawing/2014/main" id="{B1432F54-4E29-C65C-C618-7A0A446D7D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4" name="Oval 28">
                <a:extLst>
                  <a:ext uri="{FF2B5EF4-FFF2-40B4-BE49-F238E27FC236}">
                    <a16:creationId xmlns:a16="http://schemas.microsoft.com/office/drawing/2014/main" id="{B09A72EB-394C-FA8B-15F7-B10F4690031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05" name="Group 1604">
            <a:extLst>
              <a:ext uri="{FF2B5EF4-FFF2-40B4-BE49-F238E27FC236}">
                <a16:creationId xmlns:a16="http://schemas.microsoft.com/office/drawing/2014/main" id="{8C9D03B5-1740-E086-B610-F4A444E2758B}"/>
              </a:ext>
            </a:extLst>
          </p:cNvPr>
          <p:cNvGrpSpPr/>
          <p:nvPr/>
        </p:nvGrpSpPr>
        <p:grpSpPr>
          <a:xfrm>
            <a:off x="2938534" y="811556"/>
            <a:ext cx="721206" cy="609701"/>
            <a:chOff x="2938534" y="811556"/>
            <a:chExt cx="721206" cy="609701"/>
          </a:xfrm>
        </p:grpSpPr>
        <p:sp>
          <p:nvSpPr>
            <p:cNvPr id="1606" name="Rectangle 1605">
              <a:extLst>
                <a:ext uri="{FF2B5EF4-FFF2-40B4-BE49-F238E27FC236}">
                  <a16:creationId xmlns:a16="http://schemas.microsoft.com/office/drawing/2014/main" id="{F022CC49-A9B1-3441-C941-30D53BC3F060}"/>
                </a:ext>
              </a:extLst>
            </p:cNvPr>
            <p:cNvSpPr/>
            <p:nvPr/>
          </p:nvSpPr>
          <p:spPr>
            <a:xfrm>
              <a:off x="2938534"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1607" name="Rectangle 1606">
              <a:extLst>
                <a:ext uri="{FF2B5EF4-FFF2-40B4-BE49-F238E27FC236}">
                  <a16:creationId xmlns:a16="http://schemas.microsoft.com/office/drawing/2014/main" id="{70273E94-2DBC-D685-7221-8B6223116B9C}"/>
                </a:ext>
              </a:extLst>
            </p:cNvPr>
            <p:cNvSpPr/>
            <p:nvPr/>
          </p:nvSpPr>
          <p:spPr>
            <a:xfrm flipV="1">
              <a:off x="3554781"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8" name="Oval 15">
              <a:extLst>
                <a:ext uri="{FF2B5EF4-FFF2-40B4-BE49-F238E27FC236}">
                  <a16:creationId xmlns:a16="http://schemas.microsoft.com/office/drawing/2014/main" id="{1BA4D56F-4483-20B3-43A3-C62F283E13C3}"/>
                </a:ext>
              </a:extLst>
            </p:cNvPr>
            <p:cNvSpPr/>
            <p:nvPr/>
          </p:nvSpPr>
          <p:spPr>
            <a:xfrm>
              <a:off x="3582170"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09" name="Straight Connector 1608">
              <a:extLst>
                <a:ext uri="{FF2B5EF4-FFF2-40B4-BE49-F238E27FC236}">
                  <a16:creationId xmlns:a16="http://schemas.microsoft.com/office/drawing/2014/main" id="{1F78ECC0-A5FC-A300-67A3-88EA4C942F18}"/>
                </a:ext>
              </a:extLst>
            </p:cNvPr>
            <p:cNvCxnSpPr>
              <a:cxnSpLocks/>
              <a:stCxn id="1608" idx="0"/>
            </p:cNvCxnSpPr>
            <p:nvPr/>
          </p:nvCxnSpPr>
          <p:spPr>
            <a:xfrm flipV="1">
              <a:off x="3587866"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10" name="Straight Connector 1609">
              <a:extLst>
                <a:ext uri="{FF2B5EF4-FFF2-40B4-BE49-F238E27FC236}">
                  <a16:creationId xmlns:a16="http://schemas.microsoft.com/office/drawing/2014/main" id="{D9023643-174B-B876-1EAF-50942EA8348D}"/>
                </a:ext>
              </a:extLst>
            </p:cNvPr>
            <p:cNvCxnSpPr>
              <a:cxnSpLocks/>
            </p:cNvCxnSpPr>
            <p:nvPr/>
          </p:nvCxnSpPr>
          <p:spPr>
            <a:xfrm>
              <a:off x="3593585"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11" name="Group 1610">
            <a:extLst>
              <a:ext uri="{FF2B5EF4-FFF2-40B4-BE49-F238E27FC236}">
                <a16:creationId xmlns:a16="http://schemas.microsoft.com/office/drawing/2014/main" id="{6850BEAB-ABCB-CC54-EB84-1F9A4F2135E0}"/>
              </a:ext>
            </a:extLst>
          </p:cNvPr>
          <p:cNvGrpSpPr/>
          <p:nvPr/>
        </p:nvGrpSpPr>
        <p:grpSpPr>
          <a:xfrm>
            <a:off x="1267284" y="811556"/>
            <a:ext cx="721206" cy="609701"/>
            <a:chOff x="1267284" y="811556"/>
            <a:chExt cx="721206" cy="609701"/>
          </a:xfrm>
        </p:grpSpPr>
        <p:sp>
          <p:nvSpPr>
            <p:cNvPr id="1612" name="Rectangle 1611">
              <a:extLst>
                <a:ext uri="{FF2B5EF4-FFF2-40B4-BE49-F238E27FC236}">
                  <a16:creationId xmlns:a16="http://schemas.microsoft.com/office/drawing/2014/main" id="{25C4420B-1CF6-1538-7EFC-0B9C4B9DB648}"/>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1613" name="Right Triangle 1612">
              <a:extLst>
                <a:ext uri="{FF2B5EF4-FFF2-40B4-BE49-F238E27FC236}">
                  <a16:creationId xmlns:a16="http://schemas.microsoft.com/office/drawing/2014/main" id="{6FE77FEB-F0F8-DF67-CC50-4B4E52EFC2AA}"/>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14" name="Group 1613">
              <a:extLst>
                <a:ext uri="{FF2B5EF4-FFF2-40B4-BE49-F238E27FC236}">
                  <a16:creationId xmlns:a16="http://schemas.microsoft.com/office/drawing/2014/main" id="{CFAEA468-1BEA-9BD0-2992-81A3E9914C71}"/>
                </a:ext>
              </a:extLst>
            </p:cNvPr>
            <p:cNvGrpSpPr/>
            <p:nvPr/>
          </p:nvGrpSpPr>
          <p:grpSpPr>
            <a:xfrm>
              <a:off x="1937879" y="819589"/>
              <a:ext cx="37817" cy="61390"/>
              <a:chOff x="3883481" y="2057400"/>
              <a:chExt cx="1608363" cy="2652031"/>
            </a:xfrm>
            <a:solidFill>
              <a:srgbClr val="A6A6A6"/>
            </a:solidFill>
          </p:grpSpPr>
          <p:sp>
            <p:nvSpPr>
              <p:cNvPr id="1615" name="Oval 27">
                <a:extLst>
                  <a:ext uri="{FF2B5EF4-FFF2-40B4-BE49-F238E27FC236}">
                    <a16:creationId xmlns:a16="http://schemas.microsoft.com/office/drawing/2014/main" id="{791F64BF-08B8-44C7-B7D3-F7CFFAD955D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6" name="Oval 28">
                <a:extLst>
                  <a:ext uri="{FF2B5EF4-FFF2-40B4-BE49-F238E27FC236}">
                    <a16:creationId xmlns:a16="http://schemas.microsoft.com/office/drawing/2014/main" id="{CB6A044C-6502-559D-2A9F-11FAE78AA1F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29" name="Group 1628">
            <a:extLst>
              <a:ext uri="{FF2B5EF4-FFF2-40B4-BE49-F238E27FC236}">
                <a16:creationId xmlns:a16="http://schemas.microsoft.com/office/drawing/2014/main" id="{37C4DDF7-8F11-6353-2B3D-CBECF0A19DD1}"/>
              </a:ext>
            </a:extLst>
          </p:cNvPr>
          <p:cNvGrpSpPr/>
          <p:nvPr/>
        </p:nvGrpSpPr>
        <p:grpSpPr>
          <a:xfrm>
            <a:off x="9656908" y="1532276"/>
            <a:ext cx="721206" cy="609701"/>
            <a:chOff x="9656908" y="1532276"/>
            <a:chExt cx="721206" cy="609701"/>
          </a:xfrm>
        </p:grpSpPr>
        <p:sp>
          <p:nvSpPr>
            <p:cNvPr id="1630" name="Rectangle 1629">
              <a:extLst>
                <a:ext uri="{FF2B5EF4-FFF2-40B4-BE49-F238E27FC236}">
                  <a16:creationId xmlns:a16="http://schemas.microsoft.com/office/drawing/2014/main" id="{3D7AD9E8-2944-813C-0063-6894C43A3D96}"/>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31" name="Rectangle 1630">
              <a:extLst>
                <a:ext uri="{FF2B5EF4-FFF2-40B4-BE49-F238E27FC236}">
                  <a16:creationId xmlns:a16="http://schemas.microsoft.com/office/drawing/2014/main" id="{88A511C1-6204-7D0B-CBB3-24BD5D6CEC04}"/>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2" name="Oval 15">
              <a:extLst>
                <a:ext uri="{FF2B5EF4-FFF2-40B4-BE49-F238E27FC236}">
                  <a16:creationId xmlns:a16="http://schemas.microsoft.com/office/drawing/2014/main" id="{5F35E71E-405A-3131-862B-CF71D98ADBA8}"/>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33" name="Straight Connector 1632">
              <a:extLst>
                <a:ext uri="{FF2B5EF4-FFF2-40B4-BE49-F238E27FC236}">
                  <a16:creationId xmlns:a16="http://schemas.microsoft.com/office/drawing/2014/main" id="{0A7D2F6C-61DE-5D52-932D-768BC7A710A9}"/>
                </a:ext>
              </a:extLst>
            </p:cNvPr>
            <p:cNvCxnSpPr>
              <a:cxnSpLocks/>
              <a:stCxn id="1632"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34" name="Straight Connector 1633">
              <a:extLst>
                <a:ext uri="{FF2B5EF4-FFF2-40B4-BE49-F238E27FC236}">
                  <a16:creationId xmlns:a16="http://schemas.microsoft.com/office/drawing/2014/main" id="{8B4EB655-49EF-9809-1667-E489C666FAE7}"/>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0AC3499D-EF20-AD11-6BAA-36CCA4CADE77}"/>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0302D2D4-6ABF-DBB1-27B1-CE403E8A83DA}"/>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9D7C8CCA-92BC-C230-0433-A5B3C0989486}"/>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6A978440-3650-587F-E70F-6161289E9572}"/>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5921FCD7-98FF-EF5F-3B44-EA68F12C534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4A9A1404-5472-F077-4D08-71DA3853BFC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88177657-8B93-37CB-DE25-E326592CC5CC}"/>
              </a:ext>
            </a:extLst>
          </p:cNvPr>
          <p:cNvGrpSpPr/>
          <p:nvPr/>
        </p:nvGrpSpPr>
        <p:grpSpPr>
          <a:xfrm>
            <a:off x="4615774" y="3698231"/>
            <a:ext cx="721206" cy="609701"/>
            <a:chOff x="4615774" y="3698231"/>
            <a:chExt cx="721206" cy="609701"/>
          </a:xfrm>
        </p:grpSpPr>
        <p:sp>
          <p:nvSpPr>
            <p:cNvPr id="15" name="Rectangle 14">
              <a:hlinkHover r:id="" action="ppaction://noaction" highlightClick="1"/>
              <a:extLst>
                <a:ext uri="{FF2B5EF4-FFF2-40B4-BE49-F238E27FC236}">
                  <a16:creationId xmlns:a16="http://schemas.microsoft.com/office/drawing/2014/main" id="{FC2D02D9-7124-FE2F-8C2E-8AAE5DA8F26A}"/>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A40C982D-E388-6F7E-EEB5-8B4B2E9EBF38}"/>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12DBBDF9-16DF-74F9-E988-5E38A9B97177}"/>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 name="Group 17">
            <a:extLst>
              <a:ext uri="{FF2B5EF4-FFF2-40B4-BE49-F238E27FC236}">
                <a16:creationId xmlns:a16="http://schemas.microsoft.com/office/drawing/2014/main" id="{2F73E7A9-D17B-FEA7-33B9-E2D7CDEABF3A}"/>
              </a:ext>
            </a:extLst>
          </p:cNvPr>
          <p:cNvGrpSpPr/>
          <p:nvPr/>
        </p:nvGrpSpPr>
        <p:grpSpPr>
          <a:xfrm>
            <a:off x="2100392" y="4419620"/>
            <a:ext cx="721206" cy="609701"/>
            <a:chOff x="2100392" y="4419620"/>
            <a:chExt cx="721206" cy="609701"/>
          </a:xfrm>
        </p:grpSpPr>
        <p:sp>
          <p:nvSpPr>
            <p:cNvPr id="19" name="Rectangle 18">
              <a:extLst>
                <a:ext uri="{FF2B5EF4-FFF2-40B4-BE49-F238E27FC236}">
                  <a16:creationId xmlns:a16="http://schemas.microsoft.com/office/drawing/2014/main" id="{5EF33674-8A9C-8F60-5F54-F8545262379E}"/>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0" name="Right Triangle 19">
              <a:extLst>
                <a:ext uri="{FF2B5EF4-FFF2-40B4-BE49-F238E27FC236}">
                  <a16:creationId xmlns:a16="http://schemas.microsoft.com/office/drawing/2014/main" id="{82A194FB-F954-AD2B-6BAA-E28DF3A438B3}"/>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429AC2FF-9740-C11C-5B9D-DD277B5DF61B}"/>
                </a:ext>
              </a:extLst>
            </p:cNvPr>
            <p:cNvGrpSpPr/>
            <p:nvPr/>
          </p:nvGrpSpPr>
          <p:grpSpPr>
            <a:xfrm>
              <a:off x="2769856" y="4434450"/>
              <a:ext cx="37817" cy="61390"/>
              <a:chOff x="3883481" y="2057400"/>
              <a:chExt cx="1608363" cy="2652031"/>
            </a:xfrm>
            <a:solidFill>
              <a:srgbClr val="A6A6A6">
                <a:alpha val="20000"/>
              </a:srgbClr>
            </a:solidFill>
          </p:grpSpPr>
          <p:sp>
            <p:nvSpPr>
              <p:cNvPr id="22" name="Oval 27">
                <a:extLst>
                  <a:ext uri="{FF2B5EF4-FFF2-40B4-BE49-F238E27FC236}">
                    <a16:creationId xmlns:a16="http://schemas.microsoft.com/office/drawing/2014/main" id="{45EB30F1-CCE8-66BF-44E7-47F99471AB2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 name="Oval 28">
                <a:extLst>
                  <a:ext uri="{FF2B5EF4-FFF2-40B4-BE49-F238E27FC236}">
                    <a16:creationId xmlns:a16="http://schemas.microsoft.com/office/drawing/2014/main" id="{0219C4B5-C187-1ABA-EE29-645F94EDE7D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4" name="Group 23">
            <a:extLst>
              <a:ext uri="{FF2B5EF4-FFF2-40B4-BE49-F238E27FC236}">
                <a16:creationId xmlns:a16="http://schemas.microsoft.com/office/drawing/2014/main" id="{8C2A1EEC-A67E-7ABA-11CE-03D6735B27CB}"/>
              </a:ext>
            </a:extLst>
          </p:cNvPr>
          <p:cNvGrpSpPr/>
          <p:nvPr/>
        </p:nvGrpSpPr>
        <p:grpSpPr>
          <a:xfrm>
            <a:off x="10525295" y="75146"/>
            <a:ext cx="721206" cy="621311"/>
            <a:chOff x="10525295" y="98593"/>
            <a:chExt cx="721206" cy="621311"/>
          </a:xfrm>
        </p:grpSpPr>
        <p:sp>
          <p:nvSpPr>
            <p:cNvPr id="25" name="Rectangle 24">
              <a:hlinkHover r:id="" action="ppaction://noaction" highlightClick="1"/>
              <a:extLst>
                <a:ext uri="{FF2B5EF4-FFF2-40B4-BE49-F238E27FC236}">
                  <a16:creationId xmlns:a16="http://schemas.microsoft.com/office/drawing/2014/main" id="{98809F92-E8D4-1561-A7E4-80FD43160480}"/>
                </a:ext>
              </a:extLst>
            </p:cNvPr>
            <p:cNvSpPr/>
            <p:nvPr/>
          </p:nvSpPr>
          <p:spPr>
            <a:xfrm>
              <a:off x="10525295" y="11020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26" name="Oval 25">
              <a:extLst>
                <a:ext uri="{FF2B5EF4-FFF2-40B4-BE49-F238E27FC236}">
                  <a16:creationId xmlns:a16="http://schemas.microsoft.com/office/drawing/2014/main" id="{C54869A9-69E9-61D9-D102-0B0A26C16897}"/>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Isosceles Triangle 648">
              <a:extLst>
                <a:ext uri="{FF2B5EF4-FFF2-40B4-BE49-F238E27FC236}">
                  <a16:creationId xmlns:a16="http://schemas.microsoft.com/office/drawing/2014/main" id="{379ACB3A-5CC1-4677-EFFD-FFC847A23A9D}"/>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2" name="Group 31">
            <a:extLst>
              <a:ext uri="{FF2B5EF4-FFF2-40B4-BE49-F238E27FC236}">
                <a16:creationId xmlns:a16="http://schemas.microsoft.com/office/drawing/2014/main" id="{DB44F5EE-A678-18BF-1A89-B3383BAB0179}"/>
              </a:ext>
            </a:extLst>
          </p:cNvPr>
          <p:cNvGrpSpPr/>
          <p:nvPr/>
        </p:nvGrpSpPr>
        <p:grpSpPr>
          <a:xfrm>
            <a:off x="11356242" y="1508829"/>
            <a:ext cx="721206" cy="609701"/>
            <a:chOff x="11356242" y="1532276"/>
            <a:chExt cx="721206" cy="609701"/>
          </a:xfrm>
        </p:grpSpPr>
        <p:sp>
          <p:nvSpPr>
            <p:cNvPr id="34" name="Rectangle 33">
              <a:hlinkHover r:id="" action="ppaction://noaction" highlightClick="1"/>
              <a:extLst>
                <a:ext uri="{FF2B5EF4-FFF2-40B4-BE49-F238E27FC236}">
                  <a16:creationId xmlns:a16="http://schemas.microsoft.com/office/drawing/2014/main" id="{900486F8-6D05-A795-B026-FB2F8CA3EF83}"/>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37" name="Oval 36">
              <a:extLst>
                <a:ext uri="{FF2B5EF4-FFF2-40B4-BE49-F238E27FC236}">
                  <a16:creationId xmlns:a16="http://schemas.microsoft.com/office/drawing/2014/main" id="{7360917C-DE21-6CC2-642F-3422DC6D70F5}"/>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 name="Isosceles Triangle 648">
              <a:extLst>
                <a:ext uri="{FF2B5EF4-FFF2-40B4-BE49-F238E27FC236}">
                  <a16:creationId xmlns:a16="http://schemas.microsoft.com/office/drawing/2014/main" id="{DC3427C9-FD2A-6183-024C-BD215CB208E1}"/>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 name="Group 66">
            <a:extLst>
              <a:ext uri="{FF2B5EF4-FFF2-40B4-BE49-F238E27FC236}">
                <a16:creationId xmlns:a16="http://schemas.microsoft.com/office/drawing/2014/main" id="{206E3761-FE1A-D2EE-92CB-FDECACC36618}"/>
              </a:ext>
            </a:extLst>
          </p:cNvPr>
          <p:cNvGrpSpPr/>
          <p:nvPr/>
        </p:nvGrpSpPr>
        <p:grpSpPr>
          <a:xfrm>
            <a:off x="8807242" y="1532276"/>
            <a:ext cx="721206" cy="609701"/>
            <a:chOff x="8807242" y="1532276"/>
            <a:chExt cx="721206" cy="609701"/>
          </a:xfrm>
        </p:grpSpPr>
        <p:sp>
          <p:nvSpPr>
            <p:cNvPr id="68" name="Rectangle 67">
              <a:hlinkHover r:id="" action="ppaction://noaction" highlightClick="1"/>
              <a:extLst>
                <a:ext uri="{FF2B5EF4-FFF2-40B4-BE49-F238E27FC236}">
                  <a16:creationId xmlns:a16="http://schemas.microsoft.com/office/drawing/2014/main" id="{84B4FFE4-6BEC-35C3-971B-19AC152C3DE8}"/>
                </a:ext>
              </a:extLst>
            </p:cNvPr>
            <p:cNvSpPr/>
            <p:nvPr/>
          </p:nvSpPr>
          <p:spPr>
            <a:xfrm>
              <a:off x="8807242"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69" name="Oval 68">
              <a:extLst>
                <a:ext uri="{FF2B5EF4-FFF2-40B4-BE49-F238E27FC236}">
                  <a16:creationId xmlns:a16="http://schemas.microsoft.com/office/drawing/2014/main" id="{12F91336-6003-5F01-C299-A1EE16796697}"/>
                </a:ext>
              </a:extLst>
            </p:cNvPr>
            <p:cNvSpPr/>
            <p:nvPr/>
          </p:nvSpPr>
          <p:spPr>
            <a:xfrm>
              <a:off x="9387205" y="154139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Isosceles Triangle 648">
              <a:extLst>
                <a:ext uri="{FF2B5EF4-FFF2-40B4-BE49-F238E27FC236}">
                  <a16:creationId xmlns:a16="http://schemas.microsoft.com/office/drawing/2014/main" id="{EECF41CD-8595-D5E3-FCD9-7CFB1CA56954}"/>
                </a:ext>
              </a:extLst>
            </p:cNvPr>
            <p:cNvSpPr/>
            <p:nvPr/>
          </p:nvSpPr>
          <p:spPr>
            <a:xfrm>
              <a:off x="9417330" y="155491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71" name="Group 70">
            <a:extLst>
              <a:ext uri="{FF2B5EF4-FFF2-40B4-BE49-F238E27FC236}">
                <a16:creationId xmlns:a16="http://schemas.microsoft.com/office/drawing/2014/main" id="{A3717A02-5891-199B-BE2E-5C4D8FBF70CE}"/>
              </a:ext>
            </a:extLst>
          </p:cNvPr>
          <p:cNvGrpSpPr/>
          <p:nvPr/>
        </p:nvGrpSpPr>
        <p:grpSpPr>
          <a:xfrm>
            <a:off x="3776511" y="2974054"/>
            <a:ext cx="724141" cy="609701"/>
            <a:chOff x="3776511" y="2974054"/>
            <a:chExt cx="724141" cy="609701"/>
          </a:xfrm>
        </p:grpSpPr>
        <p:sp>
          <p:nvSpPr>
            <p:cNvPr id="108" name="Rectangle 107">
              <a:extLst>
                <a:ext uri="{FF2B5EF4-FFF2-40B4-BE49-F238E27FC236}">
                  <a16:creationId xmlns:a16="http://schemas.microsoft.com/office/drawing/2014/main" id="{A01A0578-3553-086C-40C9-B91ECA183A6A}"/>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109" name="Right Triangle 108">
              <a:extLst>
                <a:ext uri="{FF2B5EF4-FFF2-40B4-BE49-F238E27FC236}">
                  <a16:creationId xmlns:a16="http://schemas.microsoft.com/office/drawing/2014/main" id="{772D85C6-2AA9-44C0-2472-359CFDADDD43}"/>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0" name="Group 109">
              <a:extLst>
                <a:ext uri="{FF2B5EF4-FFF2-40B4-BE49-F238E27FC236}">
                  <a16:creationId xmlns:a16="http://schemas.microsoft.com/office/drawing/2014/main" id="{ECAD3DA8-60D4-A480-14CA-205AD39B0B47}"/>
                </a:ext>
              </a:extLst>
            </p:cNvPr>
            <p:cNvGrpSpPr/>
            <p:nvPr/>
          </p:nvGrpSpPr>
          <p:grpSpPr>
            <a:xfrm>
              <a:off x="4450041" y="2982563"/>
              <a:ext cx="37817" cy="61390"/>
              <a:chOff x="3883481" y="2057400"/>
              <a:chExt cx="1608363" cy="2652031"/>
            </a:xfrm>
            <a:solidFill>
              <a:srgbClr val="A6A6A6"/>
            </a:solidFill>
          </p:grpSpPr>
          <p:sp>
            <p:nvSpPr>
              <p:cNvPr id="111" name="Oval 27">
                <a:extLst>
                  <a:ext uri="{FF2B5EF4-FFF2-40B4-BE49-F238E27FC236}">
                    <a16:creationId xmlns:a16="http://schemas.microsoft.com/office/drawing/2014/main" id="{C50C51DF-47FC-3643-250A-6E31E6AB90E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Oval 28">
                <a:extLst>
                  <a:ext uri="{FF2B5EF4-FFF2-40B4-BE49-F238E27FC236}">
                    <a16:creationId xmlns:a16="http://schemas.microsoft.com/office/drawing/2014/main" id="{76FF7DB4-6758-8CA9-9323-F22D117BBA8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7" name="Group 126">
            <a:extLst>
              <a:ext uri="{FF2B5EF4-FFF2-40B4-BE49-F238E27FC236}">
                <a16:creationId xmlns:a16="http://schemas.microsoft.com/office/drawing/2014/main" id="{95F1F8D6-9898-9455-C2C0-7968DA27CD67}"/>
              </a:ext>
            </a:extLst>
          </p:cNvPr>
          <p:cNvGrpSpPr/>
          <p:nvPr/>
        </p:nvGrpSpPr>
        <p:grpSpPr>
          <a:xfrm>
            <a:off x="7905566" y="751337"/>
            <a:ext cx="3396155" cy="4999377"/>
            <a:chOff x="7905566" y="751337"/>
            <a:chExt cx="3396155" cy="4999377"/>
          </a:xfrm>
        </p:grpSpPr>
        <p:cxnSp>
          <p:nvCxnSpPr>
            <p:cNvPr id="128" name="Straight Connector 127">
              <a:extLst>
                <a:ext uri="{FF2B5EF4-FFF2-40B4-BE49-F238E27FC236}">
                  <a16:creationId xmlns:a16="http://schemas.microsoft.com/office/drawing/2014/main" id="{387512BC-9042-4F3A-9BD3-AF024C1F8CD6}"/>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95D1EF4C-6CFB-E23E-7BDD-E2491EADFD86}"/>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FADCD38D-B15D-3054-F374-381A68F5CF31}"/>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2196CE5D-D3E0-3186-669C-E2C81776AA37}"/>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BE3A86FA-4342-F33D-6379-1E4E15F74F36}"/>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DE2EC5B3-A102-ACF1-1688-2BBE574089CB}"/>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38D54358-8C37-1DFA-5008-8C9AF0D595FE}"/>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36" name="Straight Connector 135">
            <a:extLst>
              <a:ext uri="{FF2B5EF4-FFF2-40B4-BE49-F238E27FC236}">
                <a16:creationId xmlns:a16="http://schemas.microsoft.com/office/drawing/2014/main" id="{F928F741-C288-C258-4F1E-9B0681D0B834}"/>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37" name="Group 136">
            <a:extLst>
              <a:ext uri="{FF2B5EF4-FFF2-40B4-BE49-F238E27FC236}">
                <a16:creationId xmlns:a16="http://schemas.microsoft.com/office/drawing/2014/main" id="{31A6B387-73D5-62C6-9734-75F00DA586AC}"/>
              </a:ext>
            </a:extLst>
          </p:cNvPr>
          <p:cNvGrpSpPr/>
          <p:nvPr/>
        </p:nvGrpSpPr>
        <p:grpSpPr>
          <a:xfrm>
            <a:off x="11357362" y="5142110"/>
            <a:ext cx="721206" cy="609701"/>
            <a:chOff x="9656908" y="2253333"/>
            <a:chExt cx="721206" cy="609701"/>
          </a:xfrm>
        </p:grpSpPr>
        <p:sp>
          <p:nvSpPr>
            <p:cNvPr id="138" name="Rectangle 137">
              <a:hlinkHover r:id="" action="ppaction://noaction" highlightClick="1"/>
              <a:extLst>
                <a:ext uri="{FF2B5EF4-FFF2-40B4-BE49-F238E27FC236}">
                  <a16:creationId xmlns:a16="http://schemas.microsoft.com/office/drawing/2014/main" id="{0CCA3444-855C-74E7-29CA-026D543AED3A}"/>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139" name="Rectangle 138">
              <a:extLst>
                <a:ext uri="{FF2B5EF4-FFF2-40B4-BE49-F238E27FC236}">
                  <a16:creationId xmlns:a16="http://schemas.microsoft.com/office/drawing/2014/main" id="{C87E7133-CCAD-A81A-6990-770201327A87}"/>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 name="Oval 15">
              <a:extLst>
                <a:ext uri="{FF2B5EF4-FFF2-40B4-BE49-F238E27FC236}">
                  <a16:creationId xmlns:a16="http://schemas.microsoft.com/office/drawing/2014/main" id="{BE40BD9B-3733-FADA-00FC-750B737D0444}"/>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1" name="Straight Connector 140">
              <a:extLst>
                <a:ext uri="{FF2B5EF4-FFF2-40B4-BE49-F238E27FC236}">
                  <a16:creationId xmlns:a16="http://schemas.microsoft.com/office/drawing/2014/main" id="{4FB1AA3C-8B0D-F2B8-2672-825ECA653A61}"/>
                </a:ext>
              </a:extLst>
            </p:cNvPr>
            <p:cNvCxnSpPr>
              <a:cxnSpLocks/>
              <a:stCxn id="140"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2" name="Straight Connector 141">
              <a:extLst>
                <a:ext uri="{FF2B5EF4-FFF2-40B4-BE49-F238E27FC236}">
                  <a16:creationId xmlns:a16="http://schemas.microsoft.com/office/drawing/2014/main" id="{BBA8F82E-B9BF-C8E4-62D3-AB821FA0E936}"/>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3" name="Group 142">
            <a:extLst>
              <a:ext uri="{FF2B5EF4-FFF2-40B4-BE49-F238E27FC236}">
                <a16:creationId xmlns:a16="http://schemas.microsoft.com/office/drawing/2014/main" id="{11460432-61E6-6593-80C7-4EE65D8529D9}"/>
              </a:ext>
            </a:extLst>
          </p:cNvPr>
          <p:cNvGrpSpPr/>
          <p:nvPr/>
        </p:nvGrpSpPr>
        <p:grpSpPr>
          <a:xfrm>
            <a:off x="2934662" y="5148220"/>
            <a:ext cx="724130" cy="609701"/>
            <a:chOff x="4615448" y="2974053"/>
            <a:chExt cx="724130" cy="609701"/>
          </a:xfrm>
        </p:grpSpPr>
        <p:sp>
          <p:nvSpPr>
            <p:cNvPr id="144" name="Rectangle 143">
              <a:extLst>
                <a:ext uri="{FF2B5EF4-FFF2-40B4-BE49-F238E27FC236}">
                  <a16:creationId xmlns:a16="http://schemas.microsoft.com/office/drawing/2014/main" id="{E8AB2867-A722-2408-AF83-0A68C0EEDD84}"/>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45" name="Right Triangle 144">
              <a:extLst>
                <a:ext uri="{FF2B5EF4-FFF2-40B4-BE49-F238E27FC236}">
                  <a16:creationId xmlns:a16="http://schemas.microsoft.com/office/drawing/2014/main" id="{5A06E43E-ABA3-6B68-ADA4-FAA4CD5034E2}"/>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46" name="Group 145">
              <a:extLst>
                <a:ext uri="{FF2B5EF4-FFF2-40B4-BE49-F238E27FC236}">
                  <a16:creationId xmlns:a16="http://schemas.microsoft.com/office/drawing/2014/main" id="{0AE39104-029B-3C38-5FC9-204287BD09B4}"/>
                </a:ext>
              </a:extLst>
            </p:cNvPr>
            <p:cNvGrpSpPr/>
            <p:nvPr/>
          </p:nvGrpSpPr>
          <p:grpSpPr>
            <a:xfrm>
              <a:off x="5288997" y="2982574"/>
              <a:ext cx="37817" cy="61390"/>
              <a:chOff x="3883481" y="2057400"/>
              <a:chExt cx="1608363" cy="2652031"/>
            </a:xfrm>
            <a:solidFill>
              <a:srgbClr val="A6A6A6">
                <a:alpha val="20000"/>
              </a:srgbClr>
            </a:solidFill>
          </p:grpSpPr>
          <p:sp>
            <p:nvSpPr>
              <p:cNvPr id="147" name="Oval 27">
                <a:extLst>
                  <a:ext uri="{FF2B5EF4-FFF2-40B4-BE49-F238E27FC236}">
                    <a16:creationId xmlns:a16="http://schemas.microsoft.com/office/drawing/2014/main" id="{776FB810-4ED6-2AAE-EC0C-498152B0F8D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8" name="Oval 28">
                <a:extLst>
                  <a:ext uri="{FF2B5EF4-FFF2-40B4-BE49-F238E27FC236}">
                    <a16:creationId xmlns:a16="http://schemas.microsoft.com/office/drawing/2014/main" id="{5929620E-D9CD-F6C8-A0EA-E918CA3AFA7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5" name="Group 154">
            <a:extLst>
              <a:ext uri="{FF2B5EF4-FFF2-40B4-BE49-F238E27FC236}">
                <a16:creationId xmlns:a16="http://schemas.microsoft.com/office/drawing/2014/main" id="{822BDD66-6972-3DAF-09A4-9BBC41A4C8BC}"/>
              </a:ext>
            </a:extLst>
          </p:cNvPr>
          <p:cNvGrpSpPr/>
          <p:nvPr/>
        </p:nvGrpSpPr>
        <p:grpSpPr>
          <a:xfrm>
            <a:off x="4605608" y="811556"/>
            <a:ext cx="722055" cy="609701"/>
            <a:chOff x="4605608" y="811556"/>
            <a:chExt cx="722055" cy="609701"/>
          </a:xfrm>
        </p:grpSpPr>
        <p:sp>
          <p:nvSpPr>
            <p:cNvPr id="156" name="Rectangle 155">
              <a:extLst>
                <a:ext uri="{FF2B5EF4-FFF2-40B4-BE49-F238E27FC236}">
                  <a16:creationId xmlns:a16="http://schemas.microsoft.com/office/drawing/2014/main" id="{9BCE7DC8-C636-21C6-4107-928CFCF83365}"/>
                </a:ext>
              </a:extLst>
            </p:cNvPr>
            <p:cNvSpPr/>
            <p:nvPr/>
          </p:nvSpPr>
          <p:spPr>
            <a:xfrm>
              <a:off x="4605608" y="811556"/>
              <a:ext cx="721203"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57" name="Rectangle 156">
              <a:extLst>
                <a:ext uri="{FF2B5EF4-FFF2-40B4-BE49-F238E27FC236}">
                  <a16:creationId xmlns:a16="http://schemas.microsoft.com/office/drawing/2014/main" id="{747BAD51-754A-ABB8-D355-0A5AE4DB826D}"/>
                </a:ext>
              </a:extLst>
            </p:cNvPr>
            <p:cNvSpPr/>
            <p:nvPr/>
          </p:nvSpPr>
          <p:spPr>
            <a:xfrm flipV="1">
              <a:off x="5227471"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Oval 15">
              <a:extLst>
                <a:ext uri="{FF2B5EF4-FFF2-40B4-BE49-F238E27FC236}">
                  <a16:creationId xmlns:a16="http://schemas.microsoft.com/office/drawing/2014/main" id="{4E32B890-A226-6596-34D0-6E405181FE59}"/>
                </a:ext>
              </a:extLst>
            </p:cNvPr>
            <p:cNvSpPr/>
            <p:nvPr/>
          </p:nvSpPr>
          <p:spPr>
            <a:xfrm>
              <a:off x="5254860"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9" name="Straight Connector 158">
              <a:extLst>
                <a:ext uri="{FF2B5EF4-FFF2-40B4-BE49-F238E27FC236}">
                  <a16:creationId xmlns:a16="http://schemas.microsoft.com/office/drawing/2014/main" id="{5EA91695-6AF7-9ED6-EEF8-A8ABDB389F1A}"/>
                </a:ext>
              </a:extLst>
            </p:cNvPr>
            <p:cNvCxnSpPr>
              <a:cxnSpLocks/>
              <a:stCxn id="158" idx="0"/>
            </p:cNvCxnSpPr>
            <p:nvPr/>
          </p:nvCxnSpPr>
          <p:spPr>
            <a:xfrm flipV="1">
              <a:off x="5260557"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0" name="Straight Connector 159">
              <a:extLst>
                <a:ext uri="{FF2B5EF4-FFF2-40B4-BE49-F238E27FC236}">
                  <a16:creationId xmlns:a16="http://schemas.microsoft.com/office/drawing/2014/main" id="{795C5EE8-948D-C9F7-CC1C-0615EF36221F}"/>
                </a:ext>
              </a:extLst>
            </p:cNvPr>
            <p:cNvCxnSpPr>
              <a:cxnSpLocks/>
            </p:cNvCxnSpPr>
            <p:nvPr/>
          </p:nvCxnSpPr>
          <p:spPr>
            <a:xfrm>
              <a:off x="5266276"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1" name="Group 160">
            <a:extLst>
              <a:ext uri="{FF2B5EF4-FFF2-40B4-BE49-F238E27FC236}">
                <a16:creationId xmlns:a16="http://schemas.microsoft.com/office/drawing/2014/main" id="{D03094E1-1B15-C8FD-A431-9E477BAF417A}"/>
              </a:ext>
            </a:extLst>
          </p:cNvPr>
          <p:cNvGrpSpPr/>
          <p:nvPr/>
        </p:nvGrpSpPr>
        <p:grpSpPr>
          <a:xfrm>
            <a:off x="7113074" y="816139"/>
            <a:ext cx="721206" cy="609701"/>
            <a:chOff x="7957576" y="811556"/>
            <a:chExt cx="721206" cy="609701"/>
          </a:xfrm>
        </p:grpSpPr>
        <p:sp>
          <p:nvSpPr>
            <p:cNvPr id="162" name="Rectangle 161">
              <a:extLst>
                <a:ext uri="{FF2B5EF4-FFF2-40B4-BE49-F238E27FC236}">
                  <a16:creationId xmlns:a16="http://schemas.microsoft.com/office/drawing/2014/main" id="{8E3777C3-3EF8-1A7B-4902-8DD72239CDB5}"/>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63" name="Rectangle 162">
              <a:extLst>
                <a:ext uri="{FF2B5EF4-FFF2-40B4-BE49-F238E27FC236}">
                  <a16:creationId xmlns:a16="http://schemas.microsoft.com/office/drawing/2014/main" id="{B4722C6E-005D-ECD6-8329-3FAD5D7847C0}"/>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 name="Oval 15">
              <a:extLst>
                <a:ext uri="{FF2B5EF4-FFF2-40B4-BE49-F238E27FC236}">
                  <a16:creationId xmlns:a16="http://schemas.microsoft.com/office/drawing/2014/main" id="{50599018-040E-9AFE-65C3-3ED203205CF8}"/>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5" name="Straight Connector 164">
              <a:extLst>
                <a:ext uri="{FF2B5EF4-FFF2-40B4-BE49-F238E27FC236}">
                  <a16:creationId xmlns:a16="http://schemas.microsoft.com/office/drawing/2014/main" id="{050C28AC-3ECA-949F-9D5A-8DEA50C4D2A6}"/>
                </a:ext>
              </a:extLst>
            </p:cNvPr>
            <p:cNvCxnSpPr>
              <a:cxnSpLocks/>
              <a:stCxn id="164"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6" name="Straight Connector 165">
              <a:extLst>
                <a:ext uri="{FF2B5EF4-FFF2-40B4-BE49-F238E27FC236}">
                  <a16:creationId xmlns:a16="http://schemas.microsoft.com/office/drawing/2014/main" id="{E054DD86-B719-A0D1-BBD1-86A0538E588D}"/>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7" name="Group 176">
            <a:extLst>
              <a:ext uri="{FF2B5EF4-FFF2-40B4-BE49-F238E27FC236}">
                <a16:creationId xmlns:a16="http://schemas.microsoft.com/office/drawing/2014/main" id="{42BEA652-6551-3EA1-AD4C-A52750FCC22D}"/>
              </a:ext>
            </a:extLst>
          </p:cNvPr>
          <p:cNvGrpSpPr/>
          <p:nvPr/>
        </p:nvGrpSpPr>
        <p:grpSpPr>
          <a:xfrm>
            <a:off x="1268346" y="3698208"/>
            <a:ext cx="721891" cy="610396"/>
            <a:chOff x="1268346" y="3698208"/>
            <a:chExt cx="721891" cy="610396"/>
          </a:xfrm>
        </p:grpSpPr>
        <p:sp>
          <p:nvSpPr>
            <p:cNvPr id="178" name="Rectangle 177">
              <a:extLst>
                <a:ext uri="{FF2B5EF4-FFF2-40B4-BE49-F238E27FC236}">
                  <a16:creationId xmlns:a16="http://schemas.microsoft.com/office/drawing/2014/main" id="{EB79F80C-1374-05E9-D926-5073CD2223D0}"/>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79" name="Right Triangle 178">
              <a:extLst>
                <a:ext uri="{FF2B5EF4-FFF2-40B4-BE49-F238E27FC236}">
                  <a16:creationId xmlns:a16="http://schemas.microsoft.com/office/drawing/2014/main" id="{A778CE80-9833-6EE4-E3B7-1ED2E27349E1}"/>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80" name="Group 179">
              <a:extLst>
                <a:ext uri="{FF2B5EF4-FFF2-40B4-BE49-F238E27FC236}">
                  <a16:creationId xmlns:a16="http://schemas.microsoft.com/office/drawing/2014/main" id="{9541944C-1C9C-F282-EDBF-080A0D7009D6}"/>
                </a:ext>
              </a:extLst>
            </p:cNvPr>
            <p:cNvGrpSpPr/>
            <p:nvPr/>
          </p:nvGrpSpPr>
          <p:grpSpPr>
            <a:xfrm>
              <a:off x="1939627" y="3704306"/>
              <a:ext cx="37817" cy="61390"/>
              <a:chOff x="3883481" y="2057400"/>
              <a:chExt cx="1608363" cy="2652031"/>
            </a:xfrm>
            <a:solidFill>
              <a:srgbClr val="A6A6A6">
                <a:alpha val="20000"/>
              </a:srgbClr>
            </a:solidFill>
          </p:grpSpPr>
          <p:sp>
            <p:nvSpPr>
              <p:cNvPr id="181" name="Oval 27">
                <a:extLst>
                  <a:ext uri="{FF2B5EF4-FFF2-40B4-BE49-F238E27FC236}">
                    <a16:creationId xmlns:a16="http://schemas.microsoft.com/office/drawing/2014/main" id="{E790A578-1C33-F348-298E-500C964FCF0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2" name="Oval 28">
                <a:extLst>
                  <a:ext uri="{FF2B5EF4-FFF2-40B4-BE49-F238E27FC236}">
                    <a16:creationId xmlns:a16="http://schemas.microsoft.com/office/drawing/2014/main" id="{2344CE4A-6B57-6552-D7BE-72CF4A6DB7E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83" name="Group 182">
            <a:extLst>
              <a:ext uri="{FF2B5EF4-FFF2-40B4-BE49-F238E27FC236}">
                <a16:creationId xmlns:a16="http://schemas.microsoft.com/office/drawing/2014/main" id="{32140353-5384-1267-9D71-87123107DE48}"/>
              </a:ext>
            </a:extLst>
          </p:cNvPr>
          <p:cNvGrpSpPr/>
          <p:nvPr/>
        </p:nvGrpSpPr>
        <p:grpSpPr>
          <a:xfrm>
            <a:off x="5451979" y="3707588"/>
            <a:ext cx="721206" cy="609701"/>
            <a:chOff x="5451979" y="3707588"/>
            <a:chExt cx="721206" cy="609701"/>
          </a:xfrm>
        </p:grpSpPr>
        <p:sp>
          <p:nvSpPr>
            <p:cNvPr id="184" name="Rectangle 183">
              <a:hlinkHover r:id="" action="ppaction://noaction" highlightClick="1"/>
              <a:extLst>
                <a:ext uri="{FF2B5EF4-FFF2-40B4-BE49-F238E27FC236}">
                  <a16:creationId xmlns:a16="http://schemas.microsoft.com/office/drawing/2014/main" id="{39121BD7-C651-C965-27E9-1DC34DF82411}"/>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5" name="Oval 184">
              <a:extLst>
                <a:ext uri="{FF2B5EF4-FFF2-40B4-BE49-F238E27FC236}">
                  <a16:creationId xmlns:a16="http://schemas.microsoft.com/office/drawing/2014/main" id="{33F0DAB2-99B2-2AA6-E8F1-946A1548E8CC}"/>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6" name="Isosceles Triangle 648">
              <a:extLst>
                <a:ext uri="{FF2B5EF4-FFF2-40B4-BE49-F238E27FC236}">
                  <a16:creationId xmlns:a16="http://schemas.microsoft.com/office/drawing/2014/main" id="{6EA41980-DF92-A577-F4CC-CD708493F328}"/>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7" name="Group 186">
            <a:extLst>
              <a:ext uri="{FF2B5EF4-FFF2-40B4-BE49-F238E27FC236}">
                <a16:creationId xmlns:a16="http://schemas.microsoft.com/office/drawing/2014/main" id="{55A04534-A1D2-C854-2DBB-4E20F9E4F98B}"/>
              </a:ext>
            </a:extLst>
          </p:cNvPr>
          <p:cNvGrpSpPr/>
          <p:nvPr/>
        </p:nvGrpSpPr>
        <p:grpSpPr>
          <a:xfrm>
            <a:off x="2109092" y="2986575"/>
            <a:ext cx="721206" cy="649846"/>
            <a:chOff x="10506800" y="2974054"/>
            <a:chExt cx="721206" cy="649846"/>
          </a:xfrm>
        </p:grpSpPr>
        <p:sp>
          <p:nvSpPr>
            <p:cNvPr id="188" name="Rectangle 187">
              <a:extLst>
                <a:ext uri="{FF2B5EF4-FFF2-40B4-BE49-F238E27FC236}">
                  <a16:creationId xmlns:a16="http://schemas.microsoft.com/office/drawing/2014/main" id="{250C1DD2-7CB8-0E63-BE5F-4A6318FE535F}"/>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89" name="Rectangle 188">
              <a:extLst>
                <a:ext uri="{FF2B5EF4-FFF2-40B4-BE49-F238E27FC236}">
                  <a16:creationId xmlns:a16="http://schemas.microsoft.com/office/drawing/2014/main" id="{864E349C-B008-BBCF-B632-96D0359C7318}"/>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0" name="Oval 15">
              <a:extLst>
                <a:ext uri="{FF2B5EF4-FFF2-40B4-BE49-F238E27FC236}">
                  <a16:creationId xmlns:a16="http://schemas.microsoft.com/office/drawing/2014/main" id="{CF9F5CF7-4BED-AE59-7369-248218334275}"/>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1" name="Straight Connector 190">
              <a:extLst>
                <a:ext uri="{FF2B5EF4-FFF2-40B4-BE49-F238E27FC236}">
                  <a16:creationId xmlns:a16="http://schemas.microsoft.com/office/drawing/2014/main" id="{61FBBD4F-666E-CA8F-FFBA-25E8C0CBFC4F}"/>
                </a:ext>
              </a:extLst>
            </p:cNvPr>
            <p:cNvCxnSpPr>
              <a:cxnSpLocks/>
              <a:stCxn id="190"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84" name="Straight Connector 383">
              <a:extLst>
                <a:ext uri="{FF2B5EF4-FFF2-40B4-BE49-F238E27FC236}">
                  <a16:creationId xmlns:a16="http://schemas.microsoft.com/office/drawing/2014/main" id="{C27D575B-F9C3-4DEE-BAE4-FC28BE70DE07}"/>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85" name="Group 384">
            <a:extLst>
              <a:ext uri="{FF2B5EF4-FFF2-40B4-BE49-F238E27FC236}">
                <a16:creationId xmlns:a16="http://schemas.microsoft.com/office/drawing/2014/main" id="{C990F071-C713-4C88-01C7-6163E68B4B01}"/>
              </a:ext>
            </a:extLst>
          </p:cNvPr>
          <p:cNvGrpSpPr/>
          <p:nvPr/>
        </p:nvGrpSpPr>
        <p:grpSpPr>
          <a:xfrm>
            <a:off x="4621827" y="2983922"/>
            <a:ext cx="721206" cy="654973"/>
            <a:chOff x="9657606" y="2974054"/>
            <a:chExt cx="721206" cy="654973"/>
          </a:xfrm>
        </p:grpSpPr>
        <p:sp>
          <p:nvSpPr>
            <p:cNvPr id="386" name="Rectangle 385">
              <a:extLst>
                <a:ext uri="{FF2B5EF4-FFF2-40B4-BE49-F238E27FC236}">
                  <a16:creationId xmlns:a16="http://schemas.microsoft.com/office/drawing/2014/main" id="{3F42E135-366E-33DE-9AC9-E063F17769C0}"/>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387" name="Rectangle 386">
              <a:extLst>
                <a:ext uri="{FF2B5EF4-FFF2-40B4-BE49-F238E27FC236}">
                  <a16:creationId xmlns:a16="http://schemas.microsoft.com/office/drawing/2014/main" id="{2D76057E-C9E4-6CD0-FBEA-0268D7BDC98C}"/>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8" name="Oval 15">
              <a:extLst>
                <a:ext uri="{FF2B5EF4-FFF2-40B4-BE49-F238E27FC236}">
                  <a16:creationId xmlns:a16="http://schemas.microsoft.com/office/drawing/2014/main" id="{2D580751-9514-038A-05F9-B2C6836E7AAF}"/>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89" name="Straight Connector 388">
              <a:extLst>
                <a:ext uri="{FF2B5EF4-FFF2-40B4-BE49-F238E27FC236}">
                  <a16:creationId xmlns:a16="http://schemas.microsoft.com/office/drawing/2014/main" id="{B08A43CA-E83F-9049-EE54-AE3586DC87F4}"/>
                </a:ext>
              </a:extLst>
            </p:cNvPr>
            <p:cNvCxnSpPr>
              <a:cxnSpLocks/>
              <a:stCxn id="388"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90" name="Straight Connector 389">
              <a:extLst>
                <a:ext uri="{FF2B5EF4-FFF2-40B4-BE49-F238E27FC236}">
                  <a16:creationId xmlns:a16="http://schemas.microsoft.com/office/drawing/2014/main" id="{AE3AF052-A24B-8C4D-EC8A-A3CD6FCB0003}"/>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97" name="Group 396">
            <a:extLst>
              <a:ext uri="{FF2B5EF4-FFF2-40B4-BE49-F238E27FC236}">
                <a16:creationId xmlns:a16="http://schemas.microsoft.com/office/drawing/2014/main" id="{BEB22C58-3224-18D8-452F-CA67223C41FE}"/>
              </a:ext>
            </a:extLst>
          </p:cNvPr>
          <p:cNvGrpSpPr/>
          <p:nvPr/>
        </p:nvGrpSpPr>
        <p:grpSpPr>
          <a:xfrm>
            <a:off x="11356001" y="2974057"/>
            <a:ext cx="721206" cy="609701"/>
            <a:chOff x="11356001" y="2974057"/>
            <a:chExt cx="721206" cy="609701"/>
          </a:xfrm>
        </p:grpSpPr>
        <p:sp>
          <p:nvSpPr>
            <p:cNvPr id="398" name="Rectangle 397">
              <a:hlinkHover r:id="" action="ppaction://noaction" highlightClick="1"/>
              <a:extLst>
                <a:ext uri="{FF2B5EF4-FFF2-40B4-BE49-F238E27FC236}">
                  <a16:creationId xmlns:a16="http://schemas.microsoft.com/office/drawing/2014/main" id="{8484F01E-8479-90E7-9491-9B0423039392}"/>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399" name="Oval 398">
              <a:extLst>
                <a:ext uri="{FF2B5EF4-FFF2-40B4-BE49-F238E27FC236}">
                  <a16:creationId xmlns:a16="http://schemas.microsoft.com/office/drawing/2014/main" id="{0FD04512-FE8B-5447-0529-21D9944F20A6}"/>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0" name="Isosceles Triangle 648">
              <a:extLst>
                <a:ext uri="{FF2B5EF4-FFF2-40B4-BE49-F238E27FC236}">
                  <a16:creationId xmlns:a16="http://schemas.microsoft.com/office/drawing/2014/main" id="{B2FD9C05-73F0-215E-3970-4DDDAA322931}"/>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01" name="Group 400">
            <a:extLst>
              <a:ext uri="{FF2B5EF4-FFF2-40B4-BE49-F238E27FC236}">
                <a16:creationId xmlns:a16="http://schemas.microsoft.com/office/drawing/2014/main" id="{B43CBF99-51CE-5D27-04C9-325BC96C02FF}"/>
              </a:ext>
            </a:extLst>
          </p:cNvPr>
          <p:cNvGrpSpPr/>
          <p:nvPr/>
        </p:nvGrpSpPr>
        <p:grpSpPr>
          <a:xfrm>
            <a:off x="10506616" y="2984633"/>
            <a:ext cx="721220" cy="609701"/>
            <a:chOff x="9656903" y="2253333"/>
            <a:chExt cx="721220" cy="609701"/>
          </a:xfrm>
        </p:grpSpPr>
        <p:sp>
          <p:nvSpPr>
            <p:cNvPr id="402" name="Rectangle 401">
              <a:hlinkHover r:id="" action="ppaction://noaction" highlightClick="1"/>
              <a:extLst>
                <a:ext uri="{FF2B5EF4-FFF2-40B4-BE49-F238E27FC236}">
                  <a16:creationId xmlns:a16="http://schemas.microsoft.com/office/drawing/2014/main" id="{52454E10-4AAB-41ED-5BA9-A91FEFAFDF3A}"/>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03" name="Rectangle 402">
              <a:extLst>
                <a:ext uri="{FF2B5EF4-FFF2-40B4-BE49-F238E27FC236}">
                  <a16:creationId xmlns:a16="http://schemas.microsoft.com/office/drawing/2014/main" id="{144FD469-6912-5AC6-4412-D1C0F484A85C}"/>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4" name="Oval 15">
              <a:extLst>
                <a:ext uri="{FF2B5EF4-FFF2-40B4-BE49-F238E27FC236}">
                  <a16:creationId xmlns:a16="http://schemas.microsoft.com/office/drawing/2014/main" id="{EC6670EE-6A81-4215-30B6-F463AD7649D2}"/>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05" name="Straight Connector 404">
              <a:extLst>
                <a:ext uri="{FF2B5EF4-FFF2-40B4-BE49-F238E27FC236}">
                  <a16:creationId xmlns:a16="http://schemas.microsoft.com/office/drawing/2014/main" id="{BAFF256F-5D83-2EE6-D76D-5A442622B49F}"/>
                </a:ext>
              </a:extLst>
            </p:cNvPr>
            <p:cNvCxnSpPr>
              <a:cxnSpLocks/>
              <a:stCxn id="404"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06" name="Straight Connector 405">
              <a:extLst>
                <a:ext uri="{FF2B5EF4-FFF2-40B4-BE49-F238E27FC236}">
                  <a16:creationId xmlns:a16="http://schemas.microsoft.com/office/drawing/2014/main" id="{178BD641-842A-F2C1-4A6B-9154D617ECD9}"/>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13" name="Group 412">
            <a:extLst>
              <a:ext uri="{FF2B5EF4-FFF2-40B4-BE49-F238E27FC236}">
                <a16:creationId xmlns:a16="http://schemas.microsoft.com/office/drawing/2014/main" id="{F7C1B86B-4A09-CE93-5497-60952A7526A9}"/>
              </a:ext>
            </a:extLst>
          </p:cNvPr>
          <p:cNvGrpSpPr/>
          <p:nvPr/>
        </p:nvGrpSpPr>
        <p:grpSpPr>
          <a:xfrm>
            <a:off x="7957586" y="2253332"/>
            <a:ext cx="721206" cy="609701"/>
            <a:chOff x="7957586" y="2253332"/>
            <a:chExt cx="721206" cy="609701"/>
          </a:xfrm>
        </p:grpSpPr>
        <p:sp>
          <p:nvSpPr>
            <p:cNvPr id="414" name="Rectangle 413">
              <a:extLst>
                <a:ext uri="{FF2B5EF4-FFF2-40B4-BE49-F238E27FC236}">
                  <a16:creationId xmlns:a16="http://schemas.microsoft.com/office/drawing/2014/main" id="{59271174-270E-106C-988C-D0DA6FEE8B00}"/>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415" name="Right Triangle 414">
              <a:extLst>
                <a:ext uri="{FF2B5EF4-FFF2-40B4-BE49-F238E27FC236}">
                  <a16:creationId xmlns:a16="http://schemas.microsoft.com/office/drawing/2014/main" id="{37EEB032-503E-39E9-46D2-D4B87A5259EC}"/>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16" name="Group 415">
              <a:extLst>
                <a:ext uri="{FF2B5EF4-FFF2-40B4-BE49-F238E27FC236}">
                  <a16:creationId xmlns:a16="http://schemas.microsoft.com/office/drawing/2014/main" id="{594AE0DE-A832-1CFB-323C-61AE8A9CFB0A}"/>
                </a:ext>
              </a:extLst>
            </p:cNvPr>
            <p:cNvGrpSpPr/>
            <p:nvPr/>
          </p:nvGrpSpPr>
          <p:grpSpPr>
            <a:xfrm>
              <a:off x="8621942" y="2262669"/>
              <a:ext cx="37817" cy="61390"/>
              <a:chOff x="3883481" y="2057400"/>
              <a:chExt cx="1608363" cy="2652031"/>
            </a:xfrm>
            <a:solidFill>
              <a:srgbClr val="A6A6A6">
                <a:alpha val="20000"/>
              </a:srgbClr>
            </a:solidFill>
          </p:grpSpPr>
          <p:sp>
            <p:nvSpPr>
              <p:cNvPr id="417" name="Oval 27">
                <a:extLst>
                  <a:ext uri="{FF2B5EF4-FFF2-40B4-BE49-F238E27FC236}">
                    <a16:creationId xmlns:a16="http://schemas.microsoft.com/office/drawing/2014/main" id="{DDAC7F84-FD6A-EB23-8E07-4F584F274A2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8" name="Oval 28">
                <a:extLst>
                  <a:ext uri="{FF2B5EF4-FFF2-40B4-BE49-F238E27FC236}">
                    <a16:creationId xmlns:a16="http://schemas.microsoft.com/office/drawing/2014/main" id="{53D14A13-92D8-983F-FDDB-3CDBB30A04C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19" name="Group 418">
            <a:extLst>
              <a:ext uri="{FF2B5EF4-FFF2-40B4-BE49-F238E27FC236}">
                <a16:creationId xmlns:a16="http://schemas.microsoft.com/office/drawing/2014/main" id="{EB91C95E-0DB2-0780-E0FB-3B6C14B149C7}"/>
              </a:ext>
            </a:extLst>
          </p:cNvPr>
          <p:cNvGrpSpPr/>
          <p:nvPr/>
        </p:nvGrpSpPr>
        <p:grpSpPr>
          <a:xfrm>
            <a:off x="6290730" y="2257176"/>
            <a:ext cx="721206" cy="609701"/>
            <a:chOff x="8807250" y="2253334"/>
            <a:chExt cx="721206" cy="609701"/>
          </a:xfrm>
        </p:grpSpPr>
        <p:sp>
          <p:nvSpPr>
            <p:cNvPr id="420" name="Rectangle 419">
              <a:extLst>
                <a:ext uri="{FF2B5EF4-FFF2-40B4-BE49-F238E27FC236}">
                  <a16:creationId xmlns:a16="http://schemas.microsoft.com/office/drawing/2014/main" id="{C3A563D7-262F-DBB2-7A55-CAC17C0D0FDA}"/>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422" name="Right Triangle 421">
              <a:extLst>
                <a:ext uri="{FF2B5EF4-FFF2-40B4-BE49-F238E27FC236}">
                  <a16:creationId xmlns:a16="http://schemas.microsoft.com/office/drawing/2014/main" id="{51F49648-0C94-4171-630A-362582BBDD7F}"/>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3" name="Oval 27">
              <a:extLst>
                <a:ext uri="{FF2B5EF4-FFF2-40B4-BE49-F238E27FC236}">
                  <a16:creationId xmlns:a16="http://schemas.microsoft.com/office/drawing/2014/main" id="{9B69A911-7BE6-E2E9-F0A3-366DE018C2DF}"/>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4" name="Oval 28">
              <a:extLst>
                <a:ext uri="{FF2B5EF4-FFF2-40B4-BE49-F238E27FC236}">
                  <a16:creationId xmlns:a16="http://schemas.microsoft.com/office/drawing/2014/main" id="{0A1C45E3-FF1A-E82F-F768-52CFF21F9116}"/>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25" name="Group 424">
            <a:extLst>
              <a:ext uri="{FF2B5EF4-FFF2-40B4-BE49-F238E27FC236}">
                <a16:creationId xmlns:a16="http://schemas.microsoft.com/office/drawing/2014/main" id="{5EAC33F1-2E35-2F81-3E18-9451C5584321}"/>
              </a:ext>
            </a:extLst>
          </p:cNvPr>
          <p:cNvGrpSpPr/>
          <p:nvPr/>
        </p:nvGrpSpPr>
        <p:grpSpPr>
          <a:xfrm>
            <a:off x="9656903" y="2253333"/>
            <a:ext cx="721220" cy="609701"/>
            <a:chOff x="9656903" y="2253333"/>
            <a:chExt cx="721220" cy="609701"/>
          </a:xfrm>
        </p:grpSpPr>
        <p:sp>
          <p:nvSpPr>
            <p:cNvPr id="426" name="Rectangle 425">
              <a:hlinkHover r:id="" action="ppaction://noaction" highlightClick="1"/>
              <a:extLst>
                <a:ext uri="{FF2B5EF4-FFF2-40B4-BE49-F238E27FC236}">
                  <a16:creationId xmlns:a16="http://schemas.microsoft.com/office/drawing/2014/main" id="{3717E787-DD2B-C059-343A-6B05BAC29003}"/>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28" name="Rectangle 427">
              <a:extLst>
                <a:ext uri="{FF2B5EF4-FFF2-40B4-BE49-F238E27FC236}">
                  <a16:creationId xmlns:a16="http://schemas.microsoft.com/office/drawing/2014/main" id="{3732273A-715B-FF7F-AC84-A5CF31272537}"/>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9" name="Oval 15">
              <a:extLst>
                <a:ext uri="{FF2B5EF4-FFF2-40B4-BE49-F238E27FC236}">
                  <a16:creationId xmlns:a16="http://schemas.microsoft.com/office/drawing/2014/main" id="{9660C475-DEF6-A821-6CD8-E4FB36CD6664}"/>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0" name="Straight Connector 429">
              <a:extLst>
                <a:ext uri="{FF2B5EF4-FFF2-40B4-BE49-F238E27FC236}">
                  <a16:creationId xmlns:a16="http://schemas.microsoft.com/office/drawing/2014/main" id="{86F94800-A42C-E4DC-6283-25F937A00EA8}"/>
                </a:ext>
              </a:extLst>
            </p:cNvPr>
            <p:cNvCxnSpPr>
              <a:cxnSpLocks/>
              <a:stCxn id="42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31" name="Straight Connector 430">
              <a:extLst>
                <a:ext uri="{FF2B5EF4-FFF2-40B4-BE49-F238E27FC236}">
                  <a16:creationId xmlns:a16="http://schemas.microsoft.com/office/drawing/2014/main" id="{411A542E-2ED6-1D63-F30D-1481DF946A06}"/>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32" name="Group 431">
            <a:extLst>
              <a:ext uri="{FF2B5EF4-FFF2-40B4-BE49-F238E27FC236}">
                <a16:creationId xmlns:a16="http://schemas.microsoft.com/office/drawing/2014/main" id="{AD23ACA8-54DA-76C4-235C-D9A8D329FD4E}"/>
              </a:ext>
            </a:extLst>
          </p:cNvPr>
          <p:cNvGrpSpPr/>
          <p:nvPr/>
        </p:nvGrpSpPr>
        <p:grpSpPr>
          <a:xfrm>
            <a:off x="8797459" y="2264859"/>
            <a:ext cx="721206" cy="609701"/>
            <a:chOff x="11356242" y="2253333"/>
            <a:chExt cx="721206" cy="609701"/>
          </a:xfrm>
        </p:grpSpPr>
        <p:sp>
          <p:nvSpPr>
            <p:cNvPr id="433" name="Rectangle 432">
              <a:hlinkHover r:id="" action="ppaction://noaction" highlightClick="1"/>
              <a:extLst>
                <a:ext uri="{FF2B5EF4-FFF2-40B4-BE49-F238E27FC236}">
                  <a16:creationId xmlns:a16="http://schemas.microsoft.com/office/drawing/2014/main" id="{EB7379A3-2C9A-A31B-DCE1-DAAEF66F2D7B}"/>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434" name="Oval 433">
              <a:extLst>
                <a:ext uri="{FF2B5EF4-FFF2-40B4-BE49-F238E27FC236}">
                  <a16:creationId xmlns:a16="http://schemas.microsoft.com/office/drawing/2014/main" id="{EE7291CB-345F-97E5-71B9-B2586744BA18}"/>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5" name="Isosceles Triangle 648">
              <a:extLst>
                <a:ext uri="{FF2B5EF4-FFF2-40B4-BE49-F238E27FC236}">
                  <a16:creationId xmlns:a16="http://schemas.microsoft.com/office/drawing/2014/main" id="{A99676FD-6182-32BE-2710-536D24CCCC3F}"/>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6" name="Group 435">
            <a:extLst>
              <a:ext uri="{FF2B5EF4-FFF2-40B4-BE49-F238E27FC236}">
                <a16:creationId xmlns:a16="http://schemas.microsoft.com/office/drawing/2014/main" id="{2F51B546-A565-64D3-FA24-A6579AD2744F}"/>
              </a:ext>
            </a:extLst>
          </p:cNvPr>
          <p:cNvGrpSpPr/>
          <p:nvPr/>
        </p:nvGrpSpPr>
        <p:grpSpPr>
          <a:xfrm>
            <a:off x="10506580" y="2253333"/>
            <a:ext cx="721206" cy="609701"/>
            <a:chOff x="10506580" y="2253333"/>
            <a:chExt cx="721206" cy="609701"/>
          </a:xfrm>
        </p:grpSpPr>
        <p:sp>
          <p:nvSpPr>
            <p:cNvPr id="437" name="Rectangle 436">
              <a:hlinkHover r:id="" action="ppaction://noaction" highlightClick="1"/>
              <a:extLst>
                <a:ext uri="{FF2B5EF4-FFF2-40B4-BE49-F238E27FC236}">
                  <a16:creationId xmlns:a16="http://schemas.microsoft.com/office/drawing/2014/main" id="{9007CC30-BB05-9F9E-D33C-1930F78774BC}"/>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438" name="Diamond 437">
              <a:extLst>
                <a:ext uri="{FF2B5EF4-FFF2-40B4-BE49-F238E27FC236}">
                  <a16:creationId xmlns:a16="http://schemas.microsoft.com/office/drawing/2014/main" id="{3BC52984-2783-1BEE-5E56-A4F73D93DF51}"/>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9" name="Oval 438">
              <a:extLst>
                <a:ext uri="{FF2B5EF4-FFF2-40B4-BE49-F238E27FC236}">
                  <a16:creationId xmlns:a16="http://schemas.microsoft.com/office/drawing/2014/main" id="{789328E4-5D3D-72BA-CB59-A67ED6F652CB}"/>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40" name="Group 439">
            <a:extLst>
              <a:ext uri="{FF2B5EF4-FFF2-40B4-BE49-F238E27FC236}">
                <a16:creationId xmlns:a16="http://schemas.microsoft.com/office/drawing/2014/main" id="{DC5CEA39-CD42-BA3E-0E6B-8A4478DB1416}"/>
              </a:ext>
            </a:extLst>
          </p:cNvPr>
          <p:cNvGrpSpPr/>
          <p:nvPr/>
        </p:nvGrpSpPr>
        <p:grpSpPr>
          <a:xfrm>
            <a:off x="5454173" y="2257175"/>
            <a:ext cx="721206" cy="609701"/>
            <a:chOff x="6287891" y="2253333"/>
            <a:chExt cx="721206" cy="609701"/>
          </a:xfrm>
        </p:grpSpPr>
        <p:sp>
          <p:nvSpPr>
            <p:cNvPr id="441" name="Rectangle 440">
              <a:extLst>
                <a:ext uri="{FF2B5EF4-FFF2-40B4-BE49-F238E27FC236}">
                  <a16:creationId xmlns:a16="http://schemas.microsoft.com/office/drawing/2014/main" id="{4F1359A1-217F-2C0B-671D-C6E882190C3D}"/>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442" name="Right Triangle 441">
              <a:extLst>
                <a:ext uri="{FF2B5EF4-FFF2-40B4-BE49-F238E27FC236}">
                  <a16:creationId xmlns:a16="http://schemas.microsoft.com/office/drawing/2014/main" id="{C7294173-DC08-93A2-3F06-92379E06CBD6}"/>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43" name="Group 442">
              <a:extLst>
                <a:ext uri="{FF2B5EF4-FFF2-40B4-BE49-F238E27FC236}">
                  <a16:creationId xmlns:a16="http://schemas.microsoft.com/office/drawing/2014/main" id="{9E9C47F5-68F9-ACA9-3DC0-FDB9F48EE33D}"/>
                </a:ext>
              </a:extLst>
            </p:cNvPr>
            <p:cNvGrpSpPr/>
            <p:nvPr/>
          </p:nvGrpSpPr>
          <p:grpSpPr>
            <a:xfrm>
              <a:off x="6952470" y="2265099"/>
              <a:ext cx="37817" cy="61390"/>
              <a:chOff x="3883481" y="2057400"/>
              <a:chExt cx="1608363" cy="2652031"/>
            </a:xfrm>
            <a:solidFill>
              <a:srgbClr val="A6A6A6">
                <a:alpha val="20000"/>
              </a:srgbClr>
            </a:solidFill>
          </p:grpSpPr>
          <p:sp>
            <p:nvSpPr>
              <p:cNvPr id="444" name="Oval 27">
                <a:extLst>
                  <a:ext uri="{FF2B5EF4-FFF2-40B4-BE49-F238E27FC236}">
                    <a16:creationId xmlns:a16="http://schemas.microsoft.com/office/drawing/2014/main" id="{00391D9C-FA22-9851-3176-59AB8320A26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5" name="Oval 28">
                <a:extLst>
                  <a:ext uri="{FF2B5EF4-FFF2-40B4-BE49-F238E27FC236}">
                    <a16:creationId xmlns:a16="http://schemas.microsoft.com/office/drawing/2014/main" id="{467089D2-E42C-1F59-3300-9CA5C007CBF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46" name="Group 445">
            <a:extLst>
              <a:ext uri="{FF2B5EF4-FFF2-40B4-BE49-F238E27FC236}">
                <a16:creationId xmlns:a16="http://schemas.microsoft.com/office/drawing/2014/main" id="{5BE35000-C2F7-83AF-C0B0-66D871C6CE4D}"/>
              </a:ext>
            </a:extLst>
          </p:cNvPr>
          <p:cNvGrpSpPr/>
          <p:nvPr/>
        </p:nvGrpSpPr>
        <p:grpSpPr>
          <a:xfrm>
            <a:off x="7113172" y="2252067"/>
            <a:ext cx="728239" cy="609701"/>
            <a:chOff x="5442073" y="811556"/>
            <a:chExt cx="728239" cy="609701"/>
          </a:xfrm>
        </p:grpSpPr>
        <p:sp>
          <p:nvSpPr>
            <p:cNvPr id="447" name="Rectangle 446">
              <a:extLst>
                <a:ext uri="{FF2B5EF4-FFF2-40B4-BE49-F238E27FC236}">
                  <a16:creationId xmlns:a16="http://schemas.microsoft.com/office/drawing/2014/main" id="{8099F21B-51FD-596F-D3E1-D2F20CABC50D}"/>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448" name="Rectangle 447">
              <a:extLst>
                <a:ext uri="{FF2B5EF4-FFF2-40B4-BE49-F238E27FC236}">
                  <a16:creationId xmlns:a16="http://schemas.microsoft.com/office/drawing/2014/main" id="{157AF391-2B26-C9CB-FFDB-30FD7F94FDED}"/>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1" name="Oval 15">
              <a:extLst>
                <a:ext uri="{FF2B5EF4-FFF2-40B4-BE49-F238E27FC236}">
                  <a16:creationId xmlns:a16="http://schemas.microsoft.com/office/drawing/2014/main" id="{3A37C24F-DCED-E4FC-A38A-2410839812C8}"/>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2" name="Straight Connector 451">
              <a:extLst>
                <a:ext uri="{FF2B5EF4-FFF2-40B4-BE49-F238E27FC236}">
                  <a16:creationId xmlns:a16="http://schemas.microsoft.com/office/drawing/2014/main" id="{622A1499-D179-5E20-FDA4-DF76087C9D3A}"/>
                </a:ext>
              </a:extLst>
            </p:cNvPr>
            <p:cNvCxnSpPr>
              <a:cxnSpLocks/>
              <a:stCxn id="451"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53" name="Straight Connector 452">
              <a:extLst>
                <a:ext uri="{FF2B5EF4-FFF2-40B4-BE49-F238E27FC236}">
                  <a16:creationId xmlns:a16="http://schemas.microsoft.com/office/drawing/2014/main" id="{C59EA1EC-0CAF-522E-2367-2A94F105A7EF}"/>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54" name="Group 453">
            <a:extLst>
              <a:ext uri="{FF2B5EF4-FFF2-40B4-BE49-F238E27FC236}">
                <a16:creationId xmlns:a16="http://schemas.microsoft.com/office/drawing/2014/main" id="{DD3CE7DA-B17B-7B70-1242-3B87058EDAE0}"/>
              </a:ext>
            </a:extLst>
          </p:cNvPr>
          <p:cNvGrpSpPr/>
          <p:nvPr/>
        </p:nvGrpSpPr>
        <p:grpSpPr>
          <a:xfrm>
            <a:off x="11353919" y="2251694"/>
            <a:ext cx="721206" cy="609701"/>
            <a:chOff x="8807250" y="2253334"/>
            <a:chExt cx="721206" cy="609701"/>
          </a:xfrm>
        </p:grpSpPr>
        <p:sp>
          <p:nvSpPr>
            <p:cNvPr id="455" name="Rectangle 454">
              <a:extLst>
                <a:ext uri="{FF2B5EF4-FFF2-40B4-BE49-F238E27FC236}">
                  <a16:creationId xmlns:a16="http://schemas.microsoft.com/office/drawing/2014/main" id="{B4850F81-A45E-7EAA-00B0-2F8BDC8906E0}"/>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456" name="Right Triangle 455">
              <a:extLst>
                <a:ext uri="{FF2B5EF4-FFF2-40B4-BE49-F238E27FC236}">
                  <a16:creationId xmlns:a16="http://schemas.microsoft.com/office/drawing/2014/main" id="{F457522F-7EB2-1AF0-77E7-7EB3244B2962}"/>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7" name="Oval 27">
              <a:extLst>
                <a:ext uri="{FF2B5EF4-FFF2-40B4-BE49-F238E27FC236}">
                  <a16:creationId xmlns:a16="http://schemas.microsoft.com/office/drawing/2014/main" id="{F243ED4A-7DB2-10CA-91FC-2DF2D0BD6BBD}"/>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8" name="Oval 28">
              <a:extLst>
                <a:ext uri="{FF2B5EF4-FFF2-40B4-BE49-F238E27FC236}">
                  <a16:creationId xmlns:a16="http://schemas.microsoft.com/office/drawing/2014/main" id="{9FD0D520-5E5C-E223-3064-FEE0264B44B1}"/>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9" name="Group 458">
            <a:extLst>
              <a:ext uri="{FF2B5EF4-FFF2-40B4-BE49-F238E27FC236}">
                <a16:creationId xmlns:a16="http://schemas.microsoft.com/office/drawing/2014/main" id="{DE1616BE-EA3B-F1A3-320B-D13811476D9D}"/>
              </a:ext>
            </a:extLst>
          </p:cNvPr>
          <p:cNvGrpSpPr/>
          <p:nvPr/>
        </p:nvGrpSpPr>
        <p:grpSpPr>
          <a:xfrm>
            <a:off x="9651394" y="811173"/>
            <a:ext cx="721206" cy="609701"/>
            <a:chOff x="9657972" y="90836"/>
            <a:chExt cx="721206" cy="609701"/>
          </a:xfrm>
        </p:grpSpPr>
        <p:sp>
          <p:nvSpPr>
            <p:cNvPr id="460" name="Rectangle 459">
              <a:hlinkHover r:id="" action="ppaction://noaction" highlightClick="1"/>
              <a:extLst>
                <a:ext uri="{FF2B5EF4-FFF2-40B4-BE49-F238E27FC236}">
                  <a16:creationId xmlns:a16="http://schemas.microsoft.com/office/drawing/2014/main" id="{FFA55F4B-3E67-C149-783E-7A05ED3EDE5C}"/>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461" name="Diamond 460">
              <a:extLst>
                <a:ext uri="{FF2B5EF4-FFF2-40B4-BE49-F238E27FC236}">
                  <a16:creationId xmlns:a16="http://schemas.microsoft.com/office/drawing/2014/main" id="{F998C2EA-ECA8-EC37-428D-9EF8477EF138}"/>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2" name="Oval 461">
              <a:extLst>
                <a:ext uri="{FF2B5EF4-FFF2-40B4-BE49-F238E27FC236}">
                  <a16:creationId xmlns:a16="http://schemas.microsoft.com/office/drawing/2014/main" id="{FF3C0D65-7886-34F9-03DF-58E8EFB3E0FE}"/>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3" name="Group 462">
            <a:extLst>
              <a:ext uri="{FF2B5EF4-FFF2-40B4-BE49-F238E27FC236}">
                <a16:creationId xmlns:a16="http://schemas.microsoft.com/office/drawing/2014/main" id="{23E55BFA-3AD1-7AEB-1E4C-A27C8736D6A8}"/>
              </a:ext>
            </a:extLst>
          </p:cNvPr>
          <p:cNvGrpSpPr/>
          <p:nvPr/>
        </p:nvGrpSpPr>
        <p:grpSpPr>
          <a:xfrm>
            <a:off x="2102908" y="811556"/>
            <a:ext cx="721206" cy="609701"/>
            <a:chOff x="2102908" y="811556"/>
            <a:chExt cx="721206" cy="609701"/>
          </a:xfrm>
        </p:grpSpPr>
        <p:sp>
          <p:nvSpPr>
            <p:cNvPr id="464" name="Rectangle 463">
              <a:extLst>
                <a:ext uri="{FF2B5EF4-FFF2-40B4-BE49-F238E27FC236}">
                  <a16:creationId xmlns:a16="http://schemas.microsoft.com/office/drawing/2014/main" id="{BCC54A6B-8052-B12D-2DF3-B8EA9548AE97}"/>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65" name="Rectangle 464">
              <a:extLst>
                <a:ext uri="{FF2B5EF4-FFF2-40B4-BE49-F238E27FC236}">
                  <a16:creationId xmlns:a16="http://schemas.microsoft.com/office/drawing/2014/main" id="{2C4B3F8C-3ADD-9DAF-450D-50C1685724BC}"/>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6" name="Oval 15">
              <a:extLst>
                <a:ext uri="{FF2B5EF4-FFF2-40B4-BE49-F238E27FC236}">
                  <a16:creationId xmlns:a16="http://schemas.microsoft.com/office/drawing/2014/main" id="{179B2CF9-45CA-7205-7C71-6719CDE77AAE}"/>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7" name="Straight Connector 466">
              <a:extLst>
                <a:ext uri="{FF2B5EF4-FFF2-40B4-BE49-F238E27FC236}">
                  <a16:creationId xmlns:a16="http://schemas.microsoft.com/office/drawing/2014/main" id="{ACF28311-2790-AAFC-1A20-F664A5704DD0}"/>
                </a:ext>
              </a:extLst>
            </p:cNvPr>
            <p:cNvCxnSpPr>
              <a:cxnSpLocks/>
              <a:stCxn id="466"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468" name="Straight Connector 467">
              <a:extLst>
                <a:ext uri="{FF2B5EF4-FFF2-40B4-BE49-F238E27FC236}">
                  <a16:creationId xmlns:a16="http://schemas.microsoft.com/office/drawing/2014/main" id="{E3D8EC49-B007-5FD4-3116-C02A3CB27D27}"/>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9" name="Group 468">
            <a:extLst>
              <a:ext uri="{FF2B5EF4-FFF2-40B4-BE49-F238E27FC236}">
                <a16:creationId xmlns:a16="http://schemas.microsoft.com/office/drawing/2014/main" id="{408423FF-3041-74C6-A836-C514F6F489FC}"/>
              </a:ext>
            </a:extLst>
          </p:cNvPr>
          <p:cNvGrpSpPr/>
          <p:nvPr/>
        </p:nvGrpSpPr>
        <p:grpSpPr>
          <a:xfrm>
            <a:off x="10506594" y="811556"/>
            <a:ext cx="721220" cy="609701"/>
            <a:chOff x="10506594" y="811556"/>
            <a:chExt cx="721220" cy="609701"/>
          </a:xfrm>
        </p:grpSpPr>
        <p:sp>
          <p:nvSpPr>
            <p:cNvPr id="470" name="Rectangle 469">
              <a:extLst>
                <a:ext uri="{FF2B5EF4-FFF2-40B4-BE49-F238E27FC236}">
                  <a16:creationId xmlns:a16="http://schemas.microsoft.com/office/drawing/2014/main" id="{B0B7BA18-2F3C-289E-FED0-C8F0A6FDFE31}"/>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71" name="Rectangle 470">
              <a:extLst>
                <a:ext uri="{FF2B5EF4-FFF2-40B4-BE49-F238E27FC236}">
                  <a16:creationId xmlns:a16="http://schemas.microsoft.com/office/drawing/2014/main" id="{40C0BFA5-E46C-7446-1ED8-1B203B8C0D4F}"/>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2" name="Oval 15">
              <a:extLst>
                <a:ext uri="{FF2B5EF4-FFF2-40B4-BE49-F238E27FC236}">
                  <a16:creationId xmlns:a16="http://schemas.microsoft.com/office/drawing/2014/main" id="{C9C80752-53C6-32C5-5333-83CD02D54B47}"/>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73" name="Straight Connector 472">
              <a:extLst>
                <a:ext uri="{FF2B5EF4-FFF2-40B4-BE49-F238E27FC236}">
                  <a16:creationId xmlns:a16="http://schemas.microsoft.com/office/drawing/2014/main" id="{05F7634B-B816-4F40-DDA7-899DB429AFC9}"/>
                </a:ext>
              </a:extLst>
            </p:cNvPr>
            <p:cNvCxnSpPr>
              <a:cxnSpLocks/>
              <a:stCxn id="472"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74" name="Straight Connector 473">
              <a:extLst>
                <a:ext uri="{FF2B5EF4-FFF2-40B4-BE49-F238E27FC236}">
                  <a16:creationId xmlns:a16="http://schemas.microsoft.com/office/drawing/2014/main" id="{EB0410E0-13DB-1197-9E78-AB5B25838F0E}"/>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79" name="Group 478">
            <a:extLst>
              <a:ext uri="{FF2B5EF4-FFF2-40B4-BE49-F238E27FC236}">
                <a16:creationId xmlns:a16="http://schemas.microsoft.com/office/drawing/2014/main" id="{EE65BEC1-1DFD-8996-F95F-ECEFD753763B}"/>
              </a:ext>
            </a:extLst>
          </p:cNvPr>
          <p:cNvGrpSpPr/>
          <p:nvPr/>
        </p:nvGrpSpPr>
        <p:grpSpPr>
          <a:xfrm>
            <a:off x="10508723" y="1536662"/>
            <a:ext cx="721206" cy="609701"/>
            <a:chOff x="11356242" y="1532276"/>
            <a:chExt cx="721206" cy="609701"/>
          </a:xfrm>
        </p:grpSpPr>
        <p:sp>
          <p:nvSpPr>
            <p:cNvPr id="480" name="Rectangle 479">
              <a:hlinkHover r:id="" action="ppaction://noaction" highlightClick="1"/>
              <a:extLst>
                <a:ext uri="{FF2B5EF4-FFF2-40B4-BE49-F238E27FC236}">
                  <a16:creationId xmlns:a16="http://schemas.microsoft.com/office/drawing/2014/main" id="{FB9B5166-580E-8EB9-E25B-5BA0457E1777}"/>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487" name="Oval 486">
              <a:extLst>
                <a:ext uri="{FF2B5EF4-FFF2-40B4-BE49-F238E27FC236}">
                  <a16:creationId xmlns:a16="http://schemas.microsoft.com/office/drawing/2014/main" id="{E4DDB48B-BD6B-1056-6D90-F43589B35D2A}"/>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8" name="Isosceles Triangle 648">
              <a:extLst>
                <a:ext uri="{FF2B5EF4-FFF2-40B4-BE49-F238E27FC236}">
                  <a16:creationId xmlns:a16="http://schemas.microsoft.com/office/drawing/2014/main" id="{8CAC74C5-80F4-BA0B-9D5C-00BE497E8F89}"/>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28" name="Picture 27">
            <a:hlinkClick r:id="rId21" action="ppaction://hlinksldjump"/>
            <a:extLst>
              <a:ext uri="{FF2B5EF4-FFF2-40B4-BE49-F238E27FC236}">
                <a16:creationId xmlns:a16="http://schemas.microsoft.com/office/drawing/2014/main" id="{6A7D89B5-FC57-C44B-F94F-5E82F81CAB03}"/>
              </a:ext>
            </a:extLst>
          </p:cNvPr>
          <p:cNvPicPr>
            <a:picLocks noChangeAspect="1"/>
          </p:cNvPicPr>
          <p:nvPr/>
        </p:nvPicPr>
        <p:blipFill>
          <a:blip r:embed="rId22"/>
          <a:stretch>
            <a:fillRect/>
          </a:stretch>
        </p:blipFill>
        <p:spPr>
          <a:xfrm>
            <a:off x="0" y="0"/>
            <a:ext cx="211626" cy="6858000"/>
          </a:xfrm>
          <a:prstGeom prst="rect">
            <a:avLst/>
          </a:prstGeom>
        </p:spPr>
      </p:pic>
      <p:grpSp>
        <p:nvGrpSpPr>
          <p:cNvPr id="29" name="Group 28">
            <a:extLst>
              <a:ext uri="{FF2B5EF4-FFF2-40B4-BE49-F238E27FC236}">
                <a16:creationId xmlns:a16="http://schemas.microsoft.com/office/drawing/2014/main" id="{2E6557C8-7863-6A61-7096-E2F05FCA1E0E}"/>
              </a:ext>
            </a:extLst>
          </p:cNvPr>
          <p:cNvGrpSpPr/>
          <p:nvPr/>
        </p:nvGrpSpPr>
        <p:grpSpPr>
          <a:xfrm>
            <a:off x="9652491" y="2986436"/>
            <a:ext cx="721206" cy="609701"/>
            <a:chOff x="9657972" y="90836"/>
            <a:chExt cx="721206" cy="609701"/>
          </a:xfrm>
        </p:grpSpPr>
        <p:sp>
          <p:nvSpPr>
            <p:cNvPr id="30" name="Rectangle 29">
              <a:hlinkHover r:id="" action="ppaction://noaction" highlightClick="1"/>
              <a:extLst>
                <a:ext uri="{FF2B5EF4-FFF2-40B4-BE49-F238E27FC236}">
                  <a16:creationId xmlns:a16="http://schemas.microsoft.com/office/drawing/2014/main" id="{8ABE69D6-608D-8070-FFE3-7626AA244667}"/>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31" name="Diamond 30">
              <a:extLst>
                <a:ext uri="{FF2B5EF4-FFF2-40B4-BE49-F238E27FC236}">
                  <a16:creationId xmlns:a16="http://schemas.microsoft.com/office/drawing/2014/main" id="{8BDF1FE8-4A92-11F1-C595-1AF5AB49B0EA}"/>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 name="Oval 40">
              <a:extLst>
                <a:ext uri="{FF2B5EF4-FFF2-40B4-BE49-F238E27FC236}">
                  <a16:creationId xmlns:a16="http://schemas.microsoft.com/office/drawing/2014/main" id="{218E10CF-FE8A-CFCB-E99E-36010C62EE2E}"/>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71063969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108" name="Group 107">
            <a:extLst>
              <a:ext uri="{FF2B5EF4-FFF2-40B4-BE49-F238E27FC236}">
                <a16:creationId xmlns:a16="http://schemas.microsoft.com/office/drawing/2014/main" id="{1770A1B1-E2F1-67C7-3125-2837FB1B6A84}"/>
              </a:ext>
            </a:extLst>
          </p:cNvPr>
          <p:cNvGrpSpPr/>
          <p:nvPr/>
        </p:nvGrpSpPr>
        <p:grpSpPr>
          <a:xfrm>
            <a:off x="2100388" y="4419620"/>
            <a:ext cx="721206" cy="609701"/>
            <a:chOff x="2100388" y="4419620"/>
            <a:chExt cx="721206" cy="609701"/>
          </a:xfrm>
        </p:grpSpPr>
        <p:sp>
          <p:nvSpPr>
            <p:cNvPr id="109" name="Rectangle 108">
              <a:extLst>
                <a:ext uri="{FF2B5EF4-FFF2-40B4-BE49-F238E27FC236}">
                  <a16:creationId xmlns:a16="http://schemas.microsoft.com/office/drawing/2014/main" id="{FE648EFD-8C97-5560-0282-FC0AE3458197}"/>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grpSp>
          <p:nvGrpSpPr>
            <p:cNvPr id="110" name="Group 109">
              <a:extLst>
                <a:ext uri="{FF2B5EF4-FFF2-40B4-BE49-F238E27FC236}">
                  <a16:creationId xmlns:a16="http://schemas.microsoft.com/office/drawing/2014/main" id="{39F0A23B-D425-9763-2570-F14EC2AFBF6B}"/>
                </a:ext>
              </a:extLst>
            </p:cNvPr>
            <p:cNvGrpSpPr/>
            <p:nvPr/>
          </p:nvGrpSpPr>
          <p:grpSpPr>
            <a:xfrm>
              <a:off x="2769861" y="4434438"/>
              <a:ext cx="37817" cy="61390"/>
              <a:chOff x="3883481" y="2057400"/>
              <a:chExt cx="1608363" cy="2652031"/>
            </a:xfrm>
            <a:solidFill>
              <a:srgbClr val="A6A6A6"/>
            </a:solidFill>
          </p:grpSpPr>
          <p:sp>
            <p:nvSpPr>
              <p:cNvPr id="111" name="Oval 27">
                <a:extLst>
                  <a:ext uri="{FF2B5EF4-FFF2-40B4-BE49-F238E27FC236}">
                    <a16:creationId xmlns:a16="http://schemas.microsoft.com/office/drawing/2014/main" id="{B381F99F-0965-1A67-B35E-D658BC9342A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Oval 28">
                <a:extLst>
                  <a:ext uri="{FF2B5EF4-FFF2-40B4-BE49-F238E27FC236}">
                    <a16:creationId xmlns:a16="http://schemas.microsoft.com/office/drawing/2014/main" id="{772C98F8-019E-CE98-658C-1B398ADE1F2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30" name="TextBox 129">
            <a:extLst>
              <a:ext uri="{FF2B5EF4-FFF2-40B4-BE49-F238E27FC236}">
                <a16:creationId xmlns:a16="http://schemas.microsoft.com/office/drawing/2014/main" id="{3CB17D68-FA41-4929-AA37-6FDF53B7BEF2}"/>
              </a:ext>
            </a:extLst>
          </p:cNvPr>
          <p:cNvSpPr txBox="1"/>
          <p:nvPr/>
        </p:nvSpPr>
        <p:spPr>
          <a:xfrm>
            <a:off x="3298168" y="173237"/>
            <a:ext cx="5803559"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Traffic Filtering</a:t>
            </a:r>
          </a:p>
        </p:txBody>
      </p:sp>
      <p:sp>
        <p:nvSpPr>
          <p:cNvPr id="72" name="Rectangle 71">
            <a:hlinkClick r:id="rId3" action="ppaction://hlinksldjump"/>
            <a:hlinkHover r:id="rId3" action="ppaction://hlinksldjump"/>
            <a:extLst>
              <a:ext uri="{FF2B5EF4-FFF2-40B4-BE49-F238E27FC236}">
                <a16:creationId xmlns:a16="http://schemas.microsoft.com/office/drawing/2014/main" id="{4B87E0DC-4D1F-437F-9361-4E4E40F62695}"/>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00EF65D4-5A2C-4A7D-AE7A-B867F413C177}"/>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470C79C4-ED42-42D3-9542-020A7ADB9B89}"/>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9975A079-3045-46AA-9C5A-63178AD03527}"/>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9542E8C1-D536-4488-94DC-6F68CB70B8D3}"/>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0DBA7E0F-BD5B-406C-B54A-14D839E8CA5C}"/>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52FE0D46-031C-470B-85F0-62FFE3CB6FD6}"/>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AF98A86C-A62B-4A1A-92DE-F7F34A046C07}"/>
              </a:ext>
            </a:extLst>
          </p:cNvPr>
          <p:cNvSpPr/>
          <p:nvPr/>
        </p:nvSpPr>
        <p:spPr>
          <a:xfrm>
            <a:off x="4264726" y="6362036"/>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D39EE5E0-10C2-4BD3-AE15-E2C95A921B27}"/>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177D3066-DA0B-4C6E-A115-DAF56E4BE165}"/>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E25C7F06-E2D0-4FF0-A299-CA669AD74977}"/>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2BFB0690-4D09-48A2-8625-BBE1B205089A}"/>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B4B8F5B3-1B89-4C83-A59C-D3B8B0D03BD8}"/>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9DD5D91B-A66D-4A03-B056-609A4AABD8C5}"/>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9F373EF6-ED89-4A28-9638-1ED9E373A52D}"/>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F5A79336-72B7-47E7-96EE-AED69BD1FABC}"/>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E769EF48-76B9-4FB8-8BDD-490227605C8D}"/>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98" name="Rectangle 97">
            <a:hlinkClick r:id="rId20" action="ppaction://hlinksldjump"/>
            <a:hlinkHover r:id="rId20" action="ppaction://hlinksldjump"/>
            <a:extLst>
              <a:ext uri="{FF2B5EF4-FFF2-40B4-BE49-F238E27FC236}">
                <a16:creationId xmlns:a16="http://schemas.microsoft.com/office/drawing/2014/main" id="{EF5816C6-0E87-4125-80BF-4D6386CB8C93}"/>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2" name="Rectangle 1">
            <a:extLst>
              <a:ext uri="{FF2B5EF4-FFF2-40B4-BE49-F238E27FC236}">
                <a16:creationId xmlns:a16="http://schemas.microsoft.com/office/drawing/2014/main" id="{205A2708-1A62-D74C-31DD-9D292871A7AD}"/>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2ED1C055-2EBB-9B31-EF7C-906B6033E131}"/>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28E351D5-E4A3-416D-33E4-5159D731C34F}"/>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403B08E2-8261-DCE9-6E32-71DE72F5C746}"/>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2B258E0B-DCA4-8A2E-00C1-4806AECB3214}"/>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A9039072-EDCF-B504-2D0D-FA2F9F466D5D}"/>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3" name="Group 22">
            <a:extLst>
              <a:ext uri="{FF2B5EF4-FFF2-40B4-BE49-F238E27FC236}">
                <a16:creationId xmlns:a16="http://schemas.microsoft.com/office/drawing/2014/main" id="{6D3EB491-07D9-05E8-2DAC-2D8E680BE2D3}"/>
              </a:ext>
            </a:extLst>
          </p:cNvPr>
          <p:cNvGrpSpPr/>
          <p:nvPr/>
        </p:nvGrpSpPr>
        <p:grpSpPr>
          <a:xfrm>
            <a:off x="3779655" y="811556"/>
            <a:ext cx="721206" cy="609701"/>
            <a:chOff x="3779655" y="811556"/>
            <a:chExt cx="721206" cy="609701"/>
          </a:xfrm>
        </p:grpSpPr>
        <p:sp>
          <p:nvSpPr>
            <p:cNvPr id="24" name="Rectangle 23">
              <a:extLst>
                <a:ext uri="{FF2B5EF4-FFF2-40B4-BE49-F238E27FC236}">
                  <a16:creationId xmlns:a16="http://schemas.microsoft.com/office/drawing/2014/main" id="{996B2A29-0FD1-9FEE-EAA9-1A404ED7C7FD}"/>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5" name="Rectangle 24">
              <a:extLst>
                <a:ext uri="{FF2B5EF4-FFF2-40B4-BE49-F238E27FC236}">
                  <a16:creationId xmlns:a16="http://schemas.microsoft.com/office/drawing/2014/main" id="{6E326F1E-9E8A-5FE0-E2BC-8AB6305818C6}"/>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6" name="Oval 15">
              <a:extLst>
                <a:ext uri="{FF2B5EF4-FFF2-40B4-BE49-F238E27FC236}">
                  <a16:creationId xmlns:a16="http://schemas.microsoft.com/office/drawing/2014/main" id="{47A7F3FB-C10E-8591-F688-FBA56F911856}"/>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2" name="Straight Connector 31">
              <a:extLst>
                <a:ext uri="{FF2B5EF4-FFF2-40B4-BE49-F238E27FC236}">
                  <a16:creationId xmlns:a16="http://schemas.microsoft.com/office/drawing/2014/main" id="{8B0E89CC-BC02-FEA1-215E-14C4EC49DA09}"/>
                </a:ext>
              </a:extLst>
            </p:cNvPr>
            <p:cNvCxnSpPr>
              <a:cxnSpLocks/>
              <a:stCxn id="26"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3" name="Straight Connector 32">
              <a:extLst>
                <a:ext uri="{FF2B5EF4-FFF2-40B4-BE49-F238E27FC236}">
                  <a16:creationId xmlns:a16="http://schemas.microsoft.com/office/drawing/2014/main" id="{52892373-2632-45C0-1439-BB6285D51A29}"/>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4711A437-F365-0953-4649-5D7A2D079688}"/>
              </a:ext>
            </a:extLst>
          </p:cNvPr>
          <p:cNvGrpSpPr/>
          <p:nvPr/>
        </p:nvGrpSpPr>
        <p:grpSpPr>
          <a:xfrm>
            <a:off x="7959195" y="3698231"/>
            <a:ext cx="721206" cy="609701"/>
            <a:chOff x="7959195" y="3698231"/>
            <a:chExt cx="721206" cy="609701"/>
          </a:xfrm>
        </p:grpSpPr>
        <p:sp>
          <p:nvSpPr>
            <p:cNvPr id="36" name="Rectangle 35">
              <a:hlinkHover r:id="" action="ppaction://noaction" highlightClick="1"/>
              <a:extLst>
                <a:ext uri="{FF2B5EF4-FFF2-40B4-BE49-F238E27FC236}">
                  <a16:creationId xmlns:a16="http://schemas.microsoft.com/office/drawing/2014/main" id="{BC5E8C5B-E3F2-F1A9-1861-6E342A018EF1}"/>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39" name="Oval 38">
              <a:extLst>
                <a:ext uri="{FF2B5EF4-FFF2-40B4-BE49-F238E27FC236}">
                  <a16:creationId xmlns:a16="http://schemas.microsoft.com/office/drawing/2014/main" id="{316F0C78-E4F8-9588-D853-AEA33B62A3C3}"/>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 name="Isosceles Triangle 648">
              <a:extLst>
                <a:ext uri="{FF2B5EF4-FFF2-40B4-BE49-F238E27FC236}">
                  <a16:creationId xmlns:a16="http://schemas.microsoft.com/office/drawing/2014/main" id="{B7565A21-506B-CB47-A4A2-3F219BFAA524}"/>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 name="Group 54">
            <a:extLst>
              <a:ext uri="{FF2B5EF4-FFF2-40B4-BE49-F238E27FC236}">
                <a16:creationId xmlns:a16="http://schemas.microsoft.com/office/drawing/2014/main" id="{ECD8E836-0EF8-CDDB-A4D0-6649168EB571}"/>
              </a:ext>
            </a:extLst>
          </p:cNvPr>
          <p:cNvGrpSpPr/>
          <p:nvPr/>
        </p:nvGrpSpPr>
        <p:grpSpPr>
          <a:xfrm>
            <a:off x="5448056" y="1532276"/>
            <a:ext cx="721206" cy="609701"/>
            <a:chOff x="5448056" y="1532276"/>
            <a:chExt cx="721206" cy="609701"/>
          </a:xfrm>
        </p:grpSpPr>
        <p:sp>
          <p:nvSpPr>
            <p:cNvPr id="56" name="Rectangle 55">
              <a:extLst>
                <a:ext uri="{FF2B5EF4-FFF2-40B4-BE49-F238E27FC236}">
                  <a16:creationId xmlns:a16="http://schemas.microsoft.com/office/drawing/2014/main" id="{7EDD38BB-3C6B-4B94-80DE-2169BD5228A4}"/>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61" name="Rectangle 60">
              <a:extLst>
                <a:ext uri="{FF2B5EF4-FFF2-40B4-BE49-F238E27FC236}">
                  <a16:creationId xmlns:a16="http://schemas.microsoft.com/office/drawing/2014/main" id="{A445376F-B12A-8EE2-8642-A00B1A99B6C4}"/>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 name="Oval 15">
              <a:extLst>
                <a:ext uri="{FF2B5EF4-FFF2-40B4-BE49-F238E27FC236}">
                  <a16:creationId xmlns:a16="http://schemas.microsoft.com/office/drawing/2014/main" id="{C73276FA-2E64-397F-B8B1-8F72598DCEAA}"/>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 name="Straight Connector 62">
              <a:extLst>
                <a:ext uri="{FF2B5EF4-FFF2-40B4-BE49-F238E27FC236}">
                  <a16:creationId xmlns:a16="http://schemas.microsoft.com/office/drawing/2014/main" id="{FF4AB584-9E5B-2792-8075-4CF8669CC3E3}"/>
                </a:ext>
              </a:extLst>
            </p:cNvPr>
            <p:cNvCxnSpPr>
              <a:cxnSpLocks/>
              <a:stCxn id="62"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4" name="Straight Connector 63">
              <a:extLst>
                <a:ext uri="{FF2B5EF4-FFF2-40B4-BE49-F238E27FC236}">
                  <a16:creationId xmlns:a16="http://schemas.microsoft.com/office/drawing/2014/main" id="{E2E8230E-F6A3-3A23-B898-61FC5804EDD3}"/>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 name="Group 64">
            <a:extLst>
              <a:ext uri="{FF2B5EF4-FFF2-40B4-BE49-F238E27FC236}">
                <a16:creationId xmlns:a16="http://schemas.microsoft.com/office/drawing/2014/main" id="{700CB584-4F62-206E-1525-AC125F9CA4B8}"/>
              </a:ext>
            </a:extLst>
          </p:cNvPr>
          <p:cNvGrpSpPr/>
          <p:nvPr/>
        </p:nvGrpSpPr>
        <p:grpSpPr>
          <a:xfrm>
            <a:off x="6284565" y="1532276"/>
            <a:ext cx="721206" cy="609701"/>
            <a:chOff x="6284565" y="1532276"/>
            <a:chExt cx="721206" cy="609701"/>
          </a:xfrm>
        </p:grpSpPr>
        <p:sp>
          <p:nvSpPr>
            <p:cNvPr id="66" name="Rectangle 65">
              <a:extLst>
                <a:ext uri="{FF2B5EF4-FFF2-40B4-BE49-F238E27FC236}">
                  <a16:creationId xmlns:a16="http://schemas.microsoft.com/office/drawing/2014/main" id="{21ADBCD7-B769-DE75-A4E4-F0B83116DF79}"/>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90" name="Rectangle 89">
              <a:extLst>
                <a:ext uri="{FF2B5EF4-FFF2-40B4-BE49-F238E27FC236}">
                  <a16:creationId xmlns:a16="http://schemas.microsoft.com/office/drawing/2014/main" id="{0C6CF34C-251B-680E-5548-D779A8478FAC}"/>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 name="Oval 15">
              <a:extLst>
                <a:ext uri="{FF2B5EF4-FFF2-40B4-BE49-F238E27FC236}">
                  <a16:creationId xmlns:a16="http://schemas.microsoft.com/office/drawing/2014/main" id="{22C8C853-C527-2A79-14AA-30664B0594F4}"/>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 name="Straight Connector 91">
              <a:extLst>
                <a:ext uri="{FF2B5EF4-FFF2-40B4-BE49-F238E27FC236}">
                  <a16:creationId xmlns:a16="http://schemas.microsoft.com/office/drawing/2014/main" id="{1B3899D9-13F7-F07C-C96A-5B33ED498552}"/>
                </a:ext>
              </a:extLst>
            </p:cNvPr>
            <p:cNvCxnSpPr>
              <a:cxnSpLocks/>
              <a:stCxn id="91"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3" name="Straight Connector 92">
              <a:extLst>
                <a:ext uri="{FF2B5EF4-FFF2-40B4-BE49-F238E27FC236}">
                  <a16:creationId xmlns:a16="http://schemas.microsoft.com/office/drawing/2014/main" id="{65ACA930-E88A-7A1A-0DAE-C112C77BCB57}"/>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 name="Group 93">
            <a:extLst>
              <a:ext uri="{FF2B5EF4-FFF2-40B4-BE49-F238E27FC236}">
                <a16:creationId xmlns:a16="http://schemas.microsoft.com/office/drawing/2014/main" id="{DE2ABD19-90E7-0CC5-DE69-6924AB062A9B}"/>
              </a:ext>
            </a:extLst>
          </p:cNvPr>
          <p:cNvGrpSpPr/>
          <p:nvPr/>
        </p:nvGrpSpPr>
        <p:grpSpPr>
          <a:xfrm>
            <a:off x="7121069" y="1532276"/>
            <a:ext cx="721206" cy="609701"/>
            <a:chOff x="7121069" y="1532276"/>
            <a:chExt cx="721206" cy="609701"/>
          </a:xfrm>
        </p:grpSpPr>
        <p:sp>
          <p:nvSpPr>
            <p:cNvPr id="95" name="Rectangle 94">
              <a:extLst>
                <a:ext uri="{FF2B5EF4-FFF2-40B4-BE49-F238E27FC236}">
                  <a16:creationId xmlns:a16="http://schemas.microsoft.com/office/drawing/2014/main" id="{5804B7FE-C437-4314-7DE5-BC6437167B82}"/>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96" name="Rectangle 95">
              <a:extLst>
                <a:ext uri="{FF2B5EF4-FFF2-40B4-BE49-F238E27FC236}">
                  <a16:creationId xmlns:a16="http://schemas.microsoft.com/office/drawing/2014/main" id="{9DFC30AB-3F82-2746-D811-D5C5537D7D2B}"/>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 name="Oval 15">
              <a:extLst>
                <a:ext uri="{FF2B5EF4-FFF2-40B4-BE49-F238E27FC236}">
                  <a16:creationId xmlns:a16="http://schemas.microsoft.com/office/drawing/2014/main" id="{88319128-EF66-57A1-7679-8A803A9933B5}"/>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9" name="Straight Connector 98">
              <a:extLst>
                <a:ext uri="{FF2B5EF4-FFF2-40B4-BE49-F238E27FC236}">
                  <a16:creationId xmlns:a16="http://schemas.microsoft.com/office/drawing/2014/main" id="{DE4DF9E9-7B49-D49F-36E5-B0417D789ADC}"/>
                </a:ext>
              </a:extLst>
            </p:cNvPr>
            <p:cNvCxnSpPr>
              <a:cxnSpLocks/>
              <a:stCxn id="97"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0" name="Straight Connector 99">
              <a:extLst>
                <a:ext uri="{FF2B5EF4-FFF2-40B4-BE49-F238E27FC236}">
                  <a16:creationId xmlns:a16="http://schemas.microsoft.com/office/drawing/2014/main" id="{4FF73ED0-529E-DBFB-CC09-F0D46E46E186}"/>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1" name="Group 100">
            <a:extLst>
              <a:ext uri="{FF2B5EF4-FFF2-40B4-BE49-F238E27FC236}">
                <a16:creationId xmlns:a16="http://schemas.microsoft.com/office/drawing/2014/main" id="{40F651A4-0E24-F068-1ABA-98C702037856}"/>
              </a:ext>
            </a:extLst>
          </p:cNvPr>
          <p:cNvGrpSpPr/>
          <p:nvPr/>
        </p:nvGrpSpPr>
        <p:grpSpPr>
          <a:xfrm>
            <a:off x="3775045" y="1532276"/>
            <a:ext cx="721206" cy="609701"/>
            <a:chOff x="3775045" y="1532276"/>
            <a:chExt cx="721206" cy="609701"/>
          </a:xfrm>
        </p:grpSpPr>
        <p:sp>
          <p:nvSpPr>
            <p:cNvPr id="102" name="Rectangle 101">
              <a:extLst>
                <a:ext uri="{FF2B5EF4-FFF2-40B4-BE49-F238E27FC236}">
                  <a16:creationId xmlns:a16="http://schemas.microsoft.com/office/drawing/2014/main" id="{694DC365-8DB5-9FA2-43F5-FEE4A5A3315C}"/>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03" name="Right Triangle 102">
              <a:extLst>
                <a:ext uri="{FF2B5EF4-FFF2-40B4-BE49-F238E27FC236}">
                  <a16:creationId xmlns:a16="http://schemas.microsoft.com/office/drawing/2014/main" id="{1C486031-A09B-54CF-328B-B69B5EEB14A5}"/>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4" name="Group 103">
              <a:extLst>
                <a:ext uri="{FF2B5EF4-FFF2-40B4-BE49-F238E27FC236}">
                  <a16:creationId xmlns:a16="http://schemas.microsoft.com/office/drawing/2014/main" id="{59FF5448-722F-5510-D289-1A43BAE46B8B}"/>
                </a:ext>
              </a:extLst>
            </p:cNvPr>
            <p:cNvGrpSpPr/>
            <p:nvPr/>
          </p:nvGrpSpPr>
          <p:grpSpPr>
            <a:xfrm>
              <a:off x="4440495" y="1542936"/>
              <a:ext cx="37817" cy="61390"/>
              <a:chOff x="3883481" y="2057400"/>
              <a:chExt cx="1608363" cy="2652031"/>
            </a:xfrm>
            <a:solidFill>
              <a:srgbClr val="A6A6A6">
                <a:alpha val="20000"/>
              </a:srgbClr>
            </a:solidFill>
          </p:grpSpPr>
          <p:sp>
            <p:nvSpPr>
              <p:cNvPr id="105" name="Oval 27">
                <a:extLst>
                  <a:ext uri="{FF2B5EF4-FFF2-40B4-BE49-F238E27FC236}">
                    <a16:creationId xmlns:a16="http://schemas.microsoft.com/office/drawing/2014/main" id="{679CF124-7205-F075-869D-4DC3B35AF2B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 name="Oval 28">
                <a:extLst>
                  <a:ext uri="{FF2B5EF4-FFF2-40B4-BE49-F238E27FC236}">
                    <a16:creationId xmlns:a16="http://schemas.microsoft.com/office/drawing/2014/main" id="{F691EE8D-9783-FD97-A398-7E7D71A4D51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7" name="Group 106">
            <a:extLst>
              <a:ext uri="{FF2B5EF4-FFF2-40B4-BE49-F238E27FC236}">
                <a16:creationId xmlns:a16="http://schemas.microsoft.com/office/drawing/2014/main" id="{ACD971D3-426B-AC12-112D-D284AF9F38F6}"/>
              </a:ext>
            </a:extLst>
          </p:cNvPr>
          <p:cNvGrpSpPr/>
          <p:nvPr/>
        </p:nvGrpSpPr>
        <p:grpSpPr>
          <a:xfrm>
            <a:off x="4611552" y="1532276"/>
            <a:ext cx="721206" cy="609701"/>
            <a:chOff x="4611552" y="1532276"/>
            <a:chExt cx="721206" cy="609701"/>
          </a:xfrm>
        </p:grpSpPr>
        <p:sp>
          <p:nvSpPr>
            <p:cNvPr id="120" name="Rectangle 119">
              <a:extLst>
                <a:ext uri="{FF2B5EF4-FFF2-40B4-BE49-F238E27FC236}">
                  <a16:creationId xmlns:a16="http://schemas.microsoft.com/office/drawing/2014/main" id="{30721BE7-8953-BD3C-7DBC-F6FB9F47C05C}"/>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21" name="Right Triangle 120">
              <a:extLst>
                <a:ext uri="{FF2B5EF4-FFF2-40B4-BE49-F238E27FC236}">
                  <a16:creationId xmlns:a16="http://schemas.microsoft.com/office/drawing/2014/main" id="{044C1E42-9EB6-BC34-F781-D59A502BFD29}"/>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2" name="Group 121">
              <a:extLst>
                <a:ext uri="{FF2B5EF4-FFF2-40B4-BE49-F238E27FC236}">
                  <a16:creationId xmlns:a16="http://schemas.microsoft.com/office/drawing/2014/main" id="{3085F03E-2CEC-6D83-8996-040A69FACA98}"/>
                </a:ext>
              </a:extLst>
            </p:cNvPr>
            <p:cNvGrpSpPr/>
            <p:nvPr/>
          </p:nvGrpSpPr>
          <p:grpSpPr>
            <a:xfrm>
              <a:off x="5276135" y="1542936"/>
              <a:ext cx="37817" cy="61390"/>
              <a:chOff x="3883481" y="2057400"/>
              <a:chExt cx="1608363" cy="2652031"/>
            </a:xfrm>
            <a:solidFill>
              <a:srgbClr val="A6A6A6">
                <a:alpha val="20000"/>
              </a:srgbClr>
            </a:solidFill>
          </p:grpSpPr>
          <p:sp>
            <p:nvSpPr>
              <p:cNvPr id="123" name="Oval 27">
                <a:extLst>
                  <a:ext uri="{FF2B5EF4-FFF2-40B4-BE49-F238E27FC236}">
                    <a16:creationId xmlns:a16="http://schemas.microsoft.com/office/drawing/2014/main" id="{02386E55-B3BA-4EC8-872C-87340E1C91F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 name="Oval 28">
                <a:extLst>
                  <a:ext uri="{FF2B5EF4-FFF2-40B4-BE49-F238E27FC236}">
                    <a16:creationId xmlns:a16="http://schemas.microsoft.com/office/drawing/2014/main" id="{5A52E3E0-2972-E8A3-4DB5-8571C85DCF3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5" name="Group 124">
            <a:extLst>
              <a:ext uri="{FF2B5EF4-FFF2-40B4-BE49-F238E27FC236}">
                <a16:creationId xmlns:a16="http://schemas.microsoft.com/office/drawing/2014/main" id="{CE84A57C-ABF1-6F75-FF5A-09C962A45078}"/>
              </a:ext>
            </a:extLst>
          </p:cNvPr>
          <p:cNvGrpSpPr/>
          <p:nvPr/>
        </p:nvGrpSpPr>
        <p:grpSpPr>
          <a:xfrm>
            <a:off x="2938537" y="1532271"/>
            <a:ext cx="721206" cy="610042"/>
            <a:chOff x="2938537" y="1532271"/>
            <a:chExt cx="721206" cy="610042"/>
          </a:xfrm>
        </p:grpSpPr>
        <p:sp>
          <p:nvSpPr>
            <p:cNvPr id="447" name="Rectangle 446">
              <a:extLst>
                <a:ext uri="{FF2B5EF4-FFF2-40B4-BE49-F238E27FC236}">
                  <a16:creationId xmlns:a16="http://schemas.microsoft.com/office/drawing/2014/main" id="{B0B64FC2-6207-C346-261D-D849E0034EC5}"/>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48" name="Right Triangle 447">
              <a:extLst>
                <a:ext uri="{FF2B5EF4-FFF2-40B4-BE49-F238E27FC236}">
                  <a16:creationId xmlns:a16="http://schemas.microsoft.com/office/drawing/2014/main" id="{2DA9DDA1-089B-F944-30E5-87AF0882D78F}"/>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9" name="Oval 27">
              <a:extLst>
                <a:ext uri="{FF2B5EF4-FFF2-40B4-BE49-F238E27FC236}">
                  <a16:creationId xmlns:a16="http://schemas.microsoft.com/office/drawing/2014/main" id="{67DBB32F-DFD6-652D-EA59-2D2549F7B22A}"/>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0" name="Oval 28">
              <a:extLst>
                <a:ext uri="{FF2B5EF4-FFF2-40B4-BE49-F238E27FC236}">
                  <a16:creationId xmlns:a16="http://schemas.microsoft.com/office/drawing/2014/main" id="{8A3DFA85-2413-53CC-7F68-4D1981F5B4BD}"/>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1" name="Group 450">
            <a:extLst>
              <a:ext uri="{FF2B5EF4-FFF2-40B4-BE49-F238E27FC236}">
                <a16:creationId xmlns:a16="http://schemas.microsoft.com/office/drawing/2014/main" id="{FCB61552-C212-1FCF-74F5-2719F2D865E7}"/>
              </a:ext>
            </a:extLst>
          </p:cNvPr>
          <p:cNvGrpSpPr/>
          <p:nvPr/>
        </p:nvGrpSpPr>
        <p:grpSpPr>
          <a:xfrm>
            <a:off x="6287105" y="2974054"/>
            <a:ext cx="721206" cy="609701"/>
            <a:chOff x="6287105" y="2974054"/>
            <a:chExt cx="721206" cy="609701"/>
          </a:xfrm>
        </p:grpSpPr>
        <p:sp>
          <p:nvSpPr>
            <p:cNvPr id="452" name="Rectangle 451">
              <a:hlinkHover r:id="" action="ppaction://noaction" highlightClick="1"/>
              <a:extLst>
                <a:ext uri="{FF2B5EF4-FFF2-40B4-BE49-F238E27FC236}">
                  <a16:creationId xmlns:a16="http://schemas.microsoft.com/office/drawing/2014/main" id="{C2C166B5-15FA-1B7F-2ADC-995BA34CA850}"/>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53" name="Rectangle 452">
              <a:extLst>
                <a:ext uri="{FF2B5EF4-FFF2-40B4-BE49-F238E27FC236}">
                  <a16:creationId xmlns:a16="http://schemas.microsoft.com/office/drawing/2014/main" id="{655B8943-D80F-180B-2874-3B862AD45745}"/>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4" name="Oval 15">
              <a:extLst>
                <a:ext uri="{FF2B5EF4-FFF2-40B4-BE49-F238E27FC236}">
                  <a16:creationId xmlns:a16="http://schemas.microsoft.com/office/drawing/2014/main" id="{AEE8A60F-6664-5EF1-804B-4639ABBD68D8}"/>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5" name="Straight Connector 454">
              <a:extLst>
                <a:ext uri="{FF2B5EF4-FFF2-40B4-BE49-F238E27FC236}">
                  <a16:creationId xmlns:a16="http://schemas.microsoft.com/office/drawing/2014/main" id="{D3CC45D1-0F19-EA92-318A-01293E9E54A2}"/>
                </a:ext>
              </a:extLst>
            </p:cNvPr>
            <p:cNvCxnSpPr>
              <a:cxnSpLocks/>
              <a:stCxn id="454"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56" name="Group 455">
            <a:extLst>
              <a:ext uri="{FF2B5EF4-FFF2-40B4-BE49-F238E27FC236}">
                <a16:creationId xmlns:a16="http://schemas.microsoft.com/office/drawing/2014/main" id="{E3337291-6057-6033-D725-C0396406629E}"/>
              </a:ext>
            </a:extLst>
          </p:cNvPr>
          <p:cNvGrpSpPr/>
          <p:nvPr/>
        </p:nvGrpSpPr>
        <p:grpSpPr>
          <a:xfrm>
            <a:off x="7123149" y="2974054"/>
            <a:ext cx="721206" cy="646284"/>
            <a:chOff x="7123149" y="2974054"/>
            <a:chExt cx="721206" cy="646284"/>
          </a:xfrm>
        </p:grpSpPr>
        <p:sp>
          <p:nvSpPr>
            <p:cNvPr id="457" name="Rectangle 456">
              <a:hlinkHover r:id="" action="ppaction://noaction" highlightClick="1"/>
              <a:extLst>
                <a:ext uri="{FF2B5EF4-FFF2-40B4-BE49-F238E27FC236}">
                  <a16:creationId xmlns:a16="http://schemas.microsoft.com/office/drawing/2014/main" id="{5490F685-48D1-A4B8-95A3-E5D5355E1F55}"/>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58" name="Rectangle 457">
              <a:extLst>
                <a:ext uri="{FF2B5EF4-FFF2-40B4-BE49-F238E27FC236}">
                  <a16:creationId xmlns:a16="http://schemas.microsoft.com/office/drawing/2014/main" id="{FFD5318C-91E7-A71A-4D5A-301D075C7F74}"/>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9" name="Oval 15">
              <a:extLst>
                <a:ext uri="{FF2B5EF4-FFF2-40B4-BE49-F238E27FC236}">
                  <a16:creationId xmlns:a16="http://schemas.microsoft.com/office/drawing/2014/main" id="{BEB1136D-EA2B-2972-7216-CB007602183F}"/>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0" name="Straight Connector 459">
              <a:extLst>
                <a:ext uri="{FF2B5EF4-FFF2-40B4-BE49-F238E27FC236}">
                  <a16:creationId xmlns:a16="http://schemas.microsoft.com/office/drawing/2014/main" id="{268C5840-F29C-BFD3-F2A0-9683996FC1A1}"/>
                </a:ext>
              </a:extLst>
            </p:cNvPr>
            <p:cNvCxnSpPr>
              <a:cxnSpLocks/>
              <a:stCxn id="459"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1" name="Straight Connector 460">
              <a:extLst>
                <a:ext uri="{FF2B5EF4-FFF2-40B4-BE49-F238E27FC236}">
                  <a16:creationId xmlns:a16="http://schemas.microsoft.com/office/drawing/2014/main" id="{C9C24E0D-526B-5CFD-3C2E-6B492617499E}"/>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2" name="Group 461">
            <a:extLst>
              <a:ext uri="{FF2B5EF4-FFF2-40B4-BE49-F238E27FC236}">
                <a16:creationId xmlns:a16="http://schemas.microsoft.com/office/drawing/2014/main" id="{AE8CDB26-7419-ABF0-DCB8-62E5C643A7C0}"/>
              </a:ext>
            </a:extLst>
          </p:cNvPr>
          <p:cNvGrpSpPr/>
          <p:nvPr/>
        </p:nvGrpSpPr>
        <p:grpSpPr>
          <a:xfrm>
            <a:off x="7959200" y="2974054"/>
            <a:ext cx="721206" cy="609701"/>
            <a:chOff x="7959200" y="2974054"/>
            <a:chExt cx="721206" cy="609701"/>
          </a:xfrm>
        </p:grpSpPr>
        <p:sp>
          <p:nvSpPr>
            <p:cNvPr id="463" name="Rectangle 462">
              <a:hlinkHover r:id="" action="ppaction://noaction" highlightClick="1"/>
              <a:extLst>
                <a:ext uri="{FF2B5EF4-FFF2-40B4-BE49-F238E27FC236}">
                  <a16:creationId xmlns:a16="http://schemas.microsoft.com/office/drawing/2014/main" id="{62AD3EB7-6C8E-B32F-5848-C817C44DE0F3}"/>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64" name="Diamond 463">
              <a:extLst>
                <a:ext uri="{FF2B5EF4-FFF2-40B4-BE49-F238E27FC236}">
                  <a16:creationId xmlns:a16="http://schemas.microsoft.com/office/drawing/2014/main" id="{B094AAEF-BB1A-71DF-6393-2959C16B029F}"/>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5" name="Oval 464">
              <a:extLst>
                <a:ext uri="{FF2B5EF4-FFF2-40B4-BE49-F238E27FC236}">
                  <a16:creationId xmlns:a16="http://schemas.microsoft.com/office/drawing/2014/main" id="{7EF551F7-AC03-8F74-F250-EE3639D393A1}"/>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6" name="Group 465">
            <a:extLst>
              <a:ext uri="{FF2B5EF4-FFF2-40B4-BE49-F238E27FC236}">
                <a16:creationId xmlns:a16="http://schemas.microsoft.com/office/drawing/2014/main" id="{06A4BE85-0355-8E6E-B927-354329492D95}"/>
              </a:ext>
            </a:extLst>
          </p:cNvPr>
          <p:cNvGrpSpPr/>
          <p:nvPr/>
        </p:nvGrpSpPr>
        <p:grpSpPr>
          <a:xfrm>
            <a:off x="8795244" y="2974054"/>
            <a:ext cx="721206" cy="609701"/>
            <a:chOff x="8795244" y="2974054"/>
            <a:chExt cx="721206" cy="609701"/>
          </a:xfrm>
        </p:grpSpPr>
        <p:sp>
          <p:nvSpPr>
            <p:cNvPr id="467" name="Rectangle 466">
              <a:hlinkHover r:id="" action="ppaction://noaction" highlightClick="1"/>
              <a:extLst>
                <a:ext uri="{FF2B5EF4-FFF2-40B4-BE49-F238E27FC236}">
                  <a16:creationId xmlns:a16="http://schemas.microsoft.com/office/drawing/2014/main" id="{D90FC8F3-FA2E-B62D-681C-FF351AD51051}"/>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68" name="Diamond 467">
              <a:extLst>
                <a:ext uri="{FF2B5EF4-FFF2-40B4-BE49-F238E27FC236}">
                  <a16:creationId xmlns:a16="http://schemas.microsoft.com/office/drawing/2014/main" id="{4C6A2136-4E71-6519-6D07-B7335E81C368}"/>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9" name="Oval 468">
              <a:extLst>
                <a:ext uri="{FF2B5EF4-FFF2-40B4-BE49-F238E27FC236}">
                  <a16:creationId xmlns:a16="http://schemas.microsoft.com/office/drawing/2014/main" id="{480CA3E3-F3E9-156C-0F95-6CD4BBC10981}"/>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6" name="Group 475">
            <a:extLst>
              <a:ext uri="{FF2B5EF4-FFF2-40B4-BE49-F238E27FC236}">
                <a16:creationId xmlns:a16="http://schemas.microsoft.com/office/drawing/2014/main" id="{A1F17C2B-AFFE-DC1F-37CE-054518D84574}"/>
              </a:ext>
            </a:extLst>
          </p:cNvPr>
          <p:cNvGrpSpPr/>
          <p:nvPr/>
        </p:nvGrpSpPr>
        <p:grpSpPr>
          <a:xfrm>
            <a:off x="5442073" y="811556"/>
            <a:ext cx="728239" cy="609701"/>
            <a:chOff x="5442073" y="811556"/>
            <a:chExt cx="728239" cy="609701"/>
          </a:xfrm>
        </p:grpSpPr>
        <p:sp>
          <p:nvSpPr>
            <p:cNvPr id="477" name="Rectangle 476">
              <a:extLst>
                <a:ext uri="{FF2B5EF4-FFF2-40B4-BE49-F238E27FC236}">
                  <a16:creationId xmlns:a16="http://schemas.microsoft.com/office/drawing/2014/main" id="{FC123CDF-9A81-485B-AF40-88C53655459A}"/>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78" name="Rectangle 477">
              <a:extLst>
                <a:ext uri="{FF2B5EF4-FFF2-40B4-BE49-F238E27FC236}">
                  <a16:creationId xmlns:a16="http://schemas.microsoft.com/office/drawing/2014/main" id="{28300DDF-F7DC-92A9-F4A7-BEE73B91687D}"/>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9" name="Oval 15">
              <a:extLst>
                <a:ext uri="{FF2B5EF4-FFF2-40B4-BE49-F238E27FC236}">
                  <a16:creationId xmlns:a16="http://schemas.microsoft.com/office/drawing/2014/main" id="{9C8060E6-F3AC-D2BA-03C4-6144E3543091}"/>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0" name="Straight Connector 479">
              <a:extLst>
                <a:ext uri="{FF2B5EF4-FFF2-40B4-BE49-F238E27FC236}">
                  <a16:creationId xmlns:a16="http://schemas.microsoft.com/office/drawing/2014/main" id="{F0871602-E5FF-9558-6DFE-D1ABC75DAB21}"/>
                </a:ext>
              </a:extLst>
            </p:cNvPr>
            <p:cNvCxnSpPr>
              <a:cxnSpLocks/>
              <a:stCxn id="479"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1" name="Straight Connector 480">
              <a:extLst>
                <a:ext uri="{FF2B5EF4-FFF2-40B4-BE49-F238E27FC236}">
                  <a16:creationId xmlns:a16="http://schemas.microsoft.com/office/drawing/2014/main" id="{F75338D6-5DF5-9EF9-79A6-53AF7FDC9DFA}"/>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2" name="Group 481">
            <a:extLst>
              <a:ext uri="{FF2B5EF4-FFF2-40B4-BE49-F238E27FC236}">
                <a16:creationId xmlns:a16="http://schemas.microsoft.com/office/drawing/2014/main" id="{B8A57FD3-83EA-64D8-133C-F6DD92E3654E}"/>
              </a:ext>
            </a:extLst>
          </p:cNvPr>
          <p:cNvGrpSpPr/>
          <p:nvPr/>
        </p:nvGrpSpPr>
        <p:grpSpPr>
          <a:xfrm>
            <a:off x="6284597" y="811555"/>
            <a:ext cx="721206" cy="609701"/>
            <a:chOff x="6284597" y="811555"/>
            <a:chExt cx="721206" cy="609701"/>
          </a:xfrm>
        </p:grpSpPr>
        <p:sp>
          <p:nvSpPr>
            <p:cNvPr id="483" name="Rectangle 482">
              <a:hlinkHover r:id="" action="ppaction://noaction" highlightClick="1"/>
              <a:extLst>
                <a:ext uri="{FF2B5EF4-FFF2-40B4-BE49-F238E27FC236}">
                  <a16:creationId xmlns:a16="http://schemas.microsoft.com/office/drawing/2014/main" id="{F0670A24-3B36-9FD6-F1E2-4CAD91AEEAD1}"/>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84" name="Right Triangle 483">
              <a:extLst>
                <a:ext uri="{FF2B5EF4-FFF2-40B4-BE49-F238E27FC236}">
                  <a16:creationId xmlns:a16="http://schemas.microsoft.com/office/drawing/2014/main" id="{77BEA48E-8BA9-4A32-7CD2-900A744F08DA}"/>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5" name="Oval 27">
              <a:extLst>
                <a:ext uri="{FF2B5EF4-FFF2-40B4-BE49-F238E27FC236}">
                  <a16:creationId xmlns:a16="http://schemas.microsoft.com/office/drawing/2014/main" id="{02F1D1BB-78AA-283D-5435-119EB7D09AD0}"/>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6" name="Oval 28">
              <a:extLst>
                <a:ext uri="{FF2B5EF4-FFF2-40B4-BE49-F238E27FC236}">
                  <a16:creationId xmlns:a16="http://schemas.microsoft.com/office/drawing/2014/main" id="{C66E0CD2-A42C-6635-40EE-CC3BF4691E7F}"/>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2" name="Group 491">
            <a:extLst>
              <a:ext uri="{FF2B5EF4-FFF2-40B4-BE49-F238E27FC236}">
                <a16:creationId xmlns:a16="http://schemas.microsoft.com/office/drawing/2014/main" id="{B78DC95F-A162-AD11-8A62-04E891D377EB}"/>
              </a:ext>
            </a:extLst>
          </p:cNvPr>
          <p:cNvGrpSpPr/>
          <p:nvPr/>
        </p:nvGrpSpPr>
        <p:grpSpPr>
          <a:xfrm>
            <a:off x="7957576" y="811556"/>
            <a:ext cx="721206" cy="609701"/>
            <a:chOff x="7957576" y="811556"/>
            <a:chExt cx="721206" cy="609701"/>
          </a:xfrm>
        </p:grpSpPr>
        <p:sp>
          <p:nvSpPr>
            <p:cNvPr id="493" name="Rectangle 492">
              <a:extLst>
                <a:ext uri="{FF2B5EF4-FFF2-40B4-BE49-F238E27FC236}">
                  <a16:creationId xmlns:a16="http://schemas.microsoft.com/office/drawing/2014/main" id="{110539A2-1613-E556-B5D9-6014423B0B78}"/>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94" name="Rectangle 493">
              <a:extLst>
                <a:ext uri="{FF2B5EF4-FFF2-40B4-BE49-F238E27FC236}">
                  <a16:creationId xmlns:a16="http://schemas.microsoft.com/office/drawing/2014/main" id="{A69CA6F4-6932-B4AE-6CA6-06C6402937B4}"/>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5" name="Oval 15">
              <a:extLst>
                <a:ext uri="{FF2B5EF4-FFF2-40B4-BE49-F238E27FC236}">
                  <a16:creationId xmlns:a16="http://schemas.microsoft.com/office/drawing/2014/main" id="{DF31E3BB-071B-DD8D-CE82-EA6B463F2611}"/>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96" name="Straight Connector 495">
              <a:extLst>
                <a:ext uri="{FF2B5EF4-FFF2-40B4-BE49-F238E27FC236}">
                  <a16:creationId xmlns:a16="http://schemas.microsoft.com/office/drawing/2014/main" id="{65E78BB3-39EC-AC9E-2EDA-988AB7465328}"/>
                </a:ext>
              </a:extLst>
            </p:cNvPr>
            <p:cNvCxnSpPr>
              <a:cxnSpLocks/>
              <a:stCxn id="495"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7" name="Straight Connector 496">
              <a:extLst>
                <a:ext uri="{FF2B5EF4-FFF2-40B4-BE49-F238E27FC236}">
                  <a16:creationId xmlns:a16="http://schemas.microsoft.com/office/drawing/2014/main" id="{70679D3B-6054-63F2-7DDD-EBB163202736}"/>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6" name="Group 505">
            <a:extLst>
              <a:ext uri="{FF2B5EF4-FFF2-40B4-BE49-F238E27FC236}">
                <a16:creationId xmlns:a16="http://schemas.microsoft.com/office/drawing/2014/main" id="{13F3852B-107E-47C5-C251-DA6D8EEB2A87}"/>
              </a:ext>
            </a:extLst>
          </p:cNvPr>
          <p:cNvGrpSpPr/>
          <p:nvPr/>
        </p:nvGrpSpPr>
        <p:grpSpPr>
          <a:xfrm>
            <a:off x="11356242" y="90836"/>
            <a:ext cx="721206" cy="609701"/>
            <a:chOff x="11356242" y="90836"/>
            <a:chExt cx="721206" cy="609701"/>
          </a:xfrm>
        </p:grpSpPr>
        <p:sp>
          <p:nvSpPr>
            <p:cNvPr id="507" name="Rectangle 506">
              <a:hlinkHover r:id="" action="ppaction://noaction" highlightClick="1"/>
              <a:extLst>
                <a:ext uri="{FF2B5EF4-FFF2-40B4-BE49-F238E27FC236}">
                  <a16:creationId xmlns:a16="http://schemas.microsoft.com/office/drawing/2014/main" id="{7C2DB6A9-7453-E78F-5F52-3F00B37E71D3}"/>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08" name="Oval 507">
              <a:extLst>
                <a:ext uri="{FF2B5EF4-FFF2-40B4-BE49-F238E27FC236}">
                  <a16:creationId xmlns:a16="http://schemas.microsoft.com/office/drawing/2014/main" id="{BA11DAC3-023C-BED4-CA83-4FAAE6B0DDB5}"/>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9" name="Isosceles Triangle 648">
              <a:extLst>
                <a:ext uri="{FF2B5EF4-FFF2-40B4-BE49-F238E27FC236}">
                  <a16:creationId xmlns:a16="http://schemas.microsoft.com/office/drawing/2014/main" id="{CC1580FB-ECB7-84BE-56FF-9D4C3A4EE09E}"/>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0" name="Group 509">
            <a:extLst>
              <a:ext uri="{FF2B5EF4-FFF2-40B4-BE49-F238E27FC236}">
                <a16:creationId xmlns:a16="http://schemas.microsoft.com/office/drawing/2014/main" id="{62D9D1C9-ABDF-9BCF-07D8-0F5DA91A34E8}"/>
              </a:ext>
            </a:extLst>
          </p:cNvPr>
          <p:cNvGrpSpPr/>
          <p:nvPr/>
        </p:nvGrpSpPr>
        <p:grpSpPr>
          <a:xfrm>
            <a:off x="11356243" y="3694774"/>
            <a:ext cx="721206" cy="609701"/>
            <a:chOff x="11356243" y="3694774"/>
            <a:chExt cx="721206" cy="609701"/>
          </a:xfrm>
        </p:grpSpPr>
        <p:sp>
          <p:nvSpPr>
            <p:cNvPr id="511" name="Rectangle 510">
              <a:hlinkHover r:id="" action="ppaction://noaction" highlightClick="1"/>
              <a:extLst>
                <a:ext uri="{FF2B5EF4-FFF2-40B4-BE49-F238E27FC236}">
                  <a16:creationId xmlns:a16="http://schemas.microsoft.com/office/drawing/2014/main" id="{72D96C3E-7537-6786-0D6C-2C549CD2E9BE}"/>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12" name="Oval 511">
              <a:extLst>
                <a:ext uri="{FF2B5EF4-FFF2-40B4-BE49-F238E27FC236}">
                  <a16:creationId xmlns:a16="http://schemas.microsoft.com/office/drawing/2014/main" id="{61759027-FD04-8595-05AC-5952C6C068C3}"/>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3" name="Isosceles Triangle 648">
              <a:extLst>
                <a:ext uri="{FF2B5EF4-FFF2-40B4-BE49-F238E27FC236}">
                  <a16:creationId xmlns:a16="http://schemas.microsoft.com/office/drawing/2014/main" id="{21E0CFEB-632C-D334-55D4-CF0B8EF3E7DB}"/>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4" name="Group 513">
            <a:extLst>
              <a:ext uri="{FF2B5EF4-FFF2-40B4-BE49-F238E27FC236}">
                <a16:creationId xmlns:a16="http://schemas.microsoft.com/office/drawing/2014/main" id="{380695BE-A014-5154-EC4F-8F3C11DF3ADE}"/>
              </a:ext>
            </a:extLst>
          </p:cNvPr>
          <p:cNvGrpSpPr/>
          <p:nvPr/>
        </p:nvGrpSpPr>
        <p:grpSpPr>
          <a:xfrm>
            <a:off x="9657691" y="4419624"/>
            <a:ext cx="721206" cy="609701"/>
            <a:chOff x="9657691" y="4419624"/>
            <a:chExt cx="721206" cy="609701"/>
          </a:xfrm>
        </p:grpSpPr>
        <p:sp>
          <p:nvSpPr>
            <p:cNvPr id="515" name="Rectangle 514">
              <a:hlinkHover r:id="" action="ppaction://noaction" highlightClick="1"/>
              <a:extLst>
                <a:ext uri="{FF2B5EF4-FFF2-40B4-BE49-F238E27FC236}">
                  <a16:creationId xmlns:a16="http://schemas.microsoft.com/office/drawing/2014/main" id="{351B31F4-7D59-E80B-8717-7AFB8E71972F}"/>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16" name="Oval 515">
              <a:extLst>
                <a:ext uri="{FF2B5EF4-FFF2-40B4-BE49-F238E27FC236}">
                  <a16:creationId xmlns:a16="http://schemas.microsoft.com/office/drawing/2014/main" id="{11EC2985-955F-4636-87BC-86FC9D0E8E91}"/>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7" name="Isosceles Triangle 648">
              <a:extLst>
                <a:ext uri="{FF2B5EF4-FFF2-40B4-BE49-F238E27FC236}">
                  <a16:creationId xmlns:a16="http://schemas.microsoft.com/office/drawing/2014/main" id="{79615820-5AA3-DCA8-4ACC-460F0AB2B0DE}"/>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8" name="Group 517">
            <a:extLst>
              <a:ext uri="{FF2B5EF4-FFF2-40B4-BE49-F238E27FC236}">
                <a16:creationId xmlns:a16="http://schemas.microsoft.com/office/drawing/2014/main" id="{24D7B9AE-5FAC-C547-E892-300E2F2086D3}"/>
              </a:ext>
            </a:extLst>
          </p:cNvPr>
          <p:cNvGrpSpPr/>
          <p:nvPr/>
        </p:nvGrpSpPr>
        <p:grpSpPr>
          <a:xfrm>
            <a:off x="10506968" y="4419620"/>
            <a:ext cx="721206" cy="609701"/>
            <a:chOff x="10506968" y="4419620"/>
            <a:chExt cx="721206" cy="609701"/>
          </a:xfrm>
        </p:grpSpPr>
        <p:sp>
          <p:nvSpPr>
            <p:cNvPr id="519" name="Rectangle 518">
              <a:hlinkHover r:id="" action="ppaction://noaction" highlightClick="1"/>
              <a:extLst>
                <a:ext uri="{FF2B5EF4-FFF2-40B4-BE49-F238E27FC236}">
                  <a16:creationId xmlns:a16="http://schemas.microsoft.com/office/drawing/2014/main" id="{D19150BC-B58F-FA85-4985-5A6DA565DB90}"/>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20" name="Oval 519">
              <a:extLst>
                <a:ext uri="{FF2B5EF4-FFF2-40B4-BE49-F238E27FC236}">
                  <a16:creationId xmlns:a16="http://schemas.microsoft.com/office/drawing/2014/main" id="{6E1ED75C-4F86-6F91-0C0C-E9FFCD64BD7B}"/>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1" name="Isosceles Triangle 648">
              <a:extLst>
                <a:ext uri="{FF2B5EF4-FFF2-40B4-BE49-F238E27FC236}">
                  <a16:creationId xmlns:a16="http://schemas.microsoft.com/office/drawing/2014/main" id="{3F8E8EAD-811A-E7B2-CDE3-0C767A1A5167}"/>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2" name="Group 521">
            <a:extLst>
              <a:ext uri="{FF2B5EF4-FFF2-40B4-BE49-F238E27FC236}">
                <a16:creationId xmlns:a16="http://schemas.microsoft.com/office/drawing/2014/main" id="{59E988D3-DE18-2438-24FB-E9798B424B25}"/>
              </a:ext>
            </a:extLst>
          </p:cNvPr>
          <p:cNvGrpSpPr/>
          <p:nvPr/>
        </p:nvGrpSpPr>
        <p:grpSpPr>
          <a:xfrm>
            <a:off x="11356003" y="4416261"/>
            <a:ext cx="721206" cy="609701"/>
            <a:chOff x="11356003" y="4416261"/>
            <a:chExt cx="721206" cy="609701"/>
          </a:xfrm>
        </p:grpSpPr>
        <p:sp>
          <p:nvSpPr>
            <p:cNvPr id="523" name="Rectangle 522">
              <a:hlinkHover r:id="" action="ppaction://noaction" highlightClick="1"/>
              <a:extLst>
                <a:ext uri="{FF2B5EF4-FFF2-40B4-BE49-F238E27FC236}">
                  <a16:creationId xmlns:a16="http://schemas.microsoft.com/office/drawing/2014/main" id="{5EA374A3-3F2B-DD88-9627-547F3A7F9A19}"/>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24" name="Oval 523">
              <a:extLst>
                <a:ext uri="{FF2B5EF4-FFF2-40B4-BE49-F238E27FC236}">
                  <a16:creationId xmlns:a16="http://schemas.microsoft.com/office/drawing/2014/main" id="{219A5C6E-FDFE-34F3-25DF-A8F1AE18CC7E}"/>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5" name="Isosceles Triangle 648">
              <a:extLst>
                <a:ext uri="{FF2B5EF4-FFF2-40B4-BE49-F238E27FC236}">
                  <a16:creationId xmlns:a16="http://schemas.microsoft.com/office/drawing/2014/main" id="{7F35AE4A-A545-4210-C88B-D3BFBF956875}"/>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6" name="Group 525">
            <a:extLst>
              <a:ext uri="{FF2B5EF4-FFF2-40B4-BE49-F238E27FC236}">
                <a16:creationId xmlns:a16="http://schemas.microsoft.com/office/drawing/2014/main" id="{41F57F9C-E9AC-40AC-A008-9050FE2BDB06}"/>
              </a:ext>
            </a:extLst>
          </p:cNvPr>
          <p:cNvGrpSpPr/>
          <p:nvPr/>
        </p:nvGrpSpPr>
        <p:grpSpPr>
          <a:xfrm>
            <a:off x="8808526" y="4416261"/>
            <a:ext cx="721206" cy="609701"/>
            <a:chOff x="8808526" y="4416261"/>
            <a:chExt cx="721206" cy="609701"/>
          </a:xfrm>
        </p:grpSpPr>
        <p:sp>
          <p:nvSpPr>
            <p:cNvPr id="527" name="Rectangle 526">
              <a:hlinkHover r:id="" action="ppaction://noaction" highlightClick="1"/>
              <a:extLst>
                <a:ext uri="{FF2B5EF4-FFF2-40B4-BE49-F238E27FC236}">
                  <a16:creationId xmlns:a16="http://schemas.microsoft.com/office/drawing/2014/main" id="{8418AF21-0390-253E-B8FF-CF1731B8F673}"/>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28" name="Oval 527">
              <a:extLst>
                <a:ext uri="{FF2B5EF4-FFF2-40B4-BE49-F238E27FC236}">
                  <a16:creationId xmlns:a16="http://schemas.microsoft.com/office/drawing/2014/main" id="{2B8BA628-DFFA-7EF3-D2D3-5CE26ABFEC87}"/>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9" name="Isosceles Triangle 648">
              <a:extLst>
                <a:ext uri="{FF2B5EF4-FFF2-40B4-BE49-F238E27FC236}">
                  <a16:creationId xmlns:a16="http://schemas.microsoft.com/office/drawing/2014/main" id="{292C6B22-F655-F325-6783-7D1D9C7CD7FE}"/>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0" name="Group 529">
            <a:extLst>
              <a:ext uri="{FF2B5EF4-FFF2-40B4-BE49-F238E27FC236}">
                <a16:creationId xmlns:a16="http://schemas.microsoft.com/office/drawing/2014/main" id="{B761E87C-9DD6-0762-32A5-E9F652659034}"/>
              </a:ext>
            </a:extLst>
          </p:cNvPr>
          <p:cNvGrpSpPr/>
          <p:nvPr/>
        </p:nvGrpSpPr>
        <p:grpSpPr>
          <a:xfrm>
            <a:off x="10509579" y="5141013"/>
            <a:ext cx="721206" cy="609701"/>
            <a:chOff x="10509579" y="5141013"/>
            <a:chExt cx="721206" cy="609701"/>
          </a:xfrm>
        </p:grpSpPr>
        <p:sp>
          <p:nvSpPr>
            <p:cNvPr id="531" name="Rectangle 530">
              <a:hlinkHover r:id="" action="ppaction://noaction" highlightClick="1"/>
              <a:extLst>
                <a:ext uri="{FF2B5EF4-FFF2-40B4-BE49-F238E27FC236}">
                  <a16:creationId xmlns:a16="http://schemas.microsoft.com/office/drawing/2014/main" id="{A4A894DF-257A-21D8-C7EE-744ED1DFCED2}"/>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32" name="Oval 531">
              <a:extLst>
                <a:ext uri="{FF2B5EF4-FFF2-40B4-BE49-F238E27FC236}">
                  <a16:creationId xmlns:a16="http://schemas.microsoft.com/office/drawing/2014/main" id="{32F26501-AD2F-576D-6C6C-D436A8174811}"/>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3" name="Isosceles Triangle 648">
              <a:extLst>
                <a:ext uri="{FF2B5EF4-FFF2-40B4-BE49-F238E27FC236}">
                  <a16:creationId xmlns:a16="http://schemas.microsoft.com/office/drawing/2014/main" id="{46D85117-456A-FF1D-BE74-516776431D0D}"/>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8" name="Group 537">
            <a:extLst>
              <a:ext uri="{FF2B5EF4-FFF2-40B4-BE49-F238E27FC236}">
                <a16:creationId xmlns:a16="http://schemas.microsoft.com/office/drawing/2014/main" id="{4622754E-7220-A3B9-5393-1A9BC5C1834F}"/>
              </a:ext>
            </a:extLst>
          </p:cNvPr>
          <p:cNvGrpSpPr/>
          <p:nvPr/>
        </p:nvGrpSpPr>
        <p:grpSpPr>
          <a:xfrm>
            <a:off x="9657612" y="3698231"/>
            <a:ext cx="721206" cy="609701"/>
            <a:chOff x="9657612" y="3698231"/>
            <a:chExt cx="721206" cy="609701"/>
          </a:xfrm>
        </p:grpSpPr>
        <p:sp>
          <p:nvSpPr>
            <p:cNvPr id="539" name="Rectangle 538">
              <a:hlinkHover r:id="" action="ppaction://noaction" highlightClick="1"/>
              <a:extLst>
                <a:ext uri="{FF2B5EF4-FFF2-40B4-BE49-F238E27FC236}">
                  <a16:creationId xmlns:a16="http://schemas.microsoft.com/office/drawing/2014/main" id="{6658F90B-9BED-FC22-8133-824A34DBA23C}"/>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40" name="Oval 539">
              <a:extLst>
                <a:ext uri="{FF2B5EF4-FFF2-40B4-BE49-F238E27FC236}">
                  <a16:creationId xmlns:a16="http://schemas.microsoft.com/office/drawing/2014/main" id="{10DB83C1-EA45-8E3E-DBF4-512AEE3000EC}"/>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1" name="Isosceles Triangle 648">
              <a:extLst>
                <a:ext uri="{FF2B5EF4-FFF2-40B4-BE49-F238E27FC236}">
                  <a16:creationId xmlns:a16="http://schemas.microsoft.com/office/drawing/2014/main" id="{D1707EC7-2D53-E943-82F1-45B5ABC1D682}"/>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2" name="Group 541">
            <a:extLst>
              <a:ext uri="{FF2B5EF4-FFF2-40B4-BE49-F238E27FC236}">
                <a16:creationId xmlns:a16="http://schemas.microsoft.com/office/drawing/2014/main" id="{4B6C9DEC-908F-4844-3A87-8CCD07525C14}"/>
              </a:ext>
            </a:extLst>
          </p:cNvPr>
          <p:cNvGrpSpPr/>
          <p:nvPr/>
        </p:nvGrpSpPr>
        <p:grpSpPr>
          <a:xfrm>
            <a:off x="10506928" y="3698227"/>
            <a:ext cx="721206" cy="609701"/>
            <a:chOff x="10506928" y="3698227"/>
            <a:chExt cx="721206" cy="609701"/>
          </a:xfrm>
        </p:grpSpPr>
        <p:sp>
          <p:nvSpPr>
            <p:cNvPr id="543" name="Rectangle 542">
              <a:hlinkHover r:id="" action="ppaction://noaction" highlightClick="1"/>
              <a:extLst>
                <a:ext uri="{FF2B5EF4-FFF2-40B4-BE49-F238E27FC236}">
                  <a16:creationId xmlns:a16="http://schemas.microsoft.com/office/drawing/2014/main" id="{E37F6F6C-30D2-3639-6191-2E4748F083D2}"/>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44" name="Oval 543">
              <a:extLst>
                <a:ext uri="{FF2B5EF4-FFF2-40B4-BE49-F238E27FC236}">
                  <a16:creationId xmlns:a16="http://schemas.microsoft.com/office/drawing/2014/main" id="{8AE04C2D-B7EB-3B50-F1CD-905277D2EC36}"/>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5" name="Isosceles Triangle 648">
              <a:extLst>
                <a:ext uri="{FF2B5EF4-FFF2-40B4-BE49-F238E27FC236}">
                  <a16:creationId xmlns:a16="http://schemas.microsoft.com/office/drawing/2014/main" id="{25823778-CF72-C9D5-AFFC-862485FC0456}"/>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4" name="Group 563">
            <a:extLst>
              <a:ext uri="{FF2B5EF4-FFF2-40B4-BE49-F238E27FC236}">
                <a16:creationId xmlns:a16="http://schemas.microsoft.com/office/drawing/2014/main" id="{344D4EC7-E719-D9E1-863C-84D550ACB2F2}"/>
              </a:ext>
            </a:extLst>
          </p:cNvPr>
          <p:cNvGrpSpPr/>
          <p:nvPr/>
        </p:nvGrpSpPr>
        <p:grpSpPr>
          <a:xfrm>
            <a:off x="7957572" y="1532276"/>
            <a:ext cx="721206" cy="609701"/>
            <a:chOff x="7957572" y="1532276"/>
            <a:chExt cx="721206" cy="609701"/>
          </a:xfrm>
        </p:grpSpPr>
        <p:sp>
          <p:nvSpPr>
            <p:cNvPr id="565" name="Rectangle 564">
              <a:hlinkHover r:id="" action="ppaction://noaction" highlightClick="1"/>
              <a:extLst>
                <a:ext uri="{FF2B5EF4-FFF2-40B4-BE49-F238E27FC236}">
                  <a16:creationId xmlns:a16="http://schemas.microsoft.com/office/drawing/2014/main" id="{864FA517-35AF-5453-3553-95B67A01295C}"/>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66" name="Rectangle 565">
              <a:extLst>
                <a:ext uri="{FF2B5EF4-FFF2-40B4-BE49-F238E27FC236}">
                  <a16:creationId xmlns:a16="http://schemas.microsoft.com/office/drawing/2014/main" id="{7831F04F-0347-3728-1B3D-455BB633981D}"/>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7" name="Oval 15">
              <a:extLst>
                <a:ext uri="{FF2B5EF4-FFF2-40B4-BE49-F238E27FC236}">
                  <a16:creationId xmlns:a16="http://schemas.microsoft.com/office/drawing/2014/main" id="{50856179-27D3-CAF5-CCE0-5B42EDF4E1C3}"/>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8" name="Straight Connector 567">
              <a:extLst>
                <a:ext uri="{FF2B5EF4-FFF2-40B4-BE49-F238E27FC236}">
                  <a16:creationId xmlns:a16="http://schemas.microsoft.com/office/drawing/2014/main" id="{EC625448-DF0D-5913-D400-8948C18631BA}"/>
                </a:ext>
              </a:extLst>
            </p:cNvPr>
            <p:cNvCxnSpPr>
              <a:cxnSpLocks/>
              <a:stCxn id="567"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69" name="Straight Connector 568">
              <a:extLst>
                <a:ext uri="{FF2B5EF4-FFF2-40B4-BE49-F238E27FC236}">
                  <a16:creationId xmlns:a16="http://schemas.microsoft.com/office/drawing/2014/main" id="{FCFD1E79-4F28-06E9-BFA4-96E54E2C394E}"/>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70" name="Group 569">
            <a:extLst>
              <a:ext uri="{FF2B5EF4-FFF2-40B4-BE49-F238E27FC236}">
                <a16:creationId xmlns:a16="http://schemas.microsoft.com/office/drawing/2014/main" id="{413A0117-1901-E422-A2EF-903B92EBD581}"/>
              </a:ext>
            </a:extLst>
          </p:cNvPr>
          <p:cNvGrpSpPr/>
          <p:nvPr/>
        </p:nvGrpSpPr>
        <p:grpSpPr>
          <a:xfrm>
            <a:off x="9656904" y="1532276"/>
            <a:ext cx="721206" cy="609701"/>
            <a:chOff x="9656904" y="1532276"/>
            <a:chExt cx="721206" cy="609701"/>
          </a:xfrm>
        </p:grpSpPr>
        <p:sp>
          <p:nvSpPr>
            <p:cNvPr id="571" name="Rectangle 570">
              <a:extLst>
                <a:ext uri="{FF2B5EF4-FFF2-40B4-BE49-F238E27FC236}">
                  <a16:creationId xmlns:a16="http://schemas.microsoft.com/office/drawing/2014/main" id="{F4FE7847-62C4-7439-65E3-99FDDAAECE17}"/>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72" name="Rectangle 571">
              <a:extLst>
                <a:ext uri="{FF2B5EF4-FFF2-40B4-BE49-F238E27FC236}">
                  <a16:creationId xmlns:a16="http://schemas.microsoft.com/office/drawing/2014/main" id="{08FEADFA-E154-5C8B-6C59-1A7F977E5AE8}"/>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3" name="Oval 15">
              <a:extLst>
                <a:ext uri="{FF2B5EF4-FFF2-40B4-BE49-F238E27FC236}">
                  <a16:creationId xmlns:a16="http://schemas.microsoft.com/office/drawing/2014/main" id="{98562C8E-81C7-7634-2538-1FC5693D8F9B}"/>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4" name="Straight Connector 573">
              <a:extLst>
                <a:ext uri="{FF2B5EF4-FFF2-40B4-BE49-F238E27FC236}">
                  <a16:creationId xmlns:a16="http://schemas.microsoft.com/office/drawing/2014/main" id="{01699EDD-2A3C-68B7-414E-CED4BAE5D958}"/>
                </a:ext>
              </a:extLst>
            </p:cNvPr>
            <p:cNvCxnSpPr>
              <a:cxnSpLocks/>
              <a:stCxn id="573"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5" name="Straight Connector 574">
              <a:extLst>
                <a:ext uri="{FF2B5EF4-FFF2-40B4-BE49-F238E27FC236}">
                  <a16:creationId xmlns:a16="http://schemas.microsoft.com/office/drawing/2014/main" id="{B176C1EC-84F0-6AB3-F492-AD559B5FB944}"/>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4" name="Group 603">
            <a:extLst>
              <a:ext uri="{FF2B5EF4-FFF2-40B4-BE49-F238E27FC236}">
                <a16:creationId xmlns:a16="http://schemas.microsoft.com/office/drawing/2014/main" id="{22C24451-665F-9CB7-579E-66C6A811CFAB}"/>
              </a:ext>
            </a:extLst>
          </p:cNvPr>
          <p:cNvGrpSpPr/>
          <p:nvPr/>
        </p:nvGrpSpPr>
        <p:grpSpPr>
          <a:xfrm>
            <a:off x="11356242" y="811556"/>
            <a:ext cx="721206" cy="609701"/>
            <a:chOff x="11356242" y="811556"/>
            <a:chExt cx="721206" cy="609701"/>
          </a:xfrm>
        </p:grpSpPr>
        <p:sp>
          <p:nvSpPr>
            <p:cNvPr id="605" name="Rectangle 604">
              <a:hlinkHover r:id="" action="ppaction://noaction" highlightClick="1"/>
              <a:extLst>
                <a:ext uri="{FF2B5EF4-FFF2-40B4-BE49-F238E27FC236}">
                  <a16:creationId xmlns:a16="http://schemas.microsoft.com/office/drawing/2014/main" id="{09511636-6F06-2652-FF96-5AD7113B14ED}"/>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06" name="Oval 605">
              <a:extLst>
                <a:ext uri="{FF2B5EF4-FFF2-40B4-BE49-F238E27FC236}">
                  <a16:creationId xmlns:a16="http://schemas.microsoft.com/office/drawing/2014/main" id="{4DB9D595-BEEB-6DE3-81EE-0078E6DA68BB}"/>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7" name="Isosceles Triangle 648">
              <a:extLst>
                <a:ext uri="{FF2B5EF4-FFF2-40B4-BE49-F238E27FC236}">
                  <a16:creationId xmlns:a16="http://schemas.microsoft.com/office/drawing/2014/main" id="{25D8A80F-A3E5-45DB-89B9-4246D83175CE}"/>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8" name="Group 607">
            <a:extLst>
              <a:ext uri="{FF2B5EF4-FFF2-40B4-BE49-F238E27FC236}">
                <a16:creationId xmlns:a16="http://schemas.microsoft.com/office/drawing/2014/main" id="{77FA6591-B317-96FC-A2CA-711573208C3C}"/>
              </a:ext>
            </a:extLst>
          </p:cNvPr>
          <p:cNvGrpSpPr/>
          <p:nvPr/>
        </p:nvGrpSpPr>
        <p:grpSpPr>
          <a:xfrm>
            <a:off x="8807249" y="811555"/>
            <a:ext cx="721206" cy="609701"/>
            <a:chOff x="8807249" y="811555"/>
            <a:chExt cx="721206" cy="609701"/>
          </a:xfrm>
        </p:grpSpPr>
        <p:sp>
          <p:nvSpPr>
            <p:cNvPr id="609" name="Rectangle 608">
              <a:hlinkHover r:id="" action="ppaction://noaction" highlightClick="1"/>
              <a:extLst>
                <a:ext uri="{FF2B5EF4-FFF2-40B4-BE49-F238E27FC236}">
                  <a16:creationId xmlns:a16="http://schemas.microsoft.com/office/drawing/2014/main" id="{8B6FD954-6069-872E-286B-B080A78E86AE}"/>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10" name="Diamond 609">
              <a:extLst>
                <a:ext uri="{FF2B5EF4-FFF2-40B4-BE49-F238E27FC236}">
                  <a16:creationId xmlns:a16="http://schemas.microsoft.com/office/drawing/2014/main" id="{BBE04A1A-0E21-0085-0134-1AF4D1DDAFCE}"/>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1" name="Oval 610">
              <a:extLst>
                <a:ext uri="{FF2B5EF4-FFF2-40B4-BE49-F238E27FC236}">
                  <a16:creationId xmlns:a16="http://schemas.microsoft.com/office/drawing/2014/main" id="{C8820303-4CD0-1CC4-24EC-E7DA7BE691A1}"/>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2" name="Group 611">
            <a:extLst>
              <a:ext uri="{FF2B5EF4-FFF2-40B4-BE49-F238E27FC236}">
                <a16:creationId xmlns:a16="http://schemas.microsoft.com/office/drawing/2014/main" id="{4D05DBD7-5042-C944-41A5-3F930ADB271A}"/>
              </a:ext>
            </a:extLst>
          </p:cNvPr>
          <p:cNvGrpSpPr/>
          <p:nvPr/>
        </p:nvGrpSpPr>
        <p:grpSpPr>
          <a:xfrm>
            <a:off x="8808419" y="3705986"/>
            <a:ext cx="721206" cy="609701"/>
            <a:chOff x="8808419" y="3705986"/>
            <a:chExt cx="721206" cy="609701"/>
          </a:xfrm>
        </p:grpSpPr>
        <p:sp>
          <p:nvSpPr>
            <p:cNvPr id="613" name="Rectangle 612">
              <a:hlinkHover r:id="" action="ppaction://noaction" highlightClick="1"/>
              <a:extLst>
                <a:ext uri="{FF2B5EF4-FFF2-40B4-BE49-F238E27FC236}">
                  <a16:creationId xmlns:a16="http://schemas.microsoft.com/office/drawing/2014/main" id="{E07DB29D-93F7-D45A-D6ED-4EEFA04DCFE3}"/>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14" name="Oval 613">
              <a:extLst>
                <a:ext uri="{FF2B5EF4-FFF2-40B4-BE49-F238E27FC236}">
                  <a16:creationId xmlns:a16="http://schemas.microsoft.com/office/drawing/2014/main" id="{833E82FE-7B4C-CD86-6472-A2A5B1175F15}"/>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5" name="Isosceles Triangle 648">
              <a:extLst>
                <a:ext uri="{FF2B5EF4-FFF2-40B4-BE49-F238E27FC236}">
                  <a16:creationId xmlns:a16="http://schemas.microsoft.com/office/drawing/2014/main" id="{2CF33B64-6D27-8B7E-4A60-63B58AD8CF8A}"/>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6" name="Group 615">
            <a:extLst>
              <a:ext uri="{FF2B5EF4-FFF2-40B4-BE49-F238E27FC236}">
                <a16:creationId xmlns:a16="http://schemas.microsoft.com/office/drawing/2014/main" id="{AD662D9B-AE9F-E285-7CB1-34CE10D59282}"/>
              </a:ext>
            </a:extLst>
          </p:cNvPr>
          <p:cNvGrpSpPr/>
          <p:nvPr/>
        </p:nvGrpSpPr>
        <p:grpSpPr>
          <a:xfrm>
            <a:off x="431659" y="90836"/>
            <a:ext cx="721210" cy="609701"/>
            <a:chOff x="431659" y="90836"/>
            <a:chExt cx="721210" cy="609701"/>
          </a:xfrm>
        </p:grpSpPr>
        <p:sp>
          <p:nvSpPr>
            <p:cNvPr id="617" name="Rectangle 616">
              <a:extLst>
                <a:ext uri="{FF2B5EF4-FFF2-40B4-BE49-F238E27FC236}">
                  <a16:creationId xmlns:a16="http://schemas.microsoft.com/office/drawing/2014/main" id="{8C6D70B9-E1E4-FF88-85AE-E79DCD05FEF1}"/>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18" name="Rectangle 617">
              <a:extLst>
                <a:ext uri="{FF2B5EF4-FFF2-40B4-BE49-F238E27FC236}">
                  <a16:creationId xmlns:a16="http://schemas.microsoft.com/office/drawing/2014/main" id="{D12AEB6C-2FCD-5D83-CC59-8630D5BF2B54}"/>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9" name="Oval 15">
              <a:extLst>
                <a:ext uri="{FF2B5EF4-FFF2-40B4-BE49-F238E27FC236}">
                  <a16:creationId xmlns:a16="http://schemas.microsoft.com/office/drawing/2014/main" id="{5074B48E-4215-190F-128F-AFBAB2A9E000}"/>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0" name="Straight Connector 619">
              <a:extLst>
                <a:ext uri="{FF2B5EF4-FFF2-40B4-BE49-F238E27FC236}">
                  <a16:creationId xmlns:a16="http://schemas.microsoft.com/office/drawing/2014/main" id="{CCECCC0C-E3E3-C729-3109-1E36C7FAD3DD}"/>
                </a:ext>
              </a:extLst>
            </p:cNvPr>
            <p:cNvCxnSpPr>
              <a:cxnSpLocks/>
              <a:stCxn id="619"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1" name="Straight Connector 620">
              <a:extLst>
                <a:ext uri="{FF2B5EF4-FFF2-40B4-BE49-F238E27FC236}">
                  <a16:creationId xmlns:a16="http://schemas.microsoft.com/office/drawing/2014/main" id="{8B688026-3BCB-691C-7202-8294313D5574}"/>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2" name="Group 621">
            <a:extLst>
              <a:ext uri="{FF2B5EF4-FFF2-40B4-BE49-F238E27FC236}">
                <a16:creationId xmlns:a16="http://schemas.microsoft.com/office/drawing/2014/main" id="{F98F312D-B66C-B81B-6BD8-C7FF11BF97A8}"/>
              </a:ext>
            </a:extLst>
          </p:cNvPr>
          <p:cNvGrpSpPr/>
          <p:nvPr/>
        </p:nvGrpSpPr>
        <p:grpSpPr>
          <a:xfrm>
            <a:off x="1267282" y="90836"/>
            <a:ext cx="721206" cy="609701"/>
            <a:chOff x="1267282" y="90836"/>
            <a:chExt cx="721206" cy="609701"/>
          </a:xfrm>
        </p:grpSpPr>
        <p:sp>
          <p:nvSpPr>
            <p:cNvPr id="623" name="Rectangle 622">
              <a:extLst>
                <a:ext uri="{FF2B5EF4-FFF2-40B4-BE49-F238E27FC236}">
                  <a16:creationId xmlns:a16="http://schemas.microsoft.com/office/drawing/2014/main" id="{F7D871C1-8A3C-839D-FC4C-092B56DE1F65}"/>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24" name="Rectangle 623">
              <a:extLst>
                <a:ext uri="{FF2B5EF4-FFF2-40B4-BE49-F238E27FC236}">
                  <a16:creationId xmlns:a16="http://schemas.microsoft.com/office/drawing/2014/main" id="{0FF98C9D-248F-4C83-AD75-7C0ED85B0230}"/>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5" name="Oval 15">
              <a:extLst>
                <a:ext uri="{FF2B5EF4-FFF2-40B4-BE49-F238E27FC236}">
                  <a16:creationId xmlns:a16="http://schemas.microsoft.com/office/drawing/2014/main" id="{10D22FD6-B8BE-440A-3762-9530EC565FD5}"/>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6" name="Straight Connector 625">
              <a:extLst>
                <a:ext uri="{FF2B5EF4-FFF2-40B4-BE49-F238E27FC236}">
                  <a16:creationId xmlns:a16="http://schemas.microsoft.com/office/drawing/2014/main" id="{D9FAAD2E-9866-6DF3-C69B-7D2CCF34C6EB}"/>
                </a:ext>
              </a:extLst>
            </p:cNvPr>
            <p:cNvCxnSpPr>
              <a:cxnSpLocks/>
              <a:stCxn id="625"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7" name="Straight Connector 626">
              <a:extLst>
                <a:ext uri="{FF2B5EF4-FFF2-40B4-BE49-F238E27FC236}">
                  <a16:creationId xmlns:a16="http://schemas.microsoft.com/office/drawing/2014/main" id="{9ECEE3D5-C5BD-8E33-9194-6C174EC196A7}"/>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8" name="Group 627">
            <a:extLst>
              <a:ext uri="{FF2B5EF4-FFF2-40B4-BE49-F238E27FC236}">
                <a16:creationId xmlns:a16="http://schemas.microsoft.com/office/drawing/2014/main" id="{9E500DA1-F421-9334-A0CA-4B79362937BE}"/>
              </a:ext>
            </a:extLst>
          </p:cNvPr>
          <p:cNvGrpSpPr/>
          <p:nvPr/>
        </p:nvGrpSpPr>
        <p:grpSpPr>
          <a:xfrm>
            <a:off x="2102907" y="90836"/>
            <a:ext cx="721206" cy="609701"/>
            <a:chOff x="2102907" y="90836"/>
            <a:chExt cx="721206" cy="609701"/>
          </a:xfrm>
        </p:grpSpPr>
        <p:sp>
          <p:nvSpPr>
            <p:cNvPr id="629" name="Rectangle 628">
              <a:extLst>
                <a:ext uri="{FF2B5EF4-FFF2-40B4-BE49-F238E27FC236}">
                  <a16:creationId xmlns:a16="http://schemas.microsoft.com/office/drawing/2014/main" id="{0BA1095E-72BF-0F2E-9B4D-8FABF36FA5D4}"/>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30" name="Rectangle 629">
              <a:extLst>
                <a:ext uri="{FF2B5EF4-FFF2-40B4-BE49-F238E27FC236}">
                  <a16:creationId xmlns:a16="http://schemas.microsoft.com/office/drawing/2014/main" id="{AD8AF8E8-BE0B-83A9-52E7-ECE699CBA025}"/>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1" name="Oval 15">
              <a:extLst>
                <a:ext uri="{FF2B5EF4-FFF2-40B4-BE49-F238E27FC236}">
                  <a16:creationId xmlns:a16="http://schemas.microsoft.com/office/drawing/2014/main" id="{FCC2ADBB-D175-BF03-DEB5-4591ABA1DFA5}"/>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2" name="Straight Connector 631">
              <a:extLst>
                <a:ext uri="{FF2B5EF4-FFF2-40B4-BE49-F238E27FC236}">
                  <a16:creationId xmlns:a16="http://schemas.microsoft.com/office/drawing/2014/main" id="{4978A44C-36B9-5DF0-378E-467C628C4EE6}"/>
                </a:ext>
              </a:extLst>
            </p:cNvPr>
            <p:cNvCxnSpPr>
              <a:cxnSpLocks/>
              <a:stCxn id="631"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33" name="Straight Connector 632">
              <a:extLst>
                <a:ext uri="{FF2B5EF4-FFF2-40B4-BE49-F238E27FC236}">
                  <a16:creationId xmlns:a16="http://schemas.microsoft.com/office/drawing/2014/main" id="{EEB8CEDC-1CA6-FA3A-0DB8-186AC524ACE2}"/>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4" name="Group 633">
            <a:extLst>
              <a:ext uri="{FF2B5EF4-FFF2-40B4-BE49-F238E27FC236}">
                <a16:creationId xmlns:a16="http://schemas.microsoft.com/office/drawing/2014/main" id="{29369892-61AA-F7CA-6FA9-0522DF96AB86}"/>
              </a:ext>
            </a:extLst>
          </p:cNvPr>
          <p:cNvGrpSpPr/>
          <p:nvPr/>
        </p:nvGrpSpPr>
        <p:grpSpPr>
          <a:xfrm>
            <a:off x="1269626" y="4419615"/>
            <a:ext cx="721206" cy="609701"/>
            <a:chOff x="1269626" y="4419615"/>
            <a:chExt cx="721206" cy="609701"/>
          </a:xfrm>
        </p:grpSpPr>
        <p:sp>
          <p:nvSpPr>
            <p:cNvPr id="635" name="Rectangle 634">
              <a:extLst>
                <a:ext uri="{FF2B5EF4-FFF2-40B4-BE49-F238E27FC236}">
                  <a16:creationId xmlns:a16="http://schemas.microsoft.com/office/drawing/2014/main" id="{BBC269F7-C1A4-F45F-8A4B-4FBD7B6F56ED}"/>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36" name="Cylinder 635">
              <a:extLst>
                <a:ext uri="{FF2B5EF4-FFF2-40B4-BE49-F238E27FC236}">
                  <a16:creationId xmlns:a16="http://schemas.microsoft.com/office/drawing/2014/main" id="{F668AA48-1838-C9D4-2234-EEB6A852C894}"/>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7" name="Group 636">
            <a:extLst>
              <a:ext uri="{FF2B5EF4-FFF2-40B4-BE49-F238E27FC236}">
                <a16:creationId xmlns:a16="http://schemas.microsoft.com/office/drawing/2014/main" id="{E1B9C81C-E1D1-EC31-1DF3-DDD3E5FB49E5}"/>
              </a:ext>
            </a:extLst>
          </p:cNvPr>
          <p:cNvGrpSpPr/>
          <p:nvPr/>
        </p:nvGrpSpPr>
        <p:grpSpPr>
          <a:xfrm>
            <a:off x="432841" y="4419615"/>
            <a:ext cx="721206" cy="609701"/>
            <a:chOff x="432841" y="4419615"/>
            <a:chExt cx="721206" cy="609701"/>
          </a:xfrm>
        </p:grpSpPr>
        <p:sp>
          <p:nvSpPr>
            <p:cNvPr id="638" name="Rectangle 637">
              <a:extLst>
                <a:ext uri="{FF2B5EF4-FFF2-40B4-BE49-F238E27FC236}">
                  <a16:creationId xmlns:a16="http://schemas.microsoft.com/office/drawing/2014/main" id="{40D9CAD3-D868-18B4-2658-DA0CEB391887}"/>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39" name="Cylinder 638">
              <a:extLst>
                <a:ext uri="{FF2B5EF4-FFF2-40B4-BE49-F238E27FC236}">
                  <a16:creationId xmlns:a16="http://schemas.microsoft.com/office/drawing/2014/main" id="{D700A1AA-54A0-CFC2-9752-3531CD0775CA}"/>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0" name="Group 639">
            <a:extLst>
              <a:ext uri="{FF2B5EF4-FFF2-40B4-BE49-F238E27FC236}">
                <a16:creationId xmlns:a16="http://schemas.microsoft.com/office/drawing/2014/main" id="{1DCB8645-4FC2-125E-FBC8-1BA9613D8C42}"/>
              </a:ext>
            </a:extLst>
          </p:cNvPr>
          <p:cNvGrpSpPr/>
          <p:nvPr/>
        </p:nvGrpSpPr>
        <p:grpSpPr>
          <a:xfrm>
            <a:off x="1268467" y="5141008"/>
            <a:ext cx="721206" cy="609701"/>
            <a:chOff x="1268467" y="5141008"/>
            <a:chExt cx="721206" cy="609701"/>
          </a:xfrm>
        </p:grpSpPr>
        <p:sp>
          <p:nvSpPr>
            <p:cNvPr id="641" name="Rectangle 640">
              <a:extLst>
                <a:ext uri="{FF2B5EF4-FFF2-40B4-BE49-F238E27FC236}">
                  <a16:creationId xmlns:a16="http://schemas.microsoft.com/office/drawing/2014/main" id="{C0C63863-C944-9D65-9CD3-596B534A5919}"/>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42" name="Cylinder 641">
              <a:extLst>
                <a:ext uri="{FF2B5EF4-FFF2-40B4-BE49-F238E27FC236}">
                  <a16:creationId xmlns:a16="http://schemas.microsoft.com/office/drawing/2014/main" id="{D74DEC98-07AE-C4C5-16E8-BF1427A4FC03}"/>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3" name="Group 642">
            <a:extLst>
              <a:ext uri="{FF2B5EF4-FFF2-40B4-BE49-F238E27FC236}">
                <a16:creationId xmlns:a16="http://schemas.microsoft.com/office/drawing/2014/main" id="{626C19B3-BF1B-5B78-D670-B49AB7A10C0F}"/>
              </a:ext>
            </a:extLst>
          </p:cNvPr>
          <p:cNvGrpSpPr/>
          <p:nvPr/>
        </p:nvGrpSpPr>
        <p:grpSpPr>
          <a:xfrm>
            <a:off x="431297" y="5141008"/>
            <a:ext cx="721206" cy="609701"/>
            <a:chOff x="431297" y="5141008"/>
            <a:chExt cx="721206" cy="609701"/>
          </a:xfrm>
        </p:grpSpPr>
        <p:sp>
          <p:nvSpPr>
            <p:cNvPr id="644" name="Rectangle 643">
              <a:extLst>
                <a:ext uri="{FF2B5EF4-FFF2-40B4-BE49-F238E27FC236}">
                  <a16:creationId xmlns:a16="http://schemas.microsoft.com/office/drawing/2014/main" id="{BE82ACC9-2A73-E0C9-F3DF-004A6F91E626}"/>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45" name="Cylinder 644">
              <a:extLst>
                <a:ext uri="{FF2B5EF4-FFF2-40B4-BE49-F238E27FC236}">
                  <a16:creationId xmlns:a16="http://schemas.microsoft.com/office/drawing/2014/main" id="{03C8F84B-459B-B255-373F-6532B6D5F8BB}"/>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6" name="Group 645">
            <a:extLst>
              <a:ext uri="{FF2B5EF4-FFF2-40B4-BE49-F238E27FC236}">
                <a16:creationId xmlns:a16="http://schemas.microsoft.com/office/drawing/2014/main" id="{1583F6F5-DDC1-45C7-415C-4B4A96C3EC43}"/>
              </a:ext>
            </a:extLst>
          </p:cNvPr>
          <p:cNvGrpSpPr/>
          <p:nvPr/>
        </p:nvGrpSpPr>
        <p:grpSpPr>
          <a:xfrm>
            <a:off x="431660" y="3698226"/>
            <a:ext cx="721206" cy="609701"/>
            <a:chOff x="431660" y="3698226"/>
            <a:chExt cx="721206" cy="609701"/>
          </a:xfrm>
        </p:grpSpPr>
        <p:sp>
          <p:nvSpPr>
            <p:cNvPr id="647" name="Rectangle 646">
              <a:extLst>
                <a:ext uri="{FF2B5EF4-FFF2-40B4-BE49-F238E27FC236}">
                  <a16:creationId xmlns:a16="http://schemas.microsoft.com/office/drawing/2014/main" id="{73E4B173-38F3-D8F1-34D3-DD4BBAE02CFE}"/>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48" name="Right Triangle 647">
              <a:extLst>
                <a:ext uri="{FF2B5EF4-FFF2-40B4-BE49-F238E27FC236}">
                  <a16:creationId xmlns:a16="http://schemas.microsoft.com/office/drawing/2014/main" id="{41EFB19B-92AC-5A2D-C8CB-130A3CC9F3A9}"/>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49" name="Group 648">
              <a:extLst>
                <a:ext uri="{FF2B5EF4-FFF2-40B4-BE49-F238E27FC236}">
                  <a16:creationId xmlns:a16="http://schemas.microsoft.com/office/drawing/2014/main" id="{6B358838-7075-B852-7C6A-1828EB4B62AC}"/>
                </a:ext>
              </a:extLst>
            </p:cNvPr>
            <p:cNvGrpSpPr/>
            <p:nvPr/>
          </p:nvGrpSpPr>
          <p:grpSpPr>
            <a:xfrm>
              <a:off x="1102253" y="3706270"/>
              <a:ext cx="37817" cy="61390"/>
              <a:chOff x="3883481" y="2057400"/>
              <a:chExt cx="1608363" cy="2652031"/>
            </a:xfrm>
            <a:solidFill>
              <a:srgbClr val="A6A6A6">
                <a:alpha val="20000"/>
              </a:srgbClr>
            </a:solidFill>
          </p:grpSpPr>
          <p:sp>
            <p:nvSpPr>
              <p:cNvPr id="650" name="Oval 27">
                <a:extLst>
                  <a:ext uri="{FF2B5EF4-FFF2-40B4-BE49-F238E27FC236}">
                    <a16:creationId xmlns:a16="http://schemas.microsoft.com/office/drawing/2014/main" id="{413E00F6-78B1-A65F-60DE-38EE28B91A0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1" name="Oval 28">
                <a:extLst>
                  <a:ext uri="{FF2B5EF4-FFF2-40B4-BE49-F238E27FC236}">
                    <a16:creationId xmlns:a16="http://schemas.microsoft.com/office/drawing/2014/main" id="{90960DB7-8A92-E721-4ED9-5740FE3190E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2" name="Group 651">
            <a:extLst>
              <a:ext uri="{FF2B5EF4-FFF2-40B4-BE49-F238E27FC236}">
                <a16:creationId xmlns:a16="http://schemas.microsoft.com/office/drawing/2014/main" id="{6521949C-6918-B18B-ABAE-FF775DABF1FA}"/>
              </a:ext>
            </a:extLst>
          </p:cNvPr>
          <p:cNvGrpSpPr/>
          <p:nvPr/>
        </p:nvGrpSpPr>
        <p:grpSpPr>
          <a:xfrm>
            <a:off x="2942399" y="3698227"/>
            <a:ext cx="721206" cy="609701"/>
            <a:chOff x="2942399" y="3698227"/>
            <a:chExt cx="721206" cy="609701"/>
          </a:xfrm>
        </p:grpSpPr>
        <p:sp>
          <p:nvSpPr>
            <p:cNvPr id="653" name="Rectangle 652">
              <a:extLst>
                <a:ext uri="{FF2B5EF4-FFF2-40B4-BE49-F238E27FC236}">
                  <a16:creationId xmlns:a16="http://schemas.microsoft.com/office/drawing/2014/main" id="{E06582F4-E00E-FBFF-FBC0-EC7314C25F62}"/>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54" name="Right Triangle 653">
              <a:extLst>
                <a:ext uri="{FF2B5EF4-FFF2-40B4-BE49-F238E27FC236}">
                  <a16:creationId xmlns:a16="http://schemas.microsoft.com/office/drawing/2014/main" id="{12FFBADC-9973-F62E-60BC-7EA34ECD10D8}"/>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5" name="Group 654">
              <a:extLst>
                <a:ext uri="{FF2B5EF4-FFF2-40B4-BE49-F238E27FC236}">
                  <a16:creationId xmlns:a16="http://schemas.microsoft.com/office/drawing/2014/main" id="{CECDFFCD-A7CE-32C3-B65A-3D4B5098C569}"/>
                </a:ext>
              </a:extLst>
            </p:cNvPr>
            <p:cNvGrpSpPr/>
            <p:nvPr/>
          </p:nvGrpSpPr>
          <p:grpSpPr>
            <a:xfrm>
              <a:off x="3607767" y="3713057"/>
              <a:ext cx="37817" cy="61390"/>
              <a:chOff x="3883481" y="2057400"/>
              <a:chExt cx="1608363" cy="2652031"/>
            </a:xfrm>
            <a:solidFill>
              <a:srgbClr val="A6A6A6">
                <a:alpha val="20000"/>
              </a:srgbClr>
            </a:solidFill>
          </p:grpSpPr>
          <p:sp>
            <p:nvSpPr>
              <p:cNvPr id="656" name="Oval 27">
                <a:extLst>
                  <a:ext uri="{FF2B5EF4-FFF2-40B4-BE49-F238E27FC236}">
                    <a16:creationId xmlns:a16="http://schemas.microsoft.com/office/drawing/2014/main" id="{515DE060-8518-2F04-7758-7561F4C014A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7" name="Oval 28">
                <a:extLst>
                  <a:ext uri="{FF2B5EF4-FFF2-40B4-BE49-F238E27FC236}">
                    <a16:creationId xmlns:a16="http://schemas.microsoft.com/office/drawing/2014/main" id="{0C954815-582E-F7B9-3DF7-9F52DBEC5C1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4" name="Group 673">
            <a:extLst>
              <a:ext uri="{FF2B5EF4-FFF2-40B4-BE49-F238E27FC236}">
                <a16:creationId xmlns:a16="http://schemas.microsoft.com/office/drawing/2014/main" id="{D3EB4ABA-0A35-4FCE-70A1-03C2937FBE57}"/>
              </a:ext>
            </a:extLst>
          </p:cNvPr>
          <p:cNvGrpSpPr/>
          <p:nvPr/>
        </p:nvGrpSpPr>
        <p:grpSpPr>
          <a:xfrm>
            <a:off x="2105710" y="3698208"/>
            <a:ext cx="721206" cy="610396"/>
            <a:chOff x="2105710" y="3698208"/>
            <a:chExt cx="721206" cy="610396"/>
          </a:xfrm>
        </p:grpSpPr>
        <p:sp>
          <p:nvSpPr>
            <p:cNvPr id="675" name="Rectangle 674">
              <a:extLst>
                <a:ext uri="{FF2B5EF4-FFF2-40B4-BE49-F238E27FC236}">
                  <a16:creationId xmlns:a16="http://schemas.microsoft.com/office/drawing/2014/main" id="{B575FD15-D168-5940-E6D3-7484DA5925BA}"/>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76" name="Right Triangle 675">
              <a:extLst>
                <a:ext uri="{FF2B5EF4-FFF2-40B4-BE49-F238E27FC236}">
                  <a16:creationId xmlns:a16="http://schemas.microsoft.com/office/drawing/2014/main" id="{6EA3C75F-059D-5CD9-3448-40510E49E54C}"/>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7" name="Group 676">
              <a:extLst>
                <a:ext uri="{FF2B5EF4-FFF2-40B4-BE49-F238E27FC236}">
                  <a16:creationId xmlns:a16="http://schemas.microsoft.com/office/drawing/2014/main" id="{B8B53177-2D11-00E7-373C-776FC2490499}"/>
                </a:ext>
              </a:extLst>
            </p:cNvPr>
            <p:cNvGrpSpPr/>
            <p:nvPr/>
          </p:nvGrpSpPr>
          <p:grpSpPr>
            <a:xfrm>
              <a:off x="2776303" y="3704306"/>
              <a:ext cx="37817" cy="61390"/>
              <a:chOff x="3883481" y="2057400"/>
              <a:chExt cx="1608363" cy="2652031"/>
            </a:xfrm>
            <a:solidFill>
              <a:srgbClr val="A6A6A6">
                <a:alpha val="20000"/>
              </a:srgbClr>
            </a:solidFill>
          </p:grpSpPr>
          <p:sp>
            <p:nvSpPr>
              <p:cNvPr id="678" name="Oval 27">
                <a:extLst>
                  <a:ext uri="{FF2B5EF4-FFF2-40B4-BE49-F238E27FC236}">
                    <a16:creationId xmlns:a16="http://schemas.microsoft.com/office/drawing/2014/main" id="{F4B0C81B-9ABA-EE40-64BE-B4F8A4087FB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9" name="Oval 28">
                <a:extLst>
                  <a:ext uri="{FF2B5EF4-FFF2-40B4-BE49-F238E27FC236}">
                    <a16:creationId xmlns:a16="http://schemas.microsoft.com/office/drawing/2014/main" id="{F47386CB-E0E2-B182-300D-83FDC282BDA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0" name="Group 679">
            <a:extLst>
              <a:ext uri="{FF2B5EF4-FFF2-40B4-BE49-F238E27FC236}">
                <a16:creationId xmlns:a16="http://schemas.microsoft.com/office/drawing/2014/main" id="{FDF09F6F-7B83-C98A-77DC-E19D94D418D6}"/>
              </a:ext>
            </a:extLst>
          </p:cNvPr>
          <p:cNvGrpSpPr/>
          <p:nvPr/>
        </p:nvGrpSpPr>
        <p:grpSpPr>
          <a:xfrm>
            <a:off x="3778361" y="2253333"/>
            <a:ext cx="721206" cy="609701"/>
            <a:chOff x="3778361" y="2253333"/>
            <a:chExt cx="721206" cy="609701"/>
          </a:xfrm>
        </p:grpSpPr>
        <p:sp>
          <p:nvSpPr>
            <p:cNvPr id="681" name="Rectangle 680">
              <a:extLst>
                <a:ext uri="{FF2B5EF4-FFF2-40B4-BE49-F238E27FC236}">
                  <a16:creationId xmlns:a16="http://schemas.microsoft.com/office/drawing/2014/main" id="{30FA7778-A8D1-3BBE-FBFE-6E01532AFD43}"/>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82" name="Rectangle 681">
              <a:extLst>
                <a:ext uri="{FF2B5EF4-FFF2-40B4-BE49-F238E27FC236}">
                  <a16:creationId xmlns:a16="http://schemas.microsoft.com/office/drawing/2014/main" id="{8715EB0C-66C9-5FB7-FB9B-DE66416A8BFA}"/>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3" name="Oval 15">
              <a:extLst>
                <a:ext uri="{FF2B5EF4-FFF2-40B4-BE49-F238E27FC236}">
                  <a16:creationId xmlns:a16="http://schemas.microsoft.com/office/drawing/2014/main" id="{29658C86-6517-E918-A335-4A17EA0C7298}"/>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4" name="Straight Connector 683">
              <a:extLst>
                <a:ext uri="{FF2B5EF4-FFF2-40B4-BE49-F238E27FC236}">
                  <a16:creationId xmlns:a16="http://schemas.microsoft.com/office/drawing/2014/main" id="{6C5C4AD4-9D07-6281-888B-850F1F12B7D2}"/>
                </a:ext>
              </a:extLst>
            </p:cNvPr>
            <p:cNvCxnSpPr>
              <a:cxnSpLocks/>
              <a:stCxn id="683"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5" name="Straight Connector 684">
              <a:extLst>
                <a:ext uri="{FF2B5EF4-FFF2-40B4-BE49-F238E27FC236}">
                  <a16:creationId xmlns:a16="http://schemas.microsoft.com/office/drawing/2014/main" id="{77C0AE6B-2932-7808-97DE-7D871DC100F5}"/>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86" name="Group 685">
            <a:extLst>
              <a:ext uri="{FF2B5EF4-FFF2-40B4-BE49-F238E27FC236}">
                <a16:creationId xmlns:a16="http://schemas.microsoft.com/office/drawing/2014/main" id="{1D2289D6-D01F-B1E0-2BEC-258E4024E563}"/>
              </a:ext>
            </a:extLst>
          </p:cNvPr>
          <p:cNvGrpSpPr/>
          <p:nvPr/>
        </p:nvGrpSpPr>
        <p:grpSpPr>
          <a:xfrm>
            <a:off x="1268843" y="2253332"/>
            <a:ext cx="721206" cy="609701"/>
            <a:chOff x="1268843" y="2253332"/>
            <a:chExt cx="721206" cy="609701"/>
          </a:xfrm>
        </p:grpSpPr>
        <p:sp>
          <p:nvSpPr>
            <p:cNvPr id="687" name="Rectangle 686">
              <a:extLst>
                <a:ext uri="{FF2B5EF4-FFF2-40B4-BE49-F238E27FC236}">
                  <a16:creationId xmlns:a16="http://schemas.microsoft.com/office/drawing/2014/main" id="{3B9A0626-7912-00FC-05F3-F7180D559A01}"/>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88" name="Right Triangle 687">
              <a:extLst>
                <a:ext uri="{FF2B5EF4-FFF2-40B4-BE49-F238E27FC236}">
                  <a16:creationId xmlns:a16="http://schemas.microsoft.com/office/drawing/2014/main" id="{CCA83C1C-8C82-31E8-AB39-A101E1CD00E6}"/>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9" name="Group 688">
              <a:extLst>
                <a:ext uri="{FF2B5EF4-FFF2-40B4-BE49-F238E27FC236}">
                  <a16:creationId xmlns:a16="http://schemas.microsoft.com/office/drawing/2014/main" id="{843C2599-A25F-95C0-9186-7FD6B9E55B8B}"/>
                </a:ext>
              </a:extLst>
            </p:cNvPr>
            <p:cNvGrpSpPr/>
            <p:nvPr/>
          </p:nvGrpSpPr>
          <p:grpSpPr>
            <a:xfrm>
              <a:off x="1939436" y="2265731"/>
              <a:ext cx="37817" cy="61390"/>
              <a:chOff x="3883481" y="2057400"/>
              <a:chExt cx="1608363" cy="2652031"/>
            </a:xfrm>
            <a:solidFill>
              <a:srgbClr val="A6A6A6">
                <a:alpha val="20000"/>
              </a:srgbClr>
            </a:solidFill>
          </p:grpSpPr>
          <p:sp>
            <p:nvSpPr>
              <p:cNvPr id="690" name="Oval 27">
                <a:extLst>
                  <a:ext uri="{FF2B5EF4-FFF2-40B4-BE49-F238E27FC236}">
                    <a16:creationId xmlns:a16="http://schemas.microsoft.com/office/drawing/2014/main" id="{7F9FDBA5-A02E-51E3-90FE-30F7D8BDDB2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1" name="Oval 28">
                <a:extLst>
                  <a:ext uri="{FF2B5EF4-FFF2-40B4-BE49-F238E27FC236}">
                    <a16:creationId xmlns:a16="http://schemas.microsoft.com/office/drawing/2014/main" id="{0E22685D-A99D-0642-38E6-378C2AABE55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8" name="Group 697">
            <a:extLst>
              <a:ext uri="{FF2B5EF4-FFF2-40B4-BE49-F238E27FC236}">
                <a16:creationId xmlns:a16="http://schemas.microsoft.com/office/drawing/2014/main" id="{EA51FFC4-CAFD-9C15-26C3-C77C2DD4B031}"/>
              </a:ext>
            </a:extLst>
          </p:cNvPr>
          <p:cNvGrpSpPr/>
          <p:nvPr/>
        </p:nvGrpSpPr>
        <p:grpSpPr>
          <a:xfrm>
            <a:off x="2941860" y="2253333"/>
            <a:ext cx="721206" cy="609701"/>
            <a:chOff x="2941860" y="2253333"/>
            <a:chExt cx="721206" cy="609701"/>
          </a:xfrm>
        </p:grpSpPr>
        <p:sp>
          <p:nvSpPr>
            <p:cNvPr id="699" name="Rectangle 698">
              <a:extLst>
                <a:ext uri="{FF2B5EF4-FFF2-40B4-BE49-F238E27FC236}">
                  <a16:creationId xmlns:a16="http://schemas.microsoft.com/office/drawing/2014/main" id="{00074F5B-EBEE-B2BF-1B34-2FD6C06DEE1F}"/>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700" name="Right Triangle 699">
              <a:extLst>
                <a:ext uri="{FF2B5EF4-FFF2-40B4-BE49-F238E27FC236}">
                  <a16:creationId xmlns:a16="http://schemas.microsoft.com/office/drawing/2014/main" id="{D9DA8111-93A1-F205-5546-8042706A5F7A}"/>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1" name="Group 700">
              <a:extLst>
                <a:ext uri="{FF2B5EF4-FFF2-40B4-BE49-F238E27FC236}">
                  <a16:creationId xmlns:a16="http://schemas.microsoft.com/office/drawing/2014/main" id="{48C295E5-55E4-A813-11B8-0E3BFEF9B326}"/>
                </a:ext>
              </a:extLst>
            </p:cNvPr>
            <p:cNvGrpSpPr/>
            <p:nvPr/>
          </p:nvGrpSpPr>
          <p:grpSpPr>
            <a:xfrm>
              <a:off x="3611250" y="2264969"/>
              <a:ext cx="37817" cy="61390"/>
              <a:chOff x="3883481" y="2057400"/>
              <a:chExt cx="1608363" cy="2652031"/>
            </a:xfrm>
            <a:solidFill>
              <a:srgbClr val="A6A6A6">
                <a:alpha val="20000"/>
              </a:srgbClr>
            </a:solidFill>
          </p:grpSpPr>
          <p:sp>
            <p:nvSpPr>
              <p:cNvPr id="702" name="Oval 27">
                <a:extLst>
                  <a:ext uri="{FF2B5EF4-FFF2-40B4-BE49-F238E27FC236}">
                    <a16:creationId xmlns:a16="http://schemas.microsoft.com/office/drawing/2014/main" id="{894038A0-B236-B645-A184-DFF2CF28311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3" name="Oval 28">
                <a:extLst>
                  <a:ext uri="{FF2B5EF4-FFF2-40B4-BE49-F238E27FC236}">
                    <a16:creationId xmlns:a16="http://schemas.microsoft.com/office/drawing/2014/main" id="{E0C8E6DA-098D-523A-4C62-E0460CB08D9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4" name="Group 703">
            <a:extLst>
              <a:ext uri="{FF2B5EF4-FFF2-40B4-BE49-F238E27FC236}">
                <a16:creationId xmlns:a16="http://schemas.microsoft.com/office/drawing/2014/main" id="{32E84528-EFBE-E9DC-E215-AA0BF7ABC844}"/>
              </a:ext>
            </a:extLst>
          </p:cNvPr>
          <p:cNvGrpSpPr/>
          <p:nvPr/>
        </p:nvGrpSpPr>
        <p:grpSpPr>
          <a:xfrm>
            <a:off x="4614876" y="2253332"/>
            <a:ext cx="721206" cy="609701"/>
            <a:chOff x="4614876" y="2253332"/>
            <a:chExt cx="721206" cy="609701"/>
          </a:xfrm>
        </p:grpSpPr>
        <p:sp>
          <p:nvSpPr>
            <p:cNvPr id="705" name="Rectangle 704">
              <a:extLst>
                <a:ext uri="{FF2B5EF4-FFF2-40B4-BE49-F238E27FC236}">
                  <a16:creationId xmlns:a16="http://schemas.microsoft.com/office/drawing/2014/main" id="{A507CB95-FD4F-335F-9E0D-ABF52531A253}"/>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06" name="Right Triangle 705">
              <a:extLst>
                <a:ext uri="{FF2B5EF4-FFF2-40B4-BE49-F238E27FC236}">
                  <a16:creationId xmlns:a16="http://schemas.microsoft.com/office/drawing/2014/main" id="{FE2515B7-F1C0-4B30-CE6D-50C2258C6AC4}"/>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7" name="Group 706">
              <a:extLst>
                <a:ext uri="{FF2B5EF4-FFF2-40B4-BE49-F238E27FC236}">
                  <a16:creationId xmlns:a16="http://schemas.microsoft.com/office/drawing/2014/main" id="{CD6C29E7-9755-F8A5-6A6F-0E0B2102B240}"/>
                </a:ext>
              </a:extLst>
            </p:cNvPr>
            <p:cNvGrpSpPr/>
            <p:nvPr/>
          </p:nvGrpSpPr>
          <p:grpSpPr>
            <a:xfrm>
              <a:off x="5280738" y="2264779"/>
              <a:ext cx="37817" cy="61390"/>
              <a:chOff x="3883481" y="2057400"/>
              <a:chExt cx="1608363" cy="2652031"/>
            </a:xfrm>
            <a:solidFill>
              <a:srgbClr val="A6A6A6">
                <a:alpha val="20000"/>
              </a:srgbClr>
            </a:solidFill>
          </p:grpSpPr>
          <p:sp>
            <p:nvSpPr>
              <p:cNvPr id="708" name="Oval 27">
                <a:extLst>
                  <a:ext uri="{FF2B5EF4-FFF2-40B4-BE49-F238E27FC236}">
                    <a16:creationId xmlns:a16="http://schemas.microsoft.com/office/drawing/2014/main" id="{4C4D8B6D-187C-822C-1B47-B6AB87FE1FF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9" name="Oval 28">
                <a:extLst>
                  <a:ext uri="{FF2B5EF4-FFF2-40B4-BE49-F238E27FC236}">
                    <a16:creationId xmlns:a16="http://schemas.microsoft.com/office/drawing/2014/main" id="{7759AEF3-66A1-C4E1-8DFF-9868A8D46A9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2" name="Group 721">
            <a:extLst>
              <a:ext uri="{FF2B5EF4-FFF2-40B4-BE49-F238E27FC236}">
                <a16:creationId xmlns:a16="http://schemas.microsoft.com/office/drawing/2014/main" id="{A45BF16E-1833-D495-B78C-8633DE8BD2EA}"/>
              </a:ext>
            </a:extLst>
          </p:cNvPr>
          <p:cNvGrpSpPr/>
          <p:nvPr/>
        </p:nvGrpSpPr>
        <p:grpSpPr>
          <a:xfrm>
            <a:off x="431659" y="2253337"/>
            <a:ext cx="721895" cy="609700"/>
            <a:chOff x="431659" y="2253337"/>
            <a:chExt cx="721895" cy="609700"/>
          </a:xfrm>
        </p:grpSpPr>
        <p:sp>
          <p:nvSpPr>
            <p:cNvPr id="723" name="Rectangle 722">
              <a:hlinkHover r:id="" action="ppaction://noaction" highlightClick="1"/>
              <a:extLst>
                <a:ext uri="{FF2B5EF4-FFF2-40B4-BE49-F238E27FC236}">
                  <a16:creationId xmlns:a16="http://schemas.microsoft.com/office/drawing/2014/main" id="{16D4E7DB-FA09-C219-8943-A893C1AFD095}"/>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24" name="Diamond 723">
              <a:extLst>
                <a:ext uri="{FF2B5EF4-FFF2-40B4-BE49-F238E27FC236}">
                  <a16:creationId xmlns:a16="http://schemas.microsoft.com/office/drawing/2014/main" id="{B5327312-09A2-70CC-1AB2-A96714D2D39E}"/>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5" name="Oval 724">
              <a:extLst>
                <a:ext uri="{FF2B5EF4-FFF2-40B4-BE49-F238E27FC236}">
                  <a16:creationId xmlns:a16="http://schemas.microsoft.com/office/drawing/2014/main" id="{B6197CB8-6346-DD91-F6C7-E789FF83D3A8}"/>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30" name="Group 729">
            <a:extLst>
              <a:ext uri="{FF2B5EF4-FFF2-40B4-BE49-F238E27FC236}">
                <a16:creationId xmlns:a16="http://schemas.microsoft.com/office/drawing/2014/main" id="{A6D39B64-B8C8-87E4-7AAC-6A4C9A6CD3DA}"/>
              </a:ext>
            </a:extLst>
          </p:cNvPr>
          <p:cNvGrpSpPr/>
          <p:nvPr/>
        </p:nvGrpSpPr>
        <p:grpSpPr>
          <a:xfrm>
            <a:off x="2105348" y="1532276"/>
            <a:ext cx="721206" cy="609701"/>
            <a:chOff x="2105348" y="1532276"/>
            <a:chExt cx="721206" cy="609701"/>
          </a:xfrm>
        </p:grpSpPr>
        <p:sp>
          <p:nvSpPr>
            <p:cNvPr id="731" name="Rectangle 730">
              <a:extLst>
                <a:ext uri="{FF2B5EF4-FFF2-40B4-BE49-F238E27FC236}">
                  <a16:creationId xmlns:a16="http://schemas.microsoft.com/office/drawing/2014/main" id="{22CE1EAE-AF61-0F84-2839-DA66F9C69D05}"/>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32" name="Rectangle 731">
              <a:extLst>
                <a:ext uri="{FF2B5EF4-FFF2-40B4-BE49-F238E27FC236}">
                  <a16:creationId xmlns:a16="http://schemas.microsoft.com/office/drawing/2014/main" id="{BDD76D76-0050-AC51-1164-983E58467AC7}"/>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3" name="Oval 15">
              <a:extLst>
                <a:ext uri="{FF2B5EF4-FFF2-40B4-BE49-F238E27FC236}">
                  <a16:creationId xmlns:a16="http://schemas.microsoft.com/office/drawing/2014/main" id="{58F225A1-CD90-A28A-8665-EB091B895FC5}"/>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4" name="Straight Connector 733">
              <a:extLst>
                <a:ext uri="{FF2B5EF4-FFF2-40B4-BE49-F238E27FC236}">
                  <a16:creationId xmlns:a16="http://schemas.microsoft.com/office/drawing/2014/main" id="{BC2FE4DE-A970-3A5F-AE10-4F110D310817}"/>
                </a:ext>
              </a:extLst>
            </p:cNvPr>
            <p:cNvCxnSpPr>
              <a:cxnSpLocks/>
              <a:stCxn id="733"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35" name="Straight Connector 734">
              <a:extLst>
                <a:ext uri="{FF2B5EF4-FFF2-40B4-BE49-F238E27FC236}">
                  <a16:creationId xmlns:a16="http://schemas.microsoft.com/office/drawing/2014/main" id="{9D1B3A88-57DA-E687-0C6A-F9FDF0775B0D}"/>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36" name="Group 735">
            <a:extLst>
              <a:ext uri="{FF2B5EF4-FFF2-40B4-BE49-F238E27FC236}">
                <a16:creationId xmlns:a16="http://schemas.microsoft.com/office/drawing/2014/main" id="{EEA68924-CC06-F7DF-E2A9-701461412B6A}"/>
              </a:ext>
            </a:extLst>
          </p:cNvPr>
          <p:cNvGrpSpPr/>
          <p:nvPr/>
        </p:nvGrpSpPr>
        <p:grpSpPr>
          <a:xfrm>
            <a:off x="431659" y="1532283"/>
            <a:ext cx="721891" cy="610032"/>
            <a:chOff x="431659" y="1532283"/>
            <a:chExt cx="721891" cy="610032"/>
          </a:xfrm>
        </p:grpSpPr>
        <p:sp>
          <p:nvSpPr>
            <p:cNvPr id="737" name="Rectangle 736">
              <a:extLst>
                <a:ext uri="{FF2B5EF4-FFF2-40B4-BE49-F238E27FC236}">
                  <a16:creationId xmlns:a16="http://schemas.microsoft.com/office/drawing/2014/main" id="{21F9D9BD-F30C-D19C-0E06-0CCE9CBFAEA6}"/>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38" name="Right Triangle 737">
              <a:extLst>
                <a:ext uri="{FF2B5EF4-FFF2-40B4-BE49-F238E27FC236}">
                  <a16:creationId xmlns:a16="http://schemas.microsoft.com/office/drawing/2014/main" id="{E7A89DC9-E185-6052-41D4-9DDD88BDC369}"/>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39" name="Group 738">
              <a:extLst>
                <a:ext uri="{FF2B5EF4-FFF2-40B4-BE49-F238E27FC236}">
                  <a16:creationId xmlns:a16="http://schemas.microsoft.com/office/drawing/2014/main" id="{4BF55D0B-1274-5F12-8E32-A55930D4CA99}"/>
                </a:ext>
              </a:extLst>
            </p:cNvPr>
            <p:cNvGrpSpPr/>
            <p:nvPr/>
          </p:nvGrpSpPr>
          <p:grpSpPr>
            <a:xfrm>
              <a:off x="1102940" y="1538374"/>
              <a:ext cx="37817" cy="61390"/>
              <a:chOff x="3883481" y="2057400"/>
              <a:chExt cx="1608363" cy="2652031"/>
            </a:xfrm>
            <a:solidFill>
              <a:srgbClr val="A6A6A6">
                <a:alpha val="20000"/>
              </a:srgbClr>
            </a:solidFill>
          </p:grpSpPr>
          <p:sp>
            <p:nvSpPr>
              <p:cNvPr id="740" name="Oval 27">
                <a:extLst>
                  <a:ext uri="{FF2B5EF4-FFF2-40B4-BE49-F238E27FC236}">
                    <a16:creationId xmlns:a16="http://schemas.microsoft.com/office/drawing/2014/main" id="{5B599469-EA50-894B-96F9-B3E766E01F4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1" name="Oval 28">
                <a:extLst>
                  <a:ext uri="{FF2B5EF4-FFF2-40B4-BE49-F238E27FC236}">
                    <a16:creationId xmlns:a16="http://schemas.microsoft.com/office/drawing/2014/main" id="{A5649560-4A15-75E7-A7D9-D736243BF6A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2" name="Group 741">
            <a:extLst>
              <a:ext uri="{FF2B5EF4-FFF2-40B4-BE49-F238E27FC236}">
                <a16:creationId xmlns:a16="http://schemas.microsoft.com/office/drawing/2014/main" id="{FABD4051-B292-4CB0-B526-D62669C340D0}"/>
              </a:ext>
            </a:extLst>
          </p:cNvPr>
          <p:cNvGrpSpPr/>
          <p:nvPr/>
        </p:nvGrpSpPr>
        <p:grpSpPr>
          <a:xfrm>
            <a:off x="1268843" y="1532283"/>
            <a:ext cx="721206" cy="610032"/>
            <a:chOff x="1268843" y="1532283"/>
            <a:chExt cx="721206" cy="610032"/>
          </a:xfrm>
        </p:grpSpPr>
        <p:sp>
          <p:nvSpPr>
            <p:cNvPr id="743" name="Rectangle 742">
              <a:extLst>
                <a:ext uri="{FF2B5EF4-FFF2-40B4-BE49-F238E27FC236}">
                  <a16:creationId xmlns:a16="http://schemas.microsoft.com/office/drawing/2014/main" id="{1076D3FA-1B62-15E5-9280-64DE86C79755}"/>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44" name="Right Triangle 743">
              <a:extLst>
                <a:ext uri="{FF2B5EF4-FFF2-40B4-BE49-F238E27FC236}">
                  <a16:creationId xmlns:a16="http://schemas.microsoft.com/office/drawing/2014/main" id="{5F343954-25B2-EF6A-72EB-D04BC816F7EE}"/>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5" name="Group 744">
              <a:extLst>
                <a:ext uri="{FF2B5EF4-FFF2-40B4-BE49-F238E27FC236}">
                  <a16:creationId xmlns:a16="http://schemas.microsoft.com/office/drawing/2014/main" id="{AD4EEB3C-9424-5EC2-8E65-780DFF817F46}"/>
                </a:ext>
              </a:extLst>
            </p:cNvPr>
            <p:cNvGrpSpPr/>
            <p:nvPr/>
          </p:nvGrpSpPr>
          <p:grpSpPr>
            <a:xfrm>
              <a:off x="1939436" y="1538374"/>
              <a:ext cx="37817" cy="61390"/>
              <a:chOff x="3883481" y="2057400"/>
              <a:chExt cx="1608363" cy="2652031"/>
            </a:xfrm>
            <a:solidFill>
              <a:srgbClr val="A6A6A6">
                <a:alpha val="20000"/>
              </a:srgbClr>
            </a:solidFill>
          </p:grpSpPr>
          <p:sp>
            <p:nvSpPr>
              <p:cNvPr id="746" name="Oval 27">
                <a:extLst>
                  <a:ext uri="{FF2B5EF4-FFF2-40B4-BE49-F238E27FC236}">
                    <a16:creationId xmlns:a16="http://schemas.microsoft.com/office/drawing/2014/main" id="{B1E4D134-A29C-E19D-97A7-AAB2AFA061E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7" name="Oval 28">
                <a:extLst>
                  <a:ext uri="{FF2B5EF4-FFF2-40B4-BE49-F238E27FC236}">
                    <a16:creationId xmlns:a16="http://schemas.microsoft.com/office/drawing/2014/main" id="{4C763A62-6DDC-D67F-691B-FE80019B86E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4" name="Group 753">
            <a:extLst>
              <a:ext uri="{FF2B5EF4-FFF2-40B4-BE49-F238E27FC236}">
                <a16:creationId xmlns:a16="http://schemas.microsoft.com/office/drawing/2014/main" id="{F879825B-122E-4785-9339-DD8906EBE428}"/>
              </a:ext>
            </a:extLst>
          </p:cNvPr>
          <p:cNvGrpSpPr/>
          <p:nvPr/>
        </p:nvGrpSpPr>
        <p:grpSpPr>
          <a:xfrm>
            <a:off x="5454379" y="2974054"/>
            <a:ext cx="721206" cy="649846"/>
            <a:chOff x="5454379" y="2974054"/>
            <a:chExt cx="721206" cy="649846"/>
          </a:xfrm>
        </p:grpSpPr>
        <p:sp>
          <p:nvSpPr>
            <p:cNvPr id="755" name="Rectangle 754">
              <a:extLst>
                <a:ext uri="{FF2B5EF4-FFF2-40B4-BE49-F238E27FC236}">
                  <a16:creationId xmlns:a16="http://schemas.microsoft.com/office/drawing/2014/main" id="{5B0F7B02-D9C0-6234-F119-1D66C2D479A5}"/>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56" name="Rectangle 755">
              <a:extLst>
                <a:ext uri="{FF2B5EF4-FFF2-40B4-BE49-F238E27FC236}">
                  <a16:creationId xmlns:a16="http://schemas.microsoft.com/office/drawing/2014/main" id="{6B271780-D90F-1D01-DBD3-555EA6B7C4D0}"/>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7" name="Oval 15">
              <a:extLst>
                <a:ext uri="{FF2B5EF4-FFF2-40B4-BE49-F238E27FC236}">
                  <a16:creationId xmlns:a16="http://schemas.microsoft.com/office/drawing/2014/main" id="{FB89FC46-740A-9E3B-984F-E65A7230F239}"/>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58" name="Straight Connector 757">
              <a:extLst>
                <a:ext uri="{FF2B5EF4-FFF2-40B4-BE49-F238E27FC236}">
                  <a16:creationId xmlns:a16="http://schemas.microsoft.com/office/drawing/2014/main" id="{46EBDCB9-31B3-8B58-EE2F-73568C9FA6E0}"/>
                </a:ext>
              </a:extLst>
            </p:cNvPr>
            <p:cNvCxnSpPr>
              <a:cxnSpLocks/>
              <a:stCxn id="757"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59" name="Straight Connector 758">
              <a:extLst>
                <a:ext uri="{FF2B5EF4-FFF2-40B4-BE49-F238E27FC236}">
                  <a16:creationId xmlns:a16="http://schemas.microsoft.com/office/drawing/2014/main" id="{5C2B47B5-84A4-8383-14BA-67C0F4FD9ABE}"/>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60" name="Group 759">
            <a:extLst>
              <a:ext uri="{FF2B5EF4-FFF2-40B4-BE49-F238E27FC236}">
                <a16:creationId xmlns:a16="http://schemas.microsoft.com/office/drawing/2014/main" id="{863AA669-1709-1D67-60C2-51D620897570}"/>
              </a:ext>
            </a:extLst>
          </p:cNvPr>
          <p:cNvGrpSpPr/>
          <p:nvPr/>
        </p:nvGrpSpPr>
        <p:grpSpPr>
          <a:xfrm>
            <a:off x="431659" y="2974054"/>
            <a:ext cx="721891" cy="609701"/>
            <a:chOff x="431659" y="2974054"/>
            <a:chExt cx="721891" cy="609701"/>
          </a:xfrm>
        </p:grpSpPr>
        <p:sp>
          <p:nvSpPr>
            <p:cNvPr id="761" name="Rectangle 760">
              <a:extLst>
                <a:ext uri="{FF2B5EF4-FFF2-40B4-BE49-F238E27FC236}">
                  <a16:creationId xmlns:a16="http://schemas.microsoft.com/office/drawing/2014/main" id="{C2F48A52-9313-3291-8BB3-FB613A39B2DF}"/>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62" name="Right Triangle 761">
              <a:extLst>
                <a:ext uri="{FF2B5EF4-FFF2-40B4-BE49-F238E27FC236}">
                  <a16:creationId xmlns:a16="http://schemas.microsoft.com/office/drawing/2014/main" id="{C3D55ED8-5A39-80B3-7684-492ECC0EFDE5}"/>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3" name="Group 762">
              <a:extLst>
                <a:ext uri="{FF2B5EF4-FFF2-40B4-BE49-F238E27FC236}">
                  <a16:creationId xmlns:a16="http://schemas.microsoft.com/office/drawing/2014/main" id="{683DC7A9-FB3C-4B6B-C859-5AF122241037}"/>
                </a:ext>
              </a:extLst>
            </p:cNvPr>
            <p:cNvGrpSpPr/>
            <p:nvPr/>
          </p:nvGrpSpPr>
          <p:grpSpPr>
            <a:xfrm>
              <a:off x="1102940" y="2981762"/>
              <a:ext cx="37817" cy="61390"/>
              <a:chOff x="3883481" y="2057400"/>
              <a:chExt cx="1608363" cy="2652031"/>
            </a:xfrm>
            <a:solidFill>
              <a:srgbClr val="A6A6A6">
                <a:alpha val="20000"/>
              </a:srgbClr>
            </a:solidFill>
          </p:grpSpPr>
          <p:sp>
            <p:nvSpPr>
              <p:cNvPr id="764" name="Oval 27">
                <a:extLst>
                  <a:ext uri="{FF2B5EF4-FFF2-40B4-BE49-F238E27FC236}">
                    <a16:creationId xmlns:a16="http://schemas.microsoft.com/office/drawing/2014/main" id="{10939BF0-1A76-8E0B-3CF1-C5217645163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5" name="Oval 28">
                <a:extLst>
                  <a:ext uri="{FF2B5EF4-FFF2-40B4-BE49-F238E27FC236}">
                    <a16:creationId xmlns:a16="http://schemas.microsoft.com/office/drawing/2014/main" id="{4819B894-1320-D624-A191-203C12D2DB2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2" name="Group 771">
            <a:extLst>
              <a:ext uri="{FF2B5EF4-FFF2-40B4-BE49-F238E27FC236}">
                <a16:creationId xmlns:a16="http://schemas.microsoft.com/office/drawing/2014/main" id="{41A7D1AE-E36D-37D9-ED35-F40930F08CF7}"/>
              </a:ext>
            </a:extLst>
          </p:cNvPr>
          <p:cNvGrpSpPr/>
          <p:nvPr/>
        </p:nvGrpSpPr>
        <p:grpSpPr>
          <a:xfrm>
            <a:off x="2940469" y="2974031"/>
            <a:ext cx="721206" cy="613175"/>
            <a:chOff x="2940469" y="2974031"/>
            <a:chExt cx="721206" cy="613175"/>
          </a:xfrm>
        </p:grpSpPr>
        <p:sp>
          <p:nvSpPr>
            <p:cNvPr id="773" name="Rectangle 772">
              <a:extLst>
                <a:ext uri="{FF2B5EF4-FFF2-40B4-BE49-F238E27FC236}">
                  <a16:creationId xmlns:a16="http://schemas.microsoft.com/office/drawing/2014/main" id="{96CBAEDB-58F2-CBC8-410A-8D29514E99FB}"/>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74" name="Right Triangle 773">
              <a:extLst>
                <a:ext uri="{FF2B5EF4-FFF2-40B4-BE49-F238E27FC236}">
                  <a16:creationId xmlns:a16="http://schemas.microsoft.com/office/drawing/2014/main" id="{89AEF638-04E2-D7A0-9EE3-6EE0AF4630AA}"/>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5" name="Group 774">
              <a:extLst>
                <a:ext uri="{FF2B5EF4-FFF2-40B4-BE49-F238E27FC236}">
                  <a16:creationId xmlns:a16="http://schemas.microsoft.com/office/drawing/2014/main" id="{0F039AAA-F3A2-6811-BC77-1C04FF40924F}"/>
                </a:ext>
              </a:extLst>
            </p:cNvPr>
            <p:cNvGrpSpPr/>
            <p:nvPr/>
          </p:nvGrpSpPr>
          <p:grpSpPr>
            <a:xfrm>
              <a:off x="3610502" y="2980132"/>
              <a:ext cx="37817" cy="61390"/>
              <a:chOff x="3883481" y="2057400"/>
              <a:chExt cx="1608363" cy="2652031"/>
            </a:xfrm>
            <a:solidFill>
              <a:srgbClr val="A6A6A6">
                <a:alpha val="20000"/>
              </a:srgbClr>
            </a:solidFill>
          </p:grpSpPr>
          <p:sp>
            <p:nvSpPr>
              <p:cNvPr id="776" name="Oval 27">
                <a:extLst>
                  <a:ext uri="{FF2B5EF4-FFF2-40B4-BE49-F238E27FC236}">
                    <a16:creationId xmlns:a16="http://schemas.microsoft.com/office/drawing/2014/main" id="{8E97E027-064A-5F50-CE35-36B831A8E09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7" name="Oval 28">
                <a:extLst>
                  <a:ext uri="{FF2B5EF4-FFF2-40B4-BE49-F238E27FC236}">
                    <a16:creationId xmlns:a16="http://schemas.microsoft.com/office/drawing/2014/main" id="{B91080BF-0524-B6AA-84BF-3A648018F72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8" name="Group 777">
            <a:extLst>
              <a:ext uri="{FF2B5EF4-FFF2-40B4-BE49-F238E27FC236}">
                <a16:creationId xmlns:a16="http://schemas.microsoft.com/office/drawing/2014/main" id="{F807CF14-C170-E8A4-0085-47CF9F07DBB8}"/>
              </a:ext>
            </a:extLst>
          </p:cNvPr>
          <p:cNvGrpSpPr/>
          <p:nvPr/>
        </p:nvGrpSpPr>
        <p:grpSpPr>
          <a:xfrm>
            <a:off x="1268380" y="2974053"/>
            <a:ext cx="721206" cy="609701"/>
            <a:chOff x="1268380" y="2974053"/>
            <a:chExt cx="721206" cy="609701"/>
          </a:xfrm>
        </p:grpSpPr>
        <p:sp>
          <p:nvSpPr>
            <p:cNvPr id="779" name="Rectangle 778">
              <a:extLst>
                <a:ext uri="{FF2B5EF4-FFF2-40B4-BE49-F238E27FC236}">
                  <a16:creationId xmlns:a16="http://schemas.microsoft.com/office/drawing/2014/main" id="{F3F81F87-20CF-1D7D-3A30-B05235CA74EA}"/>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80" name="Right Triangle 779">
              <a:extLst>
                <a:ext uri="{FF2B5EF4-FFF2-40B4-BE49-F238E27FC236}">
                  <a16:creationId xmlns:a16="http://schemas.microsoft.com/office/drawing/2014/main" id="{4D934E46-63C5-FD5D-FEBA-6722B65D6C1D}"/>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1" name="Group 780">
              <a:extLst>
                <a:ext uri="{FF2B5EF4-FFF2-40B4-BE49-F238E27FC236}">
                  <a16:creationId xmlns:a16="http://schemas.microsoft.com/office/drawing/2014/main" id="{A4B16760-C2F0-E751-F44F-77DD50A60A0E}"/>
                </a:ext>
              </a:extLst>
            </p:cNvPr>
            <p:cNvGrpSpPr/>
            <p:nvPr/>
          </p:nvGrpSpPr>
          <p:grpSpPr>
            <a:xfrm>
              <a:off x="1938973" y="2986452"/>
              <a:ext cx="37817" cy="61390"/>
              <a:chOff x="3883481" y="2057400"/>
              <a:chExt cx="1608363" cy="2652031"/>
            </a:xfrm>
            <a:solidFill>
              <a:srgbClr val="A6A6A6">
                <a:alpha val="20000"/>
              </a:srgbClr>
            </a:solidFill>
          </p:grpSpPr>
          <p:sp>
            <p:nvSpPr>
              <p:cNvPr id="782" name="Oval 27">
                <a:extLst>
                  <a:ext uri="{FF2B5EF4-FFF2-40B4-BE49-F238E27FC236}">
                    <a16:creationId xmlns:a16="http://schemas.microsoft.com/office/drawing/2014/main" id="{F4CFEC22-F219-A838-9AD2-842D9BDCCED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3" name="Oval 28">
                <a:extLst>
                  <a:ext uri="{FF2B5EF4-FFF2-40B4-BE49-F238E27FC236}">
                    <a16:creationId xmlns:a16="http://schemas.microsoft.com/office/drawing/2014/main" id="{B1AAA4BF-E3EE-EC9E-9C2D-78720227126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4" name="Group 783">
            <a:extLst>
              <a:ext uri="{FF2B5EF4-FFF2-40B4-BE49-F238E27FC236}">
                <a16:creationId xmlns:a16="http://schemas.microsoft.com/office/drawing/2014/main" id="{BA33C30A-2F8B-52CB-56F7-7FEDB63ED962}"/>
              </a:ext>
            </a:extLst>
          </p:cNvPr>
          <p:cNvGrpSpPr/>
          <p:nvPr/>
        </p:nvGrpSpPr>
        <p:grpSpPr>
          <a:xfrm>
            <a:off x="2938534" y="811556"/>
            <a:ext cx="721206" cy="609701"/>
            <a:chOff x="2938534" y="811556"/>
            <a:chExt cx="721206" cy="609701"/>
          </a:xfrm>
        </p:grpSpPr>
        <p:sp>
          <p:nvSpPr>
            <p:cNvPr id="785" name="Rectangle 784">
              <a:extLst>
                <a:ext uri="{FF2B5EF4-FFF2-40B4-BE49-F238E27FC236}">
                  <a16:creationId xmlns:a16="http://schemas.microsoft.com/office/drawing/2014/main" id="{5DB9C476-8067-14C3-6720-EC45F4439948}"/>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86" name="Rectangle 785">
              <a:extLst>
                <a:ext uri="{FF2B5EF4-FFF2-40B4-BE49-F238E27FC236}">
                  <a16:creationId xmlns:a16="http://schemas.microsoft.com/office/drawing/2014/main" id="{6057B2B6-F1DF-0087-E17E-0DDA099C4DAE}"/>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7" name="Oval 15">
              <a:extLst>
                <a:ext uri="{FF2B5EF4-FFF2-40B4-BE49-F238E27FC236}">
                  <a16:creationId xmlns:a16="http://schemas.microsoft.com/office/drawing/2014/main" id="{0515DA9E-4875-D901-90F1-BE937005FD01}"/>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88" name="Straight Connector 787">
              <a:extLst>
                <a:ext uri="{FF2B5EF4-FFF2-40B4-BE49-F238E27FC236}">
                  <a16:creationId xmlns:a16="http://schemas.microsoft.com/office/drawing/2014/main" id="{134BFB26-2BB2-E5CB-7242-B2E4F8CDCBE2}"/>
                </a:ext>
              </a:extLst>
            </p:cNvPr>
            <p:cNvCxnSpPr>
              <a:cxnSpLocks/>
              <a:stCxn id="787"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89" name="Straight Connector 788">
              <a:extLst>
                <a:ext uri="{FF2B5EF4-FFF2-40B4-BE49-F238E27FC236}">
                  <a16:creationId xmlns:a16="http://schemas.microsoft.com/office/drawing/2014/main" id="{5B9CA89F-EF31-F4F3-02F2-66D050F27D35}"/>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6" name="Group 795">
            <a:extLst>
              <a:ext uri="{FF2B5EF4-FFF2-40B4-BE49-F238E27FC236}">
                <a16:creationId xmlns:a16="http://schemas.microsoft.com/office/drawing/2014/main" id="{513B580E-E9DC-F55F-0101-B8119B31F1E8}"/>
              </a:ext>
            </a:extLst>
          </p:cNvPr>
          <p:cNvGrpSpPr/>
          <p:nvPr/>
        </p:nvGrpSpPr>
        <p:grpSpPr>
          <a:xfrm>
            <a:off x="431659" y="811556"/>
            <a:ext cx="721206" cy="609701"/>
            <a:chOff x="431659" y="811556"/>
            <a:chExt cx="721206" cy="609701"/>
          </a:xfrm>
        </p:grpSpPr>
        <p:sp>
          <p:nvSpPr>
            <p:cNvPr id="797" name="Rectangle 796">
              <a:extLst>
                <a:ext uri="{FF2B5EF4-FFF2-40B4-BE49-F238E27FC236}">
                  <a16:creationId xmlns:a16="http://schemas.microsoft.com/office/drawing/2014/main" id="{F66219AD-55FB-6708-852D-30587D15063E}"/>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98" name="Right Triangle 797">
              <a:extLst>
                <a:ext uri="{FF2B5EF4-FFF2-40B4-BE49-F238E27FC236}">
                  <a16:creationId xmlns:a16="http://schemas.microsoft.com/office/drawing/2014/main" id="{3350D1DA-8A21-63DA-EE22-21EFF2B92F1A}"/>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99" name="Group 798">
              <a:extLst>
                <a:ext uri="{FF2B5EF4-FFF2-40B4-BE49-F238E27FC236}">
                  <a16:creationId xmlns:a16="http://schemas.microsoft.com/office/drawing/2014/main" id="{D9A6DB9D-56A1-EA6A-8C24-37CA38852B63}"/>
                </a:ext>
              </a:extLst>
            </p:cNvPr>
            <p:cNvGrpSpPr/>
            <p:nvPr/>
          </p:nvGrpSpPr>
          <p:grpSpPr>
            <a:xfrm>
              <a:off x="1100969" y="819591"/>
              <a:ext cx="37817" cy="61390"/>
              <a:chOff x="3883481" y="2057400"/>
              <a:chExt cx="1608363" cy="2652031"/>
            </a:xfrm>
            <a:solidFill>
              <a:srgbClr val="A6A6A6">
                <a:alpha val="20000"/>
              </a:srgbClr>
            </a:solidFill>
          </p:grpSpPr>
          <p:sp>
            <p:nvSpPr>
              <p:cNvPr id="800" name="Oval 27">
                <a:extLst>
                  <a:ext uri="{FF2B5EF4-FFF2-40B4-BE49-F238E27FC236}">
                    <a16:creationId xmlns:a16="http://schemas.microsoft.com/office/drawing/2014/main" id="{C8548761-474C-0779-C776-F22B89C0F03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1" name="Oval 28">
                <a:extLst>
                  <a:ext uri="{FF2B5EF4-FFF2-40B4-BE49-F238E27FC236}">
                    <a16:creationId xmlns:a16="http://schemas.microsoft.com/office/drawing/2014/main" id="{127C6B46-E8F4-AEC0-EBE4-655B20D388D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2" name="Group 801">
            <a:extLst>
              <a:ext uri="{FF2B5EF4-FFF2-40B4-BE49-F238E27FC236}">
                <a16:creationId xmlns:a16="http://schemas.microsoft.com/office/drawing/2014/main" id="{A8E09031-71DF-3104-A1F2-0DB4B0DF66D0}"/>
              </a:ext>
            </a:extLst>
          </p:cNvPr>
          <p:cNvGrpSpPr/>
          <p:nvPr/>
        </p:nvGrpSpPr>
        <p:grpSpPr>
          <a:xfrm>
            <a:off x="1267285" y="811556"/>
            <a:ext cx="721206" cy="609701"/>
            <a:chOff x="1267285" y="811556"/>
            <a:chExt cx="721206" cy="609701"/>
          </a:xfrm>
        </p:grpSpPr>
        <p:sp>
          <p:nvSpPr>
            <p:cNvPr id="803" name="Rectangle 802">
              <a:extLst>
                <a:ext uri="{FF2B5EF4-FFF2-40B4-BE49-F238E27FC236}">
                  <a16:creationId xmlns:a16="http://schemas.microsoft.com/office/drawing/2014/main" id="{25129E81-98AB-A586-6D2C-5623DD685729}"/>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04" name="Right Triangle 803">
              <a:extLst>
                <a:ext uri="{FF2B5EF4-FFF2-40B4-BE49-F238E27FC236}">
                  <a16:creationId xmlns:a16="http://schemas.microsoft.com/office/drawing/2014/main" id="{E64F7D37-FB04-B65C-0FAF-8D77B24E2F5C}"/>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5" name="Group 804">
              <a:extLst>
                <a:ext uri="{FF2B5EF4-FFF2-40B4-BE49-F238E27FC236}">
                  <a16:creationId xmlns:a16="http://schemas.microsoft.com/office/drawing/2014/main" id="{04F33DCC-4EDC-A0F7-3083-6D2471824A31}"/>
                </a:ext>
              </a:extLst>
            </p:cNvPr>
            <p:cNvGrpSpPr/>
            <p:nvPr/>
          </p:nvGrpSpPr>
          <p:grpSpPr>
            <a:xfrm>
              <a:off x="1937878" y="819591"/>
              <a:ext cx="37817" cy="61390"/>
              <a:chOff x="3883481" y="2057400"/>
              <a:chExt cx="1608363" cy="2652031"/>
            </a:xfrm>
            <a:solidFill>
              <a:srgbClr val="A6A6A6">
                <a:alpha val="20000"/>
              </a:srgbClr>
            </a:solidFill>
          </p:grpSpPr>
          <p:sp>
            <p:nvSpPr>
              <p:cNvPr id="806" name="Oval 27">
                <a:extLst>
                  <a:ext uri="{FF2B5EF4-FFF2-40B4-BE49-F238E27FC236}">
                    <a16:creationId xmlns:a16="http://schemas.microsoft.com/office/drawing/2014/main" id="{C90B8BC0-6E56-1C1E-7236-B3E77BFCB7F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7" name="Oval 28">
                <a:extLst>
                  <a:ext uri="{FF2B5EF4-FFF2-40B4-BE49-F238E27FC236}">
                    <a16:creationId xmlns:a16="http://schemas.microsoft.com/office/drawing/2014/main" id="{89ED0399-0E09-CBB7-0FD6-0D4B702469B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4" name="Group 813">
            <a:extLst>
              <a:ext uri="{FF2B5EF4-FFF2-40B4-BE49-F238E27FC236}">
                <a16:creationId xmlns:a16="http://schemas.microsoft.com/office/drawing/2014/main" id="{C86F423D-11A5-BB08-8B85-ED38B4E8A867}"/>
              </a:ext>
            </a:extLst>
          </p:cNvPr>
          <p:cNvGrpSpPr/>
          <p:nvPr/>
        </p:nvGrpSpPr>
        <p:grpSpPr>
          <a:xfrm>
            <a:off x="2889438" y="751337"/>
            <a:ext cx="5022643" cy="5001728"/>
            <a:chOff x="2889438" y="751337"/>
            <a:chExt cx="5022643" cy="5001728"/>
          </a:xfrm>
        </p:grpSpPr>
        <p:cxnSp>
          <p:nvCxnSpPr>
            <p:cNvPr id="815" name="Straight Connector 814">
              <a:extLst>
                <a:ext uri="{FF2B5EF4-FFF2-40B4-BE49-F238E27FC236}">
                  <a16:creationId xmlns:a16="http://schemas.microsoft.com/office/drawing/2014/main" id="{7B841817-4918-A28F-8E36-EA2F66D75C7A}"/>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3C974A10-1278-1E36-636A-6F9FC20A1AAE}"/>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358F1322-097A-FDA4-5280-0688AF9C9249}"/>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90300306-B02C-70BF-6E79-573586A68D61}"/>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E9D6358A-EB97-179C-4C39-70423DE2B165}"/>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450B2632-6BFA-B27C-6C57-6B690EEB849C}"/>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B41EA127-C088-02C5-54FD-A73212F29326}"/>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201FD376-2413-3478-69D5-805184B21A5C}"/>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CD275D8C-044E-8C05-1EF5-F102DC09F4A6}"/>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4" name="Straight Connector 823">
              <a:extLst>
                <a:ext uri="{FF2B5EF4-FFF2-40B4-BE49-F238E27FC236}">
                  <a16:creationId xmlns:a16="http://schemas.microsoft.com/office/drawing/2014/main" id="{C7212A42-7F2F-EB67-FE76-C7BC4BF96E72}"/>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8" name="Group 837">
            <a:extLst>
              <a:ext uri="{FF2B5EF4-FFF2-40B4-BE49-F238E27FC236}">
                <a16:creationId xmlns:a16="http://schemas.microsoft.com/office/drawing/2014/main" id="{5F566E05-4AA4-7438-AC8F-8331FF397A02}"/>
              </a:ext>
            </a:extLst>
          </p:cNvPr>
          <p:cNvGrpSpPr/>
          <p:nvPr/>
        </p:nvGrpSpPr>
        <p:grpSpPr>
          <a:xfrm>
            <a:off x="2099604" y="5136552"/>
            <a:ext cx="721206" cy="609701"/>
            <a:chOff x="2099604" y="5136552"/>
            <a:chExt cx="721206" cy="609701"/>
          </a:xfrm>
        </p:grpSpPr>
        <p:sp>
          <p:nvSpPr>
            <p:cNvPr id="839" name="Rectangle 838">
              <a:extLst>
                <a:ext uri="{FF2B5EF4-FFF2-40B4-BE49-F238E27FC236}">
                  <a16:creationId xmlns:a16="http://schemas.microsoft.com/office/drawing/2014/main" id="{C59C9E8E-A2C4-1123-71CE-4F4A00478240}"/>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840" name="Right Triangle 839">
              <a:extLst>
                <a:ext uri="{FF2B5EF4-FFF2-40B4-BE49-F238E27FC236}">
                  <a16:creationId xmlns:a16="http://schemas.microsoft.com/office/drawing/2014/main" id="{7F2D55C3-7CBB-100F-6DA6-BBC92648C977}"/>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1" name="Group 840">
              <a:extLst>
                <a:ext uri="{FF2B5EF4-FFF2-40B4-BE49-F238E27FC236}">
                  <a16:creationId xmlns:a16="http://schemas.microsoft.com/office/drawing/2014/main" id="{523B3A85-E628-0B10-1A2E-98084D7BF057}"/>
                </a:ext>
              </a:extLst>
            </p:cNvPr>
            <p:cNvGrpSpPr/>
            <p:nvPr/>
          </p:nvGrpSpPr>
          <p:grpSpPr>
            <a:xfrm>
              <a:off x="2765661" y="5151382"/>
              <a:ext cx="37817" cy="61390"/>
              <a:chOff x="3883481" y="2057400"/>
              <a:chExt cx="1608363" cy="2652031"/>
            </a:xfrm>
            <a:solidFill>
              <a:srgbClr val="A6A6A6">
                <a:alpha val="20000"/>
              </a:srgbClr>
            </a:solidFill>
          </p:grpSpPr>
          <p:sp>
            <p:nvSpPr>
              <p:cNvPr id="842" name="Oval 27">
                <a:extLst>
                  <a:ext uri="{FF2B5EF4-FFF2-40B4-BE49-F238E27FC236}">
                    <a16:creationId xmlns:a16="http://schemas.microsoft.com/office/drawing/2014/main" id="{A47CBA88-B166-6FD2-0205-540EBD25B08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3" name="Oval 28">
                <a:extLst>
                  <a:ext uri="{FF2B5EF4-FFF2-40B4-BE49-F238E27FC236}">
                    <a16:creationId xmlns:a16="http://schemas.microsoft.com/office/drawing/2014/main" id="{E1897833-2341-6CEB-3A7F-2963EB46A04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0" name="Group 849">
            <a:extLst>
              <a:ext uri="{FF2B5EF4-FFF2-40B4-BE49-F238E27FC236}">
                <a16:creationId xmlns:a16="http://schemas.microsoft.com/office/drawing/2014/main" id="{CE208BFA-E356-7621-BC8B-408E33EF534E}"/>
              </a:ext>
            </a:extLst>
          </p:cNvPr>
          <p:cNvGrpSpPr/>
          <p:nvPr/>
        </p:nvGrpSpPr>
        <p:grpSpPr>
          <a:xfrm>
            <a:off x="2937173" y="4419601"/>
            <a:ext cx="721206" cy="610396"/>
            <a:chOff x="2937173" y="4419601"/>
            <a:chExt cx="721206" cy="610396"/>
          </a:xfrm>
        </p:grpSpPr>
        <p:sp>
          <p:nvSpPr>
            <p:cNvPr id="851" name="Rectangle 850">
              <a:extLst>
                <a:ext uri="{FF2B5EF4-FFF2-40B4-BE49-F238E27FC236}">
                  <a16:creationId xmlns:a16="http://schemas.microsoft.com/office/drawing/2014/main" id="{8A1256C0-AB67-196A-9E83-99ADB03D9CA4}"/>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52" name="Right Triangle 851">
              <a:extLst>
                <a:ext uri="{FF2B5EF4-FFF2-40B4-BE49-F238E27FC236}">
                  <a16:creationId xmlns:a16="http://schemas.microsoft.com/office/drawing/2014/main" id="{CBBA44BB-60D8-D516-5155-B5F6F1828C27}"/>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3" name="Group 852">
              <a:extLst>
                <a:ext uri="{FF2B5EF4-FFF2-40B4-BE49-F238E27FC236}">
                  <a16:creationId xmlns:a16="http://schemas.microsoft.com/office/drawing/2014/main" id="{8EB63E63-D0FE-4B52-53AC-0DF32A87399F}"/>
                </a:ext>
              </a:extLst>
            </p:cNvPr>
            <p:cNvGrpSpPr/>
            <p:nvPr/>
          </p:nvGrpSpPr>
          <p:grpSpPr>
            <a:xfrm>
              <a:off x="3607766" y="4425699"/>
              <a:ext cx="37817" cy="61390"/>
              <a:chOff x="3883481" y="2057400"/>
              <a:chExt cx="1608363" cy="2652031"/>
            </a:xfrm>
            <a:solidFill>
              <a:srgbClr val="A6A6A6">
                <a:alpha val="20000"/>
              </a:srgbClr>
            </a:solidFill>
          </p:grpSpPr>
          <p:sp>
            <p:nvSpPr>
              <p:cNvPr id="854" name="Oval 27">
                <a:extLst>
                  <a:ext uri="{FF2B5EF4-FFF2-40B4-BE49-F238E27FC236}">
                    <a16:creationId xmlns:a16="http://schemas.microsoft.com/office/drawing/2014/main" id="{A4E6E9B4-F716-F1D9-3227-1DA1382FE13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5" name="Oval 28">
                <a:extLst>
                  <a:ext uri="{FF2B5EF4-FFF2-40B4-BE49-F238E27FC236}">
                    <a16:creationId xmlns:a16="http://schemas.microsoft.com/office/drawing/2014/main" id="{E68BCB0C-134B-6D7C-D378-8316B136B1E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6" name="Group 855">
            <a:extLst>
              <a:ext uri="{FF2B5EF4-FFF2-40B4-BE49-F238E27FC236}">
                <a16:creationId xmlns:a16="http://schemas.microsoft.com/office/drawing/2014/main" id="{4D889D18-E12F-706B-DE56-3A913DB1AF34}"/>
              </a:ext>
            </a:extLst>
          </p:cNvPr>
          <p:cNvGrpSpPr/>
          <p:nvPr/>
        </p:nvGrpSpPr>
        <p:grpSpPr>
          <a:xfrm>
            <a:off x="6286130" y="4419624"/>
            <a:ext cx="721206" cy="609701"/>
            <a:chOff x="6286130" y="4419624"/>
            <a:chExt cx="721206" cy="609701"/>
          </a:xfrm>
        </p:grpSpPr>
        <p:sp>
          <p:nvSpPr>
            <p:cNvPr id="857" name="Rectangle 856">
              <a:hlinkHover r:id="" action="ppaction://noaction" highlightClick="1"/>
              <a:extLst>
                <a:ext uri="{FF2B5EF4-FFF2-40B4-BE49-F238E27FC236}">
                  <a16:creationId xmlns:a16="http://schemas.microsoft.com/office/drawing/2014/main" id="{8816A094-D400-8030-CEF5-85E2A0D4F6B5}"/>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58" name="Oval 857">
              <a:extLst>
                <a:ext uri="{FF2B5EF4-FFF2-40B4-BE49-F238E27FC236}">
                  <a16:creationId xmlns:a16="http://schemas.microsoft.com/office/drawing/2014/main" id="{E648BD11-4264-5269-C58C-FAC09C7655EA}"/>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9" name="Isosceles Triangle 648">
              <a:extLst>
                <a:ext uri="{FF2B5EF4-FFF2-40B4-BE49-F238E27FC236}">
                  <a16:creationId xmlns:a16="http://schemas.microsoft.com/office/drawing/2014/main" id="{3731527F-25FE-9F4F-A000-BB177F0BCC36}"/>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8" name="Group 867">
            <a:extLst>
              <a:ext uri="{FF2B5EF4-FFF2-40B4-BE49-F238E27FC236}">
                <a16:creationId xmlns:a16="http://schemas.microsoft.com/office/drawing/2014/main" id="{F189A654-1FF0-5F44-B1B0-87E413553D13}"/>
              </a:ext>
            </a:extLst>
          </p:cNvPr>
          <p:cNvGrpSpPr/>
          <p:nvPr/>
        </p:nvGrpSpPr>
        <p:grpSpPr>
          <a:xfrm>
            <a:off x="7122911" y="4419624"/>
            <a:ext cx="721206" cy="609701"/>
            <a:chOff x="7122911" y="4419624"/>
            <a:chExt cx="721206" cy="609701"/>
          </a:xfrm>
        </p:grpSpPr>
        <p:sp>
          <p:nvSpPr>
            <p:cNvPr id="869" name="Rectangle 868">
              <a:hlinkHover r:id="" action="ppaction://noaction" highlightClick="1"/>
              <a:extLst>
                <a:ext uri="{FF2B5EF4-FFF2-40B4-BE49-F238E27FC236}">
                  <a16:creationId xmlns:a16="http://schemas.microsoft.com/office/drawing/2014/main" id="{C37C898A-198B-C84F-79AF-D326B17A39AC}"/>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70" name="Oval 869">
              <a:extLst>
                <a:ext uri="{FF2B5EF4-FFF2-40B4-BE49-F238E27FC236}">
                  <a16:creationId xmlns:a16="http://schemas.microsoft.com/office/drawing/2014/main" id="{E286A5D2-5CBC-2C0E-BCB2-C270D88892CB}"/>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1" name="Isosceles Triangle 648">
              <a:extLst>
                <a:ext uri="{FF2B5EF4-FFF2-40B4-BE49-F238E27FC236}">
                  <a16:creationId xmlns:a16="http://schemas.microsoft.com/office/drawing/2014/main" id="{9F5A858E-9CC0-D975-AFD5-E9376E6A7EAB}"/>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6" name="Group 875">
            <a:extLst>
              <a:ext uri="{FF2B5EF4-FFF2-40B4-BE49-F238E27FC236}">
                <a16:creationId xmlns:a16="http://schemas.microsoft.com/office/drawing/2014/main" id="{FE558E0F-B248-AE01-914F-8AD5111D64D4}"/>
              </a:ext>
            </a:extLst>
          </p:cNvPr>
          <p:cNvGrpSpPr/>
          <p:nvPr/>
        </p:nvGrpSpPr>
        <p:grpSpPr>
          <a:xfrm>
            <a:off x="5454385" y="4419624"/>
            <a:ext cx="721206" cy="609701"/>
            <a:chOff x="5454385" y="4419624"/>
            <a:chExt cx="721206" cy="609701"/>
          </a:xfrm>
        </p:grpSpPr>
        <p:sp>
          <p:nvSpPr>
            <p:cNvPr id="877" name="Rectangle 876">
              <a:hlinkHover r:id="" action="ppaction://noaction" highlightClick="1"/>
              <a:extLst>
                <a:ext uri="{FF2B5EF4-FFF2-40B4-BE49-F238E27FC236}">
                  <a16:creationId xmlns:a16="http://schemas.microsoft.com/office/drawing/2014/main" id="{89893DBE-FABB-2D3D-56B6-3CC7BF17D209}"/>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78" name="Oval 877">
              <a:extLst>
                <a:ext uri="{FF2B5EF4-FFF2-40B4-BE49-F238E27FC236}">
                  <a16:creationId xmlns:a16="http://schemas.microsoft.com/office/drawing/2014/main" id="{1E98BDE4-3974-2374-7768-07FB8550C44D}"/>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9" name="Isosceles Triangle 648">
              <a:extLst>
                <a:ext uri="{FF2B5EF4-FFF2-40B4-BE49-F238E27FC236}">
                  <a16:creationId xmlns:a16="http://schemas.microsoft.com/office/drawing/2014/main" id="{5EE6CBD0-505B-8488-630C-8FF3B44CEAF8}"/>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2" name="Group 891">
            <a:extLst>
              <a:ext uri="{FF2B5EF4-FFF2-40B4-BE49-F238E27FC236}">
                <a16:creationId xmlns:a16="http://schemas.microsoft.com/office/drawing/2014/main" id="{486B66E3-58CF-3D05-A482-E746695BE98B}"/>
              </a:ext>
            </a:extLst>
          </p:cNvPr>
          <p:cNvGrpSpPr/>
          <p:nvPr/>
        </p:nvGrpSpPr>
        <p:grpSpPr>
          <a:xfrm>
            <a:off x="7122911" y="3698231"/>
            <a:ext cx="721206" cy="609701"/>
            <a:chOff x="7122911" y="3698231"/>
            <a:chExt cx="721206" cy="609701"/>
          </a:xfrm>
        </p:grpSpPr>
        <p:sp>
          <p:nvSpPr>
            <p:cNvPr id="893" name="Rectangle 892">
              <a:hlinkHover r:id="" action="ppaction://noaction" highlightClick="1"/>
              <a:extLst>
                <a:ext uri="{FF2B5EF4-FFF2-40B4-BE49-F238E27FC236}">
                  <a16:creationId xmlns:a16="http://schemas.microsoft.com/office/drawing/2014/main" id="{F1673512-830A-A0DC-8491-61ADEFA10FC4}"/>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94" name="Oval 893">
              <a:extLst>
                <a:ext uri="{FF2B5EF4-FFF2-40B4-BE49-F238E27FC236}">
                  <a16:creationId xmlns:a16="http://schemas.microsoft.com/office/drawing/2014/main" id="{E1A966B8-3D06-CD72-7869-15F763F73B60}"/>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5" name="Isosceles Triangle 648">
              <a:extLst>
                <a:ext uri="{FF2B5EF4-FFF2-40B4-BE49-F238E27FC236}">
                  <a16:creationId xmlns:a16="http://schemas.microsoft.com/office/drawing/2014/main" id="{CED24F85-96C1-49EF-403F-2BD2CFBF7A5C}"/>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6" name="Group 895">
            <a:extLst>
              <a:ext uri="{FF2B5EF4-FFF2-40B4-BE49-F238E27FC236}">
                <a16:creationId xmlns:a16="http://schemas.microsoft.com/office/drawing/2014/main" id="{D6FF1F93-A5F7-D561-8B2E-07C006AB33F9}"/>
              </a:ext>
            </a:extLst>
          </p:cNvPr>
          <p:cNvGrpSpPr/>
          <p:nvPr/>
        </p:nvGrpSpPr>
        <p:grpSpPr>
          <a:xfrm>
            <a:off x="6286224" y="3620338"/>
            <a:ext cx="721206" cy="687594"/>
            <a:chOff x="6286224" y="3620338"/>
            <a:chExt cx="721206" cy="687594"/>
          </a:xfrm>
        </p:grpSpPr>
        <p:cxnSp>
          <p:nvCxnSpPr>
            <p:cNvPr id="897" name="Straight Connector 896">
              <a:extLst>
                <a:ext uri="{FF2B5EF4-FFF2-40B4-BE49-F238E27FC236}">
                  <a16:creationId xmlns:a16="http://schemas.microsoft.com/office/drawing/2014/main" id="{6ECE74F9-DC67-F6A2-49A3-156B583A5EE6}"/>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98" name="Rectangle 897">
              <a:hlinkHover r:id="" action="ppaction://noaction" highlightClick="1"/>
              <a:extLst>
                <a:ext uri="{FF2B5EF4-FFF2-40B4-BE49-F238E27FC236}">
                  <a16:creationId xmlns:a16="http://schemas.microsoft.com/office/drawing/2014/main" id="{CF692F64-E3F4-FA64-16AB-64DC7DBE8284}"/>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99" name="Oval 898">
              <a:extLst>
                <a:ext uri="{FF2B5EF4-FFF2-40B4-BE49-F238E27FC236}">
                  <a16:creationId xmlns:a16="http://schemas.microsoft.com/office/drawing/2014/main" id="{6AA9B63E-CF29-10DC-F0DA-470F72B7DD8C}"/>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0" name="Isosceles Triangle 648">
              <a:extLst>
                <a:ext uri="{FF2B5EF4-FFF2-40B4-BE49-F238E27FC236}">
                  <a16:creationId xmlns:a16="http://schemas.microsoft.com/office/drawing/2014/main" id="{1848247F-7587-4BEA-77D3-4F16C20E6F09}"/>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1" name="Group 940">
            <a:extLst>
              <a:ext uri="{FF2B5EF4-FFF2-40B4-BE49-F238E27FC236}">
                <a16:creationId xmlns:a16="http://schemas.microsoft.com/office/drawing/2014/main" id="{4E171265-5AEA-91D7-65B9-895AE6FD7CCD}"/>
              </a:ext>
            </a:extLst>
          </p:cNvPr>
          <p:cNvGrpSpPr/>
          <p:nvPr/>
        </p:nvGrpSpPr>
        <p:grpSpPr>
          <a:xfrm>
            <a:off x="9651074" y="5143363"/>
            <a:ext cx="721206" cy="609701"/>
            <a:chOff x="9651074" y="5143363"/>
            <a:chExt cx="721206" cy="609701"/>
          </a:xfrm>
        </p:grpSpPr>
        <p:sp>
          <p:nvSpPr>
            <p:cNvPr id="942" name="Rectangle 941">
              <a:hlinkHover r:id="" action="ppaction://noaction" highlightClick="1"/>
              <a:extLst>
                <a:ext uri="{FF2B5EF4-FFF2-40B4-BE49-F238E27FC236}">
                  <a16:creationId xmlns:a16="http://schemas.microsoft.com/office/drawing/2014/main" id="{50A0B681-CF85-A7B3-A3F6-72F2D69E9992}"/>
                </a:ext>
              </a:extLst>
            </p:cNvPr>
            <p:cNvSpPr/>
            <p:nvPr/>
          </p:nvSpPr>
          <p:spPr>
            <a:xfrm>
              <a:off x="9651074" y="514336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943" name="Oval 942">
              <a:extLst>
                <a:ext uri="{FF2B5EF4-FFF2-40B4-BE49-F238E27FC236}">
                  <a16:creationId xmlns:a16="http://schemas.microsoft.com/office/drawing/2014/main" id="{C2B12DB3-3FC5-E7CA-2B26-D003BE613B23}"/>
                </a:ext>
              </a:extLst>
            </p:cNvPr>
            <p:cNvSpPr/>
            <p:nvPr/>
          </p:nvSpPr>
          <p:spPr>
            <a:xfrm>
              <a:off x="10228298" y="515358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4" name="Isosceles Triangle 648">
              <a:extLst>
                <a:ext uri="{FF2B5EF4-FFF2-40B4-BE49-F238E27FC236}">
                  <a16:creationId xmlns:a16="http://schemas.microsoft.com/office/drawing/2014/main" id="{B4237A4D-1CDA-64CD-AA2D-52F8B7A9C71F}"/>
                </a:ext>
              </a:extLst>
            </p:cNvPr>
            <p:cNvSpPr/>
            <p:nvPr/>
          </p:nvSpPr>
          <p:spPr>
            <a:xfrm>
              <a:off x="10258423" y="516709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45" name="Group 944">
            <a:extLst>
              <a:ext uri="{FF2B5EF4-FFF2-40B4-BE49-F238E27FC236}">
                <a16:creationId xmlns:a16="http://schemas.microsoft.com/office/drawing/2014/main" id="{2F6E890F-28D9-19B4-8E04-D9589C5B57AD}"/>
              </a:ext>
            </a:extLst>
          </p:cNvPr>
          <p:cNvGrpSpPr/>
          <p:nvPr/>
        </p:nvGrpSpPr>
        <p:grpSpPr>
          <a:xfrm>
            <a:off x="8808415" y="5135706"/>
            <a:ext cx="721206" cy="609701"/>
            <a:chOff x="8808415" y="5135706"/>
            <a:chExt cx="721206" cy="609701"/>
          </a:xfrm>
        </p:grpSpPr>
        <p:sp>
          <p:nvSpPr>
            <p:cNvPr id="946" name="Rectangle 945">
              <a:hlinkHover r:id="" action="ppaction://noaction" highlightClick="1"/>
              <a:extLst>
                <a:ext uri="{FF2B5EF4-FFF2-40B4-BE49-F238E27FC236}">
                  <a16:creationId xmlns:a16="http://schemas.microsoft.com/office/drawing/2014/main" id="{70698B36-70BC-B402-D7B7-66C156B2B1E1}"/>
                </a:ext>
              </a:extLst>
            </p:cNvPr>
            <p:cNvSpPr/>
            <p:nvPr/>
          </p:nvSpPr>
          <p:spPr>
            <a:xfrm>
              <a:off x="8808415" y="513570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947" name="Oval 946">
              <a:extLst>
                <a:ext uri="{FF2B5EF4-FFF2-40B4-BE49-F238E27FC236}">
                  <a16:creationId xmlns:a16="http://schemas.microsoft.com/office/drawing/2014/main" id="{2787439E-AE20-04F8-46C2-DF3F25A572E5}"/>
                </a:ext>
              </a:extLst>
            </p:cNvPr>
            <p:cNvSpPr/>
            <p:nvPr/>
          </p:nvSpPr>
          <p:spPr>
            <a:xfrm>
              <a:off x="9384290" y="514604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8" name="Isosceles Triangle 648">
              <a:extLst>
                <a:ext uri="{FF2B5EF4-FFF2-40B4-BE49-F238E27FC236}">
                  <a16:creationId xmlns:a16="http://schemas.microsoft.com/office/drawing/2014/main" id="{C93B0D54-24C7-D09A-6872-BD631CB3FF97}"/>
                </a:ext>
              </a:extLst>
            </p:cNvPr>
            <p:cNvSpPr/>
            <p:nvPr/>
          </p:nvSpPr>
          <p:spPr>
            <a:xfrm>
              <a:off x="9414415" y="515956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49" name="Group 948">
            <a:extLst>
              <a:ext uri="{FF2B5EF4-FFF2-40B4-BE49-F238E27FC236}">
                <a16:creationId xmlns:a16="http://schemas.microsoft.com/office/drawing/2014/main" id="{B4445EB9-8058-A9E5-B283-CF85CA09FB18}"/>
              </a:ext>
            </a:extLst>
          </p:cNvPr>
          <p:cNvGrpSpPr/>
          <p:nvPr/>
        </p:nvGrpSpPr>
        <p:grpSpPr>
          <a:xfrm>
            <a:off x="5458938" y="5135301"/>
            <a:ext cx="721206" cy="609701"/>
            <a:chOff x="5458938" y="5135301"/>
            <a:chExt cx="721206" cy="609701"/>
          </a:xfrm>
        </p:grpSpPr>
        <p:sp>
          <p:nvSpPr>
            <p:cNvPr id="950" name="Rectangle 949">
              <a:hlinkHover r:id="" action="ppaction://noaction" highlightClick="1"/>
              <a:extLst>
                <a:ext uri="{FF2B5EF4-FFF2-40B4-BE49-F238E27FC236}">
                  <a16:creationId xmlns:a16="http://schemas.microsoft.com/office/drawing/2014/main" id="{50F54F34-9934-7BAB-7E31-C848B05679F1}"/>
                </a:ext>
              </a:extLst>
            </p:cNvPr>
            <p:cNvSpPr/>
            <p:nvPr/>
          </p:nvSpPr>
          <p:spPr>
            <a:xfrm>
              <a:off x="5458938" y="513530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951" name="Oval 950">
              <a:extLst>
                <a:ext uri="{FF2B5EF4-FFF2-40B4-BE49-F238E27FC236}">
                  <a16:creationId xmlns:a16="http://schemas.microsoft.com/office/drawing/2014/main" id="{66FD19D4-CA12-EC58-D198-4822B9480A0E}"/>
                </a:ext>
              </a:extLst>
            </p:cNvPr>
            <p:cNvSpPr/>
            <p:nvPr/>
          </p:nvSpPr>
          <p:spPr>
            <a:xfrm>
              <a:off x="6035889" y="514552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2" name="Isosceles Triangle 648">
              <a:extLst>
                <a:ext uri="{FF2B5EF4-FFF2-40B4-BE49-F238E27FC236}">
                  <a16:creationId xmlns:a16="http://schemas.microsoft.com/office/drawing/2014/main" id="{B797C05F-FD2F-E06E-20F6-E40B1AEE8225}"/>
                </a:ext>
              </a:extLst>
            </p:cNvPr>
            <p:cNvSpPr/>
            <p:nvPr/>
          </p:nvSpPr>
          <p:spPr>
            <a:xfrm>
              <a:off x="6066013" y="515903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53" name="Group 952">
            <a:extLst>
              <a:ext uri="{FF2B5EF4-FFF2-40B4-BE49-F238E27FC236}">
                <a16:creationId xmlns:a16="http://schemas.microsoft.com/office/drawing/2014/main" id="{EF931E2E-6D1D-7FE0-1E77-0484170D60DF}"/>
              </a:ext>
            </a:extLst>
          </p:cNvPr>
          <p:cNvGrpSpPr/>
          <p:nvPr/>
        </p:nvGrpSpPr>
        <p:grpSpPr>
          <a:xfrm>
            <a:off x="6289144" y="5141013"/>
            <a:ext cx="721206" cy="609701"/>
            <a:chOff x="6289144" y="5141013"/>
            <a:chExt cx="721206" cy="609701"/>
          </a:xfrm>
        </p:grpSpPr>
        <p:sp>
          <p:nvSpPr>
            <p:cNvPr id="954" name="Rectangle 953">
              <a:hlinkHover r:id="" action="ppaction://noaction" highlightClick="1"/>
              <a:extLst>
                <a:ext uri="{FF2B5EF4-FFF2-40B4-BE49-F238E27FC236}">
                  <a16:creationId xmlns:a16="http://schemas.microsoft.com/office/drawing/2014/main" id="{0B4FBD77-D487-DC50-9B26-A81E9F75DD67}"/>
                </a:ext>
              </a:extLst>
            </p:cNvPr>
            <p:cNvSpPr/>
            <p:nvPr/>
          </p:nvSpPr>
          <p:spPr>
            <a:xfrm>
              <a:off x="6289144"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955" name="Oval 954">
              <a:extLst>
                <a:ext uri="{FF2B5EF4-FFF2-40B4-BE49-F238E27FC236}">
                  <a16:creationId xmlns:a16="http://schemas.microsoft.com/office/drawing/2014/main" id="{96CDD932-8EE4-D223-A06A-33F09CD9A2CC}"/>
                </a:ext>
              </a:extLst>
            </p:cNvPr>
            <p:cNvSpPr/>
            <p:nvPr/>
          </p:nvSpPr>
          <p:spPr>
            <a:xfrm>
              <a:off x="6867993" y="5151355"/>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6" name="Isosceles Triangle 648">
              <a:extLst>
                <a:ext uri="{FF2B5EF4-FFF2-40B4-BE49-F238E27FC236}">
                  <a16:creationId xmlns:a16="http://schemas.microsoft.com/office/drawing/2014/main" id="{C2BDEAA3-4F78-66D1-5045-0827B5250A12}"/>
                </a:ext>
              </a:extLst>
            </p:cNvPr>
            <p:cNvSpPr/>
            <p:nvPr/>
          </p:nvSpPr>
          <p:spPr>
            <a:xfrm>
              <a:off x="6898117" y="516486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57" name="Group 956">
            <a:extLst>
              <a:ext uri="{FF2B5EF4-FFF2-40B4-BE49-F238E27FC236}">
                <a16:creationId xmlns:a16="http://schemas.microsoft.com/office/drawing/2014/main" id="{B6786538-B076-56BA-D440-83A922C6BEAE}"/>
              </a:ext>
            </a:extLst>
          </p:cNvPr>
          <p:cNvGrpSpPr/>
          <p:nvPr/>
        </p:nvGrpSpPr>
        <p:grpSpPr>
          <a:xfrm>
            <a:off x="3775041" y="5130129"/>
            <a:ext cx="721893" cy="609702"/>
            <a:chOff x="3775041" y="5130129"/>
            <a:chExt cx="721893" cy="609702"/>
          </a:xfrm>
        </p:grpSpPr>
        <p:sp>
          <p:nvSpPr>
            <p:cNvPr id="958" name="Rectangle 957">
              <a:hlinkHover r:id="" action="ppaction://noaction" highlightClick="1"/>
              <a:extLst>
                <a:ext uri="{FF2B5EF4-FFF2-40B4-BE49-F238E27FC236}">
                  <a16:creationId xmlns:a16="http://schemas.microsoft.com/office/drawing/2014/main" id="{254D5F2A-935D-2958-92AA-84B434E2B0EF}"/>
                </a:ext>
              </a:extLst>
            </p:cNvPr>
            <p:cNvSpPr/>
            <p:nvPr/>
          </p:nvSpPr>
          <p:spPr>
            <a:xfrm>
              <a:off x="3775041" y="5130131"/>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959" name="Group 958">
              <a:extLst>
                <a:ext uri="{FF2B5EF4-FFF2-40B4-BE49-F238E27FC236}">
                  <a16:creationId xmlns:a16="http://schemas.microsoft.com/office/drawing/2014/main" id="{843259BE-DCA2-2B76-CC24-4FB98CB422E8}"/>
                </a:ext>
              </a:extLst>
            </p:cNvPr>
            <p:cNvGrpSpPr/>
            <p:nvPr/>
          </p:nvGrpSpPr>
          <p:grpSpPr>
            <a:xfrm>
              <a:off x="4367028" y="5130129"/>
              <a:ext cx="129906" cy="127894"/>
              <a:chOff x="1040599" y="2550516"/>
              <a:chExt cx="157050" cy="157050"/>
            </a:xfrm>
          </p:grpSpPr>
          <p:sp>
            <p:nvSpPr>
              <p:cNvPr id="960" name="Diamond 959">
                <a:extLst>
                  <a:ext uri="{FF2B5EF4-FFF2-40B4-BE49-F238E27FC236}">
                    <a16:creationId xmlns:a16="http://schemas.microsoft.com/office/drawing/2014/main" id="{A635D244-8119-D9F6-EB6C-908CF9BCF3BB}"/>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1" name="Oval 960">
                <a:extLst>
                  <a:ext uri="{FF2B5EF4-FFF2-40B4-BE49-F238E27FC236}">
                    <a16:creationId xmlns:a16="http://schemas.microsoft.com/office/drawing/2014/main" id="{332384BE-C63C-3B06-D14C-12850F41D53D}"/>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62" name="Group 961">
            <a:extLst>
              <a:ext uri="{FF2B5EF4-FFF2-40B4-BE49-F238E27FC236}">
                <a16:creationId xmlns:a16="http://schemas.microsoft.com/office/drawing/2014/main" id="{A730A97C-C9C7-0BAE-8F12-4BA59211308D}"/>
              </a:ext>
            </a:extLst>
          </p:cNvPr>
          <p:cNvGrpSpPr/>
          <p:nvPr/>
        </p:nvGrpSpPr>
        <p:grpSpPr>
          <a:xfrm>
            <a:off x="4618174" y="5130744"/>
            <a:ext cx="721893" cy="609702"/>
            <a:chOff x="4618174" y="5130744"/>
            <a:chExt cx="721893" cy="609702"/>
          </a:xfrm>
        </p:grpSpPr>
        <p:sp>
          <p:nvSpPr>
            <p:cNvPr id="963" name="Rectangle 962">
              <a:hlinkHover r:id="" action="ppaction://noaction" highlightClick="1"/>
              <a:extLst>
                <a:ext uri="{FF2B5EF4-FFF2-40B4-BE49-F238E27FC236}">
                  <a16:creationId xmlns:a16="http://schemas.microsoft.com/office/drawing/2014/main" id="{184B459D-8136-8A21-7A79-719D8C499385}"/>
                </a:ext>
              </a:extLst>
            </p:cNvPr>
            <p:cNvSpPr/>
            <p:nvPr/>
          </p:nvSpPr>
          <p:spPr>
            <a:xfrm>
              <a:off x="4618174" y="5130746"/>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964" name="Group 963">
              <a:extLst>
                <a:ext uri="{FF2B5EF4-FFF2-40B4-BE49-F238E27FC236}">
                  <a16:creationId xmlns:a16="http://schemas.microsoft.com/office/drawing/2014/main" id="{C354240D-EE84-8ABF-2580-A54FCEA669B4}"/>
                </a:ext>
              </a:extLst>
            </p:cNvPr>
            <p:cNvGrpSpPr/>
            <p:nvPr/>
          </p:nvGrpSpPr>
          <p:grpSpPr>
            <a:xfrm>
              <a:off x="5210161" y="5130744"/>
              <a:ext cx="129906" cy="127894"/>
              <a:chOff x="1040599" y="2550516"/>
              <a:chExt cx="157050" cy="157050"/>
            </a:xfrm>
          </p:grpSpPr>
          <p:sp>
            <p:nvSpPr>
              <p:cNvPr id="965" name="Diamond 964">
                <a:extLst>
                  <a:ext uri="{FF2B5EF4-FFF2-40B4-BE49-F238E27FC236}">
                    <a16:creationId xmlns:a16="http://schemas.microsoft.com/office/drawing/2014/main" id="{FE02E527-11C7-1C5E-FE18-F8D5D6BA652C}"/>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6" name="Oval 965">
                <a:extLst>
                  <a:ext uri="{FF2B5EF4-FFF2-40B4-BE49-F238E27FC236}">
                    <a16:creationId xmlns:a16="http://schemas.microsoft.com/office/drawing/2014/main" id="{FCFAB9CB-0A10-2926-50F9-F25BC11FE622}"/>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67" name="Group 966">
            <a:extLst>
              <a:ext uri="{FF2B5EF4-FFF2-40B4-BE49-F238E27FC236}">
                <a16:creationId xmlns:a16="http://schemas.microsoft.com/office/drawing/2014/main" id="{3F76540B-03E2-26D2-43B7-CE8D64671C49}"/>
              </a:ext>
            </a:extLst>
          </p:cNvPr>
          <p:cNvGrpSpPr/>
          <p:nvPr/>
        </p:nvGrpSpPr>
        <p:grpSpPr>
          <a:xfrm>
            <a:off x="7125831" y="5143364"/>
            <a:ext cx="721206" cy="609701"/>
            <a:chOff x="7125831" y="5143364"/>
            <a:chExt cx="721206" cy="609701"/>
          </a:xfrm>
        </p:grpSpPr>
        <p:sp>
          <p:nvSpPr>
            <p:cNvPr id="968" name="Rectangle 967">
              <a:hlinkHover r:id="" action="ppaction://noaction" highlightClick="1"/>
              <a:extLst>
                <a:ext uri="{FF2B5EF4-FFF2-40B4-BE49-F238E27FC236}">
                  <a16:creationId xmlns:a16="http://schemas.microsoft.com/office/drawing/2014/main" id="{549580E3-671A-4CB0-1026-07B98B3D4880}"/>
                </a:ext>
              </a:extLst>
            </p:cNvPr>
            <p:cNvSpPr/>
            <p:nvPr/>
          </p:nvSpPr>
          <p:spPr>
            <a:xfrm>
              <a:off x="7125831" y="514336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969" name="Oval 968">
              <a:extLst>
                <a:ext uri="{FF2B5EF4-FFF2-40B4-BE49-F238E27FC236}">
                  <a16:creationId xmlns:a16="http://schemas.microsoft.com/office/drawing/2014/main" id="{80D03853-C704-27C5-2820-C99FAA1399D7}"/>
                </a:ext>
              </a:extLst>
            </p:cNvPr>
            <p:cNvSpPr/>
            <p:nvPr/>
          </p:nvSpPr>
          <p:spPr>
            <a:xfrm>
              <a:off x="7704680" y="515358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0" name="Isosceles Triangle 648">
              <a:extLst>
                <a:ext uri="{FF2B5EF4-FFF2-40B4-BE49-F238E27FC236}">
                  <a16:creationId xmlns:a16="http://schemas.microsoft.com/office/drawing/2014/main" id="{000A2944-3E15-F787-5211-FD1EDB31D93F}"/>
                </a:ext>
              </a:extLst>
            </p:cNvPr>
            <p:cNvSpPr/>
            <p:nvPr/>
          </p:nvSpPr>
          <p:spPr>
            <a:xfrm>
              <a:off x="7734804" y="516709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77" name="Group 976">
            <a:extLst>
              <a:ext uri="{FF2B5EF4-FFF2-40B4-BE49-F238E27FC236}">
                <a16:creationId xmlns:a16="http://schemas.microsoft.com/office/drawing/2014/main" id="{84512FFA-25C9-8E41-0865-98018B58DA5E}"/>
              </a:ext>
            </a:extLst>
          </p:cNvPr>
          <p:cNvGrpSpPr/>
          <p:nvPr/>
        </p:nvGrpSpPr>
        <p:grpSpPr>
          <a:xfrm>
            <a:off x="2105349" y="2253333"/>
            <a:ext cx="721206" cy="609701"/>
            <a:chOff x="2105349" y="2253333"/>
            <a:chExt cx="721206" cy="609701"/>
          </a:xfrm>
        </p:grpSpPr>
        <p:sp>
          <p:nvSpPr>
            <p:cNvPr id="978" name="Rectangle 977">
              <a:extLst>
                <a:ext uri="{FF2B5EF4-FFF2-40B4-BE49-F238E27FC236}">
                  <a16:creationId xmlns:a16="http://schemas.microsoft.com/office/drawing/2014/main" id="{5F51205E-315B-A06F-4C57-82A1F66950EA}"/>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979" name="Right Triangle 978">
              <a:extLst>
                <a:ext uri="{FF2B5EF4-FFF2-40B4-BE49-F238E27FC236}">
                  <a16:creationId xmlns:a16="http://schemas.microsoft.com/office/drawing/2014/main" id="{DEEF3A92-742F-5173-1627-3CDA86389901}"/>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80" name="Group 979">
              <a:extLst>
                <a:ext uri="{FF2B5EF4-FFF2-40B4-BE49-F238E27FC236}">
                  <a16:creationId xmlns:a16="http://schemas.microsoft.com/office/drawing/2014/main" id="{C8AC8BF4-BA43-7F36-361D-6965967B352E}"/>
                </a:ext>
              </a:extLst>
            </p:cNvPr>
            <p:cNvGrpSpPr/>
            <p:nvPr/>
          </p:nvGrpSpPr>
          <p:grpSpPr>
            <a:xfrm>
              <a:off x="2771411" y="2265582"/>
              <a:ext cx="37817" cy="61390"/>
              <a:chOff x="3883481" y="2057400"/>
              <a:chExt cx="1608363" cy="2652031"/>
            </a:xfrm>
            <a:solidFill>
              <a:srgbClr val="A6A6A6"/>
            </a:solidFill>
          </p:grpSpPr>
          <p:sp>
            <p:nvSpPr>
              <p:cNvPr id="981" name="Oval 27">
                <a:extLst>
                  <a:ext uri="{FF2B5EF4-FFF2-40B4-BE49-F238E27FC236}">
                    <a16:creationId xmlns:a16="http://schemas.microsoft.com/office/drawing/2014/main" id="{482510BA-4F52-9B81-BB62-3F2B9E29AAC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2" name="Oval 28">
                <a:extLst>
                  <a:ext uri="{FF2B5EF4-FFF2-40B4-BE49-F238E27FC236}">
                    <a16:creationId xmlns:a16="http://schemas.microsoft.com/office/drawing/2014/main" id="{D750D461-EA2C-227E-2170-9F9044E3006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 name="Group 7">
            <a:extLst>
              <a:ext uri="{FF2B5EF4-FFF2-40B4-BE49-F238E27FC236}">
                <a16:creationId xmlns:a16="http://schemas.microsoft.com/office/drawing/2014/main" id="{5D7C839D-1884-1290-9523-24E8866E054D}"/>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42343943-24A8-45AE-0A90-77D30C7E479F}"/>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DA8DE514-F3D3-035B-C9E5-217BC13AD4C1}"/>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1216C52D-7548-40E6-83B6-A12D7C62A663}"/>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62D9462F-914F-8DCF-5A41-9CD1077305E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778C83A6-8E42-B092-0D21-B953003661A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D80BEDC8-21C1-A18F-5AE4-C6458150346A}"/>
              </a:ext>
            </a:extLst>
          </p:cNvPr>
          <p:cNvGrpSpPr/>
          <p:nvPr/>
        </p:nvGrpSpPr>
        <p:grpSpPr>
          <a:xfrm>
            <a:off x="4615774" y="3698231"/>
            <a:ext cx="721206" cy="609701"/>
            <a:chOff x="4615774" y="3698231"/>
            <a:chExt cx="721206" cy="609701"/>
          </a:xfrm>
        </p:grpSpPr>
        <p:sp>
          <p:nvSpPr>
            <p:cNvPr id="15" name="Rectangle 14">
              <a:hlinkHover r:id="" action="ppaction://noaction" highlightClick="1"/>
              <a:extLst>
                <a:ext uri="{FF2B5EF4-FFF2-40B4-BE49-F238E27FC236}">
                  <a16:creationId xmlns:a16="http://schemas.microsoft.com/office/drawing/2014/main" id="{AA144AC2-2405-C6A3-877C-2BFC62CCDB03}"/>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C740F3AC-BFC3-43D4-C446-7913EFC2227C}"/>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03FF50DB-BD71-DFD5-F235-86642D07AB43}"/>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89" name="Group 988">
            <a:extLst>
              <a:ext uri="{FF2B5EF4-FFF2-40B4-BE49-F238E27FC236}">
                <a16:creationId xmlns:a16="http://schemas.microsoft.com/office/drawing/2014/main" id="{2E97594C-EAA1-37C5-39B9-2544FD54951F}"/>
              </a:ext>
            </a:extLst>
          </p:cNvPr>
          <p:cNvGrpSpPr/>
          <p:nvPr/>
        </p:nvGrpSpPr>
        <p:grpSpPr>
          <a:xfrm>
            <a:off x="2703417" y="4428344"/>
            <a:ext cx="117054" cy="115241"/>
            <a:chOff x="2703417" y="4428344"/>
            <a:chExt cx="117054" cy="115241"/>
          </a:xfrm>
        </p:grpSpPr>
        <p:sp>
          <p:nvSpPr>
            <p:cNvPr id="991" name="Right Triangle 990">
              <a:extLst>
                <a:ext uri="{FF2B5EF4-FFF2-40B4-BE49-F238E27FC236}">
                  <a16:creationId xmlns:a16="http://schemas.microsoft.com/office/drawing/2014/main" id="{EC7BF84B-63C9-D31F-420F-496892FB4D71}"/>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92" name="Group 991">
              <a:extLst>
                <a:ext uri="{FF2B5EF4-FFF2-40B4-BE49-F238E27FC236}">
                  <a16:creationId xmlns:a16="http://schemas.microsoft.com/office/drawing/2014/main" id="{840EA60B-036C-0DD7-CB27-DEF228AC8FAE}"/>
                </a:ext>
              </a:extLst>
            </p:cNvPr>
            <p:cNvGrpSpPr/>
            <p:nvPr/>
          </p:nvGrpSpPr>
          <p:grpSpPr>
            <a:xfrm>
              <a:off x="2769861" y="4434438"/>
              <a:ext cx="37817" cy="61390"/>
              <a:chOff x="3883481" y="2057400"/>
              <a:chExt cx="1608363" cy="2652031"/>
            </a:xfrm>
            <a:solidFill>
              <a:srgbClr val="A6A6A6"/>
            </a:solidFill>
          </p:grpSpPr>
          <p:sp>
            <p:nvSpPr>
              <p:cNvPr id="993" name="Oval 27">
                <a:extLst>
                  <a:ext uri="{FF2B5EF4-FFF2-40B4-BE49-F238E27FC236}">
                    <a16:creationId xmlns:a16="http://schemas.microsoft.com/office/drawing/2014/main" id="{CA03878E-9514-AF1F-2A37-3542F618093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4" name="Oval 28">
                <a:extLst>
                  <a:ext uri="{FF2B5EF4-FFF2-40B4-BE49-F238E27FC236}">
                    <a16:creationId xmlns:a16="http://schemas.microsoft.com/office/drawing/2014/main" id="{03455BEC-1339-FFAA-B4A6-313B9411C0F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 name="Group 21">
            <a:extLst>
              <a:ext uri="{FF2B5EF4-FFF2-40B4-BE49-F238E27FC236}">
                <a16:creationId xmlns:a16="http://schemas.microsoft.com/office/drawing/2014/main" id="{37C82AF8-FEA8-8361-4626-E5EEE3C9A54E}"/>
              </a:ext>
            </a:extLst>
          </p:cNvPr>
          <p:cNvGrpSpPr/>
          <p:nvPr/>
        </p:nvGrpSpPr>
        <p:grpSpPr>
          <a:xfrm>
            <a:off x="10525295" y="86756"/>
            <a:ext cx="721206" cy="609701"/>
            <a:chOff x="10520479" y="90836"/>
            <a:chExt cx="721206" cy="609701"/>
          </a:xfrm>
        </p:grpSpPr>
        <p:sp>
          <p:nvSpPr>
            <p:cNvPr id="27" name="Rectangle 26">
              <a:hlinkHover r:id="" action="ppaction://noaction" highlightClick="1"/>
              <a:extLst>
                <a:ext uri="{FF2B5EF4-FFF2-40B4-BE49-F238E27FC236}">
                  <a16:creationId xmlns:a16="http://schemas.microsoft.com/office/drawing/2014/main" id="{B6A4328D-3037-E68A-9941-F92C9C9EE80C}"/>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28" name="Oval 27">
              <a:extLst>
                <a:ext uri="{FF2B5EF4-FFF2-40B4-BE49-F238E27FC236}">
                  <a16:creationId xmlns:a16="http://schemas.microsoft.com/office/drawing/2014/main" id="{7A2385C6-D867-9A92-41B5-47600AA2D786}"/>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 name="Isosceles Triangle 648">
              <a:extLst>
                <a:ext uri="{FF2B5EF4-FFF2-40B4-BE49-F238E27FC236}">
                  <a16:creationId xmlns:a16="http://schemas.microsoft.com/office/drawing/2014/main" id="{B3F6A4EF-0165-10D8-F6DC-DDE87D0EF6EA}"/>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8" name="Group 37">
            <a:extLst>
              <a:ext uri="{FF2B5EF4-FFF2-40B4-BE49-F238E27FC236}">
                <a16:creationId xmlns:a16="http://schemas.microsoft.com/office/drawing/2014/main" id="{46154906-FC8E-013C-F80C-F215C9F458E1}"/>
              </a:ext>
            </a:extLst>
          </p:cNvPr>
          <p:cNvGrpSpPr/>
          <p:nvPr/>
        </p:nvGrpSpPr>
        <p:grpSpPr>
          <a:xfrm>
            <a:off x="8807246" y="1508831"/>
            <a:ext cx="721206" cy="609701"/>
            <a:chOff x="8807246" y="1532278"/>
            <a:chExt cx="721206" cy="609701"/>
          </a:xfrm>
        </p:grpSpPr>
        <p:sp>
          <p:nvSpPr>
            <p:cNvPr id="41" name="Rectangle 40">
              <a:hlinkHover r:id="" action="ppaction://noaction" highlightClick="1"/>
              <a:extLst>
                <a:ext uri="{FF2B5EF4-FFF2-40B4-BE49-F238E27FC236}">
                  <a16:creationId xmlns:a16="http://schemas.microsoft.com/office/drawing/2014/main" id="{9154C817-60AB-7DCA-B904-24D2D03FDA91}"/>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42" name="Oval 41">
              <a:extLst>
                <a:ext uri="{FF2B5EF4-FFF2-40B4-BE49-F238E27FC236}">
                  <a16:creationId xmlns:a16="http://schemas.microsoft.com/office/drawing/2014/main" id="{931AF295-F502-D7B5-A8D0-70D4DFAFCE3F}"/>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 name="Isosceles Triangle 648">
              <a:extLst>
                <a:ext uri="{FF2B5EF4-FFF2-40B4-BE49-F238E27FC236}">
                  <a16:creationId xmlns:a16="http://schemas.microsoft.com/office/drawing/2014/main" id="{34D2B9D7-2915-6C85-8BE5-6AFBC952FE64}"/>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4" name="Group 43">
            <a:extLst>
              <a:ext uri="{FF2B5EF4-FFF2-40B4-BE49-F238E27FC236}">
                <a16:creationId xmlns:a16="http://schemas.microsoft.com/office/drawing/2014/main" id="{87968268-A842-7963-D59D-871F0253A178}"/>
              </a:ext>
            </a:extLst>
          </p:cNvPr>
          <p:cNvGrpSpPr/>
          <p:nvPr/>
        </p:nvGrpSpPr>
        <p:grpSpPr>
          <a:xfrm>
            <a:off x="11356242" y="1508829"/>
            <a:ext cx="721206" cy="609701"/>
            <a:chOff x="11356242" y="1532276"/>
            <a:chExt cx="721206" cy="609701"/>
          </a:xfrm>
        </p:grpSpPr>
        <p:sp>
          <p:nvSpPr>
            <p:cNvPr id="45" name="Rectangle 44">
              <a:hlinkHover r:id="" action="ppaction://noaction" highlightClick="1"/>
              <a:extLst>
                <a:ext uri="{FF2B5EF4-FFF2-40B4-BE49-F238E27FC236}">
                  <a16:creationId xmlns:a16="http://schemas.microsoft.com/office/drawing/2014/main" id="{50830356-06FD-9B74-222C-2F04BD41452D}"/>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46" name="Oval 45">
              <a:extLst>
                <a:ext uri="{FF2B5EF4-FFF2-40B4-BE49-F238E27FC236}">
                  <a16:creationId xmlns:a16="http://schemas.microsoft.com/office/drawing/2014/main" id="{AEB257EE-2575-915B-1BE6-0327C91662BE}"/>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 name="Isosceles Triangle 648">
              <a:extLst>
                <a:ext uri="{FF2B5EF4-FFF2-40B4-BE49-F238E27FC236}">
                  <a16:creationId xmlns:a16="http://schemas.microsoft.com/office/drawing/2014/main" id="{95E8D3FB-2DEF-F76D-22E3-9F0F7C340030}"/>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 name="Group 69">
            <a:extLst>
              <a:ext uri="{FF2B5EF4-FFF2-40B4-BE49-F238E27FC236}">
                <a16:creationId xmlns:a16="http://schemas.microsoft.com/office/drawing/2014/main" id="{47027285-8CA4-D529-63E6-871F5373CD6C}"/>
              </a:ext>
            </a:extLst>
          </p:cNvPr>
          <p:cNvGrpSpPr/>
          <p:nvPr/>
        </p:nvGrpSpPr>
        <p:grpSpPr>
          <a:xfrm>
            <a:off x="3776512" y="2950606"/>
            <a:ext cx="724130" cy="609701"/>
            <a:chOff x="3776512" y="2974053"/>
            <a:chExt cx="724130" cy="609701"/>
          </a:xfrm>
        </p:grpSpPr>
        <p:sp>
          <p:nvSpPr>
            <p:cNvPr id="71" name="Rectangle 70">
              <a:extLst>
                <a:ext uri="{FF2B5EF4-FFF2-40B4-BE49-F238E27FC236}">
                  <a16:creationId xmlns:a16="http://schemas.microsoft.com/office/drawing/2014/main" id="{FF0E672E-D893-6470-3B66-BAB42D49B4C6}"/>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113" name="Right Triangle 112">
              <a:extLst>
                <a:ext uri="{FF2B5EF4-FFF2-40B4-BE49-F238E27FC236}">
                  <a16:creationId xmlns:a16="http://schemas.microsoft.com/office/drawing/2014/main" id="{E8FCE4AC-E322-737F-F6DD-C10A803260C4}"/>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4" name="Group 113">
              <a:extLst>
                <a:ext uri="{FF2B5EF4-FFF2-40B4-BE49-F238E27FC236}">
                  <a16:creationId xmlns:a16="http://schemas.microsoft.com/office/drawing/2014/main" id="{2CFE1B7F-898D-EEC7-BE8D-638115C73952}"/>
                </a:ext>
              </a:extLst>
            </p:cNvPr>
            <p:cNvGrpSpPr/>
            <p:nvPr/>
          </p:nvGrpSpPr>
          <p:grpSpPr>
            <a:xfrm>
              <a:off x="4450061" y="2982574"/>
              <a:ext cx="37817" cy="61390"/>
              <a:chOff x="3883481" y="2057400"/>
              <a:chExt cx="1608363" cy="2652031"/>
            </a:xfrm>
            <a:solidFill>
              <a:srgbClr val="A6A6A6">
                <a:alpha val="20000"/>
              </a:srgbClr>
            </a:solidFill>
          </p:grpSpPr>
          <p:sp>
            <p:nvSpPr>
              <p:cNvPr id="115" name="Oval 27">
                <a:extLst>
                  <a:ext uri="{FF2B5EF4-FFF2-40B4-BE49-F238E27FC236}">
                    <a16:creationId xmlns:a16="http://schemas.microsoft.com/office/drawing/2014/main" id="{A1E92D48-1C32-6284-50F9-7A4709CF46C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6" name="Oval 28">
                <a:extLst>
                  <a:ext uri="{FF2B5EF4-FFF2-40B4-BE49-F238E27FC236}">
                    <a16:creationId xmlns:a16="http://schemas.microsoft.com/office/drawing/2014/main" id="{3817D4EC-5027-CCEA-2A50-EB07101285F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2" name="Group 141">
            <a:extLst>
              <a:ext uri="{FF2B5EF4-FFF2-40B4-BE49-F238E27FC236}">
                <a16:creationId xmlns:a16="http://schemas.microsoft.com/office/drawing/2014/main" id="{6D1CCD30-CFF9-3F4D-9593-6695436403BE}"/>
              </a:ext>
            </a:extLst>
          </p:cNvPr>
          <p:cNvGrpSpPr/>
          <p:nvPr/>
        </p:nvGrpSpPr>
        <p:grpSpPr>
          <a:xfrm>
            <a:off x="7905566" y="751337"/>
            <a:ext cx="3396155" cy="4999377"/>
            <a:chOff x="7905566" y="751337"/>
            <a:chExt cx="3396155" cy="4999377"/>
          </a:xfrm>
        </p:grpSpPr>
        <p:cxnSp>
          <p:nvCxnSpPr>
            <p:cNvPr id="143" name="Straight Connector 142">
              <a:extLst>
                <a:ext uri="{FF2B5EF4-FFF2-40B4-BE49-F238E27FC236}">
                  <a16:creationId xmlns:a16="http://schemas.microsoft.com/office/drawing/2014/main" id="{5B78EE8E-058C-B811-64E6-82216DB46F73}"/>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E8A2DF5F-23EF-C2A5-BF6D-98129CFF2A18}"/>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F3C3D6A1-0709-AEF6-727F-9CB517FE0B5D}"/>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63BA5B2F-D2C9-C9AF-473E-B2615634425A}"/>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A5F6CB01-9989-7A3C-8D7A-74FE0591CA39}"/>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638E424E-C946-C384-C490-FD76E4AB35B8}"/>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D8665A18-BE05-79EB-3339-1A7983C42A75}"/>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50" name="Straight Connector 149">
            <a:extLst>
              <a:ext uri="{FF2B5EF4-FFF2-40B4-BE49-F238E27FC236}">
                <a16:creationId xmlns:a16="http://schemas.microsoft.com/office/drawing/2014/main" id="{4B60581B-4845-4EF7-4352-CE98EBFD1C8C}"/>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51" name="Group 150">
            <a:extLst>
              <a:ext uri="{FF2B5EF4-FFF2-40B4-BE49-F238E27FC236}">
                <a16:creationId xmlns:a16="http://schemas.microsoft.com/office/drawing/2014/main" id="{9D29E8F7-3E7A-6838-3E7C-0907153E8613}"/>
              </a:ext>
            </a:extLst>
          </p:cNvPr>
          <p:cNvGrpSpPr/>
          <p:nvPr/>
        </p:nvGrpSpPr>
        <p:grpSpPr>
          <a:xfrm>
            <a:off x="2934662" y="5148220"/>
            <a:ext cx="724130" cy="609701"/>
            <a:chOff x="4615448" y="2974053"/>
            <a:chExt cx="724130" cy="609701"/>
          </a:xfrm>
        </p:grpSpPr>
        <p:sp>
          <p:nvSpPr>
            <p:cNvPr id="152" name="Rectangle 151">
              <a:extLst>
                <a:ext uri="{FF2B5EF4-FFF2-40B4-BE49-F238E27FC236}">
                  <a16:creationId xmlns:a16="http://schemas.microsoft.com/office/drawing/2014/main" id="{7AA4D02F-22CF-7391-A4CC-42733CEB789D}"/>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53" name="Right Triangle 152">
              <a:extLst>
                <a:ext uri="{FF2B5EF4-FFF2-40B4-BE49-F238E27FC236}">
                  <a16:creationId xmlns:a16="http://schemas.microsoft.com/office/drawing/2014/main" id="{92601514-CE62-115A-541E-E19F0911A15E}"/>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54" name="Group 153">
              <a:extLst>
                <a:ext uri="{FF2B5EF4-FFF2-40B4-BE49-F238E27FC236}">
                  <a16:creationId xmlns:a16="http://schemas.microsoft.com/office/drawing/2014/main" id="{3FD41540-C3DC-A682-90FF-84EC05A56398}"/>
                </a:ext>
              </a:extLst>
            </p:cNvPr>
            <p:cNvGrpSpPr/>
            <p:nvPr/>
          </p:nvGrpSpPr>
          <p:grpSpPr>
            <a:xfrm>
              <a:off x="5288997" y="2982574"/>
              <a:ext cx="37817" cy="61390"/>
              <a:chOff x="3883481" y="2057400"/>
              <a:chExt cx="1608363" cy="2652031"/>
            </a:xfrm>
            <a:solidFill>
              <a:srgbClr val="A6A6A6">
                <a:alpha val="20000"/>
              </a:srgbClr>
            </a:solidFill>
          </p:grpSpPr>
          <p:sp>
            <p:nvSpPr>
              <p:cNvPr id="155" name="Oval 27">
                <a:extLst>
                  <a:ext uri="{FF2B5EF4-FFF2-40B4-BE49-F238E27FC236}">
                    <a16:creationId xmlns:a16="http://schemas.microsoft.com/office/drawing/2014/main" id="{2C33D140-62F4-A0D7-34CB-97DBBD499AD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6" name="Oval 28">
                <a:extLst>
                  <a:ext uri="{FF2B5EF4-FFF2-40B4-BE49-F238E27FC236}">
                    <a16:creationId xmlns:a16="http://schemas.microsoft.com/office/drawing/2014/main" id="{47FB2047-632B-61E1-3F93-7DE10C9165C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7" name="Group 156">
            <a:extLst>
              <a:ext uri="{FF2B5EF4-FFF2-40B4-BE49-F238E27FC236}">
                <a16:creationId xmlns:a16="http://schemas.microsoft.com/office/drawing/2014/main" id="{A583DF3B-C66E-DA5F-C760-A0484A5DF713}"/>
              </a:ext>
            </a:extLst>
          </p:cNvPr>
          <p:cNvGrpSpPr/>
          <p:nvPr/>
        </p:nvGrpSpPr>
        <p:grpSpPr>
          <a:xfrm>
            <a:off x="11355832" y="5140982"/>
            <a:ext cx="721220" cy="609701"/>
            <a:chOff x="9656903" y="2253333"/>
            <a:chExt cx="721220" cy="609701"/>
          </a:xfrm>
        </p:grpSpPr>
        <p:sp>
          <p:nvSpPr>
            <p:cNvPr id="158" name="Rectangle 157">
              <a:hlinkHover r:id="" action="ppaction://noaction" highlightClick="1"/>
              <a:extLst>
                <a:ext uri="{FF2B5EF4-FFF2-40B4-BE49-F238E27FC236}">
                  <a16:creationId xmlns:a16="http://schemas.microsoft.com/office/drawing/2014/main" id="{7896C805-43A6-DF6B-8798-94FC95E98BAC}"/>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9" name="Rectangle 158">
              <a:extLst>
                <a:ext uri="{FF2B5EF4-FFF2-40B4-BE49-F238E27FC236}">
                  <a16:creationId xmlns:a16="http://schemas.microsoft.com/office/drawing/2014/main" id="{6FD1EEF1-26EC-DCEB-9273-C0705B37B686}"/>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0" name="Oval 15">
              <a:extLst>
                <a:ext uri="{FF2B5EF4-FFF2-40B4-BE49-F238E27FC236}">
                  <a16:creationId xmlns:a16="http://schemas.microsoft.com/office/drawing/2014/main" id="{03094418-0369-04C3-0CD0-C08CA762F1BC}"/>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1" name="Straight Connector 160">
              <a:extLst>
                <a:ext uri="{FF2B5EF4-FFF2-40B4-BE49-F238E27FC236}">
                  <a16:creationId xmlns:a16="http://schemas.microsoft.com/office/drawing/2014/main" id="{E375482E-C28B-21C1-6093-5386B5C1F086}"/>
                </a:ext>
              </a:extLst>
            </p:cNvPr>
            <p:cNvCxnSpPr>
              <a:cxnSpLocks/>
              <a:stCxn id="160"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2" name="Straight Connector 161">
              <a:extLst>
                <a:ext uri="{FF2B5EF4-FFF2-40B4-BE49-F238E27FC236}">
                  <a16:creationId xmlns:a16="http://schemas.microsoft.com/office/drawing/2014/main" id="{B8A6F223-3B03-482E-851E-689AE257D698}"/>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3" name="Group 162">
            <a:extLst>
              <a:ext uri="{FF2B5EF4-FFF2-40B4-BE49-F238E27FC236}">
                <a16:creationId xmlns:a16="http://schemas.microsoft.com/office/drawing/2014/main" id="{F52DF7C6-FDF2-C0FD-569E-3E7DAF832D5F}"/>
              </a:ext>
            </a:extLst>
          </p:cNvPr>
          <p:cNvGrpSpPr/>
          <p:nvPr/>
        </p:nvGrpSpPr>
        <p:grpSpPr>
          <a:xfrm>
            <a:off x="4605607" y="811556"/>
            <a:ext cx="722054" cy="609701"/>
            <a:chOff x="4605607" y="811556"/>
            <a:chExt cx="722054" cy="609701"/>
          </a:xfrm>
        </p:grpSpPr>
        <p:sp>
          <p:nvSpPr>
            <p:cNvPr id="164" name="Rectangle 163">
              <a:extLst>
                <a:ext uri="{FF2B5EF4-FFF2-40B4-BE49-F238E27FC236}">
                  <a16:creationId xmlns:a16="http://schemas.microsoft.com/office/drawing/2014/main" id="{FC0A8BA7-94F5-6CA0-520C-88961D01B2F0}"/>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5" name="Rectangle 164">
              <a:extLst>
                <a:ext uri="{FF2B5EF4-FFF2-40B4-BE49-F238E27FC236}">
                  <a16:creationId xmlns:a16="http://schemas.microsoft.com/office/drawing/2014/main" id="{23BAE526-450F-3AF1-4AD8-4775C91E8C04}"/>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6" name="Oval 15">
              <a:extLst>
                <a:ext uri="{FF2B5EF4-FFF2-40B4-BE49-F238E27FC236}">
                  <a16:creationId xmlns:a16="http://schemas.microsoft.com/office/drawing/2014/main" id="{895D4D04-C7B1-4BCA-AD15-827E80F2CC84}"/>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7" name="Straight Connector 166">
              <a:extLst>
                <a:ext uri="{FF2B5EF4-FFF2-40B4-BE49-F238E27FC236}">
                  <a16:creationId xmlns:a16="http://schemas.microsoft.com/office/drawing/2014/main" id="{6F497E65-087D-D266-385B-1F317CD2620B}"/>
                </a:ext>
              </a:extLst>
            </p:cNvPr>
            <p:cNvCxnSpPr>
              <a:cxnSpLocks/>
              <a:stCxn id="166"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8" name="Straight Connector 167">
              <a:extLst>
                <a:ext uri="{FF2B5EF4-FFF2-40B4-BE49-F238E27FC236}">
                  <a16:creationId xmlns:a16="http://schemas.microsoft.com/office/drawing/2014/main" id="{555EEB73-B98A-9F53-6871-3C41CD36CF20}"/>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9" name="Group 168">
            <a:extLst>
              <a:ext uri="{FF2B5EF4-FFF2-40B4-BE49-F238E27FC236}">
                <a16:creationId xmlns:a16="http://schemas.microsoft.com/office/drawing/2014/main" id="{9249AEDF-DB97-B05C-D220-A6BAB6823F23}"/>
              </a:ext>
            </a:extLst>
          </p:cNvPr>
          <p:cNvGrpSpPr/>
          <p:nvPr/>
        </p:nvGrpSpPr>
        <p:grpSpPr>
          <a:xfrm>
            <a:off x="9651394" y="811173"/>
            <a:ext cx="721206" cy="609701"/>
            <a:chOff x="9657972" y="90836"/>
            <a:chExt cx="721206" cy="609701"/>
          </a:xfrm>
        </p:grpSpPr>
        <p:sp>
          <p:nvSpPr>
            <p:cNvPr id="170" name="Rectangle 169">
              <a:hlinkHover r:id="" action="ppaction://noaction" highlightClick="1"/>
              <a:extLst>
                <a:ext uri="{FF2B5EF4-FFF2-40B4-BE49-F238E27FC236}">
                  <a16:creationId xmlns:a16="http://schemas.microsoft.com/office/drawing/2014/main" id="{C8DA6555-46F8-DF69-2E62-431041F0A103}"/>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71" name="Diamond 170">
              <a:extLst>
                <a:ext uri="{FF2B5EF4-FFF2-40B4-BE49-F238E27FC236}">
                  <a16:creationId xmlns:a16="http://schemas.microsoft.com/office/drawing/2014/main" id="{4FBB7794-2E8D-3DC6-FC59-4CB4220BC34A}"/>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2" name="Oval 171">
              <a:extLst>
                <a:ext uri="{FF2B5EF4-FFF2-40B4-BE49-F238E27FC236}">
                  <a16:creationId xmlns:a16="http://schemas.microsoft.com/office/drawing/2014/main" id="{E58DAA27-3D1F-0F02-D881-CBF01C99E354}"/>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3" name="Group 172">
            <a:extLst>
              <a:ext uri="{FF2B5EF4-FFF2-40B4-BE49-F238E27FC236}">
                <a16:creationId xmlns:a16="http://schemas.microsoft.com/office/drawing/2014/main" id="{CA8077C3-34D7-A0A1-C07D-758722A0FE2C}"/>
              </a:ext>
            </a:extLst>
          </p:cNvPr>
          <p:cNvGrpSpPr/>
          <p:nvPr/>
        </p:nvGrpSpPr>
        <p:grpSpPr>
          <a:xfrm>
            <a:off x="2102908" y="811556"/>
            <a:ext cx="721206" cy="609701"/>
            <a:chOff x="2102908" y="811556"/>
            <a:chExt cx="721206" cy="609701"/>
          </a:xfrm>
        </p:grpSpPr>
        <p:sp>
          <p:nvSpPr>
            <p:cNvPr id="174" name="Rectangle 173">
              <a:extLst>
                <a:ext uri="{FF2B5EF4-FFF2-40B4-BE49-F238E27FC236}">
                  <a16:creationId xmlns:a16="http://schemas.microsoft.com/office/drawing/2014/main" id="{B111322F-B750-C99F-FB30-EF628760D09C}"/>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75" name="Rectangle 174">
              <a:extLst>
                <a:ext uri="{FF2B5EF4-FFF2-40B4-BE49-F238E27FC236}">
                  <a16:creationId xmlns:a16="http://schemas.microsoft.com/office/drawing/2014/main" id="{63EFBC3A-E96F-B405-0129-6D19F5A8A4A2}"/>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6" name="Oval 15">
              <a:extLst>
                <a:ext uri="{FF2B5EF4-FFF2-40B4-BE49-F238E27FC236}">
                  <a16:creationId xmlns:a16="http://schemas.microsoft.com/office/drawing/2014/main" id="{D6B51776-0A58-DECA-A346-FA0F3C9ADBF2}"/>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7" name="Straight Connector 176">
              <a:extLst>
                <a:ext uri="{FF2B5EF4-FFF2-40B4-BE49-F238E27FC236}">
                  <a16:creationId xmlns:a16="http://schemas.microsoft.com/office/drawing/2014/main" id="{F20D9E4D-9AB4-83EA-B4A7-B21B0BBA0E79}"/>
                </a:ext>
              </a:extLst>
            </p:cNvPr>
            <p:cNvCxnSpPr>
              <a:cxnSpLocks/>
              <a:stCxn id="176"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78" name="Straight Connector 177">
              <a:extLst>
                <a:ext uri="{FF2B5EF4-FFF2-40B4-BE49-F238E27FC236}">
                  <a16:creationId xmlns:a16="http://schemas.microsoft.com/office/drawing/2014/main" id="{6BFF3510-C12A-61A8-C5C6-741CFF32D2F1}"/>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9" name="Group 178">
            <a:extLst>
              <a:ext uri="{FF2B5EF4-FFF2-40B4-BE49-F238E27FC236}">
                <a16:creationId xmlns:a16="http://schemas.microsoft.com/office/drawing/2014/main" id="{BF62F053-C07D-A261-8D91-23941017026F}"/>
              </a:ext>
            </a:extLst>
          </p:cNvPr>
          <p:cNvGrpSpPr/>
          <p:nvPr/>
        </p:nvGrpSpPr>
        <p:grpSpPr>
          <a:xfrm>
            <a:off x="10506594" y="811556"/>
            <a:ext cx="721220" cy="609701"/>
            <a:chOff x="10506594" y="811556"/>
            <a:chExt cx="721220" cy="609701"/>
          </a:xfrm>
        </p:grpSpPr>
        <p:sp>
          <p:nvSpPr>
            <p:cNvPr id="180" name="Rectangle 179">
              <a:extLst>
                <a:ext uri="{FF2B5EF4-FFF2-40B4-BE49-F238E27FC236}">
                  <a16:creationId xmlns:a16="http://schemas.microsoft.com/office/drawing/2014/main" id="{8BF7C7DF-933D-E5FB-69B5-6346AFAD99E2}"/>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1" name="Rectangle 180">
              <a:extLst>
                <a:ext uri="{FF2B5EF4-FFF2-40B4-BE49-F238E27FC236}">
                  <a16:creationId xmlns:a16="http://schemas.microsoft.com/office/drawing/2014/main" id="{5985A776-DED9-4DA3-728A-B890E1995065}"/>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2" name="Oval 15">
              <a:extLst>
                <a:ext uri="{FF2B5EF4-FFF2-40B4-BE49-F238E27FC236}">
                  <a16:creationId xmlns:a16="http://schemas.microsoft.com/office/drawing/2014/main" id="{2C1B6259-9108-7747-E523-2BE6D14CDAEE}"/>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3" name="Straight Connector 182">
              <a:extLst>
                <a:ext uri="{FF2B5EF4-FFF2-40B4-BE49-F238E27FC236}">
                  <a16:creationId xmlns:a16="http://schemas.microsoft.com/office/drawing/2014/main" id="{1AF0DFEA-533E-9E1F-17C0-755FC9D55BAA}"/>
                </a:ext>
              </a:extLst>
            </p:cNvPr>
            <p:cNvCxnSpPr>
              <a:cxnSpLocks/>
              <a:stCxn id="182"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4" name="Straight Connector 183">
              <a:extLst>
                <a:ext uri="{FF2B5EF4-FFF2-40B4-BE49-F238E27FC236}">
                  <a16:creationId xmlns:a16="http://schemas.microsoft.com/office/drawing/2014/main" id="{62E8C404-219F-84A0-5B00-1A5756C5E60F}"/>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5" name="Group 184">
            <a:extLst>
              <a:ext uri="{FF2B5EF4-FFF2-40B4-BE49-F238E27FC236}">
                <a16:creationId xmlns:a16="http://schemas.microsoft.com/office/drawing/2014/main" id="{AC0C5ECE-7FB9-8BAA-846D-294692A58762}"/>
              </a:ext>
            </a:extLst>
          </p:cNvPr>
          <p:cNvGrpSpPr/>
          <p:nvPr/>
        </p:nvGrpSpPr>
        <p:grpSpPr>
          <a:xfrm>
            <a:off x="7116512" y="812701"/>
            <a:ext cx="721206" cy="609701"/>
            <a:chOff x="7957576" y="811556"/>
            <a:chExt cx="721206" cy="609701"/>
          </a:xfrm>
        </p:grpSpPr>
        <p:sp>
          <p:nvSpPr>
            <p:cNvPr id="186" name="Rectangle 185">
              <a:extLst>
                <a:ext uri="{FF2B5EF4-FFF2-40B4-BE49-F238E27FC236}">
                  <a16:creationId xmlns:a16="http://schemas.microsoft.com/office/drawing/2014/main" id="{4D3F9F19-2C8B-D01C-49CB-4920414A9864}"/>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87" name="Rectangle 186">
              <a:extLst>
                <a:ext uri="{FF2B5EF4-FFF2-40B4-BE49-F238E27FC236}">
                  <a16:creationId xmlns:a16="http://schemas.microsoft.com/office/drawing/2014/main" id="{9A8CED43-0483-6E6D-6D2E-586347267869}"/>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8" name="Oval 15">
              <a:extLst>
                <a:ext uri="{FF2B5EF4-FFF2-40B4-BE49-F238E27FC236}">
                  <a16:creationId xmlns:a16="http://schemas.microsoft.com/office/drawing/2014/main" id="{0E1A66EE-7550-5973-BFF3-B0ACE227624F}"/>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9" name="Straight Connector 188">
              <a:extLst>
                <a:ext uri="{FF2B5EF4-FFF2-40B4-BE49-F238E27FC236}">
                  <a16:creationId xmlns:a16="http://schemas.microsoft.com/office/drawing/2014/main" id="{2C4777E0-8CFC-A303-9590-0D6D371363C2}"/>
                </a:ext>
              </a:extLst>
            </p:cNvPr>
            <p:cNvCxnSpPr>
              <a:cxnSpLocks/>
              <a:stCxn id="188"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0" name="Straight Connector 189">
              <a:extLst>
                <a:ext uri="{FF2B5EF4-FFF2-40B4-BE49-F238E27FC236}">
                  <a16:creationId xmlns:a16="http://schemas.microsoft.com/office/drawing/2014/main" id="{E138531E-4942-0B7A-C67B-25B00213A46C}"/>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91" name="Group 190">
            <a:extLst>
              <a:ext uri="{FF2B5EF4-FFF2-40B4-BE49-F238E27FC236}">
                <a16:creationId xmlns:a16="http://schemas.microsoft.com/office/drawing/2014/main" id="{4BBBF000-CE0F-D812-1792-C96FD400CCE3}"/>
              </a:ext>
            </a:extLst>
          </p:cNvPr>
          <p:cNvGrpSpPr/>
          <p:nvPr/>
        </p:nvGrpSpPr>
        <p:grpSpPr>
          <a:xfrm>
            <a:off x="10508723" y="1536662"/>
            <a:ext cx="721206" cy="609701"/>
            <a:chOff x="11356242" y="1532276"/>
            <a:chExt cx="721206" cy="609701"/>
          </a:xfrm>
        </p:grpSpPr>
        <p:sp>
          <p:nvSpPr>
            <p:cNvPr id="384" name="Rectangle 383">
              <a:hlinkHover r:id="" action="ppaction://noaction" highlightClick="1"/>
              <a:extLst>
                <a:ext uri="{FF2B5EF4-FFF2-40B4-BE49-F238E27FC236}">
                  <a16:creationId xmlns:a16="http://schemas.microsoft.com/office/drawing/2014/main" id="{2166FD85-6EE4-9FD8-3A0B-43B5FE2A12B5}"/>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385" name="Oval 384">
              <a:extLst>
                <a:ext uri="{FF2B5EF4-FFF2-40B4-BE49-F238E27FC236}">
                  <a16:creationId xmlns:a16="http://schemas.microsoft.com/office/drawing/2014/main" id="{140A2D76-8D12-ADF9-F21A-34C037E4953F}"/>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6" name="Isosceles Triangle 648">
              <a:extLst>
                <a:ext uri="{FF2B5EF4-FFF2-40B4-BE49-F238E27FC236}">
                  <a16:creationId xmlns:a16="http://schemas.microsoft.com/office/drawing/2014/main" id="{5BD517F8-5566-8CBD-E7DD-1FAFFC5A13E8}"/>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87" name="Group 386">
            <a:extLst>
              <a:ext uri="{FF2B5EF4-FFF2-40B4-BE49-F238E27FC236}">
                <a16:creationId xmlns:a16="http://schemas.microsoft.com/office/drawing/2014/main" id="{72954BB8-4C48-03BF-C253-E15087999C22}"/>
              </a:ext>
            </a:extLst>
          </p:cNvPr>
          <p:cNvGrpSpPr/>
          <p:nvPr/>
        </p:nvGrpSpPr>
        <p:grpSpPr>
          <a:xfrm>
            <a:off x="7957586" y="2253332"/>
            <a:ext cx="721206" cy="609701"/>
            <a:chOff x="7957586" y="2253332"/>
            <a:chExt cx="721206" cy="609701"/>
          </a:xfrm>
        </p:grpSpPr>
        <p:sp>
          <p:nvSpPr>
            <p:cNvPr id="388" name="Rectangle 387">
              <a:extLst>
                <a:ext uri="{FF2B5EF4-FFF2-40B4-BE49-F238E27FC236}">
                  <a16:creationId xmlns:a16="http://schemas.microsoft.com/office/drawing/2014/main" id="{9BF0D138-A2CA-3A88-2316-820FAA89D138}"/>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389" name="Right Triangle 388">
              <a:extLst>
                <a:ext uri="{FF2B5EF4-FFF2-40B4-BE49-F238E27FC236}">
                  <a16:creationId xmlns:a16="http://schemas.microsoft.com/office/drawing/2014/main" id="{6E366487-095E-5D24-5E41-DE71548C0337}"/>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90" name="Group 389">
              <a:extLst>
                <a:ext uri="{FF2B5EF4-FFF2-40B4-BE49-F238E27FC236}">
                  <a16:creationId xmlns:a16="http://schemas.microsoft.com/office/drawing/2014/main" id="{95E7CE4B-C3B1-71A2-40EB-0F62378FC7C3}"/>
                </a:ext>
              </a:extLst>
            </p:cNvPr>
            <p:cNvGrpSpPr/>
            <p:nvPr/>
          </p:nvGrpSpPr>
          <p:grpSpPr>
            <a:xfrm>
              <a:off x="8621942" y="2262669"/>
              <a:ext cx="37817" cy="61390"/>
              <a:chOff x="3883481" y="2057400"/>
              <a:chExt cx="1608363" cy="2652031"/>
            </a:xfrm>
            <a:solidFill>
              <a:srgbClr val="A6A6A6">
                <a:alpha val="20000"/>
              </a:srgbClr>
            </a:solidFill>
          </p:grpSpPr>
          <p:sp>
            <p:nvSpPr>
              <p:cNvPr id="391" name="Oval 27">
                <a:extLst>
                  <a:ext uri="{FF2B5EF4-FFF2-40B4-BE49-F238E27FC236}">
                    <a16:creationId xmlns:a16="http://schemas.microsoft.com/office/drawing/2014/main" id="{C3EC151D-C0DD-9E6B-28C2-69BD34F78C3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2" name="Oval 28">
                <a:extLst>
                  <a:ext uri="{FF2B5EF4-FFF2-40B4-BE49-F238E27FC236}">
                    <a16:creationId xmlns:a16="http://schemas.microsoft.com/office/drawing/2014/main" id="{12D6EC46-7D59-A78D-81ED-82B49DB776C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93" name="Group 392">
            <a:extLst>
              <a:ext uri="{FF2B5EF4-FFF2-40B4-BE49-F238E27FC236}">
                <a16:creationId xmlns:a16="http://schemas.microsoft.com/office/drawing/2014/main" id="{2E6AE9DD-378B-4153-CAB8-22D6D647B1E1}"/>
              </a:ext>
            </a:extLst>
          </p:cNvPr>
          <p:cNvGrpSpPr/>
          <p:nvPr/>
        </p:nvGrpSpPr>
        <p:grpSpPr>
          <a:xfrm>
            <a:off x="6290730" y="2257176"/>
            <a:ext cx="721206" cy="609701"/>
            <a:chOff x="8807250" y="2253334"/>
            <a:chExt cx="721206" cy="609701"/>
          </a:xfrm>
        </p:grpSpPr>
        <p:sp>
          <p:nvSpPr>
            <p:cNvPr id="394" name="Rectangle 393">
              <a:extLst>
                <a:ext uri="{FF2B5EF4-FFF2-40B4-BE49-F238E27FC236}">
                  <a16:creationId xmlns:a16="http://schemas.microsoft.com/office/drawing/2014/main" id="{DA3C5E6A-82C0-E014-7E5F-01F17706AB6E}"/>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395" name="Right Triangle 394">
              <a:extLst>
                <a:ext uri="{FF2B5EF4-FFF2-40B4-BE49-F238E27FC236}">
                  <a16:creationId xmlns:a16="http://schemas.microsoft.com/office/drawing/2014/main" id="{5B0020CC-07AE-0521-CF7C-77A7072E645B}"/>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6" name="Oval 27">
              <a:extLst>
                <a:ext uri="{FF2B5EF4-FFF2-40B4-BE49-F238E27FC236}">
                  <a16:creationId xmlns:a16="http://schemas.microsoft.com/office/drawing/2014/main" id="{7ABB90E6-90DB-8D13-1E7E-1204747A6744}"/>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7" name="Oval 28">
              <a:extLst>
                <a:ext uri="{FF2B5EF4-FFF2-40B4-BE49-F238E27FC236}">
                  <a16:creationId xmlns:a16="http://schemas.microsoft.com/office/drawing/2014/main" id="{D353D9AF-4984-ABE7-BCF3-5999506ADF48}"/>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98" name="Group 397">
            <a:extLst>
              <a:ext uri="{FF2B5EF4-FFF2-40B4-BE49-F238E27FC236}">
                <a16:creationId xmlns:a16="http://schemas.microsoft.com/office/drawing/2014/main" id="{3145EC73-3DAB-2A6E-CF42-C2FDCDD3DD3B}"/>
              </a:ext>
            </a:extLst>
          </p:cNvPr>
          <p:cNvGrpSpPr/>
          <p:nvPr/>
        </p:nvGrpSpPr>
        <p:grpSpPr>
          <a:xfrm>
            <a:off x="9656903" y="2253333"/>
            <a:ext cx="721220" cy="609701"/>
            <a:chOff x="9656903" y="2253333"/>
            <a:chExt cx="721220" cy="609701"/>
          </a:xfrm>
        </p:grpSpPr>
        <p:sp>
          <p:nvSpPr>
            <p:cNvPr id="399" name="Rectangle 398">
              <a:hlinkHover r:id="" action="ppaction://noaction" highlightClick="1"/>
              <a:extLst>
                <a:ext uri="{FF2B5EF4-FFF2-40B4-BE49-F238E27FC236}">
                  <a16:creationId xmlns:a16="http://schemas.microsoft.com/office/drawing/2014/main" id="{3DA209CD-C1C6-C2E1-5D20-A9BEE9DB7CF0}"/>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00" name="Rectangle 399">
              <a:extLst>
                <a:ext uri="{FF2B5EF4-FFF2-40B4-BE49-F238E27FC236}">
                  <a16:creationId xmlns:a16="http://schemas.microsoft.com/office/drawing/2014/main" id="{5E121619-EF5C-45BB-4FB2-87A0C7476DAA}"/>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1" name="Oval 15">
              <a:extLst>
                <a:ext uri="{FF2B5EF4-FFF2-40B4-BE49-F238E27FC236}">
                  <a16:creationId xmlns:a16="http://schemas.microsoft.com/office/drawing/2014/main" id="{B5372892-631D-2A64-E38A-0A251F9A30CF}"/>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02" name="Straight Connector 401">
              <a:extLst>
                <a:ext uri="{FF2B5EF4-FFF2-40B4-BE49-F238E27FC236}">
                  <a16:creationId xmlns:a16="http://schemas.microsoft.com/office/drawing/2014/main" id="{8A860C8F-A250-76BD-24C7-2844766289A4}"/>
                </a:ext>
              </a:extLst>
            </p:cNvPr>
            <p:cNvCxnSpPr>
              <a:cxnSpLocks/>
              <a:stCxn id="401"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03" name="Straight Connector 402">
              <a:extLst>
                <a:ext uri="{FF2B5EF4-FFF2-40B4-BE49-F238E27FC236}">
                  <a16:creationId xmlns:a16="http://schemas.microsoft.com/office/drawing/2014/main" id="{7F5312E6-1BCA-355F-DB0B-8452FB81C325}"/>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04" name="Group 403">
            <a:extLst>
              <a:ext uri="{FF2B5EF4-FFF2-40B4-BE49-F238E27FC236}">
                <a16:creationId xmlns:a16="http://schemas.microsoft.com/office/drawing/2014/main" id="{8A9EAD7C-782B-77E1-4640-4607ADBE3EB7}"/>
              </a:ext>
            </a:extLst>
          </p:cNvPr>
          <p:cNvGrpSpPr/>
          <p:nvPr/>
        </p:nvGrpSpPr>
        <p:grpSpPr>
          <a:xfrm>
            <a:off x="8797459" y="2264859"/>
            <a:ext cx="721206" cy="609701"/>
            <a:chOff x="11356242" y="2253333"/>
            <a:chExt cx="721206" cy="609701"/>
          </a:xfrm>
        </p:grpSpPr>
        <p:sp>
          <p:nvSpPr>
            <p:cNvPr id="405" name="Rectangle 404">
              <a:hlinkHover r:id="" action="ppaction://noaction" highlightClick="1"/>
              <a:extLst>
                <a:ext uri="{FF2B5EF4-FFF2-40B4-BE49-F238E27FC236}">
                  <a16:creationId xmlns:a16="http://schemas.microsoft.com/office/drawing/2014/main" id="{BCFF6FE4-E313-5DD0-4ADF-01207D7CAF16}"/>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406" name="Oval 405">
              <a:extLst>
                <a:ext uri="{FF2B5EF4-FFF2-40B4-BE49-F238E27FC236}">
                  <a16:creationId xmlns:a16="http://schemas.microsoft.com/office/drawing/2014/main" id="{373787C2-4E07-C1BB-42ED-66ECE343F1C7}"/>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7" name="Isosceles Triangle 648">
              <a:extLst>
                <a:ext uri="{FF2B5EF4-FFF2-40B4-BE49-F238E27FC236}">
                  <a16:creationId xmlns:a16="http://schemas.microsoft.com/office/drawing/2014/main" id="{A137BC4A-1BC8-5B8D-4CA5-68A460956510}"/>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08" name="Group 407">
            <a:extLst>
              <a:ext uri="{FF2B5EF4-FFF2-40B4-BE49-F238E27FC236}">
                <a16:creationId xmlns:a16="http://schemas.microsoft.com/office/drawing/2014/main" id="{762B68E3-42C4-C273-F65B-840189544666}"/>
              </a:ext>
            </a:extLst>
          </p:cNvPr>
          <p:cNvGrpSpPr/>
          <p:nvPr/>
        </p:nvGrpSpPr>
        <p:grpSpPr>
          <a:xfrm>
            <a:off x="10506580" y="2253333"/>
            <a:ext cx="721206" cy="609701"/>
            <a:chOff x="10506580" y="2253333"/>
            <a:chExt cx="721206" cy="609701"/>
          </a:xfrm>
        </p:grpSpPr>
        <p:sp>
          <p:nvSpPr>
            <p:cNvPr id="409" name="Rectangle 408">
              <a:hlinkHover r:id="" action="ppaction://noaction" highlightClick="1"/>
              <a:extLst>
                <a:ext uri="{FF2B5EF4-FFF2-40B4-BE49-F238E27FC236}">
                  <a16:creationId xmlns:a16="http://schemas.microsoft.com/office/drawing/2014/main" id="{EC5763F3-4A58-5FCD-3875-19713EAB8B1D}"/>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410" name="Diamond 409">
              <a:extLst>
                <a:ext uri="{FF2B5EF4-FFF2-40B4-BE49-F238E27FC236}">
                  <a16:creationId xmlns:a16="http://schemas.microsoft.com/office/drawing/2014/main" id="{A6B79621-398F-3A4A-38CF-9193B7EE82E5}"/>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1" name="Oval 410">
              <a:extLst>
                <a:ext uri="{FF2B5EF4-FFF2-40B4-BE49-F238E27FC236}">
                  <a16:creationId xmlns:a16="http://schemas.microsoft.com/office/drawing/2014/main" id="{DA32555F-0AC4-2823-B441-3B9314994CA2}"/>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12" name="Group 411">
            <a:extLst>
              <a:ext uri="{FF2B5EF4-FFF2-40B4-BE49-F238E27FC236}">
                <a16:creationId xmlns:a16="http://schemas.microsoft.com/office/drawing/2014/main" id="{A71389F4-DFC5-B92B-D022-01EB4D8C253F}"/>
              </a:ext>
            </a:extLst>
          </p:cNvPr>
          <p:cNvGrpSpPr/>
          <p:nvPr/>
        </p:nvGrpSpPr>
        <p:grpSpPr>
          <a:xfrm>
            <a:off x="5454173" y="2257175"/>
            <a:ext cx="721206" cy="609701"/>
            <a:chOff x="6287891" y="2253333"/>
            <a:chExt cx="721206" cy="609701"/>
          </a:xfrm>
        </p:grpSpPr>
        <p:sp>
          <p:nvSpPr>
            <p:cNvPr id="413" name="Rectangle 412">
              <a:extLst>
                <a:ext uri="{FF2B5EF4-FFF2-40B4-BE49-F238E27FC236}">
                  <a16:creationId xmlns:a16="http://schemas.microsoft.com/office/drawing/2014/main" id="{866579DF-DF22-8FC7-4A5F-4CEDFFFE2A97}"/>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414" name="Right Triangle 413">
              <a:extLst>
                <a:ext uri="{FF2B5EF4-FFF2-40B4-BE49-F238E27FC236}">
                  <a16:creationId xmlns:a16="http://schemas.microsoft.com/office/drawing/2014/main" id="{206FC4E4-635D-26EF-80E8-1FFFDF8512D3}"/>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15" name="Group 414">
              <a:extLst>
                <a:ext uri="{FF2B5EF4-FFF2-40B4-BE49-F238E27FC236}">
                  <a16:creationId xmlns:a16="http://schemas.microsoft.com/office/drawing/2014/main" id="{C05F6CC0-B68B-6D9E-9684-022A432991AB}"/>
                </a:ext>
              </a:extLst>
            </p:cNvPr>
            <p:cNvGrpSpPr/>
            <p:nvPr/>
          </p:nvGrpSpPr>
          <p:grpSpPr>
            <a:xfrm>
              <a:off x="6952470" y="2265099"/>
              <a:ext cx="37817" cy="61390"/>
              <a:chOff x="3883481" y="2057400"/>
              <a:chExt cx="1608363" cy="2652031"/>
            </a:xfrm>
            <a:solidFill>
              <a:srgbClr val="A6A6A6">
                <a:alpha val="20000"/>
              </a:srgbClr>
            </a:solidFill>
          </p:grpSpPr>
          <p:sp>
            <p:nvSpPr>
              <p:cNvPr id="416" name="Oval 27">
                <a:extLst>
                  <a:ext uri="{FF2B5EF4-FFF2-40B4-BE49-F238E27FC236}">
                    <a16:creationId xmlns:a16="http://schemas.microsoft.com/office/drawing/2014/main" id="{EE8F5AAD-008B-F10D-DBC1-FFDE053B1F2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7" name="Oval 28">
                <a:extLst>
                  <a:ext uri="{FF2B5EF4-FFF2-40B4-BE49-F238E27FC236}">
                    <a16:creationId xmlns:a16="http://schemas.microsoft.com/office/drawing/2014/main" id="{708926C9-D1E4-A0C8-6829-0C9778DD901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18" name="Group 417">
            <a:extLst>
              <a:ext uri="{FF2B5EF4-FFF2-40B4-BE49-F238E27FC236}">
                <a16:creationId xmlns:a16="http://schemas.microsoft.com/office/drawing/2014/main" id="{C09E791A-728A-9D19-02B7-79C32802F2A0}"/>
              </a:ext>
            </a:extLst>
          </p:cNvPr>
          <p:cNvGrpSpPr/>
          <p:nvPr/>
        </p:nvGrpSpPr>
        <p:grpSpPr>
          <a:xfrm>
            <a:off x="7113172" y="2252067"/>
            <a:ext cx="728239" cy="609701"/>
            <a:chOff x="5442073" y="811556"/>
            <a:chExt cx="728239" cy="609701"/>
          </a:xfrm>
        </p:grpSpPr>
        <p:sp>
          <p:nvSpPr>
            <p:cNvPr id="419" name="Rectangle 418">
              <a:extLst>
                <a:ext uri="{FF2B5EF4-FFF2-40B4-BE49-F238E27FC236}">
                  <a16:creationId xmlns:a16="http://schemas.microsoft.com/office/drawing/2014/main" id="{45744DDB-661C-AEC1-791E-1E9701B6B693}"/>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420" name="Rectangle 419">
              <a:extLst>
                <a:ext uri="{FF2B5EF4-FFF2-40B4-BE49-F238E27FC236}">
                  <a16:creationId xmlns:a16="http://schemas.microsoft.com/office/drawing/2014/main" id="{F309E9D7-24F1-B742-27BA-43DB6F7CBBBE}"/>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1" name="Oval 15">
              <a:extLst>
                <a:ext uri="{FF2B5EF4-FFF2-40B4-BE49-F238E27FC236}">
                  <a16:creationId xmlns:a16="http://schemas.microsoft.com/office/drawing/2014/main" id="{FDB572F7-B8A1-DC45-B5A5-150ECDB83EFA}"/>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22" name="Straight Connector 421">
              <a:extLst>
                <a:ext uri="{FF2B5EF4-FFF2-40B4-BE49-F238E27FC236}">
                  <a16:creationId xmlns:a16="http://schemas.microsoft.com/office/drawing/2014/main" id="{3DF084C3-D164-B134-98B3-D0F5AE9096D7}"/>
                </a:ext>
              </a:extLst>
            </p:cNvPr>
            <p:cNvCxnSpPr>
              <a:cxnSpLocks/>
              <a:stCxn id="421"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23" name="Straight Connector 422">
              <a:extLst>
                <a:ext uri="{FF2B5EF4-FFF2-40B4-BE49-F238E27FC236}">
                  <a16:creationId xmlns:a16="http://schemas.microsoft.com/office/drawing/2014/main" id="{C15298A0-88AE-A37E-9945-F0D90EB77669}"/>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24" name="Group 423">
            <a:extLst>
              <a:ext uri="{FF2B5EF4-FFF2-40B4-BE49-F238E27FC236}">
                <a16:creationId xmlns:a16="http://schemas.microsoft.com/office/drawing/2014/main" id="{4513D70C-26DB-0487-BF01-0E388408B6A9}"/>
              </a:ext>
            </a:extLst>
          </p:cNvPr>
          <p:cNvGrpSpPr/>
          <p:nvPr/>
        </p:nvGrpSpPr>
        <p:grpSpPr>
          <a:xfrm>
            <a:off x="11353919" y="2251694"/>
            <a:ext cx="721206" cy="609701"/>
            <a:chOff x="8807250" y="2253334"/>
            <a:chExt cx="721206" cy="609701"/>
          </a:xfrm>
        </p:grpSpPr>
        <p:sp>
          <p:nvSpPr>
            <p:cNvPr id="425" name="Rectangle 424">
              <a:extLst>
                <a:ext uri="{FF2B5EF4-FFF2-40B4-BE49-F238E27FC236}">
                  <a16:creationId xmlns:a16="http://schemas.microsoft.com/office/drawing/2014/main" id="{F7A249D7-024A-C117-D729-F34FCCD5ABB7}"/>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426" name="Right Triangle 425">
              <a:extLst>
                <a:ext uri="{FF2B5EF4-FFF2-40B4-BE49-F238E27FC236}">
                  <a16:creationId xmlns:a16="http://schemas.microsoft.com/office/drawing/2014/main" id="{8C953672-56E7-ACC3-A4A3-FB766B98C94A}"/>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7" name="Oval 27">
              <a:extLst>
                <a:ext uri="{FF2B5EF4-FFF2-40B4-BE49-F238E27FC236}">
                  <a16:creationId xmlns:a16="http://schemas.microsoft.com/office/drawing/2014/main" id="{0AB20140-6F1D-77DF-019E-7DCC095ECCDD}"/>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8" name="Oval 28">
              <a:extLst>
                <a:ext uri="{FF2B5EF4-FFF2-40B4-BE49-F238E27FC236}">
                  <a16:creationId xmlns:a16="http://schemas.microsoft.com/office/drawing/2014/main" id="{EB7F14BB-6AC9-2361-ED82-5FD6DEF7C4F0}"/>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29" name="Group 428">
            <a:extLst>
              <a:ext uri="{FF2B5EF4-FFF2-40B4-BE49-F238E27FC236}">
                <a16:creationId xmlns:a16="http://schemas.microsoft.com/office/drawing/2014/main" id="{59315CE6-15FC-B20E-1139-64A99D3A284D}"/>
              </a:ext>
            </a:extLst>
          </p:cNvPr>
          <p:cNvGrpSpPr/>
          <p:nvPr/>
        </p:nvGrpSpPr>
        <p:grpSpPr>
          <a:xfrm>
            <a:off x="2109092" y="2986575"/>
            <a:ext cx="721206" cy="649846"/>
            <a:chOff x="10506800" y="2974054"/>
            <a:chExt cx="721206" cy="649846"/>
          </a:xfrm>
        </p:grpSpPr>
        <p:sp>
          <p:nvSpPr>
            <p:cNvPr id="430" name="Rectangle 429">
              <a:extLst>
                <a:ext uri="{FF2B5EF4-FFF2-40B4-BE49-F238E27FC236}">
                  <a16:creationId xmlns:a16="http://schemas.microsoft.com/office/drawing/2014/main" id="{C910E860-26FC-1117-A678-EA51A24F0FC7}"/>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431" name="Rectangle 430">
              <a:extLst>
                <a:ext uri="{FF2B5EF4-FFF2-40B4-BE49-F238E27FC236}">
                  <a16:creationId xmlns:a16="http://schemas.microsoft.com/office/drawing/2014/main" id="{2F8B7F00-EC56-EF64-3FEC-138BD5D7AE59}"/>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2" name="Oval 15">
              <a:extLst>
                <a:ext uri="{FF2B5EF4-FFF2-40B4-BE49-F238E27FC236}">
                  <a16:creationId xmlns:a16="http://schemas.microsoft.com/office/drawing/2014/main" id="{7BFE9F9C-7C94-71FD-8C0C-C522ABD1FC74}"/>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3" name="Straight Connector 432">
              <a:extLst>
                <a:ext uri="{FF2B5EF4-FFF2-40B4-BE49-F238E27FC236}">
                  <a16:creationId xmlns:a16="http://schemas.microsoft.com/office/drawing/2014/main" id="{DA75AEAD-F0E5-B17A-970B-B247A380BBF5}"/>
                </a:ext>
              </a:extLst>
            </p:cNvPr>
            <p:cNvCxnSpPr>
              <a:cxnSpLocks/>
              <a:stCxn id="432"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34" name="Straight Connector 433">
              <a:extLst>
                <a:ext uri="{FF2B5EF4-FFF2-40B4-BE49-F238E27FC236}">
                  <a16:creationId xmlns:a16="http://schemas.microsoft.com/office/drawing/2014/main" id="{7D30BB67-404A-FA64-D95A-04DF868CAF18}"/>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35" name="Group 434">
            <a:extLst>
              <a:ext uri="{FF2B5EF4-FFF2-40B4-BE49-F238E27FC236}">
                <a16:creationId xmlns:a16="http://schemas.microsoft.com/office/drawing/2014/main" id="{37D7306B-CE8F-1BA3-803B-3051211B9D26}"/>
              </a:ext>
            </a:extLst>
          </p:cNvPr>
          <p:cNvGrpSpPr/>
          <p:nvPr/>
        </p:nvGrpSpPr>
        <p:grpSpPr>
          <a:xfrm>
            <a:off x="4621827" y="2983922"/>
            <a:ext cx="721206" cy="654973"/>
            <a:chOff x="9657606" y="2974054"/>
            <a:chExt cx="721206" cy="654973"/>
          </a:xfrm>
        </p:grpSpPr>
        <p:sp>
          <p:nvSpPr>
            <p:cNvPr id="436" name="Rectangle 435">
              <a:extLst>
                <a:ext uri="{FF2B5EF4-FFF2-40B4-BE49-F238E27FC236}">
                  <a16:creationId xmlns:a16="http://schemas.microsoft.com/office/drawing/2014/main" id="{425A8B59-1512-2CF9-A94E-3C7CC017AC37}"/>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437" name="Rectangle 436">
              <a:extLst>
                <a:ext uri="{FF2B5EF4-FFF2-40B4-BE49-F238E27FC236}">
                  <a16:creationId xmlns:a16="http://schemas.microsoft.com/office/drawing/2014/main" id="{66502E93-D5CD-CB2F-9EC9-B5F3271B76C9}"/>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8" name="Oval 15">
              <a:extLst>
                <a:ext uri="{FF2B5EF4-FFF2-40B4-BE49-F238E27FC236}">
                  <a16:creationId xmlns:a16="http://schemas.microsoft.com/office/drawing/2014/main" id="{3DD8ABD8-9767-0281-620F-01660F9815DD}"/>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9" name="Straight Connector 438">
              <a:extLst>
                <a:ext uri="{FF2B5EF4-FFF2-40B4-BE49-F238E27FC236}">
                  <a16:creationId xmlns:a16="http://schemas.microsoft.com/office/drawing/2014/main" id="{90894AD0-3193-D772-EE06-AD4615741083}"/>
                </a:ext>
              </a:extLst>
            </p:cNvPr>
            <p:cNvCxnSpPr>
              <a:cxnSpLocks/>
              <a:stCxn id="438"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40" name="Straight Connector 439">
              <a:extLst>
                <a:ext uri="{FF2B5EF4-FFF2-40B4-BE49-F238E27FC236}">
                  <a16:creationId xmlns:a16="http://schemas.microsoft.com/office/drawing/2014/main" id="{FBF511A4-C22A-7580-EC05-C43BE17D1AC0}"/>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41" name="Group 440">
            <a:extLst>
              <a:ext uri="{FF2B5EF4-FFF2-40B4-BE49-F238E27FC236}">
                <a16:creationId xmlns:a16="http://schemas.microsoft.com/office/drawing/2014/main" id="{E3AEFB55-1EBB-D652-6AFC-5CD48324E3B6}"/>
              </a:ext>
            </a:extLst>
          </p:cNvPr>
          <p:cNvGrpSpPr/>
          <p:nvPr/>
        </p:nvGrpSpPr>
        <p:grpSpPr>
          <a:xfrm>
            <a:off x="11356001" y="2974057"/>
            <a:ext cx="721206" cy="609701"/>
            <a:chOff x="11356001" y="2974057"/>
            <a:chExt cx="721206" cy="609701"/>
          </a:xfrm>
        </p:grpSpPr>
        <p:sp>
          <p:nvSpPr>
            <p:cNvPr id="442" name="Rectangle 441">
              <a:hlinkHover r:id="" action="ppaction://noaction" highlightClick="1"/>
              <a:extLst>
                <a:ext uri="{FF2B5EF4-FFF2-40B4-BE49-F238E27FC236}">
                  <a16:creationId xmlns:a16="http://schemas.microsoft.com/office/drawing/2014/main" id="{1C8C19D0-AB7E-C943-F733-E5EBA8D900ED}"/>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443" name="Oval 442">
              <a:extLst>
                <a:ext uri="{FF2B5EF4-FFF2-40B4-BE49-F238E27FC236}">
                  <a16:creationId xmlns:a16="http://schemas.microsoft.com/office/drawing/2014/main" id="{06ED1FA3-6D58-257E-0F0A-AA25751C47C4}"/>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4" name="Isosceles Triangle 648">
              <a:extLst>
                <a:ext uri="{FF2B5EF4-FFF2-40B4-BE49-F238E27FC236}">
                  <a16:creationId xmlns:a16="http://schemas.microsoft.com/office/drawing/2014/main" id="{132D1EF0-CFD7-9653-D6AB-B9932F025529}"/>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45" name="Group 444">
            <a:extLst>
              <a:ext uri="{FF2B5EF4-FFF2-40B4-BE49-F238E27FC236}">
                <a16:creationId xmlns:a16="http://schemas.microsoft.com/office/drawing/2014/main" id="{06FC10E5-F66B-05EC-EDD4-F4C4EA649798}"/>
              </a:ext>
            </a:extLst>
          </p:cNvPr>
          <p:cNvGrpSpPr/>
          <p:nvPr/>
        </p:nvGrpSpPr>
        <p:grpSpPr>
          <a:xfrm>
            <a:off x="10506616" y="2984633"/>
            <a:ext cx="721220" cy="609701"/>
            <a:chOff x="9656903" y="2253333"/>
            <a:chExt cx="721220" cy="609701"/>
          </a:xfrm>
        </p:grpSpPr>
        <p:sp>
          <p:nvSpPr>
            <p:cNvPr id="446" name="Rectangle 445">
              <a:hlinkHover r:id="" action="ppaction://noaction" highlightClick="1"/>
              <a:extLst>
                <a:ext uri="{FF2B5EF4-FFF2-40B4-BE49-F238E27FC236}">
                  <a16:creationId xmlns:a16="http://schemas.microsoft.com/office/drawing/2014/main" id="{6D1B24F9-8359-9EED-710F-D9C28F6773E8}"/>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02" name="Rectangle 501">
              <a:extLst>
                <a:ext uri="{FF2B5EF4-FFF2-40B4-BE49-F238E27FC236}">
                  <a16:creationId xmlns:a16="http://schemas.microsoft.com/office/drawing/2014/main" id="{E7FAEAAC-B653-E98B-4434-B16B904623C0}"/>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3" name="Oval 15">
              <a:extLst>
                <a:ext uri="{FF2B5EF4-FFF2-40B4-BE49-F238E27FC236}">
                  <a16:creationId xmlns:a16="http://schemas.microsoft.com/office/drawing/2014/main" id="{13BE6B99-B4A6-3126-2C27-D811C9DE5E6E}"/>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04" name="Straight Connector 503">
              <a:extLst>
                <a:ext uri="{FF2B5EF4-FFF2-40B4-BE49-F238E27FC236}">
                  <a16:creationId xmlns:a16="http://schemas.microsoft.com/office/drawing/2014/main" id="{E46705A0-1FBD-5A82-90EB-1B93BC182548}"/>
                </a:ext>
              </a:extLst>
            </p:cNvPr>
            <p:cNvCxnSpPr>
              <a:cxnSpLocks/>
              <a:stCxn id="503"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05" name="Straight Connector 504">
              <a:extLst>
                <a:ext uri="{FF2B5EF4-FFF2-40B4-BE49-F238E27FC236}">
                  <a16:creationId xmlns:a16="http://schemas.microsoft.com/office/drawing/2014/main" id="{B6A47347-6A9F-7C07-B397-069EE1AA2778}"/>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48" name="Group 547">
            <a:extLst>
              <a:ext uri="{FF2B5EF4-FFF2-40B4-BE49-F238E27FC236}">
                <a16:creationId xmlns:a16="http://schemas.microsoft.com/office/drawing/2014/main" id="{C11DB48B-26CC-951F-9FBC-799920ECDE97}"/>
              </a:ext>
            </a:extLst>
          </p:cNvPr>
          <p:cNvGrpSpPr/>
          <p:nvPr/>
        </p:nvGrpSpPr>
        <p:grpSpPr>
          <a:xfrm>
            <a:off x="1268346" y="3698208"/>
            <a:ext cx="721891" cy="610396"/>
            <a:chOff x="1268346" y="3698208"/>
            <a:chExt cx="721891" cy="610396"/>
          </a:xfrm>
        </p:grpSpPr>
        <p:sp>
          <p:nvSpPr>
            <p:cNvPr id="549" name="Rectangle 548">
              <a:extLst>
                <a:ext uri="{FF2B5EF4-FFF2-40B4-BE49-F238E27FC236}">
                  <a16:creationId xmlns:a16="http://schemas.microsoft.com/office/drawing/2014/main" id="{BA8ACF87-4053-82E4-0877-4A729A46701E}"/>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556" name="Right Triangle 555">
              <a:extLst>
                <a:ext uri="{FF2B5EF4-FFF2-40B4-BE49-F238E27FC236}">
                  <a16:creationId xmlns:a16="http://schemas.microsoft.com/office/drawing/2014/main" id="{5D915D21-B81E-6A25-CCEF-AFB538B506FF}"/>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57" name="Group 556">
              <a:extLst>
                <a:ext uri="{FF2B5EF4-FFF2-40B4-BE49-F238E27FC236}">
                  <a16:creationId xmlns:a16="http://schemas.microsoft.com/office/drawing/2014/main" id="{563C6FD2-C342-E717-D834-6B0F9195FAFB}"/>
                </a:ext>
              </a:extLst>
            </p:cNvPr>
            <p:cNvGrpSpPr/>
            <p:nvPr/>
          </p:nvGrpSpPr>
          <p:grpSpPr>
            <a:xfrm>
              <a:off x="1939627" y="3704306"/>
              <a:ext cx="37817" cy="61390"/>
              <a:chOff x="3883481" y="2057400"/>
              <a:chExt cx="1608363" cy="2652031"/>
            </a:xfrm>
            <a:solidFill>
              <a:srgbClr val="A6A6A6">
                <a:alpha val="20000"/>
              </a:srgbClr>
            </a:solidFill>
          </p:grpSpPr>
          <p:sp>
            <p:nvSpPr>
              <p:cNvPr id="558" name="Oval 27">
                <a:extLst>
                  <a:ext uri="{FF2B5EF4-FFF2-40B4-BE49-F238E27FC236}">
                    <a16:creationId xmlns:a16="http://schemas.microsoft.com/office/drawing/2014/main" id="{86BBE47E-71DB-8FB3-CC90-D9741612ABE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9" name="Oval 28">
                <a:extLst>
                  <a:ext uri="{FF2B5EF4-FFF2-40B4-BE49-F238E27FC236}">
                    <a16:creationId xmlns:a16="http://schemas.microsoft.com/office/drawing/2014/main" id="{20ABBB75-D623-35BA-433F-9D3A9B84629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76" name="Group 575">
            <a:extLst>
              <a:ext uri="{FF2B5EF4-FFF2-40B4-BE49-F238E27FC236}">
                <a16:creationId xmlns:a16="http://schemas.microsoft.com/office/drawing/2014/main" id="{7E581C3B-3D5B-DA77-7D1F-43AF8B192E2B}"/>
              </a:ext>
            </a:extLst>
          </p:cNvPr>
          <p:cNvGrpSpPr/>
          <p:nvPr/>
        </p:nvGrpSpPr>
        <p:grpSpPr>
          <a:xfrm>
            <a:off x="5451979" y="3707588"/>
            <a:ext cx="721206" cy="609701"/>
            <a:chOff x="5451979" y="3707588"/>
            <a:chExt cx="721206" cy="609701"/>
          </a:xfrm>
        </p:grpSpPr>
        <p:sp>
          <p:nvSpPr>
            <p:cNvPr id="577" name="Rectangle 576">
              <a:hlinkHover r:id="" action="ppaction://noaction" highlightClick="1"/>
              <a:extLst>
                <a:ext uri="{FF2B5EF4-FFF2-40B4-BE49-F238E27FC236}">
                  <a16:creationId xmlns:a16="http://schemas.microsoft.com/office/drawing/2014/main" id="{9B31E7BC-2BAE-B49E-2520-E2D16190AE2B}"/>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78" name="Oval 577">
              <a:extLst>
                <a:ext uri="{FF2B5EF4-FFF2-40B4-BE49-F238E27FC236}">
                  <a16:creationId xmlns:a16="http://schemas.microsoft.com/office/drawing/2014/main" id="{6D91E8D2-7AC1-759A-424E-64C486965D12}"/>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9" name="Isosceles Triangle 648">
              <a:extLst>
                <a:ext uri="{FF2B5EF4-FFF2-40B4-BE49-F238E27FC236}">
                  <a16:creationId xmlns:a16="http://schemas.microsoft.com/office/drawing/2014/main" id="{F5964048-9EB0-8275-B771-2F99868B2147}"/>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18" name="Picture 17">
            <a:hlinkClick r:id="rId21" action="ppaction://hlinksldjump"/>
            <a:extLst>
              <a:ext uri="{FF2B5EF4-FFF2-40B4-BE49-F238E27FC236}">
                <a16:creationId xmlns:a16="http://schemas.microsoft.com/office/drawing/2014/main" id="{6138AAE0-827E-70C7-23D2-D7E9715F09D4}"/>
              </a:ext>
            </a:extLst>
          </p:cNvPr>
          <p:cNvPicPr>
            <a:picLocks noChangeAspect="1"/>
          </p:cNvPicPr>
          <p:nvPr/>
        </p:nvPicPr>
        <p:blipFill>
          <a:blip r:embed="rId22"/>
          <a:stretch>
            <a:fillRect/>
          </a:stretch>
        </p:blipFill>
        <p:spPr>
          <a:xfrm>
            <a:off x="0" y="0"/>
            <a:ext cx="211626" cy="6858000"/>
          </a:xfrm>
          <a:prstGeom prst="rect">
            <a:avLst/>
          </a:prstGeom>
        </p:spPr>
      </p:pic>
      <p:grpSp>
        <p:nvGrpSpPr>
          <p:cNvPr id="19" name="Group 18">
            <a:extLst>
              <a:ext uri="{FF2B5EF4-FFF2-40B4-BE49-F238E27FC236}">
                <a16:creationId xmlns:a16="http://schemas.microsoft.com/office/drawing/2014/main" id="{9494759F-3AF7-27E1-226D-1399CE623B95}"/>
              </a:ext>
            </a:extLst>
          </p:cNvPr>
          <p:cNvGrpSpPr/>
          <p:nvPr/>
        </p:nvGrpSpPr>
        <p:grpSpPr>
          <a:xfrm>
            <a:off x="9652491" y="2986436"/>
            <a:ext cx="721206" cy="609701"/>
            <a:chOff x="9657972" y="90836"/>
            <a:chExt cx="721206" cy="609701"/>
          </a:xfrm>
        </p:grpSpPr>
        <p:sp>
          <p:nvSpPr>
            <p:cNvPr id="20" name="Rectangle 19">
              <a:hlinkHover r:id="" action="ppaction://noaction" highlightClick="1"/>
              <a:extLst>
                <a:ext uri="{FF2B5EF4-FFF2-40B4-BE49-F238E27FC236}">
                  <a16:creationId xmlns:a16="http://schemas.microsoft.com/office/drawing/2014/main" id="{B513BA63-2330-FFF3-8A8B-1343DA210B49}"/>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21" name="Diamond 20">
              <a:extLst>
                <a:ext uri="{FF2B5EF4-FFF2-40B4-BE49-F238E27FC236}">
                  <a16:creationId xmlns:a16="http://schemas.microsoft.com/office/drawing/2014/main" id="{8D6EFDEE-89DC-935F-EE5B-9FF0ABDF8BC0}"/>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0" name="Oval 29">
              <a:extLst>
                <a:ext uri="{FF2B5EF4-FFF2-40B4-BE49-F238E27FC236}">
                  <a16:creationId xmlns:a16="http://schemas.microsoft.com/office/drawing/2014/main" id="{6F35ACB8-D558-AE99-879C-4FA27F63CDB5}"/>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63637877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8168" y="173237"/>
            <a:ext cx="5803559"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Governance Controls</a:t>
            </a:r>
          </a:p>
        </p:txBody>
      </p:sp>
      <p:sp>
        <p:nvSpPr>
          <p:cNvPr id="72" name="Rectangle 71">
            <a:hlinkClick r:id="rId3" action="ppaction://hlinksldjump"/>
            <a:hlinkHover r:id="rId3" action="ppaction://hlinksldjump"/>
            <a:extLst>
              <a:ext uri="{FF2B5EF4-FFF2-40B4-BE49-F238E27FC236}">
                <a16:creationId xmlns:a16="http://schemas.microsoft.com/office/drawing/2014/main" id="{DAF4F345-90CD-4143-B6D9-5D3A8C3FC392}"/>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F09988F7-C850-46D7-B298-1B033609B6F3}"/>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1CE6189A-5BEB-4AD2-B0C3-D0D8E1B76B79}"/>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0EB4381D-1459-47E0-B786-E6FC23081DCD}"/>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19FD9621-1B5D-494E-A403-D8F8024C5833}"/>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07EBB8E4-24FD-442D-8914-1A083FF61CF9}"/>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3D65FDF6-86F2-4CFC-9E08-EF13E2DFE196}"/>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C0BCAEDF-5335-4E14-A938-51077D692FCD}"/>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60A462E8-9EE6-4B1F-B638-F94F7DA68F12}"/>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F1860844-75E8-4C51-A3F2-33145581EB7C}"/>
              </a:ext>
            </a:extLst>
          </p:cNvPr>
          <p:cNvSpPr/>
          <p:nvPr/>
        </p:nvSpPr>
        <p:spPr>
          <a:xfrm>
            <a:off x="5588960" y="6362036"/>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4C1EA3D7-4B53-4387-8230-53698A143E7A}"/>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C3B38C24-AD02-49BC-B9AB-F029E3DE5F2B}"/>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4F712805-E33B-4E85-9699-3C1E72450E7A}"/>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B74BD52D-4DFE-4931-B3A4-C73458D7955B}"/>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5EF2644A-9EBF-4029-A264-CE90BD4C6CE7}"/>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4A5346EA-B27D-4F6F-8132-1D2EBF7424B0}"/>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E9F94A97-A04B-4171-AFF2-8C79C50422D5}"/>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98" name="Rectangle 97">
            <a:hlinkClick r:id="rId20" action="ppaction://hlinksldjump"/>
            <a:hlinkHover r:id="rId20" action="ppaction://hlinksldjump"/>
            <a:extLst>
              <a:ext uri="{FF2B5EF4-FFF2-40B4-BE49-F238E27FC236}">
                <a16:creationId xmlns:a16="http://schemas.microsoft.com/office/drawing/2014/main" id="{08498602-46CF-492C-840D-C68DC8FA608E}"/>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2" name="Rectangle 1">
            <a:extLst>
              <a:ext uri="{FF2B5EF4-FFF2-40B4-BE49-F238E27FC236}">
                <a16:creationId xmlns:a16="http://schemas.microsoft.com/office/drawing/2014/main" id="{6B650D36-5191-CCDD-E594-4AC89F0ADC58}"/>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31A726BA-58B3-B023-E75C-7F1D055349B4}"/>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90616F70-956A-96FA-B3AA-8BE708D257FF}"/>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463CB814-B31B-A2BB-368C-CDA88D2D7E5F}"/>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19DA3A25-F890-A04F-031A-3006F2013C09}"/>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9BD43E6D-377C-39F9-2A4D-EE9703C9CE5A}"/>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8" name="Group 47">
            <a:extLst>
              <a:ext uri="{FF2B5EF4-FFF2-40B4-BE49-F238E27FC236}">
                <a16:creationId xmlns:a16="http://schemas.microsoft.com/office/drawing/2014/main" id="{6681024D-0C45-F205-EDC1-D819E5A1D029}"/>
              </a:ext>
            </a:extLst>
          </p:cNvPr>
          <p:cNvGrpSpPr/>
          <p:nvPr/>
        </p:nvGrpSpPr>
        <p:grpSpPr>
          <a:xfrm>
            <a:off x="7959195" y="3698231"/>
            <a:ext cx="721206" cy="609701"/>
            <a:chOff x="7959195" y="3698231"/>
            <a:chExt cx="721206" cy="609701"/>
          </a:xfrm>
        </p:grpSpPr>
        <p:sp>
          <p:nvSpPr>
            <p:cNvPr id="49" name="Rectangle 48">
              <a:hlinkHover r:id="" action="ppaction://noaction" highlightClick="1"/>
              <a:extLst>
                <a:ext uri="{FF2B5EF4-FFF2-40B4-BE49-F238E27FC236}">
                  <a16:creationId xmlns:a16="http://schemas.microsoft.com/office/drawing/2014/main" id="{C3DC005E-D5D4-D982-3C71-A31BA17CBB81}"/>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50" name="Oval 49">
              <a:extLst>
                <a:ext uri="{FF2B5EF4-FFF2-40B4-BE49-F238E27FC236}">
                  <a16:creationId xmlns:a16="http://schemas.microsoft.com/office/drawing/2014/main" id="{D868A9F2-6A57-4EFB-D8F8-07FD1F9677C7}"/>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 name="Isosceles Triangle 648">
              <a:extLst>
                <a:ext uri="{FF2B5EF4-FFF2-40B4-BE49-F238E27FC236}">
                  <a16:creationId xmlns:a16="http://schemas.microsoft.com/office/drawing/2014/main" id="{E2797EBB-4063-7DAC-A6A1-C81BE2F3E688}"/>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7" name="Group 516">
            <a:extLst>
              <a:ext uri="{FF2B5EF4-FFF2-40B4-BE49-F238E27FC236}">
                <a16:creationId xmlns:a16="http://schemas.microsoft.com/office/drawing/2014/main" id="{A8D6A77F-FB7A-8CBF-01D0-6917EDE530E6}"/>
              </a:ext>
            </a:extLst>
          </p:cNvPr>
          <p:cNvGrpSpPr/>
          <p:nvPr/>
        </p:nvGrpSpPr>
        <p:grpSpPr>
          <a:xfrm>
            <a:off x="11356242" y="90836"/>
            <a:ext cx="721206" cy="609701"/>
            <a:chOff x="11356242" y="90836"/>
            <a:chExt cx="721206" cy="609701"/>
          </a:xfrm>
        </p:grpSpPr>
        <p:sp>
          <p:nvSpPr>
            <p:cNvPr id="518" name="Rectangle 517">
              <a:hlinkHover r:id="" action="ppaction://noaction" highlightClick="1"/>
              <a:extLst>
                <a:ext uri="{FF2B5EF4-FFF2-40B4-BE49-F238E27FC236}">
                  <a16:creationId xmlns:a16="http://schemas.microsoft.com/office/drawing/2014/main" id="{0AA27CDF-598A-D833-33A4-6329982C9CA0}"/>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19" name="Oval 518">
              <a:extLst>
                <a:ext uri="{FF2B5EF4-FFF2-40B4-BE49-F238E27FC236}">
                  <a16:creationId xmlns:a16="http://schemas.microsoft.com/office/drawing/2014/main" id="{0376F1A8-0ECC-FF76-2013-FA3601103F6A}"/>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0" name="Isosceles Triangle 648">
              <a:extLst>
                <a:ext uri="{FF2B5EF4-FFF2-40B4-BE49-F238E27FC236}">
                  <a16:creationId xmlns:a16="http://schemas.microsoft.com/office/drawing/2014/main" id="{8FE356D7-FD46-9BA1-C60A-27B69849E245}"/>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5" name="Group 524">
            <a:extLst>
              <a:ext uri="{FF2B5EF4-FFF2-40B4-BE49-F238E27FC236}">
                <a16:creationId xmlns:a16="http://schemas.microsoft.com/office/drawing/2014/main" id="{1B2FF4A0-68C6-1F9B-5DEE-D51E738F7ADB}"/>
              </a:ext>
            </a:extLst>
          </p:cNvPr>
          <p:cNvGrpSpPr/>
          <p:nvPr/>
        </p:nvGrpSpPr>
        <p:grpSpPr>
          <a:xfrm>
            <a:off x="9657691" y="4419624"/>
            <a:ext cx="721206" cy="609701"/>
            <a:chOff x="9657691" y="4419624"/>
            <a:chExt cx="721206" cy="609701"/>
          </a:xfrm>
        </p:grpSpPr>
        <p:sp>
          <p:nvSpPr>
            <p:cNvPr id="526" name="Rectangle 525">
              <a:hlinkHover r:id="" action="ppaction://noaction" highlightClick="1"/>
              <a:extLst>
                <a:ext uri="{FF2B5EF4-FFF2-40B4-BE49-F238E27FC236}">
                  <a16:creationId xmlns:a16="http://schemas.microsoft.com/office/drawing/2014/main" id="{0B4D50EA-7E86-E586-F98B-4306FB7B2C8A}"/>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27" name="Oval 526">
              <a:extLst>
                <a:ext uri="{FF2B5EF4-FFF2-40B4-BE49-F238E27FC236}">
                  <a16:creationId xmlns:a16="http://schemas.microsoft.com/office/drawing/2014/main" id="{3351EAAC-13ED-1E75-5919-979FF6707991}"/>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8" name="Isosceles Triangle 648">
              <a:extLst>
                <a:ext uri="{FF2B5EF4-FFF2-40B4-BE49-F238E27FC236}">
                  <a16:creationId xmlns:a16="http://schemas.microsoft.com/office/drawing/2014/main" id="{B4098F8E-0957-FFCB-498B-3DE406B76C05}"/>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9" name="Group 528">
            <a:extLst>
              <a:ext uri="{FF2B5EF4-FFF2-40B4-BE49-F238E27FC236}">
                <a16:creationId xmlns:a16="http://schemas.microsoft.com/office/drawing/2014/main" id="{75BC4A67-4547-4C3E-4EDF-427289FE7BA8}"/>
              </a:ext>
            </a:extLst>
          </p:cNvPr>
          <p:cNvGrpSpPr/>
          <p:nvPr/>
        </p:nvGrpSpPr>
        <p:grpSpPr>
          <a:xfrm>
            <a:off x="10506968" y="4419620"/>
            <a:ext cx="721206" cy="609701"/>
            <a:chOff x="10506968" y="4419620"/>
            <a:chExt cx="721206" cy="609701"/>
          </a:xfrm>
        </p:grpSpPr>
        <p:sp>
          <p:nvSpPr>
            <p:cNvPr id="530" name="Rectangle 529">
              <a:hlinkHover r:id="" action="ppaction://noaction" highlightClick="1"/>
              <a:extLst>
                <a:ext uri="{FF2B5EF4-FFF2-40B4-BE49-F238E27FC236}">
                  <a16:creationId xmlns:a16="http://schemas.microsoft.com/office/drawing/2014/main" id="{FEFCAC81-4E35-65D6-14E8-03C044C82D8F}"/>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31" name="Oval 530">
              <a:extLst>
                <a:ext uri="{FF2B5EF4-FFF2-40B4-BE49-F238E27FC236}">
                  <a16:creationId xmlns:a16="http://schemas.microsoft.com/office/drawing/2014/main" id="{0C306244-98F2-C25C-EC08-D6E92DE82AD5}"/>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2" name="Isosceles Triangle 648">
              <a:extLst>
                <a:ext uri="{FF2B5EF4-FFF2-40B4-BE49-F238E27FC236}">
                  <a16:creationId xmlns:a16="http://schemas.microsoft.com/office/drawing/2014/main" id="{5B02181F-DE1B-5EB6-0A23-E5A89CFEB49C}"/>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3" name="Group 532">
            <a:extLst>
              <a:ext uri="{FF2B5EF4-FFF2-40B4-BE49-F238E27FC236}">
                <a16:creationId xmlns:a16="http://schemas.microsoft.com/office/drawing/2014/main" id="{9D6E26F6-823C-1F9E-9CA6-8B7BA7DFF8F7}"/>
              </a:ext>
            </a:extLst>
          </p:cNvPr>
          <p:cNvGrpSpPr/>
          <p:nvPr/>
        </p:nvGrpSpPr>
        <p:grpSpPr>
          <a:xfrm>
            <a:off x="11356003" y="4416261"/>
            <a:ext cx="721206" cy="609701"/>
            <a:chOff x="11356003" y="4416261"/>
            <a:chExt cx="721206" cy="609701"/>
          </a:xfrm>
        </p:grpSpPr>
        <p:sp>
          <p:nvSpPr>
            <p:cNvPr id="534" name="Rectangle 533">
              <a:hlinkHover r:id="" action="ppaction://noaction" highlightClick="1"/>
              <a:extLst>
                <a:ext uri="{FF2B5EF4-FFF2-40B4-BE49-F238E27FC236}">
                  <a16:creationId xmlns:a16="http://schemas.microsoft.com/office/drawing/2014/main" id="{3533CD15-B692-DFF6-D2C3-E5E40D261593}"/>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35" name="Oval 534">
              <a:extLst>
                <a:ext uri="{FF2B5EF4-FFF2-40B4-BE49-F238E27FC236}">
                  <a16:creationId xmlns:a16="http://schemas.microsoft.com/office/drawing/2014/main" id="{491BA1BA-F972-2F96-650A-9777809783CF}"/>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6" name="Isosceles Triangle 648">
              <a:extLst>
                <a:ext uri="{FF2B5EF4-FFF2-40B4-BE49-F238E27FC236}">
                  <a16:creationId xmlns:a16="http://schemas.microsoft.com/office/drawing/2014/main" id="{B5668154-3459-B36F-42CA-3D748D0EE124}"/>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7" name="Group 536">
            <a:extLst>
              <a:ext uri="{FF2B5EF4-FFF2-40B4-BE49-F238E27FC236}">
                <a16:creationId xmlns:a16="http://schemas.microsoft.com/office/drawing/2014/main" id="{92A4D044-137B-D906-9934-853C67504643}"/>
              </a:ext>
            </a:extLst>
          </p:cNvPr>
          <p:cNvGrpSpPr/>
          <p:nvPr/>
        </p:nvGrpSpPr>
        <p:grpSpPr>
          <a:xfrm>
            <a:off x="8808526" y="4416261"/>
            <a:ext cx="721206" cy="609701"/>
            <a:chOff x="8808526" y="4416261"/>
            <a:chExt cx="721206" cy="609701"/>
          </a:xfrm>
        </p:grpSpPr>
        <p:sp>
          <p:nvSpPr>
            <p:cNvPr id="538" name="Rectangle 537">
              <a:hlinkHover r:id="" action="ppaction://noaction" highlightClick="1"/>
              <a:extLst>
                <a:ext uri="{FF2B5EF4-FFF2-40B4-BE49-F238E27FC236}">
                  <a16:creationId xmlns:a16="http://schemas.microsoft.com/office/drawing/2014/main" id="{FE9E016B-64E5-A852-9CFD-F1C295F15AC4}"/>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39" name="Oval 538">
              <a:extLst>
                <a:ext uri="{FF2B5EF4-FFF2-40B4-BE49-F238E27FC236}">
                  <a16:creationId xmlns:a16="http://schemas.microsoft.com/office/drawing/2014/main" id="{B21BFCF6-5DE2-54AD-3DA0-B326DFD67BD3}"/>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0" name="Isosceles Triangle 648">
              <a:extLst>
                <a:ext uri="{FF2B5EF4-FFF2-40B4-BE49-F238E27FC236}">
                  <a16:creationId xmlns:a16="http://schemas.microsoft.com/office/drawing/2014/main" id="{CF447118-261F-45F5-3A8E-3E106AA10345}"/>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5" name="Group 544">
            <a:extLst>
              <a:ext uri="{FF2B5EF4-FFF2-40B4-BE49-F238E27FC236}">
                <a16:creationId xmlns:a16="http://schemas.microsoft.com/office/drawing/2014/main" id="{9AD8BE9A-4464-E52F-0E61-E66712FE221A}"/>
              </a:ext>
            </a:extLst>
          </p:cNvPr>
          <p:cNvGrpSpPr/>
          <p:nvPr/>
        </p:nvGrpSpPr>
        <p:grpSpPr>
          <a:xfrm>
            <a:off x="9651076" y="5143367"/>
            <a:ext cx="721206" cy="609701"/>
            <a:chOff x="9651076" y="5143367"/>
            <a:chExt cx="721206" cy="609701"/>
          </a:xfrm>
        </p:grpSpPr>
        <p:sp>
          <p:nvSpPr>
            <p:cNvPr id="546" name="Rectangle 545">
              <a:hlinkHover r:id="" action="ppaction://noaction" highlightClick="1"/>
              <a:extLst>
                <a:ext uri="{FF2B5EF4-FFF2-40B4-BE49-F238E27FC236}">
                  <a16:creationId xmlns:a16="http://schemas.microsoft.com/office/drawing/2014/main" id="{2A630E9A-AFBA-298A-3FD4-3CC58752EFC1}"/>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47" name="Oval 546">
              <a:extLst>
                <a:ext uri="{FF2B5EF4-FFF2-40B4-BE49-F238E27FC236}">
                  <a16:creationId xmlns:a16="http://schemas.microsoft.com/office/drawing/2014/main" id="{E29F3F12-0C54-E9FE-0D95-6D7CCA72B34C}"/>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8" name="Isosceles Triangle 648">
              <a:extLst>
                <a:ext uri="{FF2B5EF4-FFF2-40B4-BE49-F238E27FC236}">
                  <a16:creationId xmlns:a16="http://schemas.microsoft.com/office/drawing/2014/main" id="{1A1D64D3-6889-500B-DA39-E9FF2EFEEEB6}"/>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9" name="Group 548">
            <a:extLst>
              <a:ext uri="{FF2B5EF4-FFF2-40B4-BE49-F238E27FC236}">
                <a16:creationId xmlns:a16="http://schemas.microsoft.com/office/drawing/2014/main" id="{DDBE6410-17C7-D37C-0F14-24D5AD1AE5E4}"/>
              </a:ext>
            </a:extLst>
          </p:cNvPr>
          <p:cNvGrpSpPr/>
          <p:nvPr/>
        </p:nvGrpSpPr>
        <p:grpSpPr>
          <a:xfrm>
            <a:off x="9657612" y="3698231"/>
            <a:ext cx="721206" cy="609701"/>
            <a:chOff x="9657612" y="3698231"/>
            <a:chExt cx="721206" cy="609701"/>
          </a:xfrm>
        </p:grpSpPr>
        <p:sp>
          <p:nvSpPr>
            <p:cNvPr id="550" name="Rectangle 549">
              <a:hlinkHover r:id="" action="ppaction://noaction" highlightClick="1"/>
              <a:extLst>
                <a:ext uri="{FF2B5EF4-FFF2-40B4-BE49-F238E27FC236}">
                  <a16:creationId xmlns:a16="http://schemas.microsoft.com/office/drawing/2014/main" id="{8BBC9491-7C67-3604-4413-1969D83BF5BE}"/>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51" name="Oval 550">
              <a:extLst>
                <a:ext uri="{FF2B5EF4-FFF2-40B4-BE49-F238E27FC236}">
                  <a16:creationId xmlns:a16="http://schemas.microsoft.com/office/drawing/2014/main" id="{35D58B81-C30A-1176-ACC3-C79CFDA1FBF7}"/>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2" name="Isosceles Triangle 648">
              <a:extLst>
                <a:ext uri="{FF2B5EF4-FFF2-40B4-BE49-F238E27FC236}">
                  <a16:creationId xmlns:a16="http://schemas.microsoft.com/office/drawing/2014/main" id="{1F371D7C-4A96-C823-7615-D1DA11808603}"/>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3" name="Group 552">
            <a:extLst>
              <a:ext uri="{FF2B5EF4-FFF2-40B4-BE49-F238E27FC236}">
                <a16:creationId xmlns:a16="http://schemas.microsoft.com/office/drawing/2014/main" id="{8128357E-E835-265B-378D-DE359A506864}"/>
              </a:ext>
            </a:extLst>
          </p:cNvPr>
          <p:cNvGrpSpPr/>
          <p:nvPr/>
        </p:nvGrpSpPr>
        <p:grpSpPr>
          <a:xfrm>
            <a:off x="10506928" y="3698227"/>
            <a:ext cx="721206" cy="609701"/>
            <a:chOff x="10506928" y="3698227"/>
            <a:chExt cx="721206" cy="609701"/>
          </a:xfrm>
        </p:grpSpPr>
        <p:sp>
          <p:nvSpPr>
            <p:cNvPr id="554" name="Rectangle 553">
              <a:hlinkHover r:id="" action="ppaction://noaction" highlightClick="1"/>
              <a:extLst>
                <a:ext uri="{FF2B5EF4-FFF2-40B4-BE49-F238E27FC236}">
                  <a16:creationId xmlns:a16="http://schemas.microsoft.com/office/drawing/2014/main" id="{63FEA316-93B7-6EAA-336A-84D8E8EA5EA2}"/>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55" name="Oval 554">
              <a:extLst>
                <a:ext uri="{FF2B5EF4-FFF2-40B4-BE49-F238E27FC236}">
                  <a16:creationId xmlns:a16="http://schemas.microsoft.com/office/drawing/2014/main" id="{2C540CF0-9A04-3729-47EA-59335600ED45}"/>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6" name="Isosceles Triangle 648">
              <a:extLst>
                <a:ext uri="{FF2B5EF4-FFF2-40B4-BE49-F238E27FC236}">
                  <a16:creationId xmlns:a16="http://schemas.microsoft.com/office/drawing/2014/main" id="{0F9B7563-E1E4-5CEB-A883-881EEBDCBEC4}"/>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7" name="Group 556">
            <a:extLst>
              <a:ext uri="{FF2B5EF4-FFF2-40B4-BE49-F238E27FC236}">
                <a16:creationId xmlns:a16="http://schemas.microsoft.com/office/drawing/2014/main" id="{53354D75-7FD0-AA78-FD8E-168FA52C4E52}"/>
              </a:ext>
            </a:extLst>
          </p:cNvPr>
          <p:cNvGrpSpPr/>
          <p:nvPr/>
        </p:nvGrpSpPr>
        <p:grpSpPr>
          <a:xfrm>
            <a:off x="8808417" y="5135710"/>
            <a:ext cx="721206" cy="609701"/>
            <a:chOff x="8808417" y="5135710"/>
            <a:chExt cx="721206" cy="609701"/>
          </a:xfrm>
        </p:grpSpPr>
        <p:sp>
          <p:nvSpPr>
            <p:cNvPr id="558" name="Rectangle 557">
              <a:hlinkHover r:id="" action="ppaction://noaction" highlightClick="1"/>
              <a:extLst>
                <a:ext uri="{FF2B5EF4-FFF2-40B4-BE49-F238E27FC236}">
                  <a16:creationId xmlns:a16="http://schemas.microsoft.com/office/drawing/2014/main" id="{A21837F8-0037-C776-EABD-B5889197A95B}"/>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59" name="Oval 558">
              <a:extLst>
                <a:ext uri="{FF2B5EF4-FFF2-40B4-BE49-F238E27FC236}">
                  <a16:creationId xmlns:a16="http://schemas.microsoft.com/office/drawing/2014/main" id="{CB3ECCDB-0AC7-1B54-5DCD-F21994595ABA}"/>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0" name="Isosceles Triangle 648">
              <a:extLst>
                <a:ext uri="{FF2B5EF4-FFF2-40B4-BE49-F238E27FC236}">
                  <a16:creationId xmlns:a16="http://schemas.microsoft.com/office/drawing/2014/main" id="{2CC5E408-02E0-24B0-D153-CA34F9928823}"/>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5" name="Group 614">
            <a:extLst>
              <a:ext uri="{FF2B5EF4-FFF2-40B4-BE49-F238E27FC236}">
                <a16:creationId xmlns:a16="http://schemas.microsoft.com/office/drawing/2014/main" id="{79CE537F-5EB0-3E2D-AE21-C1463C2F59F2}"/>
              </a:ext>
            </a:extLst>
          </p:cNvPr>
          <p:cNvGrpSpPr/>
          <p:nvPr/>
        </p:nvGrpSpPr>
        <p:grpSpPr>
          <a:xfrm>
            <a:off x="11356242" y="811556"/>
            <a:ext cx="721206" cy="609701"/>
            <a:chOff x="11356242" y="811556"/>
            <a:chExt cx="721206" cy="609701"/>
          </a:xfrm>
        </p:grpSpPr>
        <p:sp>
          <p:nvSpPr>
            <p:cNvPr id="616" name="Rectangle 615">
              <a:hlinkHover r:id="" action="ppaction://noaction" highlightClick="1"/>
              <a:extLst>
                <a:ext uri="{FF2B5EF4-FFF2-40B4-BE49-F238E27FC236}">
                  <a16:creationId xmlns:a16="http://schemas.microsoft.com/office/drawing/2014/main" id="{BFC63D3F-C4F0-8F5C-10B9-895F6CAA2273}"/>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17" name="Oval 616">
              <a:extLst>
                <a:ext uri="{FF2B5EF4-FFF2-40B4-BE49-F238E27FC236}">
                  <a16:creationId xmlns:a16="http://schemas.microsoft.com/office/drawing/2014/main" id="{CBC62C04-3752-5B62-A283-F1E450E00D42}"/>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8" name="Isosceles Triangle 648">
              <a:extLst>
                <a:ext uri="{FF2B5EF4-FFF2-40B4-BE49-F238E27FC236}">
                  <a16:creationId xmlns:a16="http://schemas.microsoft.com/office/drawing/2014/main" id="{FF3E7DBE-A893-1576-7BE9-2B0F4071A144}"/>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3" name="Group 622">
            <a:extLst>
              <a:ext uri="{FF2B5EF4-FFF2-40B4-BE49-F238E27FC236}">
                <a16:creationId xmlns:a16="http://schemas.microsoft.com/office/drawing/2014/main" id="{1309A42B-4781-BD3B-2F20-9FB6CFA3D85E}"/>
              </a:ext>
            </a:extLst>
          </p:cNvPr>
          <p:cNvGrpSpPr/>
          <p:nvPr/>
        </p:nvGrpSpPr>
        <p:grpSpPr>
          <a:xfrm>
            <a:off x="8808419" y="3705986"/>
            <a:ext cx="721206" cy="609701"/>
            <a:chOff x="8808419" y="3705986"/>
            <a:chExt cx="721206" cy="609701"/>
          </a:xfrm>
        </p:grpSpPr>
        <p:sp>
          <p:nvSpPr>
            <p:cNvPr id="624" name="Rectangle 623">
              <a:hlinkHover r:id="" action="ppaction://noaction" highlightClick="1"/>
              <a:extLst>
                <a:ext uri="{FF2B5EF4-FFF2-40B4-BE49-F238E27FC236}">
                  <a16:creationId xmlns:a16="http://schemas.microsoft.com/office/drawing/2014/main" id="{F6E4E181-8831-9BE7-B5FA-DD589FBDFC13}"/>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25" name="Oval 624">
              <a:extLst>
                <a:ext uri="{FF2B5EF4-FFF2-40B4-BE49-F238E27FC236}">
                  <a16:creationId xmlns:a16="http://schemas.microsoft.com/office/drawing/2014/main" id="{756DDBF5-333C-2F81-3AE5-A414D5368BAF}"/>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6" name="Isosceles Triangle 648">
              <a:extLst>
                <a:ext uri="{FF2B5EF4-FFF2-40B4-BE49-F238E27FC236}">
                  <a16:creationId xmlns:a16="http://schemas.microsoft.com/office/drawing/2014/main" id="{3356FA0F-08EE-E3F0-C99B-1ECECB4F9C6E}"/>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5" name="Group 644">
            <a:extLst>
              <a:ext uri="{FF2B5EF4-FFF2-40B4-BE49-F238E27FC236}">
                <a16:creationId xmlns:a16="http://schemas.microsoft.com/office/drawing/2014/main" id="{6C017741-EBA8-208E-6CEA-40E3A0D10825}"/>
              </a:ext>
            </a:extLst>
          </p:cNvPr>
          <p:cNvGrpSpPr/>
          <p:nvPr/>
        </p:nvGrpSpPr>
        <p:grpSpPr>
          <a:xfrm>
            <a:off x="1269626" y="4419615"/>
            <a:ext cx="721206" cy="609701"/>
            <a:chOff x="1269626" y="4419615"/>
            <a:chExt cx="721206" cy="609701"/>
          </a:xfrm>
        </p:grpSpPr>
        <p:sp>
          <p:nvSpPr>
            <p:cNvPr id="646" name="Rectangle 645">
              <a:extLst>
                <a:ext uri="{FF2B5EF4-FFF2-40B4-BE49-F238E27FC236}">
                  <a16:creationId xmlns:a16="http://schemas.microsoft.com/office/drawing/2014/main" id="{95C5701C-BFC1-C37F-1ACC-07647DAAE171}"/>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47" name="Cylinder 646">
              <a:extLst>
                <a:ext uri="{FF2B5EF4-FFF2-40B4-BE49-F238E27FC236}">
                  <a16:creationId xmlns:a16="http://schemas.microsoft.com/office/drawing/2014/main" id="{4008C079-B164-3C1C-42CF-D0F155367CC8}"/>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8" name="Group 647">
            <a:extLst>
              <a:ext uri="{FF2B5EF4-FFF2-40B4-BE49-F238E27FC236}">
                <a16:creationId xmlns:a16="http://schemas.microsoft.com/office/drawing/2014/main" id="{CC44CAAF-3C61-7D3C-880C-2A9FC5B40235}"/>
              </a:ext>
            </a:extLst>
          </p:cNvPr>
          <p:cNvGrpSpPr/>
          <p:nvPr/>
        </p:nvGrpSpPr>
        <p:grpSpPr>
          <a:xfrm>
            <a:off x="432841" y="4419615"/>
            <a:ext cx="721206" cy="609701"/>
            <a:chOff x="432841" y="4419615"/>
            <a:chExt cx="721206" cy="609701"/>
          </a:xfrm>
        </p:grpSpPr>
        <p:sp>
          <p:nvSpPr>
            <p:cNvPr id="649" name="Rectangle 648">
              <a:extLst>
                <a:ext uri="{FF2B5EF4-FFF2-40B4-BE49-F238E27FC236}">
                  <a16:creationId xmlns:a16="http://schemas.microsoft.com/office/drawing/2014/main" id="{DD3B34BD-D0B4-07EB-52EA-2BD0B6287C61}"/>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50" name="Cylinder 649">
              <a:extLst>
                <a:ext uri="{FF2B5EF4-FFF2-40B4-BE49-F238E27FC236}">
                  <a16:creationId xmlns:a16="http://schemas.microsoft.com/office/drawing/2014/main" id="{BA185028-8F62-4C13-1FC6-D28BA488A172}"/>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1" name="Group 650">
            <a:extLst>
              <a:ext uri="{FF2B5EF4-FFF2-40B4-BE49-F238E27FC236}">
                <a16:creationId xmlns:a16="http://schemas.microsoft.com/office/drawing/2014/main" id="{D6F1D130-02CB-5F9B-FF2E-10703445F636}"/>
              </a:ext>
            </a:extLst>
          </p:cNvPr>
          <p:cNvGrpSpPr/>
          <p:nvPr/>
        </p:nvGrpSpPr>
        <p:grpSpPr>
          <a:xfrm>
            <a:off x="1268467" y="5141008"/>
            <a:ext cx="721206" cy="609701"/>
            <a:chOff x="1268467" y="5141008"/>
            <a:chExt cx="721206" cy="609701"/>
          </a:xfrm>
        </p:grpSpPr>
        <p:sp>
          <p:nvSpPr>
            <p:cNvPr id="652" name="Rectangle 651">
              <a:extLst>
                <a:ext uri="{FF2B5EF4-FFF2-40B4-BE49-F238E27FC236}">
                  <a16:creationId xmlns:a16="http://schemas.microsoft.com/office/drawing/2014/main" id="{F0024A9A-D946-4981-8EAC-28EDBF1566CE}"/>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53" name="Cylinder 652">
              <a:extLst>
                <a:ext uri="{FF2B5EF4-FFF2-40B4-BE49-F238E27FC236}">
                  <a16:creationId xmlns:a16="http://schemas.microsoft.com/office/drawing/2014/main" id="{7B0F7B1F-FEA9-429A-8B9F-402256B5C351}"/>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4" name="Group 653">
            <a:extLst>
              <a:ext uri="{FF2B5EF4-FFF2-40B4-BE49-F238E27FC236}">
                <a16:creationId xmlns:a16="http://schemas.microsoft.com/office/drawing/2014/main" id="{B97AB4BD-8899-F260-B601-F9235A10F1C0}"/>
              </a:ext>
            </a:extLst>
          </p:cNvPr>
          <p:cNvGrpSpPr/>
          <p:nvPr/>
        </p:nvGrpSpPr>
        <p:grpSpPr>
          <a:xfrm>
            <a:off x="431297" y="5141008"/>
            <a:ext cx="721206" cy="609701"/>
            <a:chOff x="431297" y="5141008"/>
            <a:chExt cx="721206" cy="609701"/>
          </a:xfrm>
        </p:grpSpPr>
        <p:sp>
          <p:nvSpPr>
            <p:cNvPr id="655" name="Rectangle 654">
              <a:extLst>
                <a:ext uri="{FF2B5EF4-FFF2-40B4-BE49-F238E27FC236}">
                  <a16:creationId xmlns:a16="http://schemas.microsoft.com/office/drawing/2014/main" id="{4FBB0B26-5188-4A70-55A7-CB9D52FB7324}"/>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56" name="Cylinder 655">
              <a:extLst>
                <a:ext uri="{FF2B5EF4-FFF2-40B4-BE49-F238E27FC236}">
                  <a16:creationId xmlns:a16="http://schemas.microsoft.com/office/drawing/2014/main" id="{9554A7BE-D8CA-7068-542B-354BBB146EB0}"/>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7" name="Group 656">
            <a:extLst>
              <a:ext uri="{FF2B5EF4-FFF2-40B4-BE49-F238E27FC236}">
                <a16:creationId xmlns:a16="http://schemas.microsoft.com/office/drawing/2014/main" id="{53BAFA1C-B8E8-46EF-E43E-65685752F340}"/>
              </a:ext>
            </a:extLst>
          </p:cNvPr>
          <p:cNvGrpSpPr/>
          <p:nvPr/>
        </p:nvGrpSpPr>
        <p:grpSpPr>
          <a:xfrm>
            <a:off x="431660" y="3698226"/>
            <a:ext cx="721206" cy="609701"/>
            <a:chOff x="431660" y="3698226"/>
            <a:chExt cx="721206" cy="609701"/>
          </a:xfrm>
        </p:grpSpPr>
        <p:sp>
          <p:nvSpPr>
            <p:cNvPr id="658" name="Rectangle 657">
              <a:extLst>
                <a:ext uri="{FF2B5EF4-FFF2-40B4-BE49-F238E27FC236}">
                  <a16:creationId xmlns:a16="http://schemas.microsoft.com/office/drawing/2014/main" id="{3BA9F6D4-580C-CD7E-DEEF-0C99E14E0A55}"/>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59" name="Right Triangle 658">
              <a:extLst>
                <a:ext uri="{FF2B5EF4-FFF2-40B4-BE49-F238E27FC236}">
                  <a16:creationId xmlns:a16="http://schemas.microsoft.com/office/drawing/2014/main" id="{098251ED-1E3A-A4A1-E121-D198637CB636}"/>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0" name="Group 659">
              <a:extLst>
                <a:ext uri="{FF2B5EF4-FFF2-40B4-BE49-F238E27FC236}">
                  <a16:creationId xmlns:a16="http://schemas.microsoft.com/office/drawing/2014/main" id="{06D4A6B9-8380-6AD2-1F15-B25F75DE423A}"/>
                </a:ext>
              </a:extLst>
            </p:cNvPr>
            <p:cNvGrpSpPr/>
            <p:nvPr/>
          </p:nvGrpSpPr>
          <p:grpSpPr>
            <a:xfrm>
              <a:off x="1102253" y="3706270"/>
              <a:ext cx="37817" cy="61390"/>
              <a:chOff x="3883481" y="2057400"/>
              <a:chExt cx="1608363" cy="2652031"/>
            </a:xfrm>
            <a:solidFill>
              <a:srgbClr val="A6A6A6">
                <a:alpha val="20000"/>
              </a:srgbClr>
            </a:solidFill>
          </p:grpSpPr>
          <p:sp>
            <p:nvSpPr>
              <p:cNvPr id="661" name="Oval 27">
                <a:extLst>
                  <a:ext uri="{FF2B5EF4-FFF2-40B4-BE49-F238E27FC236}">
                    <a16:creationId xmlns:a16="http://schemas.microsoft.com/office/drawing/2014/main" id="{3D001FA5-2F3A-4F2D-10DA-AAB4AB0BEDF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2" name="Oval 28">
                <a:extLst>
                  <a:ext uri="{FF2B5EF4-FFF2-40B4-BE49-F238E27FC236}">
                    <a16:creationId xmlns:a16="http://schemas.microsoft.com/office/drawing/2014/main" id="{B38265A4-BB4D-D529-3F56-D44098548F2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3" name="Group 662">
            <a:extLst>
              <a:ext uri="{FF2B5EF4-FFF2-40B4-BE49-F238E27FC236}">
                <a16:creationId xmlns:a16="http://schemas.microsoft.com/office/drawing/2014/main" id="{5C0735A5-FAE5-1D2D-EC0E-D74A1455BC02}"/>
              </a:ext>
            </a:extLst>
          </p:cNvPr>
          <p:cNvGrpSpPr/>
          <p:nvPr/>
        </p:nvGrpSpPr>
        <p:grpSpPr>
          <a:xfrm>
            <a:off x="2942399" y="3698227"/>
            <a:ext cx="721206" cy="609701"/>
            <a:chOff x="2942399" y="3698227"/>
            <a:chExt cx="721206" cy="609701"/>
          </a:xfrm>
        </p:grpSpPr>
        <p:sp>
          <p:nvSpPr>
            <p:cNvPr id="664" name="Rectangle 663">
              <a:extLst>
                <a:ext uri="{FF2B5EF4-FFF2-40B4-BE49-F238E27FC236}">
                  <a16:creationId xmlns:a16="http://schemas.microsoft.com/office/drawing/2014/main" id="{A4150082-09A2-F30B-5780-17B20D68E9C4}"/>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65" name="Right Triangle 664">
              <a:extLst>
                <a:ext uri="{FF2B5EF4-FFF2-40B4-BE49-F238E27FC236}">
                  <a16:creationId xmlns:a16="http://schemas.microsoft.com/office/drawing/2014/main" id="{577BD81F-D3E4-1A01-48C7-1EAAB45A8B96}"/>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6" name="Group 665">
              <a:extLst>
                <a:ext uri="{FF2B5EF4-FFF2-40B4-BE49-F238E27FC236}">
                  <a16:creationId xmlns:a16="http://schemas.microsoft.com/office/drawing/2014/main" id="{FC223A4D-3586-8763-C96D-CB9838C72242}"/>
                </a:ext>
              </a:extLst>
            </p:cNvPr>
            <p:cNvGrpSpPr/>
            <p:nvPr/>
          </p:nvGrpSpPr>
          <p:grpSpPr>
            <a:xfrm>
              <a:off x="3607767" y="3713057"/>
              <a:ext cx="37817" cy="61390"/>
              <a:chOff x="3883481" y="2057400"/>
              <a:chExt cx="1608363" cy="2652031"/>
            </a:xfrm>
            <a:solidFill>
              <a:srgbClr val="A6A6A6">
                <a:alpha val="20000"/>
              </a:srgbClr>
            </a:solidFill>
          </p:grpSpPr>
          <p:sp>
            <p:nvSpPr>
              <p:cNvPr id="667" name="Oval 27">
                <a:extLst>
                  <a:ext uri="{FF2B5EF4-FFF2-40B4-BE49-F238E27FC236}">
                    <a16:creationId xmlns:a16="http://schemas.microsoft.com/office/drawing/2014/main" id="{30147816-19E3-6134-2D2C-701B2013018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8" name="Oval 28">
                <a:extLst>
                  <a:ext uri="{FF2B5EF4-FFF2-40B4-BE49-F238E27FC236}">
                    <a16:creationId xmlns:a16="http://schemas.microsoft.com/office/drawing/2014/main" id="{6998FC83-D21A-F763-E7D1-6DBD6663626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5" name="Group 684">
            <a:extLst>
              <a:ext uri="{FF2B5EF4-FFF2-40B4-BE49-F238E27FC236}">
                <a16:creationId xmlns:a16="http://schemas.microsoft.com/office/drawing/2014/main" id="{1944C408-9687-D451-E68A-8312ECC6CE91}"/>
              </a:ext>
            </a:extLst>
          </p:cNvPr>
          <p:cNvGrpSpPr/>
          <p:nvPr/>
        </p:nvGrpSpPr>
        <p:grpSpPr>
          <a:xfrm>
            <a:off x="2105710" y="3698208"/>
            <a:ext cx="721206" cy="610396"/>
            <a:chOff x="2105710" y="3698208"/>
            <a:chExt cx="721206" cy="610396"/>
          </a:xfrm>
        </p:grpSpPr>
        <p:sp>
          <p:nvSpPr>
            <p:cNvPr id="686" name="Rectangle 685">
              <a:extLst>
                <a:ext uri="{FF2B5EF4-FFF2-40B4-BE49-F238E27FC236}">
                  <a16:creationId xmlns:a16="http://schemas.microsoft.com/office/drawing/2014/main" id="{289A8776-1F25-6B8B-F5ED-02DDD2510F0C}"/>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87" name="Right Triangle 686">
              <a:extLst>
                <a:ext uri="{FF2B5EF4-FFF2-40B4-BE49-F238E27FC236}">
                  <a16:creationId xmlns:a16="http://schemas.microsoft.com/office/drawing/2014/main" id="{FD4465DA-A11B-07BA-BFF3-4DA0A0909B98}"/>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8" name="Group 687">
              <a:extLst>
                <a:ext uri="{FF2B5EF4-FFF2-40B4-BE49-F238E27FC236}">
                  <a16:creationId xmlns:a16="http://schemas.microsoft.com/office/drawing/2014/main" id="{C28AAAA8-B1FC-AE61-6AE5-CD3A55F365D8}"/>
                </a:ext>
              </a:extLst>
            </p:cNvPr>
            <p:cNvGrpSpPr/>
            <p:nvPr/>
          </p:nvGrpSpPr>
          <p:grpSpPr>
            <a:xfrm>
              <a:off x="2776303" y="3704306"/>
              <a:ext cx="37817" cy="61390"/>
              <a:chOff x="3883481" y="2057400"/>
              <a:chExt cx="1608363" cy="2652031"/>
            </a:xfrm>
            <a:solidFill>
              <a:srgbClr val="A6A6A6">
                <a:alpha val="20000"/>
              </a:srgbClr>
            </a:solidFill>
          </p:grpSpPr>
          <p:sp>
            <p:nvSpPr>
              <p:cNvPr id="689" name="Oval 27">
                <a:extLst>
                  <a:ext uri="{FF2B5EF4-FFF2-40B4-BE49-F238E27FC236}">
                    <a16:creationId xmlns:a16="http://schemas.microsoft.com/office/drawing/2014/main" id="{D0BF65E7-D54D-0015-93D6-65DB762551C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0" name="Oval 28">
                <a:extLst>
                  <a:ext uri="{FF2B5EF4-FFF2-40B4-BE49-F238E27FC236}">
                    <a16:creationId xmlns:a16="http://schemas.microsoft.com/office/drawing/2014/main" id="{A1C6C4EA-65F7-D7A9-F5A7-C53677B56D9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7" name="Group 696">
            <a:extLst>
              <a:ext uri="{FF2B5EF4-FFF2-40B4-BE49-F238E27FC236}">
                <a16:creationId xmlns:a16="http://schemas.microsoft.com/office/drawing/2014/main" id="{A61F9F2F-FF85-2FD9-09ED-DB6D6F4A5572}"/>
              </a:ext>
            </a:extLst>
          </p:cNvPr>
          <p:cNvGrpSpPr/>
          <p:nvPr/>
        </p:nvGrpSpPr>
        <p:grpSpPr>
          <a:xfrm>
            <a:off x="1268843" y="2253332"/>
            <a:ext cx="721206" cy="609701"/>
            <a:chOff x="1268843" y="2253332"/>
            <a:chExt cx="721206" cy="609701"/>
          </a:xfrm>
        </p:grpSpPr>
        <p:sp>
          <p:nvSpPr>
            <p:cNvPr id="698" name="Rectangle 697">
              <a:extLst>
                <a:ext uri="{FF2B5EF4-FFF2-40B4-BE49-F238E27FC236}">
                  <a16:creationId xmlns:a16="http://schemas.microsoft.com/office/drawing/2014/main" id="{6BC0BD35-18C0-054D-F3DF-9CBC1D15D5D6}"/>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99" name="Right Triangle 698">
              <a:extLst>
                <a:ext uri="{FF2B5EF4-FFF2-40B4-BE49-F238E27FC236}">
                  <a16:creationId xmlns:a16="http://schemas.microsoft.com/office/drawing/2014/main" id="{60899471-FDBA-8FE2-8DCD-F0692EF68A67}"/>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0" name="Group 699">
              <a:extLst>
                <a:ext uri="{FF2B5EF4-FFF2-40B4-BE49-F238E27FC236}">
                  <a16:creationId xmlns:a16="http://schemas.microsoft.com/office/drawing/2014/main" id="{16DB168E-7277-63BF-9E62-124C1215D5C0}"/>
                </a:ext>
              </a:extLst>
            </p:cNvPr>
            <p:cNvGrpSpPr/>
            <p:nvPr/>
          </p:nvGrpSpPr>
          <p:grpSpPr>
            <a:xfrm>
              <a:off x="1939436" y="2265731"/>
              <a:ext cx="37817" cy="61390"/>
              <a:chOff x="3883481" y="2057400"/>
              <a:chExt cx="1608363" cy="2652031"/>
            </a:xfrm>
            <a:solidFill>
              <a:srgbClr val="A6A6A6">
                <a:alpha val="20000"/>
              </a:srgbClr>
            </a:solidFill>
          </p:grpSpPr>
          <p:sp>
            <p:nvSpPr>
              <p:cNvPr id="701" name="Oval 27">
                <a:extLst>
                  <a:ext uri="{FF2B5EF4-FFF2-40B4-BE49-F238E27FC236}">
                    <a16:creationId xmlns:a16="http://schemas.microsoft.com/office/drawing/2014/main" id="{341D014B-A296-B5C5-C6D5-254C520E742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2" name="Oval 28">
                <a:extLst>
                  <a:ext uri="{FF2B5EF4-FFF2-40B4-BE49-F238E27FC236}">
                    <a16:creationId xmlns:a16="http://schemas.microsoft.com/office/drawing/2014/main" id="{0C61A6CB-BDA1-40F1-707F-D17ED6CFBE8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3" name="Group 702">
            <a:extLst>
              <a:ext uri="{FF2B5EF4-FFF2-40B4-BE49-F238E27FC236}">
                <a16:creationId xmlns:a16="http://schemas.microsoft.com/office/drawing/2014/main" id="{7D75765D-AD54-21CC-01CC-376D07405DA1}"/>
              </a:ext>
            </a:extLst>
          </p:cNvPr>
          <p:cNvGrpSpPr/>
          <p:nvPr/>
        </p:nvGrpSpPr>
        <p:grpSpPr>
          <a:xfrm>
            <a:off x="2105351" y="2253333"/>
            <a:ext cx="721206" cy="609701"/>
            <a:chOff x="2105351" y="2253333"/>
            <a:chExt cx="721206" cy="609701"/>
          </a:xfrm>
        </p:grpSpPr>
        <p:sp>
          <p:nvSpPr>
            <p:cNvPr id="704" name="Rectangle 703">
              <a:extLst>
                <a:ext uri="{FF2B5EF4-FFF2-40B4-BE49-F238E27FC236}">
                  <a16:creationId xmlns:a16="http://schemas.microsoft.com/office/drawing/2014/main" id="{9FC9B87C-4ABA-567D-AF31-E1DC4E0B5601}"/>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705" name="Right Triangle 704">
              <a:extLst>
                <a:ext uri="{FF2B5EF4-FFF2-40B4-BE49-F238E27FC236}">
                  <a16:creationId xmlns:a16="http://schemas.microsoft.com/office/drawing/2014/main" id="{97C116D2-0420-3564-EFA8-B5A5028C8A27}"/>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6" name="Group 705">
              <a:extLst>
                <a:ext uri="{FF2B5EF4-FFF2-40B4-BE49-F238E27FC236}">
                  <a16:creationId xmlns:a16="http://schemas.microsoft.com/office/drawing/2014/main" id="{F67AC31D-ED3E-5FE2-000E-D97981D68181}"/>
                </a:ext>
              </a:extLst>
            </p:cNvPr>
            <p:cNvGrpSpPr/>
            <p:nvPr/>
          </p:nvGrpSpPr>
          <p:grpSpPr>
            <a:xfrm>
              <a:off x="2771408" y="2265591"/>
              <a:ext cx="37817" cy="61390"/>
              <a:chOff x="3883481" y="2057400"/>
              <a:chExt cx="1608363" cy="2652031"/>
            </a:xfrm>
            <a:solidFill>
              <a:srgbClr val="A6A6A6">
                <a:alpha val="20000"/>
              </a:srgbClr>
            </a:solidFill>
          </p:grpSpPr>
          <p:sp>
            <p:nvSpPr>
              <p:cNvPr id="707" name="Oval 27">
                <a:extLst>
                  <a:ext uri="{FF2B5EF4-FFF2-40B4-BE49-F238E27FC236}">
                    <a16:creationId xmlns:a16="http://schemas.microsoft.com/office/drawing/2014/main" id="{BF6C8331-6D22-5D4C-2A1E-A092F5DFF8A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8" name="Oval 28">
                <a:extLst>
                  <a:ext uri="{FF2B5EF4-FFF2-40B4-BE49-F238E27FC236}">
                    <a16:creationId xmlns:a16="http://schemas.microsoft.com/office/drawing/2014/main" id="{F6CBC50D-46D1-9DAB-D95D-4736E0D36ED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9" name="Group 708">
            <a:extLst>
              <a:ext uri="{FF2B5EF4-FFF2-40B4-BE49-F238E27FC236}">
                <a16:creationId xmlns:a16="http://schemas.microsoft.com/office/drawing/2014/main" id="{75B9E22A-DCA8-E7F6-DBF1-04A9B9B085E6}"/>
              </a:ext>
            </a:extLst>
          </p:cNvPr>
          <p:cNvGrpSpPr/>
          <p:nvPr/>
        </p:nvGrpSpPr>
        <p:grpSpPr>
          <a:xfrm>
            <a:off x="2941860" y="2253333"/>
            <a:ext cx="721206" cy="609701"/>
            <a:chOff x="2941860" y="2253333"/>
            <a:chExt cx="721206" cy="609701"/>
          </a:xfrm>
        </p:grpSpPr>
        <p:sp>
          <p:nvSpPr>
            <p:cNvPr id="710" name="Rectangle 709">
              <a:extLst>
                <a:ext uri="{FF2B5EF4-FFF2-40B4-BE49-F238E27FC236}">
                  <a16:creationId xmlns:a16="http://schemas.microsoft.com/office/drawing/2014/main" id="{78483D80-4442-8B7E-3877-66E23019388F}"/>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711" name="Right Triangle 710">
              <a:extLst>
                <a:ext uri="{FF2B5EF4-FFF2-40B4-BE49-F238E27FC236}">
                  <a16:creationId xmlns:a16="http://schemas.microsoft.com/office/drawing/2014/main" id="{735D7674-029A-C523-6C24-9DF2289ABF5C}"/>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12" name="Group 711">
              <a:extLst>
                <a:ext uri="{FF2B5EF4-FFF2-40B4-BE49-F238E27FC236}">
                  <a16:creationId xmlns:a16="http://schemas.microsoft.com/office/drawing/2014/main" id="{CD56302D-4E63-FB80-3312-B4D6F2A4E8DC}"/>
                </a:ext>
              </a:extLst>
            </p:cNvPr>
            <p:cNvGrpSpPr/>
            <p:nvPr/>
          </p:nvGrpSpPr>
          <p:grpSpPr>
            <a:xfrm>
              <a:off x="3611250" y="2264969"/>
              <a:ext cx="37817" cy="61390"/>
              <a:chOff x="3883481" y="2057400"/>
              <a:chExt cx="1608363" cy="2652031"/>
            </a:xfrm>
            <a:solidFill>
              <a:srgbClr val="A6A6A6">
                <a:alpha val="20000"/>
              </a:srgbClr>
            </a:solidFill>
          </p:grpSpPr>
          <p:sp>
            <p:nvSpPr>
              <p:cNvPr id="713" name="Oval 27">
                <a:extLst>
                  <a:ext uri="{FF2B5EF4-FFF2-40B4-BE49-F238E27FC236}">
                    <a16:creationId xmlns:a16="http://schemas.microsoft.com/office/drawing/2014/main" id="{3FCB8F9D-C5A6-B267-1861-2EECF436667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4" name="Oval 28">
                <a:extLst>
                  <a:ext uri="{FF2B5EF4-FFF2-40B4-BE49-F238E27FC236}">
                    <a16:creationId xmlns:a16="http://schemas.microsoft.com/office/drawing/2014/main" id="{C4F7F1A2-17AF-210F-0E16-2ACA2F3CABF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15" name="Group 714">
            <a:extLst>
              <a:ext uri="{FF2B5EF4-FFF2-40B4-BE49-F238E27FC236}">
                <a16:creationId xmlns:a16="http://schemas.microsoft.com/office/drawing/2014/main" id="{F559A498-BAA2-4162-872E-AD483D75E4D6}"/>
              </a:ext>
            </a:extLst>
          </p:cNvPr>
          <p:cNvGrpSpPr/>
          <p:nvPr/>
        </p:nvGrpSpPr>
        <p:grpSpPr>
          <a:xfrm>
            <a:off x="4614876" y="2253332"/>
            <a:ext cx="721206" cy="609701"/>
            <a:chOff x="4614876" y="2253332"/>
            <a:chExt cx="721206" cy="609701"/>
          </a:xfrm>
        </p:grpSpPr>
        <p:sp>
          <p:nvSpPr>
            <p:cNvPr id="716" name="Rectangle 715">
              <a:extLst>
                <a:ext uri="{FF2B5EF4-FFF2-40B4-BE49-F238E27FC236}">
                  <a16:creationId xmlns:a16="http://schemas.microsoft.com/office/drawing/2014/main" id="{C7A9443C-1ABD-9CBC-46E0-7C76CAFA87A8}"/>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17" name="Right Triangle 716">
              <a:extLst>
                <a:ext uri="{FF2B5EF4-FFF2-40B4-BE49-F238E27FC236}">
                  <a16:creationId xmlns:a16="http://schemas.microsoft.com/office/drawing/2014/main" id="{BC4BA32B-4198-D7C5-EF5D-1617B23775C3}"/>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18" name="Group 717">
              <a:extLst>
                <a:ext uri="{FF2B5EF4-FFF2-40B4-BE49-F238E27FC236}">
                  <a16:creationId xmlns:a16="http://schemas.microsoft.com/office/drawing/2014/main" id="{C6CC84D5-3F21-4113-206C-4FB2D1B887C7}"/>
                </a:ext>
              </a:extLst>
            </p:cNvPr>
            <p:cNvGrpSpPr/>
            <p:nvPr/>
          </p:nvGrpSpPr>
          <p:grpSpPr>
            <a:xfrm>
              <a:off x="5280738" y="2264779"/>
              <a:ext cx="37817" cy="61390"/>
              <a:chOff x="3883481" y="2057400"/>
              <a:chExt cx="1608363" cy="2652031"/>
            </a:xfrm>
            <a:solidFill>
              <a:srgbClr val="A6A6A6">
                <a:alpha val="20000"/>
              </a:srgbClr>
            </a:solidFill>
          </p:grpSpPr>
          <p:sp>
            <p:nvSpPr>
              <p:cNvPr id="719" name="Oval 27">
                <a:extLst>
                  <a:ext uri="{FF2B5EF4-FFF2-40B4-BE49-F238E27FC236}">
                    <a16:creationId xmlns:a16="http://schemas.microsoft.com/office/drawing/2014/main" id="{98DEBD38-6AF2-40AE-D82C-DAB55AC7638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0" name="Oval 28">
                <a:extLst>
                  <a:ext uri="{FF2B5EF4-FFF2-40B4-BE49-F238E27FC236}">
                    <a16:creationId xmlns:a16="http://schemas.microsoft.com/office/drawing/2014/main" id="{D20DB0D4-20F3-0599-CD93-4297734727C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33" name="Group 732">
            <a:extLst>
              <a:ext uri="{FF2B5EF4-FFF2-40B4-BE49-F238E27FC236}">
                <a16:creationId xmlns:a16="http://schemas.microsoft.com/office/drawing/2014/main" id="{E5BDA199-E9CC-A282-32E4-E6F96131051E}"/>
              </a:ext>
            </a:extLst>
          </p:cNvPr>
          <p:cNvGrpSpPr/>
          <p:nvPr/>
        </p:nvGrpSpPr>
        <p:grpSpPr>
          <a:xfrm>
            <a:off x="431659" y="2253337"/>
            <a:ext cx="721895" cy="609700"/>
            <a:chOff x="431659" y="2253337"/>
            <a:chExt cx="721895" cy="609700"/>
          </a:xfrm>
        </p:grpSpPr>
        <p:sp>
          <p:nvSpPr>
            <p:cNvPr id="734" name="Rectangle 733">
              <a:hlinkHover r:id="" action="ppaction://noaction" highlightClick="1"/>
              <a:extLst>
                <a:ext uri="{FF2B5EF4-FFF2-40B4-BE49-F238E27FC236}">
                  <a16:creationId xmlns:a16="http://schemas.microsoft.com/office/drawing/2014/main" id="{FC6B1294-4A77-63AA-81BD-1696F3DE96D8}"/>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35" name="Diamond 734">
              <a:extLst>
                <a:ext uri="{FF2B5EF4-FFF2-40B4-BE49-F238E27FC236}">
                  <a16:creationId xmlns:a16="http://schemas.microsoft.com/office/drawing/2014/main" id="{D1409451-3767-3494-6759-825B7CCECA0A}"/>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6" name="Oval 735">
              <a:extLst>
                <a:ext uri="{FF2B5EF4-FFF2-40B4-BE49-F238E27FC236}">
                  <a16:creationId xmlns:a16="http://schemas.microsoft.com/office/drawing/2014/main" id="{E680EFD9-0386-6C2E-A5BA-DE59ECB10083}"/>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65" name="Group 764">
            <a:extLst>
              <a:ext uri="{FF2B5EF4-FFF2-40B4-BE49-F238E27FC236}">
                <a16:creationId xmlns:a16="http://schemas.microsoft.com/office/drawing/2014/main" id="{E6C81353-3CF6-F0D7-3A3E-51024584773A}"/>
              </a:ext>
            </a:extLst>
          </p:cNvPr>
          <p:cNvGrpSpPr/>
          <p:nvPr/>
        </p:nvGrpSpPr>
        <p:grpSpPr>
          <a:xfrm>
            <a:off x="5454379" y="2974054"/>
            <a:ext cx="721206" cy="649846"/>
            <a:chOff x="5454379" y="2974054"/>
            <a:chExt cx="721206" cy="649846"/>
          </a:xfrm>
        </p:grpSpPr>
        <p:sp>
          <p:nvSpPr>
            <p:cNvPr id="766" name="Rectangle 765">
              <a:extLst>
                <a:ext uri="{FF2B5EF4-FFF2-40B4-BE49-F238E27FC236}">
                  <a16:creationId xmlns:a16="http://schemas.microsoft.com/office/drawing/2014/main" id="{7D32B554-D01E-6C3A-945E-96D709E01D6B}"/>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67" name="Rectangle 766">
              <a:extLst>
                <a:ext uri="{FF2B5EF4-FFF2-40B4-BE49-F238E27FC236}">
                  <a16:creationId xmlns:a16="http://schemas.microsoft.com/office/drawing/2014/main" id="{49750447-69EA-41E7-9EBF-AE58A8DDA712}"/>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8" name="Oval 15">
              <a:extLst>
                <a:ext uri="{FF2B5EF4-FFF2-40B4-BE49-F238E27FC236}">
                  <a16:creationId xmlns:a16="http://schemas.microsoft.com/office/drawing/2014/main" id="{111F8772-0EBF-DFC3-F121-F05EBC59F49F}"/>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69" name="Straight Connector 768">
              <a:extLst>
                <a:ext uri="{FF2B5EF4-FFF2-40B4-BE49-F238E27FC236}">
                  <a16:creationId xmlns:a16="http://schemas.microsoft.com/office/drawing/2014/main" id="{9A27B99C-790C-3C00-BB07-28EF0C4A6AAB}"/>
                </a:ext>
              </a:extLst>
            </p:cNvPr>
            <p:cNvCxnSpPr>
              <a:cxnSpLocks/>
              <a:stCxn id="768"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70" name="Straight Connector 769">
              <a:extLst>
                <a:ext uri="{FF2B5EF4-FFF2-40B4-BE49-F238E27FC236}">
                  <a16:creationId xmlns:a16="http://schemas.microsoft.com/office/drawing/2014/main" id="{862F4B64-1CE8-08D9-6C0E-6ACBC4D9A437}"/>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71" name="Group 770">
            <a:extLst>
              <a:ext uri="{FF2B5EF4-FFF2-40B4-BE49-F238E27FC236}">
                <a16:creationId xmlns:a16="http://schemas.microsoft.com/office/drawing/2014/main" id="{F8B8CEF6-7C02-B2E5-B5D6-15BE204906C1}"/>
              </a:ext>
            </a:extLst>
          </p:cNvPr>
          <p:cNvGrpSpPr/>
          <p:nvPr/>
        </p:nvGrpSpPr>
        <p:grpSpPr>
          <a:xfrm>
            <a:off x="431659" y="2974054"/>
            <a:ext cx="721891" cy="609701"/>
            <a:chOff x="431659" y="2974054"/>
            <a:chExt cx="721891" cy="609701"/>
          </a:xfrm>
        </p:grpSpPr>
        <p:sp>
          <p:nvSpPr>
            <p:cNvPr id="772" name="Rectangle 771">
              <a:extLst>
                <a:ext uri="{FF2B5EF4-FFF2-40B4-BE49-F238E27FC236}">
                  <a16:creationId xmlns:a16="http://schemas.microsoft.com/office/drawing/2014/main" id="{742BCE5F-BE1D-77A4-6736-1688305F7925}"/>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73" name="Right Triangle 772">
              <a:extLst>
                <a:ext uri="{FF2B5EF4-FFF2-40B4-BE49-F238E27FC236}">
                  <a16:creationId xmlns:a16="http://schemas.microsoft.com/office/drawing/2014/main" id="{AE08E42E-739A-6CA8-214C-2D6A7D348306}"/>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4" name="Group 773">
              <a:extLst>
                <a:ext uri="{FF2B5EF4-FFF2-40B4-BE49-F238E27FC236}">
                  <a16:creationId xmlns:a16="http://schemas.microsoft.com/office/drawing/2014/main" id="{1FE876C0-008C-DD47-28E1-3FE4F9157B86}"/>
                </a:ext>
              </a:extLst>
            </p:cNvPr>
            <p:cNvGrpSpPr/>
            <p:nvPr/>
          </p:nvGrpSpPr>
          <p:grpSpPr>
            <a:xfrm>
              <a:off x="1102940" y="2981762"/>
              <a:ext cx="37817" cy="61390"/>
              <a:chOff x="3883481" y="2057400"/>
              <a:chExt cx="1608363" cy="2652031"/>
            </a:xfrm>
            <a:solidFill>
              <a:srgbClr val="A6A6A6">
                <a:alpha val="20000"/>
              </a:srgbClr>
            </a:solidFill>
          </p:grpSpPr>
          <p:sp>
            <p:nvSpPr>
              <p:cNvPr id="775" name="Oval 27">
                <a:extLst>
                  <a:ext uri="{FF2B5EF4-FFF2-40B4-BE49-F238E27FC236}">
                    <a16:creationId xmlns:a16="http://schemas.microsoft.com/office/drawing/2014/main" id="{A0AC5379-F530-DB69-9E8F-66C2227CF81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6" name="Oval 28">
                <a:extLst>
                  <a:ext uri="{FF2B5EF4-FFF2-40B4-BE49-F238E27FC236}">
                    <a16:creationId xmlns:a16="http://schemas.microsoft.com/office/drawing/2014/main" id="{73A6E4B6-06F6-E604-C118-A8E747262E1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3" name="Group 782">
            <a:extLst>
              <a:ext uri="{FF2B5EF4-FFF2-40B4-BE49-F238E27FC236}">
                <a16:creationId xmlns:a16="http://schemas.microsoft.com/office/drawing/2014/main" id="{31764CCB-C67B-2091-B0E3-B7A4C53AB02F}"/>
              </a:ext>
            </a:extLst>
          </p:cNvPr>
          <p:cNvGrpSpPr/>
          <p:nvPr/>
        </p:nvGrpSpPr>
        <p:grpSpPr>
          <a:xfrm>
            <a:off x="2940469" y="2974031"/>
            <a:ext cx="721206" cy="613175"/>
            <a:chOff x="2940469" y="2974031"/>
            <a:chExt cx="721206" cy="613175"/>
          </a:xfrm>
        </p:grpSpPr>
        <p:sp>
          <p:nvSpPr>
            <p:cNvPr id="784" name="Rectangle 783">
              <a:extLst>
                <a:ext uri="{FF2B5EF4-FFF2-40B4-BE49-F238E27FC236}">
                  <a16:creationId xmlns:a16="http://schemas.microsoft.com/office/drawing/2014/main" id="{AA08490F-D684-7532-29A7-12965A185CAF}"/>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85" name="Right Triangle 784">
              <a:extLst>
                <a:ext uri="{FF2B5EF4-FFF2-40B4-BE49-F238E27FC236}">
                  <a16:creationId xmlns:a16="http://schemas.microsoft.com/office/drawing/2014/main" id="{817EC348-C523-E294-237F-B5724EBFCABB}"/>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6" name="Group 785">
              <a:extLst>
                <a:ext uri="{FF2B5EF4-FFF2-40B4-BE49-F238E27FC236}">
                  <a16:creationId xmlns:a16="http://schemas.microsoft.com/office/drawing/2014/main" id="{E3A3DAF2-F48A-7914-6B79-BAB2DA58E7E6}"/>
                </a:ext>
              </a:extLst>
            </p:cNvPr>
            <p:cNvGrpSpPr/>
            <p:nvPr/>
          </p:nvGrpSpPr>
          <p:grpSpPr>
            <a:xfrm>
              <a:off x="3610502" y="2980132"/>
              <a:ext cx="37817" cy="61390"/>
              <a:chOff x="3883481" y="2057400"/>
              <a:chExt cx="1608363" cy="2652031"/>
            </a:xfrm>
            <a:solidFill>
              <a:srgbClr val="A6A6A6">
                <a:alpha val="20000"/>
              </a:srgbClr>
            </a:solidFill>
          </p:grpSpPr>
          <p:sp>
            <p:nvSpPr>
              <p:cNvPr id="787" name="Oval 27">
                <a:extLst>
                  <a:ext uri="{FF2B5EF4-FFF2-40B4-BE49-F238E27FC236}">
                    <a16:creationId xmlns:a16="http://schemas.microsoft.com/office/drawing/2014/main" id="{DCF139F7-DF64-5267-D933-8956C595D86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8" name="Oval 28">
                <a:extLst>
                  <a:ext uri="{FF2B5EF4-FFF2-40B4-BE49-F238E27FC236}">
                    <a16:creationId xmlns:a16="http://schemas.microsoft.com/office/drawing/2014/main" id="{113DC923-294C-4C44-CB57-3EBA1D5E120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9" name="Group 788">
            <a:extLst>
              <a:ext uri="{FF2B5EF4-FFF2-40B4-BE49-F238E27FC236}">
                <a16:creationId xmlns:a16="http://schemas.microsoft.com/office/drawing/2014/main" id="{C1F0C1E7-8660-C602-974E-AD445FB91F96}"/>
              </a:ext>
            </a:extLst>
          </p:cNvPr>
          <p:cNvGrpSpPr/>
          <p:nvPr/>
        </p:nvGrpSpPr>
        <p:grpSpPr>
          <a:xfrm>
            <a:off x="1268380" y="2974053"/>
            <a:ext cx="721206" cy="609701"/>
            <a:chOff x="1268380" y="2974053"/>
            <a:chExt cx="721206" cy="609701"/>
          </a:xfrm>
        </p:grpSpPr>
        <p:sp>
          <p:nvSpPr>
            <p:cNvPr id="790" name="Rectangle 789">
              <a:extLst>
                <a:ext uri="{FF2B5EF4-FFF2-40B4-BE49-F238E27FC236}">
                  <a16:creationId xmlns:a16="http://schemas.microsoft.com/office/drawing/2014/main" id="{9E0D2B26-7810-A449-4D0F-F29EFAA1830B}"/>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91" name="Right Triangle 790">
              <a:extLst>
                <a:ext uri="{FF2B5EF4-FFF2-40B4-BE49-F238E27FC236}">
                  <a16:creationId xmlns:a16="http://schemas.microsoft.com/office/drawing/2014/main" id="{17A5F9F4-4131-F2F1-CEC8-67E7085853D4}"/>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92" name="Group 791">
              <a:extLst>
                <a:ext uri="{FF2B5EF4-FFF2-40B4-BE49-F238E27FC236}">
                  <a16:creationId xmlns:a16="http://schemas.microsoft.com/office/drawing/2014/main" id="{2CD4C6BE-E47E-F767-12C4-2FA563E3C107}"/>
                </a:ext>
              </a:extLst>
            </p:cNvPr>
            <p:cNvGrpSpPr/>
            <p:nvPr/>
          </p:nvGrpSpPr>
          <p:grpSpPr>
            <a:xfrm>
              <a:off x="1938973" y="2986452"/>
              <a:ext cx="37817" cy="61390"/>
              <a:chOff x="3883481" y="2057400"/>
              <a:chExt cx="1608363" cy="2652031"/>
            </a:xfrm>
            <a:solidFill>
              <a:srgbClr val="A6A6A6">
                <a:alpha val="20000"/>
              </a:srgbClr>
            </a:solidFill>
          </p:grpSpPr>
          <p:sp>
            <p:nvSpPr>
              <p:cNvPr id="793" name="Oval 27">
                <a:extLst>
                  <a:ext uri="{FF2B5EF4-FFF2-40B4-BE49-F238E27FC236}">
                    <a16:creationId xmlns:a16="http://schemas.microsoft.com/office/drawing/2014/main" id="{603C10DC-2D74-71EE-599F-4832BFA4F97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4" name="Oval 28">
                <a:extLst>
                  <a:ext uri="{FF2B5EF4-FFF2-40B4-BE49-F238E27FC236}">
                    <a16:creationId xmlns:a16="http://schemas.microsoft.com/office/drawing/2014/main" id="{C1F06774-CD6E-2C21-B41F-632078FE331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7" name="Group 806">
            <a:extLst>
              <a:ext uri="{FF2B5EF4-FFF2-40B4-BE49-F238E27FC236}">
                <a16:creationId xmlns:a16="http://schemas.microsoft.com/office/drawing/2014/main" id="{668DB8B3-2954-0532-4F2E-45BA7E8588D2}"/>
              </a:ext>
            </a:extLst>
          </p:cNvPr>
          <p:cNvGrpSpPr/>
          <p:nvPr/>
        </p:nvGrpSpPr>
        <p:grpSpPr>
          <a:xfrm>
            <a:off x="431659" y="811556"/>
            <a:ext cx="721206" cy="609701"/>
            <a:chOff x="431659" y="811556"/>
            <a:chExt cx="721206" cy="609701"/>
          </a:xfrm>
        </p:grpSpPr>
        <p:sp>
          <p:nvSpPr>
            <p:cNvPr id="808" name="Rectangle 807">
              <a:extLst>
                <a:ext uri="{FF2B5EF4-FFF2-40B4-BE49-F238E27FC236}">
                  <a16:creationId xmlns:a16="http://schemas.microsoft.com/office/drawing/2014/main" id="{A5E00191-0034-BA9F-57B3-DBF635F9407D}"/>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809" name="Right Triangle 808">
              <a:extLst>
                <a:ext uri="{FF2B5EF4-FFF2-40B4-BE49-F238E27FC236}">
                  <a16:creationId xmlns:a16="http://schemas.microsoft.com/office/drawing/2014/main" id="{3F1B7141-B025-9FFB-3C00-E41EC54E9DA8}"/>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10" name="Group 809">
              <a:extLst>
                <a:ext uri="{FF2B5EF4-FFF2-40B4-BE49-F238E27FC236}">
                  <a16:creationId xmlns:a16="http://schemas.microsoft.com/office/drawing/2014/main" id="{032D12B1-C20C-F31B-114A-77B7C861554F}"/>
                </a:ext>
              </a:extLst>
            </p:cNvPr>
            <p:cNvGrpSpPr/>
            <p:nvPr/>
          </p:nvGrpSpPr>
          <p:grpSpPr>
            <a:xfrm>
              <a:off x="1100969" y="819591"/>
              <a:ext cx="37817" cy="61390"/>
              <a:chOff x="3883481" y="2057400"/>
              <a:chExt cx="1608363" cy="2652031"/>
            </a:xfrm>
            <a:solidFill>
              <a:srgbClr val="A6A6A6">
                <a:alpha val="20000"/>
              </a:srgbClr>
            </a:solidFill>
          </p:grpSpPr>
          <p:sp>
            <p:nvSpPr>
              <p:cNvPr id="811" name="Oval 27">
                <a:extLst>
                  <a:ext uri="{FF2B5EF4-FFF2-40B4-BE49-F238E27FC236}">
                    <a16:creationId xmlns:a16="http://schemas.microsoft.com/office/drawing/2014/main" id="{04005D6A-74ED-DC24-0927-AEEBFB40057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2" name="Oval 28">
                <a:extLst>
                  <a:ext uri="{FF2B5EF4-FFF2-40B4-BE49-F238E27FC236}">
                    <a16:creationId xmlns:a16="http://schemas.microsoft.com/office/drawing/2014/main" id="{57626B54-ACF1-F5DB-4BF5-68FD5CE73FC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25" name="Group 824">
            <a:extLst>
              <a:ext uri="{FF2B5EF4-FFF2-40B4-BE49-F238E27FC236}">
                <a16:creationId xmlns:a16="http://schemas.microsoft.com/office/drawing/2014/main" id="{E3BBE627-FF92-E00F-30DB-F187AF6188F2}"/>
              </a:ext>
            </a:extLst>
          </p:cNvPr>
          <p:cNvGrpSpPr/>
          <p:nvPr/>
        </p:nvGrpSpPr>
        <p:grpSpPr>
          <a:xfrm>
            <a:off x="2889438" y="751337"/>
            <a:ext cx="5022643" cy="5001728"/>
            <a:chOff x="2889438" y="751337"/>
            <a:chExt cx="5022643" cy="5001728"/>
          </a:xfrm>
        </p:grpSpPr>
        <p:cxnSp>
          <p:nvCxnSpPr>
            <p:cNvPr id="826" name="Straight Connector 825">
              <a:extLst>
                <a:ext uri="{FF2B5EF4-FFF2-40B4-BE49-F238E27FC236}">
                  <a16:creationId xmlns:a16="http://schemas.microsoft.com/office/drawing/2014/main" id="{DC6196FB-3BCA-9CC5-106C-E732127ECC23}"/>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3786BAA7-207F-B007-4A48-55605A85BF62}"/>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8" name="Straight Connector 827">
              <a:extLst>
                <a:ext uri="{FF2B5EF4-FFF2-40B4-BE49-F238E27FC236}">
                  <a16:creationId xmlns:a16="http://schemas.microsoft.com/office/drawing/2014/main" id="{FC61D792-BCD3-D977-61F9-F78A1647760B}"/>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9" name="Straight Connector 828">
              <a:extLst>
                <a:ext uri="{FF2B5EF4-FFF2-40B4-BE49-F238E27FC236}">
                  <a16:creationId xmlns:a16="http://schemas.microsoft.com/office/drawing/2014/main" id="{349F8ABC-C013-0317-E48E-1F85AEED7E95}"/>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0" name="Straight Connector 829">
              <a:extLst>
                <a:ext uri="{FF2B5EF4-FFF2-40B4-BE49-F238E27FC236}">
                  <a16:creationId xmlns:a16="http://schemas.microsoft.com/office/drawing/2014/main" id="{16ABDA4A-949E-87B4-F74B-7F4B86FB7209}"/>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1" name="Straight Connector 830">
              <a:extLst>
                <a:ext uri="{FF2B5EF4-FFF2-40B4-BE49-F238E27FC236}">
                  <a16:creationId xmlns:a16="http://schemas.microsoft.com/office/drawing/2014/main" id="{A99E5E21-1151-ED6E-10F0-9533A568EFB5}"/>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2" name="Straight Connector 831">
              <a:extLst>
                <a:ext uri="{FF2B5EF4-FFF2-40B4-BE49-F238E27FC236}">
                  <a16:creationId xmlns:a16="http://schemas.microsoft.com/office/drawing/2014/main" id="{0B82B37A-73D8-9AE9-BB67-4CA2BEF7DC0C}"/>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3" name="Straight Connector 832">
              <a:extLst>
                <a:ext uri="{FF2B5EF4-FFF2-40B4-BE49-F238E27FC236}">
                  <a16:creationId xmlns:a16="http://schemas.microsoft.com/office/drawing/2014/main" id="{793A8736-1712-E88B-2FB1-F36C0EAEF26A}"/>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4" name="Straight Connector 833">
              <a:extLst>
                <a:ext uri="{FF2B5EF4-FFF2-40B4-BE49-F238E27FC236}">
                  <a16:creationId xmlns:a16="http://schemas.microsoft.com/office/drawing/2014/main" id="{F613F2E0-C39C-D0C7-429F-800F7DD2789B}"/>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5" name="Straight Connector 834">
              <a:extLst>
                <a:ext uri="{FF2B5EF4-FFF2-40B4-BE49-F238E27FC236}">
                  <a16:creationId xmlns:a16="http://schemas.microsoft.com/office/drawing/2014/main" id="{55E0AD48-9FD6-A4C7-654C-EE6784AFE520}"/>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49" name="Group 848">
            <a:extLst>
              <a:ext uri="{FF2B5EF4-FFF2-40B4-BE49-F238E27FC236}">
                <a16:creationId xmlns:a16="http://schemas.microsoft.com/office/drawing/2014/main" id="{F2691C8F-6DCB-AD58-29AE-62BB11393850}"/>
              </a:ext>
            </a:extLst>
          </p:cNvPr>
          <p:cNvGrpSpPr/>
          <p:nvPr/>
        </p:nvGrpSpPr>
        <p:grpSpPr>
          <a:xfrm>
            <a:off x="2099604" y="5136552"/>
            <a:ext cx="721206" cy="609701"/>
            <a:chOff x="2099604" y="5136552"/>
            <a:chExt cx="721206" cy="609701"/>
          </a:xfrm>
        </p:grpSpPr>
        <p:sp>
          <p:nvSpPr>
            <p:cNvPr id="850" name="Rectangle 849">
              <a:extLst>
                <a:ext uri="{FF2B5EF4-FFF2-40B4-BE49-F238E27FC236}">
                  <a16:creationId xmlns:a16="http://schemas.microsoft.com/office/drawing/2014/main" id="{5FD0D6DE-04B9-E8EB-5A46-1FED6408E138}"/>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851" name="Right Triangle 850">
              <a:extLst>
                <a:ext uri="{FF2B5EF4-FFF2-40B4-BE49-F238E27FC236}">
                  <a16:creationId xmlns:a16="http://schemas.microsoft.com/office/drawing/2014/main" id="{2F01B29C-2B3A-08D2-0DA6-45E32E129CC8}"/>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2" name="Group 851">
              <a:extLst>
                <a:ext uri="{FF2B5EF4-FFF2-40B4-BE49-F238E27FC236}">
                  <a16:creationId xmlns:a16="http://schemas.microsoft.com/office/drawing/2014/main" id="{FD47A2D0-068D-E44F-DCAD-3130A1508339}"/>
                </a:ext>
              </a:extLst>
            </p:cNvPr>
            <p:cNvGrpSpPr/>
            <p:nvPr/>
          </p:nvGrpSpPr>
          <p:grpSpPr>
            <a:xfrm>
              <a:off x="2765661" y="5151382"/>
              <a:ext cx="37817" cy="61390"/>
              <a:chOff x="3883481" y="2057400"/>
              <a:chExt cx="1608363" cy="2652031"/>
            </a:xfrm>
            <a:solidFill>
              <a:srgbClr val="A6A6A6">
                <a:alpha val="20000"/>
              </a:srgbClr>
            </a:solidFill>
          </p:grpSpPr>
          <p:sp>
            <p:nvSpPr>
              <p:cNvPr id="853" name="Oval 27">
                <a:extLst>
                  <a:ext uri="{FF2B5EF4-FFF2-40B4-BE49-F238E27FC236}">
                    <a16:creationId xmlns:a16="http://schemas.microsoft.com/office/drawing/2014/main" id="{30CAB5A3-166C-11AF-BA90-6BF6811A57F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4" name="Oval 28">
                <a:extLst>
                  <a:ext uri="{FF2B5EF4-FFF2-40B4-BE49-F238E27FC236}">
                    <a16:creationId xmlns:a16="http://schemas.microsoft.com/office/drawing/2014/main" id="{432A9D31-C7C8-19F0-A4E8-3910B9C185D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61" name="Group 860">
            <a:extLst>
              <a:ext uri="{FF2B5EF4-FFF2-40B4-BE49-F238E27FC236}">
                <a16:creationId xmlns:a16="http://schemas.microsoft.com/office/drawing/2014/main" id="{29314C8B-5E3F-F290-007B-0F5BFF561B72}"/>
              </a:ext>
            </a:extLst>
          </p:cNvPr>
          <p:cNvGrpSpPr/>
          <p:nvPr/>
        </p:nvGrpSpPr>
        <p:grpSpPr>
          <a:xfrm>
            <a:off x="2937173" y="4419601"/>
            <a:ext cx="721206" cy="610396"/>
            <a:chOff x="2937173" y="4419601"/>
            <a:chExt cx="721206" cy="610396"/>
          </a:xfrm>
        </p:grpSpPr>
        <p:sp>
          <p:nvSpPr>
            <p:cNvPr id="862" name="Rectangle 861">
              <a:extLst>
                <a:ext uri="{FF2B5EF4-FFF2-40B4-BE49-F238E27FC236}">
                  <a16:creationId xmlns:a16="http://schemas.microsoft.com/office/drawing/2014/main" id="{3BAE0B31-5CFB-5770-D2C8-17FE04DD8DA0}"/>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63" name="Right Triangle 862">
              <a:extLst>
                <a:ext uri="{FF2B5EF4-FFF2-40B4-BE49-F238E27FC236}">
                  <a16:creationId xmlns:a16="http://schemas.microsoft.com/office/drawing/2014/main" id="{38C8536C-04B1-BFEC-A0CB-A0DFFE42C671}"/>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64" name="Group 863">
              <a:extLst>
                <a:ext uri="{FF2B5EF4-FFF2-40B4-BE49-F238E27FC236}">
                  <a16:creationId xmlns:a16="http://schemas.microsoft.com/office/drawing/2014/main" id="{74E63C11-E967-3E9C-053B-D292F6850F9E}"/>
                </a:ext>
              </a:extLst>
            </p:cNvPr>
            <p:cNvGrpSpPr/>
            <p:nvPr/>
          </p:nvGrpSpPr>
          <p:grpSpPr>
            <a:xfrm>
              <a:off x="3607766" y="4425699"/>
              <a:ext cx="37817" cy="61390"/>
              <a:chOff x="3883481" y="2057400"/>
              <a:chExt cx="1608363" cy="2652031"/>
            </a:xfrm>
            <a:solidFill>
              <a:srgbClr val="A6A6A6">
                <a:alpha val="20000"/>
              </a:srgbClr>
            </a:solidFill>
          </p:grpSpPr>
          <p:sp>
            <p:nvSpPr>
              <p:cNvPr id="865" name="Oval 27">
                <a:extLst>
                  <a:ext uri="{FF2B5EF4-FFF2-40B4-BE49-F238E27FC236}">
                    <a16:creationId xmlns:a16="http://schemas.microsoft.com/office/drawing/2014/main" id="{0F4E3974-361B-A091-EDBE-C363A552531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6" name="Oval 28">
                <a:extLst>
                  <a:ext uri="{FF2B5EF4-FFF2-40B4-BE49-F238E27FC236}">
                    <a16:creationId xmlns:a16="http://schemas.microsoft.com/office/drawing/2014/main" id="{1974533C-B025-10EB-0233-7DA9F19FF0B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71" name="Group 870">
            <a:extLst>
              <a:ext uri="{FF2B5EF4-FFF2-40B4-BE49-F238E27FC236}">
                <a16:creationId xmlns:a16="http://schemas.microsoft.com/office/drawing/2014/main" id="{B9C526E8-2DF2-5583-6AF8-FDBC3F7DBAC3}"/>
              </a:ext>
            </a:extLst>
          </p:cNvPr>
          <p:cNvGrpSpPr/>
          <p:nvPr/>
        </p:nvGrpSpPr>
        <p:grpSpPr>
          <a:xfrm>
            <a:off x="5458940" y="5135305"/>
            <a:ext cx="721206" cy="609701"/>
            <a:chOff x="5458940" y="5135305"/>
            <a:chExt cx="721206" cy="609701"/>
          </a:xfrm>
        </p:grpSpPr>
        <p:sp>
          <p:nvSpPr>
            <p:cNvPr id="872" name="Rectangle 871">
              <a:hlinkHover r:id="" action="ppaction://noaction" highlightClick="1"/>
              <a:extLst>
                <a:ext uri="{FF2B5EF4-FFF2-40B4-BE49-F238E27FC236}">
                  <a16:creationId xmlns:a16="http://schemas.microsoft.com/office/drawing/2014/main" id="{9AFFF5A7-4805-840C-DD57-D2232FB78833}"/>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73" name="Oval 872">
              <a:extLst>
                <a:ext uri="{FF2B5EF4-FFF2-40B4-BE49-F238E27FC236}">
                  <a16:creationId xmlns:a16="http://schemas.microsoft.com/office/drawing/2014/main" id="{BB520611-DF1E-9BFD-7389-FFB088D3AF0D}"/>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4" name="Isosceles Triangle 648">
              <a:extLst>
                <a:ext uri="{FF2B5EF4-FFF2-40B4-BE49-F238E27FC236}">
                  <a16:creationId xmlns:a16="http://schemas.microsoft.com/office/drawing/2014/main" id="{3571FB49-E755-D6E9-0631-B43F2C010832}"/>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5" name="Group 874">
            <a:extLst>
              <a:ext uri="{FF2B5EF4-FFF2-40B4-BE49-F238E27FC236}">
                <a16:creationId xmlns:a16="http://schemas.microsoft.com/office/drawing/2014/main" id="{38F49BBF-1D9B-ECF0-6F90-6F948DD8A67A}"/>
              </a:ext>
            </a:extLst>
          </p:cNvPr>
          <p:cNvGrpSpPr/>
          <p:nvPr/>
        </p:nvGrpSpPr>
        <p:grpSpPr>
          <a:xfrm>
            <a:off x="6289146" y="5141017"/>
            <a:ext cx="721206" cy="609701"/>
            <a:chOff x="6289146" y="5141017"/>
            <a:chExt cx="721206" cy="609701"/>
          </a:xfrm>
        </p:grpSpPr>
        <p:sp>
          <p:nvSpPr>
            <p:cNvPr id="876" name="Rectangle 875">
              <a:hlinkHover r:id="" action="ppaction://noaction" highlightClick="1"/>
              <a:extLst>
                <a:ext uri="{FF2B5EF4-FFF2-40B4-BE49-F238E27FC236}">
                  <a16:creationId xmlns:a16="http://schemas.microsoft.com/office/drawing/2014/main" id="{8C5A98EB-8ED4-469A-0329-87A3728F0E93}"/>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77" name="Oval 876">
              <a:extLst>
                <a:ext uri="{FF2B5EF4-FFF2-40B4-BE49-F238E27FC236}">
                  <a16:creationId xmlns:a16="http://schemas.microsoft.com/office/drawing/2014/main" id="{0304225A-E536-300B-DB8C-689BD35C2636}"/>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8" name="Isosceles Triangle 648">
              <a:extLst>
                <a:ext uri="{FF2B5EF4-FFF2-40B4-BE49-F238E27FC236}">
                  <a16:creationId xmlns:a16="http://schemas.microsoft.com/office/drawing/2014/main" id="{9F9F027F-88A6-99CB-7969-E11D0E0170A4}"/>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9" name="Group 878">
            <a:extLst>
              <a:ext uri="{FF2B5EF4-FFF2-40B4-BE49-F238E27FC236}">
                <a16:creationId xmlns:a16="http://schemas.microsoft.com/office/drawing/2014/main" id="{E44372FE-21D5-386D-2FEA-21DC46DCCF28}"/>
              </a:ext>
            </a:extLst>
          </p:cNvPr>
          <p:cNvGrpSpPr/>
          <p:nvPr/>
        </p:nvGrpSpPr>
        <p:grpSpPr>
          <a:xfrm>
            <a:off x="7122911" y="4419624"/>
            <a:ext cx="721206" cy="609701"/>
            <a:chOff x="7122911" y="4419624"/>
            <a:chExt cx="721206" cy="609701"/>
          </a:xfrm>
        </p:grpSpPr>
        <p:sp>
          <p:nvSpPr>
            <p:cNvPr id="880" name="Rectangle 879">
              <a:hlinkHover r:id="" action="ppaction://noaction" highlightClick="1"/>
              <a:extLst>
                <a:ext uri="{FF2B5EF4-FFF2-40B4-BE49-F238E27FC236}">
                  <a16:creationId xmlns:a16="http://schemas.microsoft.com/office/drawing/2014/main" id="{4AB4FA15-8FFC-C697-2495-6018F045D671}"/>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81" name="Oval 880">
              <a:extLst>
                <a:ext uri="{FF2B5EF4-FFF2-40B4-BE49-F238E27FC236}">
                  <a16:creationId xmlns:a16="http://schemas.microsoft.com/office/drawing/2014/main" id="{26883C17-F04E-FB46-78D2-8C591DE8D0D5}"/>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2" name="Isosceles Triangle 648">
              <a:extLst>
                <a:ext uri="{FF2B5EF4-FFF2-40B4-BE49-F238E27FC236}">
                  <a16:creationId xmlns:a16="http://schemas.microsoft.com/office/drawing/2014/main" id="{ED2F36F8-D27B-9F35-C9E5-526CC287BD93}"/>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7" name="Group 886">
            <a:extLst>
              <a:ext uri="{FF2B5EF4-FFF2-40B4-BE49-F238E27FC236}">
                <a16:creationId xmlns:a16="http://schemas.microsoft.com/office/drawing/2014/main" id="{6F3CF14E-CAF9-C2A3-B5E6-5A1B0E0F3C2F}"/>
              </a:ext>
            </a:extLst>
          </p:cNvPr>
          <p:cNvGrpSpPr/>
          <p:nvPr/>
        </p:nvGrpSpPr>
        <p:grpSpPr>
          <a:xfrm>
            <a:off x="5454385" y="4419624"/>
            <a:ext cx="721206" cy="609701"/>
            <a:chOff x="5454385" y="4419624"/>
            <a:chExt cx="721206" cy="609701"/>
          </a:xfrm>
        </p:grpSpPr>
        <p:sp>
          <p:nvSpPr>
            <p:cNvPr id="888" name="Rectangle 887">
              <a:hlinkHover r:id="" action="ppaction://noaction" highlightClick="1"/>
              <a:extLst>
                <a:ext uri="{FF2B5EF4-FFF2-40B4-BE49-F238E27FC236}">
                  <a16:creationId xmlns:a16="http://schemas.microsoft.com/office/drawing/2014/main" id="{896FB1C9-F873-E202-6AC2-AB989A7758B2}"/>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89" name="Oval 888">
              <a:extLst>
                <a:ext uri="{FF2B5EF4-FFF2-40B4-BE49-F238E27FC236}">
                  <a16:creationId xmlns:a16="http://schemas.microsoft.com/office/drawing/2014/main" id="{286CDC93-CDE7-6643-9986-7C15B0238435}"/>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0" name="Isosceles Triangle 648">
              <a:extLst>
                <a:ext uri="{FF2B5EF4-FFF2-40B4-BE49-F238E27FC236}">
                  <a16:creationId xmlns:a16="http://schemas.microsoft.com/office/drawing/2014/main" id="{BC5FF844-9B7B-6AE8-8788-6F1C2B9552EC}"/>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1" name="Group 890">
            <a:extLst>
              <a:ext uri="{FF2B5EF4-FFF2-40B4-BE49-F238E27FC236}">
                <a16:creationId xmlns:a16="http://schemas.microsoft.com/office/drawing/2014/main" id="{291D9E5E-7192-D2CB-1C8D-D44895B3166D}"/>
              </a:ext>
            </a:extLst>
          </p:cNvPr>
          <p:cNvGrpSpPr/>
          <p:nvPr/>
        </p:nvGrpSpPr>
        <p:grpSpPr>
          <a:xfrm>
            <a:off x="3775041" y="5130133"/>
            <a:ext cx="721895" cy="609700"/>
            <a:chOff x="3775041" y="5130133"/>
            <a:chExt cx="721895" cy="609700"/>
          </a:xfrm>
        </p:grpSpPr>
        <p:sp>
          <p:nvSpPr>
            <p:cNvPr id="892" name="Rectangle 891">
              <a:hlinkHover r:id="" action="ppaction://noaction" highlightClick="1"/>
              <a:extLst>
                <a:ext uri="{FF2B5EF4-FFF2-40B4-BE49-F238E27FC236}">
                  <a16:creationId xmlns:a16="http://schemas.microsoft.com/office/drawing/2014/main" id="{30468322-2132-3C1B-34E9-EE3A0BB9AA27}"/>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93" name="Diamond 892">
              <a:extLst>
                <a:ext uri="{FF2B5EF4-FFF2-40B4-BE49-F238E27FC236}">
                  <a16:creationId xmlns:a16="http://schemas.microsoft.com/office/drawing/2014/main" id="{AB5831DC-EF83-2568-41AB-8F5B4D058462}"/>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4" name="Oval 893">
              <a:extLst>
                <a:ext uri="{FF2B5EF4-FFF2-40B4-BE49-F238E27FC236}">
                  <a16:creationId xmlns:a16="http://schemas.microsoft.com/office/drawing/2014/main" id="{936D6351-4FFE-0449-47EA-6BAD26E611BC}"/>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5" name="Group 894">
            <a:extLst>
              <a:ext uri="{FF2B5EF4-FFF2-40B4-BE49-F238E27FC236}">
                <a16:creationId xmlns:a16="http://schemas.microsoft.com/office/drawing/2014/main" id="{B517C79B-3656-D59E-03FE-4DF26A0CEDC6}"/>
              </a:ext>
            </a:extLst>
          </p:cNvPr>
          <p:cNvGrpSpPr/>
          <p:nvPr/>
        </p:nvGrpSpPr>
        <p:grpSpPr>
          <a:xfrm>
            <a:off x="4618174" y="5130748"/>
            <a:ext cx="721895" cy="609700"/>
            <a:chOff x="4618174" y="5130748"/>
            <a:chExt cx="721895" cy="609700"/>
          </a:xfrm>
        </p:grpSpPr>
        <p:sp>
          <p:nvSpPr>
            <p:cNvPr id="896" name="Rectangle 895">
              <a:hlinkHover r:id="" action="ppaction://noaction" highlightClick="1"/>
              <a:extLst>
                <a:ext uri="{FF2B5EF4-FFF2-40B4-BE49-F238E27FC236}">
                  <a16:creationId xmlns:a16="http://schemas.microsoft.com/office/drawing/2014/main" id="{F01EBE8B-260F-20B8-EE29-8259E51AF091}"/>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97" name="Diamond 896">
              <a:extLst>
                <a:ext uri="{FF2B5EF4-FFF2-40B4-BE49-F238E27FC236}">
                  <a16:creationId xmlns:a16="http://schemas.microsoft.com/office/drawing/2014/main" id="{91E0C5AF-7B0C-2EF5-7AB0-64B3E85B41D7}"/>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8" name="Oval 897">
              <a:extLst>
                <a:ext uri="{FF2B5EF4-FFF2-40B4-BE49-F238E27FC236}">
                  <a16:creationId xmlns:a16="http://schemas.microsoft.com/office/drawing/2014/main" id="{BA2539BE-862A-69C0-4A06-3B37B15AF446}"/>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9" name="Group 898">
            <a:extLst>
              <a:ext uri="{FF2B5EF4-FFF2-40B4-BE49-F238E27FC236}">
                <a16:creationId xmlns:a16="http://schemas.microsoft.com/office/drawing/2014/main" id="{DA62C8B9-7CC2-8341-991E-6053F3AF9B50}"/>
              </a:ext>
            </a:extLst>
          </p:cNvPr>
          <p:cNvGrpSpPr/>
          <p:nvPr/>
        </p:nvGrpSpPr>
        <p:grpSpPr>
          <a:xfrm>
            <a:off x="7125833" y="5143368"/>
            <a:ext cx="721206" cy="609701"/>
            <a:chOff x="7125833" y="5143368"/>
            <a:chExt cx="721206" cy="609701"/>
          </a:xfrm>
        </p:grpSpPr>
        <p:sp>
          <p:nvSpPr>
            <p:cNvPr id="900" name="Rectangle 899">
              <a:hlinkHover r:id="" action="ppaction://noaction" highlightClick="1"/>
              <a:extLst>
                <a:ext uri="{FF2B5EF4-FFF2-40B4-BE49-F238E27FC236}">
                  <a16:creationId xmlns:a16="http://schemas.microsoft.com/office/drawing/2014/main" id="{E6F41551-5C0A-BCB7-574C-0DB964FDCC7C}"/>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901" name="Oval 900">
              <a:extLst>
                <a:ext uri="{FF2B5EF4-FFF2-40B4-BE49-F238E27FC236}">
                  <a16:creationId xmlns:a16="http://schemas.microsoft.com/office/drawing/2014/main" id="{ABA5FEBB-5F4F-0AFB-4D4E-B2CE4E57B654}"/>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2" name="Isosceles Triangle 648">
              <a:extLst>
                <a:ext uri="{FF2B5EF4-FFF2-40B4-BE49-F238E27FC236}">
                  <a16:creationId xmlns:a16="http://schemas.microsoft.com/office/drawing/2014/main" id="{A6924C22-680B-BC23-32CF-E271F3BF0495}"/>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3" name="Group 902">
            <a:extLst>
              <a:ext uri="{FF2B5EF4-FFF2-40B4-BE49-F238E27FC236}">
                <a16:creationId xmlns:a16="http://schemas.microsoft.com/office/drawing/2014/main" id="{C0E6BD38-3208-0C34-F4A0-DBC6F62031A2}"/>
              </a:ext>
            </a:extLst>
          </p:cNvPr>
          <p:cNvGrpSpPr/>
          <p:nvPr/>
        </p:nvGrpSpPr>
        <p:grpSpPr>
          <a:xfrm>
            <a:off x="7122911" y="3698231"/>
            <a:ext cx="721206" cy="609701"/>
            <a:chOff x="7122911" y="3698231"/>
            <a:chExt cx="721206" cy="609701"/>
          </a:xfrm>
        </p:grpSpPr>
        <p:sp>
          <p:nvSpPr>
            <p:cNvPr id="904" name="Rectangle 903">
              <a:hlinkHover r:id="" action="ppaction://noaction" highlightClick="1"/>
              <a:extLst>
                <a:ext uri="{FF2B5EF4-FFF2-40B4-BE49-F238E27FC236}">
                  <a16:creationId xmlns:a16="http://schemas.microsoft.com/office/drawing/2014/main" id="{5693778B-1220-D5C9-FE16-971962D5D079}"/>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905" name="Oval 904">
              <a:extLst>
                <a:ext uri="{FF2B5EF4-FFF2-40B4-BE49-F238E27FC236}">
                  <a16:creationId xmlns:a16="http://schemas.microsoft.com/office/drawing/2014/main" id="{0CFA8A5A-7809-9D70-EC0A-DFB8448EF12A}"/>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6" name="Isosceles Triangle 648">
              <a:extLst>
                <a:ext uri="{FF2B5EF4-FFF2-40B4-BE49-F238E27FC236}">
                  <a16:creationId xmlns:a16="http://schemas.microsoft.com/office/drawing/2014/main" id="{D6522527-A681-D9A1-A7DC-7C73C7139704}"/>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7" name="Group 906">
            <a:extLst>
              <a:ext uri="{FF2B5EF4-FFF2-40B4-BE49-F238E27FC236}">
                <a16:creationId xmlns:a16="http://schemas.microsoft.com/office/drawing/2014/main" id="{20FDA490-A576-780A-6149-954161DFFFB4}"/>
              </a:ext>
            </a:extLst>
          </p:cNvPr>
          <p:cNvGrpSpPr/>
          <p:nvPr/>
        </p:nvGrpSpPr>
        <p:grpSpPr>
          <a:xfrm>
            <a:off x="6286224" y="3620338"/>
            <a:ext cx="721206" cy="687594"/>
            <a:chOff x="6286224" y="3620338"/>
            <a:chExt cx="721206" cy="687594"/>
          </a:xfrm>
        </p:grpSpPr>
        <p:cxnSp>
          <p:nvCxnSpPr>
            <p:cNvPr id="908" name="Straight Connector 907">
              <a:extLst>
                <a:ext uri="{FF2B5EF4-FFF2-40B4-BE49-F238E27FC236}">
                  <a16:creationId xmlns:a16="http://schemas.microsoft.com/office/drawing/2014/main" id="{05143F1C-5CB9-903F-D9E5-E894A1DB3164}"/>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909" name="Rectangle 908">
              <a:hlinkHover r:id="" action="ppaction://noaction" highlightClick="1"/>
              <a:extLst>
                <a:ext uri="{FF2B5EF4-FFF2-40B4-BE49-F238E27FC236}">
                  <a16:creationId xmlns:a16="http://schemas.microsoft.com/office/drawing/2014/main" id="{3C25AF3A-BE5D-850C-EABE-55EC3B675755}"/>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10" name="Oval 909">
              <a:extLst>
                <a:ext uri="{FF2B5EF4-FFF2-40B4-BE49-F238E27FC236}">
                  <a16:creationId xmlns:a16="http://schemas.microsoft.com/office/drawing/2014/main" id="{6810F7AE-F505-4511-6A1E-D038076C8A41}"/>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1" name="Isosceles Triangle 648">
              <a:extLst>
                <a:ext uri="{FF2B5EF4-FFF2-40B4-BE49-F238E27FC236}">
                  <a16:creationId xmlns:a16="http://schemas.microsoft.com/office/drawing/2014/main" id="{D6C3935A-6D71-4861-AB89-5D2B1A53AF5A}"/>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189" name="Group 2188">
            <a:extLst>
              <a:ext uri="{FF2B5EF4-FFF2-40B4-BE49-F238E27FC236}">
                <a16:creationId xmlns:a16="http://schemas.microsoft.com/office/drawing/2014/main" id="{81846794-5348-FAF1-5C7A-D3C13E227B03}"/>
              </a:ext>
            </a:extLst>
          </p:cNvPr>
          <p:cNvGrpSpPr/>
          <p:nvPr/>
        </p:nvGrpSpPr>
        <p:grpSpPr>
          <a:xfrm>
            <a:off x="3779655" y="811556"/>
            <a:ext cx="721206" cy="609701"/>
            <a:chOff x="3779655" y="811556"/>
            <a:chExt cx="721206" cy="609701"/>
          </a:xfrm>
        </p:grpSpPr>
        <p:sp>
          <p:nvSpPr>
            <p:cNvPr id="2190" name="Rectangle 2189">
              <a:extLst>
                <a:ext uri="{FF2B5EF4-FFF2-40B4-BE49-F238E27FC236}">
                  <a16:creationId xmlns:a16="http://schemas.microsoft.com/office/drawing/2014/main" id="{648BE25C-4B86-FB22-302F-690F61CF939C}"/>
                </a:ext>
              </a:extLst>
            </p:cNvPr>
            <p:cNvSpPr/>
            <p:nvPr/>
          </p:nvSpPr>
          <p:spPr>
            <a:xfrm>
              <a:off x="3779655"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2191" name="Rectangle 2190">
              <a:extLst>
                <a:ext uri="{FF2B5EF4-FFF2-40B4-BE49-F238E27FC236}">
                  <a16:creationId xmlns:a16="http://schemas.microsoft.com/office/drawing/2014/main" id="{0B0FB1AA-F75B-023D-1280-0F04EA390C1A}"/>
                </a:ext>
              </a:extLst>
            </p:cNvPr>
            <p:cNvSpPr/>
            <p:nvPr/>
          </p:nvSpPr>
          <p:spPr>
            <a:xfrm flipV="1">
              <a:off x="4395608"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92" name="Oval 15">
              <a:extLst>
                <a:ext uri="{FF2B5EF4-FFF2-40B4-BE49-F238E27FC236}">
                  <a16:creationId xmlns:a16="http://schemas.microsoft.com/office/drawing/2014/main" id="{1E9B0759-9388-2F7A-C075-44CCFB6F8C20}"/>
                </a:ext>
              </a:extLst>
            </p:cNvPr>
            <p:cNvSpPr/>
            <p:nvPr/>
          </p:nvSpPr>
          <p:spPr>
            <a:xfrm>
              <a:off x="4422997"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no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193" name="Straight Connector 2192">
              <a:extLst>
                <a:ext uri="{FF2B5EF4-FFF2-40B4-BE49-F238E27FC236}">
                  <a16:creationId xmlns:a16="http://schemas.microsoft.com/office/drawing/2014/main" id="{3446CE35-681A-2C0D-B82E-694C67225068}"/>
                </a:ext>
              </a:extLst>
            </p:cNvPr>
            <p:cNvCxnSpPr>
              <a:cxnSpLocks/>
              <a:stCxn id="2192" idx="0"/>
            </p:cNvCxnSpPr>
            <p:nvPr/>
          </p:nvCxnSpPr>
          <p:spPr>
            <a:xfrm flipV="1">
              <a:off x="4428694"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194" name="Straight Connector 2193">
              <a:extLst>
                <a:ext uri="{FF2B5EF4-FFF2-40B4-BE49-F238E27FC236}">
                  <a16:creationId xmlns:a16="http://schemas.microsoft.com/office/drawing/2014/main" id="{0D88A086-D350-BCEE-3469-BD85357B4664}"/>
                </a:ext>
              </a:extLst>
            </p:cNvPr>
            <p:cNvCxnSpPr>
              <a:cxnSpLocks/>
            </p:cNvCxnSpPr>
            <p:nvPr/>
          </p:nvCxnSpPr>
          <p:spPr>
            <a:xfrm>
              <a:off x="4434413"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195" name="Group 2194">
            <a:extLst>
              <a:ext uri="{FF2B5EF4-FFF2-40B4-BE49-F238E27FC236}">
                <a16:creationId xmlns:a16="http://schemas.microsoft.com/office/drawing/2014/main" id="{CD776885-8CB4-5163-BEDB-136EC3BF5510}"/>
              </a:ext>
            </a:extLst>
          </p:cNvPr>
          <p:cNvGrpSpPr/>
          <p:nvPr/>
        </p:nvGrpSpPr>
        <p:grpSpPr>
          <a:xfrm>
            <a:off x="5448055" y="1532276"/>
            <a:ext cx="721206" cy="609701"/>
            <a:chOff x="5448055" y="1532276"/>
            <a:chExt cx="721206" cy="609701"/>
          </a:xfrm>
        </p:grpSpPr>
        <p:sp>
          <p:nvSpPr>
            <p:cNvPr id="2196" name="Rectangle 2195">
              <a:extLst>
                <a:ext uri="{FF2B5EF4-FFF2-40B4-BE49-F238E27FC236}">
                  <a16:creationId xmlns:a16="http://schemas.microsoft.com/office/drawing/2014/main" id="{A371A73E-FFCE-207D-96FC-481B2FB1BD52}"/>
                </a:ext>
              </a:extLst>
            </p:cNvPr>
            <p:cNvSpPr/>
            <p:nvPr/>
          </p:nvSpPr>
          <p:spPr>
            <a:xfrm>
              <a:off x="5448055"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2197" name="Rectangle 2196">
              <a:extLst>
                <a:ext uri="{FF2B5EF4-FFF2-40B4-BE49-F238E27FC236}">
                  <a16:creationId xmlns:a16="http://schemas.microsoft.com/office/drawing/2014/main" id="{C0DF542E-BB31-5F16-12F3-104015280AF9}"/>
                </a:ext>
              </a:extLst>
            </p:cNvPr>
            <p:cNvSpPr/>
            <p:nvPr/>
          </p:nvSpPr>
          <p:spPr>
            <a:xfrm flipV="1">
              <a:off x="6059657"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98" name="Oval 15">
              <a:extLst>
                <a:ext uri="{FF2B5EF4-FFF2-40B4-BE49-F238E27FC236}">
                  <a16:creationId xmlns:a16="http://schemas.microsoft.com/office/drawing/2014/main" id="{E0A97784-A8C9-8CFF-D0F8-31AFF9272A86}"/>
                </a:ext>
              </a:extLst>
            </p:cNvPr>
            <p:cNvSpPr/>
            <p:nvPr/>
          </p:nvSpPr>
          <p:spPr>
            <a:xfrm>
              <a:off x="6087046"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199" name="Straight Connector 2198">
              <a:extLst>
                <a:ext uri="{FF2B5EF4-FFF2-40B4-BE49-F238E27FC236}">
                  <a16:creationId xmlns:a16="http://schemas.microsoft.com/office/drawing/2014/main" id="{4DD6485F-CFB4-74EA-9265-8E62DE1AB73B}"/>
                </a:ext>
              </a:extLst>
            </p:cNvPr>
            <p:cNvCxnSpPr>
              <a:cxnSpLocks/>
              <a:stCxn id="2198" idx="0"/>
            </p:cNvCxnSpPr>
            <p:nvPr/>
          </p:nvCxnSpPr>
          <p:spPr>
            <a:xfrm flipV="1">
              <a:off x="6092743"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00" name="Straight Connector 2199">
              <a:extLst>
                <a:ext uri="{FF2B5EF4-FFF2-40B4-BE49-F238E27FC236}">
                  <a16:creationId xmlns:a16="http://schemas.microsoft.com/office/drawing/2014/main" id="{14F9038C-9513-75E7-3FE6-451C50E97F85}"/>
                </a:ext>
              </a:extLst>
            </p:cNvPr>
            <p:cNvCxnSpPr>
              <a:cxnSpLocks/>
            </p:cNvCxnSpPr>
            <p:nvPr/>
          </p:nvCxnSpPr>
          <p:spPr>
            <a:xfrm>
              <a:off x="6098462"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01" name="Group 2200">
            <a:extLst>
              <a:ext uri="{FF2B5EF4-FFF2-40B4-BE49-F238E27FC236}">
                <a16:creationId xmlns:a16="http://schemas.microsoft.com/office/drawing/2014/main" id="{22ACA98B-2A11-78F8-0879-F571DC4C1980}"/>
              </a:ext>
            </a:extLst>
          </p:cNvPr>
          <p:cNvGrpSpPr/>
          <p:nvPr/>
        </p:nvGrpSpPr>
        <p:grpSpPr>
          <a:xfrm>
            <a:off x="6284562" y="1532276"/>
            <a:ext cx="721206" cy="609701"/>
            <a:chOff x="6284562" y="1532276"/>
            <a:chExt cx="721206" cy="609701"/>
          </a:xfrm>
        </p:grpSpPr>
        <p:sp>
          <p:nvSpPr>
            <p:cNvPr id="2202" name="Rectangle 2201">
              <a:extLst>
                <a:ext uri="{FF2B5EF4-FFF2-40B4-BE49-F238E27FC236}">
                  <a16:creationId xmlns:a16="http://schemas.microsoft.com/office/drawing/2014/main" id="{FD43900A-216C-93B1-3259-FEFEEC76B7D9}"/>
                </a:ext>
              </a:extLst>
            </p:cNvPr>
            <p:cNvSpPr/>
            <p:nvPr/>
          </p:nvSpPr>
          <p:spPr>
            <a:xfrm>
              <a:off x="6284562"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2203" name="Rectangle 2202">
              <a:extLst>
                <a:ext uri="{FF2B5EF4-FFF2-40B4-BE49-F238E27FC236}">
                  <a16:creationId xmlns:a16="http://schemas.microsoft.com/office/drawing/2014/main" id="{CCBD6A78-6E3F-0283-2843-2357D8491111}"/>
                </a:ext>
              </a:extLst>
            </p:cNvPr>
            <p:cNvSpPr/>
            <p:nvPr/>
          </p:nvSpPr>
          <p:spPr>
            <a:xfrm flipV="1">
              <a:off x="6902312"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04" name="Oval 15">
              <a:extLst>
                <a:ext uri="{FF2B5EF4-FFF2-40B4-BE49-F238E27FC236}">
                  <a16:creationId xmlns:a16="http://schemas.microsoft.com/office/drawing/2014/main" id="{1DCB4469-22B1-A3D0-2574-74C67A9F65B3}"/>
                </a:ext>
              </a:extLst>
            </p:cNvPr>
            <p:cNvSpPr/>
            <p:nvPr/>
          </p:nvSpPr>
          <p:spPr>
            <a:xfrm>
              <a:off x="6929701"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05" name="Straight Connector 2204">
              <a:extLst>
                <a:ext uri="{FF2B5EF4-FFF2-40B4-BE49-F238E27FC236}">
                  <a16:creationId xmlns:a16="http://schemas.microsoft.com/office/drawing/2014/main" id="{527BE3ED-4814-7C17-9887-CAE3D48DBBFE}"/>
                </a:ext>
              </a:extLst>
            </p:cNvPr>
            <p:cNvCxnSpPr>
              <a:cxnSpLocks/>
              <a:stCxn id="2204" idx="0"/>
            </p:cNvCxnSpPr>
            <p:nvPr/>
          </p:nvCxnSpPr>
          <p:spPr>
            <a:xfrm flipV="1">
              <a:off x="6935398"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06" name="Straight Connector 2205">
              <a:extLst>
                <a:ext uri="{FF2B5EF4-FFF2-40B4-BE49-F238E27FC236}">
                  <a16:creationId xmlns:a16="http://schemas.microsoft.com/office/drawing/2014/main" id="{283199D6-6002-C72A-F8F9-212E1ACAF15B}"/>
                </a:ext>
              </a:extLst>
            </p:cNvPr>
            <p:cNvCxnSpPr>
              <a:cxnSpLocks/>
            </p:cNvCxnSpPr>
            <p:nvPr/>
          </p:nvCxnSpPr>
          <p:spPr>
            <a:xfrm>
              <a:off x="6941117"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07" name="Group 2206">
            <a:extLst>
              <a:ext uri="{FF2B5EF4-FFF2-40B4-BE49-F238E27FC236}">
                <a16:creationId xmlns:a16="http://schemas.microsoft.com/office/drawing/2014/main" id="{CE5FC545-A262-2066-15EA-E1489E426B26}"/>
              </a:ext>
            </a:extLst>
          </p:cNvPr>
          <p:cNvGrpSpPr/>
          <p:nvPr/>
        </p:nvGrpSpPr>
        <p:grpSpPr>
          <a:xfrm>
            <a:off x="7121069" y="1532276"/>
            <a:ext cx="721206" cy="609701"/>
            <a:chOff x="7121069" y="1532276"/>
            <a:chExt cx="721206" cy="609701"/>
          </a:xfrm>
        </p:grpSpPr>
        <p:sp>
          <p:nvSpPr>
            <p:cNvPr id="2208" name="Rectangle 2207">
              <a:extLst>
                <a:ext uri="{FF2B5EF4-FFF2-40B4-BE49-F238E27FC236}">
                  <a16:creationId xmlns:a16="http://schemas.microsoft.com/office/drawing/2014/main" id="{232BC4EC-C918-09EA-BE3E-0E78AF64065A}"/>
                </a:ext>
              </a:extLst>
            </p:cNvPr>
            <p:cNvSpPr/>
            <p:nvPr/>
          </p:nvSpPr>
          <p:spPr>
            <a:xfrm>
              <a:off x="712106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2209" name="Rectangle 2208">
              <a:extLst>
                <a:ext uri="{FF2B5EF4-FFF2-40B4-BE49-F238E27FC236}">
                  <a16:creationId xmlns:a16="http://schemas.microsoft.com/office/drawing/2014/main" id="{A970CD5B-DB9B-6A4F-CE50-28390849AE2A}"/>
                </a:ext>
              </a:extLst>
            </p:cNvPr>
            <p:cNvSpPr/>
            <p:nvPr/>
          </p:nvSpPr>
          <p:spPr>
            <a:xfrm flipV="1">
              <a:off x="7736853"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10" name="Oval 15">
              <a:extLst>
                <a:ext uri="{FF2B5EF4-FFF2-40B4-BE49-F238E27FC236}">
                  <a16:creationId xmlns:a16="http://schemas.microsoft.com/office/drawing/2014/main" id="{203592AF-3A8D-E0C6-EF4C-3D17F124618F}"/>
                </a:ext>
              </a:extLst>
            </p:cNvPr>
            <p:cNvSpPr/>
            <p:nvPr/>
          </p:nvSpPr>
          <p:spPr>
            <a:xfrm>
              <a:off x="7764242"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11" name="Straight Connector 2210">
              <a:extLst>
                <a:ext uri="{FF2B5EF4-FFF2-40B4-BE49-F238E27FC236}">
                  <a16:creationId xmlns:a16="http://schemas.microsoft.com/office/drawing/2014/main" id="{361EF27F-C5BF-D7CA-7176-765B90294308}"/>
                </a:ext>
              </a:extLst>
            </p:cNvPr>
            <p:cNvCxnSpPr>
              <a:cxnSpLocks/>
              <a:stCxn id="2210" idx="0"/>
            </p:cNvCxnSpPr>
            <p:nvPr/>
          </p:nvCxnSpPr>
          <p:spPr>
            <a:xfrm flipV="1">
              <a:off x="7769939"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12" name="Straight Connector 2211">
              <a:extLst>
                <a:ext uri="{FF2B5EF4-FFF2-40B4-BE49-F238E27FC236}">
                  <a16:creationId xmlns:a16="http://schemas.microsoft.com/office/drawing/2014/main" id="{FC845984-B522-2147-9866-07C03A3B32F1}"/>
                </a:ext>
              </a:extLst>
            </p:cNvPr>
            <p:cNvCxnSpPr>
              <a:cxnSpLocks/>
            </p:cNvCxnSpPr>
            <p:nvPr/>
          </p:nvCxnSpPr>
          <p:spPr>
            <a:xfrm>
              <a:off x="7775658"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13" name="Group 2212">
            <a:extLst>
              <a:ext uri="{FF2B5EF4-FFF2-40B4-BE49-F238E27FC236}">
                <a16:creationId xmlns:a16="http://schemas.microsoft.com/office/drawing/2014/main" id="{89BC05E9-1510-B7B9-82A6-5AE57E79A552}"/>
              </a:ext>
            </a:extLst>
          </p:cNvPr>
          <p:cNvGrpSpPr/>
          <p:nvPr/>
        </p:nvGrpSpPr>
        <p:grpSpPr>
          <a:xfrm>
            <a:off x="3775041" y="1532276"/>
            <a:ext cx="721206" cy="609701"/>
            <a:chOff x="3775041" y="1532276"/>
            <a:chExt cx="721206" cy="609701"/>
          </a:xfrm>
        </p:grpSpPr>
        <p:sp>
          <p:nvSpPr>
            <p:cNvPr id="2214" name="Rectangle 2213">
              <a:extLst>
                <a:ext uri="{FF2B5EF4-FFF2-40B4-BE49-F238E27FC236}">
                  <a16:creationId xmlns:a16="http://schemas.microsoft.com/office/drawing/2014/main" id="{B78E50BC-69F4-774B-549A-4F1829F97AD4}"/>
                </a:ext>
              </a:extLst>
            </p:cNvPr>
            <p:cNvSpPr/>
            <p:nvPr/>
          </p:nvSpPr>
          <p:spPr>
            <a:xfrm>
              <a:off x="3775041"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2215" name="Right Triangle 2214">
              <a:extLst>
                <a:ext uri="{FF2B5EF4-FFF2-40B4-BE49-F238E27FC236}">
                  <a16:creationId xmlns:a16="http://schemas.microsoft.com/office/drawing/2014/main" id="{FEEA6880-F19D-0FFC-A477-204CB62A992B}"/>
                </a:ext>
              </a:extLst>
            </p:cNvPr>
            <p:cNvSpPr/>
            <p:nvPr/>
          </p:nvSpPr>
          <p:spPr>
            <a:xfrm rot="10800000">
              <a:off x="437405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216" name="Group 2215">
              <a:extLst>
                <a:ext uri="{FF2B5EF4-FFF2-40B4-BE49-F238E27FC236}">
                  <a16:creationId xmlns:a16="http://schemas.microsoft.com/office/drawing/2014/main" id="{D46A3808-4A8B-E09B-B6AC-4C430A055597}"/>
                </a:ext>
              </a:extLst>
            </p:cNvPr>
            <p:cNvGrpSpPr/>
            <p:nvPr/>
          </p:nvGrpSpPr>
          <p:grpSpPr>
            <a:xfrm>
              <a:off x="4440500" y="1542931"/>
              <a:ext cx="37817" cy="61390"/>
              <a:chOff x="3883481" y="2057400"/>
              <a:chExt cx="1608363" cy="2652031"/>
            </a:xfrm>
            <a:solidFill>
              <a:srgbClr val="A6A6A6"/>
            </a:solidFill>
          </p:grpSpPr>
          <p:sp>
            <p:nvSpPr>
              <p:cNvPr id="2217" name="Oval 27">
                <a:extLst>
                  <a:ext uri="{FF2B5EF4-FFF2-40B4-BE49-F238E27FC236}">
                    <a16:creationId xmlns:a16="http://schemas.microsoft.com/office/drawing/2014/main" id="{11E1BE7E-273B-AF26-DF16-D03EF1246F3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18" name="Oval 28">
                <a:extLst>
                  <a:ext uri="{FF2B5EF4-FFF2-40B4-BE49-F238E27FC236}">
                    <a16:creationId xmlns:a16="http://schemas.microsoft.com/office/drawing/2014/main" id="{CFB6B000-605A-698D-4AD1-F61F2ACFBA0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19" name="Group 2218">
            <a:extLst>
              <a:ext uri="{FF2B5EF4-FFF2-40B4-BE49-F238E27FC236}">
                <a16:creationId xmlns:a16="http://schemas.microsoft.com/office/drawing/2014/main" id="{F96D8F3D-18AD-8D49-6647-BA333FA744CB}"/>
              </a:ext>
            </a:extLst>
          </p:cNvPr>
          <p:cNvGrpSpPr/>
          <p:nvPr/>
        </p:nvGrpSpPr>
        <p:grpSpPr>
          <a:xfrm>
            <a:off x="4611548" y="1532276"/>
            <a:ext cx="721206" cy="609701"/>
            <a:chOff x="4611548" y="1532276"/>
            <a:chExt cx="721206" cy="609701"/>
          </a:xfrm>
        </p:grpSpPr>
        <p:sp>
          <p:nvSpPr>
            <p:cNvPr id="2220" name="Rectangle 2219">
              <a:extLst>
                <a:ext uri="{FF2B5EF4-FFF2-40B4-BE49-F238E27FC236}">
                  <a16:creationId xmlns:a16="http://schemas.microsoft.com/office/drawing/2014/main" id="{5216AEBC-C679-3695-BE55-A3DE67FB41AE}"/>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2221" name="Right Triangle 2220">
              <a:extLst>
                <a:ext uri="{FF2B5EF4-FFF2-40B4-BE49-F238E27FC236}">
                  <a16:creationId xmlns:a16="http://schemas.microsoft.com/office/drawing/2014/main" id="{759FA13A-0F5F-7BB8-27E1-26644A9D841E}"/>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222" name="Group 2221">
              <a:extLst>
                <a:ext uri="{FF2B5EF4-FFF2-40B4-BE49-F238E27FC236}">
                  <a16:creationId xmlns:a16="http://schemas.microsoft.com/office/drawing/2014/main" id="{38BDCBFE-14C8-ACD5-0CED-5AD15B721DD4}"/>
                </a:ext>
              </a:extLst>
            </p:cNvPr>
            <p:cNvGrpSpPr/>
            <p:nvPr/>
          </p:nvGrpSpPr>
          <p:grpSpPr>
            <a:xfrm>
              <a:off x="5276140" y="1542931"/>
              <a:ext cx="37817" cy="61390"/>
              <a:chOff x="3883481" y="2057400"/>
              <a:chExt cx="1608363" cy="2652031"/>
            </a:xfrm>
            <a:solidFill>
              <a:srgbClr val="A6A6A6"/>
            </a:solidFill>
          </p:grpSpPr>
          <p:sp>
            <p:nvSpPr>
              <p:cNvPr id="2223" name="Oval 27">
                <a:extLst>
                  <a:ext uri="{FF2B5EF4-FFF2-40B4-BE49-F238E27FC236}">
                    <a16:creationId xmlns:a16="http://schemas.microsoft.com/office/drawing/2014/main" id="{4C5E1F84-96E8-3AB8-82B5-5CD903094C3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4" name="Oval 28">
                <a:extLst>
                  <a:ext uri="{FF2B5EF4-FFF2-40B4-BE49-F238E27FC236}">
                    <a16:creationId xmlns:a16="http://schemas.microsoft.com/office/drawing/2014/main" id="{2695FF07-BAEE-B8E4-CD2F-ACA202057E3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25" name="Group 2224">
            <a:extLst>
              <a:ext uri="{FF2B5EF4-FFF2-40B4-BE49-F238E27FC236}">
                <a16:creationId xmlns:a16="http://schemas.microsoft.com/office/drawing/2014/main" id="{6BDC5F64-80D2-9B2F-726E-9095FD6C8EB3}"/>
              </a:ext>
            </a:extLst>
          </p:cNvPr>
          <p:cNvGrpSpPr/>
          <p:nvPr/>
        </p:nvGrpSpPr>
        <p:grpSpPr>
          <a:xfrm>
            <a:off x="2938534" y="1532275"/>
            <a:ext cx="721206" cy="610039"/>
            <a:chOff x="2938534" y="1532275"/>
            <a:chExt cx="721206" cy="610039"/>
          </a:xfrm>
        </p:grpSpPr>
        <p:sp>
          <p:nvSpPr>
            <p:cNvPr id="2226" name="Rectangle 2225">
              <a:extLst>
                <a:ext uri="{FF2B5EF4-FFF2-40B4-BE49-F238E27FC236}">
                  <a16:creationId xmlns:a16="http://schemas.microsoft.com/office/drawing/2014/main" id="{AA7DFDB5-1BDD-F981-6F64-3B3F06B88611}"/>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2227" name="Right Triangle 2226">
              <a:extLst>
                <a:ext uri="{FF2B5EF4-FFF2-40B4-BE49-F238E27FC236}">
                  <a16:creationId xmlns:a16="http://schemas.microsoft.com/office/drawing/2014/main" id="{5F54EBBF-FB29-C0BA-A056-244F11A70009}"/>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8" name="Oval 27">
              <a:extLst>
                <a:ext uri="{FF2B5EF4-FFF2-40B4-BE49-F238E27FC236}">
                  <a16:creationId xmlns:a16="http://schemas.microsoft.com/office/drawing/2014/main" id="{CF7E60F3-AD05-D986-5D57-7215562C9B23}"/>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9" name="Oval 28">
              <a:extLst>
                <a:ext uri="{FF2B5EF4-FFF2-40B4-BE49-F238E27FC236}">
                  <a16:creationId xmlns:a16="http://schemas.microsoft.com/office/drawing/2014/main" id="{4AAC0C40-32B5-28D9-52E7-141EA0DDA1E1}"/>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30" name="Group 2229">
            <a:extLst>
              <a:ext uri="{FF2B5EF4-FFF2-40B4-BE49-F238E27FC236}">
                <a16:creationId xmlns:a16="http://schemas.microsoft.com/office/drawing/2014/main" id="{781D76F8-D5D7-358C-23BF-1D3571160E71}"/>
              </a:ext>
            </a:extLst>
          </p:cNvPr>
          <p:cNvGrpSpPr/>
          <p:nvPr/>
        </p:nvGrpSpPr>
        <p:grpSpPr>
          <a:xfrm>
            <a:off x="6287105" y="2974054"/>
            <a:ext cx="721206" cy="609701"/>
            <a:chOff x="6287105" y="2974054"/>
            <a:chExt cx="721206" cy="609701"/>
          </a:xfrm>
        </p:grpSpPr>
        <p:sp>
          <p:nvSpPr>
            <p:cNvPr id="2231" name="Rectangle 2230">
              <a:hlinkHover r:id="" action="ppaction://noaction" highlightClick="1"/>
              <a:extLst>
                <a:ext uri="{FF2B5EF4-FFF2-40B4-BE49-F238E27FC236}">
                  <a16:creationId xmlns:a16="http://schemas.microsoft.com/office/drawing/2014/main" id="{11F5E0CC-4D3D-2638-B197-58FA8DE811DA}"/>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2232" name="Rectangle 2231">
              <a:extLst>
                <a:ext uri="{FF2B5EF4-FFF2-40B4-BE49-F238E27FC236}">
                  <a16:creationId xmlns:a16="http://schemas.microsoft.com/office/drawing/2014/main" id="{167790E4-6106-8510-E721-A101E91E018A}"/>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3" name="Oval 15">
              <a:extLst>
                <a:ext uri="{FF2B5EF4-FFF2-40B4-BE49-F238E27FC236}">
                  <a16:creationId xmlns:a16="http://schemas.microsoft.com/office/drawing/2014/main" id="{80DE4B87-B2EC-EAE0-E4E3-EE3575129444}"/>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34" name="Straight Connector 2233">
              <a:extLst>
                <a:ext uri="{FF2B5EF4-FFF2-40B4-BE49-F238E27FC236}">
                  <a16:creationId xmlns:a16="http://schemas.microsoft.com/office/drawing/2014/main" id="{B3638D35-A56B-AC62-8A06-9189043C2201}"/>
                </a:ext>
              </a:extLst>
            </p:cNvPr>
            <p:cNvCxnSpPr>
              <a:cxnSpLocks/>
              <a:stCxn id="2233"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35" name="Straight Connector 2234">
              <a:extLst>
                <a:ext uri="{FF2B5EF4-FFF2-40B4-BE49-F238E27FC236}">
                  <a16:creationId xmlns:a16="http://schemas.microsoft.com/office/drawing/2014/main" id="{5541C1F5-3CA6-03B6-9963-19052699EECF}"/>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36" name="Group 2235">
            <a:extLst>
              <a:ext uri="{FF2B5EF4-FFF2-40B4-BE49-F238E27FC236}">
                <a16:creationId xmlns:a16="http://schemas.microsoft.com/office/drawing/2014/main" id="{3D5B90C3-AE58-9F2E-C747-31D6C4F3CF74}"/>
              </a:ext>
            </a:extLst>
          </p:cNvPr>
          <p:cNvGrpSpPr/>
          <p:nvPr/>
        </p:nvGrpSpPr>
        <p:grpSpPr>
          <a:xfrm>
            <a:off x="7123149" y="2974054"/>
            <a:ext cx="721206" cy="609701"/>
            <a:chOff x="7123149" y="2974054"/>
            <a:chExt cx="721206" cy="609701"/>
          </a:xfrm>
        </p:grpSpPr>
        <p:sp>
          <p:nvSpPr>
            <p:cNvPr id="2237" name="Rectangle 2236">
              <a:hlinkHover r:id="" action="ppaction://noaction" highlightClick="1"/>
              <a:extLst>
                <a:ext uri="{FF2B5EF4-FFF2-40B4-BE49-F238E27FC236}">
                  <a16:creationId xmlns:a16="http://schemas.microsoft.com/office/drawing/2014/main" id="{DB2CF851-DC69-3F1A-708F-147DF03B438D}"/>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2238" name="Rectangle 2237">
              <a:extLst>
                <a:ext uri="{FF2B5EF4-FFF2-40B4-BE49-F238E27FC236}">
                  <a16:creationId xmlns:a16="http://schemas.microsoft.com/office/drawing/2014/main" id="{D10E8C7C-7BA4-6CB5-E136-B3331AEF395E}"/>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9" name="Oval 15">
              <a:extLst>
                <a:ext uri="{FF2B5EF4-FFF2-40B4-BE49-F238E27FC236}">
                  <a16:creationId xmlns:a16="http://schemas.microsoft.com/office/drawing/2014/main" id="{5DE95005-6877-8850-0DD1-EC75ED963C53}"/>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40" name="Straight Connector 2239">
              <a:extLst>
                <a:ext uri="{FF2B5EF4-FFF2-40B4-BE49-F238E27FC236}">
                  <a16:creationId xmlns:a16="http://schemas.microsoft.com/office/drawing/2014/main" id="{4A799B4A-EB16-E45D-70C9-A4D1727B1074}"/>
                </a:ext>
              </a:extLst>
            </p:cNvPr>
            <p:cNvCxnSpPr>
              <a:cxnSpLocks/>
              <a:stCxn id="2239"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41" name="Straight Connector 2240">
              <a:extLst>
                <a:ext uri="{FF2B5EF4-FFF2-40B4-BE49-F238E27FC236}">
                  <a16:creationId xmlns:a16="http://schemas.microsoft.com/office/drawing/2014/main" id="{E307C54C-DF83-C155-72F2-F71EB256BDC5}"/>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sp>
        <p:nvSpPr>
          <p:cNvPr id="2242" name="Rectangle 2241">
            <a:hlinkHover r:id="" action="ppaction://noaction" highlightClick="1"/>
            <a:extLst>
              <a:ext uri="{FF2B5EF4-FFF2-40B4-BE49-F238E27FC236}">
                <a16:creationId xmlns:a16="http://schemas.microsoft.com/office/drawing/2014/main" id="{5D5AF4F1-7D26-DF8F-5163-70D118C16940}"/>
              </a:ext>
            </a:extLst>
          </p:cNvPr>
          <p:cNvSpPr/>
          <p:nvPr/>
        </p:nvSpPr>
        <p:spPr>
          <a:xfrm>
            <a:off x="7959193"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grpSp>
        <p:nvGrpSpPr>
          <p:cNvPr id="2243" name="Group 2242">
            <a:extLst>
              <a:ext uri="{FF2B5EF4-FFF2-40B4-BE49-F238E27FC236}">
                <a16:creationId xmlns:a16="http://schemas.microsoft.com/office/drawing/2014/main" id="{0D753624-2EE6-2C05-A9DA-1E987983462B}"/>
              </a:ext>
            </a:extLst>
          </p:cNvPr>
          <p:cNvGrpSpPr/>
          <p:nvPr/>
        </p:nvGrpSpPr>
        <p:grpSpPr>
          <a:xfrm>
            <a:off x="8795237" y="2974054"/>
            <a:ext cx="721206" cy="609701"/>
            <a:chOff x="8795237" y="2974054"/>
            <a:chExt cx="721206" cy="609701"/>
          </a:xfrm>
        </p:grpSpPr>
        <p:sp>
          <p:nvSpPr>
            <p:cNvPr id="2244" name="Rectangle 2243">
              <a:hlinkHover r:id="" action="ppaction://noaction" highlightClick="1"/>
              <a:extLst>
                <a:ext uri="{FF2B5EF4-FFF2-40B4-BE49-F238E27FC236}">
                  <a16:creationId xmlns:a16="http://schemas.microsoft.com/office/drawing/2014/main" id="{F4A50287-F0B6-A732-FBEE-3E6C29E8C4D2}"/>
                </a:ext>
              </a:extLst>
            </p:cNvPr>
            <p:cNvSpPr/>
            <p:nvPr/>
          </p:nvSpPr>
          <p:spPr>
            <a:xfrm>
              <a:off x="8795237"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2245" name="Diamond 2244">
              <a:extLst>
                <a:ext uri="{FF2B5EF4-FFF2-40B4-BE49-F238E27FC236}">
                  <a16:creationId xmlns:a16="http://schemas.microsoft.com/office/drawing/2014/main" id="{52FD4F85-73EA-39BB-34B3-ACD1F6478FD1}"/>
                </a:ext>
              </a:extLst>
            </p:cNvPr>
            <p:cNvSpPr/>
            <p:nvPr/>
          </p:nvSpPr>
          <p:spPr>
            <a:xfrm>
              <a:off x="9379935" y="2976405"/>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6" name="Oval 2245">
              <a:extLst>
                <a:ext uri="{FF2B5EF4-FFF2-40B4-BE49-F238E27FC236}">
                  <a16:creationId xmlns:a16="http://schemas.microsoft.com/office/drawing/2014/main" id="{4F1E9A5F-6BEC-7CA3-5825-4EFEC8F20E5E}"/>
                </a:ext>
              </a:extLst>
            </p:cNvPr>
            <p:cNvSpPr/>
            <p:nvPr/>
          </p:nvSpPr>
          <p:spPr>
            <a:xfrm>
              <a:off x="9414138" y="3009893"/>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53" name="Group 2252">
            <a:extLst>
              <a:ext uri="{FF2B5EF4-FFF2-40B4-BE49-F238E27FC236}">
                <a16:creationId xmlns:a16="http://schemas.microsoft.com/office/drawing/2014/main" id="{149AF9E4-2848-C4E7-BF57-383AA3612111}"/>
              </a:ext>
            </a:extLst>
          </p:cNvPr>
          <p:cNvGrpSpPr/>
          <p:nvPr/>
        </p:nvGrpSpPr>
        <p:grpSpPr>
          <a:xfrm>
            <a:off x="5442072" y="811556"/>
            <a:ext cx="728208" cy="609701"/>
            <a:chOff x="5442072" y="811556"/>
            <a:chExt cx="728208" cy="609701"/>
          </a:xfrm>
        </p:grpSpPr>
        <p:sp>
          <p:nvSpPr>
            <p:cNvPr id="2254" name="Rectangle 2253">
              <a:extLst>
                <a:ext uri="{FF2B5EF4-FFF2-40B4-BE49-F238E27FC236}">
                  <a16:creationId xmlns:a16="http://schemas.microsoft.com/office/drawing/2014/main" id="{CD9B7FCB-DB45-1588-1577-E6CBC3F29720}"/>
                </a:ext>
              </a:extLst>
            </p:cNvPr>
            <p:cNvSpPr/>
            <p:nvPr/>
          </p:nvSpPr>
          <p:spPr>
            <a:xfrm>
              <a:off x="5442072" y="811556"/>
              <a:ext cx="721207"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2255" name="Rectangle 2254">
              <a:extLst>
                <a:ext uri="{FF2B5EF4-FFF2-40B4-BE49-F238E27FC236}">
                  <a16:creationId xmlns:a16="http://schemas.microsoft.com/office/drawing/2014/main" id="{A5A1B4E2-6C40-11D6-56B8-05F84C70D734}"/>
                </a:ext>
              </a:extLst>
            </p:cNvPr>
            <p:cNvSpPr/>
            <p:nvPr/>
          </p:nvSpPr>
          <p:spPr>
            <a:xfrm flipV="1">
              <a:off x="6070087" y="820272"/>
              <a:ext cx="100193"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56" name="Oval 15">
              <a:extLst>
                <a:ext uri="{FF2B5EF4-FFF2-40B4-BE49-F238E27FC236}">
                  <a16:creationId xmlns:a16="http://schemas.microsoft.com/office/drawing/2014/main" id="{2ABFDD16-4123-0BE3-FEE3-E1B254C5B8C8}"/>
                </a:ext>
              </a:extLst>
            </p:cNvPr>
            <p:cNvSpPr/>
            <p:nvPr/>
          </p:nvSpPr>
          <p:spPr>
            <a:xfrm>
              <a:off x="6097476"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57" name="Straight Connector 2256">
              <a:extLst>
                <a:ext uri="{FF2B5EF4-FFF2-40B4-BE49-F238E27FC236}">
                  <a16:creationId xmlns:a16="http://schemas.microsoft.com/office/drawing/2014/main" id="{480FA99F-64D2-9649-D2FB-8FE337EF259A}"/>
                </a:ext>
              </a:extLst>
            </p:cNvPr>
            <p:cNvCxnSpPr>
              <a:cxnSpLocks/>
              <a:stCxn id="2256" idx="0"/>
            </p:cNvCxnSpPr>
            <p:nvPr/>
          </p:nvCxnSpPr>
          <p:spPr>
            <a:xfrm flipV="1">
              <a:off x="6103173"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58" name="Straight Connector 2257">
              <a:extLst>
                <a:ext uri="{FF2B5EF4-FFF2-40B4-BE49-F238E27FC236}">
                  <a16:creationId xmlns:a16="http://schemas.microsoft.com/office/drawing/2014/main" id="{6BBF7AD5-4E49-6BDD-2E4A-656777F30E78}"/>
                </a:ext>
              </a:extLst>
            </p:cNvPr>
            <p:cNvCxnSpPr>
              <a:cxnSpLocks/>
            </p:cNvCxnSpPr>
            <p:nvPr/>
          </p:nvCxnSpPr>
          <p:spPr>
            <a:xfrm>
              <a:off x="6108892"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59" name="Group 2258">
            <a:extLst>
              <a:ext uri="{FF2B5EF4-FFF2-40B4-BE49-F238E27FC236}">
                <a16:creationId xmlns:a16="http://schemas.microsoft.com/office/drawing/2014/main" id="{614948A9-6D76-D981-FC92-D92838F09A98}"/>
              </a:ext>
            </a:extLst>
          </p:cNvPr>
          <p:cNvGrpSpPr/>
          <p:nvPr/>
        </p:nvGrpSpPr>
        <p:grpSpPr>
          <a:xfrm>
            <a:off x="6284590" y="811556"/>
            <a:ext cx="721206" cy="609701"/>
            <a:chOff x="6284590" y="811556"/>
            <a:chExt cx="721206" cy="609701"/>
          </a:xfrm>
        </p:grpSpPr>
        <p:sp>
          <p:nvSpPr>
            <p:cNvPr id="2260" name="Rectangle 2259">
              <a:hlinkHover r:id="" action="ppaction://noaction" highlightClick="1"/>
              <a:extLst>
                <a:ext uri="{FF2B5EF4-FFF2-40B4-BE49-F238E27FC236}">
                  <a16:creationId xmlns:a16="http://schemas.microsoft.com/office/drawing/2014/main" id="{A8D9620D-D7A1-DA8E-4FE9-A75DD46366D1}"/>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2261" name="Right Triangle 2260">
              <a:extLst>
                <a:ext uri="{FF2B5EF4-FFF2-40B4-BE49-F238E27FC236}">
                  <a16:creationId xmlns:a16="http://schemas.microsoft.com/office/drawing/2014/main" id="{C6415357-8366-DF0F-7F2F-6CA78D607A5E}"/>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62" name="Oval 27">
              <a:extLst>
                <a:ext uri="{FF2B5EF4-FFF2-40B4-BE49-F238E27FC236}">
                  <a16:creationId xmlns:a16="http://schemas.microsoft.com/office/drawing/2014/main" id="{7792525A-E74D-3B62-9E8F-E6952A1E0E0E}"/>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63" name="Oval 28">
              <a:extLst>
                <a:ext uri="{FF2B5EF4-FFF2-40B4-BE49-F238E27FC236}">
                  <a16:creationId xmlns:a16="http://schemas.microsoft.com/office/drawing/2014/main" id="{6D6AE122-D43A-A127-CE55-FDA8A2E34931}"/>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64" name="Group 2263">
            <a:extLst>
              <a:ext uri="{FF2B5EF4-FFF2-40B4-BE49-F238E27FC236}">
                <a16:creationId xmlns:a16="http://schemas.microsoft.com/office/drawing/2014/main" id="{67F1FFEE-567D-D70C-4F1F-659442191B64}"/>
              </a:ext>
            </a:extLst>
          </p:cNvPr>
          <p:cNvGrpSpPr/>
          <p:nvPr/>
        </p:nvGrpSpPr>
        <p:grpSpPr>
          <a:xfrm>
            <a:off x="7957576" y="811556"/>
            <a:ext cx="721206" cy="609701"/>
            <a:chOff x="7957576" y="811556"/>
            <a:chExt cx="721206" cy="609701"/>
          </a:xfrm>
        </p:grpSpPr>
        <p:sp>
          <p:nvSpPr>
            <p:cNvPr id="2265" name="Rectangle 2264">
              <a:extLst>
                <a:ext uri="{FF2B5EF4-FFF2-40B4-BE49-F238E27FC236}">
                  <a16:creationId xmlns:a16="http://schemas.microsoft.com/office/drawing/2014/main" id="{A94557EC-7C11-89C8-98B4-F22101944BE0}"/>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2266" name="Rectangle 2265">
              <a:extLst>
                <a:ext uri="{FF2B5EF4-FFF2-40B4-BE49-F238E27FC236}">
                  <a16:creationId xmlns:a16="http://schemas.microsoft.com/office/drawing/2014/main" id="{289BC558-0CAA-CC9A-6B3B-28E9D71391FD}"/>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67" name="Oval 15">
              <a:extLst>
                <a:ext uri="{FF2B5EF4-FFF2-40B4-BE49-F238E27FC236}">
                  <a16:creationId xmlns:a16="http://schemas.microsoft.com/office/drawing/2014/main" id="{FD5B248F-634C-5CE0-3449-57BCFE73F8D0}"/>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68" name="Straight Connector 2267">
              <a:extLst>
                <a:ext uri="{FF2B5EF4-FFF2-40B4-BE49-F238E27FC236}">
                  <a16:creationId xmlns:a16="http://schemas.microsoft.com/office/drawing/2014/main" id="{4394D6D6-C66C-BDCC-3F4E-5B331D537461}"/>
                </a:ext>
              </a:extLst>
            </p:cNvPr>
            <p:cNvCxnSpPr>
              <a:cxnSpLocks/>
              <a:stCxn id="2267"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69" name="Straight Connector 2268">
              <a:extLst>
                <a:ext uri="{FF2B5EF4-FFF2-40B4-BE49-F238E27FC236}">
                  <a16:creationId xmlns:a16="http://schemas.microsoft.com/office/drawing/2014/main" id="{BA87C157-E803-FA9D-6D58-7F27B6A959F7}"/>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70" name="Group 2269">
            <a:extLst>
              <a:ext uri="{FF2B5EF4-FFF2-40B4-BE49-F238E27FC236}">
                <a16:creationId xmlns:a16="http://schemas.microsoft.com/office/drawing/2014/main" id="{4FED9E79-6B4B-31F4-75BC-68ADDD1E49C9}"/>
              </a:ext>
            </a:extLst>
          </p:cNvPr>
          <p:cNvGrpSpPr/>
          <p:nvPr/>
        </p:nvGrpSpPr>
        <p:grpSpPr>
          <a:xfrm>
            <a:off x="11356238" y="3694774"/>
            <a:ext cx="721206" cy="609701"/>
            <a:chOff x="11356238" y="3694774"/>
            <a:chExt cx="721206" cy="609701"/>
          </a:xfrm>
        </p:grpSpPr>
        <p:sp>
          <p:nvSpPr>
            <p:cNvPr id="2271" name="Rectangle 2270">
              <a:hlinkHover r:id="" action="ppaction://noaction" highlightClick="1"/>
              <a:extLst>
                <a:ext uri="{FF2B5EF4-FFF2-40B4-BE49-F238E27FC236}">
                  <a16:creationId xmlns:a16="http://schemas.microsoft.com/office/drawing/2014/main" id="{505233B1-0FC6-74B6-ED5F-8CA038E3812F}"/>
                </a:ext>
              </a:extLst>
            </p:cNvPr>
            <p:cNvSpPr/>
            <p:nvPr/>
          </p:nvSpPr>
          <p:spPr>
            <a:xfrm>
              <a:off x="11356238" y="369477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2272" name="Oval 2271">
              <a:extLst>
                <a:ext uri="{FF2B5EF4-FFF2-40B4-BE49-F238E27FC236}">
                  <a16:creationId xmlns:a16="http://schemas.microsoft.com/office/drawing/2014/main" id="{A464C71D-B8E5-3632-37FB-DA74FD4745A5}"/>
                </a:ext>
              </a:extLst>
            </p:cNvPr>
            <p:cNvSpPr/>
            <p:nvPr/>
          </p:nvSpPr>
          <p:spPr>
            <a:xfrm>
              <a:off x="11934777" y="3702531"/>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3" name="Isosceles Triangle 648">
              <a:extLst>
                <a:ext uri="{FF2B5EF4-FFF2-40B4-BE49-F238E27FC236}">
                  <a16:creationId xmlns:a16="http://schemas.microsoft.com/office/drawing/2014/main" id="{4C2BEBD9-9BE0-0D10-3A0F-AE342DB8CE74}"/>
                </a:ext>
              </a:extLst>
            </p:cNvPr>
            <p:cNvSpPr/>
            <p:nvPr/>
          </p:nvSpPr>
          <p:spPr>
            <a:xfrm>
              <a:off x="11964901"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74" name="Group 2273">
            <a:extLst>
              <a:ext uri="{FF2B5EF4-FFF2-40B4-BE49-F238E27FC236}">
                <a16:creationId xmlns:a16="http://schemas.microsoft.com/office/drawing/2014/main" id="{1BA9910E-EEDE-1F67-B00A-DE7A47584986}"/>
              </a:ext>
            </a:extLst>
          </p:cNvPr>
          <p:cNvGrpSpPr/>
          <p:nvPr/>
        </p:nvGrpSpPr>
        <p:grpSpPr>
          <a:xfrm>
            <a:off x="10509575" y="5141013"/>
            <a:ext cx="721206" cy="609701"/>
            <a:chOff x="10509575" y="5141013"/>
            <a:chExt cx="721206" cy="609701"/>
          </a:xfrm>
        </p:grpSpPr>
        <p:sp>
          <p:nvSpPr>
            <p:cNvPr id="2275" name="Rectangle 2274">
              <a:hlinkHover r:id="" action="ppaction://noaction" highlightClick="1"/>
              <a:extLst>
                <a:ext uri="{FF2B5EF4-FFF2-40B4-BE49-F238E27FC236}">
                  <a16:creationId xmlns:a16="http://schemas.microsoft.com/office/drawing/2014/main" id="{C1C0D121-509D-7F0D-7071-CC5C627E757F}"/>
                </a:ext>
              </a:extLst>
            </p:cNvPr>
            <p:cNvSpPr/>
            <p:nvPr/>
          </p:nvSpPr>
          <p:spPr>
            <a:xfrm>
              <a:off x="10509575"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2276" name="Oval 2275">
              <a:extLst>
                <a:ext uri="{FF2B5EF4-FFF2-40B4-BE49-F238E27FC236}">
                  <a16:creationId xmlns:a16="http://schemas.microsoft.com/office/drawing/2014/main" id="{FFF116AC-A196-D0A0-30C1-5E9EE693EB84}"/>
                </a:ext>
              </a:extLst>
            </p:cNvPr>
            <p:cNvSpPr/>
            <p:nvPr/>
          </p:nvSpPr>
          <p:spPr>
            <a:xfrm>
              <a:off x="11088114" y="514877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7" name="Isosceles Triangle 648">
              <a:extLst>
                <a:ext uri="{FF2B5EF4-FFF2-40B4-BE49-F238E27FC236}">
                  <a16:creationId xmlns:a16="http://schemas.microsoft.com/office/drawing/2014/main" id="{D556393D-A17F-C76F-D13A-965CFEE16FCC}"/>
                </a:ext>
              </a:extLst>
            </p:cNvPr>
            <p:cNvSpPr/>
            <p:nvPr/>
          </p:nvSpPr>
          <p:spPr>
            <a:xfrm>
              <a:off x="11118238" y="51622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78" name="Group 2277">
            <a:extLst>
              <a:ext uri="{FF2B5EF4-FFF2-40B4-BE49-F238E27FC236}">
                <a16:creationId xmlns:a16="http://schemas.microsoft.com/office/drawing/2014/main" id="{99EAE269-E0C4-6713-2A2B-F8F46C03254A}"/>
              </a:ext>
            </a:extLst>
          </p:cNvPr>
          <p:cNvGrpSpPr/>
          <p:nvPr/>
        </p:nvGrpSpPr>
        <p:grpSpPr>
          <a:xfrm>
            <a:off x="7957577" y="1532276"/>
            <a:ext cx="721206" cy="609701"/>
            <a:chOff x="7957577" y="1532276"/>
            <a:chExt cx="721206" cy="609701"/>
          </a:xfrm>
        </p:grpSpPr>
        <p:sp>
          <p:nvSpPr>
            <p:cNvPr id="2279" name="Rectangle 2278">
              <a:hlinkHover r:id="" action="ppaction://noaction" highlightClick="1"/>
              <a:extLst>
                <a:ext uri="{FF2B5EF4-FFF2-40B4-BE49-F238E27FC236}">
                  <a16:creationId xmlns:a16="http://schemas.microsoft.com/office/drawing/2014/main" id="{B0FFB6FE-8CCF-95A3-A009-21E5FDF2E455}"/>
                </a:ext>
              </a:extLst>
            </p:cNvPr>
            <p:cNvSpPr/>
            <p:nvPr/>
          </p:nvSpPr>
          <p:spPr>
            <a:xfrm>
              <a:off x="7957577"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2280" name="Rectangle 2279">
              <a:extLst>
                <a:ext uri="{FF2B5EF4-FFF2-40B4-BE49-F238E27FC236}">
                  <a16:creationId xmlns:a16="http://schemas.microsoft.com/office/drawing/2014/main" id="{690B4AD1-B686-AF47-8839-F6B296544833}"/>
                </a:ext>
              </a:extLst>
            </p:cNvPr>
            <p:cNvSpPr/>
            <p:nvPr/>
          </p:nvSpPr>
          <p:spPr>
            <a:xfrm flipV="1">
              <a:off x="8571630" y="153528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1" name="Oval 15">
              <a:extLst>
                <a:ext uri="{FF2B5EF4-FFF2-40B4-BE49-F238E27FC236}">
                  <a16:creationId xmlns:a16="http://schemas.microsoft.com/office/drawing/2014/main" id="{8107F2C4-4CFC-AAAC-799E-AE6B4CF11F3D}"/>
                </a:ext>
              </a:extLst>
            </p:cNvPr>
            <p:cNvSpPr/>
            <p:nvPr/>
          </p:nvSpPr>
          <p:spPr>
            <a:xfrm>
              <a:off x="8599019" y="1572027"/>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82" name="Straight Connector 2281">
              <a:extLst>
                <a:ext uri="{FF2B5EF4-FFF2-40B4-BE49-F238E27FC236}">
                  <a16:creationId xmlns:a16="http://schemas.microsoft.com/office/drawing/2014/main" id="{486A5AC5-B294-C123-6836-A11FEF181C9F}"/>
                </a:ext>
              </a:extLst>
            </p:cNvPr>
            <p:cNvCxnSpPr>
              <a:cxnSpLocks/>
              <a:stCxn id="2281" idx="0"/>
            </p:cNvCxnSpPr>
            <p:nvPr/>
          </p:nvCxnSpPr>
          <p:spPr>
            <a:xfrm flipV="1">
              <a:off x="8604716" y="154880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83" name="Straight Connector 2282">
              <a:extLst>
                <a:ext uri="{FF2B5EF4-FFF2-40B4-BE49-F238E27FC236}">
                  <a16:creationId xmlns:a16="http://schemas.microsoft.com/office/drawing/2014/main" id="{EF98C4C9-4154-3C3C-58BE-BAEFDF35B5B8}"/>
                </a:ext>
              </a:extLst>
            </p:cNvPr>
            <p:cNvCxnSpPr>
              <a:cxnSpLocks/>
            </p:cNvCxnSpPr>
            <p:nvPr/>
          </p:nvCxnSpPr>
          <p:spPr>
            <a:xfrm>
              <a:off x="8610435" y="154880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84" name="Group 2283">
            <a:extLst>
              <a:ext uri="{FF2B5EF4-FFF2-40B4-BE49-F238E27FC236}">
                <a16:creationId xmlns:a16="http://schemas.microsoft.com/office/drawing/2014/main" id="{E662FE1B-9570-46BE-7751-DCB229B64548}"/>
              </a:ext>
            </a:extLst>
          </p:cNvPr>
          <p:cNvGrpSpPr/>
          <p:nvPr/>
        </p:nvGrpSpPr>
        <p:grpSpPr>
          <a:xfrm>
            <a:off x="9656908" y="1532276"/>
            <a:ext cx="721206" cy="609701"/>
            <a:chOff x="9656908" y="1532276"/>
            <a:chExt cx="721206" cy="609701"/>
          </a:xfrm>
        </p:grpSpPr>
        <p:sp>
          <p:nvSpPr>
            <p:cNvPr id="2285" name="Rectangle 2284">
              <a:extLst>
                <a:ext uri="{FF2B5EF4-FFF2-40B4-BE49-F238E27FC236}">
                  <a16:creationId xmlns:a16="http://schemas.microsoft.com/office/drawing/2014/main" id="{ADC0C387-5F5E-5C6D-42E5-379E05CBD540}"/>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286" name="Rectangle 2285">
              <a:extLst>
                <a:ext uri="{FF2B5EF4-FFF2-40B4-BE49-F238E27FC236}">
                  <a16:creationId xmlns:a16="http://schemas.microsoft.com/office/drawing/2014/main" id="{B5411067-0216-F804-C2A2-3CB00086CEFB}"/>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7" name="Oval 15">
              <a:extLst>
                <a:ext uri="{FF2B5EF4-FFF2-40B4-BE49-F238E27FC236}">
                  <a16:creationId xmlns:a16="http://schemas.microsoft.com/office/drawing/2014/main" id="{D2057A2F-5F18-D3AB-947F-F2095E8AF6FB}"/>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88" name="Straight Connector 2287">
              <a:extLst>
                <a:ext uri="{FF2B5EF4-FFF2-40B4-BE49-F238E27FC236}">
                  <a16:creationId xmlns:a16="http://schemas.microsoft.com/office/drawing/2014/main" id="{6EE32016-67F9-D8C4-8965-9F3AE92BB71F}"/>
                </a:ext>
              </a:extLst>
            </p:cNvPr>
            <p:cNvCxnSpPr>
              <a:cxnSpLocks/>
              <a:stCxn id="2287"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89" name="Straight Connector 2288">
              <a:extLst>
                <a:ext uri="{FF2B5EF4-FFF2-40B4-BE49-F238E27FC236}">
                  <a16:creationId xmlns:a16="http://schemas.microsoft.com/office/drawing/2014/main" id="{0DE9218E-73D1-BB7D-9FA1-B47B8BB6461E}"/>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94" name="Group 2293">
            <a:extLst>
              <a:ext uri="{FF2B5EF4-FFF2-40B4-BE49-F238E27FC236}">
                <a16:creationId xmlns:a16="http://schemas.microsoft.com/office/drawing/2014/main" id="{5507AC57-432D-8A32-A276-054DEEDD4360}"/>
              </a:ext>
            </a:extLst>
          </p:cNvPr>
          <p:cNvGrpSpPr/>
          <p:nvPr/>
        </p:nvGrpSpPr>
        <p:grpSpPr>
          <a:xfrm>
            <a:off x="8807242" y="811556"/>
            <a:ext cx="721206" cy="609701"/>
            <a:chOff x="8807242" y="811556"/>
            <a:chExt cx="721206" cy="609701"/>
          </a:xfrm>
        </p:grpSpPr>
        <p:sp>
          <p:nvSpPr>
            <p:cNvPr id="2295" name="Rectangle 2294">
              <a:hlinkHover r:id="" action="ppaction://noaction" highlightClick="1"/>
              <a:extLst>
                <a:ext uri="{FF2B5EF4-FFF2-40B4-BE49-F238E27FC236}">
                  <a16:creationId xmlns:a16="http://schemas.microsoft.com/office/drawing/2014/main" id="{50E54329-F7D5-229B-3605-3CF58CE7B573}"/>
                </a:ext>
              </a:extLst>
            </p:cNvPr>
            <p:cNvSpPr/>
            <p:nvPr/>
          </p:nvSpPr>
          <p:spPr>
            <a:xfrm>
              <a:off x="8807242" y="81155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2296" name="Diamond 2295">
              <a:extLst>
                <a:ext uri="{FF2B5EF4-FFF2-40B4-BE49-F238E27FC236}">
                  <a16:creationId xmlns:a16="http://schemas.microsoft.com/office/drawing/2014/main" id="{B40458E9-3514-55E2-BA8D-98695327848F}"/>
                </a:ext>
              </a:extLst>
            </p:cNvPr>
            <p:cNvSpPr/>
            <p:nvPr/>
          </p:nvSpPr>
          <p:spPr>
            <a:xfrm>
              <a:off x="9398401" y="81852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7" name="Oval 2296">
              <a:extLst>
                <a:ext uri="{FF2B5EF4-FFF2-40B4-BE49-F238E27FC236}">
                  <a16:creationId xmlns:a16="http://schemas.microsoft.com/office/drawing/2014/main" id="{B7ED40BD-5FF1-A773-373E-385E4B31FE73}"/>
                </a:ext>
              </a:extLst>
            </p:cNvPr>
            <p:cNvSpPr/>
            <p:nvPr/>
          </p:nvSpPr>
          <p:spPr>
            <a:xfrm>
              <a:off x="9432604" y="85201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98" name="Group 2297">
            <a:extLst>
              <a:ext uri="{FF2B5EF4-FFF2-40B4-BE49-F238E27FC236}">
                <a16:creationId xmlns:a16="http://schemas.microsoft.com/office/drawing/2014/main" id="{91066AEF-1601-A3A4-98DD-36CABFB08841}"/>
              </a:ext>
            </a:extLst>
          </p:cNvPr>
          <p:cNvGrpSpPr/>
          <p:nvPr/>
        </p:nvGrpSpPr>
        <p:grpSpPr>
          <a:xfrm>
            <a:off x="431659" y="90836"/>
            <a:ext cx="721206" cy="609701"/>
            <a:chOff x="431659" y="90836"/>
            <a:chExt cx="721206" cy="609701"/>
          </a:xfrm>
        </p:grpSpPr>
        <p:sp>
          <p:nvSpPr>
            <p:cNvPr id="2299" name="Rectangle 2298">
              <a:extLst>
                <a:ext uri="{FF2B5EF4-FFF2-40B4-BE49-F238E27FC236}">
                  <a16:creationId xmlns:a16="http://schemas.microsoft.com/office/drawing/2014/main" id="{D2A881CC-D3EA-F5E4-B19E-63D6B45D4CD7}"/>
                </a:ext>
              </a:extLst>
            </p:cNvPr>
            <p:cNvSpPr/>
            <p:nvPr/>
          </p:nvSpPr>
          <p:spPr>
            <a:xfrm>
              <a:off x="43165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2300" name="Rectangle 2299">
              <a:extLst>
                <a:ext uri="{FF2B5EF4-FFF2-40B4-BE49-F238E27FC236}">
                  <a16:creationId xmlns:a16="http://schemas.microsoft.com/office/drawing/2014/main" id="{183F56C1-484B-18CA-9E09-3240EF7B74F0}"/>
                </a:ext>
              </a:extLst>
            </p:cNvPr>
            <p:cNvSpPr/>
            <p:nvPr/>
          </p:nvSpPr>
          <p:spPr>
            <a:xfrm flipV="1">
              <a:off x="1052673" y="908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1" name="Oval 15">
              <a:extLst>
                <a:ext uri="{FF2B5EF4-FFF2-40B4-BE49-F238E27FC236}">
                  <a16:creationId xmlns:a16="http://schemas.microsoft.com/office/drawing/2014/main" id="{EF981E2C-D944-AE93-24EE-599047F27FDE}"/>
                </a:ext>
              </a:extLst>
            </p:cNvPr>
            <p:cNvSpPr/>
            <p:nvPr/>
          </p:nvSpPr>
          <p:spPr>
            <a:xfrm>
              <a:off x="1080061"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02" name="Straight Connector 2301">
              <a:extLst>
                <a:ext uri="{FF2B5EF4-FFF2-40B4-BE49-F238E27FC236}">
                  <a16:creationId xmlns:a16="http://schemas.microsoft.com/office/drawing/2014/main" id="{B6FF3247-E3D9-74BC-DEAC-192EB74239E7}"/>
                </a:ext>
              </a:extLst>
            </p:cNvPr>
            <p:cNvCxnSpPr>
              <a:cxnSpLocks/>
              <a:stCxn id="2301" idx="0"/>
            </p:cNvCxnSpPr>
            <p:nvPr/>
          </p:nvCxnSpPr>
          <p:spPr>
            <a:xfrm flipV="1">
              <a:off x="1085758" y="104349"/>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03" name="Straight Connector 2302">
              <a:extLst>
                <a:ext uri="{FF2B5EF4-FFF2-40B4-BE49-F238E27FC236}">
                  <a16:creationId xmlns:a16="http://schemas.microsoft.com/office/drawing/2014/main" id="{AFFFD057-2046-3EA2-E4FE-F73CF56851C9}"/>
                </a:ext>
              </a:extLst>
            </p:cNvPr>
            <p:cNvCxnSpPr>
              <a:cxnSpLocks/>
            </p:cNvCxnSpPr>
            <p:nvPr/>
          </p:nvCxnSpPr>
          <p:spPr>
            <a:xfrm>
              <a:off x="1091477" y="104349"/>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04" name="Group 2303">
            <a:extLst>
              <a:ext uri="{FF2B5EF4-FFF2-40B4-BE49-F238E27FC236}">
                <a16:creationId xmlns:a16="http://schemas.microsoft.com/office/drawing/2014/main" id="{A98AA9AB-974B-8E76-A3E6-D7D10F2E21B8}"/>
              </a:ext>
            </a:extLst>
          </p:cNvPr>
          <p:cNvGrpSpPr/>
          <p:nvPr/>
        </p:nvGrpSpPr>
        <p:grpSpPr>
          <a:xfrm>
            <a:off x="1267284" y="90836"/>
            <a:ext cx="721206" cy="609701"/>
            <a:chOff x="1267284" y="90836"/>
            <a:chExt cx="721206" cy="609701"/>
          </a:xfrm>
        </p:grpSpPr>
        <p:sp>
          <p:nvSpPr>
            <p:cNvPr id="2305" name="Rectangle 2304">
              <a:extLst>
                <a:ext uri="{FF2B5EF4-FFF2-40B4-BE49-F238E27FC236}">
                  <a16:creationId xmlns:a16="http://schemas.microsoft.com/office/drawing/2014/main" id="{17EB832B-CC84-96B9-F828-F3491BFAD8E8}"/>
                </a:ext>
              </a:extLst>
            </p:cNvPr>
            <p:cNvSpPr/>
            <p:nvPr/>
          </p:nvSpPr>
          <p:spPr>
            <a:xfrm>
              <a:off x="1267284"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2306" name="Rectangle 2305">
              <a:extLst>
                <a:ext uri="{FF2B5EF4-FFF2-40B4-BE49-F238E27FC236}">
                  <a16:creationId xmlns:a16="http://schemas.microsoft.com/office/drawing/2014/main" id="{0D2B1750-906F-F838-859C-9CB0D7C617A7}"/>
                </a:ext>
              </a:extLst>
            </p:cNvPr>
            <p:cNvSpPr/>
            <p:nvPr/>
          </p:nvSpPr>
          <p:spPr>
            <a:xfrm flipV="1">
              <a:off x="1887254"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7" name="Oval 15">
              <a:extLst>
                <a:ext uri="{FF2B5EF4-FFF2-40B4-BE49-F238E27FC236}">
                  <a16:creationId xmlns:a16="http://schemas.microsoft.com/office/drawing/2014/main" id="{501F8CBB-A67C-3FF8-97DD-5C30E891F9F1}"/>
                </a:ext>
              </a:extLst>
            </p:cNvPr>
            <p:cNvSpPr/>
            <p:nvPr/>
          </p:nvSpPr>
          <p:spPr>
            <a:xfrm>
              <a:off x="1914643"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08" name="Straight Connector 2307">
              <a:extLst>
                <a:ext uri="{FF2B5EF4-FFF2-40B4-BE49-F238E27FC236}">
                  <a16:creationId xmlns:a16="http://schemas.microsoft.com/office/drawing/2014/main" id="{95BD553A-6370-801B-91B9-7A7DAB6336DD}"/>
                </a:ext>
              </a:extLst>
            </p:cNvPr>
            <p:cNvCxnSpPr>
              <a:cxnSpLocks/>
              <a:stCxn id="2307" idx="0"/>
            </p:cNvCxnSpPr>
            <p:nvPr/>
          </p:nvCxnSpPr>
          <p:spPr>
            <a:xfrm flipV="1">
              <a:off x="1920339"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09" name="Straight Connector 2308">
              <a:extLst>
                <a:ext uri="{FF2B5EF4-FFF2-40B4-BE49-F238E27FC236}">
                  <a16:creationId xmlns:a16="http://schemas.microsoft.com/office/drawing/2014/main" id="{F7125BFB-AF33-6D18-85B5-2DD9A96A27B4}"/>
                </a:ext>
              </a:extLst>
            </p:cNvPr>
            <p:cNvCxnSpPr>
              <a:cxnSpLocks/>
            </p:cNvCxnSpPr>
            <p:nvPr/>
          </p:nvCxnSpPr>
          <p:spPr>
            <a:xfrm>
              <a:off x="1926058"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10" name="Group 2309">
            <a:extLst>
              <a:ext uri="{FF2B5EF4-FFF2-40B4-BE49-F238E27FC236}">
                <a16:creationId xmlns:a16="http://schemas.microsoft.com/office/drawing/2014/main" id="{393B0A2E-69B6-B4FF-936F-7B3088B035A2}"/>
              </a:ext>
            </a:extLst>
          </p:cNvPr>
          <p:cNvGrpSpPr/>
          <p:nvPr/>
        </p:nvGrpSpPr>
        <p:grpSpPr>
          <a:xfrm>
            <a:off x="2102909" y="90836"/>
            <a:ext cx="721206" cy="609701"/>
            <a:chOff x="2102909" y="90836"/>
            <a:chExt cx="721206" cy="609701"/>
          </a:xfrm>
        </p:grpSpPr>
        <p:sp>
          <p:nvSpPr>
            <p:cNvPr id="2311" name="Rectangle 2310">
              <a:extLst>
                <a:ext uri="{FF2B5EF4-FFF2-40B4-BE49-F238E27FC236}">
                  <a16:creationId xmlns:a16="http://schemas.microsoft.com/office/drawing/2014/main" id="{CB6D6098-D43F-8E47-1E6A-6A7E711A3BAF}"/>
                </a:ext>
              </a:extLst>
            </p:cNvPr>
            <p:cNvSpPr/>
            <p:nvPr/>
          </p:nvSpPr>
          <p:spPr>
            <a:xfrm>
              <a:off x="210290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2312" name="Rectangle 2311">
              <a:extLst>
                <a:ext uri="{FF2B5EF4-FFF2-40B4-BE49-F238E27FC236}">
                  <a16:creationId xmlns:a16="http://schemas.microsoft.com/office/drawing/2014/main" id="{A5453DCF-F112-80E8-45F6-66AF4C31423A}"/>
                </a:ext>
              </a:extLst>
            </p:cNvPr>
            <p:cNvSpPr/>
            <p:nvPr/>
          </p:nvSpPr>
          <p:spPr>
            <a:xfrm flipV="1">
              <a:off x="2722879"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3" name="Oval 15">
              <a:extLst>
                <a:ext uri="{FF2B5EF4-FFF2-40B4-BE49-F238E27FC236}">
                  <a16:creationId xmlns:a16="http://schemas.microsoft.com/office/drawing/2014/main" id="{B0D30125-C678-FD21-BA48-97A7EACAB4C4}"/>
                </a:ext>
              </a:extLst>
            </p:cNvPr>
            <p:cNvSpPr/>
            <p:nvPr/>
          </p:nvSpPr>
          <p:spPr>
            <a:xfrm>
              <a:off x="2750268"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14" name="Straight Connector 2313">
              <a:extLst>
                <a:ext uri="{FF2B5EF4-FFF2-40B4-BE49-F238E27FC236}">
                  <a16:creationId xmlns:a16="http://schemas.microsoft.com/office/drawing/2014/main" id="{D007A4F6-142B-AB51-F7A9-38BD7D200C1B}"/>
                </a:ext>
              </a:extLst>
            </p:cNvPr>
            <p:cNvCxnSpPr>
              <a:cxnSpLocks/>
              <a:stCxn id="2313" idx="0"/>
            </p:cNvCxnSpPr>
            <p:nvPr/>
          </p:nvCxnSpPr>
          <p:spPr>
            <a:xfrm flipV="1">
              <a:off x="2755964"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15" name="Straight Connector 2314">
              <a:extLst>
                <a:ext uri="{FF2B5EF4-FFF2-40B4-BE49-F238E27FC236}">
                  <a16:creationId xmlns:a16="http://schemas.microsoft.com/office/drawing/2014/main" id="{52D7AB95-DE21-3B27-C665-2C57FDABDF19}"/>
                </a:ext>
              </a:extLst>
            </p:cNvPr>
            <p:cNvCxnSpPr>
              <a:cxnSpLocks/>
            </p:cNvCxnSpPr>
            <p:nvPr/>
          </p:nvCxnSpPr>
          <p:spPr>
            <a:xfrm>
              <a:off x="2761683"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16" name="Group 2315">
            <a:extLst>
              <a:ext uri="{FF2B5EF4-FFF2-40B4-BE49-F238E27FC236}">
                <a16:creationId xmlns:a16="http://schemas.microsoft.com/office/drawing/2014/main" id="{64FC2875-18C8-EF66-3A8C-8B452A93041C}"/>
              </a:ext>
            </a:extLst>
          </p:cNvPr>
          <p:cNvGrpSpPr/>
          <p:nvPr/>
        </p:nvGrpSpPr>
        <p:grpSpPr>
          <a:xfrm>
            <a:off x="3778363" y="2253333"/>
            <a:ext cx="721206" cy="609701"/>
            <a:chOff x="3778363" y="2253333"/>
            <a:chExt cx="721206" cy="609701"/>
          </a:xfrm>
        </p:grpSpPr>
        <p:sp>
          <p:nvSpPr>
            <p:cNvPr id="2317" name="Rectangle 2316">
              <a:extLst>
                <a:ext uri="{FF2B5EF4-FFF2-40B4-BE49-F238E27FC236}">
                  <a16:creationId xmlns:a16="http://schemas.microsoft.com/office/drawing/2014/main" id="{36E7A0BF-6475-8F8C-BCC4-BD371DA6B2DB}"/>
                </a:ext>
              </a:extLst>
            </p:cNvPr>
            <p:cNvSpPr/>
            <p:nvPr/>
          </p:nvSpPr>
          <p:spPr>
            <a:xfrm>
              <a:off x="3778363"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2318" name="Rectangle 2317">
              <a:extLst>
                <a:ext uri="{FF2B5EF4-FFF2-40B4-BE49-F238E27FC236}">
                  <a16:creationId xmlns:a16="http://schemas.microsoft.com/office/drawing/2014/main" id="{DC172266-AD0F-3C26-6DC6-18194869EB7C}"/>
                </a:ext>
              </a:extLst>
            </p:cNvPr>
            <p:cNvSpPr/>
            <p:nvPr/>
          </p:nvSpPr>
          <p:spPr>
            <a:xfrm flipV="1">
              <a:off x="4399377" y="2255721"/>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9" name="Oval 15">
              <a:extLst>
                <a:ext uri="{FF2B5EF4-FFF2-40B4-BE49-F238E27FC236}">
                  <a16:creationId xmlns:a16="http://schemas.microsoft.com/office/drawing/2014/main" id="{608BFDB2-2F1B-BC2C-F6A7-5C941C6426B5}"/>
                </a:ext>
              </a:extLst>
            </p:cNvPr>
            <p:cNvSpPr/>
            <p:nvPr/>
          </p:nvSpPr>
          <p:spPr>
            <a:xfrm>
              <a:off x="4426765"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20" name="Straight Connector 2319">
              <a:extLst>
                <a:ext uri="{FF2B5EF4-FFF2-40B4-BE49-F238E27FC236}">
                  <a16:creationId xmlns:a16="http://schemas.microsoft.com/office/drawing/2014/main" id="{CDDFAF1A-8FA8-11B3-6EED-411AA607D086}"/>
                </a:ext>
              </a:extLst>
            </p:cNvPr>
            <p:cNvCxnSpPr>
              <a:cxnSpLocks/>
              <a:stCxn id="2319" idx="0"/>
            </p:cNvCxnSpPr>
            <p:nvPr/>
          </p:nvCxnSpPr>
          <p:spPr>
            <a:xfrm flipV="1">
              <a:off x="4432462" y="2269234"/>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21" name="Straight Connector 2320">
              <a:extLst>
                <a:ext uri="{FF2B5EF4-FFF2-40B4-BE49-F238E27FC236}">
                  <a16:creationId xmlns:a16="http://schemas.microsoft.com/office/drawing/2014/main" id="{8A9E8D51-7B42-8081-770C-18BE34955BB2}"/>
                </a:ext>
              </a:extLst>
            </p:cNvPr>
            <p:cNvCxnSpPr>
              <a:cxnSpLocks/>
            </p:cNvCxnSpPr>
            <p:nvPr/>
          </p:nvCxnSpPr>
          <p:spPr>
            <a:xfrm>
              <a:off x="4438181" y="2269234"/>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22" name="Group 2321">
            <a:extLst>
              <a:ext uri="{FF2B5EF4-FFF2-40B4-BE49-F238E27FC236}">
                <a16:creationId xmlns:a16="http://schemas.microsoft.com/office/drawing/2014/main" id="{41172C11-F51C-07E3-C5D9-1C0B714355CE}"/>
              </a:ext>
            </a:extLst>
          </p:cNvPr>
          <p:cNvGrpSpPr/>
          <p:nvPr/>
        </p:nvGrpSpPr>
        <p:grpSpPr>
          <a:xfrm>
            <a:off x="2105349" y="1532276"/>
            <a:ext cx="721206" cy="609701"/>
            <a:chOff x="2105349" y="1532276"/>
            <a:chExt cx="721206" cy="609701"/>
          </a:xfrm>
        </p:grpSpPr>
        <p:sp>
          <p:nvSpPr>
            <p:cNvPr id="2323" name="Rectangle 2322">
              <a:extLst>
                <a:ext uri="{FF2B5EF4-FFF2-40B4-BE49-F238E27FC236}">
                  <a16:creationId xmlns:a16="http://schemas.microsoft.com/office/drawing/2014/main" id="{EF065B6D-DC8B-ABCD-71DA-2AE5CEAEE59C}"/>
                </a:ext>
              </a:extLst>
            </p:cNvPr>
            <p:cNvSpPr/>
            <p:nvPr/>
          </p:nvSpPr>
          <p:spPr>
            <a:xfrm>
              <a:off x="210534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2324" name="Rectangle 2323">
              <a:extLst>
                <a:ext uri="{FF2B5EF4-FFF2-40B4-BE49-F238E27FC236}">
                  <a16:creationId xmlns:a16="http://schemas.microsoft.com/office/drawing/2014/main" id="{4320176D-0204-E71D-CC99-7A7B605C01C4}"/>
                </a:ext>
              </a:extLst>
            </p:cNvPr>
            <p:cNvSpPr/>
            <p:nvPr/>
          </p:nvSpPr>
          <p:spPr>
            <a:xfrm flipV="1">
              <a:off x="2723327" y="153912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5" name="Oval 15">
              <a:extLst>
                <a:ext uri="{FF2B5EF4-FFF2-40B4-BE49-F238E27FC236}">
                  <a16:creationId xmlns:a16="http://schemas.microsoft.com/office/drawing/2014/main" id="{DDF6BB0C-1665-E0A7-13CE-10307D49DAB1}"/>
                </a:ext>
              </a:extLst>
            </p:cNvPr>
            <p:cNvSpPr/>
            <p:nvPr/>
          </p:nvSpPr>
          <p:spPr>
            <a:xfrm>
              <a:off x="2750716" y="157586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26" name="Straight Connector 2325">
              <a:extLst>
                <a:ext uri="{FF2B5EF4-FFF2-40B4-BE49-F238E27FC236}">
                  <a16:creationId xmlns:a16="http://schemas.microsoft.com/office/drawing/2014/main" id="{2EA3D17E-7715-0289-56DA-5FA4FB87E760}"/>
                </a:ext>
              </a:extLst>
            </p:cNvPr>
            <p:cNvCxnSpPr>
              <a:cxnSpLocks/>
              <a:stCxn id="2325" idx="0"/>
            </p:cNvCxnSpPr>
            <p:nvPr/>
          </p:nvCxnSpPr>
          <p:spPr>
            <a:xfrm flipV="1">
              <a:off x="2756412" y="1552636"/>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27" name="Straight Connector 2326">
              <a:extLst>
                <a:ext uri="{FF2B5EF4-FFF2-40B4-BE49-F238E27FC236}">
                  <a16:creationId xmlns:a16="http://schemas.microsoft.com/office/drawing/2014/main" id="{BD66F713-8715-80A6-E6D4-8C34FC228532}"/>
                </a:ext>
              </a:extLst>
            </p:cNvPr>
            <p:cNvCxnSpPr>
              <a:cxnSpLocks/>
            </p:cNvCxnSpPr>
            <p:nvPr/>
          </p:nvCxnSpPr>
          <p:spPr>
            <a:xfrm>
              <a:off x="2762131" y="1552636"/>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28" name="Group 2327">
            <a:extLst>
              <a:ext uri="{FF2B5EF4-FFF2-40B4-BE49-F238E27FC236}">
                <a16:creationId xmlns:a16="http://schemas.microsoft.com/office/drawing/2014/main" id="{3F15F4C3-5566-BF30-FEF0-45F6D4DF31BC}"/>
              </a:ext>
            </a:extLst>
          </p:cNvPr>
          <p:cNvGrpSpPr/>
          <p:nvPr/>
        </p:nvGrpSpPr>
        <p:grpSpPr>
          <a:xfrm>
            <a:off x="431659" y="1532275"/>
            <a:ext cx="721893" cy="610039"/>
            <a:chOff x="431659" y="1532275"/>
            <a:chExt cx="721893" cy="610039"/>
          </a:xfrm>
        </p:grpSpPr>
        <p:sp>
          <p:nvSpPr>
            <p:cNvPr id="2329" name="Rectangle 2328">
              <a:extLst>
                <a:ext uri="{FF2B5EF4-FFF2-40B4-BE49-F238E27FC236}">
                  <a16:creationId xmlns:a16="http://schemas.microsoft.com/office/drawing/2014/main" id="{D9703C92-C97C-B46E-BD17-F15945DC790E}"/>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2330" name="Right Triangle 2329">
              <a:extLst>
                <a:ext uri="{FF2B5EF4-FFF2-40B4-BE49-F238E27FC236}">
                  <a16:creationId xmlns:a16="http://schemas.microsoft.com/office/drawing/2014/main" id="{843A72CE-16D2-042D-B997-4F17860DE31A}"/>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331" name="Group 2330">
              <a:extLst>
                <a:ext uri="{FF2B5EF4-FFF2-40B4-BE49-F238E27FC236}">
                  <a16:creationId xmlns:a16="http://schemas.microsoft.com/office/drawing/2014/main" id="{DFD4B061-D101-09BE-0353-C83EA602C6AB}"/>
                </a:ext>
              </a:extLst>
            </p:cNvPr>
            <p:cNvGrpSpPr/>
            <p:nvPr/>
          </p:nvGrpSpPr>
          <p:grpSpPr>
            <a:xfrm>
              <a:off x="1102941" y="1538369"/>
              <a:ext cx="37817" cy="61390"/>
              <a:chOff x="3883481" y="2057400"/>
              <a:chExt cx="1608363" cy="2652031"/>
            </a:xfrm>
            <a:solidFill>
              <a:srgbClr val="A6A6A6"/>
            </a:solidFill>
          </p:grpSpPr>
          <p:sp>
            <p:nvSpPr>
              <p:cNvPr id="2332" name="Oval 27">
                <a:extLst>
                  <a:ext uri="{FF2B5EF4-FFF2-40B4-BE49-F238E27FC236}">
                    <a16:creationId xmlns:a16="http://schemas.microsoft.com/office/drawing/2014/main" id="{C53F2F00-D07D-6413-8280-AE917D75335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33" name="Oval 28">
                <a:extLst>
                  <a:ext uri="{FF2B5EF4-FFF2-40B4-BE49-F238E27FC236}">
                    <a16:creationId xmlns:a16="http://schemas.microsoft.com/office/drawing/2014/main" id="{2EED1B8D-DEF3-019E-8E12-0D1270E5F5E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34" name="Group 2333">
            <a:extLst>
              <a:ext uri="{FF2B5EF4-FFF2-40B4-BE49-F238E27FC236}">
                <a16:creationId xmlns:a16="http://schemas.microsoft.com/office/drawing/2014/main" id="{F25DECC4-237A-B711-7CD1-7B75E180B284}"/>
              </a:ext>
            </a:extLst>
          </p:cNvPr>
          <p:cNvGrpSpPr/>
          <p:nvPr/>
        </p:nvGrpSpPr>
        <p:grpSpPr>
          <a:xfrm>
            <a:off x="1268842" y="1532275"/>
            <a:ext cx="721206" cy="610039"/>
            <a:chOff x="1268842" y="1532275"/>
            <a:chExt cx="721206" cy="610039"/>
          </a:xfrm>
        </p:grpSpPr>
        <p:sp>
          <p:nvSpPr>
            <p:cNvPr id="2335" name="Rectangle 2334">
              <a:extLst>
                <a:ext uri="{FF2B5EF4-FFF2-40B4-BE49-F238E27FC236}">
                  <a16:creationId xmlns:a16="http://schemas.microsoft.com/office/drawing/2014/main" id="{A576DC30-7070-EB4F-2AE3-CB3A92D4BFFA}"/>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2336" name="Right Triangle 2335">
              <a:extLst>
                <a:ext uri="{FF2B5EF4-FFF2-40B4-BE49-F238E27FC236}">
                  <a16:creationId xmlns:a16="http://schemas.microsoft.com/office/drawing/2014/main" id="{FBF4FC33-D389-F29B-4A2E-36F2128C0B0C}"/>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337" name="Group 2336">
              <a:extLst>
                <a:ext uri="{FF2B5EF4-FFF2-40B4-BE49-F238E27FC236}">
                  <a16:creationId xmlns:a16="http://schemas.microsoft.com/office/drawing/2014/main" id="{2A93E31D-F348-936B-B06C-8DBEAECCCFE5}"/>
                </a:ext>
              </a:extLst>
            </p:cNvPr>
            <p:cNvGrpSpPr/>
            <p:nvPr/>
          </p:nvGrpSpPr>
          <p:grpSpPr>
            <a:xfrm>
              <a:off x="1939437" y="1538369"/>
              <a:ext cx="37817" cy="61390"/>
              <a:chOff x="3883481" y="2057400"/>
              <a:chExt cx="1608363" cy="2652031"/>
            </a:xfrm>
            <a:solidFill>
              <a:srgbClr val="A6A6A6"/>
            </a:solidFill>
          </p:grpSpPr>
          <p:sp>
            <p:nvSpPr>
              <p:cNvPr id="2338" name="Oval 27">
                <a:extLst>
                  <a:ext uri="{FF2B5EF4-FFF2-40B4-BE49-F238E27FC236}">
                    <a16:creationId xmlns:a16="http://schemas.microsoft.com/office/drawing/2014/main" id="{866C2FC6-8013-E2DD-DF20-D80F861754A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39" name="Oval 28">
                <a:extLst>
                  <a:ext uri="{FF2B5EF4-FFF2-40B4-BE49-F238E27FC236}">
                    <a16:creationId xmlns:a16="http://schemas.microsoft.com/office/drawing/2014/main" id="{F8845E37-7942-5BAB-E160-F50C5600D5B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40" name="Group 2339">
            <a:extLst>
              <a:ext uri="{FF2B5EF4-FFF2-40B4-BE49-F238E27FC236}">
                <a16:creationId xmlns:a16="http://schemas.microsoft.com/office/drawing/2014/main" id="{481259B3-E58E-2D67-BBFC-14BA5608DE45}"/>
              </a:ext>
            </a:extLst>
          </p:cNvPr>
          <p:cNvGrpSpPr/>
          <p:nvPr/>
        </p:nvGrpSpPr>
        <p:grpSpPr>
          <a:xfrm>
            <a:off x="2938534" y="811556"/>
            <a:ext cx="721206" cy="609701"/>
            <a:chOff x="2938534" y="811556"/>
            <a:chExt cx="721206" cy="609701"/>
          </a:xfrm>
        </p:grpSpPr>
        <p:sp>
          <p:nvSpPr>
            <p:cNvPr id="2341" name="Rectangle 2340">
              <a:extLst>
                <a:ext uri="{FF2B5EF4-FFF2-40B4-BE49-F238E27FC236}">
                  <a16:creationId xmlns:a16="http://schemas.microsoft.com/office/drawing/2014/main" id="{722A510F-7DF3-EBCC-D269-2707409848F8}"/>
                </a:ext>
              </a:extLst>
            </p:cNvPr>
            <p:cNvSpPr/>
            <p:nvPr/>
          </p:nvSpPr>
          <p:spPr>
            <a:xfrm>
              <a:off x="2938534"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2342" name="Rectangle 2341">
              <a:extLst>
                <a:ext uri="{FF2B5EF4-FFF2-40B4-BE49-F238E27FC236}">
                  <a16:creationId xmlns:a16="http://schemas.microsoft.com/office/drawing/2014/main" id="{291EB277-F150-3727-69B2-2BE46FD8C169}"/>
                </a:ext>
              </a:extLst>
            </p:cNvPr>
            <p:cNvSpPr/>
            <p:nvPr/>
          </p:nvSpPr>
          <p:spPr>
            <a:xfrm flipV="1">
              <a:off x="3554781"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43" name="Oval 15">
              <a:extLst>
                <a:ext uri="{FF2B5EF4-FFF2-40B4-BE49-F238E27FC236}">
                  <a16:creationId xmlns:a16="http://schemas.microsoft.com/office/drawing/2014/main" id="{1494372D-FB9C-6144-D350-A17ED6208389}"/>
                </a:ext>
              </a:extLst>
            </p:cNvPr>
            <p:cNvSpPr/>
            <p:nvPr/>
          </p:nvSpPr>
          <p:spPr>
            <a:xfrm>
              <a:off x="3582170"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44" name="Straight Connector 2343">
              <a:extLst>
                <a:ext uri="{FF2B5EF4-FFF2-40B4-BE49-F238E27FC236}">
                  <a16:creationId xmlns:a16="http://schemas.microsoft.com/office/drawing/2014/main" id="{F1D59584-92F2-5041-518E-6AECD3C4DFD9}"/>
                </a:ext>
              </a:extLst>
            </p:cNvPr>
            <p:cNvCxnSpPr>
              <a:cxnSpLocks/>
              <a:stCxn id="2343" idx="0"/>
            </p:cNvCxnSpPr>
            <p:nvPr/>
          </p:nvCxnSpPr>
          <p:spPr>
            <a:xfrm flipV="1">
              <a:off x="3587866"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45" name="Straight Connector 2344">
              <a:extLst>
                <a:ext uri="{FF2B5EF4-FFF2-40B4-BE49-F238E27FC236}">
                  <a16:creationId xmlns:a16="http://schemas.microsoft.com/office/drawing/2014/main" id="{0827B43A-3385-ED76-54F7-B94685AC2446}"/>
                </a:ext>
              </a:extLst>
            </p:cNvPr>
            <p:cNvCxnSpPr>
              <a:cxnSpLocks/>
            </p:cNvCxnSpPr>
            <p:nvPr/>
          </p:nvCxnSpPr>
          <p:spPr>
            <a:xfrm>
              <a:off x="3593585"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46" name="Group 2345">
            <a:extLst>
              <a:ext uri="{FF2B5EF4-FFF2-40B4-BE49-F238E27FC236}">
                <a16:creationId xmlns:a16="http://schemas.microsoft.com/office/drawing/2014/main" id="{64F33883-C923-E836-30D7-D6E89E3723E6}"/>
              </a:ext>
            </a:extLst>
          </p:cNvPr>
          <p:cNvGrpSpPr/>
          <p:nvPr/>
        </p:nvGrpSpPr>
        <p:grpSpPr>
          <a:xfrm>
            <a:off x="1267284" y="811556"/>
            <a:ext cx="721206" cy="609701"/>
            <a:chOff x="1267284" y="811556"/>
            <a:chExt cx="721206" cy="609701"/>
          </a:xfrm>
        </p:grpSpPr>
        <p:sp>
          <p:nvSpPr>
            <p:cNvPr id="2347" name="Rectangle 2346">
              <a:extLst>
                <a:ext uri="{FF2B5EF4-FFF2-40B4-BE49-F238E27FC236}">
                  <a16:creationId xmlns:a16="http://schemas.microsoft.com/office/drawing/2014/main" id="{A0B26198-E86C-86F4-33DE-41BAEEA29349}"/>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2348" name="Right Triangle 2347">
              <a:extLst>
                <a:ext uri="{FF2B5EF4-FFF2-40B4-BE49-F238E27FC236}">
                  <a16:creationId xmlns:a16="http://schemas.microsoft.com/office/drawing/2014/main" id="{5ECDA159-4CA0-B7DE-DF41-EA0A8762838C}"/>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349" name="Group 2348">
              <a:extLst>
                <a:ext uri="{FF2B5EF4-FFF2-40B4-BE49-F238E27FC236}">
                  <a16:creationId xmlns:a16="http://schemas.microsoft.com/office/drawing/2014/main" id="{975912A6-5A6B-EB43-40EC-09E78B7064F4}"/>
                </a:ext>
              </a:extLst>
            </p:cNvPr>
            <p:cNvGrpSpPr/>
            <p:nvPr/>
          </p:nvGrpSpPr>
          <p:grpSpPr>
            <a:xfrm>
              <a:off x="1937879" y="819589"/>
              <a:ext cx="37817" cy="61390"/>
              <a:chOff x="3883481" y="2057400"/>
              <a:chExt cx="1608363" cy="2652031"/>
            </a:xfrm>
            <a:solidFill>
              <a:srgbClr val="A6A6A6"/>
            </a:solidFill>
          </p:grpSpPr>
          <p:sp>
            <p:nvSpPr>
              <p:cNvPr id="2350" name="Oval 27">
                <a:extLst>
                  <a:ext uri="{FF2B5EF4-FFF2-40B4-BE49-F238E27FC236}">
                    <a16:creationId xmlns:a16="http://schemas.microsoft.com/office/drawing/2014/main" id="{136335D5-F3ED-1ADF-E607-575D399F067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51" name="Oval 28">
                <a:extLst>
                  <a:ext uri="{FF2B5EF4-FFF2-40B4-BE49-F238E27FC236}">
                    <a16:creationId xmlns:a16="http://schemas.microsoft.com/office/drawing/2014/main" id="{90D69E9A-C12C-46DC-6529-7B3404FB2DB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62" name="Group 2361">
            <a:extLst>
              <a:ext uri="{FF2B5EF4-FFF2-40B4-BE49-F238E27FC236}">
                <a16:creationId xmlns:a16="http://schemas.microsoft.com/office/drawing/2014/main" id="{BE42130C-4779-6D37-91B1-A4856F7FF6A8}"/>
              </a:ext>
            </a:extLst>
          </p:cNvPr>
          <p:cNvGrpSpPr/>
          <p:nvPr/>
        </p:nvGrpSpPr>
        <p:grpSpPr>
          <a:xfrm>
            <a:off x="6286128" y="4419620"/>
            <a:ext cx="721206" cy="609701"/>
            <a:chOff x="6286128" y="4419620"/>
            <a:chExt cx="721206" cy="609701"/>
          </a:xfrm>
        </p:grpSpPr>
        <p:sp>
          <p:nvSpPr>
            <p:cNvPr id="2363" name="Rectangle 2362">
              <a:hlinkHover r:id="" action="ppaction://noaction" highlightClick="1"/>
              <a:extLst>
                <a:ext uri="{FF2B5EF4-FFF2-40B4-BE49-F238E27FC236}">
                  <a16:creationId xmlns:a16="http://schemas.microsoft.com/office/drawing/2014/main" id="{9C12073F-FF7F-44A3-7E0C-5C48D536CB80}"/>
                </a:ext>
              </a:extLst>
            </p:cNvPr>
            <p:cNvSpPr/>
            <p:nvPr/>
          </p:nvSpPr>
          <p:spPr>
            <a:xfrm>
              <a:off x="6286128"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2364" name="Oval 2363">
              <a:extLst>
                <a:ext uri="{FF2B5EF4-FFF2-40B4-BE49-F238E27FC236}">
                  <a16:creationId xmlns:a16="http://schemas.microsoft.com/office/drawing/2014/main" id="{61EA2032-5773-3561-7EE0-EBB894B99AD9}"/>
                </a:ext>
              </a:extLst>
            </p:cNvPr>
            <p:cNvSpPr/>
            <p:nvPr/>
          </p:nvSpPr>
          <p:spPr>
            <a:xfrm>
              <a:off x="6863906" y="442984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5" name="Isosceles Triangle 648">
              <a:extLst>
                <a:ext uri="{FF2B5EF4-FFF2-40B4-BE49-F238E27FC236}">
                  <a16:creationId xmlns:a16="http://schemas.microsoft.com/office/drawing/2014/main" id="{A3A1DBD7-5E83-CF3D-0B66-2F01E7BA00D8}"/>
                </a:ext>
              </a:extLst>
            </p:cNvPr>
            <p:cNvSpPr/>
            <p:nvPr/>
          </p:nvSpPr>
          <p:spPr>
            <a:xfrm>
              <a:off x="6894030" y="444335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CA4CF8D9-AB3C-A762-9C7B-BC34766EADE7}"/>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7E78B032-564C-E3A2-8D1A-80B3F5B5FD65}"/>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22A0909C-D657-26F7-0BBE-559F6030BC01}"/>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CE4918DC-DD44-C608-4CBC-89236A45ABE9}"/>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2561F4A5-40F1-75D4-97FC-EC058A0DF1A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2C53598D-FC72-F749-9880-089EBDAADA2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FB304B15-68CA-026D-AE74-96F0CE3FA1EA}"/>
              </a:ext>
            </a:extLst>
          </p:cNvPr>
          <p:cNvGrpSpPr/>
          <p:nvPr/>
        </p:nvGrpSpPr>
        <p:grpSpPr>
          <a:xfrm>
            <a:off x="4615774" y="3698231"/>
            <a:ext cx="721206" cy="609701"/>
            <a:chOff x="4615774" y="3698231"/>
            <a:chExt cx="721206" cy="609701"/>
          </a:xfrm>
        </p:grpSpPr>
        <p:sp>
          <p:nvSpPr>
            <p:cNvPr id="15" name="Rectangle 14">
              <a:hlinkHover r:id="" action="ppaction://noaction" highlightClick="1"/>
              <a:extLst>
                <a:ext uri="{FF2B5EF4-FFF2-40B4-BE49-F238E27FC236}">
                  <a16:creationId xmlns:a16="http://schemas.microsoft.com/office/drawing/2014/main" id="{B6A891CA-DE43-B32E-5B3A-76FF7972035E}"/>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05C48638-6CCB-EACC-961D-CB6031D210B8}"/>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6D12D1D1-ADB4-AB5C-B63A-CFC15602116B}"/>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 name="Group 17">
            <a:extLst>
              <a:ext uri="{FF2B5EF4-FFF2-40B4-BE49-F238E27FC236}">
                <a16:creationId xmlns:a16="http://schemas.microsoft.com/office/drawing/2014/main" id="{EB01C62F-108E-76AC-EB8A-BE2B589CE098}"/>
              </a:ext>
            </a:extLst>
          </p:cNvPr>
          <p:cNvGrpSpPr/>
          <p:nvPr/>
        </p:nvGrpSpPr>
        <p:grpSpPr>
          <a:xfrm>
            <a:off x="2100392" y="4419620"/>
            <a:ext cx="721206" cy="609701"/>
            <a:chOff x="2100392" y="4419620"/>
            <a:chExt cx="721206" cy="609701"/>
          </a:xfrm>
        </p:grpSpPr>
        <p:sp>
          <p:nvSpPr>
            <p:cNvPr id="19" name="Rectangle 18">
              <a:extLst>
                <a:ext uri="{FF2B5EF4-FFF2-40B4-BE49-F238E27FC236}">
                  <a16:creationId xmlns:a16="http://schemas.microsoft.com/office/drawing/2014/main" id="{49719712-A419-234F-6439-1F94F09F6A73}"/>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0" name="Right Triangle 19">
              <a:extLst>
                <a:ext uri="{FF2B5EF4-FFF2-40B4-BE49-F238E27FC236}">
                  <a16:creationId xmlns:a16="http://schemas.microsoft.com/office/drawing/2014/main" id="{AB396B84-6FBE-3505-0A01-7395622522C5}"/>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BE928D45-EAA3-469A-C221-3552BC74242F}"/>
                </a:ext>
              </a:extLst>
            </p:cNvPr>
            <p:cNvGrpSpPr/>
            <p:nvPr/>
          </p:nvGrpSpPr>
          <p:grpSpPr>
            <a:xfrm>
              <a:off x="2769856" y="4434450"/>
              <a:ext cx="37817" cy="61390"/>
              <a:chOff x="3883481" y="2057400"/>
              <a:chExt cx="1608363" cy="2652031"/>
            </a:xfrm>
            <a:solidFill>
              <a:srgbClr val="A6A6A6">
                <a:alpha val="20000"/>
              </a:srgbClr>
            </a:solidFill>
          </p:grpSpPr>
          <p:sp>
            <p:nvSpPr>
              <p:cNvPr id="22" name="Oval 27">
                <a:extLst>
                  <a:ext uri="{FF2B5EF4-FFF2-40B4-BE49-F238E27FC236}">
                    <a16:creationId xmlns:a16="http://schemas.microsoft.com/office/drawing/2014/main" id="{E7D63913-1F0E-31B7-51C1-CD53DF023B1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 name="Oval 28">
                <a:extLst>
                  <a:ext uri="{FF2B5EF4-FFF2-40B4-BE49-F238E27FC236}">
                    <a16:creationId xmlns:a16="http://schemas.microsoft.com/office/drawing/2014/main" id="{CFCF7B3F-0A1E-1C93-F5BC-FA54BBE4795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4" name="Group 23">
            <a:extLst>
              <a:ext uri="{FF2B5EF4-FFF2-40B4-BE49-F238E27FC236}">
                <a16:creationId xmlns:a16="http://schemas.microsoft.com/office/drawing/2014/main" id="{6C3DFD3D-F483-B870-05EC-8C6D62B892FA}"/>
              </a:ext>
            </a:extLst>
          </p:cNvPr>
          <p:cNvGrpSpPr/>
          <p:nvPr/>
        </p:nvGrpSpPr>
        <p:grpSpPr>
          <a:xfrm>
            <a:off x="8807242" y="1532276"/>
            <a:ext cx="721206" cy="609701"/>
            <a:chOff x="8807242" y="1532276"/>
            <a:chExt cx="721206" cy="609701"/>
          </a:xfrm>
        </p:grpSpPr>
        <p:sp>
          <p:nvSpPr>
            <p:cNvPr id="25" name="Rectangle 24">
              <a:hlinkHover r:id="" action="ppaction://noaction" highlightClick="1"/>
              <a:extLst>
                <a:ext uri="{FF2B5EF4-FFF2-40B4-BE49-F238E27FC236}">
                  <a16:creationId xmlns:a16="http://schemas.microsoft.com/office/drawing/2014/main" id="{9A17C846-2946-F528-0C7B-8702B4A16E0B}"/>
                </a:ext>
              </a:extLst>
            </p:cNvPr>
            <p:cNvSpPr/>
            <p:nvPr/>
          </p:nvSpPr>
          <p:spPr>
            <a:xfrm>
              <a:off x="8807242"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26" name="Oval 25">
              <a:extLst>
                <a:ext uri="{FF2B5EF4-FFF2-40B4-BE49-F238E27FC236}">
                  <a16:creationId xmlns:a16="http://schemas.microsoft.com/office/drawing/2014/main" id="{4C28B435-01FE-C934-02B4-128406B8F0A7}"/>
                </a:ext>
              </a:extLst>
            </p:cNvPr>
            <p:cNvSpPr/>
            <p:nvPr/>
          </p:nvSpPr>
          <p:spPr>
            <a:xfrm>
              <a:off x="9387205" y="154139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Isosceles Triangle 648">
              <a:extLst>
                <a:ext uri="{FF2B5EF4-FFF2-40B4-BE49-F238E27FC236}">
                  <a16:creationId xmlns:a16="http://schemas.microsoft.com/office/drawing/2014/main" id="{04067802-B27D-8B93-F5B2-0F2D85E0C8F8}"/>
                </a:ext>
              </a:extLst>
            </p:cNvPr>
            <p:cNvSpPr/>
            <p:nvPr/>
          </p:nvSpPr>
          <p:spPr>
            <a:xfrm>
              <a:off x="9417330" y="155491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8" name="Group 27">
            <a:extLst>
              <a:ext uri="{FF2B5EF4-FFF2-40B4-BE49-F238E27FC236}">
                <a16:creationId xmlns:a16="http://schemas.microsoft.com/office/drawing/2014/main" id="{7695CE0D-7C6E-ED42-AF5A-4E443BF57AD6}"/>
              </a:ext>
            </a:extLst>
          </p:cNvPr>
          <p:cNvGrpSpPr/>
          <p:nvPr/>
        </p:nvGrpSpPr>
        <p:grpSpPr>
          <a:xfrm>
            <a:off x="3776511" y="2974054"/>
            <a:ext cx="724141" cy="609701"/>
            <a:chOff x="3776511" y="2974054"/>
            <a:chExt cx="724141" cy="609701"/>
          </a:xfrm>
        </p:grpSpPr>
        <p:sp>
          <p:nvSpPr>
            <p:cNvPr id="29" name="Rectangle 28">
              <a:extLst>
                <a:ext uri="{FF2B5EF4-FFF2-40B4-BE49-F238E27FC236}">
                  <a16:creationId xmlns:a16="http://schemas.microsoft.com/office/drawing/2014/main" id="{2617D526-0694-AEA5-4725-7574623B5A13}"/>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30" name="Right Triangle 29">
              <a:extLst>
                <a:ext uri="{FF2B5EF4-FFF2-40B4-BE49-F238E27FC236}">
                  <a16:creationId xmlns:a16="http://schemas.microsoft.com/office/drawing/2014/main" id="{87E848FF-FED8-F4B0-6CEC-0B7178FBE152}"/>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46D51143-51DF-30E3-8040-349EDC15F031}"/>
                </a:ext>
              </a:extLst>
            </p:cNvPr>
            <p:cNvGrpSpPr/>
            <p:nvPr/>
          </p:nvGrpSpPr>
          <p:grpSpPr>
            <a:xfrm>
              <a:off x="4450041" y="2982563"/>
              <a:ext cx="37817" cy="61390"/>
              <a:chOff x="3883481" y="2057400"/>
              <a:chExt cx="1608363" cy="2652031"/>
            </a:xfrm>
            <a:solidFill>
              <a:srgbClr val="A6A6A6"/>
            </a:solidFill>
          </p:grpSpPr>
          <p:sp>
            <p:nvSpPr>
              <p:cNvPr id="32" name="Oval 27">
                <a:extLst>
                  <a:ext uri="{FF2B5EF4-FFF2-40B4-BE49-F238E27FC236}">
                    <a16:creationId xmlns:a16="http://schemas.microsoft.com/office/drawing/2014/main" id="{4EA913FF-A3D5-466D-CD28-351D041C931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 name="Oval 28">
                <a:extLst>
                  <a:ext uri="{FF2B5EF4-FFF2-40B4-BE49-F238E27FC236}">
                    <a16:creationId xmlns:a16="http://schemas.microsoft.com/office/drawing/2014/main" id="{C604CAE6-8B53-346E-6C1E-D633C2DBB7B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1" name="Group 50">
            <a:extLst>
              <a:ext uri="{FF2B5EF4-FFF2-40B4-BE49-F238E27FC236}">
                <a16:creationId xmlns:a16="http://schemas.microsoft.com/office/drawing/2014/main" id="{412BA26A-9FAB-C853-799F-3BF13192CA4D}"/>
              </a:ext>
            </a:extLst>
          </p:cNvPr>
          <p:cNvGrpSpPr/>
          <p:nvPr/>
        </p:nvGrpSpPr>
        <p:grpSpPr>
          <a:xfrm>
            <a:off x="11356242" y="1508829"/>
            <a:ext cx="721206" cy="609701"/>
            <a:chOff x="11356242" y="1532276"/>
            <a:chExt cx="721206" cy="609701"/>
          </a:xfrm>
        </p:grpSpPr>
        <p:sp>
          <p:nvSpPr>
            <p:cNvPr id="53" name="Rectangle 52">
              <a:hlinkHover r:id="" action="ppaction://noaction" highlightClick="1"/>
              <a:extLst>
                <a:ext uri="{FF2B5EF4-FFF2-40B4-BE49-F238E27FC236}">
                  <a16:creationId xmlns:a16="http://schemas.microsoft.com/office/drawing/2014/main" id="{272AA9FF-0477-1CF5-B81A-49C2EBDD418C}"/>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57" name="Oval 56">
              <a:extLst>
                <a:ext uri="{FF2B5EF4-FFF2-40B4-BE49-F238E27FC236}">
                  <a16:creationId xmlns:a16="http://schemas.microsoft.com/office/drawing/2014/main" id="{9678B712-5D2C-4E96-053E-C2FBA8109F0D}"/>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 name="Isosceles Triangle 648">
              <a:extLst>
                <a:ext uri="{FF2B5EF4-FFF2-40B4-BE49-F238E27FC236}">
                  <a16:creationId xmlns:a16="http://schemas.microsoft.com/office/drawing/2014/main" id="{CC27C0A6-9017-562A-E333-4307117DD550}"/>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1" name="Group 100">
            <a:extLst>
              <a:ext uri="{FF2B5EF4-FFF2-40B4-BE49-F238E27FC236}">
                <a16:creationId xmlns:a16="http://schemas.microsoft.com/office/drawing/2014/main" id="{8201DC6A-5382-7D78-6A05-8C2FC5B3140E}"/>
              </a:ext>
            </a:extLst>
          </p:cNvPr>
          <p:cNvGrpSpPr/>
          <p:nvPr/>
        </p:nvGrpSpPr>
        <p:grpSpPr>
          <a:xfrm>
            <a:off x="7905566" y="751337"/>
            <a:ext cx="3396155" cy="4999377"/>
            <a:chOff x="7905566" y="751337"/>
            <a:chExt cx="3396155" cy="4999377"/>
          </a:xfrm>
        </p:grpSpPr>
        <p:cxnSp>
          <p:nvCxnSpPr>
            <p:cNvPr id="102" name="Straight Connector 101">
              <a:extLst>
                <a:ext uri="{FF2B5EF4-FFF2-40B4-BE49-F238E27FC236}">
                  <a16:creationId xmlns:a16="http://schemas.microsoft.com/office/drawing/2014/main" id="{7DCD6FD9-F757-DEA1-2C1F-901087ED7081}"/>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283ABA67-B27E-B09E-65CC-545E89410A3B}"/>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96C6C107-0461-973E-FC63-B7EB7CF78962}"/>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6CCC7C7F-13CE-508C-9EF3-A7E80DEC1A90}"/>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F4AAE300-BD49-741D-B597-5904C161C005}"/>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A530BECD-38B3-F5DD-D8BD-9A2BEF2B860A}"/>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31C49AB8-7EEA-9E35-ABEC-C3DEE097C914}"/>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09" name="Straight Connector 108">
            <a:extLst>
              <a:ext uri="{FF2B5EF4-FFF2-40B4-BE49-F238E27FC236}">
                <a16:creationId xmlns:a16="http://schemas.microsoft.com/office/drawing/2014/main" id="{8ECA5960-A3BC-6C2E-38A3-F4DCA9D5B77A}"/>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10" name="Group 109">
            <a:extLst>
              <a:ext uri="{FF2B5EF4-FFF2-40B4-BE49-F238E27FC236}">
                <a16:creationId xmlns:a16="http://schemas.microsoft.com/office/drawing/2014/main" id="{8C5E6EEF-1BD1-2886-8590-45C334DC2503}"/>
              </a:ext>
            </a:extLst>
          </p:cNvPr>
          <p:cNvGrpSpPr/>
          <p:nvPr/>
        </p:nvGrpSpPr>
        <p:grpSpPr>
          <a:xfrm>
            <a:off x="10520479" y="90836"/>
            <a:ext cx="721206" cy="609701"/>
            <a:chOff x="10520479" y="90836"/>
            <a:chExt cx="721206" cy="609701"/>
          </a:xfrm>
        </p:grpSpPr>
        <p:sp>
          <p:nvSpPr>
            <p:cNvPr id="111" name="Rectangle 110">
              <a:hlinkHover r:id="" action="ppaction://noaction" highlightClick="1"/>
              <a:extLst>
                <a:ext uri="{FF2B5EF4-FFF2-40B4-BE49-F238E27FC236}">
                  <a16:creationId xmlns:a16="http://schemas.microsoft.com/office/drawing/2014/main" id="{E098CDC8-376A-EA15-59F9-2AE830CAE557}"/>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12" name="Oval 111">
              <a:extLst>
                <a:ext uri="{FF2B5EF4-FFF2-40B4-BE49-F238E27FC236}">
                  <a16:creationId xmlns:a16="http://schemas.microsoft.com/office/drawing/2014/main" id="{8CB5D721-D343-1C4C-3D12-AB3C3D8635E1}"/>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3" name="Isosceles Triangle 648">
              <a:extLst>
                <a:ext uri="{FF2B5EF4-FFF2-40B4-BE49-F238E27FC236}">
                  <a16:creationId xmlns:a16="http://schemas.microsoft.com/office/drawing/2014/main" id="{1DD0F6AC-B36F-666F-2D82-F963E421EAE6}"/>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0" name="Group 119">
            <a:extLst>
              <a:ext uri="{FF2B5EF4-FFF2-40B4-BE49-F238E27FC236}">
                <a16:creationId xmlns:a16="http://schemas.microsoft.com/office/drawing/2014/main" id="{D0079D32-2676-04D6-23D6-E3BFE697E041}"/>
              </a:ext>
            </a:extLst>
          </p:cNvPr>
          <p:cNvGrpSpPr/>
          <p:nvPr/>
        </p:nvGrpSpPr>
        <p:grpSpPr>
          <a:xfrm>
            <a:off x="10508723" y="1536662"/>
            <a:ext cx="721206" cy="609701"/>
            <a:chOff x="11356242" y="1532276"/>
            <a:chExt cx="721206" cy="609701"/>
          </a:xfrm>
        </p:grpSpPr>
        <p:sp>
          <p:nvSpPr>
            <p:cNvPr id="121" name="Rectangle 120">
              <a:hlinkHover r:id="" action="ppaction://noaction" highlightClick="1"/>
              <a:extLst>
                <a:ext uri="{FF2B5EF4-FFF2-40B4-BE49-F238E27FC236}">
                  <a16:creationId xmlns:a16="http://schemas.microsoft.com/office/drawing/2014/main" id="{0F281EB0-C38C-06E4-8BB7-86B483118B71}"/>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22" name="Oval 121">
              <a:extLst>
                <a:ext uri="{FF2B5EF4-FFF2-40B4-BE49-F238E27FC236}">
                  <a16:creationId xmlns:a16="http://schemas.microsoft.com/office/drawing/2014/main" id="{D2F7E65A-AC29-FC2F-888E-11ED3C0C253A}"/>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3" name="Isosceles Triangle 648">
              <a:extLst>
                <a:ext uri="{FF2B5EF4-FFF2-40B4-BE49-F238E27FC236}">
                  <a16:creationId xmlns:a16="http://schemas.microsoft.com/office/drawing/2014/main" id="{EA3DF011-ACEB-EE97-27D3-4E44C0C791EA}"/>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4" name="Group 123">
            <a:extLst>
              <a:ext uri="{FF2B5EF4-FFF2-40B4-BE49-F238E27FC236}">
                <a16:creationId xmlns:a16="http://schemas.microsoft.com/office/drawing/2014/main" id="{0F19F673-B393-401A-EB37-8A81AFCD584F}"/>
              </a:ext>
            </a:extLst>
          </p:cNvPr>
          <p:cNvGrpSpPr/>
          <p:nvPr/>
        </p:nvGrpSpPr>
        <p:grpSpPr>
          <a:xfrm>
            <a:off x="2934662" y="5148220"/>
            <a:ext cx="724130" cy="609701"/>
            <a:chOff x="4615448" y="2974053"/>
            <a:chExt cx="724130" cy="609701"/>
          </a:xfrm>
        </p:grpSpPr>
        <p:sp>
          <p:nvSpPr>
            <p:cNvPr id="125" name="Rectangle 124">
              <a:extLst>
                <a:ext uri="{FF2B5EF4-FFF2-40B4-BE49-F238E27FC236}">
                  <a16:creationId xmlns:a16="http://schemas.microsoft.com/office/drawing/2014/main" id="{8C6F3985-6015-CAC2-D822-DB4587AD5267}"/>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26" name="Right Triangle 125">
              <a:extLst>
                <a:ext uri="{FF2B5EF4-FFF2-40B4-BE49-F238E27FC236}">
                  <a16:creationId xmlns:a16="http://schemas.microsoft.com/office/drawing/2014/main" id="{1CE78CD0-8A82-E460-E1F3-69DCD67B9E8A}"/>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7" name="Group 126">
              <a:extLst>
                <a:ext uri="{FF2B5EF4-FFF2-40B4-BE49-F238E27FC236}">
                  <a16:creationId xmlns:a16="http://schemas.microsoft.com/office/drawing/2014/main" id="{BBBC5677-D22C-D1A4-C727-755158ED5EBE}"/>
                </a:ext>
              </a:extLst>
            </p:cNvPr>
            <p:cNvGrpSpPr/>
            <p:nvPr/>
          </p:nvGrpSpPr>
          <p:grpSpPr>
            <a:xfrm>
              <a:off x="5288997" y="2982574"/>
              <a:ext cx="37817" cy="61390"/>
              <a:chOff x="3883481" y="2057400"/>
              <a:chExt cx="1608363" cy="2652031"/>
            </a:xfrm>
            <a:solidFill>
              <a:srgbClr val="A6A6A6">
                <a:alpha val="20000"/>
              </a:srgbClr>
            </a:solidFill>
          </p:grpSpPr>
          <p:sp>
            <p:nvSpPr>
              <p:cNvPr id="128" name="Oval 27">
                <a:extLst>
                  <a:ext uri="{FF2B5EF4-FFF2-40B4-BE49-F238E27FC236}">
                    <a16:creationId xmlns:a16="http://schemas.microsoft.com/office/drawing/2014/main" id="{298F45C7-6409-8A02-551F-336A8CA5CA3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 name="Oval 28">
                <a:extLst>
                  <a:ext uri="{FF2B5EF4-FFF2-40B4-BE49-F238E27FC236}">
                    <a16:creationId xmlns:a16="http://schemas.microsoft.com/office/drawing/2014/main" id="{08D3DD57-1D32-7ADD-C39F-AD3E761DA28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1" name="Group 130">
            <a:extLst>
              <a:ext uri="{FF2B5EF4-FFF2-40B4-BE49-F238E27FC236}">
                <a16:creationId xmlns:a16="http://schemas.microsoft.com/office/drawing/2014/main" id="{5D077D0B-1A45-67B2-FAE7-388F7A2FDB5A}"/>
              </a:ext>
            </a:extLst>
          </p:cNvPr>
          <p:cNvGrpSpPr/>
          <p:nvPr/>
        </p:nvGrpSpPr>
        <p:grpSpPr>
          <a:xfrm>
            <a:off x="11357362" y="5142110"/>
            <a:ext cx="721206" cy="609701"/>
            <a:chOff x="9656908" y="2253333"/>
            <a:chExt cx="721206" cy="609701"/>
          </a:xfrm>
        </p:grpSpPr>
        <p:sp>
          <p:nvSpPr>
            <p:cNvPr id="132" name="Rectangle 131">
              <a:hlinkHover r:id="" action="ppaction://noaction" highlightClick="1"/>
              <a:extLst>
                <a:ext uri="{FF2B5EF4-FFF2-40B4-BE49-F238E27FC236}">
                  <a16:creationId xmlns:a16="http://schemas.microsoft.com/office/drawing/2014/main" id="{7BAA9C8A-BE5A-319C-4AB5-8B0F6A2C7568}"/>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133" name="Rectangle 132">
              <a:extLst>
                <a:ext uri="{FF2B5EF4-FFF2-40B4-BE49-F238E27FC236}">
                  <a16:creationId xmlns:a16="http://schemas.microsoft.com/office/drawing/2014/main" id="{6E46340A-BBB6-5F98-64E5-C89803330D82}"/>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Oval 15">
              <a:extLst>
                <a:ext uri="{FF2B5EF4-FFF2-40B4-BE49-F238E27FC236}">
                  <a16:creationId xmlns:a16="http://schemas.microsoft.com/office/drawing/2014/main" id="{FDBC7D81-D22A-6E27-407F-73D28072FE02}"/>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5" name="Straight Connector 134">
              <a:extLst>
                <a:ext uri="{FF2B5EF4-FFF2-40B4-BE49-F238E27FC236}">
                  <a16:creationId xmlns:a16="http://schemas.microsoft.com/office/drawing/2014/main" id="{AA1C4C8C-FC7A-309D-FB11-927F80F1A897}"/>
                </a:ext>
              </a:extLst>
            </p:cNvPr>
            <p:cNvCxnSpPr>
              <a:cxnSpLocks/>
              <a:stCxn id="134"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6" name="Straight Connector 135">
              <a:extLst>
                <a:ext uri="{FF2B5EF4-FFF2-40B4-BE49-F238E27FC236}">
                  <a16:creationId xmlns:a16="http://schemas.microsoft.com/office/drawing/2014/main" id="{B2233A67-5DB1-A2D3-49A1-C3030D142481}"/>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7" name="Group 136">
            <a:extLst>
              <a:ext uri="{FF2B5EF4-FFF2-40B4-BE49-F238E27FC236}">
                <a16:creationId xmlns:a16="http://schemas.microsoft.com/office/drawing/2014/main" id="{C1F95E73-915C-601F-C8AA-5818F1D82186}"/>
              </a:ext>
            </a:extLst>
          </p:cNvPr>
          <p:cNvGrpSpPr/>
          <p:nvPr/>
        </p:nvGrpSpPr>
        <p:grpSpPr>
          <a:xfrm>
            <a:off x="1268346" y="3698208"/>
            <a:ext cx="721891" cy="610396"/>
            <a:chOff x="1268346" y="3698208"/>
            <a:chExt cx="721891" cy="610396"/>
          </a:xfrm>
        </p:grpSpPr>
        <p:sp>
          <p:nvSpPr>
            <p:cNvPr id="138" name="Rectangle 137">
              <a:extLst>
                <a:ext uri="{FF2B5EF4-FFF2-40B4-BE49-F238E27FC236}">
                  <a16:creationId xmlns:a16="http://schemas.microsoft.com/office/drawing/2014/main" id="{5A9E5541-4558-5946-8EA0-A0F326781E7A}"/>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39" name="Right Triangle 138">
              <a:extLst>
                <a:ext uri="{FF2B5EF4-FFF2-40B4-BE49-F238E27FC236}">
                  <a16:creationId xmlns:a16="http://schemas.microsoft.com/office/drawing/2014/main" id="{5EE47185-78A3-7BD5-14C9-BC895F487B05}"/>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40" name="Group 139">
              <a:extLst>
                <a:ext uri="{FF2B5EF4-FFF2-40B4-BE49-F238E27FC236}">
                  <a16:creationId xmlns:a16="http://schemas.microsoft.com/office/drawing/2014/main" id="{B45421B1-7CAB-A46E-45D1-37C79E31A6C9}"/>
                </a:ext>
              </a:extLst>
            </p:cNvPr>
            <p:cNvGrpSpPr/>
            <p:nvPr/>
          </p:nvGrpSpPr>
          <p:grpSpPr>
            <a:xfrm>
              <a:off x="1939627" y="3704306"/>
              <a:ext cx="37817" cy="61390"/>
              <a:chOff x="3883481" y="2057400"/>
              <a:chExt cx="1608363" cy="2652031"/>
            </a:xfrm>
            <a:solidFill>
              <a:srgbClr val="A6A6A6">
                <a:alpha val="20000"/>
              </a:srgbClr>
            </a:solidFill>
          </p:grpSpPr>
          <p:sp>
            <p:nvSpPr>
              <p:cNvPr id="141" name="Oval 27">
                <a:extLst>
                  <a:ext uri="{FF2B5EF4-FFF2-40B4-BE49-F238E27FC236}">
                    <a16:creationId xmlns:a16="http://schemas.microsoft.com/office/drawing/2014/main" id="{07AC879B-2AC6-E89E-CBD3-9097A43F5C0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2" name="Oval 28">
                <a:extLst>
                  <a:ext uri="{FF2B5EF4-FFF2-40B4-BE49-F238E27FC236}">
                    <a16:creationId xmlns:a16="http://schemas.microsoft.com/office/drawing/2014/main" id="{771E3D1C-F660-1DAC-377D-3A02773DC98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3" name="Group 142">
            <a:extLst>
              <a:ext uri="{FF2B5EF4-FFF2-40B4-BE49-F238E27FC236}">
                <a16:creationId xmlns:a16="http://schemas.microsoft.com/office/drawing/2014/main" id="{BA8DE5EA-361F-AB44-9701-82DEED75B6A7}"/>
              </a:ext>
            </a:extLst>
          </p:cNvPr>
          <p:cNvGrpSpPr/>
          <p:nvPr/>
        </p:nvGrpSpPr>
        <p:grpSpPr>
          <a:xfrm>
            <a:off x="5451979" y="3707588"/>
            <a:ext cx="721206" cy="609701"/>
            <a:chOff x="5451979" y="3707588"/>
            <a:chExt cx="721206" cy="609701"/>
          </a:xfrm>
        </p:grpSpPr>
        <p:sp>
          <p:nvSpPr>
            <p:cNvPr id="144" name="Rectangle 143">
              <a:hlinkHover r:id="" action="ppaction://noaction" highlightClick="1"/>
              <a:extLst>
                <a:ext uri="{FF2B5EF4-FFF2-40B4-BE49-F238E27FC236}">
                  <a16:creationId xmlns:a16="http://schemas.microsoft.com/office/drawing/2014/main" id="{4F9357C0-5D3C-CBF5-0821-9324E00A66CA}"/>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5" name="Oval 144">
              <a:extLst>
                <a:ext uri="{FF2B5EF4-FFF2-40B4-BE49-F238E27FC236}">
                  <a16:creationId xmlns:a16="http://schemas.microsoft.com/office/drawing/2014/main" id="{A8ADA3A2-361C-53B9-F7ED-2271A52FC802}"/>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6" name="Isosceles Triangle 648">
              <a:extLst>
                <a:ext uri="{FF2B5EF4-FFF2-40B4-BE49-F238E27FC236}">
                  <a16:creationId xmlns:a16="http://schemas.microsoft.com/office/drawing/2014/main" id="{F4315203-65CB-B449-5986-5A83A489D528}"/>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7" name="Group 146">
            <a:extLst>
              <a:ext uri="{FF2B5EF4-FFF2-40B4-BE49-F238E27FC236}">
                <a16:creationId xmlns:a16="http://schemas.microsoft.com/office/drawing/2014/main" id="{EC0EF41C-E97C-C7EB-8A31-8A37E5258049}"/>
              </a:ext>
            </a:extLst>
          </p:cNvPr>
          <p:cNvGrpSpPr/>
          <p:nvPr/>
        </p:nvGrpSpPr>
        <p:grpSpPr>
          <a:xfrm>
            <a:off x="2109092" y="2986575"/>
            <a:ext cx="721206" cy="649846"/>
            <a:chOff x="10506800" y="2974054"/>
            <a:chExt cx="721206" cy="649846"/>
          </a:xfrm>
        </p:grpSpPr>
        <p:sp>
          <p:nvSpPr>
            <p:cNvPr id="148" name="Rectangle 147">
              <a:extLst>
                <a:ext uri="{FF2B5EF4-FFF2-40B4-BE49-F238E27FC236}">
                  <a16:creationId xmlns:a16="http://schemas.microsoft.com/office/drawing/2014/main" id="{C8BFAA72-5520-21EC-161C-96D15ED79C10}"/>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49" name="Rectangle 148">
              <a:extLst>
                <a:ext uri="{FF2B5EF4-FFF2-40B4-BE49-F238E27FC236}">
                  <a16:creationId xmlns:a16="http://schemas.microsoft.com/office/drawing/2014/main" id="{8B903CDB-E623-D335-BF50-EC176E8D0804}"/>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0" name="Oval 15">
              <a:extLst>
                <a:ext uri="{FF2B5EF4-FFF2-40B4-BE49-F238E27FC236}">
                  <a16:creationId xmlns:a16="http://schemas.microsoft.com/office/drawing/2014/main" id="{A5D4477A-9138-2182-D9D1-467EF4C1E342}"/>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1" name="Straight Connector 150">
              <a:extLst>
                <a:ext uri="{FF2B5EF4-FFF2-40B4-BE49-F238E27FC236}">
                  <a16:creationId xmlns:a16="http://schemas.microsoft.com/office/drawing/2014/main" id="{6317BF06-59B2-BB2E-04C1-FF2857F5F6FD}"/>
                </a:ext>
              </a:extLst>
            </p:cNvPr>
            <p:cNvCxnSpPr>
              <a:cxnSpLocks/>
              <a:stCxn id="150"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2" name="Straight Connector 151">
              <a:extLst>
                <a:ext uri="{FF2B5EF4-FFF2-40B4-BE49-F238E27FC236}">
                  <a16:creationId xmlns:a16="http://schemas.microsoft.com/office/drawing/2014/main" id="{9A853C26-C75A-9DDD-D0AD-8CB8FA6B58C1}"/>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3" name="Group 152">
            <a:extLst>
              <a:ext uri="{FF2B5EF4-FFF2-40B4-BE49-F238E27FC236}">
                <a16:creationId xmlns:a16="http://schemas.microsoft.com/office/drawing/2014/main" id="{30DA1A74-B9D1-AF44-57FD-AB024E01FDDE}"/>
              </a:ext>
            </a:extLst>
          </p:cNvPr>
          <p:cNvGrpSpPr/>
          <p:nvPr/>
        </p:nvGrpSpPr>
        <p:grpSpPr>
          <a:xfrm>
            <a:off x="4621827" y="2983922"/>
            <a:ext cx="721206" cy="654973"/>
            <a:chOff x="9657606" y="2974054"/>
            <a:chExt cx="721206" cy="654973"/>
          </a:xfrm>
        </p:grpSpPr>
        <p:sp>
          <p:nvSpPr>
            <p:cNvPr id="154" name="Rectangle 153">
              <a:extLst>
                <a:ext uri="{FF2B5EF4-FFF2-40B4-BE49-F238E27FC236}">
                  <a16:creationId xmlns:a16="http://schemas.microsoft.com/office/drawing/2014/main" id="{B07F0671-8D24-7DF4-F9EA-3405107DC491}"/>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55" name="Rectangle 154">
              <a:extLst>
                <a:ext uri="{FF2B5EF4-FFF2-40B4-BE49-F238E27FC236}">
                  <a16:creationId xmlns:a16="http://schemas.microsoft.com/office/drawing/2014/main" id="{7E28C974-718F-09CB-63B6-8032BB6382D6}"/>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6" name="Oval 15">
              <a:extLst>
                <a:ext uri="{FF2B5EF4-FFF2-40B4-BE49-F238E27FC236}">
                  <a16:creationId xmlns:a16="http://schemas.microsoft.com/office/drawing/2014/main" id="{ED9961DA-8EB6-E894-9778-7578506ED967}"/>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7" name="Straight Connector 156">
              <a:extLst>
                <a:ext uri="{FF2B5EF4-FFF2-40B4-BE49-F238E27FC236}">
                  <a16:creationId xmlns:a16="http://schemas.microsoft.com/office/drawing/2014/main" id="{EEC6C68C-B27D-2F96-2ECC-F1A92810185E}"/>
                </a:ext>
              </a:extLst>
            </p:cNvPr>
            <p:cNvCxnSpPr>
              <a:cxnSpLocks/>
              <a:stCxn id="156"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8" name="Straight Connector 157">
              <a:extLst>
                <a:ext uri="{FF2B5EF4-FFF2-40B4-BE49-F238E27FC236}">
                  <a16:creationId xmlns:a16="http://schemas.microsoft.com/office/drawing/2014/main" id="{10D334DE-B495-F273-8EB3-58395BB0485D}"/>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9" name="Group 158">
            <a:extLst>
              <a:ext uri="{FF2B5EF4-FFF2-40B4-BE49-F238E27FC236}">
                <a16:creationId xmlns:a16="http://schemas.microsoft.com/office/drawing/2014/main" id="{9057AB61-2235-8E22-9AB0-FDBD1FA9AE2C}"/>
              </a:ext>
            </a:extLst>
          </p:cNvPr>
          <p:cNvGrpSpPr/>
          <p:nvPr/>
        </p:nvGrpSpPr>
        <p:grpSpPr>
          <a:xfrm>
            <a:off x="11356001" y="2974057"/>
            <a:ext cx="721206" cy="609701"/>
            <a:chOff x="11356001" y="2974057"/>
            <a:chExt cx="721206" cy="609701"/>
          </a:xfrm>
        </p:grpSpPr>
        <p:sp>
          <p:nvSpPr>
            <p:cNvPr id="160" name="Rectangle 159">
              <a:hlinkHover r:id="" action="ppaction://noaction" highlightClick="1"/>
              <a:extLst>
                <a:ext uri="{FF2B5EF4-FFF2-40B4-BE49-F238E27FC236}">
                  <a16:creationId xmlns:a16="http://schemas.microsoft.com/office/drawing/2014/main" id="{E40715C6-ADAA-68A3-718A-EE14A6EFCD84}"/>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61" name="Oval 160">
              <a:extLst>
                <a:ext uri="{FF2B5EF4-FFF2-40B4-BE49-F238E27FC236}">
                  <a16:creationId xmlns:a16="http://schemas.microsoft.com/office/drawing/2014/main" id="{A6EC05FE-6195-6D19-8D00-56193621A1B6}"/>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2" name="Isosceles Triangle 648">
              <a:extLst>
                <a:ext uri="{FF2B5EF4-FFF2-40B4-BE49-F238E27FC236}">
                  <a16:creationId xmlns:a16="http://schemas.microsoft.com/office/drawing/2014/main" id="{EDD678E0-9630-5CF9-7542-08F1A0FEF16A}"/>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3" name="Group 162">
            <a:extLst>
              <a:ext uri="{FF2B5EF4-FFF2-40B4-BE49-F238E27FC236}">
                <a16:creationId xmlns:a16="http://schemas.microsoft.com/office/drawing/2014/main" id="{BBDDFC35-8A07-B207-2C62-4BF6DB2B510D}"/>
              </a:ext>
            </a:extLst>
          </p:cNvPr>
          <p:cNvGrpSpPr/>
          <p:nvPr/>
        </p:nvGrpSpPr>
        <p:grpSpPr>
          <a:xfrm>
            <a:off x="10506616" y="2984633"/>
            <a:ext cx="721220" cy="609701"/>
            <a:chOff x="9656903" y="2253333"/>
            <a:chExt cx="721220" cy="609701"/>
          </a:xfrm>
        </p:grpSpPr>
        <p:sp>
          <p:nvSpPr>
            <p:cNvPr id="164" name="Rectangle 163">
              <a:hlinkHover r:id="" action="ppaction://noaction" highlightClick="1"/>
              <a:extLst>
                <a:ext uri="{FF2B5EF4-FFF2-40B4-BE49-F238E27FC236}">
                  <a16:creationId xmlns:a16="http://schemas.microsoft.com/office/drawing/2014/main" id="{0E520155-8EEB-28DE-81E1-85FEE4165342}"/>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5" name="Rectangle 164">
              <a:extLst>
                <a:ext uri="{FF2B5EF4-FFF2-40B4-BE49-F238E27FC236}">
                  <a16:creationId xmlns:a16="http://schemas.microsoft.com/office/drawing/2014/main" id="{6CFB4DC1-EA54-0A22-F640-30570D18B044}"/>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6" name="Oval 15">
              <a:extLst>
                <a:ext uri="{FF2B5EF4-FFF2-40B4-BE49-F238E27FC236}">
                  <a16:creationId xmlns:a16="http://schemas.microsoft.com/office/drawing/2014/main" id="{83370412-DF06-74C8-D832-B8C7A47F77FA}"/>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7" name="Straight Connector 166">
              <a:extLst>
                <a:ext uri="{FF2B5EF4-FFF2-40B4-BE49-F238E27FC236}">
                  <a16:creationId xmlns:a16="http://schemas.microsoft.com/office/drawing/2014/main" id="{ECD36696-C234-C508-4E27-B4713AB1AF9D}"/>
                </a:ext>
              </a:extLst>
            </p:cNvPr>
            <p:cNvCxnSpPr>
              <a:cxnSpLocks/>
              <a:stCxn id="16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8" name="Straight Connector 167">
              <a:extLst>
                <a:ext uri="{FF2B5EF4-FFF2-40B4-BE49-F238E27FC236}">
                  <a16:creationId xmlns:a16="http://schemas.microsoft.com/office/drawing/2014/main" id="{4E5BFB15-22D1-A4E5-B709-BA58A87A74BC}"/>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70" name="Group 469">
            <a:extLst>
              <a:ext uri="{FF2B5EF4-FFF2-40B4-BE49-F238E27FC236}">
                <a16:creationId xmlns:a16="http://schemas.microsoft.com/office/drawing/2014/main" id="{C00A8949-3A94-A187-1063-02EEFBB3B9D5}"/>
              </a:ext>
            </a:extLst>
          </p:cNvPr>
          <p:cNvGrpSpPr/>
          <p:nvPr/>
        </p:nvGrpSpPr>
        <p:grpSpPr>
          <a:xfrm>
            <a:off x="7957586" y="2253332"/>
            <a:ext cx="721206" cy="609701"/>
            <a:chOff x="7957586" y="2253332"/>
            <a:chExt cx="721206" cy="609701"/>
          </a:xfrm>
        </p:grpSpPr>
        <p:sp>
          <p:nvSpPr>
            <p:cNvPr id="471" name="Rectangle 470">
              <a:extLst>
                <a:ext uri="{FF2B5EF4-FFF2-40B4-BE49-F238E27FC236}">
                  <a16:creationId xmlns:a16="http://schemas.microsoft.com/office/drawing/2014/main" id="{34F8EF50-AE5D-D748-D581-FE9FDC6F22E6}"/>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472" name="Right Triangle 471">
              <a:extLst>
                <a:ext uri="{FF2B5EF4-FFF2-40B4-BE49-F238E27FC236}">
                  <a16:creationId xmlns:a16="http://schemas.microsoft.com/office/drawing/2014/main" id="{EEEF3E07-BFCB-433C-105C-EAFFAEA75B50}"/>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73" name="Group 472">
              <a:extLst>
                <a:ext uri="{FF2B5EF4-FFF2-40B4-BE49-F238E27FC236}">
                  <a16:creationId xmlns:a16="http://schemas.microsoft.com/office/drawing/2014/main" id="{71C00DCF-793B-A701-8C56-6A459536B60C}"/>
                </a:ext>
              </a:extLst>
            </p:cNvPr>
            <p:cNvGrpSpPr/>
            <p:nvPr/>
          </p:nvGrpSpPr>
          <p:grpSpPr>
            <a:xfrm>
              <a:off x="8621942" y="2262669"/>
              <a:ext cx="37817" cy="61390"/>
              <a:chOff x="3883481" y="2057400"/>
              <a:chExt cx="1608363" cy="2652031"/>
            </a:xfrm>
            <a:solidFill>
              <a:srgbClr val="A6A6A6">
                <a:alpha val="20000"/>
              </a:srgbClr>
            </a:solidFill>
          </p:grpSpPr>
          <p:sp>
            <p:nvSpPr>
              <p:cNvPr id="474" name="Oval 27">
                <a:extLst>
                  <a:ext uri="{FF2B5EF4-FFF2-40B4-BE49-F238E27FC236}">
                    <a16:creationId xmlns:a16="http://schemas.microsoft.com/office/drawing/2014/main" id="{22B9BBF1-073F-BB62-E0F5-8A860B83D86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5" name="Oval 28">
                <a:extLst>
                  <a:ext uri="{FF2B5EF4-FFF2-40B4-BE49-F238E27FC236}">
                    <a16:creationId xmlns:a16="http://schemas.microsoft.com/office/drawing/2014/main" id="{1558ED07-EC07-C975-6D4B-8FC801FA01B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76" name="Group 475">
            <a:extLst>
              <a:ext uri="{FF2B5EF4-FFF2-40B4-BE49-F238E27FC236}">
                <a16:creationId xmlns:a16="http://schemas.microsoft.com/office/drawing/2014/main" id="{BF1FA049-F835-B8D3-AF72-B691182FF7D8}"/>
              </a:ext>
            </a:extLst>
          </p:cNvPr>
          <p:cNvGrpSpPr/>
          <p:nvPr/>
        </p:nvGrpSpPr>
        <p:grpSpPr>
          <a:xfrm>
            <a:off x="6290730" y="2257176"/>
            <a:ext cx="721206" cy="609701"/>
            <a:chOff x="8807250" y="2253334"/>
            <a:chExt cx="721206" cy="609701"/>
          </a:xfrm>
        </p:grpSpPr>
        <p:sp>
          <p:nvSpPr>
            <p:cNvPr id="477" name="Rectangle 476">
              <a:extLst>
                <a:ext uri="{FF2B5EF4-FFF2-40B4-BE49-F238E27FC236}">
                  <a16:creationId xmlns:a16="http://schemas.microsoft.com/office/drawing/2014/main" id="{314AC24E-1D21-2741-BDD7-19FBD8852A5B}"/>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478" name="Right Triangle 477">
              <a:extLst>
                <a:ext uri="{FF2B5EF4-FFF2-40B4-BE49-F238E27FC236}">
                  <a16:creationId xmlns:a16="http://schemas.microsoft.com/office/drawing/2014/main" id="{071116B2-7BF2-64EC-240F-1DE453C72687}"/>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9" name="Oval 27">
              <a:extLst>
                <a:ext uri="{FF2B5EF4-FFF2-40B4-BE49-F238E27FC236}">
                  <a16:creationId xmlns:a16="http://schemas.microsoft.com/office/drawing/2014/main" id="{7E38A2E6-5397-17E7-4FA2-062450D81685}"/>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0" name="Oval 28">
              <a:extLst>
                <a:ext uri="{FF2B5EF4-FFF2-40B4-BE49-F238E27FC236}">
                  <a16:creationId xmlns:a16="http://schemas.microsoft.com/office/drawing/2014/main" id="{4D213337-AB73-41D8-3BFF-74EFBA2368E6}"/>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81" name="Group 480">
            <a:extLst>
              <a:ext uri="{FF2B5EF4-FFF2-40B4-BE49-F238E27FC236}">
                <a16:creationId xmlns:a16="http://schemas.microsoft.com/office/drawing/2014/main" id="{C7CFC930-ED4B-D8F6-9AC5-A94B566EAC1F}"/>
              </a:ext>
            </a:extLst>
          </p:cNvPr>
          <p:cNvGrpSpPr/>
          <p:nvPr/>
        </p:nvGrpSpPr>
        <p:grpSpPr>
          <a:xfrm>
            <a:off x="9656903" y="2253333"/>
            <a:ext cx="721220" cy="609701"/>
            <a:chOff x="9656903" y="2253333"/>
            <a:chExt cx="721220" cy="609701"/>
          </a:xfrm>
        </p:grpSpPr>
        <p:sp>
          <p:nvSpPr>
            <p:cNvPr id="482" name="Rectangle 481">
              <a:hlinkHover r:id="" action="ppaction://noaction" highlightClick="1"/>
              <a:extLst>
                <a:ext uri="{FF2B5EF4-FFF2-40B4-BE49-F238E27FC236}">
                  <a16:creationId xmlns:a16="http://schemas.microsoft.com/office/drawing/2014/main" id="{2C4276D2-6F06-8D23-B9F8-2E4C4923BA2A}"/>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83" name="Rectangle 482">
              <a:extLst>
                <a:ext uri="{FF2B5EF4-FFF2-40B4-BE49-F238E27FC236}">
                  <a16:creationId xmlns:a16="http://schemas.microsoft.com/office/drawing/2014/main" id="{A874644B-66EF-2B6D-6C60-1ABAF0FD88A2}"/>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4" name="Oval 15">
              <a:extLst>
                <a:ext uri="{FF2B5EF4-FFF2-40B4-BE49-F238E27FC236}">
                  <a16:creationId xmlns:a16="http://schemas.microsoft.com/office/drawing/2014/main" id="{1A32C071-0A30-391D-29EA-11567AC1C6FB}"/>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5" name="Straight Connector 484">
              <a:extLst>
                <a:ext uri="{FF2B5EF4-FFF2-40B4-BE49-F238E27FC236}">
                  <a16:creationId xmlns:a16="http://schemas.microsoft.com/office/drawing/2014/main" id="{7C92ED8C-FB65-0476-7ECD-869982520B0F}"/>
                </a:ext>
              </a:extLst>
            </p:cNvPr>
            <p:cNvCxnSpPr>
              <a:cxnSpLocks/>
              <a:stCxn id="484"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6" name="Straight Connector 485">
              <a:extLst>
                <a:ext uri="{FF2B5EF4-FFF2-40B4-BE49-F238E27FC236}">
                  <a16:creationId xmlns:a16="http://schemas.microsoft.com/office/drawing/2014/main" id="{1FF61F94-884E-D216-109E-D31CF416F639}"/>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7" name="Group 486">
            <a:extLst>
              <a:ext uri="{FF2B5EF4-FFF2-40B4-BE49-F238E27FC236}">
                <a16:creationId xmlns:a16="http://schemas.microsoft.com/office/drawing/2014/main" id="{499313AA-6674-038F-74DC-54205C820C9C}"/>
              </a:ext>
            </a:extLst>
          </p:cNvPr>
          <p:cNvGrpSpPr/>
          <p:nvPr/>
        </p:nvGrpSpPr>
        <p:grpSpPr>
          <a:xfrm>
            <a:off x="8797459" y="2264859"/>
            <a:ext cx="721206" cy="609701"/>
            <a:chOff x="11356242" y="2253333"/>
            <a:chExt cx="721206" cy="609701"/>
          </a:xfrm>
        </p:grpSpPr>
        <p:sp>
          <p:nvSpPr>
            <p:cNvPr id="488" name="Rectangle 487">
              <a:hlinkHover r:id="" action="ppaction://noaction" highlightClick="1"/>
              <a:extLst>
                <a:ext uri="{FF2B5EF4-FFF2-40B4-BE49-F238E27FC236}">
                  <a16:creationId xmlns:a16="http://schemas.microsoft.com/office/drawing/2014/main" id="{B98DFAEE-FDC0-563B-AE57-73A40658BEFD}"/>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489" name="Oval 488">
              <a:extLst>
                <a:ext uri="{FF2B5EF4-FFF2-40B4-BE49-F238E27FC236}">
                  <a16:creationId xmlns:a16="http://schemas.microsoft.com/office/drawing/2014/main" id="{BE52A13E-E171-747B-A599-05ADD0C8CFA1}"/>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0" name="Isosceles Triangle 648">
              <a:extLst>
                <a:ext uri="{FF2B5EF4-FFF2-40B4-BE49-F238E27FC236}">
                  <a16:creationId xmlns:a16="http://schemas.microsoft.com/office/drawing/2014/main" id="{BD18D1D4-C34D-9013-08D2-A53AF1E91FEA}"/>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1" name="Group 490">
            <a:extLst>
              <a:ext uri="{FF2B5EF4-FFF2-40B4-BE49-F238E27FC236}">
                <a16:creationId xmlns:a16="http://schemas.microsoft.com/office/drawing/2014/main" id="{03DBD9AE-161F-0D7E-0811-C894F3BE7CAD}"/>
              </a:ext>
            </a:extLst>
          </p:cNvPr>
          <p:cNvGrpSpPr/>
          <p:nvPr/>
        </p:nvGrpSpPr>
        <p:grpSpPr>
          <a:xfrm>
            <a:off x="10506580" y="2253333"/>
            <a:ext cx="721206" cy="609701"/>
            <a:chOff x="10506580" y="2253333"/>
            <a:chExt cx="721206" cy="609701"/>
          </a:xfrm>
        </p:grpSpPr>
        <p:sp>
          <p:nvSpPr>
            <p:cNvPr id="492" name="Rectangle 491">
              <a:hlinkHover r:id="" action="ppaction://noaction" highlightClick="1"/>
              <a:extLst>
                <a:ext uri="{FF2B5EF4-FFF2-40B4-BE49-F238E27FC236}">
                  <a16:creationId xmlns:a16="http://schemas.microsoft.com/office/drawing/2014/main" id="{297EEB89-BEA7-6E28-6889-B413D14B869E}"/>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493" name="Diamond 492">
              <a:extLst>
                <a:ext uri="{FF2B5EF4-FFF2-40B4-BE49-F238E27FC236}">
                  <a16:creationId xmlns:a16="http://schemas.microsoft.com/office/drawing/2014/main" id="{F2F8CF47-4935-EDC2-EA55-7680E816F313}"/>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4" name="Oval 493">
              <a:extLst>
                <a:ext uri="{FF2B5EF4-FFF2-40B4-BE49-F238E27FC236}">
                  <a16:creationId xmlns:a16="http://schemas.microsoft.com/office/drawing/2014/main" id="{76FB787A-43C6-1A88-7108-D776DEF1F439}"/>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5" name="Group 494">
            <a:extLst>
              <a:ext uri="{FF2B5EF4-FFF2-40B4-BE49-F238E27FC236}">
                <a16:creationId xmlns:a16="http://schemas.microsoft.com/office/drawing/2014/main" id="{E62DE8C0-BBCC-9C97-7154-F3954E83CC7D}"/>
              </a:ext>
            </a:extLst>
          </p:cNvPr>
          <p:cNvGrpSpPr/>
          <p:nvPr/>
        </p:nvGrpSpPr>
        <p:grpSpPr>
          <a:xfrm>
            <a:off x="5454173" y="2257175"/>
            <a:ext cx="721206" cy="609701"/>
            <a:chOff x="6287891" y="2253333"/>
            <a:chExt cx="721206" cy="609701"/>
          </a:xfrm>
        </p:grpSpPr>
        <p:sp>
          <p:nvSpPr>
            <p:cNvPr id="496" name="Rectangle 495">
              <a:extLst>
                <a:ext uri="{FF2B5EF4-FFF2-40B4-BE49-F238E27FC236}">
                  <a16:creationId xmlns:a16="http://schemas.microsoft.com/office/drawing/2014/main" id="{EA35641A-4824-65B4-F1A5-20886EC9D299}"/>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497" name="Right Triangle 496">
              <a:extLst>
                <a:ext uri="{FF2B5EF4-FFF2-40B4-BE49-F238E27FC236}">
                  <a16:creationId xmlns:a16="http://schemas.microsoft.com/office/drawing/2014/main" id="{380A28D7-A5A7-6F4C-8390-E13E2BE72875}"/>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03" name="Group 502">
              <a:extLst>
                <a:ext uri="{FF2B5EF4-FFF2-40B4-BE49-F238E27FC236}">
                  <a16:creationId xmlns:a16="http://schemas.microsoft.com/office/drawing/2014/main" id="{D9FA3167-49CC-6179-A21F-366F84777B4E}"/>
                </a:ext>
              </a:extLst>
            </p:cNvPr>
            <p:cNvGrpSpPr/>
            <p:nvPr/>
          </p:nvGrpSpPr>
          <p:grpSpPr>
            <a:xfrm>
              <a:off x="6952470" y="2265099"/>
              <a:ext cx="37817" cy="61390"/>
              <a:chOff x="3883481" y="2057400"/>
              <a:chExt cx="1608363" cy="2652031"/>
            </a:xfrm>
            <a:solidFill>
              <a:srgbClr val="A6A6A6">
                <a:alpha val="20000"/>
              </a:srgbClr>
            </a:solidFill>
          </p:grpSpPr>
          <p:sp>
            <p:nvSpPr>
              <p:cNvPr id="504" name="Oval 27">
                <a:extLst>
                  <a:ext uri="{FF2B5EF4-FFF2-40B4-BE49-F238E27FC236}">
                    <a16:creationId xmlns:a16="http://schemas.microsoft.com/office/drawing/2014/main" id="{27A932A4-C79F-3E30-7635-E73762A2292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5" name="Oval 28">
                <a:extLst>
                  <a:ext uri="{FF2B5EF4-FFF2-40B4-BE49-F238E27FC236}">
                    <a16:creationId xmlns:a16="http://schemas.microsoft.com/office/drawing/2014/main" id="{BFE85D76-1631-51D6-A2CF-316BAD98C42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06" name="Group 505">
            <a:extLst>
              <a:ext uri="{FF2B5EF4-FFF2-40B4-BE49-F238E27FC236}">
                <a16:creationId xmlns:a16="http://schemas.microsoft.com/office/drawing/2014/main" id="{7D02FC6B-EC80-B410-B1AA-41DD7FE85A8A}"/>
              </a:ext>
            </a:extLst>
          </p:cNvPr>
          <p:cNvGrpSpPr/>
          <p:nvPr/>
        </p:nvGrpSpPr>
        <p:grpSpPr>
          <a:xfrm>
            <a:off x="7113172" y="2252067"/>
            <a:ext cx="728239" cy="609701"/>
            <a:chOff x="5442073" y="811556"/>
            <a:chExt cx="728239" cy="609701"/>
          </a:xfrm>
        </p:grpSpPr>
        <p:sp>
          <p:nvSpPr>
            <p:cNvPr id="507" name="Rectangle 506">
              <a:extLst>
                <a:ext uri="{FF2B5EF4-FFF2-40B4-BE49-F238E27FC236}">
                  <a16:creationId xmlns:a16="http://schemas.microsoft.com/office/drawing/2014/main" id="{F3D10724-5D9D-8B4A-839B-7E3E958F3FCD}"/>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508" name="Rectangle 507">
              <a:extLst>
                <a:ext uri="{FF2B5EF4-FFF2-40B4-BE49-F238E27FC236}">
                  <a16:creationId xmlns:a16="http://schemas.microsoft.com/office/drawing/2014/main" id="{6C3D693D-07DD-3BB6-2A0E-AAF328FD6075}"/>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52" name="Oval 15">
              <a:extLst>
                <a:ext uri="{FF2B5EF4-FFF2-40B4-BE49-F238E27FC236}">
                  <a16:creationId xmlns:a16="http://schemas.microsoft.com/office/drawing/2014/main" id="{37CB6F21-7619-422A-38D0-40B3C6D148E9}"/>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353" name="Straight Connector 2352">
              <a:extLst>
                <a:ext uri="{FF2B5EF4-FFF2-40B4-BE49-F238E27FC236}">
                  <a16:creationId xmlns:a16="http://schemas.microsoft.com/office/drawing/2014/main" id="{D7E74F2C-93C9-3FAD-8235-E3B744E4368B}"/>
                </a:ext>
              </a:extLst>
            </p:cNvPr>
            <p:cNvCxnSpPr>
              <a:cxnSpLocks/>
              <a:stCxn id="2352"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354" name="Straight Connector 2353">
              <a:extLst>
                <a:ext uri="{FF2B5EF4-FFF2-40B4-BE49-F238E27FC236}">
                  <a16:creationId xmlns:a16="http://schemas.microsoft.com/office/drawing/2014/main" id="{E94D9EA6-F593-A965-F11F-ED8BB2165C9A}"/>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355" name="Group 2354">
            <a:extLst>
              <a:ext uri="{FF2B5EF4-FFF2-40B4-BE49-F238E27FC236}">
                <a16:creationId xmlns:a16="http://schemas.microsoft.com/office/drawing/2014/main" id="{6CDB5C5F-367B-9959-433A-C22914B8F929}"/>
              </a:ext>
            </a:extLst>
          </p:cNvPr>
          <p:cNvGrpSpPr/>
          <p:nvPr/>
        </p:nvGrpSpPr>
        <p:grpSpPr>
          <a:xfrm>
            <a:off x="11353919" y="2251694"/>
            <a:ext cx="721206" cy="609701"/>
            <a:chOff x="8807250" y="2253334"/>
            <a:chExt cx="721206" cy="609701"/>
          </a:xfrm>
        </p:grpSpPr>
        <p:sp>
          <p:nvSpPr>
            <p:cNvPr id="2356" name="Rectangle 2355">
              <a:extLst>
                <a:ext uri="{FF2B5EF4-FFF2-40B4-BE49-F238E27FC236}">
                  <a16:creationId xmlns:a16="http://schemas.microsoft.com/office/drawing/2014/main" id="{38900684-8912-C7BD-830E-F4411311EB83}"/>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2357" name="Right Triangle 2356">
              <a:extLst>
                <a:ext uri="{FF2B5EF4-FFF2-40B4-BE49-F238E27FC236}">
                  <a16:creationId xmlns:a16="http://schemas.microsoft.com/office/drawing/2014/main" id="{E57D29EB-FA70-971D-007B-35EB20D71F89}"/>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3" name="Oval 27">
              <a:extLst>
                <a:ext uri="{FF2B5EF4-FFF2-40B4-BE49-F238E27FC236}">
                  <a16:creationId xmlns:a16="http://schemas.microsoft.com/office/drawing/2014/main" id="{E5E71AF1-2F26-5E3E-62ED-C7C9F3445A84}"/>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4" name="Oval 28">
              <a:extLst>
                <a:ext uri="{FF2B5EF4-FFF2-40B4-BE49-F238E27FC236}">
                  <a16:creationId xmlns:a16="http://schemas.microsoft.com/office/drawing/2014/main" id="{59F878FD-74CE-DECA-AC08-D8264D51DD80}"/>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5" name="Group 514">
            <a:extLst>
              <a:ext uri="{FF2B5EF4-FFF2-40B4-BE49-F238E27FC236}">
                <a16:creationId xmlns:a16="http://schemas.microsoft.com/office/drawing/2014/main" id="{74730413-DACD-A8AB-002F-7C4454583DB5}"/>
              </a:ext>
            </a:extLst>
          </p:cNvPr>
          <p:cNvGrpSpPr/>
          <p:nvPr/>
        </p:nvGrpSpPr>
        <p:grpSpPr>
          <a:xfrm>
            <a:off x="2102908" y="811556"/>
            <a:ext cx="721206" cy="609701"/>
            <a:chOff x="2102908" y="811556"/>
            <a:chExt cx="721206" cy="609701"/>
          </a:xfrm>
        </p:grpSpPr>
        <p:sp>
          <p:nvSpPr>
            <p:cNvPr id="516" name="Rectangle 515">
              <a:extLst>
                <a:ext uri="{FF2B5EF4-FFF2-40B4-BE49-F238E27FC236}">
                  <a16:creationId xmlns:a16="http://schemas.microsoft.com/office/drawing/2014/main" id="{1B578DFE-10DA-AD87-48FC-4F77F8ACD272}"/>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21" name="Rectangle 520">
              <a:extLst>
                <a:ext uri="{FF2B5EF4-FFF2-40B4-BE49-F238E27FC236}">
                  <a16:creationId xmlns:a16="http://schemas.microsoft.com/office/drawing/2014/main" id="{E37571F8-4538-19DE-EB85-6BB22ACF74DC}"/>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2" name="Oval 15">
              <a:extLst>
                <a:ext uri="{FF2B5EF4-FFF2-40B4-BE49-F238E27FC236}">
                  <a16:creationId xmlns:a16="http://schemas.microsoft.com/office/drawing/2014/main" id="{FFDB12FE-745D-4496-35CD-15A137F3E3A8}"/>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23" name="Straight Connector 522">
              <a:extLst>
                <a:ext uri="{FF2B5EF4-FFF2-40B4-BE49-F238E27FC236}">
                  <a16:creationId xmlns:a16="http://schemas.microsoft.com/office/drawing/2014/main" id="{746FBABE-0706-0FDF-BAF9-1208C187A718}"/>
                </a:ext>
              </a:extLst>
            </p:cNvPr>
            <p:cNvCxnSpPr>
              <a:cxnSpLocks/>
              <a:stCxn id="522"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524" name="Straight Connector 523">
              <a:extLst>
                <a:ext uri="{FF2B5EF4-FFF2-40B4-BE49-F238E27FC236}">
                  <a16:creationId xmlns:a16="http://schemas.microsoft.com/office/drawing/2014/main" id="{D3917234-3755-AF57-A1D9-F9623889EAF9}"/>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41" name="Group 540">
            <a:extLst>
              <a:ext uri="{FF2B5EF4-FFF2-40B4-BE49-F238E27FC236}">
                <a16:creationId xmlns:a16="http://schemas.microsoft.com/office/drawing/2014/main" id="{18481E62-4A16-5081-59F1-BD3E5E55A43E}"/>
              </a:ext>
            </a:extLst>
          </p:cNvPr>
          <p:cNvGrpSpPr/>
          <p:nvPr/>
        </p:nvGrpSpPr>
        <p:grpSpPr>
          <a:xfrm>
            <a:off x="10506594" y="811556"/>
            <a:ext cx="721220" cy="609701"/>
            <a:chOff x="10506594" y="811556"/>
            <a:chExt cx="721220" cy="609701"/>
          </a:xfrm>
        </p:grpSpPr>
        <p:sp>
          <p:nvSpPr>
            <p:cNvPr id="542" name="Rectangle 541">
              <a:extLst>
                <a:ext uri="{FF2B5EF4-FFF2-40B4-BE49-F238E27FC236}">
                  <a16:creationId xmlns:a16="http://schemas.microsoft.com/office/drawing/2014/main" id="{DDDA051D-9D6F-9C9E-1C66-C33D7B4A3D07}"/>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43" name="Rectangle 542">
              <a:extLst>
                <a:ext uri="{FF2B5EF4-FFF2-40B4-BE49-F238E27FC236}">
                  <a16:creationId xmlns:a16="http://schemas.microsoft.com/office/drawing/2014/main" id="{3ABD4DAB-19EF-8B1E-1ED4-63AF84C59829}"/>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4" name="Oval 15">
              <a:extLst>
                <a:ext uri="{FF2B5EF4-FFF2-40B4-BE49-F238E27FC236}">
                  <a16:creationId xmlns:a16="http://schemas.microsoft.com/office/drawing/2014/main" id="{F3A9E255-80F0-0CE0-C1F3-7B511E40D49F}"/>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7" name="Straight Connector 566">
              <a:extLst>
                <a:ext uri="{FF2B5EF4-FFF2-40B4-BE49-F238E27FC236}">
                  <a16:creationId xmlns:a16="http://schemas.microsoft.com/office/drawing/2014/main" id="{EBDEBA21-1FE4-FD72-132F-DE246F8B0FE0}"/>
                </a:ext>
              </a:extLst>
            </p:cNvPr>
            <p:cNvCxnSpPr>
              <a:cxnSpLocks/>
              <a:stCxn id="544"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68" name="Straight Connector 567">
              <a:extLst>
                <a:ext uri="{FF2B5EF4-FFF2-40B4-BE49-F238E27FC236}">
                  <a16:creationId xmlns:a16="http://schemas.microsoft.com/office/drawing/2014/main" id="{D91DA6F6-AC5E-5CC9-0434-792D41358964}"/>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69" name="Group 568">
            <a:extLst>
              <a:ext uri="{FF2B5EF4-FFF2-40B4-BE49-F238E27FC236}">
                <a16:creationId xmlns:a16="http://schemas.microsoft.com/office/drawing/2014/main" id="{8142AC09-B94C-E2FC-64A9-DB527B2DC945}"/>
              </a:ext>
            </a:extLst>
          </p:cNvPr>
          <p:cNvGrpSpPr/>
          <p:nvPr/>
        </p:nvGrpSpPr>
        <p:grpSpPr>
          <a:xfrm>
            <a:off x="4605608" y="811556"/>
            <a:ext cx="722055" cy="609701"/>
            <a:chOff x="4605608" y="811556"/>
            <a:chExt cx="722055" cy="609701"/>
          </a:xfrm>
        </p:grpSpPr>
        <p:sp>
          <p:nvSpPr>
            <p:cNvPr id="570" name="Rectangle 569">
              <a:extLst>
                <a:ext uri="{FF2B5EF4-FFF2-40B4-BE49-F238E27FC236}">
                  <a16:creationId xmlns:a16="http://schemas.microsoft.com/office/drawing/2014/main" id="{D6F74ECC-0957-2BCA-0E94-6E48C006DB76}"/>
                </a:ext>
              </a:extLst>
            </p:cNvPr>
            <p:cNvSpPr/>
            <p:nvPr/>
          </p:nvSpPr>
          <p:spPr>
            <a:xfrm>
              <a:off x="4605608" y="811556"/>
              <a:ext cx="721203"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75" name="Rectangle 574">
              <a:extLst>
                <a:ext uri="{FF2B5EF4-FFF2-40B4-BE49-F238E27FC236}">
                  <a16:creationId xmlns:a16="http://schemas.microsoft.com/office/drawing/2014/main" id="{428F54A6-2B11-6566-D9E7-D2A1965CC92D}"/>
                </a:ext>
              </a:extLst>
            </p:cNvPr>
            <p:cNvSpPr/>
            <p:nvPr/>
          </p:nvSpPr>
          <p:spPr>
            <a:xfrm flipV="1">
              <a:off x="5227471"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70" name="Oval 15">
              <a:extLst>
                <a:ext uri="{FF2B5EF4-FFF2-40B4-BE49-F238E27FC236}">
                  <a16:creationId xmlns:a16="http://schemas.microsoft.com/office/drawing/2014/main" id="{0DA9B65C-E11F-B974-79DA-260DB4C504F0}"/>
                </a:ext>
              </a:extLst>
            </p:cNvPr>
            <p:cNvSpPr/>
            <p:nvPr/>
          </p:nvSpPr>
          <p:spPr>
            <a:xfrm>
              <a:off x="5254860"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71" name="Straight Connector 2370">
              <a:extLst>
                <a:ext uri="{FF2B5EF4-FFF2-40B4-BE49-F238E27FC236}">
                  <a16:creationId xmlns:a16="http://schemas.microsoft.com/office/drawing/2014/main" id="{63C89AB0-0C7F-2C66-7AB9-2E185F014AD1}"/>
                </a:ext>
              </a:extLst>
            </p:cNvPr>
            <p:cNvCxnSpPr>
              <a:cxnSpLocks/>
              <a:stCxn id="2370" idx="0"/>
            </p:cNvCxnSpPr>
            <p:nvPr/>
          </p:nvCxnSpPr>
          <p:spPr>
            <a:xfrm flipV="1">
              <a:off x="5260557"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72" name="Straight Connector 2371">
              <a:extLst>
                <a:ext uri="{FF2B5EF4-FFF2-40B4-BE49-F238E27FC236}">
                  <a16:creationId xmlns:a16="http://schemas.microsoft.com/office/drawing/2014/main" id="{D816B629-3B49-F319-B373-8600FFB22A40}"/>
                </a:ext>
              </a:extLst>
            </p:cNvPr>
            <p:cNvCxnSpPr>
              <a:cxnSpLocks/>
            </p:cNvCxnSpPr>
            <p:nvPr/>
          </p:nvCxnSpPr>
          <p:spPr>
            <a:xfrm>
              <a:off x="5266276"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73" name="Group 2372">
            <a:extLst>
              <a:ext uri="{FF2B5EF4-FFF2-40B4-BE49-F238E27FC236}">
                <a16:creationId xmlns:a16="http://schemas.microsoft.com/office/drawing/2014/main" id="{9494F5BF-48F4-D86C-C812-74B57413BFA4}"/>
              </a:ext>
            </a:extLst>
          </p:cNvPr>
          <p:cNvGrpSpPr/>
          <p:nvPr/>
        </p:nvGrpSpPr>
        <p:grpSpPr>
          <a:xfrm>
            <a:off x="9654676" y="814462"/>
            <a:ext cx="721206" cy="609701"/>
            <a:chOff x="9657965" y="90836"/>
            <a:chExt cx="721206" cy="609701"/>
          </a:xfrm>
        </p:grpSpPr>
        <p:sp>
          <p:nvSpPr>
            <p:cNvPr id="2374" name="Rectangle 2373">
              <a:hlinkHover r:id="" action="ppaction://noaction" highlightClick="1"/>
              <a:extLst>
                <a:ext uri="{FF2B5EF4-FFF2-40B4-BE49-F238E27FC236}">
                  <a16:creationId xmlns:a16="http://schemas.microsoft.com/office/drawing/2014/main" id="{50F0AF64-C910-3490-122D-731BE487EBD1}"/>
                </a:ext>
              </a:extLst>
            </p:cNvPr>
            <p:cNvSpPr/>
            <p:nvPr/>
          </p:nvSpPr>
          <p:spPr>
            <a:xfrm>
              <a:off x="9657965" y="9083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2375" name="Diamond 2374">
              <a:extLst>
                <a:ext uri="{FF2B5EF4-FFF2-40B4-BE49-F238E27FC236}">
                  <a16:creationId xmlns:a16="http://schemas.microsoft.com/office/drawing/2014/main" id="{FF734464-EEA9-49CD-D8CF-02FF2941E8BE}"/>
                </a:ext>
              </a:extLst>
            </p:cNvPr>
            <p:cNvSpPr/>
            <p:nvPr/>
          </p:nvSpPr>
          <p:spPr>
            <a:xfrm>
              <a:off x="10242663" y="9318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76" name="Oval 2375">
              <a:extLst>
                <a:ext uri="{FF2B5EF4-FFF2-40B4-BE49-F238E27FC236}">
                  <a16:creationId xmlns:a16="http://schemas.microsoft.com/office/drawing/2014/main" id="{A0C7A4C2-6171-CDD7-0E88-E7C09D9817C9}"/>
                </a:ext>
              </a:extLst>
            </p:cNvPr>
            <p:cNvSpPr/>
            <p:nvPr/>
          </p:nvSpPr>
          <p:spPr>
            <a:xfrm>
              <a:off x="10276866" y="12667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77" name="Group 2376">
            <a:extLst>
              <a:ext uri="{FF2B5EF4-FFF2-40B4-BE49-F238E27FC236}">
                <a16:creationId xmlns:a16="http://schemas.microsoft.com/office/drawing/2014/main" id="{B41607EA-1213-94F2-830A-3461F8E2F268}"/>
              </a:ext>
            </a:extLst>
          </p:cNvPr>
          <p:cNvGrpSpPr/>
          <p:nvPr/>
        </p:nvGrpSpPr>
        <p:grpSpPr>
          <a:xfrm>
            <a:off x="7113074" y="816139"/>
            <a:ext cx="721206" cy="609701"/>
            <a:chOff x="7957576" y="811556"/>
            <a:chExt cx="721206" cy="609701"/>
          </a:xfrm>
        </p:grpSpPr>
        <p:sp>
          <p:nvSpPr>
            <p:cNvPr id="2378" name="Rectangle 2377">
              <a:extLst>
                <a:ext uri="{FF2B5EF4-FFF2-40B4-BE49-F238E27FC236}">
                  <a16:creationId xmlns:a16="http://schemas.microsoft.com/office/drawing/2014/main" id="{772D8986-3526-6AE3-0173-5BB226EF807B}"/>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2379" name="Rectangle 2378">
              <a:extLst>
                <a:ext uri="{FF2B5EF4-FFF2-40B4-BE49-F238E27FC236}">
                  <a16:creationId xmlns:a16="http://schemas.microsoft.com/office/drawing/2014/main" id="{6C8DEF94-EC6A-EF86-5CFC-316BF6C1A237}"/>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0" name="Oval 15">
              <a:extLst>
                <a:ext uri="{FF2B5EF4-FFF2-40B4-BE49-F238E27FC236}">
                  <a16:creationId xmlns:a16="http://schemas.microsoft.com/office/drawing/2014/main" id="{03357BD5-7E54-57CD-F314-71BD04187A48}"/>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81" name="Straight Connector 2380">
              <a:extLst>
                <a:ext uri="{FF2B5EF4-FFF2-40B4-BE49-F238E27FC236}">
                  <a16:creationId xmlns:a16="http://schemas.microsoft.com/office/drawing/2014/main" id="{AFBE247D-445B-9DB6-AEB8-D1E1BAB14EF2}"/>
                </a:ext>
              </a:extLst>
            </p:cNvPr>
            <p:cNvCxnSpPr>
              <a:cxnSpLocks/>
              <a:stCxn id="2380"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82" name="Straight Connector 2381">
              <a:extLst>
                <a:ext uri="{FF2B5EF4-FFF2-40B4-BE49-F238E27FC236}">
                  <a16:creationId xmlns:a16="http://schemas.microsoft.com/office/drawing/2014/main" id="{01069DAF-C3DD-7615-CF18-A4B12CCD7CDE}"/>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pic>
        <p:nvPicPr>
          <p:cNvPr id="34" name="Picture 33">
            <a:hlinkClick r:id="rId21" action="ppaction://hlinksldjump"/>
            <a:extLst>
              <a:ext uri="{FF2B5EF4-FFF2-40B4-BE49-F238E27FC236}">
                <a16:creationId xmlns:a16="http://schemas.microsoft.com/office/drawing/2014/main" id="{C787B91C-0A51-EB7C-B781-502B58351EA0}"/>
              </a:ext>
            </a:extLst>
          </p:cNvPr>
          <p:cNvPicPr>
            <a:picLocks noChangeAspect="1"/>
          </p:cNvPicPr>
          <p:nvPr/>
        </p:nvPicPr>
        <p:blipFill>
          <a:blip r:embed="rId22"/>
          <a:stretch>
            <a:fillRect/>
          </a:stretch>
        </p:blipFill>
        <p:spPr>
          <a:xfrm>
            <a:off x="0" y="3289"/>
            <a:ext cx="211626" cy="6858000"/>
          </a:xfrm>
          <a:prstGeom prst="rect">
            <a:avLst/>
          </a:prstGeom>
        </p:spPr>
      </p:pic>
      <p:grpSp>
        <p:nvGrpSpPr>
          <p:cNvPr id="35" name="Group 34">
            <a:extLst>
              <a:ext uri="{FF2B5EF4-FFF2-40B4-BE49-F238E27FC236}">
                <a16:creationId xmlns:a16="http://schemas.microsoft.com/office/drawing/2014/main" id="{9B690A33-5EC4-BCEE-ED79-C6AC1969144E}"/>
              </a:ext>
            </a:extLst>
          </p:cNvPr>
          <p:cNvGrpSpPr/>
          <p:nvPr/>
        </p:nvGrpSpPr>
        <p:grpSpPr>
          <a:xfrm>
            <a:off x="9652491" y="2986436"/>
            <a:ext cx="721206" cy="609701"/>
            <a:chOff x="9657972" y="90836"/>
            <a:chExt cx="721206" cy="609701"/>
          </a:xfrm>
        </p:grpSpPr>
        <p:sp>
          <p:nvSpPr>
            <p:cNvPr id="36" name="Rectangle 35">
              <a:hlinkHover r:id="" action="ppaction://noaction" highlightClick="1"/>
              <a:extLst>
                <a:ext uri="{FF2B5EF4-FFF2-40B4-BE49-F238E27FC236}">
                  <a16:creationId xmlns:a16="http://schemas.microsoft.com/office/drawing/2014/main" id="{85985CF9-E98B-8120-DB36-0BB901691A14}"/>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37" name="Diamond 36">
              <a:extLst>
                <a:ext uri="{FF2B5EF4-FFF2-40B4-BE49-F238E27FC236}">
                  <a16:creationId xmlns:a16="http://schemas.microsoft.com/office/drawing/2014/main" id="{E7B0B097-5821-7490-8F95-97DCE128D97B}"/>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 name="Oval 37">
              <a:extLst>
                <a:ext uri="{FF2B5EF4-FFF2-40B4-BE49-F238E27FC236}">
                  <a16:creationId xmlns:a16="http://schemas.microsoft.com/office/drawing/2014/main" id="{DBF87F7E-656C-BCAF-64AF-4F698ED16D2F}"/>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47290437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8168" y="173237"/>
            <a:ext cx="5803559"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Intrusion Prevention</a:t>
            </a:r>
          </a:p>
        </p:txBody>
      </p:sp>
      <p:sp>
        <p:nvSpPr>
          <p:cNvPr id="72" name="Rectangle 71">
            <a:hlinkClick r:id="rId3" action="ppaction://hlinksldjump"/>
            <a:hlinkHover r:id="rId3" action="ppaction://hlinksldjump"/>
            <a:extLst>
              <a:ext uri="{FF2B5EF4-FFF2-40B4-BE49-F238E27FC236}">
                <a16:creationId xmlns:a16="http://schemas.microsoft.com/office/drawing/2014/main" id="{3336AD83-2903-4568-BF13-E94F3AA76134}"/>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D0BC30A8-4C81-460F-AA30-BF36B31F23F8}"/>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D600AF3C-67CB-4B06-BCF9-15E62AC5E8E1}"/>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30BC09DA-EE67-4D4F-8397-767723D1E514}"/>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D84F995B-236E-4A68-A531-EFDAB13D528D}"/>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381FC611-0DC0-492F-BEA9-F14808BC5770}"/>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E94FF77D-4A93-4C23-8D05-1DF8E0E81ED9}"/>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25F65378-628C-4189-8A41-D7C316133426}"/>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D4BB0006-DE9E-414C-8560-2806D355139D}"/>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E5AB729C-C635-4A65-93F7-AB78673494A4}"/>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8DFC094E-0C2E-48EA-B06F-CFCBD7201F4C}"/>
              </a:ext>
            </a:extLst>
          </p:cNvPr>
          <p:cNvSpPr/>
          <p:nvPr/>
        </p:nvSpPr>
        <p:spPr>
          <a:xfrm>
            <a:off x="6913194" y="6362036"/>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46DF8DB0-7E74-475B-8D5F-0536E0A489F7}"/>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F4F04000-CDD9-401B-9454-434C81B85B7B}"/>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8A5E48A8-151F-4878-84DE-494D5468E8F6}"/>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9D9D5C0A-B543-4C77-896D-08509DE23C36}"/>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18B78877-890C-4DE4-AC9B-81F2CA496FE6}"/>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D004D7F2-1354-47DB-8CBD-938B8A4749F9}"/>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98" name="Rectangle 97">
            <a:hlinkClick r:id="rId20" action="ppaction://hlinksldjump"/>
            <a:hlinkHover r:id="rId20" action="ppaction://hlinksldjump"/>
            <a:extLst>
              <a:ext uri="{FF2B5EF4-FFF2-40B4-BE49-F238E27FC236}">
                <a16:creationId xmlns:a16="http://schemas.microsoft.com/office/drawing/2014/main" id="{DAF26950-9AC8-4792-9D7E-8A437C8CAD3E}"/>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2" name="Rectangle 1">
            <a:extLst>
              <a:ext uri="{FF2B5EF4-FFF2-40B4-BE49-F238E27FC236}">
                <a16:creationId xmlns:a16="http://schemas.microsoft.com/office/drawing/2014/main" id="{656E592F-F0AD-AA34-AC32-1A5D8E9F0727}"/>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75A2590-3E46-2642-6DDC-D5F2DC01327C}"/>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FFB1C050-B3A4-F227-C04D-E97224E82AAD}"/>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17AEFA59-08EA-FDD3-144C-56AFA1736FF7}"/>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67521374-A2E5-4900-845A-355D696FCB32}"/>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7792419F-D150-266A-E484-4C3E0928062D}"/>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86" name="Group 585">
            <a:extLst>
              <a:ext uri="{FF2B5EF4-FFF2-40B4-BE49-F238E27FC236}">
                <a16:creationId xmlns:a16="http://schemas.microsoft.com/office/drawing/2014/main" id="{BBBC9AB5-C33A-67BE-15CB-6D91BD749CBF}"/>
              </a:ext>
            </a:extLst>
          </p:cNvPr>
          <p:cNvGrpSpPr/>
          <p:nvPr/>
        </p:nvGrpSpPr>
        <p:grpSpPr>
          <a:xfrm>
            <a:off x="3779655" y="811556"/>
            <a:ext cx="721206" cy="609701"/>
            <a:chOff x="3779655" y="811556"/>
            <a:chExt cx="721206" cy="609701"/>
          </a:xfrm>
        </p:grpSpPr>
        <p:sp>
          <p:nvSpPr>
            <p:cNvPr id="587" name="Rectangle 586">
              <a:extLst>
                <a:ext uri="{FF2B5EF4-FFF2-40B4-BE49-F238E27FC236}">
                  <a16:creationId xmlns:a16="http://schemas.microsoft.com/office/drawing/2014/main" id="{69D093A7-5009-7686-762C-9B4421AE7BCF}"/>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588" name="Rectangle 587">
              <a:extLst>
                <a:ext uri="{FF2B5EF4-FFF2-40B4-BE49-F238E27FC236}">
                  <a16:creationId xmlns:a16="http://schemas.microsoft.com/office/drawing/2014/main" id="{40DBB7BD-DA69-1359-E354-9BB2A2508C8B}"/>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9" name="Oval 15">
              <a:extLst>
                <a:ext uri="{FF2B5EF4-FFF2-40B4-BE49-F238E27FC236}">
                  <a16:creationId xmlns:a16="http://schemas.microsoft.com/office/drawing/2014/main" id="{B4BCEA97-F867-2D01-D2B7-2959EDD946BF}"/>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90" name="Straight Connector 589">
              <a:extLst>
                <a:ext uri="{FF2B5EF4-FFF2-40B4-BE49-F238E27FC236}">
                  <a16:creationId xmlns:a16="http://schemas.microsoft.com/office/drawing/2014/main" id="{3E2043B2-4EC2-7209-486D-831419C0A7BD}"/>
                </a:ext>
              </a:extLst>
            </p:cNvPr>
            <p:cNvCxnSpPr>
              <a:cxnSpLocks/>
              <a:stCxn id="589"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1" name="Straight Connector 590">
              <a:extLst>
                <a:ext uri="{FF2B5EF4-FFF2-40B4-BE49-F238E27FC236}">
                  <a16:creationId xmlns:a16="http://schemas.microsoft.com/office/drawing/2014/main" id="{86BDF529-C06C-7354-001B-BE5DF302096C}"/>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92" name="Group 591">
            <a:extLst>
              <a:ext uri="{FF2B5EF4-FFF2-40B4-BE49-F238E27FC236}">
                <a16:creationId xmlns:a16="http://schemas.microsoft.com/office/drawing/2014/main" id="{3E241DC4-DF96-E842-500B-D40AA6B8896B}"/>
              </a:ext>
            </a:extLst>
          </p:cNvPr>
          <p:cNvGrpSpPr/>
          <p:nvPr/>
        </p:nvGrpSpPr>
        <p:grpSpPr>
          <a:xfrm>
            <a:off x="7959195" y="3698231"/>
            <a:ext cx="721206" cy="609701"/>
            <a:chOff x="7959195" y="3698231"/>
            <a:chExt cx="721206" cy="609701"/>
          </a:xfrm>
        </p:grpSpPr>
        <p:sp>
          <p:nvSpPr>
            <p:cNvPr id="593" name="Rectangle 592">
              <a:hlinkHover r:id="" action="ppaction://noaction" highlightClick="1"/>
              <a:extLst>
                <a:ext uri="{FF2B5EF4-FFF2-40B4-BE49-F238E27FC236}">
                  <a16:creationId xmlns:a16="http://schemas.microsoft.com/office/drawing/2014/main" id="{9A71C620-970D-606E-730C-0C0CF9323B44}"/>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594" name="Oval 593">
              <a:extLst>
                <a:ext uri="{FF2B5EF4-FFF2-40B4-BE49-F238E27FC236}">
                  <a16:creationId xmlns:a16="http://schemas.microsoft.com/office/drawing/2014/main" id="{734FE841-EAF0-0954-1498-7CACBDCC6791}"/>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5" name="Isosceles Triangle 648">
              <a:extLst>
                <a:ext uri="{FF2B5EF4-FFF2-40B4-BE49-F238E27FC236}">
                  <a16:creationId xmlns:a16="http://schemas.microsoft.com/office/drawing/2014/main" id="{85716DED-DB1D-44F7-7571-9A4D02A6E0B8}"/>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2" name="Group 601">
            <a:extLst>
              <a:ext uri="{FF2B5EF4-FFF2-40B4-BE49-F238E27FC236}">
                <a16:creationId xmlns:a16="http://schemas.microsoft.com/office/drawing/2014/main" id="{1761E4F5-2959-7D21-2EE9-702062309DCD}"/>
              </a:ext>
            </a:extLst>
          </p:cNvPr>
          <p:cNvGrpSpPr/>
          <p:nvPr/>
        </p:nvGrpSpPr>
        <p:grpSpPr>
          <a:xfrm>
            <a:off x="5448056" y="1532276"/>
            <a:ext cx="721206" cy="609701"/>
            <a:chOff x="5448056" y="1532276"/>
            <a:chExt cx="721206" cy="609701"/>
          </a:xfrm>
        </p:grpSpPr>
        <p:sp>
          <p:nvSpPr>
            <p:cNvPr id="603" name="Rectangle 602">
              <a:extLst>
                <a:ext uri="{FF2B5EF4-FFF2-40B4-BE49-F238E27FC236}">
                  <a16:creationId xmlns:a16="http://schemas.microsoft.com/office/drawing/2014/main" id="{510F54B6-7FFA-BDF6-59CA-5377A635E692}"/>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604" name="Rectangle 603">
              <a:extLst>
                <a:ext uri="{FF2B5EF4-FFF2-40B4-BE49-F238E27FC236}">
                  <a16:creationId xmlns:a16="http://schemas.microsoft.com/office/drawing/2014/main" id="{8ABAB2DF-850E-C388-5DF7-ABAF72636E93}"/>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5" name="Oval 15">
              <a:extLst>
                <a:ext uri="{FF2B5EF4-FFF2-40B4-BE49-F238E27FC236}">
                  <a16:creationId xmlns:a16="http://schemas.microsoft.com/office/drawing/2014/main" id="{7C5C1139-2B06-F6F5-3F53-27EE8F5FDC1C}"/>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6" name="Straight Connector 605">
              <a:extLst>
                <a:ext uri="{FF2B5EF4-FFF2-40B4-BE49-F238E27FC236}">
                  <a16:creationId xmlns:a16="http://schemas.microsoft.com/office/drawing/2014/main" id="{2C69C335-C897-C57C-3751-7A910137783B}"/>
                </a:ext>
              </a:extLst>
            </p:cNvPr>
            <p:cNvCxnSpPr>
              <a:cxnSpLocks/>
              <a:stCxn id="605"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07" name="Straight Connector 606">
              <a:extLst>
                <a:ext uri="{FF2B5EF4-FFF2-40B4-BE49-F238E27FC236}">
                  <a16:creationId xmlns:a16="http://schemas.microsoft.com/office/drawing/2014/main" id="{F21964FA-F9A6-BBD8-A563-25A837DE9DB3}"/>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8" name="Group 607">
            <a:extLst>
              <a:ext uri="{FF2B5EF4-FFF2-40B4-BE49-F238E27FC236}">
                <a16:creationId xmlns:a16="http://schemas.microsoft.com/office/drawing/2014/main" id="{1313F4BF-3BDD-8DAE-6F9E-398B942E53D2}"/>
              </a:ext>
            </a:extLst>
          </p:cNvPr>
          <p:cNvGrpSpPr/>
          <p:nvPr/>
        </p:nvGrpSpPr>
        <p:grpSpPr>
          <a:xfrm>
            <a:off x="6284565" y="1532276"/>
            <a:ext cx="721206" cy="609701"/>
            <a:chOff x="6284565" y="1532276"/>
            <a:chExt cx="721206" cy="609701"/>
          </a:xfrm>
        </p:grpSpPr>
        <p:sp>
          <p:nvSpPr>
            <p:cNvPr id="609" name="Rectangle 608">
              <a:extLst>
                <a:ext uri="{FF2B5EF4-FFF2-40B4-BE49-F238E27FC236}">
                  <a16:creationId xmlns:a16="http://schemas.microsoft.com/office/drawing/2014/main" id="{A75B6335-63C1-DE3C-0FC5-B395021B8C57}"/>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610" name="Rectangle 609">
              <a:extLst>
                <a:ext uri="{FF2B5EF4-FFF2-40B4-BE49-F238E27FC236}">
                  <a16:creationId xmlns:a16="http://schemas.microsoft.com/office/drawing/2014/main" id="{11517BB4-11AD-6A46-786B-1E7BC407556F}"/>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1" name="Oval 15">
              <a:extLst>
                <a:ext uri="{FF2B5EF4-FFF2-40B4-BE49-F238E27FC236}">
                  <a16:creationId xmlns:a16="http://schemas.microsoft.com/office/drawing/2014/main" id="{9DAC6F2C-3E04-FD6C-FAC9-F83BDF8B1E53}"/>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2" name="Straight Connector 611">
              <a:extLst>
                <a:ext uri="{FF2B5EF4-FFF2-40B4-BE49-F238E27FC236}">
                  <a16:creationId xmlns:a16="http://schemas.microsoft.com/office/drawing/2014/main" id="{F6244F8C-2C93-A7EB-32A7-47FFB98D91D3}"/>
                </a:ext>
              </a:extLst>
            </p:cNvPr>
            <p:cNvCxnSpPr>
              <a:cxnSpLocks/>
              <a:stCxn id="611"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13" name="Straight Connector 612">
              <a:extLst>
                <a:ext uri="{FF2B5EF4-FFF2-40B4-BE49-F238E27FC236}">
                  <a16:creationId xmlns:a16="http://schemas.microsoft.com/office/drawing/2014/main" id="{BDD83ECD-F135-A681-B54C-BA9645076E20}"/>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4" name="Group 613">
            <a:extLst>
              <a:ext uri="{FF2B5EF4-FFF2-40B4-BE49-F238E27FC236}">
                <a16:creationId xmlns:a16="http://schemas.microsoft.com/office/drawing/2014/main" id="{D8CD103C-9FEB-84D0-1498-34553473FED4}"/>
              </a:ext>
            </a:extLst>
          </p:cNvPr>
          <p:cNvGrpSpPr/>
          <p:nvPr/>
        </p:nvGrpSpPr>
        <p:grpSpPr>
          <a:xfrm>
            <a:off x="7121069" y="1532276"/>
            <a:ext cx="721206" cy="609701"/>
            <a:chOff x="7121069" y="1532276"/>
            <a:chExt cx="721206" cy="609701"/>
          </a:xfrm>
        </p:grpSpPr>
        <p:sp>
          <p:nvSpPr>
            <p:cNvPr id="615" name="Rectangle 614">
              <a:extLst>
                <a:ext uri="{FF2B5EF4-FFF2-40B4-BE49-F238E27FC236}">
                  <a16:creationId xmlns:a16="http://schemas.microsoft.com/office/drawing/2014/main" id="{AB12D9E4-FB7E-DE78-9D89-486BE82AE776}"/>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616" name="Rectangle 615">
              <a:extLst>
                <a:ext uri="{FF2B5EF4-FFF2-40B4-BE49-F238E27FC236}">
                  <a16:creationId xmlns:a16="http://schemas.microsoft.com/office/drawing/2014/main" id="{985D5F99-62C7-95A9-2D12-148FD9EA1FCC}"/>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7" name="Oval 15">
              <a:extLst>
                <a:ext uri="{FF2B5EF4-FFF2-40B4-BE49-F238E27FC236}">
                  <a16:creationId xmlns:a16="http://schemas.microsoft.com/office/drawing/2014/main" id="{201B6AE3-8F98-2E87-76DA-2A2E299EE359}"/>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8" name="Straight Connector 617">
              <a:extLst>
                <a:ext uri="{FF2B5EF4-FFF2-40B4-BE49-F238E27FC236}">
                  <a16:creationId xmlns:a16="http://schemas.microsoft.com/office/drawing/2014/main" id="{E2545547-2251-4557-6CB7-305AF2624705}"/>
                </a:ext>
              </a:extLst>
            </p:cNvPr>
            <p:cNvCxnSpPr>
              <a:cxnSpLocks/>
              <a:stCxn id="617"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19" name="Straight Connector 618">
              <a:extLst>
                <a:ext uri="{FF2B5EF4-FFF2-40B4-BE49-F238E27FC236}">
                  <a16:creationId xmlns:a16="http://schemas.microsoft.com/office/drawing/2014/main" id="{4B6EA662-EC33-DBFD-BD08-C219D7086AB6}"/>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0" name="Group 619">
            <a:extLst>
              <a:ext uri="{FF2B5EF4-FFF2-40B4-BE49-F238E27FC236}">
                <a16:creationId xmlns:a16="http://schemas.microsoft.com/office/drawing/2014/main" id="{D7318140-57D5-36F1-C47C-00E25212E09A}"/>
              </a:ext>
            </a:extLst>
          </p:cNvPr>
          <p:cNvGrpSpPr/>
          <p:nvPr/>
        </p:nvGrpSpPr>
        <p:grpSpPr>
          <a:xfrm>
            <a:off x="3775045" y="1532276"/>
            <a:ext cx="721206" cy="609701"/>
            <a:chOff x="3775045" y="1532276"/>
            <a:chExt cx="721206" cy="609701"/>
          </a:xfrm>
        </p:grpSpPr>
        <p:sp>
          <p:nvSpPr>
            <p:cNvPr id="621" name="Rectangle 620">
              <a:extLst>
                <a:ext uri="{FF2B5EF4-FFF2-40B4-BE49-F238E27FC236}">
                  <a16:creationId xmlns:a16="http://schemas.microsoft.com/office/drawing/2014/main" id="{93217D9A-3604-1300-F91B-93AA57DB2ED8}"/>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622" name="Right Triangle 621">
              <a:extLst>
                <a:ext uri="{FF2B5EF4-FFF2-40B4-BE49-F238E27FC236}">
                  <a16:creationId xmlns:a16="http://schemas.microsoft.com/office/drawing/2014/main" id="{183682AD-C471-FF96-FAED-0C8589523291}"/>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23" name="Group 622">
              <a:extLst>
                <a:ext uri="{FF2B5EF4-FFF2-40B4-BE49-F238E27FC236}">
                  <a16:creationId xmlns:a16="http://schemas.microsoft.com/office/drawing/2014/main" id="{3F647C68-31F5-9897-E83A-43610BF6F792}"/>
                </a:ext>
              </a:extLst>
            </p:cNvPr>
            <p:cNvGrpSpPr/>
            <p:nvPr/>
          </p:nvGrpSpPr>
          <p:grpSpPr>
            <a:xfrm>
              <a:off x="4440495" y="1542936"/>
              <a:ext cx="37817" cy="61390"/>
              <a:chOff x="3883481" y="2057400"/>
              <a:chExt cx="1608363" cy="2652031"/>
            </a:xfrm>
            <a:solidFill>
              <a:srgbClr val="A6A6A6">
                <a:alpha val="20000"/>
              </a:srgbClr>
            </a:solidFill>
          </p:grpSpPr>
          <p:sp>
            <p:nvSpPr>
              <p:cNvPr id="624" name="Oval 27">
                <a:extLst>
                  <a:ext uri="{FF2B5EF4-FFF2-40B4-BE49-F238E27FC236}">
                    <a16:creationId xmlns:a16="http://schemas.microsoft.com/office/drawing/2014/main" id="{EB7EE319-B4E3-49D0-0B78-D538F7AE6A8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5" name="Oval 28">
                <a:extLst>
                  <a:ext uri="{FF2B5EF4-FFF2-40B4-BE49-F238E27FC236}">
                    <a16:creationId xmlns:a16="http://schemas.microsoft.com/office/drawing/2014/main" id="{EF4E0AF3-EDEC-514A-ABF4-E4CE00DFA5D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26" name="Group 625">
            <a:extLst>
              <a:ext uri="{FF2B5EF4-FFF2-40B4-BE49-F238E27FC236}">
                <a16:creationId xmlns:a16="http://schemas.microsoft.com/office/drawing/2014/main" id="{564E387C-6499-5D04-7D4B-B6E44AF75FAB}"/>
              </a:ext>
            </a:extLst>
          </p:cNvPr>
          <p:cNvGrpSpPr/>
          <p:nvPr/>
        </p:nvGrpSpPr>
        <p:grpSpPr>
          <a:xfrm>
            <a:off x="4611552" y="1532276"/>
            <a:ext cx="721206" cy="609701"/>
            <a:chOff x="4611552" y="1532276"/>
            <a:chExt cx="721206" cy="609701"/>
          </a:xfrm>
        </p:grpSpPr>
        <p:sp>
          <p:nvSpPr>
            <p:cNvPr id="627" name="Rectangle 626">
              <a:extLst>
                <a:ext uri="{FF2B5EF4-FFF2-40B4-BE49-F238E27FC236}">
                  <a16:creationId xmlns:a16="http://schemas.microsoft.com/office/drawing/2014/main" id="{6D5EFFBF-D8F9-0DE9-C503-ED25C02B92D9}"/>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628" name="Right Triangle 627">
              <a:extLst>
                <a:ext uri="{FF2B5EF4-FFF2-40B4-BE49-F238E27FC236}">
                  <a16:creationId xmlns:a16="http://schemas.microsoft.com/office/drawing/2014/main" id="{41632A28-6028-D2B7-6A51-F22FA3D9A81C}"/>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29" name="Group 628">
              <a:extLst>
                <a:ext uri="{FF2B5EF4-FFF2-40B4-BE49-F238E27FC236}">
                  <a16:creationId xmlns:a16="http://schemas.microsoft.com/office/drawing/2014/main" id="{C7591D4A-CA1B-C6E1-9F2E-5E1691A9DD11}"/>
                </a:ext>
              </a:extLst>
            </p:cNvPr>
            <p:cNvGrpSpPr/>
            <p:nvPr/>
          </p:nvGrpSpPr>
          <p:grpSpPr>
            <a:xfrm>
              <a:off x="5276135" y="1542936"/>
              <a:ext cx="37817" cy="61390"/>
              <a:chOff x="3883481" y="2057400"/>
              <a:chExt cx="1608363" cy="2652031"/>
            </a:xfrm>
            <a:solidFill>
              <a:srgbClr val="A6A6A6">
                <a:alpha val="20000"/>
              </a:srgbClr>
            </a:solidFill>
          </p:grpSpPr>
          <p:sp>
            <p:nvSpPr>
              <p:cNvPr id="630" name="Oval 27">
                <a:extLst>
                  <a:ext uri="{FF2B5EF4-FFF2-40B4-BE49-F238E27FC236}">
                    <a16:creationId xmlns:a16="http://schemas.microsoft.com/office/drawing/2014/main" id="{74D7B162-16F8-44FB-0D44-4B4D125B4F0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1" name="Oval 28">
                <a:extLst>
                  <a:ext uri="{FF2B5EF4-FFF2-40B4-BE49-F238E27FC236}">
                    <a16:creationId xmlns:a16="http://schemas.microsoft.com/office/drawing/2014/main" id="{E3469173-59D4-D964-0262-6C057613FDB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32" name="Group 631">
            <a:extLst>
              <a:ext uri="{FF2B5EF4-FFF2-40B4-BE49-F238E27FC236}">
                <a16:creationId xmlns:a16="http://schemas.microsoft.com/office/drawing/2014/main" id="{E7047EE0-9D75-61E0-6DDA-6D1C353BEE8A}"/>
              </a:ext>
            </a:extLst>
          </p:cNvPr>
          <p:cNvGrpSpPr/>
          <p:nvPr/>
        </p:nvGrpSpPr>
        <p:grpSpPr>
          <a:xfrm>
            <a:off x="2938537" y="1532271"/>
            <a:ext cx="721206" cy="610042"/>
            <a:chOff x="2938537" y="1532271"/>
            <a:chExt cx="721206" cy="610042"/>
          </a:xfrm>
        </p:grpSpPr>
        <p:sp>
          <p:nvSpPr>
            <p:cNvPr id="633" name="Rectangle 632">
              <a:extLst>
                <a:ext uri="{FF2B5EF4-FFF2-40B4-BE49-F238E27FC236}">
                  <a16:creationId xmlns:a16="http://schemas.microsoft.com/office/drawing/2014/main" id="{827A05B2-F7A1-F67D-A315-FF5D59F4235E}"/>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634" name="Right Triangle 633">
              <a:extLst>
                <a:ext uri="{FF2B5EF4-FFF2-40B4-BE49-F238E27FC236}">
                  <a16:creationId xmlns:a16="http://schemas.microsoft.com/office/drawing/2014/main" id="{9A54B64E-BC40-A878-4E4D-017906F8B1F0}"/>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5" name="Oval 27">
              <a:extLst>
                <a:ext uri="{FF2B5EF4-FFF2-40B4-BE49-F238E27FC236}">
                  <a16:creationId xmlns:a16="http://schemas.microsoft.com/office/drawing/2014/main" id="{44717C8A-323C-0309-8D9F-76FDE7DC07F0}"/>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6" name="Oval 28">
              <a:extLst>
                <a:ext uri="{FF2B5EF4-FFF2-40B4-BE49-F238E27FC236}">
                  <a16:creationId xmlns:a16="http://schemas.microsoft.com/office/drawing/2014/main" id="{81EEB1EC-B051-5025-03B6-0C0DD32666E5}"/>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7" name="Group 636">
            <a:extLst>
              <a:ext uri="{FF2B5EF4-FFF2-40B4-BE49-F238E27FC236}">
                <a16:creationId xmlns:a16="http://schemas.microsoft.com/office/drawing/2014/main" id="{AB9DD8DA-E76D-FB01-4A8D-29C8D435CD80}"/>
              </a:ext>
            </a:extLst>
          </p:cNvPr>
          <p:cNvGrpSpPr/>
          <p:nvPr/>
        </p:nvGrpSpPr>
        <p:grpSpPr>
          <a:xfrm>
            <a:off x="6287105" y="2974054"/>
            <a:ext cx="721206" cy="609701"/>
            <a:chOff x="6287105" y="2974054"/>
            <a:chExt cx="721206" cy="609701"/>
          </a:xfrm>
        </p:grpSpPr>
        <p:sp>
          <p:nvSpPr>
            <p:cNvPr id="638" name="Rectangle 637">
              <a:hlinkHover r:id="" action="ppaction://noaction" highlightClick="1"/>
              <a:extLst>
                <a:ext uri="{FF2B5EF4-FFF2-40B4-BE49-F238E27FC236}">
                  <a16:creationId xmlns:a16="http://schemas.microsoft.com/office/drawing/2014/main" id="{1FE9D301-939A-8BC9-967E-7268B1D37895}"/>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639" name="Rectangle 638">
              <a:extLst>
                <a:ext uri="{FF2B5EF4-FFF2-40B4-BE49-F238E27FC236}">
                  <a16:creationId xmlns:a16="http://schemas.microsoft.com/office/drawing/2014/main" id="{97F58A06-B2B7-01F1-297B-BA6C3601BCDA}"/>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0" name="Oval 15">
              <a:extLst>
                <a:ext uri="{FF2B5EF4-FFF2-40B4-BE49-F238E27FC236}">
                  <a16:creationId xmlns:a16="http://schemas.microsoft.com/office/drawing/2014/main" id="{8BBA919B-052C-C5FA-AF0F-ADCE5F21F554}"/>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41" name="Straight Connector 640">
              <a:extLst>
                <a:ext uri="{FF2B5EF4-FFF2-40B4-BE49-F238E27FC236}">
                  <a16:creationId xmlns:a16="http://schemas.microsoft.com/office/drawing/2014/main" id="{BE8041D9-9073-7842-C280-98E73F0CDA69}"/>
                </a:ext>
              </a:extLst>
            </p:cNvPr>
            <p:cNvCxnSpPr>
              <a:cxnSpLocks/>
              <a:stCxn id="640"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642" name="Group 641">
            <a:extLst>
              <a:ext uri="{FF2B5EF4-FFF2-40B4-BE49-F238E27FC236}">
                <a16:creationId xmlns:a16="http://schemas.microsoft.com/office/drawing/2014/main" id="{80EF9705-5032-F285-9D65-6291A6E5651E}"/>
              </a:ext>
            </a:extLst>
          </p:cNvPr>
          <p:cNvGrpSpPr/>
          <p:nvPr/>
        </p:nvGrpSpPr>
        <p:grpSpPr>
          <a:xfrm>
            <a:off x="7123149" y="2974054"/>
            <a:ext cx="721206" cy="646284"/>
            <a:chOff x="7123149" y="2974054"/>
            <a:chExt cx="721206" cy="646284"/>
          </a:xfrm>
        </p:grpSpPr>
        <p:sp>
          <p:nvSpPr>
            <p:cNvPr id="643" name="Rectangle 642">
              <a:hlinkHover r:id="" action="ppaction://noaction" highlightClick="1"/>
              <a:extLst>
                <a:ext uri="{FF2B5EF4-FFF2-40B4-BE49-F238E27FC236}">
                  <a16:creationId xmlns:a16="http://schemas.microsoft.com/office/drawing/2014/main" id="{3CC87856-963A-870A-EE79-8A20B30C3F49}"/>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644" name="Rectangle 643">
              <a:extLst>
                <a:ext uri="{FF2B5EF4-FFF2-40B4-BE49-F238E27FC236}">
                  <a16:creationId xmlns:a16="http://schemas.microsoft.com/office/drawing/2014/main" id="{042CAAF4-DEDA-EEAA-58FD-40D32884B671}"/>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5" name="Oval 15">
              <a:extLst>
                <a:ext uri="{FF2B5EF4-FFF2-40B4-BE49-F238E27FC236}">
                  <a16:creationId xmlns:a16="http://schemas.microsoft.com/office/drawing/2014/main" id="{FF26BC04-CFFC-698D-3684-B76AE42A728F}"/>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46" name="Straight Connector 645">
              <a:extLst>
                <a:ext uri="{FF2B5EF4-FFF2-40B4-BE49-F238E27FC236}">
                  <a16:creationId xmlns:a16="http://schemas.microsoft.com/office/drawing/2014/main" id="{0B5C48A5-F762-FDA3-4A4F-50C96248A778}"/>
                </a:ext>
              </a:extLst>
            </p:cNvPr>
            <p:cNvCxnSpPr>
              <a:cxnSpLocks/>
              <a:stCxn id="645"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47" name="Straight Connector 646">
              <a:extLst>
                <a:ext uri="{FF2B5EF4-FFF2-40B4-BE49-F238E27FC236}">
                  <a16:creationId xmlns:a16="http://schemas.microsoft.com/office/drawing/2014/main" id="{042080A9-7E02-9DCE-CD06-FBA44BB7B8C7}"/>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48" name="Group 647">
            <a:extLst>
              <a:ext uri="{FF2B5EF4-FFF2-40B4-BE49-F238E27FC236}">
                <a16:creationId xmlns:a16="http://schemas.microsoft.com/office/drawing/2014/main" id="{D399EF2C-5A91-A4C7-16B7-2071E240B452}"/>
              </a:ext>
            </a:extLst>
          </p:cNvPr>
          <p:cNvGrpSpPr/>
          <p:nvPr/>
        </p:nvGrpSpPr>
        <p:grpSpPr>
          <a:xfrm>
            <a:off x="7959200" y="2974054"/>
            <a:ext cx="721206" cy="609701"/>
            <a:chOff x="7959200" y="2974054"/>
            <a:chExt cx="721206" cy="609701"/>
          </a:xfrm>
        </p:grpSpPr>
        <p:sp>
          <p:nvSpPr>
            <p:cNvPr id="649" name="Rectangle 648">
              <a:hlinkHover r:id="" action="ppaction://noaction" highlightClick="1"/>
              <a:extLst>
                <a:ext uri="{FF2B5EF4-FFF2-40B4-BE49-F238E27FC236}">
                  <a16:creationId xmlns:a16="http://schemas.microsoft.com/office/drawing/2014/main" id="{43A39146-57F7-B7C3-D996-141526B9DDCE}"/>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650" name="Diamond 649">
              <a:extLst>
                <a:ext uri="{FF2B5EF4-FFF2-40B4-BE49-F238E27FC236}">
                  <a16:creationId xmlns:a16="http://schemas.microsoft.com/office/drawing/2014/main" id="{83017789-FAD7-42FE-13DE-848BDE8BC7A9}"/>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1" name="Oval 650">
              <a:extLst>
                <a:ext uri="{FF2B5EF4-FFF2-40B4-BE49-F238E27FC236}">
                  <a16:creationId xmlns:a16="http://schemas.microsoft.com/office/drawing/2014/main" id="{0EFD85CC-843F-C8FC-0BC9-01744F4AD81B}"/>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2" name="Group 651">
            <a:extLst>
              <a:ext uri="{FF2B5EF4-FFF2-40B4-BE49-F238E27FC236}">
                <a16:creationId xmlns:a16="http://schemas.microsoft.com/office/drawing/2014/main" id="{76237E87-CE3E-EFEC-1545-188D52D2F7D7}"/>
              </a:ext>
            </a:extLst>
          </p:cNvPr>
          <p:cNvGrpSpPr/>
          <p:nvPr/>
        </p:nvGrpSpPr>
        <p:grpSpPr>
          <a:xfrm>
            <a:off x="8795244" y="2974054"/>
            <a:ext cx="721206" cy="609701"/>
            <a:chOff x="8795244" y="2974054"/>
            <a:chExt cx="721206" cy="609701"/>
          </a:xfrm>
        </p:grpSpPr>
        <p:sp>
          <p:nvSpPr>
            <p:cNvPr id="653" name="Rectangle 652">
              <a:hlinkHover r:id="" action="ppaction://noaction" highlightClick="1"/>
              <a:extLst>
                <a:ext uri="{FF2B5EF4-FFF2-40B4-BE49-F238E27FC236}">
                  <a16:creationId xmlns:a16="http://schemas.microsoft.com/office/drawing/2014/main" id="{37F642DE-6931-1A78-AF93-35E208DE4A9B}"/>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654" name="Diamond 653">
              <a:extLst>
                <a:ext uri="{FF2B5EF4-FFF2-40B4-BE49-F238E27FC236}">
                  <a16:creationId xmlns:a16="http://schemas.microsoft.com/office/drawing/2014/main" id="{1C7764FF-0D86-0CE3-FD47-234C170E3EBF}"/>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5" name="Oval 654">
              <a:extLst>
                <a:ext uri="{FF2B5EF4-FFF2-40B4-BE49-F238E27FC236}">
                  <a16:creationId xmlns:a16="http://schemas.microsoft.com/office/drawing/2014/main" id="{35716F50-80B0-4352-5469-741623DF1223}"/>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2" name="Group 661">
            <a:extLst>
              <a:ext uri="{FF2B5EF4-FFF2-40B4-BE49-F238E27FC236}">
                <a16:creationId xmlns:a16="http://schemas.microsoft.com/office/drawing/2014/main" id="{901B47F6-6382-A705-5D41-46B384021C14}"/>
              </a:ext>
            </a:extLst>
          </p:cNvPr>
          <p:cNvGrpSpPr/>
          <p:nvPr/>
        </p:nvGrpSpPr>
        <p:grpSpPr>
          <a:xfrm>
            <a:off x="5442073" y="811556"/>
            <a:ext cx="728239" cy="609701"/>
            <a:chOff x="5442073" y="811556"/>
            <a:chExt cx="728239" cy="609701"/>
          </a:xfrm>
        </p:grpSpPr>
        <p:sp>
          <p:nvSpPr>
            <p:cNvPr id="663" name="Rectangle 662">
              <a:extLst>
                <a:ext uri="{FF2B5EF4-FFF2-40B4-BE49-F238E27FC236}">
                  <a16:creationId xmlns:a16="http://schemas.microsoft.com/office/drawing/2014/main" id="{01D0D49D-FFEB-7305-629E-7BBCA3E7510B}"/>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664" name="Rectangle 663">
              <a:extLst>
                <a:ext uri="{FF2B5EF4-FFF2-40B4-BE49-F238E27FC236}">
                  <a16:creationId xmlns:a16="http://schemas.microsoft.com/office/drawing/2014/main" id="{DD579CED-4EDF-1EB5-6F7B-9C5163A86D0B}"/>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5" name="Oval 15">
              <a:extLst>
                <a:ext uri="{FF2B5EF4-FFF2-40B4-BE49-F238E27FC236}">
                  <a16:creationId xmlns:a16="http://schemas.microsoft.com/office/drawing/2014/main" id="{196B6B41-755C-2EDE-F3DA-A5158F62BED7}"/>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6" name="Straight Connector 665">
              <a:extLst>
                <a:ext uri="{FF2B5EF4-FFF2-40B4-BE49-F238E27FC236}">
                  <a16:creationId xmlns:a16="http://schemas.microsoft.com/office/drawing/2014/main" id="{0E84EDCD-C573-8525-D36A-FC1A5F76D90D}"/>
                </a:ext>
              </a:extLst>
            </p:cNvPr>
            <p:cNvCxnSpPr>
              <a:cxnSpLocks/>
              <a:stCxn id="665"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67" name="Straight Connector 666">
              <a:extLst>
                <a:ext uri="{FF2B5EF4-FFF2-40B4-BE49-F238E27FC236}">
                  <a16:creationId xmlns:a16="http://schemas.microsoft.com/office/drawing/2014/main" id="{9B3FD7A6-6D96-17E6-790B-FAB63C690990}"/>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68" name="Group 667">
            <a:extLst>
              <a:ext uri="{FF2B5EF4-FFF2-40B4-BE49-F238E27FC236}">
                <a16:creationId xmlns:a16="http://schemas.microsoft.com/office/drawing/2014/main" id="{CEC0EBAA-6428-1726-0D2B-66265A8F8B3A}"/>
              </a:ext>
            </a:extLst>
          </p:cNvPr>
          <p:cNvGrpSpPr/>
          <p:nvPr/>
        </p:nvGrpSpPr>
        <p:grpSpPr>
          <a:xfrm>
            <a:off x="6284597" y="811555"/>
            <a:ext cx="721206" cy="609701"/>
            <a:chOff x="6284597" y="811555"/>
            <a:chExt cx="721206" cy="609701"/>
          </a:xfrm>
        </p:grpSpPr>
        <p:sp>
          <p:nvSpPr>
            <p:cNvPr id="669" name="Rectangle 668">
              <a:hlinkHover r:id="" action="ppaction://noaction" highlightClick="1"/>
              <a:extLst>
                <a:ext uri="{FF2B5EF4-FFF2-40B4-BE49-F238E27FC236}">
                  <a16:creationId xmlns:a16="http://schemas.microsoft.com/office/drawing/2014/main" id="{B16C2009-3A61-FB49-F9E4-A6628B0A864A}"/>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670" name="Right Triangle 669">
              <a:extLst>
                <a:ext uri="{FF2B5EF4-FFF2-40B4-BE49-F238E27FC236}">
                  <a16:creationId xmlns:a16="http://schemas.microsoft.com/office/drawing/2014/main" id="{2E3AD480-92CE-51AB-A7A4-71EC27DDF9AC}"/>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1" name="Oval 27">
              <a:extLst>
                <a:ext uri="{FF2B5EF4-FFF2-40B4-BE49-F238E27FC236}">
                  <a16:creationId xmlns:a16="http://schemas.microsoft.com/office/drawing/2014/main" id="{20DD5E60-2C20-DA87-2B1B-8F1B59994F69}"/>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2" name="Oval 28">
              <a:extLst>
                <a:ext uri="{FF2B5EF4-FFF2-40B4-BE49-F238E27FC236}">
                  <a16:creationId xmlns:a16="http://schemas.microsoft.com/office/drawing/2014/main" id="{4EBCB2AA-2ABD-F488-F274-F881EE5D17CA}"/>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8" name="Group 677">
            <a:extLst>
              <a:ext uri="{FF2B5EF4-FFF2-40B4-BE49-F238E27FC236}">
                <a16:creationId xmlns:a16="http://schemas.microsoft.com/office/drawing/2014/main" id="{88553236-010C-27CE-8811-AFA63F9AE2CC}"/>
              </a:ext>
            </a:extLst>
          </p:cNvPr>
          <p:cNvGrpSpPr/>
          <p:nvPr/>
        </p:nvGrpSpPr>
        <p:grpSpPr>
          <a:xfrm>
            <a:off x="7957576" y="811556"/>
            <a:ext cx="721206" cy="609701"/>
            <a:chOff x="7957576" y="811556"/>
            <a:chExt cx="721206" cy="609701"/>
          </a:xfrm>
        </p:grpSpPr>
        <p:sp>
          <p:nvSpPr>
            <p:cNvPr id="679" name="Rectangle 678">
              <a:extLst>
                <a:ext uri="{FF2B5EF4-FFF2-40B4-BE49-F238E27FC236}">
                  <a16:creationId xmlns:a16="http://schemas.microsoft.com/office/drawing/2014/main" id="{388391AC-CF84-FFCB-DA25-C172C48862F7}"/>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680" name="Rectangle 679">
              <a:extLst>
                <a:ext uri="{FF2B5EF4-FFF2-40B4-BE49-F238E27FC236}">
                  <a16:creationId xmlns:a16="http://schemas.microsoft.com/office/drawing/2014/main" id="{69906669-AC8C-E493-AA19-3A265CC5E81B}"/>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1" name="Oval 15">
              <a:extLst>
                <a:ext uri="{FF2B5EF4-FFF2-40B4-BE49-F238E27FC236}">
                  <a16:creationId xmlns:a16="http://schemas.microsoft.com/office/drawing/2014/main" id="{57045015-7EA3-899B-6C4A-7590A3EEC730}"/>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2" name="Straight Connector 681">
              <a:extLst>
                <a:ext uri="{FF2B5EF4-FFF2-40B4-BE49-F238E27FC236}">
                  <a16:creationId xmlns:a16="http://schemas.microsoft.com/office/drawing/2014/main" id="{ED3642E9-9A9D-2B0E-329F-0CCC74E4C7D7}"/>
                </a:ext>
              </a:extLst>
            </p:cNvPr>
            <p:cNvCxnSpPr>
              <a:cxnSpLocks/>
              <a:stCxn id="681"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3" name="Straight Connector 682">
              <a:extLst>
                <a:ext uri="{FF2B5EF4-FFF2-40B4-BE49-F238E27FC236}">
                  <a16:creationId xmlns:a16="http://schemas.microsoft.com/office/drawing/2014/main" id="{B1FE01D6-DFDE-D41B-B144-5413546C352B}"/>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92" name="Group 691">
            <a:extLst>
              <a:ext uri="{FF2B5EF4-FFF2-40B4-BE49-F238E27FC236}">
                <a16:creationId xmlns:a16="http://schemas.microsoft.com/office/drawing/2014/main" id="{F229CD15-5DB0-A6E4-38FA-29289032F04A}"/>
              </a:ext>
            </a:extLst>
          </p:cNvPr>
          <p:cNvGrpSpPr/>
          <p:nvPr/>
        </p:nvGrpSpPr>
        <p:grpSpPr>
          <a:xfrm>
            <a:off x="11356242" y="90836"/>
            <a:ext cx="721206" cy="609701"/>
            <a:chOff x="11356242" y="90836"/>
            <a:chExt cx="721206" cy="609701"/>
          </a:xfrm>
        </p:grpSpPr>
        <p:sp>
          <p:nvSpPr>
            <p:cNvPr id="693" name="Rectangle 692">
              <a:hlinkHover r:id="" action="ppaction://noaction" highlightClick="1"/>
              <a:extLst>
                <a:ext uri="{FF2B5EF4-FFF2-40B4-BE49-F238E27FC236}">
                  <a16:creationId xmlns:a16="http://schemas.microsoft.com/office/drawing/2014/main" id="{69BB0D17-5522-BDD9-7F29-6CB5B17C2E7F}"/>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694" name="Oval 693">
              <a:extLst>
                <a:ext uri="{FF2B5EF4-FFF2-40B4-BE49-F238E27FC236}">
                  <a16:creationId xmlns:a16="http://schemas.microsoft.com/office/drawing/2014/main" id="{273B28CB-6DFC-175D-F6A8-AE0BB429E6BC}"/>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5" name="Isosceles Triangle 648">
              <a:extLst>
                <a:ext uri="{FF2B5EF4-FFF2-40B4-BE49-F238E27FC236}">
                  <a16:creationId xmlns:a16="http://schemas.microsoft.com/office/drawing/2014/main" id="{68E702C7-11B4-1501-A2F4-35EB612CFF9A}"/>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96" name="Group 695">
            <a:extLst>
              <a:ext uri="{FF2B5EF4-FFF2-40B4-BE49-F238E27FC236}">
                <a16:creationId xmlns:a16="http://schemas.microsoft.com/office/drawing/2014/main" id="{5940CF03-B5A0-7D62-E4E6-D5C534FA62F7}"/>
              </a:ext>
            </a:extLst>
          </p:cNvPr>
          <p:cNvGrpSpPr/>
          <p:nvPr/>
        </p:nvGrpSpPr>
        <p:grpSpPr>
          <a:xfrm>
            <a:off x="11356243" y="3694774"/>
            <a:ext cx="721206" cy="609701"/>
            <a:chOff x="11356243" y="3694774"/>
            <a:chExt cx="721206" cy="609701"/>
          </a:xfrm>
        </p:grpSpPr>
        <p:sp>
          <p:nvSpPr>
            <p:cNvPr id="697" name="Rectangle 696">
              <a:hlinkHover r:id="" action="ppaction://noaction" highlightClick="1"/>
              <a:extLst>
                <a:ext uri="{FF2B5EF4-FFF2-40B4-BE49-F238E27FC236}">
                  <a16:creationId xmlns:a16="http://schemas.microsoft.com/office/drawing/2014/main" id="{031C0717-F27D-CE30-9144-F05B2C0CEE85}"/>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698" name="Oval 697">
              <a:extLst>
                <a:ext uri="{FF2B5EF4-FFF2-40B4-BE49-F238E27FC236}">
                  <a16:creationId xmlns:a16="http://schemas.microsoft.com/office/drawing/2014/main" id="{C0E45CE8-9444-BF13-A55F-4AB72110AEBE}"/>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9" name="Isosceles Triangle 648">
              <a:extLst>
                <a:ext uri="{FF2B5EF4-FFF2-40B4-BE49-F238E27FC236}">
                  <a16:creationId xmlns:a16="http://schemas.microsoft.com/office/drawing/2014/main" id="{58F656B6-4B1A-FDE0-8798-1EFDEEEB51CB}"/>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0" name="Group 699">
            <a:extLst>
              <a:ext uri="{FF2B5EF4-FFF2-40B4-BE49-F238E27FC236}">
                <a16:creationId xmlns:a16="http://schemas.microsoft.com/office/drawing/2014/main" id="{23932359-87EC-F4F8-2D66-F644CB95228F}"/>
              </a:ext>
            </a:extLst>
          </p:cNvPr>
          <p:cNvGrpSpPr/>
          <p:nvPr/>
        </p:nvGrpSpPr>
        <p:grpSpPr>
          <a:xfrm>
            <a:off x="9657691" y="4419624"/>
            <a:ext cx="721206" cy="609701"/>
            <a:chOff x="9657691" y="4419624"/>
            <a:chExt cx="721206" cy="609701"/>
          </a:xfrm>
        </p:grpSpPr>
        <p:sp>
          <p:nvSpPr>
            <p:cNvPr id="701" name="Rectangle 700">
              <a:hlinkHover r:id="" action="ppaction://noaction" highlightClick="1"/>
              <a:extLst>
                <a:ext uri="{FF2B5EF4-FFF2-40B4-BE49-F238E27FC236}">
                  <a16:creationId xmlns:a16="http://schemas.microsoft.com/office/drawing/2014/main" id="{F8B0A5E5-C5C6-4BC1-6935-2B22B2200A56}"/>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702" name="Oval 701">
              <a:extLst>
                <a:ext uri="{FF2B5EF4-FFF2-40B4-BE49-F238E27FC236}">
                  <a16:creationId xmlns:a16="http://schemas.microsoft.com/office/drawing/2014/main" id="{293B1D85-4F2A-374F-64CE-ED0D5A4593D9}"/>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3" name="Isosceles Triangle 648">
              <a:extLst>
                <a:ext uri="{FF2B5EF4-FFF2-40B4-BE49-F238E27FC236}">
                  <a16:creationId xmlns:a16="http://schemas.microsoft.com/office/drawing/2014/main" id="{704CA66E-7C54-952D-F665-D9F0F03CE9CD}"/>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4" name="Group 703">
            <a:extLst>
              <a:ext uri="{FF2B5EF4-FFF2-40B4-BE49-F238E27FC236}">
                <a16:creationId xmlns:a16="http://schemas.microsoft.com/office/drawing/2014/main" id="{29A9D2CE-3555-55A7-623C-45F7D8B78814}"/>
              </a:ext>
            </a:extLst>
          </p:cNvPr>
          <p:cNvGrpSpPr/>
          <p:nvPr/>
        </p:nvGrpSpPr>
        <p:grpSpPr>
          <a:xfrm>
            <a:off x="10506968" y="4419620"/>
            <a:ext cx="721206" cy="609701"/>
            <a:chOff x="10506968" y="4419620"/>
            <a:chExt cx="721206" cy="609701"/>
          </a:xfrm>
        </p:grpSpPr>
        <p:sp>
          <p:nvSpPr>
            <p:cNvPr id="705" name="Rectangle 704">
              <a:hlinkHover r:id="" action="ppaction://noaction" highlightClick="1"/>
              <a:extLst>
                <a:ext uri="{FF2B5EF4-FFF2-40B4-BE49-F238E27FC236}">
                  <a16:creationId xmlns:a16="http://schemas.microsoft.com/office/drawing/2014/main" id="{F38738C3-CE9D-CED0-F534-04961C555864}"/>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706" name="Oval 705">
              <a:extLst>
                <a:ext uri="{FF2B5EF4-FFF2-40B4-BE49-F238E27FC236}">
                  <a16:creationId xmlns:a16="http://schemas.microsoft.com/office/drawing/2014/main" id="{86D681B2-567B-8A4D-FE58-FC67846DCC2F}"/>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7" name="Isosceles Triangle 648">
              <a:extLst>
                <a:ext uri="{FF2B5EF4-FFF2-40B4-BE49-F238E27FC236}">
                  <a16:creationId xmlns:a16="http://schemas.microsoft.com/office/drawing/2014/main" id="{2E7D98EB-2F71-75D7-0FDA-FE77FB45BA96}"/>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8" name="Group 707">
            <a:extLst>
              <a:ext uri="{FF2B5EF4-FFF2-40B4-BE49-F238E27FC236}">
                <a16:creationId xmlns:a16="http://schemas.microsoft.com/office/drawing/2014/main" id="{E08C9BDF-D7D2-4598-287E-CED19C9F1257}"/>
              </a:ext>
            </a:extLst>
          </p:cNvPr>
          <p:cNvGrpSpPr/>
          <p:nvPr/>
        </p:nvGrpSpPr>
        <p:grpSpPr>
          <a:xfrm>
            <a:off x="11356003" y="4416261"/>
            <a:ext cx="721206" cy="609701"/>
            <a:chOff x="11356003" y="4416261"/>
            <a:chExt cx="721206" cy="609701"/>
          </a:xfrm>
        </p:grpSpPr>
        <p:sp>
          <p:nvSpPr>
            <p:cNvPr id="709" name="Rectangle 708">
              <a:hlinkHover r:id="" action="ppaction://noaction" highlightClick="1"/>
              <a:extLst>
                <a:ext uri="{FF2B5EF4-FFF2-40B4-BE49-F238E27FC236}">
                  <a16:creationId xmlns:a16="http://schemas.microsoft.com/office/drawing/2014/main" id="{DC10F0F3-81BF-219D-493C-444D983EAD12}"/>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710" name="Oval 709">
              <a:extLst>
                <a:ext uri="{FF2B5EF4-FFF2-40B4-BE49-F238E27FC236}">
                  <a16:creationId xmlns:a16="http://schemas.microsoft.com/office/drawing/2014/main" id="{4D985054-3175-E4EE-6D3F-25363B5E9FE4}"/>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1" name="Isosceles Triangle 648">
              <a:extLst>
                <a:ext uri="{FF2B5EF4-FFF2-40B4-BE49-F238E27FC236}">
                  <a16:creationId xmlns:a16="http://schemas.microsoft.com/office/drawing/2014/main" id="{DF9BF9F6-E42D-D6BE-259C-AE152BEB3377}"/>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12" name="Group 711">
            <a:extLst>
              <a:ext uri="{FF2B5EF4-FFF2-40B4-BE49-F238E27FC236}">
                <a16:creationId xmlns:a16="http://schemas.microsoft.com/office/drawing/2014/main" id="{527BA6F5-32DB-822E-AAEF-1ED349F2665C}"/>
              </a:ext>
            </a:extLst>
          </p:cNvPr>
          <p:cNvGrpSpPr/>
          <p:nvPr/>
        </p:nvGrpSpPr>
        <p:grpSpPr>
          <a:xfrm>
            <a:off x="8808526" y="4416261"/>
            <a:ext cx="721206" cy="609701"/>
            <a:chOff x="8808526" y="4416261"/>
            <a:chExt cx="721206" cy="609701"/>
          </a:xfrm>
        </p:grpSpPr>
        <p:sp>
          <p:nvSpPr>
            <p:cNvPr id="713" name="Rectangle 712">
              <a:hlinkHover r:id="" action="ppaction://noaction" highlightClick="1"/>
              <a:extLst>
                <a:ext uri="{FF2B5EF4-FFF2-40B4-BE49-F238E27FC236}">
                  <a16:creationId xmlns:a16="http://schemas.microsoft.com/office/drawing/2014/main" id="{93D9472C-BE3F-10FF-DAB2-8ADBCEFB15F3}"/>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714" name="Oval 713">
              <a:extLst>
                <a:ext uri="{FF2B5EF4-FFF2-40B4-BE49-F238E27FC236}">
                  <a16:creationId xmlns:a16="http://schemas.microsoft.com/office/drawing/2014/main" id="{6C2E9AA4-14C2-2E8A-C66C-C15AEDAD18B9}"/>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5" name="Isosceles Triangle 648">
              <a:extLst>
                <a:ext uri="{FF2B5EF4-FFF2-40B4-BE49-F238E27FC236}">
                  <a16:creationId xmlns:a16="http://schemas.microsoft.com/office/drawing/2014/main" id="{6F90057D-DE25-5B32-7972-DD82FB0D0893}"/>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16" name="Group 715">
            <a:extLst>
              <a:ext uri="{FF2B5EF4-FFF2-40B4-BE49-F238E27FC236}">
                <a16:creationId xmlns:a16="http://schemas.microsoft.com/office/drawing/2014/main" id="{85E3D94D-7F77-456B-B0D9-434C06A177A4}"/>
              </a:ext>
            </a:extLst>
          </p:cNvPr>
          <p:cNvGrpSpPr/>
          <p:nvPr/>
        </p:nvGrpSpPr>
        <p:grpSpPr>
          <a:xfrm>
            <a:off x="10509579" y="5141013"/>
            <a:ext cx="721206" cy="609701"/>
            <a:chOff x="10509579" y="5141013"/>
            <a:chExt cx="721206" cy="609701"/>
          </a:xfrm>
        </p:grpSpPr>
        <p:sp>
          <p:nvSpPr>
            <p:cNvPr id="717" name="Rectangle 716">
              <a:hlinkHover r:id="" action="ppaction://noaction" highlightClick="1"/>
              <a:extLst>
                <a:ext uri="{FF2B5EF4-FFF2-40B4-BE49-F238E27FC236}">
                  <a16:creationId xmlns:a16="http://schemas.microsoft.com/office/drawing/2014/main" id="{2AAA9E8B-3E6C-0840-5437-DD544138B1E2}"/>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718" name="Oval 717">
              <a:extLst>
                <a:ext uri="{FF2B5EF4-FFF2-40B4-BE49-F238E27FC236}">
                  <a16:creationId xmlns:a16="http://schemas.microsoft.com/office/drawing/2014/main" id="{E1F99DBC-BCC5-2B1F-449E-14F15CD7CBB6}"/>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9" name="Isosceles Triangle 648">
              <a:extLst>
                <a:ext uri="{FF2B5EF4-FFF2-40B4-BE49-F238E27FC236}">
                  <a16:creationId xmlns:a16="http://schemas.microsoft.com/office/drawing/2014/main" id="{9FD7F820-8D52-8288-5998-03921A43290A}"/>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D3EE12D9-6622-7B79-1726-A67D9F4EBD7B}"/>
              </a:ext>
            </a:extLst>
          </p:cNvPr>
          <p:cNvGrpSpPr/>
          <p:nvPr/>
        </p:nvGrpSpPr>
        <p:grpSpPr>
          <a:xfrm>
            <a:off x="9657612" y="3698231"/>
            <a:ext cx="721206" cy="609701"/>
            <a:chOff x="9657612" y="3698231"/>
            <a:chExt cx="721206" cy="609701"/>
          </a:xfrm>
        </p:grpSpPr>
        <p:sp>
          <p:nvSpPr>
            <p:cNvPr id="725" name="Rectangle 724">
              <a:hlinkHover r:id="" action="ppaction://noaction" highlightClick="1"/>
              <a:extLst>
                <a:ext uri="{FF2B5EF4-FFF2-40B4-BE49-F238E27FC236}">
                  <a16:creationId xmlns:a16="http://schemas.microsoft.com/office/drawing/2014/main" id="{16889EC1-00D7-0D71-ABBA-AAD07AB69588}"/>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726" name="Oval 725">
              <a:extLst>
                <a:ext uri="{FF2B5EF4-FFF2-40B4-BE49-F238E27FC236}">
                  <a16:creationId xmlns:a16="http://schemas.microsoft.com/office/drawing/2014/main" id="{ECDAFF0C-9DBE-7A4B-B32B-02E7EE002051}"/>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7" name="Isosceles Triangle 648">
              <a:extLst>
                <a:ext uri="{FF2B5EF4-FFF2-40B4-BE49-F238E27FC236}">
                  <a16:creationId xmlns:a16="http://schemas.microsoft.com/office/drawing/2014/main" id="{56988EB0-93CC-F76F-C226-E59CA45B084E}"/>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28" name="Group 727">
            <a:extLst>
              <a:ext uri="{FF2B5EF4-FFF2-40B4-BE49-F238E27FC236}">
                <a16:creationId xmlns:a16="http://schemas.microsoft.com/office/drawing/2014/main" id="{6F62581C-6202-6694-1EA0-A8405C6765B0}"/>
              </a:ext>
            </a:extLst>
          </p:cNvPr>
          <p:cNvGrpSpPr/>
          <p:nvPr/>
        </p:nvGrpSpPr>
        <p:grpSpPr>
          <a:xfrm>
            <a:off x="10506928" y="3698227"/>
            <a:ext cx="721206" cy="609701"/>
            <a:chOff x="10506928" y="3698227"/>
            <a:chExt cx="721206" cy="609701"/>
          </a:xfrm>
        </p:grpSpPr>
        <p:sp>
          <p:nvSpPr>
            <p:cNvPr id="729" name="Rectangle 728">
              <a:hlinkHover r:id="" action="ppaction://noaction" highlightClick="1"/>
              <a:extLst>
                <a:ext uri="{FF2B5EF4-FFF2-40B4-BE49-F238E27FC236}">
                  <a16:creationId xmlns:a16="http://schemas.microsoft.com/office/drawing/2014/main" id="{5147DE6F-151A-EE94-2164-74A03D65EB9C}"/>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730" name="Oval 729">
              <a:extLst>
                <a:ext uri="{FF2B5EF4-FFF2-40B4-BE49-F238E27FC236}">
                  <a16:creationId xmlns:a16="http://schemas.microsoft.com/office/drawing/2014/main" id="{FA048814-E0BB-8862-3198-E1C133C4A8B9}"/>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1" name="Isosceles Triangle 648">
              <a:extLst>
                <a:ext uri="{FF2B5EF4-FFF2-40B4-BE49-F238E27FC236}">
                  <a16:creationId xmlns:a16="http://schemas.microsoft.com/office/drawing/2014/main" id="{76735AEE-35F0-5A5A-BA88-0D324FD3ECD9}"/>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50" name="Group 749">
            <a:extLst>
              <a:ext uri="{FF2B5EF4-FFF2-40B4-BE49-F238E27FC236}">
                <a16:creationId xmlns:a16="http://schemas.microsoft.com/office/drawing/2014/main" id="{B67B4ADF-3DA6-9E02-CB77-C9F50E695855}"/>
              </a:ext>
            </a:extLst>
          </p:cNvPr>
          <p:cNvGrpSpPr/>
          <p:nvPr/>
        </p:nvGrpSpPr>
        <p:grpSpPr>
          <a:xfrm>
            <a:off x="7957572" y="1532276"/>
            <a:ext cx="721206" cy="609701"/>
            <a:chOff x="7957572" y="1532276"/>
            <a:chExt cx="721206" cy="609701"/>
          </a:xfrm>
        </p:grpSpPr>
        <p:sp>
          <p:nvSpPr>
            <p:cNvPr id="751" name="Rectangle 750">
              <a:hlinkHover r:id="" action="ppaction://noaction" highlightClick="1"/>
              <a:extLst>
                <a:ext uri="{FF2B5EF4-FFF2-40B4-BE49-F238E27FC236}">
                  <a16:creationId xmlns:a16="http://schemas.microsoft.com/office/drawing/2014/main" id="{018C9F9A-BA6E-1E6F-6BF5-C9D674BB0450}"/>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752" name="Rectangle 751">
              <a:extLst>
                <a:ext uri="{FF2B5EF4-FFF2-40B4-BE49-F238E27FC236}">
                  <a16:creationId xmlns:a16="http://schemas.microsoft.com/office/drawing/2014/main" id="{DDF2ECA5-7DBA-A897-6F5B-7B05C6A25540}"/>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3" name="Oval 15">
              <a:extLst>
                <a:ext uri="{FF2B5EF4-FFF2-40B4-BE49-F238E27FC236}">
                  <a16:creationId xmlns:a16="http://schemas.microsoft.com/office/drawing/2014/main" id="{6F55BD7E-DA9B-1E2A-FEF7-C7F5A36341B7}"/>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54" name="Straight Connector 753">
              <a:extLst>
                <a:ext uri="{FF2B5EF4-FFF2-40B4-BE49-F238E27FC236}">
                  <a16:creationId xmlns:a16="http://schemas.microsoft.com/office/drawing/2014/main" id="{7AB6D7E4-8244-1D09-C279-5BBA1A1DC619}"/>
                </a:ext>
              </a:extLst>
            </p:cNvPr>
            <p:cNvCxnSpPr>
              <a:cxnSpLocks/>
              <a:stCxn id="753"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55" name="Straight Connector 754">
              <a:extLst>
                <a:ext uri="{FF2B5EF4-FFF2-40B4-BE49-F238E27FC236}">
                  <a16:creationId xmlns:a16="http://schemas.microsoft.com/office/drawing/2014/main" id="{286E6453-7C83-33D7-3E9B-32220145482A}"/>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56" name="Group 755">
            <a:extLst>
              <a:ext uri="{FF2B5EF4-FFF2-40B4-BE49-F238E27FC236}">
                <a16:creationId xmlns:a16="http://schemas.microsoft.com/office/drawing/2014/main" id="{0FBE588F-EC71-1842-7BED-9FA580D79B07}"/>
              </a:ext>
            </a:extLst>
          </p:cNvPr>
          <p:cNvGrpSpPr/>
          <p:nvPr/>
        </p:nvGrpSpPr>
        <p:grpSpPr>
          <a:xfrm>
            <a:off x="9656904" y="1532276"/>
            <a:ext cx="721206" cy="609701"/>
            <a:chOff x="9656904" y="1532276"/>
            <a:chExt cx="721206" cy="609701"/>
          </a:xfrm>
        </p:grpSpPr>
        <p:sp>
          <p:nvSpPr>
            <p:cNvPr id="757" name="Rectangle 756">
              <a:extLst>
                <a:ext uri="{FF2B5EF4-FFF2-40B4-BE49-F238E27FC236}">
                  <a16:creationId xmlns:a16="http://schemas.microsoft.com/office/drawing/2014/main" id="{EA6DA18B-8643-12DE-8E53-B21430377915}"/>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758" name="Rectangle 757">
              <a:extLst>
                <a:ext uri="{FF2B5EF4-FFF2-40B4-BE49-F238E27FC236}">
                  <a16:creationId xmlns:a16="http://schemas.microsoft.com/office/drawing/2014/main" id="{55F5BED3-D64B-64D9-83C9-6AA7476F447F}"/>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9" name="Oval 15">
              <a:extLst>
                <a:ext uri="{FF2B5EF4-FFF2-40B4-BE49-F238E27FC236}">
                  <a16:creationId xmlns:a16="http://schemas.microsoft.com/office/drawing/2014/main" id="{EFBADDC7-76C4-7EF9-4EF7-F5AE36F0B9B5}"/>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60" name="Straight Connector 759">
              <a:extLst>
                <a:ext uri="{FF2B5EF4-FFF2-40B4-BE49-F238E27FC236}">
                  <a16:creationId xmlns:a16="http://schemas.microsoft.com/office/drawing/2014/main" id="{38BA2966-2076-FC43-BE9E-F782885A6916}"/>
                </a:ext>
              </a:extLst>
            </p:cNvPr>
            <p:cNvCxnSpPr>
              <a:cxnSpLocks/>
              <a:stCxn id="759"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61" name="Straight Connector 760">
              <a:extLst>
                <a:ext uri="{FF2B5EF4-FFF2-40B4-BE49-F238E27FC236}">
                  <a16:creationId xmlns:a16="http://schemas.microsoft.com/office/drawing/2014/main" id="{69FEFE0D-B446-4AD4-4905-2AE140697879}"/>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0" name="Group 789">
            <a:extLst>
              <a:ext uri="{FF2B5EF4-FFF2-40B4-BE49-F238E27FC236}">
                <a16:creationId xmlns:a16="http://schemas.microsoft.com/office/drawing/2014/main" id="{E8901059-ED35-A931-5357-D38E272ACBCC}"/>
              </a:ext>
            </a:extLst>
          </p:cNvPr>
          <p:cNvGrpSpPr/>
          <p:nvPr/>
        </p:nvGrpSpPr>
        <p:grpSpPr>
          <a:xfrm>
            <a:off x="11356242" y="811556"/>
            <a:ext cx="721206" cy="609701"/>
            <a:chOff x="11356242" y="811556"/>
            <a:chExt cx="721206" cy="609701"/>
          </a:xfrm>
        </p:grpSpPr>
        <p:sp>
          <p:nvSpPr>
            <p:cNvPr id="791" name="Rectangle 790">
              <a:hlinkHover r:id="" action="ppaction://noaction" highlightClick="1"/>
              <a:extLst>
                <a:ext uri="{FF2B5EF4-FFF2-40B4-BE49-F238E27FC236}">
                  <a16:creationId xmlns:a16="http://schemas.microsoft.com/office/drawing/2014/main" id="{B3A39083-8260-61BA-EA2D-F79DEC7C1D46}"/>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792" name="Oval 791">
              <a:extLst>
                <a:ext uri="{FF2B5EF4-FFF2-40B4-BE49-F238E27FC236}">
                  <a16:creationId xmlns:a16="http://schemas.microsoft.com/office/drawing/2014/main" id="{37A1960D-BDD3-C34D-D214-783869F08754}"/>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3" name="Isosceles Triangle 648">
              <a:extLst>
                <a:ext uri="{FF2B5EF4-FFF2-40B4-BE49-F238E27FC236}">
                  <a16:creationId xmlns:a16="http://schemas.microsoft.com/office/drawing/2014/main" id="{CB122AAF-DF38-F37B-A616-93D25682E632}"/>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94" name="Group 793">
            <a:extLst>
              <a:ext uri="{FF2B5EF4-FFF2-40B4-BE49-F238E27FC236}">
                <a16:creationId xmlns:a16="http://schemas.microsoft.com/office/drawing/2014/main" id="{9CA84612-49B2-479F-9CD1-04FDA6FA25DD}"/>
              </a:ext>
            </a:extLst>
          </p:cNvPr>
          <p:cNvGrpSpPr/>
          <p:nvPr/>
        </p:nvGrpSpPr>
        <p:grpSpPr>
          <a:xfrm>
            <a:off x="8807249" y="811555"/>
            <a:ext cx="721206" cy="609701"/>
            <a:chOff x="8807249" y="811555"/>
            <a:chExt cx="721206" cy="609701"/>
          </a:xfrm>
        </p:grpSpPr>
        <p:sp>
          <p:nvSpPr>
            <p:cNvPr id="795" name="Rectangle 794">
              <a:hlinkHover r:id="" action="ppaction://noaction" highlightClick="1"/>
              <a:extLst>
                <a:ext uri="{FF2B5EF4-FFF2-40B4-BE49-F238E27FC236}">
                  <a16:creationId xmlns:a16="http://schemas.microsoft.com/office/drawing/2014/main" id="{AD16EC26-9016-8C46-D0D4-9F54C14CF921}"/>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796" name="Diamond 795">
              <a:extLst>
                <a:ext uri="{FF2B5EF4-FFF2-40B4-BE49-F238E27FC236}">
                  <a16:creationId xmlns:a16="http://schemas.microsoft.com/office/drawing/2014/main" id="{4409F33A-A6F8-1D34-1EE4-54B05B7DB3DC}"/>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7" name="Oval 796">
              <a:extLst>
                <a:ext uri="{FF2B5EF4-FFF2-40B4-BE49-F238E27FC236}">
                  <a16:creationId xmlns:a16="http://schemas.microsoft.com/office/drawing/2014/main" id="{09065D29-8D69-B5B5-D0A1-15791AEB5148}"/>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98" name="Group 797">
            <a:extLst>
              <a:ext uri="{FF2B5EF4-FFF2-40B4-BE49-F238E27FC236}">
                <a16:creationId xmlns:a16="http://schemas.microsoft.com/office/drawing/2014/main" id="{EE361EC6-9844-7617-3526-B2F34522D5ED}"/>
              </a:ext>
            </a:extLst>
          </p:cNvPr>
          <p:cNvGrpSpPr/>
          <p:nvPr/>
        </p:nvGrpSpPr>
        <p:grpSpPr>
          <a:xfrm>
            <a:off x="8808419" y="3705986"/>
            <a:ext cx="721206" cy="609701"/>
            <a:chOff x="8808419" y="3705986"/>
            <a:chExt cx="721206" cy="609701"/>
          </a:xfrm>
        </p:grpSpPr>
        <p:sp>
          <p:nvSpPr>
            <p:cNvPr id="799" name="Rectangle 798">
              <a:hlinkHover r:id="" action="ppaction://noaction" highlightClick="1"/>
              <a:extLst>
                <a:ext uri="{FF2B5EF4-FFF2-40B4-BE49-F238E27FC236}">
                  <a16:creationId xmlns:a16="http://schemas.microsoft.com/office/drawing/2014/main" id="{CF1B6F91-EFE1-B66D-5595-FF6CDC13E76F}"/>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800" name="Oval 799">
              <a:extLst>
                <a:ext uri="{FF2B5EF4-FFF2-40B4-BE49-F238E27FC236}">
                  <a16:creationId xmlns:a16="http://schemas.microsoft.com/office/drawing/2014/main" id="{F3601718-C7C4-DA75-91A0-DC226CC4120E}"/>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1" name="Isosceles Triangle 648">
              <a:extLst>
                <a:ext uri="{FF2B5EF4-FFF2-40B4-BE49-F238E27FC236}">
                  <a16:creationId xmlns:a16="http://schemas.microsoft.com/office/drawing/2014/main" id="{AA721AEB-0DF7-02CC-65E4-D38F3DFAC016}"/>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02" name="Group 801">
            <a:extLst>
              <a:ext uri="{FF2B5EF4-FFF2-40B4-BE49-F238E27FC236}">
                <a16:creationId xmlns:a16="http://schemas.microsoft.com/office/drawing/2014/main" id="{36BD2BF5-A33F-7A04-3DEE-CA3767A802B9}"/>
              </a:ext>
            </a:extLst>
          </p:cNvPr>
          <p:cNvGrpSpPr/>
          <p:nvPr/>
        </p:nvGrpSpPr>
        <p:grpSpPr>
          <a:xfrm>
            <a:off x="431659" y="90836"/>
            <a:ext cx="721210" cy="609701"/>
            <a:chOff x="431659" y="90836"/>
            <a:chExt cx="721210" cy="609701"/>
          </a:xfrm>
        </p:grpSpPr>
        <p:sp>
          <p:nvSpPr>
            <p:cNvPr id="803" name="Rectangle 802">
              <a:extLst>
                <a:ext uri="{FF2B5EF4-FFF2-40B4-BE49-F238E27FC236}">
                  <a16:creationId xmlns:a16="http://schemas.microsoft.com/office/drawing/2014/main" id="{1DBA0838-E50F-26D8-7370-5635FCB0FEBF}"/>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804" name="Rectangle 803">
              <a:extLst>
                <a:ext uri="{FF2B5EF4-FFF2-40B4-BE49-F238E27FC236}">
                  <a16:creationId xmlns:a16="http://schemas.microsoft.com/office/drawing/2014/main" id="{DDB9D7EA-9073-42E2-EF24-E27B0F37C511}"/>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5" name="Oval 15">
              <a:extLst>
                <a:ext uri="{FF2B5EF4-FFF2-40B4-BE49-F238E27FC236}">
                  <a16:creationId xmlns:a16="http://schemas.microsoft.com/office/drawing/2014/main" id="{AD9BFF6D-2831-3C94-6BAF-48D44FABD40C}"/>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06" name="Straight Connector 805">
              <a:extLst>
                <a:ext uri="{FF2B5EF4-FFF2-40B4-BE49-F238E27FC236}">
                  <a16:creationId xmlns:a16="http://schemas.microsoft.com/office/drawing/2014/main" id="{BB36A93A-3A7E-147A-DA62-6E4A61671DC2}"/>
                </a:ext>
              </a:extLst>
            </p:cNvPr>
            <p:cNvCxnSpPr>
              <a:cxnSpLocks/>
              <a:stCxn id="805"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807" name="Straight Connector 806">
              <a:extLst>
                <a:ext uri="{FF2B5EF4-FFF2-40B4-BE49-F238E27FC236}">
                  <a16:creationId xmlns:a16="http://schemas.microsoft.com/office/drawing/2014/main" id="{F6A14FEA-DD63-6CA4-5E89-CE86837F9637}"/>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08" name="Group 807">
            <a:extLst>
              <a:ext uri="{FF2B5EF4-FFF2-40B4-BE49-F238E27FC236}">
                <a16:creationId xmlns:a16="http://schemas.microsoft.com/office/drawing/2014/main" id="{490AD42B-D2A2-9969-5B32-AAB03F850E73}"/>
              </a:ext>
            </a:extLst>
          </p:cNvPr>
          <p:cNvGrpSpPr/>
          <p:nvPr/>
        </p:nvGrpSpPr>
        <p:grpSpPr>
          <a:xfrm>
            <a:off x="1267282" y="90836"/>
            <a:ext cx="721206" cy="609701"/>
            <a:chOff x="1267282" y="90836"/>
            <a:chExt cx="721206" cy="609701"/>
          </a:xfrm>
        </p:grpSpPr>
        <p:sp>
          <p:nvSpPr>
            <p:cNvPr id="809" name="Rectangle 808">
              <a:extLst>
                <a:ext uri="{FF2B5EF4-FFF2-40B4-BE49-F238E27FC236}">
                  <a16:creationId xmlns:a16="http://schemas.microsoft.com/office/drawing/2014/main" id="{3EBB977D-8AF8-1AE2-87E4-DDF6E2DA59A0}"/>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810" name="Rectangle 809">
              <a:extLst>
                <a:ext uri="{FF2B5EF4-FFF2-40B4-BE49-F238E27FC236}">
                  <a16:creationId xmlns:a16="http://schemas.microsoft.com/office/drawing/2014/main" id="{6089F6AC-BAE6-3DFD-FDC0-F3BB7F3C0719}"/>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1" name="Oval 15">
              <a:extLst>
                <a:ext uri="{FF2B5EF4-FFF2-40B4-BE49-F238E27FC236}">
                  <a16:creationId xmlns:a16="http://schemas.microsoft.com/office/drawing/2014/main" id="{FBB9538F-963B-B82D-CD0F-E1E9DC8763CB}"/>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12" name="Straight Connector 811">
              <a:extLst>
                <a:ext uri="{FF2B5EF4-FFF2-40B4-BE49-F238E27FC236}">
                  <a16:creationId xmlns:a16="http://schemas.microsoft.com/office/drawing/2014/main" id="{3CCAF5BB-F192-6B89-A07A-3B785D908975}"/>
                </a:ext>
              </a:extLst>
            </p:cNvPr>
            <p:cNvCxnSpPr>
              <a:cxnSpLocks/>
              <a:stCxn id="811"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813" name="Straight Connector 812">
              <a:extLst>
                <a:ext uri="{FF2B5EF4-FFF2-40B4-BE49-F238E27FC236}">
                  <a16:creationId xmlns:a16="http://schemas.microsoft.com/office/drawing/2014/main" id="{EED9EC05-70FD-00FF-2DBF-9A78F38F10FF}"/>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14" name="Group 813">
            <a:extLst>
              <a:ext uri="{FF2B5EF4-FFF2-40B4-BE49-F238E27FC236}">
                <a16:creationId xmlns:a16="http://schemas.microsoft.com/office/drawing/2014/main" id="{6465AF77-1693-EE8B-1FD0-A0F716B405B8}"/>
              </a:ext>
            </a:extLst>
          </p:cNvPr>
          <p:cNvGrpSpPr/>
          <p:nvPr/>
        </p:nvGrpSpPr>
        <p:grpSpPr>
          <a:xfrm>
            <a:off x="2102907" y="90836"/>
            <a:ext cx="721206" cy="609701"/>
            <a:chOff x="2102907" y="90836"/>
            <a:chExt cx="721206" cy="609701"/>
          </a:xfrm>
        </p:grpSpPr>
        <p:sp>
          <p:nvSpPr>
            <p:cNvPr id="815" name="Rectangle 814">
              <a:extLst>
                <a:ext uri="{FF2B5EF4-FFF2-40B4-BE49-F238E27FC236}">
                  <a16:creationId xmlns:a16="http://schemas.microsoft.com/office/drawing/2014/main" id="{DD912BDD-9882-713F-1CA3-4024E0855AD2}"/>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816" name="Rectangle 815">
              <a:extLst>
                <a:ext uri="{FF2B5EF4-FFF2-40B4-BE49-F238E27FC236}">
                  <a16:creationId xmlns:a16="http://schemas.microsoft.com/office/drawing/2014/main" id="{B87E3334-AB81-2C43-5495-50D6AA4828A4}"/>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7" name="Oval 15">
              <a:extLst>
                <a:ext uri="{FF2B5EF4-FFF2-40B4-BE49-F238E27FC236}">
                  <a16:creationId xmlns:a16="http://schemas.microsoft.com/office/drawing/2014/main" id="{82D9DA42-4F25-9BDD-C628-160F7C4E16F2}"/>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18" name="Straight Connector 817">
              <a:extLst>
                <a:ext uri="{FF2B5EF4-FFF2-40B4-BE49-F238E27FC236}">
                  <a16:creationId xmlns:a16="http://schemas.microsoft.com/office/drawing/2014/main" id="{C0CF07EE-9A52-7368-6DBC-E4B24A1891A6}"/>
                </a:ext>
              </a:extLst>
            </p:cNvPr>
            <p:cNvCxnSpPr>
              <a:cxnSpLocks/>
              <a:stCxn id="817"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819" name="Straight Connector 818">
              <a:extLst>
                <a:ext uri="{FF2B5EF4-FFF2-40B4-BE49-F238E27FC236}">
                  <a16:creationId xmlns:a16="http://schemas.microsoft.com/office/drawing/2014/main" id="{94BF0D49-AAA0-680F-AC40-C4310F0B620B}"/>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20" name="Group 819">
            <a:extLst>
              <a:ext uri="{FF2B5EF4-FFF2-40B4-BE49-F238E27FC236}">
                <a16:creationId xmlns:a16="http://schemas.microsoft.com/office/drawing/2014/main" id="{1B99B557-8D7C-BE55-1730-C7CA55AF1831}"/>
              </a:ext>
            </a:extLst>
          </p:cNvPr>
          <p:cNvGrpSpPr/>
          <p:nvPr/>
        </p:nvGrpSpPr>
        <p:grpSpPr>
          <a:xfrm>
            <a:off x="1269626" y="4419615"/>
            <a:ext cx="721206" cy="609701"/>
            <a:chOff x="1269626" y="4419615"/>
            <a:chExt cx="721206" cy="609701"/>
          </a:xfrm>
        </p:grpSpPr>
        <p:sp>
          <p:nvSpPr>
            <p:cNvPr id="821" name="Rectangle 820">
              <a:extLst>
                <a:ext uri="{FF2B5EF4-FFF2-40B4-BE49-F238E27FC236}">
                  <a16:creationId xmlns:a16="http://schemas.microsoft.com/office/drawing/2014/main" id="{4DDF5736-C2AF-F995-2BC7-C19BA3F2B636}"/>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822" name="Cylinder 821">
              <a:extLst>
                <a:ext uri="{FF2B5EF4-FFF2-40B4-BE49-F238E27FC236}">
                  <a16:creationId xmlns:a16="http://schemas.microsoft.com/office/drawing/2014/main" id="{7440A66D-FD86-DA73-A660-EA940F940E74}"/>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23" name="Group 822">
            <a:extLst>
              <a:ext uri="{FF2B5EF4-FFF2-40B4-BE49-F238E27FC236}">
                <a16:creationId xmlns:a16="http://schemas.microsoft.com/office/drawing/2014/main" id="{053E1E09-5F4B-BD28-B2D0-722B4236AC41}"/>
              </a:ext>
            </a:extLst>
          </p:cNvPr>
          <p:cNvGrpSpPr/>
          <p:nvPr/>
        </p:nvGrpSpPr>
        <p:grpSpPr>
          <a:xfrm>
            <a:off x="432841" y="4419615"/>
            <a:ext cx="721206" cy="609701"/>
            <a:chOff x="432841" y="4419615"/>
            <a:chExt cx="721206" cy="609701"/>
          </a:xfrm>
        </p:grpSpPr>
        <p:sp>
          <p:nvSpPr>
            <p:cNvPr id="824" name="Rectangle 823">
              <a:extLst>
                <a:ext uri="{FF2B5EF4-FFF2-40B4-BE49-F238E27FC236}">
                  <a16:creationId xmlns:a16="http://schemas.microsoft.com/office/drawing/2014/main" id="{D69D1178-DCFA-F22D-8721-E443CB3898DB}"/>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825" name="Cylinder 824">
              <a:extLst>
                <a:ext uri="{FF2B5EF4-FFF2-40B4-BE49-F238E27FC236}">
                  <a16:creationId xmlns:a16="http://schemas.microsoft.com/office/drawing/2014/main" id="{51720BC2-E6B8-F922-C5A3-2358EE8D3590}"/>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26" name="Group 825">
            <a:extLst>
              <a:ext uri="{FF2B5EF4-FFF2-40B4-BE49-F238E27FC236}">
                <a16:creationId xmlns:a16="http://schemas.microsoft.com/office/drawing/2014/main" id="{44553E03-001A-9341-D3DB-E344575DB417}"/>
              </a:ext>
            </a:extLst>
          </p:cNvPr>
          <p:cNvGrpSpPr/>
          <p:nvPr/>
        </p:nvGrpSpPr>
        <p:grpSpPr>
          <a:xfrm>
            <a:off x="1268467" y="5141008"/>
            <a:ext cx="721206" cy="609701"/>
            <a:chOff x="1268467" y="5141008"/>
            <a:chExt cx="721206" cy="609701"/>
          </a:xfrm>
        </p:grpSpPr>
        <p:sp>
          <p:nvSpPr>
            <p:cNvPr id="827" name="Rectangle 826">
              <a:extLst>
                <a:ext uri="{FF2B5EF4-FFF2-40B4-BE49-F238E27FC236}">
                  <a16:creationId xmlns:a16="http://schemas.microsoft.com/office/drawing/2014/main" id="{7D26D9D5-6F11-8263-E315-0AB1DFF08201}"/>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828" name="Cylinder 827">
              <a:extLst>
                <a:ext uri="{FF2B5EF4-FFF2-40B4-BE49-F238E27FC236}">
                  <a16:creationId xmlns:a16="http://schemas.microsoft.com/office/drawing/2014/main" id="{A31707D9-E303-6A93-E5C8-3E49A586F4DB}"/>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29" name="Group 828">
            <a:extLst>
              <a:ext uri="{FF2B5EF4-FFF2-40B4-BE49-F238E27FC236}">
                <a16:creationId xmlns:a16="http://schemas.microsoft.com/office/drawing/2014/main" id="{903CB15A-EAD6-3E92-46B2-618B2C7D3316}"/>
              </a:ext>
            </a:extLst>
          </p:cNvPr>
          <p:cNvGrpSpPr/>
          <p:nvPr/>
        </p:nvGrpSpPr>
        <p:grpSpPr>
          <a:xfrm>
            <a:off x="431297" y="5141008"/>
            <a:ext cx="721206" cy="609701"/>
            <a:chOff x="431297" y="5141008"/>
            <a:chExt cx="721206" cy="609701"/>
          </a:xfrm>
        </p:grpSpPr>
        <p:sp>
          <p:nvSpPr>
            <p:cNvPr id="830" name="Rectangle 829">
              <a:extLst>
                <a:ext uri="{FF2B5EF4-FFF2-40B4-BE49-F238E27FC236}">
                  <a16:creationId xmlns:a16="http://schemas.microsoft.com/office/drawing/2014/main" id="{264FCAF9-D5A0-54C7-B39B-6E54879DDB6D}"/>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831" name="Cylinder 830">
              <a:extLst>
                <a:ext uri="{FF2B5EF4-FFF2-40B4-BE49-F238E27FC236}">
                  <a16:creationId xmlns:a16="http://schemas.microsoft.com/office/drawing/2014/main" id="{BF4DBBF7-AF8F-A708-A012-3F217913FC38}"/>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32" name="Group 831">
            <a:extLst>
              <a:ext uri="{FF2B5EF4-FFF2-40B4-BE49-F238E27FC236}">
                <a16:creationId xmlns:a16="http://schemas.microsoft.com/office/drawing/2014/main" id="{6E9867A5-BBCC-5288-41CA-F3488D02A27B}"/>
              </a:ext>
            </a:extLst>
          </p:cNvPr>
          <p:cNvGrpSpPr/>
          <p:nvPr/>
        </p:nvGrpSpPr>
        <p:grpSpPr>
          <a:xfrm>
            <a:off x="431660" y="3698226"/>
            <a:ext cx="721206" cy="609701"/>
            <a:chOff x="431660" y="3698226"/>
            <a:chExt cx="721206" cy="609701"/>
          </a:xfrm>
        </p:grpSpPr>
        <p:sp>
          <p:nvSpPr>
            <p:cNvPr id="833" name="Rectangle 832">
              <a:extLst>
                <a:ext uri="{FF2B5EF4-FFF2-40B4-BE49-F238E27FC236}">
                  <a16:creationId xmlns:a16="http://schemas.microsoft.com/office/drawing/2014/main" id="{858D783D-4EDB-3DE3-8DEF-95CD32562C8F}"/>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834" name="Right Triangle 833">
              <a:extLst>
                <a:ext uri="{FF2B5EF4-FFF2-40B4-BE49-F238E27FC236}">
                  <a16:creationId xmlns:a16="http://schemas.microsoft.com/office/drawing/2014/main" id="{BF0B6DFB-C3A8-1A2D-F93D-EFAE1261E480}"/>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5" name="Group 834">
              <a:extLst>
                <a:ext uri="{FF2B5EF4-FFF2-40B4-BE49-F238E27FC236}">
                  <a16:creationId xmlns:a16="http://schemas.microsoft.com/office/drawing/2014/main" id="{DBCADDB9-EAD5-E913-0CA6-B915655F92EB}"/>
                </a:ext>
              </a:extLst>
            </p:cNvPr>
            <p:cNvGrpSpPr/>
            <p:nvPr/>
          </p:nvGrpSpPr>
          <p:grpSpPr>
            <a:xfrm>
              <a:off x="1102253" y="3706270"/>
              <a:ext cx="37817" cy="61390"/>
              <a:chOff x="3883481" y="2057400"/>
              <a:chExt cx="1608363" cy="2652031"/>
            </a:xfrm>
            <a:solidFill>
              <a:srgbClr val="A6A6A6">
                <a:alpha val="20000"/>
              </a:srgbClr>
            </a:solidFill>
          </p:grpSpPr>
          <p:sp>
            <p:nvSpPr>
              <p:cNvPr id="836" name="Oval 27">
                <a:extLst>
                  <a:ext uri="{FF2B5EF4-FFF2-40B4-BE49-F238E27FC236}">
                    <a16:creationId xmlns:a16="http://schemas.microsoft.com/office/drawing/2014/main" id="{B06E88AF-F509-98E2-A036-B1C66CF99A1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7" name="Oval 28">
                <a:extLst>
                  <a:ext uri="{FF2B5EF4-FFF2-40B4-BE49-F238E27FC236}">
                    <a16:creationId xmlns:a16="http://schemas.microsoft.com/office/drawing/2014/main" id="{FEE0915D-6E01-308D-13A8-9C2E42D26DE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38" name="Group 837">
            <a:extLst>
              <a:ext uri="{FF2B5EF4-FFF2-40B4-BE49-F238E27FC236}">
                <a16:creationId xmlns:a16="http://schemas.microsoft.com/office/drawing/2014/main" id="{40B35876-DB6D-01FC-7A55-A9C041577D71}"/>
              </a:ext>
            </a:extLst>
          </p:cNvPr>
          <p:cNvGrpSpPr/>
          <p:nvPr/>
        </p:nvGrpSpPr>
        <p:grpSpPr>
          <a:xfrm>
            <a:off x="2942399" y="3698227"/>
            <a:ext cx="721206" cy="609701"/>
            <a:chOff x="2942399" y="3698227"/>
            <a:chExt cx="721206" cy="609701"/>
          </a:xfrm>
        </p:grpSpPr>
        <p:sp>
          <p:nvSpPr>
            <p:cNvPr id="839" name="Rectangle 838">
              <a:extLst>
                <a:ext uri="{FF2B5EF4-FFF2-40B4-BE49-F238E27FC236}">
                  <a16:creationId xmlns:a16="http://schemas.microsoft.com/office/drawing/2014/main" id="{CFD1B91E-678A-D7B2-B11E-F310A8F55C7D}"/>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840" name="Right Triangle 839">
              <a:extLst>
                <a:ext uri="{FF2B5EF4-FFF2-40B4-BE49-F238E27FC236}">
                  <a16:creationId xmlns:a16="http://schemas.microsoft.com/office/drawing/2014/main" id="{026BA611-FB1D-C49B-25E5-C6FE1C880470}"/>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1" name="Group 840">
              <a:extLst>
                <a:ext uri="{FF2B5EF4-FFF2-40B4-BE49-F238E27FC236}">
                  <a16:creationId xmlns:a16="http://schemas.microsoft.com/office/drawing/2014/main" id="{A9681265-17C9-522D-6361-D621F2BE134E}"/>
                </a:ext>
              </a:extLst>
            </p:cNvPr>
            <p:cNvGrpSpPr/>
            <p:nvPr/>
          </p:nvGrpSpPr>
          <p:grpSpPr>
            <a:xfrm>
              <a:off x="3607767" y="3713057"/>
              <a:ext cx="37817" cy="61390"/>
              <a:chOff x="3883481" y="2057400"/>
              <a:chExt cx="1608363" cy="2652031"/>
            </a:xfrm>
            <a:solidFill>
              <a:srgbClr val="A6A6A6">
                <a:alpha val="20000"/>
              </a:srgbClr>
            </a:solidFill>
          </p:grpSpPr>
          <p:sp>
            <p:nvSpPr>
              <p:cNvPr id="842" name="Oval 27">
                <a:extLst>
                  <a:ext uri="{FF2B5EF4-FFF2-40B4-BE49-F238E27FC236}">
                    <a16:creationId xmlns:a16="http://schemas.microsoft.com/office/drawing/2014/main" id="{6A9B0A35-5C98-A469-147C-59BD233C14F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3" name="Oval 28">
                <a:extLst>
                  <a:ext uri="{FF2B5EF4-FFF2-40B4-BE49-F238E27FC236}">
                    <a16:creationId xmlns:a16="http://schemas.microsoft.com/office/drawing/2014/main" id="{C93A557E-B39E-0537-8903-86C25FE9B6F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60" name="Group 859">
            <a:extLst>
              <a:ext uri="{FF2B5EF4-FFF2-40B4-BE49-F238E27FC236}">
                <a16:creationId xmlns:a16="http://schemas.microsoft.com/office/drawing/2014/main" id="{27205D89-AC64-9E3B-6421-DBD0A4E548B8}"/>
              </a:ext>
            </a:extLst>
          </p:cNvPr>
          <p:cNvGrpSpPr/>
          <p:nvPr/>
        </p:nvGrpSpPr>
        <p:grpSpPr>
          <a:xfrm>
            <a:off x="2105710" y="3698208"/>
            <a:ext cx="721206" cy="610396"/>
            <a:chOff x="2105710" y="3698208"/>
            <a:chExt cx="721206" cy="610396"/>
          </a:xfrm>
        </p:grpSpPr>
        <p:sp>
          <p:nvSpPr>
            <p:cNvPr id="861" name="Rectangle 860">
              <a:extLst>
                <a:ext uri="{FF2B5EF4-FFF2-40B4-BE49-F238E27FC236}">
                  <a16:creationId xmlns:a16="http://schemas.microsoft.com/office/drawing/2014/main" id="{516DF175-E384-0CC3-81D2-6660E97C41BE}"/>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862" name="Right Triangle 861">
              <a:extLst>
                <a:ext uri="{FF2B5EF4-FFF2-40B4-BE49-F238E27FC236}">
                  <a16:creationId xmlns:a16="http://schemas.microsoft.com/office/drawing/2014/main" id="{A071D4FC-04A0-ACC5-476C-71B81AEFECFE}"/>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63" name="Group 862">
              <a:extLst>
                <a:ext uri="{FF2B5EF4-FFF2-40B4-BE49-F238E27FC236}">
                  <a16:creationId xmlns:a16="http://schemas.microsoft.com/office/drawing/2014/main" id="{E498CF28-9914-4EBC-9E33-FD110F59AD51}"/>
                </a:ext>
              </a:extLst>
            </p:cNvPr>
            <p:cNvGrpSpPr/>
            <p:nvPr/>
          </p:nvGrpSpPr>
          <p:grpSpPr>
            <a:xfrm>
              <a:off x="2776303" y="3704306"/>
              <a:ext cx="37817" cy="61390"/>
              <a:chOff x="3883481" y="2057400"/>
              <a:chExt cx="1608363" cy="2652031"/>
            </a:xfrm>
            <a:solidFill>
              <a:srgbClr val="A6A6A6">
                <a:alpha val="20000"/>
              </a:srgbClr>
            </a:solidFill>
          </p:grpSpPr>
          <p:sp>
            <p:nvSpPr>
              <p:cNvPr id="864" name="Oval 27">
                <a:extLst>
                  <a:ext uri="{FF2B5EF4-FFF2-40B4-BE49-F238E27FC236}">
                    <a16:creationId xmlns:a16="http://schemas.microsoft.com/office/drawing/2014/main" id="{736632EF-A11C-AB26-1C9B-DDA164D255E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5" name="Oval 28">
                <a:extLst>
                  <a:ext uri="{FF2B5EF4-FFF2-40B4-BE49-F238E27FC236}">
                    <a16:creationId xmlns:a16="http://schemas.microsoft.com/office/drawing/2014/main" id="{5190BB78-BFA9-69B1-B9FD-A39272844A1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66" name="Group 865">
            <a:extLst>
              <a:ext uri="{FF2B5EF4-FFF2-40B4-BE49-F238E27FC236}">
                <a16:creationId xmlns:a16="http://schemas.microsoft.com/office/drawing/2014/main" id="{0EBB6A78-09BE-3E1A-01DD-35EB11D92C2D}"/>
              </a:ext>
            </a:extLst>
          </p:cNvPr>
          <p:cNvGrpSpPr/>
          <p:nvPr/>
        </p:nvGrpSpPr>
        <p:grpSpPr>
          <a:xfrm>
            <a:off x="3778361" y="2253333"/>
            <a:ext cx="721206" cy="609701"/>
            <a:chOff x="3778361" y="2253333"/>
            <a:chExt cx="721206" cy="609701"/>
          </a:xfrm>
        </p:grpSpPr>
        <p:sp>
          <p:nvSpPr>
            <p:cNvPr id="867" name="Rectangle 866">
              <a:extLst>
                <a:ext uri="{FF2B5EF4-FFF2-40B4-BE49-F238E27FC236}">
                  <a16:creationId xmlns:a16="http://schemas.microsoft.com/office/drawing/2014/main" id="{41798131-E744-4E07-41DC-10B7BEF5DC01}"/>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868" name="Rectangle 867">
              <a:extLst>
                <a:ext uri="{FF2B5EF4-FFF2-40B4-BE49-F238E27FC236}">
                  <a16:creationId xmlns:a16="http://schemas.microsoft.com/office/drawing/2014/main" id="{AAE63F7F-CA89-9B62-88E4-1C124733B025}"/>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9" name="Oval 15">
              <a:extLst>
                <a:ext uri="{FF2B5EF4-FFF2-40B4-BE49-F238E27FC236}">
                  <a16:creationId xmlns:a16="http://schemas.microsoft.com/office/drawing/2014/main" id="{5E05ADE3-AD91-66A1-4409-16F4FAEA3867}"/>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70" name="Straight Connector 869">
              <a:extLst>
                <a:ext uri="{FF2B5EF4-FFF2-40B4-BE49-F238E27FC236}">
                  <a16:creationId xmlns:a16="http://schemas.microsoft.com/office/drawing/2014/main" id="{232B073D-BE6B-8AC1-E505-2D5753B6DEF0}"/>
                </a:ext>
              </a:extLst>
            </p:cNvPr>
            <p:cNvCxnSpPr>
              <a:cxnSpLocks/>
              <a:stCxn id="869"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71" name="Straight Connector 870">
              <a:extLst>
                <a:ext uri="{FF2B5EF4-FFF2-40B4-BE49-F238E27FC236}">
                  <a16:creationId xmlns:a16="http://schemas.microsoft.com/office/drawing/2014/main" id="{5DB98D8F-9591-2909-B08C-DDB5244FAA94}"/>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08" name="Group 907">
            <a:extLst>
              <a:ext uri="{FF2B5EF4-FFF2-40B4-BE49-F238E27FC236}">
                <a16:creationId xmlns:a16="http://schemas.microsoft.com/office/drawing/2014/main" id="{AFB514E4-9199-BA1F-3F7A-1CF70E39045E}"/>
              </a:ext>
            </a:extLst>
          </p:cNvPr>
          <p:cNvGrpSpPr/>
          <p:nvPr/>
        </p:nvGrpSpPr>
        <p:grpSpPr>
          <a:xfrm>
            <a:off x="431659" y="2253337"/>
            <a:ext cx="721895" cy="609700"/>
            <a:chOff x="431659" y="2253337"/>
            <a:chExt cx="721895" cy="609700"/>
          </a:xfrm>
        </p:grpSpPr>
        <p:sp>
          <p:nvSpPr>
            <p:cNvPr id="909" name="Rectangle 908">
              <a:hlinkHover r:id="" action="ppaction://noaction" highlightClick="1"/>
              <a:extLst>
                <a:ext uri="{FF2B5EF4-FFF2-40B4-BE49-F238E27FC236}">
                  <a16:creationId xmlns:a16="http://schemas.microsoft.com/office/drawing/2014/main" id="{ACD6162F-3F80-7932-62FF-95935E62EAAD}"/>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910" name="Diamond 909">
              <a:extLst>
                <a:ext uri="{FF2B5EF4-FFF2-40B4-BE49-F238E27FC236}">
                  <a16:creationId xmlns:a16="http://schemas.microsoft.com/office/drawing/2014/main" id="{373F2CF9-472D-9E57-8B46-BD6DAC91723B}"/>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1" name="Oval 910">
              <a:extLst>
                <a:ext uri="{FF2B5EF4-FFF2-40B4-BE49-F238E27FC236}">
                  <a16:creationId xmlns:a16="http://schemas.microsoft.com/office/drawing/2014/main" id="{B5623544-8BFD-439F-BDA5-C8C648888EAB}"/>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6" name="Group 915">
            <a:extLst>
              <a:ext uri="{FF2B5EF4-FFF2-40B4-BE49-F238E27FC236}">
                <a16:creationId xmlns:a16="http://schemas.microsoft.com/office/drawing/2014/main" id="{9D10413B-9576-E276-B4E3-3F639BECD0F4}"/>
              </a:ext>
            </a:extLst>
          </p:cNvPr>
          <p:cNvGrpSpPr/>
          <p:nvPr/>
        </p:nvGrpSpPr>
        <p:grpSpPr>
          <a:xfrm>
            <a:off x="2105348" y="1532276"/>
            <a:ext cx="721206" cy="609701"/>
            <a:chOff x="2105348" y="1532276"/>
            <a:chExt cx="721206" cy="609701"/>
          </a:xfrm>
        </p:grpSpPr>
        <p:sp>
          <p:nvSpPr>
            <p:cNvPr id="917" name="Rectangle 916">
              <a:extLst>
                <a:ext uri="{FF2B5EF4-FFF2-40B4-BE49-F238E27FC236}">
                  <a16:creationId xmlns:a16="http://schemas.microsoft.com/office/drawing/2014/main" id="{9B78DE2D-F155-951B-AA85-D231808BE0F1}"/>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918" name="Rectangle 917">
              <a:extLst>
                <a:ext uri="{FF2B5EF4-FFF2-40B4-BE49-F238E27FC236}">
                  <a16:creationId xmlns:a16="http://schemas.microsoft.com/office/drawing/2014/main" id="{ACA4BB61-DF3B-64F6-F8A6-829D40BA295C}"/>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9" name="Oval 15">
              <a:extLst>
                <a:ext uri="{FF2B5EF4-FFF2-40B4-BE49-F238E27FC236}">
                  <a16:creationId xmlns:a16="http://schemas.microsoft.com/office/drawing/2014/main" id="{31682006-2E70-FFB2-8DF2-04F8F1956A98}"/>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0" name="Straight Connector 919">
              <a:extLst>
                <a:ext uri="{FF2B5EF4-FFF2-40B4-BE49-F238E27FC236}">
                  <a16:creationId xmlns:a16="http://schemas.microsoft.com/office/drawing/2014/main" id="{E4ECB984-E2DB-EDEF-0CF2-B500E0387ECE}"/>
                </a:ext>
              </a:extLst>
            </p:cNvPr>
            <p:cNvCxnSpPr>
              <a:cxnSpLocks/>
              <a:stCxn id="919"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921" name="Straight Connector 920">
              <a:extLst>
                <a:ext uri="{FF2B5EF4-FFF2-40B4-BE49-F238E27FC236}">
                  <a16:creationId xmlns:a16="http://schemas.microsoft.com/office/drawing/2014/main" id="{00342570-45A4-4A3D-6BD1-9EB0F698772C}"/>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22" name="Group 921">
            <a:extLst>
              <a:ext uri="{FF2B5EF4-FFF2-40B4-BE49-F238E27FC236}">
                <a16:creationId xmlns:a16="http://schemas.microsoft.com/office/drawing/2014/main" id="{F1FDFDD9-01A5-7185-3E4C-9AA9AF070A3C}"/>
              </a:ext>
            </a:extLst>
          </p:cNvPr>
          <p:cNvGrpSpPr/>
          <p:nvPr/>
        </p:nvGrpSpPr>
        <p:grpSpPr>
          <a:xfrm>
            <a:off x="431659" y="1532283"/>
            <a:ext cx="721891" cy="610032"/>
            <a:chOff x="431659" y="1532283"/>
            <a:chExt cx="721891" cy="610032"/>
          </a:xfrm>
        </p:grpSpPr>
        <p:sp>
          <p:nvSpPr>
            <p:cNvPr id="923" name="Rectangle 922">
              <a:extLst>
                <a:ext uri="{FF2B5EF4-FFF2-40B4-BE49-F238E27FC236}">
                  <a16:creationId xmlns:a16="http://schemas.microsoft.com/office/drawing/2014/main" id="{94B38E68-B535-7436-9890-8067203ED141}"/>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924" name="Right Triangle 923">
              <a:extLst>
                <a:ext uri="{FF2B5EF4-FFF2-40B4-BE49-F238E27FC236}">
                  <a16:creationId xmlns:a16="http://schemas.microsoft.com/office/drawing/2014/main" id="{DD0484DA-2C7F-C555-9511-2CE9AB53CB35}"/>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25" name="Group 924">
              <a:extLst>
                <a:ext uri="{FF2B5EF4-FFF2-40B4-BE49-F238E27FC236}">
                  <a16:creationId xmlns:a16="http://schemas.microsoft.com/office/drawing/2014/main" id="{E3F5378F-A873-857C-C5EA-9FB8ADFC4872}"/>
                </a:ext>
              </a:extLst>
            </p:cNvPr>
            <p:cNvGrpSpPr/>
            <p:nvPr/>
          </p:nvGrpSpPr>
          <p:grpSpPr>
            <a:xfrm>
              <a:off x="1102940" y="1538374"/>
              <a:ext cx="37817" cy="61390"/>
              <a:chOff x="3883481" y="2057400"/>
              <a:chExt cx="1608363" cy="2652031"/>
            </a:xfrm>
            <a:solidFill>
              <a:srgbClr val="A6A6A6">
                <a:alpha val="20000"/>
              </a:srgbClr>
            </a:solidFill>
          </p:grpSpPr>
          <p:sp>
            <p:nvSpPr>
              <p:cNvPr id="926" name="Oval 27">
                <a:extLst>
                  <a:ext uri="{FF2B5EF4-FFF2-40B4-BE49-F238E27FC236}">
                    <a16:creationId xmlns:a16="http://schemas.microsoft.com/office/drawing/2014/main" id="{F1AFF028-F412-26F5-F92F-669A9BE406F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7" name="Oval 28">
                <a:extLst>
                  <a:ext uri="{FF2B5EF4-FFF2-40B4-BE49-F238E27FC236}">
                    <a16:creationId xmlns:a16="http://schemas.microsoft.com/office/drawing/2014/main" id="{A893694D-4643-CE27-B0BE-1BE68B8E966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28" name="Group 927">
            <a:extLst>
              <a:ext uri="{FF2B5EF4-FFF2-40B4-BE49-F238E27FC236}">
                <a16:creationId xmlns:a16="http://schemas.microsoft.com/office/drawing/2014/main" id="{5B1CD17A-DC76-45DA-D017-3E9B4235F97D}"/>
              </a:ext>
            </a:extLst>
          </p:cNvPr>
          <p:cNvGrpSpPr/>
          <p:nvPr/>
        </p:nvGrpSpPr>
        <p:grpSpPr>
          <a:xfrm>
            <a:off x="1268843" y="1532283"/>
            <a:ext cx="721206" cy="610032"/>
            <a:chOff x="1268843" y="1532283"/>
            <a:chExt cx="721206" cy="610032"/>
          </a:xfrm>
        </p:grpSpPr>
        <p:sp>
          <p:nvSpPr>
            <p:cNvPr id="929" name="Rectangle 928">
              <a:extLst>
                <a:ext uri="{FF2B5EF4-FFF2-40B4-BE49-F238E27FC236}">
                  <a16:creationId xmlns:a16="http://schemas.microsoft.com/office/drawing/2014/main" id="{E95D42CA-B568-E157-4F0A-822EDF545E69}"/>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930" name="Right Triangle 929">
              <a:extLst>
                <a:ext uri="{FF2B5EF4-FFF2-40B4-BE49-F238E27FC236}">
                  <a16:creationId xmlns:a16="http://schemas.microsoft.com/office/drawing/2014/main" id="{7E8294C2-E32A-7CFF-E093-F11CB8BC31EB}"/>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31" name="Group 930">
              <a:extLst>
                <a:ext uri="{FF2B5EF4-FFF2-40B4-BE49-F238E27FC236}">
                  <a16:creationId xmlns:a16="http://schemas.microsoft.com/office/drawing/2014/main" id="{D78D4695-3BA3-B4F9-EDD6-1329912A69AA}"/>
                </a:ext>
              </a:extLst>
            </p:cNvPr>
            <p:cNvGrpSpPr/>
            <p:nvPr/>
          </p:nvGrpSpPr>
          <p:grpSpPr>
            <a:xfrm>
              <a:off x="1939436" y="1538374"/>
              <a:ext cx="37817" cy="61390"/>
              <a:chOff x="3883481" y="2057400"/>
              <a:chExt cx="1608363" cy="2652031"/>
            </a:xfrm>
            <a:solidFill>
              <a:srgbClr val="A6A6A6">
                <a:alpha val="20000"/>
              </a:srgbClr>
            </a:solidFill>
          </p:grpSpPr>
          <p:sp>
            <p:nvSpPr>
              <p:cNvPr id="932" name="Oval 27">
                <a:extLst>
                  <a:ext uri="{FF2B5EF4-FFF2-40B4-BE49-F238E27FC236}">
                    <a16:creationId xmlns:a16="http://schemas.microsoft.com/office/drawing/2014/main" id="{F18B8974-628B-DD98-D36E-06F90A7C502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3" name="Oval 28">
                <a:extLst>
                  <a:ext uri="{FF2B5EF4-FFF2-40B4-BE49-F238E27FC236}">
                    <a16:creationId xmlns:a16="http://schemas.microsoft.com/office/drawing/2014/main" id="{370E2AF9-010C-093B-0641-31D12ADBBDA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40" name="Group 939">
            <a:extLst>
              <a:ext uri="{FF2B5EF4-FFF2-40B4-BE49-F238E27FC236}">
                <a16:creationId xmlns:a16="http://schemas.microsoft.com/office/drawing/2014/main" id="{ED427C90-C68D-B880-DED2-3550A74C9D52}"/>
              </a:ext>
            </a:extLst>
          </p:cNvPr>
          <p:cNvGrpSpPr/>
          <p:nvPr/>
        </p:nvGrpSpPr>
        <p:grpSpPr>
          <a:xfrm>
            <a:off x="5454379" y="2974054"/>
            <a:ext cx="721206" cy="649846"/>
            <a:chOff x="5454379" y="2974054"/>
            <a:chExt cx="721206" cy="649846"/>
          </a:xfrm>
        </p:grpSpPr>
        <p:sp>
          <p:nvSpPr>
            <p:cNvPr id="941" name="Rectangle 940">
              <a:extLst>
                <a:ext uri="{FF2B5EF4-FFF2-40B4-BE49-F238E27FC236}">
                  <a16:creationId xmlns:a16="http://schemas.microsoft.com/office/drawing/2014/main" id="{90DFF6B7-0850-D458-4DA2-881ACA38A982}"/>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942" name="Rectangle 941">
              <a:extLst>
                <a:ext uri="{FF2B5EF4-FFF2-40B4-BE49-F238E27FC236}">
                  <a16:creationId xmlns:a16="http://schemas.microsoft.com/office/drawing/2014/main" id="{4B80AB32-C772-DFA9-ABC6-18EE0FF73516}"/>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3" name="Oval 15">
              <a:extLst>
                <a:ext uri="{FF2B5EF4-FFF2-40B4-BE49-F238E27FC236}">
                  <a16:creationId xmlns:a16="http://schemas.microsoft.com/office/drawing/2014/main" id="{E02DEC99-5EF2-2866-1432-3F76F0E97476}"/>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44" name="Straight Connector 943">
              <a:extLst>
                <a:ext uri="{FF2B5EF4-FFF2-40B4-BE49-F238E27FC236}">
                  <a16:creationId xmlns:a16="http://schemas.microsoft.com/office/drawing/2014/main" id="{4B6A5BEF-1510-495E-1FA9-EE6A96814CF4}"/>
                </a:ext>
              </a:extLst>
            </p:cNvPr>
            <p:cNvCxnSpPr>
              <a:cxnSpLocks/>
              <a:stCxn id="943"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45" name="Straight Connector 944">
              <a:extLst>
                <a:ext uri="{FF2B5EF4-FFF2-40B4-BE49-F238E27FC236}">
                  <a16:creationId xmlns:a16="http://schemas.microsoft.com/office/drawing/2014/main" id="{2E4B81D5-D180-3B25-2961-5A08204D7731}"/>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6" name="Group 945">
            <a:extLst>
              <a:ext uri="{FF2B5EF4-FFF2-40B4-BE49-F238E27FC236}">
                <a16:creationId xmlns:a16="http://schemas.microsoft.com/office/drawing/2014/main" id="{7DF83EA4-1F82-BA72-71AE-EC74C9390CEB}"/>
              </a:ext>
            </a:extLst>
          </p:cNvPr>
          <p:cNvGrpSpPr/>
          <p:nvPr/>
        </p:nvGrpSpPr>
        <p:grpSpPr>
          <a:xfrm>
            <a:off x="431659" y="2974054"/>
            <a:ext cx="721891" cy="609701"/>
            <a:chOff x="431659" y="2974054"/>
            <a:chExt cx="721891" cy="609701"/>
          </a:xfrm>
        </p:grpSpPr>
        <p:sp>
          <p:nvSpPr>
            <p:cNvPr id="947" name="Rectangle 946">
              <a:extLst>
                <a:ext uri="{FF2B5EF4-FFF2-40B4-BE49-F238E27FC236}">
                  <a16:creationId xmlns:a16="http://schemas.microsoft.com/office/drawing/2014/main" id="{29FF023C-FAE9-38F3-CBC7-A4374B0682A3}"/>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948" name="Right Triangle 947">
              <a:extLst>
                <a:ext uri="{FF2B5EF4-FFF2-40B4-BE49-F238E27FC236}">
                  <a16:creationId xmlns:a16="http://schemas.microsoft.com/office/drawing/2014/main" id="{447F2DD5-477A-E2E8-D5DC-1453429B340C}"/>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49" name="Group 948">
              <a:extLst>
                <a:ext uri="{FF2B5EF4-FFF2-40B4-BE49-F238E27FC236}">
                  <a16:creationId xmlns:a16="http://schemas.microsoft.com/office/drawing/2014/main" id="{F7B0E02D-1DC3-2EEB-F0C0-953B65EFC829}"/>
                </a:ext>
              </a:extLst>
            </p:cNvPr>
            <p:cNvGrpSpPr/>
            <p:nvPr/>
          </p:nvGrpSpPr>
          <p:grpSpPr>
            <a:xfrm>
              <a:off x="1102940" y="2981762"/>
              <a:ext cx="37817" cy="61390"/>
              <a:chOff x="3883481" y="2057400"/>
              <a:chExt cx="1608363" cy="2652031"/>
            </a:xfrm>
            <a:solidFill>
              <a:srgbClr val="A6A6A6">
                <a:alpha val="20000"/>
              </a:srgbClr>
            </a:solidFill>
          </p:grpSpPr>
          <p:sp>
            <p:nvSpPr>
              <p:cNvPr id="950" name="Oval 27">
                <a:extLst>
                  <a:ext uri="{FF2B5EF4-FFF2-40B4-BE49-F238E27FC236}">
                    <a16:creationId xmlns:a16="http://schemas.microsoft.com/office/drawing/2014/main" id="{FD8C0C6C-178D-BF7C-AF7E-FAE94586EA3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1" name="Oval 28">
                <a:extLst>
                  <a:ext uri="{FF2B5EF4-FFF2-40B4-BE49-F238E27FC236}">
                    <a16:creationId xmlns:a16="http://schemas.microsoft.com/office/drawing/2014/main" id="{237A8A88-5B40-91C8-356D-6AFA649D98B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58" name="Group 957">
            <a:extLst>
              <a:ext uri="{FF2B5EF4-FFF2-40B4-BE49-F238E27FC236}">
                <a16:creationId xmlns:a16="http://schemas.microsoft.com/office/drawing/2014/main" id="{A9411D46-D1B2-AEDC-CF42-0D561371348A}"/>
              </a:ext>
            </a:extLst>
          </p:cNvPr>
          <p:cNvGrpSpPr/>
          <p:nvPr/>
        </p:nvGrpSpPr>
        <p:grpSpPr>
          <a:xfrm>
            <a:off x="2940469" y="2974031"/>
            <a:ext cx="721206" cy="613175"/>
            <a:chOff x="2940469" y="2974031"/>
            <a:chExt cx="721206" cy="613175"/>
          </a:xfrm>
        </p:grpSpPr>
        <p:sp>
          <p:nvSpPr>
            <p:cNvPr id="959" name="Rectangle 958">
              <a:extLst>
                <a:ext uri="{FF2B5EF4-FFF2-40B4-BE49-F238E27FC236}">
                  <a16:creationId xmlns:a16="http://schemas.microsoft.com/office/drawing/2014/main" id="{75EB37F8-C3D4-7E95-68EA-105A4436D529}"/>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960" name="Right Triangle 959">
              <a:extLst>
                <a:ext uri="{FF2B5EF4-FFF2-40B4-BE49-F238E27FC236}">
                  <a16:creationId xmlns:a16="http://schemas.microsoft.com/office/drawing/2014/main" id="{AEEA5EAE-494C-1108-DD12-F022EB8038F7}"/>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61" name="Group 960">
              <a:extLst>
                <a:ext uri="{FF2B5EF4-FFF2-40B4-BE49-F238E27FC236}">
                  <a16:creationId xmlns:a16="http://schemas.microsoft.com/office/drawing/2014/main" id="{78F4844C-49FD-DE43-F4E6-14893FE44D5C}"/>
                </a:ext>
              </a:extLst>
            </p:cNvPr>
            <p:cNvGrpSpPr/>
            <p:nvPr/>
          </p:nvGrpSpPr>
          <p:grpSpPr>
            <a:xfrm>
              <a:off x="3610502" y="2980132"/>
              <a:ext cx="37817" cy="61390"/>
              <a:chOff x="3883481" y="2057400"/>
              <a:chExt cx="1608363" cy="2652031"/>
            </a:xfrm>
            <a:solidFill>
              <a:srgbClr val="A6A6A6">
                <a:alpha val="20000"/>
              </a:srgbClr>
            </a:solidFill>
          </p:grpSpPr>
          <p:sp>
            <p:nvSpPr>
              <p:cNvPr id="962" name="Oval 27">
                <a:extLst>
                  <a:ext uri="{FF2B5EF4-FFF2-40B4-BE49-F238E27FC236}">
                    <a16:creationId xmlns:a16="http://schemas.microsoft.com/office/drawing/2014/main" id="{9161CD7C-C025-876C-7D11-1C1CFE51C52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3" name="Oval 28">
                <a:extLst>
                  <a:ext uri="{FF2B5EF4-FFF2-40B4-BE49-F238E27FC236}">
                    <a16:creationId xmlns:a16="http://schemas.microsoft.com/office/drawing/2014/main" id="{E4B8B335-9A06-8FB5-A467-4931B7B6396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64" name="Group 963">
            <a:extLst>
              <a:ext uri="{FF2B5EF4-FFF2-40B4-BE49-F238E27FC236}">
                <a16:creationId xmlns:a16="http://schemas.microsoft.com/office/drawing/2014/main" id="{76E4C321-4E46-E5E4-A5AE-FC36635C3FE0}"/>
              </a:ext>
            </a:extLst>
          </p:cNvPr>
          <p:cNvGrpSpPr/>
          <p:nvPr/>
        </p:nvGrpSpPr>
        <p:grpSpPr>
          <a:xfrm>
            <a:off x="1268380" y="2974053"/>
            <a:ext cx="721206" cy="609701"/>
            <a:chOff x="1268380" y="2974053"/>
            <a:chExt cx="721206" cy="609701"/>
          </a:xfrm>
        </p:grpSpPr>
        <p:sp>
          <p:nvSpPr>
            <p:cNvPr id="965" name="Rectangle 964">
              <a:extLst>
                <a:ext uri="{FF2B5EF4-FFF2-40B4-BE49-F238E27FC236}">
                  <a16:creationId xmlns:a16="http://schemas.microsoft.com/office/drawing/2014/main" id="{09BB44AE-E23F-DF0C-581D-BA58B87390F9}"/>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966" name="Right Triangle 965">
              <a:extLst>
                <a:ext uri="{FF2B5EF4-FFF2-40B4-BE49-F238E27FC236}">
                  <a16:creationId xmlns:a16="http://schemas.microsoft.com/office/drawing/2014/main" id="{3C3EAB9B-B965-F3D2-1C7E-FE7939270836}"/>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67" name="Group 966">
              <a:extLst>
                <a:ext uri="{FF2B5EF4-FFF2-40B4-BE49-F238E27FC236}">
                  <a16:creationId xmlns:a16="http://schemas.microsoft.com/office/drawing/2014/main" id="{E79E0944-1760-EF80-1EBC-F2FB33A71191}"/>
                </a:ext>
              </a:extLst>
            </p:cNvPr>
            <p:cNvGrpSpPr/>
            <p:nvPr/>
          </p:nvGrpSpPr>
          <p:grpSpPr>
            <a:xfrm>
              <a:off x="1938973" y="2986452"/>
              <a:ext cx="37817" cy="61390"/>
              <a:chOff x="3883481" y="2057400"/>
              <a:chExt cx="1608363" cy="2652031"/>
            </a:xfrm>
            <a:solidFill>
              <a:srgbClr val="A6A6A6">
                <a:alpha val="20000"/>
              </a:srgbClr>
            </a:solidFill>
          </p:grpSpPr>
          <p:sp>
            <p:nvSpPr>
              <p:cNvPr id="968" name="Oval 27">
                <a:extLst>
                  <a:ext uri="{FF2B5EF4-FFF2-40B4-BE49-F238E27FC236}">
                    <a16:creationId xmlns:a16="http://schemas.microsoft.com/office/drawing/2014/main" id="{EA798883-CB28-566B-EF18-C695462FBC9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9" name="Oval 28">
                <a:extLst>
                  <a:ext uri="{FF2B5EF4-FFF2-40B4-BE49-F238E27FC236}">
                    <a16:creationId xmlns:a16="http://schemas.microsoft.com/office/drawing/2014/main" id="{5E1D8D38-0DF4-EDF4-81E5-E9DF298F060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70" name="Group 969">
            <a:extLst>
              <a:ext uri="{FF2B5EF4-FFF2-40B4-BE49-F238E27FC236}">
                <a16:creationId xmlns:a16="http://schemas.microsoft.com/office/drawing/2014/main" id="{C5B405E6-E273-056B-58DC-D0FD24F747EB}"/>
              </a:ext>
            </a:extLst>
          </p:cNvPr>
          <p:cNvGrpSpPr/>
          <p:nvPr/>
        </p:nvGrpSpPr>
        <p:grpSpPr>
          <a:xfrm>
            <a:off x="2938534" y="811556"/>
            <a:ext cx="721206" cy="609701"/>
            <a:chOff x="2938534" y="811556"/>
            <a:chExt cx="721206" cy="609701"/>
          </a:xfrm>
        </p:grpSpPr>
        <p:sp>
          <p:nvSpPr>
            <p:cNvPr id="971" name="Rectangle 970">
              <a:extLst>
                <a:ext uri="{FF2B5EF4-FFF2-40B4-BE49-F238E27FC236}">
                  <a16:creationId xmlns:a16="http://schemas.microsoft.com/office/drawing/2014/main" id="{936B703A-8499-3123-E731-EE0F1A0BDB34}"/>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972" name="Rectangle 971">
              <a:extLst>
                <a:ext uri="{FF2B5EF4-FFF2-40B4-BE49-F238E27FC236}">
                  <a16:creationId xmlns:a16="http://schemas.microsoft.com/office/drawing/2014/main" id="{C5AADD85-B63C-83A2-0A06-068E479E7758}"/>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3" name="Oval 15">
              <a:extLst>
                <a:ext uri="{FF2B5EF4-FFF2-40B4-BE49-F238E27FC236}">
                  <a16:creationId xmlns:a16="http://schemas.microsoft.com/office/drawing/2014/main" id="{9C6E37A8-AEC4-1F37-ED08-EE3BFB9E8BC5}"/>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74" name="Straight Connector 973">
              <a:extLst>
                <a:ext uri="{FF2B5EF4-FFF2-40B4-BE49-F238E27FC236}">
                  <a16:creationId xmlns:a16="http://schemas.microsoft.com/office/drawing/2014/main" id="{D9ED7E4C-E948-A77F-DF0E-1DF73467883C}"/>
                </a:ext>
              </a:extLst>
            </p:cNvPr>
            <p:cNvCxnSpPr>
              <a:cxnSpLocks/>
              <a:stCxn id="973"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75" name="Straight Connector 974">
              <a:extLst>
                <a:ext uri="{FF2B5EF4-FFF2-40B4-BE49-F238E27FC236}">
                  <a16:creationId xmlns:a16="http://schemas.microsoft.com/office/drawing/2014/main" id="{33DC776F-EBB8-9418-6946-A9BBE3B2C802}"/>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82" name="Group 981">
            <a:extLst>
              <a:ext uri="{FF2B5EF4-FFF2-40B4-BE49-F238E27FC236}">
                <a16:creationId xmlns:a16="http://schemas.microsoft.com/office/drawing/2014/main" id="{816702A7-0037-35CA-CCF7-248BBC507B27}"/>
              </a:ext>
            </a:extLst>
          </p:cNvPr>
          <p:cNvGrpSpPr/>
          <p:nvPr/>
        </p:nvGrpSpPr>
        <p:grpSpPr>
          <a:xfrm>
            <a:off x="431659" y="811556"/>
            <a:ext cx="721206" cy="609701"/>
            <a:chOff x="431659" y="811556"/>
            <a:chExt cx="721206" cy="609701"/>
          </a:xfrm>
        </p:grpSpPr>
        <p:sp>
          <p:nvSpPr>
            <p:cNvPr id="983" name="Rectangle 982">
              <a:extLst>
                <a:ext uri="{FF2B5EF4-FFF2-40B4-BE49-F238E27FC236}">
                  <a16:creationId xmlns:a16="http://schemas.microsoft.com/office/drawing/2014/main" id="{ECF468C0-3AEF-E0F1-269F-83F606A561B5}"/>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984" name="Right Triangle 983">
              <a:extLst>
                <a:ext uri="{FF2B5EF4-FFF2-40B4-BE49-F238E27FC236}">
                  <a16:creationId xmlns:a16="http://schemas.microsoft.com/office/drawing/2014/main" id="{0CBFE804-9698-EC1B-9514-43C188DA207A}"/>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85" name="Group 984">
              <a:extLst>
                <a:ext uri="{FF2B5EF4-FFF2-40B4-BE49-F238E27FC236}">
                  <a16:creationId xmlns:a16="http://schemas.microsoft.com/office/drawing/2014/main" id="{5FC7990F-43C5-2FC3-4434-5E429BB79DF8}"/>
                </a:ext>
              </a:extLst>
            </p:cNvPr>
            <p:cNvGrpSpPr/>
            <p:nvPr/>
          </p:nvGrpSpPr>
          <p:grpSpPr>
            <a:xfrm>
              <a:off x="1100969" y="819591"/>
              <a:ext cx="37817" cy="61390"/>
              <a:chOff x="3883481" y="2057400"/>
              <a:chExt cx="1608363" cy="2652031"/>
            </a:xfrm>
            <a:solidFill>
              <a:srgbClr val="A6A6A6">
                <a:alpha val="20000"/>
              </a:srgbClr>
            </a:solidFill>
          </p:grpSpPr>
          <p:sp>
            <p:nvSpPr>
              <p:cNvPr id="986" name="Oval 27">
                <a:extLst>
                  <a:ext uri="{FF2B5EF4-FFF2-40B4-BE49-F238E27FC236}">
                    <a16:creationId xmlns:a16="http://schemas.microsoft.com/office/drawing/2014/main" id="{1AFC6EA5-F4AF-5ED4-D66C-72DF5D6EF1A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7" name="Oval 28">
                <a:extLst>
                  <a:ext uri="{FF2B5EF4-FFF2-40B4-BE49-F238E27FC236}">
                    <a16:creationId xmlns:a16="http://schemas.microsoft.com/office/drawing/2014/main" id="{2C4A7FB0-6E58-D957-C5E7-79B7A1A192D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88" name="Group 987">
            <a:extLst>
              <a:ext uri="{FF2B5EF4-FFF2-40B4-BE49-F238E27FC236}">
                <a16:creationId xmlns:a16="http://schemas.microsoft.com/office/drawing/2014/main" id="{D489013F-FE6A-D4E6-30F0-C28A432DA11C}"/>
              </a:ext>
            </a:extLst>
          </p:cNvPr>
          <p:cNvGrpSpPr/>
          <p:nvPr/>
        </p:nvGrpSpPr>
        <p:grpSpPr>
          <a:xfrm>
            <a:off x="1267285" y="811556"/>
            <a:ext cx="721206" cy="609701"/>
            <a:chOff x="1267285" y="811556"/>
            <a:chExt cx="721206" cy="609701"/>
          </a:xfrm>
        </p:grpSpPr>
        <p:sp>
          <p:nvSpPr>
            <p:cNvPr id="989" name="Rectangle 988">
              <a:extLst>
                <a:ext uri="{FF2B5EF4-FFF2-40B4-BE49-F238E27FC236}">
                  <a16:creationId xmlns:a16="http://schemas.microsoft.com/office/drawing/2014/main" id="{853A5B10-E71A-BE99-56D2-98A8AE631F50}"/>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990" name="Right Triangle 989">
              <a:extLst>
                <a:ext uri="{FF2B5EF4-FFF2-40B4-BE49-F238E27FC236}">
                  <a16:creationId xmlns:a16="http://schemas.microsoft.com/office/drawing/2014/main" id="{252D9D63-8CDA-3BE0-4148-32C2008DA4FA}"/>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91" name="Group 990">
              <a:extLst>
                <a:ext uri="{FF2B5EF4-FFF2-40B4-BE49-F238E27FC236}">
                  <a16:creationId xmlns:a16="http://schemas.microsoft.com/office/drawing/2014/main" id="{30E31768-2D51-4E7E-C19D-FB3B554DC2F3}"/>
                </a:ext>
              </a:extLst>
            </p:cNvPr>
            <p:cNvGrpSpPr/>
            <p:nvPr/>
          </p:nvGrpSpPr>
          <p:grpSpPr>
            <a:xfrm>
              <a:off x="1937878" y="819591"/>
              <a:ext cx="37817" cy="61390"/>
              <a:chOff x="3883481" y="2057400"/>
              <a:chExt cx="1608363" cy="2652031"/>
            </a:xfrm>
            <a:solidFill>
              <a:srgbClr val="A6A6A6">
                <a:alpha val="20000"/>
              </a:srgbClr>
            </a:solidFill>
          </p:grpSpPr>
          <p:sp>
            <p:nvSpPr>
              <p:cNvPr id="992" name="Oval 27">
                <a:extLst>
                  <a:ext uri="{FF2B5EF4-FFF2-40B4-BE49-F238E27FC236}">
                    <a16:creationId xmlns:a16="http://schemas.microsoft.com/office/drawing/2014/main" id="{71FC1D56-EE80-1F9A-DFEC-AC7CD588A08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3" name="Oval 28">
                <a:extLst>
                  <a:ext uri="{FF2B5EF4-FFF2-40B4-BE49-F238E27FC236}">
                    <a16:creationId xmlns:a16="http://schemas.microsoft.com/office/drawing/2014/main" id="{E32232FE-8989-696A-BFB9-24EDC6DF028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00" name="Group 999">
            <a:extLst>
              <a:ext uri="{FF2B5EF4-FFF2-40B4-BE49-F238E27FC236}">
                <a16:creationId xmlns:a16="http://schemas.microsoft.com/office/drawing/2014/main" id="{F27F35E8-BAB8-D09F-46E8-A7D8B640B2A7}"/>
              </a:ext>
            </a:extLst>
          </p:cNvPr>
          <p:cNvGrpSpPr/>
          <p:nvPr/>
        </p:nvGrpSpPr>
        <p:grpSpPr>
          <a:xfrm>
            <a:off x="2889438" y="751337"/>
            <a:ext cx="5022643" cy="5001728"/>
            <a:chOff x="2889438" y="751337"/>
            <a:chExt cx="5022643" cy="5001728"/>
          </a:xfrm>
        </p:grpSpPr>
        <p:cxnSp>
          <p:nvCxnSpPr>
            <p:cNvPr id="1001" name="Straight Connector 1000">
              <a:extLst>
                <a:ext uri="{FF2B5EF4-FFF2-40B4-BE49-F238E27FC236}">
                  <a16:creationId xmlns:a16="http://schemas.microsoft.com/office/drawing/2014/main" id="{9D6910DA-E4AF-126C-B62C-1633C6449759}"/>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02" name="Straight Connector 1001">
              <a:extLst>
                <a:ext uri="{FF2B5EF4-FFF2-40B4-BE49-F238E27FC236}">
                  <a16:creationId xmlns:a16="http://schemas.microsoft.com/office/drawing/2014/main" id="{3E421AE7-875F-AFA6-8C7E-A236807E593E}"/>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03" name="Straight Connector 1002">
              <a:extLst>
                <a:ext uri="{FF2B5EF4-FFF2-40B4-BE49-F238E27FC236}">
                  <a16:creationId xmlns:a16="http://schemas.microsoft.com/office/drawing/2014/main" id="{A0AC971E-946E-E2EB-D6A2-58A2E58F86DF}"/>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04" name="Straight Connector 1003">
              <a:extLst>
                <a:ext uri="{FF2B5EF4-FFF2-40B4-BE49-F238E27FC236}">
                  <a16:creationId xmlns:a16="http://schemas.microsoft.com/office/drawing/2014/main" id="{B2344F52-5D22-F1E9-2A87-C714A7A5E962}"/>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05" name="Straight Connector 1004">
              <a:extLst>
                <a:ext uri="{FF2B5EF4-FFF2-40B4-BE49-F238E27FC236}">
                  <a16:creationId xmlns:a16="http://schemas.microsoft.com/office/drawing/2014/main" id="{504F1FC7-62F2-C0AE-6813-BFF3DD98C4E5}"/>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06" name="Straight Connector 1005">
              <a:extLst>
                <a:ext uri="{FF2B5EF4-FFF2-40B4-BE49-F238E27FC236}">
                  <a16:creationId xmlns:a16="http://schemas.microsoft.com/office/drawing/2014/main" id="{A2E4B9D8-E918-9CF3-B602-407D7F5A6788}"/>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07" name="Straight Connector 1006">
              <a:extLst>
                <a:ext uri="{FF2B5EF4-FFF2-40B4-BE49-F238E27FC236}">
                  <a16:creationId xmlns:a16="http://schemas.microsoft.com/office/drawing/2014/main" id="{EF066157-577B-A008-1ABC-D9A6FF91C270}"/>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08" name="Straight Connector 1007">
              <a:extLst>
                <a:ext uri="{FF2B5EF4-FFF2-40B4-BE49-F238E27FC236}">
                  <a16:creationId xmlns:a16="http://schemas.microsoft.com/office/drawing/2014/main" id="{D25CDAC0-E593-7BA0-7295-29C645E22030}"/>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09" name="Straight Connector 1008">
              <a:extLst>
                <a:ext uri="{FF2B5EF4-FFF2-40B4-BE49-F238E27FC236}">
                  <a16:creationId xmlns:a16="http://schemas.microsoft.com/office/drawing/2014/main" id="{55160430-2112-9157-492D-D5A58861BCCB}"/>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10" name="Straight Connector 1009">
              <a:extLst>
                <a:ext uri="{FF2B5EF4-FFF2-40B4-BE49-F238E27FC236}">
                  <a16:creationId xmlns:a16="http://schemas.microsoft.com/office/drawing/2014/main" id="{BB40CD39-61B3-3B93-DA47-F4CB07A91AA1}"/>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024" name="Group 1023">
            <a:extLst>
              <a:ext uri="{FF2B5EF4-FFF2-40B4-BE49-F238E27FC236}">
                <a16:creationId xmlns:a16="http://schemas.microsoft.com/office/drawing/2014/main" id="{F2088E0D-218E-C7B3-960A-35F4C478E857}"/>
              </a:ext>
            </a:extLst>
          </p:cNvPr>
          <p:cNvGrpSpPr/>
          <p:nvPr/>
        </p:nvGrpSpPr>
        <p:grpSpPr>
          <a:xfrm>
            <a:off x="2099604" y="5136552"/>
            <a:ext cx="721206" cy="609701"/>
            <a:chOff x="2099604" y="5136552"/>
            <a:chExt cx="721206" cy="609701"/>
          </a:xfrm>
        </p:grpSpPr>
        <p:sp>
          <p:nvSpPr>
            <p:cNvPr id="1025" name="Rectangle 1024">
              <a:extLst>
                <a:ext uri="{FF2B5EF4-FFF2-40B4-BE49-F238E27FC236}">
                  <a16:creationId xmlns:a16="http://schemas.microsoft.com/office/drawing/2014/main" id="{7AC4B6B5-F6F1-5DB5-903C-F5386B403F75}"/>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1026" name="Right Triangle 1025">
              <a:extLst>
                <a:ext uri="{FF2B5EF4-FFF2-40B4-BE49-F238E27FC236}">
                  <a16:creationId xmlns:a16="http://schemas.microsoft.com/office/drawing/2014/main" id="{D50C5F6A-A81D-6B2D-C802-3D65FA7E00C8}"/>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27" name="Group 1026">
              <a:extLst>
                <a:ext uri="{FF2B5EF4-FFF2-40B4-BE49-F238E27FC236}">
                  <a16:creationId xmlns:a16="http://schemas.microsoft.com/office/drawing/2014/main" id="{47734857-C652-1594-D194-15BC0BDDD508}"/>
                </a:ext>
              </a:extLst>
            </p:cNvPr>
            <p:cNvGrpSpPr/>
            <p:nvPr/>
          </p:nvGrpSpPr>
          <p:grpSpPr>
            <a:xfrm>
              <a:off x="2765661" y="5151382"/>
              <a:ext cx="37817" cy="61390"/>
              <a:chOff x="3883481" y="2057400"/>
              <a:chExt cx="1608363" cy="2652031"/>
            </a:xfrm>
            <a:solidFill>
              <a:srgbClr val="A6A6A6">
                <a:alpha val="20000"/>
              </a:srgbClr>
            </a:solidFill>
          </p:grpSpPr>
          <p:sp>
            <p:nvSpPr>
              <p:cNvPr id="1028" name="Oval 27">
                <a:extLst>
                  <a:ext uri="{FF2B5EF4-FFF2-40B4-BE49-F238E27FC236}">
                    <a16:creationId xmlns:a16="http://schemas.microsoft.com/office/drawing/2014/main" id="{C73CC3E2-7711-DE6A-B4AC-7893350BBA5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9" name="Oval 28">
                <a:extLst>
                  <a:ext uri="{FF2B5EF4-FFF2-40B4-BE49-F238E27FC236}">
                    <a16:creationId xmlns:a16="http://schemas.microsoft.com/office/drawing/2014/main" id="{3F8CF239-7E5D-66CF-6A5B-752AE0EA48C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36" name="Group 1035">
            <a:extLst>
              <a:ext uri="{FF2B5EF4-FFF2-40B4-BE49-F238E27FC236}">
                <a16:creationId xmlns:a16="http://schemas.microsoft.com/office/drawing/2014/main" id="{99CB94A3-0CB4-0F6A-1FD7-3FC562AD621A}"/>
              </a:ext>
            </a:extLst>
          </p:cNvPr>
          <p:cNvGrpSpPr/>
          <p:nvPr/>
        </p:nvGrpSpPr>
        <p:grpSpPr>
          <a:xfrm>
            <a:off x="2937173" y="4419601"/>
            <a:ext cx="721206" cy="610396"/>
            <a:chOff x="2937173" y="4419601"/>
            <a:chExt cx="721206" cy="610396"/>
          </a:xfrm>
        </p:grpSpPr>
        <p:sp>
          <p:nvSpPr>
            <p:cNvPr id="1037" name="Rectangle 1036">
              <a:extLst>
                <a:ext uri="{FF2B5EF4-FFF2-40B4-BE49-F238E27FC236}">
                  <a16:creationId xmlns:a16="http://schemas.microsoft.com/office/drawing/2014/main" id="{8BF73882-A9E7-98D8-6B5B-479CA0A7163D}"/>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1038" name="Right Triangle 1037">
              <a:extLst>
                <a:ext uri="{FF2B5EF4-FFF2-40B4-BE49-F238E27FC236}">
                  <a16:creationId xmlns:a16="http://schemas.microsoft.com/office/drawing/2014/main" id="{0FAC8BAA-626E-C714-0E8F-3D700487B272}"/>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39" name="Group 1038">
              <a:extLst>
                <a:ext uri="{FF2B5EF4-FFF2-40B4-BE49-F238E27FC236}">
                  <a16:creationId xmlns:a16="http://schemas.microsoft.com/office/drawing/2014/main" id="{C0785E4B-5974-86B8-FC22-6054D915A1E8}"/>
                </a:ext>
              </a:extLst>
            </p:cNvPr>
            <p:cNvGrpSpPr/>
            <p:nvPr/>
          </p:nvGrpSpPr>
          <p:grpSpPr>
            <a:xfrm>
              <a:off x="3607766" y="4425699"/>
              <a:ext cx="37817" cy="61390"/>
              <a:chOff x="3883481" y="2057400"/>
              <a:chExt cx="1608363" cy="2652031"/>
            </a:xfrm>
            <a:solidFill>
              <a:srgbClr val="A6A6A6">
                <a:alpha val="20000"/>
              </a:srgbClr>
            </a:solidFill>
          </p:grpSpPr>
          <p:sp>
            <p:nvSpPr>
              <p:cNvPr id="1040" name="Oval 27">
                <a:extLst>
                  <a:ext uri="{FF2B5EF4-FFF2-40B4-BE49-F238E27FC236}">
                    <a16:creationId xmlns:a16="http://schemas.microsoft.com/office/drawing/2014/main" id="{8884EAD8-9DD7-B9F6-176A-709FCC517CB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1" name="Oval 28">
                <a:extLst>
                  <a:ext uri="{FF2B5EF4-FFF2-40B4-BE49-F238E27FC236}">
                    <a16:creationId xmlns:a16="http://schemas.microsoft.com/office/drawing/2014/main" id="{865FA751-CDD1-35EA-0233-846A5FAE2A1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42" name="Group 1041">
            <a:extLst>
              <a:ext uri="{FF2B5EF4-FFF2-40B4-BE49-F238E27FC236}">
                <a16:creationId xmlns:a16="http://schemas.microsoft.com/office/drawing/2014/main" id="{9B4AE2E4-27F2-4BCC-0264-2FA1898AC0B3}"/>
              </a:ext>
            </a:extLst>
          </p:cNvPr>
          <p:cNvGrpSpPr/>
          <p:nvPr/>
        </p:nvGrpSpPr>
        <p:grpSpPr>
          <a:xfrm>
            <a:off x="6286130" y="4419624"/>
            <a:ext cx="721206" cy="609701"/>
            <a:chOff x="6286130" y="4419624"/>
            <a:chExt cx="721206" cy="609701"/>
          </a:xfrm>
        </p:grpSpPr>
        <p:sp>
          <p:nvSpPr>
            <p:cNvPr id="1043" name="Rectangle 1042">
              <a:hlinkHover r:id="" action="ppaction://noaction" highlightClick="1"/>
              <a:extLst>
                <a:ext uri="{FF2B5EF4-FFF2-40B4-BE49-F238E27FC236}">
                  <a16:creationId xmlns:a16="http://schemas.microsoft.com/office/drawing/2014/main" id="{6F04BA48-18E3-37E6-2428-B34977D67326}"/>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1044" name="Oval 1043">
              <a:extLst>
                <a:ext uri="{FF2B5EF4-FFF2-40B4-BE49-F238E27FC236}">
                  <a16:creationId xmlns:a16="http://schemas.microsoft.com/office/drawing/2014/main" id="{619F7BC7-B19A-9B90-5735-1AF37EE0987D}"/>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5" name="Isosceles Triangle 648">
              <a:extLst>
                <a:ext uri="{FF2B5EF4-FFF2-40B4-BE49-F238E27FC236}">
                  <a16:creationId xmlns:a16="http://schemas.microsoft.com/office/drawing/2014/main" id="{54BA5D0B-FDA3-3583-810C-F4659EF7AF6C}"/>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50" name="Group 1049">
            <a:extLst>
              <a:ext uri="{FF2B5EF4-FFF2-40B4-BE49-F238E27FC236}">
                <a16:creationId xmlns:a16="http://schemas.microsoft.com/office/drawing/2014/main" id="{0D243F96-52A5-BE72-690A-010E1E04F3D4}"/>
              </a:ext>
            </a:extLst>
          </p:cNvPr>
          <p:cNvGrpSpPr/>
          <p:nvPr/>
        </p:nvGrpSpPr>
        <p:grpSpPr>
          <a:xfrm>
            <a:off x="6289146" y="5141017"/>
            <a:ext cx="721206" cy="609701"/>
            <a:chOff x="6289146" y="5141017"/>
            <a:chExt cx="721206" cy="609701"/>
          </a:xfrm>
        </p:grpSpPr>
        <p:sp>
          <p:nvSpPr>
            <p:cNvPr id="1051" name="Rectangle 1050">
              <a:hlinkHover r:id="" action="ppaction://noaction" highlightClick="1"/>
              <a:extLst>
                <a:ext uri="{FF2B5EF4-FFF2-40B4-BE49-F238E27FC236}">
                  <a16:creationId xmlns:a16="http://schemas.microsoft.com/office/drawing/2014/main" id="{86F8D926-B37C-E4A0-0429-962D777DF789}"/>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1052" name="Oval 1051">
              <a:extLst>
                <a:ext uri="{FF2B5EF4-FFF2-40B4-BE49-F238E27FC236}">
                  <a16:creationId xmlns:a16="http://schemas.microsoft.com/office/drawing/2014/main" id="{A505DF92-2D4C-7746-DD87-5B2707430DC4}"/>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53" name="Isosceles Triangle 648">
              <a:extLst>
                <a:ext uri="{FF2B5EF4-FFF2-40B4-BE49-F238E27FC236}">
                  <a16:creationId xmlns:a16="http://schemas.microsoft.com/office/drawing/2014/main" id="{2A46E2DF-323C-4FE6-E6C4-2B1AE90C9B31}"/>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54" name="Group 1053">
            <a:extLst>
              <a:ext uri="{FF2B5EF4-FFF2-40B4-BE49-F238E27FC236}">
                <a16:creationId xmlns:a16="http://schemas.microsoft.com/office/drawing/2014/main" id="{92320EBC-AB07-4552-88D4-84F60E772D9B}"/>
              </a:ext>
            </a:extLst>
          </p:cNvPr>
          <p:cNvGrpSpPr/>
          <p:nvPr/>
        </p:nvGrpSpPr>
        <p:grpSpPr>
          <a:xfrm>
            <a:off x="7122911" y="4419624"/>
            <a:ext cx="721206" cy="609701"/>
            <a:chOff x="7122911" y="4419624"/>
            <a:chExt cx="721206" cy="609701"/>
          </a:xfrm>
        </p:grpSpPr>
        <p:sp>
          <p:nvSpPr>
            <p:cNvPr id="1055" name="Rectangle 1054">
              <a:hlinkHover r:id="" action="ppaction://noaction" highlightClick="1"/>
              <a:extLst>
                <a:ext uri="{FF2B5EF4-FFF2-40B4-BE49-F238E27FC236}">
                  <a16:creationId xmlns:a16="http://schemas.microsoft.com/office/drawing/2014/main" id="{28CF883B-09A3-2C17-6CA8-AB657CFFF976}"/>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1056" name="Oval 1055">
              <a:extLst>
                <a:ext uri="{FF2B5EF4-FFF2-40B4-BE49-F238E27FC236}">
                  <a16:creationId xmlns:a16="http://schemas.microsoft.com/office/drawing/2014/main" id="{F24A2C16-4D8C-CE04-FB7F-6DE108212D28}"/>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57" name="Isosceles Triangle 648">
              <a:extLst>
                <a:ext uri="{FF2B5EF4-FFF2-40B4-BE49-F238E27FC236}">
                  <a16:creationId xmlns:a16="http://schemas.microsoft.com/office/drawing/2014/main" id="{4BCAE2ED-4F11-6532-FFBE-DDB4246CBDB0}"/>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62" name="Group 1061">
            <a:extLst>
              <a:ext uri="{FF2B5EF4-FFF2-40B4-BE49-F238E27FC236}">
                <a16:creationId xmlns:a16="http://schemas.microsoft.com/office/drawing/2014/main" id="{F36C354E-DF78-709F-CFB0-A6398209AA71}"/>
              </a:ext>
            </a:extLst>
          </p:cNvPr>
          <p:cNvGrpSpPr/>
          <p:nvPr/>
        </p:nvGrpSpPr>
        <p:grpSpPr>
          <a:xfrm>
            <a:off x="5454385" y="4419624"/>
            <a:ext cx="721206" cy="609701"/>
            <a:chOff x="5454385" y="4419624"/>
            <a:chExt cx="721206" cy="609701"/>
          </a:xfrm>
        </p:grpSpPr>
        <p:sp>
          <p:nvSpPr>
            <p:cNvPr id="1063" name="Rectangle 1062">
              <a:hlinkHover r:id="" action="ppaction://noaction" highlightClick="1"/>
              <a:extLst>
                <a:ext uri="{FF2B5EF4-FFF2-40B4-BE49-F238E27FC236}">
                  <a16:creationId xmlns:a16="http://schemas.microsoft.com/office/drawing/2014/main" id="{294AB744-72F2-5BC3-220F-A656DFD7C2B2}"/>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1064" name="Oval 1063">
              <a:extLst>
                <a:ext uri="{FF2B5EF4-FFF2-40B4-BE49-F238E27FC236}">
                  <a16:creationId xmlns:a16="http://schemas.microsoft.com/office/drawing/2014/main" id="{3D13FD99-870F-13AC-350C-4AC63D5649EB}"/>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5" name="Isosceles Triangle 648">
              <a:extLst>
                <a:ext uri="{FF2B5EF4-FFF2-40B4-BE49-F238E27FC236}">
                  <a16:creationId xmlns:a16="http://schemas.microsoft.com/office/drawing/2014/main" id="{99256BF4-B180-DDDD-A450-3B137BF20ADF}"/>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66" name="Group 1065">
            <a:extLst>
              <a:ext uri="{FF2B5EF4-FFF2-40B4-BE49-F238E27FC236}">
                <a16:creationId xmlns:a16="http://schemas.microsoft.com/office/drawing/2014/main" id="{2497EE68-DC90-4CAC-C50D-FC1B290FA6CC}"/>
              </a:ext>
            </a:extLst>
          </p:cNvPr>
          <p:cNvGrpSpPr/>
          <p:nvPr/>
        </p:nvGrpSpPr>
        <p:grpSpPr>
          <a:xfrm>
            <a:off x="3775041" y="5130133"/>
            <a:ext cx="721895" cy="609700"/>
            <a:chOff x="3775041" y="5130133"/>
            <a:chExt cx="721895" cy="609700"/>
          </a:xfrm>
        </p:grpSpPr>
        <p:sp>
          <p:nvSpPr>
            <p:cNvPr id="1067" name="Rectangle 1066">
              <a:hlinkHover r:id="" action="ppaction://noaction" highlightClick="1"/>
              <a:extLst>
                <a:ext uri="{FF2B5EF4-FFF2-40B4-BE49-F238E27FC236}">
                  <a16:creationId xmlns:a16="http://schemas.microsoft.com/office/drawing/2014/main" id="{1DE2FA66-47B3-1A8B-150A-5125576F692A}"/>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1068" name="Diamond 1067">
              <a:extLst>
                <a:ext uri="{FF2B5EF4-FFF2-40B4-BE49-F238E27FC236}">
                  <a16:creationId xmlns:a16="http://schemas.microsoft.com/office/drawing/2014/main" id="{67DCDCD2-C09A-1A3E-D5F9-0CFF6E200C75}"/>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9" name="Oval 1068">
              <a:extLst>
                <a:ext uri="{FF2B5EF4-FFF2-40B4-BE49-F238E27FC236}">
                  <a16:creationId xmlns:a16="http://schemas.microsoft.com/office/drawing/2014/main" id="{F5A395B4-AF0D-865A-5093-8E66ECE43FA0}"/>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70" name="Group 1069">
            <a:extLst>
              <a:ext uri="{FF2B5EF4-FFF2-40B4-BE49-F238E27FC236}">
                <a16:creationId xmlns:a16="http://schemas.microsoft.com/office/drawing/2014/main" id="{06AE7D3B-417A-20E9-2556-6C01FD4BFF7E}"/>
              </a:ext>
            </a:extLst>
          </p:cNvPr>
          <p:cNvGrpSpPr/>
          <p:nvPr/>
        </p:nvGrpSpPr>
        <p:grpSpPr>
          <a:xfrm>
            <a:off x="4618174" y="5130748"/>
            <a:ext cx="721895" cy="609700"/>
            <a:chOff x="4618174" y="5130748"/>
            <a:chExt cx="721895" cy="609700"/>
          </a:xfrm>
        </p:grpSpPr>
        <p:sp>
          <p:nvSpPr>
            <p:cNvPr id="1071" name="Rectangle 1070">
              <a:hlinkHover r:id="" action="ppaction://noaction" highlightClick="1"/>
              <a:extLst>
                <a:ext uri="{FF2B5EF4-FFF2-40B4-BE49-F238E27FC236}">
                  <a16:creationId xmlns:a16="http://schemas.microsoft.com/office/drawing/2014/main" id="{BD9A9454-772B-708B-7BBF-8E03576605A2}"/>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1072" name="Diamond 1071">
              <a:extLst>
                <a:ext uri="{FF2B5EF4-FFF2-40B4-BE49-F238E27FC236}">
                  <a16:creationId xmlns:a16="http://schemas.microsoft.com/office/drawing/2014/main" id="{7A830DE7-359B-90EB-2048-D8318DD588E5}"/>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3" name="Oval 1072">
              <a:extLst>
                <a:ext uri="{FF2B5EF4-FFF2-40B4-BE49-F238E27FC236}">
                  <a16:creationId xmlns:a16="http://schemas.microsoft.com/office/drawing/2014/main" id="{413B025E-B9AC-D370-AAFE-AE3C3948E13D}"/>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74" name="Group 1073">
            <a:extLst>
              <a:ext uri="{FF2B5EF4-FFF2-40B4-BE49-F238E27FC236}">
                <a16:creationId xmlns:a16="http://schemas.microsoft.com/office/drawing/2014/main" id="{55B6817E-42EC-7EEE-F38F-2433FC2B39C5}"/>
              </a:ext>
            </a:extLst>
          </p:cNvPr>
          <p:cNvGrpSpPr/>
          <p:nvPr/>
        </p:nvGrpSpPr>
        <p:grpSpPr>
          <a:xfrm>
            <a:off x="7125833" y="5143368"/>
            <a:ext cx="721206" cy="609701"/>
            <a:chOff x="7125833" y="5143368"/>
            <a:chExt cx="721206" cy="609701"/>
          </a:xfrm>
        </p:grpSpPr>
        <p:sp>
          <p:nvSpPr>
            <p:cNvPr id="1075" name="Rectangle 1074">
              <a:hlinkHover r:id="" action="ppaction://noaction" highlightClick="1"/>
              <a:extLst>
                <a:ext uri="{FF2B5EF4-FFF2-40B4-BE49-F238E27FC236}">
                  <a16:creationId xmlns:a16="http://schemas.microsoft.com/office/drawing/2014/main" id="{DDE4314C-69CE-F0FC-78EA-53E3381CD5B0}"/>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1076" name="Oval 1075">
              <a:extLst>
                <a:ext uri="{FF2B5EF4-FFF2-40B4-BE49-F238E27FC236}">
                  <a16:creationId xmlns:a16="http://schemas.microsoft.com/office/drawing/2014/main" id="{B3DC75E5-D99B-75F6-0B4A-702CE3D6CF84}"/>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7" name="Isosceles Triangle 648">
              <a:extLst>
                <a:ext uri="{FF2B5EF4-FFF2-40B4-BE49-F238E27FC236}">
                  <a16:creationId xmlns:a16="http://schemas.microsoft.com/office/drawing/2014/main" id="{0D33A4B3-A3D2-8F6D-7D2F-209996F192BB}"/>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82" name="Group 1081">
            <a:extLst>
              <a:ext uri="{FF2B5EF4-FFF2-40B4-BE49-F238E27FC236}">
                <a16:creationId xmlns:a16="http://schemas.microsoft.com/office/drawing/2014/main" id="{93DDD30A-E0D8-341A-6544-C97E4BD779A5}"/>
              </a:ext>
            </a:extLst>
          </p:cNvPr>
          <p:cNvGrpSpPr/>
          <p:nvPr/>
        </p:nvGrpSpPr>
        <p:grpSpPr>
          <a:xfrm>
            <a:off x="6286224" y="3620338"/>
            <a:ext cx="721206" cy="687594"/>
            <a:chOff x="6286224" y="3620338"/>
            <a:chExt cx="721206" cy="687594"/>
          </a:xfrm>
        </p:grpSpPr>
        <p:cxnSp>
          <p:nvCxnSpPr>
            <p:cNvPr id="1083" name="Straight Connector 1082">
              <a:extLst>
                <a:ext uri="{FF2B5EF4-FFF2-40B4-BE49-F238E27FC236}">
                  <a16:creationId xmlns:a16="http://schemas.microsoft.com/office/drawing/2014/main" id="{2ADD91D2-CC6F-91E6-DF71-DB5E9DB26D28}"/>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1084" name="Rectangle 1083">
              <a:hlinkHover r:id="" action="ppaction://noaction" highlightClick="1"/>
              <a:extLst>
                <a:ext uri="{FF2B5EF4-FFF2-40B4-BE49-F238E27FC236}">
                  <a16:creationId xmlns:a16="http://schemas.microsoft.com/office/drawing/2014/main" id="{F466870B-B3CE-E3BA-B9AC-BEA27D3339ED}"/>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1085" name="Oval 1084">
              <a:extLst>
                <a:ext uri="{FF2B5EF4-FFF2-40B4-BE49-F238E27FC236}">
                  <a16:creationId xmlns:a16="http://schemas.microsoft.com/office/drawing/2014/main" id="{F665491E-6F69-C7B2-054B-1DA6F335A0CF}"/>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86" name="Isosceles Triangle 648">
              <a:extLst>
                <a:ext uri="{FF2B5EF4-FFF2-40B4-BE49-F238E27FC236}">
                  <a16:creationId xmlns:a16="http://schemas.microsoft.com/office/drawing/2014/main" id="{34A4A0C9-E2CE-9D72-6D4C-BC9EE6E03A8C}"/>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53" name="Group 1452">
            <a:extLst>
              <a:ext uri="{FF2B5EF4-FFF2-40B4-BE49-F238E27FC236}">
                <a16:creationId xmlns:a16="http://schemas.microsoft.com/office/drawing/2014/main" id="{4B6BA7B5-3184-4516-B6DA-C38E1A91E314}"/>
              </a:ext>
            </a:extLst>
          </p:cNvPr>
          <p:cNvGrpSpPr/>
          <p:nvPr/>
        </p:nvGrpSpPr>
        <p:grpSpPr>
          <a:xfrm>
            <a:off x="9651074" y="5143363"/>
            <a:ext cx="721206" cy="609701"/>
            <a:chOff x="9651074" y="5143363"/>
            <a:chExt cx="721206" cy="609701"/>
          </a:xfrm>
        </p:grpSpPr>
        <p:sp>
          <p:nvSpPr>
            <p:cNvPr id="1454" name="Rectangle 1453">
              <a:hlinkHover r:id="" action="ppaction://noaction" highlightClick="1"/>
              <a:extLst>
                <a:ext uri="{FF2B5EF4-FFF2-40B4-BE49-F238E27FC236}">
                  <a16:creationId xmlns:a16="http://schemas.microsoft.com/office/drawing/2014/main" id="{145E5530-4368-4657-CB0D-B4C28760A409}"/>
                </a:ext>
              </a:extLst>
            </p:cNvPr>
            <p:cNvSpPr/>
            <p:nvPr/>
          </p:nvSpPr>
          <p:spPr>
            <a:xfrm>
              <a:off x="9651074" y="514336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1455" name="Oval 1454">
              <a:extLst>
                <a:ext uri="{FF2B5EF4-FFF2-40B4-BE49-F238E27FC236}">
                  <a16:creationId xmlns:a16="http://schemas.microsoft.com/office/drawing/2014/main" id="{8725302E-BB7D-8B5B-7D82-3726756D79AD}"/>
                </a:ext>
              </a:extLst>
            </p:cNvPr>
            <p:cNvSpPr/>
            <p:nvPr/>
          </p:nvSpPr>
          <p:spPr>
            <a:xfrm>
              <a:off x="10228298" y="515358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6" name="Isosceles Triangle 648">
              <a:extLst>
                <a:ext uri="{FF2B5EF4-FFF2-40B4-BE49-F238E27FC236}">
                  <a16:creationId xmlns:a16="http://schemas.microsoft.com/office/drawing/2014/main" id="{B58E09CB-ED9D-399A-C473-EAFE5308CBFF}"/>
                </a:ext>
              </a:extLst>
            </p:cNvPr>
            <p:cNvSpPr/>
            <p:nvPr/>
          </p:nvSpPr>
          <p:spPr>
            <a:xfrm>
              <a:off x="10258423" y="516709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57" name="Group 1456">
            <a:extLst>
              <a:ext uri="{FF2B5EF4-FFF2-40B4-BE49-F238E27FC236}">
                <a16:creationId xmlns:a16="http://schemas.microsoft.com/office/drawing/2014/main" id="{B09CA854-E31F-2E98-33B1-5B70EA3A6A2E}"/>
              </a:ext>
            </a:extLst>
          </p:cNvPr>
          <p:cNvGrpSpPr/>
          <p:nvPr/>
        </p:nvGrpSpPr>
        <p:grpSpPr>
          <a:xfrm>
            <a:off x="8808415" y="5135706"/>
            <a:ext cx="721206" cy="609701"/>
            <a:chOff x="8808415" y="5135706"/>
            <a:chExt cx="721206" cy="609701"/>
          </a:xfrm>
        </p:grpSpPr>
        <p:sp>
          <p:nvSpPr>
            <p:cNvPr id="1458" name="Rectangle 1457">
              <a:hlinkHover r:id="" action="ppaction://noaction" highlightClick="1"/>
              <a:extLst>
                <a:ext uri="{FF2B5EF4-FFF2-40B4-BE49-F238E27FC236}">
                  <a16:creationId xmlns:a16="http://schemas.microsoft.com/office/drawing/2014/main" id="{D937A131-ED37-AA48-0461-AAF71FDFA959}"/>
                </a:ext>
              </a:extLst>
            </p:cNvPr>
            <p:cNvSpPr/>
            <p:nvPr/>
          </p:nvSpPr>
          <p:spPr>
            <a:xfrm>
              <a:off x="8808415" y="513570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1459" name="Oval 1458">
              <a:extLst>
                <a:ext uri="{FF2B5EF4-FFF2-40B4-BE49-F238E27FC236}">
                  <a16:creationId xmlns:a16="http://schemas.microsoft.com/office/drawing/2014/main" id="{086F5DDF-944B-20A2-299A-F0A9E3A072D1}"/>
                </a:ext>
              </a:extLst>
            </p:cNvPr>
            <p:cNvSpPr/>
            <p:nvPr/>
          </p:nvSpPr>
          <p:spPr>
            <a:xfrm>
              <a:off x="9384290" y="514604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60" name="Isosceles Triangle 648">
              <a:extLst>
                <a:ext uri="{FF2B5EF4-FFF2-40B4-BE49-F238E27FC236}">
                  <a16:creationId xmlns:a16="http://schemas.microsoft.com/office/drawing/2014/main" id="{E539A256-506A-6873-7DFF-7D3809C58AAD}"/>
                </a:ext>
              </a:extLst>
            </p:cNvPr>
            <p:cNvSpPr/>
            <p:nvPr/>
          </p:nvSpPr>
          <p:spPr>
            <a:xfrm>
              <a:off x="9414415" y="515956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79" name="Group 1478">
            <a:extLst>
              <a:ext uri="{FF2B5EF4-FFF2-40B4-BE49-F238E27FC236}">
                <a16:creationId xmlns:a16="http://schemas.microsoft.com/office/drawing/2014/main" id="{D8BCF619-0652-2C2C-F6E5-ED0338AF2BFD}"/>
              </a:ext>
            </a:extLst>
          </p:cNvPr>
          <p:cNvGrpSpPr/>
          <p:nvPr/>
        </p:nvGrpSpPr>
        <p:grpSpPr>
          <a:xfrm>
            <a:off x="1268842" y="2253333"/>
            <a:ext cx="721206" cy="609701"/>
            <a:chOff x="1268842" y="2253333"/>
            <a:chExt cx="721206" cy="609701"/>
          </a:xfrm>
        </p:grpSpPr>
        <p:sp>
          <p:nvSpPr>
            <p:cNvPr id="1480" name="Rectangle 1479">
              <a:extLst>
                <a:ext uri="{FF2B5EF4-FFF2-40B4-BE49-F238E27FC236}">
                  <a16:creationId xmlns:a16="http://schemas.microsoft.com/office/drawing/2014/main" id="{5AB7BEB0-D99C-1C46-F7FB-03F5E88F8F98}"/>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1481" name="Right Triangle 1480">
              <a:extLst>
                <a:ext uri="{FF2B5EF4-FFF2-40B4-BE49-F238E27FC236}">
                  <a16:creationId xmlns:a16="http://schemas.microsoft.com/office/drawing/2014/main" id="{9D9E1460-6847-473E-C849-0CB82AC8B661}"/>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82" name="Group 1481">
              <a:extLst>
                <a:ext uri="{FF2B5EF4-FFF2-40B4-BE49-F238E27FC236}">
                  <a16:creationId xmlns:a16="http://schemas.microsoft.com/office/drawing/2014/main" id="{E0965D88-0D51-34F4-B07A-111AD506420C}"/>
                </a:ext>
              </a:extLst>
            </p:cNvPr>
            <p:cNvGrpSpPr/>
            <p:nvPr/>
          </p:nvGrpSpPr>
          <p:grpSpPr>
            <a:xfrm>
              <a:off x="1939437" y="2265723"/>
              <a:ext cx="37817" cy="61390"/>
              <a:chOff x="3883481" y="2057400"/>
              <a:chExt cx="1608363" cy="2652031"/>
            </a:xfrm>
            <a:solidFill>
              <a:srgbClr val="A6A6A6"/>
            </a:solidFill>
          </p:grpSpPr>
          <p:sp>
            <p:nvSpPr>
              <p:cNvPr id="1483" name="Oval 27">
                <a:extLst>
                  <a:ext uri="{FF2B5EF4-FFF2-40B4-BE49-F238E27FC236}">
                    <a16:creationId xmlns:a16="http://schemas.microsoft.com/office/drawing/2014/main" id="{C3726AB5-5805-368D-E113-DB26F0AC4A2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84" name="Oval 28">
                <a:extLst>
                  <a:ext uri="{FF2B5EF4-FFF2-40B4-BE49-F238E27FC236}">
                    <a16:creationId xmlns:a16="http://schemas.microsoft.com/office/drawing/2014/main" id="{F42B090F-1D4B-7C5F-5E2A-47D5D913C2A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85" name="Group 1484">
            <a:extLst>
              <a:ext uri="{FF2B5EF4-FFF2-40B4-BE49-F238E27FC236}">
                <a16:creationId xmlns:a16="http://schemas.microsoft.com/office/drawing/2014/main" id="{57837786-5EA3-BA92-4D16-D90B2EA3B143}"/>
              </a:ext>
            </a:extLst>
          </p:cNvPr>
          <p:cNvGrpSpPr/>
          <p:nvPr/>
        </p:nvGrpSpPr>
        <p:grpSpPr>
          <a:xfrm>
            <a:off x="2105349" y="2253333"/>
            <a:ext cx="721206" cy="609701"/>
            <a:chOff x="2105349" y="2253333"/>
            <a:chExt cx="721206" cy="609701"/>
          </a:xfrm>
        </p:grpSpPr>
        <p:sp>
          <p:nvSpPr>
            <p:cNvPr id="1486" name="Rectangle 1485">
              <a:extLst>
                <a:ext uri="{FF2B5EF4-FFF2-40B4-BE49-F238E27FC236}">
                  <a16:creationId xmlns:a16="http://schemas.microsoft.com/office/drawing/2014/main" id="{62FB731D-07BA-72E2-1D81-EBB1047CF175}"/>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1487" name="Right Triangle 1486">
              <a:extLst>
                <a:ext uri="{FF2B5EF4-FFF2-40B4-BE49-F238E27FC236}">
                  <a16:creationId xmlns:a16="http://schemas.microsoft.com/office/drawing/2014/main" id="{BCE7492D-CE7A-C955-7213-8136C12567FB}"/>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88" name="Group 1487">
              <a:extLst>
                <a:ext uri="{FF2B5EF4-FFF2-40B4-BE49-F238E27FC236}">
                  <a16:creationId xmlns:a16="http://schemas.microsoft.com/office/drawing/2014/main" id="{04D19D71-D540-4C50-121A-19BBCBCABC73}"/>
                </a:ext>
              </a:extLst>
            </p:cNvPr>
            <p:cNvGrpSpPr/>
            <p:nvPr/>
          </p:nvGrpSpPr>
          <p:grpSpPr>
            <a:xfrm>
              <a:off x="2771411" y="2265582"/>
              <a:ext cx="37817" cy="61390"/>
              <a:chOff x="3883481" y="2057400"/>
              <a:chExt cx="1608363" cy="2652031"/>
            </a:xfrm>
            <a:solidFill>
              <a:srgbClr val="A6A6A6"/>
            </a:solidFill>
          </p:grpSpPr>
          <p:sp>
            <p:nvSpPr>
              <p:cNvPr id="1489" name="Oval 27">
                <a:extLst>
                  <a:ext uri="{FF2B5EF4-FFF2-40B4-BE49-F238E27FC236}">
                    <a16:creationId xmlns:a16="http://schemas.microsoft.com/office/drawing/2014/main" id="{EC53C9D1-54DD-4586-D537-671BB4A9FCB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0" name="Oval 28">
                <a:extLst>
                  <a:ext uri="{FF2B5EF4-FFF2-40B4-BE49-F238E27FC236}">
                    <a16:creationId xmlns:a16="http://schemas.microsoft.com/office/drawing/2014/main" id="{6E63968D-A392-4083-A820-B197327BCB0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91" name="Group 1490">
            <a:extLst>
              <a:ext uri="{FF2B5EF4-FFF2-40B4-BE49-F238E27FC236}">
                <a16:creationId xmlns:a16="http://schemas.microsoft.com/office/drawing/2014/main" id="{2657F47E-C8DC-A62E-E4FD-53A5F64F3A2A}"/>
              </a:ext>
            </a:extLst>
          </p:cNvPr>
          <p:cNvGrpSpPr/>
          <p:nvPr/>
        </p:nvGrpSpPr>
        <p:grpSpPr>
          <a:xfrm>
            <a:off x="2941856" y="2253333"/>
            <a:ext cx="721206" cy="609701"/>
            <a:chOff x="2941856" y="2253333"/>
            <a:chExt cx="721206" cy="609701"/>
          </a:xfrm>
        </p:grpSpPr>
        <p:sp>
          <p:nvSpPr>
            <p:cNvPr id="1492" name="Rectangle 1491">
              <a:extLst>
                <a:ext uri="{FF2B5EF4-FFF2-40B4-BE49-F238E27FC236}">
                  <a16:creationId xmlns:a16="http://schemas.microsoft.com/office/drawing/2014/main" id="{3F829CEC-530C-214A-CFD1-B66FCFFF3CC2}"/>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1493" name="Right Triangle 1492">
              <a:extLst>
                <a:ext uri="{FF2B5EF4-FFF2-40B4-BE49-F238E27FC236}">
                  <a16:creationId xmlns:a16="http://schemas.microsoft.com/office/drawing/2014/main" id="{7CD7A218-B281-1921-FD89-971717D143D6}"/>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94" name="Group 1493">
              <a:extLst>
                <a:ext uri="{FF2B5EF4-FFF2-40B4-BE49-F238E27FC236}">
                  <a16:creationId xmlns:a16="http://schemas.microsoft.com/office/drawing/2014/main" id="{F1B3A40A-D1CA-6F47-389E-158CAEEB6807}"/>
                </a:ext>
              </a:extLst>
            </p:cNvPr>
            <p:cNvGrpSpPr/>
            <p:nvPr/>
          </p:nvGrpSpPr>
          <p:grpSpPr>
            <a:xfrm>
              <a:off x="3611254" y="2264960"/>
              <a:ext cx="37817" cy="61390"/>
              <a:chOff x="3883481" y="2057400"/>
              <a:chExt cx="1608363" cy="2652031"/>
            </a:xfrm>
            <a:solidFill>
              <a:srgbClr val="A6A6A6"/>
            </a:solidFill>
          </p:grpSpPr>
          <p:sp>
            <p:nvSpPr>
              <p:cNvPr id="1495" name="Oval 27">
                <a:extLst>
                  <a:ext uri="{FF2B5EF4-FFF2-40B4-BE49-F238E27FC236}">
                    <a16:creationId xmlns:a16="http://schemas.microsoft.com/office/drawing/2014/main" id="{8E1A1249-16AF-5AA5-E19F-A93AC78CB71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6" name="Oval 28">
                <a:extLst>
                  <a:ext uri="{FF2B5EF4-FFF2-40B4-BE49-F238E27FC236}">
                    <a16:creationId xmlns:a16="http://schemas.microsoft.com/office/drawing/2014/main" id="{2247200F-DB27-0169-07D4-538FF9257F5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97" name="Group 1496">
            <a:extLst>
              <a:ext uri="{FF2B5EF4-FFF2-40B4-BE49-F238E27FC236}">
                <a16:creationId xmlns:a16="http://schemas.microsoft.com/office/drawing/2014/main" id="{0E7F2211-16ED-C1E1-375C-2821607D1372}"/>
              </a:ext>
            </a:extLst>
          </p:cNvPr>
          <p:cNvGrpSpPr/>
          <p:nvPr/>
        </p:nvGrpSpPr>
        <p:grpSpPr>
          <a:xfrm>
            <a:off x="4614870" y="2253333"/>
            <a:ext cx="721206" cy="609701"/>
            <a:chOff x="4614870" y="2253333"/>
            <a:chExt cx="721206" cy="609701"/>
          </a:xfrm>
        </p:grpSpPr>
        <p:sp>
          <p:nvSpPr>
            <p:cNvPr id="1498" name="Rectangle 1497">
              <a:extLst>
                <a:ext uri="{FF2B5EF4-FFF2-40B4-BE49-F238E27FC236}">
                  <a16:creationId xmlns:a16="http://schemas.microsoft.com/office/drawing/2014/main" id="{989E47AC-40B8-59B3-C31B-74865F1A5D07}"/>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1499" name="Right Triangle 1498">
              <a:extLst>
                <a:ext uri="{FF2B5EF4-FFF2-40B4-BE49-F238E27FC236}">
                  <a16:creationId xmlns:a16="http://schemas.microsoft.com/office/drawing/2014/main" id="{2FB6902F-348D-094A-5CB8-D0FECAF08413}"/>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00" name="Group 1499">
              <a:extLst>
                <a:ext uri="{FF2B5EF4-FFF2-40B4-BE49-F238E27FC236}">
                  <a16:creationId xmlns:a16="http://schemas.microsoft.com/office/drawing/2014/main" id="{ECD5303B-130A-FFFD-D407-AD7D91BD9185}"/>
                </a:ext>
              </a:extLst>
            </p:cNvPr>
            <p:cNvGrpSpPr/>
            <p:nvPr/>
          </p:nvGrpSpPr>
          <p:grpSpPr>
            <a:xfrm>
              <a:off x="5280746" y="2264771"/>
              <a:ext cx="37817" cy="61390"/>
              <a:chOff x="3883481" y="2057400"/>
              <a:chExt cx="1608363" cy="2652031"/>
            </a:xfrm>
            <a:solidFill>
              <a:srgbClr val="A6A6A6"/>
            </a:solidFill>
          </p:grpSpPr>
          <p:sp>
            <p:nvSpPr>
              <p:cNvPr id="1501" name="Oval 27">
                <a:extLst>
                  <a:ext uri="{FF2B5EF4-FFF2-40B4-BE49-F238E27FC236}">
                    <a16:creationId xmlns:a16="http://schemas.microsoft.com/office/drawing/2014/main" id="{36B2C9DB-7B79-38D4-F2FC-72640FCBD0B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2" name="Oval 28">
                <a:extLst>
                  <a:ext uri="{FF2B5EF4-FFF2-40B4-BE49-F238E27FC236}">
                    <a16:creationId xmlns:a16="http://schemas.microsoft.com/office/drawing/2014/main" id="{E3FF8447-5E17-2951-1D31-D9F11EADFFD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09" name="Group 1508">
            <a:extLst>
              <a:ext uri="{FF2B5EF4-FFF2-40B4-BE49-F238E27FC236}">
                <a16:creationId xmlns:a16="http://schemas.microsoft.com/office/drawing/2014/main" id="{A8F598BD-26A9-A0E6-7285-1B3444FCAC45}"/>
              </a:ext>
            </a:extLst>
          </p:cNvPr>
          <p:cNvGrpSpPr/>
          <p:nvPr/>
        </p:nvGrpSpPr>
        <p:grpSpPr>
          <a:xfrm>
            <a:off x="5458938" y="5135301"/>
            <a:ext cx="721206" cy="609701"/>
            <a:chOff x="5458938" y="5135301"/>
            <a:chExt cx="721206" cy="609701"/>
          </a:xfrm>
        </p:grpSpPr>
        <p:sp>
          <p:nvSpPr>
            <p:cNvPr id="1510" name="Rectangle 1509">
              <a:hlinkHover r:id="" action="ppaction://noaction" highlightClick="1"/>
              <a:extLst>
                <a:ext uri="{FF2B5EF4-FFF2-40B4-BE49-F238E27FC236}">
                  <a16:creationId xmlns:a16="http://schemas.microsoft.com/office/drawing/2014/main" id="{3D3B3209-6FAD-2884-8D85-F43DCE986EB4}"/>
                </a:ext>
              </a:extLst>
            </p:cNvPr>
            <p:cNvSpPr/>
            <p:nvPr/>
          </p:nvSpPr>
          <p:spPr>
            <a:xfrm>
              <a:off x="5458938" y="513530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1511" name="Oval 1510">
              <a:extLst>
                <a:ext uri="{FF2B5EF4-FFF2-40B4-BE49-F238E27FC236}">
                  <a16:creationId xmlns:a16="http://schemas.microsoft.com/office/drawing/2014/main" id="{40E6993F-7D28-FF19-C845-65AC459E9676}"/>
                </a:ext>
              </a:extLst>
            </p:cNvPr>
            <p:cNvSpPr/>
            <p:nvPr/>
          </p:nvSpPr>
          <p:spPr>
            <a:xfrm>
              <a:off x="6035889" y="514552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2" name="Isosceles Triangle 648">
              <a:extLst>
                <a:ext uri="{FF2B5EF4-FFF2-40B4-BE49-F238E27FC236}">
                  <a16:creationId xmlns:a16="http://schemas.microsoft.com/office/drawing/2014/main" id="{74FADB5F-DC5D-0B23-F14E-40EF707E2833}"/>
                </a:ext>
              </a:extLst>
            </p:cNvPr>
            <p:cNvSpPr/>
            <p:nvPr/>
          </p:nvSpPr>
          <p:spPr>
            <a:xfrm>
              <a:off x="6066013" y="515903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13" name="Group 1512">
            <a:extLst>
              <a:ext uri="{FF2B5EF4-FFF2-40B4-BE49-F238E27FC236}">
                <a16:creationId xmlns:a16="http://schemas.microsoft.com/office/drawing/2014/main" id="{10E8080E-0A43-B819-1255-C6E78B76C01E}"/>
              </a:ext>
            </a:extLst>
          </p:cNvPr>
          <p:cNvGrpSpPr/>
          <p:nvPr/>
        </p:nvGrpSpPr>
        <p:grpSpPr>
          <a:xfrm>
            <a:off x="7122909" y="3698227"/>
            <a:ext cx="721206" cy="609701"/>
            <a:chOff x="7122909" y="3698227"/>
            <a:chExt cx="721206" cy="609701"/>
          </a:xfrm>
        </p:grpSpPr>
        <p:sp>
          <p:nvSpPr>
            <p:cNvPr id="1514" name="Rectangle 1513">
              <a:hlinkHover r:id="" action="ppaction://noaction" highlightClick="1"/>
              <a:extLst>
                <a:ext uri="{FF2B5EF4-FFF2-40B4-BE49-F238E27FC236}">
                  <a16:creationId xmlns:a16="http://schemas.microsoft.com/office/drawing/2014/main" id="{7E7A67A3-D78A-D1BA-E942-22B8CADD14ED}"/>
                </a:ext>
              </a:extLst>
            </p:cNvPr>
            <p:cNvSpPr/>
            <p:nvPr/>
          </p:nvSpPr>
          <p:spPr>
            <a:xfrm>
              <a:off x="7122909"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1515" name="Oval 1514">
              <a:extLst>
                <a:ext uri="{FF2B5EF4-FFF2-40B4-BE49-F238E27FC236}">
                  <a16:creationId xmlns:a16="http://schemas.microsoft.com/office/drawing/2014/main" id="{A0A5D7EC-4D94-A0F1-D27A-E81CDE72F17E}"/>
                </a:ext>
              </a:extLst>
            </p:cNvPr>
            <p:cNvSpPr/>
            <p:nvPr/>
          </p:nvSpPr>
          <p:spPr>
            <a:xfrm>
              <a:off x="7700861"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6" name="Isosceles Triangle 648">
              <a:extLst>
                <a:ext uri="{FF2B5EF4-FFF2-40B4-BE49-F238E27FC236}">
                  <a16:creationId xmlns:a16="http://schemas.microsoft.com/office/drawing/2014/main" id="{1F62FEC7-FECD-D2C1-C467-937680DEABE7}"/>
                </a:ext>
              </a:extLst>
            </p:cNvPr>
            <p:cNvSpPr/>
            <p:nvPr/>
          </p:nvSpPr>
          <p:spPr>
            <a:xfrm>
              <a:off x="7730986"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664B7D4E-20B8-D697-BD97-0B5A9F31C6C6}"/>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4A0E28AD-C38F-D4CF-B281-C73D08793E6F}"/>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024F2085-DC0D-89DE-4D3A-8F6A806BD4E3}"/>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838279A7-4615-4C76-BF56-F32D035AF26A}"/>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0F9111A3-FD0F-4ED4-DFC2-525B99091AE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001FF3ED-F151-89FF-B8A3-784665EB254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99CDA23C-F363-4B16-42CA-34DE1E2434D8}"/>
              </a:ext>
            </a:extLst>
          </p:cNvPr>
          <p:cNvGrpSpPr/>
          <p:nvPr/>
        </p:nvGrpSpPr>
        <p:grpSpPr>
          <a:xfrm>
            <a:off x="4615774" y="3698231"/>
            <a:ext cx="721206" cy="609701"/>
            <a:chOff x="4615774" y="3698231"/>
            <a:chExt cx="721206" cy="609701"/>
          </a:xfrm>
        </p:grpSpPr>
        <p:sp>
          <p:nvSpPr>
            <p:cNvPr id="15" name="Rectangle 14">
              <a:hlinkHover r:id="" action="ppaction://noaction" highlightClick="1"/>
              <a:extLst>
                <a:ext uri="{FF2B5EF4-FFF2-40B4-BE49-F238E27FC236}">
                  <a16:creationId xmlns:a16="http://schemas.microsoft.com/office/drawing/2014/main" id="{C2CD8C13-595E-D725-848A-8E21810690E4}"/>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D684E8FC-2A2B-DA2D-B0A7-C09BDE92046F}"/>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E3F65506-888A-F481-CD2E-960999A25846}"/>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2" name="Group 21">
            <a:extLst>
              <a:ext uri="{FF2B5EF4-FFF2-40B4-BE49-F238E27FC236}">
                <a16:creationId xmlns:a16="http://schemas.microsoft.com/office/drawing/2014/main" id="{7976416F-BA1C-C900-FAEE-CCCF2ED41E75}"/>
              </a:ext>
            </a:extLst>
          </p:cNvPr>
          <p:cNvGrpSpPr/>
          <p:nvPr/>
        </p:nvGrpSpPr>
        <p:grpSpPr>
          <a:xfrm>
            <a:off x="2100392" y="4419620"/>
            <a:ext cx="721206" cy="609701"/>
            <a:chOff x="2100392" y="4419620"/>
            <a:chExt cx="721206" cy="609701"/>
          </a:xfrm>
        </p:grpSpPr>
        <p:sp>
          <p:nvSpPr>
            <p:cNvPr id="23" name="Rectangle 22">
              <a:extLst>
                <a:ext uri="{FF2B5EF4-FFF2-40B4-BE49-F238E27FC236}">
                  <a16:creationId xmlns:a16="http://schemas.microsoft.com/office/drawing/2014/main" id="{607AE671-4953-E246-3ED0-D5EB254FB7F5}"/>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4" name="Right Triangle 23">
              <a:extLst>
                <a:ext uri="{FF2B5EF4-FFF2-40B4-BE49-F238E27FC236}">
                  <a16:creationId xmlns:a16="http://schemas.microsoft.com/office/drawing/2014/main" id="{D3B06E9E-0CB2-950D-4785-CC611F848258}"/>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5" name="Group 24">
              <a:extLst>
                <a:ext uri="{FF2B5EF4-FFF2-40B4-BE49-F238E27FC236}">
                  <a16:creationId xmlns:a16="http://schemas.microsoft.com/office/drawing/2014/main" id="{96391932-0A9D-5540-A649-AE3FC53168BF}"/>
                </a:ext>
              </a:extLst>
            </p:cNvPr>
            <p:cNvGrpSpPr/>
            <p:nvPr/>
          </p:nvGrpSpPr>
          <p:grpSpPr>
            <a:xfrm>
              <a:off x="2769856" y="4434450"/>
              <a:ext cx="37817" cy="61390"/>
              <a:chOff x="3883481" y="2057400"/>
              <a:chExt cx="1608363" cy="2652031"/>
            </a:xfrm>
            <a:solidFill>
              <a:srgbClr val="A6A6A6">
                <a:alpha val="20000"/>
              </a:srgbClr>
            </a:solidFill>
          </p:grpSpPr>
          <p:sp>
            <p:nvSpPr>
              <p:cNvPr id="26" name="Oval 27">
                <a:extLst>
                  <a:ext uri="{FF2B5EF4-FFF2-40B4-BE49-F238E27FC236}">
                    <a16:creationId xmlns:a16="http://schemas.microsoft.com/office/drawing/2014/main" id="{8FCEF0EF-3B0C-5116-EA8B-662BBBB72A5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Oval 28">
                <a:extLst>
                  <a:ext uri="{FF2B5EF4-FFF2-40B4-BE49-F238E27FC236}">
                    <a16:creationId xmlns:a16="http://schemas.microsoft.com/office/drawing/2014/main" id="{48D76F8E-2385-A494-8AF9-7BD06BF4F31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2" name="Group 31">
            <a:extLst>
              <a:ext uri="{FF2B5EF4-FFF2-40B4-BE49-F238E27FC236}">
                <a16:creationId xmlns:a16="http://schemas.microsoft.com/office/drawing/2014/main" id="{9B5422F7-B46C-9008-EB41-3BDECFB61E61}"/>
              </a:ext>
            </a:extLst>
          </p:cNvPr>
          <p:cNvGrpSpPr/>
          <p:nvPr/>
        </p:nvGrpSpPr>
        <p:grpSpPr>
          <a:xfrm>
            <a:off x="8807246" y="1508831"/>
            <a:ext cx="721206" cy="609701"/>
            <a:chOff x="8807246" y="1532278"/>
            <a:chExt cx="721206" cy="609701"/>
          </a:xfrm>
        </p:grpSpPr>
        <p:sp>
          <p:nvSpPr>
            <p:cNvPr id="33" name="Rectangle 32">
              <a:hlinkHover r:id="" action="ppaction://noaction" highlightClick="1"/>
              <a:extLst>
                <a:ext uri="{FF2B5EF4-FFF2-40B4-BE49-F238E27FC236}">
                  <a16:creationId xmlns:a16="http://schemas.microsoft.com/office/drawing/2014/main" id="{58378B8A-491B-28CD-1D1F-EB62214F412A}"/>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34" name="Oval 33">
              <a:extLst>
                <a:ext uri="{FF2B5EF4-FFF2-40B4-BE49-F238E27FC236}">
                  <a16:creationId xmlns:a16="http://schemas.microsoft.com/office/drawing/2014/main" id="{EC0DAE7E-C54F-B7AB-271B-9A446DDA17D7}"/>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5" name="Isosceles Triangle 648">
              <a:extLst>
                <a:ext uri="{FF2B5EF4-FFF2-40B4-BE49-F238E27FC236}">
                  <a16:creationId xmlns:a16="http://schemas.microsoft.com/office/drawing/2014/main" id="{B1EE11CE-F22D-90D3-9A8C-BD8DE99C87FB}"/>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4" name="Group 43">
            <a:extLst>
              <a:ext uri="{FF2B5EF4-FFF2-40B4-BE49-F238E27FC236}">
                <a16:creationId xmlns:a16="http://schemas.microsoft.com/office/drawing/2014/main" id="{00AB5BE3-7258-A753-24C3-323EED64FB87}"/>
              </a:ext>
            </a:extLst>
          </p:cNvPr>
          <p:cNvGrpSpPr/>
          <p:nvPr/>
        </p:nvGrpSpPr>
        <p:grpSpPr>
          <a:xfrm>
            <a:off x="3776512" y="2950606"/>
            <a:ext cx="724130" cy="609701"/>
            <a:chOff x="3776512" y="2974053"/>
            <a:chExt cx="724130" cy="609701"/>
          </a:xfrm>
        </p:grpSpPr>
        <p:sp>
          <p:nvSpPr>
            <p:cNvPr id="45" name="Rectangle 44">
              <a:extLst>
                <a:ext uri="{FF2B5EF4-FFF2-40B4-BE49-F238E27FC236}">
                  <a16:creationId xmlns:a16="http://schemas.microsoft.com/office/drawing/2014/main" id="{8092C30B-895B-CDF4-98A9-C9B38DB66A58}"/>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46" name="Right Triangle 45">
              <a:extLst>
                <a:ext uri="{FF2B5EF4-FFF2-40B4-BE49-F238E27FC236}">
                  <a16:creationId xmlns:a16="http://schemas.microsoft.com/office/drawing/2014/main" id="{8172C42F-42B5-1F31-2312-4DDD59351694}"/>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7" name="Group 46">
              <a:extLst>
                <a:ext uri="{FF2B5EF4-FFF2-40B4-BE49-F238E27FC236}">
                  <a16:creationId xmlns:a16="http://schemas.microsoft.com/office/drawing/2014/main" id="{35E63CE6-0D26-5A30-F677-7EF3567DF965}"/>
                </a:ext>
              </a:extLst>
            </p:cNvPr>
            <p:cNvGrpSpPr/>
            <p:nvPr/>
          </p:nvGrpSpPr>
          <p:grpSpPr>
            <a:xfrm>
              <a:off x="4450061" y="2982574"/>
              <a:ext cx="37817" cy="61390"/>
              <a:chOff x="3883481" y="2057400"/>
              <a:chExt cx="1608363" cy="2652031"/>
            </a:xfrm>
            <a:solidFill>
              <a:srgbClr val="A6A6A6">
                <a:alpha val="20000"/>
              </a:srgbClr>
            </a:solidFill>
          </p:grpSpPr>
          <p:sp>
            <p:nvSpPr>
              <p:cNvPr id="48" name="Oval 27">
                <a:extLst>
                  <a:ext uri="{FF2B5EF4-FFF2-40B4-BE49-F238E27FC236}">
                    <a16:creationId xmlns:a16="http://schemas.microsoft.com/office/drawing/2014/main" id="{EE2AB53D-90A2-4C90-616A-5382B81A769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 name="Oval 28">
                <a:extLst>
                  <a:ext uri="{FF2B5EF4-FFF2-40B4-BE49-F238E27FC236}">
                    <a16:creationId xmlns:a16="http://schemas.microsoft.com/office/drawing/2014/main" id="{93B58933-4129-2FF7-1C7A-47DA16BB5FE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4" name="Group 63">
            <a:extLst>
              <a:ext uri="{FF2B5EF4-FFF2-40B4-BE49-F238E27FC236}">
                <a16:creationId xmlns:a16="http://schemas.microsoft.com/office/drawing/2014/main" id="{5A45721A-5607-73EE-BC42-93EFE3EAF717}"/>
              </a:ext>
            </a:extLst>
          </p:cNvPr>
          <p:cNvGrpSpPr/>
          <p:nvPr/>
        </p:nvGrpSpPr>
        <p:grpSpPr>
          <a:xfrm>
            <a:off x="11356238" y="1532276"/>
            <a:ext cx="721206" cy="609701"/>
            <a:chOff x="11356238" y="1532276"/>
            <a:chExt cx="721206" cy="609701"/>
          </a:xfrm>
        </p:grpSpPr>
        <p:sp>
          <p:nvSpPr>
            <p:cNvPr id="65" name="Rectangle 64">
              <a:hlinkHover r:id="" action="ppaction://noaction" highlightClick="1"/>
              <a:extLst>
                <a:ext uri="{FF2B5EF4-FFF2-40B4-BE49-F238E27FC236}">
                  <a16:creationId xmlns:a16="http://schemas.microsoft.com/office/drawing/2014/main" id="{22BA89EE-EB58-7C85-6514-A513978357EA}"/>
                </a:ext>
              </a:extLst>
            </p:cNvPr>
            <p:cNvSpPr/>
            <p:nvPr/>
          </p:nvSpPr>
          <p:spPr>
            <a:xfrm>
              <a:off x="11356238"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66" name="Oval 65">
              <a:extLst>
                <a:ext uri="{FF2B5EF4-FFF2-40B4-BE49-F238E27FC236}">
                  <a16:creationId xmlns:a16="http://schemas.microsoft.com/office/drawing/2014/main" id="{C2EA0F85-D71B-E91A-D0CC-9D9F8E7C53C2}"/>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 name="Isosceles Triangle 648">
              <a:extLst>
                <a:ext uri="{FF2B5EF4-FFF2-40B4-BE49-F238E27FC236}">
                  <a16:creationId xmlns:a16="http://schemas.microsoft.com/office/drawing/2014/main" id="{26EB1183-6A1C-8A5D-B6DE-215276C0FE3E}"/>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4" name="Group 93">
            <a:extLst>
              <a:ext uri="{FF2B5EF4-FFF2-40B4-BE49-F238E27FC236}">
                <a16:creationId xmlns:a16="http://schemas.microsoft.com/office/drawing/2014/main" id="{B37A9F72-5E1E-6551-792C-08D23918D109}"/>
              </a:ext>
            </a:extLst>
          </p:cNvPr>
          <p:cNvGrpSpPr/>
          <p:nvPr/>
        </p:nvGrpSpPr>
        <p:grpSpPr>
          <a:xfrm>
            <a:off x="7905566" y="751337"/>
            <a:ext cx="3396155" cy="4999377"/>
            <a:chOff x="7905566" y="751337"/>
            <a:chExt cx="3396155" cy="4999377"/>
          </a:xfrm>
        </p:grpSpPr>
        <p:cxnSp>
          <p:nvCxnSpPr>
            <p:cNvPr id="95" name="Straight Connector 94">
              <a:extLst>
                <a:ext uri="{FF2B5EF4-FFF2-40B4-BE49-F238E27FC236}">
                  <a16:creationId xmlns:a16="http://schemas.microsoft.com/office/drawing/2014/main" id="{DB60FF39-B5CD-2EF1-FC60-E95030CE4F83}"/>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E50E4C75-2E5F-5AE2-1311-FA83680EE1BD}"/>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A9D0E2A-0C61-A528-4EBE-715FD6CA0C6D}"/>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4EA1D1BD-3524-1E21-4B55-F19E9D153DE9}"/>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D05F44F2-7B51-F210-E914-48E197EC6DBF}"/>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6CB86B7D-C6C7-8C57-A71D-A366F9D59E1E}"/>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5C76B443-5812-BEED-06A3-46D25E1A289F}"/>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03" name="Straight Connector 102">
            <a:extLst>
              <a:ext uri="{FF2B5EF4-FFF2-40B4-BE49-F238E27FC236}">
                <a16:creationId xmlns:a16="http://schemas.microsoft.com/office/drawing/2014/main" id="{8BA6880F-74CA-46C6-E4F9-0D61C485635F}"/>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04" name="Group 103">
            <a:extLst>
              <a:ext uri="{FF2B5EF4-FFF2-40B4-BE49-F238E27FC236}">
                <a16:creationId xmlns:a16="http://schemas.microsoft.com/office/drawing/2014/main" id="{107202BE-AE62-4A11-048B-BAF0F8341969}"/>
              </a:ext>
            </a:extLst>
          </p:cNvPr>
          <p:cNvGrpSpPr/>
          <p:nvPr/>
        </p:nvGrpSpPr>
        <p:grpSpPr>
          <a:xfrm>
            <a:off x="10520479" y="90836"/>
            <a:ext cx="721206" cy="609701"/>
            <a:chOff x="10520479" y="90836"/>
            <a:chExt cx="721206" cy="609701"/>
          </a:xfrm>
        </p:grpSpPr>
        <p:sp>
          <p:nvSpPr>
            <p:cNvPr id="105" name="Rectangle 104">
              <a:hlinkHover r:id="" action="ppaction://noaction" highlightClick="1"/>
              <a:extLst>
                <a:ext uri="{FF2B5EF4-FFF2-40B4-BE49-F238E27FC236}">
                  <a16:creationId xmlns:a16="http://schemas.microsoft.com/office/drawing/2014/main" id="{9F8B4431-2775-6CE4-0F64-1AA8CA4948E5}"/>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06" name="Oval 105">
              <a:extLst>
                <a:ext uri="{FF2B5EF4-FFF2-40B4-BE49-F238E27FC236}">
                  <a16:creationId xmlns:a16="http://schemas.microsoft.com/office/drawing/2014/main" id="{A599CB0E-F091-636E-7040-3C6AC26F72D3}"/>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 name="Isosceles Triangle 648">
              <a:extLst>
                <a:ext uri="{FF2B5EF4-FFF2-40B4-BE49-F238E27FC236}">
                  <a16:creationId xmlns:a16="http://schemas.microsoft.com/office/drawing/2014/main" id="{4D8B4082-6886-7F18-DF4C-A9D9E50FEF35}"/>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8" name="Group 107">
            <a:extLst>
              <a:ext uri="{FF2B5EF4-FFF2-40B4-BE49-F238E27FC236}">
                <a16:creationId xmlns:a16="http://schemas.microsoft.com/office/drawing/2014/main" id="{D24BA1D3-EB48-D5AD-C929-A385E6C11E34}"/>
              </a:ext>
            </a:extLst>
          </p:cNvPr>
          <p:cNvGrpSpPr/>
          <p:nvPr/>
        </p:nvGrpSpPr>
        <p:grpSpPr>
          <a:xfrm>
            <a:off x="2934662" y="5148220"/>
            <a:ext cx="724130" cy="609701"/>
            <a:chOff x="4615448" y="2974053"/>
            <a:chExt cx="724130" cy="609701"/>
          </a:xfrm>
        </p:grpSpPr>
        <p:sp>
          <p:nvSpPr>
            <p:cNvPr id="109" name="Rectangle 108">
              <a:extLst>
                <a:ext uri="{FF2B5EF4-FFF2-40B4-BE49-F238E27FC236}">
                  <a16:creationId xmlns:a16="http://schemas.microsoft.com/office/drawing/2014/main" id="{BD81B0AB-9D61-2A9B-5B25-AA78FC4DA032}"/>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10" name="Right Triangle 109">
              <a:extLst>
                <a:ext uri="{FF2B5EF4-FFF2-40B4-BE49-F238E27FC236}">
                  <a16:creationId xmlns:a16="http://schemas.microsoft.com/office/drawing/2014/main" id="{115138F3-8FDF-6774-D3C9-A3A032660044}"/>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1" name="Group 110">
              <a:extLst>
                <a:ext uri="{FF2B5EF4-FFF2-40B4-BE49-F238E27FC236}">
                  <a16:creationId xmlns:a16="http://schemas.microsoft.com/office/drawing/2014/main" id="{BED9DF6C-A51D-8A91-0DDC-20E3C7FE734D}"/>
                </a:ext>
              </a:extLst>
            </p:cNvPr>
            <p:cNvGrpSpPr/>
            <p:nvPr/>
          </p:nvGrpSpPr>
          <p:grpSpPr>
            <a:xfrm>
              <a:off x="5288997" y="2982574"/>
              <a:ext cx="37817" cy="61390"/>
              <a:chOff x="3883481" y="2057400"/>
              <a:chExt cx="1608363" cy="2652031"/>
            </a:xfrm>
            <a:solidFill>
              <a:srgbClr val="A6A6A6">
                <a:alpha val="20000"/>
              </a:srgbClr>
            </a:solidFill>
          </p:grpSpPr>
          <p:sp>
            <p:nvSpPr>
              <p:cNvPr id="112" name="Oval 27">
                <a:extLst>
                  <a:ext uri="{FF2B5EF4-FFF2-40B4-BE49-F238E27FC236}">
                    <a16:creationId xmlns:a16="http://schemas.microsoft.com/office/drawing/2014/main" id="{F267EDCF-D722-A647-1F6F-83B61640B3A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3" name="Oval 28">
                <a:extLst>
                  <a:ext uri="{FF2B5EF4-FFF2-40B4-BE49-F238E27FC236}">
                    <a16:creationId xmlns:a16="http://schemas.microsoft.com/office/drawing/2014/main" id="{4F932340-8533-653B-FC5B-4FA58DC3672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4" name="Group 113">
            <a:extLst>
              <a:ext uri="{FF2B5EF4-FFF2-40B4-BE49-F238E27FC236}">
                <a16:creationId xmlns:a16="http://schemas.microsoft.com/office/drawing/2014/main" id="{E64A32AF-63DF-F751-B41A-F1ACA62137E8}"/>
              </a:ext>
            </a:extLst>
          </p:cNvPr>
          <p:cNvGrpSpPr/>
          <p:nvPr/>
        </p:nvGrpSpPr>
        <p:grpSpPr>
          <a:xfrm>
            <a:off x="10508723" y="1536662"/>
            <a:ext cx="721206" cy="609701"/>
            <a:chOff x="11356242" y="1532276"/>
            <a:chExt cx="721206" cy="609701"/>
          </a:xfrm>
        </p:grpSpPr>
        <p:sp>
          <p:nvSpPr>
            <p:cNvPr id="115" name="Rectangle 114">
              <a:hlinkHover r:id="" action="ppaction://noaction" highlightClick="1"/>
              <a:extLst>
                <a:ext uri="{FF2B5EF4-FFF2-40B4-BE49-F238E27FC236}">
                  <a16:creationId xmlns:a16="http://schemas.microsoft.com/office/drawing/2014/main" id="{BCF21F1C-2080-DF4C-17BE-781DA89D2062}"/>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16" name="Oval 115">
              <a:extLst>
                <a:ext uri="{FF2B5EF4-FFF2-40B4-BE49-F238E27FC236}">
                  <a16:creationId xmlns:a16="http://schemas.microsoft.com/office/drawing/2014/main" id="{5D994671-02ED-4AB4-0543-A46141F3EEB7}"/>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 name="Isosceles Triangle 648">
              <a:extLst>
                <a:ext uri="{FF2B5EF4-FFF2-40B4-BE49-F238E27FC236}">
                  <a16:creationId xmlns:a16="http://schemas.microsoft.com/office/drawing/2014/main" id="{99968651-ECA2-8D0F-D142-E7FC32228E89}"/>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8" name="Group 117">
            <a:extLst>
              <a:ext uri="{FF2B5EF4-FFF2-40B4-BE49-F238E27FC236}">
                <a16:creationId xmlns:a16="http://schemas.microsoft.com/office/drawing/2014/main" id="{024C7841-8631-74F3-D535-F1FB13EB0ED8}"/>
              </a:ext>
            </a:extLst>
          </p:cNvPr>
          <p:cNvGrpSpPr/>
          <p:nvPr/>
        </p:nvGrpSpPr>
        <p:grpSpPr>
          <a:xfrm>
            <a:off x="11355832" y="5140982"/>
            <a:ext cx="721220" cy="609701"/>
            <a:chOff x="9656903" y="2253333"/>
            <a:chExt cx="721220" cy="609701"/>
          </a:xfrm>
        </p:grpSpPr>
        <p:sp>
          <p:nvSpPr>
            <p:cNvPr id="119" name="Rectangle 118">
              <a:hlinkHover r:id="" action="ppaction://noaction" highlightClick="1"/>
              <a:extLst>
                <a:ext uri="{FF2B5EF4-FFF2-40B4-BE49-F238E27FC236}">
                  <a16:creationId xmlns:a16="http://schemas.microsoft.com/office/drawing/2014/main" id="{6C0B066E-E167-808F-830C-EDF57DB243F7}"/>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20" name="Rectangle 119">
              <a:extLst>
                <a:ext uri="{FF2B5EF4-FFF2-40B4-BE49-F238E27FC236}">
                  <a16:creationId xmlns:a16="http://schemas.microsoft.com/office/drawing/2014/main" id="{62CE474E-C0B1-13E9-D734-6AFA04DACEF7}"/>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1" name="Oval 15">
              <a:extLst>
                <a:ext uri="{FF2B5EF4-FFF2-40B4-BE49-F238E27FC236}">
                  <a16:creationId xmlns:a16="http://schemas.microsoft.com/office/drawing/2014/main" id="{140343BE-2366-6CD2-9A35-405A74887ACD}"/>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2" name="Straight Connector 121">
              <a:extLst>
                <a:ext uri="{FF2B5EF4-FFF2-40B4-BE49-F238E27FC236}">
                  <a16:creationId xmlns:a16="http://schemas.microsoft.com/office/drawing/2014/main" id="{2F48BC76-4FAD-969E-CF95-35B8EDA8F848}"/>
                </a:ext>
              </a:extLst>
            </p:cNvPr>
            <p:cNvCxnSpPr>
              <a:cxnSpLocks/>
              <a:stCxn id="121"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3" name="Straight Connector 122">
              <a:extLst>
                <a:ext uri="{FF2B5EF4-FFF2-40B4-BE49-F238E27FC236}">
                  <a16:creationId xmlns:a16="http://schemas.microsoft.com/office/drawing/2014/main" id="{6CF405D3-79E9-36EC-F4D5-6BC0CCD38F73}"/>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4" name="Group 123">
            <a:extLst>
              <a:ext uri="{FF2B5EF4-FFF2-40B4-BE49-F238E27FC236}">
                <a16:creationId xmlns:a16="http://schemas.microsoft.com/office/drawing/2014/main" id="{91887E8C-E7E3-57FA-69E9-274D41C2B8D5}"/>
              </a:ext>
            </a:extLst>
          </p:cNvPr>
          <p:cNvGrpSpPr/>
          <p:nvPr/>
        </p:nvGrpSpPr>
        <p:grpSpPr>
          <a:xfrm>
            <a:off x="1268346" y="3698208"/>
            <a:ext cx="721891" cy="610396"/>
            <a:chOff x="1268346" y="3698208"/>
            <a:chExt cx="721891" cy="610396"/>
          </a:xfrm>
        </p:grpSpPr>
        <p:sp>
          <p:nvSpPr>
            <p:cNvPr id="125" name="Rectangle 124">
              <a:extLst>
                <a:ext uri="{FF2B5EF4-FFF2-40B4-BE49-F238E27FC236}">
                  <a16:creationId xmlns:a16="http://schemas.microsoft.com/office/drawing/2014/main" id="{E5D7BE2D-824C-07F0-07B6-58E26378498C}"/>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26" name="Right Triangle 125">
              <a:extLst>
                <a:ext uri="{FF2B5EF4-FFF2-40B4-BE49-F238E27FC236}">
                  <a16:creationId xmlns:a16="http://schemas.microsoft.com/office/drawing/2014/main" id="{2377CC8D-6F62-1175-72C7-A12171A4BF29}"/>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7" name="Group 126">
              <a:extLst>
                <a:ext uri="{FF2B5EF4-FFF2-40B4-BE49-F238E27FC236}">
                  <a16:creationId xmlns:a16="http://schemas.microsoft.com/office/drawing/2014/main" id="{34C8699B-D74B-F86F-BC11-1E3AE8C0F37C}"/>
                </a:ext>
              </a:extLst>
            </p:cNvPr>
            <p:cNvGrpSpPr/>
            <p:nvPr/>
          </p:nvGrpSpPr>
          <p:grpSpPr>
            <a:xfrm>
              <a:off x="1939627" y="3704306"/>
              <a:ext cx="37817" cy="61390"/>
              <a:chOff x="3883481" y="2057400"/>
              <a:chExt cx="1608363" cy="2652031"/>
            </a:xfrm>
            <a:solidFill>
              <a:srgbClr val="A6A6A6">
                <a:alpha val="20000"/>
              </a:srgbClr>
            </a:solidFill>
          </p:grpSpPr>
          <p:sp>
            <p:nvSpPr>
              <p:cNvPr id="128" name="Oval 27">
                <a:extLst>
                  <a:ext uri="{FF2B5EF4-FFF2-40B4-BE49-F238E27FC236}">
                    <a16:creationId xmlns:a16="http://schemas.microsoft.com/office/drawing/2014/main" id="{F5A1DA43-DC1C-C77E-A100-F29BFC775C3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 name="Oval 28">
                <a:extLst>
                  <a:ext uri="{FF2B5EF4-FFF2-40B4-BE49-F238E27FC236}">
                    <a16:creationId xmlns:a16="http://schemas.microsoft.com/office/drawing/2014/main" id="{8338B82F-0AEA-C377-B9DF-2B3E4258036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1" name="Group 130">
            <a:extLst>
              <a:ext uri="{FF2B5EF4-FFF2-40B4-BE49-F238E27FC236}">
                <a16:creationId xmlns:a16="http://schemas.microsoft.com/office/drawing/2014/main" id="{DD808C6E-C672-1C79-5854-08411F6C7149}"/>
              </a:ext>
            </a:extLst>
          </p:cNvPr>
          <p:cNvGrpSpPr/>
          <p:nvPr/>
        </p:nvGrpSpPr>
        <p:grpSpPr>
          <a:xfrm>
            <a:off x="5451979" y="3707588"/>
            <a:ext cx="721206" cy="609701"/>
            <a:chOff x="5451979" y="3707588"/>
            <a:chExt cx="721206" cy="609701"/>
          </a:xfrm>
        </p:grpSpPr>
        <p:sp>
          <p:nvSpPr>
            <p:cNvPr id="132" name="Rectangle 131">
              <a:hlinkHover r:id="" action="ppaction://noaction" highlightClick="1"/>
              <a:extLst>
                <a:ext uri="{FF2B5EF4-FFF2-40B4-BE49-F238E27FC236}">
                  <a16:creationId xmlns:a16="http://schemas.microsoft.com/office/drawing/2014/main" id="{0111C525-8002-53AF-CB14-BB43BA9BA0A8}"/>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33" name="Oval 132">
              <a:extLst>
                <a:ext uri="{FF2B5EF4-FFF2-40B4-BE49-F238E27FC236}">
                  <a16:creationId xmlns:a16="http://schemas.microsoft.com/office/drawing/2014/main" id="{C3F45C37-0F7C-338E-9B40-3DFF6F7BEA20}"/>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4" name="Isosceles Triangle 648">
              <a:extLst>
                <a:ext uri="{FF2B5EF4-FFF2-40B4-BE49-F238E27FC236}">
                  <a16:creationId xmlns:a16="http://schemas.microsoft.com/office/drawing/2014/main" id="{B96FEBEB-F50D-0B72-F2C2-CDE08D95F280}"/>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5" name="Group 134">
            <a:extLst>
              <a:ext uri="{FF2B5EF4-FFF2-40B4-BE49-F238E27FC236}">
                <a16:creationId xmlns:a16="http://schemas.microsoft.com/office/drawing/2014/main" id="{8576F1CC-1D2D-6CE8-58E0-4718373B29C5}"/>
              </a:ext>
            </a:extLst>
          </p:cNvPr>
          <p:cNvGrpSpPr/>
          <p:nvPr/>
        </p:nvGrpSpPr>
        <p:grpSpPr>
          <a:xfrm>
            <a:off x="7957576" y="2253333"/>
            <a:ext cx="721206" cy="609701"/>
            <a:chOff x="7957576" y="2253333"/>
            <a:chExt cx="721206" cy="609701"/>
          </a:xfrm>
        </p:grpSpPr>
        <p:sp>
          <p:nvSpPr>
            <p:cNvPr id="136" name="Rectangle 135">
              <a:extLst>
                <a:ext uri="{FF2B5EF4-FFF2-40B4-BE49-F238E27FC236}">
                  <a16:creationId xmlns:a16="http://schemas.microsoft.com/office/drawing/2014/main" id="{08A4F399-C48E-34C2-F35D-A161B6F8D9FA}"/>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137" name="Right Triangle 136">
              <a:extLst>
                <a:ext uri="{FF2B5EF4-FFF2-40B4-BE49-F238E27FC236}">
                  <a16:creationId xmlns:a16="http://schemas.microsoft.com/office/drawing/2014/main" id="{EF1A859A-252D-41A1-6B81-B80A2AABC1F8}"/>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8" name="Group 137">
              <a:extLst>
                <a:ext uri="{FF2B5EF4-FFF2-40B4-BE49-F238E27FC236}">
                  <a16:creationId xmlns:a16="http://schemas.microsoft.com/office/drawing/2014/main" id="{8B4295A1-881C-19D9-74CC-9EA3A96DD663}"/>
                </a:ext>
              </a:extLst>
            </p:cNvPr>
            <p:cNvGrpSpPr/>
            <p:nvPr/>
          </p:nvGrpSpPr>
          <p:grpSpPr>
            <a:xfrm>
              <a:off x="8621953" y="2262661"/>
              <a:ext cx="37817" cy="61390"/>
              <a:chOff x="3883481" y="2057400"/>
              <a:chExt cx="1608363" cy="2652031"/>
            </a:xfrm>
            <a:solidFill>
              <a:srgbClr val="A6A6A6"/>
            </a:solidFill>
          </p:grpSpPr>
          <p:sp>
            <p:nvSpPr>
              <p:cNvPr id="139" name="Oval 27">
                <a:extLst>
                  <a:ext uri="{FF2B5EF4-FFF2-40B4-BE49-F238E27FC236}">
                    <a16:creationId xmlns:a16="http://schemas.microsoft.com/office/drawing/2014/main" id="{13D7B6D5-E1FA-C33F-D522-C2D840A3A73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 name="Oval 28">
                <a:extLst>
                  <a:ext uri="{FF2B5EF4-FFF2-40B4-BE49-F238E27FC236}">
                    <a16:creationId xmlns:a16="http://schemas.microsoft.com/office/drawing/2014/main" id="{5F79F162-2547-7DFD-FA1B-5BAA6BACC7B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1" name="Group 140">
            <a:extLst>
              <a:ext uri="{FF2B5EF4-FFF2-40B4-BE49-F238E27FC236}">
                <a16:creationId xmlns:a16="http://schemas.microsoft.com/office/drawing/2014/main" id="{0FF066B7-40D6-AD1A-5D04-59EE0FBF2AE3}"/>
              </a:ext>
            </a:extLst>
          </p:cNvPr>
          <p:cNvGrpSpPr/>
          <p:nvPr/>
        </p:nvGrpSpPr>
        <p:grpSpPr>
          <a:xfrm>
            <a:off x="6283037" y="2264881"/>
            <a:ext cx="721206" cy="609702"/>
            <a:chOff x="8807242" y="2253333"/>
            <a:chExt cx="721206" cy="609702"/>
          </a:xfrm>
        </p:grpSpPr>
        <p:sp>
          <p:nvSpPr>
            <p:cNvPr id="142" name="Rectangle 141">
              <a:extLst>
                <a:ext uri="{FF2B5EF4-FFF2-40B4-BE49-F238E27FC236}">
                  <a16:creationId xmlns:a16="http://schemas.microsoft.com/office/drawing/2014/main" id="{B622A1FA-F782-E1F6-9BB3-D3D736A72C9D}"/>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143" name="Right Triangle 142">
              <a:extLst>
                <a:ext uri="{FF2B5EF4-FFF2-40B4-BE49-F238E27FC236}">
                  <a16:creationId xmlns:a16="http://schemas.microsoft.com/office/drawing/2014/main" id="{9471D94D-2E6B-153A-0560-C6BC9AB396EF}"/>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Oval 27">
              <a:extLst>
                <a:ext uri="{FF2B5EF4-FFF2-40B4-BE49-F238E27FC236}">
                  <a16:creationId xmlns:a16="http://schemas.microsoft.com/office/drawing/2014/main" id="{75CCE9B6-740B-4CCE-95A2-14BB858618F5}"/>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 name="Oval 28">
              <a:extLst>
                <a:ext uri="{FF2B5EF4-FFF2-40B4-BE49-F238E27FC236}">
                  <a16:creationId xmlns:a16="http://schemas.microsoft.com/office/drawing/2014/main" id="{B43E59EA-79EA-0565-6EB5-601FC86715BC}"/>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6" name="Group 145">
            <a:extLst>
              <a:ext uri="{FF2B5EF4-FFF2-40B4-BE49-F238E27FC236}">
                <a16:creationId xmlns:a16="http://schemas.microsoft.com/office/drawing/2014/main" id="{E70D4E30-72F0-FA52-22A2-F64E4A8DCF43}"/>
              </a:ext>
            </a:extLst>
          </p:cNvPr>
          <p:cNvGrpSpPr/>
          <p:nvPr/>
        </p:nvGrpSpPr>
        <p:grpSpPr>
          <a:xfrm>
            <a:off x="9656908" y="2253333"/>
            <a:ext cx="721206" cy="609701"/>
            <a:chOff x="9656908" y="2253333"/>
            <a:chExt cx="721206" cy="609701"/>
          </a:xfrm>
        </p:grpSpPr>
        <p:sp>
          <p:nvSpPr>
            <p:cNvPr id="147" name="Rectangle 146">
              <a:hlinkHover r:id="" action="ppaction://noaction" highlightClick="1"/>
              <a:extLst>
                <a:ext uri="{FF2B5EF4-FFF2-40B4-BE49-F238E27FC236}">
                  <a16:creationId xmlns:a16="http://schemas.microsoft.com/office/drawing/2014/main" id="{3C453CF3-ED00-9DF6-4489-BFEB12647061}"/>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48" name="Rectangle 147">
              <a:extLst>
                <a:ext uri="{FF2B5EF4-FFF2-40B4-BE49-F238E27FC236}">
                  <a16:creationId xmlns:a16="http://schemas.microsoft.com/office/drawing/2014/main" id="{4CE1DDA4-B42F-F0EF-699F-0567B786A350}"/>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 name="Oval 15">
              <a:extLst>
                <a:ext uri="{FF2B5EF4-FFF2-40B4-BE49-F238E27FC236}">
                  <a16:creationId xmlns:a16="http://schemas.microsoft.com/office/drawing/2014/main" id="{4F8B3780-EB4C-DC6D-6880-0E9A4BCCA85B}"/>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0" name="Straight Connector 149">
              <a:extLst>
                <a:ext uri="{FF2B5EF4-FFF2-40B4-BE49-F238E27FC236}">
                  <a16:creationId xmlns:a16="http://schemas.microsoft.com/office/drawing/2014/main" id="{78DC400D-80F4-5B94-0D66-33A00A5CE969}"/>
                </a:ext>
              </a:extLst>
            </p:cNvPr>
            <p:cNvCxnSpPr>
              <a:cxnSpLocks/>
              <a:stCxn id="149"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1" name="Straight Connector 150">
              <a:extLst>
                <a:ext uri="{FF2B5EF4-FFF2-40B4-BE49-F238E27FC236}">
                  <a16:creationId xmlns:a16="http://schemas.microsoft.com/office/drawing/2014/main" id="{52D70B80-C663-FB8B-5158-45EB63514827}"/>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2" name="Group 151">
            <a:extLst>
              <a:ext uri="{FF2B5EF4-FFF2-40B4-BE49-F238E27FC236}">
                <a16:creationId xmlns:a16="http://schemas.microsoft.com/office/drawing/2014/main" id="{F7B50E3D-7FA1-FC97-4C5D-4FD07DD522DD}"/>
              </a:ext>
            </a:extLst>
          </p:cNvPr>
          <p:cNvGrpSpPr/>
          <p:nvPr/>
        </p:nvGrpSpPr>
        <p:grpSpPr>
          <a:xfrm>
            <a:off x="8808980" y="2268701"/>
            <a:ext cx="721206" cy="609701"/>
            <a:chOff x="11356238" y="2253333"/>
            <a:chExt cx="721206" cy="609701"/>
          </a:xfrm>
        </p:grpSpPr>
        <p:sp>
          <p:nvSpPr>
            <p:cNvPr id="153" name="Rectangle 152">
              <a:hlinkHover r:id="" action="ppaction://noaction" highlightClick="1"/>
              <a:extLst>
                <a:ext uri="{FF2B5EF4-FFF2-40B4-BE49-F238E27FC236}">
                  <a16:creationId xmlns:a16="http://schemas.microsoft.com/office/drawing/2014/main" id="{E5A07C64-AD03-6124-C778-DFDB017F1457}"/>
                </a:ext>
              </a:extLst>
            </p:cNvPr>
            <p:cNvSpPr/>
            <p:nvPr/>
          </p:nvSpPr>
          <p:spPr>
            <a:xfrm>
              <a:off x="11356238" y="225333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54" name="Oval 153">
              <a:extLst>
                <a:ext uri="{FF2B5EF4-FFF2-40B4-BE49-F238E27FC236}">
                  <a16:creationId xmlns:a16="http://schemas.microsoft.com/office/drawing/2014/main" id="{E91EF078-35CB-8D4F-E506-60166A29196E}"/>
                </a:ext>
              </a:extLst>
            </p:cNvPr>
            <p:cNvSpPr/>
            <p:nvPr/>
          </p:nvSpPr>
          <p:spPr>
            <a:xfrm>
              <a:off x="11934777" y="226109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 name="Isosceles Triangle 648">
              <a:extLst>
                <a:ext uri="{FF2B5EF4-FFF2-40B4-BE49-F238E27FC236}">
                  <a16:creationId xmlns:a16="http://schemas.microsoft.com/office/drawing/2014/main" id="{12DBF539-DBC6-5C78-B98F-69F30D615861}"/>
                </a:ext>
              </a:extLst>
            </p:cNvPr>
            <p:cNvSpPr/>
            <p:nvPr/>
          </p:nvSpPr>
          <p:spPr>
            <a:xfrm>
              <a:off x="11964901" y="227460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6" name="Group 155">
            <a:extLst>
              <a:ext uri="{FF2B5EF4-FFF2-40B4-BE49-F238E27FC236}">
                <a16:creationId xmlns:a16="http://schemas.microsoft.com/office/drawing/2014/main" id="{F1F45692-42FB-36AD-991B-CAD055FD9538}"/>
              </a:ext>
            </a:extLst>
          </p:cNvPr>
          <p:cNvGrpSpPr/>
          <p:nvPr/>
        </p:nvGrpSpPr>
        <p:grpSpPr>
          <a:xfrm>
            <a:off x="10506573" y="2253333"/>
            <a:ext cx="721206" cy="609701"/>
            <a:chOff x="10506573" y="2253333"/>
            <a:chExt cx="721206" cy="609701"/>
          </a:xfrm>
        </p:grpSpPr>
        <p:sp>
          <p:nvSpPr>
            <p:cNvPr id="157" name="Rectangle 156">
              <a:hlinkHover r:id="" action="ppaction://noaction" highlightClick="1"/>
              <a:extLst>
                <a:ext uri="{FF2B5EF4-FFF2-40B4-BE49-F238E27FC236}">
                  <a16:creationId xmlns:a16="http://schemas.microsoft.com/office/drawing/2014/main" id="{93394011-FA12-1A6A-C2C9-50758893F201}"/>
                </a:ext>
              </a:extLst>
            </p:cNvPr>
            <p:cNvSpPr/>
            <p:nvPr/>
          </p:nvSpPr>
          <p:spPr>
            <a:xfrm>
              <a:off x="10506573" y="2253333"/>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158" name="Diamond 157">
              <a:extLst>
                <a:ext uri="{FF2B5EF4-FFF2-40B4-BE49-F238E27FC236}">
                  <a16:creationId xmlns:a16="http://schemas.microsoft.com/office/drawing/2014/main" id="{B3C8391B-DD9A-BABA-5BEF-DBD30F9002E2}"/>
                </a:ext>
              </a:extLst>
            </p:cNvPr>
            <p:cNvSpPr/>
            <p:nvPr/>
          </p:nvSpPr>
          <p:spPr>
            <a:xfrm>
              <a:off x="11091271" y="2255684"/>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Oval 158">
              <a:extLst>
                <a:ext uri="{FF2B5EF4-FFF2-40B4-BE49-F238E27FC236}">
                  <a16:creationId xmlns:a16="http://schemas.microsoft.com/office/drawing/2014/main" id="{1444AD4B-7459-57F2-9E25-F0B0E0F31F2E}"/>
                </a:ext>
              </a:extLst>
            </p:cNvPr>
            <p:cNvSpPr/>
            <p:nvPr/>
          </p:nvSpPr>
          <p:spPr>
            <a:xfrm>
              <a:off x="11125474" y="2289172"/>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0" name="Group 159">
            <a:extLst>
              <a:ext uri="{FF2B5EF4-FFF2-40B4-BE49-F238E27FC236}">
                <a16:creationId xmlns:a16="http://schemas.microsoft.com/office/drawing/2014/main" id="{2758C5CD-5A17-2AA3-D782-3FE387F082C4}"/>
              </a:ext>
            </a:extLst>
          </p:cNvPr>
          <p:cNvGrpSpPr/>
          <p:nvPr/>
        </p:nvGrpSpPr>
        <p:grpSpPr>
          <a:xfrm>
            <a:off x="11356557" y="2249491"/>
            <a:ext cx="721206" cy="609701"/>
            <a:chOff x="5451377" y="2253333"/>
            <a:chExt cx="721206" cy="609701"/>
          </a:xfrm>
        </p:grpSpPr>
        <p:sp>
          <p:nvSpPr>
            <p:cNvPr id="161" name="Rectangle 160">
              <a:extLst>
                <a:ext uri="{FF2B5EF4-FFF2-40B4-BE49-F238E27FC236}">
                  <a16:creationId xmlns:a16="http://schemas.microsoft.com/office/drawing/2014/main" id="{6B50E9DF-9050-FA37-C767-892CA3A88A0A}"/>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62" name="Right Triangle 161">
              <a:extLst>
                <a:ext uri="{FF2B5EF4-FFF2-40B4-BE49-F238E27FC236}">
                  <a16:creationId xmlns:a16="http://schemas.microsoft.com/office/drawing/2014/main" id="{834992E2-4488-CE47-6843-6073408F64A9}"/>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3" name="Group 162">
              <a:extLst>
                <a:ext uri="{FF2B5EF4-FFF2-40B4-BE49-F238E27FC236}">
                  <a16:creationId xmlns:a16="http://schemas.microsoft.com/office/drawing/2014/main" id="{1D73CFFC-B7AA-6AEF-ACEA-E81D63D94ED1}"/>
                </a:ext>
              </a:extLst>
            </p:cNvPr>
            <p:cNvGrpSpPr/>
            <p:nvPr/>
          </p:nvGrpSpPr>
          <p:grpSpPr>
            <a:xfrm>
              <a:off x="6116566" y="2264771"/>
              <a:ext cx="37817" cy="61390"/>
              <a:chOff x="3883481" y="2057400"/>
              <a:chExt cx="1608363" cy="2652031"/>
            </a:xfrm>
            <a:solidFill>
              <a:srgbClr val="A6A6A6"/>
            </a:solidFill>
          </p:grpSpPr>
          <p:sp>
            <p:nvSpPr>
              <p:cNvPr id="164" name="Oval 27">
                <a:extLst>
                  <a:ext uri="{FF2B5EF4-FFF2-40B4-BE49-F238E27FC236}">
                    <a16:creationId xmlns:a16="http://schemas.microsoft.com/office/drawing/2014/main" id="{CA5B4E66-08EA-3318-0AC3-08E7F7C2BFB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5" name="Oval 28">
                <a:extLst>
                  <a:ext uri="{FF2B5EF4-FFF2-40B4-BE49-F238E27FC236}">
                    <a16:creationId xmlns:a16="http://schemas.microsoft.com/office/drawing/2014/main" id="{35047855-37CE-96F4-6D4D-205E2D3FFED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6" name="Group 165">
            <a:extLst>
              <a:ext uri="{FF2B5EF4-FFF2-40B4-BE49-F238E27FC236}">
                <a16:creationId xmlns:a16="http://schemas.microsoft.com/office/drawing/2014/main" id="{9E6FBA08-1E40-60DF-1C15-731A86953649}"/>
              </a:ext>
            </a:extLst>
          </p:cNvPr>
          <p:cNvGrpSpPr/>
          <p:nvPr/>
        </p:nvGrpSpPr>
        <p:grpSpPr>
          <a:xfrm>
            <a:off x="5446483" y="2257175"/>
            <a:ext cx="721206" cy="609701"/>
            <a:chOff x="6287884" y="2253333"/>
            <a:chExt cx="721206" cy="609701"/>
          </a:xfrm>
        </p:grpSpPr>
        <p:sp>
          <p:nvSpPr>
            <p:cNvPr id="167" name="Rectangle 166">
              <a:extLst>
                <a:ext uri="{FF2B5EF4-FFF2-40B4-BE49-F238E27FC236}">
                  <a16:creationId xmlns:a16="http://schemas.microsoft.com/office/drawing/2014/main" id="{ED52BB08-54EB-6001-3D2F-38177D400592}"/>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68" name="Right Triangle 167">
              <a:extLst>
                <a:ext uri="{FF2B5EF4-FFF2-40B4-BE49-F238E27FC236}">
                  <a16:creationId xmlns:a16="http://schemas.microsoft.com/office/drawing/2014/main" id="{653D26DB-AE5A-679E-4826-4DD757FF896C}"/>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9" name="Group 168">
              <a:extLst>
                <a:ext uri="{FF2B5EF4-FFF2-40B4-BE49-F238E27FC236}">
                  <a16:creationId xmlns:a16="http://schemas.microsoft.com/office/drawing/2014/main" id="{240D47F7-FEF8-D913-43A8-1299600C860B}"/>
                </a:ext>
              </a:extLst>
            </p:cNvPr>
            <p:cNvGrpSpPr/>
            <p:nvPr/>
          </p:nvGrpSpPr>
          <p:grpSpPr>
            <a:xfrm>
              <a:off x="6952478" y="2265091"/>
              <a:ext cx="37817" cy="61390"/>
              <a:chOff x="3883481" y="2057400"/>
              <a:chExt cx="1608363" cy="2652031"/>
            </a:xfrm>
            <a:solidFill>
              <a:srgbClr val="A6A6A6"/>
            </a:solidFill>
          </p:grpSpPr>
          <p:sp>
            <p:nvSpPr>
              <p:cNvPr id="170" name="Oval 27">
                <a:extLst>
                  <a:ext uri="{FF2B5EF4-FFF2-40B4-BE49-F238E27FC236}">
                    <a16:creationId xmlns:a16="http://schemas.microsoft.com/office/drawing/2014/main" id="{42574B44-CD58-D344-F356-D714CE1E45D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1" name="Oval 28">
                <a:extLst>
                  <a:ext uri="{FF2B5EF4-FFF2-40B4-BE49-F238E27FC236}">
                    <a16:creationId xmlns:a16="http://schemas.microsoft.com/office/drawing/2014/main" id="{18C90FE6-DE70-940B-AFA8-0993E4491A4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2" name="Group 171">
            <a:extLst>
              <a:ext uri="{FF2B5EF4-FFF2-40B4-BE49-F238E27FC236}">
                <a16:creationId xmlns:a16="http://schemas.microsoft.com/office/drawing/2014/main" id="{84B3BA3F-02E0-6C0A-46CD-C645C39DC294}"/>
              </a:ext>
            </a:extLst>
          </p:cNvPr>
          <p:cNvGrpSpPr/>
          <p:nvPr/>
        </p:nvGrpSpPr>
        <p:grpSpPr>
          <a:xfrm>
            <a:off x="7113172" y="2252067"/>
            <a:ext cx="728239" cy="609701"/>
            <a:chOff x="5442073" y="811556"/>
            <a:chExt cx="728239" cy="609701"/>
          </a:xfrm>
        </p:grpSpPr>
        <p:sp>
          <p:nvSpPr>
            <p:cNvPr id="173" name="Rectangle 172">
              <a:extLst>
                <a:ext uri="{FF2B5EF4-FFF2-40B4-BE49-F238E27FC236}">
                  <a16:creationId xmlns:a16="http://schemas.microsoft.com/office/drawing/2014/main" id="{25D3F9BA-97DF-40DE-1666-6937540BA166}"/>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174" name="Rectangle 173">
              <a:extLst>
                <a:ext uri="{FF2B5EF4-FFF2-40B4-BE49-F238E27FC236}">
                  <a16:creationId xmlns:a16="http://schemas.microsoft.com/office/drawing/2014/main" id="{09A078CD-A6C6-6B34-F837-88A44908559E}"/>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5" name="Oval 15">
              <a:extLst>
                <a:ext uri="{FF2B5EF4-FFF2-40B4-BE49-F238E27FC236}">
                  <a16:creationId xmlns:a16="http://schemas.microsoft.com/office/drawing/2014/main" id="{A1549B0F-90F1-FF7C-1345-C4E9D496A635}"/>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6" name="Straight Connector 175">
              <a:extLst>
                <a:ext uri="{FF2B5EF4-FFF2-40B4-BE49-F238E27FC236}">
                  <a16:creationId xmlns:a16="http://schemas.microsoft.com/office/drawing/2014/main" id="{581439C4-0182-AF41-74ED-D07BD922C3D6}"/>
                </a:ext>
              </a:extLst>
            </p:cNvPr>
            <p:cNvCxnSpPr>
              <a:cxnSpLocks/>
              <a:stCxn id="175"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7" name="Straight Connector 176">
              <a:extLst>
                <a:ext uri="{FF2B5EF4-FFF2-40B4-BE49-F238E27FC236}">
                  <a16:creationId xmlns:a16="http://schemas.microsoft.com/office/drawing/2014/main" id="{85D01112-0348-96CE-2A04-18D479CC2656}"/>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8" name="Group 177">
            <a:extLst>
              <a:ext uri="{FF2B5EF4-FFF2-40B4-BE49-F238E27FC236}">
                <a16:creationId xmlns:a16="http://schemas.microsoft.com/office/drawing/2014/main" id="{FB09953F-821E-288A-457C-ACA1562088FF}"/>
              </a:ext>
            </a:extLst>
          </p:cNvPr>
          <p:cNvGrpSpPr/>
          <p:nvPr/>
        </p:nvGrpSpPr>
        <p:grpSpPr>
          <a:xfrm>
            <a:off x="4605607" y="811556"/>
            <a:ext cx="722054" cy="609701"/>
            <a:chOff x="4605607" y="811556"/>
            <a:chExt cx="722054" cy="609701"/>
          </a:xfrm>
        </p:grpSpPr>
        <p:sp>
          <p:nvSpPr>
            <p:cNvPr id="179" name="Rectangle 178">
              <a:extLst>
                <a:ext uri="{FF2B5EF4-FFF2-40B4-BE49-F238E27FC236}">
                  <a16:creationId xmlns:a16="http://schemas.microsoft.com/office/drawing/2014/main" id="{88FE1F46-3BD4-9173-79C9-503B18C9C96C}"/>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0" name="Rectangle 179">
              <a:extLst>
                <a:ext uri="{FF2B5EF4-FFF2-40B4-BE49-F238E27FC236}">
                  <a16:creationId xmlns:a16="http://schemas.microsoft.com/office/drawing/2014/main" id="{3B2A4882-8A67-794A-A3B1-2199F1BCF460}"/>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1" name="Oval 15">
              <a:extLst>
                <a:ext uri="{FF2B5EF4-FFF2-40B4-BE49-F238E27FC236}">
                  <a16:creationId xmlns:a16="http://schemas.microsoft.com/office/drawing/2014/main" id="{82D472EB-5806-10F9-169D-7DBA8DFF0BE1}"/>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2" name="Straight Connector 181">
              <a:extLst>
                <a:ext uri="{FF2B5EF4-FFF2-40B4-BE49-F238E27FC236}">
                  <a16:creationId xmlns:a16="http://schemas.microsoft.com/office/drawing/2014/main" id="{6D8218B9-924B-F0F9-787E-49154FEBB397}"/>
                </a:ext>
              </a:extLst>
            </p:cNvPr>
            <p:cNvCxnSpPr>
              <a:cxnSpLocks/>
              <a:stCxn id="181"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3" name="Straight Connector 182">
              <a:extLst>
                <a:ext uri="{FF2B5EF4-FFF2-40B4-BE49-F238E27FC236}">
                  <a16:creationId xmlns:a16="http://schemas.microsoft.com/office/drawing/2014/main" id="{D5DCD47F-3158-92F6-9644-BCA5F54D3F5C}"/>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4" name="Group 183">
            <a:extLst>
              <a:ext uri="{FF2B5EF4-FFF2-40B4-BE49-F238E27FC236}">
                <a16:creationId xmlns:a16="http://schemas.microsoft.com/office/drawing/2014/main" id="{5D951630-1D31-BB3B-16F1-F614BFF980C3}"/>
              </a:ext>
            </a:extLst>
          </p:cNvPr>
          <p:cNvGrpSpPr/>
          <p:nvPr/>
        </p:nvGrpSpPr>
        <p:grpSpPr>
          <a:xfrm>
            <a:off x="9651394" y="811173"/>
            <a:ext cx="721206" cy="609701"/>
            <a:chOff x="9657972" y="90836"/>
            <a:chExt cx="721206" cy="609701"/>
          </a:xfrm>
        </p:grpSpPr>
        <p:sp>
          <p:nvSpPr>
            <p:cNvPr id="185" name="Rectangle 184">
              <a:hlinkHover r:id="" action="ppaction://noaction" highlightClick="1"/>
              <a:extLst>
                <a:ext uri="{FF2B5EF4-FFF2-40B4-BE49-F238E27FC236}">
                  <a16:creationId xmlns:a16="http://schemas.microsoft.com/office/drawing/2014/main" id="{09B2653A-236F-E156-1E09-F332B6683ACC}"/>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86" name="Diamond 185">
              <a:extLst>
                <a:ext uri="{FF2B5EF4-FFF2-40B4-BE49-F238E27FC236}">
                  <a16:creationId xmlns:a16="http://schemas.microsoft.com/office/drawing/2014/main" id="{0B508DAB-4220-22C9-22D1-71107C48F875}"/>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7" name="Oval 186">
              <a:extLst>
                <a:ext uri="{FF2B5EF4-FFF2-40B4-BE49-F238E27FC236}">
                  <a16:creationId xmlns:a16="http://schemas.microsoft.com/office/drawing/2014/main" id="{EC8FE94E-4586-05E0-C07B-9AC39AB1A057}"/>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8" name="Group 187">
            <a:extLst>
              <a:ext uri="{FF2B5EF4-FFF2-40B4-BE49-F238E27FC236}">
                <a16:creationId xmlns:a16="http://schemas.microsoft.com/office/drawing/2014/main" id="{7370A59E-B674-6A2D-8A0D-C7A778E3A199}"/>
              </a:ext>
            </a:extLst>
          </p:cNvPr>
          <p:cNvGrpSpPr/>
          <p:nvPr/>
        </p:nvGrpSpPr>
        <p:grpSpPr>
          <a:xfrm>
            <a:off x="2102908" y="811556"/>
            <a:ext cx="721206" cy="609701"/>
            <a:chOff x="2102908" y="811556"/>
            <a:chExt cx="721206" cy="609701"/>
          </a:xfrm>
        </p:grpSpPr>
        <p:sp>
          <p:nvSpPr>
            <p:cNvPr id="189" name="Rectangle 188">
              <a:extLst>
                <a:ext uri="{FF2B5EF4-FFF2-40B4-BE49-F238E27FC236}">
                  <a16:creationId xmlns:a16="http://schemas.microsoft.com/office/drawing/2014/main" id="{35E1DC19-919C-4840-7952-CBE29CCE6972}"/>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90" name="Rectangle 189">
              <a:extLst>
                <a:ext uri="{FF2B5EF4-FFF2-40B4-BE49-F238E27FC236}">
                  <a16:creationId xmlns:a16="http://schemas.microsoft.com/office/drawing/2014/main" id="{CB8DD089-1BA7-5403-2FE0-0612B75296BF}"/>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1" name="Oval 15">
              <a:extLst>
                <a:ext uri="{FF2B5EF4-FFF2-40B4-BE49-F238E27FC236}">
                  <a16:creationId xmlns:a16="http://schemas.microsoft.com/office/drawing/2014/main" id="{CA690B0C-F3EC-CBDA-D81E-8A598F80600B}"/>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6" name="Straight Connector 575">
              <a:extLst>
                <a:ext uri="{FF2B5EF4-FFF2-40B4-BE49-F238E27FC236}">
                  <a16:creationId xmlns:a16="http://schemas.microsoft.com/office/drawing/2014/main" id="{B2A7BFD9-4942-4B6C-0854-2729B527E2DD}"/>
                </a:ext>
              </a:extLst>
            </p:cNvPr>
            <p:cNvCxnSpPr>
              <a:cxnSpLocks/>
              <a:stCxn id="191"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577" name="Straight Connector 576">
              <a:extLst>
                <a:ext uri="{FF2B5EF4-FFF2-40B4-BE49-F238E27FC236}">
                  <a16:creationId xmlns:a16="http://schemas.microsoft.com/office/drawing/2014/main" id="{FC451008-3946-F3CF-2EA8-0EBC3FDD22E7}"/>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78" name="Group 577">
            <a:extLst>
              <a:ext uri="{FF2B5EF4-FFF2-40B4-BE49-F238E27FC236}">
                <a16:creationId xmlns:a16="http://schemas.microsoft.com/office/drawing/2014/main" id="{727EA98D-49B2-6A9C-89D0-B3FB15681D41}"/>
              </a:ext>
            </a:extLst>
          </p:cNvPr>
          <p:cNvGrpSpPr/>
          <p:nvPr/>
        </p:nvGrpSpPr>
        <p:grpSpPr>
          <a:xfrm>
            <a:off x="10506594" y="811556"/>
            <a:ext cx="721220" cy="609701"/>
            <a:chOff x="10506594" y="811556"/>
            <a:chExt cx="721220" cy="609701"/>
          </a:xfrm>
        </p:grpSpPr>
        <p:sp>
          <p:nvSpPr>
            <p:cNvPr id="579" name="Rectangle 578">
              <a:extLst>
                <a:ext uri="{FF2B5EF4-FFF2-40B4-BE49-F238E27FC236}">
                  <a16:creationId xmlns:a16="http://schemas.microsoft.com/office/drawing/2014/main" id="{2CB27F8E-673C-9256-A061-6351C2F0C7AE}"/>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80" name="Rectangle 579">
              <a:extLst>
                <a:ext uri="{FF2B5EF4-FFF2-40B4-BE49-F238E27FC236}">
                  <a16:creationId xmlns:a16="http://schemas.microsoft.com/office/drawing/2014/main" id="{C0A605BC-CCB1-90B2-E343-F95DA6A1E178}"/>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1" name="Oval 15">
              <a:extLst>
                <a:ext uri="{FF2B5EF4-FFF2-40B4-BE49-F238E27FC236}">
                  <a16:creationId xmlns:a16="http://schemas.microsoft.com/office/drawing/2014/main" id="{5CA58DCE-E905-2D16-E281-BBB41185477E}"/>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82" name="Straight Connector 581">
              <a:extLst>
                <a:ext uri="{FF2B5EF4-FFF2-40B4-BE49-F238E27FC236}">
                  <a16:creationId xmlns:a16="http://schemas.microsoft.com/office/drawing/2014/main" id="{1CFE1066-51E5-F0C8-9B99-43D0F5BA9256}"/>
                </a:ext>
              </a:extLst>
            </p:cNvPr>
            <p:cNvCxnSpPr>
              <a:cxnSpLocks/>
              <a:stCxn id="581"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83" name="Straight Connector 582">
              <a:extLst>
                <a:ext uri="{FF2B5EF4-FFF2-40B4-BE49-F238E27FC236}">
                  <a16:creationId xmlns:a16="http://schemas.microsoft.com/office/drawing/2014/main" id="{7FA61026-7CF3-E3E1-FC29-8C949D1DAC52}"/>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84" name="Group 583">
            <a:extLst>
              <a:ext uri="{FF2B5EF4-FFF2-40B4-BE49-F238E27FC236}">
                <a16:creationId xmlns:a16="http://schemas.microsoft.com/office/drawing/2014/main" id="{2E0E9454-E049-8BE9-CF04-5F03232F0C36}"/>
              </a:ext>
            </a:extLst>
          </p:cNvPr>
          <p:cNvGrpSpPr/>
          <p:nvPr/>
        </p:nvGrpSpPr>
        <p:grpSpPr>
          <a:xfrm>
            <a:off x="7116512" y="812701"/>
            <a:ext cx="721206" cy="609701"/>
            <a:chOff x="7957576" y="811556"/>
            <a:chExt cx="721206" cy="609701"/>
          </a:xfrm>
        </p:grpSpPr>
        <p:sp>
          <p:nvSpPr>
            <p:cNvPr id="585" name="Rectangle 584">
              <a:extLst>
                <a:ext uri="{FF2B5EF4-FFF2-40B4-BE49-F238E27FC236}">
                  <a16:creationId xmlns:a16="http://schemas.microsoft.com/office/drawing/2014/main" id="{F5A4536E-2403-1031-C7F7-A2D3007DB583}"/>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596" name="Rectangle 595">
              <a:extLst>
                <a:ext uri="{FF2B5EF4-FFF2-40B4-BE49-F238E27FC236}">
                  <a16:creationId xmlns:a16="http://schemas.microsoft.com/office/drawing/2014/main" id="{009FEB6B-A198-4695-18EA-8BC29A89F780}"/>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7" name="Oval 15">
              <a:extLst>
                <a:ext uri="{FF2B5EF4-FFF2-40B4-BE49-F238E27FC236}">
                  <a16:creationId xmlns:a16="http://schemas.microsoft.com/office/drawing/2014/main" id="{94475CBD-7DE6-C4AF-8BE9-6FB37A810910}"/>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98" name="Straight Connector 597">
              <a:extLst>
                <a:ext uri="{FF2B5EF4-FFF2-40B4-BE49-F238E27FC236}">
                  <a16:creationId xmlns:a16="http://schemas.microsoft.com/office/drawing/2014/main" id="{FD73C3FD-51BC-D595-08DB-E29576F8C87C}"/>
                </a:ext>
              </a:extLst>
            </p:cNvPr>
            <p:cNvCxnSpPr>
              <a:cxnSpLocks/>
              <a:stCxn id="597"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9" name="Straight Connector 598">
              <a:extLst>
                <a:ext uri="{FF2B5EF4-FFF2-40B4-BE49-F238E27FC236}">
                  <a16:creationId xmlns:a16="http://schemas.microsoft.com/office/drawing/2014/main" id="{B1BC3A16-F43B-2EFF-4DEE-D4EE50C7CAFF}"/>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0" name="Group 599">
            <a:extLst>
              <a:ext uri="{FF2B5EF4-FFF2-40B4-BE49-F238E27FC236}">
                <a16:creationId xmlns:a16="http://schemas.microsoft.com/office/drawing/2014/main" id="{FFF39020-38E7-13FB-7050-1B4E1F62445C}"/>
              </a:ext>
            </a:extLst>
          </p:cNvPr>
          <p:cNvGrpSpPr/>
          <p:nvPr/>
        </p:nvGrpSpPr>
        <p:grpSpPr>
          <a:xfrm>
            <a:off x="2109092" y="2986575"/>
            <a:ext cx="721206" cy="649846"/>
            <a:chOff x="10506800" y="2974054"/>
            <a:chExt cx="721206" cy="649846"/>
          </a:xfrm>
        </p:grpSpPr>
        <p:sp>
          <p:nvSpPr>
            <p:cNvPr id="601" name="Rectangle 600">
              <a:extLst>
                <a:ext uri="{FF2B5EF4-FFF2-40B4-BE49-F238E27FC236}">
                  <a16:creationId xmlns:a16="http://schemas.microsoft.com/office/drawing/2014/main" id="{30330E5B-CE2B-2ABA-3EC6-D88EA0C4D86B}"/>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673" name="Rectangle 672">
              <a:extLst>
                <a:ext uri="{FF2B5EF4-FFF2-40B4-BE49-F238E27FC236}">
                  <a16:creationId xmlns:a16="http://schemas.microsoft.com/office/drawing/2014/main" id="{FE02089E-6383-E0C1-C85A-46AC6BDDBCA2}"/>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4" name="Oval 15">
              <a:extLst>
                <a:ext uri="{FF2B5EF4-FFF2-40B4-BE49-F238E27FC236}">
                  <a16:creationId xmlns:a16="http://schemas.microsoft.com/office/drawing/2014/main" id="{CDBC7A92-D247-845C-22F8-DF69E715EE70}"/>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75" name="Straight Connector 674">
              <a:extLst>
                <a:ext uri="{FF2B5EF4-FFF2-40B4-BE49-F238E27FC236}">
                  <a16:creationId xmlns:a16="http://schemas.microsoft.com/office/drawing/2014/main" id="{8EF7710C-B608-FA7E-F15E-68E731F428E4}"/>
                </a:ext>
              </a:extLst>
            </p:cNvPr>
            <p:cNvCxnSpPr>
              <a:cxnSpLocks/>
              <a:stCxn id="674"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76" name="Straight Connector 675">
              <a:extLst>
                <a:ext uri="{FF2B5EF4-FFF2-40B4-BE49-F238E27FC236}">
                  <a16:creationId xmlns:a16="http://schemas.microsoft.com/office/drawing/2014/main" id="{73E2B94E-DAD2-44C5-E04F-65C528DB798B}"/>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77" name="Group 676">
            <a:extLst>
              <a:ext uri="{FF2B5EF4-FFF2-40B4-BE49-F238E27FC236}">
                <a16:creationId xmlns:a16="http://schemas.microsoft.com/office/drawing/2014/main" id="{08E13354-B1CA-2219-AB8B-3FA32FD97F1B}"/>
              </a:ext>
            </a:extLst>
          </p:cNvPr>
          <p:cNvGrpSpPr/>
          <p:nvPr/>
        </p:nvGrpSpPr>
        <p:grpSpPr>
          <a:xfrm>
            <a:off x="4621827" y="2983922"/>
            <a:ext cx="721206" cy="654973"/>
            <a:chOff x="9657606" y="2974054"/>
            <a:chExt cx="721206" cy="654973"/>
          </a:xfrm>
        </p:grpSpPr>
        <p:sp>
          <p:nvSpPr>
            <p:cNvPr id="688" name="Rectangle 687">
              <a:extLst>
                <a:ext uri="{FF2B5EF4-FFF2-40B4-BE49-F238E27FC236}">
                  <a16:creationId xmlns:a16="http://schemas.microsoft.com/office/drawing/2014/main" id="{DB4A5AE1-76E0-C85B-0441-D88CB6A4921E}"/>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689" name="Rectangle 688">
              <a:extLst>
                <a:ext uri="{FF2B5EF4-FFF2-40B4-BE49-F238E27FC236}">
                  <a16:creationId xmlns:a16="http://schemas.microsoft.com/office/drawing/2014/main" id="{7498B55A-31B2-A6D0-A1C4-9F47346D2991}"/>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0" name="Oval 15">
              <a:extLst>
                <a:ext uri="{FF2B5EF4-FFF2-40B4-BE49-F238E27FC236}">
                  <a16:creationId xmlns:a16="http://schemas.microsoft.com/office/drawing/2014/main" id="{9E7A558C-F44E-EF93-6C00-97D2CCF28680}"/>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91" name="Straight Connector 690">
              <a:extLst>
                <a:ext uri="{FF2B5EF4-FFF2-40B4-BE49-F238E27FC236}">
                  <a16:creationId xmlns:a16="http://schemas.microsoft.com/office/drawing/2014/main" id="{129201FE-8C9B-2E6A-95F5-2853729ED69D}"/>
                </a:ext>
              </a:extLst>
            </p:cNvPr>
            <p:cNvCxnSpPr>
              <a:cxnSpLocks/>
              <a:stCxn id="690"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20" name="Straight Connector 719">
              <a:extLst>
                <a:ext uri="{FF2B5EF4-FFF2-40B4-BE49-F238E27FC236}">
                  <a16:creationId xmlns:a16="http://schemas.microsoft.com/office/drawing/2014/main" id="{B59DAA16-67CC-66CF-EEA7-BB548AD50A5C}"/>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21" name="Group 720">
            <a:extLst>
              <a:ext uri="{FF2B5EF4-FFF2-40B4-BE49-F238E27FC236}">
                <a16:creationId xmlns:a16="http://schemas.microsoft.com/office/drawing/2014/main" id="{2FE9E4E4-1073-2C22-2D1A-C7FBA0730E12}"/>
              </a:ext>
            </a:extLst>
          </p:cNvPr>
          <p:cNvGrpSpPr/>
          <p:nvPr/>
        </p:nvGrpSpPr>
        <p:grpSpPr>
          <a:xfrm>
            <a:off x="11356001" y="2974057"/>
            <a:ext cx="721206" cy="609701"/>
            <a:chOff x="11356001" y="2974057"/>
            <a:chExt cx="721206" cy="609701"/>
          </a:xfrm>
        </p:grpSpPr>
        <p:sp>
          <p:nvSpPr>
            <p:cNvPr id="722" name="Rectangle 721">
              <a:hlinkHover r:id="" action="ppaction://noaction" highlightClick="1"/>
              <a:extLst>
                <a:ext uri="{FF2B5EF4-FFF2-40B4-BE49-F238E27FC236}">
                  <a16:creationId xmlns:a16="http://schemas.microsoft.com/office/drawing/2014/main" id="{8F4D8EBA-E820-145C-5C50-637225E764E2}"/>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723" name="Oval 722">
              <a:extLst>
                <a:ext uri="{FF2B5EF4-FFF2-40B4-BE49-F238E27FC236}">
                  <a16:creationId xmlns:a16="http://schemas.microsoft.com/office/drawing/2014/main" id="{70158C48-4799-D009-4D95-FE5BCFA3922B}"/>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2" name="Isosceles Triangle 648">
              <a:extLst>
                <a:ext uri="{FF2B5EF4-FFF2-40B4-BE49-F238E27FC236}">
                  <a16:creationId xmlns:a16="http://schemas.microsoft.com/office/drawing/2014/main" id="{96A48B5F-3402-9AEF-E310-45356CA44F6F}"/>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33" name="Group 732">
            <a:extLst>
              <a:ext uri="{FF2B5EF4-FFF2-40B4-BE49-F238E27FC236}">
                <a16:creationId xmlns:a16="http://schemas.microsoft.com/office/drawing/2014/main" id="{E078D7B2-619D-3546-1657-5BD912B8BA9D}"/>
              </a:ext>
            </a:extLst>
          </p:cNvPr>
          <p:cNvGrpSpPr/>
          <p:nvPr/>
        </p:nvGrpSpPr>
        <p:grpSpPr>
          <a:xfrm>
            <a:off x="10506616" y="2984633"/>
            <a:ext cx="721220" cy="609701"/>
            <a:chOff x="9656903" y="2253333"/>
            <a:chExt cx="721220" cy="609701"/>
          </a:xfrm>
        </p:grpSpPr>
        <p:sp>
          <p:nvSpPr>
            <p:cNvPr id="734" name="Rectangle 733">
              <a:hlinkHover r:id="" action="ppaction://noaction" highlightClick="1"/>
              <a:extLst>
                <a:ext uri="{FF2B5EF4-FFF2-40B4-BE49-F238E27FC236}">
                  <a16:creationId xmlns:a16="http://schemas.microsoft.com/office/drawing/2014/main" id="{194089BD-8722-105F-1C15-DBC1775A268E}"/>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735" name="Rectangle 734">
              <a:extLst>
                <a:ext uri="{FF2B5EF4-FFF2-40B4-BE49-F238E27FC236}">
                  <a16:creationId xmlns:a16="http://schemas.microsoft.com/office/drawing/2014/main" id="{2622A5AB-4753-7D92-0848-C8824508B682}"/>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6" name="Oval 15">
              <a:extLst>
                <a:ext uri="{FF2B5EF4-FFF2-40B4-BE49-F238E27FC236}">
                  <a16:creationId xmlns:a16="http://schemas.microsoft.com/office/drawing/2014/main" id="{5B50E6F2-F1B1-C243-F9C7-2398CEBFF066}"/>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7" name="Straight Connector 736">
              <a:extLst>
                <a:ext uri="{FF2B5EF4-FFF2-40B4-BE49-F238E27FC236}">
                  <a16:creationId xmlns:a16="http://schemas.microsoft.com/office/drawing/2014/main" id="{58A2EAB7-3ED6-DDEC-03B7-4384E8B535B8}"/>
                </a:ext>
              </a:extLst>
            </p:cNvPr>
            <p:cNvCxnSpPr>
              <a:cxnSpLocks/>
              <a:stCxn id="73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38" name="Straight Connector 737">
              <a:extLst>
                <a:ext uri="{FF2B5EF4-FFF2-40B4-BE49-F238E27FC236}">
                  <a16:creationId xmlns:a16="http://schemas.microsoft.com/office/drawing/2014/main" id="{B30D64BD-B720-0634-E066-06CDE87D0500}"/>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pic>
        <p:nvPicPr>
          <p:cNvPr id="18" name="Picture 17">
            <a:hlinkClick r:id="rId21" action="ppaction://hlinksldjump"/>
            <a:extLst>
              <a:ext uri="{FF2B5EF4-FFF2-40B4-BE49-F238E27FC236}">
                <a16:creationId xmlns:a16="http://schemas.microsoft.com/office/drawing/2014/main" id="{9E0ACC94-0C60-1140-FCB4-842A59E0F763}"/>
              </a:ext>
            </a:extLst>
          </p:cNvPr>
          <p:cNvPicPr>
            <a:picLocks noChangeAspect="1"/>
          </p:cNvPicPr>
          <p:nvPr/>
        </p:nvPicPr>
        <p:blipFill>
          <a:blip r:embed="rId22"/>
          <a:stretch>
            <a:fillRect/>
          </a:stretch>
        </p:blipFill>
        <p:spPr>
          <a:xfrm>
            <a:off x="0" y="0"/>
            <a:ext cx="211626" cy="6858000"/>
          </a:xfrm>
          <a:prstGeom prst="rect">
            <a:avLst/>
          </a:prstGeom>
        </p:spPr>
      </p:pic>
      <p:grpSp>
        <p:nvGrpSpPr>
          <p:cNvPr id="19" name="Group 18">
            <a:extLst>
              <a:ext uri="{FF2B5EF4-FFF2-40B4-BE49-F238E27FC236}">
                <a16:creationId xmlns:a16="http://schemas.microsoft.com/office/drawing/2014/main" id="{68C03A11-2CB5-5002-23E7-559D6A1BC168}"/>
              </a:ext>
            </a:extLst>
          </p:cNvPr>
          <p:cNvGrpSpPr/>
          <p:nvPr/>
        </p:nvGrpSpPr>
        <p:grpSpPr>
          <a:xfrm>
            <a:off x="9652491" y="2986436"/>
            <a:ext cx="721206" cy="609701"/>
            <a:chOff x="9657972" y="90836"/>
            <a:chExt cx="721206" cy="609701"/>
          </a:xfrm>
        </p:grpSpPr>
        <p:sp>
          <p:nvSpPr>
            <p:cNvPr id="20" name="Rectangle 19">
              <a:hlinkHover r:id="" action="ppaction://noaction" highlightClick="1"/>
              <a:extLst>
                <a:ext uri="{FF2B5EF4-FFF2-40B4-BE49-F238E27FC236}">
                  <a16:creationId xmlns:a16="http://schemas.microsoft.com/office/drawing/2014/main" id="{17B7ECDC-7BCE-F0C8-BE7D-880A2746E865}"/>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21" name="Diamond 20">
              <a:extLst>
                <a:ext uri="{FF2B5EF4-FFF2-40B4-BE49-F238E27FC236}">
                  <a16:creationId xmlns:a16="http://schemas.microsoft.com/office/drawing/2014/main" id="{6BA3C2E1-C438-2FF9-2CB3-D775052D3DF9}"/>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8" name="Oval 27">
              <a:extLst>
                <a:ext uri="{FF2B5EF4-FFF2-40B4-BE49-F238E27FC236}">
                  <a16:creationId xmlns:a16="http://schemas.microsoft.com/office/drawing/2014/main" id="{358C8278-8385-FCD8-E38E-6077420F9BFF}"/>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894916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8169" y="0"/>
            <a:ext cx="5799846"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Forensics and Extended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Detection and Response</a:t>
            </a:r>
          </a:p>
        </p:txBody>
      </p:sp>
      <p:sp>
        <p:nvSpPr>
          <p:cNvPr id="72" name="Rectangle 71">
            <a:hlinkClick r:id="rId3" action="ppaction://hlinksldjump"/>
            <a:hlinkHover r:id="rId3" action="ppaction://hlinksldjump"/>
            <a:extLst>
              <a:ext uri="{FF2B5EF4-FFF2-40B4-BE49-F238E27FC236}">
                <a16:creationId xmlns:a16="http://schemas.microsoft.com/office/drawing/2014/main" id="{9F754D5A-05EC-4B71-8629-6A4169558D9B}"/>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DA37F7C6-6008-4774-9592-81546B0B832D}"/>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277C9158-F881-48D6-806A-A17CC9A0E354}"/>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21D32620-1024-4B03-ACD0-767EEAE6E9D3}"/>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FA595C3F-8D24-4930-9531-3461D5BEFEB5}"/>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5C94587F-8902-4503-A0E8-511A08406A55}"/>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F32B8BDB-77E9-4B75-83AE-DB147D97A4C8}"/>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4B560F51-CB88-4B73-A6DA-4418482199CE}"/>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F27C1C63-32A9-46C3-80E0-61E514651BC5}"/>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A4F8995D-1F5B-4987-AD50-B7D03B5C65A9}"/>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421DA819-E68F-4717-B173-ABD3A282DA14}"/>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74C203C5-AD1E-400D-B008-1D4B8790012B}"/>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03F25800-52B4-4AF3-B1E6-65EE18A225E0}"/>
              </a:ext>
            </a:extLst>
          </p:cNvPr>
          <p:cNvSpPr/>
          <p:nvPr/>
        </p:nvSpPr>
        <p:spPr>
          <a:xfrm>
            <a:off x="8237428" y="6362036"/>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520EDC86-B103-453B-A3F5-703D92B6C0E8}"/>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9F083C12-357D-43B2-97B6-A704CFB2B334}"/>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8599A65F-6E7D-4E2F-9133-E8E0594F7B7A}"/>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57D32761-CE8A-436D-9314-64E2C83BF8C5}"/>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98" name="Rectangle 97">
            <a:hlinkClick r:id="rId20" action="ppaction://hlinksldjump"/>
            <a:hlinkHover r:id="rId20" action="ppaction://hlinksldjump"/>
            <a:extLst>
              <a:ext uri="{FF2B5EF4-FFF2-40B4-BE49-F238E27FC236}">
                <a16:creationId xmlns:a16="http://schemas.microsoft.com/office/drawing/2014/main" id="{A1FEBA0E-C687-4543-B096-EC58F2CBA051}"/>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2" name="Rectangle 1">
            <a:extLst>
              <a:ext uri="{FF2B5EF4-FFF2-40B4-BE49-F238E27FC236}">
                <a16:creationId xmlns:a16="http://schemas.microsoft.com/office/drawing/2014/main" id="{16FD04E6-E573-8C19-E20B-B4B2A56AC211}"/>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71367921-9E21-76EC-84D0-75E1935C5408}"/>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D2582A2E-4948-9AC3-142D-CCAC682B3D4C}"/>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799E512D-2ACA-FB45-E389-2D7F2A542A10}"/>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FACC3A4A-7A1D-9A59-0F83-9088E04BFBE2}"/>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220C541A-CC52-08CD-AF92-CD1FE7069D75}"/>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8" name="Group 47">
            <a:extLst>
              <a:ext uri="{FF2B5EF4-FFF2-40B4-BE49-F238E27FC236}">
                <a16:creationId xmlns:a16="http://schemas.microsoft.com/office/drawing/2014/main" id="{172075B9-C75A-C6AB-111B-D153199DEFF3}"/>
              </a:ext>
            </a:extLst>
          </p:cNvPr>
          <p:cNvGrpSpPr/>
          <p:nvPr/>
        </p:nvGrpSpPr>
        <p:grpSpPr>
          <a:xfrm>
            <a:off x="7959195" y="3698231"/>
            <a:ext cx="721206" cy="609701"/>
            <a:chOff x="7959195" y="3698231"/>
            <a:chExt cx="721206" cy="609701"/>
          </a:xfrm>
        </p:grpSpPr>
        <p:sp>
          <p:nvSpPr>
            <p:cNvPr id="49" name="Rectangle 48">
              <a:hlinkHover r:id="" action="ppaction://noaction" highlightClick="1"/>
              <a:extLst>
                <a:ext uri="{FF2B5EF4-FFF2-40B4-BE49-F238E27FC236}">
                  <a16:creationId xmlns:a16="http://schemas.microsoft.com/office/drawing/2014/main" id="{84658542-0994-C8C9-76A8-A87815FEFC7E}"/>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50" name="Oval 49">
              <a:extLst>
                <a:ext uri="{FF2B5EF4-FFF2-40B4-BE49-F238E27FC236}">
                  <a16:creationId xmlns:a16="http://schemas.microsoft.com/office/drawing/2014/main" id="{04CC9A1F-BBB4-8BD1-DDF6-429C1EC691E4}"/>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 name="Isosceles Triangle 648">
              <a:extLst>
                <a:ext uri="{FF2B5EF4-FFF2-40B4-BE49-F238E27FC236}">
                  <a16:creationId xmlns:a16="http://schemas.microsoft.com/office/drawing/2014/main" id="{16D4F438-EECA-0FA9-6C90-A9F78573D05C}"/>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0" name="Group 99">
            <a:extLst>
              <a:ext uri="{FF2B5EF4-FFF2-40B4-BE49-F238E27FC236}">
                <a16:creationId xmlns:a16="http://schemas.microsoft.com/office/drawing/2014/main" id="{4F9FAE4C-39BB-6322-0A97-BC25F280789D}"/>
              </a:ext>
            </a:extLst>
          </p:cNvPr>
          <p:cNvGrpSpPr/>
          <p:nvPr/>
        </p:nvGrpSpPr>
        <p:grpSpPr>
          <a:xfrm>
            <a:off x="7121069" y="1532276"/>
            <a:ext cx="721206" cy="609701"/>
            <a:chOff x="7121069" y="1532276"/>
            <a:chExt cx="721206" cy="609701"/>
          </a:xfrm>
        </p:grpSpPr>
        <p:sp>
          <p:nvSpPr>
            <p:cNvPr id="101" name="Rectangle 100">
              <a:extLst>
                <a:ext uri="{FF2B5EF4-FFF2-40B4-BE49-F238E27FC236}">
                  <a16:creationId xmlns:a16="http://schemas.microsoft.com/office/drawing/2014/main" id="{1316C1C9-DEEF-F017-7291-E9A08CEEF911}"/>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102" name="Rectangle 101">
              <a:extLst>
                <a:ext uri="{FF2B5EF4-FFF2-40B4-BE49-F238E27FC236}">
                  <a16:creationId xmlns:a16="http://schemas.microsoft.com/office/drawing/2014/main" id="{90C1C92F-35CD-6877-AA90-C0E91D6E2269}"/>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 name="Oval 15">
              <a:extLst>
                <a:ext uri="{FF2B5EF4-FFF2-40B4-BE49-F238E27FC236}">
                  <a16:creationId xmlns:a16="http://schemas.microsoft.com/office/drawing/2014/main" id="{2446E57B-208C-6267-7751-665AF4F18F34}"/>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4" name="Straight Connector 103">
              <a:extLst>
                <a:ext uri="{FF2B5EF4-FFF2-40B4-BE49-F238E27FC236}">
                  <a16:creationId xmlns:a16="http://schemas.microsoft.com/office/drawing/2014/main" id="{D53564EC-262C-F237-CC3B-55EF5544A520}"/>
                </a:ext>
              </a:extLst>
            </p:cNvPr>
            <p:cNvCxnSpPr>
              <a:cxnSpLocks/>
              <a:stCxn id="103"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5" name="Straight Connector 104">
              <a:extLst>
                <a:ext uri="{FF2B5EF4-FFF2-40B4-BE49-F238E27FC236}">
                  <a16:creationId xmlns:a16="http://schemas.microsoft.com/office/drawing/2014/main" id="{A2CAF46F-CCF7-A401-DB8A-766DA5BF6548}"/>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6" name="Group 105">
            <a:extLst>
              <a:ext uri="{FF2B5EF4-FFF2-40B4-BE49-F238E27FC236}">
                <a16:creationId xmlns:a16="http://schemas.microsoft.com/office/drawing/2014/main" id="{BD3E6B3D-CA01-EA90-E22F-37F5F3A477D9}"/>
              </a:ext>
            </a:extLst>
          </p:cNvPr>
          <p:cNvGrpSpPr/>
          <p:nvPr/>
        </p:nvGrpSpPr>
        <p:grpSpPr>
          <a:xfrm>
            <a:off x="3775045" y="1532276"/>
            <a:ext cx="721206" cy="609701"/>
            <a:chOff x="3775045" y="1532276"/>
            <a:chExt cx="721206" cy="609701"/>
          </a:xfrm>
        </p:grpSpPr>
        <p:sp>
          <p:nvSpPr>
            <p:cNvPr id="107" name="Rectangle 106">
              <a:extLst>
                <a:ext uri="{FF2B5EF4-FFF2-40B4-BE49-F238E27FC236}">
                  <a16:creationId xmlns:a16="http://schemas.microsoft.com/office/drawing/2014/main" id="{B649190D-FE8D-36B7-39C4-C3EDA18BA080}"/>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14" name="Right Triangle 113">
              <a:extLst>
                <a:ext uri="{FF2B5EF4-FFF2-40B4-BE49-F238E27FC236}">
                  <a16:creationId xmlns:a16="http://schemas.microsoft.com/office/drawing/2014/main" id="{3DBB7CF3-B4FB-506C-D279-5E4B46BDA7BA}"/>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5" name="Group 114">
              <a:extLst>
                <a:ext uri="{FF2B5EF4-FFF2-40B4-BE49-F238E27FC236}">
                  <a16:creationId xmlns:a16="http://schemas.microsoft.com/office/drawing/2014/main" id="{AE2A6454-2F7E-D125-D259-4F3B72EA6F1D}"/>
                </a:ext>
              </a:extLst>
            </p:cNvPr>
            <p:cNvGrpSpPr/>
            <p:nvPr/>
          </p:nvGrpSpPr>
          <p:grpSpPr>
            <a:xfrm>
              <a:off x="4440495" y="1542936"/>
              <a:ext cx="37817" cy="61390"/>
              <a:chOff x="3883481" y="2057400"/>
              <a:chExt cx="1608363" cy="2652031"/>
            </a:xfrm>
            <a:solidFill>
              <a:srgbClr val="A6A6A6">
                <a:alpha val="20000"/>
              </a:srgbClr>
            </a:solidFill>
          </p:grpSpPr>
          <p:sp>
            <p:nvSpPr>
              <p:cNvPr id="116" name="Oval 27">
                <a:extLst>
                  <a:ext uri="{FF2B5EF4-FFF2-40B4-BE49-F238E27FC236}">
                    <a16:creationId xmlns:a16="http://schemas.microsoft.com/office/drawing/2014/main" id="{B1DD1253-EC20-3846-2AA6-E2BE09C64A6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 name="Oval 28">
                <a:extLst>
                  <a:ext uri="{FF2B5EF4-FFF2-40B4-BE49-F238E27FC236}">
                    <a16:creationId xmlns:a16="http://schemas.microsoft.com/office/drawing/2014/main" id="{047BAD76-3915-8156-E768-1B347B55D05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AABF8B95-AA36-AAD8-CD1A-42936FAF393E}"/>
              </a:ext>
            </a:extLst>
          </p:cNvPr>
          <p:cNvGrpSpPr/>
          <p:nvPr/>
        </p:nvGrpSpPr>
        <p:grpSpPr>
          <a:xfrm>
            <a:off x="6287105" y="2974054"/>
            <a:ext cx="721206" cy="609701"/>
            <a:chOff x="6287105" y="2974054"/>
            <a:chExt cx="721206" cy="609701"/>
          </a:xfrm>
        </p:grpSpPr>
        <p:sp>
          <p:nvSpPr>
            <p:cNvPr id="456" name="Rectangle 455">
              <a:hlinkHover r:id="" action="ppaction://noaction" highlightClick="1"/>
              <a:extLst>
                <a:ext uri="{FF2B5EF4-FFF2-40B4-BE49-F238E27FC236}">
                  <a16:creationId xmlns:a16="http://schemas.microsoft.com/office/drawing/2014/main" id="{CAEC770F-2EAD-3DBF-2170-C91C383D2499}"/>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57" name="Rectangle 456">
              <a:extLst>
                <a:ext uri="{FF2B5EF4-FFF2-40B4-BE49-F238E27FC236}">
                  <a16:creationId xmlns:a16="http://schemas.microsoft.com/office/drawing/2014/main" id="{BA763AEB-3C13-C84F-DDE8-ECC3583D9F25}"/>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8" name="Oval 15">
              <a:extLst>
                <a:ext uri="{FF2B5EF4-FFF2-40B4-BE49-F238E27FC236}">
                  <a16:creationId xmlns:a16="http://schemas.microsoft.com/office/drawing/2014/main" id="{6CF78891-7BC9-6F8F-35BC-FE5C352245BB}"/>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9" name="Straight Connector 458">
              <a:extLst>
                <a:ext uri="{FF2B5EF4-FFF2-40B4-BE49-F238E27FC236}">
                  <a16:creationId xmlns:a16="http://schemas.microsoft.com/office/drawing/2014/main" id="{6E3424E7-A9BD-A92F-7CBC-20273B4E0BC1}"/>
                </a:ext>
              </a:extLst>
            </p:cNvPr>
            <p:cNvCxnSpPr>
              <a:cxnSpLocks/>
              <a:stCxn id="458"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60" name="Group 459">
            <a:extLst>
              <a:ext uri="{FF2B5EF4-FFF2-40B4-BE49-F238E27FC236}">
                <a16:creationId xmlns:a16="http://schemas.microsoft.com/office/drawing/2014/main" id="{CD31C3C2-F62D-B445-FFEA-86B8EBB97A2D}"/>
              </a:ext>
            </a:extLst>
          </p:cNvPr>
          <p:cNvGrpSpPr/>
          <p:nvPr/>
        </p:nvGrpSpPr>
        <p:grpSpPr>
          <a:xfrm>
            <a:off x="7123149" y="2974054"/>
            <a:ext cx="721206" cy="646284"/>
            <a:chOff x="7123149" y="2974054"/>
            <a:chExt cx="721206" cy="646284"/>
          </a:xfrm>
        </p:grpSpPr>
        <p:sp>
          <p:nvSpPr>
            <p:cNvPr id="461" name="Rectangle 460">
              <a:hlinkHover r:id="" action="ppaction://noaction" highlightClick="1"/>
              <a:extLst>
                <a:ext uri="{FF2B5EF4-FFF2-40B4-BE49-F238E27FC236}">
                  <a16:creationId xmlns:a16="http://schemas.microsoft.com/office/drawing/2014/main" id="{BCE7CC9F-F5B5-D207-7E6A-0DB338CE8F3E}"/>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62" name="Rectangle 461">
              <a:extLst>
                <a:ext uri="{FF2B5EF4-FFF2-40B4-BE49-F238E27FC236}">
                  <a16:creationId xmlns:a16="http://schemas.microsoft.com/office/drawing/2014/main" id="{0832FC74-6D79-8555-6595-94B16AABBE97}"/>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3" name="Oval 15">
              <a:extLst>
                <a:ext uri="{FF2B5EF4-FFF2-40B4-BE49-F238E27FC236}">
                  <a16:creationId xmlns:a16="http://schemas.microsoft.com/office/drawing/2014/main" id="{A4B5BA6B-9A86-FD94-7E95-5C74826999BB}"/>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4" name="Straight Connector 463">
              <a:extLst>
                <a:ext uri="{FF2B5EF4-FFF2-40B4-BE49-F238E27FC236}">
                  <a16:creationId xmlns:a16="http://schemas.microsoft.com/office/drawing/2014/main" id="{87877060-06BC-D543-92DC-A550BDA04DF8}"/>
                </a:ext>
              </a:extLst>
            </p:cNvPr>
            <p:cNvCxnSpPr>
              <a:cxnSpLocks/>
              <a:stCxn id="463"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5" name="Straight Connector 464">
              <a:extLst>
                <a:ext uri="{FF2B5EF4-FFF2-40B4-BE49-F238E27FC236}">
                  <a16:creationId xmlns:a16="http://schemas.microsoft.com/office/drawing/2014/main" id="{08735983-BAE2-89C6-C3C1-79E3AB898FA9}"/>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6" name="Group 465">
            <a:extLst>
              <a:ext uri="{FF2B5EF4-FFF2-40B4-BE49-F238E27FC236}">
                <a16:creationId xmlns:a16="http://schemas.microsoft.com/office/drawing/2014/main" id="{8F5CBA12-B50C-158F-A77F-A9D8E1C6924E}"/>
              </a:ext>
            </a:extLst>
          </p:cNvPr>
          <p:cNvGrpSpPr/>
          <p:nvPr/>
        </p:nvGrpSpPr>
        <p:grpSpPr>
          <a:xfrm>
            <a:off x="7959200" y="2974054"/>
            <a:ext cx="721206" cy="609701"/>
            <a:chOff x="7959200" y="2974054"/>
            <a:chExt cx="721206" cy="609701"/>
          </a:xfrm>
        </p:grpSpPr>
        <p:sp>
          <p:nvSpPr>
            <p:cNvPr id="467" name="Rectangle 466">
              <a:hlinkHover r:id="" action="ppaction://noaction" highlightClick="1"/>
              <a:extLst>
                <a:ext uri="{FF2B5EF4-FFF2-40B4-BE49-F238E27FC236}">
                  <a16:creationId xmlns:a16="http://schemas.microsoft.com/office/drawing/2014/main" id="{F48D6688-9FB1-8A9A-4E3C-1F0D61F695DF}"/>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68" name="Diamond 467">
              <a:extLst>
                <a:ext uri="{FF2B5EF4-FFF2-40B4-BE49-F238E27FC236}">
                  <a16:creationId xmlns:a16="http://schemas.microsoft.com/office/drawing/2014/main" id="{496C8A2F-8995-19F0-504A-8CEC51A79240}"/>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9" name="Oval 468">
              <a:extLst>
                <a:ext uri="{FF2B5EF4-FFF2-40B4-BE49-F238E27FC236}">
                  <a16:creationId xmlns:a16="http://schemas.microsoft.com/office/drawing/2014/main" id="{AD910D26-29DE-E152-F218-6CAA35866C85}"/>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0" name="Group 469">
            <a:extLst>
              <a:ext uri="{FF2B5EF4-FFF2-40B4-BE49-F238E27FC236}">
                <a16:creationId xmlns:a16="http://schemas.microsoft.com/office/drawing/2014/main" id="{58D21615-124B-9240-965F-E32A3D784F72}"/>
              </a:ext>
            </a:extLst>
          </p:cNvPr>
          <p:cNvGrpSpPr/>
          <p:nvPr/>
        </p:nvGrpSpPr>
        <p:grpSpPr>
          <a:xfrm>
            <a:off x="8795244" y="2974054"/>
            <a:ext cx="721206" cy="609701"/>
            <a:chOff x="8795244" y="2974054"/>
            <a:chExt cx="721206" cy="609701"/>
          </a:xfrm>
        </p:grpSpPr>
        <p:sp>
          <p:nvSpPr>
            <p:cNvPr id="471" name="Rectangle 470">
              <a:hlinkHover r:id="" action="ppaction://noaction" highlightClick="1"/>
              <a:extLst>
                <a:ext uri="{FF2B5EF4-FFF2-40B4-BE49-F238E27FC236}">
                  <a16:creationId xmlns:a16="http://schemas.microsoft.com/office/drawing/2014/main" id="{2EDD0FBB-93BE-3380-6D06-A3CDBD4F0D16}"/>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72" name="Diamond 471">
              <a:extLst>
                <a:ext uri="{FF2B5EF4-FFF2-40B4-BE49-F238E27FC236}">
                  <a16:creationId xmlns:a16="http://schemas.microsoft.com/office/drawing/2014/main" id="{C5AD2D67-C88F-16FC-99B8-67A0FAF610DE}"/>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3" name="Oval 472">
              <a:extLst>
                <a:ext uri="{FF2B5EF4-FFF2-40B4-BE49-F238E27FC236}">
                  <a16:creationId xmlns:a16="http://schemas.microsoft.com/office/drawing/2014/main" id="{A4DC51BF-04EA-B9DB-8CAA-1B63EDBDD9AA}"/>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80" name="Group 479">
            <a:extLst>
              <a:ext uri="{FF2B5EF4-FFF2-40B4-BE49-F238E27FC236}">
                <a16:creationId xmlns:a16="http://schemas.microsoft.com/office/drawing/2014/main" id="{9B6E8DB2-F537-040B-2F91-DDB8D4E64F85}"/>
              </a:ext>
            </a:extLst>
          </p:cNvPr>
          <p:cNvGrpSpPr/>
          <p:nvPr/>
        </p:nvGrpSpPr>
        <p:grpSpPr>
          <a:xfrm>
            <a:off x="5442073" y="811556"/>
            <a:ext cx="728239" cy="609701"/>
            <a:chOff x="5442073" y="811556"/>
            <a:chExt cx="728239" cy="609701"/>
          </a:xfrm>
        </p:grpSpPr>
        <p:sp>
          <p:nvSpPr>
            <p:cNvPr id="481" name="Rectangle 480">
              <a:extLst>
                <a:ext uri="{FF2B5EF4-FFF2-40B4-BE49-F238E27FC236}">
                  <a16:creationId xmlns:a16="http://schemas.microsoft.com/office/drawing/2014/main" id="{D69AAA75-A8E1-5E81-AD8F-99E165CC3EBE}"/>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82" name="Rectangle 481">
              <a:extLst>
                <a:ext uri="{FF2B5EF4-FFF2-40B4-BE49-F238E27FC236}">
                  <a16:creationId xmlns:a16="http://schemas.microsoft.com/office/drawing/2014/main" id="{BAD2D257-85A2-EDE0-77AE-F2A0D22767C3}"/>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3" name="Oval 15">
              <a:extLst>
                <a:ext uri="{FF2B5EF4-FFF2-40B4-BE49-F238E27FC236}">
                  <a16:creationId xmlns:a16="http://schemas.microsoft.com/office/drawing/2014/main" id="{08FE71BF-C9ED-B3C7-4997-CC650D4EB7DD}"/>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4" name="Straight Connector 483">
              <a:extLst>
                <a:ext uri="{FF2B5EF4-FFF2-40B4-BE49-F238E27FC236}">
                  <a16:creationId xmlns:a16="http://schemas.microsoft.com/office/drawing/2014/main" id="{28F5DD64-C53E-9F86-65B4-52A798908CA2}"/>
                </a:ext>
              </a:extLst>
            </p:cNvPr>
            <p:cNvCxnSpPr>
              <a:cxnSpLocks/>
              <a:stCxn id="483"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5" name="Straight Connector 484">
              <a:extLst>
                <a:ext uri="{FF2B5EF4-FFF2-40B4-BE49-F238E27FC236}">
                  <a16:creationId xmlns:a16="http://schemas.microsoft.com/office/drawing/2014/main" id="{36549E9A-74A8-D9A2-ED92-0FF469B5E883}"/>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6" name="Group 485">
            <a:extLst>
              <a:ext uri="{FF2B5EF4-FFF2-40B4-BE49-F238E27FC236}">
                <a16:creationId xmlns:a16="http://schemas.microsoft.com/office/drawing/2014/main" id="{80806180-FB45-680A-E357-61322C8544BB}"/>
              </a:ext>
            </a:extLst>
          </p:cNvPr>
          <p:cNvGrpSpPr/>
          <p:nvPr/>
        </p:nvGrpSpPr>
        <p:grpSpPr>
          <a:xfrm>
            <a:off x="6284597" y="811555"/>
            <a:ext cx="721206" cy="609701"/>
            <a:chOff x="6284597" y="811555"/>
            <a:chExt cx="721206" cy="609701"/>
          </a:xfrm>
        </p:grpSpPr>
        <p:sp>
          <p:nvSpPr>
            <p:cNvPr id="487" name="Rectangle 486">
              <a:hlinkHover r:id="" action="ppaction://noaction" highlightClick="1"/>
              <a:extLst>
                <a:ext uri="{FF2B5EF4-FFF2-40B4-BE49-F238E27FC236}">
                  <a16:creationId xmlns:a16="http://schemas.microsoft.com/office/drawing/2014/main" id="{F6259D00-AD83-295C-42F6-54A0FE529BA3}"/>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88" name="Right Triangle 487">
              <a:extLst>
                <a:ext uri="{FF2B5EF4-FFF2-40B4-BE49-F238E27FC236}">
                  <a16:creationId xmlns:a16="http://schemas.microsoft.com/office/drawing/2014/main" id="{EEFDBA47-9CB0-FE3B-1848-25323C4B1A82}"/>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9" name="Oval 27">
              <a:extLst>
                <a:ext uri="{FF2B5EF4-FFF2-40B4-BE49-F238E27FC236}">
                  <a16:creationId xmlns:a16="http://schemas.microsoft.com/office/drawing/2014/main" id="{6E806FA3-2B21-0FEB-AE36-062AE0F65BB9}"/>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0" name="Oval 28">
              <a:extLst>
                <a:ext uri="{FF2B5EF4-FFF2-40B4-BE49-F238E27FC236}">
                  <a16:creationId xmlns:a16="http://schemas.microsoft.com/office/drawing/2014/main" id="{45E93C58-42D1-697A-0416-AB38C9E7427D}"/>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8" name="Group 537">
            <a:extLst>
              <a:ext uri="{FF2B5EF4-FFF2-40B4-BE49-F238E27FC236}">
                <a16:creationId xmlns:a16="http://schemas.microsoft.com/office/drawing/2014/main" id="{3ACFE06F-5AA2-BF9D-05E1-87A60E4762A7}"/>
              </a:ext>
            </a:extLst>
          </p:cNvPr>
          <p:cNvGrpSpPr/>
          <p:nvPr/>
        </p:nvGrpSpPr>
        <p:grpSpPr>
          <a:xfrm>
            <a:off x="9651076" y="5143367"/>
            <a:ext cx="721206" cy="609701"/>
            <a:chOff x="9651076" y="5143367"/>
            <a:chExt cx="721206" cy="609701"/>
          </a:xfrm>
        </p:grpSpPr>
        <p:sp>
          <p:nvSpPr>
            <p:cNvPr id="539" name="Rectangle 538">
              <a:hlinkHover r:id="" action="ppaction://noaction" highlightClick="1"/>
              <a:extLst>
                <a:ext uri="{FF2B5EF4-FFF2-40B4-BE49-F238E27FC236}">
                  <a16:creationId xmlns:a16="http://schemas.microsoft.com/office/drawing/2014/main" id="{EDAE52EF-3CD2-F191-8C24-6EAC6C6D0A00}"/>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40" name="Oval 539">
              <a:extLst>
                <a:ext uri="{FF2B5EF4-FFF2-40B4-BE49-F238E27FC236}">
                  <a16:creationId xmlns:a16="http://schemas.microsoft.com/office/drawing/2014/main" id="{8CB11FE9-0881-C6BA-D13E-0D1EFF924B94}"/>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1" name="Isosceles Triangle 648">
              <a:extLst>
                <a:ext uri="{FF2B5EF4-FFF2-40B4-BE49-F238E27FC236}">
                  <a16:creationId xmlns:a16="http://schemas.microsoft.com/office/drawing/2014/main" id="{7722A22C-1989-6A2F-AB56-7ABEE8095C1F}"/>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0" name="Group 549">
            <a:extLst>
              <a:ext uri="{FF2B5EF4-FFF2-40B4-BE49-F238E27FC236}">
                <a16:creationId xmlns:a16="http://schemas.microsoft.com/office/drawing/2014/main" id="{B0F69A8F-F9A3-FEB0-CDFC-8FEDC45F04C6}"/>
              </a:ext>
            </a:extLst>
          </p:cNvPr>
          <p:cNvGrpSpPr/>
          <p:nvPr/>
        </p:nvGrpSpPr>
        <p:grpSpPr>
          <a:xfrm>
            <a:off x="8808417" y="5135710"/>
            <a:ext cx="721206" cy="609701"/>
            <a:chOff x="8808417" y="5135710"/>
            <a:chExt cx="721206" cy="609701"/>
          </a:xfrm>
        </p:grpSpPr>
        <p:sp>
          <p:nvSpPr>
            <p:cNvPr id="551" name="Rectangle 550">
              <a:hlinkHover r:id="" action="ppaction://noaction" highlightClick="1"/>
              <a:extLst>
                <a:ext uri="{FF2B5EF4-FFF2-40B4-BE49-F238E27FC236}">
                  <a16:creationId xmlns:a16="http://schemas.microsoft.com/office/drawing/2014/main" id="{9B784EC5-945B-E45C-6A65-5765F0D87292}"/>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52" name="Oval 551">
              <a:extLst>
                <a:ext uri="{FF2B5EF4-FFF2-40B4-BE49-F238E27FC236}">
                  <a16:creationId xmlns:a16="http://schemas.microsoft.com/office/drawing/2014/main" id="{F91E928E-1B53-B142-B5D5-96E16E60E544}"/>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3" name="Isosceles Triangle 648">
              <a:extLst>
                <a:ext uri="{FF2B5EF4-FFF2-40B4-BE49-F238E27FC236}">
                  <a16:creationId xmlns:a16="http://schemas.microsoft.com/office/drawing/2014/main" id="{FC81462C-A6AE-15D9-8F2F-76E2D999836F}"/>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8" name="Group 567">
            <a:extLst>
              <a:ext uri="{FF2B5EF4-FFF2-40B4-BE49-F238E27FC236}">
                <a16:creationId xmlns:a16="http://schemas.microsoft.com/office/drawing/2014/main" id="{5AA57DAD-3081-A742-0F3B-D01584C9C691}"/>
              </a:ext>
            </a:extLst>
          </p:cNvPr>
          <p:cNvGrpSpPr/>
          <p:nvPr/>
        </p:nvGrpSpPr>
        <p:grpSpPr>
          <a:xfrm>
            <a:off x="7957572" y="1532276"/>
            <a:ext cx="721206" cy="609701"/>
            <a:chOff x="7957572" y="1532276"/>
            <a:chExt cx="721206" cy="609701"/>
          </a:xfrm>
        </p:grpSpPr>
        <p:sp>
          <p:nvSpPr>
            <p:cNvPr id="569" name="Rectangle 568">
              <a:hlinkHover r:id="" action="ppaction://noaction" highlightClick="1"/>
              <a:extLst>
                <a:ext uri="{FF2B5EF4-FFF2-40B4-BE49-F238E27FC236}">
                  <a16:creationId xmlns:a16="http://schemas.microsoft.com/office/drawing/2014/main" id="{16099D90-2CEC-FCAE-55FA-AB0520E35959}"/>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70" name="Rectangle 569">
              <a:extLst>
                <a:ext uri="{FF2B5EF4-FFF2-40B4-BE49-F238E27FC236}">
                  <a16:creationId xmlns:a16="http://schemas.microsoft.com/office/drawing/2014/main" id="{8B14179F-C6F9-0426-7369-47A34B926E37}"/>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1" name="Oval 15">
              <a:extLst>
                <a:ext uri="{FF2B5EF4-FFF2-40B4-BE49-F238E27FC236}">
                  <a16:creationId xmlns:a16="http://schemas.microsoft.com/office/drawing/2014/main" id="{9519D320-7108-8428-9E81-5382018A8A8B}"/>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2" name="Straight Connector 571">
              <a:extLst>
                <a:ext uri="{FF2B5EF4-FFF2-40B4-BE49-F238E27FC236}">
                  <a16:creationId xmlns:a16="http://schemas.microsoft.com/office/drawing/2014/main" id="{A459C548-DFC0-755D-6B15-2ADF1420FC8D}"/>
                </a:ext>
              </a:extLst>
            </p:cNvPr>
            <p:cNvCxnSpPr>
              <a:cxnSpLocks/>
              <a:stCxn id="571"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3" name="Straight Connector 572">
              <a:extLst>
                <a:ext uri="{FF2B5EF4-FFF2-40B4-BE49-F238E27FC236}">
                  <a16:creationId xmlns:a16="http://schemas.microsoft.com/office/drawing/2014/main" id="{CC5BD5A1-F0CD-0311-E9CF-EF76A863473D}"/>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2" name="Group 611">
            <a:extLst>
              <a:ext uri="{FF2B5EF4-FFF2-40B4-BE49-F238E27FC236}">
                <a16:creationId xmlns:a16="http://schemas.microsoft.com/office/drawing/2014/main" id="{F5006F47-552F-05FB-AF6C-F9E2B219D03D}"/>
              </a:ext>
            </a:extLst>
          </p:cNvPr>
          <p:cNvGrpSpPr/>
          <p:nvPr/>
        </p:nvGrpSpPr>
        <p:grpSpPr>
          <a:xfrm>
            <a:off x="8807249" y="811555"/>
            <a:ext cx="721206" cy="609701"/>
            <a:chOff x="8807249" y="811555"/>
            <a:chExt cx="721206" cy="609701"/>
          </a:xfrm>
        </p:grpSpPr>
        <p:sp>
          <p:nvSpPr>
            <p:cNvPr id="613" name="Rectangle 612">
              <a:hlinkHover r:id="" action="ppaction://noaction" highlightClick="1"/>
              <a:extLst>
                <a:ext uri="{FF2B5EF4-FFF2-40B4-BE49-F238E27FC236}">
                  <a16:creationId xmlns:a16="http://schemas.microsoft.com/office/drawing/2014/main" id="{B150DBEB-9211-AF47-78EC-090EFE34989F}"/>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14" name="Diamond 613">
              <a:extLst>
                <a:ext uri="{FF2B5EF4-FFF2-40B4-BE49-F238E27FC236}">
                  <a16:creationId xmlns:a16="http://schemas.microsoft.com/office/drawing/2014/main" id="{4A6E2905-D36D-6B23-6EC5-1A050B46644F}"/>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5" name="Oval 614">
              <a:extLst>
                <a:ext uri="{FF2B5EF4-FFF2-40B4-BE49-F238E27FC236}">
                  <a16:creationId xmlns:a16="http://schemas.microsoft.com/office/drawing/2014/main" id="{D126C706-EA5E-734E-8F7D-B3A3406722F2}"/>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0" name="Group 619">
            <a:extLst>
              <a:ext uri="{FF2B5EF4-FFF2-40B4-BE49-F238E27FC236}">
                <a16:creationId xmlns:a16="http://schemas.microsoft.com/office/drawing/2014/main" id="{2FDDCAA9-E949-8DAE-F277-12B79B9C5BA9}"/>
              </a:ext>
            </a:extLst>
          </p:cNvPr>
          <p:cNvGrpSpPr/>
          <p:nvPr/>
        </p:nvGrpSpPr>
        <p:grpSpPr>
          <a:xfrm>
            <a:off x="431659" y="90836"/>
            <a:ext cx="721210" cy="609701"/>
            <a:chOff x="431659" y="90836"/>
            <a:chExt cx="721210" cy="609701"/>
          </a:xfrm>
        </p:grpSpPr>
        <p:sp>
          <p:nvSpPr>
            <p:cNvPr id="621" name="Rectangle 620">
              <a:extLst>
                <a:ext uri="{FF2B5EF4-FFF2-40B4-BE49-F238E27FC236}">
                  <a16:creationId xmlns:a16="http://schemas.microsoft.com/office/drawing/2014/main" id="{06851C18-AC46-0D6F-B8AD-89D3F00023E1}"/>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22" name="Rectangle 621">
              <a:extLst>
                <a:ext uri="{FF2B5EF4-FFF2-40B4-BE49-F238E27FC236}">
                  <a16:creationId xmlns:a16="http://schemas.microsoft.com/office/drawing/2014/main" id="{88FA74CB-48EE-C167-B23E-6AFB40149A75}"/>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3" name="Oval 15">
              <a:extLst>
                <a:ext uri="{FF2B5EF4-FFF2-40B4-BE49-F238E27FC236}">
                  <a16:creationId xmlns:a16="http://schemas.microsoft.com/office/drawing/2014/main" id="{C42A9FF6-D476-E3A5-240A-6BDCAFF577A0}"/>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4" name="Straight Connector 623">
              <a:extLst>
                <a:ext uri="{FF2B5EF4-FFF2-40B4-BE49-F238E27FC236}">
                  <a16:creationId xmlns:a16="http://schemas.microsoft.com/office/drawing/2014/main" id="{ADA6D670-EDE4-0B97-85A5-E2D33CBAFFCA}"/>
                </a:ext>
              </a:extLst>
            </p:cNvPr>
            <p:cNvCxnSpPr>
              <a:cxnSpLocks/>
              <a:stCxn id="623"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5" name="Straight Connector 624">
              <a:extLst>
                <a:ext uri="{FF2B5EF4-FFF2-40B4-BE49-F238E27FC236}">
                  <a16:creationId xmlns:a16="http://schemas.microsoft.com/office/drawing/2014/main" id="{52136D7D-DAA4-3C90-74B3-D09A2DAC3A84}"/>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6" name="Group 625">
            <a:extLst>
              <a:ext uri="{FF2B5EF4-FFF2-40B4-BE49-F238E27FC236}">
                <a16:creationId xmlns:a16="http://schemas.microsoft.com/office/drawing/2014/main" id="{8F0F7D10-40EE-4C08-9811-4686B85EB521}"/>
              </a:ext>
            </a:extLst>
          </p:cNvPr>
          <p:cNvGrpSpPr/>
          <p:nvPr/>
        </p:nvGrpSpPr>
        <p:grpSpPr>
          <a:xfrm>
            <a:off x="1267282" y="90836"/>
            <a:ext cx="721206" cy="609701"/>
            <a:chOff x="1267282" y="90836"/>
            <a:chExt cx="721206" cy="609701"/>
          </a:xfrm>
        </p:grpSpPr>
        <p:sp>
          <p:nvSpPr>
            <p:cNvPr id="627" name="Rectangle 626">
              <a:extLst>
                <a:ext uri="{FF2B5EF4-FFF2-40B4-BE49-F238E27FC236}">
                  <a16:creationId xmlns:a16="http://schemas.microsoft.com/office/drawing/2014/main" id="{AA0722F2-3E78-EFC4-E48E-A2D6FF88386D}"/>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28" name="Rectangle 627">
              <a:extLst>
                <a:ext uri="{FF2B5EF4-FFF2-40B4-BE49-F238E27FC236}">
                  <a16:creationId xmlns:a16="http://schemas.microsoft.com/office/drawing/2014/main" id="{3ECB28C4-3B03-D051-4A38-7C7733C77F97}"/>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9" name="Oval 15">
              <a:extLst>
                <a:ext uri="{FF2B5EF4-FFF2-40B4-BE49-F238E27FC236}">
                  <a16:creationId xmlns:a16="http://schemas.microsoft.com/office/drawing/2014/main" id="{B41AC291-F8AB-64EE-7DF0-FFB0790F3FB3}"/>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0" name="Straight Connector 629">
              <a:extLst>
                <a:ext uri="{FF2B5EF4-FFF2-40B4-BE49-F238E27FC236}">
                  <a16:creationId xmlns:a16="http://schemas.microsoft.com/office/drawing/2014/main" id="{51010BFA-DAD4-ABFB-F884-C446AE509BDD}"/>
                </a:ext>
              </a:extLst>
            </p:cNvPr>
            <p:cNvCxnSpPr>
              <a:cxnSpLocks/>
              <a:stCxn id="629"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31" name="Straight Connector 630">
              <a:extLst>
                <a:ext uri="{FF2B5EF4-FFF2-40B4-BE49-F238E27FC236}">
                  <a16:creationId xmlns:a16="http://schemas.microsoft.com/office/drawing/2014/main" id="{8D2BFED7-E6EA-0946-103F-57E2F36CB3AA}"/>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2" name="Group 631">
            <a:extLst>
              <a:ext uri="{FF2B5EF4-FFF2-40B4-BE49-F238E27FC236}">
                <a16:creationId xmlns:a16="http://schemas.microsoft.com/office/drawing/2014/main" id="{78193FA7-266E-51CA-FAC6-4ACBBAFE232F}"/>
              </a:ext>
            </a:extLst>
          </p:cNvPr>
          <p:cNvGrpSpPr/>
          <p:nvPr/>
        </p:nvGrpSpPr>
        <p:grpSpPr>
          <a:xfrm>
            <a:off x="2102907" y="90836"/>
            <a:ext cx="721206" cy="609701"/>
            <a:chOff x="2102907" y="90836"/>
            <a:chExt cx="721206" cy="609701"/>
          </a:xfrm>
        </p:grpSpPr>
        <p:sp>
          <p:nvSpPr>
            <p:cNvPr id="633" name="Rectangle 632">
              <a:extLst>
                <a:ext uri="{FF2B5EF4-FFF2-40B4-BE49-F238E27FC236}">
                  <a16:creationId xmlns:a16="http://schemas.microsoft.com/office/drawing/2014/main" id="{49198930-3E62-7F7E-DD20-72CA2EDAD700}"/>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34" name="Rectangle 633">
              <a:extLst>
                <a:ext uri="{FF2B5EF4-FFF2-40B4-BE49-F238E27FC236}">
                  <a16:creationId xmlns:a16="http://schemas.microsoft.com/office/drawing/2014/main" id="{2FAEE865-0FCD-41DC-6F0E-9EF20CF7A057}"/>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5" name="Oval 15">
              <a:extLst>
                <a:ext uri="{FF2B5EF4-FFF2-40B4-BE49-F238E27FC236}">
                  <a16:creationId xmlns:a16="http://schemas.microsoft.com/office/drawing/2014/main" id="{C6D1D607-E3C9-285B-94D9-5086291A0543}"/>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6" name="Straight Connector 635">
              <a:extLst>
                <a:ext uri="{FF2B5EF4-FFF2-40B4-BE49-F238E27FC236}">
                  <a16:creationId xmlns:a16="http://schemas.microsoft.com/office/drawing/2014/main" id="{4F36B7C3-448A-FCC0-3445-31DBF31D420D}"/>
                </a:ext>
              </a:extLst>
            </p:cNvPr>
            <p:cNvCxnSpPr>
              <a:cxnSpLocks/>
              <a:stCxn id="635"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37" name="Straight Connector 636">
              <a:extLst>
                <a:ext uri="{FF2B5EF4-FFF2-40B4-BE49-F238E27FC236}">
                  <a16:creationId xmlns:a16="http://schemas.microsoft.com/office/drawing/2014/main" id="{312A83DE-02E9-1AFE-85DA-3C6D62FD4B9A}"/>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8" name="Group 637">
            <a:extLst>
              <a:ext uri="{FF2B5EF4-FFF2-40B4-BE49-F238E27FC236}">
                <a16:creationId xmlns:a16="http://schemas.microsoft.com/office/drawing/2014/main" id="{A0B04A6A-1ABD-D088-4D33-20920A656991}"/>
              </a:ext>
            </a:extLst>
          </p:cNvPr>
          <p:cNvGrpSpPr/>
          <p:nvPr/>
        </p:nvGrpSpPr>
        <p:grpSpPr>
          <a:xfrm>
            <a:off x="1269626" y="4419615"/>
            <a:ext cx="721206" cy="609701"/>
            <a:chOff x="1269626" y="4419615"/>
            <a:chExt cx="721206" cy="609701"/>
          </a:xfrm>
        </p:grpSpPr>
        <p:sp>
          <p:nvSpPr>
            <p:cNvPr id="639" name="Rectangle 638">
              <a:extLst>
                <a:ext uri="{FF2B5EF4-FFF2-40B4-BE49-F238E27FC236}">
                  <a16:creationId xmlns:a16="http://schemas.microsoft.com/office/drawing/2014/main" id="{F1665B35-2586-B1A7-80B4-69F9540C4D61}"/>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40" name="Cylinder 639">
              <a:extLst>
                <a:ext uri="{FF2B5EF4-FFF2-40B4-BE49-F238E27FC236}">
                  <a16:creationId xmlns:a16="http://schemas.microsoft.com/office/drawing/2014/main" id="{98C6FC38-78D1-8CEC-B78E-D664934D0109}"/>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1" name="Group 640">
            <a:extLst>
              <a:ext uri="{FF2B5EF4-FFF2-40B4-BE49-F238E27FC236}">
                <a16:creationId xmlns:a16="http://schemas.microsoft.com/office/drawing/2014/main" id="{3C4132BE-924F-40F9-DD26-330EF6879163}"/>
              </a:ext>
            </a:extLst>
          </p:cNvPr>
          <p:cNvGrpSpPr/>
          <p:nvPr/>
        </p:nvGrpSpPr>
        <p:grpSpPr>
          <a:xfrm>
            <a:off x="432841" y="4419615"/>
            <a:ext cx="721206" cy="609701"/>
            <a:chOff x="432841" y="4419615"/>
            <a:chExt cx="721206" cy="609701"/>
          </a:xfrm>
        </p:grpSpPr>
        <p:sp>
          <p:nvSpPr>
            <p:cNvPr id="642" name="Rectangle 641">
              <a:extLst>
                <a:ext uri="{FF2B5EF4-FFF2-40B4-BE49-F238E27FC236}">
                  <a16:creationId xmlns:a16="http://schemas.microsoft.com/office/drawing/2014/main" id="{10DA78C9-8EF6-B4D2-4A41-42525364EA95}"/>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43" name="Cylinder 642">
              <a:extLst>
                <a:ext uri="{FF2B5EF4-FFF2-40B4-BE49-F238E27FC236}">
                  <a16:creationId xmlns:a16="http://schemas.microsoft.com/office/drawing/2014/main" id="{93D96DF8-91B7-CFBE-52DD-842F1B4F0D0F}"/>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4" name="Group 643">
            <a:extLst>
              <a:ext uri="{FF2B5EF4-FFF2-40B4-BE49-F238E27FC236}">
                <a16:creationId xmlns:a16="http://schemas.microsoft.com/office/drawing/2014/main" id="{6EC4A03B-EDB4-99F7-DB91-0BA4D58B2CC2}"/>
              </a:ext>
            </a:extLst>
          </p:cNvPr>
          <p:cNvGrpSpPr/>
          <p:nvPr/>
        </p:nvGrpSpPr>
        <p:grpSpPr>
          <a:xfrm>
            <a:off x="1268467" y="5141008"/>
            <a:ext cx="721206" cy="609701"/>
            <a:chOff x="1268467" y="5141008"/>
            <a:chExt cx="721206" cy="609701"/>
          </a:xfrm>
        </p:grpSpPr>
        <p:sp>
          <p:nvSpPr>
            <p:cNvPr id="645" name="Rectangle 644">
              <a:extLst>
                <a:ext uri="{FF2B5EF4-FFF2-40B4-BE49-F238E27FC236}">
                  <a16:creationId xmlns:a16="http://schemas.microsoft.com/office/drawing/2014/main" id="{1E339B72-5BBF-9821-26E0-24F378117EBB}"/>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46" name="Cylinder 645">
              <a:extLst>
                <a:ext uri="{FF2B5EF4-FFF2-40B4-BE49-F238E27FC236}">
                  <a16:creationId xmlns:a16="http://schemas.microsoft.com/office/drawing/2014/main" id="{894FFE13-85BC-CB41-154E-705BD5CDB9DB}"/>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7" name="Group 646">
            <a:extLst>
              <a:ext uri="{FF2B5EF4-FFF2-40B4-BE49-F238E27FC236}">
                <a16:creationId xmlns:a16="http://schemas.microsoft.com/office/drawing/2014/main" id="{55C1E711-9187-9AE5-058B-F35B7818E1C9}"/>
              </a:ext>
            </a:extLst>
          </p:cNvPr>
          <p:cNvGrpSpPr/>
          <p:nvPr/>
        </p:nvGrpSpPr>
        <p:grpSpPr>
          <a:xfrm>
            <a:off x="431297" y="5141008"/>
            <a:ext cx="721206" cy="609701"/>
            <a:chOff x="431297" y="5141008"/>
            <a:chExt cx="721206" cy="609701"/>
          </a:xfrm>
        </p:grpSpPr>
        <p:sp>
          <p:nvSpPr>
            <p:cNvPr id="648" name="Rectangle 647">
              <a:extLst>
                <a:ext uri="{FF2B5EF4-FFF2-40B4-BE49-F238E27FC236}">
                  <a16:creationId xmlns:a16="http://schemas.microsoft.com/office/drawing/2014/main" id="{11FE0F38-2C0C-118F-34C4-3444832C3941}"/>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49" name="Cylinder 648">
              <a:extLst>
                <a:ext uri="{FF2B5EF4-FFF2-40B4-BE49-F238E27FC236}">
                  <a16:creationId xmlns:a16="http://schemas.microsoft.com/office/drawing/2014/main" id="{CDDD1ACD-8556-3112-BAF6-6FF7FC6CD5C1}"/>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0" name="Group 649">
            <a:extLst>
              <a:ext uri="{FF2B5EF4-FFF2-40B4-BE49-F238E27FC236}">
                <a16:creationId xmlns:a16="http://schemas.microsoft.com/office/drawing/2014/main" id="{3D4C45A1-4C57-5CF2-CE59-FEA83223B2F3}"/>
              </a:ext>
            </a:extLst>
          </p:cNvPr>
          <p:cNvGrpSpPr/>
          <p:nvPr/>
        </p:nvGrpSpPr>
        <p:grpSpPr>
          <a:xfrm>
            <a:off x="431660" y="3698226"/>
            <a:ext cx="721206" cy="609701"/>
            <a:chOff x="431660" y="3698226"/>
            <a:chExt cx="721206" cy="609701"/>
          </a:xfrm>
        </p:grpSpPr>
        <p:sp>
          <p:nvSpPr>
            <p:cNvPr id="651" name="Rectangle 650">
              <a:extLst>
                <a:ext uri="{FF2B5EF4-FFF2-40B4-BE49-F238E27FC236}">
                  <a16:creationId xmlns:a16="http://schemas.microsoft.com/office/drawing/2014/main" id="{15AA0E93-9B22-B0F2-7BE2-88817FA27C68}"/>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52" name="Right Triangle 651">
              <a:extLst>
                <a:ext uri="{FF2B5EF4-FFF2-40B4-BE49-F238E27FC236}">
                  <a16:creationId xmlns:a16="http://schemas.microsoft.com/office/drawing/2014/main" id="{E0D60478-30C5-8457-6F33-40B277B90CC7}"/>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3" name="Group 652">
              <a:extLst>
                <a:ext uri="{FF2B5EF4-FFF2-40B4-BE49-F238E27FC236}">
                  <a16:creationId xmlns:a16="http://schemas.microsoft.com/office/drawing/2014/main" id="{2EB2FC78-F09C-C7C3-558E-0B0078BC4CD6}"/>
                </a:ext>
              </a:extLst>
            </p:cNvPr>
            <p:cNvGrpSpPr/>
            <p:nvPr/>
          </p:nvGrpSpPr>
          <p:grpSpPr>
            <a:xfrm>
              <a:off x="1102253" y="3706270"/>
              <a:ext cx="37817" cy="61390"/>
              <a:chOff x="3883481" y="2057400"/>
              <a:chExt cx="1608363" cy="2652031"/>
            </a:xfrm>
            <a:solidFill>
              <a:srgbClr val="A6A6A6">
                <a:alpha val="20000"/>
              </a:srgbClr>
            </a:solidFill>
          </p:grpSpPr>
          <p:sp>
            <p:nvSpPr>
              <p:cNvPr id="654" name="Oval 27">
                <a:extLst>
                  <a:ext uri="{FF2B5EF4-FFF2-40B4-BE49-F238E27FC236}">
                    <a16:creationId xmlns:a16="http://schemas.microsoft.com/office/drawing/2014/main" id="{425F12D6-AFFB-78D3-EADB-CA75A6852E4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5" name="Oval 28">
                <a:extLst>
                  <a:ext uri="{FF2B5EF4-FFF2-40B4-BE49-F238E27FC236}">
                    <a16:creationId xmlns:a16="http://schemas.microsoft.com/office/drawing/2014/main" id="{7807C372-4392-5075-6BB4-AE62E2022E6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6" name="Group 655">
            <a:extLst>
              <a:ext uri="{FF2B5EF4-FFF2-40B4-BE49-F238E27FC236}">
                <a16:creationId xmlns:a16="http://schemas.microsoft.com/office/drawing/2014/main" id="{AEAEA019-A988-53FA-26B4-91F81C19F1F4}"/>
              </a:ext>
            </a:extLst>
          </p:cNvPr>
          <p:cNvGrpSpPr/>
          <p:nvPr/>
        </p:nvGrpSpPr>
        <p:grpSpPr>
          <a:xfrm>
            <a:off x="2942399" y="3698227"/>
            <a:ext cx="721206" cy="609701"/>
            <a:chOff x="2942399" y="3698227"/>
            <a:chExt cx="721206" cy="609701"/>
          </a:xfrm>
        </p:grpSpPr>
        <p:sp>
          <p:nvSpPr>
            <p:cNvPr id="657" name="Rectangle 656">
              <a:extLst>
                <a:ext uri="{FF2B5EF4-FFF2-40B4-BE49-F238E27FC236}">
                  <a16:creationId xmlns:a16="http://schemas.microsoft.com/office/drawing/2014/main" id="{FA22FCBF-C5BF-34F9-DD21-891CE3932FA8}"/>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58" name="Right Triangle 657">
              <a:extLst>
                <a:ext uri="{FF2B5EF4-FFF2-40B4-BE49-F238E27FC236}">
                  <a16:creationId xmlns:a16="http://schemas.microsoft.com/office/drawing/2014/main" id="{878986A0-4EEB-F60F-12F6-A163A0B0C12F}"/>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9" name="Group 658">
              <a:extLst>
                <a:ext uri="{FF2B5EF4-FFF2-40B4-BE49-F238E27FC236}">
                  <a16:creationId xmlns:a16="http://schemas.microsoft.com/office/drawing/2014/main" id="{4D9D769C-B737-D64C-3AF6-EC542755B38F}"/>
                </a:ext>
              </a:extLst>
            </p:cNvPr>
            <p:cNvGrpSpPr/>
            <p:nvPr/>
          </p:nvGrpSpPr>
          <p:grpSpPr>
            <a:xfrm>
              <a:off x="3607767" y="3713057"/>
              <a:ext cx="37817" cy="61390"/>
              <a:chOff x="3883481" y="2057400"/>
              <a:chExt cx="1608363" cy="2652031"/>
            </a:xfrm>
            <a:solidFill>
              <a:srgbClr val="A6A6A6">
                <a:alpha val="20000"/>
              </a:srgbClr>
            </a:solidFill>
          </p:grpSpPr>
          <p:sp>
            <p:nvSpPr>
              <p:cNvPr id="660" name="Oval 27">
                <a:extLst>
                  <a:ext uri="{FF2B5EF4-FFF2-40B4-BE49-F238E27FC236}">
                    <a16:creationId xmlns:a16="http://schemas.microsoft.com/office/drawing/2014/main" id="{2498C5B4-DD05-C045-9A6E-C50F4164E5E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1" name="Oval 28">
                <a:extLst>
                  <a:ext uri="{FF2B5EF4-FFF2-40B4-BE49-F238E27FC236}">
                    <a16:creationId xmlns:a16="http://schemas.microsoft.com/office/drawing/2014/main" id="{DFEE5ED4-28F2-F532-AA18-848FA92DFB2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8" name="Group 677">
            <a:extLst>
              <a:ext uri="{FF2B5EF4-FFF2-40B4-BE49-F238E27FC236}">
                <a16:creationId xmlns:a16="http://schemas.microsoft.com/office/drawing/2014/main" id="{EFB420C2-E30E-47C2-BA58-2EEAC6ACE059}"/>
              </a:ext>
            </a:extLst>
          </p:cNvPr>
          <p:cNvGrpSpPr/>
          <p:nvPr/>
        </p:nvGrpSpPr>
        <p:grpSpPr>
          <a:xfrm>
            <a:off x="2105710" y="3698208"/>
            <a:ext cx="721206" cy="610396"/>
            <a:chOff x="2105710" y="3698208"/>
            <a:chExt cx="721206" cy="610396"/>
          </a:xfrm>
        </p:grpSpPr>
        <p:sp>
          <p:nvSpPr>
            <p:cNvPr id="679" name="Rectangle 678">
              <a:extLst>
                <a:ext uri="{FF2B5EF4-FFF2-40B4-BE49-F238E27FC236}">
                  <a16:creationId xmlns:a16="http://schemas.microsoft.com/office/drawing/2014/main" id="{AAFCFD19-FF4E-66AA-975B-6C5D7ECDBF50}"/>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80" name="Right Triangle 679">
              <a:extLst>
                <a:ext uri="{FF2B5EF4-FFF2-40B4-BE49-F238E27FC236}">
                  <a16:creationId xmlns:a16="http://schemas.microsoft.com/office/drawing/2014/main" id="{597F0A66-2463-1697-B0F8-558459C0DE54}"/>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1" name="Group 680">
              <a:extLst>
                <a:ext uri="{FF2B5EF4-FFF2-40B4-BE49-F238E27FC236}">
                  <a16:creationId xmlns:a16="http://schemas.microsoft.com/office/drawing/2014/main" id="{23DAF819-7876-CCB7-8DB6-5A5C2F68E24B}"/>
                </a:ext>
              </a:extLst>
            </p:cNvPr>
            <p:cNvGrpSpPr/>
            <p:nvPr/>
          </p:nvGrpSpPr>
          <p:grpSpPr>
            <a:xfrm>
              <a:off x="2776303" y="3704306"/>
              <a:ext cx="37817" cy="61390"/>
              <a:chOff x="3883481" y="2057400"/>
              <a:chExt cx="1608363" cy="2652031"/>
            </a:xfrm>
            <a:solidFill>
              <a:srgbClr val="A6A6A6">
                <a:alpha val="20000"/>
              </a:srgbClr>
            </a:solidFill>
          </p:grpSpPr>
          <p:sp>
            <p:nvSpPr>
              <p:cNvPr id="682" name="Oval 27">
                <a:extLst>
                  <a:ext uri="{FF2B5EF4-FFF2-40B4-BE49-F238E27FC236}">
                    <a16:creationId xmlns:a16="http://schemas.microsoft.com/office/drawing/2014/main" id="{C592E976-0901-DDFB-6D31-3D069DD8EF6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3" name="Oval 28">
                <a:extLst>
                  <a:ext uri="{FF2B5EF4-FFF2-40B4-BE49-F238E27FC236}">
                    <a16:creationId xmlns:a16="http://schemas.microsoft.com/office/drawing/2014/main" id="{C68195D2-34C6-A831-A2F0-0209B11F358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4" name="Group 683">
            <a:extLst>
              <a:ext uri="{FF2B5EF4-FFF2-40B4-BE49-F238E27FC236}">
                <a16:creationId xmlns:a16="http://schemas.microsoft.com/office/drawing/2014/main" id="{4CF60075-C71D-F066-2D15-699052EEF510}"/>
              </a:ext>
            </a:extLst>
          </p:cNvPr>
          <p:cNvGrpSpPr/>
          <p:nvPr/>
        </p:nvGrpSpPr>
        <p:grpSpPr>
          <a:xfrm>
            <a:off x="3778361" y="2253333"/>
            <a:ext cx="721206" cy="609701"/>
            <a:chOff x="3778361" y="2253333"/>
            <a:chExt cx="721206" cy="609701"/>
          </a:xfrm>
        </p:grpSpPr>
        <p:sp>
          <p:nvSpPr>
            <p:cNvPr id="685" name="Rectangle 684">
              <a:extLst>
                <a:ext uri="{FF2B5EF4-FFF2-40B4-BE49-F238E27FC236}">
                  <a16:creationId xmlns:a16="http://schemas.microsoft.com/office/drawing/2014/main" id="{22E4EDC7-4392-43B4-D0A2-E4A7898F68A2}"/>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86" name="Rectangle 685">
              <a:extLst>
                <a:ext uri="{FF2B5EF4-FFF2-40B4-BE49-F238E27FC236}">
                  <a16:creationId xmlns:a16="http://schemas.microsoft.com/office/drawing/2014/main" id="{BA503D0C-41B8-4151-E989-614946A3F4E9}"/>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7" name="Oval 15">
              <a:extLst>
                <a:ext uri="{FF2B5EF4-FFF2-40B4-BE49-F238E27FC236}">
                  <a16:creationId xmlns:a16="http://schemas.microsoft.com/office/drawing/2014/main" id="{CF4D3E81-D730-2095-4E99-A7A0A38F86A4}"/>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8" name="Straight Connector 687">
              <a:extLst>
                <a:ext uri="{FF2B5EF4-FFF2-40B4-BE49-F238E27FC236}">
                  <a16:creationId xmlns:a16="http://schemas.microsoft.com/office/drawing/2014/main" id="{509AD60E-59DA-C9DE-CD25-903045CD6712}"/>
                </a:ext>
              </a:extLst>
            </p:cNvPr>
            <p:cNvCxnSpPr>
              <a:cxnSpLocks/>
              <a:stCxn id="687"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9" name="Straight Connector 688">
              <a:extLst>
                <a:ext uri="{FF2B5EF4-FFF2-40B4-BE49-F238E27FC236}">
                  <a16:creationId xmlns:a16="http://schemas.microsoft.com/office/drawing/2014/main" id="{A1B70B93-A6EE-8883-1C30-3A53D30EED3B}"/>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90" name="Group 689">
            <a:extLst>
              <a:ext uri="{FF2B5EF4-FFF2-40B4-BE49-F238E27FC236}">
                <a16:creationId xmlns:a16="http://schemas.microsoft.com/office/drawing/2014/main" id="{E16D148B-2C6B-0AC8-FADB-42699A06ECEB}"/>
              </a:ext>
            </a:extLst>
          </p:cNvPr>
          <p:cNvGrpSpPr/>
          <p:nvPr/>
        </p:nvGrpSpPr>
        <p:grpSpPr>
          <a:xfrm>
            <a:off x="1268843" y="2253332"/>
            <a:ext cx="721206" cy="609701"/>
            <a:chOff x="1268843" y="2253332"/>
            <a:chExt cx="721206" cy="609701"/>
          </a:xfrm>
        </p:grpSpPr>
        <p:sp>
          <p:nvSpPr>
            <p:cNvPr id="691" name="Rectangle 690">
              <a:extLst>
                <a:ext uri="{FF2B5EF4-FFF2-40B4-BE49-F238E27FC236}">
                  <a16:creationId xmlns:a16="http://schemas.microsoft.com/office/drawing/2014/main" id="{8AF086EC-C5D6-D65C-E1DB-D7E44D0BB295}"/>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92" name="Right Triangle 691">
              <a:extLst>
                <a:ext uri="{FF2B5EF4-FFF2-40B4-BE49-F238E27FC236}">
                  <a16:creationId xmlns:a16="http://schemas.microsoft.com/office/drawing/2014/main" id="{8B26CFC9-7FE8-CC31-1F2D-86FB5E9B6551}"/>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3" name="Group 692">
              <a:extLst>
                <a:ext uri="{FF2B5EF4-FFF2-40B4-BE49-F238E27FC236}">
                  <a16:creationId xmlns:a16="http://schemas.microsoft.com/office/drawing/2014/main" id="{DDBF3D68-C23B-469E-CB89-D11403EA8E9C}"/>
                </a:ext>
              </a:extLst>
            </p:cNvPr>
            <p:cNvGrpSpPr/>
            <p:nvPr/>
          </p:nvGrpSpPr>
          <p:grpSpPr>
            <a:xfrm>
              <a:off x="1939436" y="2265731"/>
              <a:ext cx="37817" cy="61390"/>
              <a:chOff x="3883481" y="2057400"/>
              <a:chExt cx="1608363" cy="2652031"/>
            </a:xfrm>
            <a:solidFill>
              <a:srgbClr val="A6A6A6">
                <a:alpha val="20000"/>
              </a:srgbClr>
            </a:solidFill>
          </p:grpSpPr>
          <p:sp>
            <p:nvSpPr>
              <p:cNvPr id="694" name="Oval 27">
                <a:extLst>
                  <a:ext uri="{FF2B5EF4-FFF2-40B4-BE49-F238E27FC236}">
                    <a16:creationId xmlns:a16="http://schemas.microsoft.com/office/drawing/2014/main" id="{B836B358-4E14-0630-0E31-2BACDB55EDB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5" name="Oval 28">
                <a:extLst>
                  <a:ext uri="{FF2B5EF4-FFF2-40B4-BE49-F238E27FC236}">
                    <a16:creationId xmlns:a16="http://schemas.microsoft.com/office/drawing/2014/main" id="{1403E651-65E8-FAEA-9802-AD75732B57A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6" name="Group 695">
            <a:extLst>
              <a:ext uri="{FF2B5EF4-FFF2-40B4-BE49-F238E27FC236}">
                <a16:creationId xmlns:a16="http://schemas.microsoft.com/office/drawing/2014/main" id="{3E3A3147-38F3-864B-2860-126ECDDF1EE2}"/>
              </a:ext>
            </a:extLst>
          </p:cNvPr>
          <p:cNvGrpSpPr/>
          <p:nvPr/>
        </p:nvGrpSpPr>
        <p:grpSpPr>
          <a:xfrm>
            <a:off x="2105351" y="2253333"/>
            <a:ext cx="721206" cy="609701"/>
            <a:chOff x="2105351" y="2253333"/>
            <a:chExt cx="721206" cy="609701"/>
          </a:xfrm>
        </p:grpSpPr>
        <p:sp>
          <p:nvSpPr>
            <p:cNvPr id="697" name="Rectangle 696">
              <a:extLst>
                <a:ext uri="{FF2B5EF4-FFF2-40B4-BE49-F238E27FC236}">
                  <a16:creationId xmlns:a16="http://schemas.microsoft.com/office/drawing/2014/main" id="{FD1D8628-9B16-189B-4930-E3E403473F18}"/>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98" name="Right Triangle 697">
              <a:extLst>
                <a:ext uri="{FF2B5EF4-FFF2-40B4-BE49-F238E27FC236}">
                  <a16:creationId xmlns:a16="http://schemas.microsoft.com/office/drawing/2014/main" id="{38822DA2-0004-6696-049A-B764EE334FAE}"/>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9" name="Group 698">
              <a:extLst>
                <a:ext uri="{FF2B5EF4-FFF2-40B4-BE49-F238E27FC236}">
                  <a16:creationId xmlns:a16="http://schemas.microsoft.com/office/drawing/2014/main" id="{CF36BB16-9D6F-40E6-C47D-D507B8B548BA}"/>
                </a:ext>
              </a:extLst>
            </p:cNvPr>
            <p:cNvGrpSpPr/>
            <p:nvPr/>
          </p:nvGrpSpPr>
          <p:grpSpPr>
            <a:xfrm>
              <a:off x="2771408" y="2265591"/>
              <a:ext cx="37817" cy="61390"/>
              <a:chOff x="3883481" y="2057400"/>
              <a:chExt cx="1608363" cy="2652031"/>
            </a:xfrm>
            <a:solidFill>
              <a:srgbClr val="A6A6A6">
                <a:alpha val="20000"/>
              </a:srgbClr>
            </a:solidFill>
          </p:grpSpPr>
          <p:sp>
            <p:nvSpPr>
              <p:cNvPr id="700" name="Oval 27">
                <a:extLst>
                  <a:ext uri="{FF2B5EF4-FFF2-40B4-BE49-F238E27FC236}">
                    <a16:creationId xmlns:a16="http://schemas.microsoft.com/office/drawing/2014/main" id="{401AD4D5-D1E5-EFCD-4C89-CD43A15442E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1" name="Oval 28">
                <a:extLst>
                  <a:ext uri="{FF2B5EF4-FFF2-40B4-BE49-F238E27FC236}">
                    <a16:creationId xmlns:a16="http://schemas.microsoft.com/office/drawing/2014/main" id="{AB6458FB-842F-E510-A0FD-30660013DC1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2" name="Group 701">
            <a:extLst>
              <a:ext uri="{FF2B5EF4-FFF2-40B4-BE49-F238E27FC236}">
                <a16:creationId xmlns:a16="http://schemas.microsoft.com/office/drawing/2014/main" id="{5428F061-D05A-CC8F-BE81-DE0632D75A3C}"/>
              </a:ext>
            </a:extLst>
          </p:cNvPr>
          <p:cNvGrpSpPr/>
          <p:nvPr/>
        </p:nvGrpSpPr>
        <p:grpSpPr>
          <a:xfrm>
            <a:off x="2941860" y="2253333"/>
            <a:ext cx="721206" cy="609701"/>
            <a:chOff x="2941860" y="2253333"/>
            <a:chExt cx="721206" cy="609701"/>
          </a:xfrm>
        </p:grpSpPr>
        <p:sp>
          <p:nvSpPr>
            <p:cNvPr id="703" name="Rectangle 702">
              <a:extLst>
                <a:ext uri="{FF2B5EF4-FFF2-40B4-BE49-F238E27FC236}">
                  <a16:creationId xmlns:a16="http://schemas.microsoft.com/office/drawing/2014/main" id="{04226EDB-9C2C-2B2F-55D3-3BEC6C1A7BE4}"/>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704" name="Right Triangle 703">
              <a:extLst>
                <a:ext uri="{FF2B5EF4-FFF2-40B4-BE49-F238E27FC236}">
                  <a16:creationId xmlns:a16="http://schemas.microsoft.com/office/drawing/2014/main" id="{782A06E1-0BBF-BAA4-74A3-4669C1E6D2F5}"/>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5" name="Group 704">
              <a:extLst>
                <a:ext uri="{FF2B5EF4-FFF2-40B4-BE49-F238E27FC236}">
                  <a16:creationId xmlns:a16="http://schemas.microsoft.com/office/drawing/2014/main" id="{E36BD880-5825-F916-FECF-A72D5C7FD367}"/>
                </a:ext>
              </a:extLst>
            </p:cNvPr>
            <p:cNvGrpSpPr/>
            <p:nvPr/>
          </p:nvGrpSpPr>
          <p:grpSpPr>
            <a:xfrm>
              <a:off x="3611250" y="2264969"/>
              <a:ext cx="37817" cy="61390"/>
              <a:chOff x="3883481" y="2057400"/>
              <a:chExt cx="1608363" cy="2652031"/>
            </a:xfrm>
            <a:solidFill>
              <a:srgbClr val="A6A6A6">
                <a:alpha val="20000"/>
              </a:srgbClr>
            </a:solidFill>
          </p:grpSpPr>
          <p:sp>
            <p:nvSpPr>
              <p:cNvPr id="706" name="Oval 27">
                <a:extLst>
                  <a:ext uri="{FF2B5EF4-FFF2-40B4-BE49-F238E27FC236}">
                    <a16:creationId xmlns:a16="http://schemas.microsoft.com/office/drawing/2014/main" id="{2275DCEA-B1AE-CCF4-E74F-FDB8057B545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7" name="Oval 28">
                <a:extLst>
                  <a:ext uri="{FF2B5EF4-FFF2-40B4-BE49-F238E27FC236}">
                    <a16:creationId xmlns:a16="http://schemas.microsoft.com/office/drawing/2014/main" id="{DC485739-063E-EDB6-14D5-AD81142A343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8" name="Group 707">
            <a:extLst>
              <a:ext uri="{FF2B5EF4-FFF2-40B4-BE49-F238E27FC236}">
                <a16:creationId xmlns:a16="http://schemas.microsoft.com/office/drawing/2014/main" id="{788F071E-0973-884F-74D0-F8B66EBE2179}"/>
              </a:ext>
            </a:extLst>
          </p:cNvPr>
          <p:cNvGrpSpPr/>
          <p:nvPr/>
        </p:nvGrpSpPr>
        <p:grpSpPr>
          <a:xfrm>
            <a:off x="4614876" y="2253332"/>
            <a:ext cx="721206" cy="609701"/>
            <a:chOff x="4614876" y="2253332"/>
            <a:chExt cx="721206" cy="609701"/>
          </a:xfrm>
        </p:grpSpPr>
        <p:sp>
          <p:nvSpPr>
            <p:cNvPr id="709" name="Rectangle 708">
              <a:extLst>
                <a:ext uri="{FF2B5EF4-FFF2-40B4-BE49-F238E27FC236}">
                  <a16:creationId xmlns:a16="http://schemas.microsoft.com/office/drawing/2014/main" id="{91626374-1851-AD74-A511-D4A96EAD2110}"/>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10" name="Right Triangle 709">
              <a:extLst>
                <a:ext uri="{FF2B5EF4-FFF2-40B4-BE49-F238E27FC236}">
                  <a16:creationId xmlns:a16="http://schemas.microsoft.com/office/drawing/2014/main" id="{C5BD27EC-0369-EF03-1EEB-377A8BB021A6}"/>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11" name="Group 710">
              <a:extLst>
                <a:ext uri="{FF2B5EF4-FFF2-40B4-BE49-F238E27FC236}">
                  <a16:creationId xmlns:a16="http://schemas.microsoft.com/office/drawing/2014/main" id="{A07E8E72-D5D2-7E0C-F6A2-11380A3DE8A8}"/>
                </a:ext>
              </a:extLst>
            </p:cNvPr>
            <p:cNvGrpSpPr/>
            <p:nvPr/>
          </p:nvGrpSpPr>
          <p:grpSpPr>
            <a:xfrm>
              <a:off x="5280738" y="2264779"/>
              <a:ext cx="37817" cy="61390"/>
              <a:chOff x="3883481" y="2057400"/>
              <a:chExt cx="1608363" cy="2652031"/>
            </a:xfrm>
            <a:solidFill>
              <a:srgbClr val="A6A6A6">
                <a:alpha val="20000"/>
              </a:srgbClr>
            </a:solidFill>
          </p:grpSpPr>
          <p:sp>
            <p:nvSpPr>
              <p:cNvPr id="712" name="Oval 27">
                <a:extLst>
                  <a:ext uri="{FF2B5EF4-FFF2-40B4-BE49-F238E27FC236}">
                    <a16:creationId xmlns:a16="http://schemas.microsoft.com/office/drawing/2014/main" id="{71F0A09F-31CC-7446-8960-EBEB3D70B2D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3" name="Oval 28">
                <a:extLst>
                  <a:ext uri="{FF2B5EF4-FFF2-40B4-BE49-F238E27FC236}">
                    <a16:creationId xmlns:a16="http://schemas.microsoft.com/office/drawing/2014/main" id="{9B74AA3C-F08E-A01E-9943-12DE55D3D1A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6" name="Group 725">
            <a:extLst>
              <a:ext uri="{FF2B5EF4-FFF2-40B4-BE49-F238E27FC236}">
                <a16:creationId xmlns:a16="http://schemas.microsoft.com/office/drawing/2014/main" id="{62BC5015-B905-3292-79DC-0B8DEDC1A9EC}"/>
              </a:ext>
            </a:extLst>
          </p:cNvPr>
          <p:cNvGrpSpPr/>
          <p:nvPr/>
        </p:nvGrpSpPr>
        <p:grpSpPr>
          <a:xfrm>
            <a:off x="431659" y="2253337"/>
            <a:ext cx="721895" cy="609700"/>
            <a:chOff x="431659" y="2253337"/>
            <a:chExt cx="721895" cy="609700"/>
          </a:xfrm>
        </p:grpSpPr>
        <p:sp>
          <p:nvSpPr>
            <p:cNvPr id="727" name="Rectangle 726">
              <a:hlinkHover r:id="" action="ppaction://noaction" highlightClick="1"/>
              <a:extLst>
                <a:ext uri="{FF2B5EF4-FFF2-40B4-BE49-F238E27FC236}">
                  <a16:creationId xmlns:a16="http://schemas.microsoft.com/office/drawing/2014/main" id="{A0BA85C7-F197-6C3B-7F3C-FBE9E3EFDA3D}"/>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28" name="Diamond 727">
              <a:extLst>
                <a:ext uri="{FF2B5EF4-FFF2-40B4-BE49-F238E27FC236}">
                  <a16:creationId xmlns:a16="http://schemas.microsoft.com/office/drawing/2014/main" id="{7A6A0A1C-FC23-586C-7CE0-DFAB03CD0854}"/>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9" name="Oval 728">
              <a:extLst>
                <a:ext uri="{FF2B5EF4-FFF2-40B4-BE49-F238E27FC236}">
                  <a16:creationId xmlns:a16="http://schemas.microsoft.com/office/drawing/2014/main" id="{2FA1FE8E-5C15-4567-63AD-24AAF61B5731}"/>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34" name="Group 733">
            <a:extLst>
              <a:ext uri="{FF2B5EF4-FFF2-40B4-BE49-F238E27FC236}">
                <a16:creationId xmlns:a16="http://schemas.microsoft.com/office/drawing/2014/main" id="{6C531586-53FE-5DCF-7B0D-EFC939C9C5E0}"/>
              </a:ext>
            </a:extLst>
          </p:cNvPr>
          <p:cNvGrpSpPr/>
          <p:nvPr/>
        </p:nvGrpSpPr>
        <p:grpSpPr>
          <a:xfrm>
            <a:off x="2105348" y="1532276"/>
            <a:ext cx="721206" cy="609701"/>
            <a:chOff x="2105348" y="1532276"/>
            <a:chExt cx="721206" cy="609701"/>
          </a:xfrm>
        </p:grpSpPr>
        <p:sp>
          <p:nvSpPr>
            <p:cNvPr id="735" name="Rectangle 734">
              <a:extLst>
                <a:ext uri="{FF2B5EF4-FFF2-40B4-BE49-F238E27FC236}">
                  <a16:creationId xmlns:a16="http://schemas.microsoft.com/office/drawing/2014/main" id="{0B58986E-0AC6-DDE0-E6A3-7EBBCF8787D4}"/>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36" name="Rectangle 735">
              <a:extLst>
                <a:ext uri="{FF2B5EF4-FFF2-40B4-BE49-F238E27FC236}">
                  <a16:creationId xmlns:a16="http://schemas.microsoft.com/office/drawing/2014/main" id="{C7B763B5-90EE-071E-9537-DCC74200929C}"/>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7" name="Oval 15">
              <a:extLst>
                <a:ext uri="{FF2B5EF4-FFF2-40B4-BE49-F238E27FC236}">
                  <a16:creationId xmlns:a16="http://schemas.microsoft.com/office/drawing/2014/main" id="{4984A34C-CC6C-CA5D-040E-39B86451CFDF}"/>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8" name="Straight Connector 737">
              <a:extLst>
                <a:ext uri="{FF2B5EF4-FFF2-40B4-BE49-F238E27FC236}">
                  <a16:creationId xmlns:a16="http://schemas.microsoft.com/office/drawing/2014/main" id="{C4AF56D0-6A2C-BA02-9D6A-9F445436512B}"/>
                </a:ext>
              </a:extLst>
            </p:cNvPr>
            <p:cNvCxnSpPr>
              <a:cxnSpLocks/>
              <a:stCxn id="737"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39" name="Straight Connector 738">
              <a:extLst>
                <a:ext uri="{FF2B5EF4-FFF2-40B4-BE49-F238E27FC236}">
                  <a16:creationId xmlns:a16="http://schemas.microsoft.com/office/drawing/2014/main" id="{5C9730DE-91C4-ABFB-C6A1-B0F66538CB91}"/>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40" name="Group 739">
            <a:extLst>
              <a:ext uri="{FF2B5EF4-FFF2-40B4-BE49-F238E27FC236}">
                <a16:creationId xmlns:a16="http://schemas.microsoft.com/office/drawing/2014/main" id="{2E8BD58B-AC9E-01A4-CB2D-6863A13B6063}"/>
              </a:ext>
            </a:extLst>
          </p:cNvPr>
          <p:cNvGrpSpPr/>
          <p:nvPr/>
        </p:nvGrpSpPr>
        <p:grpSpPr>
          <a:xfrm>
            <a:off x="431659" y="1532283"/>
            <a:ext cx="721891" cy="610032"/>
            <a:chOff x="431659" y="1532283"/>
            <a:chExt cx="721891" cy="610032"/>
          </a:xfrm>
        </p:grpSpPr>
        <p:sp>
          <p:nvSpPr>
            <p:cNvPr id="741" name="Rectangle 740">
              <a:extLst>
                <a:ext uri="{FF2B5EF4-FFF2-40B4-BE49-F238E27FC236}">
                  <a16:creationId xmlns:a16="http://schemas.microsoft.com/office/drawing/2014/main" id="{19F0C2C8-6AA4-3DE8-C9BD-E660E1D7B69E}"/>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42" name="Right Triangle 741">
              <a:extLst>
                <a:ext uri="{FF2B5EF4-FFF2-40B4-BE49-F238E27FC236}">
                  <a16:creationId xmlns:a16="http://schemas.microsoft.com/office/drawing/2014/main" id="{F3BE6A55-4B22-F513-3422-8B0D9948B09F}"/>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3" name="Group 742">
              <a:extLst>
                <a:ext uri="{FF2B5EF4-FFF2-40B4-BE49-F238E27FC236}">
                  <a16:creationId xmlns:a16="http://schemas.microsoft.com/office/drawing/2014/main" id="{0234A5F9-EC3F-AE3F-1F9D-54A25B9207B7}"/>
                </a:ext>
              </a:extLst>
            </p:cNvPr>
            <p:cNvGrpSpPr/>
            <p:nvPr/>
          </p:nvGrpSpPr>
          <p:grpSpPr>
            <a:xfrm>
              <a:off x="1102940" y="1538374"/>
              <a:ext cx="37817" cy="61390"/>
              <a:chOff x="3883481" y="2057400"/>
              <a:chExt cx="1608363" cy="2652031"/>
            </a:xfrm>
            <a:solidFill>
              <a:srgbClr val="A6A6A6">
                <a:alpha val="20000"/>
              </a:srgbClr>
            </a:solidFill>
          </p:grpSpPr>
          <p:sp>
            <p:nvSpPr>
              <p:cNvPr id="744" name="Oval 27">
                <a:extLst>
                  <a:ext uri="{FF2B5EF4-FFF2-40B4-BE49-F238E27FC236}">
                    <a16:creationId xmlns:a16="http://schemas.microsoft.com/office/drawing/2014/main" id="{CE89ADE0-0B8C-4F8C-737E-35D2B483938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5" name="Oval 28">
                <a:extLst>
                  <a:ext uri="{FF2B5EF4-FFF2-40B4-BE49-F238E27FC236}">
                    <a16:creationId xmlns:a16="http://schemas.microsoft.com/office/drawing/2014/main" id="{670F21D9-FD20-7960-75CB-08575C3FF1B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6" name="Group 745">
            <a:extLst>
              <a:ext uri="{FF2B5EF4-FFF2-40B4-BE49-F238E27FC236}">
                <a16:creationId xmlns:a16="http://schemas.microsoft.com/office/drawing/2014/main" id="{6C11EBF6-7444-6A0F-7DA8-401FAFD8893A}"/>
              </a:ext>
            </a:extLst>
          </p:cNvPr>
          <p:cNvGrpSpPr/>
          <p:nvPr/>
        </p:nvGrpSpPr>
        <p:grpSpPr>
          <a:xfrm>
            <a:off x="1268843" y="1532283"/>
            <a:ext cx="721206" cy="610032"/>
            <a:chOff x="1268843" y="1532283"/>
            <a:chExt cx="721206" cy="610032"/>
          </a:xfrm>
        </p:grpSpPr>
        <p:sp>
          <p:nvSpPr>
            <p:cNvPr id="747" name="Rectangle 746">
              <a:extLst>
                <a:ext uri="{FF2B5EF4-FFF2-40B4-BE49-F238E27FC236}">
                  <a16:creationId xmlns:a16="http://schemas.microsoft.com/office/drawing/2014/main" id="{0401BF3B-E7C4-B069-A1CF-1F6EC535A35D}"/>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48" name="Right Triangle 747">
              <a:extLst>
                <a:ext uri="{FF2B5EF4-FFF2-40B4-BE49-F238E27FC236}">
                  <a16:creationId xmlns:a16="http://schemas.microsoft.com/office/drawing/2014/main" id="{FE3A11E4-0250-12C7-C4AC-1AF71E126542}"/>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9" name="Group 748">
              <a:extLst>
                <a:ext uri="{FF2B5EF4-FFF2-40B4-BE49-F238E27FC236}">
                  <a16:creationId xmlns:a16="http://schemas.microsoft.com/office/drawing/2014/main" id="{20657022-0353-A8BA-D501-7CEB8AAB2CBB}"/>
                </a:ext>
              </a:extLst>
            </p:cNvPr>
            <p:cNvGrpSpPr/>
            <p:nvPr/>
          </p:nvGrpSpPr>
          <p:grpSpPr>
            <a:xfrm>
              <a:off x="1939436" y="1538374"/>
              <a:ext cx="37817" cy="61390"/>
              <a:chOff x="3883481" y="2057400"/>
              <a:chExt cx="1608363" cy="2652031"/>
            </a:xfrm>
            <a:solidFill>
              <a:srgbClr val="A6A6A6">
                <a:alpha val="20000"/>
              </a:srgbClr>
            </a:solidFill>
          </p:grpSpPr>
          <p:sp>
            <p:nvSpPr>
              <p:cNvPr id="750" name="Oval 27">
                <a:extLst>
                  <a:ext uri="{FF2B5EF4-FFF2-40B4-BE49-F238E27FC236}">
                    <a16:creationId xmlns:a16="http://schemas.microsoft.com/office/drawing/2014/main" id="{BFBE4FE2-2F5F-05E9-1415-6685B653456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1" name="Oval 28">
                <a:extLst>
                  <a:ext uri="{FF2B5EF4-FFF2-40B4-BE49-F238E27FC236}">
                    <a16:creationId xmlns:a16="http://schemas.microsoft.com/office/drawing/2014/main" id="{754D0785-CA6D-BE89-1889-D5D1DBD1BE6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8" name="Group 757">
            <a:extLst>
              <a:ext uri="{FF2B5EF4-FFF2-40B4-BE49-F238E27FC236}">
                <a16:creationId xmlns:a16="http://schemas.microsoft.com/office/drawing/2014/main" id="{44DDC350-29B6-7556-8A23-23A61A448534}"/>
              </a:ext>
            </a:extLst>
          </p:cNvPr>
          <p:cNvGrpSpPr/>
          <p:nvPr/>
        </p:nvGrpSpPr>
        <p:grpSpPr>
          <a:xfrm>
            <a:off x="5454379" y="2974054"/>
            <a:ext cx="721206" cy="649846"/>
            <a:chOff x="5454379" y="2974054"/>
            <a:chExt cx="721206" cy="649846"/>
          </a:xfrm>
        </p:grpSpPr>
        <p:sp>
          <p:nvSpPr>
            <p:cNvPr id="759" name="Rectangle 758">
              <a:extLst>
                <a:ext uri="{FF2B5EF4-FFF2-40B4-BE49-F238E27FC236}">
                  <a16:creationId xmlns:a16="http://schemas.microsoft.com/office/drawing/2014/main" id="{3DAED2F0-E5FE-DB95-4B94-0F9B83156000}"/>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60" name="Rectangle 759">
              <a:extLst>
                <a:ext uri="{FF2B5EF4-FFF2-40B4-BE49-F238E27FC236}">
                  <a16:creationId xmlns:a16="http://schemas.microsoft.com/office/drawing/2014/main" id="{0F3D4CB2-6EA1-EFFC-7CAC-836BC33CEA31}"/>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1" name="Oval 15">
              <a:extLst>
                <a:ext uri="{FF2B5EF4-FFF2-40B4-BE49-F238E27FC236}">
                  <a16:creationId xmlns:a16="http://schemas.microsoft.com/office/drawing/2014/main" id="{59A69CA2-0E03-0D0C-0CE9-679D2F82EB38}"/>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62" name="Straight Connector 761">
              <a:extLst>
                <a:ext uri="{FF2B5EF4-FFF2-40B4-BE49-F238E27FC236}">
                  <a16:creationId xmlns:a16="http://schemas.microsoft.com/office/drawing/2014/main" id="{428AD5C1-6532-3E6F-B9DC-87D6F633FF1B}"/>
                </a:ext>
              </a:extLst>
            </p:cNvPr>
            <p:cNvCxnSpPr>
              <a:cxnSpLocks/>
              <a:stCxn id="761"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63" name="Straight Connector 762">
              <a:extLst>
                <a:ext uri="{FF2B5EF4-FFF2-40B4-BE49-F238E27FC236}">
                  <a16:creationId xmlns:a16="http://schemas.microsoft.com/office/drawing/2014/main" id="{EB4618AF-7DEC-6B02-956B-6C7C63CED4E7}"/>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64" name="Group 763">
            <a:extLst>
              <a:ext uri="{FF2B5EF4-FFF2-40B4-BE49-F238E27FC236}">
                <a16:creationId xmlns:a16="http://schemas.microsoft.com/office/drawing/2014/main" id="{FFF579B2-23CF-F8E1-99E8-812C61A7CCEE}"/>
              </a:ext>
            </a:extLst>
          </p:cNvPr>
          <p:cNvGrpSpPr/>
          <p:nvPr/>
        </p:nvGrpSpPr>
        <p:grpSpPr>
          <a:xfrm>
            <a:off x="431659" y="2974054"/>
            <a:ext cx="721891" cy="609701"/>
            <a:chOff x="431659" y="2974054"/>
            <a:chExt cx="721891" cy="609701"/>
          </a:xfrm>
        </p:grpSpPr>
        <p:sp>
          <p:nvSpPr>
            <p:cNvPr id="765" name="Rectangle 764">
              <a:extLst>
                <a:ext uri="{FF2B5EF4-FFF2-40B4-BE49-F238E27FC236}">
                  <a16:creationId xmlns:a16="http://schemas.microsoft.com/office/drawing/2014/main" id="{DF4643F3-FC6F-7EFF-A933-806624116ED4}"/>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66" name="Right Triangle 765">
              <a:extLst>
                <a:ext uri="{FF2B5EF4-FFF2-40B4-BE49-F238E27FC236}">
                  <a16:creationId xmlns:a16="http://schemas.microsoft.com/office/drawing/2014/main" id="{11190F94-5A86-00C5-4D20-F48900D0CDF0}"/>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7" name="Group 766">
              <a:extLst>
                <a:ext uri="{FF2B5EF4-FFF2-40B4-BE49-F238E27FC236}">
                  <a16:creationId xmlns:a16="http://schemas.microsoft.com/office/drawing/2014/main" id="{A5FB4672-C4EF-4947-1FFD-2E5FA9A48077}"/>
                </a:ext>
              </a:extLst>
            </p:cNvPr>
            <p:cNvGrpSpPr/>
            <p:nvPr/>
          </p:nvGrpSpPr>
          <p:grpSpPr>
            <a:xfrm>
              <a:off x="1102940" y="2981762"/>
              <a:ext cx="37817" cy="61390"/>
              <a:chOff x="3883481" y="2057400"/>
              <a:chExt cx="1608363" cy="2652031"/>
            </a:xfrm>
            <a:solidFill>
              <a:srgbClr val="A6A6A6">
                <a:alpha val="20000"/>
              </a:srgbClr>
            </a:solidFill>
          </p:grpSpPr>
          <p:sp>
            <p:nvSpPr>
              <p:cNvPr id="768" name="Oval 27">
                <a:extLst>
                  <a:ext uri="{FF2B5EF4-FFF2-40B4-BE49-F238E27FC236}">
                    <a16:creationId xmlns:a16="http://schemas.microsoft.com/office/drawing/2014/main" id="{D1AD51CB-5156-D9E6-E145-12BD0DE93AB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9" name="Oval 28">
                <a:extLst>
                  <a:ext uri="{FF2B5EF4-FFF2-40B4-BE49-F238E27FC236}">
                    <a16:creationId xmlns:a16="http://schemas.microsoft.com/office/drawing/2014/main" id="{984EB840-A144-80BA-CF67-0231B088254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6" name="Group 775">
            <a:extLst>
              <a:ext uri="{FF2B5EF4-FFF2-40B4-BE49-F238E27FC236}">
                <a16:creationId xmlns:a16="http://schemas.microsoft.com/office/drawing/2014/main" id="{2B441A7A-AF5C-F308-068D-A041AFF91C4C}"/>
              </a:ext>
            </a:extLst>
          </p:cNvPr>
          <p:cNvGrpSpPr/>
          <p:nvPr/>
        </p:nvGrpSpPr>
        <p:grpSpPr>
          <a:xfrm>
            <a:off x="2940469" y="2974031"/>
            <a:ext cx="721206" cy="613175"/>
            <a:chOff x="2940469" y="2974031"/>
            <a:chExt cx="721206" cy="613175"/>
          </a:xfrm>
        </p:grpSpPr>
        <p:sp>
          <p:nvSpPr>
            <p:cNvPr id="777" name="Rectangle 776">
              <a:extLst>
                <a:ext uri="{FF2B5EF4-FFF2-40B4-BE49-F238E27FC236}">
                  <a16:creationId xmlns:a16="http://schemas.microsoft.com/office/drawing/2014/main" id="{9BE0FFD4-D7B0-CDB9-B0CD-0C2B95AC4A90}"/>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78" name="Right Triangle 777">
              <a:extLst>
                <a:ext uri="{FF2B5EF4-FFF2-40B4-BE49-F238E27FC236}">
                  <a16:creationId xmlns:a16="http://schemas.microsoft.com/office/drawing/2014/main" id="{1E19FEA1-34D4-D076-541B-35261C993316}"/>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9" name="Group 778">
              <a:extLst>
                <a:ext uri="{FF2B5EF4-FFF2-40B4-BE49-F238E27FC236}">
                  <a16:creationId xmlns:a16="http://schemas.microsoft.com/office/drawing/2014/main" id="{28103439-2E12-7AB6-B24B-6EF413A032CA}"/>
                </a:ext>
              </a:extLst>
            </p:cNvPr>
            <p:cNvGrpSpPr/>
            <p:nvPr/>
          </p:nvGrpSpPr>
          <p:grpSpPr>
            <a:xfrm>
              <a:off x="3610502" y="2980132"/>
              <a:ext cx="37817" cy="61390"/>
              <a:chOff x="3883481" y="2057400"/>
              <a:chExt cx="1608363" cy="2652031"/>
            </a:xfrm>
            <a:solidFill>
              <a:srgbClr val="A6A6A6">
                <a:alpha val="20000"/>
              </a:srgbClr>
            </a:solidFill>
          </p:grpSpPr>
          <p:sp>
            <p:nvSpPr>
              <p:cNvPr id="780" name="Oval 27">
                <a:extLst>
                  <a:ext uri="{FF2B5EF4-FFF2-40B4-BE49-F238E27FC236}">
                    <a16:creationId xmlns:a16="http://schemas.microsoft.com/office/drawing/2014/main" id="{DE00C033-84A1-39C5-6A07-BBD6EA23D6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1" name="Oval 28">
                <a:extLst>
                  <a:ext uri="{FF2B5EF4-FFF2-40B4-BE49-F238E27FC236}">
                    <a16:creationId xmlns:a16="http://schemas.microsoft.com/office/drawing/2014/main" id="{A6DC1704-CB0F-159D-0CB8-61F6A185025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2" name="Group 781">
            <a:extLst>
              <a:ext uri="{FF2B5EF4-FFF2-40B4-BE49-F238E27FC236}">
                <a16:creationId xmlns:a16="http://schemas.microsoft.com/office/drawing/2014/main" id="{218A996D-E305-3872-8C5C-BB4EFDE108C6}"/>
              </a:ext>
            </a:extLst>
          </p:cNvPr>
          <p:cNvGrpSpPr/>
          <p:nvPr/>
        </p:nvGrpSpPr>
        <p:grpSpPr>
          <a:xfrm>
            <a:off x="1268380" y="2974053"/>
            <a:ext cx="721206" cy="609701"/>
            <a:chOff x="1268380" y="2974053"/>
            <a:chExt cx="721206" cy="609701"/>
          </a:xfrm>
        </p:grpSpPr>
        <p:sp>
          <p:nvSpPr>
            <p:cNvPr id="783" name="Rectangle 782">
              <a:extLst>
                <a:ext uri="{FF2B5EF4-FFF2-40B4-BE49-F238E27FC236}">
                  <a16:creationId xmlns:a16="http://schemas.microsoft.com/office/drawing/2014/main" id="{B4A7E06B-9D80-EAFC-1C14-901DD3D8AB58}"/>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84" name="Right Triangle 783">
              <a:extLst>
                <a:ext uri="{FF2B5EF4-FFF2-40B4-BE49-F238E27FC236}">
                  <a16:creationId xmlns:a16="http://schemas.microsoft.com/office/drawing/2014/main" id="{E9C3DFD0-3CB0-DC5F-DF02-6C8542C27852}"/>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5" name="Group 784">
              <a:extLst>
                <a:ext uri="{FF2B5EF4-FFF2-40B4-BE49-F238E27FC236}">
                  <a16:creationId xmlns:a16="http://schemas.microsoft.com/office/drawing/2014/main" id="{6639154B-0B49-1108-B402-384A00503C8A}"/>
                </a:ext>
              </a:extLst>
            </p:cNvPr>
            <p:cNvGrpSpPr/>
            <p:nvPr/>
          </p:nvGrpSpPr>
          <p:grpSpPr>
            <a:xfrm>
              <a:off x="1938973" y="2986452"/>
              <a:ext cx="37817" cy="61390"/>
              <a:chOff x="3883481" y="2057400"/>
              <a:chExt cx="1608363" cy="2652031"/>
            </a:xfrm>
            <a:solidFill>
              <a:srgbClr val="A6A6A6">
                <a:alpha val="20000"/>
              </a:srgbClr>
            </a:solidFill>
          </p:grpSpPr>
          <p:sp>
            <p:nvSpPr>
              <p:cNvPr id="786" name="Oval 27">
                <a:extLst>
                  <a:ext uri="{FF2B5EF4-FFF2-40B4-BE49-F238E27FC236}">
                    <a16:creationId xmlns:a16="http://schemas.microsoft.com/office/drawing/2014/main" id="{05C60B60-4582-4C83-6A45-BA03F1E7C6D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7" name="Oval 28">
                <a:extLst>
                  <a:ext uri="{FF2B5EF4-FFF2-40B4-BE49-F238E27FC236}">
                    <a16:creationId xmlns:a16="http://schemas.microsoft.com/office/drawing/2014/main" id="{98F07C4B-AD74-3515-BA3F-4B6F6C15CE5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8" name="Group 787">
            <a:extLst>
              <a:ext uri="{FF2B5EF4-FFF2-40B4-BE49-F238E27FC236}">
                <a16:creationId xmlns:a16="http://schemas.microsoft.com/office/drawing/2014/main" id="{DAECE58D-8A26-9E4A-4E9B-B6DC49067282}"/>
              </a:ext>
            </a:extLst>
          </p:cNvPr>
          <p:cNvGrpSpPr/>
          <p:nvPr/>
        </p:nvGrpSpPr>
        <p:grpSpPr>
          <a:xfrm>
            <a:off x="2938534" y="811556"/>
            <a:ext cx="721206" cy="609701"/>
            <a:chOff x="2938534" y="811556"/>
            <a:chExt cx="721206" cy="609701"/>
          </a:xfrm>
        </p:grpSpPr>
        <p:sp>
          <p:nvSpPr>
            <p:cNvPr id="789" name="Rectangle 788">
              <a:extLst>
                <a:ext uri="{FF2B5EF4-FFF2-40B4-BE49-F238E27FC236}">
                  <a16:creationId xmlns:a16="http://schemas.microsoft.com/office/drawing/2014/main" id="{16BA90D1-5630-0A76-7FAE-4E9FEE340312}"/>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90" name="Rectangle 789">
              <a:extLst>
                <a:ext uri="{FF2B5EF4-FFF2-40B4-BE49-F238E27FC236}">
                  <a16:creationId xmlns:a16="http://schemas.microsoft.com/office/drawing/2014/main" id="{2122D3D0-1D45-2D34-271B-8E6984FFD61B}"/>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1" name="Oval 15">
              <a:extLst>
                <a:ext uri="{FF2B5EF4-FFF2-40B4-BE49-F238E27FC236}">
                  <a16:creationId xmlns:a16="http://schemas.microsoft.com/office/drawing/2014/main" id="{64761208-6C3F-51D9-4CF7-FB4D25A16F68}"/>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92" name="Straight Connector 791">
              <a:extLst>
                <a:ext uri="{FF2B5EF4-FFF2-40B4-BE49-F238E27FC236}">
                  <a16:creationId xmlns:a16="http://schemas.microsoft.com/office/drawing/2014/main" id="{FFACF215-184D-38AE-FA26-54F926DA9BBA}"/>
                </a:ext>
              </a:extLst>
            </p:cNvPr>
            <p:cNvCxnSpPr>
              <a:cxnSpLocks/>
              <a:stCxn id="791"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93" name="Straight Connector 792">
              <a:extLst>
                <a:ext uri="{FF2B5EF4-FFF2-40B4-BE49-F238E27FC236}">
                  <a16:creationId xmlns:a16="http://schemas.microsoft.com/office/drawing/2014/main" id="{77C02A58-52B6-FD89-D661-259004666C89}"/>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00" name="Group 799">
            <a:extLst>
              <a:ext uri="{FF2B5EF4-FFF2-40B4-BE49-F238E27FC236}">
                <a16:creationId xmlns:a16="http://schemas.microsoft.com/office/drawing/2014/main" id="{2D1ACCF6-47FE-828E-5FC0-9DB5EDC2E0F1}"/>
              </a:ext>
            </a:extLst>
          </p:cNvPr>
          <p:cNvGrpSpPr/>
          <p:nvPr/>
        </p:nvGrpSpPr>
        <p:grpSpPr>
          <a:xfrm>
            <a:off x="431659" y="811556"/>
            <a:ext cx="721206" cy="609701"/>
            <a:chOff x="431659" y="811556"/>
            <a:chExt cx="721206" cy="609701"/>
          </a:xfrm>
        </p:grpSpPr>
        <p:sp>
          <p:nvSpPr>
            <p:cNvPr id="801" name="Rectangle 800">
              <a:extLst>
                <a:ext uri="{FF2B5EF4-FFF2-40B4-BE49-F238E27FC236}">
                  <a16:creationId xmlns:a16="http://schemas.microsoft.com/office/drawing/2014/main" id="{20DDA5D1-E13C-373A-2FF0-178937A29E35}"/>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802" name="Right Triangle 801">
              <a:extLst>
                <a:ext uri="{FF2B5EF4-FFF2-40B4-BE49-F238E27FC236}">
                  <a16:creationId xmlns:a16="http://schemas.microsoft.com/office/drawing/2014/main" id="{1EA7A159-DEFC-C6D0-72E6-818131BE6564}"/>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3" name="Group 802">
              <a:extLst>
                <a:ext uri="{FF2B5EF4-FFF2-40B4-BE49-F238E27FC236}">
                  <a16:creationId xmlns:a16="http://schemas.microsoft.com/office/drawing/2014/main" id="{05039EDC-0976-8CAF-9D29-2A646DBA9E36}"/>
                </a:ext>
              </a:extLst>
            </p:cNvPr>
            <p:cNvGrpSpPr/>
            <p:nvPr/>
          </p:nvGrpSpPr>
          <p:grpSpPr>
            <a:xfrm>
              <a:off x="1100969" y="819591"/>
              <a:ext cx="37817" cy="61390"/>
              <a:chOff x="3883481" y="2057400"/>
              <a:chExt cx="1608363" cy="2652031"/>
            </a:xfrm>
            <a:solidFill>
              <a:srgbClr val="A6A6A6">
                <a:alpha val="20000"/>
              </a:srgbClr>
            </a:solidFill>
          </p:grpSpPr>
          <p:sp>
            <p:nvSpPr>
              <p:cNvPr id="804" name="Oval 27">
                <a:extLst>
                  <a:ext uri="{FF2B5EF4-FFF2-40B4-BE49-F238E27FC236}">
                    <a16:creationId xmlns:a16="http://schemas.microsoft.com/office/drawing/2014/main" id="{005E69F4-7297-843E-CAB3-6EDB7E3A8C4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5" name="Oval 28">
                <a:extLst>
                  <a:ext uri="{FF2B5EF4-FFF2-40B4-BE49-F238E27FC236}">
                    <a16:creationId xmlns:a16="http://schemas.microsoft.com/office/drawing/2014/main" id="{643CB743-7EF0-315A-2E19-A0B8E612ECB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6" name="Group 805">
            <a:extLst>
              <a:ext uri="{FF2B5EF4-FFF2-40B4-BE49-F238E27FC236}">
                <a16:creationId xmlns:a16="http://schemas.microsoft.com/office/drawing/2014/main" id="{347C7696-EA63-5001-BFA7-2833E93BBC83}"/>
              </a:ext>
            </a:extLst>
          </p:cNvPr>
          <p:cNvGrpSpPr/>
          <p:nvPr/>
        </p:nvGrpSpPr>
        <p:grpSpPr>
          <a:xfrm>
            <a:off x="1267285" y="811556"/>
            <a:ext cx="721206" cy="609701"/>
            <a:chOff x="1267285" y="811556"/>
            <a:chExt cx="721206" cy="609701"/>
          </a:xfrm>
        </p:grpSpPr>
        <p:sp>
          <p:nvSpPr>
            <p:cNvPr id="807" name="Rectangle 806">
              <a:extLst>
                <a:ext uri="{FF2B5EF4-FFF2-40B4-BE49-F238E27FC236}">
                  <a16:creationId xmlns:a16="http://schemas.microsoft.com/office/drawing/2014/main" id="{BE143979-0523-4961-6AA3-D7481CC9F1DD}"/>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08" name="Right Triangle 807">
              <a:extLst>
                <a:ext uri="{FF2B5EF4-FFF2-40B4-BE49-F238E27FC236}">
                  <a16:creationId xmlns:a16="http://schemas.microsoft.com/office/drawing/2014/main" id="{E81F81CE-89FE-5F7C-3C13-37384D4EE7F8}"/>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9" name="Group 808">
              <a:extLst>
                <a:ext uri="{FF2B5EF4-FFF2-40B4-BE49-F238E27FC236}">
                  <a16:creationId xmlns:a16="http://schemas.microsoft.com/office/drawing/2014/main" id="{B900F956-5809-021F-05F4-E26DE53924C4}"/>
                </a:ext>
              </a:extLst>
            </p:cNvPr>
            <p:cNvGrpSpPr/>
            <p:nvPr/>
          </p:nvGrpSpPr>
          <p:grpSpPr>
            <a:xfrm>
              <a:off x="1937878" y="819591"/>
              <a:ext cx="37817" cy="61390"/>
              <a:chOff x="3883481" y="2057400"/>
              <a:chExt cx="1608363" cy="2652031"/>
            </a:xfrm>
            <a:solidFill>
              <a:srgbClr val="A6A6A6">
                <a:alpha val="20000"/>
              </a:srgbClr>
            </a:solidFill>
          </p:grpSpPr>
          <p:sp>
            <p:nvSpPr>
              <p:cNvPr id="810" name="Oval 27">
                <a:extLst>
                  <a:ext uri="{FF2B5EF4-FFF2-40B4-BE49-F238E27FC236}">
                    <a16:creationId xmlns:a16="http://schemas.microsoft.com/office/drawing/2014/main" id="{3C2271C8-86A4-840A-0A91-7735E3D7DC0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1" name="Oval 28">
                <a:extLst>
                  <a:ext uri="{FF2B5EF4-FFF2-40B4-BE49-F238E27FC236}">
                    <a16:creationId xmlns:a16="http://schemas.microsoft.com/office/drawing/2014/main" id="{FBC07A56-A8AE-EC09-491D-4E063534FBB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42" name="Group 841">
            <a:extLst>
              <a:ext uri="{FF2B5EF4-FFF2-40B4-BE49-F238E27FC236}">
                <a16:creationId xmlns:a16="http://schemas.microsoft.com/office/drawing/2014/main" id="{3354B7FA-B845-69F1-834F-56B8014EACB1}"/>
              </a:ext>
            </a:extLst>
          </p:cNvPr>
          <p:cNvGrpSpPr/>
          <p:nvPr/>
        </p:nvGrpSpPr>
        <p:grpSpPr>
          <a:xfrm>
            <a:off x="2099604" y="5136552"/>
            <a:ext cx="721206" cy="609701"/>
            <a:chOff x="2099604" y="5136552"/>
            <a:chExt cx="721206" cy="609701"/>
          </a:xfrm>
        </p:grpSpPr>
        <p:sp>
          <p:nvSpPr>
            <p:cNvPr id="843" name="Rectangle 842">
              <a:extLst>
                <a:ext uri="{FF2B5EF4-FFF2-40B4-BE49-F238E27FC236}">
                  <a16:creationId xmlns:a16="http://schemas.microsoft.com/office/drawing/2014/main" id="{5560B08B-0508-F1EE-A5CB-A628F59F0C41}"/>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844" name="Right Triangle 843">
              <a:extLst>
                <a:ext uri="{FF2B5EF4-FFF2-40B4-BE49-F238E27FC236}">
                  <a16:creationId xmlns:a16="http://schemas.microsoft.com/office/drawing/2014/main" id="{2AF0167D-8168-CB4B-8776-DF2AAB290583}"/>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5" name="Group 844">
              <a:extLst>
                <a:ext uri="{FF2B5EF4-FFF2-40B4-BE49-F238E27FC236}">
                  <a16:creationId xmlns:a16="http://schemas.microsoft.com/office/drawing/2014/main" id="{BDD47A3B-DFF2-309F-B813-9D1DF527C0EA}"/>
                </a:ext>
              </a:extLst>
            </p:cNvPr>
            <p:cNvGrpSpPr/>
            <p:nvPr/>
          </p:nvGrpSpPr>
          <p:grpSpPr>
            <a:xfrm>
              <a:off x="2765661" y="5151382"/>
              <a:ext cx="37817" cy="61390"/>
              <a:chOff x="3883481" y="2057400"/>
              <a:chExt cx="1608363" cy="2652031"/>
            </a:xfrm>
            <a:solidFill>
              <a:srgbClr val="A6A6A6">
                <a:alpha val="20000"/>
              </a:srgbClr>
            </a:solidFill>
          </p:grpSpPr>
          <p:sp>
            <p:nvSpPr>
              <p:cNvPr id="846" name="Oval 27">
                <a:extLst>
                  <a:ext uri="{FF2B5EF4-FFF2-40B4-BE49-F238E27FC236}">
                    <a16:creationId xmlns:a16="http://schemas.microsoft.com/office/drawing/2014/main" id="{6851BD78-869F-CE81-BE43-1D725E2C938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7" name="Oval 28">
                <a:extLst>
                  <a:ext uri="{FF2B5EF4-FFF2-40B4-BE49-F238E27FC236}">
                    <a16:creationId xmlns:a16="http://schemas.microsoft.com/office/drawing/2014/main" id="{607C7439-6A5E-79AF-3C80-49198ACEA26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4" name="Group 853">
            <a:extLst>
              <a:ext uri="{FF2B5EF4-FFF2-40B4-BE49-F238E27FC236}">
                <a16:creationId xmlns:a16="http://schemas.microsoft.com/office/drawing/2014/main" id="{242A4BA2-0AB9-F1FF-B38A-A664D94AB07B}"/>
              </a:ext>
            </a:extLst>
          </p:cNvPr>
          <p:cNvGrpSpPr/>
          <p:nvPr/>
        </p:nvGrpSpPr>
        <p:grpSpPr>
          <a:xfrm>
            <a:off x="2937173" y="4419601"/>
            <a:ext cx="721206" cy="610396"/>
            <a:chOff x="2937173" y="4419601"/>
            <a:chExt cx="721206" cy="610396"/>
          </a:xfrm>
        </p:grpSpPr>
        <p:sp>
          <p:nvSpPr>
            <p:cNvPr id="855" name="Rectangle 854">
              <a:extLst>
                <a:ext uri="{FF2B5EF4-FFF2-40B4-BE49-F238E27FC236}">
                  <a16:creationId xmlns:a16="http://schemas.microsoft.com/office/drawing/2014/main" id="{700F887F-FDE8-4200-894D-EA449B2FE608}"/>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56" name="Right Triangle 855">
              <a:extLst>
                <a:ext uri="{FF2B5EF4-FFF2-40B4-BE49-F238E27FC236}">
                  <a16:creationId xmlns:a16="http://schemas.microsoft.com/office/drawing/2014/main" id="{E01D7949-8192-5662-4C92-0F310CEA12DD}"/>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7" name="Group 856">
              <a:extLst>
                <a:ext uri="{FF2B5EF4-FFF2-40B4-BE49-F238E27FC236}">
                  <a16:creationId xmlns:a16="http://schemas.microsoft.com/office/drawing/2014/main" id="{9CEEB40F-3204-A773-B1D4-59F197F456FB}"/>
                </a:ext>
              </a:extLst>
            </p:cNvPr>
            <p:cNvGrpSpPr/>
            <p:nvPr/>
          </p:nvGrpSpPr>
          <p:grpSpPr>
            <a:xfrm>
              <a:off x="3607766" y="4425699"/>
              <a:ext cx="37817" cy="61390"/>
              <a:chOff x="3883481" y="2057400"/>
              <a:chExt cx="1608363" cy="2652031"/>
            </a:xfrm>
            <a:solidFill>
              <a:srgbClr val="A6A6A6">
                <a:alpha val="20000"/>
              </a:srgbClr>
            </a:solidFill>
          </p:grpSpPr>
          <p:sp>
            <p:nvSpPr>
              <p:cNvPr id="858" name="Oval 27">
                <a:extLst>
                  <a:ext uri="{FF2B5EF4-FFF2-40B4-BE49-F238E27FC236}">
                    <a16:creationId xmlns:a16="http://schemas.microsoft.com/office/drawing/2014/main" id="{2AC9C6E8-95AB-1052-389A-BBEC9EAA778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9" name="Oval 28">
                <a:extLst>
                  <a:ext uri="{FF2B5EF4-FFF2-40B4-BE49-F238E27FC236}">
                    <a16:creationId xmlns:a16="http://schemas.microsoft.com/office/drawing/2014/main" id="{A524B01A-9249-3923-46EA-A2E693B79BA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60" name="Group 859">
            <a:extLst>
              <a:ext uri="{FF2B5EF4-FFF2-40B4-BE49-F238E27FC236}">
                <a16:creationId xmlns:a16="http://schemas.microsoft.com/office/drawing/2014/main" id="{DA9320B8-9F04-C1D6-BE72-764032385F42}"/>
              </a:ext>
            </a:extLst>
          </p:cNvPr>
          <p:cNvGrpSpPr/>
          <p:nvPr/>
        </p:nvGrpSpPr>
        <p:grpSpPr>
          <a:xfrm>
            <a:off x="6286130" y="4419624"/>
            <a:ext cx="721206" cy="609701"/>
            <a:chOff x="6286130" y="4419624"/>
            <a:chExt cx="721206" cy="609701"/>
          </a:xfrm>
        </p:grpSpPr>
        <p:sp>
          <p:nvSpPr>
            <p:cNvPr id="861" name="Rectangle 860">
              <a:hlinkHover r:id="" action="ppaction://noaction" highlightClick="1"/>
              <a:extLst>
                <a:ext uri="{FF2B5EF4-FFF2-40B4-BE49-F238E27FC236}">
                  <a16:creationId xmlns:a16="http://schemas.microsoft.com/office/drawing/2014/main" id="{567CCDD4-8400-C1C0-8C87-9856E2A34C8B}"/>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62" name="Oval 861">
              <a:extLst>
                <a:ext uri="{FF2B5EF4-FFF2-40B4-BE49-F238E27FC236}">
                  <a16:creationId xmlns:a16="http://schemas.microsoft.com/office/drawing/2014/main" id="{7DA82486-7410-700D-9EE3-13697E2C5E17}"/>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3" name="Isosceles Triangle 648">
              <a:extLst>
                <a:ext uri="{FF2B5EF4-FFF2-40B4-BE49-F238E27FC236}">
                  <a16:creationId xmlns:a16="http://schemas.microsoft.com/office/drawing/2014/main" id="{A0C24FC2-EEA8-E0C1-DC93-90485DF9D858}"/>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4" name="Group 863">
            <a:extLst>
              <a:ext uri="{FF2B5EF4-FFF2-40B4-BE49-F238E27FC236}">
                <a16:creationId xmlns:a16="http://schemas.microsoft.com/office/drawing/2014/main" id="{57E3B6BA-B1ED-ED17-FC82-05764DF54CFB}"/>
              </a:ext>
            </a:extLst>
          </p:cNvPr>
          <p:cNvGrpSpPr/>
          <p:nvPr/>
        </p:nvGrpSpPr>
        <p:grpSpPr>
          <a:xfrm>
            <a:off x="5458940" y="5135305"/>
            <a:ext cx="721206" cy="609701"/>
            <a:chOff x="5458940" y="5135305"/>
            <a:chExt cx="721206" cy="609701"/>
          </a:xfrm>
        </p:grpSpPr>
        <p:sp>
          <p:nvSpPr>
            <p:cNvPr id="865" name="Rectangle 864">
              <a:hlinkHover r:id="" action="ppaction://noaction" highlightClick="1"/>
              <a:extLst>
                <a:ext uri="{FF2B5EF4-FFF2-40B4-BE49-F238E27FC236}">
                  <a16:creationId xmlns:a16="http://schemas.microsoft.com/office/drawing/2014/main" id="{88A4C69A-7E01-896C-714E-51AEED51EEE1}"/>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66" name="Oval 865">
              <a:extLst>
                <a:ext uri="{FF2B5EF4-FFF2-40B4-BE49-F238E27FC236}">
                  <a16:creationId xmlns:a16="http://schemas.microsoft.com/office/drawing/2014/main" id="{FA579A05-E4F2-EECD-D87B-2045A475884D}"/>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7" name="Isosceles Triangle 648">
              <a:extLst>
                <a:ext uri="{FF2B5EF4-FFF2-40B4-BE49-F238E27FC236}">
                  <a16:creationId xmlns:a16="http://schemas.microsoft.com/office/drawing/2014/main" id="{5D762606-7926-300C-87FE-6ACE2093EA6A}"/>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8" name="Group 867">
            <a:extLst>
              <a:ext uri="{FF2B5EF4-FFF2-40B4-BE49-F238E27FC236}">
                <a16:creationId xmlns:a16="http://schemas.microsoft.com/office/drawing/2014/main" id="{07EFAFD1-45D7-1DF9-1BA7-D091F545F242}"/>
              </a:ext>
            </a:extLst>
          </p:cNvPr>
          <p:cNvGrpSpPr/>
          <p:nvPr/>
        </p:nvGrpSpPr>
        <p:grpSpPr>
          <a:xfrm>
            <a:off x="6289146" y="5141017"/>
            <a:ext cx="721206" cy="609701"/>
            <a:chOff x="6289146" y="5141017"/>
            <a:chExt cx="721206" cy="609701"/>
          </a:xfrm>
        </p:grpSpPr>
        <p:sp>
          <p:nvSpPr>
            <p:cNvPr id="869" name="Rectangle 868">
              <a:hlinkHover r:id="" action="ppaction://noaction" highlightClick="1"/>
              <a:extLst>
                <a:ext uri="{FF2B5EF4-FFF2-40B4-BE49-F238E27FC236}">
                  <a16:creationId xmlns:a16="http://schemas.microsoft.com/office/drawing/2014/main" id="{20783841-9542-22A7-3496-67F25F70886E}"/>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70" name="Oval 869">
              <a:extLst>
                <a:ext uri="{FF2B5EF4-FFF2-40B4-BE49-F238E27FC236}">
                  <a16:creationId xmlns:a16="http://schemas.microsoft.com/office/drawing/2014/main" id="{D381DF9E-907B-ECE9-BF34-32309EFE1C72}"/>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1" name="Isosceles Triangle 648">
              <a:extLst>
                <a:ext uri="{FF2B5EF4-FFF2-40B4-BE49-F238E27FC236}">
                  <a16:creationId xmlns:a16="http://schemas.microsoft.com/office/drawing/2014/main" id="{BE0F561B-7883-04F6-50E2-1DEAF265BC26}"/>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2" name="Group 871">
            <a:extLst>
              <a:ext uri="{FF2B5EF4-FFF2-40B4-BE49-F238E27FC236}">
                <a16:creationId xmlns:a16="http://schemas.microsoft.com/office/drawing/2014/main" id="{C63CCA75-F01C-FA74-6962-D03AE6E15041}"/>
              </a:ext>
            </a:extLst>
          </p:cNvPr>
          <p:cNvGrpSpPr/>
          <p:nvPr/>
        </p:nvGrpSpPr>
        <p:grpSpPr>
          <a:xfrm>
            <a:off x="7122911" y="4419624"/>
            <a:ext cx="721206" cy="609701"/>
            <a:chOff x="7122911" y="4419624"/>
            <a:chExt cx="721206" cy="609701"/>
          </a:xfrm>
        </p:grpSpPr>
        <p:sp>
          <p:nvSpPr>
            <p:cNvPr id="873" name="Rectangle 872">
              <a:hlinkHover r:id="" action="ppaction://noaction" highlightClick="1"/>
              <a:extLst>
                <a:ext uri="{FF2B5EF4-FFF2-40B4-BE49-F238E27FC236}">
                  <a16:creationId xmlns:a16="http://schemas.microsoft.com/office/drawing/2014/main" id="{4F603A8A-D077-E368-1015-3DDBA57132AC}"/>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74" name="Oval 873">
              <a:extLst>
                <a:ext uri="{FF2B5EF4-FFF2-40B4-BE49-F238E27FC236}">
                  <a16:creationId xmlns:a16="http://schemas.microsoft.com/office/drawing/2014/main" id="{4AF2E098-37F6-024E-F762-5F5573266B4C}"/>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5" name="Isosceles Triangle 648">
              <a:extLst>
                <a:ext uri="{FF2B5EF4-FFF2-40B4-BE49-F238E27FC236}">
                  <a16:creationId xmlns:a16="http://schemas.microsoft.com/office/drawing/2014/main" id="{3301FE34-3C5C-8E89-02D8-079A2F18EFF5}"/>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0" name="Group 879">
            <a:extLst>
              <a:ext uri="{FF2B5EF4-FFF2-40B4-BE49-F238E27FC236}">
                <a16:creationId xmlns:a16="http://schemas.microsoft.com/office/drawing/2014/main" id="{7D92EA9C-9966-56EE-3680-08A3367DF46E}"/>
              </a:ext>
            </a:extLst>
          </p:cNvPr>
          <p:cNvGrpSpPr/>
          <p:nvPr/>
        </p:nvGrpSpPr>
        <p:grpSpPr>
          <a:xfrm>
            <a:off x="5454385" y="4419624"/>
            <a:ext cx="721206" cy="609701"/>
            <a:chOff x="5454385" y="4419624"/>
            <a:chExt cx="721206" cy="609701"/>
          </a:xfrm>
        </p:grpSpPr>
        <p:sp>
          <p:nvSpPr>
            <p:cNvPr id="881" name="Rectangle 880">
              <a:hlinkHover r:id="" action="ppaction://noaction" highlightClick="1"/>
              <a:extLst>
                <a:ext uri="{FF2B5EF4-FFF2-40B4-BE49-F238E27FC236}">
                  <a16:creationId xmlns:a16="http://schemas.microsoft.com/office/drawing/2014/main" id="{75B9552F-AB04-10EE-0320-594E64607A6B}"/>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82" name="Oval 881">
              <a:extLst>
                <a:ext uri="{FF2B5EF4-FFF2-40B4-BE49-F238E27FC236}">
                  <a16:creationId xmlns:a16="http://schemas.microsoft.com/office/drawing/2014/main" id="{488BED37-DE93-799B-385B-2B151DBB175E}"/>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3" name="Isosceles Triangle 648">
              <a:extLst>
                <a:ext uri="{FF2B5EF4-FFF2-40B4-BE49-F238E27FC236}">
                  <a16:creationId xmlns:a16="http://schemas.microsoft.com/office/drawing/2014/main" id="{82735FDB-7F63-1042-EA2E-950B5F40FF32}"/>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4" name="Group 883">
            <a:extLst>
              <a:ext uri="{FF2B5EF4-FFF2-40B4-BE49-F238E27FC236}">
                <a16:creationId xmlns:a16="http://schemas.microsoft.com/office/drawing/2014/main" id="{B245C8AC-4245-019B-5124-8CDABE5359F6}"/>
              </a:ext>
            </a:extLst>
          </p:cNvPr>
          <p:cNvGrpSpPr/>
          <p:nvPr/>
        </p:nvGrpSpPr>
        <p:grpSpPr>
          <a:xfrm>
            <a:off x="3775041" y="5130133"/>
            <a:ext cx="721895" cy="609700"/>
            <a:chOff x="3775041" y="5130133"/>
            <a:chExt cx="721895" cy="609700"/>
          </a:xfrm>
        </p:grpSpPr>
        <p:sp>
          <p:nvSpPr>
            <p:cNvPr id="885" name="Rectangle 884">
              <a:hlinkHover r:id="" action="ppaction://noaction" highlightClick="1"/>
              <a:extLst>
                <a:ext uri="{FF2B5EF4-FFF2-40B4-BE49-F238E27FC236}">
                  <a16:creationId xmlns:a16="http://schemas.microsoft.com/office/drawing/2014/main" id="{0536C7D2-2086-24E6-8CC0-AA906310E550}"/>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86" name="Diamond 885">
              <a:extLst>
                <a:ext uri="{FF2B5EF4-FFF2-40B4-BE49-F238E27FC236}">
                  <a16:creationId xmlns:a16="http://schemas.microsoft.com/office/drawing/2014/main" id="{D5EF6487-37B3-47AD-EA45-0D9E679B0738}"/>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7" name="Oval 886">
              <a:extLst>
                <a:ext uri="{FF2B5EF4-FFF2-40B4-BE49-F238E27FC236}">
                  <a16:creationId xmlns:a16="http://schemas.microsoft.com/office/drawing/2014/main" id="{A0EF415A-F8D4-3B34-AC6A-AA1E12F05B6D}"/>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8" name="Group 887">
            <a:extLst>
              <a:ext uri="{FF2B5EF4-FFF2-40B4-BE49-F238E27FC236}">
                <a16:creationId xmlns:a16="http://schemas.microsoft.com/office/drawing/2014/main" id="{18CB3B0B-1BC0-1935-7FC6-360C602F519B}"/>
              </a:ext>
            </a:extLst>
          </p:cNvPr>
          <p:cNvGrpSpPr/>
          <p:nvPr/>
        </p:nvGrpSpPr>
        <p:grpSpPr>
          <a:xfrm>
            <a:off x="4618174" y="5130748"/>
            <a:ext cx="721895" cy="609700"/>
            <a:chOff x="4618174" y="5130748"/>
            <a:chExt cx="721895" cy="609700"/>
          </a:xfrm>
        </p:grpSpPr>
        <p:sp>
          <p:nvSpPr>
            <p:cNvPr id="889" name="Rectangle 888">
              <a:hlinkHover r:id="" action="ppaction://noaction" highlightClick="1"/>
              <a:extLst>
                <a:ext uri="{FF2B5EF4-FFF2-40B4-BE49-F238E27FC236}">
                  <a16:creationId xmlns:a16="http://schemas.microsoft.com/office/drawing/2014/main" id="{4EC946FB-20ED-84B1-64A7-0C9C96246856}"/>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90" name="Diamond 889">
              <a:extLst>
                <a:ext uri="{FF2B5EF4-FFF2-40B4-BE49-F238E27FC236}">
                  <a16:creationId xmlns:a16="http://schemas.microsoft.com/office/drawing/2014/main" id="{87FDFD68-1639-4813-8E6E-21DE39BFD4DD}"/>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1" name="Oval 890">
              <a:extLst>
                <a:ext uri="{FF2B5EF4-FFF2-40B4-BE49-F238E27FC236}">
                  <a16:creationId xmlns:a16="http://schemas.microsoft.com/office/drawing/2014/main" id="{F925C7BE-3726-1E9D-7054-9B1A110A9C5F}"/>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2" name="Group 891">
            <a:extLst>
              <a:ext uri="{FF2B5EF4-FFF2-40B4-BE49-F238E27FC236}">
                <a16:creationId xmlns:a16="http://schemas.microsoft.com/office/drawing/2014/main" id="{8C370091-0557-7E18-A3B4-7B88DEBA5675}"/>
              </a:ext>
            </a:extLst>
          </p:cNvPr>
          <p:cNvGrpSpPr/>
          <p:nvPr/>
        </p:nvGrpSpPr>
        <p:grpSpPr>
          <a:xfrm>
            <a:off x="7125833" y="5143368"/>
            <a:ext cx="721206" cy="609701"/>
            <a:chOff x="7125833" y="5143368"/>
            <a:chExt cx="721206" cy="609701"/>
          </a:xfrm>
        </p:grpSpPr>
        <p:sp>
          <p:nvSpPr>
            <p:cNvPr id="893" name="Rectangle 892">
              <a:hlinkHover r:id="" action="ppaction://noaction" highlightClick="1"/>
              <a:extLst>
                <a:ext uri="{FF2B5EF4-FFF2-40B4-BE49-F238E27FC236}">
                  <a16:creationId xmlns:a16="http://schemas.microsoft.com/office/drawing/2014/main" id="{BCE53947-E9F4-D8EC-0254-22A2DEB01AD7}"/>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94" name="Oval 893">
              <a:extLst>
                <a:ext uri="{FF2B5EF4-FFF2-40B4-BE49-F238E27FC236}">
                  <a16:creationId xmlns:a16="http://schemas.microsoft.com/office/drawing/2014/main" id="{9466D51A-0C47-8CCC-CE30-7A1D082D6E12}"/>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5" name="Isosceles Triangle 648">
              <a:extLst>
                <a:ext uri="{FF2B5EF4-FFF2-40B4-BE49-F238E27FC236}">
                  <a16:creationId xmlns:a16="http://schemas.microsoft.com/office/drawing/2014/main" id="{33E6C744-C794-6016-CA9E-19E81C3AEDF9}"/>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6" name="Group 895">
            <a:extLst>
              <a:ext uri="{FF2B5EF4-FFF2-40B4-BE49-F238E27FC236}">
                <a16:creationId xmlns:a16="http://schemas.microsoft.com/office/drawing/2014/main" id="{5CA51EB5-4AF6-45DC-54B6-BEF82A1C5A6A}"/>
              </a:ext>
            </a:extLst>
          </p:cNvPr>
          <p:cNvGrpSpPr/>
          <p:nvPr/>
        </p:nvGrpSpPr>
        <p:grpSpPr>
          <a:xfrm>
            <a:off x="7122911" y="3698231"/>
            <a:ext cx="721206" cy="609701"/>
            <a:chOff x="7122911" y="3698231"/>
            <a:chExt cx="721206" cy="609701"/>
          </a:xfrm>
        </p:grpSpPr>
        <p:sp>
          <p:nvSpPr>
            <p:cNvPr id="897" name="Rectangle 896">
              <a:hlinkHover r:id="" action="ppaction://noaction" highlightClick="1"/>
              <a:extLst>
                <a:ext uri="{FF2B5EF4-FFF2-40B4-BE49-F238E27FC236}">
                  <a16:creationId xmlns:a16="http://schemas.microsoft.com/office/drawing/2014/main" id="{A019857A-98A6-377D-AD60-7117C5B65EBA}"/>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98" name="Oval 897">
              <a:extLst>
                <a:ext uri="{FF2B5EF4-FFF2-40B4-BE49-F238E27FC236}">
                  <a16:creationId xmlns:a16="http://schemas.microsoft.com/office/drawing/2014/main" id="{932A1C53-5C8C-563E-9520-B7FA937BEB18}"/>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9" name="Isosceles Triangle 648">
              <a:extLst>
                <a:ext uri="{FF2B5EF4-FFF2-40B4-BE49-F238E27FC236}">
                  <a16:creationId xmlns:a16="http://schemas.microsoft.com/office/drawing/2014/main" id="{C3D7A97A-1128-6671-F1FB-47B3CF5F454B}"/>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0" name="Group 899">
            <a:extLst>
              <a:ext uri="{FF2B5EF4-FFF2-40B4-BE49-F238E27FC236}">
                <a16:creationId xmlns:a16="http://schemas.microsoft.com/office/drawing/2014/main" id="{03E954D2-0397-F8DB-5FED-8FA63D8CC5B4}"/>
              </a:ext>
            </a:extLst>
          </p:cNvPr>
          <p:cNvGrpSpPr/>
          <p:nvPr/>
        </p:nvGrpSpPr>
        <p:grpSpPr>
          <a:xfrm>
            <a:off x="6286224" y="3620338"/>
            <a:ext cx="721206" cy="687594"/>
            <a:chOff x="6286224" y="3620338"/>
            <a:chExt cx="721206" cy="687594"/>
          </a:xfrm>
        </p:grpSpPr>
        <p:cxnSp>
          <p:nvCxnSpPr>
            <p:cNvPr id="901" name="Straight Connector 900">
              <a:extLst>
                <a:ext uri="{FF2B5EF4-FFF2-40B4-BE49-F238E27FC236}">
                  <a16:creationId xmlns:a16="http://schemas.microsoft.com/office/drawing/2014/main" id="{165615E9-25F5-4691-6561-1FA06B377C47}"/>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902" name="Rectangle 901">
              <a:hlinkHover r:id="" action="ppaction://noaction" highlightClick="1"/>
              <a:extLst>
                <a:ext uri="{FF2B5EF4-FFF2-40B4-BE49-F238E27FC236}">
                  <a16:creationId xmlns:a16="http://schemas.microsoft.com/office/drawing/2014/main" id="{993EA189-6592-FD7B-F15B-57E0B53B5B7A}"/>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03" name="Oval 902">
              <a:extLst>
                <a:ext uri="{FF2B5EF4-FFF2-40B4-BE49-F238E27FC236}">
                  <a16:creationId xmlns:a16="http://schemas.microsoft.com/office/drawing/2014/main" id="{58D6F7EA-2A29-FD99-0730-79A9C92F2D06}"/>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4" name="Isosceles Triangle 648">
              <a:extLst>
                <a:ext uri="{FF2B5EF4-FFF2-40B4-BE49-F238E27FC236}">
                  <a16:creationId xmlns:a16="http://schemas.microsoft.com/office/drawing/2014/main" id="{8120AF58-7031-9DD5-1CDF-F735DD154EA5}"/>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87" name="Group 1586">
            <a:extLst>
              <a:ext uri="{FF2B5EF4-FFF2-40B4-BE49-F238E27FC236}">
                <a16:creationId xmlns:a16="http://schemas.microsoft.com/office/drawing/2014/main" id="{A160C0BE-6F6A-7264-E649-22BCE6941F40}"/>
              </a:ext>
            </a:extLst>
          </p:cNvPr>
          <p:cNvGrpSpPr/>
          <p:nvPr/>
        </p:nvGrpSpPr>
        <p:grpSpPr>
          <a:xfrm>
            <a:off x="5448055" y="1532276"/>
            <a:ext cx="721206" cy="609701"/>
            <a:chOff x="5448055" y="1532276"/>
            <a:chExt cx="721206" cy="609701"/>
          </a:xfrm>
        </p:grpSpPr>
        <p:sp>
          <p:nvSpPr>
            <p:cNvPr id="1588" name="Rectangle 1587">
              <a:extLst>
                <a:ext uri="{FF2B5EF4-FFF2-40B4-BE49-F238E27FC236}">
                  <a16:creationId xmlns:a16="http://schemas.microsoft.com/office/drawing/2014/main" id="{6E276F02-BBD5-9D0E-6009-C57BCA60B8BA}"/>
                </a:ext>
              </a:extLst>
            </p:cNvPr>
            <p:cNvSpPr/>
            <p:nvPr/>
          </p:nvSpPr>
          <p:spPr>
            <a:xfrm>
              <a:off x="5448055"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1589" name="Rectangle 1588">
              <a:extLst>
                <a:ext uri="{FF2B5EF4-FFF2-40B4-BE49-F238E27FC236}">
                  <a16:creationId xmlns:a16="http://schemas.microsoft.com/office/drawing/2014/main" id="{A51C9326-D7CC-1625-3819-6EB6B83CF723}"/>
                </a:ext>
              </a:extLst>
            </p:cNvPr>
            <p:cNvSpPr/>
            <p:nvPr/>
          </p:nvSpPr>
          <p:spPr>
            <a:xfrm flipV="1">
              <a:off x="6059657"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0" name="Oval 15">
              <a:extLst>
                <a:ext uri="{FF2B5EF4-FFF2-40B4-BE49-F238E27FC236}">
                  <a16:creationId xmlns:a16="http://schemas.microsoft.com/office/drawing/2014/main" id="{08EEA6F2-5470-7D79-2ED3-1654F8AE41E1}"/>
                </a:ext>
              </a:extLst>
            </p:cNvPr>
            <p:cNvSpPr/>
            <p:nvPr/>
          </p:nvSpPr>
          <p:spPr>
            <a:xfrm>
              <a:off x="6087046"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91" name="Straight Connector 1590">
              <a:extLst>
                <a:ext uri="{FF2B5EF4-FFF2-40B4-BE49-F238E27FC236}">
                  <a16:creationId xmlns:a16="http://schemas.microsoft.com/office/drawing/2014/main" id="{5D9035AB-94DE-3F9F-7D4A-4EFAC66B803B}"/>
                </a:ext>
              </a:extLst>
            </p:cNvPr>
            <p:cNvCxnSpPr>
              <a:cxnSpLocks/>
              <a:stCxn id="1590" idx="0"/>
            </p:cNvCxnSpPr>
            <p:nvPr/>
          </p:nvCxnSpPr>
          <p:spPr>
            <a:xfrm flipV="1">
              <a:off x="6092743"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92" name="Straight Connector 1591">
              <a:extLst>
                <a:ext uri="{FF2B5EF4-FFF2-40B4-BE49-F238E27FC236}">
                  <a16:creationId xmlns:a16="http://schemas.microsoft.com/office/drawing/2014/main" id="{EDF7D4E3-14E7-A26C-61E8-BBE7E5D471BC}"/>
                </a:ext>
              </a:extLst>
            </p:cNvPr>
            <p:cNvCxnSpPr>
              <a:cxnSpLocks/>
            </p:cNvCxnSpPr>
            <p:nvPr/>
          </p:nvCxnSpPr>
          <p:spPr>
            <a:xfrm>
              <a:off x="6098462"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93" name="Group 1592">
            <a:extLst>
              <a:ext uri="{FF2B5EF4-FFF2-40B4-BE49-F238E27FC236}">
                <a16:creationId xmlns:a16="http://schemas.microsoft.com/office/drawing/2014/main" id="{A5415190-73CB-9367-375C-8AB003E79916}"/>
              </a:ext>
            </a:extLst>
          </p:cNvPr>
          <p:cNvGrpSpPr/>
          <p:nvPr/>
        </p:nvGrpSpPr>
        <p:grpSpPr>
          <a:xfrm>
            <a:off x="4611548" y="1532276"/>
            <a:ext cx="721206" cy="609701"/>
            <a:chOff x="4611548" y="1532276"/>
            <a:chExt cx="721206" cy="609701"/>
          </a:xfrm>
        </p:grpSpPr>
        <p:sp>
          <p:nvSpPr>
            <p:cNvPr id="1594" name="Rectangle 1593">
              <a:extLst>
                <a:ext uri="{FF2B5EF4-FFF2-40B4-BE49-F238E27FC236}">
                  <a16:creationId xmlns:a16="http://schemas.microsoft.com/office/drawing/2014/main" id="{797E5B42-3D01-52C5-3F85-FE53C424B42C}"/>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595" name="Right Triangle 1594">
              <a:extLst>
                <a:ext uri="{FF2B5EF4-FFF2-40B4-BE49-F238E27FC236}">
                  <a16:creationId xmlns:a16="http://schemas.microsoft.com/office/drawing/2014/main" id="{C07C2FF6-47AA-EE4E-33D9-EF9BE27ACD2E}"/>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96" name="Group 1595">
              <a:extLst>
                <a:ext uri="{FF2B5EF4-FFF2-40B4-BE49-F238E27FC236}">
                  <a16:creationId xmlns:a16="http://schemas.microsoft.com/office/drawing/2014/main" id="{A10BAFBF-EB97-32D7-325D-3536C5F1C229}"/>
                </a:ext>
              </a:extLst>
            </p:cNvPr>
            <p:cNvGrpSpPr/>
            <p:nvPr/>
          </p:nvGrpSpPr>
          <p:grpSpPr>
            <a:xfrm>
              <a:off x="5276140" y="1542931"/>
              <a:ext cx="37817" cy="61390"/>
              <a:chOff x="3883481" y="2057400"/>
              <a:chExt cx="1608363" cy="2652031"/>
            </a:xfrm>
            <a:solidFill>
              <a:srgbClr val="A6A6A6"/>
            </a:solidFill>
          </p:grpSpPr>
          <p:sp>
            <p:nvSpPr>
              <p:cNvPr id="1597" name="Oval 27">
                <a:extLst>
                  <a:ext uri="{FF2B5EF4-FFF2-40B4-BE49-F238E27FC236}">
                    <a16:creationId xmlns:a16="http://schemas.microsoft.com/office/drawing/2014/main" id="{E19790CB-2BC8-4094-D0E1-EF67F0E0EE8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8" name="Oval 28">
                <a:extLst>
                  <a:ext uri="{FF2B5EF4-FFF2-40B4-BE49-F238E27FC236}">
                    <a16:creationId xmlns:a16="http://schemas.microsoft.com/office/drawing/2014/main" id="{F08D8FE4-E988-E7A1-06A6-33098622B57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07" name="Group 1606">
            <a:extLst>
              <a:ext uri="{FF2B5EF4-FFF2-40B4-BE49-F238E27FC236}">
                <a16:creationId xmlns:a16="http://schemas.microsoft.com/office/drawing/2014/main" id="{B8F3F4D5-2950-5890-5EA9-0F8E27BC78FC}"/>
              </a:ext>
            </a:extLst>
          </p:cNvPr>
          <p:cNvGrpSpPr/>
          <p:nvPr/>
        </p:nvGrpSpPr>
        <p:grpSpPr>
          <a:xfrm>
            <a:off x="11356238" y="90836"/>
            <a:ext cx="721206" cy="609701"/>
            <a:chOff x="11356238" y="90836"/>
            <a:chExt cx="721206" cy="609701"/>
          </a:xfrm>
        </p:grpSpPr>
        <p:sp>
          <p:nvSpPr>
            <p:cNvPr id="1608" name="Rectangle 1607">
              <a:hlinkHover r:id="" action="ppaction://noaction" highlightClick="1"/>
              <a:extLst>
                <a:ext uri="{FF2B5EF4-FFF2-40B4-BE49-F238E27FC236}">
                  <a16:creationId xmlns:a16="http://schemas.microsoft.com/office/drawing/2014/main" id="{F9BA2817-1B94-647E-FE81-E1D0154A0151}"/>
                </a:ext>
              </a:extLst>
            </p:cNvPr>
            <p:cNvSpPr/>
            <p:nvPr/>
          </p:nvSpPr>
          <p:spPr>
            <a:xfrm>
              <a:off x="11356238"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1609" name="Oval 1608">
              <a:extLst>
                <a:ext uri="{FF2B5EF4-FFF2-40B4-BE49-F238E27FC236}">
                  <a16:creationId xmlns:a16="http://schemas.microsoft.com/office/drawing/2014/main" id="{028D7CB5-719F-8052-BEC4-575CBB9F2117}"/>
                </a:ext>
              </a:extLst>
            </p:cNvPr>
            <p:cNvSpPr/>
            <p:nvPr/>
          </p:nvSpPr>
          <p:spPr>
            <a:xfrm>
              <a:off x="11934777"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0" name="Isosceles Triangle 648">
              <a:extLst>
                <a:ext uri="{FF2B5EF4-FFF2-40B4-BE49-F238E27FC236}">
                  <a16:creationId xmlns:a16="http://schemas.microsoft.com/office/drawing/2014/main" id="{DFA83B23-95AD-0854-F77C-191B312F05F6}"/>
                </a:ext>
              </a:extLst>
            </p:cNvPr>
            <p:cNvSpPr/>
            <p:nvPr/>
          </p:nvSpPr>
          <p:spPr>
            <a:xfrm>
              <a:off x="11964901"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11" name="Group 1610">
            <a:extLst>
              <a:ext uri="{FF2B5EF4-FFF2-40B4-BE49-F238E27FC236}">
                <a16:creationId xmlns:a16="http://schemas.microsoft.com/office/drawing/2014/main" id="{D1056EF5-029E-D63A-4094-B2745E4383AB}"/>
              </a:ext>
            </a:extLst>
          </p:cNvPr>
          <p:cNvGrpSpPr/>
          <p:nvPr/>
        </p:nvGrpSpPr>
        <p:grpSpPr>
          <a:xfrm>
            <a:off x="11356238" y="3694774"/>
            <a:ext cx="721206" cy="609701"/>
            <a:chOff x="11356238" y="3694774"/>
            <a:chExt cx="721206" cy="609701"/>
          </a:xfrm>
        </p:grpSpPr>
        <p:sp>
          <p:nvSpPr>
            <p:cNvPr id="1612" name="Rectangle 1611">
              <a:hlinkHover r:id="" action="ppaction://noaction" highlightClick="1"/>
              <a:extLst>
                <a:ext uri="{FF2B5EF4-FFF2-40B4-BE49-F238E27FC236}">
                  <a16:creationId xmlns:a16="http://schemas.microsoft.com/office/drawing/2014/main" id="{386EB6A4-6955-777B-8D23-BE407154EE62}"/>
                </a:ext>
              </a:extLst>
            </p:cNvPr>
            <p:cNvSpPr/>
            <p:nvPr/>
          </p:nvSpPr>
          <p:spPr>
            <a:xfrm>
              <a:off x="11356238" y="369477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1613" name="Oval 1612">
              <a:extLst>
                <a:ext uri="{FF2B5EF4-FFF2-40B4-BE49-F238E27FC236}">
                  <a16:creationId xmlns:a16="http://schemas.microsoft.com/office/drawing/2014/main" id="{DE6AD597-2E8E-D3A3-ABCA-DB9C345F0917}"/>
                </a:ext>
              </a:extLst>
            </p:cNvPr>
            <p:cNvSpPr/>
            <p:nvPr/>
          </p:nvSpPr>
          <p:spPr>
            <a:xfrm>
              <a:off x="11934777" y="3702531"/>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4" name="Isosceles Triangle 648">
              <a:extLst>
                <a:ext uri="{FF2B5EF4-FFF2-40B4-BE49-F238E27FC236}">
                  <a16:creationId xmlns:a16="http://schemas.microsoft.com/office/drawing/2014/main" id="{606CF2AA-5A3F-C4DF-27D8-AED4ACC3E498}"/>
                </a:ext>
              </a:extLst>
            </p:cNvPr>
            <p:cNvSpPr/>
            <p:nvPr/>
          </p:nvSpPr>
          <p:spPr>
            <a:xfrm>
              <a:off x="11964901"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15" name="Group 1614">
            <a:extLst>
              <a:ext uri="{FF2B5EF4-FFF2-40B4-BE49-F238E27FC236}">
                <a16:creationId xmlns:a16="http://schemas.microsoft.com/office/drawing/2014/main" id="{BC8EE68E-C738-9325-3946-BE28B23CC4CC}"/>
              </a:ext>
            </a:extLst>
          </p:cNvPr>
          <p:cNvGrpSpPr/>
          <p:nvPr/>
        </p:nvGrpSpPr>
        <p:grpSpPr>
          <a:xfrm>
            <a:off x="9657689" y="4419620"/>
            <a:ext cx="721206" cy="609701"/>
            <a:chOff x="9657689" y="4419620"/>
            <a:chExt cx="721206" cy="609701"/>
          </a:xfrm>
        </p:grpSpPr>
        <p:sp>
          <p:nvSpPr>
            <p:cNvPr id="1616" name="Rectangle 1615">
              <a:hlinkHover r:id="" action="ppaction://noaction" highlightClick="1"/>
              <a:extLst>
                <a:ext uri="{FF2B5EF4-FFF2-40B4-BE49-F238E27FC236}">
                  <a16:creationId xmlns:a16="http://schemas.microsoft.com/office/drawing/2014/main" id="{1204C97C-B414-DF8F-A613-ED600BB12925}"/>
                </a:ext>
              </a:extLst>
            </p:cNvPr>
            <p:cNvSpPr/>
            <p:nvPr/>
          </p:nvSpPr>
          <p:spPr>
            <a:xfrm>
              <a:off x="965768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1617" name="Oval 1616">
              <a:extLst>
                <a:ext uri="{FF2B5EF4-FFF2-40B4-BE49-F238E27FC236}">
                  <a16:creationId xmlns:a16="http://schemas.microsoft.com/office/drawing/2014/main" id="{F7968C7C-69BC-D5CC-8317-997AC5C1BAD7}"/>
                </a:ext>
              </a:extLst>
            </p:cNvPr>
            <p:cNvSpPr/>
            <p:nvPr/>
          </p:nvSpPr>
          <p:spPr>
            <a:xfrm>
              <a:off x="10231216"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8" name="Isosceles Triangle 648">
              <a:extLst>
                <a:ext uri="{FF2B5EF4-FFF2-40B4-BE49-F238E27FC236}">
                  <a16:creationId xmlns:a16="http://schemas.microsoft.com/office/drawing/2014/main" id="{22C157E4-1759-FC66-E8F5-66FD0734CB44}"/>
                </a:ext>
              </a:extLst>
            </p:cNvPr>
            <p:cNvSpPr/>
            <p:nvPr/>
          </p:nvSpPr>
          <p:spPr>
            <a:xfrm>
              <a:off x="10261340"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19" name="Group 1618">
            <a:extLst>
              <a:ext uri="{FF2B5EF4-FFF2-40B4-BE49-F238E27FC236}">
                <a16:creationId xmlns:a16="http://schemas.microsoft.com/office/drawing/2014/main" id="{39F07CAE-6B50-A8FC-364B-3837FDC7D6F8}"/>
              </a:ext>
            </a:extLst>
          </p:cNvPr>
          <p:cNvGrpSpPr/>
          <p:nvPr/>
        </p:nvGrpSpPr>
        <p:grpSpPr>
          <a:xfrm>
            <a:off x="10506964" y="4419620"/>
            <a:ext cx="721206" cy="609701"/>
            <a:chOff x="10506964" y="4419620"/>
            <a:chExt cx="721206" cy="609701"/>
          </a:xfrm>
        </p:grpSpPr>
        <p:sp>
          <p:nvSpPr>
            <p:cNvPr id="1620" name="Rectangle 1619">
              <a:hlinkHover r:id="" action="ppaction://noaction" highlightClick="1"/>
              <a:extLst>
                <a:ext uri="{FF2B5EF4-FFF2-40B4-BE49-F238E27FC236}">
                  <a16:creationId xmlns:a16="http://schemas.microsoft.com/office/drawing/2014/main" id="{1329A60A-CDC5-B166-AA66-80051074D40A}"/>
                </a:ext>
              </a:extLst>
            </p:cNvPr>
            <p:cNvSpPr/>
            <p:nvPr/>
          </p:nvSpPr>
          <p:spPr>
            <a:xfrm>
              <a:off x="10506964"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1621" name="Oval 1620">
              <a:extLst>
                <a:ext uri="{FF2B5EF4-FFF2-40B4-BE49-F238E27FC236}">
                  <a16:creationId xmlns:a16="http://schemas.microsoft.com/office/drawing/2014/main" id="{2E667949-80B0-7717-6D01-2F7DBAE40588}"/>
                </a:ext>
              </a:extLst>
            </p:cNvPr>
            <p:cNvSpPr/>
            <p:nvPr/>
          </p:nvSpPr>
          <p:spPr>
            <a:xfrm>
              <a:off x="11085503" y="442737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2" name="Isosceles Triangle 648">
              <a:extLst>
                <a:ext uri="{FF2B5EF4-FFF2-40B4-BE49-F238E27FC236}">
                  <a16:creationId xmlns:a16="http://schemas.microsoft.com/office/drawing/2014/main" id="{5FB16D3F-D4B3-0F30-B2C5-FDE0E4A46D43}"/>
                </a:ext>
              </a:extLst>
            </p:cNvPr>
            <p:cNvSpPr/>
            <p:nvPr/>
          </p:nvSpPr>
          <p:spPr>
            <a:xfrm>
              <a:off x="11115627" y="444088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23" name="Group 1622">
            <a:extLst>
              <a:ext uri="{FF2B5EF4-FFF2-40B4-BE49-F238E27FC236}">
                <a16:creationId xmlns:a16="http://schemas.microsoft.com/office/drawing/2014/main" id="{7FD73F27-0E0F-5600-C2E8-72BEAE8E0E5A}"/>
              </a:ext>
            </a:extLst>
          </p:cNvPr>
          <p:cNvGrpSpPr/>
          <p:nvPr/>
        </p:nvGrpSpPr>
        <p:grpSpPr>
          <a:xfrm>
            <a:off x="11355999" y="4416261"/>
            <a:ext cx="721206" cy="609701"/>
            <a:chOff x="11355999" y="4416261"/>
            <a:chExt cx="721206" cy="609701"/>
          </a:xfrm>
        </p:grpSpPr>
        <p:sp>
          <p:nvSpPr>
            <p:cNvPr id="1624" name="Rectangle 1623">
              <a:hlinkHover r:id="" action="ppaction://noaction" highlightClick="1"/>
              <a:extLst>
                <a:ext uri="{FF2B5EF4-FFF2-40B4-BE49-F238E27FC236}">
                  <a16:creationId xmlns:a16="http://schemas.microsoft.com/office/drawing/2014/main" id="{1A412692-7FE3-7F9E-5273-F48D32B12F00}"/>
                </a:ext>
              </a:extLst>
            </p:cNvPr>
            <p:cNvSpPr/>
            <p:nvPr/>
          </p:nvSpPr>
          <p:spPr>
            <a:xfrm>
              <a:off x="11355999"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1625" name="Oval 1624">
              <a:extLst>
                <a:ext uri="{FF2B5EF4-FFF2-40B4-BE49-F238E27FC236}">
                  <a16:creationId xmlns:a16="http://schemas.microsoft.com/office/drawing/2014/main" id="{887B1215-9304-A35B-F30B-B79B4F762EF7}"/>
                </a:ext>
              </a:extLst>
            </p:cNvPr>
            <p:cNvSpPr/>
            <p:nvPr/>
          </p:nvSpPr>
          <p:spPr>
            <a:xfrm>
              <a:off x="11934538"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6" name="Isosceles Triangle 648">
              <a:extLst>
                <a:ext uri="{FF2B5EF4-FFF2-40B4-BE49-F238E27FC236}">
                  <a16:creationId xmlns:a16="http://schemas.microsoft.com/office/drawing/2014/main" id="{C0167EA5-DBEB-9F65-F976-F76D145D770D}"/>
                </a:ext>
              </a:extLst>
            </p:cNvPr>
            <p:cNvSpPr/>
            <p:nvPr/>
          </p:nvSpPr>
          <p:spPr>
            <a:xfrm>
              <a:off x="11964662"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27" name="Group 1626">
            <a:extLst>
              <a:ext uri="{FF2B5EF4-FFF2-40B4-BE49-F238E27FC236}">
                <a16:creationId xmlns:a16="http://schemas.microsoft.com/office/drawing/2014/main" id="{5B75DA86-03E3-C8C8-B743-440A83167741}"/>
              </a:ext>
            </a:extLst>
          </p:cNvPr>
          <p:cNvGrpSpPr/>
          <p:nvPr/>
        </p:nvGrpSpPr>
        <p:grpSpPr>
          <a:xfrm>
            <a:off x="8808522" y="4416261"/>
            <a:ext cx="721206" cy="609701"/>
            <a:chOff x="8808522" y="4416261"/>
            <a:chExt cx="721206" cy="609701"/>
          </a:xfrm>
        </p:grpSpPr>
        <p:sp>
          <p:nvSpPr>
            <p:cNvPr id="1628" name="Rectangle 1627">
              <a:hlinkHover r:id="" action="ppaction://noaction" highlightClick="1"/>
              <a:extLst>
                <a:ext uri="{FF2B5EF4-FFF2-40B4-BE49-F238E27FC236}">
                  <a16:creationId xmlns:a16="http://schemas.microsoft.com/office/drawing/2014/main" id="{F4748183-39CD-DA4B-A56E-27FCF35620BB}"/>
                </a:ext>
              </a:extLst>
            </p:cNvPr>
            <p:cNvSpPr/>
            <p:nvPr/>
          </p:nvSpPr>
          <p:spPr>
            <a:xfrm>
              <a:off x="8808522"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1629" name="Oval 1628">
              <a:extLst>
                <a:ext uri="{FF2B5EF4-FFF2-40B4-BE49-F238E27FC236}">
                  <a16:creationId xmlns:a16="http://schemas.microsoft.com/office/drawing/2014/main" id="{E075CD20-F5D5-715C-0D4D-6231088D838E}"/>
                </a:ext>
              </a:extLst>
            </p:cNvPr>
            <p:cNvSpPr/>
            <p:nvPr/>
          </p:nvSpPr>
          <p:spPr>
            <a:xfrm>
              <a:off x="9387061"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0" name="Isosceles Triangle 648">
              <a:extLst>
                <a:ext uri="{FF2B5EF4-FFF2-40B4-BE49-F238E27FC236}">
                  <a16:creationId xmlns:a16="http://schemas.microsoft.com/office/drawing/2014/main" id="{F81A1514-12AE-026A-7214-855936FA73F7}"/>
                </a:ext>
              </a:extLst>
            </p:cNvPr>
            <p:cNvSpPr/>
            <p:nvPr/>
          </p:nvSpPr>
          <p:spPr>
            <a:xfrm>
              <a:off x="9417185"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31" name="Group 1630">
            <a:extLst>
              <a:ext uri="{FF2B5EF4-FFF2-40B4-BE49-F238E27FC236}">
                <a16:creationId xmlns:a16="http://schemas.microsoft.com/office/drawing/2014/main" id="{931D03D7-0509-A4DC-B1E0-3EDDEE03476E}"/>
              </a:ext>
            </a:extLst>
          </p:cNvPr>
          <p:cNvGrpSpPr/>
          <p:nvPr/>
        </p:nvGrpSpPr>
        <p:grpSpPr>
          <a:xfrm>
            <a:off x="10509575" y="5141013"/>
            <a:ext cx="721206" cy="609701"/>
            <a:chOff x="10509575" y="5141013"/>
            <a:chExt cx="721206" cy="609701"/>
          </a:xfrm>
        </p:grpSpPr>
        <p:sp>
          <p:nvSpPr>
            <p:cNvPr id="1632" name="Rectangle 1631">
              <a:hlinkHover r:id="" action="ppaction://noaction" highlightClick="1"/>
              <a:extLst>
                <a:ext uri="{FF2B5EF4-FFF2-40B4-BE49-F238E27FC236}">
                  <a16:creationId xmlns:a16="http://schemas.microsoft.com/office/drawing/2014/main" id="{643DF0A3-69B5-6CA9-D36C-6DCAB56A1165}"/>
                </a:ext>
              </a:extLst>
            </p:cNvPr>
            <p:cNvSpPr/>
            <p:nvPr/>
          </p:nvSpPr>
          <p:spPr>
            <a:xfrm>
              <a:off x="10509575"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1633" name="Oval 1632">
              <a:extLst>
                <a:ext uri="{FF2B5EF4-FFF2-40B4-BE49-F238E27FC236}">
                  <a16:creationId xmlns:a16="http://schemas.microsoft.com/office/drawing/2014/main" id="{B413B469-609E-7B97-7028-EA25BCAB6B5B}"/>
                </a:ext>
              </a:extLst>
            </p:cNvPr>
            <p:cNvSpPr/>
            <p:nvPr/>
          </p:nvSpPr>
          <p:spPr>
            <a:xfrm>
              <a:off x="11088114" y="514877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4" name="Isosceles Triangle 648">
              <a:extLst>
                <a:ext uri="{FF2B5EF4-FFF2-40B4-BE49-F238E27FC236}">
                  <a16:creationId xmlns:a16="http://schemas.microsoft.com/office/drawing/2014/main" id="{A43A3081-E6E9-1016-5E63-126C6DBE3897}"/>
                </a:ext>
              </a:extLst>
            </p:cNvPr>
            <p:cNvSpPr/>
            <p:nvPr/>
          </p:nvSpPr>
          <p:spPr>
            <a:xfrm>
              <a:off x="11118238" y="51622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35" name="Group 1634">
            <a:extLst>
              <a:ext uri="{FF2B5EF4-FFF2-40B4-BE49-F238E27FC236}">
                <a16:creationId xmlns:a16="http://schemas.microsoft.com/office/drawing/2014/main" id="{DFEBDF99-5D86-6395-30C4-EF19C0263599}"/>
              </a:ext>
            </a:extLst>
          </p:cNvPr>
          <p:cNvGrpSpPr/>
          <p:nvPr/>
        </p:nvGrpSpPr>
        <p:grpSpPr>
          <a:xfrm>
            <a:off x="9657610" y="3698227"/>
            <a:ext cx="721206" cy="609701"/>
            <a:chOff x="9657610" y="3698227"/>
            <a:chExt cx="721206" cy="609701"/>
          </a:xfrm>
        </p:grpSpPr>
        <p:sp>
          <p:nvSpPr>
            <p:cNvPr id="1636" name="Rectangle 1635">
              <a:hlinkHover r:id="" action="ppaction://noaction" highlightClick="1"/>
              <a:extLst>
                <a:ext uri="{FF2B5EF4-FFF2-40B4-BE49-F238E27FC236}">
                  <a16:creationId xmlns:a16="http://schemas.microsoft.com/office/drawing/2014/main" id="{CB500AD5-2FA9-3A74-128C-A90F93266104}"/>
                </a:ext>
              </a:extLst>
            </p:cNvPr>
            <p:cNvSpPr/>
            <p:nvPr/>
          </p:nvSpPr>
          <p:spPr>
            <a:xfrm>
              <a:off x="965761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1637" name="Oval 1636">
              <a:extLst>
                <a:ext uri="{FF2B5EF4-FFF2-40B4-BE49-F238E27FC236}">
                  <a16:creationId xmlns:a16="http://schemas.microsoft.com/office/drawing/2014/main" id="{893AA56D-51D6-3940-A11B-6FDE0BDE0FD4}"/>
                </a:ext>
              </a:extLst>
            </p:cNvPr>
            <p:cNvSpPr/>
            <p:nvPr/>
          </p:nvSpPr>
          <p:spPr>
            <a:xfrm>
              <a:off x="10233763"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8" name="Isosceles Triangle 648">
              <a:extLst>
                <a:ext uri="{FF2B5EF4-FFF2-40B4-BE49-F238E27FC236}">
                  <a16:creationId xmlns:a16="http://schemas.microsoft.com/office/drawing/2014/main" id="{31E2BA39-D03B-87F4-53A5-58506D6D7B53}"/>
                </a:ext>
              </a:extLst>
            </p:cNvPr>
            <p:cNvSpPr/>
            <p:nvPr/>
          </p:nvSpPr>
          <p:spPr>
            <a:xfrm>
              <a:off x="1026388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39" name="Group 1638">
            <a:extLst>
              <a:ext uri="{FF2B5EF4-FFF2-40B4-BE49-F238E27FC236}">
                <a16:creationId xmlns:a16="http://schemas.microsoft.com/office/drawing/2014/main" id="{7ECDA6E7-389F-F6B9-EDEC-5931E42FB711}"/>
              </a:ext>
            </a:extLst>
          </p:cNvPr>
          <p:cNvGrpSpPr/>
          <p:nvPr/>
        </p:nvGrpSpPr>
        <p:grpSpPr>
          <a:xfrm>
            <a:off x="10506924" y="3698227"/>
            <a:ext cx="721206" cy="609701"/>
            <a:chOff x="10506924" y="3698227"/>
            <a:chExt cx="721206" cy="609701"/>
          </a:xfrm>
        </p:grpSpPr>
        <p:sp>
          <p:nvSpPr>
            <p:cNvPr id="1640" name="Rectangle 1639">
              <a:hlinkHover r:id="" action="ppaction://noaction" highlightClick="1"/>
              <a:extLst>
                <a:ext uri="{FF2B5EF4-FFF2-40B4-BE49-F238E27FC236}">
                  <a16:creationId xmlns:a16="http://schemas.microsoft.com/office/drawing/2014/main" id="{9C21B225-A6C8-4D3C-41A1-FEB6589C22EE}"/>
                </a:ext>
              </a:extLst>
            </p:cNvPr>
            <p:cNvSpPr/>
            <p:nvPr/>
          </p:nvSpPr>
          <p:spPr>
            <a:xfrm>
              <a:off x="10506924"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1641" name="Oval 1640">
              <a:extLst>
                <a:ext uri="{FF2B5EF4-FFF2-40B4-BE49-F238E27FC236}">
                  <a16:creationId xmlns:a16="http://schemas.microsoft.com/office/drawing/2014/main" id="{2A944B81-4F44-E197-DF01-BEA9B441AB8E}"/>
                </a:ext>
              </a:extLst>
            </p:cNvPr>
            <p:cNvSpPr/>
            <p:nvPr/>
          </p:nvSpPr>
          <p:spPr>
            <a:xfrm>
              <a:off x="11085463" y="370598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2" name="Isosceles Triangle 648">
              <a:extLst>
                <a:ext uri="{FF2B5EF4-FFF2-40B4-BE49-F238E27FC236}">
                  <a16:creationId xmlns:a16="http://schemas.microsoft.com/office/drawing/2014/main" id="{D30652B0-0FD5-9BDC-BC58-46D9D105E845}"/>
                </a:ext>
              </a:extLst>
            </p:cNvPr>
            <p:cNvSpPr/>
            <p:nvPr/>
          </p:nvSpPr>
          <p:spPr>
            <a:xfrm>
              <a:off x="11115587" y="371949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57" name="Group 1656">
            <a:extLst>
              <a:ext uri="{FF2B5EF4-FFF2-40B4-BE49-F238E27FC236}">
                <a16:creationId xmlns:a16="http://schemas.microsoft.com/office/drawing/2014/main" id="{B5D0EABF-E630-D24C-3190-507E6A05777E}"/>
              </a:ext>
            </a:extLst>
          </p:cNvPr>
          <p:cNvGrpSpPr/>
          <p:nvPr/>
        </p:nvGrpSpPr>
        <p:grpSpPr>
          <a:xfrm>
            <a:off x="9656908" y="1532276"/>
            <a:ext cx="721206" cy="609701"/>
            <a:chOff x="9656908" y="1532276"/>
            <a:chExt cx="721206" cy="609701"/>
          </a:xfrm>
        </p:grpSpPr>
        <p:sp>
          <p:nvSpPr>
            <p:cNvPr id="1658" name="Rectangle 1657">
              <a:extLst>
                <a:ext uri="{FF2B5EF4-FFF2-40B4-BE49-F238E27FC236}">
                  <a16:creationId xmlns:a16="http://schemas.microsoft.com/office/drawing/2014/main" id="{52B4F3AF-FA90-3224-0144-385FF4B4DFA2}"/>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59" name="Rectangle 1658">
              <a:extLst>
                <a:ext uri="{FF2B5EF4-FFF2-40B4-BE49-F238E27FC236}">
                  <a16:creationId xmlns:a16="http://schemas.microsoft.com/office/drawing/2014/main" id="{99E1CF1D-E3F7-D9AD-B83D-92E0911F0ABE}"/>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0" name="Oval 15">
              <a:extLst>
                <a:ext uri="{FF2B5EF4-FFF2-40B4-BE49-F238E27FC236}">
                  <a16:creationId xmlns:a16="http://schemas.microsoft.com/office/drawing/2014/main" id="{2F00CFD3-F700-472A-64A1-CBD08AF9851E}"/>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61" name="Straight Connector 1660">
              <a:extLst>
                <a:ext uri="{FF2B5EF4-FFF2-40B4-BE49-F238E27FC236}">
                  <a16:creationId xmlns:a16="http://schemas.microsoft.com/office/drawing/2014/main" id="{6DDAB7BE-BC06-B165-845F-43CD92CBF0BC}"/>
                </a:ext>
              </a:extLst>
            </p:cNvPr>
            <p:cNvCxnSpPr>
              <a:cxnSpLocks/>
              <a:stCxn id="1660"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62" name="Straight Connector 1661">
              <a:extLst>
                <a:ext uri="{FF2B5EF4-FFF2-40B4-BE49-F238E27FC236}">
                  <a16:creationId xmlns:a16="http://schemas.microsoft.com/office/drawing/2014/main" id="{5E88A747-349A-7B67-56E9-01524BC568A4}"/>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67" name="Group 1666">
            <a:extLst>
              <a:ext uri="{FF2B5EF4-FFF2-40B4-BE49-F238E27FC236}">
                <a16:creationId xmlns:a16="http://schemas.microsoft.com/office/drawing/2014/main" id="{1ACBD368-E13E-2DBE-99C9-F7A577952D42}"/>
              </a:ext>
            </a:extLst>
          </p:cNvPr>
          <p:cNvGrpSpPr/>
          <p:nvPr/>
        </p:nvGrpSpPr>
        <p:grpSpPr>
          <a:xfrm>
            <a:off x="2109625" y="2988627"/>
            <a:ext cx="721206" cy="609701"/>
            <a:chOff x="10506805" y="2974054"/>
            <a:chExt cx="721206" cy="609701"/>
          </a:xfrm>
        </p:grpSpPr>
        <p:sp>
          <p:nvSpPr>
            <p:cNvPr id="1668" name="Rectangle 1667">
              <a:extLst>
                <a:ext uri="{FF2B5EF4-FFF2-40B4-BE49-F238E27FC236}">
                  <a16:creationId xmlns:a16="http://schemas.microsoft.com/office/drawing/2014/main" id="{3F9F5B75-37CC-9EC2-D5D6-49F71A011905}"/>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1669" name="Rectangle 1668">
              <a:extLst>
                <a:ext uri="{FF2B5EF4-FFF2-40B4-BE49-F238E27FC236}">
                  <a16:creationId xmlns:a16="http://schemas.microsoft.com/office/drawing/2014/main" id="{8EE8292F-FD23-F1D9-6D55-9549F9515503}"/>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0" name="Oval 15">
              <a:extLst>
                <a:ext uri="{FF2B5EF4-FFF2-40B4-BE49-F238E27FC236}">
                  <a16:creationId xmlns:a16="http://schemas.microsoft.com/office/drawing/2014/main" id="{6A98295C-98FE-4DE6-D58F-549000FE22E7}"/>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71" name="Straight Connector 1670">
              <a:extLst>
                <a:ext uri="{FF2B5EF4-FFF2-40B4-BE49-F238E27FC236}">
                  <a16:creationId xmlns:a16="http://schemas.microsoft.com/office/drawing/2014/main" id="{DEBF7E7D-8903-32FA-73D1-D4849C8BDCA1}"/>
                </a:ext>
              </a:extLst>
            </p:cNvPr>
            <p:cNvCxnSpPr>
              <a:cxnSpLocks/>
              <a:stCxn id="1670"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72" name="Straight Connector 1671">
              <a:extLst>
                <a:ext uri="{FF2B5EF4-FFF2-40B4-BE49-F238E27FC236}">
                  <a16:creationId xmlns:a16="http://schemas.microsoft.com/office/drawing/2014/main" id="{7E1F152E-10B8-D87F-84BC-CAC963C145AD}"/>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73" name="Group 1672">
            <a:extLst>
              <a:ext uri="{FF2B5EF4-FFF2-40B4-BE49-F238E27FC236}">
                <a16:creationId xmlns:a16="http://schemas.microsoft.com/office/drawing/2014/main" id="{39A02AFC-EB0F-6A0F-3FCA-B55A9C27354B}"/>
              </a:ext>
            </a:extLst>
          </p:cNvPr>
          <p:cNvGrpSpPr/>
          <p:nvPr/>
        </p:nvGrpSpPr>
        <p:grpSpPr>
          <a:xfrm>
            <a:off x="4622945" y="2959482"/>
            <a:ext cx="721206" cy="609701"/>
            <a:chOff x="9657610" y="2974054"/>
            <a:chExt cx="721206" cy="609701"/>
          </a:xfrm>
        </p:grpSpPr>
        <p:sp>
          <p:nvSpPr>
            <p:cNvPr id="1674" name="Rectangle 1673">
              <a:extLst>
                <a:ext uri="{FF2B5EF4-FFF2-40B4-BE49-F238E27FC236}">
                  <a16:creationId xmlns:a16="http://schemas.microsoft.com/office/drawing/2014/main" id="{1C3E1AF9-275D-B832-23C3-95054491BF33}"/>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1675" name="Rectangle 1674">
              <a:extLst>
                <a:ext uri="{FF2B5EF4-FFF2-40B4-BE49-F238E27FC236}">
                  <a16:creationId xmlns:a16="http://schemas.microsoft.com/office/drawing/2014/main" id="{9A83480D-8618-AB2F-D0A3-459664043C86}"/>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6" name="Oval 15">
              <a:extLst>
                <a:ext uri="{FF2B5EF4-FFF2-40B4-BE49-F238E27FC236}">
                  <a16:creationId xmlns:a16="http://schemas.microsoft.com/office/drawing/2014/main" id="{5182484A-6270-DA8B-4D3B-C595DE7BD9EE}"/>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77" name="Straight Connector 1676">
              <a:extLst>
                <a:ext uri="{FF2B5EF4-FFF2-40B4-BE49-F238E27FC236}">
                  <a16:creationId xmlns:a16="http://schemas.microsoft.com/office/drawing/2014/main" id="{E0040F88-4CEB-F01D-A0D8-8C0B8027CCD0}"/>
                </a:ext>
              </a:extLst>
            </p:cNvPr>
            <p:cNvCxnSpPr>
              <a:cxnSpLocks/>
              <a:stCxn id="1676"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78" name="Straight Connector 1677">
              <a:extLst>
                <a:ext uri="{FF2B5EF4-FFF2-40B4-BE49-F238E27FC236}">
                  <a16:creationId xmlns:a16="http://schemas.microsoft.com/office/drawing/2014/main" id="{792D06C8-3A91-F989-3CBD-2DE8EC74F7D1}"/>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79" name="Group 1678">
            <a:extLst>
              <a:ext uri="{FF2B5EF4-FFF2-40B4-BE49-F238E27FC236}">
                <a16:creationId xmlns:a16="http://schemas.microsoft.com/office/drawing/2014/main" id="{6C48BDE7-75DF-75DB-D2F7-19431082CFD5}"/>
              </a:ext>
            </a:extLst>
          </p:cNvPr>
          <p:cNvGrpSpPr/>
          <p:nvPr/>
        </p:nvGrpSpPr>
        <p:grpSpPr>
          <a:xfrm>
            <a:off x="11356238" y="811556"/>
            <a:ext cx="721206" cy="609701"/>
            <a:chOff x="11356238" y="811556"/>
            <a:chExt cx="721206" cy="609701"/>
          </a:xfrm>
        </p:grpSpPr>
        <p:sp>
          <p:nvSpPr>
            <p:cNvPr id="1680" name="Rectangle 1679">
              <a:hlinkHover r:id="" action="ppaction://noaction" highlightClick="1"/>
              <a:extLst>
                <a:ext uri="{FF2B5EF4-FFF2-40B4-BE49-F238E27FC236}">
                  <a16:creationId xmlns:a16="http://schemas.microsoft.com/office/drawing/2014/main" id="{EBA8E140-A50A-13B5-B04F-5EED37D75CE8}"/>
                </a:ext>
              </a:extLst>
            </p:cNvPr>
            <p:cNvSpPr/>
            <p:nvPr/>
          </p:nvSpPr>
          <p:spPr>
            <a:xfrm>
              <a:off x="11356238" y="81155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1681" name="Oval 1680">
              <a:extLst>
                <a:ext uri="{FF2B5EF4-FFF2-40B4-BE49-F238E27FC236}">
                  <a16:creationId xmlns:a16="http://schemas.microsoft.com/office/drawing/2014/main" id="{1E94EFC4-A7C9-921D-57C3-CCA3C5E6EDB2}"/>
                </a:ext>
              </a:extLst>
            </p:cNvPr>
            <p:cNvSpPr/>
            <p:nvPr/>
          </p:nvSpPr>
          <p:spPr>
            <a:xfrm>
              <a:off x="11934777" y="81931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2" name="Isosceles Triangle 648">
              <a:extLst>
                <a:ext uri="{FF2B5EF4-FFF2-40B4-BE49-F238E27FC236}">
                  <a16:creationId xmlns:a16="http://schemas.microsoft.com/office/drawing/2014/main" id="{983C5BC3-350F-9783-1C7E-D8CAFA755AD1}"/>
                </a:ext>
              </a:extLst>
            </p:cNvPr>
            <p:cNvSpPr/>
            <p:nvPr/>
          </p:nvSpPr>
          <p:spPr>
            <a:xfrm>
              <a:off x="11964901" y="8328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45" name="Group 1744">
            <a:extLst>
              <a:ext uri="{FF2B5EF4-FFF2-40B4-BE49-F238E27FC236}">
                <a16:creationId xmlns:a16="http://schemas.microsoft.com/office/drawing/2014/main" id="{18BFB54D-1BF3-3904-B7E5-8DC9C50ED890}"/>
              </a:ext>
            </a:extLst>
          </p:cNvPr>
          <p:cNvGrpSpPr/>
          <p:nvPr/>
        </p:nvGrpSpPr>
        <p:grpSpPr>
          <a:xfrm>
            <a:off x="3779655" y="811556"/>
            <a:ext cx="721206" cy="609701"/>
            <a:chOff x="3779655" y="811556"/>
            <a:chExt cx="721206" cy="609701"/>
          </a:xfrm>
        </p:grpSpPr>
        <p:sp>
          <p:nvSpPr>
            <p:cNvPr id="1746" name="Rectangle 1745">
              <a:extLst>
                <a:ext uri="{FF2B5EF4-FFF2-40B4-BE49-F238E27FC236}">
                  <a16:creationId xmlns:a16="http://schemas.microsoft.com/office/drawing/2014/main" id="{020D1DEC-49D7-3656-8DF0-216FB31E9446}"/>
                </a:ext>
              </a:extLst>
            </p:cNvPr>
            <p:cNvSpPr/>
            <p:nvPr/>
          </p:nvSpPr>
          <p:spPr>
            <a:xfrm>
              <a:off x="3779655"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1747" name="Rectangle 1746">
              <a:extLst>
                <a:ext uri="{FF2B5EF4-FFF2-40B4-BE49-F238E27FC236}">
                  <a16:creationId xmlns:a16="http://schemas.microsoft.com/office/drawing/2014/main" id="{6070F81C-F81D-CB44-4BB4-3F09B610DBDE}"/>
                </a:ext>
              </a:extLst>
            </p:cNvPr>
            <p:cNvSpPr/>
            <p:nvPr/>
          </p:nvSpPr>
          <p:spPr>
            <a:xfrm flipV="1">
              <a:off x="4395608"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8" name="Oval 15">
              <a:extLst>
                <a:ext uri="{FF2B5EF4-FFF2-40B4-BE49-F238E27FC236}">
                  <a16:creationId xmlns:a16="http://schemas.microsoft.com/office/drawing/2014/main" id="{96BD174F-1BEA-8E9D-F671-0D3ECC9AB707}"/>
                </a:ext>
              </a:extLst>
            </p:cNvPr>
            <p:cNvSpPr/>
            <p:nvPr/>
          </p:nvSpPr>
          <p:spPr>
            <a:xfrm>
              <a:off x="4422997"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no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49" name="Straight Connector 1748">
              <a:extLst>
                <a:ext uri="{FF2B5EF4-FFF2-40B4-BE49-F238E27FC236}">
                  <a16:creationId xmlns:a16="http://schemas.microsoft.com/office/drawing/2014/main" id="{74393775-2713-6373-FE32-BFB10195C8B1}"/>
                </a:ext>
              </a:extLst>
            </p:cNvPr>
            <p:cNvCxnSpPr>
              <a:cxnSpLocks/>
              <a:stCxn id="1748" idx="0"/>
            </p:cNvCxnSpPr>
            <p:nvPr/>
          </p:nvCxnSpPr>
          <p:spPr>
            <a:xfrm flipV="1">
              <a:off x="4428694"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50" name="Straight Connector 1749">
              <a:extLst>
                <a:ext uri="{FF2B5EF4-FFF2-40B4-BE49-F238E27FC236}">
                  <a16:creationId xmlns:a16="http://schemas.microsoft.com/office/drawing/2014/main" id="{3818D0E6-1DFD-4F99-1BE0-E7472A841CB2}"/>
                </a:ext>
              </a:extLst>
            </p:cNvPr>
            <p:cNvCxnSpPr>
              <a:cxnSpLocks/>
            </p:cNvCxnSpPr>
            <p:nvPr/>
          </p:nvCxnSpPr>
          <p:spPr>
            <a:xfrm>
              <a:off x="4434413"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51" name="Group 1750">
            <a:extLst>
              <a:ext uri="{FF2B5EF4-FFF2-40B4-BE49-F238E27FC236}">
                <a16:creationId xmlns:a16="http://schemas.microsoft.com/office/drawing/2014/main" id="{8EA1D8CB-67CC-A3D4-5F10-93A78F80B3FC}"/>
              </a:ext>
            </a:extLst>
          </p:cNvPr>
          <p:cNvGrpSpPr/>
          <p:nvPr/>
        </p:nvGrpSpPr>
        <p:grpSpPr>
          <a:xfrm>
            <a:off x="6284562" y="1532276"/>
            <a:ext cx="721206" cy="609701"/>
            <a:chOff x="6284562" y="1532276"/>
            <a:chExt cx="721206" cy="609701"/>
          </a:xfrm>
        </p:grpSpPr>
        <p:sp>
          <p:nvSpPr>
            <p:cNvPr id="1752" name="Rectangle 1751">
              <a:extLst>
                <a:ext uri="{FF2B5EF4-FFF2-40B4-BE49-F238E27FC236}">
                  <a16:creationId xmlns:a16="http://schemas.microsoft.com/office/drawing/2014/main" id="{4F337935-D9CB-D05C-3A39-182D44C1214B}"/>
                </a:ext>
              </a:extLst>
            </p:cNvPr>
            <p:cNvSpPr/>
            <p:nvPr/>
          </p:nvSpPr>
          <p:spPr>
            <a:xfrm>
              <a:off x="6284562"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1753" name="Rectangle 1752">
              <a:extLst>
                <a:ext uri="{FF2B5EF4-FFF2-40B4-BE49-F238E27FC236}">
                  <a16:creationId xmlns:a16="http://schemas.microsoft.com/office/drawing/2014/main" id="{EE311E22-6FC4-6E7C-72A4-288E385A3348}"/>
                </a:ext>
              </a:extLst>
            </p:cNvPr>
            <p:cNvSpPr/>
            <p:nvPr/>
          </p:nvSpPr>
          <p:spPr>
            <a:xfrm flipV="1">
              <a:off x="6902312"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4" name="Oval 15">
              <a:extLst>
                <a:ext uri="{FF2B5EF4-FFF2-40B4-BE49-F238E27FC236}">
                  <a16:creationId xmlns:a16="http://schemas.microsoft.com/office/drawing/2014/main" id="{350497B2-9CA7-6B9A-F48A-9B229429EB4B}"/>
                </a:ext>
              </a:extLst>
            </p:cNvPr>
            <p:cNvSpPr/>
            <p:nvPr/>
          </p:nvSpPr>
          <p:spPr>
            <a:xfrm>
              <a:off x="6929701"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55" name="Straight Connector 1754">
              <a:extLst>
                <a:ext uri="{FF2B5EF4-FFF2-40B4-BE49-F238E27FC236}">
                  <a16:creationId xmlns:a16="http://schemas.microsoft.com/office/drawing/2014/main" id="{5A4653DC-BA77-4FF1-A024-A41D9FA9F6AE}"/>
                </a:ext>
              </a:extLst>
            </p:cNvPr>
            <p:cNvCxnSpPr>
              <a:cxnSpLocks/>
              <a:stCxn id="1754" idx="0"/>
            </p:cNvCxnSpPr>
            <p:nvPr/>
          </p:nvCxnSpPr>
          <p:spPr>
            <a:xfrm flipV="1">
              <a:off x="6935398"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56" name="Straight Connector 1755">
              <a:extLst>
                <a:ext uri="{FF2B5EF4-FFF2-40B4-BE49-F238E27FC236}">
                  <a16:creationId xmlns:a16="http://schemas.microsoft.com/office/drawing/2014/main" id="{04A225BD-19A8-1A84-5395-08990842F15D}"/>
                </a:ext>
              </a:extLst>
            </p:cNvPr>
            <p:cNvCxnSpPr>
              <a:cxnSpLocks/>
            </p:cNvCxnSpPr>
            <p:nvPr/>
          </p:nvCxnSpPr>
          <p:spPr>
            <a:xfrm>
              <a:off x="6941117"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57" name="Group 1756">
            <a:extLst>
              <a:ext uri="{FF2B5EF4-FFF2-40B4-BE49-F238E27FC236}">
                <a16:creationId xmlns:a16="http://schemas.microsoft.com/office/drawing/2014/main" id="{634C37AD-C0DA-F600-4DC3-9ECA2FA52294}"/>
              </a:ext>
            </a:extLst>
          </p:cNvPr>
          <p:cNvGrpSpPr/>
          <p:nvPr/>
        </p:nvGrpSpPr>
        <p:grpSpPr>
          <a:xfrm>
            <a:off x="2938534" y="1532275"/>
            <a:ext cx="721206" cy="610039"/>
            <a:chOff x="2938534" y="1532275"/>
            <a:chExt cx="721206" cy="610039"/>
          </a:xfrm>
        </p:grpSpPr>
        <p:sp>
          <p:nvSpPr>
            <p:cNvPr id="1758" name="Rectangle 1757">
              <a:extLst>
                <a:ext uri="{FF2B5EF4-FFF2-40B4-BE49-F238E27FC236}">
                  <a16:creationId xmlns:a16="http://schemas.microsoft.com/office/drawing/2014/main" id="{205E4E51-AF9A-035A-365D-C32C6A5ECD12}"/>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1759" name="Right Triangle 1758">
              <a:extLst>
                <a:ext uri="{FF2B5EF4-FFF2-40B4-BE49-F238E27FC236}">
                  <a16:creationId xmlns:a16="http://schemas.microsoft.com/office/drawing/2014/main" id="{2188B737-974A-F48E-7D9C-696C194D79FF}"/>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0" name="Oval 27">
              <a:extLst>
                <a:ext uri="{FF2B5EF4-FFF2-40B4-BE49-F238E27FC236}">
                  <a16:creationId xmlns:a16="http://schemas.microsoft.com/office/drawing/2014/main" id="{74DFE4DF-4B61-66A2-E807-3D3DA53224C8}"/>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1" name="Oval 28">
              <a:extLst>
                <a:ext uri="{FF2B5EF4-FFF2-40B4-BE49-F238E27FC236}">
                  <a16:creationId xmlns:a16="http://schemas.microsoft.com/office/drawing/2014/main" id="{116F6281-1597-6A0D-418C-E56EE74EDAB9}"/>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62" name="Group 1761">
            <a:extLst>
              <a:ext uri="{FF2B5EF4-FFF2-40B4-BE49-F238E27FC236}">
                <a16:creationId xmlns:a16="http://schemas.microsoft.com/office/drawing/2014/main" id="{B27F8076-BC97-1E9E-9648-84F3CA73B93E}"/>
              </a:ext>
            </a:extLst>
          </p:cNvPr>
          <p:cNvGrpSpPr/>
          <p:nvPr/>
        </p:nvGrpSpPr>
        <p:grpSpPr>
          <a:xfrm>
            <a:off x="7957576" y="811556"/>
            <a:ext cx="721206" cy="609701"/>
            <a:chOff x="7957576" y="811556"/>
            <a:chExt cx="721206" cy="609701"/>
          </a:xfrm>
        </p:grpSpPr>
        <p:sp>
          <p:nvSpPr>
            <p:cNvPr id="1763" name="Rectangle 1762">
              <a:extLst>
                <a:ext uri="{FF2B5EF4-FFF2-40B4-BE49-F238E27FC236}">
                  <a16:creationId xmlns:a16="http://schemas.microsoft.com/office/drawing/2014/main" id="{034C9791-CEF3-624C-833B-6764FA9E8E65}"/>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1764" name="Rectangle 1763">
              <a:extLst>
                <a:ext uri="{FF2B5EF4-FFF2-40B4-BE49-F238E27FC236}">
                  <a16:creationId xmlns:a16="http://schemas.microsoft.com/office/drawing/2014/main" id="{39D3A0B0-A12F-4B25-8464-004A43B159A2}"/>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5" name="Oval 15">
              <a:extLst>
                <a:ext uri="{FF2B5EF4-FFF2-40B4-BE49-F238E27FC236}">
                  <a16:creationId xmlns:a16="http://schemas.microsoft.com/office/drawing/2014/main" id="{206AC166-21E9-BC74-035B-0CF6A5D0B915}"/>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66" name="Straight Connector 1765">
              <a:extLst>
                <a:ext uri="{FF2B5EF4-FFF2-40B4-BE49-F238E27FC236}">
                  <a16:creationId xmlns:a16="http://schemas.microsoft.com/office/drawing/2014/main" id="{ACE33690-5A30-E4A3-9D15-DE9F41EFAA27}"/>
                </a:ext>
              </a:extLst>
            </p:cNvPr>
            <p:cNvCxnSpPr>
              <a:cxnSpLocks/>
              <a:stCxn id="1765"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67" name="Straight Connector 1766">
              <a:extLst>
                <a:ext uri="{FF2B5EF4-FFF2-40B4-BE49-F238E27FC236}">
                  <a16:creationId xmlns:a16="http://schemas.microsoft.com/office/drawing/2014/main" id="{5933CA70-C21B-2F0F-F8F0-27FFAC933608}"/>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68" name="Group 1767">
            <a:extLst>
              <a:ext uri="{FF2B5EF4-FFF2-40B4-BE49-F238E27FC236}">
                <a16:creationId xmlns:a16="http://schemas.microsoft.com/office/drawing/2014/main" id="{37008CF5-AAE2-47BF-7DC5-5997CDE14463}"/>
              </a:ext>
            </a:extLst>
          </p:cNvPr>
          <p:cNvGrpSpPr/>
          <p:nvPr/>
        </p:nvGrpSpPr>
        <p:grpSpPr>
          <a:xfrm>
            <a:off x="8808415" y="3705984"/>
            <a:ext cx="721206" cy="609701"/>
            <a:chOff x="8808415" y="3705984"/>
            <a:chExt cx="721206" cy="609701"/>
          </a:xfrm>
        </p:grpSpPr>
        <p:sp>
          <p:nvSpPr>
            <p:cNvPr id="1769" name="Rectangle 1768">
              <a:hlinkHover r:id="" action="ppaction://noaction" highlightClick="1"/>
              <a:extLst>
                <a:ext uri="{FF2B5EF4-FFF2-40B4-BE49-F238E27FC236}">
                  <a16:creationId xmlns:a16="http://schemas.microsoft.com/office/drawing/2014/main" id="{F98DF2BA-6347-DB2F-4A8A-C172E467500A}"/>
                </a:ext>
              </a:extLst>
            </p:cNvPr>
            <p:cNvSpPr/>
            <p:nvPr/>
          </p:nvSpPr>
          <p:spPr>
            <a:xfrm>
              <a:off x="8808415" y="370598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1770" name="Oval 1769">
              <a:extLst>
                <a:ext uri="{FF2B5EF4-FFF2-40B4-BE49-F238E27FC236}">
                  <a16:creationId xmlns:a16="http://schemas.microsoft.com/office/drawing/2014/main" id="{F0332875-1F9C-736D-44EA-B824C0888D74}"/>
                </a:ext>
              </a:extLst>
            </p:cNvPr>
            <p:cNvSpPr/>
            <p:nvPr/>
          </p:nvSpPr>
          <p:spPr>
            <a:xfrm>
              <a:off x="9388378" y="371510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1" name="Isosceles Triangle 648">
              <a:extLst>
                <a:ext uri="{FF2B5EF4-FFF2-40B4-BE49-F238E27FC236}">
                  <a16:creationId xmlns:a16="http://schemas.microsoft.com/office/drawing/2014/main" id="{9217495C-30E2-301B-BC1B-0EDBCDABC00C}"/>
                </a:ext>
              </a:extLst>
            </p:cNvPr>
            <p:cNvSpPr/>
            <p:nvPr/>
          </p:nvSpPr>
          <p:spPr>
            <a:xfrm>
              <a:off x="9418503" y="372861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EF76B292-44AB-6A2D-EAD9-89A81A869A5B}"/>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D2EE60DF-D262-5CD3-F8A8-CCC46933940A}"/>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9118716A-B9BF-C75A-1A12-9EB6D8CAF088}"/>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31CC2E93-E4C4-185F-F39A-5D05366A89A5}"/>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8A7F96D8-B939-C9AE-0534-2D866D5C87E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467337B4-59CD-3B57-BD09-53E2073CFE3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C748426A-973D-D1F2-14DC-3D52AF2BCED7}"/>
              </a:ext>
            </a:extLst>
          </p:cNvPr>
          <p:cNvGrpSpPr/>
          <p:nvPr/>
        </p:nvGrpSpPr>
        <p:grpSpPr>
          <a:xfrm>
            <a:off x="4615774" y="3698231"/>
            <a:ext cx="721206" cy="609701"/>
            <a:chOff x="4615774" y="3698231"/>
            <a:chExt cx="721206" cy="609701"/>
          </a:xfrm>
        </p:grpSpPr>
        <p:sp>
          <p:nvSpPr>
            <p:cNvPr id="15" name="Rectangle 14">
              <a:hlinkHover r:id="" action="ppaction://noaction" highlightClick="1"/>
              <a:extLst>
                <a:ext uri="{FF2B5EF4-FFF2-40B4-BE49-F238E27FC236}">
                  <a16:creationId xmlns:a16="http://schemas.microsoft.com/office/drawing/2014/main" id="{F3271AAA-BEF0-5120-FC31-3FC9421655D3}"/>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464FEAC9-5A7B-0087-C831-F7FC201271D6}"/>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1F8BDA36-2D73-5A8C-CFFD-2DB5FD02BD58}"/>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 name="Group 17">
            <a:extLst>
              <a:ext uri="{FF2B5EF4-FFF2-40B4-BE49-F238E27FC236}">
                <a16:creationId xmlns:a16="http://schemas.microsoft.com/office/drawing/2014/main" id="{C206EFD3-E46F-0575-50B2-5BC39721D51C}"/>
              </a:ext>
            </a:extLst>
          </p:cNvPr>
          <p:cNvGrpSpPr/>
          <p:nvPr/>
        </p:nvGrpSpPr>
        <p:grpSpPr>
          <a:xfrm>
            <a:off x="2100392" y="4419620"/>
            <a:ext cx="721206" cy="609701"/>
            <a:chOff x="2100392" y="4419620"/>
            <a:chExt cx="721206" cy="609701"/>
          </a:xfrm>
        </p:grpSpPr>
        <p:sp>
          <p:nvSpPr>
            <p:cNvPr id="19" name="Rectangle 18">
              <a:extLst>
                <a:ext uri="{FF2B5EF4-FFF2-40B4-BE49-F238E27FC236}">
                  <a16:creationId xmlns:a16="http://schemas.microsoft.com/office/drawing/2014/main" id="{76C8AEEF-8457-3AF8-5A01-FB70DAA434F9}"/>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0" name="Right Triangle 19">
              <a:extLst>
                <a:ext uri="{FF2B5EF4-FFF2-40B4-BE49-F238E27FC236}">
                  <a16:creationId xmlns:a16="http://schemas.microsoft.com/office/drawing/2014/main" id="{D69B1BC4-7F07-4948-4A3D-EF21CD0A8272}"/>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5DED79E0-B739-B1C9-B18A-B5EEC25D1B0D}"/>
                </a:ext>
              </a:extLst>
            </p:cNvPr>
            <p:cNvGrpSpPr/>
            <p:nvPr/>
          </p:nvGrpSpPr>
          <p:grpSpPr>
            <a:xfrm>
              <a:off x="2769856" y="4434450"/>
              <a:ext cx="37817" cy="61390"/>
              <a:chOff x="3883481" y="2057400"/>
              <a:chExt cx="1608363" cy="2652031"/>
            </a:xfrm>
            <a:solidFill>
              <a:srgbClr val="A6A6A6">
                <a:alpha val="20000"/>
              </a:srgbClr>
            </a:solidFill>
          </p:grpSpPr>
          <p:sp>
            <p:nvSpPr>
              <p:cNvPr id="22" name="Oval 27">
                <a:extLst>
                  <a:ext uri="{FF2B5EF4-FFF2-40B4-BE49-F238E27FC236}">
                    <a16:creationId xmlns:a16="http://schemas.microsoft.com/office/drawing/2014/main" id="{FCEAC462-B9FF-063E-F22D-25DC98F86EC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 name="Oval 28">
                <a:extLst>
                  <a:ext uri="{FF2B5EF4-FFF2-40B4-BE49-F238E27FC236}">
                    <a16:creationId xmlns:a16="http://schemas.microsoft.com/office/drawing/2014/main" id="{75C3408C-1BD7-7FCF-E17F-219072C4EF9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4" name="Group 23">
            <a:extLst>
              <a:ext uri="{FF2B5EF4-FFF2-40B4-BE49-F238E27FC236}">
                <a16:creationId xmlns:a16="http://schemas.microsoft.com/office/drawing/2014/main" id="{6C8422F4-CE13-BFA9-0BB7-E97046B477C4}"/>
              </a:ext>
            </a:extLst>
          </p:cNvPr>
          <p:cNvGrpSpPr/>
          <p:nvPr/>
        </p:nvGrpSpPr>
        <p:grpSpPr>
          <a:xfrm>
            <a:off x="10520475" y="90836"/>
            <a:ext cx="721206" cy="609701"/>
            <a:chOff x="10520475" y="90836"/>
            <a:chExt cx="721206" cy="609701"/>
          </a:xfrm>
        </p:grpSpPr>
        <p:sp>
          <p:nvSpPr>
            <p:cNvPr id="25" name="Rectangle 24">
              <a:hlinkHover r:id="" action="ppaction://noaction" highlightClick="1"/>
              <a:extLst>
                <a:ext uri="{FF2B5EF4-FFF2-40B4-BE49-F238E27FC236}">
                  <a16:creationId xmlns:a16="http://schemas.microsoft.com/office/drawing/2014/main" id="{DCEDCBFD-3A92-EC26-1439-DA180F9CAA3C}"/>
                </a:ext>
              </a:extLst>
            </p:cNvPr>
            <p:cNvSpPr/>
            <p:nvPr/>
          </p:nvSpPr>
          <p:spPr>
            <a:xfrm>
              <a:off x="10520475"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26" name="Oval 25">
              <a:extLst>
                <a:ext uri="{FF2B5EF4-FFF2-40B4-BE49-F238E27FC236}">
                  <a16:creationId xmlns:a16="http://schemas.microsoft.com/office/drawing/2014/main" id="{70FE6DFD-2C06-4E2B-39D3-C9F230691F43}"/>
                </a:ext>
              </a:extLst>
            </p:cNvPr>
            <p:cNvSpPr/>
            <p:nvPr/>
          </p:nvSpPr>
          <p:spPr>
            <a:xfrm>
              <a:off x="11099014"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Isosceles Triangle 648">
              <a:extLst>
                <a:ext uri="{FF2B5EF4-FFF2-40B4-BE49-F238E27FC236}">
                  <a16:creationId xmlns:a16="http://schemas.microsoft.com/office/drawing/2014/main" id="{F584183F-2EB6-9073-2B96-51EA447F1D1A}"/>
                </a:ext>
              </a:extLst>
            </p:cNvPr>
            <p:cNvSpPr/>
            <p:nvPr/>
          </p:nvSpPr>
          <p:spPr>
            <a:xfrm>
              <a:off x="11129138"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 name="Group 31">
            <a:extLst>
              <a:ext uri="{FF2B5EF4-FFF2-40B4-BE49-F238E27FC236}">
                <a16:creationId xmlns:a16="http://schemas.microsoft.com/office/drawing/2014/main" id="{FE93C8CD-5AF2-EDCF-CBD8-3662EEB534E7}"/>
              </a:ext>
            </a:extLst>
          </p:cNvPr>
          <p:cNvGrpSpPr/>
          <p:nvPr/>
        </p:nvGrpSpPr>
        <p:grpSpPr>
          <a:xfrm>
            <a:off x="11356238" y="1532276"/>
            <a:ext cx="721206" cy="609701"/>
            <a:chOff x="11356238" y="1532276"/>
            <a:chExt cx="721206" cy="609701"/>
          </a:xfrm>
        </p:grpSpPr>
        <p:sp>
          <p:nvSpPr>
            <p:cNvPr id="33" name="Rectangle 32">
              <a:hlinkHover r:id="" action="ppaction://noaction" highlightClick="1"/>
              <a:extLst>
                <a:ext uri="{FF2B5EF4-FFF2-40B4-BE49-F238E27FC236}">
                  <a16:creationId xmlns:a16="http://schemas.microsoft.com/office/drawing/2014/main" id="{228564FB-BC0D-FBFB-A082-6FB1E552FD8E}"/>
                </a:ext>
              </a:extLst>
            </p:cNvPr>
            <p:cNvSpPr/>
            <p:nvPr/>
          </p:nvSpPr>
          <p:spPr>
            <a:xfrm>
              <a:off x="11356238"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34" name="Oval 33">
              <a:extLst>
                <a:ext uri="{FF2B5EF4-FFF2-40B4-BE49-F238E27FC236}">
                  <a16:creationId xmlns:a16="http://schemas.microsoft.com/office/drawing/2014/main" id="{77828054-F8CE-8EFE-9B6D-BCE843D8D8C7}"/>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 name="Isosceles Triangle 648">
              <a:extLst>
                <a:ext uri="{FF2B5EF4-FFF2-40B4-BE49-F238E27FC236}">
                  <a16:creationId xmlns:a16="http://schemas.microsoft.com/office/drawing/2014/main" id="{CE6EBCA3-805F-B94E-949C-227CAB7C0398}"/>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2" name="Group 41">
            <a:extLst>
              <a:ext uri="{FF2B5EF4-FFF2-40B4-BE49-F238E27FC236}">
                <a16:creationId xmlns:a16="http://schemas.microsoft.com/office/drawing/2014/main" id="{3871F01C-F438-0042-1727-08F4C7AC6345}"/>
              </a:ext>
            </a:extLst>
          </p:cNvPr>
          <p:cNvGrpSpPr/>
          <p:nvPr/>
        </p:nvGrpSpPr>
        <p:grpSpPr>
          <a:xfrm>
            <a:off x="8807246" y="1508831"/>
            <a:ext cx="721206" cy="609701"/>
            <a:chOff x="8807246" y="1532278"/>
            <a:chExt cx="721206" cy="609701"/>
          </a:xfrm>
        </p:grpSpPr>
        <p:sp>
          <p:nvSpPr>
            <p:cNvPr id="43" name="Rectangle 42">
              <a:hlinkHover r:id="" action="ppaction://noaction" highlightClick="1"/>
              <a:extLst>
                <a:ext uri="{FF2B5EF4-FFF2-40B4-BE49-F238E27FC236}">
                  <a16:creationId xmlns:a16="http://schemas.microsoft.com/office/drawing/2014/main" id="{A0F48654-43BB-7277-FBEB-202F78E30551}"/>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44" name="Oval 43">
              <a:extLst>
                <a:ext uri="{FF2B5EF4-FFF2-40B4-BE49-F238E27FC236}">
                  <a16:creationId xmlns:a16="http://schemas.microsoft.com/office/drawing/2014/main" id="{850C92DD-DE0F-1AC8-9955-61D1F2F5F461}"/>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 name="Isosceles Triangle 648">
              <a:extLst>
                <a:ext uri="{FF2B5EF4-FFF2-40B4-BE49-F238E27FC236}">
                  <a16:creationId xmlns:a16="http://schemas.microsoft.com/office/drawing/2014/main" id="{A956A0B3-CF37-1CDA-3CDA-954A81C4CCC7}"/>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 name="Group 63">
            <a:extLst>
              <a:ext uri="{FF2B5EF4-FFF2-40B4-BE49-F238E27FC236}">
                <a16:creationId xmlns:a16="http://schemas.microsoft.com/office/drawing/2014/main" id="{C8C70AAB-D5C7-4F72-94ED-CADCCF231CE2}"/>
              </a:ext>
            </a:extLst>
          </p:cNvPr>
          <p:cNvGrpSpPr/>
          <p:nvPr/>
        </p:nvGrpSpPr>
        <p:grpSpPr>
          <a:xfrm>
            <a:off x="3776512" y="2950606"/>
            <a:ext cx="724130" cy="609701"/>
            <a:chOff x="3776512" y="2974053"/>
            <a:chExt cx="724130" cy="609701"/>
          </a:xfrm>
        </p:grpSpPr>
        <p:sp>
          <p:nvSpPr>
            <p:cNvPr id="65" name="Rectangle 64">
              <a:extLst>
                <a:ext uri="{FF2B5EF4-FFF2-40B4-BE49-F238E27FC236}">
                  <a16:creationId xmlns:a16="http://schemas.microsoft.com/office/drawing/2014/main" id="{C56B443D-B107-3B8A-C388-2614D37B4655}"/>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66" name="Right Triangle 65">
              <a:extLst>
                <a:ext uri="{FF2B5EF4-FFF2-40B4-BE49-F238E27FC236}">
                  <a16:creationId xmlns:a16="http://schemas.microsoft.com/office/drawing/2014/main" id="{327E0051-6446-09A7-7CF7-2CCB5D9EE7A8}"/>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 name="Group 66">
              <a:extLst>
                <a:ext uri="{FF2B5EF4-FFF2-40B4-BE49-F238E27FC236}">
                  <a16:creationId xmlns:a16="http://schemas.microsoft.com/office/drawing/2014/main" id="{BA49167D-6326-76CF-E02D-2825A23AB120}"/>
                </a:ext>
              </a:extLst>
            </p:cNvPr>
            <p:cNvGrpSpPr/>
            <p:nvPr/>
          </p:nvGrpSpPr>
          <p:grpSpPr>
            <a:xfrm>
              <a:off x="4450061" y="2982574"/>
              <a:ext cx="37817" cy="61390"/>
              <a:chOff x="3883481" y="2057400"/>
              <a:chExt cx="1608363" cy="2652031"/>
            </a:xfrm>
            <a:solidFill>
              <a:srgbClr val="A6A6A6">
                <a:alpha val="20000"/>
              </a:srgbClr>
            </a:solidFill>
          </p:grpSpPr>
          <p:sp>
            <p:nvSpPr>
              <p:cNvPr id="68" name="Oval 27">
                <a:extLst>
                  <a:ext uri="{FF2B5EF4-FFF2-40B4-BE49-F238E27FC236}">
                    <a16:creationId xmlns:a16="http://schemas.microsoft.com/office/drawing/2014/main" id="{92D57324-08FE-8395-1B8A-03A8A3351B9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 name="Oval 28">
                <a:extLst>
                  <a:ext uri="{FF2B5EF4-FFF2-40B4-BE49-F238E27FC236}">
                    <a16:creationId xmlns:a16="http://schemas.microsoft.com/office/drawing/2014/main" id="{EC902708-615F-6601-18BB-EFAE891BE5F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9" name="Group 108">
            <a:extLst>
              <a:ext uri="{FF2B5EF4-FFF2-40B4-BE49-F238E27FC236}">
                <a16:creationId xmlns:a16="http://schemas.microsoft.com/office/drawing/2014/main" id="{4036C679-7C60-218C-70B1-61E93D48C8A0}"/>
              </a:ext>
            </a:extLst>
          </p:cNvPr>
          <p:cNvGrpSpPr/>
          <p:nvPr/>
        </p:nvGrpSpPr>
        <p:grpSpPr>
          <a:xfrm>
            <a:off x="2889438" y="751337"/>
            <a:ext cx="5022643" cy="5001728"/>
            <a:chOff x="2889438" y="751337"/>
            <a:chExt cx="5022643" cy="5001728"/>
          </a:xfrm>
        </p:grpSpPr>
        <p:cxnSp>
          <p:nvCxnSpPr>
            <p:cNvPr id="110" name="Straight Connector 109">
              <a:extLst>
                <a:ext uri="{FF2B5EF4-FFF2-40B4-BE49-F238E27FC236}">
                  <a16:creationId xmlns:a16="http://schemas.microsoft.com/office/drawing/2014/main" id="{819EAA31-D4E9-2021-7872-64A7F0CA0B22}"/>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id="{552B27FF-228E-CC52-CEA4-EB52A8F5639A}"/>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31699BEB-A881-8471-D8BF-7F31E418CBA8}"/>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C8B80E82-6E67-9A62-8091-438718983A72}"/>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4155D642-B283-C40D-F8EC-216CD6589513}"/>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EFE93C49-DD75-BA6B-0498-C65A4400E32C}"/>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CA9D35EA-4110-D163-A896-F662A1A42C8F}"/>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E8EEAC16-CFA6-59F4-26FD-2BAB4B424970}"/>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696E05AE-9197-E02F-4887-2C487C6B6CD9}"/>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954420CC-4E0F-EAE9-1C60-CB1F275F64AD}"/>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24" name="Group 123">
            <a:extLst>
              <a:ext uri="{FF2B5EF4-FFF2-40B4-BE49-F238E27FC236}">
                <a16:creationId xmlns:a16="http://schemas.microsoft.com/office/drawing/2014/main" id="{1EF84A9D-03AC-7AB0-EB62-B309BA22C375}"/>
              </a:ext>
            </a:extLst>
          </p:cNvPr>
          <p:cNvGrpSpPr/>
          <p:nvPr/>
        </p:nvGrpSpPr>
        <p:grpSpPr>
          <a:xfrm>
            <a:off x="7905566" y="751337"/>
            <a:ext cx="3396155" cy="4999377"/>
            <a:chOff x="7905566" y="751337"/>
            <a:chExt cx="3396155" cy="4999377"/>
          </a:xfrm>
        </p:grpSpPr>
        <p:cxnSp>
          <p:nvCxnSpPr>
            <p:cNvPr id="125" name="Straight Connector 124">
              <a:extLst>
                <a:ext uri="{FF2B5EF4-FFF2-40B4-BE49-F238E27FC236}">
                  <a16:creationId xmlns:a16="http://schemas.microsoft.com/office/drawing/2014/main" id="{67A0FC81-2E02-9AA4-B5E8-4F8CD1152609}"/>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EB062201-C7B2-50D2-9554-5EBFF674DC06}"/>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09979D87-F319-F3C8-BF9D-D308953F2835}"/>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928D12CC-DAB6-E0DC-3D7B-94AB5A5B68AE}"/>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AF19CC8C-04F5-3D01-0332-348D70AD7649}"/>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C34BC5BD-ADA1-D631-22FF-9734E9F66C26}"/>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B9C8E3D1-0CEE-EB0C-EE8E-8B9647B08691}"/>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33" name="Straight Connector 132">
            <a:extLst>
              <a:ext uri="{FF2B5EF4-FFF2-40B4-BE49-F238E27FC236}">
                <a16:creationId xmlns:a16="http://schemas.microsoft.com/office/drawing/2014/main" id="{DB544A26-179C-2D6E-0847-1A9A75AF59A5}"/>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34" name="Group 133">
            <a:extLst>
              <a:ext uri="{FF2B5EF4-FFF2-40B4-BE49-F238E27FC236}">
                <a16:creationId xmlns:a16="http://schemas.microsoft.com/office/drawing/2014/main" id="{16F74FCA-D226-B22B-97FC-A8356E03439C}"/>
              </a:ext>
            </a:extLst>
          </p:cNvPr>
          <p:cNvGrpSpPr/>
          <p:nvPr/>
        </p:nvGrpSpPr>
        <p:grpSpPr>
          <a:xfrm>
            <a:off x="2102909" y="811556"/>
            <a:ext cx="721206" cy="609701"/>
            <a:chOff x="2102909" y="811556"/>
            <a:chExt cx="721206" cy="609701"/>
          </a:xfrm>
        </p:grpSpPr>
        <p:sp>
          <p:nvSpPr>
            <p:cNvPr id="135" name="Rectangle 134">
              <a:extLst>
                <a:ext uri="{FF2B5EF4-FFF2-40B4-BE49-F238E27FC236}">
                  <a16:creationId xmlns:a16="http://schemas.microsoft.com/office/drawing/2014/main" id="{FC5867E2-0E34-36E5-C7EC-FFCF254AE90E}"/>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6" name="Rectangle 135">
              <a:extLst>
                <a:ext uri="{FF2B5EF4-FFF2-40B4-BE49-F238E27FC236}">
                  <a16:creationId xmlns:a16="http://schemas.microsoft.com/office/drawing/2014/main" id="{BA985548-FF54-7F70-1D1F-4B75617A7114}"/>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 name="Oval 15">
              <a:extLst>
                <a:ext uri="{FF2B5EF4-FFF2-40B4-BE49-F238E27FC236}">
                  <a16:creationId xmlns:a16="http://schemas.microsoft.com/office/drawing/2014/main" id="{E44E3170-6645-4622-8938-044F23DA80E3}"/>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8" name="Straight Connector 137">
              <a:extLst>
                <a:ext uri="{FF2B5EF4-FFF2-40B4-BE49-F238E27FC236}">
                  <a16:creationId xmlns:a16="http://schemas.microsoft.com/office/drawing/2014/main" id="{C7BC76D5-5A28-697A-247C-225BBCDFEE89}"/>
                </a:ext>
              </a:extLst>
            </p:cNvPr>
            <p:cNvCxnSpPr>
              <a:cxnSpLocks/>
              <a:stCxn id="137"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9" name="Straight Connector 138">
              <a:extLst>
                <a:ext uri="{FF2B5EF4-FFF2-40B4-BE49-F238E27FC236}">
                  <a16:creationId xmlns:a16="http://schemas.microsoft.com/office/drawing/2014/main" id="{7A1C90C5-001C-57B2-9543-F4B0EFE0E51D}"/>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0" name="Group 139">
            <a:extLst>
              <a:ext uri="{FF2B5EF4-FFF2-40B4-BE49-F238E27FC236}">
                <a16:creationId xmlns:a16="http://schemas.microsoft.com/office/drawing/2014/main" id="{1949B916-5797-5698-6BAB-52FDB305728A}"/>
              </a:ext>
            </a:extLst>
          </p:cNvPr>
          <p:cNvGrpSpPr/>
          <p:nvPr/>
        </p:nvGrpSpPr>
        <p:grpSpPr>
          <a:xfrm>
            <a:off x="10506599" y="811556"/>
            <a:ext cx="721206" cy="609701"/>
            <a:chOff x="10506599" y="811556"/>
            <a:chExt cx="721206" cy="609701"/>
          </a:xfrm>
        </p:grpSpPr>
        <p:sp>
          <p:nvSpPr>
            <p:cNvPr id="141" name="Rectangle 140">
              <a:extLst>
                <a:ext uri="{FF2B5EF4-FFF2-40B4-BE49-F238E27FC236}">
                  <a16:creationId xmlns:a16="http://schemas.microsoft.com/office/drawing/2014/main" id="{0BF3D688-151D-4B8E-325B-18925CE70FB4}"/>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42" name="Rectangle 141">
              <a:extLst>
                <a:ext uri="{FF2B5EF4-FFF2-40B4-BE49-F238E27FC236}">
                  <a16:creationId xmlns:a16="http://schemas.microsoft.com/office/drawing/2014/main" id="{E38EBC99-94ED-D79F-EEA7-A95DE6459520}"/>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Oval 15">
              <a:extLst>
                <a:ext uri="{FF2B5EF4-FFF2-40B4-BE49-F238E27FC236}">
                  <a16:creationId xmlns:a16="http://schemas.microsoft.com/office/drawing/2014/main" id="{1A17FBE2-3599-5296-604E-419EBD95AA2F}"/>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4" name="Straight Connector 143">
              <a:extLst>
                <a:ext uri="{FF2B5EF4-FFF2-40B4-BE49-F238E27FC236}">
                  <a16:creationId xmlns:a16="http://schemas.microsoft.com/office/drawing/2014/main" id="{1799E1F4-96EB-957D-6041-5EC68580F05A}"/>
                </a:ext>
              </a:extLst>
            </p:cNvPr>
            <p:cNvCxnSpPr>
              <a:cxnSpLocks/>
              <a:stCxn id="143"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5" name="Straight Connector 144">
              <a:extLst>
                <a:ext uri="{FF2B5EF4-FFF2-40B4-BE49-F238E27FC236}">
                  <a16:creationId xmlns:a16="http://schemas.microsoft.com/office/drawing/2014/main" id="{F1BF27EE-F922-E632-A845-B7CCB9AF5B9B}"/>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a16="http://schemas.microsoft.com/office/drawing/2014/main" id="{A129E86F-9323-AD34-7C8F-3320FE67F525}"/>
              </a:ext>
            </a:extLst>
          </p:cNvPr>
          <p:cNvGrpSpPr/>
          <p:nvPr/>
        </p:nvGrpSpPr>
        <p:grpSpPr>
          <a:xfrm>
            <a:off x="7113074" y="816139"/>
            <a:ext cx="721206" cy="609701"/>
            <a:chOff x="7957576" y="811556"/>
            <a:chExt cx="721206" cy="609701"/>
          </a:xfrm>
        </p:grpSpPr>
        <p:sp>
          <p:nvSpPr>
            <p:cNvPr id="147" name="Rectangle 146">
              <a:extLst>
                <a:ext uri="{FF2B5EF4-FFF2-40B4-BE49-F238E27FC236}">
                  <a16:creationId xmlns:a16="http://schemas.microsoft.com/office/drawing/2014/main" id="{865844D7-6DD5-1481-E7F9-E07B4DF40E28}"/>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48" name="Rectangle 147">
              <a:extLst>
                <a:ext uri="{FF2B5EF4-FFF2-40B4-BE49-F238E27FC236}">
                  <a16:creationId xmlns:a16="http://schemas.microsoft.com/office/drawing/2014/main" id="{18CD90E5-FEFF-C27F-6323-71BBBE8CE7C7}"/>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 name="Oval 15">
              <a:extLst>
                <a:ext uri="{FF2B5EF4-FFF2-40B4-BE49-F238E27FC236}">
                  <a16:creationId xmlns:a16="http://schemas.microsoft.com/office/drawing/2014/main" id="{6A5D1DDA-A9F9-F341-FE0C-66B61AAB0991}"/>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0" name="Straight Connector 149">
              <a:extLst>
                <a:ext uri="{FF2B5EF4-FFF2-40B4-BE49-F238E27FC236}">
                  <a16:creationId xmlns:a16="http://schemas.microsoft.com/office/drawing/2014/main" id="{90D85834-C93D-BB4E-EFD6-D629C8B43982}"/>
                </a:ext>
              </a:extLst>
            </p:cNvPr>
            <p:cNvCxnSpPr>
              <a:cxnSpLocks/>
              <a:stCxn id="149"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1" name="Straight Connector 150">
              <a:extLst>
                <a:ext uri="{FF2B5EF4-FFF2-40B4-BE49-F238E27FC236}">
                  <a16:creationId xmlns:a16="http://schemas.microsoft.com/office/drawing/2014/main" id="{916B88D6-0722-58F0-3589-29A048584698}"/>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2" name="Group 151">
            <a:extLst>
              <a:ext uri="{FF2B5EF4-FFF2-40B4-BE49-F238E27FC236}">
                <a16:creationId xmlns:a16="http://schemas.microsoft.com/office/drawing/2014/main" id="{37E2FFB6-EB28-808A-E553-A5133C35476B}"/>
              </a:ext>
            </a:extLst>
          </p:cNvPr>
          <p:cNvGrpSpPr/>
          <p:nvPr/>
        </p:nvGrpSpPr>
        <p:grpSpPr>
          <a:xfrm>
            <a:off x="4605607" y="811556"/>
            <a:ext cx="722054" cy="609701"/>
            <a:chOff x="4605607" y="811556"/>
            <a:chExt cx="722054" cy="609701"/>
          </a:xfrm>
        </p:grpSpPr>
        <p:sp>
          <p:nvSpPr>
            <p:cNvPr id="153" name="Rectangle 152">
              <a:extLst>
                <a:ext uri="{FF2B5EF4-FFF2-40B4-BE49-F238E27FC236}">
                  <a16:creationId xmlns:a16="http://schemas.microsoft.com/office/drawing/2014/main" id="{26098367-A87C-1B11-BF7B-955807796A25}"/>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4" name="Rectangle 153">
              <a:extLst>
                <a:ext uri="{FF2B5EF4-FFF2-40B4-BE49-F238E27FC236}">
                  <a16:creationId xmlns:a16="http://schemas.microsoft.com/office/drawing/2014/main" id="{FC5DC5DE-F884-747C-9CE4-F510BE043F91}"/>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5" name="Oval 15">
              <a:extLst>
                <a:ext uri="{FF2B5EF4-FFF2-40B4-BE49-F238E27FC236}">
                  <a16:creationId xmlns:a16="http://schemas.microsoft.com/office/drawing/2014/main" id="{6AD4E6D0-A68A-C27C-A157-AEF6D040521D}"/>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6" name="Straight Connector 155">
              <a:extLst>
                <a:ext uri="{FF2B5EF4-FFF2-40B4-BE49-F238E27FC236}">
                  <a16:creationId xmlns:a16="http://schemas.microsoft.com/office/drawing/2014/main" id="{70704C01-8A9F-B596-C2C6-7DCFB831B7CD}"/>
                </a:ext>
              </a:extLst>
            </p:cNvPr>
            <p:cNvCxnSpPr>
              <a:cxnSpLocks/>
              <a:stCxn id="155"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7" name="Straight Connector 156">
              <a:extLst>
                <a:ext uri="{FF2B5EF4-FFF2-40B4-BE49-F238E27FC236}">
                  <a16:creationId xmlns:a16="http://schemas.microsoft.com/office/drawing/2014/main" id="{86C0EF24-7159-6123-C5B2-DF5CB8577BED}"/>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8" name="Group 157">
            <a:extLst>
              <a:ext uri="{FF2B5EF4-FFF2-40B4-BE49-F238E27FC236}">
                <a16:creationId xmlns:a16="http://schemas.microsoft.com/office/drawing/2014/main" id="{0B30FB33-E758-3BC9-269A-8BC79CEB4F4E}"/>
              </a:ext>
            </a:extLst>
          </p:cNvPr>
          <p:cNvGrpSpPr/>
          <p:nvPr/>
        </p:nvGrpSpPr>
        <p:grpSpPr>
          <a:xfrm>
            <a:off x="9651394" y="811173"/>
            <a:ext cx="721206" cy="609701"/>
            <a:chOff x="9657972" y="90836"/>
            <a:chExt cx="721206" cy="609701"/>
          </a:xfrm>
        </p:grpSpPr>
        <p:sp>
          <p:nvSpPr>
            <p:cNvPr id="159" name="Rectangle 158">
              <a:hlinkHover r:id="" action="ppaction://noaction" highlightClick="1"/>
              <a:extLst>
                <a:ext uri="{FF2B5EF4-FFF2-40B4-BE49-F238E27FC236}">
                  <a16:creationId xmlns:a16="http://schemas.microsoft.com/office/drawing/2014/main" id="{F9DF466D-DC4A-27C5-ACD3-8B9DF4C9461C}"/>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60" name="Diamond 159">
              <a:extLst>
                <a:ext uri="{FF2B5EF4-FFF2-40B4-BE49-F238E27FC236}">
                  <a16:creationId xmlns:a16="http://schemas.microsoft.com/office/drawing/2014/main" id="{D66D917D-18F1-A6D4-CBBC-677DFE988323}"/>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1" name="Oval 160">
              <a:extLst>
                <a:ext uri="{FF2B5EF4-FFF2-40B4-BE49-F238E27FC236}">
                  <a16:creationId xmlns:a16="http://schemas.microsoft.com/office/drawing/2014/main" id="{593BD77A-E0EE-B22B-4D6F-462E4257EF17}"/>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2" name="Group 161">
            <a:extLst>
              <a:ext uri="{FF2B5EF4-FFF2-40B4-BE49-F238E27FC236}">
                <a16:creationId xmlns:a16="http://schemas.microsoft.com/office/drawing/2014/main" id="{DC4763B9-2289-F72B-FD0F-B5C8A00E646D}"/>
              </a:ext>
            </a:extLst>
          </p:cNvPr>
          <p:cNvGrpSpPr/>
          <p:nvPr/>
        </p:nvGrpSpPr>
        <p:grpSpPr>
          <a:xfrm>
            <a:off x="2934662" y="5148220"/>
            <a:ext cx="724130" cy="609701"/>
            <a:chOff x="4615448" y="2974053"/>
            <a:chExt cx="724130" cy="609701"/>
          </a:xfrm>
        </p:grpSpPr>
        <p:sp>
          <p:nvSpPr>
            <p:cNvPr id="163" name="Rectangle 162">
              <a:extLst>
                <a:ext uri="{FF2B5EF4-FFF2-40B4-BE49-F238E27FC236}">
                  <a16:creationId xmlns:a16="http://schemas.microsoft.com/office/drawing/2014/main" id="{92221A0F-A5E3-8930-100B-E1BF5D4307D4}"/>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64" name="Right Triangle 163">
              <a:extLst>
                <a:ext uri="{FF2B5EF4-FFF2-40B4-BE49-F238E27FC236}">
                  <a16:creationId xmlns:a16="http://schemas.microsoft.com/office/drawing/2014/main" id="{6B8DF7D2-38B9-F33E-C962-D81544F8A4AA}"/>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65" name="Group 164">
              <a:extLst>
                <a:ext uri="{FF2B5EF4-FFF2-40B4-BE49-F238E27FC236}">
                  <a16:creationId xmlns:a16="http://schemas.microsoft.com/office/drawing/2014/main" id="{20820E9B-7B88-911D-04E4-1C2EF33AFCDA}"/>
                </a:ext>
              </a:extLst>
            </p:cNvPr>
            <p:cNvGrpSpPr/>
            <p:nvPr/>
          </p:nvGrpSpPr>
          <p:grpSpPr>
            <a:xfrm>
              <a:off x="5288997" y="2982574"/>
              <a:ext cx="37817" cy="61390"/>
              <a:chOff x="3883481" y="2057400"/>
              <a:chExt cx="1608363" cy="2652031"/>
            </a:xfrm>
            <a:solidFill>
              <a:srgbClr val="A6A6A6">
                <a:alpha val="20000"/>
              </a:srgbClr>
            </a:solidFill>
          </p:grpSpPr>
          <p:sp>
            <p:nvSpPr>
              <p:cNvPr id="166" name="Oval 27">
                <a:extLst>
                  <a:ext uri="{FF2B5EF4-FFF2-40B4-BE49-F238E27FC236}">
                    <a16:creationId xmlns:a16="http://schemas.microsoft.com/office/drawing/2014/main" id="{D2A65457-070C-4645-6EA4-08F35343B5F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7" name="Oval 28">
                <a:extLst>
                  <a:ext uri="{FF2B5EF4-FFF2-40B4-BE49-F238E27FC236}">
                    <a16:creationId xmlns:a16="http://schemas.microsoft.com/office/drawing/2014/main" id="{967DA99E-39CC-5571-01DB-E2A35B5FE1D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8" name="Group 167">
            <a:extLst>
              <a:ext uri="{FF2B5EF4-FFF2-40B4-BE49-F238E27FC236}">
                <a16:creationId xmlns:a16="http://schemas.microsoft.com/office/drawing/2014/main" id="{C8830EFC-541D-783D-E017-123E26B4C0D5}"/>
              </a:ext>
            </a:extLst>
          </p:cNvPr>
          <p:cNvGrpSpPr/>
          <p:nvPr/>
        </p:nvGrpSpPr>
        <p:grpSpPr>
          <a:xfrm>
            <a:off x="11355832" y="5140982"/>
            <a:ext cx="721220" cy="609701"/>
            <a:chOff x="9656903" y="2253333"/>
            <a:chExt cx="721220" cy="609701"/>
          </a:xfrm>
        </p:grpSpPr>
        <p:sp>
          <p:nvSpPr>
            <p:cNvPr id="169" name="Rectangle 168">
              <a:hlinkHover r:id="" action="ppaction://noaction" highlightClick="1"/>
              <a:extLst>
                <a:ext uri="{FF2B5EF4-FFF2-40B4-BE49-F238E27FC236}">
                  <a16:creationId xmlns:a16="http://schemas.microsoft.com/office/drawing/2014/main" id="{F6E530F1-FEC8-BD15-F8DC-E366C24F2957}"/>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70" name="Rectangle 169">
              <a:extLst>
                <a:ext uri="{FF2B5EF4-FFF2-40B4-BE49-F238E27FC236}">
                  <a16:creationId xmlns:a16="http://schemas.microsoft.com/office/drawing/2014/main" id="{AB914151-5ADF-4D55-6F15-393E2AB5AB9B}"/>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1" name="Oval 15">
              <a:extLst>
                <a:ext uri="{FF2B5EF4-FFF2-40B4-BE49-F238E27FC236}">
                  <a16:creationId xmlns:a16="http://schemas.microsoft.com/office/drawing/2014/main" id="{D8816FA0-57F9-5A24-3054-4DD1DCB8E513}"/>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2" name="Straight Connector 171">
              <a:extLst>
                <a:ext uri="{FF2B5EF4-FFF2-40B4-BE49-F238E27FC236}">
                  <a16:creationId xmlns:a16="http://schemas.microsoft.com/office/drawing/2014/main" id="{D0BD51C9-0468-0292-9D97-1439D4BAA546}"/>
                </a:ext>
              </a:extLst>
            </p:cNvPr>
            <p:cNvCxnSpPr>
              <a:cxnSpLocks/>
              <a:stCxn id="171"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3" name="Straight Connector 172">
              <a:extLst>
                <a:ext uri="{FF2B5EF4-FFF2-40B4-BE49-F238E27FC236}">
                  <a16:creationId xmlns:a16="http://schemas.microsoft.com/office/drawing/2014/main" id="{83D6E159-879C-0976-DACE-68766304A5D1}"/>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4" name="Group 173">
            <a:extLst>
              <a:ext uri="{FF2B5EF4-FFF2-40B4-BE49-F238E27FC236}">
                <a16:creationId xmlns:a16="http://schemas.microsoft.com/office/drawing/2014/main" id="{41D7BE68-D4B9-969D-0729-83DEB16D4C8A}"/>
              </a:ext>
            </a:extLst>
          </p:cNvPr>
          <p:cNvGrpSpPr/>
          <p:nvPr/>
        </p:nvGrpSpPr>
        <p:grpSpPr>
          <a:xfrm>
            <a:off x="10508723" y="1536662"/>
            <a:ext cx="721206" cy="609701"/>
            <a:chOff x="11356242" y="1532276"/>
            <a:chExt cx="721206" cy="609701"/>
          </a:xfrm>
        </p:grpSpPr>
        <p:sp>
          <p:nvSpPr>
            <p:cNvPr id="175" name="Rectangle 174">
              <a:hlinkHover r:id="" action="ppaction://noaction" highlightClick="1"/>
              <a:extLst>
                <a:ext uri="{FF2B5EF4-FFF2-40B4-BE49-F238E27FC236}">
                  <a16:creationId xmlns:a16="http://schemas.microsoft.com/office/drawing/2014/main" id="{DE3B5909-E427-BFB4-3598-24B94F7CB2CF}"/>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76" name="Oval 175">
              <a:extLst>
                <a:ext uri="{FF2B5EF4-FFF2-40B4-BE49-F238E27FC236}">
                  <a16:creationId xmlns:a16="http://schemas.microsoft.com/office/drawing/2014/main" id="{A6CE6F87-CCB1-7D56-A31A-67F7AB3569EA}"/>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7" name="Isosceles Triangle 648">
              <a:extLst>
                <a:ext uri="{FF2B5EF4-FFF2-40B4-BE49-F238E27FC236}">
                  <a16:creationId xmlns:a16="http://schemas.microsoft.com/office/drawing/2014/main" id="{A6E56B12-5A22-71D6-9302-864C6B2D52FE}"/>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8" name="Group 177">
            <a:extLst>
              <a:ext uri="{FF2B5EF4-FFF2-40B4-BE49-F238E27FC236}">
                <a16:creationId xmlns:a16="http://schemas.microsoft.com/office/drawing/2014/main" id="{36CBA57C-8DCC-2E5A-8BE7-13CBB713926E}"/>
              </a:ext>
            </a:extLst>
          </p:cNvPr>
          <p:cNvGrpSpPr/>
          <p:nvPr/>
        </p:nvGrpSpPr>
        <p:grpSpPr>
          <a:xfrm>
            <a:off x="9656908" y="2253333"/>
            <a:ext cx="721206" cy="609701"/>
            <a:chOff x="9656908" y="2253333"/>
            <a:chExt cx="721206" cy="609701"/>
          </a:xfrm>
        </p:grpSpPr>
        <p:sp>
          <p:nvSpPr>
            <p:cNvPr id="179" name="Rectangle 178">
              <a:hlinkHover r:id="" action="ppaction://noaction" highlightClick="1"/>
              <a:extLst>
                <a:ext uri="{FF2B5EF4-FFF2-40B4-BE49-F238E27FC236}">
                  <a16:creationId xmlns:a16="http://schemas.microsoft.com/office/drawing/2014/main" id="{BF14C153-A84A-FF33-123E-37CFFAFA8175}"/>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80" name="Rectangle 179">
              <a:extLst>
                <a:ext uri="{FF2B5EF4-FFF2-40B4-BE49-F238E27FC236}">
                  <a16:creationId xmlns:a16="http://schemas.microsoft.com/office/drawing/2014/main" id="{D238508B-E10B-CC6C-56C8-9CAA3A7893D5}"/>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1" name="Oval 15">
              <a:extLst>
                <a:ext uri="{FF2B5EF4-FFF2-40B4-BE49-F238E27FC236}">
                  <a16:creationId xmlns:a16="http://schemas.microsoft.com/office/drawing/2014/main" id="{9F98C491-825B-2AA5-2976-22528E1931EC}"/>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2" name="Straight Connector 181">
              <a:extLst>
                <a:ext uri="{FF2B5EF4-FFF2-40B4-BE49-F238E27FC236}">
                  <a16:creationId xmlns:a16="http://schemas.microsoft.com/office/drawing/2014/main" id="{EF8FFCAF-2CBE-98F2-8B22-7187FF766B3A}"/>
                </a:ext>
              </a:extLst>
            </p:cNvPr>
            <p:cNvCxnSpPr>
              <a:cxnSpLocks/>
              <a:stCxn id="181"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3" name="Straight Connector 182">
              <a:extLst>
                <a:ext uri="{FF2B5EF4-FFF2-40B4-BE49-F238E27FC236}">
                  <a16:creationId xmlns:a16="http://schemas.microsoft.com/office/drawing/2014/main" id="{0416CA22-5E6A-9CDF-E328-CB829BF9E4F9}"/>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4" name="Group 183">
            <a:extLst>
              <a:ext uri="{FF2B5EF4-FFF2-40B4-BE49-F238E27FC236}">
                <a16:creationId xmlns:a16="http://schemas.microsoft.com/office/drawing/2014/main" id="{50279EBE-0D80-39CE-0BC3-034A91C8936A}"/>
              </a:ext>
            </a:extLst>
          </p:cNvPr>
          <p:cNvGrpSpPr/>
          <p:nvPr/>
        </p:nvGrpSpPr>
        <p:grpSpPr>
          <a:xfrm>
            <a:off x="8808980" y="2268701"/>
            <a:ext cx="721206" cy="609701"/>
            <a:chOff x="11356238" y="2253333"/>
            <a:chExt cx="721206" cy="609701"/>
          </a:xfrm>
        </p:grpSpPr>
        <p:sp>
          <p:nvSpPr>
            <p:cNvPr id="185" name="Rectangle 184">
              <a:hlinkHover r:id="" action="ppaction://noaction" highlightClick="1"/>
              <a:extLst>
                <a:ext uri="{FF2B5EF4-FFF2-40B4-BE49-F238E27FC236}">
                  <a16:creationId xmlns:a16="http://schemas.microsoft.com/office/drawing/2014/main" id="{BE61EB7B-9F13-86DB-E592-F370164EB639}"/>
                </a:ext>
              </a:extLst>
            </p:cNvPr>
            <p:cNvSpPr/>
            <p:nvPr/>
          </p:nvSpPr>
          <p:spPr>
            <a:xfrm>
              <a:off x="11356238" y="225333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86" name="Oval 185">
              <a:extLst>
                <a:ext uri="{FF2B5EF4-FFF2-40B4-BE49-F238E27FC236}">
                  <a16:creationId xmlns:a16="http://schemas.microsoft.com/office/drawing/2014/main" id="{BC072913-68F4-CFCF-F9CA-F4C36506832B}"/>
                </a:ext>
              </a:extLst>
            </p:cNvPr>
            <p:cNvSpPr/>
            <p:nvPr/>
          </p:nvSpPr>
          <p:spPr>
            <a:xfrm>
              <a:off x="11934777" y="226109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7" name="Isosceles Triangle 648">
              <a:extLst>
                <a:ext uri="{FF2B5EF4-FFF2-40B4-BE49-F238E27FC236}">
                  <a16:creationId xmlns:a16="http://schemas.microsoft.com/office/drawing/2014/main" id="{7ACDECD9-3ABA-09A7-FC93-ECB53E5E5DD9}"/>
                </a:ext>
              </a:extLst>
            </p:cNvPr>
            <p:cNvSpPr/>
            <p:nvPr/>
          </p:nvSpPr>
          <p:spPr>
            <a:xfrm>
              <a:off x="11964901" y="227460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88" name="Group 187">
            <a:extLst>
              <a:ext uri="{FF2B5EF4-FFF2-40B4-BE49-F238E27FC236}">
                <a16:creationId xmlns:a16="http://schemas.microsoft.com/office/drawing/2014/main" id="{6BE9A7A5-9951-48DD-59C2-1BE86B7A8A66}"/>
              </a:ext>
            </a:extLst>
          </p:cNvPr>
          <p:cNvGrpSpPr/>
          <p:nvPr/>
        </p:nvGrpSpPr>
        <p:grpSpPr>
          <a:xfrm>
            <a:off x="10506573" y="2253333"/>
            <a:ext cx="721206" cy="609701"/>
            <a:chOff x="10506573" y="2253333"/>
            <a:chExt cx="721206" cy="609701"/>
          </a:xfrm>
        </p:grpSpPr>
        <p:sp>
          <p:nvSpPr>
            <p:cNvPr id="189" name="Rectangle 188">
              <a:hlinkHover r:id="" action="ppaction://noaction" highlightClick="1"/>
              <a:extLst>
                <a:ext uri="{FF2B5EF4-FFF2-40B4-BE49-F238E27FC236}">
                  <a16:creationId xmlns:a16="http://schemas.microsoft.com/office/drawing/2014/main" id="{148E4F73-8992-1652-6BAB-8B5CFE350739}"/>
                </a:ext>
              </a:extLst>
            </p:cNvPr>
            <p:cNvSpPr/>
            <p:nvPr/>
          </p:nvSpPr>
          <p:spPr>
            <a:xfrm>
              <a:off x="10506573" y="2253333"/>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190" name="Diamond 189">
              <a:extLst>
                <a:ext uri="{FF2B5EF4-FFF2-40B4-BE49-F238E27FC236}">
                  <a16:creationId xmlns:a16="http://schemas.microsoft.com/office/drawing/2014/main" id="{5B869FF8-710E-DBF3-AD31-E6825D10CE0D}"/>
                </a:ext>
              </a:extLst>
            </p:cNvPr>
            <p:cNvSpPr/>
            <p:nvPr/>
          </p:nvSpPr>
          <p:spPr>
            <a:xfrm>
              <a:off x="11091271" y="2255684"/>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Oval 190">
              <a:extLst>
                <a:ext uri="{FF2B5EF4-FFF2-40B4-BE49-F238E27FC236}">
                  <a16:creationId xmlns:a16="http://schemas.microsoft.com/office/drawing/2014/main" id="{DEEAF908-DDCB-DFB8-93D9-8575696DFB25}"/>
                </a:ext>
              </a:extLst>
            </p:cNvPr>
            <p:cNvSpPr/>
            <p:nvPr/>
          </p:nvSpPr>
          <p:spPr>
            <a:xfrm>
              <a:off x="11125474" y="2289172"/>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48" name="Group 447">
            <a:extLst>
              <a:ext uri="{FF2B5EF4-FFF2-40B4-BE49-F238E27FC236}">
                <a16:creationId xmlns:a16="http://schemas.microsoft.com/office/drawing/2014/main" id="{90A4622E-4B19-B5DA-DDD5-0598E4E790D8}"/>
              </a:ext>
            </a:extLst>
          </p:cNvPr>
          <p:cNvGrpSpPr/>
          <p:nvPr/>
        </p:nvGrpSpPr>
        <p:grpSpPr>
          <a:xfrm>
            <a:off x="7957586" y="2253332"/>
            <a:ext cx="721206" cy="609701"/>
            <a:chOff x="7957586" y="2253332"/>
            <a:chExt cx="721206" cy="609701"/>
          </a:xfrm>
        </p:grpSpPr>
        <p:sp>
          <p:nvSpPr>
            <p:cNvPr id="449" name="Rectangle 448">
              <a:extLst>
                <a:ext uri="{FF2B5EF4-FFF2-40B4-BE49-F238E27FC236}">
                  <a16:creationId xmlns:a16="http://schemas.microsoft.com/office/drawing/2014/main" id="{A2BFB5E1-09F0-B45C-50B9-17926DC43A41}"/>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450" name="Right Triangle 449">
              <a:extLst>
                <a:ext uri="{FF2B5EF4-FFF2-40B4-BE49-F238E27FC236}">
                  <a16:creationId xmlns:a16="http://schemas.microsoft.com/office/drawing/2014/main" id="{EC136BCB-4C7C-9603-8218-0B1C8DBE193C}"/>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51" name="Group 450">
              <a:extLst>
                <a:ext uri="{FF2B5EF4-FFF2-40B4-BE49-F238E27FC236}">
                  <a16:creationId xmlns:a16="http://schemas.microsoft.com/office/drawing/2014/main" id="{BFD1D27A-2761-20AB-F441-6EFA6788B47A}"/>
                </a:ext>
              </a:extLst>
            </p:cNvPr>
            <p:cNvGrpSpPr/>
            <p:nvPr/>
          </p:nvGrpSpPr>
          <p:grpSpPr>
            <a:xfrm>
              <a:off x="8621942" y="2262669"/>
              <a:ext cx="37817" cy="61390"/>
              <a:chOff x="3883481" y="2057400"/>
              <a:chExt cx="1608363" cy="2652031"/>
            </a:xfrm>
            <a:solidFill>
              <a:srgbClr val="A6A6A6">
                <a:alpha val="20000"/>
              </a:srgbClr>
            </a:solidFill>
          </p:grpSpPr>
          <p:sp>
            <p:nvSpPr>
              <p:cNvPr id="452" name="Oval 27">
                <a:extLst>
                  <a:ext uri="{FF2B5EF4-FFF2-40B4-BE49-F238E27FC236}">
                    <a16:creationId xmlns:a16="http://schemas.microsoft.com/office/drawing/2014/main" id="{A5FDFA03-91C7-4C9A-0C5D-DDCB37EA2A8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3" name="Oval 28">
                <a:extLst>
                  <a:ext uri="{FF2B5EF4-FFF2-40B4-BE49-F238E27FC236}">
                    <a16:creationId xmlns:a16="http://schemas.microsoft.com/office/drawing/2014/main" id="{B53DED30-A039-6337-32C8-F12069E592F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54" name="Group 453">
            <a:extLst>
              <a:ext uri="{FF2B5EF4-FFF2-40B4-BE49-F238E27FC236}">
                <a16:creationId xmlns:a16="http://schemas.microsoft.com/office/drawing/2014/main" id="{48DCFB5D-08F1-B85F-CD49-2ECE3DBF5E48}"/>
              </a:ext>
            </a:extLst>
          </p:cNvPr>
          <p:cNvGrpSpPr/>
          <p:nvPr/>
        </p:nvGrpSpPr>
        <p:grpSpPr>
          <a:xfrm>
            <a:off x="6290730" y="2257176"/>
            <a:ext cx="721206" cy="609701"/>
            <a:chOff x="8807250" y="2253334"/>
            <a:chExt cx="721206" cy="609701"/>
          </a:xfrm>
        </p:grpSpPr>
        <p:sp>
          <p:nvSpPr>
            <p:cNvPr id="496" name="Rectangle 495">
              <a:extLst>
                <a:ext uri="{FF2B5EF4-FFF2-40B4-BE49-F238E27FC236}">
                  <a16:creationId xmlns:a16="http://schemas.microsoft.com/office/drawing/2014/main" id="{EBADE017-6813-B189-E5FB-5C7A436C0D37}"/>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497" name="Right Triangle 496">
              <a:extLst>
                <a:ext uri="{FF2B5EF4-FFF2-40B4-BE49-F238E27FC236}">
                  <a16:creationId xmlns:a16="http://schemas.microsoft.com/office/drawing/2014/main" id="{5C390BFD-82BA-915B-AAC5-CAD2C51B4DFF}"/>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8" name="Oval 27">
              <a:extLst>
                <a:ext uri="{FF2B5EF4-FFF2-40B4-BE49-F238E27FC236}">
                  <a16:creationId xmlns:a16="http://schemas.microsoft.com/office/drawing/2014/main" id="{D123F71F-822C-4740-C243-8C772198F697}"/>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9" name="Oval 28">
              <a:extLst>
                <a:ext uri="{FF2B5EF4-FFF2-40B4-BE49-F238E27FC236}">
                  <a16:creationId xmlns:a16="http://schemas.microsoft.com/office/drawing/2014/main" id="{C80628E9-561E-EA6D-C060-DE252FB7CD5E}"/>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0" name="Group 499">
            <a:extLst>
              <a:ext uri="{FF2B5EF4-FFF2-40B4-BE49-F238E27FC236}">
                <a16:creationId xmlns:a16="http://schemas.microsoft.com/office/drawing/2014/main" id="{46637D9D-C608-72DE-1F72-D342B65FF3A7}"/>
              </a:ext>
            </a:extLst>
          </p:cNvPr>
          <p:cNvGrpSpPr/>
          <p:nvPr/>
        </p:nvGrpSpPr>
        <p:grpSpPr>
          <a:xfrm>
            <a:off x="5454173" y="2257175"/>
            <a:ext cx="721206" cy="609701"/>
            <a:chOff x="6287891" y="2253333"/>
            <a:chExt cx="721206" cy="609701"/>
          </a:xfrm>
        </p:grpSpPr>
        <p:sp>
          <p:nvSpPr>
            <p:cNvPr id="501" name="Rectangle 500">
              <a:extLst>
                <a:ext uri="{FF2B5EF4-FFF2-40B4-BE49-F238E27FC236}">
                  <a16:creationId xmlns:a16="http://schemas.microsoft.com/office/drawing/2014/main" id="{8B8190AA-C5EC-9508-CD5A-C80EEE9A12C3}"/>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502" name="Right Triangle 501">
              <a:extLst>
                <a:ext uri="{FF2B5EF4-FFF2-40B4-BE49-F238E27FC236}">
                  <a16:creationId xmlns:a16="http://schemas.microsoft.com/office/drawing/2014/main" id="{D4097EF9-AC5F-1A96-1D80-6565870EA680}"/>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03" name="Group 502">
              <a:extLst>
                <a:ext uri="{FF2B5EF4-FFF2-40B4-BE49-F238E27FC236}">
                  <a16:creationId xmlns:a16="http://schemas.microsoft.com/office/drawing/2014/main" id="{7DF8D52B-D77E-2D37-1EE3-8ABC88BD3D7D}"/>
                </a:ext>
              </a:extLst>
            </p:cNvPr>
            <p:cNvGrpSpPr/>
            <p:nvPr/>
          </p:nvGrpSpPr>
          <p:grpSpPr>
            <a:xfrm>
              <a:off x="6952470" y="2265099"/>
              <a:ext cx="37817" cy="61390"/>
              <a:chOff x="3883481" y="2057400"/>
              <a:chExt cx="1608363" cy="2652031"/>
            </a:xfrm>
            <a:solidFill>
              <a:srgbClr val="A6A6A6">
                <a:alpha val="20000"/>
              </a:srgbClr>
            </a:solidFill>
          </p:grpSpPr>
          <p:sp>
            <p:nvSpPr>
              <p:cNvPr id="504" name="Oval 27">
                <a:extLst>
                  <a:ext uri="{FF2B5EF4-FFF2-40B4-BE49-F238E27FC236}">
                    <a16:creationId xmlns:a16="http://schemas.microsoft.com/office/drawing/2014/main" id="{92FBAB51-E06C-E137-B080-0CECA3A7C17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5" name="Oval 28">
                <a:extLst>
                  <a:ext uri="{FF2B5EF4-FFF2-40B4-BE49-F238E27FC236}">
                    <a16:creationId xmlns:a16="http://schemas.microsoft.com/office/drawing/2014/main" id="{DCE90105-2827-FDA1-10EA-3C142E4C3A1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06" name="Group 505">
            <a:extLst>
              <a:ext uri="{FF2B5EF4-FFF2-40B4-BE49-F238E27FC236}">
                <a16:creationId xmlns:a16="http://schemas.microsoft.com/office/drawing/2014/main" id="{03D5A9BC-0447-960C-580C-9B36DCC3C210}"/>
              </a:ext>
            </a:extLst>
          </p:cNvPr>
          <p:cNvGrpSpPr/>
          <p:nvPr/>
        </p:nvGrpSpPr>
        <p:grpSpPr>
          <a:xfrm>
            <a:off x="7113172" y="2252067"/>
            <a:ext cx="728239" cy="609701"/>
            <a:chOff x="5442073" y="811556"/>
            <a:chExt cx="728239" cy="609701"/>
          </a:xfrm>
        </p:grpSpPr>
        <p:sp>
          <p:nvSpPr>
            <p:cNvPr id="507" name="Rectangle 506">
              <a:extLst>
                <a:ext uri="{FF2B5EF4-FFF2-40B4-BE49-F238E27FC236}">
                  <a16:creationId xmlns:a16="http://schemas.microsoft.com/office/drawing/2014/main" id="{D207B6CB-4D52-4CDB-7E19-BFFEF475C105}"/>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508" name="Rectangle 507">
              <a:extLst>
                <a:ext uri="{FF2B5EF4-FFF2-40B4-BE49-F238E27FC236}">
                  <a16:creationId xmlns:a16="http://schemas.microsoft.com/office/drawing/2014/main" id="{C06F8264-6F44-9F9D-F5AF-9C1C3AEF1421}"/>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9" name="Oval 15">
              <a:extLst>
                <a:ext uri="{FF2B5EF4-FFF2-40B4-BE49-F238E27FC236}">
                  <a16:creationId xmlns:a16="http://schemas.microsoft.com/office/drawing/2014/main" id="{407663AD-C3A6-C98B-0B7B-4384111225B8}"/>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10" name="Straight Connector 509">
              <a:extLst>
                <a:ext uri="{FF2B5EF4-FFF2-40B4-BE49-F238E27FC236}">
                  <a16:creationId xmlns:a16="http://schemas.microsoft.com/office/drawing/2014/main" id="{C6808EC2-22C1-6C97-4E9F-5C98EE91D771}"/>
                </a:ext>
              </a:extLst>
            </p:cNvPr>
            <p:cNvCxnSpPr>
              <a:cxnSpLocks/>
              <a:stCxn id="509"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11" name="Straight Connector 510">
              <a:extLst>
                <a:ext uri="{FF2B5EF4-FFF2-40B4-BE49-F238E27FC236}">
                  <a16:creationId xmlns:a16="http://schemas.microsoft.com/office/drawing/2014/main" id="{EEDF01A1-280A-0EBC-5D23-0E73645B16C1}"/>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12" name="Group 511">
            <a:extLst>
              <a:ext uri="{FF2B5EF4-FFF2-40B4-BE49-F238E27FC236}">
                <a16:creationId xmlns:a16="http://schemas.microsoft.com/office/drawing/2014/main" id="{B328744C-269D-B808-744F-7666537CBE3F}"/>
              </a:ext>
            </a:extLst>
          </p:cNvPr>
          <p:cNvGrpSpPr/>
          <p:nvPr/>
        </p:nvGrpSpPr>
        <p:grpSpPr>
          <a:xfrm>
            <a:off x="11353919" y="2251694"/>
            <a:ext cx="721206" cy="609701"/>
            <a:chOff x="8807250" y="2253334"/>
            <a:chExt cx="721206" cy="609701"/>
          </a:xfrm>
        </p:grpSpPr>
        <p:sp>
          <p:nvSpPr>
            <p:cNvPr id="513" name="Rectangle 512">
              <a:extLst>
                <a:ext uri="{FF2B5EF4-FFF2-40B4-BE49-F238E27FC236}">
                  <a16:creationId xmlns:a16="http://schemas.microsoft.com/office/drawing/2014/main" id="{7F0EA886-3F74-D393-11BC-C1C8C1F2517C}"/>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514" name="Right Triangle 513">
              <a:extLst>
                <a:ext uri="{FF2B5EF4-FFF2-40B4-BE49-F238E27FC236}">
                  <a16:creationId xmlns:a16="http://schemas.microsoft.com/office/drawing/2014/main" id="{B873D6A9-E0BD-C985-A81E-F8DC52D8317C}"/>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5" name="Oval 27">
              <a:extLst>
                <a:ext uri="{FF2B5EF4-FFF2-40B4-BE49-F238E27FC236}">
                  <a16:creationId xmlns:a16="http://schemas.microsoft.com/office/drawing/2014/main" id="{3340FADD-5D06-56CD-538A-9F502114DBCB}"/>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6" name="Oval 28">
              <a:extLst>
                <a:ext uri="{FF2B5EF4-FFF2-40B4-BE49-F238E27FC236}">
                  <a16:creationId xmlns:a16="http://schemas.microsoft.com/office/drawing/2014/main" id="{108B6B35-4265-9152-2248-A2A7A6174D28}"/>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7" name="Group 516">
            <a:extLst>
              <a:ext uri="{FF2B5EF4-FFF2-40B4-BE49-F238E27FC236}">
                <a16:creationId xmlns:a16="http://schemas.microsoft.com/office/drawing/2014/main" id="{18BC2D06-BB24-84E8-20C6-7B13FF4B1B48}"/>
              </a:ext>
            </a:extLst>
          </p:cNvPr>
          <p:cNvGrpSpPr/>
          <p:nvPr/>
        </p:nvGrpSpPr>
        <p:grpSpPr>
          <a:xfrm>
            <a:off x="1268346" y="3698208"/>
            <a:ext cx="721891" cy="610396"/>
            <a:chOff x="1268346" y="3698208"/>
            <a:chExt cx="721891" cy="610396"/>
          </a:xfrm>
        </p:grpSpPr>
        <p:sp>
          <p:nvSpPr>
            <p:cNvPr id="518" name="Rectangle 517">
              <a:extLst>
                <a:ext uri="{FF2B5EF4-FFF2-40B4-BE49-F238E27FC236}">
                  <a16:creationId xmlns:a16="http://schemas.microsoft.com/office/drawing/2014/main" id="{8B1087B8-7975-6B90-A7C1-5BC0777814CA}"/>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519" name="Right Triangle 518">
              <a:extLst>
                <a:ext uri="{FF2B5EF4-FFF2-40B4-BE49-F238E27FC236}">
                  <a16:creationId xmlns:a16="http://schemas.microsoft.com/office/drawing/2014/main" id="{9B2B505B-B1C4-A214-F76A-5099B7680772}"/>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20" name="Group 519">
              <a:extLst>
                <a:ext uri="{FF2B5EF4-FFF2-40B4-BE49-F238E27FC236}">
                  <a16:creationId xmlns:a16="http://schemas.microsoft.com/office/drawing/2014/main" id="{DE9CFF49-0877-6D00-2580-2E8C0FD6153A}"/>
                </a:ext>
              </a:extLst>
            </p:cNvPr>
            <p:cNvGrpSpPr/>
            <p:nvPr/>
          </p:nvGrpSpPr>
          <p:grpSpPr>
            <a:xfrm>
              <a:off x="1939627" y="3704306"/>
              <a:ext cx="37817" cy="61390"/>
              <a:chOff x="3883481" y="2057400"/>
              <a:chExt cx="1608363" cy="2652031"/>
            </a:xfrm>
            <a:solidFill>
              <a:srgbClr val="A6A6A6">
                <a:alpha val="20000"/>
              </a:srgbClr>
            </a:solidFill>
          </p:grpSpPr>
          <p:sp>
            <p:nvSpPr>
              <p:cNvPr id="521" name="Oval 27">
                <a:extLst>
                  <a:ext uri="{FF2B5EF4-FFF2-40B4-BE49-F238E27FC236}">
                    <a16:creationId xmlns:a16="http://schemas.microsoft.com/office/drawing/2014/main" id="{A94A0836-12EB-1B1F-FD83-A4570098C93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2" name="Oval 28">
                <a:extLst>
                  <a:ext uri="{FF2B5EF4-FFF2-40B4-BE49-F238E27FC236}">
                    <a16:creationId xmlns:a16="http://schemas.microsoft.com/office/drawing/2014/main" id="{2A19B60B-5158-C14B-62A8-66E51C5728E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23" name="Group 522">
            <a:extLst>
              <a:ext uri="{FF2B5EF4-FFF2-40B4-BE49-F238E27FC236}">
                <a16:creationId xmlns:a16="http://schemas.microsoft.com/office/drawing/2014/main" id="{2257C552-B958-3390-2B16-2CE74521B514}"/>
              </a:ext>
            </a:extLst>
          </p:cNvPr>
          <p:cNvGrpSpPr/>
          <p:nvPr/>
        </p:nvGrpSpPr>
        <p:grpSpPr>
          <a:xfrm>
            <a:off x="5451979" y="3707588"/>
            <a:ext cx="721206" cy="609701"/>
            <a:chOff x="5451979" y="3707588"/>
            <a:chExt cx="721206" cy="609701"/>
          </a:xfrm>
        </p:grpSpPr>
        <p:sp>
          <p:nvSpPr>
            <p:cNvPr id="524" name="Rectangle 523">
              <a:hlinkHover r:id="" action="ppaction://noaction" highlightClick="1"/>
              <a:extLst>
                <a:ext uri="{FF2B5EF4-FFF2-40B4-BE49-F238E27FC236}">
                  <a16:creationId xmlns:a16="http://schemas.microsoft.com/office/drawing/2014/main" id="{EADF5E33-C9A8-FF26-B3D5-0291BB5E2522}"/>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25" name="Oval 524">
              <a:extLst>
                <a:ext uri="{FF2B5EF4-FFF2-40B4-BE49-F238E27FC236}">
                  <a16:creationId xmlns:a16="http://schemas.microsoft.com/office/drawing/2014/main" id="{3307BEBA-37BA-7A10-D429-4CDDE4800797}"/>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6" name="Isosceles Triangle 648">
              <a:extLst>
                <a:ext uri="{FF2B5EF4-FFF2-40B4-BE49-F238E27FC236}">
                  <a16:creationId xmlns:a16="http://schemas.microsoft.com/office/drawing/2014/main" id="{F093F5B4-42CC-C52C-E839-363EEB6BC080}"/>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7" name="Group 526">
            <a:extLst>
              <a:ext uri="{FF2B5EF4-FFF2-40B4-BE49-F238E27FC236}">
                <a16:creationId xmlns:a16="http://schemas.microsoft.com/office/drawing/2014/main" id="{20990F3F-0A13-A3BC-6FD2-5979BCFDF5FB}"/>
              </a:ext>
            </a:extLst>
          </p:cNvPr>
          <p:cNvGrpSpPr/>
          <p:nvPr/>
        </p:nvGrpSpPr>
        <p:grpSpPr>
          <a:xfrm>
            <a:off x="11356001" y="2974057"/>
            <a:ext cx="721206" cy="609701"/>
            <a:chOff x="11356001" y="2974057"/>
            <a:chExt cx="721206" cy="609701"/>
          </a:xfrm>
        </p:grpSpPr>
        <p:sp>
          <p:nvSpPr>
            <p:cNvPr id="528" name="Rectangle 527">
              <a:hlinkHover r:id="" action="ppaction://noaction" highlightClick="1"/>
              <a:extLst>
                <a:ext uri="{FF2B5EF4-FFF2-40B4-BE49-F238E27FC236}">
                  <a16:creationId xmlns:a16="http://schemas.microsoft.com/office/drawing/2014/main" id="{EF5064F9-CF48-640C-DC12-62DF39924B48}"/>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529" name="Oval 528">
              <a:extLst>
                <a:ext uri="{FF2B5EF4-FFF2-40B4-BE49-F238E27FC236}">
                  <a16:creationId xmlns:a16="http://schemas.microsoft.com/office/drawing/2014/main" id="{F96E8436-AE71-178E-44AC-C01478788A31}"/>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0" name="Isosceles Triangle 648">
              <a:extLst>
                <a:ext uri="{FF2B5EF4-FFF2-40B4-BE49-F238E27FC236}">
                  <a16:creationId xmlns:a16="http://schemas.microsoft.com/office/drawing/2014/main" id="{875BEB36-CB45-8702-5A73-A49083178299}"/>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1" name="Group 530">
            <a:extLst>
              <a:ext uri="{FF2B5EF4-FFF2-40B4-BE49-F238E27FC236}">
                <a16:creationId xmlns:a16="http://schemas.microsoft.com/office/drawing/2014/main" id="{1239A15A-B93C-FB7A-4B8D-B9357BA11A51}"/>
              </a:ext>
            </a:extLst>
          </p:cNvPr>
          <p:cNvGrpSpPr/>
          <p:nvPr/>
        </p:nvGrpSpPr>
        <p:grpSpPr>
          <a:xfrm>
            <a:off x="10506616" y="2984633"/>
            <a:ext cx="721220" cy="609701"/>
            <a:chOff x="9656903" y="2253333"/>
            <a:chExt cx="721220" cy="609701"/>
          </a:xfrm>
        </p:grpSpPr>
        <p:sp>
          <p:nvSpPr>
            <p:cNvPr id="532" name="Rectangle 531">
              <a:hlinkHover r:id="" action="ppaction://noaction" highlightClick="1"/>
              <a:extLst>
                <a:ext uri="{FF2B5EF4-FFF2-40B4-BE49-F238E27FC236}">
                  <a16:creationId xmlns:a16="http://schemas.microsoft.com/office/drawing/2014/main" id="{943E0C5A-B4DE-A57B-2EAC-750C5A58041D}"/>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33" name="Rectangle 532">
              <a:extLst>
                <a:ext uri="{FF2B5EF4-FFF2-40B4-BE49-F238E27FC236}">
                  <a16:creationId xmlns:a16="http://schemas.microsoft.com/office/drawing/2014/main" id="{794E2E37-88E0-0A50-0DF3-221AD63EDDCF}"/>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4" name="Oval 15">
              <a:extLst>
                <a:ext uri="{FF2B5EF4-FFF2-40B4-BE49-F238E27FC236}">
                  <a16:creationId xmlns:a16="http://schemas.microsoft.com/office/drawing/2014/main" id="{F1070D1F-2DE3-4B77-7847-6F9D6FC75D27}"/>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35" name="Straight Connector 534">
              <a:extLst>
                <a:ext uri="{FF2B5EF4-FFF2-40B4-BE49-F238E27FC236}">
                  <a16:creationId xmlns:a16="http://schemas.microsoft.com/office/drawing/2014/main" id="{EDD0A7A6-1BC3-DCEB-CE6A-85D86BC42E0A}"/>
                </a:ext>
              </a:extLst>
            </p:cNvPr>
            <p:cNvCxnSpPr>
              <a:cxnSpLocks/>
              <a:stCxn id="534"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36" name="Straight Connector 535">
              <a:extLst>
                <a:ext uri="{FF2B5EF4-FFF2-40B4-BE49-F238E27FC236}">
                  <a16:creationId xmlns:a16="http://schemas.microsoft.com/office/drawing/2014/main" id="{9E8C10FF-4977-D46A-0ABD-E319C11389A8}"/>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pic>
        <p:nvPicPr>
          <p:cNvPr id="28" name="Picture 27">
            <a:hlinkClick r:id="rId21" action="ppaction://hlinksldjump"/>
            <a:extLst>
              <a:ext uri="{FF2B5EF4-FFF2-40B4-BE49-F238E27FC236}">
                <a16:creationId xmlns:a16="http://schemas.microsoft.com/office/drawing/2014/main" id="{D0B40F26-432E-8F36-2223-465E33C53E82}"/>
              </a:ext>
            </a:extLst>
          </p:cNvPr>
          <p:cNvPicPr>
            <a:picLocks noChangeAspect="1"/>
          </p:cNvPicPr>
          <p:nvPr/>
        </p:nvPicPr>
        <p:blipFill>
          <a:blip r:embed="rId22"/>
          <a:stretch>
            <a:fillRect/>
          </a:stretch>
        </p:blipFill>
        <p:spPr>
          <a:xfrm>
            <a:off x="0" y="0"/>
            <a:ext cx="211626" cy="6858000"/>
          </a:xfrm>
          <a:prstGeom prst="rect">
            <a:avLst/>
          </a:prstGeom>
        </p:spPr>
      </p:pic>
      <p:grpSp>
        <p:nvGrpSpPr>
          <p:cNvPr id="29" name="Group 28">
            <a:extLst>
              <a:ext uri="{FF2B5EF4-FFF2-40B4-BE49-F238E27FC236}">
                <a16:creationId xmlns:a16="http://schemas.microsoft.com/office/drawing/2014/main" id="{200FD73E-7559-9673-274D-9ED4E6EE98CF}"/>
              </a:ext>
            </a:extLst>
          </p:cNvPr>
          <p:cNvGrpSpPr/>
          <p:nvPr/>
        </p:nvGrpSpPr>
        <p:grpSpPr>
          <a:xfrm>
            <a:off x="9652491" y="2986436"/>
            <a:ext cx="721206" cy="609701"/>
            <a:chOff x="9657972" y="90836"/>
            <a:chExt cx="721206" cy="609701"/>
          </a:xfrm>
        </p:grpSpPr>
        <p:sp>
          <p:nvSpPr>
            <p:cNvPr id="30" name="Rectangle 29">
              <a:hlinkHover r:id="" action="ppaction://noaction" highlightClick="1"/>
              <a:extLst>
                <a:ext uri="{FF2B5EF4-FFF2-40B4-BE49-F238E27FC236}">
                  <a16:creationId xmlns:a16="http://schemas.microsoft.com/office/drawing/2014/main" id="{6B0C90D7-514A-02E2-4E43-794BD11B7A11}"/>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31" name="Diamond 30">
              <a:extLst>
                <a:ext uri="{FF2B5EF4-FFF2-40B4-BE49-F238E27FC236}">
                  <a16:creationId xmlns:a16="http://schemas.microsoft.com/office/drawing/2014/main" id="{F0A8194F-E52B-831F-FA08-A83E0E7D5D10}"/>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6" name="Oval 35">
              <a:extLst>
                <a:ext uri="{FF2B5EF4-FFF2-40B4-BE49-F238E27FC236}">
                  <a16:creationId xmlns:a16="http://schemas.microsoft.com/office/drawing/2014/main" id="{BCB3184A-8EE6-8A68-9B95-7396FD5384EA}"/>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29937207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28" name="Group 27">
            <a:extLst>
              <a:ext uri="{FF2B5EF4-FFF2-40B4-BE49-F238E27FC236}">
                <a16:creationId xmlns:a16="http://schemas.microsoft.com/office/drawing/2014/main" id="{760039FD-335A-5E9A-0176-8831D3AF36FA}"/>
              </a:ext>
            </a:extLst>
          </p:cNvPr>
          <p:cNvGrpSpPr/>
          <p:nvPr/>
        </p:nvGrpSpPr>
        <p:grpSpPr>
          <a:xfrm>
            <a:off x="2100388" y="4419620"/>
            <a:ext cx="721206" cy="609701"/>
            <a:chOff x="2100388" y="4419620"/>
            <a:chExt cx="721206" cy="609701"/>
          </a:xfrm>
        </p:grpSpPr>
        <p:sp>
          <p:nvSpPr>
            <p:cNvPr id="29" name="Rectangle 28">
              <a:extLst>
                <a:ext uri="{FF2B5EF4-FFF2-40B4-BE49-F238E27FC236}">
                  <a16:creationId xmlns:a16="http://schemas.microsoft.com/office/drawing/2014/main" id="{F09E8AE3-C950-8DE1-9958-1344AF294620}"/>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t>
              </a:r>
              <a:r>
                <a:rPr lang="en-GB" sz="600">
                  <a:solidFill>
                    <a:srgbClr val="1F4E79"/>
                  </a:solidFill>
                  <a:latin typeface="Century Gothic" panose="020B0502020202020204" pitchFamily="34" charset="0"/>
                </a:rPr>
                <a:t>Application</a:t>
              </a: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 Proxy</a:t>
              </a:r>
            </a:p>
          </p:txBody>
        </p:sp>
        <p:grpSp>
          <p:nvGrpSpPr>
            <p:cNvPr id="30" name="Group 29">
              <a:extLst>
                <a:ext uri="{FF2B5EF4-FFF2-40B4-BE49-F238E27FC236}">
                  <a16:creationId xmlns:a16="http://schemas.microsoft.com/office/drawing/2014/main" id="{CD9810E2-83A8-6DF9-6F74-28372204C094}"/>
                </a:ext>
              </a:extLst>
            </p:cNvPr>
            <p:cNvGrpSpPr/>
            <p:nvPr/>
          </p:nvGrpSpPr>
          <p:grpSpPr>
            <a:xfrm>
              <a:off x="2769861" y="4434438"/>
              <a:ext cx="37817" cy="61391"/>
              <a:chOff x="3883481" y="2057380"/>
              <a:chExt cx="1608363" cy="2652051"/>
            </a:xfrm>
            <a:solidFill>
              <a:srgbClr val="A6A6A6"/>
            </a:solidFill>
          </p:grpSpPr>
          <p:sp>
            <p:nvSpPr>
              <p:cNvPr id="34" name="Oval 28">
                <a:extLst>
                  <a:ext uri="{FF2B5EF4-FFF2-40B4-BE49-F238E27FC236}">
                    <a16:creationId xmlns:a16="http://schemas.microsoft.com/office/drawing/2014/main" id="{A9A62E75-6EC0-A865-4B28-DE98BED952E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Oval 27">
                <a:extLst>
                  <a:ext uri="{FF2B5EF4-FFF2-40B4-BE49-F238E27FC236}">
                    <a16:creationId xmlns:a16="http://schemas.microsoft.com/office/drawing/2014/main" id="{67568E0F-125D-ED28-7582-4DD9CF427A47}"/>
                  </a:ext>
                </a:extLst>
              </p:cNvPr>
              <p:cNvSpPr/>
              <p:nvPr/>
            </p:nvSpPr>
            <p:spPr>
              <a:xfrm>
                <a:off x="3984150" y="2057380"/>
                <a:ext cx="1355266"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30" name="TextBox 129">
            <a:extLst>
              <a:ext uri="{FF2B5EF4-FFF2-40B4-BE49-F238E27FC236}">
                <a16:creationId xmlns:a16="http://schemas.microsoft.com/office/drawing/2014/main" id="{3CB17D68-FA41-4929-AA37-6FDF53B7BEF2}"/>
              </a:ext>
            </a:extLst>
          </p:cNvPr>
          <p:cNvSpPr txBox="1"/>
          <p:nvPr/>
        </p:nvSpPr>
        <p:spPr>
          <a:xfrm>
            <a:off x="3290352" y="173237"/>
            <a:ext cx="5811375"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Identity Security</a:t>
            </a:r>
          </a:p>
        </p:txBody>
      </p:sp>
      <p:sp>
        <p:nvSpPr>
          <p:cNvPr id="72" name="Rectangle 71">
            <a:hlinkClick r:id="rId3" action="ppaction://hlinksldjump"/>
            <a:hlinkHover r:id="rId3" action="ppaction://hlinksldjump"/>
            <a:extLst>
              <a:ext uri="{FF2B5EF4-FFF2-40B4-BE49-F238E27FC236}">
                <a16:creationId xmlns:a16="http://schemas.microsoft.com/office/drawing/2014/main" id="{5B28989C-6D99-45E9-983B-928635935778}"/>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B3273774-6493-42CF-8CE4-7732BAB484C6}"/>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7DB81FB6-DBA5-4F8E-B239-881E087688ED}"/>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60CBBE46-8217-4D51-B79B-CABE77F75309}"/>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DAEB2904-1CB7-40D9-87D5-D6673854088F}"/>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AF2FA7F2-C13E-4A81-8A12-F9952BD3E889}"/>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0DE6637E-DCEA-4510-919F-C2BA112B5A88}"/>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879CCB10-5493-4B30-A364-4F2F972ADC90}"/>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8A8B3ACD-A3D3-451D-BE7A-191306EF345E}"/>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77524C67-21CC-40AF-8151-D3642F8F20FB}"/>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282F2ED9-030D-44BB-8899-20BE21B05AF7}"/>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848A5BF4-262B-4CD9-8868-A072BC2AF710}"/>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1FABD836-8CB7-46F6-ADAF-7C64381EBD91}"/>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2BBCE639-E0BE-448D-9A1F-71974B354CE2}"/>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813DC9EE-CCB6-4371-90AB-8545A47B3A1A}"/>
              </a:ext>
            </a:extLst>
          </p:cNvPr>
          <p:cNvSpPr/>
          <p:nvPr/>
        </p:nvSpPr>
        <p:spPr>
          <a:xfrm>
            <a:off x="9561662" y="6362036"/>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4B6581FE-0618-4A9F-B10E-A4A6FEA8E7DF}"/>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7E96414A-5098-4F24-91FE-8B9A935B2AE7}"/>
              </a:ext>
            </a:extLst>
          </p:cNvPr>
          <p:cNvSpPr/>
          <p:nvPr/>
        </p:nvSpPr>
        <p:spPr>
          <a:xfrm>
            <a:off x="1088589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102" name="Rectangle 101">
            <a:hlinkClick r:id="rId20" action="ppaction://hlinksldjump"/>
            <a:hlinkHover r:id="rId20" action="ppaction://hlinksldjump"/>
            <a:extLst>
              <a:ext uri="{FF2B5EF4-FFF2-40B4-BE49-F238E27FC236}">
                <a16:creationId xmlns:a16="http://schemas.microsoft.com/office/drawing/2014/main" id="{4BD2CD45-0FFA-4438-951F-6889D4702CAE}"/>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2" name="Rectangle 1">
            <a:extLst>
              <a:ext uri="{FF2B5EF4-FFF2-40B4-BE49-F238E27FC236}">
                <a16:creationId xmlns:a16="http://schemas.microsoft.com/office/drawing/2014/main" id="{46542F73-7E79-A3CE-1BF2-EB87CF61F8DE}"/>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48DE4285-FC47-D490-0919-1A3293A2C3F2}"/>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DD897A7F-FAFA-D14F-14CB-3BB14BB92ECE}"/>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44068FD3-2F9A-5298-C560-EE308CD5B452}"/>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C7A605C0-DAD0-E0C4-FC12-0078B9F3386F}"/>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9B2B6944-4A3F-1BF1-055A-5B184D48F921}"/>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86136DC5-D435-1FBD-9848-42D3934DD14F}"/>
              </a:ext>
            </a:extLst>
          </p:cNvPr>
          <p:cNvGrpSpPr/>
          <p:nvPr/>
        </p:nvGrpSpPr>
        <p:grpSpPr>
          <a:xfrm>
            <a:off x="3779655" y="811556"/>
            <a:ext cx="721206" cy="609701"/>
            <a:chOff x="3779655" y="811556"/>
            <a:chExt cx="721206" cy="609701"/>
          </a:xfrm>
        </p:grpSpPr>
        <p:sp>
          <p:nvSpPr>
            <p:cNvPr id="22" name="Rectangle 21">
              <a:extLst>
                <a:ext uri="{FF2B5EF4-FFF2-40B4-BE49-F238E27FC236}">
                  <a16:creationId xmlns:a16="http://schemas.microsoft.com/office/drawing/2014/main" id="{905F3190-10FC-CFE1-FBC0-ECCB34B38D39}"/>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3" name="Rectangle 22">
              <a:extLst>
                <a:ext uri="{FF2B5EF4-FFF2-40B4-BE49-F238E27FC236}">
                  <a16:creationId xmlns:a16="http://schemas.microsoft.com/office/drawing/2014/main" id="{972E3788-FC3C-44BC-6367-6AC83FE8641B}"/>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4" name="Oval 15">
              <a:extLst>
                <a:ext uri="{FF2B5EF4-FFF2-40B4-BE49-F238E27FC236}">
                  <a16:creationId xmlns:a16="http://schemas.microsoft.com/office/drawing/2014/main" id="{1A8D8EBB-BE45-A91A-3DB1-F428BDD829B4}"/>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5" name="Straight Connector 24">
              <a:extLst>
                <a:ext uri="{FF2B5EF4-FFF2-40B4-BE49-F238E27FC236}">
                  <a16:creationId xmlns:a16="http://schemas.microsoft.com/office/drawing/2014/main" id="{CAD9B55A-31FA-8394-A0C4-445C4716CC17}"/>
                </a:ext>
              </a:extLst>
            </p:cNvPr>
            <p:cNvCxnSpPr>
              <a:cxnSpLocks/>
              <a:stCxn id="24"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6" name="Straight Connector 25">
              <a:extLst>
                <a:ext uri="{FF2B5EF4-FFF2-40B4-BE49-F238E27FC236}">
                  <a16:creationId xmlns:a16="http://schemas.microsoft.com/office/drawing/2014/main" id="{16C8B02C-EF2F-C807-7238-883BFFA9847B}"/>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2" name="Group 31">
            <a:extLst>
              <a:ext uri="{FF2B5EF4-FFF2-40B4-BE49-F238E27FC236}">
                <a16:creationId xmlns:a16="http://schemas.microsoft.com/office/drawing/2014/main" id="{9012146A-2B81-587E-C3F2-14F0BD0D7AF5}"/>
              </a:ext>
            </a:extLst>
          </p:cNvPr>
          <p:cNvGrpSpPr/>
          <p:nvPr/>
        </p:nvGrpSpPr>
        <p:grpSpPr>
          <a:xfrm>
            <a:off x="7959195" y="3698231"/>
            <a:ext cx="721206" cy="609701"/>
            <a:chOff x="7959195" y="3698231"/>
            <a:chExt cx="721206" cy="609701"/>
          </a:xfrm>
        </p:grpSpPr>
        <p:sp>
          <p:nvSpPr>
            <p:cNvPr id="33" name="Rectangle 32">
              <a:hlinkHover r:id="" action="ppaction://noaction" highlightClick="1"/>
              <a:extLst>
                <a:ext uri="{FF2B5EF4-FFF2-40B4-BE49-F238E27FC236}">
                  <a16:creationId xmlns:a16="http://schemas.microsoft.com/office/drawing/2014/main" id="{D7C68070-1F37-62B4-A00B-452220621723}"/>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35" name="Oval 34">
              <a:extLst>
                <a:ext uri="{FF2B5EF4-FFF2-40B4-BE49-F238E27FC236}">
                  <a16:creationId xmlns:a16="http://schemas.microsoft.com/office/drawing/2014/main" id="{46E39FA6-0020-F522-2291-0957D5392D73}"/>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6" name="Isosceles Triangle 648">
              <a:extLst>
                <a:ext uri="{FF2B5EF4-FFF2-40B4-BE49-F238E27FC236}">
                  <a16:creationId xmlns:a16="http://schemas.microsoft.com/office/drawing/2014/main" id="{C254FEEA-3BFD-EBCA-DCC1-34EBF2CBB1A3}"/>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 name="Group 51">
            <a:extLst>
              <a:ext uri="{FF2B5EF4-FFF2-40B4-BE49-F238E27FC236}">
                <a16:creationId xmlns:a16="http://schemas.microsoft.com/office/drawing/2014/main" id="{5A172F7E-C54A-050D-3FC1-E7C0FEB77785}"/>
              </a:ext>
            </a:extLst>
          </p:cNvPr>
          <p:cNvGrpSpPr/>
          <p:nvPr/>
        </p:nvGrpSpPr>
        <p:grpSpPr>
          <a:xfrm>
            <a:off x="5448056" y="1532276"/>
            <a:ext cx="721206" cy="609701"/>
            <a:chOff x="5448056" y="1532276"/>
            <a:chExt cx="721206" cy="609701"/>
          </a:xfrm>
        </p:grpSpPr>
        <p:sp>
          <p:nvSpPr>
            <p:cNvPr id="54" name="Rectangle 53">
              <a:extLst>
                <a:ext uri="{FF2B5EF4-FFF2-40B4-BE49-F238E27FC236}">
                  <a16:creationId xmlns:a16="http://schemas.microsoft.com/office/drawing/2014/main" id="{603361D7-ECB1-4281-D9A3-5E854F78AE48}"/>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55" name="Rectangle 54">
              <a:extLst>
                <a:ext uri="{FF2B5EF4-FFF2-40B4-BE49-F238E27FC236}">
                  <a16:creationId xmlns:a16="http://schemas.microsoft.com/office/drawing/2014/main" id="{9F204F59-13AC-20FF-4465-53F8FFC3AC81}"/>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 name="Oval 15">
              <a:extLst>
                <a:ext uri="{FF2B5EF4-FFF2-40B4-BE49-F238E27FC236}">
                  <a16:creationId xmlns:a16="http://schemas.microsoft.com/office/drawing/2014/main" id="{A259B47B-A3C9-84DD-0FD5-29D1108AFC4C}"/>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 name="Straight Connector 60">
              <a:extLst>
                <a:ext uri="{FF2B5EF4-FFF2-40B4-BE49-F238E27FC236}">
                  <a16:creationId xmlns:a16="http://schemas.microsoft.com/office/drawing/2014/main" id="{0905BC37-8DD6-0B41-51F2-5CED85073879}"/>
                </a:ext>
              </a:extLst>
            </p:cNvPr>
            <p:cNvCxnSpPr>
              <a:cxnSpLocks/>
              <a:stCxn id="56"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2" name="Straight Connector 61">
              <a:extLst>
                <a:ext uri="{FF2B5EF4-FFF2-40B4-BE49-F238E27FC236}">
                  <a16:creationId xmlns:a16="http://schemas.microsoft.com/office/drawing/2014/main" id="{EBA3B7D4-4DF2-487E-E91D-95D2AF87D410}"/>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9E470FCE-6733-266D-F7E3-705FC31BCB1B}"/>
              </a:ext>
            </a:extLst>
          </p:cNvPr>
          <p:cNvGrpSpPr/>
          <p:nvPr/>
        </p:nvGrpSpPr>
        <p:grpSpPr>
          <a:xfrm>
            <a:off x="6284565" y="1532276"/>
            <a:ext cx="721206" cy="609701"/>
            <a:chOff x="6284565" y="1532276"/>
            <a:chExt cx="721206" cy="609701"/>
          </a:xfrm>
        </p:grpSpPr>
        <p:sp>
          <p:nvSpPr>
            <p:cNvPr id="64" name="Rectangle 63">
              <a:extLst>
                <a:ext uri="{FF2B5EF4-FFF2-40B4-BE49-F238E27FC236}">
                  <a16:creationId xmlns:a16="http://schemas.microsoft.com/office/drawing/2014/main" id="{2F8FD967-49AB-2134-86E8-5E6F0E477347}"/>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65" name="Rectangle 64">
              <a:extLst>
                <a:ext uri="{FF2B5EF4-FFF2-40B4-BE49-F238E27FC236}">
                  <a16:creationId xmlns:a16="http://schemas.microsoft.com/office/drawing/2014/main" id="{F204AA54-1C64-BDC2-261D-D5CC615AF34F}"/>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 name="Oval 15">
              <a:extLst>
                <a:ext uri="{FF2B5EF4-FFF2-40B4-BE49-F238E27FC236}">
                  <a16:creationId xmlns:a16="http://schemas.microsoft.com/office/drawing/2014/main" id="{5A847EAE-AC1C-8592-0E03-82AEAC460FEF}"/>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0" name="Straight Connector 89">
              <a:extLst>
                <a:ext uri="{FF2B5EF4-FFF2-40B4-BE49-F238E27FC236}">
                  <a16:creationId xmlns:a16="http://schemas.microsoft.com/office/drawing/2014/main" id="{1A39F812-F4A9-5497-8C60-1D0438DE3883}"/>
                </a:ext>
              </a:extLst>
            </p:cNvPr>
            <p:cNvCxnSpPr>
              <a:cxnSpLocks/>
              <a:stCxn id="66"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1" name="Straight Connector 90">
              <a:extLst>
                <a:ext uri="{FF2B5EF4-FFF2-40B4-BE49-F238E27FC236}">
                  <a16:creationId xmlns:a16="http://schemas.microsoft.com/office/drawing/2014/main" id="{9C176E67-A56B-82EE-492E-B94DEA870520}"/>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2" name="Group 91">
            <a:extLst>
              <a:ext uri="{FF2B5EF4-FFF2-40B4-BE49-F238E27FC236}">
                <a16:creationId xmlns:a16="http://schemas.microsoft.com/office/drawing/2014/main" id="{6FBD1084-E581-37DC-B6E8-A5A2A292A4AB}"/>
              </a:ext>
            </a:extLst>
          </p:cNvPr>
          <p:cNvGrpSpPr/>
          <p:nvPr/>
        </p:nvGrpSpPr>
        <p:grpSpPr>
          <a:xfrm>
            <a:off x="7121069" y="1532276"/>
            <a:ext cx="721206" cy="609701"/>
            <a:chOff x="7121069" y="1532276"/>
            <a:chExt cx="721206" cy="609701"/>
          </a:xfrm>
        </p:grpSpPr>
        <p:sp>
          <p:nvSpPr>
            <p:cNvPr id="93" name="Rectangle 92">
              <a:extLst>
                <a:ext uri="{FF2B5EF4-FFF2-40B4-BE49-F238E27FC236}">
                  <a16:creationId xmlns:a16="http://schemas.microsoft.com/office/drawing/2014/main" id="{4EF7E8B0-DFBD-8922-6DE7-64DFEA397AD4}"/>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94" name="Rectangle 93">
              <a:extLst>
                <a:ext uri="{FF2B5EF4-FFF2-40B4-BE49-F238E27FC236}">
                  <a16:creationId xmlns:a16="http://schemas.microsoft.com/office/drawing/2014/main" id="{21825F0D-6644-F2B6-B263-709614E88DA5}"/>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 name="Oval 15">
              <a:extLst>
                <a:ext uri="{FF2B5EF4-FFF2-40B4-BE49-F238E27FC236}">
                  <a16:creationId xmlns:a16="http://schemas.microsoft.com/office/drawing/2014/main" id="{5161DB7F-DB3B-6790-BDC3-8DDD343779A1}"/>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6" name="Straight Connector 95">
              <a:extLst>
                <a:ext uri="{FF2B5EF4-FFF2-40B4-BE49-F238E27FC236}">
                  <a16:creationId xmlns:a16="http://schemas.microsoft.com/office/drawing/2014/main" id="{B69E8227-7332-72A5-0F8E-39484F578502}"/>
                </a:ext>
              </a:extLst>
            </p:cNvPr>
            <p:cNvCxnSpPr>
              <a:cxnSpLocks/>
              <a:stCxn id="95"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7" name="Straight Connector 96">
              <a:extLst>
                <a:ext uri="{FF2B5EF4-FFF2-40B4-BE49-F238E27FC236}">
                  <a16:creationId xmlns:a16="http://schemas.microsoft.com/office/drawing/2014/main" id="{6D6E7DC7-081B-B3F6-1AFD-3BC4C7B97DA7}"/>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8" name="Group 97">
            <a:extLst>
              <a:ext uri="{FF2B5EF4-FFF2-40B4-BE49-F238E27FC236}">
                <a16:creationId xmlns:a16="http://schemas.microsoft.com/office/drawing/2014/main" id="{4E21497A-20A1-12EA-64B5-C591F1437C23}"/>
              </a:ext>
            </a:extLst>
          </p:cNvPr>
          <p:cNvGrpSpPr/>
          <p:nvPr/>
        </p:nvGrpSpPr>
        <p:grpSpPr>
          <a:xfrm>
            <a:off x="3775045" y="1532276"/>
            <a:ext cx="721206" cy="609701"/>
            <a:chOff x="3775045" y="1532276"/>
            <a:chExt cx="721206" cy="609701"/>
          </a:xfrm>
        </p:grpSpPr>
        <p:sp>
          <p:nvSpPr>
            <p:cNvPr id="99" name="Rectangle 98">
              <a:extLst>
                <a:ext uri="{FF2B5EF4-FFF2-40B4-BE49-F238E27FC236}">
                  <a16:creationId xmlns:a16="http://schemas.microsoft.com/office/drawing/2014/main" id="{391D5CD4-44F2-7524-CB53-023E63A5BB5B}"/>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00" name="Right Triangle 99">
              <a:extLst>
                <a:ext uri="{FF2B5EF4-FFF2-40B4-BE49-F238E27FC236}">
                  <a16:creationId xmlns:a16="http://schemas.microsoft.com/office/drawing/2014/main" id="{71CF36A7-9C6F-C3E6-9747-F4AFBC1CB9A4}"/>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1" name="Group 100">
              <a:extLst>
                <a:ext uri="{FF2B5EF4-FFF2-40B4-BE49-F238E27FC236}">
                  <a16:creationId xmlns:a16="http://schemas.microsoft.com/office/drawing/2014/main" id="{41BF68E3-30CB-0977-E972-DF5DC894F191}"/>
                </a:ext>
              </a:extLst>
            </p:cNvPr>
            <p:cNvGrpSpPr/>
            <p:nvPr/>
          </p:nvGrpSpPr>
          <p:grpSpPr>
            <a:xfrm>
              <a:off x="4440495" y="1542936"/>
              <a:ext cx="37817" cy="61390"/>
              <a:chOff x="3883481" y="2057400"/>
              <a:chExt cx="1608363" cy="2652031"/>
            </a:xfrm>
            <a:solidFill>
              <a:srgbClr val="A6A6A6">
                <a:alpha val="20000"/>
              </a:srgbClr>
            </a:solidFill>
          </p:grpSpPr>
          <p:sp>
            <p:nvSpPr>
              <p:cNvPr id="103" name="Oval 27">
                <a:extLst>
                  <a:ext uri="{FF2B5EF4-FFF2-40B4-BE49-F238E27FC236}">
                    <a16:creationId xmlns:a16="http://schemas.microsoft.com/office/drawing/2014/main" id="{2EBB440D-4CB9-69E7-8B07-561C4A17A91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 name="Oval 28">
                <a:extLst>
                  <a:ext uri="{FF2B5EF4-FFF2-40B4-BE49-F238E27FC236}">
                    <a16:creationId xmlns:a16="http://schemas.microsoft.com/office/drawing/2014/main" id="{C798FDEA-A23D-0792-7BF8-C2BA4BF2AF8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0BB5C3FB-60B5-0FC2-41D4-635F0404F7AD}"/>
              </a:ext>
            </a:extLst>
          </p:cNvPr>
          <p:cNvGrpSpPr/>
          <p:nvPr/>
        </p:nvGrpSpPr>
        <p:grpSpPr>
          <a:xfrm>
            <a:off x="4611552" y="1532276"/>
            <a:ext cx="721206" cy="609701"/>
            <a:chOff x="4611552" y="1532276"/>
            <a:chExt cx="721206" cy="609701"/>
          </a:xfrm>
        </p:grpSpPr>
        <p:sp>
          <p:nvSpPr>
            <p:cNvPr id="106" name="Rectangle 105">
              <a:extLst>
                <a:ext uri="{FF2B5EF4-FFF2-40B4-BE49-F238E27FC236}">
                  <a16:creationId xmlns:a16="http://schemas.microsoft.com/office/drawing/2014/main" id="{D4815F64-4C7C-CBB6-B758-846A8C5C8E66}"/>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07" name="Right Triangle 106">
              <a:extLst>
                <a:ext uri="{FF2B5EF4-FFF2-40B4-BE49-F238E27FC236}">
                  <a16:creationId xmlns:a16="http://schemas.microsoft.com/office/drawing/2014/main" id="{3F4CD229-36B4-B46B-9BD9-8F9D910EDBD9}"/>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2" name="Group 121">
              <a:extLst>
                <a:ext uri="{FF2B5EF4-FFF2-40B4-BE49-F238E27FC236}">
                  <a16:creationId xmlns:a16="http://schemas.microsoft.com/office/drawing/2014/main" id="{F645EFE6-06AE-2EAD-FAB2-E8E47AD3F119}"/>
                </a:ext>
              </a:extLst>
            </p:cNvPr>
            <p:cNvGrpSpPr/>
            <p:nvPr/>
          </p:nvGrpSpPr>
          <p:grpSpPr>
            <a:xfrm>
              <a:off x="5276135" y="1542936"/>
              <a:ext cx="37817" cy="61390"/>
              <a:chOff x="3883481" y="2057400"/>
              <a:chExt cx="1608363" cy="2652031"/>
            </a:xfrm>
            <a:solidFill>
              <a:srgbClr val="A6A6A6">
                <a:alpha val="20000"/>
              </a:srgbClr>
            </a:solidFill>
          </p:grpSpPr>
          <p:sp>
            <p:nvSpPr>
              <p:cNvPr id="123" name="Oval 27">
                <a:extLst>
                  <a:ext uri="{FF2B5EF4-FFF2-40B4-BE49-F238E27FC236}">
                    <a16:creationId xmlns:a16="http://schemas.microsoft.com/office/drawing/2014/main" id="{905B9792-AB32-648C-EBDE-B4352CE3B2B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 name="Oval 28">
                <a:extLst>
                  <a:ext uri="{FF2B5EF4-FFF2-40B4-BE49-F238E27FC236}">
                    <a16:creationId xmlns:a16="http://schemas.microsoft.com/office/drawing/2014/main" id="{466855F3-5846-E69D-5A8E-05B38CAC145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5" name="Group 124">
            <a:extLst>
              <a:ext uri="{FF2B5EF4-FFF2-40B4-BE49-F238E27FC236}">
                <a16:creationId xmlns:a16="http://schemas.microsoft.com/office/drawing/2014/main" id="{EFCBDC8A-64FE-65D4-2955-B1DF8BA98A04}"/>
              </a:ext>
            </a:extLst>
          </p:cNvPr>
          <p:cNvGrpSpPr/>
          <p:nvPr/>
        </p:nvGrpSpPr>
        <p:grpSpPr>
          <a:xfrm>
            <a:off x="2938537" y="1532271"/>
            <a:ext cx="721206" cy="610042"/>
            <a:chOff x="2938537" y="1532271"/>
            <a:chExt cx="721206" cy="610042"/>
          </a:xfrm>
        </p:grpSpPr>
        <p:sp>
          <p:nvSpPr>
            <p:cNvPr id="126" name="Rectangle 125">
              <a:extLst>
                <a:ext uri="{FF2B5EF4-FFF2-40B4-BE49-F238E27FC236}">
                  <a16:creationId xmlns:a16="http://schemas.microsoft.com/office/drawing/2014/main" id="{A5AC794B-D031-ED37-50DC-642ACB857C91}"/>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127" name="Right Triangle 126">
              <a:extLst>
                <a:ext uri="{FF2B5EF4-FFF2-40B4-BE49-F238E27FC236}">
                  <a16:creationId xmlns:a16="http://schemas.microsoft.com/office/drawing/2014/main" id="{5E051285-2043-BCA8-090C-DF2E49EEF5AA}"/>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1" name="Oval 27">
              <a:extLst>
                <a:ext uri="{FF2B5EF4-FFF2-40B4-BE49-F238E27FC236}">
                  <a16:creationId xmlns:a16="http://schemas.microsoft.com/office/drawing/2014/main" id="{DA51422D-6BD8-51B2-3C3D-9DADDA745FBB}"/>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2" name="Oval 28">
              <a:extLst>
                <a:ext uri="{FF2B5EF4-FFF2-40B4-BE49-F238E27FC236}">
                  <a16:creationId xmlns:a16="http://schemas.microsoft.com/office/drawing/2014/main" id="{0C8EFA4C-9689-AE49-60E4-48405BEF9747}"/>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8" name="Group 477">
            <a:extLst>
              <a:ext uri="{FF2B5EF4-FFF2-40B4-BE49-F238E27FC236}">
                <a16:creationId xmlns:a16="http://schemas.microsoft.com/office/drawing/2014/main" id="{E6D7BA75-15F1-5DA9-B06D-05CE7707C28F}"/>
              </a:ext>
            </a:extLst>
          </p:cNvPr>
          <p:cNvGrpSpPr/>
          <p:nvPr/>
        </p:nvGrpSpPr>
        <p:grpSpPr>
          <a:xfrm>
            <a:off x="5442073" y="811556"/>
            <a:ext cx="728239" cy="609701"/>
            <a:chOff x="5442073" y="811556"/>
            <a:chExt cx="728239" cy="609701"/>
          </a:xfrm>
        </p:grpSpPr>
        <p:sp>
          <p:nvSpPr>
            <p:cNvPr id="479" name="Rectangle 478">
              <a:extLst>
                <a:ext uri="{FF2B5EF4-FFF2-40B4-BE49-F238E27FC236}">
                  <a16:creationId xmlns:a16="http://schemas.microsoft.com/office/drawing/2014/main" id="{401D2598-6E66-B3B3-4086-285488140F16}"/>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80" name="Rectangle 479">
              <a:extLst>
                <a:ext uri="{FF2B5EF4-FFF2-40B4-BE49-F238E27FC236}">
                  <a16:creationId xmlns:a16="http://schemas.microsoft.com/office/drawing/2014/main" id="{B6FA5E5C-65A1-801F-56A9-075924F99131}"/>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1" name="Oval 15">
              <a:extLst>
                <a:ext uri="{FF2B5EF4-FFF2-40B4-BE49-F238E27FC236}">
                  <a16:creationId xmlns:a16="http://schemas.microsoft.com/office/drawing/2014/main" id="{01DC0FF5-6D76-AD32-6EFF-52BF12A62F55}"/>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2" name="Straight Connector 481">
              <a:extLst>
                <a:ext uri="{FF2B5EF4-FFF2-40B4-BE49-F238E27FC236}">
                  <a16:creationId xmlns:a16="http://schemas.microsoft.com/office/drawing/2014/main" id="{5DC60468-6B7C-E427-F3A2-5A19087B5411}"/>
                </a:ext>
              </a:extLst>
            </p:cNvPr>
            <p:cNvCxnSpPr>
              <a:cxnSpLocks/>
              <a:stCxn id="481"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3" name="Straight Connector 482">
              <a:extLst>
                <a:ext uri="{FF2B5EF4-FFF2-40B4-BE49-F238E27FC236}">
                  <a16:creationId xmlns:a16="http://schemas.microsoft.com/office/drawing/2014/main" id="{BE47F776-6FFC-5D0B-8BB9-B662C55449AC}"/>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4" name="Group 483">
            <a:extLst>
              <a:ext uri="{FF2B5EF4-FFF2-40B4-BE49-F238E27FC236}">
                <a16:creationId xmlns:a16="http://schemas.microsoft.com/office/drawing/2014/main" id="{2509AAE4-0ABB-B41E-EBF6-12A9A5AA7B0B}"/>
              </a:ext>
            </a:extLst>
          </p:cNvPr>
          <p:cNvGrpSpPr/>
          <p:nvPr/>
        </p:nvGrpSpPr>
        <p:grpSpPr>
          <a:xfrm>
            <a:off x="6284597" y="811555"/>
            <a:ext cx="721206" cy="609701"/>
            <a:chOff x="6284597" y="811555"/>
            <a:chExt cx="721206" cy="609701"/>
          </a:xfrm>
        </p:grpSpPr>
        <p:sp>
          <p:nvSpPr>
            <p:cNvPr id="485" name="Rectangle 484">
              <a:hlinkHover r:id="" action="ppaction://noaction" highlightClick="1"/>
              <a:extLst>
                <a:ext uri="{FF2B5EF4-FFF2-40B4-BE49-F238E27FC236}">
                  <a16:creationId xmlns:a16="http://schemas.microsoft.com/office/drawing/2014/main" id="{B692D676-2319-86F2-C860-C929CA12D7D0}"/>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86" name="Right Triangle 485">
              <a:extLst>
                <a:ext uri="{FF2B5EF4-FFF2-40B4-BE49-F238E27FC236}">
                  <a16:creationId xmlns:a16="http://schemas.microsoft.com/office/drawing/2014/main" id="{F98D05DE-00F2-EA5A-93EB-BB1FA7C6CA61}"/>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7" name="Oval 27">
              <a:extLst>
                <a:ext uri="{FF2B5EF4-FFF2-40B4-BE49-F238E27FC236}">
                  <a16:creationId xmlns:a16="http://schemas.microsoft.com/office/drawing/2014/main" id="{96AFC47D-B9A6-31AB-5E34-7F0D727FF240}"/>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8" name="Oval 28">
              <a:extLst>
                <a:ext uri="{FF2B5EF4-FFF2-40B4-BE49-F238E27FC236}">
                  <a16:creationId xmlns:a16="http://schemas.microsoft.com/office/drawing/2014/main" id="{1791757C-36FB-25B2-A328-6A91301E87C6}"/>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4" name="Group 493">
            <a:extLst>
              <a:ext uri="{FF2B5EF4-FFF2-40B4-BE49-F238E27FC236}">
                <a16:creationId xmlns:a16="http://schemas.microsoft.com/office/drawing/2014/main" id="{23CBE59E-CD62-9E20-0DDF-7DF0107B82E0}"/>
              </a:ext>
            </a:extLst>
          </p:cNvPr>
          <p:cNvGrpSpPr/>
          <p:nvPr/>
        </p:nvGrpSpPr>
        <p:grpSpPr>
          <a:xfrm>
            <a:off x="7957576" y="811556"/>
            <a:ext cx="721206" cy="609701"/>
            <a:chOff x="7957576" y="811556"/>
            <a:chExt cx="721206" cy="609701"/>
          </a:xfrm>
        </p:grpSpPr>
        <p:sp>
          <p:nvSpPr>
            <p:cNvPr id="495" name="Rectangle 494">
              <a:extLst>
                <a:ext uri="{FF2B5EF4-FFF2-40B4-BE49-F238E27FC236}">
                  <a16:creationId xmlns:a16="http://schemas.microsoft.com/office/drawing/2014/main" id="{61806457-0606-11ED-7971-771B5E979907}"/>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96" name="Rectangle 495">
              <a:extLst>
                <a:ext uri="{FF2B5EF4-FFF2-40B4-BE49-F238E27FC236}">
                  <a16:creationId xmlns:a16="http://schemas.microsoft.com/office/drawing/2014/main" id="{99731378-432C-73DE-58F0-046B95265AE4}"/>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7" name="Oval 15">
              <a:extLst>
                <a:ext uri="{FF2B5EF4-FFF2-40B4-BE49-F238E27FC236}">
                  <a16:creationId xmlns:a16="http://schemas.microsoft.com/office/drawing/2014/main" id="{4E9BD286-DB67-234F-6FC8-F5F217F87FF0}"/>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98" name="Straight Connector 497">
              <a:extLst>
                <a:ext uri="{FF2B5EF4-FFF2-40B4-BE49-F238E27FC236}">
                  <a16:creationId xmlns:a16="http://schemas.microsoft.com/office/drawing/2014/main" id="{958E479A-2AC6-B6AD-DA3A-6EA3C1A95FB7}"/>
                </a:ext>
              </a:extLst>
            </p:cNvPr>
            <p:cNvCxnSpPr>
              <a:cxnSpLocks/>
              <a:stCxn id="497"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9" name="Straight Connector 498">
              <a:extLst>
                <a:ext uri="{FF2B5EF4-FFF2-40B4-BE49-F238E27FC236}">
                  <a16:creationId xmlns:a16="http://schemas.microsoft.com/office/drawing/2014/main" id="{5E3E232A-C180-D2FE-AD1F-9F5400742C66}"/>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8" name="Group 507">
            <a:extLst>
              <a:ext uri="{FF2B5EF4-FFF2-40B4-BE49-F238E27FC236}">
                <a16:creationId xmlns:a16="http://schemas.microsoft.com/office/drawing/2014/main" id="{C9CA9514-46CD-EF68-42B2-342E026B0BF6}"/>
              </a:ext>
            </a:extLst>
          </p:cNvPr>
          <p:cNvGrpSpPr/>
          <p:nvPr/>
        </p:nvGrpSpPr>
        <p:grpSpPr>
          <a:xfrm>
            <a:off x="11356242" y="90836"/>
            <a:ext cx="721206" cy="609701"/>
            <a:chOff x="11356242" y="90836"/>
            <a:chExt cx="721206" cy="609701"/>
          </a:xfrm>
        </p:grpSpPr>
        <p:sp>
          <p:nvSpPr>
            <p:cNvPr id="509" name="Rectangle 508">
              <a:hlinkHover r:id="" action="ppaction://noaction" highlightClick="1"/>
              <a:extLst>
                <a:ext uri="{FF2B5EF4-FFF2-40B4-BE49-F238E27FC236}">
                  <a16:creationId xmlns:a16="http://schemas.microsoft.com/office/drawing/2014/main" id="{EB6A42D4-BD48-53B5-D041-3C413BFA1ABB}"/>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10" name="Oval 509">
              <a:extLst>
                <a:ext uri="{FF2B5EF4-FFF2-40B4-BE49-F238E27FC236}">
                  <a16:creationId xmlns:a16="http://schemas.microsoft.com/office/drawing/2014/main" id="{E9D746CC-4043-CDCD-52A1-5157603B4763}"/>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1" name="Isosceles Triangle 648">
              <a:extLst>
                <a:ext uri="{FF2B5EF4-FFF2-40B4-BE49-F238E27FC236}">
                  <a16:creationId xmlns:a16="http://schemas.microsoft.com/office/drawing/2014/main" id="{86C461C1-775D-1CDB-9725-40E741EB8CFC}"/>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2" name="Group 511">
            <a:extLst>
              <a:ext uri="{FF2B5EF4-FFF2-40B4-BE49-F238E27FC236}">
                <a16:creationId xmlns:a16="http://schemas.microsoft.com/office/drawing/2014/main" id="{D2B8EB9D-3F9A-0F7F-E73C-4889963496BE}"/>
              </a:ext>
            </a:extLst>
          </p:cNvPr>
          <p:cNvGrpSpPr/>
          <p:nvPr/>
        </p:nvGrpSpPr>
        <p:grpSpPr>
          <a:xfrm>
            <a:off x="11356243" y="3694774"/>
            <a:ext cx="721206" cy="609701"/>
            <a:chOff x="11356243" y="3694774"/>
            <a:chExt cx="721206" cy="609701"/>
          </a:xfrm>
        </p:grpSpPr>
        <p:sp>
          <p:nvSpPr>
            <p:cNvPr id="513" name="Rectangle 512">
              <a:hlinkHover r:id="" action="ppaction://noaction" highlightClick="1"/>
              <a:extLst>
                <a:ext uri="{FF2B5EF4-FFF2-40B4-BE49-F238E27FC236}">
                  <a16:creationId xmlns:a16="http://schemas.microsoft.com/office/drawing/2014/main" id="{EB2CBDBE-CB6F-5245-131F-2FF420BA56E7}"/>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14" name="Oval 513">
              <a:extLst>
                <a:ext uri="{FF2B5EF4-FFF2-40B4-BE49-F238E27FC236}">
                  <a16:creationId xmlns:a16="http://schemas.microsoft.com/office/drawing/2014/main" id="{153F2BD7-2795-BEAE-4BB2-54159DD7E746}"/>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5" name="Isosceles Triangle 648">
              <a:extLst>
                <a:ext uri="{FF2B5EF4-FFF2-40B4-BE49-F238E27FC236}">
                  <a16:creationId xmlns:a16="http://schemas.microsoft.com/office/drawing/2014/main" id="{21991799-80A4-C159-655C-9B18D478638F}"/>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6" name="Group 515">
            <a:extLst>
              <a:ext uri="{FF2B5EF4-FFF2-40B4-BE49-F238E27FC236}">
                <a16:creationId xmlns:a16="http://schemas.microsoft.com/office/drawing/2014/main" id="{CB4765C8-C536-98F3-856C-DE7B9A01410E}"/>
              </a:ext>
            </a:extLst>
          </p:cNvPr>
          <p:cNvGrpSpPr/>
          <p:nvPr/>
        </p:nvGrpSpPr>
        <p:grpSpPr>
          <a:xfrm>
            <a:off x="9657691" y="4419624"/>
            <a:ext cx="721206" cy="609701"/>
            <a:chOff x="9657691" y="4419624"/>
            <a:chExt cx="721206" cy="609701"/>
          </a:xfrm>
        </p:grpSpPr>
        <p:sp>
          <p:nvSpPr>
            <p:cNvPr id="517" name="Rectangle 516">
              <a:hlinkHover r:id="" action="ppaction://noaction" highlightClick="1"/>
              <a:extLst>
                <a:ext uri="{FF2B5EF4-FFF2-40B4-BE49-F238E27FC236}">
                  <a16:creationId xmlns:a16="http://schemas.microsoft.com/office/drawing/2014/main" id="{C93AE3BF-2C14-67B0-4268-9302885AB696}"/>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18" name="Oval 517">
              <a:extLst>
                <a:ext uri="{FF2B5EF4-FFF2-40B4-BE49-F238E27FC236}">
                  <a16:creationId xmlns:a16="http://schemas.microsoft.com/office/drawing/2014/main" id="{F0F0E1F1-A12A-407C-87F5-445376F0FC8D}"/>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9" name="Isosceles Triangle 648">
              <a:extLst>
                <a:ext uri="{FF2B5EF4-FFF2-40B4-BE49-F238E27FC236}">
                  <a16:creationId xmlns:a16="http://schemas.microsoft.com/office/drawing/2014/main" id="{6E7300C0-B952-2212-DEEE-D6E5D6E14038}"/>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0" name="Group 519">
            <a:extLst>
              <a:ext uri="{FF2B5EF4-FFF2-40B4-BE49-F238E27FC236}">
                <a16:creationId xmlns:a16="http://schemas.microsoft.com/office/drawing/2014/main" id="{B11DD2C4-8259-04A6-66CF-97EDA304CAF9}"/>
              </a:ext>
            </a:extLst>
          </p:cNvPr>
          <p:cNvGrpSpPr/>
          <p:nvPr/>
        </p:nvGrpSpPr>
        <p:grpSpPr>
          <a:xfrm>
            <a:off x="10506968" y="4419620"/>
            <a:ext cx="721206" cy="609701"/>
            <a:chOff x="10506968" y="4419620"/>
            <a:chExt cx="721206" cy="609701"/>
          </a:xfrm>
        </p:grpSpPr>
        <p:sp>
          <p:nvSpPr>
            <p:cNvPr id="521" name="Rectangle 520">
              <a:hlinkHover r:id="" action="ppaction://noaction" highlightClick="1"/>
              <a:extLst>
                <a:ext uri="{FF2B5EF4-FFF2-40B4-BE49-F238E27FC236}">
                  <a16:creationId xmlns:a16="http://schemas.microsoft.com/office/drawing/2014/main" id="{DB440191-F826-B5DA-84EA-CFA24269A62B}"/>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22" name="Oval 521">
              <a:extLst>
                <a:ext uri="{FF2B5EF4-FFF2-40B4-BE49-F238E27FC236}">
                  <a16:creationId xmlns:a16="http://schemas.microsoft.com/office/drawing/2014/main" id="{0A33D797-2D98-D1CD-235C-321C418C699C}"/>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3" name="Isosceles Triangle 648">
              <a:extLst>
                <a:ext uri="{FF2B5EF4-FFF2-40B4-BE49-F238E27FC236}">
                  <a16:creationId xmlns:a16="http://schemas.microsoft.com/office/drawing/2014/main" id="{EFD9A9B7-5A2F-87D5-6861-BD938C8ED01B}"/>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4" name="Group 523">
            <a:extLst>
              <a:ext uri="{FF2B5EF4-FFF2-40B4-BE49-F238E27FC236}">
                <a16:creationId xmlns:a16="http://schemas.microsoft.com/office/drawing/2014/main" id="{2F8EBF97-9036-9FF3-4376-0236F2A9AD78}"/>
              </a:ext>
            </a:extLst>
          </p:cNvPr>
          <p:cNvGrpSpPr/>
          <p:nvPr/>
        </p:nvGrpSpPr>
        <p:grpSpPr>
          <a:xfrm>
            <a:off x="11356003" y="4416261"/>
            <a:ext cx="721206" cy="609701"/>
            <a:chOff x="11356003" y="4416261"/>
            <a:chExt cx="721206" cy="609701"/>
          </a:xfrm>
        </p:grpSpPr>
        <p:sp>
          <p:nvSpPr>
            <p:cNvPr id="525" name="Rectangle 524">
              <a:hlinkHover r:id="" action="ppaction://noaction" highlightClick="1"/>
              <a:extLst>
                <a:ext uri="{FF2B5EF4-FFF2-40B4-BE49-F238E27FC236}">
                  <a16:creationId xmlns:a16="http://schemas.microsoft.com/office/drawing/2014/main" id="{31FB46C3-EFBB-4910-4F5A-B10D154CF21D}"/>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26" name="Oval 525">
              <a:extLst>
                <a:ext uri="{FF2B5EF4-FFF2-40B4-BE49-F238E27FC236}">
                  <a16:creationId xmlns:a16="http://schemas.microsoft.com/office/drawing/2014/main" id="{481400E4-DEEE-4B10-7705-AD6A41437EBE}"/>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7" name="Isosceles Triangle 648">
              <a:extLst>
                <a:ext uri="{FF2B5EF4-FFF2-40B4-BE49-F238E27FC236}">
                  <a16:creationId xmlns:a16="http://schemas.microsoft.com/office/drawing/2014/main" id="{41B4BA5B-DE65-3360-8B67-0D8D8DCF4D7C}"/>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8" name="Group 527">
            <a:extLst>
              <a:ext uri="{FF2B5EF4-FFF2-40B4-BE49-F238E27FC236}">
                <a16:creationId xmlns:a16="http://schemas.microsoft.com/office/drawing/2014/main" id="{6E153F97-8CED-3AA5-A269-FA8DE4511C47}"/>
              </a:ext>
            </a:extLst>
          </p:cNvPr>
          <p:cNvGrpSpPr/>
          <p:nvPr/>
        </p:nvGrpSpPr>
        <p:grpSpPr>
          <a:xfrm>
            <a:off x="8808526" y="4416261"/>
            <a:ext cx="721206" cy="609701"/>
            <a:chOff x="8808526" y="4416261"/>
            <a:chExt cx="721206" cy="609701"/>
          </a:xfrm>
        </p:grpSpPr>
        <p:sp>
          <p:nvSpPr>
            <p:cNvPr id="529" name="Rectangle 528">
              <a:hlinkHover r:id="" action="ppaction://noaction" highlightClick="1"/>
              <a:extLst>
                <a:ext uri="{FF2B5EF4-FFF2-40B4-BE49-F238E27FC236}">
                  <a16:creationId xmlns:a16="http://schemas.microsoft.com/office/drawing/2014/main" id="{4125205E-216B-1771-5689-D0AD46856EAF}"/>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30" name="Oval 529">
              <a:extLst>
                <a:ext uri="{FF2B5EF4-FFF2-40B4-BE49-F238E27FC236}">
                  <a16:creationId xmlns:a16="http://schemas.microsoft.com/office/drawing/2014/main" id="{E3BB951D-A277-E2D8-4DD8-717B2903DEBA}"/>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1" name="Isosceles Triangle 648">
              <a:extLst>
                <a:ext uri="{FF2B5EF4-FFF2-40B4-BE49-F238E27FC236}">
                  <a16:creationId xmlns:a16="http://schemas.microsoft.com/office/drawing/2014/main" id="{A150666C-6AEC-44E9-FE19-ED49F3665B48}"/>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6" name="Group 535">
            <a:extLst>
              <a:ext uri="{FF2B5EF4-FFF2-40B4-BE49-F238E27FC236}">
                <a16:creationId xmlns:a16="http://schemas.microsoft.com/office/drawing/2014/main" id="{80A86AEE-7A02-A5D4-0201-434FAFD42767}"/>
              </a:ext>
            </a:extLst>
          </p:cNvPr>
          <p:cNvGrpSpPr/>
          <p:nvPr/>
        </p:nvGrpSpPr>
        <p:grpSpPr>
          <a:xfrm>
            <a:off x="9651076" y="5143367"/>
            <a:ext cx="721206" cy="609701"/>
            <a:chOff x="9651076" y="5143367"/>
            <a:chExt cx="721206" cy="609701"/>
          </a:xfrm>
        </p:grpSpPr>
        <p:sp>
          <p:nvSpPr>
            <p:cNvPr id="537" name="Rectangle 536">
              <a:hlinkHover r:id="" action="ppaction://noaction" highlightClick="1"/>
              <a:extLst>
                <a:ext uri="{FF2B5EF4-FFF2-40B4-BE49-F238E27FC236}">
                  <a16:creationId xmlns:a16="http://schemas.microsoft.com/office/drawing/2014/main" id="{FB167E18-4FE2-37B0-D08F-ADB804A90816}"/>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38" name="Oval 537">
              <a:extLst>
                <a:ext uri="{FF2B5EF4-FFF2-40B4-BE49-F238E27FC236}">
                  <a16:creationId xmlns:a16="http://schemas.microsoft.com/office/drawing/2014/main" id="{69A70A78-99D4-5633-0883-F5D42B6F18E3}"/>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9" name="Isosceles Triangle 648">
              <a:extLst>
                <a:ext uri="{FF2B5EF4-FFF2-40B4-BE49-F238E27FC236}">
                  <a16:creationId xmlns:a16="http://schemas.microsoft.com/office/drawing/2014/main" id="{91530E59-0F47-0F9E-0844-124D19B6996D}"/>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0" name="Group 539">
            <a:extLst>
              <a:ext uri="{FF2B5EF4-FFF2-40B4-BE49-F238E27FC236}">
                <a16:creationId xmlns:a16="http://schemas.microsoft.com/office/drawing/2014/main" id="{88A90798-9347-AE7D-BFB1-5E1A2A24CC7C}"/>
              </a:ext>
            </a:extLst>
          </p:cNvPr>
          <p:cNvGrpSpPr/>
          <p:nvPr/>
        </p:nvGrpSpPr>
        <p:grpSpPr>
          <a:xfrm>
            <a:off x="9657612" y="3698231"/>
            <a:ext cx="721206" cy="609701"/>
            <a:chOff x="9657612" y="3698231"/>
            <a:chExt cx="721206" cy="609701"/>
          </a:xfrm>
        </p:grpSpPr>
        <p:sp>
          <p:nvSpPr>
            <p:cNvPr id="541" name="Rectangle 540">
              <a:hlinkHover r:id="" action="ppaction://noaction" highlightClick="1"/>
              <a:extLst>
                <a:ext uri="{FF2B5EF4-FFF2-40B4-BE49-F238E27FC236}">
                  <a16:creationId xmlns:a16="http://schemas.microsoft.com/office/drawing/2014/main" id="{0DBD501D-6124-85B3-5531-3EE035EE5FB7}"/>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42" name="Oval 541">
              <a:extLst>
                <a:ext uri="{FF2B5EF4-FFF2-40B4-BE49-F238E27FC236}">
                  <a16:creationId xmlns:a16="http://schemas.microsoft.com/office/drawing/2014/main" id="{64F65762-889E-7E64-885D-E0DC64712540}"/>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3" name="Isosceles Triangle 648">
              <a:extLst>
                <a:ext uri="{FF2B5EF4-FFF2-40B4-BE49-F238E27FC236}">
                  <a16:creationId xmlns:a16="http://schemas.microsoft.com/office/drawing/2014/main" id="{C81F1F6F-6800-03CC-D61E-B93FEA897AB7}"/>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4" name="Group 543">
            <a:extLst>
              <a:ext uri="{FF2B5EF4-FFF2-40B4-BE49-F238E27FC236}">
                <a16:creationId xmlns:a16="http://schemas.microsoft.com/office/drawing/2014/main" id="{7A80DFC1-C676-7E7E-5E6A-3E29FA33705E}"/>
              </a:ext>
            </a:extLst>
          </p:cNvPr>
          <p:cNvGrpSpPr/>
          <p:nvPr/>
        </p:nvGrpSpPr>
        <p:grpSpPr>
          <a:xfrm>
            <a:off x="10506928" y="3698227"/>
            <a:ext cx="721206" cy="609701"/>
            <a:chOff x="10506928" y="3698227"/>
            <a:chExt cx="721206" cy="609701"/>
          </a:xfrm>
        </p:grpSpPr>
        <p:sp>
          <p:nvSpPr>
            <p:cNvPr id="545" name="Rectangle 544">
              <a:hlinkHover r:id="" action="ppaction://noaction" highlightClick="1"/>
              <a:extLst>
                <a:ext uri="{FF2B5EF4-FFF2-40B4-BE49-F238E27FC236}">
                  <a16:creationId xmlns:a16="http://schemas.microsoft.com/office/drawing/2014/main" id="{8AE3584D-C00A-EFE3-E023-EBB5DD8E490E}"/>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46" name="Oval 545">
              <a:extLst>
                <a:ext uri="{FF2B5EF4-FFF2-40B4-BE49-F238E27FC236}">
                  <a16:creationId xmlns:a16="http://schemas.microsoft.com/office/drawing/2014/main" id="{8C6FA0D1-3A47-7D48-D5E4-FD6C1B9C827C}"/>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7" name="Isosceles Triangle 648">
              <a:extLst>
                <a:ext uri="{FF2B5EF4-FFF2-40B4-BE49-F238E27FC236}">
                  <a16:creationId xmlns:a16="http://schemas.microsoft.com/office/drawing/2014/main" id="{08813C3D-2FF4-80A2-FC50-82D03F2E30B1}"/>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633FD037-C606-863C-09B4-F133B14C956C}"/>
              </a:ext>
            </a:extLst>
          </p:cNvPr>
          <p:cNvGrpSpPr/>
          <p:nvPr/>
        </p:nvGrpSpPr>
        <p:grpSpPr>
          <a:xfrm>
            <a:off x="8808417" y="5135710"/>
            <a:ext cx="721206" cy="609701"/>
            <a:chOff x="8808417" y="5135710"/>
            <a:chExt cx="721206" cy="609701"/>
          </a:xfrm>
        </p:grpSpPr>
        <p:sp>
          <p:nvSpPr>
            <p:cNvPr id="549" name="Rectangle 548">
              <a:hlinkHover r:id="" action="ppaction://noaction" highlightClick="1"/>
              <a:extLst>
                <a:ext uri="{FF2B5EF4-FFF2-40B4-BE49-F238E27FC236}">
                  <a16:creationId xmlns:a16="http://schemas.microsoft.com/office/drawing/2014/main" id="{C2F0FC17-6B49-EDEC-757E-5A09662734B0}"/>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50" name="Oval 549">
              <a:extLst>
                <a:ext uri="{FF2B5EF4-FFF2-40B4-BE49-F238E27FC236}">
                  <a16:creationId xmlns:a16="http://schemas.microsoft.com/office/drawing/2014/main" id="{C49D5B04-DDBC-2C0F-1E4D-0DBE146FDACD}"/>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1" name="Isosceles Triangle 648">
              <a:extLst>
                <a:ext uri="{FF2B5EF4-FFF2-40B4-BE49-F238E27FC236}">
                  <a16:creationId xmlns:a16="http://schemas.microsoft.com/office/drawing/2014/main" id="{46052AE4-FFEE-8B8F-A582-C76DD150C072}"/>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6" name="Group 565">
            <a:extLst>
              <a:ext uri="{FF2B5EF4-FFF2-40B4-BE49-F238E27FC236}">
                <a16:creationId xmlns:a16="http://schemas.microsoft.com/office/drawing/2014/main" id="{342E847D-7B7B-4371-B256-03F11D0A2FCD}"/>
              </a:ext>
            </a:extLst>
          </p:cNvPr>
          <p:cNvGrpSpPr/>
          <p:nvPr/>
        </p:nvGrpSpPr>
        <p:grpSpPr>
          <a:xfrm>
            <a:off x="7957572" y="1532276"/>
            <a:ext cx="721206" cy="609701"/>
            <a:chOff x="7957572" y="1532276"/>
            <a:chExt cx="721206" cy="609701"/>
          </a:xfrm>
        </p:grpSpPr>
        <p:sp>
          <p:nvSpPr>
            <p:cNvPr id="567" name="Rectangle 566">
              <a:hlinkHover r:id="" action="ppaction://noaction" highlightClick="1"/>
              <a:extLst>
                <a:ext uri="{FF2B5EF4-FFF2-40B4-BE49-F238E27FC236}">
                  <a16:creationId xmlns:a16="http://schemas.microsoft.com/office/drawing/2014/main" id="{D57205AA-A799-A505-0298-6AB467E31BD6}"/>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68" name="Rectangle 567">
              <a:extLst>
                <a:ext uri="{FF2B5EF4-FFF2-40B4-BE49-F238E27FC236}">
                  <a16:creationId xmlns:a16="http://schemas.microsoft.com/office/drawing/2014/main" id="{05F7B4EC-9EF8-D3B8-DA60-4C576F3EEAB2}"/>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9" name="Oval 15">
              <a:extLst>
                <a:ext uri="{FF2B5EF4-FFF2-40B4-BE49-F238E27FC236}">
                  <a16:creationId xmlns:a16="http://schemas.microsoft.com/office/drawing/2014/main" id="{72FAD58E-5D64-AB1B-0274-332D04E016D3}"/>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0" name="Straight Connector 569">
              <a:extLst>
                <a:ext uri="{FF2B5EF4-FFF2-40B4-BE49-F238E27FC236}">
                  <a16:creationId xmlns:a16="http://schemas.microsoft.com/office/drawing/2014/main" id="{A528A5AD-1A51-9A0B-FF07-3037AE66F25C}"/>
                </a:ext>
              </a:extLst>
            </p:cNvPr>
            <p:cNvCxnSpPr>
              <a:cxnSpLocks/>
              <a:stCxn id="569"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1" name="Straight Connector 570">
              <a:extLst>
                <a:ext uri="{FF2B5EF4-FFF2-40B4-BE49-F238E27FC236}">
                  <a16:creationId xmlns:a16="http://schemas.microsoft.com/office/drawing/2014/main" id="{E52E580B-C84B-F3BE-173C-BC4AB8B1CFB1}"/>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6" name="Group 605">
            <a:extLst>
              <a:ext uri="{FF2B5EF4-FFF2-40B4-BE49-F238E27FC236}">
                <a16:creationId xmlns:a16="http://schemas.microsoft.com/office/drawing/2014/main" id="{84233524-4702-AF62-7371-DD33877E6AAA}"/>
              </a:ext>
            </a:extLst>
          </p:cNvPr>
          <p:cNvGrpSpPr/>
          <p:nvPr/>
        </p:nvGrpSpPr>
        <p:grpSpPr>
          <a:xfrm>
            <a:off x="11356242" y="811556"/>
            <a:ext cx="721206" cy="609701"/>
            <a:chOff x="11356242" y="811556"/>
            <a:chExt cx="721206" cy="609701"/>
          </a:xfrm>
        </p:grpSpPr>
        <p:sp>
          <p:nvSpPr>
            <p:cNvPr id="607" name="Rectangle 606">
              <a:hlinkHover r:id="" action="ppaction://noaction" highlightClick="1"/>
              <a:extLst>
                <a:ext uri="{FF2B5EF4-FFF2-40B4-BE49-F238E27FC236}">
                  <a16:creationId xmlns:a16="http://schemas.microsoft.com/office/drawing/2014/main" id="{42A044CA-C426-A767-0173-49EF361229A2}"/>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08" name="Oval 607">
              <a:extLst>
                <a:ext uri="{FF2B5EF4-FFF2-40B4-BE49-F238E27FC236}">
                  <a16:creationId xmlns:a16="http://schemas.microsoft.com/office/drawing/2014/main" id="{4896BA05-2D73-C97C-215B-C1B3ADE4F42E}"/>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9" name="Isosceles Triangle 648">
              <a:extLst>
                <a:ext uri="{FF2B5EF4-FFF2-40B4-BE49-F238E27FC236}">
                  <a16:creationId xmlns:a16="http://schemas.microsoft.com/office/drawing/2014/main" id="{80727523-2506-9D86-1D68-818C4BAD1CD8}"/>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0" name="Group 609">
            <a:extLst>
              <a:ext uri="{FF2B5EF4-FFF2-40B4-BE49-F238E27FC236}">
                <a16:creationId xmlns:a16="http://schemas.microsoft.com/office/drawing/2014/main" id="{5410A541-53E9-CBB0-467D-00D2CFB10F98}"/>
              </a:ext>
            </a:extLst>
          </p:cNvPr>
          <p:cNvGrpSpPr/>
          <p:nvPr/>
        </p:nvGrpSpPr>
        <p:grpSpPr>
          <a:xfrm>
            <a:off x="8807249" y="811555"/>
            <a:ext cx="721206" cy="609701"/>
            <a:chOff x="8807249" y="811555"/>
            <a:chExt cx="721206" cy="609701"/>
          </a:xfrm>
        </p:grpSpPr>
        <p:sp>
          <p:nvSpPr>
            <p:cNvPr id="611" name="Rectangle 610">
              <a:hlinkHover r:id="" action="ppaction://noaction" highlightClick="1"/>
              <a:extLst>
                <a:ext uri="{FF2B5EF4-FFF2-40B4-BE49-F238E27FC236}">
                  <a16:creationId xmlns:a16="http://schemas.microsoft.com/office/drawing/2014/main" id="{34748D7C-1CFE-5DF0-E907-4E744D7ACA31}"/>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12" name="Diamond 611">
              <a:extLst>
                <a:ext uri="{FF2B5EF4-FFF2-40B4-BE49-F238E27FC236}">
                  <a16:creationId xmlns:a16="http://schemas.microsoft.com/office/drawing/2014/main" id="{617282DC-7BE6-9E41-9593-918EAAF6C3BC}"/>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3" name="Oval 612">
              <a:extLst>
                <a:ext uri="{FF2B5EF4-FFF2-40B4-BE49-F238E27FC236}">
                  <a16:creationId xmlns:a16="http://schemas.microsoft.com/office/drawing/2014/main" id="{9BBB287C-C5C0-3E2F-8168-F421ED8BB551}"/>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4" name="Group 613">
            <a:extLst>
              <a:ext uri="{FF2B5EF4-FFF2-40B4-BE49-F238E27FC236}">
                <a16:creationId xmlns:a16="http://schemas.microsoft.com/office/drawing/2014/main" id="{7DC3A325-7409-5FE7-C7CC-0D8DDEB20DEE}"/>
              </a:ext>
            </a:extLst>
          </p:cNvPr>
          <p:cNvGrpSpPr/>
          <p:nvPr/>
        </p:nvGrpSpPr>
        <p:grpSpPr>
          <a:xfrm>
            <a:off x="8808419" y="3705986"/>
            <a:ext cx="721206" cy="609701"/>
            <a:chOff x="8808419" y="3705986"/>
            <a:chExt cx="721206" cy="609701"/>
          </a:xfrm>
        </p:grpSpPr>
        <p:sp>
          <p:nvSpPr>
            <p:cNvPr id="615" name="Rectangle 614">
              <a:hlinkHover r:id="" action="ppaction://noaction" highlightClick="1"/>
              <a:extLst>
                <a:ext uri="{FF2B5EF4-FFF2-40B4-BE49-F238E27FC236}">
                  <a16:creationId xmlns:a16="http://schemas.microsoft.com/office/drawing/2014/main" id="{8BDAE0F0-33FE-37D8-9629-527013C908FA}"/>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16" name="Oval 615">
              <a:extLst>
                <a:ext uri="{FF2B5EF4-FFF2-40B4-BE49-F238E27FC236}">
                  <a16:creationId xmlns:a16="http://schemas.microsoft.com/office/drawing/2014/main" id="{10D8B6E7-3616-2777-46D5-D52224B10822}"/>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7" name="Isosceles Triangle 648">
              <a:extLst>
                <a:ext uri="{FF2B5EF4-FFF2-40B4-BE49-F238E27FC236}">
                  <a16:creationId xmlns:a16="http://schemas.microsoft.com/office/drawing/2014/main" id="{EA7AF0B9-98AD-197D-71C0-4F7D6DAD080B}"/>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8" name="Group 617">
            <a:extLst>
              <a:ext uri="{FF2B5EF4-FFF2-40B4-BE49-F238E27FC236}">
                <a16:creationId xmlns:a16="http://schemas.microsoft.com/office/drawing/2014/main" id="{2499B59D-A8C7-2826-95F4-3EDDE2666709}"/>
              </a:ext>
            </a:extLst>
          </p:cNvPr>
          <p:cNvGrpSpPr/>
          <p:nvPr/>
        </p:nvGrpSpPr>
        <p:grpSpPr>
          <a:xfrm>
            <a:off x="431659" y="90836"/>
            <a:ext cx="721210" cy="609701"/>
            <a:chOff x="431659" y="90836"/>
            <a:chExt cx="721210" cy="609701"/>
          </a:xfrm>
        </p:grpSpPr>
        <p:sp>
          <p:nvSpPr>
            <p:cNvPr id="619" name="Rectangle 618">
              <a:extLst>
                <a:ext uri="{FF2B5EF4-FFF2-40B4-BE49-F238E27FC236}">
                  <a16:creationId xmlns:a16="http://schemas.microsoft.com/office/drawing/2014/main" id="{4045583F-2BE8-C4D0-7637-1A2E5AC6256A}"/>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20" name="Rectangle 619">
              <a:extLst>
                <a:ext uri="{FF2B5EF4-FFF2-40B4-BE49-F238E27FC236}">
                  <a16:creationId xmlns:a16="http://schemas.microsoft.com/office/drawing/2014/main" id="{1005820B-167C-F96E-1AAC-F81DF78FAC8C}"/>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1" name="Oval 15">
              <a:extLst>
                <a:ext uri="{FF2B5EF4-FFF2-40B4-BE49-F238E27FC236}">
                  <a16:creationId xmlns:a16="http://schemas.microsoft.com/office/drawing/2014/main" id="{BEBAC72F-DC79-6F09-51F8-8D623CE7A637}"/>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2" name="Straight Connector 621">
              <a:extLst>
                <a:ext uri="{FF2B5EF4-FFF2-40B4-BE49-F238E27FC236}">
                  <a16:creationId xmlns:a16="http://schemas.microsoft.com/office/drawing/2014/main" id="{DC57ADF3-DF3D-C2EE-1DA9-51FB84FB659F}"/>
                </a:ext>
              </a:extLst>
            </p:cNvPr>
            <p:cNvCxnSpPr>
              <a:cxnSpLocks/>
              <a:stCxn id="621"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3" name="Straight Connector 622">
              <a:extLst>
                <a:ext uri="{FF2B5EF4-FFF2-40B4-BE49-F238E27FC236}">
                  <a16:creationId xmlns:a16="http://schemas.microsoft.com/office/drawing/2014/main" id="{5EF3EEC8-691E-8138-2FA3-B79202B07AE4}"/>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4" name="Group 623">
            <a:extLst>
              <a:ext uri="{FF2B5EF4-FFF2-40B4-BE49-F238E27FC236}">
                <a16:creationId xmlns:a16="http://schemas.microsoft.com/office/drawing/2014/main" id="{EF3BAC8D-9002-AD9F-5AD4-8899187D1CB1}"/>
              </a:ext>
            </a:extLst>
          </p:cNvPr>
          <p:cNvGrpSpPr/>
          <p:nvPr/>
        </p:nvGrpSpPr>
        <p:grpSpPr>
          <a:xfrm>
            <a:off x="1267282" y="90836"/>
            <a:ext cx="721206" cy="609701"/>
            <a:chOff x="1267282" y="90836"/>
            <a:chExt cx="721206" cy="609701"/>
          </a:xfrm>
        </p:grpSpPr>
        <p:sp>
          <p:nvSpPr>
            <p:cNvPr id="625" name="Rectangle 624">
              <a:extLst>
                <a:ext uri="{FF2B5EF4-FFF2-40B4-BE49-F238E27FC236}">
                  <a16:creationId xmlns:a16="http://schemas.microsoft.com/office/drawing/2014/main" id="{EA695715-A70B-BD21-0610-6B43FEBB3CF2}"/>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26" name="Rectangle 625">
              <a:extLst>
                <a:ext uri="{FF2B5EF4-FFF2-40B4-BE49-F238E27FC236}">
                  <a16:creationId xmlns:a16="http://schemas.microsoft.com/office/drawing/2014/main" id="{636D7C8F-D942-CBDF-892F-8427D2887B29}"/>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7" name="Oval 15">
              <a:extLst>
                <a:ext uri="{FF2B5EF4-FFF2-40B4-BE49-F238E27FC236}">
                  <a16:creationId xmlns:a16="http://schemas.microsoft.com/office/drawing/2014/main" id="{67A5D1D7-ED4B-E55E-6962-F44B5BA28B0D}"/>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8" name="Straight Connector 627">
              <a:extLst>
                <a:ext uri="{FF2B5EF4-FFF2-40B4-BE49-F238E27FC236}">
                  <a16:creationId xmlns:a16="http://schemas.microsoft.com/office/drawing/2014/main" id="{E4F1EC9B-773F-E460-DBB3-2FBE84873AF3}"/>
                </a:ext>
              </a:extLst>
            </p:cNvPr>
            <p:cNvCxnSpPr>
              <a:cxnSpLocks/>
              <a:stCxn id="627"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9" name="Straight Connector 628">
              <a:extLst>
                <a:ext uri="{FF2B5EF4-FFF2-40B4-BE49-F238E27FC236}">
                  <a16:creationId xmlns:a16="http://schemas.microsoft.com/office/drawing/2014/main" id="{2D196C83-0202-7646-C595-20A55232FB15}"/>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0" name="Group 629">
            <a:extLst>
              <a:ext uri="{FF2B5EF4-FFF2-40B4-BE49-F238E27FC236}">
                <a16:creationId xmlns:a16="http://schemas.microsoft.com/office/drawing/2014/main" id="{E4D9FD0D-900E-3458-AC09-B2D9B2FC588D}"/>
              </a:ext>
            </a:extLst>
          </p:cNvPr>
          <p:cNvGrpSpPr/>
          <p:nvPr/>
        </p:nvGrpSpPr>
        <p:grpSpPr>
          <a:xfrm>
            <a:off x="2102907" y="90836"/>
            <a:ext cx="721206" cy="609701"/>
            <a:chOff x="2102907" y="90836"/>
            <a:chExt cx="721206" cy="609701"/>
          </a:xfrm>
        </p:grpSpPr>
        <p:sp>
          <p:nvSpPr>
            <p:cNvPr id="631" name="Rectangle 630">
              <a:extLst>
                <a:ext uri="{FF2B5EF4-FFF2-40B4-BE49-F238E27FC236}">
                  <a16:creationId xmlns:a16="http://schemas.microsoft.com/office/drawing/2014/main" id="{3C09E6F2-6CC9-F29D-E483-D824E000DEF9}"/>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32" name="Rectangle 631">
              <a:extLst>
                <a:ext uri="{FF2B5EF4-FFF2-40B4-BE49-F238E27FC236}">
                  <a16:creationId xmlns:a16="http://schemas.microsoft.com/office/drawing/2014/main" id="{BE75477C-A5D7-5B42-C669-42432D34251C}"/>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3" name="Oval 15">
              <a:extLst>
                <a:ext uri="{FF2B5EF4-FFF2-40B4-BE49-F238E27FC236}">
                  <a16:creationId xmlns:a16="http://schemas.microsoft.com/office/drawing/2014/main" id="{CFAEB04F-329A-DCEA-6B77-ADBEE55C8346}"/>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4" name="Straight Connector 633">
              <a:extLst>
                <a:ext uri="{FF2B5EF4-FFF2-40B4-BE49-F238E27FC236}">
                  <a16:creationId xmlns:a16="http://schemas.microsoft.com/office/drawing/2014/main" id="{85901DC5-3601-4B1F-E0D2-FCFBE01D004D}"/>
                </a:ext>
              </a:extLst>
            </p:cNvPr>
            <p:cNvCxnSpPr>
              <a:cxnSpLocks/>
              <a:stCxn id="633"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35" name="Straight Connector 634">
              <a:extLst>
                <a:ext uri="{FF2B5EF4-FFF2-40B4-BE49-F238E27FC236}">
                  <a16:creationId xmlns:a16="http://schemas.microsoft.com/office/drawing/2014/main" id="{25C25995-3CC2-1580-29C8-2D4CA9315116}"/>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6" name="Group 635">
            <a:extLst>
              <a:ext uri="{FF2B5EF4-FFF2-40B4-BE49-F238E27FC236}">
                <a16:creationId xmlns:a16="http://schemas.microsoft.com/office/drawing/2014/main" id="{DD7E599F-782F-B093-FF52-9BE2929B0E96}"/>
              </a:ext>
            </a:extLst>
          </p:cNvPr>
          <p:cNvGrpSpPr/>
          <p:nvPr/>
        </p:nvGrpSpPr>
        <p:grpSpPr>
          <a:xfrm>
            <a:off x="1269626" y="4419615"/>
            <a:ext cx="721206" cy="609701"/>
            <a:chOff x="1269626" y="4419615"/>
            <a:chExt cx="721206" cy="609701"/>
          </a:xfrm>
        </p:grpSpPr>
        <p:sp>
          <p:nvSpPr>
            <p:cNvPr id="637" name="Rectangle 636">
              <a:extLst>
                <a:ext uri="{FF2B5EF4-FFF2-40B4-BE49-F238E27FC236}">
                  <a16:creationId xmlns:a16="http://schemas.microsoft.com/office/drawing/2014/main" id="{1FAA9D92-0DE2-76C7-2951-D0A4C14F2997}"/>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38" name="Cylinder 637">
              <a:extLst>
                <a:ext uri="{FF2B5EF4-FFF2-40B4-BE49-F238E27FC236}">
                  <a16:creationId xmlns:a16="http://schemas.microsoft.com/office/drawing/2014/main" id="{E895F892-E0F7-2A59-E744-7B07A372DEDA}"/>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9" name="Group 638">
            <a:extLst>
              <a:ext uri="{FF2B5EF4-FFF2-40B4-BE49-F238E27FC236}">
                <a16:creationId xmlns:a16="http://schemas.microsoft.com/office/drawing/2014/main" id="{D155B0BC-2497-A5F4-9C30-FC1548BF24D5}"/>
              </a:ext>
            </a:extLst>
          </p:cNvPr>
          <p:cNvGrpSpPr/>
          <p:nvPr/>
        </p:nvGrpSpPr>
        <p:grpSpPr>
          <a:xfrm>
            <a:off x="432841" y="4419615"/>
            <a:ext cx="721206" cy="609701"/>
            <a:chOff x="432841" y="4419615"/>
            <a:chExt cx="721206" cy="609701"/>
          </a:xfrm>
        </p:grpSpPr>
        <p:sp>
          <p:nvSpPr>
            <p:cNvPr id="640" name="Rectangle 639">
              <a:extLst>
                <a:ext uri="{FF2B5EF4-FFF2-40B4-BE49-F238E27FC236}">
                  <a16:creationId xmlns:a16="http://schemas.microsoft.com/office/drawing/2014/main" id="{D4549CBC-BA8B-1C0A-1D68-014A9F83B3E8}"/>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41" name="Cylinder 640">
              <a:extLst>
                <a:ext uri="{FF2B5EF4-FFF2-40B4-BE49-F238E27FC236}">
                  <a16:creationId xmlns:a16="http://schemas.microsoft.com/office/drawing/2014/main" id="{43CF8F6E-EEF4-E345-B8C1-4632838D77AA}"/>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2" name="Group 641">
            <a:extLst>
              <a:ext uri="{FF2B5EF4-FFF2-40B4-BE49-F238E27FC236}">
                <a16:creationId xmlns:a16="http://schemas.microsoft.com/office/drawing/2014/main" id="{86E82DB9-A1A0-6060-568C-23B93DB88813}"/>
              </a:ext>
            </a:extLst>
          </p:cNvPr>
          <p:cNvGrpSpPr/>
          <p:nvPr/>
        </p:nvGrpSpPr>
        <p:grpSpPr>
          <a:xfrm>
            <a:off x="1268467" y="5141008"/>
            <a:ext cx="721206" cy="609701"/>
            <a:chOff x="1268467" y="5141008"/>
            <a:chExt cx="721206" cy="609701"/>
          </a:xfrm>
        </p:grpSpPr>
        <p:sp>
          <p:nvSpPr>
            <p:cNvPr id="643" name="Rectangle 642">
              <a:extLst>
                <a:ext uri="{FF2B5EF4-FFF2-40B4-BE49-F238E27FC236}">
                  <a16:creationId xmlns:a16="http://schemas.microsoft.com/office/drawing/2014/main" id="{5A434E8D-069E-0F9B-DCE6-41354AC07F11}"/>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44" name="Cylinder 643">
              <a:extLst>
                <a:ext uri="{FF2B5EF4-FFF2-40B4-BE49-F238E27FC236}">
                  <a16:creationId xmlns:a16="http://schemas.microsoft.com/office/drawing/2014/main" id="{4D57E29F-E8C4-B5F2-1AF1-8601F69B5480}"/>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5" name="Group 644">
            <a:extLst>
              <a:ext uri="{FF2B5EF4-FFF2-40B4-BE49-F238E27FC236}">
                <a16:creationId xmlns:a16="http://schemas.microsoft.com/office/drawing/2014/main" id="{D4007908-28E0-FDB6-E752-1D224D76D81E}"/>
              </a:ext>
            </a:extLst>
          </p:cNvPr>
          <p:cNvGrpSpPr/>
          <p:nvPr/>
        </p:nvGrpSpPr>
        <p:grpSpPr>
          <a:xfrm>
            <a:off x="431297" y="5141008"/>
            <a:ext cx="721206" cy="609701"/>
            <a:chOff x="431297" y="5141008"/>
            <a:chExt cx="721206" cy="609701"/>
          </a:xfrm>
        </p:grpSpPr>
        <p:sp>
          <p:nvSpPr>
            <p:cNvPr id="646" name="Rectangle 645">
              <a:extLst>
                <a:ext uri="{FF2B5EF4-FFF2-40B4-BE49-F238E27FC236}">
                  <a16:creationId xmlns:a16="http://schemas.microsoft.com/office/drawing/2014/main" id="{B77C495D-BAE7-3919-1BC1-CB2DDF1BC7D9}"/>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47" name="Cylinder 646">
              <a:extLst>
                <a:ext uri="{FF2B5EF4-FFF2-40B4-BE49-F238E27FC236}">
                  <a16:creationId xmlns:a16="http://schemas.microsoft.com/office/drawing/2014/main" id="{72187F25-BC91-D49A-3059-6C2675E3EB52}"/>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82" name="Group 681">
            <a:extLst>
              <a:ext uri="{FF2B5EF4-FFF2-40B4-BE49-F238E27FC236}">
                <a16:creationId xmlns:a16="http://schemas.microsoft.com/office/drawing/2014/main" id="{F3B55429-376C-0E2A-B3F5-2A17336B94EC}"/>
              </a:ext>
            </a:extLst>
          </p:cNvPr>
          <p:cNvGrpSpPr/>
          <p:nvPr/>
        </p:nvGrpSpPr>
        <p:grpSpPr>
          <a:xfrm>
            <a:off x="3778361" y="2253333"/>
            <a:ext cx="721206" cy="609701"/>
            <a:chOff x="3778361" y="2253333"/>
            <a:chExt cx="721206" cy="609701"/>
          </a:xfrm>
        </p:grpSpPr>
        <p:sp>
          <p:nvSpPr>
            <p:cNvPr id="683" name="Rectangle 682">
              <a:extLst>
                <a:ext uri="{FF2B5EF4-FFF2-40B4-BE49-F238E27FC236}">
                  <a16:creationId xmlns:a16="http://schemas.microsoft.com/office/drawing/2014/main" id="{7B2F0DEF-BF9A-ABF9-521C-E477BBA0CF73}"/>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84" name="Rectangle 683">
              <a:extLst>
                <a:ext uri="{FF2B5EF4-FFF2-40B4-BE49-F238E27FC236}">
                  <a16:creationId xmlns:a16="http://schemas.microsoft.com/office/drawing/2014/main" id="{03A281D0-1FC8-DF75-C18E-673D389AF95D}"/>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5" name="Oval 15">
              <a:extLst>
                <a:ext uri="{FF2B5EF4-FFF2-40B4-BE49-F238E27FC236}">
                  <a16:creationId xmlns:a16="http://schemas.microsoft.com/office/drawing/2014/main" id="{0C9D177E-ABFC-0E3B-186F-6902B39F36AA}"/>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6" name="Straight Connector 685">
              <a:extLst>
                <a:ext uri="{FF2B5EF4-FFF2-40B4-BE49-F238E27FC236}">
                  <a16:creationId xmlns:a16="http://schemas.microsoft.com/office/drawing/2014/main" id="{B879C22C-1A15-EDE0-A7A3-9E43289F6E2A}"/>
                </a:ext>
              </a:extLst>
            </p:cNvPr>
            <p:cNvCxnSpPr>
              <a:cxnSpLocks/>
              <a:stCxn id="685"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7" name="Straight Connector 686">
              <a:extLst>
                <a:ext uri="{FF2B5EF4-FFF2-40B4-BE49-F238E27FC236}">
                  <a16:creationId xmlns:a16="http://schemas.microsoft.com/office/drawing/2014/main" id="{4465B21D-C146-BD11-C97C-05CFA7893E9F}"/>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94" name="Group 693">
            <a:extLst>
              <a:ext uri="{FF2B5EF4-FFF2-40B4-BE49-F238E27FC236}">
                <a16:creationId xmlns:a16="http://schemas.microsoft.com/office/drawing/2014/main" id="{95BE76B0-228D-6C7C-EF06-31A029EDF1C4}"/>
              </a:ext>
            </a:extLst>
          </p:cNvPr>
          <p:cNvGrpSpPr/>
          <p:nvPr/>
        </p:nvGrpSpPr>
        <p:grpSpPr>
          <a:xfrm>
            <a:off x="2105351" y="2253333"/>
            <a:ext cx="721206" cy="609701"/>
            <a:chOff x="2105351" y="2253333"/>
            <a:chExt cx="721206" cy="609701"/>
          </a:xfrm>
        </p:grpSpPr>
        <p:sp>
          <p:nvSpPr>
            <p:cNvPr id="695" name="Rectangle 694">
              <a:extLst>
                <a:ext uri="{FF2B5EF4-FFF2-40B4-BE49-F238E27FC236}">
                  <a16:creationId xmlns:a16="http://schemas.microsoft.com/office/drawing/2014/main" id="{5894F801-02A7-C868-2C4E-6AF8B484A94E}"/>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96" name="Right Triangle 695">
              <a:extLst>
                <a:ext uri="{FF2B5EF4-FFF2-40B4-BE49-F238E27FC236}">
                  <a16:creationId xmlns:a16="http://schemas.microsoft.com/office/drawing/2014/main" id="{7834D351-F7BA-F30B-D25E-1AEC9CD1D675}"/>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7" name="Group 696">
              <a:extLst>
                <a:ext uri="{FF2B5EF4-FFF2-40B4-BE49-F238E27FC236}">
                  <a16:creationId xmlns:a16="http://schemas.microsoft.com/office/drawing/2014/main" id="{B426EBC7-4F2E-21C1-13B6-745316A6F8D6}"/>
                </a:ext>
              </a:extLst>
            </p:cNvPr>
            <p:cNvGrpSpPr/>
            <p:nvPr/>
          </p:nvGrpSpPr>
          <p:grpSpPr>
            <a:xfrm>
              <a:off x="2771408" y="2265591"/>
              <a:ext cx="37817" cy="61390"/>
              <a:chOff x="3883481" y="2057400"/>
              <a:chExt cx="1608363" cy="2652031"/>
            </a:xfrm>
            <a:solidFill>
              <a:srgbClr val="A6A6A6">
                <a:alpha val="20000"/>
              </a:srgbClr>
            </a:solidFill>
          </p:grpSpPr>
          <p:sp>
            <p:nvSpPr>
              <p:cNvPr id="698" name="Oval 27">
                <a:extLst>
                  <a:ext uri="{FF2B5EF4-FFF2-40B4-BE49-F238E27FC236}">
                    <a16:creationId xmlns:a16="http://schemas.microsoft.com/office/drawing/2014/main" id="{604761B1-A46F-542E-3498-79915701F4D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9" name="Oval 28">
                <a:extLst>
                  <a:ext uri="{FF2B5EF4-FFF2-40B4-BE49-F238E27FC236}">
                    <a16:creationId xmlns:a16="http://schemas.microsoft.com/office/drawing/2014/main" id="{F599DD13-A4F3-3BC0-D9F3-7AFE350EC78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0" name="Group 699">
            <a:extLst>
              <a:ext uri="{FF2B5EF4-FFF2-40B4-BE49-F238E27FC236}">
                <a16:creationId xmlns:a16="http://schemas.microsoft.com/office/drawing/2014/main" id="{00CA7159-833D-14BD-9B62-D26C664F0B83}"/>
              </a:ext>
            </a:extLst>
          </p:cNvPr>
          <p:cNvGrpSpPr/>
          <p:nvPr/>
        </p:nvGrpSpPr>
        <p:grpSpPr>
          <a:xfrm>
            <a:off x="2941860" y="2253333"/>
            <a:ext cx="721206" cy="609701"/>
            <a:chOff x="2941860" y="2253333"/>
            <a:chExt cx="721206" cy="609701"/>
          </a:xfrm>
        </p:grpSpPr>
        <p:sp>
          <p:nvSpPr>
            <p:cNvPr id="701" name="Rectangle 700">
              <a:extLst>
                <a:ext uri="{FF2B5EF4-FFF2-40B4-BE49-F238E27FC236}">
                  <a16:creationId xmlns:a16="http://schemas.microsoft.com/office/drawing/2014/main" id="{DCF083C8-28E2-8B01-A4E1-6E352198BEDB}"/>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702" name="Right Triangle 701">
              <a:extLst>
                <a:ext uri="{FF2B5EF4-FFF2-40B4-BE49-F238E27FC236}">
                  <a16:creationId xmlns:a16="http://schemas.microsoft.com/office/drawing/2014/main" id="{CA27E58F-D198-7162-C158-1C79CEB4F27D}"/>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3" name="Group 702">
              <a:extLst>
                <a:ext uri="{FF2B5EF4-FFF2-40B4-BE49-F238E27FC236}">
                  <a16:creationId xmlns:a16="http://schemas.microsoft.com/office/drawing/2014/main" id="{243043D8-A05A-9F30-106C-743E80AC436F}"/>
                </a:ext>
              </a:extLst>
            </p:cNvPr>
            <p:cNvGrpSpPr/>
            <p:nvPr/>
          </p:nvGrpSpPr>
          <p:grpSpPr>
            <a:xfrm>
              <a:off x="3611250" y="2264969"/>
              <a:ext cx="37817" cy="61390"/>
              <a:chOff x="3883481" y="2057400"/>
              <a:chExt cx="1608363" cy="2652031"/>
            </a:xfrm>
            <a:solidFill>
              <a:srgbClr val="A6A6A6">
                <a:alpha val="20000"/>
              </a:srgbClr>
            </a:solidFill>
          </p:grpSpPr>
          <p:sp>
            <p:nvSpPr>
              <p:cNvPr id="704" name="Oval 27">
                <a:extLst>
                  <a:ext uri="{FF2B5EF4-FFF2-40B4-BE49-F238E27FC236}">
                    <a16:creationId xmlns:a16="http://schemas.microsoft.com/office/drawing/2014/main" id="{A97AD763-5AC5-D846-19E2-28C2E7DC099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5" name="Oval 28">
                <a:extLst>
                  <a:ext uri="{FF2B5EF4-FFF2-40B4-BE49-F238E27FC236}">
                    <a16:creationId xmlns:a16="http://schemas.microsoft.com/office/drawing/2014/main" id="{FD7F5C7E-3256-8F44-5AA5-3273640BAB5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6" name="Group 705">
            <a:extLst>
              <a:ext uri="{FF2B5EF4-FFF2-40B4-BE49-F238E27FC236}">
                <a16:creationId xmlns:a16="http://schemas.microsoft.com/office/drawing/2014/main" id="{0D6B2B38-D5CF-01DA-6FB9-420E0AF669D2}"/>
              </a:ext>
            </a:extLst>
          </p:cNvPr>
          <p:cNvGrpSpPr/>
          <p:nvPr/>
        </p:nvGrpSpPr>
        <p:grpSpPr>
          <a:xfrm>
            <a:off x="4614876" y="2253332"/>
            <a:ext cx="721206" cy="609701"/>
            <a:chOff x="4614876" y="2253332"/>
            <a:chExt cx="721206" cy="609701"/>
          </a:xfrm>
        </p:grpSpPr>
        <p:sp>
          <p:nvSpPr>
            <p:cNvPr id="707" name="Rectangle 706">
              <a:extLst>
                <a:ext uri="{FF2B5EF4-FFF2-40B4-BE49-F238E27FC236}">
                  <a16:creationId xmlns:a16="http://schemas.microsoft.com/office/drawing/2014/main" id="{5266BF8A-32AE-7268-78BF-0DF6C6A60FDD}"/>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08" name="Right Triangle 707">
              <a:extLst>
                <a:ext uri="{FF2B5EF4-FFF2-40B4-BE49-F238E27FC236}">
                  <a16:creationId xmlns:a16="http://schemas.microsoft.com/office/drawing/2014/main" id="{8CB3B557-3460-4E3E-4F04-35A366A17B86}"/>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9" name="Group 708">
              <a:extLst>
                <a:ext uri="{FF2B5EF4-FFF2-40B4-BE49-F238E27FC236}">
                  <a16:creationId xmlns:a16="http://schemas.microsoft.com/office/drawing/2014/main" id="{9AA62E39-E57A-3005-9F90-25F7304DC8DD}"/>
                </a:ext>
              </a:extLst>
            </p:cNvPr>
            <p:cNvGrpSpPr/>
            <p:nvPr/>
          </p:nvGrpSpPr>
          <p:grpSpPr>
            <a:xfrm>
              <a:off x="5280738" y="2264779"/>
              <a:ext cx="37817" cy="61390"/>
              <a:chOff x="3883481" y="2057400"/>
              <a:chExt cx="1608363" cy="2652031"/>
            </a:xfrm>
            <a:solidFill>
              <a:srgbClr val="A6A6A6">
                <a:alpha val="20000"/>
              </a:srgbClr>
            </a:solidFill>
          </p:grpSpPr>
          <p:sp>
            <p:nvSpPr>
              <p:cNvPr id="710" name="Oval 27">
                <a:extLst>
                  <a:ext uri="{FF2B5EF4-FFF2-40B4-BE49-F238E27FC236}">
                    <a16:creationId xmlns:a16="http://schemas.microsoft.com/office/drawing/2014/main" id="{ABB3D01E-0216-5173-81BA-E929693B31C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1" name="Oval 28">
                <a:extLst>
                  <a:ext uri="{FF2B5EF4-FFF2-40B4-BE49-F238E27FC236}">
                    <a16:creationId xmlns:a16="http://schemas.microsoft.com/office/drawing/2014/main" id="{B473ACA3-D5BB-EEEF-38E3-753F8CD25A1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4" name="Group 723">
            <a:extLst>
              <a:ext uri="{FF2B5EF4-FFF2-40B4-BE49-F238E27FC236}">
                <a16:creationId xmlns:a16="http://schemas.microsoft.com/office/drawing/2014/main" id="{E2D3C167-CD9F-0E70-3F97-23CDC5A52080}"/>
              </a:ext>
            </a:extLst>
          </p:cNvPr>
          <p:cNvGrpSpPr/>
          <p:nvPr/>
        </p:nvGrpSpPr>
        <p:grpSpPr>
          <a:xfrm>
            <a:off x="431659" y="2253337"/>
            <a:ext cx="721895" cy="609700"/>
            <a:chOff x="431659" y="2253337"/>
            <a:chExt cx="721895" cy="609700"/>
          </a:xfrm>
        </p:grpSpPr>
        <p:sp>
          <p:nvSpPr>
            <p:cNvPr id="725" name="Rectangle 724">
              <a:hlinkHover r:id="" action="ppaction://noaction" highlightClick="1"/>
              <a:extLst>
                <a:ext uri="{FF2B5EF4-FFF2-40B4-BE49-F238E27FC236}">
                  <a16:creationId xmlns:a16="http://schemas.microsoft.com/office/drawing/2014/main" id="{C9949E2C-00F6-9E4A-A79E-05CF6CEAB52F}"/>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26" name="Diamond 725">
              <a:extLst>
                <a:ext uri="{FF2B5EF4-FFF2-40B4-BE49-F238E27FC236}">
                  <a16:creationId xmlns:a16="http://schemas.microsoft.com/office/drawing/2014/main" id="{7463D5BD-16C3-7CD7-D73B-9772E5585E9E}"/>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7" name="Oval 726">
              <a:extLst>
                <a:ext uri="{FF2B5EF4-FFF2-40B4-BE49-F238E27FC236}">
                  <a16:creationId xmlns:a16="http://schemas.microsoft.com/office/drawing/2014/main" id="{90F0A1BF-063F-33C9-4820-3387D7A8249D}"/>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32" name="Group 731">
            <a:extLst>
              <a:ext uri="{FF2B5EF4-FFF2-40B4-BE49-F238E27FC236}">
                <a16:creationId xmlns:a16="http://schemas.microsoft.com/office/drawing/2014/main" id="{A30CEB33-CF46-331E-5976-E5226B1042D3}"/>
              </a:ext>
            </a:extLst>
          </p:cNvPr>
          <p:cNvGrpSpPr/>
          <p:nvPr/>
        </p:nvGrpSpPr>
        <p:grpSpPr>
          <a:xfrm>
            <a:off x="2105348" y="1532276"/>
            <a:ext cx="721206" cy="609701"/>
            <a:chOff x="2105348" y="1532276"/>
            <a:chExt cx="721206" cy="609701"/>
          </a:xfrm>
        </p:grpSpPr>
        <p:sp>
          <p:nvSpPr>
            <p:cNvPr id="733" name="Rectangle 732">
              <a:extLst>
                <a:ext uri="{FF2B5EF4-FFF2-40B4-BE49-F238E27FC236}">
                  <a16:creationId xmlns:a16="http://schemas.microsoft.com/office/drawing/2014/main" id="{31E52E27-77D1-B722-3849-BA7F0F249C86}"/>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34" name="Rectangle 733">
              <a:extLst>
                <a:ext uri="{FF2B5EF4-FFF2-40B4-BE49-F238E27FC236}">
                  <a16:creationId xmlns:a16="http://schemas.microsoft.com/office/drawing/2014/main" id="{3510AD80-3527-9F5E-A73A-1CB90494EB4C}"/>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5" name="Oval 15">
              <a:extLst>
                <a:ext uri="{FF2B5EF4-FFF2-40B4-BE49-F238E27FC236}">
                  <a16:creationId xmlns:a16="http://schemas.microsoft.com/office/drawing/2014/main" id="{5A14A846-D2B6-4ABE-10C7-0C1E2FA915EF}"/>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6" name="Straight Connector 735">
              <a:extLst>
                <a:ext uri="{FF2B5EF4-FFF2-40B4-BE49-F238E27FC236}">
                  <a16:creationId xmlns:a16="http://schemas.microsoft.com/office/drawing/2014/main" id="{6B5BFAF6-3629-8538-E224-EE1109AA71BF}"/>
                </a:ext>
              </a:extLst>
            </p:cNvPr>
            <p:cNvCxnSpPr>
              <a:cxnSpLocks/>
              <a:stCxn id="735"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37" name="Straight Connector 736">
              <a:extLst>
                <a:ext uri="{FF2B5EF4-FFF2-40B4-BE49-F238E27FC236}">
                  <a16:creationId xmlns:a16="http://schemas.microsoft.com/office/drawing/2014/main" id="{083D8A77-41A0-F6B5-461A-D942EF901299}"/>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38" name="Group 737">
            <a:extLst>
              <a:ext uri="{FF2B5EF4-FFF2-40B4-BE49-F238E27FC236}">
                <a16:creationId xmlns:a16="http://schemas.microsoft.com/office/drawing/2014/main" id="{B3289120-D9CA-07D3-573F-293186506AC0}"/>
              </a:ext>
            </a:extLst>
          </p:cNvPr>
          <p:cNvGrpSpPr/>
          <p:nvPr/>
        </p:nvGrpSpPr>
        <p:grpSpPr>
          <a:xfrm>
            <a:off x="431659" y="1532283"/>
            <a:ext cx="721891" cy="610032"/>
            <a:chOff x="431659" y="1532283"/>
            <a:chExt cx="721891" cy="610032"/>
          </a:xfrm>
        </p:grpSpPr>
        <p:sp>
          <p:nvSpPr>
            <p:cNvPr id="739" name="Rectangle 738">
              <a:extLst>
                <a:ext uri="{FF2B5EF4-FFF2-40B4-BE49-F238E27FC236}">
                  <a16:creationId xmlns:a16="http://schemas.microsoft.com/office/drawing/2014/main" id="{4EA8A6B6-34A4-69BE-7E86-9A67D1F07478}"/>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40" name="Right Triangle 739">
              <a:extLst>
                <a:ext uri="{FF2B5EF4-FFF2-40B4-BE49-F238E27FC236}">
                  <a16:creationId xmlns:a16="http://schemas.microsoft.com/office/drawing/2014/main" id="{B871F9C9-4F81-B008-1BCF-61F9ABBAB39E}"/>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1" name="Group 740">
              <a:extLst>
                <a:ext uri="{FF2B5EF4-FFF2-40B4-BE49-F238E27FC236}">
                  <a16:creationId xmlns:a16="http://schemas.microsoft.com/office/drawing/2014/main" id="{BFC1ECB0-E133-36FC-B58B-143C9E2CC239}"/>
                </a:ext>
              </a:extLst>
            </p:cNvPr>
            <p:cNvGrpSpPr/>
            <p:nvPr/>
          </p:nvGrpSpPr>
          <p:grpSpPr>
            <a:xfrm>
              <a:off x="1102940" y="1538374"/>
              <a:ext cx="37817" cy="61390"/>
              <a:chOff x="3883481" y="2057400"/>
              <a:chExt cx="1608363" cy="2652031"/>
            </a:xfrm>
            <a:solidFill>
              <a:srgbClr val="A6A6A6">
                <a:alpha val="20000"/>
              </a:srgbClr>
            </a:solidFill>
          </p:grpSpPr>
          <p:sp>
            <p:nvSpPr>
              <p:cNvPr id="742" name="Oval 27">
                <a:extLst>
                  <a:ext uri="{FF2B5EF4-FFF2-40B4-BE49-F238E27FC236}">
                    <a16:creationId xmlns:a16="http://schemas.microsoft.com/office/drawing/2014/main" id="{2349BE5F-2D49-5042-BF12-E64C4FE02AF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3" name="Oval 28">
                <a:extLst>
                  <a:ext uri="{FF2B5EF4-FFF2-40B4-BE49-F238E27FC236}">
                    <a16:creationId xmlns:a16="http://schemas.microsoft.com/office/drawing/2014/main" id="{E425C005-C6AB-E2FA-0271-3F18816F625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4" name="Group 743">
            <a:extLst>
              <a:ext uri="{FF2B5EF4-FFF2-40B4-BE49-F238E27FC236}">
                <a16:creationId xmlns:a16="http://schemas.microsoft.com/office/drawing/2014/main" id="{253613A3-D416-A848-0BD1-516F7241507B}"/>
              </a:ext>
            </a:extLst>
          </p:cNvPr>
          <p:cNvGrpSpPr/>
          <p:nvPr/>
        </p:nvGrpSpPr>
        <p:grpSpPr>
          <a:xfrm>
            <a:off x="1268843" y="1532283"/>
            <a:ext cx="721206" cy="610032"/>
            <a:chOff x="1268843" y="1532283"/>
            <a:chExt cx="721206" cy="610032"/>
          </a:xfrm>
        </p:grpSpPr>
        <p:sp>
          <p:nvSpPr>
            <p:cNvPr id="745" name="Rectangle 744">
              <a:extLst>
                <a:ext uri="{FF2B5EF4-FFF2-40B4-BE49-F238E27FC236}">
                  <a16:creationId xmlns:a16="http://schemas.microsoft.com/office/drawing/2014/main" id="{121DE28B-0647-74ED-9892-04BB56FC1900}"/>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46" name="Right Triangle 745">
              <a:extLst>
                <a:ext uri="{FF2B5EF4-FFF2-40B4-BE49-F238E27FC236}">
                  <a16:creationId xmlns:a16="http://schemas.microsoft.com/office/drawing/2014/main" id="{BE014648-2082-9FF8-D387-131DC25DEEAA}"/>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7" name="Group 746">
              <a:extLst>
                <a:ext uri="{FF2B5EF4-FFF2-40B4-BE49-F238E27FC236}">
                  <a16:creationId xmlns:a16="http://schemas.microsoft.com/office/drawing/2014/main" id="{23E1D211-A6AF-9F09-62C9-E425E3463BB6}"/>
                </a:ext>
              </a:extLst>
            </p:cNvPr>
            <p:cNvGrpSpPr/>
            <p:nvPr/>
          </p:nvGrpSpPr>
          <p:grpSpPr>
            <a:xfrm>
              <a:off x="1939436" y="1538374"/>
              <a:ext cx="37817" cy="61390"/>
              <a:chOff x="3883481" y="2057400"/>
              <a:chExt cx="1608363" cy="2652031"/>
            </a:xfrm>
            <a:solidFill>
              <a:srgbClr val="A6A6A6">
                <a:alpha val="20000"/>
              </a:srgbClr>
            </a:solidFill>
          </p:grpSpPr>
          <p:sp>
            <p:nvSpPr>
              <p:cNvPr id="748" name="Oval 27">
                <a:extLst>
                  <a:ext uri="{FF2B5EF4-FFF2-40B4-BE49-F238E27FC236}">
                    <a16:creationId xmlns:a16="http://schemas.microsoft.com/office/drawing/2014/main" id="{80FA7D82-2FE2-7853-472E-25050B5579E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9" name="Oval 28">
                <a:extLst>
                  <a:ext uri="{FF2B5EF4-FFF2-40B4-BE49-F238E27FC236}">
                    <a16:creationId xmlns:a16="http://schemas.microsoft.com/office/drawing/2014/main" id="{0D475FB7-05C8-F595-7FEE-FDBF82F8637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6" name="Group 785">
            <a:extLst>
              <a:ext uri="{FF2B5EF4-FFF2-40B4-BE49-F238E27FC236}">
                <a16:creationId xmlns:a16="http://schemas.microsoft.com/office/drawing/2014/main" id="{70632738-7625-27C1-7452-4AAC3574B515}"/>
              </a:ext>
            </a:extLst>
          </p:cNvPr>
          <p:cNvGrpSpPr/>
          <p:nvPr/>
        </p:nvGrpSpPr>
        <p:grpSpPr>
          <a:xfrm>
            <a:off x="2938534" y="811556"/>
            <a:ext cx="721206" cy="609701"/>
            <a:chOff x="2938534" y="811556"/>
            <a:chExt cx="721206" cy="609701"/>
          </a:xfrm>
        </p:grpSpPr>
        <p:sp>
          <p:nvSpPr>
            <p:cNvPr id="787" name="Rectangle 786">
              <a:extLst>
                <a:ext uri="{FF2B5EF4-FFF2-40B4-BE49-F238E27FC236}">
                  <a16:creationId xmlns:a16="http://schemas.microsoft.com/office/drawing/2014/main" id="{BC988A05-CA5B-8EE8-3B60-C8CC1A0FAB60}"/>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88" name="Rectangle 787">
              <a:extLst>
                <a:ext uri="{FF2B5EF4-FFF2-40B4-BE49-F238E27FC236}">
                  <a16:creationId xmlns:a16="http://schemas.microsoft.com/office/drawing/2014/main" id="{F3FA9273-137D-BCC4-2B2B-A031BB2835E9}"/>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9" name="Oval 15">
              <a:extLst>
                <a:ext uri="{FF2B5EF4-FFF2-40B4-BE49-F238E27FC236}">
                  <a16:creationId xmlns:a16="http://schemas.microsoft.com/office/drawing/2014/main" id="{61220811-C8BA-CD6B-A9EE-1C2A0BD6CED7}"/>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90" name="Straight Connector 789">
              <a:extLst>
                <a:ext uri="{FF2B5EF4-FFF2-40B4-BE49-F238E27FC236}">
                  <a16:creationId xmlns:a16="http://schemas.microsoft.com/office/drawing/2014/main" id="{F56DD6FE-AEFB-68F9-32CB-633CDBE13A0C}"/>
                </a:ext>
              </a:extLst>
            </p:cNvPr>
            <p:cNvCxnSpPr>
              <a:cxnSpLocks/>
              <a:stCxn id="789"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91" name="Straight Connector 790">
              <a:extLst>
                <a:ext uri="{FF2B5EF4-FFF2-40B4-BE49-F238E27FC236}">
                  <a16:creationId xmlns:a16="http://schemas.microsoft.com/office/drawing/2014/main" id="{D5B74ED7-D185-97B2-5AF8-611CEC504C45}"/>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8" name="Group 797">
            <a:extLst>
              <a:ext uri="{FF2B5EF4-FFF2-40B4-BE49-F238E27FC236}">
                <a16:creationId xmlns:a16="http://schemas.microsoft.com/office/drawing/2014/main" id="{CB311733-3418-CE24-81BD-E125C60F6B13}"/>
              </a:ext>
            </a:extLst>
          </p:cNvPr>
          <p:cNvGrpSpPr/>
          <p:nvPr/>
        </p:nvGrpSpPr>
        <p:grpSpPr>
          <a:xfrm>
            <a:off x="431659" y="811556"/>
            <a:ext cx="721206" cy="609701"/>
            <a:chOff x="431659" y="811556"/>
            <a:chExt cx="721206" cy="609701"/>
          </a:xfrm>
        </p:grpSpPr>
        <p:sp>
          <p:nvSpPr>
            <p:cNvPr id="799" name="Rectangle 798">
              <a:extLst>
                <a:ext uri="{FF2B5EF4-FFF2-40B4-BE49-F238E27FC236}">
                  <a16:creationId xmlns:a16="http://schemas.microsoft.com/office/drawing/2014/main" id="{9E5E4C66-39BB-FD08-9ED3-CD88D8C8DA35}"/>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800" name="Right Triangle 799">
              <a:extLst>
                <a:ext uri="{FF2B5EF4-FFF2-40B4-BE49-F238E27FC236}">
                  <a16:creationId xmlns:a16="http://schemas.microsoft.com/office/drawing/2014/main" id="{E1386E2F-E0B3-F009-5D83-082E58DE9327}"/>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1" name="Group 800">
              <a:extLst>
                <a:ext uri="{FF2B5EF4-FFF2-40B4-BE49-F238E27FC236}">
                  <a16:creationId xmlns:a16="http://schemas.microsoft.com/office/drawing/2014/main" id="{E88C90E4-B9D9-4239-0EF2-F9FC3FFB510D}"/>
                </a:ext>
              </a:extLst>
            </p:cNvPr>
            <p:cNvGrpSpPr/>
            <p:nvPr/>
          </p:nvGrpSpPr>
          <p:grpSpPr>
            <a:xfrm>
              <a:off x="1100969" y="819591"/>
              <a:ext cx="37817" cy="61390"/>
              <a:chOff x="3883481" y="2057400"/>
              <a:chExt cx="1608363" cy="2652031"/>
            </a:xfrm>
            <a:solidFill>
              <a:srgbClr val="A6A6A6">
                <a:alpha val="20000"/>
              </a:srgbClr>
            </a:solidFill>
          </p:grpSpPr>
          <p:sp>
            <p:nvSpPr>
              <p:cNvPr id="802" name="Oval 27">
                <a:extLst>
                  <a:ext uri="{FF2B5EF4-FFF2-40B4-BE49-F238E27FC236}">
                    <a16:creationId xmlns:a16="http://schemas.microsoft.com/office/drawing/2014/main" id="{DC101269-54FA-720C-D587-9D53FD194B1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3" name="Oval 28">
                <a:extLst>
                  <a:ext uri="{FF2B5EF4-FFF2-40B4-BE49-F238E27FC236}">
                    <a16:creationId xmlns:a16="http://schemas.microsoft.com/office/drawing/2014/main" id="{9EDE75ED-52FC-B02E-25CD-EA3F0DC5EBD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4" name="Group 803">
            <a:extLst>
              <a:ext uri="{FF2B5EF4-FFF2-40B4-BE49-F238E27FC236}">
                <a16:creationId xmlns:a16="http://schemas.microsoft.com/office/drawing/2014/main" id="{4D7CA24C-1038-6617-30C9-473610ED085D}"/>
              </a:ext>
            </a:extLst>
          </p:cNvPr>
          <p:cNvGrpSpPr/>
          <p:nvPr/>
        </p:nvGrpSpPr>
        <p:grpSpPr>
          <a:xfrm>
            <a:off x="1267285" y="811556"/>
            <a:ext cx="721206" cy="609701"/>
            <a:chOff x="1267285" y="811556"/>
            <a:chExt cx="721206" cy="609701"/>
          </a:xfrm>
        </p:grpSpPr>
        <p:sp>
          <p:nvSpPr>
            <p:cNvPr id="805" name="Rectangle 804">
              <a:extLst>
                <a:ext uri="{FF2B5EF4-FFF2-40B4-BE49-F238E27FC236}">
                  <a16:creationId xmlns:a16="http://schemas.microsoft.com/office/drawing/2014/main" id="{D88A212E-C98F-FBD0-0432-77A513E54CD8}"/>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06" name="Right Triangle 805">
              <a:extLst>
                <a:ext uri="{FF2B5EF4-FFF2-40B4-BE49-F238E27FC236}">
                  <a16:creationId xmlns:a16="http://schemas.microsoft.com/office/drawing/2014/main" id="{5D8F8440-A52B-D1E7-7610-110C025FAF1E}"/>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7" name="Group 806">
              <a:extLst>
                <a:ext uri="{FF2B5EF4-FFF2-40B4-BE49-F238E27FC236}">
                  <a16:creationId xmlns:a16="http://schemas.microsoft.com/office/drawing/2014/main" id="{C590D848-2498-077C-75B0-1C70A1DD7D91}"/>
                </a:ext>
              </a:extLst>
            </p:cNvPr>
            <p:cNvGrpSpPr/>
            <p:nvPr/>
          </p:nvGrpSpPr>
          <p:grpSpPr>
            <a:xfrm>
              <a:off x="1937878" y="819591"/>
              <a:ext cx="37817" cy="61390"/>
              <a:chOff x="3883481" y="2057400"/>
              <a:chExt cx="1608363" cy="2652031"/>
            </a:xfrm>
            <a:solidFill>
              <a:srgbClr val="A6A6A6">
                <a:alpha val="20000"/>
              </a:srgbClr>
            </a:solidFill>
          </p:grpSpPr>
          <p:sp>
            <p:nvSpPr>
              <p:cNvPr id="808" name="Oval 27">
                <a:extLst>
                  <a:ext uri="{FF2B5EF4-FFF2-40B4-BE49-F238E27FC236}">
                    <a16:creationId xmlns:a16="http://schemas.microsoft.com/office/drawing/2014/main" id="{7629782D-C783-4187-86C8-F5B7476A70D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9" name="Oval 28">
                <a:extLst>
                  <a:ext uri="{FF2B5EF4-FFF2-40B4-BE49-F238E27FC236}">
                    <a16:creationId xmlns:a16="http://schemas.microsoft.com/office/drawing/2014/main" id="{352E6762-76D7-5C98-8A57-D39C39DF2FD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6" name="Group 815">
            <a:extLst>
              <a:ext uri="{FF2B5EF4-FFF2-40B4-BE49-F238E27FC236}">
                <a16:creationId xmlns:a16="http://schemas.microsoft.com/office/drawing/2014/main" id="{AF234D1E-4529-DF94-0B18-9072CE8ADA36}"/>
              </a:ext>
            </a:extLst>
          </p:cNvPr>
          <p:cNvGrpSpPr/>
          <p:nvPr/>
        </p:nvGrpSpPr>
        <p:grpSpPr>
          <a:xfrm>
            <a:off x="2889438" y="751337"/>
            <a:ext cx="5022643" cy="5001728"/>
            <a:chOff x="2889438" y="751337"/>
            <a:chExt cx="5022643" cy="5001728"/>
          </a:xfrm>
        </p:grpSpPr>
        <p:cxnSp>
          <p:nvCxnSpPr>
            <p:cNvPr id="817" name="Straight Connector 816">
              <a:extLst>
                <a:ext uri="{FF2B5EF4-FFF2-40B4-BE49-F238E27FC236}">
                  <a16:creationId xmlns:a16="http://schemas.microsoft.com/office/drawing/2014/main" id="{C0172937-205D-0A0A-DC7C-9ED3EC69D6CD}"/>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C0146A0C-60EB-8815-0AA8-9A54DCFBBE6F}"/>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547EC945-0EFC-6408-97E1-778AFFC1F642}"/>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F51963CF-41CA-545E-DF01-38D8AAF7B4CC}"/>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AC1A468F-0C13-3852-AAA8-44E8010DA7A9}"/>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0C445E30-88DA-2DC2-C96C-A2FE559D2350}"/>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16852227-EDB6-8B30-6A55-54855C595DBC}"/>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4" name="Straight Connector 823">
              <a:extLst>
                <a:ext uri="{FF2B5EF4-FFF2-40B4-BE49-F238E27FC236}">
                  <a16:creationId xmlns:a16="http://schemas.microsoft.com/office/drawing/2014/main" id="{E72397B6-5D07-E24E-CABD-D29E21303D54}"/>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656F6816-89C6-40DF-FA15-9D23DEE655F9}"/>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6" name="Straight Connector 825">
              <a:extLst>
                <a:ext uri="{FF2B5EF4-FFF2-40B4-BE49-F238E27FC236}">
                  <a16:creationId xmlns:a16="http://schemas.microsoft.com/office/drawing/2014/main" id="{22DDE727-B298-E557-1AE1-4F769715BA14}"/>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58" name="Group 857">
            <a:extLst>
              <a:ext uri="{FF2B5EF4-FFF2-40B4-BE49-F238E27FC236}">
                <a16:creationId xmlns:a16="http://schemas.microsoft.com/office/drawing/2014/main" id="{25E06D90-E30B-E66D-BAD1-37B61433AB24}"/>
              </a:ext>
            </a:extLst>
          </p:cNvPr>
          <p:cNvGrpSpPr/>
          <p:nvPr/>
        </p:nvGrpSpPr>
        <p:grpSpPr>
          <a:xfrm>
            <a:off x="6286130" y="4419624"/>
            <a:ext cx="721206" cy="609701"/>
            <a:chOff x="6286130" y="4419624"/>
            <a:chExt cx="721206" cy="609701"/>
          </a:xfrm>
        </p:grpSpPr>
        <p:sp>
          <p:nvSpPr>
            <p:cNvPr id="859" name="Rectangle 858">
              <a:hlinkHover r:id="" action="ppaction://noaction" highlightClick="1"/>
              <a:extLst>
                <a:ext uri="{FF2B5EF4-FFF2-40B4-BE49-F238E27FC236}">
                  <a16:creationId xmlns:a16="http://schemas.microsoft.com/office/drawing/2014/main" id="{33691604-D027-24C8-B3A3-BFEDCA1DF832}"/>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60" name="Oval 859">
              <a:extLst>
                <a:ext uri="{FF2B5EF4-FFF2-40B4-BE49-F238E27FC236}">
                  <a16:creationId xmlns:a16="http://schemas.microsoft.com/office/drawing/2014/main" id="{50224C90-E38F-FAA5-E5E5-5EF92FDBCAB5}"/>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1" name="Isosceles Triangle 648">
              <a:extLst>
                <a:ext uri="{FF2B5EF4-FFF2-40B4-BE49-F238E27FC236}">
                  <a16:creationId xmlns:a16="http://schemas.microsoft.com/office/drawing/2014/main" id="{F40417DA-064C-1604-93F6-3A1DF89F16DD}"/>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2" name="Group 861">
            <a:extLst>
              <a:ext uri="{FF2B5EF4-FFF2-40B4-BE49-F238E27FC236}">
                <a16:creationId xmlns:a16="http://schemas.microsoft.com/office/drawing/2014/main" id="{0E214248-4247-8BFE-4C57-BA2E3A79B826}"/>
              </a:ext>
            </a:extLst>
          </p:cNvPr>
          <p:cNvGrpSpPr/>
          <p:nvPr/>
        </p:nvGrpSpPr>
        <p:grpSpPr>
          <a:xfrm>
            <a:off x="5458940" y="5135305"/>
            <a:ext cx="721206" cy="609701"/>
            <a:chOff x="5458940" y="5135305"/>
            <a:chExt cx="721206" cy="609701"/>
          </a:xfrm>
        </p:grpSpPr>
        <p:sp>
          <p:nvSpPr>
            <p:cNvPr id="863" name="Rectangle 862">
              <a:hlinkHover r:id="" action="ppaction://noaction" highlightClick="1"/>
              <a:extLst>
                <a:ext uri="{FF2B5EF4-FFF2-40B4-BE49-F238E27FC236}">
                  <a16:creationId xmlns:a16="http://schemas.microsoft.com/office/drawing/2014/main" id="{4AC4BEED-1042-0258-55A5-8C4BABB0B0AA}"/>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64" name="Oval 863">
              <a:extLst>
                <a:ext uri="{FF2B5EF4-FFF2-40B4-BE49-F238E27FC236}">
                  <a16:creationId xmlns:a16="http://schemas.microsoft.com/office/drawing/2014/main" id="{0BFC47BE-30A0-A125-59FF-861081CD24A3}"/>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5" name="Isosceles Triangle 648">
              <a:extLst>
                <a:ext uri="{FF2B5EF4-FFF2-40B4-BE49-F238E27FC236}">
                  <a16:creationId xmlns:a16="http://schemas.microsoft.com/office/drawing/2014/main" id="{2B885751-A7FF-1AB6-352F-019EBBF2ADEF}"/>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6" name="Group 865">
            <a:extLst>
              <a:ext uri="{FF2B5EF4-FFF2-40B4-BE49-F238E27FC236}">
                <a16:creationId xmlns:a16="http://schemas.microsoft.com/office/drawing/2014/main" id="{6722C666-F34B-1F5C-82C9-E903092A0B68}"/>
              </a:ext>
            </a:extLst>
          </p:cNvPr>
          <p:cNvGrpSpPr/>
          <p:nvPr/>
        </p:nvGrpSpPr>
        <p:grpSpPr>
          <a:xfrm>
            <a:off x="6289146" y="5141017"/>
            <a:ext cx="721206" cy="609701"/>
            <a:chOff x="6289146" y="5141017"/>
            <a:chExt cx="721206" cy="609701"/>
          </a:xfrm>
        </p:grpSpPr>
        <p:sp>
          <p:nvSpPr>
            <p:cNvPr id="867" name="Rectangle 866">
              <a:hlinkHover r:id="" action="ppaction://noaction" highlightClick="1"/>
              <a:extLst>
                <a:ext uri="{FF2B5EF4-FFF2-40B4-BE49-F238E27FC236}">
                  <a16:creationId xmlns:a16="http://schemas.microsoft.com/office/drawing/2014/main" id="{BD4E8F58-3023-809B-F066-15D624CEE090}"/>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68" name="Oval 867">
              <a:extLst>
                <a:ext uri="{FF2B5EF4-FFF2-40B4-BE49-F238E27FC236}">
                  <a16:creationId xmlns:a16="http://schemas.microsoft.com/office/drawing/2014/main" id="{0659A287-40D5-0134-298C-460BCF28D344}"/>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9" name="Isosceles Triangle 648">
              <a:extLst>
                <a:ext uri="{FF2B5EF4-FFF2-40B4-BE49-F238E27FC236}">
                  <a16:creationId xmlns:a16="http://schemas.microsoft.com/office/drawing/2014/main" id="{B089CB9F-3593-A012-5A0D-D1FD5710035F}"/>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0" name="Group 869">
            <a:extLst>
              <a:ext uri="{FF2B5EF4-FFF2-40B4-BE49-F238E27FC236}">
                <a16:creationId xmlns:a16="http://schemas.microsoft.com/office/drawing/2014/main" id="{ADDB5D69-5040-A866-9489-FEE9F5C9FCFE}"/>
              </a:ext>
            </a:extLst>
          </p:cNvPr>
          <p:cNvGrpSpPr/>
          <p:nvPr/>
        </p:nvGrpSpPr>
        <p:grpSpPr>
          <a:xfrm>
            <a:off x="7122911" y="4419624"/>
            <a:ext cx="721206" cy="609701"/>
            <a:chOff x="7122911" y="4419624"/>
            <a:chExt cx="721206" cy="609701"/>
          </a:xfrm>
        </p:grpSpPr>
        <p:sp>
          <p:nvSpPr>
            <p:cNvPr id="871" name="Rectangle 870">
              <a:hlinkHover r:id="" action="ppaction://noaction" highlightClick="1"/>
              <a:extLst>
                <a:ext uri="{FF2B5EF4-FFF2-40B4-BE49-F238E27FC236}">
                  <a16:creationId xmlns:a16="http://schemas.microsoft.com/office/drawing/2014/main" id="{EC0B1BC6-EE20-E732-3156-0F667DA50FD7}"/>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72" name="Oval 871">
              <a:extLst>
                <a:ext uri="{FF2B5EF4-FFF2-40B4-BE49-F238E27FC236}">
                  <a16:creationId xmlns:a16="http://schemas.microsoft.com/office/drawing/2014/main" id="{184931CE-95CC-3321-2C53-93D81A9A1453}"/>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3" name="Isosceles Triangle 648">
              <a:extLst>
                <a:ext uri="{FF2B5EF4-FFF2-40B4-BE49-F238E27FC236}">
                  <a16:creationId xmlns:a16="http://schemas.microsoft.com/office/drawing/2014/main" id="{AAA1A1EE-7446-E276-FEC7-3831F312D7E5}"/>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8" name="Group 877">
            <a:extLst>
              <a:ext uri="{FF2B5EF4-FFF2-40B4-BE49-F238E27FC236}">
                <a16:creationId xmlns:a16="http://schemas.microsoft.com/office/drawing/2014/main" id="{A062E420-6370-A7A3-88DB-E71B93361B3B}"/>
              </a:ext>
            </a:extLst>
          </p:cNvPr>
          <p:cNvGrpSpPr/>
          <p:nvPr/>
        </p:nvGrpSpPr>
        <p:grpSpPr>
          <a:xfrm>
            <a:off x="5454385" y="4419624"/>
            <a:ext cx="721206" cy="609701"/>
            <a:chOff x="5454385" y="4419624"/>
            <a:chExt cx="721206" cy="609701"/>
          </a:xfrm>
        </p:grpSpPr>
        <p:sp>
          <p:nvSpPr>
            <p:cNvPr id="879" name="Rectangle 878">
              <a:hlinkHover r:id="" action="ppaction://noaction" highlightClick="1"/>
              <a:extLst>
                <a:ext uri="{FF2B5EF4-FFF2-40B4-BE49-F238E27FC236}">
                  <a16:creationId xmlns:a16="http://schemas.microsoft.com/office/drawing/2014/main" id="{67265F2F-72A3-E7CA-1999-6E77FE945443}"/>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80" name="Oval 879">
              <a:extLst>
                <a:ext uri="{FF2B5EF4-FFF2-40B4-BE49-F238E27FC236}">
                  <a16:creationId xmlns:a16="http://schemas.microsoft.com/office/drawing/2014/main" id="{D56E0F46-B2E2-E51C-AAB0-C589EC80874F}"/>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1" name="Isosceles Triangle 648">
              <a:extLst>
                <a:ext uri="{FF2B5EF4-FFF2-40B4-BE49-F238E27FC236}">
                  <a16:creationId xmlns:a16="http://schemas.microsoft.com/office/drawing/2014/main" id="{A87FC19E-4BB4-E2F8-B54E-640B08439F33}"/>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2" name="Group 881">
            <a:extLst>
              <a:ext uri="{FF2B5EF4-FFF2-40B4-BE49-F238E27FC236}">
                <a16:creationId xmlns:a16="http://schemas.microsoft.com/office/drawing/2014/main" id="{119311FE-4E98-D82F-7B55-F5B7BE0C647B}"/>
              </a:ext>
            </a:extLst>
          </p:cNvPr>
          <p:cNvGrpSpPr/>
          <p:nvPr/>
        </p:nvGrpSpPr>
        <p:grpSpPr>
          <a:xfrm>
            <a:off x="3775041" y="5130133"/>
            <a:ext cx="721895" cy="609700"/>
            <a:chOff x="3775041" y="5130133"/>
            <a:chExt cx="721895" cy="609700"/>
          </a:xfrm>
        </p:grpSpPr>
        <p:sp>
          <p:nvSpPr>
            <p:cNvPr id="883" name="Rectangle 882">
              <a:hlinkHover r:id="" action="ppaction://noaction" highlightClick="1"/>
              <a:extLst>
                <a:ext uri="{FF2B5EF4-FFF2-40B4-BE49-F238E27FC236}">
                  <a16:creationId xmlns:a16="http://schemas.microsoft.com/office/drawing/2014/main" id="{C2D71BF0-2FB5-70DF-202A-8D987CD71C07}"/>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84" name="Diamond 883">
              <a:extLst>
                <a:ext uri="{FF2B5EF4-FFF2-40B4-BE49-F238E27FC236}">
                  <a16:creationId xmlns:a16="http://schemas.microsoft.com/office/drawing/2014/main" id="{76B360ED-6B85-0C3E-2E8C-27B3368FACEF}"/>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5" name="Oval 884">
              <a:extLst>
                <a:ext uri="{FF2B5EF4-FFF2-40B4-BE49-F238E27FC236}">
                  <a16:creationId xmlns:a16="http://schemas.microsoft.com/office/drawing/2014/main" id="{73F84DA1-2739-98D3-3B28-35CF3A955F59}"/>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6" name="Group 885">
            <a:extLst>
              <a:ext uri="{FF2B5EF4-FFF2-40B4-BE49-F238E27FC236}">
                <a16:creationId xmlns:a16="http://schemas.microsoft.com/office/drawing/2014/main" id="{B51A9437-FDF6-6E3A-D836-8A34F5389B48}"/>
              </a:ext>
            </a:extLst>
          </p:cNvPr>
          <p:cNvGrpSpPr/>
          <p:nvPr/>
        </p:nvGrpSpPr>
        <p:grpSpPr>
          <a:xfrm>
            <a:off x="4618174" y="5130748"/>
            <a:ext cx="721895" cy="609700"/>
            <a:chOff x="4618174" y="5130748"/>
            <a:chExt cx="721895" cy="609700"/>
          </a:xfrm>
        </p:grpSpPr>
        <p:sp>
          <p:nvSpPr>
            <p:cNvPr id="887" name="Rectangle 886">
              <a:hlinkHover r:id="" action="ppaction://noaction" highlightClick="1"/>
              <a:extLst>
                <a:ext uri="{FF2B5EF4-FFF2-40B4-BE49-F238E27FC236}">
                  <a16:creationId xmlns:a16="http://schemas.microsoft.com/office/drawing/2014/main" id="{9E07ADB6-0935-138F-7AEE-335D5DE70151}"/>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88" name="Diamond 887">
              <a:extLst>
                <a:ext uri="{FF2B5EF4-FFF2-40B4-BE49-F238E27FC236}">
                  <a16:creationId xmlns:a16="http://schemas.microsoft.com/office/drawing/2014/main" id="{A02E4F84-D588-E4CB-A731-8054D71AFAFB}"/>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9" name="Oval 888">
              <a:extLst>
                <a:ext uri="{FF2B5EF4-FFF2-40B4-BE49-F238E27FC236}">
                  <a16:creationId xmlns:a16="http://schemas.microsoft.com/office/drawing/2014/main" id="{79EB288E-6227-DBA3-C94B-017C08997F94}"/>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0" name="Group 889">
            <a:extLst>
              <a:ext uri="{FF2B5EF4-FFF2-40B4-BE49-F238E27FC236}">
                <a16:creationId xmlns:a16="http://schemas.microsoft.com/office/drawing/2014/main" id="{A9666491-AE89-7B2D-A261-45A1E647C7AA}"/>
              </a:ext>
            </a:extLst>
          </p:cNvPr>
          <p:cNvGrpSpPr/>
          <p:nvPr/>
        </p:nvGrpSpPr>
        <p:grpSpPr>
          <a:xfrm>
            <a:off x="7125833" y="5143368"/>
            <a:ext cx="721206" cy="609701"/>
            <a:chOff x="7125833" y="5143368"/>
            <a:chExt cx="721206" cy="609701"/>
          </a:xfrm>
        </p:grpSpPr>
        <p:sp>
          <p:nvSpPr>
            <p:cNvPr id="891" name="Rectangle 890">
              <a:hlinkHover r:id="" action="ppaction://noaction" highlightClick="1"/>
              <a:extLst>
                <a:ext uri="{FF2B5EF4-FFF2-40B4-BE49-F238E27FC236}">
                  <a16:creationId xmlns:a16="http://schemas.microsoft.com/office/drawing/2014/main" id="{9A960B58-8DE5-2EC8-8887-CD748EB8FB0F}"/>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92" name="Oval 891">
              <a:extLst>
                <a:ext uri="{FF2B5EF4-FFF2-40B4-BE49-F238E27FC236}">
                  <a16:creationId xmlns:a16="http://schemas.microsoft.com/office/drawing/2014/main" id="{61BE6F51-5B5E-D58B-FAAD-A79296BD7000}"/>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3" name="Isosceles Triangle 648">
              <a:extLst>
                <a:ext uri="{FF2B5EF4-FFF2-40B4-BE49-F238E27FC236}">
                  <a16:creationId xmlns:a16="http://schemas.microsoft.com/office/drawing/2014/main" id="{3B5B8EC9-849D-3B40-CFE8-6C387AEF85C9}"/>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4" name="Group 893">
            <a:extLst>
              <a:ext uri="{FF2B5EF4-FFF2-40B4-BE49-F238E27FC236}">
                <a16:creationId xmlns:a16="http://schemas.microsoft.com/office/drawing/2014/main" id="{8E577D28-686E-A935-FF38-9A862AAD2817}"/>
              </a:ext>
            </a:extLst>
          </p:cNvPr>
          <p:cNvGrpSpPr/>
          <p:nvPr/>
        </p:nvGrpSpPr>
        <p:grpSpPr>
          <a:xfrm>
            <a:off x="7122911" y="3698231"/>
            <a:ext cx="721206" cy="609701"/>
            <a:chOff x="7122911" y="3698231"/>
            <a:chExt cx="721206" cy="609701"/>
          </a:xfrm>
        </p:grpSpPr>
        <p:sp>
          <p:nvSpPr>
            <p:cNvPr id="895" name="Rectangle 894">
              <a:hlinkHover r:id="" action="ppaction://noaction" highlightClick="1"/>
              <a:extLst>
                <a:ext uri="{FF2B5EF4-FFF2-40B4-BE49-F238E27FC236}">
                  <a16:creationId xmlns:a16="http://schemas.microsoft.com/office/drawing/2014/main" id="{83DFB07D-6BB6-F537-99AF-D83C4424EFBA}"/>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96" name="Oval 895">
              <a:extLst>
                <a:ext uri="{FF2B5EF4-FFF2-40B4-BE49-F238E27FC236}">
                  <a16:creationId xmlns:a16="http://schemas.microsoft.com/office/drawing/2014/main" id="{E8DF088E-E1EE-9F35-C123-86F604D75A87}"/>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7" name="Isosceles Triangle 648">
              <a:extLst>
                <a:ext uri="{FF2B5EF4-FFF2-40B4-BE49-F238E27FC236}">
                  <a16:creationId xmlns:a16="http://schemas.microsoft.com/office/drawing/2014/main" id="{E19F7D8E-638B-B720-CC40-47577CC7A787}"/>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8" name="Group 897">
            <a:extLst>
              <a:ext uri="{FF2B5EF4-FFF2-40B4-BE49-F238E27FC236}">
                <a16:creationId xmlns:a16="http://schemas.microsoft.com/office/drawing/2014/main" id="{7DF43D9A-8F93-649C-02D6-AB6FAC04BA58}"/>
              </a:ext>
            </a:extLst>
          </p:cNvPr>
          <p:cNvGrpSpPr/>
          <p:nvPr/>
        </p:nvGrpSpPr>
        <p:grpSpPr>
          <a:xfrm>
            <a:off x="6286224" y="3620338"/>
            <a:ext cx="721206" cy="687594"/>
            <a:chOff x="6286224" y="3620338"/>
            <a:chExt cx="721206" cy="687594"/>
          </a:xfrm>
        </p:grpSpPr>
        <p:cxnSp>
          <p:nvCxnSpPr>
            <p:cNvPr id="899" name="Straight Connector 898">
              <a:extLst>
                <a:ext uri="{FF2B5EF4-FFF2-40B4-BE49-F238E27FC236}">
                  <a16:creationId xmlns:a16="http://schemas.microsoft.com/office/drawing/2014/main" id="{EAA8E630-5D27-CB36-E99B-6551E332F7D8}"/>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900" name="Rectangle 899">
              <a:hlinkHover r:id="" action="ppaction://noaction" highlightClick="1"/>
              <a:extLst>
                <a:ext uri="{FF2B5EF4-FFF2-40B4-BE49-F238E27FC236}">
                  <a16:creationId xmlns:a16="http://schemas.microsoft.com/office/drawing/2014/main" id="{784E1BCE-B5D2-CAA6-CB7C-E71FCF721FB1}"/>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01" name="Oval 900">
              <a:extLst>
                <a:ext uri="{FF2B5EF4-FFF2-40B4-BE49-F238E27FC236}">
                  <a16:creationId xmlns:a16="http://schemas.microsoft.com/office/drawing/2014/main" id="{91ADCAC1-653A-265C-9A2B-29CA4F07DD0E}"/>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2" name="Isosceles Triangle 648">
              <a:extLst>
                <a:ext uri="{FF2B5EF4-FFF2-40B4-BE49-F238E27FC236}">
                  <a16:creationId xmlns:a16="http://schemas.microsoft.com/office/drawing/2014/main" id="{D36ED8D4-731A-7BD6-F396-D272472EFDDD}"/>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93" name="Group 1492">
            <a:extLst>
              <a:ext uri="{FF2B5EF4-FFF2-40B4-BE49-F238E27FC236}">
                <a16:creationId xmlns:a16="http://schemas.microsoft.com/office/drawing/2014/main" id="{1858C612-3332-D694-1E07-E50544DADA9B}"/>
              </a:ext>
            </a:extLst>
          </p:cNvPr>
          <p:cNvGrpSpPr/>
          <p:nvPr/>
        </p:nvGrpSpPr>
        <p:grpSpPr>
          <a:xfrm>
            <a:off x="6287105" y="2974054"/>
            <a:ext cx="721206" cy="609701"/>
            <a:chOff x="6287105" y="2974054"/>
            <a:chExt cx="721206" cy="609701"/>
          </a:xfrm>
        </p:grpSpPr>
        <p:sp>
          <p:nvSpPr>
            <p:cNvPr id="1494" name="Rectangle 1493">
              <a:hlinkHover r:id="" action="ppaction://noaction" highlightClick="1"/>
              <a:extLst>
                <a:ext uri="{FF2B5EF4-FFF2-40B4-BE49-F238E27FC236}">
                  <a16:creationId xmlns:a16="http://schemas.microsoft.com/office/drawing/2014/main" id="{D944AF38-9317-A324-E30A-90EF2F239C9A}"/>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1495" name="Rectangle 1494">
              <a:extLst>
                <a:ext uri="{FF2B5EF4-FFF2-40B4-BE49-F238E27FC236}">
                  <a16:creationId xmlns:a16="http://schemas.microsoft.com/office/drawing/2014/main" id="{E8BFEA85-D205-60A8-A11C-29B4FDF1F43B}"/>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6" name="Oval 15">
              <a:extLst>
                <a:ext uri="{FF2B5EF4-FFF2-40B4-BE49-F238E27FC236}">
                  <a16:creationId xmlns:a16="http://schemas.microsoft.com/office/drawing/2014/main" id="{ED0A7C36-E032-4270-BDAB-A6AD6A9D61A6}"/>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97" name="Straight Connector 1496">
              <a:extLst>
                <a:ext uri="{FF2B5EF4-FFF2-40B4-BE49-F238E27FC236}">
                  <a16:creationId xmlns:a16="http://schemas.microsoft.com/office/drawing/2014/main" id="{03E661E0-AAC3-1C23-2212-BCC903284582}"/>
                </a:ext>
              </a:extLst>
            </p:cNvPr>
            <p:cNvCxnSpPr>
              <a:cxnSpLocks/>
              <a:stCxn id="1496"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98" name="Straight Connector 1497">
              <a:extLst>
                <a:ext uri="{FF2B5EF4-FFF2-40B4-BE49-F238E27FC236}">
                  <a16:creationId xmlns:a16="http://schemas.microsoft.com/office/drawing/2014/main" id="{5055EA0B-A54B-285E-B369-4BC3529FBFA8}"/>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99" name="Group 1498">
            <a:extLst>
              <a:ext uri="{FF2B5EF4-FFF2-40B4-BE49-F238E27FC236}">
                <a16:creationId xmlns:a16="http://schemas.microsoft.com/office/drawing/2014/main" id="{6B882528-6B67-33AE-2BC9-6ED268802998}"/>
              </a:ext>
            </a:extLst>
          </p:cNvPr>
          <p:cNvGrpSpPr/>
          <p:nvPr/>
        </p:nvGrpSpPr>
        <p:grpSpPr>
          <a:xfrm>
            <a:off x="7123149" y="2974054"/>
            <a:ext cx="721206" cy="609701"/>
            <a:chOff x="7123149" y="2974054"/>
            <a:chExt cx="721206" cy="609701"/>
          </a:xfrm>
        </p:grpSpPr>
        <p:sp>
          <p:nvSpPr>
            <p:cNvPr id="1500" name="Rectangle 1499">
              <a:hlinkHover r:id="" action="ppaction://noaction" highlightClick="1"/>
              <a:extLst>
                <a:ext uri="{FF2B5EF4-FFF2-40B4-BE49-F238E27FC236}">
                  <a16:creationId xmlns:a16="http://schemas.microsoft.com/office/drawing/2014/main" id="{0D333900-DE96-AF66-6000-4728C60A7306}"/>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1501" name="Rectangle 1500">
              <a:extLst>
                <a:ext uri="{FF2B5EF4-FFF2-40B4-BE49-F238E27FC236}">
                  <a16:creationId xmlns:a16="http://schemas.microsoft.com/office/drawing/2014/main" id="{E9D694C5-7608-56B2-5E03-E62221DDA866}"/>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2" name="Oval 15">
              <a:extLst>
                <a:ext uri="{FF2B5EF4-FFF2-40B4-BE49-F238E27FC236}">
                  <a16:creationId xmlns:a16="http://schemas.microsoft.com/office/drawing/2014/main" id="{94B1B02D-117F-9477-855C-82F100765FEA}"/>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03" name="Straight Connector 1502">
              <a:extLst>
                <a:ext uri="{FF2B5EF4-FFF2-40B4-BE49-F238E27FC236}">
                  <a16:creationId xmlns:a16="http://schemas.microsoft.com/office/drawing/2014/main" id="{4824C848-D69F-002F-D189-48432DB24F88}"/>
                </a:ext>
              </a:extLst>
            </p:cNvPr>
            <p:cNvCxnSpPr>
              <a:cxnSpLocks/>
              <a:stCxn id="1502"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04" name="Straight Connector 1503">
              <a:extLst>
                <a:ext uri="{FF2B5EF4-FFF2-40B4-BE49-F238E27FC236}">
                  <a16:creationId xmlns:a16="http://schemas.microsoft.com/office/drawing/2014/main" id="{EC85687F-61C1-F8EB-C80C-4375B222FD5B}"/>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sp>
        <p:nvSpPr>
          <p:cNvPr id="1505" name="Rectangle 1504">
            <a:hlinkHover r:id="" action="ppaction://noaction" highlightClick="1"/>
            <a:extLst>
              <a:ext uri="{FF2B5EF4-FFF2-40B4-BE49-F238E27FC236}">
                <a16:creationId xmlns:a16="http://schemas.microsoft.com/office/drawing/2014/main" id="{9A7D887A-E5C2-154C-BB72-C0E3749D1427}"/>
              </a:ext>
            </a:extLst>
          </p:cNvPr>
          <p:cNvSpPr/>
          <p:nvPr/>
        </p:nvSpPr>
        <p:spPr>
          <a:xfrm>
            <a:off x="7959193"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grpSp>
        <p:nvGrpSpPr>
          <p:cNvPr id="1506" name="Group 1505">
            <a:extLst>
              <a:ext uri="{FF2B5EF4-FFF2-40B4-BE49-F238E27FC236}">
                <a16:creationId xmlns:a16="http://schemas.microsoft.com/office/drawing/2014/main" id="{D6A695F9-C4C9-2EE3-9766-41B614741956}"/>
              </a:ext>
            </a:extLst>
          </p:cNvPr>
          <p:cNvGrpSpPr/>
          <p:nvPr/>
        </p:nvGrpSpPr>
        <p:grpSpPr>
          <a:xfrm>
            <a:off x="8795237" y="2974054"/>
            <a:ext cx="721206" cy="609701"/>
            <a:chOff x="8795237" y="2974054"/>
            <a:chExt cx="721206" cy="609701"/>
          </a:xfrm>
        </p:grpSpPr>
        <p:sp>
          <p:nvSpPr>
            <p:cNvPr id="1507" name="Rectangle 1506">
              <a:hlinkHover r:id="" action="ppaction://noaction" highlightClick="1"/>
              <a:extLst>
                <a:ext uri="{FF2B5EF4-FFF2-40B4-BE49-F238E27FC236}">
                  <a16:creationId xmlns:a16="http://schemas.microsoft.com/office/drawing/2014/main" id="{7B390BB2-7694-0D50-994A-5BC5548152A4}"/>
                </a:ext>
              </a:extLst>
            </p:cNvPr>
            <p:cNvSpPr/>
            <p:nvPr/>
          </p:nvSpPr>
          <p:spPr>
            <a:xfrm>
              <a:off x="8795237"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1508" name="Diamond 1507">
              <a:extLst>
                <a:ext uri="{FF2B5EF4-FFF2-40B4-BE49-F238E27FC236}">
                  <a16:creationId xmlns:a16="http://schemas.microsoft.com/office/drawing/2014/main" id="{6083D1E7-B6EE-4634-DF88-80E9CFAB56D1}"/>
                </a:ext>
              </a:extLst>
            </p:cNvPr>
            <p:cNvSpPr/>
            <p:nvPr/>
          </p:nvSpPr>
          <p:spPr>
            <a:xfrm>
              <a:off x="9379935" y="2976405"/>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9" name="Oval 1508">
              <a:extLst>
                <a:ext uri="{FF2B5EF4-FFF2-40B4-BE49-F238E27FC236}">
                  <a16:creationId xmlns:a16="http://schemas.microsoft.com/office/drawing/2014/main" id="{07B84721-C683-DBF6-D7C1-561BDCC5B6CF}"/>
                </a:ext>
              </a:extLst>
            </p:cNvPr>
            <p:cNvSpPr/>
            <p:nvPr/>
          </p:nvSpPr>
          <p:spPr>
            <a:xfrm>
              <a:off x="9414138" y="3009893"/>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10" name="Group 1509">
            <a:extLst>
              <a:ext uri="{FF2B5EF4-FFF2-40B4-BE49-F238E27FC236}">
                <a16:creationId xmlns:a16="http://schemas.microsoft.com/office/drawing/2014/main" id="{3CF2D42F-7F2E-E778-C28D-CE70A3C1982A}"/>
              </a:ext>
            </a:extLst>
          </p:cNvPr>
          <p:cNvGrpSpPr/>
          <p:nvPr/>
        </p:nvGrpSpPr>
        <p:grpSpPr>
          <a:xfrm>
            <a:off x="10509575" y="5141013"/>
            <a:ext cx="721206" cy="609701"/>
            <a:chOff x="10509575" y="5141013"/>
            <a:chExt cx="721206" cy="609701"/>
          </a:xfrm>
        </p:grpSpPr>
        <p:sp>
          <p:nvSpPr>
            <p:cNvPr id="1511" name="Rectangle 1510">
              <a:hlinkHover r:id="" action="ppaction://noaction" highlightClick="1"/>
              <a:extLst>
                <a:ext uri="{FF2B5EF4-FFF2-40B4-BE49-F238E27FC236}">
                  <a16:creationId xmlns:a16="http://schemas.microsoft.com/office/drawing/2014/main" id="{7A32BA2A-4DE6-2A73-6EDC-183C619D26E5}"/>
                </a:ext>
              </a:extLst>
            </p:cNvPr>
            <p:cNvSpPr/>
            <p:nvPr/>
          </p:nvSpPr>
          <p:spPr>
            <a:xfrm>
              <a:off x="10509575"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1512" name="Oval 1511">
              <a:extLst>
                <a:ext uri="{FF2B5EF4-FFF2-40B4-BE49-F238E27FC236}">
                  <a16:creationId xmlns:a16="http://schemas.microsoft.com/office/drawing/2014/main" id="{4AC48144-A66B-1C66-EB9F-62315D49DE11}"/>
                </a:ext>
              </a:extLst>
            </p:cNvPr>
            <p:cNvSpPr/>
            <p:nvPr/>
          </p:nvSpPr>
          <p:spPr>
            <a:xfrm>
              <a:off x="11088114" y="514877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3" name="Isosceles Triangle 648">
              <a:extLst>
                <a:ext uri="{FF2B5EF4-FFF2-40B4-BE49-F238E27FC236}">
                  <a16:creationId xmlns:a16="http://schemas.microsoft.com/office/drawing/2014/main" id="{1EABBBE7-832B-E289-923A-712A1D643C92}"/>
                </a:ext>
              </a:extLst>
            </p:cNvPr>
            <p:cNvSpPr/>
            <p:nvPr/>
          </p:nvSpPr>
          <p:spPr>
            <a:xfrm>
              <a:off x="11118238" y="51622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14" name="Group 1513">
            <a:extLst>
              <a:ext uri="{FF2B5EF4-FFF2-40B4-BE49-F238E27FC236}">
                <a16:creationId xmlns:a16="http://schemas.microsoft.com/office/drawing/2014/main" id="{80DB190C-73D9-0E75-D04F-7AFDC41B8A0E}"/>
              </a:ext>
            </a:extLst>
          </p:cNvPr>
          <p:cNvGrpSpPr/>
          <p:nvPr/>
        </p:nvGrpSpPr>
        <p:grpSpPr>
          <a:xfrm>
            <a:off x="9656908" y="1532276"/>
            <a:ext cx="721206" cy="609701"/>
            <a:chOff x="9656908" y="1532276"/>
            <a:chExt cx="721206" cy="609701"/>
          </a:xfrm>
        </p:grpSpPr>
        <p:sp>
          <p:nvSpPr>
            <p:cNvPr id="1515" name="Rectangle 1514">
              <a:extLst>
                <a:ext uri="{FF2B5EF4-FFF2-40B4-BE49-F238E27FC236}">
                  <a16:creationId xmlns:a16="http://schemas.microsoft.com/office/drawing/2014/main" id="{BF6242F8-3015-E917-F70A-42C7C1C66D2B}"/>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516" name="Rectangle 1515">
              <a:extLst>
                <a:ext uri="{FF2B5EF4-FFF2-40B4-BE49-F238E27FC236}">
                  <a16:creationId xmlns:a16="http://schemas.microsoft.com/office/drawing/2014/main" id="{0638527B-993C-9E4D-B876-8949C5279E17}"/>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7" name="Oval 15">
              <a:extLst>
                <a:ext uri="{FF2B5EF4-FFF2-40B4-BE49-F238E27FC236}">
                  <a16:creationId xmlns:a16="http://schemas.microsoft.com/office/drawing/2014/main" id="{A70EEE44-E56F-2BB7-0BCB-AC16CB2FC6C8}"/>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18" name="Straight Connector 1517">
              <a:extLst>
                <a:ext uri="{FF2B5EF4-FFF2-40B4-BE49-F238E27FC236}">
                  <a16:creationId xmlns:a16="http://schemas.microsoft.com/office/drawing/2014/main" id="{0D756E9C-A68F-C0C7-0294-022D28E814C1}"/>
                </a:ext>
              </a:extLst>
            </p:cNvPr>
            <p:cNvCxnSpPr>
              <a:cxnSpLocks/>
              <a:stCxn id="1517"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19" name="Straight Connector 1518">
              <a:extLst>
                <a:ext uri="{FF2B5EF4-FFF2-40B4-BE49-F238E27FC236}">
                  <a16:creationId xmlns:a16="http://schemas.microsoft.com/office/drawing/2014/main" id="{3AB93AAF-1373-479D-2A8A-F2731ADF20A2}"/>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36" name="Group 1535">
            <a:extLst>
              <a:ext uri="{FF2B5EF4-FFF2-40B4-BE49-F238E27FC236}">
                <a16:creationId xmlns:a16="http://schemas.microsoft.com/office/drawing/2014/main" id="{33B1CAD5-7F70-8E62-9571-AA97CF1AC5D3}"/>
              </a:ext>
            </a:extLst>
          </p:cNvPr>
          <p:cNvGrpSpPr/>
          <p:nvPr/>
        </p:nvGrpSpPr>
        <p:grpSpPr>
          <a:xfrm>
            <a:off x="431659" y="3698227"/>
            <a:ext cx="721206" cy="609701"/>
            <a:chOff x="431659" y="3698227"/>
            <a:chExt cx="721206" cy="609701"/>
          </a:xfrm>
        </p:grpSpPr>
        <p:sp>
          <p:nvSpPr>
            <p:cNvPr id="1537" name="Rectangle 1536">
              <a:extLst>
                <a:ext uri="{FF2B5EF4-FFF2-40B4-BE49-F238E27FC236}">
                  <a16:creationId xmlns:a16="http://schemas.microsoft.com/office/drawing/2014/main" id="{06F7548E-51CE-1D42-7DCC-6995B2DC8E4A}"/>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1538" name="Right Triangle 1537">
              <a:extLst>
                <a:ext uri="{FF2B5EF4-FFF2-40B4-BE49-F238E27FC236}">
                  <a16:creationId xmlns:a16="http://schemas.microsoft.com/office/drawing/2014/main" id="{89430895-0B04-40F6-9CEB-EFEA1FDB2BC1}"/>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39" name="Group 1538">
              <a:extLst>
                <a:ext uri="{FF2B5EF4-FFF2-40B4-BE49-F238E27FC236}">
                  <a16:creationId xmlns:a16="http://schemas.microsoft.com/office/drawing/2014/main" id="{3C09BB53-9C94-0EDB-E727-42C62D1B68B3}"/>
                </a:ext>
              </a:extLst>
            </p:cNvPr>
            <p:cNvGrpSpPr/>
            <p:nvPr/>
          </p:nvGrpSpPr>
          <p:grpSpPr>
            <a:xfrm>
              <a:off x="1102254" y="3706260"/>
              <a:ext cx="37817" cy="61390"/>
              <a:chOff x="3883481" y="2057400"/>
              <a:chExt cx="1608363" cy="2652031"/>
            </a:xfrm>
            <a:solidFill>
              <a:srgbClr val="A6A6A6"/>
            </a:solidFill>
          </p:grpSpPr>
          <p:sp>
            <p:nvSpPr>
              <p:cNvPr id="1540" name="Oval 27">
                <a:extLst>
                  <a:ext uri="{FF2B5EF4-FFF2-40B4-BE49-F238E27FC236}">
                    <a16:creationId xmlns:a16="http://schemas.microsoft.com/office/drawing/2014/main" id="{FA7F3D39-3F62-6A5F-2E32-9C775E181DE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41" name="Oval 28">
                <a:extLst>
                  <a:ext uri="{FF2B5EF4-FFF2-40B4-BE49-F238E27FC236}">
                    <a16:creationId xmlns:a16="http://schemas.microsoft.com/office/drawing/2014/main" id="{413B8FCF-5033-6A72-07D1-3365803BD36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42" name="Group 1541">
            <a:extLst>
              <a:ext uri="{FF2B5EF4-FFF2-40B4-BE49-F238E27FC236}">
                <a16:creationId xmlns:a16="http://schemas.microsoft.com/office/drawing/2014/main" id="{778EA443-2698-21A8-15D2-50B8B4BB541C}"/>
              </a:ext>
            </a:extLst>
          </p:cNvPr>
          <p:cNvGrpSpPr/>
          <p:nvPr/>
        </p:nvGrpSpPr>
        <p:grpSpPr>
          <a:xfrm>
            <a:off x="2942396" y="3698227"/>
            <a:ext cx="721206" cy="609701"/>
            <a:chOff x="2942396" y="3698227"/>
            <a:chExt cx="721206" cy="609701"/>
          </a:xfrm>
        </p:grpSpPr>
        <p:sp>
          <p:nvSpPr>
            <p:cNvPr id="1543" name="Rectangle 1542">
              <a:extLst>
                <a:ext uri="{FF2B5EF4-FFF2-40B4-BE49-F238E27FC236}">
                  <a16:creationId xmlns:a16="http://schemas.microsoft.com/office/drawing/2014/main" id="{67968D63-D984-CB74-FB82-3CEF59D0F4CB}"/>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1544" name="Right Triangle 1543">
              <a:extLst>
                <a:ext uri="{FF2B5EF4-FFF2-40B4-BE49-F238E27FC236}">
                  <a16:creationId xmlns:a16="http://schemas.microsoft.com/office/drawing/2014/main" id="{E9B51EA3-DD8E-CCDD-C4FF-A73954D8E454}"/>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45" name="Group 1544">
              <a:extLst>
                <a:ext uri="{FF2B5EF4-FFF2-40B4-BE49-F238E27FC236}">
                  <a16:creationId xmlns:a16="http://schemas.microsoft.com/office/drawing/2014/main" id="{574A194A-6BB8-0C14-E653-6B1AAD21DED5}"/>
                </a:ext>
              </a:extLst>
            </p:cNvPr>
            <p:cNvGrpSpPr/>
            <p:nvPr/>
          </p:nvGrpSpPr>
          <p:grpSpPr>
            <a:xfrm>
              <a:off x="3607770" y="3713045"/>
              <a:ext cx="37817" cy="61390"/>
              <a:chOff x="3883481" y="2057400"/>
              <a:chExt cx="1608363" cy="2652031"/>
            </a:xfrm>
            <a:solidFill>
              <a:srgbClr val="A6A6A6"/>
            </a:solidFill>
          </p:grpSpPr>
          <p:sp>
            <p:nvSpPr>
              <p:cNvPr id="1546" name="Oval 27">
                <a:extLst>
                  <a:ext uri="{FF2B5EF4-FFF2-40B4-BE49-F238E27FC236}">
                    <a16:creationId xmlns:a16="http://schemas.microsoft.com/office/drawing/2014/main" id="{A1D14201-6BDC-50DA-9047-938134E1AFF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47" name="Oval 28">
                <a:extLst>
                  <a:ext uri="{FF2B5EF4-FFF2-40B4-BE49-F238E27FC236}">
                    <a16:creationId xmlns:a16="http://schemas.microsoft.com/office/drawing/2014/main" id="{4FDE78E1-0372-C55D-E579-6FECFC0B005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64" name="Group 1563">
            <a:extLst>
              <a:ext uri="{FF2B5EF4-FFF2-40B4-BE49-F238E27FC236}">
                <a16:creationId xmlns:a16="http://schemas.microsoft.com/office/drawing/2014/main" id="{758B14EC-A7EF-8303-2091-E517FFD975B2}"/>
              </a:ext>
            </a:extLst>
          </p:cNvPr>
          <p:cNvGrpSpPr/>
          <p:nvPr/>
        </p:nvGrpSpPr>
        <p:grpSpPr>
          <a:xfrm>
            <a:off x="2105709" y="3698225"/>
            <a:ext cx="721206" cy="610376"/>
            <a:chOff x="2105709" y="3698225"/>
            <a:chExt cx="721206" cy="610376"/>
          </a:xfrm>
        </p:grpSpPr>
        <p:sp>
          <p:nvSpPr>
            <p:cNvPr id="1565" name="Rectangle 1564">
              <a:extLst>
                <a:ext uri="{FF2B5EF4-FFF2-40B4-BE49-F238E27FC236}">
                  <a16:creationId xmlns:a16="http://schemas.microsoft.com/office/drawing/2014/main" id="{8094AFBB-AAF7-B5B6-45A7-A7D047BFB007}"/>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1566" name="Right Triangle 1565">
              <a:extLst>
                <a:ext uri="{FF2B5EF4-FFF2-40B4-BE49-F238E27FC236}">
                  <a16:creationId xmlns:a16="http://schemas.microsoft.com/office/drawing/2014/main" id="{68C7ED5E-C9FD-C0CD-DA91-D3F57F664300}"/>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67" name="Group 1566">
              <a:extLst>
                <a:ext uri="{FF2B5EF4-FFF2-40B4-BE49-F238E27FC236}">
                  <a16:creationId xmlns:a16="http://schemas.microsoft.com/office/drawing/2014/main" id="{80B73753-6361-F1D6-CAD2-5DC025C10F76}"/>
                </a:ext>
              </a:extLst>
            </p:cNvPr>
            <p:cNvGrpSpPr/>
            <p:nvPr/>
          </p:nvGrpSpPr>
          <p:grpSpPr>
            <a:xfrm>
              <a:off x="2776304" y="3704319"/>
              <a:ext cx="37817" cy="61390"/>
              <a:chOff x="3883481" y="2057400"/>
              <a:chExt cx="1608363" cy="2652031"/>
            </a:xfrm>
            <a:solidFill>
              <a:srgbClr val="A6A6A6"/>
            </a:solidFill>
          </p:grpSpPr>
          <p:sp>
            <p:nvSpPr>
              <p:cNvPr id="1568" name="Oval 27">
                <a:extLst>
                  <a:ext uri="{FF2B5EF4-FFF2-40B4-BE49-F238E27FC236}">
                    <a16:creationId xmlns:a16="http://schemas.microsoft.com/office/drawing/2014/main" id="{FC272A8C-89DC-DA3F-EB70-50A45EC5C87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9" name="Oval 28">
                <a:extLst>
                  <a:ext uri="{FF2B5EF4-FFF2-40B4-BE49-F238E27FC236}">
                    <a16:creationId xmlns:a16="http://schemas.microsoft.com/office/drawing/2014/main" id="{F3802179-40CB-B37A-EF2D-DB056E95AE0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70" name="Group 1569">
            <a:extLst>
              <a:ext uri="{FF2B5EF4-FFF2-40B4-BE49-F238E27FC236}">
                <a16:creationId xmlns:a16="http://schemas.microsoft.com/office/drawing/2014/main" id="{EE03DC60-88B0-A5B8-32A9-659444083BE9}"/>
              </a:ext>
            </a:extLst>
          </p:cNvPr>
          <p:cNvGrpSpPr/>
          <p:nvPr/>
        </p:nvGrpSpPr>
        <p:grpSpPr>
          <a:xfrm>
            <a:off x="1268842" y="2253333"/>
            <a:ext cx="721206" cy="609701"/>
            <a:chOff x="1268842" y="2253333"/>
            <a:chExt cx="721206" cy="609701"/>
          </a:xfrm>
        </p:grpSpPr>
        <p:sp>
          <p:nvSpPr>
            <p:cNvPr id="1571" name="Rectangle 1570">
              <a:extLst>
                <a:ext uri="{FF2B5EF4-FFF2-40B4-BE49-F238E27FC236}">
                  <a16:creationId xmlns:a16="http://schemas.microsoft.com/office/drawing/2014/main" id="{876B8425-FB38-953F-19B3-A1B8E217E1F3}"/>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1572" name="Right Triangle 1571">
              <a:extLst>
                <a:ext uri="{FF2B5EF4-FFF2-40B4-BE49-F238E27FC236}">
                  <a16:creationId xmlns:a16="http://schemas.microsoft.com/office/drawing/2014/main" id="{DC80504D-F0D6-D51B-50D6-97FDDEE4CD4E}"/>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73" name="Group 1572">
              <a:extLst>
                <a:ext uri="{FF2B5EF4-FFF2-40B4-BE49-F238E27FC236}">
                  <a16:creationId xmlns:a16="http://schemas.microsoft.com/office/drawing/2014/main" id="{E85DE1C3-FD06-B3C4-EECB-0B689A2926A1}"/>
                </a:ext>
              </a:extLst>
            </p:cNvPr>
            <p:cNvGrpSpPr/>
            <p:nvPr/>
          </p:nvGrpSpPr>
          <p:grpSpPr>
            <a:xfrm>
              <a:off x="1939437" y="2265723"/>
              <a:ext cx="37817" cy="61390"/>
              <a:chOff x="3883481" y="2057400"/>
              <a:chExt cx="1608363" cy="2652031"/>
            </a:xfrm>
            <a:solidFill>
              <a:srgbClr val="A6A6A6"/>
            </a:solidFill>
          </p:grpSpPr>
          <p:sp>
            <p:nvSpPr>
              <p:cNvPr id="1574" name="Oval 27">
                <a:extLst>
                  <a:ext uri="{FF2B5EF4-FFF2-40B4-BE49-F238E27FC236}">
                    <a16:creationId xmlns:a16="http://schemas.microsoft.com/office/drawing/2014/main" id="{9D326567-5962-FCDD-62C0-9E61BB54907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75" name="Oval 28">
                <a:extLst>
                  <a:ext uri="{FF2B5EF4-FFF2-40B4-BE49-F238E27FC236}">
                    <a16:creationId xmlns:a16="http://schemas.microsoft.com/office/drawing/2014/main" id="{61A5B77C-A94F-0970-DAAC-F47359BCD07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80" name="Group 1579">
            <a:extLst>
              <a:ext uri="{FF2B5EF4-FFF2-40B4-BE49-F238E27FC236}">
                <a16:creationId xmlns:a16="http://schemas.microsoft.com/office/drawing/2014/main" id="{B25F0AF8-1308-F048-C3C6-B0C5252DE725}"/>
              </a:ext>
            </a:extLst>
          </p:cNvPr>
          <p:cNvGrpSpPr/>
          <p:nvPr/>
        </p:nvGrpSpPr>
        <p:grpSpPr>
          <a:xfrm>
            <a:off x="5454383" y="2974054"/>
            <a:ext cx="721206" cy="609701"/>
            <a:chOff x="5454383" y="2974054"/>
            <a:chExt cx="721206" cy="609701"/>
          </a:xfrm>
        </p:grpSpPr>
        <p:sp>
          <p:nvSpPr>
            <p:cNvPr id="1581" name="Rectangle 1580">
              <a:extLst>
                <a:ext uri="{FF2B5EF4-FFF2-40B4-BE49-F238E27FC236}">
                  <a16:creationId xmlns:a16="http://schemas.microsoft.com/office/drawing/2014/main" id="{7A853AFA-58DA-5449-3E3C-BFE26FC617E4}"/>
                </a:ext>
              </a:extLst>
            </p:cNvPr>
            <p:cNvSpPr/>
            <p:nvPr/>
          </p:nvSpPr>
          <p:spPr>
            <a:xfrm>
              <a:off x="5454383"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1582" name="Rectangle 1581">
              <a:extLst>
                <a:ext uri="{FF2B5EF4-FFF2-40B4-BE49-F238E27FC236}">
                  <a16:creationId xmlns:a16="http://schemas.microsoft.com/office/drawing/2014/main" id="{E26AA309-0515-A4C6-D49B-57682D9B55A2}"/>
                </a:ext>
              </a:extLst>
            </p:cNvPr>
            <p:cNvSpPr/>
            <p:nvPr/>
          </p:nvSpPr>
          <p:spPr>
            <a:xfrm flipV="1">
              <a:off x="6064254"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3" name="Oval 15">
              <a:extLst>
                <a:ext uri="{FF2B5EF4-FFF2-40B4-BE49-F238E27FC236}">
                  <a16:creationId xmlns:a16="http://schemas.microsoft.com/office/drawing/2014/main" id="{1209865A-FAA5-DB77-319B-AA98ED621C88}"/>
                </a:ext>
              </a:extLst>
            </p:cNvPr>
            <p:cNvSpPr/>
            <p:nvPr/>
          </p:nvSpPr>
          <p:spPr>
            <a:xfrm>
              <a:off x="6091643"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84" name="Straight Connector 1583">
              <a:extLst>
                <a:ext uri="{FF2B5EF4-FFF2-40B4-BE49-F238E27FC236}">
                  <a16:creationId xmlns:a16="http://schemas.microsoft.com/office/drawing/2014/main" id="{BC3D4CDC-4C4F-B920-5B54-956C25B60DAE}"/>
                </a:ext>
              </a:extLst>
            </p:cNvPr>
            <p:cNvCxnSpPr>
              <a:cxnSpLocks/>
              <a:stCxn id="1583" idx="0"/>
            </p:cNvCxnSpPr>
            <p:nvPr/>
          </p:nvCxnSpPr>
          <p:spPr>
            <a:xfrm flipV="1">
              <a:off x="6097339"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85" name="Straight Connector 1584">
              <a:extLst>
                <a:ext uri="{FF2B5EF4-FFF2-40B4-BE49-F238E27FC236}">
                  <a16:creationId xmlns:a16="http://schemas.microsoft.com/office/drawing/2014/main" id="{C948FC18-8798-EDE9-1A0D-452297702110}"/>
                </a:ext>
              </a:extLst>
            </p:cNvPr>
            <p:cNvCxnSpPr>
              <a:cxnSpLocks/>
            </p:cNvCxnSpPr>
            <p:nvPr/>
          </p:nvCxnSpPr>
          <p:spPr>
            <a:xfrm>
              <a:off x="6103058"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86" name="Group 1585">
            <a:extLst>
              <a:ext uri="{FF2B5EF4-FFF2-40B4-BE49-F238E27FC236}">
                <a16:creationId xmlns:a16="http://schemas.microsoft.com/office/drawing/2014/main" id="{3F8CE4CF-A978-4B89-64C9-154A25FE2BC9}"/>
              </a:ext>
            </a:extLst>
          </p:cNvPr>
          <p:cNvGrpSpPr/>
          <p:nvPr/>
        </p:nvGrpSpPr>
        <p:grpSpPr>
          <a:xfrm>
            <a:off x="431659" y="2974054"/>
            <a:ext cx="721893" cy="609701"/>
            <a:chOff x="431659" y="2974054"/>
            <a:chExt cx="721893" cy="609701"/>
          </a:xfrm>
        </p:grpSpPr>
        <p:sp>
          <p:nvSpPr>
            <p:cNvPr id="1587" name="Rectangle 1586">
              <a:extLst>
                <a:ext uri="{FF2B5EF4-FFF2-40B4-BE49-F238E27FC236}">
                  <a16:creationId xmlns:a16="http://schemas.microsoft.com/office/drawing/2014/main" id="{0AF7047E-11F5-5B46-FF38-6EC8011052FF}"/>
                </a:ext>
              </a:extLst>
            </p:cNvPr>
            <p:cNvSpPr/>
            <p:nvPr/>
          </p:nvSpPr>
          <p:spPr>
            <a:xfrm>
              <a:off x="43165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1588" name="Right Triangle 1587">
              <a:extLst>
                <a:ext uri="{FF2B5EF4-FFF2-40B4-BE49-F238E27FC236}">
                  <a16:creationId xmlns:a16="http://schemas.microsoft.com/office/drawing/2014/main" id="{04F4EBA5-B7CF-CD54-C6D7-B0E3810DD5F8}"/>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89" name="Group 1588">
              <a:extLst>
                <a:ext uri="{FF2B5EF4-FFF2-40B4-BE49-F238E27FC236}">
                  <a16:creationId xmlns:a16="http://schemas.microsoft.com/office/drawing/2014/main" id="{B3DD90B3-CC33-CA76-0BF6-6B22B9DE494E}"/>
                </a:ext>
              </a:extLst>
            </p:cNvPr>
            <p:cNvGrpSpPr/>
            <p:nvPr/>
          </p:nvGrpSpPr>
          <p:grpSpPr>
            <a:xfrm>
              <a:off x="1102941" y="2981751"/>
              <a:ext cx="37817" cy="61390"/>
              <a:chOff x="3883481" y="2057400"/>
              <a:chExt cx="1608363" cy="2652031"/>
            </a:xfrm>
            <a:solidFill>
              <a:srgbClr val="A6A6A6"/>
            </a:solidFill>
          </p:grpSpPr>
          <p:sp>
            <p:nvSpPr>
              <p:cNvPr id="1590" name="Oval 27">
                <a:extLst>
                  <a:ext uri="{FF2B5EF4-FFF2-40B4-BE49-F238E27FC236}">
                    <a16:creationId xmlns:a16="http://schemas.microsoft.com/office/drawing/2014/main" id="{FA2E5E05-329B-1858-98C5-C973B05DE62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1" name="Oval 28">
                <a:extLst>
                  <a:ext uri="{FF2B5EF4-FFF2-40B4-BE49-F238E27FC236}">
                    <a16:creationId xmlns:a16="http://schemas.microsoft.com/office/drawing/2014/main" id="{F377FA16-BC6A-4CD7-66DD-C367BC3A158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98" name="Group 1597">
            <a:extLst>
              <a:ext uri="{FF2B5EF4-FFF2-40B4-BE49-F238E27FC236}">
                <a16:creationId xmlns:a16="http://schemas.microsoft.com/office/drawing/2014/main" id="{FAF8E165-E752-494D-54EC-866775C48D62}"/>
              </a:ext>
            </a:extLst>
          </p:cNvPr>
          <p:cNvGrpSpPr/>
          <p:nvPr/>
        </p:nvGrpSpPr>
        <p:grpSpPr>
          <a:xfrm>
            <a:off x="2940467" y="2974052"/>
            <a:ext cx="721206" cy="613156"/>
            <a:chOff x="2940467" y="2974052"/>
            <a:chExt cx="721206" cy="613156"/>
          </a:xfrm>
        </p:grpSpPr>
        <p:sp>
          <p:nvSpPr>
            <p:cNvPr id="1599" name="Rectangle 1598">
              <a:extLst>
                <a:ext uri="{FF2B5EF4-FFF2-40B4-BE49-F238E27FC236}">
                  <a16:creationId xmlns:a16="http://schemas.microsoft.com/office/drawing/2014/main" id="{7CB3C1EA-9588-9957-60CA-9A05E1CF3C76}"/>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1600" name="Right Triangle 1599">
              <a:extLst>
                <a:ext uri="{FF2B5EF4-FFF2-40B4-BE49-F238E27FC236}">
                  <a16:creationId xmlns:a16="http://schemas.microsoft.com/office/drawing/2014/main" id="{8AC84CA7-ACA4-10CE-D687-2DDF894E7455}"/>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01" name="Group 1600">
              <a:extLst>
                <a:ext uri="{FF2B5EF4-FFF2-40B4-BE49-F238E27FC236}">
                  <a16:creationId xmlns:a16="http://schemas.microsoft.com/office/drawing/2014/main" id="{32A54942-9A73-5824-DFFB-8B1F1DA54618}"/>
                </a:ext>
              </a:extLst>
            </p:cNvPr>
            <p:cNvGrpSpPr/>
            <p:nvPr/>
          </p:nvGrpSpPr>
          <p:grpSpPr>
            <a:xfrm>
              <a:off x="3610505" y="2980146"/>
              <a:ext cx="37817" cy="61390"/>
              <a:chOff x="3883481" y="2057400"/>
              <a:chExt cx="1608363" cy="2652031"/>
            </a:xfrm>
            <a:solidFill>
              <a:srgbClr val="A6A6A6"/>
            </a:solidFill>
          </p:grpSpPr>
          <p:sp>
            <p:nvSpPr>
              <p:cNvPr id="1602" name="Oval 27">
                <a:extLst>
                  <a:ext uri="{FF2B5EF4-FFF2-40B4-BE49-F238E27FC236}">
                    <a16:creationId xmlns:a16="http://schemas.microsoft.com/office/drawing/2014/main" id="{1481C2B0-976B-8AFA-B9C2-09EED115E53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3" name="Oval 28">
                <a:extLst>
                  <a:ext uri="{FF2B5EF4-FFF2-40B4-BE49-F238E27FC236}">
                    <a16:creationId xmlns:a16="http://schemas.microsoft.com/office/drawing/2014/main" id="{CDBDC168-43EF-F460-A239-DE45075AF91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04" name="Group 1603">
            <a:extLst>
              <a:ext uri="{FF2B5EF4-FFF2-40B4-BE49-F238E27FC236}">
                <a16:creationId xmlns:a16="http://schemas.microsoft.com/office/drawing/2014/main" id="{F96AD234-A23C-F316-9A29-D2144238501D}"/>
              </a:ext>
            </a:extLst>
          </p:cNvPr>
          <p:cNvGrpSpPr/>
          <p:nvPr/>
        </p:nvGrpSpPr>
        <p:grpSpPr>
          <a:xfrm>
            <a:off x="1268379" y="2974054"/>
            <a:ext cx="721206" cy="609701"/>
            <a:chOff x="1268379" y="2974054"/>
            <a:chExt cx="721206" cy="609701"/>
          </a:xfrm>
        </p:grpSpPr>
        <p:sp>
          <p:nvSpPr>
            <p:cNvPr id="1605" name="Rectangle 1604">
              <a:extLst>
                <a:ext uri="{FF2B5EF4-FFF2-40B4-BE49-F238E27FC236}">
                  <a16:creationId xmlns:a16="http://schemas.microsoft.com/office/drawing/2014/main" id="{ECF824C2-253D-D3C6-A019-99E575227511}"/>
                </a:ext>
              </a:extLst>
            </p:cNvPr>
            <p:cNvSpPr/>
            <p:nvPr/>
          </p:nvSpPr>
          <p:spPr>
            <a:xfrm>
              <a:off x="126837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1606" name="Right Triangle 1605">
              <a:extLst>
                <a:ext uri="{FF2B5EF4-FFF2-40B4-BE49-F238E27FC236}">
                  <a16:creationId xmlns:a16="http://schemas.microsoft.com/office/drawing/2014/main" id="{E0A50FBC-90E4-6485-3D81-0FCA3DC7E16F}"/>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07" name="Group 1606">
              <a:extLst>
                <a:ext uri="{FF2B5EF4-FFF2-40B4-BE49-F238E27FC236}">
                  <a16:creationId xmlns:a16="http://schemas.microsoft.com/office/drawing/2014/main" id="{45D52506-7F93-92B2-DDFD-68D762739234}"/>
                </a:ext>
              </a:extLst>
            </p:cNvPr>
            <p:cNvGrpSpPr/>
            <p:nvPr/>
          </p:nvGrpSpPr>
          <p:grpSpPr>
            <a:xfrm>
              <a:off x="1938974" y="2986444"/>
              <a:ext cx="37817" cy="61390"/>
              <a:chOff x="3883481" y="2057400"/>
              <a:chExt cx="1608363" cy="2652031"/>
            </a:xfrm>
            <a:solidFill>
              <a:srgbClr val="A6A6A6"/>
            </a:solidFill>
          </p:grpSpPr>
          <p:sp>
            <p:nvSpPr>
              <p:cNvPr id="1608" name="Oval 27">
                <a:extLst>
                  <a:ext uri="{FF2B5EF4-FFF2-40B4-BE49-F238E27FC236}">
                    <a16:creationId xmlns:a16="http://schemas.microsoft.com/office/drawing/2014/main" id="{24E590CA-5F44-B471-34DC-439FDC36639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9" name="Oval 28">
                <a:extLst>
                  <a:ext uri="{FF2B5EF4-FFF2-40B4-BE49-F238E27FC236}">
                    <a16:creationId xmlns:a16="http://schemas.microsoft.com/office/drawing/2014/main" id="{6850D9A7-FAC6-E700-54F9-8690A944814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20" name="Group 1619">
            <a:extLst>
              <a:ext uri="{FF2B5EF4-FFF2-40B4-BE49-F238E27FC236}">
                <a16:creationId xmlns:a16="http://schemas.microsoft.com/office/drawing/2014/main" id="{16BD7CE1-E28E-C30B-9025-CFF5270E2E34}"/>
              </a:ext>
            </a:extLst>
          </p:cNvPr>
          <p:cNvGrpSpPr/>
          <p:nvPr/>
        </p:nvGrpSpPr>
        <p:grpSpPr>
          <a:xfrm>
            <a:off x="2099602" y="5136552"/>
            <a:ext cx="721206" cy="609701"/>
            <a:chOff x="2099602" y="5136552"/>
            <a:chExt cx="721206" cy="609701"/>
          </a:xfrm>
        </p:grpSpPr>
        <p:sp>
          <p:nvSpPr>
            <p:cNvPr id="1621" name="Rectangle 1620">
              <a:extLst>
                <a:ext uri="{FF2B5EF4-FFF2-40B4-BE49-F238E27FC236}">
                  <a16:creationId xmlns:a16="http://schemas.microsoft.com/office/drawing/2014/main" id="{EB4F8886-FEE5-66B3-FB42-FBCA9A9E3D7A}"/>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1622" name="Right Triangle 1621">
              <a:extLst>
                <a:ext uri="{FF2B5EF4-FFF2-40B4-BE49-F238E27FC236}">
                  <a16:creationId xmlns:a16="http://schemas.microsoft.com/office/drawing/2014/main" id="{160365F1-73E0-19B9-277A-3FC7D4A64398}"/>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23" name="Group 1622">
              <a:extLst>
                <a:ext uri="{FF2B5EF4-FFF2-40B4-BE49-F238E27FC236}">
                  <a16:creationId xmlns:a16="http://schemas.microsoft.com/office/drawing/2014/main" id="{C1BA6D94-4B74-6A07-0127-65024E0C47DD}"/>
                </a:ext>
              </a:extLst>
            </p:cNvPr>
            <p:cNvGrpSpPr/>
            <p:nvPr/>
          </p:nvGrpSpPr>
          <p:grpSpPr>
            <a:xfrm>
              <a:off x="2765664" y="5151370"/>
              <a:ext cx="37817" cy="61390"/>
              <a:chOff x="3883481" y="2057400"/>
              <a:chExt cx="1608363" cy="2652031"/>
            </a:xfrm>
            <a:solidFill>
              <a:srgbClr val="A6A6A6"/>
            </a:solidFill>
          </p:grpSpPr>
          <p:sp>
            <p:nvSpPr>
              <p:cNvPr id="1624" name="Oval 27">
                <a:extLst>
                  <a:ext uri="{FF2B5EF4-FFF2-40B4-BE49-F238E27FC236}">
                    <a16:creationId xmlns:a16="http://schemas.microsoft.com/office/drawing/2014/main" id="{05CF7454-5E7A-68D8-2A0C-A0A4FB9FFED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5" name="Oval 28">
                <a:extLst>
                  <a:ext uri="{FF2B5EF4-FFF2-40B4-BE49-F238E27FC236}">
                    <a16:creationId xmlns:a16="http://schemas.microsoft.com/office/drawing/2014/main" id="{70CB98A5-01C0-AA7A-8B69-38FFDE6BE42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32" name="Group 1631">
            <a:extLst>
              <a:ext uri="{FF2B5EF4-FFF2-40B4-BE49-F238E27FC236}">
                <a16:creationId xmlns:a16="http://schemas.microsoft.com/office/drawing/2014/main" id="{E5758445-B644-B283-8847-99A75A879BA2}"/>
              </a:ext>
            </a:extLst>
          </p:cNvPr>
          <p:cNvGrpSpPr/>
          <p:nvPr/>
        </p:nvGrpSpPr>
        <p:grpSpPr>
          <a:xfrm>
            <a:off x="2937172" y="4419618"/>
            <a:ext cx="721206" cy="610376"/>
            <a:chOff x="2937172" y="4419618"/>
            <a:chExt cx="721206" cy="610376"/>
          </a:xfrm>
        </p:grpSpPr>
        <p:sp>
          <p:nvSpPr>
            <p:cNvPr id="1633" name="Rectangle 1632">
              <a:extLst>
                <a:ext uri="{FF2B5EF4-FFF2-40B4-BE49-F238E27FC236}">
                  <a16:creationId xmlns:a16="http://schemas.microsoft.com/office/drawing/2014/main" id="{2FA93ACC-50C4-EED6-F365-D7EA3E4831DF}"/>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1634" name="Right Triangle 1633">
              <a:extLst>
                <a:ext uri="{FF2B5EF4-FFF2-40B4-BE49-F238E27FC236}">
                  <a16:creationId xmlns:a16="http://schemas.microsoft.com/office/drawing/2014/main" id="{2421B103-1A8C-CFF1-74A8-8667ECE4D88D}"/>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35" name="Group 1634">
              <a:extLst>
                <a:ext uri="{FF2B5EF4-FFF2-40B4-BE49-F238E27FC236}">
                  <a16:creationId xmlns:a16="http://schemas.microsoft.com/office/drawing/2014/main" id="{6A97EC14-4E93-A219-06D0-56AE4C3DEB1B}"/>
                </a:ext>
              </a:extLst>
            </p:cNvPr>
            <p:cNvGrpSpPr/>
            <p:nvPr/>
          </p:nvGrpSpPr>
          <p:grpSpPr>
            <a:xfrm>
              <a:off x="3607767" y="4425712"/>
              <a:ext cx="37817" cy="61390"/>
              <a:chOff x="3883481" y="2057400"/>
              <a:chExt cx="1608363" cy="2652031"/>
            </a:xfrm>
            <a:solidFill>
              <a:srgbClr val="A6A6A6"/>
            </a:solidFill>
          </p:grpSpPr>
          <p:sp>
            <p:nvSpPr>
              <p:cNvPr id="1636" name="Oval 27">
                <a:extLst>
                  <a:ext uri="{FF2B5EF4-FFF2-40B4-BE49-F238E27FC236}">
                    <a16:creationId xmlns:a16="http://schemas.microsoft.com/office/drawing/2014/main" id="{EE2C260E-A468-9CC4-4702-EA75E01056B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7" name="Oval 28">
                <a:extLst>
                  <a:ext uri="{FF2B5EF4-FFF2-40B4-BE49-F238E27FC236}">
                    <a16:creationId xmlns:a16="http://schemas.microsoft.com/office/drawing/2014/main" id="{1762EE9A-1E8D-96EC-6F16-B65D28F4C6F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37" name="Right Triangle 36">
            <a:extLst>
              <a:ext uri="{FF2B5EF4-FFF2-40B4-BE49-F238E27FC236}">
                <a16:creationId xmlns:a16="http://schemas.microsoft.com/office/drawing/2014/main" id="{E5E27897-930A-8314-56D5-8BAE3B03526D}"/>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523A0EAE-2442-81FC-9CA6-DEABB00AE859}"/>
              </a:ext>
            </a:extLst>
          </p:cNvPr>
          <p:cNvGrpSpPr/>
          <p:nvPr/>
        </p:nvGrpSpPr>
        <p:grpSpPr>
          <a:xfrm>
            <a:off x="3779083" y="3698227"/>
            <a:ext cx="721206" cy="609701"/>
            <a:chOff x="3779083" y="3698227"/>
            <a:chExt cx="721206" cy="609701"/>
          </a:xfrm>
        </p:grpSpPr>
        <p:sp>
          <p:nvSpPr>
            <p:cNvPr id="9" name="Rectangle 8">
              <a:extLst>
                <a:ext uri="{FF2B5EF4-FFF2-40B4-BE49-F238E27FC236}">
                  <a16:creationId xmlns:a16="http://schemas.microsoft.com/office/drawing/2014/main" id="{22B794B6-8545-C4B6-6D17-CCD67EDC84F2}"/>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2D32B7C9-B08B-960E-A5A4-2723D5E197AE}"/>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5CA46E71-1362-EFD8-2C19-A619ED1D77AA}"/>
                </a:ext>
              </a:extLst>
            </p:cNvPr>
            <p:cNvGrpSpPr/>
            <p:nvPr/>
          </p:nvGrpSpPr>
          <p:grpSpPr>
            <a:xfrm>
              <a:off x="4448518" y="3706736"/>
              <a:ext cx="37817" cy="61390"/>
              <a:chOff x="3883481" y="2057400"/>
              <a:chExt cx="1608363" cy="2652031"/>
            </a:xfrm>
            <a:solidFill>
              <a:srgbClr val="A6A6A6"/>
            </a:solidFill>
          </p:grpSpPr>
          <p:sp>
            <p:nvSpPr>
              <p:cNvPr id="12" name="Oval 27">
                <a:extLst>
                  <a:ext uri="{FF2B5EF4-FFF2-40B4-BE49-F238E27FC236}">
                    <a16:creationId xmlns:a16="http://schemas.microsoft.com/office/drawing/2014/main" id="{4BE66C56-8199-BA0B-9DAA-227643D4667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DB581DB1-3B28-C7D6-8582-E5C0D041AD2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DED41200-849C-FE44-BBE2-2562C5603186}"/>
              </a:ext>
            </a:extLst>
          </p:cNvPr>
          <p:cNvGrpSpPr/>
          <p:nvPr/>
        </p:nvGrpSpPr>
        <p:grpSpPr>
          <a:xfrm>
            <a:off x="4615770" y="3698227"/>
            <a:ext cx="721206" cy="609701"/>
            <a:chOff x="4615770" y="3698227"/>
            <a:chExt cx="721206" cy="609701"/>
          </a:xfrm>
        </p:grpSpPr>
        <p:sp>
          <p:nvSpPr>
            <p:cNvPr id="15" name="Rectangle 14">
              <a:hlinkHover r:id="" action="ppaction://noaction" highlightClick="1"/>
              <a:extLst>
                <a:ext uri="{FF2B5EF4-FFF2-40B4-BE49-F238E27FC236}">
                  <a16:creationId xmlns:a16="http://schemas.microsoft.com/office/drawing/2014/main" id="{A8443DBB-8343-296F-3F0D-E927254FA951}"/>
                </a:ext>
              </a:extLst>
            </p:cNvPr>
            <p:cNvSpPr/>
            <p:nvPr/>
          </p:nvSpPr>
          <p:spPr>
            <a:xfrm>
              <a:off x="461577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4B028444-E733-E8FB-4A80-9ECEB8E75A8A}"/>
                </a:ext>
              </a:extLst>
            </p:cNvPr>
            <p:cNvSpPr/>
            <p:nvPr/>
          </p:nvSpPr>
          <p:spPr>
            <a:xfrm>
              <a:off x="5190368"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1D9131F9-951F-B5A0-F04F-68CB4B9ADCE6}"/>
                </a:ext>
              </a:extLst>
            </p:cNvPr>
            <p:cNvSpPr/>
            <p:nvPr/>
          </p:nvSpPr>
          <p:spPr>
            <a:xfrm>
              <a:off x="5220493"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38" name="Oval 28">
            <a:extLst>
              <a:ext uri="{FF2B5EF4-FFF2-40B4-BE49-F238E27FC236}">
                <a16:creationId xmlns:a16="http://schemas.microsoft.com/office/drawing/2014/main" id="{1F775A7C-2062-9783-440B-DFE8F0478E68}"/>
              </a:ext>
            </a:extLst>
          </p:cNvPr>
          <p:cNvSpPr/>
          <p:nvPr/>
        </p:nvSpPr>
        <p:spPr>
          <a:xfrm>
            <a:off x="2928704" y="38841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 name="Oval 28">
            <a:extLst>
              <a:ext uri="{FF2B5EF4-FFF2-40B4-BE49-F238E27FC236}">
                <a16:creationId xmlns:a16="http://schemas.microsoft.com/office/drawing/2014/main" id="{39CF8F4B-11F1-A9A8-4F53-3ABCAC531250}"/>
              </a:ext>
            </a:extLst>
          </p:cNvPr>
          <p:cNvSpPr/>
          <p:nvPr/>
        </p:nvSpPr>
        <p:spPr>
          <a:xfrm>
            <a:off x="2769861" y="4461893"/>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CA3ED65A-8C83-9E98-8ABC-F5C4D1BF863B}"/>
              </a:ext>
            </a:extLst>
          </p:cNvPr>
          <p:cNvGrpSpPr/>
          <p:nvPr/>
        </p:nvGrpSpPr>
        <p:grpSpPr>
          <a:xfrm>
            <a:off x="8807246" y="1508831"/>
            <a:ext cx="721206" cy="609701"/>
            <a:chOff x="8807246" y="1532278"/>
            <a:chExt cx="721206" cy="609701"/>
          </a:xfrm>
        </p:grpSpPr>
        <p:sp>
          <p:nvSpPr>
            <p:cNvPr id="117" name="Rectangle 116">
              <a:hlinkHover r:id="" action="ppaction://noaction" highlightClick="1"/>
              <a:extLst>
                <a:ext uri="{FF2B5EF4-FFF2-40B4-BE49-F238E27FC236}">
                  <a16:creationId xmlns:a16="http://schemas.microsoft.com/office/drawing/2014/main" id="{07CDC254-913D-1F05-3B71-15C52A43B844}"/>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118" name="Oval 117">
              <a:extLst>
                <a:ext uri="{FF2B5EF4-FFF2-40B4-BE49-F238E27FC236}">
                  <a16:creationId xmlns:a16="http://schemas.microsoft.com/office/drawing/2014/main" id="{7B33C99C-BE40-4914-1CA2-DFF5AA2BA34E}"/>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9" name="Isosceles Triangle 648">
              <a:extLst>
                <a:ext uri="{FF2B5EF4-FFF2-40B4-BE49-F238E27FC236}">
                  <a16:creationId xmlns:a16="http://schemas.microsoft.com/office/drawing/2014/main" id="{C6D83026-3771-1628-1D23-E0CB39F5244F}"/>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0" name="Group 119">
            <a:extLst>
              <a:ext uri="{FF2B5EF4-FFF2-40B4-BE49-F238E27FC236}">
                <a16:creationId xmlns:a16="http://schemas.microsoft.com/office/drawing/2014/main" id="{6159C367-02E2-15CD-B5A5-B4B45F37ED82}"/>
              </a:ext>
            </a:extLst>
          </p:cNvPr>
          <p:cNvGrpSpPr/>
          <p:nvPr/>
        </p:nvGrpSpPr>
        <p:grpSpPr>
          <a:xfrm>
            <a:off x="11356242" y="1508829"/>
            <a:ext cx="721206" cy="609701"/>
            <a:chOff x="11356242" y="1532276"/>
            <a:chExt cx="721206" cy="609701"/>
          </a:xfrm>
        </p:grpSpPr>
        <p:sp>
          <p:nvSpPr>
            <p:cNvPr id="121" name="Rectangle 120">
              <a:hlinkHover r:id="" action="ppaction://noaction" highlightClick="1"/>
              <a:extLst>
                <a:ext uri="{FF2B5EF4-FFF2-40B4-BE49-F238E27FC236}">
                  <a16:creationId xmlns:a16="http://schemas.microsoft.com/office/drawing/2014/main" id="{A93CE2A5-1187-3B26-43D9-6F096C039F4C}"/>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128" name="Oval 127">
              <a:extLst>
                <a:ext uri="{FF2B5EF4-FFF2-40B4-BE49-F238E27FC236}">
                  <a16:creationId xmlns:a16="http://schemas.microsoft.com/office/drawing/2014/main" id="{A7AFD1D2-2D39-FE7F-4358-E36DEBACB0A4}"/>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 name="Isosceles Triangle 648">
              <a:extLst>
                <a:ext uri="{FF2B5EF4-FFF2-40B4-BE49-F238E27FC236}">
                  <a16:creationId xmlns:a16="http://schemas.microsoft.com/office/drawing/2014/main" id="{BC5B07C8-4699-7D40-AE7C-031956C668C8}"/>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1" name="Group 130">
            <a:extLst>
              <a:ext uri="{FF2B5EF4-FFF2-40B4-BE49-F238E27FC236}">
                <a16:creationId xmlns:a16="http://schemas.microsoft.com/office/drawing/2014/main" id="{7FA7FDF1-2513-9600-B395-F92C589F7B10}"/>
              </a:ext>
            </a:extLst>
          </p:cNvPr>
          <p:cNvGrpSpPr/>
          <p:nvPr/>
        </p:nvGrpSpPr>
        <p:grpSpPr>
          <a:xfrm>
            <a:off x="2889438" y="751337"/>
            <a:ext cx="5022643" cy="5001728"/>
            <a:chOff x="2889438" y="751337"/>
            <a:chExt cx="5022643" cy="5001728"/>
          </a:xfrm>
        </p:grpSpPr>
        <p:cxnSp>
          <p:nvCxnSpPr>
            <p:cNvPr id="132" name="Straight Connector 131">
              <a:extLst>
                <a:ext uri="{FF2B5EF4-FFF2-40B4-BE49-F238E27FC236}">
                  <a16:creationId xmlns:a16="http://schemas.microsoft.com/office/drawing/2014/main" id="{0430E3A0-D0F8-E87C-E77C-E572EC29970D}"/>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690CFCEE-9628-FF06-46FB-40C9D7589A2F}"/>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4C3FE294-DAF8-964A-C33C-2251CDC3FC29}"/>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539B19EC-E00C-23A3-1F79-51D48AE64120}"/>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B21FAFE2-37EE-DD14-A3E1-6E9946518B2D}"/>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3890F30E-DFF8-BB27-ACE7-02F4E9FC83FA}"/>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B3AC1ECB-B85A-5B05-9270-EE379806860A}"/>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C6737332-16AE-F957-C3EC-B6CE869008EA}"/>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0D9F697-4DAA-FE10-4F9D-2C9EFF66A8D9}"/>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C531D13B-6E0E-ED65-9273-A2D4426F3BED}"/>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56" name="Group 155">
            <a:extLst>
              <a:ext uri="{FF2B5EF4-FFF2-40B4-BE49-F238E27FC236}">
                <a16:creationId xmlns:a16="http://schemas.microsoft.com/office/drawing/2014/main" id="{4EBC44E9-98C9-2959-C1BC-A6546F1818BC}"/>
              </a:ext>
            </a:extLst>
          </p:cNvPr>
          <p:cNvGrpSpPr/>
          <p:nvPr/>
        </p:nvGrpSpPr>
        <p:grpSpPr>
          <a:xfrm>
            <a:off x="3776511" y="2974054"/>
            <a:ext cx="724141" cy="609701"/>
            <a:chOff x="3776511" y="2974054"/>
            <a:chExt cx="724141" cy="609701"/>
          </a:xfrm>
        </p:grpSpPr>
        <p:sp>
          <p:nvSpPr>
            <p:cNvPr id="157" name="Rectangle 156">
              <a:extLst>
                <a:ext uri="{FF2B5EF4-FFF2-40B4-BE49-F238E27FC236}">
                  <a16:creationId xmlns:a16="http://schemas.microsoft.com/office/drawing/2014/main" id="{99A75B3A-C7C9-C737-3DB4-FDB1247FE924}"/>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158" name="Right Triangle 157">
              <a:extLst>
                <a:ext uri="{FF2B5EF4-FFF2-40B4-BE49-F238E27FC236}">
                  <a16:creationId xmlns:a16="http://schemas.microsoft.com/office/drawing/2014/main" id="{E83133BA-ECA9-44EA-4066-5F3C16FD5F05}"/>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9" name="Group 158">
              <a:extLst>
                <a:ext uri="{FF2B5EF4-FFF2-40B4-BE49-F238E27FC236}">
                  <a16:creationId xmlns:a16="http://schemas.microsoft.com/office/drawing/2014/main" id="{0410A2E2-EA22-1B44-63C4-792528F98088}"/>
                </a:ext>
              </a:extLst>
            </p:cNvPr>
            <p:cNvGrpSpPr/>
            <p:nvPr/>
          </p:nvGrpSpPr>
          <p:grpSpPr>
            <a:xfrm>
              <a:off x="4450041" y="2982563"/>
              <a:ext cx="37817" cy="61390"/>
              <a:chOff x="3883481" y="2057400"/>
              <a:chExt cx="1608363" cy="2652031"/>
            </a:xfrm>
            <a:solidFill>
              <a:srgbClr val="A6A6A6"/>
            </a:solidFill>
          </p:grpSpPr>
          <p:sp>
            <p:nvSpPr>
              <p:cNvPr id="160" name="Oval 27">
                <a:extLst>
                  <a:ext uri="{FF2B5EF4-FFF2-40B4-BE49-F238E27FC236}">
                    <a16:creationId xmlns:a16="http://schemas.microsoft.com/office/drawing/2014/main" id="{8E503610-816B-0E47-D57E-A036CC1DE76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Oval 28">
                <a:extLst>
                  <a:ext uri="{FF2B5EF4-FFF2-40B4-BE49-F238E27FC236}">
                    <a16:creationId xmlns:a16="http://schemas.microsoft.com/office/drawing/2014/main" id="{30CB33D4-2F6F-2E39-8DCD-F7A26A69CC9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8" name="Group 57">
            <a:extLst>
              <a:ext uri="{FF2B5EF4-FFF2-40B4-BE49-F238E27FC236}">
                <a16:creationId xmlns:a16="http://schemas.microsoft.com/office/drawing/2014/main" id="{E53FE879-37ED-F80C-9809-6DF8CADD64E7}"/>
              </a:ext>
            </a:extLst>
          </p:cNvPr>
          <p:cNvGrpSpPr/>
          <p:nvPr/>
        </p:nvGrpSpPr>
        <p:grpSpPr>
          <a:xfrm>
            <a:off x="7905566" y="751337"/>
            <a:ext cx="3396155" cy="4999377"/>
            <a:chOff x="7905566" y="751337"/>
            <a:chExt cx="3396155" cy="4999377"/>
          </a:xfrm>
        </p:grpSpPr>
        <p:cxnSp>
          <p:nvCxnSpPr>
            <p:cNvPr id="59" name="Straight Connector 58">
              <a:extLst>
                <a:ext uri="{FF2B5EF4-FFF2-40B4-BE49-F238E27FC236}">
                  <a16:creationId xmlns:a16="http://schemas.microsoft.com/office/drawing/2014/main" id="{DB566B67-8C3F-693A-B016-604A6703CF9B}"/>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6B8B4410-65F6-18CC-3C43-B2C3AB7C3226}"/>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190F5DF2-7DAA-1E21-D07E-F1353239C91B}"/>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5657BB29-D43B-C5E4-E043-1F06B72A2714}"/>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A71B1155-2E9E-2509-33B6-1926DCFAA9D0}"/>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EC1CFD26-CBF4-79A9-EF50-B98988216256}"/>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696DC27C-1CF2-E075-1F6B-EDDEF116C530}"/>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66" name="Straight Connector 165">
            <a:extLst>
              <a:ext uri="{FF2B5EF4-FFF2-40B4-BE49-F238E27FC236}">
                <a16:creationId xmlns:a16="http://schemas.microsoft.com/office/drawing/2014/main" id="{65502A73-8B2F-A860-F186-57D76818790C}"/>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67" name="Group 166">
            <a:extLst>
              <a:ext uri="{FF2B5EF4-FFF2-40B4-BE49-F238E27FC236}">
                <a16:creationId xmlns:a16="http://schemas.microsoft.com/office/drawing/2014/main" id="{A6F1C786-26E4-4EAA-8940-3D9E6A78664C}"/>
              </a:ext>
            </a:extLst>
          </p:cNvPr>
          <p:cNvGrpSpPr/>
          <p:nvPr/>
        </p:nvGrpSpPr>
        <p:grpSpPr>
          <a:xfrm>
            <a:off x="11355999" y="2974054"/>
            <a:ext cx="721206" cy="609701"/>
            <a:chOff x="11355999" y="2974054"/>
            <a:chExt cx="721206" cy="609701"/>
          </a:xfrm>
        </p:grpSpPr>
        <p:sp>
          <p:nvSpPr>
            <p:cNvPr id="168" name="Rectangle 167">
              <a:hlinkHover r:id="" action="ppaction://noaction" highlightClick="1"/>
              <a:extLst>
                <a:ext uri="{FF2B5EF4-FFF2-40B4-BE49-F238E27FC236}">
                  <a16:creationId xmlns:a16="http://schemas.microsoft.com/office/drawing/2014/main" id="{0C36AEC7-5953-0D5A-3852-8E9BF1F01E23}"/>
                </a:ext>
              </a:extLst>
            </p:cNvPr>
            <p:cNvSpPr/>
            <p:nvPr/>
          </p:nvSpPr>
          <p:spPr>
            <a:xfrm>
              <a:off x="11355999" y="297405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169" name="Oval 168">
              <a:extLst>
                <a:ext uri="{FF2B5EF4-FFF2-40B4-BE49-F238E27FC236}">
                  <a16:creationId xmlns:a16="http://schemas.microsoft.com/office/drawing/2014/main" id="{3DCE1672-D35E-3193-A8A0-7513C8CB862F}"/>
                </a:ext>
              </a:extLst>
            </p:cNvPr>
            <p:cNvSpPr/>
            <p:nvPr/>
          </p:nvSpPr>
          <p:spPr>
            <a:xfrm>
              <a:off x="11933223" y="298330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0" name="Isosceles Triangle 648">
              <a:extLst>
                <a:ext uri="{FF2B5EF4-FFF2-40B4-BE49-F238E27FC236}">
                  <a16:creationId xmlns:a16="http://schemas.microsoft.com/office/drawing/2014/main" id="{A0959A5F-E68D-F32B-9080-FDB98FCBF88D}"/>
                </a:ext>
              </a:extLst>
            </p:cNvPr>
            <p:cNvSpPr/>
            <p:nvPr/>
          </p:nvSpPr>
          <p:spPr>
            <a:xfrm>
              <a:off x="11963348" y="299682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1" name="Group 170">
            <a:extLst>
              <a:ext uri="{FF2B5EF4-FFF2-40B4-BE49-F238E27FC236}">
                <a16:creationId xmlns:a16="http://schemas.microsoft.com/office/drawing/2014/main" id="{A1468888-9F61-D101-AA5A-D35227653720}"/>
              </a:ext>
            </a:extLst>
          </p:cNvPr>
          <p:cNvGrpSpPr/>
          <p:nvPr/>
        </p:nvGrpSpPr>
        <p:grpSpPr>
          <a:xfrm>
            <a:off x="2937950" y="5135064"/>
            <a:ext cx="724141" cy="609701"/>
            <a:chOff x="4615447" y="2974054"/>
            <a:chExt cx="724141" cy="609701"/>
          </a:xfrm>
        </p:grpSpPr>
        <p:sp>
          <p:nvSpPr>
            <p:cNvPr id="172" name="Rectangle 171">
              <a:extLst>
                <a:ext uri="{FF2B5EF4-FFF2-40B4-BE49-F238E27FC236}">
                  <a16:creationId xmlns:a16="http://schemas.microsoft.com/office/drawing/2014/main" id="{CB4D623B-27E4-7F29-1C24-272A7C439192}"/>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73" name="Right Triangle 172">
              <a:extLst>
                <a:ext uri="{FF2B5EF4-FFF2-40B4-BE49-F238E27FC236}">
                  <a16:creationId xmlns:a16="http://schemas.microsoft.com/office/drawing/2014/main" id="{EF3B32B2-4875-3C36-D6EF-56C780107A24}"/>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4" name="Group 173">
              <a:extLst>
                <a:ext uri="{FF2B5EF4-FFF2-40B4-BE49-F238E27FC236}">
                  <a16:creationId xmlns:a16="http://schemas.microsoft.com/office/drawing/2014/main" id="{2CBAF5BB-AA06-0E29-99AD-BADCAB8B0A2E}"/>
                </a:ext>
              </a:extLst>
            </p:cNvPr>
            <p:cNvGrpSpPr/>
            <p:nvPr/>
          </p:nvGrpSpPr>
          <p:grpSpPr>
            <a:xfrm>
              <a:off x="5288977" y="2982563"/>
              <a:ext cx="37817" cy="61390"/>
              <a:chOff x="3883481" y="2057400"/>
              <a:chExt cx="1608363" cy="2652031"/>
            </a:xfrm>
            <a:solidFill>
              <a:srgbClr val="A6A6A6"/>
            </a:solidFill>
          </p:grpSpPr>
          <p:sp>
            <p:nvSpPr>
              <p:cNvPr id="175" name="Oval 27">
                <a:extLst>
                  <a:ext uri="{FF2B5EF4-FFF2-40B4-BE49-F238E27FC236}">
                    <a16:creationId xmlns:a16="http://schemas.microsoft.com/office/drawing/2014/main" id="{27EAFFAF-6B4F-B363-82A7-692F0D3246E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Oval 28">
                <a:extLst>
                  <a:ext uri="{FF2B5EF4-FFF2-40B4-BE49-F238E27FC236}">
                    <a16:creationId xmlns:a16="http://schemas.microsoft.com/office/drawing/2014/main" id="{7623454E-22D2-F762-CF05-9012A5A40FF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C60B5BBE-9007-9C3C-1793-97445906FF3A}"/>
              </a:ext>
            </a:extLst>
          </p:cNvPr>
          <p:cNvGrpSpPr/>
          <p:nvPr/>
        </p:nvGrpSpPr>
        <p:grpSpPr>
          <a:xfrm>
            <a:off x="10513198" y="2974054"/>
            <a:ext cx="721206" cy="609701"/>
            <a:chOff x="9656908" y="2253333"/>
            <a:chExt cx="721206" cy="609701"/>
          </a:xfrm>
        </p:grpSpPr>
        <p:sp>
          <p:nvSpPr>
            <p:cNvPr id="178" name="Rectangle 177">
              <a:hlinkHover r:id="" action="ppaction://noaction" highlightClick="1"/>
              <a:extLst>
                <a:ext uri="{FF2B5EF4-FFF2-40B4-BE49-F238E27FC236}">
                  <a16:creationId xmlns:a16="http://schemas.microsoft.com/office/drawing/2014/main" id="{1D1C9E2C-61F5-06B5-AE43-E025A37C28FB}"/>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Agent Identities</a:t>
              </a:r>
            </a:p>
          </p:txBody>
        </p:sp>
        <p:sp>
          <p:nvSpPr>
            <p:cNvPr id="179" name="Rectangle 178">
              <a:extLst>
                <a:ext uri="{FF2B5EF4-FFF2-40B4-BE49-F238E27FC236}">
                  <a16:creationId xmlns:a16="http://schemas.microsoft.com/office/drawing/2014/main" id="{C419AB15-B9E7-F615-E772-943F1DC3567B}"/>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0" name="Oval 15">
              <a:extLst>
                <a:ext uri="{FF2B5EF4-FFF2-40B4-BE49-F238E27FC236}">
                  <a16:creationId xmlns:a16="http://schemas.microsoft.com/office/drawing/2014/main" id="{E584E191-2F85-1D66-EC85-48E412E314F5}"/>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1" name="Straight Connector 180">
              <a:extLst>
                <a:ext uri="{FF2B5EF4-FFF2-40B4-BE49-F238E27FC236}">
                  <a16:creationId xmlns:a16="http://schemas.microsoft.com/office/drawing/2014/main" id="{B10D15A0-4A1A-02E2-31CB-9232D795E04E}"/>
                </a:ext>
              </a:extLst>
            </p:cNvPr>
            <p:cNvCxnSpPr>
              <a:cxnSpLocks/>
              <a:stCxn id="180"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2" name="Straight Connector 181">
              <a:extLst>
                <a:ext uri="{FF2B5EF4-FFF2-40B4-BE49-F238E27FC236}">
                  <a16:creationId xmlns:a16="http://schemas.microsoft.com/office/drawing/2014/main" id="{43C0075D-E563-F42B-1597-597389B701D2}"/>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DD5834AB-CDAF-6AAC-14B1-22E9E8484C21}"/>
              </a:ext>
            </a:extLst>
          </p:cNvPr>
          <p:cNvGrpSpPr/>
          <p:nvPr/>
        </p:nvGrpSpPr>
        <p:grpSpPr>
          <a:xfrm>
            <a:off x="11357362" y="5142110"/>
            <a:ext cx="721206" cy="609701"/>
            <a:chOff x="9656908" y="2253333"/>
            <a:chExt cx="721206" cy="609701"/>
          </a:xfrm>
        </p:grpSpPr>
        <p:sp>
          <p:nvSpPr>
            <p:cNvPr id="190" name="Rectangle 189">
              <a:hlinkHover r:id="" action="ppaction://noaction" highlightClick="1"/>
              <a:extLst>
                <a:ext uri="{FF2B5EF4-FFF2-40B4-BE49-F238E27FC236}">
                  <a16:creationId xmlns:a16="http://schemas.microsoft.com/office/drawing/2014/main" id="{791C9B3D-16AB-B0F5-C8BB-6A36568DC8C2}"/>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191" name="Rectangle 190">
              <a:extLst>
                <a:ext uri="{FF2B5EF4-FFF2-40B4-BE49-F238E27FC236}">
                  <a16:creationId xmlns:a16="http://schemas.microsoft.com/office/drawing/2014/main" id="{6A5EC894-75E7-FB1D-EB5A-E5500C6E50CF}"/>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8" name="Oval 15">
              <a:extLst>
                <a:ext uri="{FF2B5EF4-FFF2-40B4-BE49-F238E27FC236}">
                  <a16:creationId xmlns:a16="http://schemas.microsoft.com/office/drawing/2014/main" id="{B1B45F73-411D-6323-F6B5-6A9AFE3F496E}"/>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49" name="Straight Connector 448">
              <a:extLst>
                <a:ext uri="{FF2B5EF4-FFF2-40B4-BE49-F238E27FC236}">
                  <a16:creationId xmlns:a16="http://schemas.microsoft.com/office/drawing/2014/main" id="{941B9B3C-40F7-63BA-10D8-F31AAFB1E134}"/>
                </a:ext>
              </a:extLst>
            </p:cNvPr>
            <p:cNvCxnSpPr>
              <a:cxnSpLocks/>
              <a:stCxn id="448"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50" name="Straight Connector 449">
              <a:extLst>
                <a:ext uri="{FF2B5EF4-FFF2-40B4-BE49-F238E27FC236}">
                  <a16:creationId xmlns:a16="http://schemas.microsoft.com/office/drawing/2014/main" id="{49144E05-4B0F-478F-C51F-50DA0CD94543}"/>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53" name="Group 452">
            <a:extLst>
              <a:ext uri="{FF2B5EF4-FFF2-40B4-BE49-F238E27FC236}">
                <a16:creationId xmlns:a16="http://schemas.microsoft.com/office/drawing/2014/main" id="{6BB79342-59F6-3412-6089-6C76194CD069}"/>
              </a:ext>
            </a:extLst>
          </p:cNvPr>
          <p:cNvGrpSpPr/>
          <p:nvPr/>
        </p:nvGrpSpPr>
        <p:grpSpPr>
          <a:xfrm>
            <a:off x="4605607" y="811556"/>
            <a:ext cx="722054" cy="609701"/>
            <a:chOff x="4605607" y="811556"/>
            <a:chExt cx="722054" cy="609701"/>
          </a:xfrm>
        </p:grpSpPr>
        <p:sp>
          <p:nvSpPr>
            <p:cNvPr id="454" name="Rectangle 453">
              <a:extLst>
                <a:ext uri="{FF2B5EF4-FFF2-40B4-BE49-F238E27FC236}">
                  <a16:creationId xmlns:a16="http://schemas.microsoft.com/office/drawing/2014/main" id="{9161E19F-18E2-7C3C-A7F6-056062ACBC22}"/>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55" name="Rectangle 454">
              <a:extLst>
                <a:ext uri="{FF2B5EF4-FFF2-40B4-BE49-F238E27FC236}">
                  <a16:creationId xmlns:a16="http://schemas.microsoft.com/office/drawing/2014/main" id="{B2C7C67D-7732-56CB-A38A-F660B7D1A636}"/>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6" name="Oval 15">
              <a:extLst>
                <a:ext uri="{FF2B5EF4-FFF2-40B4-BE49-F238E27FC236}">
                  <a16:creationId xmlns:a16="http://schemas.microsoft.com/office/drawing/2014/main" id="{95D69D4C-7538-C2C2-A6D0-6F58BE389D87}"/>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7" name="Straight Connector 456">
              <a:extLst>
                <a:ext uri="{FF2B5EF4-FFF2-40B4-BE49-F238E27FC236}">
                  <a16:creationId xmlns:a16="http://schemas.microsoft.com/office/drawing/2014/main" id="{12A7D7A2-FCA7-ACB5-6FB7-3149BE3E9722}"/>
                </a:ext>
              </a:extLst>
            </p:cNvPr>
            <p:cNvCxnSpPr>
              <a:cxnSpLocks/>
              <a:stCxn id="456"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58" name="Straight Connector 457">
              <a:extLst>
                <a:ext uri="{FF2B5EF4-FFF2-40B4-BE49-F238E27FC236}">
                  <a16:creationId xmlns:a16="http://schemas.microsoft.com/office/drawing/2014/main" id="{FAF4B1F6-1485-93C7-D76E-A2D6008E8CCB}"/>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59" name="Group 458">
            <a:extLst>
              <a:ext uri="{FF2B5EF4-FFF2-40B4-BE49-F238E27FC236}">
                <a16:creationId xmlns:a16="http://schemas.microsoft.com/office/drawing/2014/main" id="{BC9210DA-2514-C915-E891-843F9C338BCF}"/>
              </a:ext>
            </a:extLst>
          </p:cNvPr>
          <p:cNvGrpSpPr/>
          <p:nvPr/>
        </p:nvGrpSpPr>
        <p:grpSpPr>
          <a:xfrm>
            <a:off x="9651394" y="811173"/>
            <a:ext cx="721206" cy="609701"/>
            <a:chOff x="9657972" y="90836"/>
            <a:chExt cx="721206" cy="609701"/>
          </a:xfrm>
        </p:grpSpPr>
        <p:sp>
          <p:nvSpPr>
            <p:cNvPr id="460" name="Rectangle 459">
              <a:hlinkHover r:id="" action="ppaction://noaction" highlightClick="1"/>
              <a:extLst>
                <a:ext uri="{FF2B5EF4-FFF2-40B4-BE49-F238E27FC236}">
                  <a16:creationId xmlns:a16="http://schemas.microsoft.com/office/drawing/2014/main" id="{82BD515F-9E57-F87F-59CE-5868E6758EF9}"/>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461" name="Diamond 460">
              <a:extLst>
                <a:ext uri="{FF2B5EF4-FFF2-40B4-BE49-F238E27FC236}">
                  <a16:creationId xmlns:a16="http://schemas.microsoft.com/office/drawing/2014/main" id="{87755D4B-5529-51F6-A52D-A5B0E0238546}"/>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2" name="Oval 461">
              <a:extLst>
                <a:ext uri="{FF2B5EF4-FFF2-40B4-BE49-F238E27FC236}">
                  <a16:creationId xmlns:a16="http://schemas.microsoft.com/office/drawing/2014/main" id="{16A42F03-B661-F03F-7233-8FA3F66F543A}"/>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3" name="Group 462">
            <a:extLst>
              <a:ext uri="{FF2B5EF4-FFF2-40B4-BE49-F238E27FC236}">
                <a16:creationId xmlns:a16="http://schemas.microsoft.com/office/drawing/2014/main" id="{2FB2E03E-FF16-EA3F-5DAB-63AFDDAE3DA7}"/>
              </a:ext>
            </a:extLst>
          </p:cNvPr>
          <p:cNvGrpSpPr/>
          <p:nvPr/>
        </p:nvGrpSpPr>
        <p:grpSpPr>
          <a:xfrm>
            <a:off x="10520479" y="90836"/>
            <a:ext cx="721206" cy="609701"/>
            <a:chOff x="10520479" y="90836"/>
            <a:chExt cx="721206" cy="609701"/>
          </a:xfrm>
        </p:grpSpPr>
        <p:sp>
          <p:nvSpPr>
            <p:cNvPr id="464" name="Rectangle 463">
              <a:hlinkHover r:id="" action="ppaction://noaction" highlightClick="1"/>
              <a:extLst>
                <a:ext uri="{FF2B5EF4-FFF2-40B4-BE49-F238E27FC236}">
                  <a16:creationId xmlns:a16="http://schemas.microsoft.com/office/drawing/2014/main" id="{1C1D8D00-C8B6-362E-28B9-CE4FCC57AA04}"/>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465" name="Oval 464">
              <a:extLst>
                <a:ext uri="{FF2B5EF4-FFF2-40B4-BE49-F238E27FC236}">
                  <a16:creationId xmlns:a16="http://schemas.microsoft.com/office/drawing/2014/main" id="{23A92BA2-BEB6-343D-C533-4F2CF392A336}"/>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6" name="Isosceles Triangle 648">
              <a:extLst>
                <a:ext uri="{FF2B5EF4-FFF2-40B4-BE49-F238E27FC236}">
                  <a16:creationId xmlns:a16="http://schemas.microsoft.com/office/drawing/2014/main" id="{28E2441B-E5BC-3C00-7B6C-5F7ACD50A344}"/>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7" name="Group 466">
            <a:extLst>
              <a:ext uri="{FF2B5EF4-FFF2-40B4-BE49-F238E27FC236}">
                <a16:creationId xmlns:a16="http://schemas.microsoft.com/office/drawing/2014/main" id="{35A4925C-7B34-28DA-E061-E74A090D0F3C}"/>
              </a:ext>
            </a:extLst>
          </p:cNvPr>
          <p:cNvGrpSpPr/>
          <p:nvPr/>
        </p:nvGrpSpPr>
        <p:grpSpPr>
          <a:xfrm>
            <a:off x="2102908" y="811556"/>
            <a:ext cx="721206" cy="609701"/>
            <a:chOff x="2102908" y="811556"/>
            <a:chExt cx="721206" cy="609701"/>
          </a:xfrm>
        </p:grpSpPr>
        <p:sp>
          <p:nvSpPr>
            <p:cNvPr id="468" name="Rectangle 467">
              <a:extLst>
                <a:ext uri="{FF2B5EF4-FFF2-40B4-BE49-F238E27FC236}">
                  <a16:creationId xmlns:a16="http://schemas.microsoft.com/office/drawing/2014/main" id="{2486FDFC-757C-E1BA-4EF8-C66CAF247CF2}"/>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69" name="Rectangle 468">
              <a:extLst>
                <a:ext uri="{FF2B5EF4-FFF2-40B4-BE49-F238E27FC236}">
                  <a16:creationId xmlns:a16="http://schemas.microsoft.com/office/drawing/2014/main" id="{E26321F5-4261-D820-9136-5092AE4585B8}"/>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0" name="Oval 15">
              <a:extLst>
                <a:ext uri="{FF2B5EF4-FFF2-40B4-BE49-F238E27FC236}">
                  <a16:creationId xmlns:a16="http://schemas.microsoft.com/office/drawing/2014/main" id="{EF61F937-5013-5D06-B84B-96D16356472E}"/>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71" name="Straight Connector 470">
              <a:extLst>
                <a:ext uri="{FF2B5EF4-FFF2-40B4-BE49-F238E27FC236}">
                  <a16:creationId xmlns:a16="http://schemas.microsoft.com/office/drawing/2014/main" id="{AF5DAC41-D824-3D87-36F6-12892B6A5E1E}"/>
                </a:ext>
              </a:extLst>
            </p:cNvPr>
            <p:cNvCxnSpPr>
              <a:cxnSpLocks/>
              <a:stCxn id="470"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504" name="Straight Connector 503">
              <a:extLst>
                <a:ext uri="{FF2B5EF4-FFF2-40B4-BE49-F238E27FC236}">
                  <a16:creationId xmlns:a16="http://schemas.microsoft.com/office/drawing/2014/main" id="{52E49FD3-AF18-EC1D-CEBC-1F946CA80DC4}"/>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5" name="Group 504">
            <a:extLst>
              <a:ext uri="{FF2B5EF4-FFF2-40B4-BE49-F238E27FC236}">
                <a16:creationId xmlns:a16="http://schemas.microsoft.com/office/drawing/2014/main" id="{FA1CA5B0-2152-D641-CD45-CD7A231B2BD9}"/>
              </a:ext>
            </a:extLst>
          </p:cNvPr>
          <p:cNvGrpSpPr/>
          <p:nvPr/>
        </p:nvGrpSpPr>
        <p:grpSpPr>
          <a:xfrm>
            <a:off x="10506594" y="811556"/>
            <a:ext cx="721220" cy="609701"/>
            <a:chOff x="10506594" y="811556"/>
            <a:chExt cx="721220" cy="609701"/>
          </a:xfrm>
        </p:grpSpPr>
        <p:sp>
          <p:nvSpPr>
            <p:cNvPr id="506" name="Rectangle 505">
              <a:extLst>
                <a:ext uri="{FF2B5EF4-FFF2-40B4-BE49-F238E27FC236}">
                  <a16:creationId xmlns:a16="http://schemas.microsoft.com/office/drawing/2014/main" id="{DBB84510-464A-EBFF-1F2A-101DF381103C}"/>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07" name="Rectangle 506">
              <a:extLst>
                <a:ext uri="{FF2B5EF4-FFF2-40B4-BE49-F238E27FC236}">
                  <a16:creationId xmlns:a16="http://schemas.microsoft.com/office/drawing/2014/main" id="{76C43B01-417B-787C-9381-F389E004C001}"/>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2" name="Oval 15">
              <a:extLst>
                <a:ext uri="{FF2B5EF4-FFF2-40B4-BE49-F238E27FC236}">
                  <a16:creationId xmlns:a16="http://schemas.microsoft.com/office/drawing/2014/main" id="{3C0FC65A-2843-35B4-FFAF-992DEC6317A6}"/>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33" name="Straight Connector 532">
              <a:extLst>
                <a:ext uri="{FF2B5EF4-FFF2-40B4-BE49-F238E27FC236}">
                  <a16:creationId xmlns:a16="http://schemas.microsoft.com/office/drawing/2014/main" id="{64DE20DA-3167-8126-2F1E-31B0BC8B5602}"/>
                </a:ext>
              </a:extLst>
            </p:cNvPr>
            <p:cNvCxnSpPr>
              <a:cxnSpLocks/>
              <a:stCxn id="532"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34" name="Straight Connector 533">
              <a:extLst>
                <a:ext uri="{FF2B5EF4-FFF2-40B4-BE49-F238E27FC236}">
                  <a16:creationId xmlns:a16="http://schemas.microsoft.com/office/drawing/2014/main" id="{52524897-08AF-D6A3-D98F-66D32F8DE833}"/>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35" name="Group 534">
            <a:extLst>
              <a:ext uri="{FF2B5EF4-FFF2-40B4-BE49-F238E27FC236}">
                <a16:creationId xmlns:a16="http://schemas.microsoft.com/office/drawing/2014/main" id="{6A48C6CD-CF2C-F9C6-A5B1-281DFDFCA282}"/>
              </a:ext>
            </a:extLst>
          </p:cNvPr>
          <p:cNvGrpSpPr/>
          <p:nvPr/>
        </p:nvGrpSpPr>
        <p:grpSpPr>
          <a:xfrm>
            <a:off x="7116512" y="812701"/>
            <a:ext cx="721206" cy="609701"/>
            <a:chOff x="7957576" y="811556"/>
            <a:chExt cx="721206" cy="609701"/>
          </a:xfrm>
        </p:grpSpPr>
        <p:sp>
          <p:nvSpPr>
            <p:cNvPr id="558" name="Rectangle 557">
              <a:extLst>
                <a:ext uri="{FF2B5EF4-FFF2-40B4-BE49-F238E27FC236}">
                  <a16:creationId xmlns:a16="http://schemas.microsoft.com/office/drawing/2014/main" id="{B2B1E76C-78B0-3312-CFD4-C3BA8B57A528}"/>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559" name="Rectangle 558">
              <a:extLst>
                <a:ext uri="{FF2B5EF4-FFF2-40B4-BE49-F238E27FC236}">
                  <a16:creationId xmlns:a16="http://schemas.microsoft.com/office/drawing/2014/main" id="{6727FFA2-A24A-D0F1-AA89-CA3C072D5D91}"/>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0" name="Oval 15">
              <a:extLst>
                <a:ext uri="{FF2B5EF4-FFF2-40B4-BE49-F238E27FC236}">
                  <a16:creationId xmlns:a16="http://schemas.microsoft.com/office/drawing/2014/main" id="{8BB00232-A221-F858-21B1-0A25A684D273}"/>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1" name="Straight Connector 560">
              <a:extLst>
                <a:ext uri="{FF2B5EF4-FFF2-40B4-BE49-F238E27FC236}">
                  <a16:creationId xmlns:a16="http://schemas.microsoft.com/office/drawing/2014/main" id="{642941E0-067F-5F32-6AB7-7544F5F1AB74}"/>
                </a:ext>
              </a:extLst>
            </p:cNvPr>
            <p:cNvCxnSpPr>
              <a:cxnSpLocks/>
              <a:stCxn id="560"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2" name="Straight Connector 571">
              <a:extLst>
                <a:ext uri="{FF2B5EF4-FFF2-40B4-BE49-F238E27FC236}">
                  <a16:creationId xmlns:a16="http://schemas.microsoft.com/office/drawing/2014/main" id="{600D2FDD-E00A-F4B3-462D-AAF583A4FD1A}"/>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73" name="Group 572">
            <a:extLst>
              <a:ext uri="{FF2B5EF4-FFF2-40B4-BE49-F238E27FC236}">
                <a16:creationId xmlns:a16="http://schemas.microsoft.com/office/drawing/2014/main" id="{688CA7CD-0418-6432-86CE-2E75EC80DE61}"/>
              </a:ext>
            </a:extLst>
          </p:cNvPr>
          <p:cNvGrpSpPr/>
          <p:nvPr/>
        </p:nvGrpSpPr>
        <p:grpSpPr>
          <a:xfrm>
            <a:off x="10508723" y="1536662"/>
            <a:ext cx="721206" cy="609701"/>
            <a:chOff x="11356242" y="1532276"/>
            <a:chExt cx="721206" cy="609701"/>
          </a:xfrm>
        </p:grpSpPr>
        <p:sp>
          <p:nvSpPr>
            <p:cNvPr id="574" name="Rectangle 573">
              <a:hlinkHover r:id="" action="ppaction://noaction" highlightClick="1"/>
              <a:extLst>
                <a:ext uri="{FF2B5EF4-FFF2-40B4-BE49-F238E27FC236}">
                  <a16:creationId xmlns:a16="http://schemas.microsoft.com/office/drawing/2014/main" id="{A629D556-4CC6-1709-57DC-C40ED85875C5}"/>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575" name="Oval 574">
              <a:extLst>
                <a:ext uri="{FF2B5EF4-FFF2-40B4-BE49-F238E27FC236}">
                  <a16:creationId xmlns:a16="http://schemas.microsoft.com/office/drawing/2014/main" id="{0D589186-2035-EC25-0E95-27BA04764A42}"/>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6" name="Isosceles Triangle 648">
              <a:extLst>
                <a:ext uri="{FF2B5EF4-FFF2-40B4-BE49-F238E27FC236}">
                  <a16:creationId xmlns:a16="http://schemas.microsoft.com/office/drawing/2014/main" id="{2354EBA8-B2BE-5172-85D4-125F260C1E93}"/>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7" name="Group 576">
            <a:extLst>
              <a:ext uri="{FF2B5EF4-FFF2-40B4-BE49-F238E27FC236}">
                <a16:creationId xmlns:a16="http://schemas.microsoft.com/office/drawing/2014/main" id="{132CFFD5-BAF1-D99B-2985-0775C83B4867}"/>
              </a:ext>
            </a:extLst>
          </p:cNvPr>
          <p:cNvGrpSpPr/>
          <p:nvPr/>
        </p:nvGrpSpPr>
        <p:grpSpPr>
          <a:xfrm>
            <a:off x="7957586" y="2253332"/>
            <a:ext cx="721206" cy="609701"/>
            <a:chOff x="7957586" y="2253332"/>
            <a:chExt cx="721206" cy="609701"/>
          </a:xfrm>
        </p:grpSpPr>
        <p:sp>
          <p:nvSpPr>
            <p:cNvPr id="578" name="Rectangle 577">
              <a:extLst>
                <a:ext uri="{FF2B5EF4-FFF2-40B4-BE49-F238E27FC236}">
                  <a16:creationId xmlns:a16="http://schemas.microsoft.com/office/drawing/2014/main" id="{A94ADE0E-1D07-487E-5234-B72C15BCB6F2}"/>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579" name="Right Triangle 578">
              <a:extLst>
                <a:ext uri="{FF2B5EF4-FFF2-40B4-BE49-F238E27FC236}">
                  <a16:creationId xmlns:a16="http://schemas.microsoft.com/office/drawing/2014/main" id="{E462B063-EBBF-10AC-D451-CD51D68781BA}"/>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80" name="Group 579">
              <a:extLst>
                <a:ext uri="{FF2B5EF4-FFF2-40B4-BE49-F238E27FC236}">
                  <a16:creationId xmlns:a16="http://schemas.microsoft.com/office/drawing/2014/main" id="{27620DBD-4374-7100-9BBE-3E0C3EA6F3A7}"/>
                </a:ext>
              </a:extLst>
            </p:cNvPr>
            <p:cNvGrpSpPr/>
            <p:nvPr/>
          </p:nvGrpSpPr>
          <p:grpSpPr>
            <a:xfrm>
              <a:off x="8621942" y="2262669"/>
              <a:ext cx="37817" cy="61390"/>
              <a:chOff x="3883481" y="2057400"/>
              <a:chExt cx="1608363" cy="2652031"/>
            </a:xfrm>
            <a:solidFill>
              <a:srgbClr val="A6A6A6">
                <a:alpha val="20000"/>
              </a:srgbClr>
            </a:solidFill>
          </p:grpSpPr>
          <p:sp>
            <p:nvSpPr>
              <p:cNvPr id="581" name="Oval 27">
                <a:extLst>
                  <a:ext uri="{FF2B5EF4-FFF2-40B4-BE49-F238E27FC236}">
                    <a16:creationId xmlns:a16="http://schemas.microsoft.com/office/drawing/2014/main" id="{0D68D4D8-FBDC-5235-2922-9DF04796816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2" name="Oval 28">
                <a:extLst>
                  <a:ext uri="{FF2B5EF4-FFF2-40B4-BE49-F238E27FC236}">
                    <a16:creationId xmlns:a16="http://schemas.microsoft.com/office/drawing/2014/main" id="{26021941-FD40-622B-0A05-E8921ADE622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83" name="Group 582">
            <a:extLst>
              <a:ext uri="{FF2B5EF4-FFF2-40B4-BE49-F238E27FC236}">
                <a16:creationId xmlns:a16="http://schemas.microsoft.com/office/drawing/2014/main" id="{78D3A611-78FE-1B65-F7E2-BC648DE941D7}"/>
              </a:ext>
            </a:extLst>
          </p:cNvPr>
          <p:cNvGrpSpPr/>
          <p:nvPr/>
        </p:nvGrpSpPr>
        <p:grpSpPr>
          <a:xfrm>
            <a:off x="6290730" y="2257176"/>
            <a:ext cx="721206" cy="609701"/>
            <a:chOff x="8807250" y="2253334"/>
            <a:chExt cx="721206" cy="609701"/>
          </a:xfrm>
        </p:grpSpPr>
        <p:sp>
          <p:nvSpPr>
            <p:cNvPr id="584" name="Rectangle 583">
              <a:extLst>
                <a:ext uri="{FF2B5EF4-FFF2-40B4-BE49-F238E27FC236}">
                  <a16:creationId xmlns:a16="http://schemas.microsoft.com/office/drawing/2014/main" id="{8FF1A637-34EC-278C-4E3A-6530098470B3}"/>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585" name="Right Triangle 584">
              <a:extLst>
                <a:ext uri="{FF2B5EF4-FFF2-40B4-BE49-F238E27FC236}">
                  <a16:creationId xmlns:a16="http://schemas.microsoft.com/office/drawing/2014/main" id="{659442CC-2945-1151-AFC2-F8B3D6F2CD9A}"/>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6" name="Oval 27">
              <a:extLst>
                <a:ext uri="{FF2B5EF4-FFF2-40B4-BE49-F238E27FC236}">
                  <a16:creationId xmlns:a16="http://schemas.microsoft.com/office/drawing/2014/main" id="{521D96EF-E3AD-A70D-B994-DBF7890F4FA6}"/>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7" name="Oval 28">
              <a:extLst>
                <a:ext uri="{FF2B5EF4-FFF2-40B4-BE49-F238E27FC236}">
                  <a16:creationId xmlns:a16="http://schemas.microsoft.com/office/drawing/2014/main" id="{2606CE51-240B-A284-B667-8272BB904A2C}"/>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8" name="Group 587">
            <a:extLst>
              <a:ext uri="{FF2B5EF4-FFF2-40B4-BE49-F238E27FC236}">
                <a16:creationId xmlns:a16="http://schemas.microsoft.com/office/drawing/2014/main" id="{380DC95F-13A8-9D60-4970-9CC8D4EF4207}"/>
              </a:ext>
            </a:extLst>
          </p:cNvPr>
          <p:cNvGrpSpPr/>
          <p:nvPr/>
        </p:nvGrpSpPr>
        <p:grpSpPr>
          <a:xfrm>
            <a:off x="9656903" y="2253333"/>
            <a:ext cx="721220" cy="609701"/>
            <a:chOff x="9656903" y="2253333"/>
            <a:chExt cx="721220" cy="609701"/>
          </a:xfrm>
        </p:grpSpPr>
        <p:sp>
          <p:nvSpPr>
            <p:cNvPr id="589" name="Rectangle 588">
              <a:hlinkHover r:id="" action="ppaction://noaction" highlightClick="1"/>
              <a:extLst>
                <a:ext uri="{FF2B5EF4-FFF2-40B4-BE49-F238E27FC236}">
                  <a16:creationId xmlns:a16="http://schemas.microsoft.com/office/drawing/2014/main" id="{BD7545F1-F7B9-2711-0F36-CE01D79B443E}"/>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90" name="Rectangle 589">
              <a:extLst>
                <a:ext uri="{FF2B5EF4-FFF2-40B4-BE49-F238E27FC236}">
                  <a16:creationId xmlns:a16="http://schemas.microsoft.com/office/drawing/2014/main" id="{4E21C134-527B-378B-D73D-BC01E7A559C5}"/>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1" name="Oval 15">
              <a:extLst>
                <a:ext uri="{FF2B5EF4-FFF2-40B4-BE49-F238E27FC236}">
                  <a16:creationId xmlns:a16="http://schemas.microsoft.com/office/drawing/2014/main" id="{2F87259B-CE05-3B39-5E12-8DB3F5C46C48}"/>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92" name="Straight Connector 591">
              <a:extLst>
                <a:ext uri="{FF2B5EF4-FFF2-40B4-BE49-F238E27FC236}">
                  <a16:creationId xmlns:a16="http://schemas.microsoft.com/office/drawing/2014/main" id="{2EC47A92-5304-D5FB-E9AD-FF621ECB275C}"/>
                </a:ext>
              </a:extLst>
            </p:cNvPr>
            <p:cNvCxnSpPr>
              <a:cxnSpLocks/>
              <a:stCxn id="591"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3" name="Straight Connector 592">
              <a:extLst>
                <a:ext uri="{FF2B5EF4-FFF2-40B4-BE49-F238E27FC236}">
                  <a16:creationId xmlns:a16="http://schemas.microsoft.com/office/drawing/2014/main" id="{6E583C46-7C32-C642-9C2B-FE91A89D5C19}"/>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94" name="Group 593">
            <a:extLst>
              <a:ext uri="{FF2B5EF4-FFF2-40B4-BE49-F238E27FC236}">
                <a16:creationId xmlns:a16="http://schemas.microsoft.com/office/drawing/2014/main" id="{2603DEE0-48A7-4055-982A-A5234704267D}"/>
              </a:ext>
            </a:extLst>
          </p:cNvPr>
          <p:cNvGrpSpPr/>
          <p:nvPr/>
        </p:nvGrpSpPr>
        <p:grpSpPr>
          <a:xfrm>
            <a:off x="8797459" y="2264859"/>
            <a:ext cx="721206" cy="609701"/>
            <a:chOff x="11356242" y="2253333"/>
            <a:chExt cx="721206" cy="609701"/>
          </a:xfrm>
        </p:grpSpPr>
        <p:sp>
          <p:nvSpPr>
            <p:cNvPr id="595" name="Rectangle 594">
              <a:hlinkHover r:id="" action="ppaction://noaction" highlightClick="1"/>
              <a:extLst>
                <a:ext uri="{FF2B5EF4-FFF2-40B4-BE49-F238E27FC236}">
                  <a16:creationId xmlns:a16="http://schemas.microsoft.com/office/drawing/2014/main" id="{1D987D9B-1CDC-EC37-91FD-4197179B9C34}"/>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596" name="Oval 595">
              <a:extLst>
                <a:ext uri="{FF2B5EF4-FFF2-40B4-BE49-F238E27FC236}">
                  <a16:creationId xmlns:a16="http://schemas.microsoft.com/office/drawing/2014/main" id="{5C09DD57-9B93-28A4-97D9-F2592BE6D9D1}"/>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7" name="Isosceles Triangle 648">
              <a:extLst>
                <a:ext uri="{FF2B5EF4-FFF2-40B4-BE49-F238E27FC236}">
                  <a16:creationId xmlns:a16="http://schemas.microsoft.com/office/drawing/2014/main" id="{C36A1D60-F29F-0EEB-0381-3A2A2AFE8ED7}"/>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8" name="Group 597">
            <a:extLst>
              <a:ext uri="{FF2B5EF4-FFF2-40B4-BE49-F238E27FC236}">
                <a16:creationId xmlns:a16="http://schemas.microsoft.com/office/drawing/2014/main" id="{9EC98634-78F5-DF35-B5E2-E1D8A8F09BDA}"/>
              </a:ext>
            </a:extLst>
          </p:cNvPr>
          <p:cNvGrpSpPr/>
          <p:nvPr/>
        </p:nvGrpSpPr>
        <p:grpSpPr>
          <a:xfrm>
            <a:off x="10506580" y="2253333"/>
            <a:ext cx="721206" cy="609701"/>
            <a:chOff x="10506580" y="2253333"/>
            <a:chExt cx="721206" cy="609701"/>
          </a:xfrm>
        </p:grpSpPr>
        <p:sp>
          <p:nvSpPr>
            <p:cNvPr id="599" name="Rectangle 598">
              <a:hlinkHover r:id="" action="ppaction://noaction" highlightClick="1"/>
              <a:extLst>
                <a:ext uri="{FF2B5EF4-FFF2-40B4-BE49-F238E27FC236}">
                  <a16:creationId xmlns:a16="http://schemas.microsoft.com/office/drawing/2014/main" id="{C7FC83F2-AD53-4AFE-8AD0-095C01F0F419}"/>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600" name="Diamond 599">
              <a:extLst>
                <a:ext uri="{FF2B5EF4-FFF2-40B4-BE49-F238E27FC236}">
                  <a16:creationId xmlns:a16="http://schemas.microsoft.com/office/drawing/2014/main" id="{FF0F3EAC-08B2-3FE8-DC58-7DAC90DCEE53}"/>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1" name="Oval 600">
              <a:extLst>
                <a:ext uri="{FF2B5EF4-FFF2-40B4-BE49-F238E27FC236}">
                  <a16:creationId xmlns:a16="http://schemas.microsoft.com/office/drawing/2014/main" id="{C690C06F-793B-4397-3F46-BF19EC5AE59F}"/>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2" name="Group 601">
            <a:extLst>
              <a:ext uri="{FF2B5EF4-FFF2-40B4-BE49-F238E27FC236}">
                <a16:creationId xmlns:a16="http://schemas.microsoft.com/office/drawing/2014/main" id="{540BAA18-551A-6620-0CDB-DE56CD93DED6}"/>
              </a:ext>
            </a:extLst>
          </p:cNvPr>
          <p:cNvGrpSpPr/>
          <p:nvPr/>
        </p:nvGrpSpPr>
        <p:grpSpPr>
          <a:xfrm>
            <a:off x="5454173" y="2257175"/>
            <a:ext cx="721206" cy="609701"/>
            <a:chOff x="6287891" y="2253333"/>
            <a:chExt cx="721206" cy="609701"/>
          </a:xfrm>
        </p:grpSpPr>
        <p:sp>
          <p:nvSpPr>
            <p:cNvPr id="603" name="Rectangle 602">
              <a:extLst>
                <a:ext uri="{FF2B5EF4-FFF2-40B4-BE49-F238E27FC236}">
                  <a16:creationId xmlns:a16="http://schemas.microsoft.com/office/drawing/2014/main" id="{C2FAF8E4-31A6-E23B-2C29-6F2D43E702DD}"/>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604" name="Right Triangle 603">
              <a:extLst>
                <a:ext uri="{FF2B5EF4-FFF2-40B4-BE49-F238E27FC236}">
                  <a16:creationId xmlns:a16="http://schemas.microsoft.com/office/drawing/2014/main" id="{2B889D4B-308A-7218-5ABF-5C2323771915}"/>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05" name="Group 604">
              <a:extLst>
                <a:ext uri="{FF2B5EF4-FFF2-40B4-BE49-F238E27FC236}">
                  <a16:creationId xmlns:a16="http://schemas.microsoft.com/office/drawing/2014/main" id="{647B4DA5-B096-063D-8DC0-000D40099276}"/>
                </a:ext>
              </a:extLst>
            </p:cNvPr>
            <p:cNvGrpSpPr/>
            <p:nvPr/>
          </p:nvGrpSpPr>
          <p:grpSpPr>
            <a:xfrm>
              <a:off x="6952470" y="2265099"/>
              <a:ext cx="37817" cy="61390"/>
              <a:chOff x="3883481" y="2057400"/>
              <a:chExt cx="1608363" cy="2652031"/>
            </a:xfrm>
            <a:solidFill>
              <a:srgbClr val="A6A6A6">
                <a:alpha val="20000"/>
              </a:srgbClr>
            </a:solidFill>
          </p:grpSpPr>
          <p:sp>
            <p:nvSpPr>
              <p:cNvPr id="648" name="Oval 27">
                <a:extLst>
                  <a:ext uri="{FF2B5EF4-FFF2-40B4-BE49-F238E27FC236}">
                    <a16:creationId xmlns:a16="http://schemas.microsoft.com/office/drawing/2014/main" id="{6F97F03E-5960-4DEE-5027-B61577BD4CB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9" name="Oval 28">
                <a:extLst>
                  <a:ext uri="{FF2B5EF4-FFF2-40B4-BE49-F238E27FC236}">
                    <a16:creationId xmlns:a16="http://schemas.microsoft.com/office/drawing/2014/main" id="{1EA74D28-41B0-4283-D4BE-C776E76B456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0" name="Group 649">
            <a:extLst>
              <a:ext uri="{FF2B5EF4-FFF2-40B4-BE49-F238E27FC236}">
                <a16:creationId xmlns:a16="http://schemas.microsoft.com/office/drawing/2014/main" id="{DB148A33-182B-FC39-B1EE-CE07A2F89028}"/>
              </a:ext>
            </a:extLst>
          </p:cNvPr>
          <p:cNvGrpSpPr/>
          <p:nvPr/>
        </p:nvGrpSpPr>
        <p:grpSpPr>
          <a:xfrm>
            <a:off x="11353919" y="2251694"/>
            <a:ext cx="721206" cy="609701"/>
            <a:chOff x="8807250" y="2253334"/>
            <a:chExt cx="721206" cy="609701"/>
          </a:xfrm>
        </p:grpSpPr>
        <p:sp>
          <p:nvSpPr>
            <p:cNvPr id="651" name="Rectangle 650">
              <a:extLst>
                <a:ext uri="{FF2B5EF4-FFF2-40B4-BE49-F238E27FC236}">
                  <a16:creationId xmlns:a16="http://schemas.microsoft.com/office/drawing/2014/main" id="{A31ABF8D-EF00-7938-52BE-2E8D9C5B6AE1}"/>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652" name="Right Triangle 651">
              <a:extLst>
                <a:ext uri="{FF2B5EF4-FFF2-40B4-BE49-F238E27FC236}">
                  <a16:creationId xmlns:a16="http://schemas.microsoft.com/office/drawing/2014/main" id="{3750BD2A-4555-9517-27E5-2FC656D27534}"/>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3" name="Oval 27">
              <a:extLst>
                <a:ext uri="{FF2B5EF4-FFF2-40B4-BE49-F238E27FC236}">
                  <a16:creationId xmlns:a16="http://schemas.microsoft.com/office/drawing/2014/main" id="{EEB107C4-F990-0423-3E82-A7BE3049AB72}"/>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4" name="Oval 28">
              <a:extLst>
                <a:ext uri="{FF2B5EF4-FFF2-40B4-BE49-F238E27FC236}">
                  <a16:creationId xmlns:a16="http://schemas.microsoft.com/office/drawing/2014/main" id="{1C15306D-C4B4-77C5-2BF2-D90D9B8233BE}"/>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5" name="Group 654">
            <a:extLst>
              <a:ext uri="{FF2B5EF4-FFF2-40B4-BE49-F238E27FC236}">
                <a16:creationId xmlns:a16="http://schemas.microsoft.com/office/drawing/2014/main" id="{28AE8292-D62A-EF51-D037-4FF9DA29E3AD}"/>
              </a:ext>
            </a:extLst>
          </p:cNvPr>
          <p:cNvGrpSpPr/>
          <p:nvPr/>
        </p:nvGrpSpPr>
        <p:grpSpPr>
          <a:xfrm>
            <a:off x="7114927" y="2267713"/>
            <a:ext cx="721206" cy="609701"/>
            <a:chOff x="9657610" y="2974054"/>
            <a:chExt cx="721206" cy="609701"/>
          </a:xfrm>
        </p:grpSpPr>
        <p:sp>
          <p:nvSpPr>
            <p:cNvPr id="656" name="Rectangle 655">
              <a:extLst>
                <a:ext uri="{FF2B5EF4-FFF2-40B4-BE49-F238E27FC236}">
                  <a16:creationId xmlns:a16="http://schemas.microsoft.com/office/drawing/2014/main" id="{1C512AB9-BD2F-808B-E56C-E56BC85116F8}"/>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657" name="Rectangle 656">
              <a:extLst>
                <a:ext uri="{FF2B5EF4-FFF2-40B4-BE49-F238E27FC236}">
                  <a16:creationId xmlns:a16="http://schemas.microsoft.com/office/drawing/2014/main" id="{77D2FF7D-E61E-3B63-4DB3-8B1BC48CB474}"/>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8" name="Oval 15">
              <a:extLst>
                <a:ext uri="{FF2B5EF4-FFF2-40B4-BE49-F238E27FC236}">
                  <a16:creationId xmlns:a16="http://schemas.microsoft.com/office/drawing/2014/main" id="{AA5602FA-7FED-A311-08F9-8EE33C421845}"/>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59" name="Straight Connector 658">
              <a:extLst>
                <a:ext uri="{FF2B5EF4-FFF2-40B4-BE49-F238E27FC236}">
                  <a16:creationId xmlns:a16="http://schemas.microsoft.com/office/drawing/2014/main" id="{93D6CC51-3146-1E35-27D6-02A75CCECC2B}"/>
                </a:ext>
              </a:extLst>
            </p:cNvPr>
            <p:cNvCxnSpPr>
              <a:cxnSpLocks/>
              <a:stCxn id="658"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60" name="Straight Connector 659">
              <a:extLst>
                <a:ext uri="{FF2B5EF4-FFF2-40B4-BE49-F238E27FC236}">
                  <a16:creationId xmlns:a16="http://schemas.microsoft.com/office/drawing/2014/main" id="{8C516050-FD61-7FE4-D879-62F10220528C}"/>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67" name="Group 666">
            <a:extLst>
              <a:ext uri="{FF2B5EF4-FFF2-40B4-BE49-F238E27FC236}">
                <a16:creationId xmlns:a16="http://schemas.microsoft.com/office/drawing/2014/main" id="{991EA893-2D49-5B01-3AE0-B4413DC51507}"/>
              </a:ext>
            </a:extLst>
          </p:cNvPr>
          <p:cNvGrpSpPr/>
          <p:nvPr/>
        </p:nvGrpSpPr>
        <p:grpSpPr>
          <a:xfrm>
            <a:off x="2107991" y="2974054"/>
            <a:ext cx="721206" cy="609701"/>
            <a:chOff x="10506805" y="2974054"/>
            <a:chExt cx="721206" cy="609701"/>
          </a:xfrm>
        </p:grpSpPr>
        <p:sp>
          <p:nvSpPr>
            <p:cNvPr id="668" name="Rectangle 667">
              <a:extLst>
                <a:ext uri="{FF2B5EF4-FFF2-40B4-BE49-F238E27FC236}">
                  <a16:creationId xmlns:a16="http://schemas.microsoft.com/office/drawing/2014/main" id="{290225A3-2AE4-1511-3DF8-E99A10939B7D}"/>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669" name="Rectangle 668">
              <a:extLst>
                <a:ext uri="{FF2B5EF4-FFF2-40B4-BE49-F238E27FC236}">
                  <a16:creationId xmlns:a16="http://schemas.microsoft.com/office/drawing/2014/main" id="{630C1F92-3477-BB2B-27E1-E6DFAAA9B352}"/>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0" name="Oval 15">
              <a:extLst>
                <a:ext uri="{FF2B5EF4-FFF2-40B4-BE49-F238E27FC236}">
                  <a16:creationId xmlns:a16="http://schemas.microsoft.com/office/drawing/2014/main" id="{E761A2B1-7D2C-5160-1794-DAC1B819A8BB}"/>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71" name="Straight Connector 670">
              <a:extLst>
                <a:ext uri="{FF2B5EF4-FFF2-40B4-BE49-F238E27FC236}">
                  <a16:creationId xmlns:a16="http://schemas.microsoft.com/office/drawing/2014/main" id="{EA754126-C5FA-95FC-0EA9-F2C43D8F8E54}"/>
                </a:ext>
              </a:extLst>
            </p:cNvPr>
            <p:cNvCxnSpPr>
              <a:cxnSpLocks/>
              <a:stCxn id="670"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72" name="Straight Connector 671">
              <a:extLst>
                <a:ext uri="{FF2B5EF4-FFF2-40B4-BE49-F238E27FC236}">
                  <a16:creationId xmlns:a16="http://schemas.microsoft.com/office/drawing/2014/main" id="{AAEEBFBD-B3FA-5DFD-5365-35AADDCB755F}"/>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73" name="Group 672">
            <a:extLst>
              <a:ext uri="{FF2B5EF4-FFF2-40B4-BE49-F238E27FC236}">
                <a16:creationId xmlns:a16="http://schemas.microsoft.com/office/drawing/2014/main" id="{25934241-9992-ABD8-BAF3-2765DD07FBF8}"/>
              </a:ext>
            </a:extLst>
          </p:cNvPr>
          <p:cNvGrpSpPr/>
          <p:nvPr/>
        </p:nvGrpSpPr>
        <p:grpSpPr>
          <a:xfrm>
            <a:off x="4615253" y="2974053"/>
            <a:ext cx="721206" cy="609701"/>
            <a:chOff x="9657610" y="2974054"/>
            <a:chExt cx="721206" cy="609701"/>
          </a:xfrm>
        </p:grpSpPr>
        <p:sp>
          <p:nvSpPr>
            <p:cNvPr id="674" name="Rectangle 673">
              <a:extLst>
                <a:ext uri="{FF2B5EF4-FFF2-40B4-BE49-F238E27FC236}">
                  <a16:creationId xmlns:a16="http://schemas.microsoft.com/office/drawing/2014/main" id="{2BD910BF-F71C-8D8F-BCCF-3E8D09C52FC2}"/>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675" name="Rectangle 674">
              <a:extLst>
                <a:ext uri="{FF2B5EF4-FFF2-40B4-BE49-F238E27FC236}">
                  <a16:creationId xmlns:a16="http://schemas.microsoft.com/office/drawing/2014/main" id="{88F071B7-8714-4389-D2A4-4F9489547715}"/>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6" name="Oval 15">
              <a:extLst>
                <a:ext uri="{FF2B5EF4-FFF2-40B4-BE49-F238E27FC236}">
                  <a16:creationId xmlns:a16="http://schemas.microsoft.com/office/drawing/2014/main" id="{DD50E0EF-A60F-2F87-A248-72AB3D1FC548}"/>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77" name="Straight Connector 676">
              <a:extLst>
                <a:ext uri="{FF2B5EF4-FFF2-40B4-BE49-F238E27FC236}">
                  <a16:creationId xmlns:a16="http://schemas.microsoft.com/office/drawing/2014/main" id="{9981D0FB-2F04-1A75-42D4-C059C7740B7D}"/>
                </a:ext>
              </a:extLst>
            </p:cNvPr>
            <p:cNvCxnSpPr>
              <a:cxnSpLocks/>
              <a:stCxn id="676"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78" name="Straight Connector 677">
              <a:extLst>
                <a:ext uri="{FF2B5EF4-FFF2-40B4-BE49-F238E27FC236}">
                  <a16:creationId xmlns:a16="http://schemas.microsoft.com/office/drawing/2014/main" id="{1A6065D0-BF72-6A43-7A4B-FCFB4BB01A0B}"/>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79" name="Group 678">
            <a:extLst>
              <a:ext uri="{FF2B5EF4-FFF2-40B4-BE49-F238E27FC236}">
                <a16:creationId xmlns:a16="http://schemas.microsoft.com/office/drawing/2014/main" id="{9CC4CA2B-1CE6-C13F-85E8-0D27D760A429}"/>
              </a:ext>
            </a:extLst>
          </p:cNvPr>
          <p:cNvGrpSpPr/>
          <p:nvPr/>
        </p:nvGrpSpPr>
        <p:grpSpPr>
          <a:xfrm>
            <a:off x="1268346" y="3698225"/>
            <a:ext cx="721893" cy="610376"/>
            <a:chOff x="1268346" y="3698225"/>
            <a:chExt cx="721893" cy="610376"/>
          </a:xfrm>
        </p:grpSpPr>
        <p:sp>
          <p:nvSpPr>
            <p:cNvPr id="680" name="Rectangle 679">
              <a:extLst>
                <a:ext uri="{FF2B5EF4-FFF2-40B4-BE49-F238E27FC236}">
                  <a16:creationId xmlns:a16="http://schemas.microsoft.com/office/drawing/2014/main" id="{A71E108B-3523-DCF4-089A-3DE1AE78C3E3}"/>
                </a:ext>
              </a:extLst>
            </p:cNvPr>
            <p:cNvSpPr/>
            <p:nvPr/>
          </p:nvSpPr>
          <p:spPr>
            <a:xfrm>
              <a:off x="1268346"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681" name="Right Triangle 680">
              <a:extLst>
                <a:ext uri="{FF2B5EF4-FFF2-40B4-BE49-F238E27FC236}">
                  <a16:creationId xmlns:a16="http://schemas.microsoft.com/office/drawing/2014/main" id="{94043337-F98B-3FDA-BB39-0C23EDC729A3}"/>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88" name="Group 687">
              <a:extLst>
                <a:ext uri="{FF2B5EF4-FFF2-40B4-BE49-F238E27FC236}">
                  <a16:creationId xmlns:a16="http://schemas.microsoft.com/office/drawing/2014/main" id="{01C8CD9C-0395-275F-9E97-2956386E8387}"/>
                </a:ext>
              </a:extLst>
            </p:cNvPr>
            <p:cNvGrpSpPr/>
            <p:nvPr/>
          </p:nvGrpSpPr>
          <p:grpSpPr>
            <a:xfrm>
              <a:off x="1939628" y="3704319"/>
              <a:ext cx="37817" cy="61390"/>
              <a:chOff x="3883481" y="2057400"/>
              <a:chExt cx="1608363" cy="2652031"/>
            </a:xfrm>
            <a:solidFill>
              <a:srgbClr val="A6A6A6"/>
            </a:solidFill>
          </p:grpSpPr>
          <p:sp>
            <p:nvSpPr>
              <p:cNvPr id="689" name="Oval 27">
                <a:extLst>
                  <a:ext uri="{FF2B5EF4-FFF2-40B4-BE49-F238E27FC236}">
                    <a16:creationId xmlns:a16="http://schemas.microsoft.com/office/drawing/2014/main" id="{B2445CFB-050B-37B3-6ACC-1DAF89025F8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0" name="Oval 28">
                <a:extLst>
                  <a:ext uri="{FF2B5EF4-FFF2-40B4-BE49-F238E27FC236}">
                    <a16:creationId xmlns:a16="http://schemas.microsoft.com/office/drawing/2014/main" id="{406A9975-03AB-B3A0-BC09-DFA010905EF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91" name="Group 690">
            <a:extLst>
              <a:ext uri="{FF2B5EF4-FFF2-40B4-BE49-F238E27FC236}">
                <a16:creationId xmlns:a16="http://schemas.microsoft.com/office/drawing/2014/main" id="{EF61A19B-BC9F-1FC4-287E-72A5DB3869AA}"/>
              </a:ext>
            </a:extLst>
          </p:cNvPr>
          <p:cNvGrpSpPr/>
          <p:nvPr/>
        </p:nvGrpSpPr>
        <p:grpSpPr>
          <a:xfrm>
            <a:off x="5451979" y="3707588"/>
            <a:ext cx="721206" cy="609701"/>
            <a:chOff x="5451979" y="3707588"/>
            <a:chExt cx="721206" cy="609701"/>
          </a:xfrm>
        </p:grpSpPr>
        <p:sp>
          <p:nvSpPr>
            <p:cNvPr id="692" name="Rectangle 691">
              <a:hlinkHover r:id="" action="ppaction://noaction" highlightClick="1"/>
              <a:extLst>
                <a:ext uri="{FF2B5EF4-FFF2-40B4-BE49-F238E27FC236}">
                  <a16:creationId xmlns:a16="http://schemas.microsoft.com/office/drawing/2014/main" id="{81997546-A77B-1DC4-E7A1-8075195E2266}"/>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93" name="Oval 692">
              <a:extLst>
                <a:ext uri="{FF2B5EF4-FFF2-40B4-BE49-F238E27FC236}">
                  <a16:creationId xmlns:a16="http://schemas.microsoft.com/office/drawing/2014/main" id="{F0C1F71B-56F0-CF5A-EA4A-2807CC53BAAF}"/>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8" name="Isosceles Triangle 648">
              <a:extLst>
                <a:ext uri="{FF2B5EF4-FFF2-40B4-BE49-F238E27FC236}">
                  <a16:creationId xmlns:a16="http://schemas.microsoft.com/office/drawing/2014/main" id="{DA750EA0-D886-5E80-9E49-7CD00F1992BD}"/>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18" name="Picture 17">
            <a:hlinkClick r:id="rId21" action="ppaction://hlinksldjump"/>
            <a:extLst>
              <a:ext uri="{FF2B5EF4-FFF2-40B4-BE49-F238E27FC236}">
                <a16:creationId xmlns:a16="http://schemas.microsoft.com/office/drawing/2014/main" id="{40427F72-6D3E-78F9-4F9A-A5037FD84CD1}"/>
              </a:ext>
            </a:extLst>
          </p:cNvPr>
          <p:cNvPicPr>
            <a:picLocks noChangeAspect="1"/>
          </p:cNvPicPr>
          <p:nvPr/>
        </p:nvPicPr>
        <p:blipFill>
          <a:blip r:embed="rId22"/>
          <a:stretch>
            <a:fillRect/>
          </a:stretch>
        </p:blipFill>
        <p:spPr>
          <a:xfrm>
            <a:off x="0" y="0"/>
            <a:ext cx="211626" cy="6858000"/>
          </a:xfrm>
          <a:prstGeom prst="rect">
            <a:avLst/>
          </a:prstGeom>
        </p:spPr>
      </p:pic>
      <p:grpSp>
        <p:nvGrpSpPr>
          <p:cNvPr id="19" name="Group 18">
            <a:extLst>
              <a:ext uri="{FF2B5EF4-FFF2-40B4-BE49-F238E27FC236}">
                <a16:creationId xmlns:a16="http://schemas.microsoft.com/office/drawing/2014/main" id="{91EE30E3-AB8F-B927-0847-D308D16FD825}"/>
              </a:ext>
            </a:extLst>
          </p:cNvPr>
          <p:cNvGrpSpPr/>
          <p:nvPr/>
        </p:nvGrpSpPr>
        <p:grpSpPr>
          <a:xfrm>
            <a:off x="9662351" y="2974053"/>
            <a:ext cx="721206" cy="609701"/>
            <a:chOff x="9657965" y="90836"/>
            <a:chExt cx="721206" cy="609701"/>
          </a:xfrm>
        </p:grpSpPr>
        <p:sp>
          <p:nvSpPr>
            <p:cNvPr id="20" name="Rectangle 19">
              <a:hlinkHover r:id="" action="ppaction://noaction" highlightClick="1"/>
              <a:extLst>
                <a:ext uri="{FF2B5EF4-FFF2-40B4-BE49-F238E27FC236}">
                  <a16:creationId xmlns:a16="http://schemas.microsoft.com/office/drawing/2014/main" id="{D124DA6F-6ED2-F004-6569-97317888E504}"/>
                </a:ext>
              </a:extLst>
            </p:cNvPr>
            <p:cNvSpPr/>
            <p:nvPr/>
          </p:nvSpPr>
          <p:spPr>
            <a:xfrm>
              <a:off x="9657965" y="9083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27" name="Diamond 26">
              <a:extLst>
                <a:ext uri="{FF2B5EF4-FFF2-40B4-BE49-F238E27FC236}">
                  <a16:creationId xmlns:a16="http://schemas.microsoft.com/office/drawing/2014/main" id="{17A2D797-E874-E890-51BE-101739ABBE46}"/>
                </a:ext>
              </a:extLst>
            </p:cNvPr>
            <p:cNvSpPr/>
            <p:nvPr/>
          </p:nvSpPr>
          <p:spPr>
            <a:xfrm>
              <a:off x="10242663" y="9318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 name="Oval 38">
              <a:extLst>
                <a:ext uri="{FF2B5EF4-FFF2-40B4-BE49-F238E27FC236}">
                  <a16:creationId xmlns:a16="http://schemas.microsoft.com/office/drawing/2014/main" id="{F6512193-E448-71A9-7E0F-78E898EFE302}"/>
                </a:ext>
              </a:extLst>
            </p:cNvPr>
            <p:cNvSpPr/>
            <p:nvPr/>
          </p:nvSpPr>
          <p:spPr>
            <a:xfrm>
              <a:off x="10276866" y="12667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4005791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0352" y="173237"/>
            <a:ext cx="5823129"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Cloud App Security Broker (CAS-B)</a:t>
            </a:r>
          </a:p>
        </p:txBody>
      </p:sp>
      <p:sp>
        <p:nvSpPr>
          <p:cNvPr id="72" name="Rectangle 71">
            <a:hlinkClick r:id="rId3" action="ppaction://hlinksldjump"/>
            <a:hlinkHover r:id="rId3" action="ppaction://hlinksldjump"/>
            <a:extLst>
              <a:ext uri="{FF2B5EF4-FFF2-40B4-BE49-F238E27FC236}">
                <a16:creationId xmlns:a16="http://schemas.microsoft.com/office/drawing/2014/main" id="{581EE4ED-A735-482B-877A-2106EAD7B467}"/>
              </a:ext>
            </a:extLst>
          </p:cNvPr>
          <p:cNvSpPr/>
          <p:nvPr/>
        </p:nvSpPr>
        <p:spPr>
          <a:xfrm>
            <a:off x="29202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Anti Malware</a:t>
            </a:r>
          </a:p>
        </p:txBody>
      </p:sp>
      <p:sp>
        <p:nvSpPr>
          <p:cNvPr id="73" name="Rectangle 72">
            <a:hlinkClick r:id="rId4" action="ppaction://hlinksldjump"/>
            <a:hlinkHover r:id="rId4" action="ppaction://hlinksldjump"/>
            <a:extLst>
              <a:ext uri="{FF2B5EF4-FFF2-40B4-BE49-F238E27FC236}">
                <a16:creationId xmlns:a16="http://schemas.microsoft.com/office/drawing/2014/main" id="{F056939A-B64C-4BC7-8216-FDE3133D94AE}"/>
              </a:ext>
            </a:extLst>
          </p:cNvPr>
          <p:cNvSpPr/>
          <p:nvPr/>
        </p:nvSpPr>
        <p:spPr>
          <a:xfrm>
            <a:off x="29202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Email Security</a:t>
            </a:r>
          </a:p>
        </p:txBody>
      </p:sp>
      <p:sp>
        <p:nvSpPr>
          <p:cNvPr id="74" name="Rectangle 73">
            <a:hlinkClick r:id="rId5" action="ppaction://hlinksldjump"/>
            <a:hlinkHover r:id="rId5" action="ppaction://hlinksldjump"/>
            <a:extLst>
              <a:ext uri="{FF2B5EF4-FFF2-40B4-BE49-F238E27FC236}">
                <a16:creationId xmlns:a16="http://schemas.microsoft.com/office/drawing/2014/main" id="{61077058-1038-4DC6-BB09-BE6FA2521236}"/>
              </a:ext>
            </a:extLst>
          </p:cNvPr>
          <p:cNvSpPr/>
          <p:nvPr/>
        </p:nvSpPr>
        <p:spPr>
          <a:xfrm>
            <a:off x="161625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Loss Prevention</a:t>
            </a:r>
          </a:p>
        </p:txBody>
      </p:sp>
      <p:sp>
        <p:nvSpPr>
          <p:cNvPr id="75" name="Rectangle 74">
            <a:hlinkClick r:id="rId6" action="ppaction://hlinksldjump"/>
            <a:hlinkHover r:id="rId6" action="ppaction://hlinksldjump"/>
            <a:extLst>
              <a:ext uri="{FF2B5EF4-FFF2-40B4-BE49-F238E27FC236}">
                <a16:creationId xmlns:a16="http://schemas.microsoft.com/office/drawing/2014/main" id="{621A9B24-7012-4BB6-B750-FF70A78FDBC5}"/>
              </a:ext>
            </a:extLst>
          </p:cNvPr>
          <p:cNvSpPr/>
          <p:nvPr/>
        </p:nvSpPr>
        <p:spPr>
          <a:xfrm>
            <a:off x="161625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Control</a:t>
            </a:r>
          </a:p>
        </p:txBody>
      </p:sp>
      <p:sp>
        <p:nvSpPr>
          <p:cNvPr id="76" name="Rectangle 75">
            <a:hlinkClick r:id="rId7" action="ppaction://hlinksldjump"/>
            <a:hlinkHover r:id="rId7" action="ppaction://hlinksldjump"/>
            <a:extLst>
              <a:ext uri="{FF2B5EF4-FFF2-40B4-BE49-F238E27FC236}">
                <a16:creationId xmlns:a16="http://schemas.microsoft.com/office/drawing/2014/main" id="{B88BFF81-A2FA-415A-8871-8C0CDD89A356}"/>
              </a:ext>
            </a:extLst>
          </p:cNvPr>
          <p:cNvSpPr/>
          <p:nvPr/>
        </p:nvSpPr>
        <p:spPr>
          <a:xfrm>
            <a:off x="294049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Disk Encryption</a:t>
            </a:r>
          </a:p>
        </p:txBody>
      </p:sp>
      <p:sp>
        <p:nvSpPr>
          <p:cNvPr id="77" name="Rectangle 76">
            <a:hlinkClick r:id="rId8" action="ppaction://hlinksldjump"/>
            <a:hlinkHover r:id="rId8" action="ppaction://hlinksldjump"/>
            <a:extLst>
              <a:ext uri="{FF2B5EF4-FFF2-40B4-BE49-F238E27FC236}">
                <a16:creationId xmlns:a16="http://schemas.microsoft.com/office/drawing/2014/main" id="{79B17387-700D-4840-A683-EBC57F7E43ED}"/>
              </a:ext>
            </a:extLst>
          </p:cNvPr>
          <p:cNvSpPr/>
          <p:nvPr/>
        </p:nvSpPr>
        <p:spPr>
          <a:xfrm>
            <a:off x="294049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Information Protection</a:t>
            </a:r>
          </a:p>
        </p:txBody>
      </p:sp>
      <p:sp>
        <p:nvSpPr>
          <p:cNvPr id="78" name="Rectangle 77">
            <a:hlinkClick r:id="rId9" action="ppaction://hlinksldjump"/>
            <a:hlinkHover r:id="rId9" action="ppaction://hlinksldjump"/>
            <a:extLst>
              <a:ext uri="{FF2B5EF4-FFF2-40B4-BE49-F238E27FC236}">
                <a16:creationId xmlns:a16="http://schemas.microsoft.com/office/drawing/2014/main" id="{0E805B8D-0245-48C9-A226-21FE15368964}"/>
              </a:ext>
            </a:extLst>
          </p:cNvPr>
          <p:cNvSpPr/>
          <p:nvPr/>
        </p:nvSpPr>
        <p:spPr>
          <a:xfrm>
            <a:off x="4264726"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 Management</a:t>
            </a:r>
          </a:p>
        </p:txBody>
      </p:sp>
      <p:sp>
        <p:nvSpPr>
          <p:cNvPr id="79" name="Rectangle 78">
            <a:hlinkClick r:id="rId10" action="ppaction://hlinksldjump"/>
            <a:hlinkHover r:id="rId10" action="ppaction://hlinksldjump"/>
            <a:extLst>
              <a:ext uri="{FF2B5EF4-FFF2-40B4-BE49-F238E27FC236}">
                <a16:creationId xmlns:a16="http://schemas.microsoft.com/office/drawing/2014/main" id="{5C06ED9D-EA4D-47A0-849B-84588C62794B}"/>
              </a:ext>
            </a:extLst>
          </p:cNvPr>
          <p:cNvSpPr/>
          <p:nvPr/>
        </p:nvSpPr>
        <p:spPr>
          <a:xfrm>
            <a:off x="4264726"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Traffic Filtering</a:t>
            </a:r>
          </a:p>
        </p:txBody>
      </p:sp>
      <p:sp>
        <p:nvSpPr>
          <p:cNvPr id="80" name="Rectangle 79">
            <a:hlinkClick r:id="rId11" action="ppaction://hlinksldjump"/>
            <a:hlinkHover r:id="rId11" action="ppaction://hlinksldjump"/>
            <a:extLst>
              <a:ext uri="{FF2B5EF4-FFF2-40B4-BE49-F238E27FC236}">
                <a16:creationId xmlns:a16="http://schemas.microsoft.com/office/drawing/2014/main" id="{1D95A2D2-841E-4FB8-95FC-97A18022BEA6}"/>
              </a:ext>
            </a:extLst>
          </p:cNvPr>
          <p:cNvSpPr/>
          <p:nvPr/>
        </p:nvSpPr>
        <p:spPr>
          <a:xfrm>
            <a:off x="5588960"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Compliance Management</a:t>
            </a:r>
          </a:p>
        </p:txBody>
      </p:sp>
      <p:sp>
        <p:nvSpPr>
          <p:cNvPr id="81" name="Rectangle 80">
            <a:hlinkClick r:id="rId12" action="ppaction://hlinksldjump"/>
            <a:hlinkHover r:id="rId12" action="ppaction://hlinksldjump"/>
            <a:extLst>
              <a:ext uri="{FF2B5EF4-FFF2-40B4-BE49-F238E27FC236}">
                <a16:creationId xmlns:a16="http://schemas.microsoft.com/office/drawing/2014/main" id="{891D2B6D-9F2F-4F4B-8109-E90F55A67F4A}"/>
              </a:ext>
            </a:extLst>
          </p:cNvPr>
          <p:cNvSpPr/>
          <p:nvPr/>
        </p:nvSpPr>
        <p:spPr>
          <a:xfrm>
            <a:off x="5588960"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Governance controls</a:t>
            </a:r>
          </a:p>
        </p:txBody>
      </p:sp>
      <p:sp>
        <p:nvSpPr>
          <p:cNvPr id="82" name="Rectangle 81">
            <a:hlinkClick r:id="rId13" action="ppaction://hlinksldjump"/>
            <a:hlinkHover r:id="rId13" action="ppaction://hlinksldjump"/>
            <a:extLst>
              <a:ext uri="{FF2B5EF4-FFF2-40B4-BE49-F238E27FC236}">
                <a16:creationId xmlns:a16="http://schemas.microsoft.com/office/drawing/2014/main" id="{316BB05C-6CFB-4AB6-AC67-3FC5FC9189A6}"/>
              </a:ext>
            </a:extLst>
          </p:cNvPr>
          <p:cNvSpPr/>
          <p:nvPr/>
        </p:nvSpPr>
        <p:spPr>
          <a:xfrm>
            <a:off x="6913194"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Intrusion Prevention</a:t>
            </a:r>
          </a:p>
        </p:txBody>
      </p:sp>
      <p:sp>
        <p:nvSpPr>
          <p:cNvPr id="83" name="Rectangle 82">
            <a:hlinkClick r:id="rId14" action="ppaction://hlinksldjump"/>
            <a:hlinkHover r:id="rId14" action="ppaction://hlinksldjump"/>
            <a:extLst>
              <a:ext uri="{FF2B5EF4-FFF2-40B4-BE49-F238E27FC236}">
                <a16:creationId xmlns:a16="http://schemas.microsoft.com/office/drawing/2014/main" id="{0E64F63C-6A93-478B-84F2-DA90C2E2595E}"/>
              </a:ext>
            </a:extLst>
          </p:cNvPr>
          <p:cNvSpPr/>
          <p:nvPr/>
        </p:nvSpPr>
        <p:spPr>
          <a:xfrm>
            <a:off x="8237428"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Threat Management</a:t>
            </a:r>
          </a:p>
        </p:txBody>
      </p:sp>
      <p:sp>
        <p:nvSpPr>
          <p:cNvPr id="84" name="Rectangle 83">
            <a:hlinkClick r:id="rId15" action="ppaction://hlinksldjump"/>
            <a:hlinkHover r:id="rId15" action="ppaction://hlinksldjump"/>
            <a:extLst>
              <a:ext uri="{FF2B5EF4-FFF2-40B4-BE49-F238E27FC236}">
                <a16:creationId xmlns:a16="http://schemas.microsoft.com/office/drawing/2014/main" id="{F9975ED3-D574-482D-AB54-BF625EAAF4DE}"/>
              </a:ext>
            </a:extLst>
          </p:cNvPr>
          <p:cNvSpPr/>
          <p:nvPr/>
        </p:nvSpPr>
        <p:spPr>
          <a:xfrm>
            <a:off x="8237428"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Forensics / XDR</a:t>
            </a:r>
          </a:p>
        </p:txBody>
      </p:sp>
      <p:sp>
        <p:nvSpPr>
          <p:cNvPr id="85" name="Rectangle 84">
            <a:hlinkClick r:id="rId16" action="ppaction://hlinksldjump"/>
            <a:hlinkHover r:id="rId16" action="ppaction://hlinksldjump"/>
            <a:extLst>
              <a:ext uri="{FF2B5EF4-FFF2-40B4-BE49-F238E27FC236}">
                <a16:creationId xmlns:a16="http://schemas.microsoft.com/office/drawing/2014/main" id="{6AE9BD36-223D-43AA-8320-32B0EEA9A549}"/>
              </a:ext>
            </a:extLst>
          </p:cNvPr>
          <p:cNvSpPr/>
          <p:nvPr/>
        </p:nvSpPr>
        <p:spPr>
          <a:xfrm>
            <a:off x="9561662"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SIEM</a:t>
            </a:r>
          </a:p>
        </p:txBody>
      </p:sp>
      <p:sp>
        <p:nvSpPr>
          <p:cNvPr id="86" name="Rectangle 85">
            <a:hlinkClick r:id="rId17" action="ppaction://hlinksldjump"/>
            <a:hlinkHover r:id="rId17" action="ppaction://hlinksldjump"/>
            <a:extLst>
              <a:ext uri="{FF2B5EF4-FFF2-40B4-BE49-F238E27FC236}">
                <a16:creationId xmlns:a16="http://schemas.microsoft.com/office/drawing/2014/main" id="{65B613D7-D83F-4938-A5C5-ED825DEEA2F5}"/>
              </a:ext>
            </a:extLst>
          </p:cNvPr>
          <p:cNvSpPr/>
          <p:nvPr/>
        </p:nvSpPr>
        <p:spPr>
          <a:xfrm>
            <a:off x="9561662" y="6362036"/>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 Security</a:t>
            </a:r>
          </a:p>
        </p:txBody>
      </p:sp>
      <p:sp>
        <p:nvSpPr>
          <p:cNvPr id="87" name="Rectangle 86">
            <a:hlinkClick r:id="rId18" action="ppaction://hlinksldjump"/>
            <a:hlinkHover r:id="rId18" action="ppaction://hlinksldjump"/>
            <a:extLst>
              <a:ext uri="{FF2B5EF4-FFF2-40B4-BE49-F238E27FC236}">
                <a16:creationId xmlns:a16="http://schemas.microsoft.com/office/drawing/2014/main" id="{D3034339-2B0D-4E08-9F7C-989AF4999D14}"/>
              </a:ext>
            </a:extLst>
          </p:cNvPr>
          <p:cNvSpPr/>
          <p:nvPr/>
        </p:nvSpPr>
        <p:spPr>
          <a:xfrm>
            <a:off x="10885899"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Web Traffic Filtering</a:t>
            </a:r>
          </a:p>
        </p:txBody>
      </p:sp>
      <p:sp>
        <p:nvSpPr>
          <p:cNvPr id="88" name="Rectangle 87">
            <a:hlinkClick r:id="rId19" action="ppaction://hlinksldjump"/>
            <a:hlinkHover r:id="rId19" action="ppaction://hlinksldjump"/>
            <a:extLst>
              <a:ext uri="{FF2B5EF4-FFF2-40B4-BE49-F238E27FC236}">
                <a16:creationId xmlns:a16="http://schemas.microsoft.com/office/drawing/2014/main" id="{71E0E62A-280D-4C3F-80BD-646F83FBF8C5}"/>
              </a:ext>
            </a:extLst>
          </p:cNvPr>
          <p:cNvSpPr/>
          <p:nvPr/>
        </p:nvSpPr>
        <p:spPr>
          <a:xfrm>
            <a:off x="10885898" y="6362036"/>
            <a:ext cx="1251026" cy="41870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CAS-B solution</a:t>
            </a:r>
          </a:p>
        </p:txBody>
      </p:sp>
      <p:sp>
        <p:nvSpPr>
          <p:cNvPr id="102" name="Rectangle 101">
            <a:hlinkClick r:id="rId20" action="ppaction://hlinksldjump"/>
            <a:hlinkHover r:id="rId20" action="ppaction://hlinksldjump"/>
            <a:extLst>
              <a:ext uri="{FF2B5EF4-FFF2-40B4-BE49-F238E27FC236}">
                <a16:creationId xmlns:a16="http://schemas.microsoft.com/office/drawing/2014/main" id="{A4D09ACB-5C5F-4735-9AA2-63921B11EC1A}"/>
              </a:ext>
            </a:extLst>
          </p:cNvPr>
          <p:cNvSpPr/>
          <p:nvPr/>
        </p:nvSpPr>
        <p:spPr>
          <a:xfrm>
            <a:off x="6913194" y="5873750"/>
            <a:ext cx="1251026" cy="41870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UEBA</a:t>
            </a:r>
          </a:p>
        </p:txBody>
      </p:sp>
      <p:sp>
        <p:nvSpPr>
          <p:cNvPr id="2" name="Rectangle 1">
            <a:extLst>
              <a:ext uri="{FF2B5EF4-FFF2-40B4-BE49-F238E27FC236}">
                <a16:creationId xmlns:a16="http://schemas.microsoft.com/office/drawing/2014/main" id="{5CFB1778-02A3-E294-159C-756C12493CC1}"/>
              </a:ext>
            </a:extLst>
          </p:cNvPr>
          <p:cNvSpPr/>
          <p:nvPr/>
        </p:nvSpPr>
        <p:spPr>
          <a:xfrm>
            <a:off x="1359925" y="5867837"/>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80098878-92BB-C85A-0F00-C4E148D12A59}"/>
              </a:ext>
            </a:extLst>
          </p:cNvPr>
          <p:cNvSpPr/>
          <p:nvPr/>
        </p:nvSpPr>
        <p:spPr>
          <a:xfrm>
            <a:off x="2690509" y="63538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9B615379-DD6A-1FC8-8CD3-33B1A696ACD4}"/>
              </a:ext>
            </a:extLst>
          </p:cNvPr>
          <p:cNvSpPr/>
          <p:nvPr/>
        </p:nvSpPr>
        <p:spPr>
          <a:xfrm>
            <a:off x="6658191"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A43F49DD-037F-FAE0-B9AA-724CD4F2BE05}"/>
              </a:ext>
            </a:extLst>
          </p:cNvPr>
          <p:cNvSpPr/>
          <p:nvPr/>
        </p:nvSpPr>
        <p:spPr>
          <a:xfrm>
            <a:off x="10647856" y="6366532"/>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856001C6-C569-D8D1-DDF7-C9D11638AE5C}"/>
              </a:ext>
            </a:extLst>
          </p:cNvPr>
          <p:cNvSpPr/>
          <p:nvPr/>
        </p:nvSpPr>
        <p:spPr>
          <a:xfrm>
            <a:off x="11950648" y="6354570"/>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8F0915F0-36B6-5505-AF5E-2A6DD0C2CDCF}"/>
              </a:ext>
            </a:extLst>
          </p:cNvPr>
          <p:cNvSpPr/>
          <p:nvPr/>
        </p:nvSpPr>
        <p:spPr>
          <a:xfrm>
            <a:off x="10616992" y="5879806"/>
            <a:ext cx="181480" cy="134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3" name="Group 22">
            <a:extLst>
              <a:ext uri="{FF2B5EF4-FFF2-40B4-BE49-F238E27FC236}">
                <a16:creationId xmlns:a16="http://schemas.microsoft.com/office/drawing/2014/main" id="{E9FD663A-A7A2-AA26-752D-11FACC82D5B5}"/>
              </a:ext>
            </a:extLst>
          </p:cNvPr>
          <p:cNvGrpSpPr/>
          <p:nvPr/>
        </p:nvGrpSpPr>
        <p:grpSpPr>
          <a:xfrm>
            <a:off x="3779655" y="811556"/>
            <a:ext cx="721206" cy="609701"/>
            <a:chOff x="3779655" y="811556"/>
            <a:chExt cx="721206" cy="609701"/>
          </a:xfrm>
        </p:grpSpPr>
        <p:sp>
          <p:nvSpPr>
            <p:cNvPr id="24" name="Rectangle 23">
              <a:extLst>
                <a:ext uri="{FF2B5EF4-FFF2-40B4-BE49-F238E27FC236}">
                  <a16:creationId xmlns:a16="http://schemas.microsoft.com/office/drawing/2014/main" id="{D44FE9E0-671A-8E4E-726E-A821DC620252}"/>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5" name="Rectangle 24">
              <a:extLst>
                <a:ext uri="{FF2B5EF4-FFF2-40B4-BE49-F238E27FC236}">
                  <a16:creationId xmlns:a16="http://schemas.microsoft.com/office/drawing/2014/main" id="{6F27E0AF-671E-FB99-79FA-963AD9945C68}"/>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6" name="Oval 15">
              <a:extLst>
                <a:ext uri="{FF2B5EF4-FFF2-40B4-BE49-F238E27FC236}">
                  <a16:creationId xmlns:a16="http://schemas.microsoft.com/office/drawing/2014/main" id="{B612CEDF-13BF-3934-3F04-D064A888E537}"/>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2" name="Straight Connector 31">
              <a:extLst>
                <a:ext uri="{FF2B5EF4-FFF2-40B4-BE49-F238E27FC236}">
                  <a16:creationId xmlns:a16="http://schemas.microsoft.com/office/drawing/2014/main" id="{E639E0FD-3CC4-E8FA-62B7-C42C3D3FC3AC}"/>
                </a:ext>
              </a:extLst>
            </p:cNvPr>
            <p:cNvCxnSpPr>
              <a:cxnSpLocks/>
              <a:stCxn id="26"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3" name="Straight Connector 32">
              <a:extLst>
                <a:ext uri="{FF2B5EF4-FFF2-40B4-BE49-F238E27FC236}">
                  <a16:creationId xmlns:a16="http://schemas.microsoft.com/office/drawing/2014/main" id="{1B45B9F0-C70E-3ED5-C502-AEBEFB37D137}"/>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2FE5A7EA-405E-E2A3-11CB-0035F7456BCD}"/>
              </a:ext>
            </a:extLst>
          </p:cNvPr>
          <p:cNvGrpSpPr/>
          <p:nvPr/>
        </p:nvGrpSpPr>
        <p:grpSpPr>
          <a:xfrm>
            <a:off x="7959195" y="3698231"/>
            <a:ext cx="721206" cy="609701"/>
            <a:chOff x="7959195" y="3698231"/>
            <a:chExt cx="721206" cy="609701"/>
          </a:xfrm>
        </p:grpSpPr>
        <p:sp>
          <p:nvSpPr>
            <p:cNvPr id="36" name="Rectangle 35">
              <a:hlinkHover r:id="" action="ppaction://noaction" highlightClick="1"/>
              <a:extLst>
                <a:ext uri="{FF2B5EF4-FFF2-40B4-BE49-F238E27FC236}">
                  <a16:creationId xmlns:a16="http://schemas.microsoft.com/office/drawing/2014/main" id="{57EA2DA8-57D8-5443-A424-16A6DD13804C}"/>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39" name="Oval 38">
              <a:extLst>
                <a:ext uri="{FF2B5EF4-FFF2-40B4-BE49-F238E27FC236}">
                  <a16:creationId xmlns:a16="http://schemas.microsoft.com/office/drawing/2014/main" id="{1A647A1E-5E3A-FD78-AD7C-D8FCCA360D98}"/>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 name="Isosceles Triangle 648">
              <a:extLst>
                <a:ext uri="{FF2B5EF4-FFF2-40B4-BE49-F238E27FC236}">
                  <a16:creationId xmlns:a16="http://schemas.microsoft.com/office/drawing/2014/main" id="{F29E264E-AA40-12A4-E03B-D9D304FD0F59}"/>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 name="Group 54">
            <a:extLst>
              <a:ext uri="{FF2B5EF4-FFF2-40B4-BE49-F238E27FC236}">
                <a16:creationId xmlns:a16="http://schemas.microsoft.com/office/drawing/2014/main" id="{A446B52E-638A-9043-DF27-96E5372118E4}"/>
              </a:ext>
            </a:extLst>
          </p:cNvPr>
          <p:cNvGrpSpPr/>
          <p:nvPr/>
        </p:nvGrpSpPr>
        <p:grpSpPr>
          <a:xfrm>
            <a:off x="5448056" y="1532276"/>
            <a:ext cx="721206" cy="609701"/>
            <a:chOff x="5448056" y="1532276"/>
            <a:chExt cx="721206" cy="609701"/>
          </a:xfrm>
        </p:grpSpPr>
        <p:sp>
          <p:nvSpPr>
            <p:cNvPr id="56" name="Rectangle 55">
              <a:extLst>
                <a:ext uri="{FF2B5EF4-FFF2-40B4-BE49-F238E27FC236}">
                  <a16:creationId xmlns:a16="http://schemas.microsoft.com/office/drawing/2014/main" id="{A5754EA1-ABC6-1FDE-5661-055ABE55DCBD}"/>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61" name="Rectangle 60">
              <a:extLst>
                <a:ext uri="{FF2B5EF4-FFF2-40B4-BE49-F238E27FC236}">
                  <a16:creationId xmlns:a16="http://schemas.microsoft.com/office/drawing/2014/main" id="{1E251F12-6FEE-7F4F-7B94-4FCAD3E78A09}"/>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 name="Oval 15">
              <a:extLst>
                <a:ext uri="{FF2B5EF4-FFF2-40B4-BE49-F238E27FC236}">
                  <a16:creationId xmlns:a16="http://schemas.microsoft.com/office/drawing/2014/main" id="{D7DB10F0-6F59-FB1D-6043-C7728B7F05D9}"/>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 name="Straight Connector 62">
              <a:extLst>
                <a:ext uri="{FF2B5EF4-FFF2-40B4-BE49-F238E27FC236}">
                  <a16:creationId xmlns:a16="http://schemas.microsoft.com/office/drawing/2014/main" id="{40F773D5-0FF2-AED9-935F-BDD39AF55C9A}"/>
                </a:ext>
              </a:extLst>
            </p:cNvPr>
            <p:cNvCxnSpPr>
              <a:cxnSpLocks/>
              <a:stCxn id="62"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4" name="Straight Connector 63">
              <a:extLst>
                <a:ext uri="{FF2B5EF4-FFF2-40B4-BE49-F238E27FC236}">
                  <a16:creationId xmlns:a16="http://schemas.microsoft.com/office/drawing/2014/main" id="{2F356583-3F94-FF73-4A53-559532BA006F}"/>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 name="Group 64">
            <a:extLst>
              <a:ext uri="{FF2B5EF4-FFF2-40B4-BE49-F238E27FC236}">
                <a16:creationId xmlns:a16="http://schemas.microsoft.com/office/drawing/2014/main" id="{530DF722-4252-F751-7C25-EA514D43E52E}"/>
              </a:ext>
            </a:extLst>
          </p:cNvPr>
          <p:cNvGrpSpPr/>
          <p:nvPr/>
        </p:nvGrpSpPr>
        <p:grpSpPr>
          <a:xfrm>
            <a:off x="6284565" y="1532276"/>
            <a:ext cx="721206" cy="609701"/>
            <a:chOff x="6284565" y="1532276"/>
            <a:chExt cx="721206" cy="609701"/>
          </a:xfrm>
        </p:grpSpPr>
        <p:sp>
          <p:nvSpPr>
            <p:cNvPr id="66" name="Rectangle 65">
              <a:extLst>
                <a:ext uri="{FF2B5EF4-FFF2-40B4-BE49-F238E27FC236}">
                  <a16:creationId xmlns:a16="http://schemas.microsoft.com/office/drawing/2014/main" id="{DB4AA005-897E-4839-7954-66AE2C1033BC}"/>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90" name="Rectangle 89">
              <a:extLst>
                <a:ext uri="{FF2B5EF4-FFF2-40B4-BE49-F238E27FC236}">
                  <a16:creationId xmlns:a16="http://schemas.microsoft.com/office/drawing/2014/main" id="{5E0E091C-1F37-C30E-5520-088EFE6251AF}"/>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 name="Oval 15">
              <a:extLst>
                <a:ext uri="{FF2B5EF4-FFF2-40B4-BE49-F238E27FC236}">
                  <a16:creationId xmlns:a16="http://schemas.microsoft.com/office/drawing/2014/main" id="{100F41A5-11B9-6DDC-F0A3-53E319363BC1}"/>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 name="Straight Connector 91">
              <a:extLst>
                <a:ext uri="{FF2B5EF4-FFF2-40B4-BE49-F238E27FC236}">
                  <a16:creationId xmlns:a16="http://schemas.microsoft.com/office/drawing/2014/main" id="{C938ED32-2474-8FB8-29AE-BCF63AD43E70}"/>
                </a:ext>
              </a:extLst>
            </p:cNvPr>
            <p:cNvCxnSpPr>
              <a:cxnSpLocks/>
              <a:stCxn id="91"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3" name="Straight Connector 92">
              <a:extLst>
                <a:ext uri="{FF2B5EF4-FFF2-40B4-BE49-F238E27FC236}">
                  <a16:creationId xmlns:a16="http://schemas.microsoft.com/office/drawing/2014/main" id="{7202B45F-7F4F-2443-B472-7821FBCB4BCF}"/>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 name="Group 93">
            <a:extLst>
              <a:ext uri="{FF2B5EF4-FFF2-40B4-BE49-F238E27FC236}">
                <a16:creationId xmlns:a16="http://schemas.microsoft.com/office/drawing/2014/main" id="{A33AE0D9-F083-05CC-53EC-47E5DC483A80}"/>
              </a:ext>
            </a:extLst>
          </p:cNvPr>
          <p:cNvGrpSpPr/>
          <p:nvPr/>
        </p:nvGrpSpPr>
        <p:grpSpPr>
          <a:xfrm>
            <a:off x="7121069" y="1532276"/>
            <a:ext cx="721206" cy="609701"/>
            <a:chOff x="7121069" y="1532276"/>
            <a:chExt cx="721206" cy="609701"/>
          </a:xfrm>
        </p:grpSpPr>
        <p:sp>
          <p:nvSpPr>
            <p:cNvPr id="95" name="Rectangle 94">
              <a:extLst>
                <a:ext uri="{FF2B5EF4-FFF2-40B4-BE49-F238E27FC236}">
                  <a16:creationId xmlns:a16="http://schemas.microsoft.com/office/drawing/2014/main" id="{87033E00-D48C-3C6B-8F65-7167E849EBC0}"/>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96" name="Rectangle 95">
              <a:extLst>
                <a:ext uri="{FF2B5EF4-FFF2-40B4-BE49-F238E27FC236}">
                  <a16:creationId xmlns:a16="http://schemas.microsoft.com/office/drawing/2014/main" id="{8264C40D-C1F0-27F1-9924-C412D22365FE}"/>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 name="Oval 15">
              <a:extLst>
                <a:ext uri="{FF2B5EF4-FFF2-40B4-BE49-F238E27FC236}">
                  <a16:creationId xmlns:a16="http://schemas.microsoft.com/office/drawing/2014/main" id="{97FDF694-20F2-BCB0-B044-5E8D0A13CA32}"/>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9" name="Straight Connector 98">
              <a:extLst>
                <a:ext uri="{FF2B5EF4-FFF2-40B4-BE49-F238E27FC236}">
                  <a16:creationId xmlns:a16="http://schemas.microsoft.com/office/drawing/2014/main" id="{FD3D122C-41AB-71AE-64EB-0C3631278D99}"/>
                </a:ext>
              </a:extLst>
            </p:cNvPr>
            <p:cNvCxnSpPr>
              <a:cxnSpLocks/>
              <a:stCxn id="97"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0" name="Straight Connector 99">
              <a:extLst>
                <a:ext uri="{FF2B5EF4-FFF2-40B4-BE49-F238E27FC236}">
                  <a16:creationId xmlns:a16="http://schemas.microsoft.com/office/drawing/2014/main" id="{4BDF6A7C-BB2D-0B21-161D-6DBFD3E39521}"/>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1" name="Group 100">
            <a:extLst>
              <a:ext uri="{FF2B5EF4-FFF2-40B4-BE49-F238E27FC236}">
                <a16:creationId xmlns:a16="http://schemas.microsoft.com/office/drawing/2014/main" id="{1AB91C17-089A-FAB8-1568-F3C8A2AC5308}"/>
              </a:ext>
            </a:extLst>
          </p:cNvPr>
          <p:cNvGrpSpPr/>
          <p:nvPr/>
        </p:nvGrpSpPr>
        <p:grpSpPr>
          <a:xfrm>
            <a:off x="3775045" y="1532276"/>
            <a:ext cx="721206" cy="609701"/>
            <a:chOff x="3775045" y="1532276"/>
            <a:chExt cx="721206" cy="609701"/>
          </a:xfrm>
        </p:grpSpPr>
        <p:sp>
          <p:nvSpPr>
            <p:cNvPr id="103" name="Rectangle 102">
              <a:extLst>
                <a:ext uri="{FF2B5EF4-FFF2-40B4-BE49-F238E27FC236}">
                  <a16:creationId xmlns:a16="http://schemas.microsoft.com/office/drawing/2014/main" id="{9B5C59E4-269D-373D-E0D5-3E10FC978860}"/>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04" name="Right Triangle 103">
              <a:extLst>
                <a:ext uri="{FF2B5EF4-FFF2-40B4-BE49-F238E27FC236}">
                  <a16:creationId xmlns:a16="http://schemas.microsoft.com/office/drawing/2014/main" id="{01AB4273-5BC4-1B91-980A-334E2AE3469A}"/>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5" name="Group 104">
              <a:extLst>
                <a:ext uri="{FF2B5EF4-FFF2-40B4-BE49-F238E27FC236}">
                  <a16:creationId xmlns:a16="http://schemas.microsoft.com/office/drawing/2014/main" id="{C8105624-FE43-DFA5-4C68-AA011293EF0A}"/>
                </a:ext>
              </a:extLst>
            </p:cNvPr>
            <p:cNvGrpSpPr/>
            <p:nvPr/>
          </p:nvGrpSpPr>
          <p:grpSpPr>
            <a:xfrm>
              <a:off x="4440495" y="1542936"/>
              <a:ext cx="37817" cy="61390"/>
              <a:chOff x="3883481" y="2057400"/>
              <a:chExt cx="1608363" cy="2652031"/>
            </a:xfrm>
            <a:solidFill>
              <a:srgbClr val="A6A6A6">
                <a:alpha val="20000"/>
              </a:srgbClr>
            </a:solidFill>
          </p:grpSpPr>
          <p:sp>
            <p:nvSpPr>
              <p:cNvPr id="106" name="Oval 27">
                <a:extLst>
                  <a:ext uri="{FF2B5EF4-FFF2-40B4-BE49-F238E27FC236}">
                    <a16:creationId xmlns:a16="http://schemas.microsoft.com/office/drawing/2014/main" id="{3661BEFC-396A-4FA3-0995-4350104D47D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 name="Oval 28">
                <a:extLst>
                  <a:ext uri="{FF2B5EF4-FFF2-40B4-BE49-F238E27FC236}">
                    <a16:creationId xmlns:a16="http://schemas.microsoft.com/office/drawing/2014/main" id="{FEB8DBDB-14D6-0928-3738-A02AB5C72DA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8" name="Group 107">
            <a:extLst>
              <a:ext uri="{FF2B5EF4-FFF2-40B4-BE49-F238E27FC236}">
                <a16:creationId xmlns:a16="http://schemas.microsoft.com/office/drawing/2014/main" id="{A784FCF2-BFC1-765E-FB4E-3B16AF34351C}"/>
              </a:ext>
            </a:extLst>
          </p:cNvPr>
          <p:cNvGrpSpPr/>
          <p:nvPr/>
        </p:nvGrpSpPr>
        <p:grpSpPr>
          <a:xfrm>
            <a:off x="4611552" y="1532276"/>
            <a:ext cx="721206" cy="609701"/>
            <a:chOff x="4611552" y="1532276"/>
            <a:chExt cx="721206" cy="609701"/>
          </a:xfrm>
        </p:grpSpPr>
        <p:sp>
          <p:nvSpPr>
            <p:cNvPr id="109" name="Rectangle 108">
              <a:extLst>
                <a:ext uri="{FF2B5EF4-FFF2-40B4-BE49-F238E27FC236}">
                  <a16:creationId xmlns:a16="http://schemas.microsoft.com/office/drawing/2014/main" id="{03E3CE1F-7000-BDA2-70EC-998ACA5F82CD}"/>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21" name="Right Triangle 120">
              <a:extLst>
                <a:ext uri="{FF2B5EF4-FFF2-40B4-BE49-F238E27FC236}">
                  <a16:creationId xmlns:a16="http://schemas.microsoft.com/office/drawing/2014/main" id="{2390997B-3FF4-9F74-B83B-3CB44E8836F7}"/>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2" name="Group 121">
              <a:extLst>
                <a:ext uri="{FF2B5EF4-FFF2-40B4-BE49-F238E27FC236}">
                  <a16:creationId xmlns:a16="http://schemas.microsoft.com/office/drawing/2014/main" id="{57B86C6B-60E4-656D-E11A-72015A887C76}"/>
                </a:ext>
              </a:extLst>
            </p:cNvPr>
            <p:cNvGrpSpPr/>
            <p:nvPr/>
          </p:nvGrpSpPr>
          <p:grpSpPr>
            <a:xfrm>
              <a:off x="5276135" y="1542936"/>
              <a:ext cx="37817" cy="61390"/>
              <a:chOff x="3883481" y="2057400"/>
              <a:chExt cx="1608363" cy="2652031"/>
            </a:xfrm>
            <a:solidFill>
              <a:srgbClr val="A6A6A6">
                <a:alpha val="20000"/>
              </a:srgbClr>
            </a:solidFill>
          </p:grpSpPr>
          <p:sp>
            <p:nvSpPr>
              <p:cNvPr id="123" name="Oval 27">
                <a:extLst>
                  <a:ext uri="{FF2B5EF4-FFF2-40B4-BE49-F238E27FC236}">
                    <a16:creationId xmlns:a16="http://schemas.microsoft.com/office/drawing/2014/main" id="{49765A91-8830-14FF-0623-6C929A0B59A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 name="Oval 28">
                <a:extLst>
                  <a:ext uri="{FF2B5EF4-FFF2-40B4-BE49-F238E27FC236}">
                    <a16:creationId xmlns:a16="http://schemas.microsoft.com/office/drawing/2014/main" id="{5D2B9C10-4DF7-021A-F582-CD725A0D0B6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5" name="Group 124">
            <a:extLst>
              <a:ext uri="{FF2B5EF4-FFF2-40B4-BE49-F238E27FC236}">
                <a16:creationId xmlns:a16="http://schemas.microsoft.com/office/drawing/2014/main" id="{50025D0B-9364-2E0D-B314-CD42AAF988D2}"/>
              </a:ext>
            </a:extLst>
          </p:cNvPr>
          <p:cNvGrpSpPr/>
          <p:nvPr/>
        </p:nvGrpSpPr>
        <p:grpSpPr>
          <a:xfrm>
            <a:off x="2938537" y="1532271"/>
            <a:ext cx="721206" cy="610042"/>
            <a:chOff x="2938537" y="1532271"/>
            <a:chExt cx="721206" cy="610042"/>
          </a:xfrm>
        </p:grpSpPr>
        <p:sp>
          <p:nvSpPr>
            <p:cNvPr id="126" name="Rectangle 125">
              <a:extLst>
                <a:ext uri="{FF2B5EF4-FFF2-40B4-BE49-F238E27FC236}">
                  <a16:creationId xmlns:a16="http://schemas.microsoft.com/office/drawing/2014/main" id="{10BCD154-568C-F221-13CC-B029F754B24B}"/>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49" name="Right Triangle 448">
              <a:extLst>
                <a:ext uri="{FF2B5EF4-FFF2-40B4-BE49-F238E27FC236}">
                  <a16:creationId xmlns:a16="http://schemas.microsoft.com/office/drawing/2014/main" id="{226840B1-C71E-4922-1D1F-E5ED8C4FD8BC}"/>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0" name="Oval 27">
              <a:extLst>
                <a:ext uri="{FF2B5EF4-FFF2-40B4-BE49-F238E27FC236}">
                  <a16:creationId xmlns:a16="http://schemas.microsoft.com/office/drawing/2014/main" id="{5EF31942-EB5F-B11A-FD9D-7D38441F04EE}"/>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1" name="Oval 28">
              <a:extLst>
                <a:ext uri="{FF2B5EF4-FFF2-40B4-BE49-F238E27FC236}">
                  <a16:creationId xmlns:a16="http://schemas.microsoft.com/office/drawing/2014/main" id="{B1D669C9-D7EC-F8D4-782D-CCD621F7211A}"/>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2" name="Group 451">
            <a:extLst>
              <a:ext uri="{FF2B5EF4-FFF2-40B4-BE49-F238E27FC236}">
                <a16:creationId xmlns:a16="http://schemas.microsoft.com/office/drawing/2014/main" id="{CD3BA889-8617-0317-AF1C-34ED2B45C2B9}"/>
              </a:ext>
            </a:extLst>
          </p:cNvPr>
          <p:cNvGrpSpPr/>
          <p:nvPr/>
        </p:nvGrpSpPr>
        <p:grpSpPr>
          <a:xfrm>
            <a:off x="6287105" y="2974054"/>
            <a:ext cx="721206" cy="609701"/>
            <a:chOff x="6287105" y="2974054"/>
            <a:chExt cx="721206" cy="609701"/>
          </a:xfrm>
        </p:grpSpPr>
        <p:sp>
          <p:nvSpPr>
            <p:cNvPr id="453" name="Rectangle 452">
              <a:hlinkHover r:id="" action="ppaction://noaction" highlightClick="1"/>
              <a:extLst>
                <a:ext uri="{FF2B5EF4-FFF2-40B4-BE49-F238E27FC236}">
                  <a16:creationId xmlns:a16="http://schemas.microsoft.com/office/drawing/2014/main" id="{EA5A9F12-2F8B-B252-0975-1697EB11A1D5}"/>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54" name="Rectangle 453">
              <a:extLst>
                <a:ext uri="{FF2B5EF4-FFF2-40B4-BE49-F238E27FC236}">
                  <a16:creationId xmlns:a16="http://schemas.microsoft.com/office/drawing/2014/main" id="{C7C48C10-ABDE-6FE5-3A4D-F29A37B59297}"/>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5" name="Oval 15">
              <a:extLst>
                <a:ext uri="{FF2B5EF4-FFF2-40B4-BE49-F238E27FC236}">
                  <a16:creationId xmlns:a16="http://schemas.microsoft.com/office/drawing/2014/main" id="{33667D85-17DF-9322-6719-B47656563961}"/>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6" name="Straight Connector 455">
              <a:extLst>
                <a:ext uri="{FF2B5EF4-FFF2-40B4-BE49-F238E27FC236}">
                  <a16:creationId xmlns:a16="http://schemas.microsoft.com/office/drawing/2014/main" id="{A09505DC-84BD-2BD0-5D95-B138B37D39BB}"/>
                </a:ext>
              </a:extLst>
            </p:cNvPr>
            <p:cNvCxnSpPr>
              <a:cxnSpLocks/>
              <a:stCxn id="455"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57" name="Group 456">
            <a:extLst>
              <a:ext uri="{FF2B5EF4-FFF2-40B4-BE49-F238E27FC236}">
                <a16:creationId xmlns:a16="http://schemas.microsoft.com/office/drawing/2014/main" id="{830AE92B-6FAB-4400-80B1-1AC8F99A6B4A}"/>
              </a:ext>
            </a:extLst>
          </p:cNvPr>
          <p:cNvGrpSpPr/>
          <p:nvPr/>
        </p:nvGrpSpPr>
        <p:grpSpPr>
          <a:xfrm>
            <a:off x="7123149" y="2974054"/>
            <a:ext cx="721206" cy="646284"/>
            <a:chOff x="7123149" y="2974054"/>
            <a:chExt cx="721206" cy="646284"/>
          </a:xfrm>
        </p:grpSpPr>
        <p:sp>
          <p:nvSpPr>
            <p:cNvPr id="458" name="Rectangle 457">
              <a:hlinkHover r:id="" action="ppaction://noaction" highlightClick="1"/>
              <a:extLst>
                <a:ext uri="{FF2B5EF4-FFF2-40B4-BE49-F238E27FC236}">
                  <a16:creationId xmlns:a16="http://schemas.microsoft.com/office/drawing/2014/main" id="{9D83A7A2-56A3-F604-CBD0-2528DB4D4C87}"/>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59" name="Rectangle 458">
              <a:extLst>
                <a:ext uri="{FF2B5EF4-FFF2-40B4-BE49-F238E27FC236}">
                  <a16:creationId xmlns:a16="http://schemas.microsoft.com/office/drawing/2014/main" id="{CBB9418E-3530-9FAC-30C7-7226CE6B04B2}"/>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0" name="Oval 15">
              <a:extLst>
                <a:ext uri="{FF2B5EF4-FFF2-40B4-BE49-F238E27FC236}">
                  <a16:creationId xmlns:a16="http://schemas.microsoft.com/office/drawing/2014/main" id="{133FBF5D-315E-CB1B-D21F-275AA7A23293}"/>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1" name="Straight Connector 460">
              <a:extLst>
                <a:ext uri="{FF2B5EF4-FFF2-40B4-BE49-F238E27FC236}">
                  <a16:creationId xmlns:a16="http://schemas.microsoft.com/office/drawing/2014/main" id="{C658E295-50FC-3028-57F0-A488CEA3A469}"/>
                </a:ext>
              </a:extLst>
            </p:cNvPr>
            <p:cNvCxnSpPr>
              <a:cxnSpLocks/>
              <a:stCxn id="460"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2" name="Straight Connector 461">
              <a:extLst>
                <a:ext uri="{FF2B5EF4-FFF2-40B4-BE49-F238E27FC236}">
                  <a16:creationId xmlns:a16="http://schemas.microsoft.com/office/drawing/2014/main" id="{0691EBE2-B694-6450-E878-048A07931C48}"/>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3" name="Group 462">
            <a:extLst>
              <a:ext uri="{FF2B5EF4-FFF2-40B4-BE49-F238E27FC236}">
                <a16:creationId xmlns:a16="http://schemas.microsoft.com/office/drawing/2014/main" id="{D95DCDF9-5797-7BE6-3602-D972E3C16F03}"/>
              </a:ext>
            </a:extLst>
          </p:cNvPr>
          <p:cNvGrpSpPr/>
          <p:nvPr/>
        </p:nvGrpSpPr>
        <p:grpSpPr>
          <a:xfrm>
            <a:off x="7959200" y="2974054"/>
            <a:ext cx="721206" cy="609701"/>
            <a:chOff x="7959200" y="2974054"/>
            <a:chExt cx="721206" cy="609701"/>
          </a:xfrm>
        </p:grpSpPr>
        <p:sp>
          <p:nvSpPr>
            <p:cNvPr id="464" name="Rectangle 463">
              <a:hlinkHover r:id="" action="ppaction://noaction" highlightClick="1"/>
              <a:extLst>
                <a:ext uri="{FF2B5EF4-FFF2-40B4-BE49-F238E27FC236}">
                  <a16:creationId xmlns:a16="http://schemas.microsoft.com/office/drawing/2014/main" id="{71E7B672-9EEF-7DC4-8C04-F3A45E598EDC}"/>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65" name="Diamond 464">
              <a:extLst>
                <a:ext uri="{FF2B5EF4-FFF2-40B4-BE49-F238E27FC236}">
                  <a16:creationId xmlns:a16="http://schemas.microsoft.com/office/drawing/2014/main" id="{95377F34-5D1F-826A-79F3-3AA222041C69}"/>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6" name="Oval 465">
              <a:extLst>
                <a:ext uri="{FF2B5EF4-FFF2-40B4-BE49-F238E27FC236}">
                  <a16:creationId xmlns:a16="http://schemas.microsoft.com/office/drawing/2014/main" id="{585EBB2F-9511-A0E7-0D74-F7F24C2AA974}"/>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7" name="Group 466">
            <a:extLst>
              <a:ext uri="{FF2B5EF4-FFF2-40B4-BE49-F238E27FC236}">
                <a16:creationId xmlns:a16="http://schemas.microsoft.com/office/drawing/2014/main" id="{1DB85810-107B-CCAC-2BB1-A930C208F316}"/>
              </a:ext>
            </a:extLst>
          </p:cNvPr>
          <p:cNvGrpSpPr/>
          <p:nvPr/>
        </p:nvGrpSpPr>
        <p:grpSpPr>
          <a:xfrm>
            <a:off x="8795244" y="2974054"/>
            <a:ext cx="721206" cy="609701"/>
            <a:chOff x="8795244" y="2974054"/>
            <a:chExt cx="721206" cy="609701"/>
          </a:xfrm>
        </p:grpSpPr>
        <p:sp>
          <p:nvSpPr>
            <p:cNvPr id="468" name="Rectangle 467">
              <a:hlinkHover r:id="" action="ppaction://noaction" highlightClick="1"/>
              <a:extLst>
                <a:ext uri="{FF2B5EF4-FFF2-40B4-BE49-F238E27FC236}">
                  <a16:creationId xmlns:a16="http://schemas.microsoft.com/office/drawing/2014/main" id="{D45A6E35-1D33-7415-41E4-55C1D3D61563}"/>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69" name="Diamond 468">
              <a:extLst>
                <a:ext uri="{FF2B5EF4-FFF2-40B4-BE49-F238E27FC236}">
                  <a16:creationId xmlns:a16="http://schemas.microsoft.com/office/drawing/2014/main" id="{B90B1CC6-0ABE-2756-FB78-884AD5EB25DC}"/>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0" name="Oval 469">
              <a:extLst>
                <a:ext uri="{FF2B5EF4-FFF2-40B4-BE49-F238E27FC236}">
                  <a16:creationId xmlns:a16="http://schemas.microsoft.com/office/drawing/2014/main" id="{91E60D72-556F-917C-8D84-E5FA5D8548D2}"/>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7" name="Group 476">
            <a:extLst>
              <a:ext uri="{FF2B5EF4-FFF2-40B4-BE49-F238E27FC236}">
                <a16:creationId xmlns:a16="http://schemas.microsoft.com/office/drawing/2014/main" id="{982D364D-0B4A-8E8A-7AB1-4359720FAA5D}"/>
              </a:ext>
            </a:extLst>
          </p:cNvPr>
          <p:cNvGrpSpPr/>
          <p:nvPr/>
        </p:nvGrpSpPr>
        <p:grpSpPr>
          <a:xfrm>
            <a:off x="5442073" y="811556"/>
            <a:ext cx="728239" cy="609701"/>
            <a:chOff x="5442073" y="811556"/>
            <a:chExt cx="728239" cy="609701"/>
          </a:xfrm>
        </p:grpSpPr>
        <p:sp>
          <p:nvSpPr>
            <p:cNvPr id="478" name="Rectangle 477">
              <a:extLst>
                <a:ext uri="{FF2B5EF4-FFF2-40B4-BE49-F238E27FC236}">
                  <a16:creationId xmlns:a16="http://schemas.microsoft.com/office/drawing/2014/main" id="{573E0257-16F6-FDCA-5A35-73E14C32DD49}"/>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79" name="Rectangle 478">
              <a:extLst>
                <a:ext uri="{FF2B5EF4-FFF2-40B4-BE49-F238E27FC236}">
                  <a16:creationId xmlns:a16="http://schemas.microsoft.com/office/drawing/2014/main" id="{E12AC04A-F8D0-3F8B-FE35-D26ADB9D263B}"/>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0" name="Oval 15">
              <a:extLst>
                <a:ext uri="{FF2B5EF4-FFF2-40B4-BE49-F238E27FC236}">
                  <a16:creationId xmlns:a16="http://schemas.microsoft.com/office/drawing/2014/main" id="{A1E6D822-1994-FD7C-6D45-88293E3488C7}"/>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1" name="Straight Connector 480">
              <a:extLst>
                <a:ext uri="{FF2B5EF4-FFF2-40B4-BE49-F238E27FC236}">
                  <a16:creationId xmlns:a16="http://schemas.microsoft.com/office/drawing/2014/main" id="{10AA0E69-2DD0-F80A-3F7F-94AFDA7EDF5D}"/>
                </a:ext>
              </a:extLst>
            </p:cNvPr>
            <p:cNvCxnSpPr>
              <a:cxnSpLocks/>
              <a:stCxn id="480"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2" name="Straight Connector 481">
              <a:extLst>
                <a:ext uri="{FF2B5EF4-FFF2-40B4-BE49-F238E27FC236}">
                  <a16:creationId xmlns:a16="http://schemas.microsoft.com/office/drawing/2014/main" id="{31500732-4D84-DD93-1CB4-FBB3C31D843F}"/>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3" name="Group 482">
            <a:extLst>
              <a:ext uri="{FF2B5EF4-FFF2-40B4-BE49-F238E27FC236}">
                <a16:creationId xmlns:a16="http://schemas.microsoft.com/office/drawing/2014/main" id="{FAF0FC7C-3520-A122-582B-EAC6A793DC07}"/>
              </a:ext>
            </a:extLst>
          </p:cNvPr>
          <p:cNvGrpSpPr/>
          <p:nvPr/>
        </p:nvGrpSpPr>
        <p:grpSpPr>
          <a:xfrm>
            <a:off x="6284597" y="811555"/>
            <a:ext cx="721206" cy="609701"/>
            <a:chOff x="6284597" y="811555"/>
            <a:chExt cx="721206" cy="609701"/>
          </a:xfrm>
        </p:grpSpPr>
        <p:sp>
          <p:nvSpPr>
            <p:cNvPr id="484" name="Rectangle 483">
              <a:hlinkHover r:id="" action="ppaction://noaction" highlightClick="1"/>
              <a:extLst>
                <a:ext uri="{FF2B5EF4-FFF2-40B4-BE49-F238E27FC236}">
                  <a16:creationId xmlns:a16="http://schemas.microsoft.com/office/drawing/2014/main" id="{B270FB0B-4F42-5C98-F775-EC95C02977ED}"/>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85" name="Right Triangle 484">
              <a:extLst>
                <a:ext uri="{FF2B5EF4-FFF2-40B4-BE49-F238E27FC236}">
                  <a16:creationId xmlns:a16="http://schemas.microsoft.com/office/drawing/2014/main" id="{F3BBDDDD-0ACC-1E26-AE38-466CDD558003}"/>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6" name="Oval 27">
              <a:extLst>
                <a:ext uri="{FF2B5EF4-FFF2-40B4-BE49-F238E27FC236}">
                  <a16:creationId xmlns:a16="http://schemas.microsoft.com/office/drawing/2014/main" id="{82C3FF0F-760F-004A-60E0-C0566DF72BD7}"/>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7" name="Oval 28">
              <a:extLst>
                <a:ext uri="{FF2B5EF4-FFF2-40B4-BE49-F238E27FC236}">
                  <a16:creationId xmlns:a16="http://schemas.microsoft.com/office/drawing/2014/main" id="{CA862F84-C1BB-0F94-CBBC-19EE6566F34A}"/>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3" name="Group 492">
            <a:extLst>
              <a:ext uri="{FF2B5EF4-FFF2-40B4-BE49-F238E27FC236}">
                <a16:creationId xmlns:a16="http://schemas.microsoft.com/office/drawing/2014/main" id="{70273263-D110-AE43-7D74-9BD8960C9D51}"/>
              </a:ext>
            </a:extLst>
          </p:cNvPr>
          <p:cNvGrpSpPr/>
          <p:nvPr/>
        </p:nvGrpSpPr>
        <p:grpSpPr>
          <a:xfrm>
            <a:off x="7957576" y="811556"/>
            <a:ext cx="721206" cy="609701"/>
            <a:chOff x="7957576" y="811556"/>
            <a:chExt cx="721206" cy="609701"/>
          </a:xfrm>
        </p:grpSpPr>
        <p:sp>
          <p:nvSpPr>
            <p:cNvPr id="494" name="Rectangle 493">
              <a:extLst>
                <a:ext uri="{FF2B5EF4-FFF2-40B4-BE49-F238E27FC236}">
                  <a16:creationId xmlns:a16="http://schemas.microsoft.com/office/drawing/2014/main" id="{08A53087-E986-4AA6-6D7E-11ADBB6C76C7}"/>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95" name="Rectangle 494">
              <a:extLst>
                <a:ext uri="{FF2B5EF4-FFF2-40B4-BE49-F238E27FC236}">
                  <a16:creationId xmlns:a16="http://schemas.microsoft.com/office/drawing/2014/main" id="{D16BE959-8CF2-9AA1-DBFB-3DD6DF33F425}"/>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6" name="Oval 15">
              <a:extLst>
                <a:ext uri="{FF2B5EF4-FFF2-40B4-BE49-F238E27FC236}">
                  <a16:creationId xmlns:a16="http://schemas.microsoft.com/office/drawing/2014/main" id="{80367E7D-A4BD-1650-B782-0F5412CA7C7F}"/>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97" name="Straight Connector 496">
              <a:extLst>
                <a:ext uri="{FF2B5EF4-FFF2-40B4-BE49-F238E27FC236}">
                  <a16:creationId xmlns:a16="http://schemas.microsoft.com/office/drawing/2014/main" id="{9F68032D-09A9-92DC-7E66-40D45D68C779}"/>
                </a:ext>
              </a:extLst>
            </p:cNvPr>
            <p:cNvCxnSpPr>
              <a:cxnSpLocks/>
              <a:stCxn id="496"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8" name="Straight Connector 497">
              <a:extLst>
                <a:ext uri="{FF2B5EF4-FFF2-40B4-BE49-F238E27FC236}">
                  <a16:creationId xmlns:a16="http://schemas.microsoft.com/office/drawing/2014/main" id="{E7F7B218-7FCB-FD93-62B6-32E55A539C7B}"/>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7" name="Group 506">
            <a:extLst>
              <a:ext uri="{FF2B5EF4-FFF2-40B4-BE49-F238E27FC236}">
                <a16:creationId xmlns:a16="http://schemas.microsoft.com/office/drawing/2014/main" id="{C7CA8977-37D0-BF52-3129-8A1D7BF6118C}"/>
              </a:ext>
            </a:extLst>
          </p:cNvPr>
          <p:cNvGrpSpPr/>
          <p:nvPr/>
        </p:nvGrpSpPr>
        <p:grpSpPr>
          <a:xfrm>
            <a:off x="11356242" y="90836"/>
            <a:ext cx="721206" cy="609701"/>
            <a:chOff x="11356242" y="90836"/>
            <a:chExt cx="721206" cy="609701"/>
          </a:xfrm>
        </p:grpSpPr>
        <p:sp>
          <p:nvSpPr>
            <p:cNvPr id="508" name="Rectangle 507">
              <a:hlinkHover r:id="" action="ppaction://noaction" highlightClick="1"/>
              <a:extLst>
                <a:ext uri="{FF2B5EF4-FFF2-40B4-BE49-F238E27FC236}">
                  <a16:creationId xmlns:a16="http://schemas.microsoft.com/office/drawing/2014/main" id="{B27C4E0B-A926-6B2C-D1C5-84D97C5A25E1}"/>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09" name="Oval 508">
              <a:extLst>
                <a:ext uri="{FF2B5EF4-FFF2-40B4-BE49-F238E27FC236}">
                  <a16:creationId xmlns:a16="http://schemas.microsoft.com/office/drawing/2014/main" id="{3E1FC2AD-1E0B-FF17-E0AA-256C2D93A779}"/>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0" name="Isosceles Triangle 648">
              <a:extLst>
                <a:ext uri="{FF2B5EF4-FFF2-40B4-BE49-F238E27FC236}">
                  <a16:creationId xmlns:a16="http://schemas.microsoft.com/office/drawing/2014/main" id="{3FC3A0F8-7C48-A2A9-4E5B-4CB3129C6235}"/>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1" name="Group 510">
            <a:extLst>
              <a:ext uri="{FF2B5EF4-FFF2-40B4-BE49-F238E27FC236}">
                <a16:creationId xmlns:a16="http://schemas.microsoft.com/office/drawing/2014/main" id="{D3C182BB-20FA-D839-CC08-535BDB3CE81F}"/>
              </a:ext>
            </a:extLst>
          </p:cNvPr>
          <p:cNvGrpSpPr/>
          <p:nvPr/>
        </p:nvGrpSpPr>
        <p:grpSpPr>
          <a:xfrm>
            <a:off x="11356243" y="3694774"/>
            <a:ext cx="721206" cy="609701"/>
            <a:chOff x="11356243" y="3694774"/>
            <a:chExt cx="721206" cy="609701"/>
          </a:xfrm>
        </p:grpSpPr>
        <p:sp>
          <p:nvSpPr>
            <p:cNvPr id="512" name="Rectangle 511">
              <a:hlinkHover r:id="" action="ppaction://noaction" highlightClick="1"/>
              <a:extLst>
                <a:ext uri="{FF2B5EF4-FFF2-40B4-BE49-F238E27FC236}">
                  <a16:creationId xmlns:a16="http://schemas.microsoft.com/office/drawing/2014/main" id="{426DE2CF-F532-A602-396D-AD7F1A89D277}"/>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13" name="Oval 512">
              <a:extLst>
                <a:ext uri="{FF2B5EF4-FFF2-40B4-BE49-F238E27FC236}">
                  <a16:creationId xmlns:a16="http://schemas.microsoft.com/office/drawing/2014/main" id="{6DA92104-FC23-52E1-608E-F4010080F522}"/>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4" name="Isosceles Triangle 648">
              <a:extLst>
                <a:ext uri="{FF2B5EF4-FFF2-40B4-BE49-F238E27FC236}">
                  <a16:creationId xmlns:a16="http://schemas.microsoft.com/office/drawing/2014/main" id="{60E29962-4B49-A222-40A9-A01DD350419C}"/>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5" name="Group 514">
            <a:extLst>
              <a:ext uri="{FF2B5EF4-FFF2-40B4-BE49-F238E27FC236}">
                <a16:creationId xmlns:a16="http://schemas.microsoft.com/office/drawing/2014/main" id="{D7ECF972-9B4C-4CD5-61A0-AA70DD65EDC5}"/>
              </a:ext>
            </a:extLst>
          </p:cNvPr>
          <p:cNvGrpSpPr/>
          <p:nvPr/>
        </p:nvGrpSpPr>
        <p:grpSpPr>
          <a:xfrm>
            <a:off x="9657691" y="4419624"/>
            <a:ext cx="721206" cy="609701"/>
            <a:chOff x="9657691" y="4419624"/>
            <a:chExt cx="721206" cy="609701"/>
          </a:xfrm>
        </p:grpSpPr>
        <p:sp>
          <p:nvSpPr>
            <p:cNvPr id="516" name="Rectangle 515">
              <a:hlinkHover r:id="" action="ppaction://noaction" highlightClick="1"/>
              <a:extLst>
                <a:ext uri="{FF2B5EF4-FFF2-40B4-BE49-F238E27FC236}">
                  <a16:creationId xmlns:a16="http://schemas.microsoft.com/office/drawing/2014/main" id="{618604F8-A6EF-9933-07F9-01858D299267}"/>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17" name="Oval 516">
              <a:extLst>
                <a:ext uri="{FF2B5EF4-FFF2-40B4-BE49-F238E27FC236}">
                  <a16:creationId xmlns:a16="http://schemas.microsoft.com/office/drawing/2014/main" id="{7CE226CD-1C45-9ADF-155C-EE9D083192D4}"/>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8" name="Isosceles Triangle 648">
              <a:extLst>
                <a:ext uri="{FF2B5EF4-FFF2-40B4-BE49-F238E27FC236}">
                  <a16:creationId xmlns:a16="http://schemas.microsoft.com/office/drawing/2014/main" id="{ED965D49-FE4E-99F7-C36A-C8E8480CD44D}"/>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9" name="Group 518">
            <a:extLst>
              <a:ext uri="{FF2B5EF4-FFF2-40B4-BE49-F238E27FC236}">
                <a16:creationId xmlns:a16="http://schemas.microsoft.com/office/drawing/2014/main" id="{3EB859E0-7021-595A-D5FA-10BCF6879DE9}"/>
              </a:ext>
            </a:extLst>
          </p:cNvPr>
          <p:cNvGrpSpPr/>
          <p:nvPr/>
        </p:nvGrpSpPr>
        <p:grpSpPr>
          <a:xfrm>
            <a:off x="10506968" y="4419620"/>
            <a:ext cx="721206" cy="609701"/>
            <a:chOff x="10506968" y="4419620"/>
            <a:chExt cx="721206" cy="609701"/>
          </a:xfrm>
        </p:grpSpPr>
        <p:sp>
          <p:nvSpPr>
            <p:cNvPr id="520" name="Rectangle 519">
              <a:hlinkHover r:id="" action="ppaction://noaction" highlightClick="1"/>
              <a:extLst>
                <a:ext uri="{FF2B5EF4-FFF2-40B4-BE49-F238E27FC236}">
                  <a16:creationId xmlns:a16="http://schemas.microsoft.com/office/drawing/2014/main" id="{E81C15CD-0CA9-A24E-BB38-B4E87B3C17E0}"/>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21" name="Oval 520">
              <a:extLst>
                <a:ext uri="{FF2B5EF4-FFF2-40B4-BE49-F238E27FC236}">
                  <a16:creationId xmlns:a16="http://schemas.microsoft.com/office/drawing/2014/main" id="{E222590D-0851-7BA4-7738-CE6E24D8CDB5}"/>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2" name="Isosceles Triangle 648">
              <a:extLst>
                <a:ext uri="{FF2B5EF4-FFF2-40B4-BE49-F238E27FC236}">
                  <a16:creationId xmlns:a16="http://schemas.microsoft.com/office/drawing/2014/main" id="{FFA788EC-43BF-51B7-3348-CC0B63BD97EF}"/>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3" name="Group 522">
            <a:extLst>
              <a:ext uri="{FF2B5EF4-FFF2-40B4-BE49-F238E27FC236}">
                <a16:creationId xmlns:a16="http://schemas.microsoft.com/office/drawing/2014/main" id="{85124F0C-EA5C-13A7-2E7E-653EBE8A9758}"/>
              </a:ext>
            </a:extLst>
          </p:cNvPr>
          <p:cNvGrpSpPr/>
          <p:nvPr/>
        </p:nvGrpSpPr>
        <p:grpSpPr>
          <a:xfrm>
            <a:off x="11356003" y="4416261"/>
            <a:ext cx="721206" cy="609701"/>
            <a:chOff x="11356003" y="4416261"/>
            <a:chExt cx="721206" cy="609701"/>
          </a:xfrm>
        </p:grpSpPr>
        <p:sp>
          <p:nvSpPr>
            <p:cNvPr id="524" name="Rectangle 523">
              <a:hlinkHover r:id="" action="ppaction://noaction" highlightClick="1"/>
              <a:extLst>
                <a:ext uri="{FF2B5EF4-FFF2-40B4-BE49-F238E27FC236}">
                  <a16:creationId xmlns:a16="http://schemas.microsoft.com/office/drawing/2014/main" id="{5DAA5EA0-1BA1-DA3B-B53E-C4CB7AE77EA5}"/>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25" name="Oval 524">
              <a:extLst>
                <a:ext uri="{FF2B5EF4-FFF2-40B4-BE49-F238E27FC236}">
                  <a16:creationId xmlns:a16="http://schemas.microsoft.com/office/drawing/2014/main" id="{725DDC8A-304D-ECD4-4EF2-B531B1F8EF96}"/>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6" name="Isosceles Triangle 648">
              <a:extLst>
                <a:ext uri="{FF2B5EF4-FFF2-40B4-BE49-F238E27FC236}">
                  <a16:creationId xmlns:a16="http://schemas.microsoft.com/office/drawing/2014/main" id="{78721836-48A2-9A56-BF21-411AA24BF94B}"/>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7" name="Group 526">
            <a:extLst>
              <a:ext uri="{FF2B5EF4-FFF2-40B4-BE49-F238E27FC236}">
                <a16:creationId xmlns:a16="http://schemas.microsoft.com/office/drawing/2014/main" id="{AEA55144-9FB1-DF17-1773-C10FCF2E3976}"/>
              </a:ext>
            </a:extLst>
          </p:cNvPr>
          <p:cNvGrpSpPr/>
          <p:nvPr/>
        </p:nvGrpSpPr>
        <p:grpSpPr>
          <a:xfrm>
            <a:off x="8808526" y="4416261"/>
            <a:ext cx="721206" cy="609701"/>
            <a:chOff x="8808526" y="4416261"/>
            <a:chExt cx="721206" cy="609701"/>
          </a:xfrm>
        </p:grpSpPr>
        <p:sp>
          <p:nvSpPr>
            <p:cNvPr id="528" name="Rectangle 527">
              <a:hlinkHover r:id="" action="ppaction://noaction" highlightClick="1"/>
              <a:extLst>
                <a:ext uri="{FF2B5EF4-FFF2-40B4-BE49-F238E27FC236}">
                  <a16:creationId xmlns:a16="http://schemas.microsoft.com/office/drawing/2014/main" id="{1E903A85-EF0B-B8AD-0E51-54D46B7E66F9}"/>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29" name="Oval 528">
              <a:extLst>
                <a:ext uri="{FF2B5EF4-FFF2-40B4-BE49-F238E27FC236}">
                  <a16:creationId xmlns:a16="http://schemas.microsoft.com/office/drawing/2014/main" id="{86675953-AD30-68A8-D275-48AA28CEE6E9}"/>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0" name="Isosceles Triangle 648">
              <a:extLst>
                <a:ext uri="{FF2B5EF4-FFF2-40B4-BE49-F238E27FC236}">
                  <a16:creationId xmlns:a16="http://schemas.microsoft.com/office/drawing/2014/main" id="{1A315064-30D4-897F-D345-ECEA2F0B974B}"/>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1" name="Group 530">
            <a:extLst>
              <a:ext uri="{FF2B5EF4-FFF2-40B4-BE49-F238E27FC236}">
                <a16:creationId xmlns:a16="http://schemas.microsoft.com/office/drawing/2014/main" id="{DB7560AD-B58D-20BA-AC7D-62350B032D9E}"/>
              </a:ext>
            </a:extLst>
          </p:cNvPr>
          <p:cNvGrpSpPr/>
          <p:nvPr/>
        </p:nvGrpSpPr>
        <p:grpSpPr>
          <a:xfrm>
            <a:off x="10509579" y="5141013"/>
            <a:ext cx="721206" cy="609701"/>
            <a:chOff x="10509579" y="5141013"/>
            <a:chExt cx="721206" cy="609701"/>
          </a:xfrm>
        </p:grpSpPr>
        <p:sp>
          <p:nvSpPr>
            <p:cNvPr id="532" name="Rectangle 531">
              <a:hlinkHover r:id="" action="ppaction://noaction" highlightClick="1"/>
              <a:extLst>
                <a:ext uri="{FF2B5EF4-FFF2-40B4-BE49-F238E27FC236}">
                  <a16:creationId xmlns:a16="http://schemas.microsoft.com/office/drawing/2014/main" id="{8A562C0F-C413-6EFB-720E-0AD17959C80D}"/>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33" name="Oval 532">
              <a:extLst>
                <a:ext uri="{FF2B5EF4-FFF2-40B4-BE49-F238E27FC236}">
                  <a16:creationId xmlns:a16="http://schemas.microsoft.com/office/drawing/2014/main" id="{F023AF68-6FC6-0F40-09DB-E1D310DEE670}"/>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4" name="Isosceles Triangle 648">
              <a:extLst>
                <a:ext uri="{FF2B5EF4-FFF2-40B4-BE49-F238E27FC236}">
                  <a16:creationId xmlns:a16="http://schemas.microsoft.com/office/drawing/2014/main" id="{F43989EE-B02F-EAE5-8DE4-0525449F3583}"/>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5" name="Group 534">
            <a:extLst>
              <a:ext uri="{FF2B5EF4-FFF2-40B4-BE49-F238E27FC236}">
                <a16:creationId xmlns:a16="http://schemas.microsoft.com/office/drawing/2014/main" id="{2F5B3CBA-6BEF-1CD1-55AA-CE3A5D52A0A9}"/>
              </a:ext>
            </a:extLst>
          </p:cNvPr>
          <p:cNvGrpSpPr/>
          <p:nvPr/>
        </p:nvGrpSpPr>
        <p:grpSpPr>
          <a:xfrm>
            <a:off x="9651076" y="5143367"/>
            <a:ext cx="721206" cy="609701"/>
            <a:chOff x="9651076" y="5143367"/>
            <a:chExt cx="721206" cy="609701"/>
          </a:xfrm>
        </p:grpSpPr>
        <p:sp>
          <p:nvSpPr>
            <p:cNvPr id="536" name="Rectangle 535">
              <a:hlinkHover r:id="" action="ppaction://noaction" highlightClick="1"/>
              <a:extLst>
                <a:ext uri="{FF2B5EF4-FFF2-40B4-BE49-F238E27FC236}">
                  <a16:creationId xmlns:a16="http://schemas.microsoft.com/office/drawing/2014/main" id="{9FEE1A69-D207-D2A8-F020-83EFCA878C1A}"/>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37" name="Oval 536">
              <a:extLst>
                <a:ext uri="{FF2B5EF4-FFF2-40B4-BE49-F238E27FC236}">
                  <a16:creationId xmlns:a16="http://schemas.microsoft.com/office/drawing/2014/main" id="{DF1F5948-367B-FCB6-E22F-D3C3514DFFD5}"/>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8" name="Isosceles Triangle 648">
              <a:extLst>
                <a:ext uri="{FF2B5EF4-FFF2-40B4-BE49-F238E27FC236}">
                  <a16:creationId xmlns:a16="http://schemas.microsoft.com/office/drawing/2014/main" id="{B070A10B-46AF-584C-90A2-17C7DD91A884}"/>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9" name="Group 538">
            <a:extLst>
              <a:ext uri="{FF2B5EF4-FFF2-40B4-BE49-F238E27FC236}">
                <a16:creationId xmlns:a16="http://schemas.microsoft.com/office/drawing/2014/main" id="{68B1CDF8-B830-2EAB-867C-4134B6A09F17}"/>
              </a:ext>
            </a:extLst>
          </p:cNvPr>
          <p:cNvGrpSpPr/>
          <p:nvPr/>
        </p:nvGrpSpPr>
        <p:grpSpPr>
          <a:xfrm>
            <a:off x="9657612" y="3698231"/>
            <a:ext cx="721206" cy="609701"/>
            <a:chOff x="9657612" y="3698231"/>
            <a:chExt cx="721206" cy="609701"/>
          </a:xfrm>
        </p:grpSpPr>
        <p:sp>
          <p:nvSpPr>
            <p:cNvPr id="540" name="Rectangle 539">
              <a:hlinkHover r:id="" action="ppaction://noaction" highlightClick="1"/>
              <a:extLst>
                <a:ext uri="{FF2B5EF4-FFF2-40B4-BE49-F238E27FC236}">
                  <a16:creationId xmlns:a16="http://schemas.microsoft.com/office/drawing/2014/main" id="{B7DEF760-670D-A57C-BFD7-497C9AFD0084}"/>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41" name="Oval 540">
              <a:extLst>
                <a:ext uri="{FF2B5EF4-FFF2-40B4-BE49-F238E27FC236}">
                  <a16:creationId xmlns:a16="http://schemas.microsoft.com/office/drawing/2014/main" id="{C6A6493D-1833-A43C-99D0-9FD5819BD97C}"/>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2" name="Isosceles Triangle 648">
              <a:extLst>
                <a:ext uri="{FF2B5EF4-FFF2-40B4-BE49-F238E27FC236}">
                  <a16:creationId xmlns:a16="http://schemas.microsoft.com/office/drawing/2014/main" id="{94619CCC-29D3-ACBE-FC8C-4075F97FE794}"/>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3" name="Group 542">
            <a:extLst>
              <a:ext uri="{FF2B5EF4-FFF2-40B4-BE49-F238E27FC236}">
                <a16:creationId xmlns:a16="http://schemas.microsoft.com/office/drawing/2014/main" id="{46CCF348-CC87-5A1D-1BE6-2F5265BBEB01}"/>
              </a:ext>
            </a:extLst>
          </p:cNvPr>
          <p:cNvGrpSpPr/>
          <p:nvPr/>
        </p:nvGrpSpPr>
        <p:grpSpPr>
          <a:xfrm>
            <a:off x="10506928" y="3698227"/>
            <a:ext cx="721206" cy="609701"/>
            <a:chOff x="10506928" y="3698227"/>
            <a:chExt cx="721206" cy="609701"/>
          </a:xfrm>
        </p:grpSpPr>
        <p:sp>
          <p:nvSpPr>
            <p:cNvPr id="544" name="Rectangle 543">
              <a:hlinkHover r:id="" action="ppaction://noaction" highlightClick="1"/>
              <a:extLst>
                <a:ext uri="{FF2B5EF4-FFF2-40B4-BE49-F238E27FC236}">
                  <a16:creationId xmlns:a16="http://schemas.microsoft.com/office/drawing/2014/main" id="{BE85B6CC-5A0F-9DF0-5929-D136B224EDB5}"/>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45" name="Oval 544">
              <a:extLst>
                <a:ext uri="{FF2B5EF4-FFF2-40B4-BE49-F238E27FC236}">
                  <a16:creationId xmlns:a16="http://schemas.microsoft.com/office/drawing/2014/main" id="{AF6EFFD3-1A39-B6BA-DCB1-99504687EB81}"/>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6" name="Isosceles Triangle 648">
              <a:extLst>
                <a:ext uri="{FF2B5EF4-FFF2-40B4-BE49-F238E27FC236}">
                  <a16:creationId xmlns:a16="http://schemas.microsoft.com/office/drawing/2014/main" id="{00FE3838-990F-903C-DEC9-F3A0403AD157}"/>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7" name="Group 546">
            <a:extLst>
              <a:ext uri="{FF2B5EF4-FFF2-40B4-BE49-F238E27FC236}">
                <a16:creationId xmlns:a16="http://schemas.microsoft.com/office/drawing/2014/main" id="{B61A8F2A-B973-D7E3-C18C-A27BC526AC12}"/>
              </a:ext>
            </a:extLst>
          </p:cNvPr>
          <p:cNvGrpSpPr/>
          <p:nvPr/>
        </p:nvGrpSpPr>
        <p:grpSpPr>
          <a:xfrm>
            <a:off x="8808417" y="5135710"/>
            <a:ext cx="721206" cy="609701"/>
            <a:chOff x="8808417" y="5135710"/>
            <a:chExt cx="721206" cy="609701"/>
          </a:xfrm>
        </p:grpSpPr>
        <p:sp>
          <p:nvSpPr>
            <p:cNvPr id="548" name="Rectangle 547">
              <a:hlinkHover r:id="" action="ppaction://noaction" highlightClick="1"/>
              <a:extLst>
                <a:ext uri="{FF2B5EF4-FFF2-40B4-BE49-F238E27FC236}">
                  <a16:creationId xmlns:a16="http://schemas.microsoft.com/office/drawing/2014/main" id="{0DFB98CA-C4D3-A971-0422-5628D43AC85C}"/>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49" name="Oval 548">
              <a:extLst>
                <a:ext uri="{FF2B5EF4-FFF2-40B4-BE49-F238E27FC236}">
                  <a16:creationId xmlns:a16="http://schemas.microsoft.com/office/drawing/2014/main" id="{0B0F229A-2646-A85E-D939-2BAB0DC622AA}"/>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0" name="Isosceles Triangle 648">
              <a:extLst>
                <a:ext uri="{FF2B5EF4-FFF2-40B4-BE49-F238E27FC236}">
                  <a16:creationId xmlns:a16="http://schemas.microsoft.com/office/drawing/2014/main" id="{5B6D5FA4-6494-B909-40D3-8A4D8DAB9292}"/>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5" name="Group 564">
            <a:extLst>
              <a:ext uri="{FF2B5EF4-FFF2-40B4-BE49-F238E27FC236}">
                <a16:creationId xmlns:a16="http://schemas.microsoft.com/office/drawing/2014/main" id="{69C85261-EE8A-2824-DEB5-1CBE69FDC93E}"/>
              </a:ext>
            </a:extLst>
          </p:cNvPr>
          <p:cNvGrpSpPr/>
          <p:nvPr/>
        </p:nvGrpSpPr>
        <p:grpSpPr>
          <a:xfrm>
            <a:off x="7957572" y="1532276"/>
            <a:ext cx="721206" cy="609701"/>
            <a:chOff x="7957572" y="1532276"/>
            <a:chExt cx="721206" cy="609701"/>
          </a:xfrm>
        </p:grpSpPr>
        <p:sp>
          <p:nvSpPr>
            <p:cNvPr id="566" name="Rectangle 565">
              <a:hlinkHover r:id="" action="ppaction://noaction" highlightClick="1"/>
              <a:extLst>
                <a:ext uri="{FF2B5EF4-FFF2-40B4-BE49-F238E27FC236}">
                  <a16:creationId xmlns:a16="http://schemas.microsoft.com/office/drawing/2014/main" id="{0CF812EF-AC53-2BB8-C8A1-01F76A1CDEE8}"/>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67" name="Rectangle 566">
              <a:extLst>
                <a:ext uri="{FF2B5EF4-FFF2-40B4-BE49-F238E27FC236}">
                  <a16:creationId xmlns:a16="http://schemas.microsoft.com/office/drawing/2014/main" id="{E816ED96-0BBF-0844-3752-5EF6CF02F868}"/>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8" name="Oval 15">
              <a:extLst>
                <a:ext uri="{FF2B5EF4-FFF2-40B4-BE49-F238E27FC236}">
                  <a16:creationId xmlns:a16="http://schemas.microsoft.com/office/drawing/2014/main" id="{813B3E38-64FC-9C5D-D66C-94408A6A4D07}"/>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9" name="Straight Connector 568">
              <a:extLst>
                <a:ext uri="{FF2B5EF4-FFF2-40B4-BE49-F238E27FC236}">
                  <a16:creationId xmlns:a16="http://schemas.microsoft.com/office/drawing/2014/main" id="{9AEBFCE5-743C-E2B3-E5EA-360621FBD28A}"/>
                </a:ext>
              </a:extLst>
            </p:cNvPr>
            <p:cNvCxnSpPr>
              <a:cxnSpLocks/>
              <a:stCxn id="568"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0" name="Straight Connector 569">
              <a:extLst>
                <a:ext uri="{FF2B5EF4-FFF2-40B4-BE49-F238E27FC236}">
                  <a16:creationId xmlns:a16="http://schemas.microsoft.com/office/drawing/2014/main" id="{89659DFB-D34D-98CF-0411-0B0A547C007A}"/>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5" name="Group 604">
            <a:extLst>
              <a:ext uri="{FF2B5EF4-FFF2-40B4-BE49-F238E27FC236}">
                <a16:creationId xmlns:a16="http://schemas.microsoft.com/office/drawing/2014/main" id="{AEC04CAC-01A7-9205-68C1-9DD9C1F1E906}"/>
              </a:ext>
            </a:extLst>
          </p:cNvPr>
          <p:cNvGrpSpPr/>
          <p:nvPr/>
        </p:nvGrpSpPr>
        <p:grpSpPr>
          <a:xfrm>
            <a:off x="11356242" y="811556"/>
            <a:ext cx="721206" cy="609701"/>
            <a:chOff x="11356242" y="811556"/>
            <a:chExt cx="721206" cy="609701"/>
          </a:xfrm>
        </p:grpSpPr>
        <p:sp>
          <p:nvSpPr>
            <p:cNvPr id="606" name="Rectangle 605">
              <a:hlinkHover r:id="" action="ppaction://noaction" highlightClick="1"/>
              <a:extLst>
                <a:ext uri="{FF2B5EF4-FFF2-40B4-BE49-F238E27FC236}">
                  <a16:creationId xmlns:a16="http://schemas.microsoft.com/office/drawing/2014/main" id="{FA953022-FB30-4632-3791-28CD36105D08}"/>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07" name="Oval 606">
              <a:extLst>
                <a:ext uri="{FF2B5EF4-FFF2-40B4-BE49-F238E27FC236}">
                  <a16:creationId xmlns:a16="http://schemas.microsoft.com/office/drawing/2014/main" id="{C6CFDC9F-71FD-1E12-6CE9-0E9C54ED80AE}"/>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8" name="Isosceles Triangle 648">
              <a:extLst>
                <a:ext uri="{FF2B5EF4-FFF2-40B4-BE49-F238E27FC236}">
                  <a16:creationId xmlns:a16="http://schemas.microsoft.com/office/drawing/2014/main" id="{493375CF-EE77-AC04-3ED7-8ADA8B18684D}"/>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9" name="Group 608">
            <a:extLst>
              <a:ext uri="{FF2B5EF4-FFF2-40B4-BE49-F238E27FC236}">
                <a16:creationId xmlns:a16="http://schemas.microsoft.com/office/drawing/2014/main" id="{6C129306-4C60-971C-7187-6E315E55D95D}"/>
              </a:ext>
            </a:extLst>
          </p:cNvPr>
          <p:cNvGrpSpPr/>
          <p:nvPr/>
        </p:nvGrpSpPr>
        <p:grpSpPr>
          <a:xfrm>
            <a:off x="8807249" y="811555"/>
            <a:ext cx="721206" cy="609701"/>
            <a:chOff x="8807249" y="811555"/>
            <a:chExt cx="721206" cy="609701"/>
          </a:xfrm>
        </p:grpSpPr>
        <p:sp>
          <p:nvSpPr>
            <p:cNvPr id="610" name="Rectangle 609">
              <a:hlinkHover r:id="" action="ppaction://noaction" highlightClick="1"/>
              <a:extLst>
                <a:ext uri="{FF2B5EF4-FFF2-40B4-BE49-F238E27FC236}">
                  <a16:creationId xmlns:a16="http://schemas.microsoft.com/office/drawing/2014/main" id="{351B6C2D-DDA0-4F48-6EFD-F93C6603FE83}"/>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11" name="Diamond 610">
              <a:extLst>
                <a:ext uri="{FF2B5EF4-FFF2-40B4-BE49-F238E27FC236}">
                  <a16:creationId xmlns:a16="http://schemas.microsoft.com/office/drawing/2014/main" id="{599D3B72-6B03-5CFC-CF10-5D166A0DEC56}"/>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2" name="Oval 611">
              <a:extLst>
                <a:ext uri="{FF2B5EF4-FFF2-40B4-BE49-F238E27FC236}">
                  <a16:creationId xmlns:a16="http://schemas.microsoft.com/office/drawing/2014/main" id="{704F9EAE-D2F6-9319-9304-0718EC1DBB3D}"/>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3" name="Group 612">
            <a:extLst>
              <a:ext uri="{FF2B5EF4-FFF2-40B4-BE49-F238E27FC236}">
                <a16:creationId xmlns:a16="http://schemas.microsoft.com/office/drawing/2014/main" id="{3032B72C-38FF-52AC-2888-01069D19C597}"/>
              </a:ext>
            </a:extLst>
          </p:cNvPr>
          <p:cNvGrpSpPr/>
          <p:nvPr/>
        </p:nvGrpSpPr>
        <p:grpSpPr>
          <a:xfrm>
            <a:off x="8808419" y="3705986"/>
            <a:ext cx="721206" cy="609701"/>
            <a:chOff x="8808419" y="3705986"/>
            <a:chExt cx="721206" cy="609701"/>
          </a:xfrm>
        </p:grpSpPr>
        <p:sp>
          <p:nvSpPr>
            <p:cNvPr id="614" name="Rectangle 613">
              <a:hlinkHover r:id="" action="ppaction://noaction" highlightClick="1"/>
              <a:extLst>
                <a:ext uri="{FF2B5EF4-FFF2-40B4-BE49-F238E27FC236}">
                  <a16:creationId xmlns:a16="http://schemas.microsoft.com/office/drawing/2014/main" id="{065CDF24-082D-1B4A-5CE5-F8EC36FAC0C2}"/>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15" name="Oval 614">
              <a:extLst>
                <a:ext uri="{FF2B5EF4-FFF2-40B4-BE49-F238E27FC236}">
                  <a16:creationId xmlns:a16="http://schemas.microsoft.com/office/drawing/2014/main" id="{F3562DFA-DF8F-033D-D7D9-F15C3C4F9240}"/>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6" name="Isosceles Triangle 648">
              <a:extLst>
                <a:ext uri="{FF2B5EF4-FFF2-40B4-BE49-F238E27FC236}">
                  <a16:creationId xmlns:a16="http://schemas.microsoft.com/office/drawing/2014/main" id="{905F3FA4-C637-CA19-4952-AE9A39D71F49}"/>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7" name="Group 616">
            <a:extLst>
              <a:ext uri="{FF2B5EF4-FFF2-40B4-BE49-F238E27FC236}">
                <a16:creationId xmlns:a16="http://schemas.microsoft.com/office/drawing/2014/main" id="{F78CEA7D-BA7A-1F3E-C1E1-D57879C4D930}"/>
              </a:ext>
            </a:extLst>
          </p:cNvPr>
          <p:cNvGrpSpPr/>
          <p:nvPr/>
        </p:nvGrpSpPr>
        <p:grpSpPr>
          <a:xfrm>
            <a:off x="431659" y="90836"/>
            <a:ext cx="721210" cy="609701"/>
            <a:chOff x="431659" y="90836"/>
            <a:chExt cx="721210" cy="609701"/>
          </a:xfrm>
        </p:grpSpPr>
        <p:sp>
          <p:nvSpPr>
            <p:cNvPr id="618" name="Rectangle 617">
              <a:extLst>
                <a:ext uri="{FF2B5EF4-FFF2-40B4-BE49-F238E27FC236}">
                  <a16:creationId xmlns:a16="http://schemas.microsoft.com/office/drawing/2014/main" id="{EA6F00B7-1F8E-6327-3A78-B2C7F7F888CF}"/>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19" name="Rectangle 618">
              <a:extLst>
                <a:ext uri="{FF2B5EF4-FFF2-40B4-BE49-F238E27FC236}">
                  <a16:creationId xmlns:a16="http://schemas.microsoft.com/office/drawing/2014/main" id="{AD589EAA-C38A-CF36-FDB5-D8030219A360}"/>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0" name="Oval 15">
              <a:extLst>
                <a:ext uri="{FF2B5EF4-FFF2-40B4-BE49-F238E27FC236}">
                  <a16:creationId xmlns:a16="http://schemas.microsoft.com/office/drawing/2014/main" id="{3DB16B4D-21D9-4951-CD58-F7802CB0501F}"/>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1" name="Straight Connector 620">
              <a:extLst>
                <a:ext uri="{FF2B5EF4-FFF2-40B4-BE49-F238E27FC236}">
                  <a16:creationId xmlns:a16="http://schemas.microsoft.com/office/drawing/2014/main" id="{1C1BB597-738D-DFAE-3973-83A78A07310E}"/>
                </a:ext>
              </a:extLst>
            </p:cNvPr>
            <p:cNvCxnSpPr>
              <a:cxnSpLocks/>
              <a:stCxn id="620"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2" name="Straight Connector 621">
              <a:extLst>
                <a:ext uri="{FF2B5EF4-FFF2-40B4-BE49-F238E27FC236}">
                  <a16:creationId xmlns:a16="http://schemas.microsoft.com/office/drawing/2014/main" id="{1FA75383-96F9-4E99-3222-9C659F9B0EDB}"/>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3" name="Group 622">
            <a:extLst>
              <a:ext uri="{FF2B5EF4-FFF2-40B4-BE49-F238E27FC236}">
                <a16:creationId xmlns:a16="http://schemas.microsoft.com/office/drawing/2014/main" id="{FD4ECC66-F0DB-32BB-627F-CE60AF826155}"/>
              </a:ext>
            </a:extLst>
          </p:cNvPr>
          <p:cNvGrpSpPr/>
          <p:nvPr/>
        </p:nvGrpSpPr>
        <p:grpSpPr>
          <a:xfrm>
            <a:off x="1267282" y="90836"/>
            <a:ext cx="721206" cy="609701"/>
            <a:chOff x="1267282" y="90836"/>
            <a:chExt cx="721206" cy="609701"/>
          </a:xfrm>
        </p:grpSpPr>
        <p:sp>
          <p:nvSpPr>
            <p:cNvPr id="624" name="Rectangle 623">
              <a:extLst>
                <a:ext uri="{FF2B5EF4-FFF2-40B4-BE49-F238E27FC236}">
                  <a16:creationId xmlns:a16="http://schemas.microsoft.com/office/drawing/2014/main" id="{CD66367E-26F6-8E51-9C5C-55EF00F7A06D}"/>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25" name="Rectangle 624">
              <a:extLst>
                <a:ext uri="{FF2B5EF4-FFF2-40B4-BE49-F238E27FC236}">
                  <a16:creationId xmlns:a16="http://schemas.microsoft.com/office/drawing/2014/main" id="{FE1BB21E-A416-8521-97EC-F19A3292F8E9}"/>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6" name="Oval 15">
              <a:extLst>
                <a:ext uri="{FF2B5EF4-FFF2-40B4-BE49-F238E27FC236}">
                  <a16:creationId xmlns:a16="http://schemas.microsoft.com/office/drawing/2014/main" id="{3BE76033-0612-F7C6-9E4E-27700FB59E3E}"/>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7" name="Straight Connector 626">
              <a:extLst>
                <a:ext uri="{FF2B5EF4-FFF2-40B4-BE49-F238E27FC236}">
                  <a16:creationId xmlns:a16="http://schemas.microsoft.com/office/drawing/2014/main" id="{C03217D5-873B-C1D0-88EE-CE03983D0D4D}"/>
                </a:ext>
              </a:extLst>
            </p:cNvPr>
            <p:cNvCxnSpPr>
              <a:cxnSpLocks/>
              <a:stCxn id="626"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8" name="Straight Connector 627">
              <a:extLst>
                <a:ext uri="{FF2B5EF4-FFF2-40B4-BE49-F238E27FC236}">
                  <a16:creationId xmlns:a16="http://schemas.microsoft.com/office/drawing/2014/main" id="{449F17F1-2F7C-EB68-E4DE-AA9D19EF108F}"/>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9" name="Group 628">
            <a:extLst>
              <a:ext uri="{FF2B5EF4-FFF2-40B4-BE49-F238E27FC236}">
                <a16:creationId xmlns:a16="http://schemas.microsoft.com/office/drawing/2014/main" id="{8A39F315-1955-06AB-B08D-50B1D9E98FA8}"/>
              </a:ext>
            </a:extLst>
          </p:cNvPr>
          <p:cNvGrpSpPr/>
          <p:nvPr/>
        </p:nvGrpSpPr>
        <p:grpSpPr>
          <a:xfrm>
            <a:off x="2102907" y="90836"/>
            <a:ext cx="721206" cy="609701"/>
            <a:chOff x="2102907" y="90836"/>
            <a:chExt cx="721206" cy="609701"/>
          </a:xfrm>
        </p:grpSpPr>
        <p:sp>
          <p:nvSpPr>
            <p:cNvPr id="630" name="Rectangle 629">
              <a:extLst>
                <a:ext uri="{FF2B5EF4-FFF2-40B4-BE49-F238E27FC236}">
                  <a16:creationId xmlns:a16="http://schemas.microsoft.com/office/drawing/2014/main" id="{07A55760-ABAB-B838-2B7E-E02EA092892F}"/>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31" name="Rectangle 630">
              <a:extLst>
                <a:ext uri="{FF2B5EF4-FFF2-40B4-BE49-F238E27FC236}">
                  <a16:creationId xmlns:a16="http://schemas.microsoft.com/office/drawing/2014/main" id="{73D6F89E-5B95-B34A-05B3-05817FCDAE4A}"/>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2" name="Oval 15">
              <a:extLst>
                <a:ext uri="{FF2B5EF4-FFF2-40B4-BE49-F238E27FC236}">
                  <a16:creationId xmlns:a16="http://schemas.microsoft.com/office/drawing/2014/main" id="{CA62CEFE-2C8F-3016-12EF-69ECB477C177}"/>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3" name="Straight Connector 632">
              <a:extLst>
                <a:ext uri="{FF2B5EF4-FFF2-40B4-BE49-F238E27FC236}">
                  <a16:creationId xmlns:a16="http://schemas.microsoft.com/office/drawing/2014/main" id="{570BEBF9-EF67-4FCB-8CA4-3D6173AA8D25}"/>
                </a:ext>
              </a:extLst>
            </p:cNvPr>
            <p:cNvCxnSpPr>
              <a:cxnSpLocks/>
              <a:stCxn id="632"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34" name="Straight Connector 633">
              <a:extLst>
                <a:ext uri="{FF2B5EF4-FFF2-40B4-BE49-F238E27FC236}">
                  <a16:creationId xmlns:a16="http://schemas.microsoft.com/office/drawing/2014/main" id="{6D26BC5D-42FB-6B42-79EE-3FC23296128B}"/>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5" name="Group 634">
            <a:extLst>
              <a:ext uri="{FF2B5EF4-FFF2-40B4-BE49-F238E27FC236}">
                <a16:creationId xmlns:a16="http://schemas.microsoft.com/office/drawing/2014/main" id="{A67814F7-B482-FC05-7F17-2AD7342DA39D}"/>
              </a:ext>
            </a:extLst>
          </p:cNvPr>
          <p:cNvGrpSpPr/>
          <p:nvPr/>
        </p:nvGrpSpPr>
        <p:grpSpPr>
          <a:xfrm>
            <a:off x="1269626" y="4419615"/>
            <a:ext cx="721206" cy="609701"/>
            <a:chOff x="1269626" y="4419615"/>
            <a:chExt cx="721206" cy="609701"/>
          </a:xfrm>
        </p:grpSpPr>
        <p:sp>
          <p:nvSpPr>
            <p:cNvPr id="636" name="Rectangle 635">
              <a:extLst>
                <a:ext uri="{FF2B5EF4-FFF2-40B4-BE49-F238E27FC236}">
                  <a16:creationId xmlns:a16="http://schemas.microsoft.com/office/drawing/2014/main" id="{6DE6B880-668B-80DB-B4C4-DE916C8D668C}"/>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37" name="Cylinder 636">
              <a:extLst>
                <a:ext uri="{FF2B5EF4-FFF2-40B4-BE49-F238E27FC236}">
                  <a16:creationId xmlns:a16="http://schemas.microsoft.com/office/drawing/2014/main" id="{A3681796-E161-E5B3-B37B-8BB31DE6EE3C}"/>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8" name="Group 637">
            <a:extLst>
              <a:ext uri="{FF2B5EF4-FFF2-40B4-BE49-F238E27FC236}">
                <a16:creationId xmlns:a16="http://schemas.microsoft.com/office/drawing/2014/main" id="{A31EE16B-84C1-C88D-19B2-957828812847}"/>
              </a:ext>
            </a:extLst>
          </p:cNvPr>
          <p:cNvGrpSpPr/>
          <p:nvPr/>
        </p:nvGrpSpPr>
        <p:grpSpPr>
          <a:xfrm>
            <a:off x="432841" y="4419615"/>
            <a:ext cx="721206" cy="609701"/>
            <a:chOff x="432841" y="4419615"/>
            <a:chExt cx="721206" cy="609701"/>
          </a:xfrm>
        </p:grpSpPr>
        <p:sp>
          <p:nvSpPr>
            <p:cNvPr id="639" name="Rectangle 638">
              <a:extLst>
                <a:ext uri="{FF2B5EF4-FFF2-40B4-BE49-F238E27FC236}">
                  <a16:creationId xmlns:a16="http://schemas.microsoft.com/office/drawing/2014/main" id="{5799EA64-7387-74CE-14E9-D0F7122AE483}"/>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40" name="Cylinder 639">
              <a:extLst>
                <a:ext uri="{FF2B5EF4-FFF2-40B4-BE49-F238E27FC236}">
                  <a16:creationId xmlns:a16="http://schemas.microsoft.com/office/drawing/2014/main" id="{66D62247-27E3-491D-ADDA-3BEED868D618}"/>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1" name="Group 640">
            <a:extLst>
              <a:ext uri="{FF2B5EF4-FFF2-40B4-BE49-F238E27FC236}">
                <a16:creationId xmlns:a16="http://schemas.microsoft.com/office/drawing/2014/main" id="{3368319F-2E65-0816-B273-A65962CB3F7A}"/>
              </a:ext>
            </a:extLst>
          </p:cNvPr>
          <p:cNvGrpSpPr/>
          <p:nvPr/>
        </p:nvGrpSpPr>
        <p:grpSpPr>
          <a:xfrm>
            <a:off x="1268467" y="5141008"/>
            <a:ext cx="721206" cy="609701"/>
            <a:chOff x="1268467" y="5141008"/>
            <a:chExt cx="721206" cy="609701"/>
          </a:xfrm>
        </p:grpSpPr>
        <p:sp>
          <p:nvSpPr>
            <p:cNvPr id="642" name="Rectangle 641">
              <a:extLst>
                <a:ext uri="{FF2B5EF4-FFF2-40B4-BE49-F238E27FC236}">
                  <a16:creationId xmlns:a16="http://schemas.microsoft.com/office/drawing/2014/main" id="{45BF8602-4B4A-4325-209D-799D2561870A}"/>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43" name="Cylinder 642">
              <a:extLst>
                <a:ext uri="{FF2B5EF4-FFF2-40B4-BE49-F238E27FC236}">
                  <a16:creationId xmlns:a16="http://schemas.microsoft.com/office/drawing/2014/main" id="{0A907189-8584-0254-7FF9-9FA94521F5F2}"/>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4" name="Group 643">
            <a:extLst>
              <a:ext uri="{FF2B5EF4-FFF2-40B4-BE49-F238E27FC236}">
                <a16:creationId xmlns:a16="http://schemas.microsoft.com/office/drawing/2014/main" id="{9EEB7F38-865E-CD35-D22A-E5032D36E61D}"/>
              </a:ext>
            </a:extLst>
          </p:cNvPr>
          <p:cNvGrpSpPr/>
          <p:nvPr/>
        </p:nvGrpSpPr>
        <p:grpSpPr>
          <a:xfrm>
            <a:off x="431297" y="5141008"/>
            <a:ext cx="721206" cy="609701"/>
            <a:chOff x="431297" y="5141008"/>
            <a:chExt cx="721206" cy="609701"/>
          </a:xfrm>
        </p:grpSpPr>
        <p:sp>
          <p:nvSpPr>
            <p:cNvPr id="645" name="Rectangle 644">
              <a:extLst>
                <a:ext uri="{FF2B5EF4-FFF2-40B4-BE49-F238E27FC236}">
                  <a16:creationId xmlns:a16="http://schemas.microsoft.com/office/drawing/2014/main" id="{5534EED5-4CC6-6D70-0C4C-781AA69BFCDD}"/>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46" name="Cylinder 645">
              <a:extLst>
                <a:ext uri="{FF2B5EF4-FFF2-40B4-BE49-F238E27FC236}">
                  <a16:creationId xmlns:a16="http://schemas.microsoft.com/office/drawing/2014/main" id="{1B0F9CB3-50F0-96BB-AA1F-4BA016A82CED}"/>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7" name="Group 646">
            <a:extLst>
              <a:ext uri="{FF2B5EF4-FFF2-40B4-BE49-F238E27FC236}">
                <a16:creationId xmlns:a16="http://schemas.microsoft.com/office/drawing/2014/main" id="{1A8F802F-BF5F-E102-8227-5890B8E4FE0E}"/>
              </a:ext>
            </a:extLst>
          </p:cNvPr>
          <p:cNvGrpSpPr/>
          <p:nvPr/>
        </p:nvGrpSpPr>
        <p:grpSpPr>
          <a:xfrm>
            <a:off x="431660" y="3698226"/>
            <a:ext cx="721206" cy="609701"/>
            <a:chOff x="431660" y="3698226"/>
            <a:chExt cx="721206" cy="609701"/>
          </a:xfrm>
        </p:grpSpPr>
        <p:sp>
          <p:nvSpPr>
            <p:cNvPr id="648" name="Rectangle 647">
              <a:extLst>
                <a:ext uri="{FF2B5EF4-FFF2-40B4-BE49-F238E27FC236}">
                  <a16:creationId xmlns:a16="http://schemas.microsoft.com/office/drawing/2014/main" id="{DFC442AA-1335-75B9-413F-91213200143B}"/>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49" name="Right Triangle 648">
              <a:extLst>
                <a:ext uri="{FF2B5EF4-FFF2-40B4-BE49-F238E27FC236}">
                  <a16:creationId xmlns:a16="http://schemas.microsoft.com/office/drawing/2014/main" id="{9D8C3B24-8A8F-AAE9-443A-6E2AB61CFEE5}"/>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0" name="Group 649">
              <a:extLst>
                <a:ext uri="{FF2B5EF4-FFF2-40B4-BE49-F238E27FC236}">
                  <a16:creationId xmlns:a16="http://schemas.microsoft.com/office/drawing/2014/main" id="{EA9393E3-F7C8-6B8C-5EF3-71A30B3588C3}"/>
                </a:ext>
              </a:extLst>
            </p:cNvPr>
            <p:cNvGrpSpPr/>
            <p:nvPr/>
          </p:nvGrpSpPr>
          <p:grpSpPr>
            <a:xfrm>
              <a:off x="1102253" y="3706270"/>
              <a:ext cx="37817" cy="61390"/>
              <a:chOff x="3883481" y="2057400"/>
              <a:chExt cx="1608363" cy="2652031"/>
            </a:xfrm>
            <a:solidFill>
              <a:srgbClr val="A6A6A6">
                <a:alpha val="20000"/>
              </a:srgbClr>
            </a:solidFill>
          </p:grpSpPr>
          <p:sp>
            <p:nvSpPr>
              <p:cNvPr id="651" name="Oval 27">
                <a:extLst>
                  <a:ext uri="{FF2B5EF4-FFF2-40B4-BE49-F238E27FC236}">
                    <a16:creationId xmlns:a16="http://schemas.microsoft.com/office/drawing/2014/main" id="{DA70EA6E-4343-4C85-8D72-3083A700914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2" name="Oval 28">
                <a:extLst>
                  <a:ext uri="{FF2B5EF4-FFF2-40B4-BE49-F238E27FC236}">
                    <a16:creationId xmlns:a16="http://schemas.microsoft.com/office/drawing/2014/main" id="{948D5E9C-1591-289F-3842-CF10472F4AF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3" name="Group 652">
            <a:extLst>
              <a:ext uri="{FF2B5EF4-FFF2-40B4-BE49-F238E27FC236}">
                <a16:creationId xmlns:a16="http://schemas.microsoft.com/office/drawing/2014/main" id="{26BD208D-8135-F226-5AFC-F5BEFBEB0397}"/>
              </a:ext>
            </a:extLst>
          </p:cNvPr>
          <p:cNvGrpSpPr/>
          <p:nvPr/>
        </p:nvGrpSpPr>
        <p:grpSpPr>
          <a:xfrm>
            <a:off x="2942399" y="3698227"/>
            <a:ext cx="721206" cy="609701"/>
            <a:chOff x="2942399" y="3698227"/>
            <a:chExt cx="721206" cy="609701"/>
          </a:xfrm>
        </p:grpSpPr>
        <p:sp>
          <p:nvSpPr>
            <p:cNvPr id="654" name="Rectangle 653">
              <a:extLst>
                <a:ext uri="{FF2B5EF4-FFF2-40B4-BE49-F238E27FC236}">
                  <a16:creationId xmlns:a16="http://schemas.microsoft.com/office/drawing/2014/main" id="{A9DEF92E-DC27-B738-9AEC-9D85BA294F31}"/>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55" name="Right Triangle 654">
              <a:extLst>
                <a:ext uri="{FF2B5EF4-FFF2-40B4-BE49-F238E27FC236}">
                  <a16:creationId xmlns:a16="http://schemas.microsoft.com/office/drawing/2014/main" id="{C0FF993B-1FD3-E03E-1FEF-B41CA51959CB}"/>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6" name="Group 655">
              <a:extLst>
                <a:ext uri="{FF2B5EF4-FFF2-40B4-BE49-F238E27FC236}">
                  <a16:creationId xmlns:a16="http://schemas.microsoft.com/office/drawing/2014/main" id="{F38FB72D-BEDA-4882-0D42-E6B955182AFB}"/>
                </a:ext>
              </a:extLst>
            </p:cNvPr>
            <p:cNvGrpSpPr/>
            <p:nvPr/>
          </p:nvGrpSpPr>
          <p:grpSpPr>
            <a:xfrm>
              <a:off x="3607767" y="3713057"/>
              <a:ext cx="37817" cy="61390"/>
              <a:chOff x="3883481" y="2057400"/>
              <a:chExt cx="1608363" cy="2652031"/>
            </a:xfrm>
            <a:solidFill>
              <a:srgbClr val="A6A6A6">
                <a:alpha val="20000"/>
              </a:srgbClr>
            </a:solidFill>
          </p:grpSpPr>
          <p:sp>
            <p:nvSpPr>
              <p:cNvPr id="657" name="Oval 27">
                <a:extLst>
                  <a:ext uri="{FF2B5EF4-FFF2-40B4-BE49-F238E27FC236}">
                    <a16:creationId xmlns:a16="http://schemas.microsoft.com/office/drawing/2014/main" id="{F7327AB2-81AB-6C2E-21D8-9EA048C68F4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8" name="Oval 28">
                <a:extLst>
                  <a:ext uri="{FF2B5EF4-FFF2-40B4-BE49-F238E27FC236}">
                    <a16:creationId xmlns:a16="http://schemas.microsoft.com/office/drawing/2014/main" id="{D2B1C73E-B605-0F66-BA80-7FBDADF08FB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5" name="Group 674">
            <a:extLst>
              <a:ext uri="{FF2B5EF4-FFF2-40B4-BE49-F238E27FC236}">
                <a16:creationId xmlns:a16="http://schemas.microsoft.com/office/drawing/2014/main" id="{F6E85012-0178-1D7E-9292-18EFE18C66D8}"/>
              </a:ext>
            </a:extLst>
          </p:cNvPr>
          <p:cNvGrpSpPr/>
          <p:nvPr/>
        </p:nvGrpSpPr>
        <p:grpSpPr>
          <a:xfrm>
            <a:off x="2105710" y="3698208"/>
            <a:ext cx="721206" cy="610396"/>
            <a:chOff x="2105710" y="3698208"/>
            <a:chExt cx="721206" cy="610396"/>
          </a:xfrm>
        </p:grpSpPr>
        <p:sp>
          <p:nvSpPr>
            <p:cNvPr id="676" name="Rectangle 675">
              <a:extLst>
                <a:ext uri="{FF2B5EF4-FFF2-40B4-BE49-F238E27FC236}">
                  <a16:creationId xmlns:a16="http://schemas.microsoft.com/office/drawing/2014/main" id="{C6A9CB0B-2BBE-9A3F-136D-2D505EA44281}"/>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77" name="Right Triangle 676">
              <a:extLst>
                <a:ext uri="{FF2B5EF4-FFF2-40B4-BE49-F238E27FC236}">
                  <a16:creationId xmlns:a16="http://schemas.microsoft.com/office/drawing/2014/main" id="{600F60E4-1238-8E89-D0D4-FB0CB063D2F3}"/>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8" name="Group 677">
              <a:extLst>
                <a:ext uri="{FF2B5EF4-FFF2-40B4-BE49-F238E27FC236}">
                  <a16:creationId xmlns:a16="http://schemas.microsoft.com/office/drawing/2014/main" id="{5804F982-AFBF-7AEE-DB30-CAD897A6E299}"/>
                </a:ext>
              </a:extLst>
            </p:cNvPr>
            <p:cNvGrpSpPr/>
            <p:nvPr/>
          </p:nvGrpSpPr>
          <p:grpSpPr>
            <a:xfrm>
              <a:off x="2776303" y="3704306"/>
              <a:ext cx="37817" cy="61390"/>
              <a:chOff x="3883481" y="2057400"/>
              <a:chExt cx="1608363" cy="2652031"/>
            </a:xfrm>
            <a:solidFill>
              <a:srgbClr val="A6A6A6">
                <a:alpha val="20000"/>
              </a:srgbClr>
            </a:solidFill>
          </p:grpSpPr>
          <p:sp>
            <p:nvSpPr>
              <p:cNvPr id="679" name="Oval 27">
                <a:extLst>
                  <a:ext uri="{FF2B5EF4-FFF2-40B4-BE49-F238E27FC236}">
                    <a16:creationId xmlns:a16="http://schemas.microsoft.com/office/drawing/2014/main" id="{64C3081C-151D-AA96-8748-9305CC50210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0" name="Oval 28">
                <a:extLst>
                  <a:ext uri="{FF2B5EF4-FFF2-40B4-BE49-F238E27FC236}">
                    <a16:creationId xmlns:a16="http://schemas.microsoft.com/office/drawing/2014/main" id="{DB723253-88DB-E849-5246-6B168F0183E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1" name="Group 680">
            <a:extLst>
              <a:ext uri="{FF2B5EF4-FFF2-40B4-BE49-F238E27FC236}">
                <a16:creationId xmlns:a16="http://schemas.microsoft.com/office/drawing/2014/main" id="{313048F8-3B44-FD02-07B2-D1596A3C8E7E}"/>
              </a:ext>
            </a:extLst>
          </p:cNvPr>
          <p:cNvGrpSpPr/>
          <p:nvPr/>
        </p:nvGrpSpPr>
        <p:grpSpPr>
          <a:xfrm>
            <a:off x="3778361" y="2253333"/>
            <a:ext cx="721206" cy="609701"/>
            <a:chOff x="3778361" y="2253333"/>
            <a:chExt cx="721206" cy="609701"/>
          </a:xfrm>
        </p:grpSpPr>
        <p:sp>
          <p:nvSpPr>
            <p:cNvPr id="682" name="Rectangle 681">
              <a:extLst>
                <a:ext uri="{FF2B5EF4-FFF2-40B4-BE49-F238E27FC236}">
                  <a16:creationId xmlns:a16="http://schemas.microsoft.com/office/drawing/2014/main" id="{68EC1BB1-C8DB-E7BB-F354-F12EAD264B2C}"/>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83" name="Rectangle 682">
              <a:extLst>
                <a:ext uri="{FF2B5EF4-FFF2-40B4-BE49-F238E27FC236}">
                  <a16:creationId xmlns:a16="http://schemas.microsoft.com/office/drawing/2014/main" id="{0E03B6D0-C026-C545-F3E4-54C81F822C5F}"/>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4" name="Oval 15">
              <a:extLst>
                <a:ext uri="{FF2B5EF4-FFF2-40B4-BE49-F238E27FC236}">
                  <a16:creationId xmlns:a16="http://schemas.microsoft.com/office/drawing/2014/main" id="{CC6A2BC9-F69B-6907-66A9-334C5EB8D821}"/>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5" name="Straight Connector 684">
              <a:extLst>
                <a:ext uri="{FF2B5EF4-FFF2-40B4-BE49-F238E27FC236}">
                  <a16:creationId xmlns:a16="http://schemas.microsoft.com/office/drawing/2014/main" id="{C23DBED3-0267-7609-CA99-877B24AC93C6}"/>
                </a:ext>
              </a:extLst>
            </p:cNvPr>
            <p:cNvCxnSpPr>
              <a:cxnSpLocks/>
              <a:stCxn id="684"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6" name="Straight Connector 685">
              <a:extLst>
                <a:ext uri="{FF2B5EF4-FFF2-40B4-BE49-F238E27FC236}">
                  <a16:creationId xmlns:a16="http://schemas.microsoft.com/office/drawing/2014/main" id="{50851A25-3A71-8CEE-9E72-A815A09F63C5}"/>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87" name="Group 686">
            <a:extLst>
              <a:ext uri="{FF2B5EF4-FFF2-40B4-BE49-F238E27FC236}">
                <a16:creationId xmlns:a16="http://schemas.microsoft.com/office/drawing/2014/main" id="{1B227692-275E-0501-48E6-4F3B847740D7}"/>
              </a:ext>
            </a:extLst>
          </p:cNvPr>
          <p:cNvGrpSpPr/>
          <p:nvPr/>
        </p:nvGrpSpPr>
        <p:grpSpPr>
          <a:xfrm>
            <a:off x="1268843" y="2253332"/>
            <a:ext cx="721206" cy="609701"/>
            <a:chOff x="1268843" y="2253332"/>
            <a:chExt cx="721206" cy="609701"/>
          </a:xfrm>
        </p:grpSpPr>
        <p:sp>
          <p:nvSpPr>
            <p:cNvPr id="688" name="Rectangle 687">
              <a:extLst>
                <a:ext uri="{FF2B5EF4-FFF2-40B4-BE49-F238E27FC236}">
                  <a16:creationId xmlns:a16="http://schemas.microsoft.com/office/drawing/2014/main" id="{27090D36-67C5-1C18-E873-1309CBAB1CC7}"/>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89" name="Right Triangle 688">
              <a:extLst>
                <a:ext uri="{FF2B5EF4-FFF2-40B4-BE49-F238E27FC236}">
                  <a16:creationId xmlns:a16="http://schemas.microsoft.com/office/drawing/2014/main" id="{B6F08D94-008E-6C85-7F4F-E8D61A036816}"/>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0" name="Group 689">
              <a:extLst>
                <a:ext uri="{FF2B5EF4-FFF2-40B4-BE49-F238E27FC236}">
                  <a16:creationId xmlns:a16="http://schemas.microsoft.com/office/drawing/2014/main" id="{BACD11B1-943A-E36F-8598-13BF46F1DB37}"/>
                </a:ext>
              </a:extLst>
            </p:cNvPr>
            <p:cNvGrpSpPr/>
            <p:nvPr/>
          </p:nvGrpSpPr>
          <p:grpSpPr>
            <a:xfrm>
              <a:off x="1939436" y="2265731"/>
              <a:ext cx="37817" cy="61390"/>
              <a:chOff x="3883481" y="2057400"/>
              <a:chExt cx="1608363" cy="2652031"/>
            </a:xfrm>
            <a:solidFill>
              <a:srgbClr val="A6A6A6">
                <a:alpha val="20000"/>
              </a:srgbClr>
            </a:solidFill>
          </p:grpSpPr>
          <p:sp>
            <p:nvSpPr>
              <p:cNvPr id="691" name="Oval 27">
                <a:extLst>
                  <a:ext uri="{FF2B5EF4-FFF2-40B4-BE49-F238E27FC236}">
                    <a16:creationId xmlns:a16="http://schemas.microsoft.com/office/drawing/2014/main" id="{46AAD07B-A44C-B1FF-3E7A-9B853FADDC3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2" name="Oval 28">
                <a:extLst>
                  <a:ext uri="{FF2B5EF4-FFF2-40B4-BE49-F238E27FC236}">
                    <a16:creationId xmlns:a16="http://schemas.microsoft.com/office/drawing/2014/main" id="{F862E9E4-522F-E71B-99E0-1FC61220224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3" name="Group 692">
            <a:extLst>
              <a:ext uri="{FF2B5EF4-FFF2-40B4-BE49-F238E27FC236}">
                <a16:creationId xmlns:a16="http://schemas.microsoft.com/office/drawing/2014/main" id="{A94A7646-C965-1DEB-D714-99C107C61B00}"/>
              </a:ext>
            </a:extLst>
          </p:cNvPr>
          <p:cNvGrpSpPr/>
          <p:nvPr/>
        </p:nvGrpSpPr>
        <p:grpSpPr>
          <a:xfrm>
            <a:off x="2105351" y="2253333"/>
            <a:ext cx="721206" cy="609701"/>
            <a:chOff x="2105351" y="2253333"/>
            <a:chExt cx="721206" cy="609701"/>
          </a:xfrm>
        </p:grpSpPr>
        <p:sp>
          <p:nvSpPr>
            <p:cNvPr id="694" name="Rectangle 693">
              <a:extLst>
                <a:ext uri="{FF2B5EF4-FFF2-40B4-BE49-F238E27FC236}">
                  <a16:creationId xmlns:a16="http://schemas.microsoft.com/office/drawing/2014/main" id="{8DB9A1F7-8BAF-A3BC-9319-40F3A37F6F12}"/>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95" name="Right Triangle 694">
              <a:extLst>
                <a:ext uri="{FF2B5EF4-FFF2-40B4-BE49-F238E27FC236}">
                  <a16:creationId xmlns:a16="http://schemas.microsoft.com/office/drawing/2014/main" id="{0C1C7D51-9AF9-6CD1-83E9-EE37909F834A}"/>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6" name="Group 695">
              <a:extLst>
                <a:ext uri="{FF2B5EF4-FFF2-40B4-BE49-F238E27FC236}">
                  <a16:creationId xmlns:a16="http://schemas.microsoft.com/office/drawing/2014/main" id="{5736F89D-C267-AD89-D995-87A96744AE42}"/>
                </a:ext>
              </a:extLst>
            </p:cNvPr>
            <p:cNvGrpSpPr/>
            <p:nvPr/>
          </p:nvGrpSpPr>
          <p:grpSpPr>
            <a:xfrm>
              <a:off x="2771408" y="2265591"/>
              <a:ext cx="37817" cy="61390"/>
              <a:chOff x="3883481" y="2057400"/>
              <a:chExt cx="1608363" cy="2652031"/>
            </a:xfrm>
            <a:solidFill>
              <a:srgbClr val="A6A6A6">
                <a:alpha val="20000"/>
              </a:srgbClr>
            </a:solidFill>
          </p:grpSpPr>
          <p:sp>
            <p:nvSpPr>
              <p:cNvPr id="697" name="Oval 27">
                <a:extLst>
                  <a:ext uri="{FF2B5EF4-FFF2-40B4-BE49-F238E27FC236}">
                    <a16:creationId xmlns:a16="http://schemas.microsoft.com/office/drawing/2014/main" id="{B3A2B63F-1D9C-E356-1640-E3F9582CF63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8" name="Oval 28">
                <a:extLst>
                  <a:ext uri="{FF2B5EF4-FFF2-40B4-BE49-F238E27FC236}">
                    <a16:creationId xmlns:a16="http://schemas.microsoft.com/office/drawing/2014/main" id="{DDC46627-B499-288C-21BE-93B577197BC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9" name="Group 698">
            <a:extLst>
              <a:ext uri="{FF2B5EF4-FFF2-40B4-BE49-F238E27FC236}">
                <a16:creationId xmlns:a16="http://schemas.microsoft.com/office/drawing/2014/main" id="{B6BF60FF-3088-19B5-367A-3A57007BCA7C}"/>
              </a:ext>
            </a:extLst>
          </p:cNvPr>
          <p:cNvGrpSpPr/>
          <p:nvPr/>
        </p:nvGrpSpPr>
        <p:grpSpPr>
          <a:xfrm>
            <a:off x="2941860" y="2253333"/>
            <a:ext cx="721206" cy="609701"/>
            <a:chOff x="2941860" y="2253333"/>
            <a:chExt cx="721206" cy="609701"/>
          </a:xfrm>
        </p:grpSpPr>
        <p:sp>
          <p:nvSpPr>
            <p:cNvPr id="700" name="Rectangle 699">
              <a:extLst>
                <a:ext uri="{FF2B5EF4-FFF2-40B4-BE49-F238E27FC236}">
                  <a16:creationId xmlns:a16="http://schemas.microsoft.com/office/drawing/2014/main" id="{AC8741A6-3B39-A27D-AFAE-B7B669D2AF4B}"/>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701" name="Right Triangle 700">
              <a:extLst>
                <a:ext uri="{FF2B5EF4-FFF2-40B4-BE49-F238E27FC236}">
                  <a16:creationId xmlns:a16="http://schemas.microsoft.com/office/drawing/2014/main" id="{F0A8E0B3-0E19-251B-6CAF-1AF5C7EF82F3}"/>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2" name="Group 701">
              <a:extLst>
                <a:ext uri="{FF2B5EF4-FFF2-40B4-BE49-F238E27FC236}">
                  <a16:creationId xmlns:a16="http://schemas.microsoft.com/office/drawing/2014/main" id="{4AA010CC-308C-A41C-E3B9-E310BE28AE62}"/>
                </a:ext>
              </a:extLst>
            </p:cNvPr>
            <p:cNvGrpSpPr/>
            <p:nvPr/>
          </p:nvGrpSpPr>
          <p:grpSpPr>
            <a:xfrm>
              <a:off x="3611250" y="2264969"/>
              <a:ext cx="37817" cy="61390"/>
              <a:chOff x="3883481" y="2057400"/>
              <a:chExt cx="1608363" cy="2652031"/>
            </a:xfrm>
            <a:solidFill>
              <a:srgbClr val="A6A6A6">
                <a:alpha val="20000"/>
              </a:srgbClr>
            </a:solidFill>
          </p:grpSpPr>
          <p:sp>
            <p:nvSpPr>
              <p:cNvPr id="703" name="Oval 27">
                <a:extLst>
                  <a:ext uri="{FF2B5EF4-FFF2-40B4-BE49-F238E27FC236}">
                    <a16:creationId xmlns:a16="http://schemas.microsoft.com/office/drawing/2014/main" id="{6879592E-3B41-7F13-2918-BE6080E678E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4" name="Oval 28">
                <a:extLst>
                  <a:ext uri="{FF2B5EF4-FFF2-40B4-BE49-F238E27FC236}">
                    <a16:creationId xmlns:a16="http://schemas.microsoft.com/office/drawing/2014/main" id="{B73F54DD-C4B3-7557-3A08-214C4D02A0A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5" name="Group 704">
            <a:extLst>
              <a:ext uri="{FF2B5EF4-FFF2-40B4-BE49-F238E27FC236}">
                <a16:creationId xmlns:a16="http://schemas.microsoft.com/office/drawing/2014/main" id="{5C91883E-19A0-AFE6-0EBE-CB715BE95498}"/>
              </a:ext>
            </a:extLst>
          </p:cNvPr>
          <p:cNvGrpSpPr/>
          <p:nvPr/>
        </p:nvGrpSpPr>
        <p:grpSpPr>
          <a:xfrm>
            <a:off x="4614876" y="2253332"/>
            <a:ext cx="721206" cy="609701"/>
            <a:chOff x="4614876" y="2253332"/>
            <a:chExt cx="721206" cy="609701"/>
          </a:xfrm>
        </p:grpSpPr>
        <p:sp>
          <p:nvSpPr>
            <p:cNvPr id="706" name="Rectangle 705">
              <a:extLst>
                <a:ext uri="{FF2B5EF4-FFF2-40B4-BE49-F238E27FC236}">
                  <a16:creationId xmlns:a16="http://schemas.microsoft.com/office/drawing/2014/main" id="{6D5DAC55-22F2-8005-D213-16B9E78BDCCE}"/>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07" name="Right Triangle 706">
              <a:extLst>
                <a:ext uri="{FF2B5EF4-FFF2-40B4-BE49-F238E27FC236}">
                  <a16:creationId xmlns:a16="http://schemas.microsoft.com/office/drawing/2014/main" id="{E459D2E7-D632-29E2-14E3-0228514CF9E8}"/>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8" name="Group 707">
              <a:extLst>
                <a:ext uri="{FF2B5EF4-FFF2-40B4-BE49-F238E27FC236}">
                  <a16:creationId xmlns:a16="http://schemas.microsoft.com/office/drawing/2014/main" id="{3ADE63B7-91D2-15D0-C439-6DBF0C73B2BA}"/>
                </a:ext>
              </a:extLst>
            </p:cNvPr>
            <p:cNvGrpSpPr/>
            <p:nvPr/>
          </p:nvGrpSpPr>
          <p:grpSpPr>
            <a:xfrm>
              <a:off x="5280738" y="2264779"/>
              <a:ext cx="37817" cy="61390"/>
              <a:chOff x="3883481" y="2057400"/>
              <a:chExt cx="1608363" cy="2652031"/>
            </a:xfrm>
            <a:solidFill>
              <a:srgbClr val="A6A6A6">
                <a:alpha val="20000"/>
              </a:srgbClr>
            </a:solidFill>
          </p:grpSpPr>
          <p:sp>
            <p:nvSpPr>
              <p:cNvPr id="709" name="Oval 27">
                <a:extLst>
                  <a:ext uri="{FF2B5EF4-FFF2-40B4-BE49-F238E27FC236}">
                    <a16:creationId xmlns:a16="http://schemas.microsoft.com/office/drawing/2014/main" id="{388C7C36-CE3D-A3B6-22C7-214ED1128F3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0" name="Oval 28">
                <a:extLst>
                  <a:ext uri="{FF2B5EF4-FFF2-40B4-BE49-F238E27FC236}">
                    <a16:creationId xmlns:a16="http://schemas.microsoft.com/office/drawing/2014/main" id="{C9CD7422-2D9F-99C0-5940-F1AF04D021C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3" name="Group 722">
            <a:extLst>
              <a:ext uri="{FF2B5EF4-FFF2-40B4-BE49-F238E27FC236}">
                <a16:creationId xmlns:a16="http://schemas.microsoft.com/office/drawing/2014/main" id="{30235CC5-BEEE-0039-1681-D1FA9A16BA97}"/>
              </a:ext>
            </a:extLst>
          </p:cNvPr>
          <p:cNvGrpSpPr/>
          <p:nvPr/>
        </p:nvGrpSpPr>
        <p:grpSpPr>
          <a:xfrm>
            <a:off x="431659" y="2253337"/>
            <a:ext cx="721895" cy="609700"/>
            <a:chOff x="431659" y="2253337"/>
            <a:chExt cx="721895" cy="609700"/>
          </a:xfrm>
        </p:grpSpPr>
        <p:sp>
          <p:nvSpPr>
            <p:cNvPr id="724" name="Rectangle 723">
              <a:hlinkHover r:id="" action="ppaction://noaction" highlightClick="1"/>
              <a:extLst>
                <a:ext uri="{FF2B5EF4-FFF2-40B4-BE49-F238E27FC236}">
                  <a16:creationId xmlns:a16="http://schemas.microsoft.com/office/drawing/2014/main" id="{07CD5693-2E32-E50F-6B8D-EB2E39E4895F}"/>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25" name="Diamond 724">
              <a:extLst>
                <a:ext uri="{FF2B5EF4-FFF2-40B4-BE49-F238E27FC236}">
                  <a16:creationId xmlns:a16="http://schemas.microsoft.com/office/drawing/2014/main" id="{E2DCC22A-78A3-F777-BDBB-4116A4BB5D35}"/>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6" name="Oval 725">
              <a:extLst>
                <a:ext uri="{FF2B5EF4-FFF2-40B4-BE49-F238E27FC236}">
                  <a16:creationId xmlns:a16="http://schemas.microsoft.com/office/drawing/2014/main" id="{E9C967D4-9C1D-23C7-488D-4E97A60D8985}"/>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31" name="Group 730">
            <a:extLst>
              <a:ext uri="{FF2B5EF4-FFF2-40B4-BE49-F238E27FC236}">
                <a16:creationId xmlns:a16="http://schemas.microsoft.com/office/drawing/2014/main" id="{61CAA3C7-C098-CED7-2CF6-0970C24CA5C0}"/>
              </a:ext>
            </a:extLst>
          </p:cNvPr>
          <p:cNvGrpSpPr/>
          <p:nvPr/>
        </p:nvGrpSpPr>
        <p:grpSpPr>
          <a:xfrm>
            <a:off x="2105348" y="1532276"/>
            <a:ext cx="721206" cy="609701"/>
            <a:chOff x="2105348" y="1532276"/>
            <a:chExt cx="721206" cy="609701"/>
          </a:xfrm>
        </p:grpSpPr>
        <p:sp>
          <p:nvSpPr>
            <p:cNvPr id="732" name="Rectangle 731">
              <a:extLst>
                <a:ext uri="{FF2B5EF4-FFF2-40B4-BE49-F238E27FC236}">
                  <a16:creationId xmlns:a16="http://schemas.microsoft.com/office/drawing/2014/main" id="{7A8FD322-6AFA-C17A-AFA6-9BDB307635F6}"/>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33" name="Rectangle 732">
              <a:extLst>
                <a:ext uri="{FF2B5EF4-FFF2-40B4-BE49-F238E27FC236}">
                  <a16:creationId xmlns:a16="http://schemas.microsoft.com/office/drawing/2014/main" id="{7B923CB4-D274-4E34-C43F-B8736BDA55D7}"/>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4" name="Oval 15">
              <a:extLst>
                <a:ext uri="{FF2B5EF4-FFF2-40B4-BE49-F238E27FC236}">
                  <a16:creationId xmlns:a16="http://schemas.microsoft.com/office/drawing/2014/main" id="{8E5A6E2F-BC4B-7297-1AB5-19010DCB0029}"/>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5" name="Straight Connector 734">
              <a:extLst>
                <a:ext uri="{FF2B5EF4-FFF2-40B4-BE49-F238E27FC236}">
                  <a16:creationId xmlns:a16="http://schemas.microsoft.com/office/drawing/2014/main" id="{393487A9-6977-C836-4175-E2A8E512C63A}"/>
                </a:ext>
              </a:extLst>
            </p:cNvPr>
            <p:cNvCxnSpPr>
              <a:cxnSpLocks/>
              <a:stCxn id="734"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36" name="Straight Connector 735">
              <a:extLst>
                <a:ext uri="{FF2B5EF4-FFF2-40B4-BE49-F238E27FC236}">
                  <a16:creationId xmlns:a16="http://schemas.microsoft.com/office/drawing/2014/main" id="{D1141B9C-1AA6-BEBD-B180-241224DA7FCB}"/>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37" name="Group 736">
            <a:extLst>
              <a:ext uri="{FF2B5EF4-FFF2-40B4-BE49-F238E27FC236}">
                <a16:creationId xmlns:a16="http://schemas.microsoft.com/office/drawing/2014/main" id="{613DAE86-DEB8-06CF-8826-F52C073945C8}"/>
              </a:ext>
            </a:extLst>
          </p:cNvPr>
          <p:cNvGrpSpPr/>
          <p:nvPr/>
        </p:nvGrpSpPr>
        <p:grpSpPr>
          <a:xfrm>
            <a:off x="431659" y="1532283"/>
            <a:ext cx="721891" cy="610032"/>
            <a:chOff x="431659" y="1532283"/>
            <a:chExt cx="721891" cy="610032"/>
          </a:xfrm>
        </p:grpSpPr>
        <p:sp>
          <p:nvSpPr>
            <p:cNvPr id="738" name="Rectangle 737">
              <a:extLst>
                <a:ext uri="{FF2B5EF4-FFF2-40B4-BE49-F238E27FC236}">
                  <a16:creationId xmlns:a16="http://schemas.microsoft.com/office/drawing/2014/main" id="{8C3AA013-277B-8CA7-8E7C-300CB13FDE6E}"/>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39" name="Right Triangle 738">
              <a:extLst>
                <a:ext uri="{FF2B5EF4-FFF2-40B4-BE49-F238E27FC236}">
                  <a16:creationId xmlns:a16="http://schemas.microsoft.com/office/drawing/2014/main" id="{A6E2935E-6959-0F3B-F14D-8FCB6285A4ED}"/>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0" name="Group 739">
              <a:extLst>
                <a:ext uri="{FF2B5EF4-FFF2-40B4-BE49-F238E27FC236}">
                  <a16:creationId xmlns:a16="http://schemas.microsoft.com/office/drawing/2014/main" id="{F669C3E3-C17B-B6BD-DAED-5E6668098F09}"/>
                </a:ext>
              </a:extLst>
            </p:cNvPr>
            <p:cNvGrpSpPr/>
            <p:nvPr/>
          </p:nvGrpSpPr>
          <p:grpSpPr>
            <a:xfrm>
              <a:off x="1102940" y="1538374"/>
              <a:ext cx="37817" cy="61390"/>
              <a:chOff x="3883481" y="2057400"/>
              <a:chExt cx="1608363" cy="2652031"/>
            </a:xfrm>
            <a:solidFill>
              <a:srgbClr val="A6A6A6">
                <a:alpha val="20000"/>
              </a:srgbClr>
            </a:solidFill>
          </p:grpSpPr>
          <p:sp>
            <p:nvSpPr>
              <p:cNvPr id="741" name="Oval 27">
                <a:extLst>
                  <a:ext uri="{FF2B5EF4-FFF2-40B4-BE49-F238E27FC236}">
                    <a16:creationId xmlns:a16="http://schemas.microsoft.com/office/drawing/2014/main" id="{D6DF0E71-382D-E1E8-92E4-76B26F2914F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2" name="Oval 28">
                <a:extLst>
                  <a:ext uri="{FF2B5EF4-FFF2-40B4-BE49-F238E27FC236}">
                    <a16:creationId xmlns:a16="http://schemas.microsoft.com/office/drawing/2014/main" id="{580CC7DA-6665-48E3-EAEB-5004C7092BF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3" name="Group 742">
            <a:extLst>
              <a:ext uri="{FF2B5EF4-FFF2-40B4-BE49-F238E27FC236}">
                <a16:creationId xmlns:a16="http://schemas.microsoft.com/office/drawing/2014/main" id="{2CABC916-0A37-F75F-8C58-43BD20572F08}"/>
              </a:ext>
            </a:extLst>
          </p:cNvPr>
          <p:cNvGrpSpPr/>
          <p:nvPr/>
        </p:nvGrpSpPr>
        <p:grpSpPr>
          <a:xfrm>
            <a:off x="1268843" y="1532283"/>
            <a:ext cx="721206" cy="610032"/>
            <a:chOff x="1268843" y="1532283"/>
            <a:chExt cx="721206" cy="610032"/>
          </a:xfrm>
        </p:grpSpPr>
        <p:sp>
          <p:nvSpPr>
            <p:cNvPr id="744" name="Rectangle 743">
              <a:extLst>
                <a:ext uri="{FF2B5EF4-FFF2-40B4-BE49-F238E27FC236}">
                  <a16:creationId xmlns:a16="http://schemas.microsoft.com/office/drawing/2014/main" id="{95A78BFD-5EE4-DB0B-0A67-CC667C4A55B6}"/>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45" name="Right Triangle 744">
              <a:extLst>
                <a:ext uri="{FF2B5EF4-FFF2-40B4-BE49-F238E27FC236}">
                  <a16:creationId xmlns:a16="http://schemas.microsoft.com/office/drawing/2014/main" id="{4EF5B5B7-A68A-5C28-6059-0043E2E13057}"/>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6" name="Group 745">
              <a:extLst>
                <a:ext uri="{FF2B5EF4-FFF2-40B4-BE49-F238E27FC236}">
                  <a16:creationId xmlns:a16="http://schemas.microsoft.com/office/drawing/2014/main" id="{ABDE98F2-F56F-5F0E-2616-D32AB88F6CA6}"/>
                </a:ext>
              </a:extLst>
            </p:cNvPr>
            <p:cNvGrpSpPr/>
            <p:nvPr/>
          </p:nvGrpSpPr>
          <p:grpSpPr>
            <a:xfrm>
              <a:off x="1939436" y="1538374"/>
              <a:ext cx="37817" cy="61390"/>
              <a:chOff x="3883481" y="2057400"/>
              <a:chExt cx="1608363" cy="2652031"/>
            </a:xfrm>
            <a:solidFill>
              <a:srgbClr val="A6A6A6">
                <a:alpha val="20000"/>
              </a:srgbClr>
            </a:solidFill>
          </p:grpSpPr>
          <p:sp>
            <p:nvSpPr>
              <p:cNvPr id="747" name="Oval 27">
                <a:extLst>
                  <a:ext uri="{FF2B5EF4-FFF2-40B4-BE49-F238E27FC236}">
                    <a16:creationId xmlns:a16="http://schemas.microsoft.com/office/drawing/2014/main" id="{13E798F7-FBBB-9703-7650-AEA6ACABACC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8" name="Oval 28">
                <a:extLst>
                  <a:ext uri="{FF2B5EF4-FFF2-40B4-BE49-F238E27FC236}">
                    <a16:creationId xmlns:a16="http://schemas.microsoft.com/office/drawing/2014/main" id="{12E8DC5A-4A02-EC83-FB35-C574008D014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5" name="Group 754">
            <a:extLst>
              <a:ext uri="{FF2B5EF4-FFF2-40B4-BE49-F238E27FC236}">
                <a16:creationId xmlns:a16="http://schemas.microsoft.com/office/drawing/2014/main" id="{AAC2C25E-C845-3358-8BEB-7A0612A1DBF7}"/>
              </a:ext>
            </a:extLst>
          </p:cNvPr>
          <p:cNvGrpSpPr/>
          <p:nvPr/>
        </p:nvGrpSpPr>
        <p:grpSpPr>
          <a:xfrm>
            <a:off x="5454379" y="2974054"/>
            <a:ext cx="721206" cy="649846"/>
            <a:chOff x="5454379" y="2974054"/>
            <a:chExt cx="721206" cy="649846"/>
          </a:xfrm>
        </p:grpSpPr>
        <p:sp>
          <p:nvSpPr>
            <p:cNvPr id="756" name="Rectangle 755">
              <a:extLst>
                <a:ext uri="{FF2B5EF4-FFF2-40B4-BE49-F238E27FC236}">
                  <a16:creationId xmlns:a16="http://schemas.microsoft.com/office/drawing/2014/main" id="{85FB2616-481F-5BEA-3E27-A32B7A48CC87}"/>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57" name="Rectangle 756">
              <a:extLst>
                <a:ext uri="{FF2B5EF4-FFF2-40B4-BE49-F238E27FC236}">
                  <a16:creationId xmlns:a16="http://schemas.microsoft.com/office/drawing/2014/main" id="{4087115F-B470-0BA9-A1EC-3333A2E14A60}"/>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8" name="Oval 15">
              <a:extLst>
                <a:ext uri="{FF2B5EF4-FFF2-40B4-BE49-F238E27FC236}">
                  <a16:creationId xmlns:a16="http://schemas.microsoft.com/office/drawing/2014/main" id="{7EC5CD45-DE7E-5EA0-5346-EC5A8E36C4AD}"/>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59" name="Straight Connector 758">
              <a:extLst>
                <a:ext uri="{FF2B5EF4-FFF2-40B4-BE49-F238E27FC236}">
                  <a16:creationId xmlns:a16="http://schemas.microsoft.com/office/drawing/2014/main" id="{364FEAB1-44FC-560A-A485-AE846E39A1C6}"/>
                </a:ext>
              </a:extLst>
            </p:cNvPr>
            <p:cNvCxnSpPr>
              <a:cxnSpLocks/>
              <a:stCxn id="758"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60" name="Straight Connector 759">
              <a:extLst>
                <a:ext uri="{FF2B5EF4-FFF2-40B4-BE49-F238E27FC236}">
                  <a16:creationId xmlns:a16="http://schemas.microsoft.com/office/drawing/2014/main" id="{14E9B280-3F5A-49B5-9AB5-F9DF4988BBDD}"/>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61" name="Group 760">
            <a:extLst>
              <a:ext uri="{FF2B5EF4-FFF2-40B4-BE49-F238E27FC236}">
                <a16:creationId xmlns:a16="http://schemas.microsoft.com/office/drawing/2014/main" id="{CCAF7B82-4969-99E3-6328-225F9410B067}"/>
              </a:ext>
            </a:extLst>
          </p:cNvPr>
          <p:cNvGrpSpPr/>
          <p:nvPr/>
        </p:nvGrpSpPr>
        <p:grpSpPr>
          <a:xfrm>
            <a:off x="431659" y="2974054"/>
            <a:ext cx="721891" cy="609701"/>
            <a:chOff x="431659" y="2974054"/>
            <a:chExt cx="721891" cy="609701"/>
          </a:xfrm>
        </p:grpSpPr>
        <p:sp>
          <p:nvSpPr>
            <p:cNvPr id="762" name="Rectangle 761">
              <a:extLst>
                <a:ext uri="{FF2B5EF4-FFF2-40B4-BE49-F238E27FC236}">
                  <a16:creationId xmlns:a16="http://schemas.microsoft.com/office/drawing/2014/main" id="{A24EACF2-7A9E-A11D-B414-DC1E5A731E72}"/>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63" name="Right Triangle 762">
              <a:extLst>
                <a:ext uri="{FF2B5EF4-FFF2-40B4-BE49-F238E27FC236}">
                  <a16:creationId xmlns:a16="http://schemas.microsoft.com/office/drawing/2014/main" id="{FC4CE376-A3B8-D637-7F52-61E6EBCF39F5}"/>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4" name="Group 763">
              <a:extLst>
                <a:ext uri="{FF2B5EF4-FFF2-40B4-BE49-F238E27FC236}">
                  <a16:creationId xmlns:a16="http://schemas.microsoft.com/office/drawing/2014/main" id="{A725262A-0A5A-097D-BA06-39973113E763}"/>
                </a:ext>
              </a:extLst>
            </p:cNvPr>
            <p:cNvGrpSpPr/>
            <p:nvPr/>
          </p:nvGrpSpPr>
          <p:grpSpPr>
            <a:xfrm>
              <a:off x="1102940" y="2981762"/>
              <a:ext cx="37817" cy="61390"/>
              <a:chOff x="3883481" y="2057400"/>
              <a:chExt cx="1608363" cy="2652031"/>
            </a:xfrm>
            <a:solidFill>
              <a:srgbClr val="A6A6A6">
                <a:alpha val="20000"/>
              </a:srgbClr>
            </a:solidFill>
          </p:grpSpPr>
          <p:sp>
            <p:nvSpPr>
              <p:cNvPr id="765" name="Oval 27">
                <a:extLst>
                  <a:ext uri="{FF2B5EF4-FFF2-40B4-BE49-F238E27FC236}">
                    <a16:creationId xmlns:a16="http://schemas.microsoft.com/office/drawing/2014/main" id="{96963BA5-0CC7-DD8E-64D6-94F7D5193BE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6" name="Oval 28">
                <a:extLst>
                  <a:ext uri="{FF2B5EF4-FFF2-40B4-BE49-F238E27FC236}">
                    <a16:creationId xmlns:a16="http://schemas.microsoft.com/office/drawing/2014/main" id="{83874788-96C6-8F9C-A73F-92F29E6694F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3" name="Group 772">
            <a:extLst>
              <a:ext uri="{FF2B5EF4-FFF2-40B4-BE49-F238E27FC236}">
                <a16:creationId xmlns:a16="http://schemas.microsoft.com/office/drawing/2014/main" id="{15CDB4DA-2DBB-C75A-1EC2-286BBA001A53}"/>
              </a:ext>
            </a:extLst>
          </p:cNvPr>
          <p:cNvGrpSpPr/>
          <p:nvPr/>
        </p:nvGrpSpPr>
        <p:grpSpPr>
          <a:xfrm>
            <a:off x="2940469" y="2974031"/>
            <a:ext cx="721206" cy="613175"/>
            <a:chOff x="2940469" y="2974031"/>
            <a:chExt cx="721206" cy="613175"/>
          </a:xfrm>
        </p:grpSpPr>
        <p:sp>
          <p:nvSpPr>
            <p:cNvPr id="774" name="Rectangle 773">
              <a:extLst>
                <a:ext uri="{FF2B5EF4-FFF2-40B4-BE49-F238E27FC236}">
                  <a16:creationId xmlns:a16="http://schemas.microsoft.com/office/drawing/2014/main" id="{1C1B395E-B580-1962-A8AD-B2BE67CF3697}"/>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75" name="Right Triangle 774">
              <a:extLst>
                <a:ext uri="{FF2B5EF4-FFF2-40B4-BE49-F238E27FC236}">
                  <a16:creationId xmlns:a16="http://schemas.microsoft.com/office/drawing/2014/main" id="{59022834-8B89-FB9E-9139-A0059D282DFA}"/>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6" name="Group 775">
              <a:extLst>
                <a:ext uri="{FF2B5EF4-FFF2-40B4-BE49-F238E27FC236}">
                  <a16:creationId xmlns:a16="http://schemas.microsoft.com/office/drawing/2014/main" id="{CE3FEA45-F847-626D-0D8A-7F9B9306BD60}"/>
                </a:ext>
              </a:extLst>
            </p:cNvPr>
            <p:cNvGrpSpPr/>
            <p:nvPr/>
          </p:nvGrpSpPr>
          <p:grpSpPr>
            <a:xfrm>
              <a:off x="3610502" y="2980132"/>
              <a:ext cx="37817" cy="61390"/>
              <a:chOff x="3883481" y="2057400"/>
              <a:chExt cx="1608363" cy="2652031"/>
            </a:xfrm>
            <a:solidFill>
              <a:srgbClr val="A6A6A6">
                <a:alpha val="20000"/>
              </a:srgbClr>
            </a:solidFill>
          </p:grpSpPr>
          <p:sp>
            <p:nvSpPr>
              <p:cNvPr id="777" name="Oval 27">
                <a:extLst>
                  <a:ext uri="{FF2B5EF4-FFF2-40B4-BE49-F238E27FC236}">
                    <a16:creationId xmlns:a16="http://schemas.microsoft.com/office/drawing/2014/main" id="{401EF339-224D-8120-A748-03A8E56AE8A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8" name="Oval 28">
                <a:extLst>
                  <a:ext uri="{FF2B5EF4-FFF2-40B4-BE49-F238E27FC236}">
                    <a16:creationId xmlns:a16="http://schemas.microsoft.com/office/drawing/2014/main" id="{62DF6958-8DBD-90A0-7EFD-0416E7F1EC1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9" name="Group 778">
            <a:extLst>
              <a:ext uri="{FF2B5EF4-FFF2-40B4-BE49-F238E27FC236}">
                <a16:creationId xmlns:a16="http://schemas.microsoft.com/office/drawing/2014/main" id="{EDDC66A8-BB0B-E97E-B253-C5F90B3156D1}"/>
              </a:ext>
            </a:extLst>
          </p:cNvPr>
          <p:cNvGrpSpPr/>
          <p:nvPr/>
        </p:nvGrpSpPr>
        <p:grpSpPr>
          <a:xfrm>
            <a:off x="1268380" y="2974053"/>
            <a:ext cx="721206" cy="609701"/>
            <a:chOff x="1268380" y="2974053"/>
            <a:chExt cx="721206" cy="609701"/>
          </a:xfrm>
        </p:grpSpPr>
        <p:sp>
          <p:nvSpPr>
            <p:cNvPr id="780" name="Rectangle 779">
              <a:extLst>
                <a:ext uri="{FF2B5EF4-FFF2-40B4-BE49-F238E27FC236}">
                  <a16:creationId xmlns:a16="http://schemas.microsoft.com/office/drawing/2014/main" id="{D9A0FA1F-0349-8D2E-79F8-AFC41339A661}"/>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81" name="Right Triangle 780">
              <a:extLst>
                <a:ext uri="{FF2B5EF4-FFF2-40B4-BE49-F238E27FC236}">
                  <a16:creationId xmlns:a16="http://schemas.microsoft.com/office/drawing/2014/main" id="{948757E3-E71A-C0FA-D61F-D4ED25DAAF3C}"/>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2" name="Group 781">
              <a:extLst>
                <a:ext uri="{FF2B5EF4-FFF2-40B4-BE49-F238E27FC236}">
                  <a16:creationId xmlns:a16="http://schemas.microsoft.com/office/drawing/2014/main" id="{CE6373E7-F2AD-7E8E-CB4D-F922E87FE786}"/>
                </a:ext>
              </a:extLst>
            </p:cNvPr>
            <p:cNvGrpSpPr/>
            <p:nvPr/>
          </p:nvGrpSpPr>
          <p:grpSpPr>
            <a:xfrm>
              <a:off x="1938973" y="2986452"/>
              <a:ext cx="37817" cy="61390"/>
              <a:chOff x="3883481" y="2057400"/>
              <a:chExt cx="1608363" cy="2652031"/>
            </a:xfrm>
            <a:solidFill>
              <a:srgbClr val="A6A6A6">
                <a:alpha val="20000"/>
              </a:srgbClr>
            </a:solidFill>
          </p:grpSpPr>
          <p:sp>
            <p:nvSpPr>
              <p:cNvPr id="783" name="Oval 27">
                <a:extLst>
                  <a:ext uri="{FF2B5EF4-FFF2-40B4-BE49-F238E27FC236}">
                    <a16:creationId xmlns:a16="http://schemas.microsoft.com/office/drawing/2014/main" id="{122672B5-29CE-917F-B839-C1FACF32AD5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4" name="Oval 28">
                <a:extLst>
                  <a:ext uri="{FF2B5EF4-FFF2-40B4-BE49-F238E27FC236}">
                    <a16:creationId xmlns:a16="http://schemas.microsoft.com/office/drawing/2014/main" id="{4E8329DD-A2F1-BF80-CC01-A990F8D4F2E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BE5635BC-76C0-03DB-B798-A110819F5567}"/>
              </a:ext>
            </a:extLst>
          </p:cNvPr>
          <p:cNvGrpSpPr/>
          <p:nvPr/>
        </p:nvGrpSpPr>
        <p:grpSpPr>
          <a:xfrm>
            <a:off x="2938534" y="811556"/>
            <a:ext cx="721206" cy="609701"/>
            <a:chOff x="2938534" y="811556"/>
            <a:chExt cx="721206" cy="609701"/>
          </a:xfrm>
        </p:grpSpPr>
        <p:sp>
          <p:nvSpPr>
            <p:cNvPr id="786" name="Rectangle 785">
              <a:extLst>
                <a:ext uri="{FF2B5EF4-FFF2-40B4-BE49-F238E27FC236}">
                  <a16:creationId xmlns:a16="http://schemas.microsoft.com/office/drawing/2014/main" id="{CC26433E-FB1A-9A43-6648-6FE3DF11350D}"/>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87" name="Rectangle 786">
              <a:extLst>
                <a:ext uri="{FF2B5EF4-FFF2-40B4-BE49-F238E27FC236}">
                  <a16:creationId xmlns:a16="http://schemas.microsoft.com/office/drawing/2014/main" id="{5A374F40-D3C5-C002-3FF2-C4103053039F}"/>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8" name="Oval 15">
              <a:extLst>
                <a:ext uri="{FF2B5EF4-FFF2-40B4-BE49-F238E27FC236}">
                  <a16:creationId xmlns:a16="http://schemas.microsoft.com/office/drawing/2014/main" id="{C6604FEF-9C49-8D1B-976E-6DBEC15AD38D}"/>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89" name="Straight Connector 788">
              <a:extLst>
                <a:ext uri="{FF2B5EF4-FFF2-40B4-BE49-F238E27FC236}">
                  <a16:creationId xmlns:a16="http://schemas.microsoft.com/office/drawing/2014/main" id="{7A1906E6-44FB-8439-D94C-C50CC678813A}"/>
                </a:ext>
              </a:extLst>
            </p:cNvPr>
            <p:cNvCxnSpPr>
              <a:cxnSpLocks/>
              <a:stCxn id="788"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90" name="Straight Connector 789">
              <a:extLst>
                <a:ext uri="{FF2B5EF4-FFF2-40B4-BE49-F238E27FC236}">
                  <a16:creationId xmlns:a16="http://schemas.microsoft.com/office/drawing/2014/main" id="{A6865302-131F-9588-4C6A-98814813FC98}"/>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7" name="Group 796">
            <a:extLst>
              <a:ext uri="{FF2B5EF4-FFF2-40B4-BE49-F238E27FC236}">
                <a16:creationId xmlns:a16="http://schemas.microsoft.com/office/drawing/2014/main" id="{8FBB362B-3BD7-08BC-AB80-B4C88E95F2AF}"/>
              </a:ext>
            </a:extLst>
          </p:cNvPr>
          <p:cNvGrpSpPr/>
          <p:nvPr/>
        </p:nvGrpSpPr>
        <p:grpSpPr>
          <a:xfrm>
            <a:off x="431659" y="811556"/>
            <a:ext cx="721206" cy="609701"/>
            <a:chOff x="431659" y="811556"/>
            <a:chExt cx="721206" cy="609701"/>
          </a:xfrm>
        </p:grpSpPr>
        <p:sp>
          <p:nvSpPr>
            <p:cNvPr id="798" name="Rectangle 797">
              <a:extLst>
                <a:ext uri="{FF2B5EF4-FFF2-40B4-BE49-F238E27FC236}">
                  <a16:creationId xmlns:a16="http://schemas.microsoft.com/office/drawing/2014/main" id="{C884838B-6B37-A3CF-903C-82D68D5EA1D3}"/>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99" name="Right Triangle 798">
              <a:extLst>
                <a:ext uri="{FF2B5EF4-FFF2-40B4-BE49-F238E27FC236}">
                  <a16:creationId xmlns:a16="http://schemas.microsoft.com/office/drawing/2014/main" id="{F68D4681-E434-0F41-0830-846D0B15B5B8}"/>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0" name="Group 799">
              <a:extLst>
                <a:ext uri="{FF2B5EF4-FFF2-40B4-BE49-F238E27FC236}">
                  <a16:creationId xmlns:a16="http://schemas.microsoft.com/office/drawing/2014/main" id="{A1E1FC98-0A6A-C34F-E1C7-753DAE4A23BB}"/>
                </a:ext>
              </a:extLst>
            </p:cNvPr>
            <p:cNvGrpSpPr/>
            <p:nvPr/>
          </p:nvGrpSpPr>
          <p:grpSpPr>
            <a:xfrm>
              <a:off x="1100969" y="819591"/>
              <a:ext cx="37817" cy="61390"/>
              <a:chOff x="3883481" y="2057400"/>
              <a:chExt cx="1608363" cy="2652031"/>
            </a:xfrm>
            <a:solidFill>
              <a:srgbClr val="A6A6A6">
                <a:alpha val="20000"/>
              </a:srgbClr>
            </a:solidFill>
          </p:grpSpPr>
          <p:sp>
            <p:nvSpPr>
              <p:cNvPr id="801" name="Oval 27">
                <a:extLst>
                  <a:ext uri="{FF2B5EF4-FFF2-40B4-BE49-F238E27FC236}">
                    <a16:creationId xmlns:a16="http://schemas.microsoft.com/office/drawing/2014/main" id="{9EC4EF02-9105-AC1B-2AF7-E7129CFB77A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2" name="Oval 28">
                <a:extLst>
                  <a:ext uri="{FF2B5EF4-FFF2-40B4-BE49-F238E27FC236}">
                    <a16:creationId xmlns:a16="http://schemas.microsoft.com/office/drawing/2014/main" id="{AAFF0B2A-329D-3A3F-3198-12FD94BA5A6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3" name="Group 802">
            <a:extLst>
              <a:ext uri="{FF2B5EF4-FFF2-40B4-BE49-F238E27FC236}">
                <a16:creationId xmlns:a16="http://schemas.microsoft.com/office/drawing/2014/main" id="{D8076920-E1A7-26B3-B1BF-1E26C6A7FE1D}"/>
              </a:ext>
            </a:extLst>
          </p:cNvPr>
          <p:cNvGrpSpPr/>
          <p:nvPr/>
        </p:nvGrpSpPr>
        <p:grpSpPr>
          <a:xfrm>
            <a:off x="1267285" y="811556"/>
            <a:ext cx="721206" cy="609701"/>
            <a:chOff x="1267285" y="811556"/>
            <a:chExt cx="721206" cy="609701"/>
          </a:xfrm>
        </p:grpSpPr>
        <p:sp>
          <p:nvSpPr>
            <p:cNvPr id="804" name="Rectangle 803">
              <a:extLst>
                <a:ext uri="{FF2B5EF4-FFF2-40B4-BE49-F238E27FC236}">
                  <a16:creationId xmlns:a16="http://schemas.microsoft.com/office/drawing/2014/main" id="{02F0ECD0-1687-8D19-00B5-C029284382F7}"/>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05" name="Right Triangle 804">
              <a:extLst>
                <a:ext uri="{FF2B5EF4-FFF2-40B4-BE49-F238E27FC236}">
                  <a16:creationId xmlns:a16="http://schemas.microsoft.com/office/drawing/2014/main" id="{8E9F4058-7F28-BFBA-0B47-FEBC86C6712D}"/>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6" name="Group 805">
              <a:extLst>
                <a:ext uri="{FF2B5EF4-FFF2-40B4-BE49-F238E27FC236}">
                  <a16:creationId xmlns:a16="http://schemas.microsoft.com/office/drawing/2014/main" id="{CB67C64F-CCF3-3E63-1716-60B76F1147A1}"/>
                </a:ext>
              </a:extLst>
            </p:cNvPr>
            <p:cNvGrpSpPr/>
            <p:nvPr/>
          </p:nvGrpSpPr>
          <p:grpSpPr>
            <a:xfrm>
              <a:off x="1937878" y="819591"/>
              <a:ext cx="37817" cy="61390"/>
              <a:chOff x="3883481" y="2057400"/>
              <a:chExt cx="1608363" cy="2652031"/>
            </a:xfrm>
            <a:solidFill>
              <a:srgbClr val="A6A6A6">
                <a:alpha val="20000"/>
              </a:srgbClr>
            </a:solidFill>
          </p:grpSpPr>
          <p:sp>
            <p:nvSpPr>
              <p:cNvPr id="807" name="Oval 27">
                <a:extLst>
                  <a:ext uri="{FF2B5EF4-FFF2-40B4-BE49-F238E27FC236}">
                    <a16:creationId xmlns:a16="http://schemas.microsoft.com/office/drawing/2014/main" id="{2A575A0C-5FA4-DCA7-10EB-0FF9852889D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8" name="Oval 28">
                <a:extLst>
                  <a:ext uri="{FF2B5EF4-FFF2-40B4-BE49-F238E27FC236}">
                    <a16:creationId xmlns:a16="http://schemas.microsoft.com/office/drawing/2014/main" id="{42D3206F-DA78-A607-9FBD-216FEC3D1F1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5" name="Group 814">
            <a:extLst>
              <a:ext uri="{FF2B5EF4-FFF2-40B4-BE49-F238E27FC236}">
                <a16:creationId xmlns:a16="http://schemas.microsoft.com/office/drawing/2014/main" id="{34864528-7BDC-37D5-6532-0B2E68054F30}"/>
              </a:ext>
            </a:extLst>
          </p:cNvPr>
          <p:cNvGrpSpPr/>
          <p:nvPr/>
        </p:nvGrpSpPr>
        <p:grpSpPr>
          <a:xfrm>
            <a:off x="2889438" y="751337"/>
            <a:ext cx="5022643" cy="5001728"/>
            <a:chOff x="2889438" y="751337"/>
            <a:chExt cx="5022643" cy="5001728"/>
          </a:xfrm>
        </p:grpSpPr>
        <p:cxnSp>
          <p:nvCxnSpPr>
            <p:cNvPr id="816" name="Straight Connector 815">
              <a:extLst>
                <a:ext uri="{FF2B5EF4-FFF2-40B4-BE49-F238E27FC236}">
                  <a16:creationId xmlns:a16="http://schemas.microsoft.com/office/drawing/2014/main" id="{BCABF054-F2B0-C106-F6D9-71C0ECE3D2FD}"/>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D7447603-A23D-D68D-29FF-D760B41CC3EC}"/>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CC57766D-7078-4DFA-6AEE-8B8B0C14CDF5}"/>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60D03303-5156-045B-CDC9-62B7F8A2B94A}"/>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1DAC0861-8EF8-6015-E439-05E85FA09AAF}"/>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EDAD2B46-6DBD-1D77-6BC3-38D52690D094}"/>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639AF058-5178-4FD5-26F4-81747103D30E}"/>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DE1B0B4F-B858-DD06-7719-A623DC816296}"/>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4" name="Straight Connector 823">
              <a:extLst>
                <a:ext uri="{FF2B5EF4-FFF2-40B4-BE49-F238E27FC236}">
                  <a16:creationId xmlns:a16="http://schemas.microsoft.com/office/drawing/2014/main" id="{59A940B3-B130-80F6-EF84-EB8E4CE29D75}"/>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75A8346E-BD8F-136E-8008-07DB443B0F87}"/>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9" name="Group 838">
            <a:extLst>
              <a:ext uri="{FF2B5EF4-FFF2-40B4-BE49-F238E27FC236}">
                <a16:creationId xmlns:a16="http://schemas.microsoft.com/office/drawing/2014/main" id="{B9621563-15AE-395A-0DBA-9D8CF3F1FBFF}"/>
              </a:ext>
            </a:extLst>
          </p:cNvPr>
          <p:cNvGrpSpPr/>
          <p:nvPr/>
        </p:nvGrpSpPr>
        <p:grpSpPr>
          <a:xfrm>
            <a:off x="2099604" y="5136552"/>
            <a:ext cx="721206" cy="609701"/>
            <a:chOff x="2099604" y="5136552"/>
            <a:chExt cx="721206" cy="609701"/>
          </a:xfrm>
        </p:grpSpPr>
        <p:sp>
          <p:nvSpPr>
            <p:cNvPr id="840" name="Rectangle 839">
              <a:extLst>
                <a:ext uri="{FF2B5EF4-FFF2-40B4-BE49-F238E27FC236}">
                  <a16:creationId xmlns:a16="http://schemas.microsoft.com/office/drawing/2014/main" id="{FF581457-3C0C-3728-3EFC-590BB121DB78}"/>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841" name="Right Triangle 840">
              <a:extLst>
                <a:ext uri="{FF2B5EF4-FFF2-40B4-BE49-F238E27FC236}">
                  <a16:creationId xmlns:a16="http://schemas.microsoft.com/office/drawing/2014/main" id="{7B5E615B-D838-C9A3-D66D-7CB384A2F2BD}"/>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2" name="Group 841">
              <a:extLst>
                <a:ext uri="{FF2B5EF4-FFF2-40B4-BE49-F238E27FC236}">
                  <a16:creationId xmlns:a16="http://schemas.microsoft.com/office/drawing/2014/main" id="{B6316257-11FC-7CC3-25BD-C3A53E531755}"/>
                </a:ext>
              </a:extLst>
            </p:cNvPr>
            <p:cNvGrpSpPr/>
            <p:nvPr/>
          </p:nvGrpSpPr>
          <p:grpSpPr>
            <a:xfrm>
              <a:off x="2765661" y="5151382"/>
              <a:ext cx="37817" cy="61390"/>
              <a:chOff x="3883481" y="2057400"/>
              <a:chExt cx="1608363" cy="2652031"/>
            </a:xfrm>
            <a:solidFill>
              <a:srgbClr val="A6A6A6">
                <a:alpha val="20000"/>
              </a:srgbClr>
            </a:solidFill>
          </p:grpSpPr>
          <p:sp>
            <p:nvSpPr>
              <p:cNvPr id="843" name="Oval 27">
                <a:extLst>
                  <a:ext uri="{FF2B5EF4-FFF2-40B4-BE49-F238E27FC236}">
                    <a16:creationId xmlns:a16="http://schemas.microsoft.com/office/drawing/2014/main" id="{56501224-9908-BF5E-1F89-8ED43A6DE04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4" name="Oval 28">
                <a:extLst>
                  <a:ext uri="{FF2B5EF4-FFF2-40B4-BE49-F238E27FC236}">
                    <a16:creationId xmlns:a16="http://schemas.microsoft.com/office/drawing/2014/main" id="{F14308D1-BF3B-BC82-4473-935B4881FFA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1" name="Group 850">
            <a:extLst>
              <a:ext uri="{FF2B5EF4-FFF2-40B4-BE49-F238E27FC236}">
                <a16:creationId xmlns:a16="http://schemas.microsoft.com/office/drawing/2014/main" id="{23AE5CF1-0661-3928-E399-6E8488FC981F}"/>
              </a:ext>
            </a:extLst>
          </p:cNvPr>
          <p:cNvGrpSpPr/>
          <p:nvPr/>
        </p:nvGrpSpPr>
        <p:grpSpPr>
          <a:xfrm>
            <a:off x="2937173" y="4419601"/>
            <a:ext cx="721206" cy="610396"/>
            <a:chOff x="2937173" y="4419601"/>
            <a:chExt cx="721206" cy="610396"/>
          </a:xfrm>
        </p:grpSpPr>
        <p:sp>
          <p:nvSpPr>
            <p:cNvPr id="852" name="Rectangle 851">
              <a:extLst>
                <a:ext uri="{FF2B5EF4-FFF2-40B4-BE49-F238E27FC236}">
                  <a16:creationId xmlns:a16="http://schemas.microsoft.com/office/drawing/2014/main" id="{F9BED6AA-0B04-648A-39F3-E52717C70C0B}"/>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53" name="Right Triangle 852">
              <a:extLst>
                <a:ext uri="{FF2B5EF4-FFF2-40B4-BE49-F238E27FC236}">
                  <a16:creationId xmlns:a16="http://schemas.microsoft.com/office/drawing/2014/main" id="{1DF99CDA-E281-B93D-8C9F-EE9DF5304470}"/>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4" name="Group 853">
              <a:extLst>
                <a:ext uri="{FF2B5EF4-FFF2-40B4-BE49-F238E27FC236}">
                  <a16:creationId xmlns:a16="http://schemas.microsoft.com/office/drawing/2014/main" id="{0BB0B935-75CD-F891-D808-4126B5883720}"/>
                </a:ext>
              </a:extLst>
            </p:cNvPr>
            <p:cNvGrpSpPr/>
            <p:nvPr/>
          </p:nvGrpSpPr>
          <p:grpSpPr>
            <a:xfrm>
              <a:off x="3607766" y="4425699"/>
              <a:ext cx="37817" cy="61390"/>
              <a:chOff x="3883481" y="2057400"/>
              <a:chExt cx="1608363" cy="2652031"/>
            </a:xfrm>
            <a:solidFill>
              <a:srgbClr val="A6A6A6">
                <a:alpha val="20000"/>
              </a:srgbClr>
            </a:solidFill>
          </p:grpSpPr>
          <p:sp>
            <p:nvSpPr>
              <p:cNvPr id="855" name="Oval 27">
                <a:extLst>
                  <a:ext uri="{FF2B5EF4-FFF2-40B4-BE49-F238E27FC236}">
                    <a16:creationId xmlns:a16="http://schemas.microsoft.com/office/drawing/2014/main" id="{AB70B03F-9631-60DC-8B24-E361A7E00F7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6" name="Oval 28">
                <a:extLst>
                  <a:ext uri="{FF2B5EF4-FFF2-40B4-BE49-F238E27FC236}">
                    <a16:creationId xmlns:a16="http://schemas.microsoft.com/office/drawing/2014/main" id="{F346FB1C-A4F1-21E6-A122-60AF24E6379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7" name="Group 856">
            <a:extLst>
              <a:ext uri="{FF2B5EF4-FFF2-40B4-BE49-F238E27FC236}">
                <a16:creationId xmlns:a16="http://schemas.microsoft.com/office/drawing/2014/main" id="{B266CCC1-45C1-2238-3C57-3A72A687B222}"/>
              </a:ext>
            </a:extLst>
          </p:cNvPr>
          <p:cNvGrpSpPr/>
          <p:nvPr/>
        </p:nvGrpSpPr>
        <p:grpSpPr>
          <a:xfrm>
            <a:off x="6286130" y="4419624"/>
            <a:ext cx="721206" cy="609701"/>
            <a:chOff x="6286130" y="4419624"/>
            <a:chExt cx="721206" cy="609701"/>
          </a:xfrm>
        </p:grpSpPr>
        <p:sp>
          <p:nvSpPr>
            <p:cNvPr id="858" name="Rectangle 857">
              <a:hlinkHover r:id="" action="ppaction://noaction" highlightClick="1"/>
              <a:extLst>
                <a:ext uri="{FF2B5EF4-FFF2-40B4-BE49-F238E27FC236}">
                  <a16:creationId xmlns:a16="http://schemas.microsoft.com/office/drawing/2014/main" id="{6790DC76-5AF6-13AF-76D2-805BFCDBBDCF}"/>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59" name="Oval 858">
              <a:extLst>
                <a:ext uri="{FF2B5EF4-FFF2-40B4-BE49-F238E27FC236}">
                  <a16:creationId xmlns:a16="http://schemas.microsoft.com/office/drawing/2014/main" id="{9213159B-1A04-B974-584D-63DF8D3D9E87}"/>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0" name="Isosceles Triangle 648">
              <a:extLst>
                <a:ext uri="{FF2B5EF4-FFF2-40B4-BE49-F238E27FC236}">
                  <a16:creationId xmlns:a16="http://schemas.microsoft.com/office/drawing/2014/main" id="{79CB4DFB-D3B3-A366-AAA4-FF295828CE6C}"/>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1" name="Group 860">
            <a:extLst>
              <a:ext uri="{FF2B5EF4-FFF2-40B4-BE49-F238E27FC236}">
                <a16:creationId xmlns:a16="http://schemas.microsoft.com/office/drawing/2014/main" id="{9472266E-A0AA-42E1-71A9-F8665E2CEAF5}"/>
              </a:ext>
            </a:extLst>
          </p:cNvPr>
          <p:cNvGrpSpPr/>
          <p:nvPr/>
        </p:nvGrpSpPr>
        <p:grpSpPr>
          <a:xfrm>
            <a:off x="5458940" y="5135305"/>
            <a:ext cx="721206" cy="609701"/>
            <a:chOff x="5458940" y="5135305"/>
            <a:chExt cx="721206" cy="609701"/>
          </a:xfrm>
        </p:grpSpPr>
        <p:sp>
          <p:nvSpPr>
            <p:cNvPr id="862" name="Rectangle 861">
              <a:hlinkHover r:id="" action="ppaction://noaction" highlightClick="1"/>
              <a:extLst>
                <a:ext uri="{FF2B5EF4-FFF2-40B4-BE49-F238E27FC236}">
                  <a16:creationId xmlns:a16="http://schemas.microsoft.com/office/drawing/2014/main" id="{474E0177-482B-35A8-EE83-46CC8A76F092}"/>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63" name="Oval 862">
              <a:extLst>
                <a:ext uri="{FF2B5EF4-FFF2-40B4-BE49-F238E27FC236}">
                  <a16:creationId xmlns:a16="http://schemas.microsoft.com/office/drawing/2014/main" id="{3192412B-3A80-1384-1E23-A1688748B69E}"/>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4" name="Isosceles Triangle 648">
              <a:extLst>
                <a:ext uri="{FF2B5EF4-FFF2-40B4-BE49-F238E27FC236}">
                  <a16:creationId xmlns:a16="http://schemas.microsoft.com/office/drawing/2014/main" id="{C820287E-BEEA-32E4-AA9D-3A60421406BE}"/>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5" name="Group 864">
            <a:extLst>
              <a:ext uri="{FF2B5EF4-FFF2-40B4-BE49-F238E27FC236}">
                <a16:creationId xmlns:a16="http://schemas.microsoft.com/office/drawing/2014/main" id="{38284ADF-4011-0528-9299-5681953C38E8}"/>
              </a:ext>
            </a:extLst>
          </p:cNvPr>
          <p:cNvGrpSpPr/>
          <p:nvPr/>
        </p:nvGrpSpPr>
        <p:grpSpPr>
          <a:xfrm>
            <a:off x="6289146" y="5141017"/>
            <a:ext cx="721206" cy="609701"/>
            <a:chOff x="6289146" y="5141017"/>
            <a:chExt cx="721206" cy="609701"/>
          </a:xfrm>
        </p:grpSpPr>
        <p:sp>
          <p:nvSpPr>
            <p:cNvPr id="866" name="Rectangle 865">
              <a:hlinkHover r:id="" action="ppaction://noaction" highlightClick="1"/>
              <a:extLst>
                <a:ext uri="{FF2B5EF4-FFF2-40B4-BE49-F238E27FC236}">
                  <a16:creationId xmlns:a16="http://schemas.microsoft.com/office/drawing/2014/main" id="{F8FD00DD-E9FF-2FFF-06BC-E275648FA041}"/>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67" name="Oval 866">
              <a:extLst>
                <a:ext uri="{FF2B5EF4-FFF2-40B4-BE49-F238E27FC236}">
                  <a16:creationId xmlns:a16="http://schemas.microsoft.com/office/drawing/2014/main" id="{6686D472-7324-9E7C-1E67-8B84A9327A9C}"/>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8" name="Isosceles Triangle 648">
              <a:extLst>
                <a:ext uri="{FF2B5EF4-FFF2-40B4-BE49-F238E27FC236}">
                  <a16:creationId xmlns:a16="http://schemas.microsoft.com/office/drawing/2014/main" id="{320A61E7-4CDD-08E1-0BD0-517019ADC025}"/>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9" name="Group 868">
            <a:extLst>
              <a:ext uri="{FF2B5EF4-FFF2-40B4-BE49-F238E27FC236}">
                <a16:creationId xmlns:a16="http://schemas.microsoft.com/office/drawing/2014/main" id="{5E596410-66DD-39C7-1A73-9D190AF68912}"/>
              </a:ext>
            </a:extLst>
          </p:cNvPr>
          <p:cNvGrpSpPr/>
          <p:nvPr/>
        </p:nvGrpSpPr>
        <p:grpSpPr>
          <a:xfrm>
            <a:off x="7122911" y="4419624"/>
            <a:ext cx="721206" cy="609701"/>
            <a:chOff x="7122911" y="4419624"/>
            <a:chExt cx="721206" cy="609701"/>
          </a:xfrm>
        </p:grpSpPr>
        <p:sp>
          <p:nvSpPr>
            <p:cNvPr id="870" name="Rectangle 869">
              <a:hlinkHover r:id="" action="ppaction://noaction" highlightClick="1"/>
              <a:extLst>
                <a:ext uri="{FF2B5EF4-FFF2-40B4-BE49-F238E27FC236}">
                  <a16:creationId xmlns:a16="http://schemas.microsoft.com/office/drawing/2014/main" id="{34D1FFF4-41B6-C0D3-4262-D45B03880DB9}"/>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71" name="Oval 870">
              <a:extLst>
                <a:ext uri="{FF2B5EF4-FFF2-40B4-BE49-F238E27FC236}">
                  <a16:creationId xmlns:a16="http://schemas.microsoft.com/office/drawing/2014/main" id="{8C55D453-9078-BCA3-75FB-46F04E48ACBC}"/>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2" name="Isosceles Triangle 648">
              <a:extLst>
                <a:ext uri="{FF2B5EF4-FFF2-40B4-BE49-F238E27FC236}">
                  <a16:creationId xmlns:a16="http://schemas.microsoft.com/office/drawing/2014/main" id="{DDA96ACE-7424-2543-A47D-3D5C0B994553}"/>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7" name="Group 876">
            <a:extLst>
              <a:ext uri="{FF2B5EF4-FFF2-40B4-BE49-F238E27FC236}">
                <a16:creationId xmlns:a16="http://schemas.microsoft.com/office/drawing/2014/main" id="{D67E2EC1-9823-DE49-7FA8-E708FA371D92}"/>
              </a:ext>
            </a:extLst>
          </p:cNvPr>
          <p:cNvGrpSpPr/>
          <p:nvPr/>
        </p:nvGrpSpPr>
        <p:grpSpPr>
          <a:xfrm>
            <a:off x="5454385" y="4419624"/>
            <a:ext cx="721206" cy="609701"/>
            <a:chOff x="5454385" y="4419624"/>
            <a:chExt cx="721206" cy="609701"/>
          </a:xfrm>
        </p:grpSpPr>
        <p:sp>
          <p:nvSpPr>
            <p:cNvPr id="878" name="Rectangle 877">
              <a:hlinkHover r:id="" action="ppaction://noaction" highlightClick="1"/>
              <a:extLst>
                <a:ext uri="{FF2B5EF4-FFF2-40B4-BE49-F238E27FC236}">
                  <a16:creationId xmlns:a16="http://schemas.microsoft.com/office/drawing/2014/main" id="{0247A3DF-AD60-C282-F2D3-E9EA23D646AE}"/>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79" name="Oval 878">
              <a:extLst>
                <a:ext uri="{FF2B5EF4-FFF2-40B4-BE49-F238E27FC236}">
                  <a16:creationId xmlns:a16="http://schemas.microsoft.com/office/drawing/2014/main" id="{2C72420B-C781-C06E-E512-4A5F09B72E32}"/>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0" name="Isosceles Triangle 648">
              <a:extLst>
                <a:ext uri="{FF2B5EF4-FFF2-40B4-BE49-F238E27FC236}">
                  <a16:creationId xmlns:a16="http://schemas.microsoft.com/office/drawing/2014/main" id="{55291CB0-A23A-9438-DAF4-CB6DAD36884A}"/>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1" name="Group 880">
            <a:extLst>
              <a:ext uri="{FF2B5EF4-FFF2-40B4-BE49-F238E27FC236}">
                <a16:creationId xmlns:a16="http://schemas.microsoft.com/office/drawing/2014/main" id="{56EB087B-B5AE-0137-CBF7-D458D6C9976F}"/>
              </a:ext>
            </a:extLst>
          </p:cNvPr>
          <p:cNvGrpSpPr/>
          <p:nvPr/>
        </p:nvGrpSpPr>
        <p:grpSpPr>
          <a:xfrm>
            <a:off x="3775041" y="5130133"/>
            <a:ext cx="721895" cy="609700"/>
            <a:chOff x="3775041" y="5130133"/>
            <a:chExt cx="721895" cy="609700"/>
          </a:xfrm>
        </p:grpSpPr>
        <p:sp>
          <p:nvSpPr>
            <p:cNvPr id="882" name="Rectangle 881">
              <a:hlinkHover r:id="" action="ppaction://noaction" highlightClick="1"/>
              <a:extLst>
                <a:ext uri="{FF2B5EF4-FFF2-40B4-BE49-F238E27FC236}">
                  <a16:creationId xmlns:a16="http://schemas.microsoft.com/office/drawing/2014/main" id="{181E7B8C-5625-A277-9AA7-7ACC6BB2554B}"/>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83" name="Diamond 882">
              <a:extLst>
                <a:ext uri="{FF2B5EF4-FFF2-40B4-BE49-F238E27FC236}">
                  <a16:creationId xmlns:a16="http://schemas.microsoft.com/office/drawing/2014/main" id="{4906E513-5D22-4112-39C0-97F31083D447}"/>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4" name="Oval 883">
              <a:extLst>
                <a:ext uri="{FF2B5EF4-FFF2-40B4-BE49-F238E27FC236}">
                  <a16:creationId xmlns:a16="http://schemas.microsoft.com/office/drawing/2014/main" id="{45E4C3BE-6A7B-D254-6D88-7D92C5A10556}"/>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5" name="Group 884">
            <a:extLst>
              <a:ext uri="{FF2B5EF4-FFF2-40B4-BE49-F238E27FC236}">
                <a16:creationId xmlns:a16="http://schemas.microsoft.com/office/drawing/2014/main" id="{49711FB7-E420-F4EB-6433-FDC9289E8239}"/>
              </a:ext>
            </a:extLst>
          </p:cNvPr>
          <p:cNvGrpSpPr/>
          <p:nvPr/>
        </p:nvGrpSpPr>
        <p:grpSpPr>
          <a:xfrm>
            <a:off x="4618174" y="5130748"/>
            <a:ext cx="721895" cy="609700"/>
            <a:chOff x="4618174" y="5130748"/>
            <a:chExt cx="721895" cy="609700"/>
          </a:xfrm>
        </p:grpSpPr>
        <p:sp>
          <p:nvSpPr>
            <p:cNvPr id="886" name="Rectangle 885">
              <a:hlinkHover r:id="" action="ppaction://noaction" highlightClick="1"/>
              <a:extLst>
                <a:ext uri="{FF2B5EF4-FFF2-40B4-BE49-F238E27FC236}">
                  <a16:creationId xmlns:a16="http://schemas.microsoft.com/office/drawing/2014/main" id="{528DC4F4-5BBE-45A1-0E58-ADEBB5FAE9B2}"/>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87" name="Diamond 886">
              <a:extLst>
                <a:ext uri="{FF2B5EF4-FFF2-40B4-BE49-F238E27FC236}">
                  <a16:creationId xmlns:a16="http://schemas.microsoft.com/office/drawing/2014/main" id="{1039A058-4323-82D4-21AD-7BC54A382B47}"/>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8" name="Oval 887">
              <a:extLst>
                <a:ext uri="{FF2B5EF4-FFF2-40B4-BE49-F238E27FC236}">
                  <a16:creationId xmlns:a16="http://schemas.microsoft.com/office/drawing/2014/main" id="{21F42825-7888-33D8-9DB2-A31ABC66B649}"/>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9" name="Group 888">
            <a:extLst>
              <a:ext uri="{FF2B5EF4-FFF2-40B4-BE49-F238E27FC236}">
                <a16:creationId xmlns:a16="http://schemas.microsoft.com/office/drawing/2014/main" id="{9FFF6D8C-FB1F-3B22-E6DB-1CB9DD48C5CB}"/>
              </a:ext>
            </a:extLst>
          </p:cNvPr>
          <p:cNvGrpSpPr/>
          <p:nvPr/>
        </p:nvGrpSpPr>
        <p:grpSpPr>
          <a:xfrm>
            <a:off x="7125833" y="5143368"/>
            <a:ext cx="721206" cy="609701"/>
            <a:chOff x="7125833" y="5143368"/>
            <a:chExt cx="721206" cy="609701"/>
          </a:xfrm>
        </p:grpSpPr>
        <p:sp>
          <p:nvSpPr>
            <p:cNvPr id="890" name="Rectangle 889">
              <a:hlinkHover r:id="" action="ppaction://noaction" highlightClick="1"/>
              <a:extLst>
                <a:ext uri="{FF2B5EF4-FFF2-40B4-BE49-F238E27FC236}">
                  <a16:creationId xmlns:a16="http://schemas.microsoft.com/office/drawing/2014/main" id="{D8A22952-BC18-8157-EDE7-3FA5BBE2CB9A}"/>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91" name="Oval 890">
              <a:extLst>
                <a:ext uri="{FF2B5EF4-FFF2-40B4-BE49-F238E27FC236}">
                  <a16:creationId xmlns:a16="http://schemas.microsoft.com/office/drawing/2014/main" id="{4A2EDA34-1A5B-5E96-99CD-F7B1583204C8}"/>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2" name="Isosceles Triangle 648">
              <a:extLst>
                <a:ext uri="{FF2B5EF4-FFF2-40B4-BE49-F238E27FC236}">
                  <a16:creationId xmlns:a16="http://schemas.microsoft.com/office/drawing/2014/main" id="{CD1D8653-173F-8AB2-C190-EB68BD8EF1B8}"/>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3" name="Group 892">
            <a:extLst>
              <a:ext uri="{FF2B5EF4-FFF2-40B4-BE49-F238E27FC236}">
                <a16:creationId xmlns:a16="http://schemas.microsoft.com/office/drawing/2014/main" id="{D65CE547-5786-CB16-E844-D23E640CAD5E}"/>
              </a:ext>
            </a:extLst>
          </p:cNvPr>
          <p:cNvGrpSpPr/>
          <p:nvPr/>
        </p:nvGrpSpPr>
        <p:grpSpPr>
          <a:xfrm>
            <a:off x="7122911" y="3698231"/>
            <a:ext cx="721206" cy="609701"/>
            <a:chOff x="7122911" y="3698231"/>
            <a:chExt cx="721206" cy="609701"/>
          </a:xfrm>
        </p:grpSpPr>
        <p:sp>
          <p:nvSpPr>
            <p:cNvPr id="894" name="Rectangle 893">
              <a:hlinkHover r:id="" action="ppaction://noaction" highlightClick="1"/>
              <a:extLst>
                <a:ext uri="{FF2B5EF4-FFF2-40B4-BE49-F238E27FC236}">
                  <a16:creationId xmlns:a16="http://schemas.microsoft.com/office/drawing/2014/main" id="{07023CC4-AA30-C9DD-5186-A0614F287D9B}"/>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95" name="Oval 894">
              <a:extLst>
                <a:ext uri="{FF2B5EF4-FFF2-40B4-BE49-F238E27FC236}">
                  <a16:creationId xmlns:a16="http://schemas.microsoft.com/office/drawing/2014/main" id="{A969AE79-6911-A7CB-F0B6-10B4203FF741}"/>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6" name="Isosceles Triangle 648">
              <a:extLst>
                <a:ext uri="{FF2B5EF4-FFF2-40B4-BE49-F238E27FC236}">
                  <a16:creationId xmlns:a16="http://schemas.microsoft.com/office/drawing/2014/main" id="{80BDFE9C-24FF-4C9E-45A6-B1DFE1730ED6}"/>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7" name="Group 896">
            <a:extLst>
              <a:ext uri="{FF2B5EF4-FFF2-40B4-BE49-F238E27FC236}">
                <a16:creationId xmlns:a16="http://schemas.microsoft.com/office/drawing/2014/main" id="{E356F9A1-4C61-7AB0-F826-979751E00A97}"/>
              </a:ext>
            </a:extLst>
          </p:cNvPr>
          <p:cNvGrpSpPr/>
          <p:nvPr/>
        </p:nvGrpSpPr>
        <p:grpSpPr>
          <a:xfrm>
            <a:off x="6286224" y="3620338"/>
            <a:ext cx="721206" cy="687594"/>
            <a:chOff x="6286224" y="3620338"/>
            <a:chExt cx="721206" cy="687594"/>
          </a:xfrm>
        </p:grpSpPr>
        <p:cxnSp>
          <p:nvCxnSpPr>
            <p:cNvPr id="898" name="Straight Connector 897">
              <a:extLst>
                <a:ext uri="{FF2B5EF4-FFF2-40B4-BE49-F238E27FC236}">
                  <a16:creationId xmlns:a16="http://schemas.microsoft.com/office/drawing/2014/main" id="{460AED11-1680-14F5-BE9A-06B06C665327}"/>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99" name="Rectangle 898">
              <a:hlinkHover r:id="" action="ppaction://noaction" highlightClick="1"/>
              <a:extLst>
                <a:ext uri="{FF2B5EF4-FFF2-40B4-BE49-F238E27FC236}">
                  <a16:creationId xmlns:a16="http://schemas.microsoft.com/office/drawing/2014/main" id="{89C66C66-CFA5-5C3A-BAAF-D915E560A223}"/>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00" name="Oval 899">
              <a:extLst>
                <a:ext uri="{FF2B5EF4-FFF2-40B4-BE49-F238E27FC236}">
                  <a16:creationId xmlns:a16="http://schemas.microsoft.com/office/drawing/2014/main" id="{B4DC5987-E888-C997-D68F-4893B6B87898}"/>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1" name="Isosceles Triangle 648">
              <a:extLst>
                <a:ext uri="{FF2B5EF4-FFF2-40B4-BE49-F238E27FC236}">
                  <a16:creationId xmlns:a16="http://schemas.microsoft.com/office/drawing/2014/main" id="{197C27DA-EF84-F3DB-7325-2936A9FBEEB3}"/>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2" name="Group 911">
            <a:extLst>
              <a:ext uri="{FF2B5EF4-FFF2-40B4-BE49-F238E27FC236}">
                <a16:creationId xmlns:a16="http://schemas.microsoft.com/office/drawing/2014/main" id="{2D4987E5-6265-4044-4841-A01B5A981363}"/>
              </a:ext>
            </a:extLst>
          </p:cNvPr>
          <p:cNvGrpSpPr/>
          <p:nvPr/>
        </p:nvGrpSpPr>
        <p:grpSpPr>
          <a:xfrm>
            <a:off x="9656908" y="1532276"/>
            <a:ext cx="721206" cy="609701"/>
            <a:chOff x="9656908" y="1532276"/>
            <a:chExt cx="721206" cy="609701"/>
          </a:xfrm>
        </p:grpSpPr>
        <p:sp>
          <p:nvSpPr>
            <p:cNvPr id="913" name="Rectangle 912">
              <a:extLst>
                <a:ext uri="{FF2B5EF4-FFF2-40B4-BE49-F238E27FC236}">
                  <a16:creationId xmlns:a16="http://schemas.microsoft.com/office/drawing/2014/main" id="{D556C8FF-C781-4C2A-C8F4-3856A139CB4E}"/>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14" name="Rectangle 913">
              <a:extLst>
                <a:ext uri="{FF2B5EF4-FFF2-40B4-BE49-F238E27FC236}">
                  <a16:creationId xmlns:a16="http://schemas.microsoft.com/office/drawing/2014/main" id="{3C76FBB0-E4AB-D786-B5A0-415B6E3BC7CD}"/>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5" name="Oval 15">
              <a:extLst>
                <a:ext uri="{FF2B5EF4-FFF2-40B4-BE49-F238E27FC236}">
                  <a16:creationId xmlns:a16="http://schemas.microsoft.com/office/drawing/2014/main" id="{31DC65F5-8374-6B3B-99E2-9E5A50218373}"/>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16" name="Straight Connector 915">
              <a:extLst>
                <a:ext uri="{FF2B5EF4-FFF2-40B4-BE49-F238E27FC236}">
                  <a16:creationId xmlns:a16="http://schemas.microsoft.com/office/drawing/2014/main" id="{5DBB0902-3172-6498-0B2B-1A3F132C138F}"/>
                </a:ext>
              </a:extLst>
            </p:cNvPr>
            <p:cNvCxnSpPr>
              <a:cxnSpLocks/>
              <a:stCxn id="915"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17" name="Straight Connector 916">
              <a:extLst>
                <a:ext uri="{FF2B5EF4-FFF2-40B4-BE49-F238E27FC236}">
                  <a16:creationId xmlns:a16="http://schemas.microsoft.com/office/drawing/2014/main" id="{5A95C022-1B99-0CEB-2CA3-0433D1710AB1}"/>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BF25A8D3-2DE9-0ADC-C6B6-B8A27062DB9B}"/>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BB6E2522-222D-159B-E658-FF6C143A8CD1}"/>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CB77E744-2F6A-FB85-665C-EFFA235F807D}"/>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58E05993-EC13-16D6-5617-A057EFCD110D}"/>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6CA6765C-C773-7244-98E4-9AE8237F321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14418300-DBCC-2170-99C3-F7EBF11DD33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93C2354F-E0E7-986D-BE33-B5BCB88487DE}"/>
              </a:ext>
            </a:extLst>
          </p:cNvPr>
          <p:cNvGrpSpPr/>
          <p:nvPr/>
        </p:nvGrpSpPr>
        <p:grpSpPr>
          <a:xfrm>
            <a:off x="4615774" y="3698231"/>
            <a:ext cx="721206" cy="609701"/>
            <a:chOff x="4615774" y="3698231"/>
            <a:chExt cx="721206" cy="609701"/>
          </a:xfrm>
        </p:grpSpPr>
        <p:sp>
          <p:nvSpPr>
            <p:cNvPr id="15" name="Rectangle 14">
              <a:hlinkHover r:id="" action="ppaction://noaction" highlightClick="1"/>
              <a:extLst>
                <a:ext uri="{FF2B5EF4-FFF2-40B4-BE49-F238E27FC236}">
                  <a16:creationId xmlns:a16="http://schemas.microsoft.com/office/drawing/2014/main" id="{998E96FC-CEBB-F24D-57A4-5E6CF4601D5F}"/>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99B7EC61-CC70-FCC7-5A21-E75F95E89781}"/>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AD805533-350F-4AB9-D9C7-F1C086BC4DDA}"/>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2" name="Group 21">
            <a:extLst>
              <a:ext uri="{FF2B5EF4-FFF2-40B4-BE49-F238E27FC236}">
                <a16:creationId xmlns:a16="http://schemas.microsoft.com/office/drawing/2014/main" id="{34C53D9C-C629-D048-9031-B8680BB8DE0C}"/>
              </a:ext>
            </a:extLst>
          </p:cNvPr>
          <p:cNvGrpSpPr/>
          <p:nvPr/>
        </p:nvGrpSpPr>
        <p:grpSpPr>
          <a:xfrm>
            <a:off x="2100392" y="4419620"/>
            <a:ext cx="721206" cy="609701"/>
            <a:chOff x="2100392" y="4419620"/>
            <a:chExt cx="721206" cy="609701"/>
          </a:xfrm>
        </p:grpSpPr>
        <p:sp>
          <p:nvSpPr>
            <p:cNvPr id="27" name="Rectangle 26">
              <a:extLst>
                <a:ext uri="{FF2B5EF4-FFF2-40B4-BE49-F238E27FC236}">
                  <a16:creationId xmlns:a16="http://schemas.microsoft.com/office/drawing/2014/main" id="{49FB64FD-B4BE-1EFB-6E49-E0624B3AD349}"/>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8" name="Right Triangle 27">
              <a:extLst>
                <a:ext uri="{FF2B5EF4-FFF2-40B4-BE49-F238E27FC236}">
                  <a16:creationId xmlns:a16="http://schemas.microsoft.com/office/drawing/2014/main" id="{0C46B62D-078E-8D08-F446-6CE4CAE77208}"/>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9" name="Group 28">
              <a:extLst>
                <a:ext uri="{FF2B5EF4-FFF2-40B4-BE49-F238E27FC236}">
                  <a16:creationId xmlns:a16="http://schemas.microsoft.com/office/drawing/2014/main" id="{F19B0FCF-1053-8515-F283-B1B626DB0035}"/>
                </a:ext>
              </a:extLst>
            </p:cNvPr>
            <p:cNvGrpSpPr/>
            <p:nvPr/>
          </p:nvGrpSpPr>
          <p:grpSpPr>
            <a:xfrm>
              <a:off x="2769856" y="4434450"/>
              <a:ext cx="37817" cy="61390"/>
              <a:chOff x="3883481" y="2057400"/>
              <a:chExt cx="1608363" cy="2652031"/>
            </a:xfrm>
            <a:solidFill>
              <a:srgbClr val="A6A6A6">
                <a:alpha val="20000"/>
              </a:srgbClr>
            </a:solidFill>
          </p:grpSpPr>
          <p:sp>
            <p:nvSpPr>
              <p:cNvPr id="30" name="Oval 27">
                <a:extLst>
                  <a:ext uri="{FF2B5EF4-FFF2-40B4-BE49-F238E27FC236}">
                    <a16:creationId xmlns:a16="http://schemas.microsoft.com/office/drawing/2014/main" id="{0071FA67-378D-F28A-1079-D6F7EE39538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1" name="Oval 28">
                <a:extLst>
                  <a:ext uri="{FF2B5EF4-FFF2-40B4-BE49-F238E27FC236}">
                    <a16:creationId xmlns:a16="http://schemas.microsoft.com/office/drawing/2014/main" id="{DE0E77AA-C18E-0323-22AB-3DC357DFA6B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6" name="Group 45">
            <a:extLst>
              <a:ext uri="{FF2B5EF4-FFF2-40B4-BE49-F238E27FC236}">
                <a16:creationId xmlns:a16="http://schemas.microsoft.com/office/drawing/2014/main" id="{354399DB-7B8A-6FFD-9B83-9F3880A27621}"/>
              </a:ext>
            </a:extLst>
          </p:cNvPr>
          <p:cNvGrpSpPr/>
          <p:nvPr/>
        </p:nvGrpSpPr>
        <p:grpSpPr>
          <a:xfrm>
            <a:off x="8807246" y="1508831"/>
            <a:ext cx="721206" cy="609701"/>
            <a:chOff x="8807246" y="1532278"/>
            <a:chExt cx="721206" cy="609701"/>
          </a:xfrm>
        </p:grpSpPr>
        <p:sp>
          <p:nvSpPr>
            <p:cNvPr id="51" name="Rectangle 50">
              <a:hlinkHover r:id="" action="ppaction://noaction" highlightClick="1"/>
              <a:extLst>
                <a:ext uri="{FF2B5EF4-FFF2-40B4-BE49-F238E27FC236}">
                  <a16:creationId xmlns:a16="http://schemas.microsoft.com/office/drawing/2014/main" id="{2912712D-ADB1-EDFD-E16C-2091E64A43E3}"/>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53" name="Oval 52">
              <a:extLst>
                <a:ext uri="{FF2B5EF4-FFF2-40B4-BE49-F238E27FC236}">
                  <a16:creationId xmlns:a16="http://schemas.microsoft.com/office/drawing/2014/main" id="{416541C7-670F-7CEB-4BFE-577B8B0F13DB}"/>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 name="Isosceles Triangle 648">
              <a:extLst>
                <a:ext uri="{FF2B5EF4-FFF2-40B4-BE49-F238E27FC236}">
                  <a16:creationId xmlns:a16="http://schemas.microsoft.com/office/drawing/2014/main" id="{9946F3BA-9045-96BD-050C-F37DA4046519}"/>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 name="Group 57">
            <a:extLst>
              <a:ext uri="{FF2B5EF4-FFF2-40B4-BE49-F238E27FC236}">
                <a16:creationId xmlns:a16="http://schemas.microsoft.com/office/drawing/2014/main" id="{37A0CD70-AA67-8285-80F4-E9DB8B137114}"/>
              </a:ext>
            </a:extLst>
          </p:cNvPr>
          <p:cNvGrpSpPr/>
          <p:nvPr/>
        </p:nvGrpSpPr>
        <p:grpSpPr>
          <a:xfrm>
            <a:off x="11356242" y="1508829"/>
            <a:ext cx="721206" cy="609701"/>
            <a:chOff x="11356242" y="1532276"/>
            <a:chExt cx="721206" cy="609701"/>
          </a:xfrm>
        </p:grpSpPr>
        <p:sp>
          <p:nvSpPr>
            <p:cNvPr id="59" name="Rectangle 58">
              <a:hlinkHover r:id="" action="ppaction://noaction" highlightClick="1"/>
              <a:extLst>
                <a:ext uri="{FF2B5EF4-FFF2-40B4-BE49-F238E27FC236}">
                  <a16:creationId xmlns:a16="http://schemas.microsoft.com/office/drawing/2014/main" id="{EA9A3997-BC44-FF0D-A2FD-B78AF1177999}"/>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60" name="Oval 59">
              <a:extLst>
                <a:ext uri="{FF2B5EF4-FFF2-40B4-BE49-F238E27FC236}">
                  <a16:creationId xmlns:a16="http://schemas.microsoft.com/office/drawing/2014/main" id="{263CDBE9-25BB-A34E-4E71-E3A1554215C2}"/>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8" name="Isosceles Triangle 648">
              <a:extLst>
                <a:ext uri="{FF2B5EF4-FFF2-40B4-BE49-F238E27FC236}">
                  <a16:creationId xmlns:a16="http://schemas.microsoft.com/office/drawing/2014/main" id="{35B31509-F770-D673-7301-FE71369D889C}"/>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7" name="Group 926">
            <a:extLst>
              <a:ext uri="{FF2B5EF4-FFF2-40B4-BE49-F238E27FC236}">
                <a16:creationId xmlns:a16="http://schemas.microsoft.com/office/drawing/2014/main" id="{4733865A-221C-FE15-8072-4CFF86305BE5}"/>
              </a:ext>
            </a:extLst>
          </p:cNvPr>
          <p:cNvGrpSpPr/>
          <p:nvPr/>
        </p:nvGrpSpPr>
        <p:grpSpPr>
          <a:xfrm>
            <a:off x="3776512" y="2950606"/>
            <a:ext cx="724130" cy="609701"/>
            <a:chOff x="3776512" y="2974053"/>
            <a:chExt cx="724130" cy="609701"/>
          </a:xfrm>
        </p:grpSpPr>
        <p:sp>
          <p:nvSpPr>
            <p:cNvPr id="928" name="Rectangle 927">
              <a:extLst>
                <a:ext uri="{FF2B5EF4-FFF2-40B4-BE49-F238E27FC236}">
                  <a16:creationId xmlns:a16="http://schemas.microsoft.com/office/drawing/2014/main" id="{286E767B-68D3-CD97-8D84-C79F93498A90}"/>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929" name="Right Triangle 928">
              <a:extLst>
                <a:ext uri="{FF2B5EF4-FFF2-40B4-BE49-F238E27FC236}">
                  <a16:creationId xmlns:a16="http://schemas.microsoft.com/office/drawing/2014/main" id="{C8B07763-A527-060B-142D-3789461B6454}"/>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30" name="Group 929">
              <a:extLst>
                <a:ext uri="{FF2B5EF4-FFF2-40B4-BE49-F238E27FC236}">
                  <a16:creationId xmlns:a16="http://schemas.microsoft.com/office/drawing/2014/main" id="{F70E7B50-67DF-8A57-474B-DFAAC9E6F609}"/>
                </a:ext>
              </a:extLst>
            </p:cNvPr>
            <p:cNvGrpSpPr/>
            <p:nvPr/>
          </p:nvGrpSpPr>
          <p:grpSpPr>
            <a:xfrm>
              <a:off x="4450061" y="2982574"/>
              <a:ext cx="37817" cy="61390"/>
              <a:chOff x="3883481" y="2057400"/>
              <a:chExt cx="1608363" cy="2652031"/>
            </a:xfrm>
            <a:solidFill>
              <a:srgbClr val="A6A6A6">
                <a:alpha val="20000"/>
              </a:srgbClr>
            </a:solidFill>
          </p:grpSpPr>
          <p:sp>
            <p:nvSpPr>
              <p:cNvPr id="931" name="Oval 27">
                <a:extLst>
                  <a:ext uri="{FF2B5EF4-FFF2-40B4-BE49-F238E27FC236}">
                    <a16:creationId xmlns:a16="http://schemas.microsoft.com/office/drawing/2014/main" id="{5B812C7D-DD36-BFEF-4988-0E13B1DE334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2" name="Oval 28">
                <a:extLst>
                  <a:ext uri="{FF2B5EF4-FFF2-40B4-BE49-F238E27FC236}">
                    <a16:creationId xmlns:a16="http://schemas.microsoft.com/office/drawing/2014/main" id="{0C3D1DB1-5399-3E08-5CA5-33BC57709C6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59" name="Group 958">
            <a:extLst>
              <a:ext uri="{FF2B5EF4-FFF2-40B4-BE49-F238E27FC236}">
                <a16:creationId xmlns:a16="http://schemas.microsoft.com/office/drawing/2014/main" id="{DAB04F9C-49F1-E9DB-37ED-83D7B18232E2}"/>
              </a:ext>
            </a:extLst>
          </p:cNvPr>
          <p:cNvGrpSpPr/>
          <p:nvPr/>
        </p:nvGrpSpPr>
        <p:grpSpPr>
          <a:xfrm>
            <a:off x="7905566" y="751337"/>
            <a:ext cx="3396155" cy="4999377"/>
            <a:chOff x="7905566" y="751337"/>
            <a:chExt cx="3396155" cy="4999377"/>
          </a:xfrm>
        </p:grpSpPr>
        <p:cxnSp>
          <p:nvCxnSpPr>
            <p:cNvPr id="448" name="Straight Connector 447">
              <a:extLst>
                <a:ext uri="{FF2B5EF4-FFF2-40B4-BE49-F238E27FC236}">
                  <a16:creationId xmlns:a16="http://schemas.microsoft.com/office/drawing/2014/main" id="{A245D6DE-EBA3-30F7-2B97-CE6D7FF6FC6B}"/>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3" name="Straight Connector 502">
              <a:extLst>
                <a:ext uri="{FF2B5EF4-FFF2-40B4-BE49-F238E27FC236}">
                  <a16:creationId xmlns:a16="http://schemas.microsoft.com/office/drawing/2014/main" id="{2E280F91-B83A-176F-7574-A6B9CFC26FBF}"/>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081004D6-BD54-0604-FDC6-ECBB6FAC8B87}"/>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5" name="Straight Connector 504">
              <a:extLst>
                <a:ext uri="{FF2B5EF4-FFF2-40B4-BE49-F238E27FC236}">
                  <a16:creationId xmlns:a16="http://schemas.microsoft.com/office/drawing/2014/main" id="{48E6950B-F23A-AEBE-068C-59E79033B281}"/>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6" name="Straight Connector 505">
              <a:extLst>
                <a:ext uri="{FF2B5EF4-FFF2-40B4-BE49-F238E27FC236}">
                  <a16:creationId xmlns:a16="http://schemas.microsoft.com/office/drawing/2014/main" id="{C0A2CA9D-6AD0-1A8D-2122-96C76FB1B776}"/>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A253DA38-8472-07BD-15CB-BC2D1CB8B9B7}"/>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2FD2ADB1-BCF3-FA4A-54AB-410BF7CF2609}"/>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69" name="Straight Connector 68">
            <a:extLst>
              <a:ext uri="{FF2B5EF4-FFF2-40B4-BE49-F238E27FC236}">
                <a16:creationId xmlns:a16="http://schemas.microsoft.com/office/drawing/2014/main" id="{47EB0766-3606-9863-FFD7-A184AF3F0096}"/>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70" name="Group 69">
            <a:extLst>
              <a:ext uri="{FF2B5EF4-FFF2-40B4-BE49-F238E27FC236}">
                <a16:creationId xmlns:a16="http://schemas.microsoft.com/office/drawing/2014/main" id="{97F9D5FC-FB14-0C49-B3C0-0F0F37BE3585}"/>
              </a:ext>
            </a:extLst>
          </p:cNvPr>
          <p:cNvGrpSpPr/>
          <p:nvPr/>
        </p:nvGrpSpPr>
        <p:grpSpPr>
          <a:xfrm>
            <a:off x="7957586" y="2253332"/>
            <a:ext cx="721206" cy="609701"/>
            <a:chOff x="7957586" y="2253332"/>
            <a:chExt cx="721206" cy="609701"/>
          </a:xfrm>
        </p:grpSpPr>
        <p:sp>
          <p:nvSpPr>
            <p:cNvPr id="71" name="Rectangle 70">
              <a:extLst>
                <a:ext uri="{FF2B5EF4-FFF2-40B4-BE49-F238E27FC236}">
                  <a16:creationId xmlns:a16="http://schemas.microsoft.com/office/drawing/2014/main" id="{D15789F9-6241-475C-9004-392631D6F77E}"/>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98" name="Right Triangle 97">
              <a:extLst>
                <a:ext uri="{FF2B5EF4-FFF2-40B4-BE49-F238E27FC236}">
                  <a16:creationId xmlns:a16="http://schemas.microsoft.com/office/drawing/2014/main" id="{60C17A5E-01F0-75C4-2710-A8EE719114BD}"/>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0" name="Group 109">
              <a:extLst>
                <a:ext uri="{FF2B5EF4-FFF2-40B4-BE49-F238E27FC236}">
                  <a16:creationId xmlns:a16="http://schemas.microsoft.com/office/drawing/2014/main" id="{B926A202-D96D-97FE-7D0D-3C764559C927}"/>
                </a:ext>
              </a:extLst>
            </p:cNvPr>
            <p:cNvGrpSpPr/>
            <p:nvPr/>
          </p:nvGrpSpPr>
          <p:grpSpPr>
            <a:xfrm>
              <a:off x="8621942" y="2262669"/>
              <a:ext cx="37817" cy="61390"/>
              <a:chOff x="3883481" y="2057400"/>
              <a:chExt cx="1608363" cy="2652031"/>
            </a:xfrm>
            <a:solidFill>
              <a:srgbClr val="A6A6A6">
                <a:alpha val="20000"/>
              </a:srgbClr>
            </a:solidFill>
          </p:grpSpPr>
          <p:sp>
            <p:nvSpPr>
              <p:cNvPr id="111" name="Oval 27">
                <a:extLst>
                  <a:ext uri="{FF2B5EF4-FFF2-40B4-BE49-F238E27FC236}">
                    <a16:creationId xmlns:a16="http://schemas.microsoft.com/office/drawing/2014/main" id="{4E8D1BB5-F2AC-A32B-8DA8-4F0FA7509FC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 name="Oval 28">
                <a:extLst>
                  <a:ext uri="{FF2B5EF4-FFF2-40B4-BE49-F238E27FC236}">
                    <a16:creationId xmlns:a16="http://schemas.microsoft.com/office/drawing/2014/main" id="{F7CA1122-A697-C0C5-660C-8FFDCBBEC34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89C58CE7-ED77-7CE6-10E1-D1898FA93651}"/>
              </a:ext>
            </a:extLst>
          </p:cNvPr>
          <p:cNvGrpSpPr/>
          <p:nvPr/>
        </p:nvGrpSpPr>
        <p:grpSpPr>
          <a:xfrm>
            <a:off x="4605607" y="811556"/>
            <a:ext cx="722054" cy="609701"/>
            <a:chOff x="4605607" y="811556"/>
            <a:chExt cx="722054" cy="609701"/>
          </a:xfrm>
        </p:grpSpPr>
        <p:sp>
          <p:nvSpPr>
            <p:cNvPr id="114" name="Rectangle 113">
              <a:extLst>
                <a:ext uri="{FF2B5EF4-FFF2-40B4-BE49-F238E27FC236}">
                  <a16:creationId xmlns:a16="http://schemas.microsoft.com/office/drawing/2014/main" id="{FE477E2D-7E96-C02F-CFF5-9A6B745BB401}"/>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15" name="Rectangle 114">
              <a:extLst>
                <a:ext uri="{FF2B5EF4-FFF2-40B4-BE49-F238E27FC236}">
                  <a16:creationId xmlns:a16="http://schemas.microsoft.com/office/drawing/2014/main" id="{B1DC825E-C38E-D47E-CD30-1B53502FF164}"/>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6" name="Oval 15">
              <a:extLst>
                <a:ext uri="{FF2B5EF4-FFF2-40B4-BE49-F238E27FC236}">
                  <a16:creationId xmlns:a16="http://schemas.microsoft.com/office/drawing/2014/main" id="{5C3469E6-D849-0F3D-3DB0-7E9596CFC936}"/>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7" name="Straight Connector 116">
              <a:extLst>
                <a:ext uri="{FF2B5EF4-FFF2-40B4-BE49-F238E27FC236}">
                  <a16:creationId xmlns:a16="http://schemas.microsoft.com/office/drawing/2014/main" id="{B5DB9D9F-32B4-B648-1416-DA1DC5B91FFF}"/>
                </a:ext>
              </a:extLst>
            </p:cNvPr>
            <p:cNvCxnSpPr>
              <a:cxnSpLocks/>
              <a:stCxn id="116"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8" name="Straight Connector 117">
              <a:extLst>
                <a:ext uri="{FF2B5EF4-FFF2-40B4-BE49-F238E27FC236}">
                  <a16:creationId xmlns:a16="http://schemas.microsoft.com/office/drawing/2014/main" id="{3C02EF11-2697-A6AD-7DC4-532405BC5185}"/>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9" name="Group 118">
            <a:extLst>
              <a:ext uri="{FF2B5EF4-FFF2-40B4-BE49-F238E27FC236}">
                <a16:creationId xmlns:a16="http://schemas.microsoft.com/office/drawing/2014/main" id="{50849559-7720-44DC-0C46-39F980F0AEC8}"/>
              </a:ext>
            </a:extLst>
          </p:cNvPr>
          <p:cNvGrpSpPr/>
          <p:nvPr/>
        </p:nvGrpSpPr>
        <p:grpSpPr>
          <a:xfrm>
            <a:off x="6290730" y="2257176"/>
            <a:ext cx="721206" cy="609701"/>
            <a:chOff x="8807250" y="2253334"/>
            <a:chExt cx="721206" cy="609701"/>
          </a:xfrm>
        </p:grpSpPr>
        <p:sp>
          <p:nvSpPr>
            <p:cNvPr id="120" name="Rectangle 119">
              <a:extLst>
                <a:ext uri="{FF2B5EF4-FFF2-40B4-BE49-F238E27FC236}">
                  <a16:creationId xmlns:a16="http://schemas.microsoft.com/office/drawing/2014/main" id="{2A80A156-93A5-2370-34EF-3D954B6AD131}"/>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27" name="Right Triangle 126">
              <a:extLst>
                <a:ext uri="{FF2B5EF4-FFF2-40B4-BE49-F238E27FC236}">
                  <a16:creationId xmlns:a16="http://schemas.microsoft.com/office/drawing/2014/main" id="{B1E8BBEE-0C11-206C-FEC1-8A3512351043}"/>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7" name="Oval 27">
              <a:extLst>
                <a:ext uri="{FF2B5EF4-FFF2-40B4-BE49-F238E27FC236}">
                  <a16:creationId xmlns:a16="http://schemas.microsoft.com/office/drawing/2014/main" id="{B54C57F3-1A8D-AB6B-BE05-051BE6436742}"/>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8" name="Oval 28">
              <a:extLst>
                <a:ext uri="{FF2B5EF4-FFF2-40B4-BE49-F238E27FC236}">
                  <a16:creationId xmlns:a16="http://schemas.microsoft.com/office/drawing/2014/main" id="{A4FA501D-3924-3860-4B31-F0507C775F9C}"/>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9" name="Group 558">
            <a:extLst>
              <a:ext uri="{FF2B5EF4-FFF2-40B4-BE49-F238E27FC236}">
                <a16:creationId xmlns:a16="http://schemas.microsoft.com/office/drawing/2014/main" id="{858DA2CE-051C-97A8-FD2B-F47840420061}"/>
              </a:ext>
            </a:extLst>
          </p:cNvPr>
          <p:cNvGrpSpPr/>
          <p:nvPr/>
        </p:nvGrpSpPr>
        <p:grpSpPr>
          <a:xfrm>
            <a:off x="9651394" y="811173"/>
            <a:ext cx="721206" cy="609701"/>
            <a:chOff x="9657972" y="90836"/>
            <a:chExt cx="721206" cy="609701"/>
          </a:xfrm>
        </p:grpSpPr>
        <p:sp>
          <p:nvSpPr>
            <p:cNvPr id="560" name="Rectangle 559">
              <a:hlinkHover r:id="" action="ppaction://noaction" highlightClick="1"/>
              <a:extLst>
                <a:ext uri="{FF2B5EF4-FFF2-40B4-BE49-F238E27FC236}">
                  <a16:creationId xmlns:a16="http://schemas.microsoft.com/office/drawing/2014/main" id="{2115C074-E77A-9FB8-3FE0-5A8C21AAECE2}"/>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571" name="Diamond 570">
              <a:extLst>
                <a:ext uri="{FF2B5EF4-FFF2-40B4-BE49-F238E27FC236}">
                  <a16:creationId xmlns:a16="http://schemas.microsoft.com/office/drawing/2014/main" id="{0DC50D32-266E-A467-97DF-C4D73D9A4886}"/>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2" name="Oval 571">
              <a:extLst>
                <a:ext uri="{FF2B5EF4-FFF2-40B4-BE49-F238E27FC236}">
                  <a16:creationId xmlns:a16="http://schemas.microsoft.com/office/drawing/2014/main" id="{1DA1CFD2-17D5-BBBC-698F-3C1A587DB76F}"/>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3" name="Group 572">
            <a:extLst>
              <a:ext uri="{FF2B5EF4-FFF2-40B4-BE49-F238E27FC236}">
                <a16:creationId xmlns:a16="http://schemas.microsoft.com/office/drawing/2014/main" id="{DD9C1907-3ED3-F928-23E4-74CD425993AB}"/>
              </a:ext>
            </a:extLst>
          </p:cNvPr>
          <p:cNvGrpSpPr/>
          <p:nvPr/>
        </p:nvGrpSpPr>
        <p:grpSpPr>
          <a:xfrm>
            <a:off x="10520479" y="90836"/>
            <a:ext cx="721206" cy="609701"/>
            <a:chOff x="10520479" y="90836"/>
            <a:chExt cx="721206" cy="609701"/>
          </a:xfrm>
        </p:grpSpPr>
        <p:sp>
          <p:nvSpPr>
            <p:cNvPr id="574" name="Rectangle 573">
              <a:hlinkHover r:id="" action="ppaction://noaction" highlightClick="1"/>
              <a:extLst>
                <a:ext uri="{FF2B5EF4-FFF2-40B4-BE49-F238E27FC236}">
                  <a16:creationId xmlns:a16="http://schemas.microsoft.com/office/drawing/2014/main" id="{9A568D37-54E4-C8E9-8550-6DB92E8C2743}"/>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575" name="Oval 574">
              <a:extLst>
                <a:ext uri="{FF2B5EF4-FFF2-40B4-BE49-F238E27FC236}">
                  <a16:creationId xmlns:a16="http://schemas.microsoft.com/office/drawing/2014/main" id="{F83D55E2-2696-77F9-F8B8-15692AE02153}"/>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8" name="Isosceles Triangle 648">
              <a:extLst>
                <a:ext uri="{FF2B5EF4-FFF2-40B4-BE49-F238E27FC236}">
                  <a16:creationId xmlns:a16="http://schemas.microsoft.com/office/drawing/2014/main" id="{D7589FD8-0D68-C7A3-3902-9CD6C71D220A}"/>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9" name="Group 128">
            <a:extLst>
              <a:ext uri="{FF2B5EF4-FFF2-40B4-BE49-F238E27FC236}">
                <a16:creationId xmlns:a16="http://schemas.microsoft.com/office/drawing/2014/main" id="{058A0A3A-0F0F-2527-64B8-FE4DC5F5414E}"/>
              </a:ext>
            </a:extLst>
          </p:cNvPr>
          <p:cNvGrpSpPr/>
          <p:nvPr/>
        </p:nvGrpSpPr>
        <p:grpSpPr>
          <a:xfrm>
            <a:off x="9656903" y="2253333"/>
            <a:ext cx="721220" cy="609701"/>
            <a:chOff x="9656903" y="2253333"/>
            <a:chExt cx="721220" cy="609701"/>
          </a:xfrm>
        </p:grpSpPr>
        <p:sp>
          <p:nvSpPr>
            <p:cNvPr id="131" name="Rectangle 130">
              <a:hlinkHover r:id="" action="ppaction://noaction" highlightClick="1"/>
              <a:extLst>
                <a:ext uri="{FF2B5EF4-FFF2-40B4-BE49-F238E27FC236}">
                  <a16:creationId xmlns:a16="http://schemas.microsoft.com/office/drawing/2014/main" id="{2A1E048B-F064-26A8-6AAD-9602752FF3C1}"/>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32" name="Rectangle 131">
              <a:extLst>
                <a:ext uri="{FF2B5EF4-FFF2-40B4-BE49-F238E27FC236}">
                  <a16:creationId xmlns:a16="http://schemas.microsoft.com/office/drawing/2014/main" id="{D710CFCF-BC8D-05D8-CF59-CD2370168CCD}"/>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3" name="Oval 15">
              <a:extLst>
                <a:ext uri="{FF2B5EF4-FFF2-40B4-BE49-F238E27FC236}">
                  <a16:creationId xmlns:a16="http://schemas.microsoft.com/office/drawing/2014/main" id="{37C2E973-A207-71DE-B6CD-26C7C9C38455}"/>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4" name="Straight Connector 133">
              <a:extLst>
                <a:ext uri="{FF2B5EF4-FFF2-40B4-BE49-F238E27FC236}">
                  <a16:creationId xmlns:a16="http://schemas.microsoft.com/office/drawing/2014/main" id="{81885B13-A144-0310-7BAC-85D2C18C346E}"/>
                </a:ext>
              </a:extLst>
            </p:cNvPr>
            <p:cNvCxnSpPr>
              <a:cxnSpLocks/>
              <a:stCxn id="133"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35" name="Straight Connector 134">
              <a:extLst>
                <a:ext uri="{FF2B5EF4-FFF2-40B4-BE49-F238E27FC236}">
                  <a16:creationId xmlns:a16="http://schemas.microsoft.com/office/drawing/2014/main" id="{F469D6C3-309F-5DAB-E9BF-3C2BFFDAE377}"/>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6" name="Group 135">
            <a:extLst>
              <a:ext uri="{FF2B5EF4-FFF2-40B4-BE49-F238E27FC236}">
                <a16:creationId xmlns:a16="http://schemas.microsoft.com/office/drawing/2014/main" id="{00192CE5-344B-B189-F742-E389AA7D52BA}"/>
              </a:ext>
            </a:extLst>
          </p:cNvPr>
          <p:cNvGrpSpPr/>
          <p:nvPr/>
        </p:nvGrpSpPr>
        <p:grpSpPr>
          <a:xfrm>
            <a:off x="8797459" y="2264859"/>
            <a:ext cx="721206" cy="609701"/>
            <a:chOff x="11356242" y="2253333"/>
            <a:chExt cx="721206" cy="609701"/>
          </a:xfrm>
        </p:grpSpPr>
        <p:sp>
          <p:nvSpPr>
            <p:cNvPr id="137" name="Rectangle 136">
              <a:hlinkHover r:id="" action="ppaction://noaction" highlightClick="1"/>
              <a:extLst>
                <a:ext uri="{FF2B5EF4-FFF2-40B4-BE49-F238E27FC236}">
                  <a16:creationId xmlns:a16="http://schemas.microsoft.com/office/drawing/2014/main" id="{CECE638E-ED54-E7C6-007D-1B2606FC76D9}"/>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38" name="Oval 137">
              <a:extLst>
                <a:ext uri="{FF2B5EF4-FFF2-40B4-BE49-F238E27FC236}">
                  <a16:creationId xmlns:a16="http://schemas.microsoft.com/office/drawing/2014/main" id="{4F634B31-3A76-50D3-4C2E-D1A86BBEF7D8}"/>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9" name="Isosceles Triangle 648">
              <a:extLst>
                <a:ext uri="{FF2B5EF4-FFF2-40B4-BE49-F238E27FC236}">
                  <a16:creationId xmlns:a16="http://schemas.microsoft.com/office/drawing/2014/main" id="{B293AD3B-56BA-614A-272D-A7381D5A2520}"/>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0" name="Group 139">
            <a:extLst>
              <a:ext uri="{FF2B5EF4-FFF2-40B4-BE49-F238E27FC236}">
                <a16:creationId xmlns:a16="http://schemas.microsoft.com/office/drawing/2014/main" id="{A32E3645-0951-37E7-8DC1-7C083E306C69}"/>
              </a:ext>
            </a:extLst>
          </p:cNvPr>
          <p:cNvGrpSpPr/>
          <p:nvPr/>
        </p:nvGrpSpPr>
        <p:grpSpPr>
          <a:xfrm>
            <a:off x="10506580" y="2253333"/>
            <a:ext cx="721206" cy="609701"/>
            <a:chOff x="10506580" y="2253333"/>
            <a:chExt cx="721206" cy="609701"/>
          </a:xfrm>
        </p:grpSpPr>
        <p:sp>
          <p:nvSpPr>
            <p:cNvPr id="141" name="Rectangle 140">
              <a:hlinkHover r:id="" action="ppaction://noaction" highlightClick="1"/>
              <a:extLst>
                <a:ext uri="{FF2B5EF4-FFF2-40B4-BE49-F238E27FC236}">
                  <a16:creationId xmlns:a16="http://schemas.microsoft.com/office/drawing/2014/main" id="{E9677A91-B7B7-72FB-88D2-6FFF3D020D7F}"/>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42" name="Diamond 141">
              <a:extLst>
                <a:ext uri="{FF2B5EF4-FFF2-40B4-BE49-F238E27FC236}">
                  <a16:creationId xmlns:a16="http://schemas.microsoft.com/office/drawing/2014/main" id="{6042B634-3496-9058-33AC-1913911CC737}"/>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3" name="Oval 142">
              <a:extLst>
                <a:ext uri="{FF2B5EF4-FFF2-40B4-BE49-F238E27FC236}">
                  <a16:creationId xmlns:a16="http://schemas.microsoft.com/office/drawing/2014/main" id="{BD61BB48-CD73-CAAF-FBBA-B7C1E4BEB88D}"/>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4" name="Group 143">
            <a:extLst>
              <a:ext uri="{FF2B5EF4-FFF2-40B4-BE49-F238E27FC236}">
                <a16:creationId xmlns:a16="http://schemas.microsoft.com/office/drawing/2014/main" id="{A4678E8B-856F-5555-0FC6-B2F804CEB83A}"/>
              </a:ext>
            </a:extLst>
          </p:cNvPr>
          <p:cNvGrpSpPr/>
          <p:nvPr/>
        </p:nvGrpSpPr>
        <p:grpSpPr>
          <a:xfrm>
            <a:off x="2109092" y="2986575"/>
            <a:ext cx="721206" cy="649846"/>
            <a:chOff x="10506800" y="2974054"/>
            <a:chExt cx="721206" cy="649846"/>
          </a:xfrm>
        </p:grpSpPr>
        <p:sp>
          <p:nvSpPr>
            <p:cNvPr id="145" name="Rectangle 144">
              <a:extLst>
                <a:ext uri="{FF2B5EF4-FFF2-40B4-BE49-F238E27FC236}">
                  <a16:creationId xmlns:a16="http://schemas.microsoft.com/office/drawing/2014/main" id="{DC5D7F25-A53A-D56A-2913-929B0BDF23B7}"/>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46" name="Rectangle 145">
              <a:extLst>
                <a:ext uri="{FF2B5EF4-FFF2-40B4-BE49-F238E27FC236}">
                  <a16:creationId xmlns:a16="http://schemas.microsoft.com/office/drawing/2014/main" id="{CF25F542-DBCA-C04D-76A7-280D71A29CC5}"/>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 name="Oval 15">
              <a:extLst>
                <a:ext uri="{FF2B5EF4-FFF2-40B4-BE49-F238E27FC236}">
                  <a16:creationId xmlns:a16="http://schemas.microsoft.com/office/drawing/2014/main" id="{15A2684C-B58E-B20C-99F9-4C29DC557DBD}"/>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8" name="Straight Connector 147">
              <a:extLst>
                <a:ext uri="{FF2B5EF4-FFF2-40B4-BE49-F238E27FC236}">
                  <a16:creationId xmlns:a16="http://schemas.microsoft.com/office/drawing/2014/main" id="{E5573110-C748-714D-72B1-32A17C121DE7}"/>
                </a:ext>
              </a:extLst>
            </p:cNvPr>
            <p:cNvCxnSpPr>
              <a:cxnSpLocks/>
              <a:stCxn id="147"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9" name="Straight Connector 148">
              <a:extLst>
                <a:ext uri="{FF2B5EF4-FFF2-40B4-BE49-F238E27FC236}">
                  <a16:creationId xmlns:a16="http://schemas.microsoft.com/office/drawing/2014/main" id="{AC934FB8-FBDD-379E-75AE-7404518E4613}"/>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0" name="Group 149">
            <a:extLst>
              <a:ext uri="{FF2B5EF4-FFF2-40B4-BE49-F238E27FC236}">
                <a16:creationId xmlns:a16="http://schemas.microsoft.com/office/drawing/2014/main" id="{DABA0792-B67B-EAC1-01BD-AC81593FA7DF}"/>
              </a:ext>
            </a:extLst>
          </p:cNvPr>
          <p:cNvGrpSpPr/>
          <p:nvPr/>
        </p:nvGrpSpPr>
        <p:grpSpPr>
          <a:xfrm>
            <a:off x="4621827" y="2983922"/>
            <a:ext cx="721206" cy="654973"/>
            <a:chOff x="9657606" y="2974054"/>
            <a:chExt cx="721206" cy="654973"/>
          </a:xfrm>
        </p:grpSpPr>
        <p:sp>
          <p:nvSpPr>
            <p:cNvPr id="151" name="Rectangle 150">
              <a:extLst>
                <a:ext uri="{FF2B5EF4-FFF2-40B4-BE49-F238E27FC236}">
                  <a16:creationId xmlns:a16="http://schemas.microsoft.com/office/drawing/2014/main" id="{EED43E17-BB77-4CE1-46ED-6D41CC5F9058}"/>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52" name="Rectangle 151">
              <a:extLst>
                <a:ext uri="{FF2B5EF4-FFF2-40B4-BE49-F238E27FC236}">
                  <a16:creationId xmlns:a16="http://schemas.microsoft.com/office/drawing/2014/main" id="{FFB41ECF-21DD-2E76-6BC2-321161EEF40E}"/>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3" name="Oval 15">
              <a:extLst>
                <a:ext uri="{FF2B5EF4-FFF2-40B4-BE49-F238E27FC236}">
                  <a16:creationId xmlns:a16="http://schemas.microsoft.com/office/drawing/2014/main" id="{7A8890D7-98D5-2462-4FEF-5410D25865C7}"/>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4" name="Straight Connector 153">
              <a:extLst>
                <a:ext uri="{FF2B5EF4-FFF2-40B4-BE49-F238E27FC236}">
                  <a16:creationId xmlns:a16="http://schemas.microsoft.com/office/drawing/2014/main" id="{A74147F2-5221-1096-FDFA-3FD747323246}"/>
                </a:ext>
              </a:extLst>
            </p:cNvPr>
            <p:cNvCxnSpPr>
              <a:cxnSpLocks/>
              <a:stCxn id="153"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5" name="Straight Connector 154">
              <a:extLst>
                <a:ext uri="{FF2B5EF4-FFF2-40B4-BE49-F238E27FC236}">
                  <a16:creationId xmlns:a16="http://schemas.microsoft.com/office/drawing/2014/main" id="{0E47F1DB-B84B-3579-9A85-F28ECABBFFB2}"/>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6" name="Group 155">
            <a:extLst>
              <a:ext uri="{FF2B5EF4-FFF2-40B4-BE49-F238E27FC236}">
                <a16:creationId xmlns:a16="http://schemas.microsoft.com/office/drawing/2014/main" id="{0995C688-79F6-6080-6C5A-E32D3B2618AF}"/>
              </a:ext>
            </a:extLst>
          </p:cNvPr>
          <p:cNvGrpSpPr/>
          <p:nvPr/>
        </p:nvGrpSpPr>
        <p:grpSpPr>
          <a:xfrm>
            <a:off x="11356001" y="2974057"/>
            <a:ext cx="721206" cy="609701"/>
            <a:chOff x="11356001" y="2974057"/>
            <a:chExt cx="721206" cy="609701"/>
          </a:xfrm>
        </p:grpSpPr>
        <p:sp>
          <p:nvSpPr>
            <p:cNvPr id="157" name="Rectangle 156">
              <a:hlinkHover r:id="" action="ppaction://noaction" highlightClick="1"/>
              <a:extLst>
                <a:ext uri="{FF2B5EF4-FFF2-40B4-BE49-F238E27FC236}">
                  <a16:creationId xmlns:a16="http://schemas.microsoft.com/office/drawing/2014/main" id="{039EC7EB-193B-D49B-5790-35E4B5B97263}"/>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58" name="Oval 157">
              <a:extLst>
                <a:ext uri="{FF2B5EF4-FFF2-40B4-BE49-F238E27FC236}">
                  <a16:creationId xmlns:a16="http://schemas.microsoft.com/office/drawing/2014/main" id="{9FC79975-FEC9-A6F2-AF81-FC4280DBA5A9}"/>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9" name="Isosceles Triangle 648">
              <a:extLst>
                <a:ext uri="{FF2B5EF4-FFF2-40B4-BE49-F238E27FC236}">
                  <a16:creationId xmlns:a16="http://schemas.microsoft.com/office/drawing/2014/main" id="{0139A71D-AB77-1443-04E7-2D65D460216C}"/>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0" name="Group 159">
            <a:extLst>
              <a:ext uri="{FF2B5EF4-FFF2-40B4-BE49-F238E27FC236}">
                <a16:creationId xmlns:a16="http://schemas.microsoft.com/office/drawing/2014/main" id="{5CCA8B89-58DA-8AEF-5E67-621FD945BC8E}"/>
              </a:ext>
            </a:extLst>
          </p:cNvPr>
          <p:cNvGrpSpPr/>
          <p:nvPr/>
        </p:nvGrpSpPr>
        <p:grpSpPr>
          <a:xfrm>
            <a:off x="1268346" y="3698208"/>
            <a:ext cx="721891" cy="610396"/>
            <a:chOff x="1268346" y="3698208"/>
            <a:chExt cx="721891" cy="610396"/>
          </a:xfrm>
        </p:grpSpPr>
        <p:sp>
          <p:nvSpPr>
            <p:cNvPr id="161" name="Rectangle 160">
              <a:extLst>
                <a:ext uri="{FF2B5EF4-FFF2-40B4-BE49-F238E27FC236}">
                  <a16:creationId xmlns:a16="http://schemas.microsoft.com/office/drawing/2014/main" id="{E1D4287F-A5B0-C9E0-A044-610A2FB87BBE}"/>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62" name="Right Triangle 161">
              <a:extLst>
                <a:ext uri="{FF2B5EF4-FFF2-40B4-BE49-F238E27FC236}">
                  <a16:creationId xmlns:a16="http://schemas.microsoft.com/office/drawing/2014/main" id="{8E126D75-08C0-3C04-74C1-E81664D463FF}"/>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63" name="Group 162">
              <a:extLst>
                <a:ext uri="{FF2B5EF4-FFF2-40B4-BE49-F238E27FC236}">
                  <a16:creationId xmlns:a16="http://schemas.microsoft.com/office/drawing/2014/main" id="{16B5E911-B7D9-9263-740D-788C2836F043}"/>
                </a:ext>
              </a:extLst>
            </p:cNvPr>
            <p:cNvGrpSpPr/>
            <p:nvPr/>
          </p:nvGrpSpPr>
          <p:grpSpPr>
            <a:xfrm>
              <a:off x="1939627" y="3704306"/>
              <a:ext cx="37817" cy="61390"/>
              <a:chOff x="3883481" y="2057400"/>
              <a:chExt cx="1608363" cy="2652031"/>
            </a:xfrm>
            <a:solidFill>
              <a:srgbClr val="A6A6A6">
                <a:alpha val="20000"/>
              </a:srgbClr>
            </a:solidFill>
          </p:grpSpPr>
          <p:sp>
            <p:nvSpPr>
              <p:cNvPr id="164" name="Oval 27">
                <a:extLst>
                  <a:ext uri="{FF2B5EF4-FFF2-40B4-BE49-F238E27FC236}">
                    <a16:creationId xmlns:a16="http://schemas.microsoft.com/office/drawing/2014/main" id="{9E9D4D3E-071B-A368-A4B1-4194A11DBC6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5" name="Oval 28">
                <a:extLst>
                  <a:ext uri="{FF2B5EF4-FFF2-40B4-BE49-F238E27FC236}">
                    <a16:creationId xmlns:a16="http://schemas.microsoft.com/office/drawing/2014/main" id="{3B3B5C28-4D38-D1C7-5327-4F8BE61B74B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6" name="Group 165">
            <a:extLst>
              <a:ext uri="{FF2B5EF4-FFF2-40B4-BE49-F238E27FC236}">
                <a16:creationId xmlns:a16="http://schemas.microsoft.com/office/drawing/2014/main" id="{20D83080-53AF-D1CE-4DA4-077B50EBE248}"/>
              </a:ext>
            </a:extLst>
          </p:cNvPr>
          <p:cNvGrpSpPr/>
          <p:nvPr/>
        </p:nvGrpSpPr>
        <p:grpSpPr>
          <a:xfrm>
            <a:off x="5454173" y="2257175"/>
            <a:ext cx="721206" cy="609701"/>
            <a:chOff x="6287891" y="2253333"/>
            <a:chExt cx="721206" cy="609701"/>
          </a:xfrm>
        </p:grpSpPr>
        <p:sp>
          <p:nvSpPr>
            <p:cNvPr id="167" name="Rectangle 166">
              <a:extLst>
                <a:ext uri="{FF2B5EF4-FFF2-40B4-BE49-F238E27FC236}">
                  <a16:creationId xmlns:a16="http://schemas.microsoft.com/office/drawing/2014/main" id="{9BD91817-AE5E-0A5A-EA03-243C1FC5A412}"/>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168" name="Right Triangle 167">
              <a:extLst>
                <a:ext uri="{FF2B5EF4-FFF2-40B4-BE49-F238E27FC236}">
                  <a16:creationId xmlns:a16="http://schemas.microsoft.com/office/drawing/2014/main" id="{E43E7B40-7D10-A3A6-A2AE-481D15765A53}"/>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69" name="Group 168">
              <a:extLst>
                <a:ext uri="{FF2B5EF4-FFF2-40B4-BE49-F238E27FC236}">
                  <a16:creationId xmlns:a16="http://schemas.microsoft.com/office/drawing/2014/main" id="{642A94B6-EA65-27DD-D9AA-8DA5146BA306}"/>
                </a:ext>
              </a:extLst>
            </p:cNvPr>
            <p:cNvGrpSpPr/>
            <p:nvPr/>
          </p:nvGrpSpPr>
          <p:grpSpPr>
            <a:xfrm>
              <a:off x="6952470" y="2265099"/>
              <a:ext cx="37817" cy="61390"/>
              <a:chOff x="3883481" y="2057400"/>
              <a:chExt cx="1608363" cy="2652031"/>
            </a:xfrm>
            <a:solidFill>
              <a:srgbClr val="A6A6A6">
                <a:alpha val="20000"/>
              </a:srgbClr>
            </a:solidFill>
          </p:grpSpPr>
          <p:sp>
            <p:nvSpPr>
              <p:cNvPr id="170" name="Oval 27">
                <a:extLst>
                  <a:ext uri="{FF2B5EF4-FFF2-40B4-BE49-F238E27FC236}">
                    <a16:creationId xmlns:a16="http://schemas.microsoft.com/office/drawing/2014/main" id="{E4C1D550-47BF-C860-3CB7-595E95AECA7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1" name="Oval 28">
                <a:extLst>
                  <a:ext uri="{FF2B5EF4-FFF2-40B4-BE49-F238E27FC236}">
                    <a16:creationId xmlns:a16="http://schemas.microsoft.com/office/drawing/2014/main" id="{6DA336E5-968D-843E-FA40-E7B29613840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72" name="Group 171">
            <a:extLst>
              <a:ext uri="{FF2B5EF4-FFF2-40B4-BE49-F238E27FC236}">
                <a16:creationId xmlns:a16="http://schemas.microsoft.com/office/drawing/2014/main" id="{2C86846B-701D-B6A0-9BA3-D224ABF99058}"/>
              </a:ext>
            </a:extLst>
          </p:cNvPr>
          <p:cNvGrpSpPr/>
          <p:nvPr/>
        </p:nvGrpSpPr>
        <p:grpSpPr>
          <a:xfrm>
            <a:off x="2934662" y="5148220"/>
            <a:ext cx="724130" cy="609701"/>
            <a:chOff x="4615448" y="2974053"/>
            <a:chExt cx="724130" cy="609701"/>
          </a:xfrm>
        </p:grpSpPr>
        <p:sp>
          <p:nvSpPr>
            <p:cNvPr id="173" name="Rectangle 172">
              <a:extLst>
                <a:ext uri="{FF2B5EF4-FFF2-40B4-BE49-F238E27FC236}">
                  <a16:creationId xmlns:a16="http://schemas.microsoft.com/office/drawing/2014/main" id="{2BB77C2F-755F-F95F-DB6A-9AEC87AAAEC8}"/>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74" name="Right Triangle 173">
              <a:extLst>
                <a:ext uri="{FF2B5EF4-FFF2-40B4-BE49-F238E27FC236}">
                  <a16:creationId xmlns:a16="http://schemas.microsoft.com/office/drawing/2014/main" id="{592A749C-08CD-CCDD-128D-322BDD140F42}"/>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5" name="Group 174">
              <a:extLst>
                <a:ext uri="{FF2B5EF4-FFF2-40B4-BE49-F238E27FC236}">
                  <a16:creationId xmlns:a16="http://schemas.microsoft.com/office/drawing/2014/main" id="{D1102AD1-4752-E705-966D-320658E95BAB}"/>
                </a:ext>
              </a:extLst>
            </p:cNvPr>
            <p:cNvGrpSpPr/>
            <p:nvPr/>
          </p:nvGrpSpPr>
          <p:grpSpPr>
            <a:xfrm>
              <a:off x="5288997" y="2982574"/>
              <a:ext cx="37817" cy="61390"/>
              <a:chOff x="3883481" y="2057400"/>
              <a:chExt cx="1608363" cy="2652031"/>
            </a:xfrm>
            <a:solidFill>
              <a:srgbClr val="A6A6A6">
                <a:alpha val="20000"/>
              </a:srgbClr>
            </a:solidFill>
          </p:grpSpPr>
          <p:sp>
            <p:nvSpPr>
              <p:cNvPr id="176" name="Oval 27">
                <a:extLst>
                  <a:ext uri="{FF2B5EF4-FFF2-40B4-BE49-F238E27FC236}">
                    <a16:creationId xmlns:a16="http://schemas.microsoft.com/office/drawing/2014/main" id="{3094D38B-89E7-9E5F-35C4-1787424657F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7" name="Oval 28">
                <a:extLst>
                  <a:ext uri="{FF2B5EF4-FFF2-40B4-BE49-F238E27FC236}">
                    <a16:creationId xmlns:a16="http://schemas.microsoft.com/office/drawing/2014/main" id="{4B5B6273-0B16-A32B-8DAE-B6E55536FCE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DEA61697-0324-7005-B034-A09BDCA15D2A}"/>
              </a:ext>
            </a:extLst>
          </p:cNvPr>
          <p:cNvGrpSpPr/>
          <p:nvPr/>
        </p:nvGrpSpPr>
        <p:grpSpPr>
          <a:xfrm>
            <a:off x="2102908" y="811556"/>
            <a:ext cx="721206" cy="609701"/>
            <a:chOff x="2102908" y="811556"/>
            <a:chExt cx="721206" cy="609701"/>
          </a:xfrm>
        </p:grpSpPr>
        <p:sp>
          <p:nvSpPr>
            <p:cNvPr id="179" name="Rectangle 178">
              <a:extLst>
                <a:ext uri="{FF2B5EF4-FFF2-40B4-BE49-F238E27FC236}">
                  <a16:creationId xmlns:a16="http://schemas.microsoft.com/office/drawing/2014/main" id="{0ACFB30E-E8EF-9393-0E33-F67177F726EE}"/>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0" name="Rectangle 179">
              <a:extLst>
                <a:ext uri="{FF2B5EF4-FFF2-40B4-BE49-F238E27FC236}">
                  <a16:creationId xmlns:a16="http://schemas.microsoft.com/office/drawing/2014/main" id="{55E7FEF8-280B-4FAD-15F2-DC0C63C10B96}"/>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1" name="Oval 15">
              <a:extLst>
                <a:ext uri="{FF2B5EF4-FFF2-40B4-BE49-F238E27FC236}">
                  <a16:creationId xmlns:a16="http://schemas.microsoft.com/office/drawing/2014/main" id="{3086B237-4722-AD54-3F13-0F43FED7EAA9}"/>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2" name="Straight Connector 181">
              <a:extLst>
                <a:ext uri="{FF2B5EF4-FFF2-40B4-BE49-F238E27FC236}">
                  <a16:creationId xmlns:a16="http://schemas.microsoft.com/office/drawing/2014/main" id="{73465A02-5722-D425-F910-7B8D873FEC84}"/>
                </a:ext>
              </a:extLst>
            </p:cNvPr>
            <p:cNvCxnSpPr>
              <a:cxnSpLocks/>
              <a:stCxn id="181"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83" name="Straight Connector 182">
              <a:extLst>
                <a:ext uri="{FF2B5EF4-FFF2-40B4-BE49-F238E27FC236}">
                  <a16:creationId xmlns:a16="http://schemas.microsoft.com/office/drawing/2014/main" id="{C21A0E89-7942-7E82-1E72-AAB7A7C2263C}"/>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4" name="Group 183">
            <a:extLst>
              <a:ext uri="{FF2B5EF4-FFF2-40B4-BE49-F238E27FC236}">
                <a16:creationId xmlns:a16="http://schemas.microsoft.com/office/drawing/2014/main" id="{6030B7B8-0F6D-A6AD-5890-3CBD06A989D6}"/>
              </a:ext>
            </a:extLst>
          </p:cNvPr>
          <p:cNvGrpSpPr/>
          <p:nvPr/>
        </p:nvGrpSpPr>
        <p:grpSpPr>
          <a:xfrm>
            <a:off x="5451979" y="3707588"/>
            <a:ext cx="721206" cy="609701"/>
            <a:chOff x="5451979" y="3707588"/>
            <a:chExt cx="721206" cy="609701"/>
          </a:xfrm>
        </p:grpSpPr>
        <p:sp>
          <p:nvSpPr>
            <p:cNvPr id="185" name="Rectangle 184">
              <a:hlinkHover r:id="" action="ppaction://noaction" highlightClick="1"/>
              <a:extLst>
                <a:ext uri="{FF2B5EF4-FFF2-40B4-BE49-F238E27FC236}">
                  <a16:creationId xmlns:a16="http://schemas.microsoft.com/office/drawing/2014/main" id="{724F5E52-F818-FEAB-A575-2EB3703E3E8C}"/>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6" name="Oval 185">
              <a:extLst>
                <a:ext uri="{FF2B5EF4-FFF2-40B4-BE49-F238E27FC236}">
                  <a16:creationId xmlns:a16="http://schemas.microsoft.com/office/drawing/2014/main" id="{21A8C3B5-B205-9853-8E08-F4FC3474A832}"/>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7" name="Isosceles Triangle 648">
              <a:extLst>
                <a:ext uri="{FF2B5EF4-FFF2-40B4-BE49-F238E27FC236}">
                  <a16:creationId xmlns:a16="http://schemas.microsoft.com/office/drawing/2014/main" id="{4DE020A9-7B71-2623-BCA5-12598F531D43}"/>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8" name="Group 187">
            <a:extLst>
              <a:ext uri="{FF2B5EF4-FFF2-40B4-BE49-F238E27FC236}">
                <a16:creationId xmlns:a16="http://schemas.microsoft.com/office/drawing/2014/main" id="{94FA6A6E-18B1-B59D-14D8-93D8DC4EF11A}"/>
              </a:ext>
            </a:extLst>
          </p:cNvPr>
          <p:cNvGrpSpPr/>
          <p:nvPr/>
        </p:nvGrpSpPr>
        <p:grpSpPr>
          <a:xfrm>
            <a:off x="10506594" y="811556"/>
            <a:ext cx="721220" cy="609701"/>
            <a:chOff x="10506594" y="811556"/>
            <a:chExt cx="721220" cy="609701"/>
          </a:xfrm>
        </p:grpSpPr>
        <p:sp>
          <p:nvSpPr>
            <p:cNvPr id="189" name="Rectangle 188">
              <a:extLst>
                <a:ext uri="{FF2B5EF4-FFF2-40B4-BE49-F238E27FC236}">
                  <a16:creationId xmlns:a16="http://schemas.microsoft.com/office/drawing/2014/main" id="{23A4DE7E-56EA-4FA2-1CD1-D6D3800BB747}"/>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90" name="Rectangle 189">
              <a:extLst>
                <a:ext uri="{FF2B5EF4-FFF2-40B4-BE49-F238E27FC236}">
                  <a16:creationId xmlns:a16="http://schemas.microsoft.com/office/drawing/2014/main" id="{F863D901-B865-2B74-B03E-D22ED0D5045C}"/>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1" name="Oval 15">
              <a:extLst>
                <a:ext uri="{FF2B5EF4-FFF2-40B4-BE49-F238E27FC236}">
                  <a16:creationId xmlns:a16="http://schemas.microsoft.com/office/drawing/2014/main" id="{A16395FF-8747-16A7-9068-C6C50B129CE1}"/>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6" name="Straight Connector 575">
              <a:extLst>
                <a:ext uri="{FF2B5EF4-FFF2-40B4-BE49-F238E27FC236}">
                  <a16:creationId xmlns:a16="http://schemas.microsoft.com/office/drawing/2014/main" id="{222C0D0F-CCE7-64E9-8588-EDB2DAA1EA93}"/>
                </a:ext>
              </a:extLst>
            </p:cNvPr>
            <p:cNvCxnSpPr>
              <a:cxnSpLocks/>
              <a:stCxn id="191"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7" name="Straight Connector 576">
              <a:extLst>
                <a:ext uri="{FF2B5EF4-FFF2-40B4-BE49-F238E27FC236}">
                  <a16:creationId xmlns:a16="http://schemas.microsoft.com/office/drawing/2014/main" id="{A418102D-85CC-EB87-EFCA-70514FE7947F}"/>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78" name="Group 577">
            <a:extLst>
              <a:ext uri="{FF2B5EF4-FFF2-40B4-BE49-F238E27FC236}">
                <a16:creationId xmlns:a16="http://schemas.microsoft.com/office/drawing/2014/main" id="{93D22C8B-40C9-3199-78E4-0343691DCFFD}"/>
              </a:ext>
            </a:extLst>
          </p:cNvPr>
          <p:cNvGrpSpPr/>
          <p:nvPr/>
        </p:nvGrpSpPr>
        <p:grpSpPr>
          <a:xfrm>
            <a:off x="7116512" y="812701"/>
            <a:ext cx="721206" cy="609701"/>
            <a:chOff x="7957576" y="811556"/>
            <a:chExt cx="721206" cy="609701"/>
          </a:xfrm>
        </p:grpSpPr>
        <p:sp>
          <p:nvSpPr>
            <p:cNvPr id="579" name="Rectangle 578">
              <a:extLst>
                <a:ext uri="{FF2B5EF4-FFF2-40B4-BE49-F238E27FC236}">
                  <a16:creationId xmlns:a16="http://schemas.microsoft.com/office/drawing/2014/main" id="{47A67486-22DB-D30E-3024-F792BE866FB8}"/>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580" name="Rectangle 579">
              <a:extLst>
                <a:ext uri="{FF2B5EF4-FFF2-40B4-BE49-F238E27FC236}">
                  <a16:creationId xmlns:a16="http://schemas.microsoft.com/office/drawing/2014/main" id="{5C85E054-854C-38EE-D1DE-98D57428B163}"/>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1" name="Oval 15">
              <a:extLst>
                <a:ext uri="{FF2B5EF4-FFF2-40B4-BE49-F238E27FC236}">
                  <a16:creationId xmlns:a16="http://schemas.microsoft.com/office/drawing/2014/main" id="{3AA7D6C3-971D-1572-99CB-B6E697BFEA87}"/>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82" name="Straight Connector 581">
              <a:extLst>
                <a:ext uri="{FF2B5EF4-FFF2-40B4-BE49-F238E27FC236}">
                  <a16:creationId xmlns:a16="http://schemas.microsoft.com/office/drawing/2014/main" id="{6A5B013D-0096-B8C8-352F-2F89CC0A4DE3}"/>
                </a:ext>
              </a:extLst>
            </p:cNvPr>
            <p:cNvCxnSpPr>
              <a:cxnSpLocks/>
              <a:stCxn id="581"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83" name="Straight Connector 582">
              <a:extLst>
                <a:ext uri="{FF2B5EF4-FFF2-40B4-BE49-F238E27FC236}">
                  <a16:creationId xmlns:a16="http://schemas.microsoft.com/office/drawing/2014/main" id="{612517B7-AE94-8181-C5CD-48778D65F651}"/>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84" name="Group 583">
            <a:extLst>
              <a:ext uri="{FF2B5EF4-FFF2-40B4-BE49-F238E27FC236}">
                <a16:creationId xmlns:a16="http://schemas.microsoft.com/office/drawing/2014/main" id="{304CCF1C-4472-5353-1CDC-66FF1FE60ED4}"/>
              </a:ext>
            </a:extLst>
          </p:cNvPr>
          <p:cNvGrpSpPr/>
          <p:nvPr/>
        </p:nvGrpSpPr>
        <p:grpSpPr>
          <a:xfrm>
            <a:off x="10506616" y="2984633"/>
            <a:ext cx="721220" cy="609701"/>
            <a:chOff x="9656903" y="2253333"/>
            <a:chExt cx="721220" cy="609701"/>
          </a:xfrm>
        </p:grpSpPr>
        <p:sp>
          <p:nvSpPr>
            <p:cNvPr id="585" name="Rectangle 584">
              <a:hlinkHover r:id="" action="ppaction://noaction" highlightClick="1"/>
              <a:extLst>
                <a:ext uri="{FF2B5EF4-FFF2-40B4-BE49-F238E27FC236}">
                  <a16:creationId xmlns:a16="http://schemas.microsoft.com/office/drawing/2014/main" id="{E766FFA4-2BC8-1A0C-A571-6D11D4C6B526}"/>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86" name="Rectangle 585">
              <a:extLst>
                <a:ext uri="{FF2B5EF4-FFF2-40B4-BE49-F238E27FC236}">
                  <a16:creationId xmlns:a16="http://schemas.microsoft.com/office/drawing/2014/main" id="{DF2BD73E-B707-F909-75B0-C4D2E02A599B}"/>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7" name="Oval 15">
              <a:extLst>
                <a:ext uri="{FF2B5EF4-FFF2-40B4-BE49-F238E27FC236}">
                  <a16:creationId xmlns:a16="http://schemas.microsoft.com/office/drawing/2014/main" id="{3A397C71-BF51-6141-21D3-F8C57BEAFE05}"/>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88" name="Straight Connector 587">
              <a:extLst>
                <a:ext uri="{FF2B5EF4-FFF2-40B4-BE49-F238E27FC236}">
                  <a16:creationId xmlns:a16="http://schemas.microsoft.com/office/drawing/2014/main" id="{57F364A1-CF2C-21C9-11B3-37E6D5C2606B}"/>
                </a:ext>
              </a:extLst>
            </p:cNvPr>
            <p:cNvCxnSpPr>
              <a:cxnSpLocks/>
              <a:stCxn id="587"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59" name="Straight Connector 658">
              <a:extLst>
                <a:ext uri="{FF2B5EF4-FFF2-40B4-BE49-F238E27FC236}">
                  <a16:creationId xmlns:a16="http://schemas.microsoft.com/office/drawing/2014/main" id="{F4B1AD96-78DC-C74E-2B36-E9330A5F6BD9}"/>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72" name="Group 671">
            <a:extLst>
              <a:ext uri="{FF2B5EF4-FFF2-40B4-BE49-F238E27FC236}">
                <a16:creationId xmlns:a16="http://schemas.microsoft.com/office/drawing/2014/main" id="{06D9055C-62C0-07F5-12A3-A4ABBC439B93}"/>
              </a:ext>
            </a:extLst>
          </p:cNvPr>
          <p:cNvGrpSpPr/>
          <p:nvPr/>
        </p:nvGrpSpPr>
        <p:grpSpPr>
          <a:xfrm>
            <a:off x="10508723" y="1536662"/>
            <a:ext cx="721206" cy="609701"/>
            <a:chOff x="11356242" y="1532276"/>
            <a:chExt cx="721206" cy="609701"/>
          </a:xfrm>
        </p:grpSpPr>
        <p:sp>
          <p:nvSpPr>
            <p:cNvPr id="673" name="Rectangle 672">
              <a:hlinkHover r:id="" action="ppaction://noaction" highlightClick="1"/>
              <a:extLst>
                <a:ext uri="{FF2B5EF4-FFF2-40B4-BE49-F238E27FC236}">
                  <a16:creationId xmlns:a16="http://schemas.microsoft.com/office/drawing/2014/main" id="{C1C59240-6D8D-41C8-04B7-4A7BDD113582}"/>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674" name="Oval 673">
              <a:extLst>
                <a:ext uri="{FF2B5EF4-FFF2-40B4-BE49-F238E27FC236}">
                  <a16:creationId xmlns:a16="http://schemas.microsoft.com/office/drawing/2014/main" id="{3248ED7B-30FC-0FC3-ACE8-FCB5D0EE86C3}"/>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7" name="Isosceles Triangle 648">
              <a:extLst>
                <a:ext uri="{FF2B5EF4-FFF2-40B4-BE49-F238E27FC236}">
                  <a16:creationId xmlns:a16="http://schemas.microsoft.com/office/drawing/2014/main" id="{DACE412E-A32B-79EC-6FBA-3260DD0CB5D5}"/>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28" name="Group 727">
            <a:extLst>
              <a:ext uri="{FF2B5EF4-FFF2-40B4-BE49-F238E27FC236}">
                <a16:creationId xmlns:a16="http://schemas.microsoft.com/office/drawing/2014/main" id="{9B1478BF-54BA-69BF-4E88-B853231D9F10}"/>
              </a:ext>
            </a:extLst>
          </p:cNvPr>
          <p:cNvGrpSpPr/>
          <p:nvPr/>
        </p:nvGrpSpPr>
        <p:grpSpPr>
          <a:xfrm>
            <a:off x="11355832" y="5140982"/>
            <a:ext cx="721220" cy="609701"/>
            <a:chOff x="9656903" y="2253333"/>
            <a:chExt cx="721220" cy="609701"/>
          </a:xfrm>
        </p:grpSpPr>
        <p:sp>
          <p:nvSpPr>
            <p:cNvPr id="729" name="Rectangle 728">
              <a:hlinkHover r:id="" action="ppaction://noaction" highlightClick="1"/>
              <a:extLst>
                <a:ext uri="{FF2B5EF4-FFF2-40B4-BE49-F238E27FC236}">
                  <a16:creationId xmlns:a16="http://schemas.microsoft.com/office/drawing/2014/main" id="{1A3D2B9F-FBC4-257E-4F6E-E8752F74AD00}"/>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730" name="Rectangle 729">
              <a:extLst>
                <a:ext uri="{FF2B5EF4-FFF2-40B4-BE49-F238E27FC236}">
                  <a16:creationId xmlns:a16="http://schemas.microsoft.com/office/drawing/2014/main" id="{DC0E40F1-C66B-D993-79D4-EB686CA61207}"/>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9" name="Oval 15">
              <a:extLst>
                <a:ext uri="{FF2B5EF4-FFF2-40B4-BE49-F238E27FC236}">
                  <a16:creationId xmlns:a16="http://schemas.microsoft.com/office/drawing/2014/main" id="{04A4DE1E-A84C-3191-BEB5-19736CA2F0CE}"/>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10" name="Straight Connector 809">
              <a:extLst>
                <a:ext uri="{FF2B5EF4-FFF2-40B4-BE49-F238E27FC236}">
                  <a16:creationId xmlns:a16="http://schemas.microsoft.com/office/drawing/2014/main" id="{8D527F55-3DB6-D4A9-6C78-DC4C07DA2BCC}"/>
                </a:ext>
              </a:extLst>
            </p:cNvPr>
            <p:cNvCxnSpPr>
              <a:cxnSpLocks/>
              <a:stCxn id="80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11" name="Straight Connector 810">
              <a:extLst>
                <a:ext uri="{FF2B5EF4-FFF2-40B4-BE49-F238E27FC236}">
                  <a16:creationId xmlns:a16="http://schemas.microsoft.com/office/drawing/2014/main" id="{F9C3578D-524B-EADA-F6DC-E3D06DEE4E2F}"/>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12" name="Group 811">
            <a:extLst>
              <a:ext uri="{FF2B5EF4-FFF2-40B4-BE49-F238E27FC236}">
                <a16:creationId xmlns:a16="http://schemas.microsoft.com/office/drawing/2014/main" id="{2634DBA6-F8F5-8AD3-F9FB-B1FEEE9AD507}"/>
              </a:ext>
            </a:extLst>
          </p:cNvPr>
          <p:cNvGrpSpPr/>
          <p:nvPr/>
        </p:nvGrpSpPr>
        <p:grpSpPr>
          <a:xfrm>
            <a:off x="7113172" y="2252067"/>
            <a:ext cx="728239" cy="609701"/>
            <a:chOff x="5442073" y="811556"/>
            <a:chExt cx="728239" cy="609701"/>
          </a:xfrm>
        </p:grpSpPr>
        <p:sp>
          <p:nvSpPr>
            <p:cNvPr id="813" name="Rectangle 812">
              <a:extLst>
                <a:ext uri="{FF2B5EF4-FFF2-40B4-BE49-F238E27FC236}">
                  <a16:creationId xmlns:a16="http://schemas.microsoft.com/office/drawing/2014/main" id="{B055CA09-25A7-B6B7-069E-862F8DD0328C}"/>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814" name="Rectangle 813">
              <a:extLst>
                <a:ext uri="{FF2B5EF4-FFF2-40B4-BE49-F238E27FC236}">
                  <a16:creationId xmlns:a16="http://schemas.microsoft.com/office/drawing/2014/main" id="{198DD77A-6841-908C-135C-CCC71BB06A2E}"/>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5" name="Oval 15">
              <a:extLst>
                <a:ext uri="{FF2B5EF4-FFF2-40B4-BE49-F238E27FC236}">
                  <a16:creationId xmlns:a16="http://schemas.microsoft.com/office/drawing/2014/main" id="{BF21F919-8341-8B28-4288-2AB0A44E45AA}"/>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36" name="Straight Connector 835">
              <a:extLst>
                <a:ext uri="{FF2B5EF4-FFF2-40B4-BE49-F238E27FC236}">
                  <a16:creationId xmlns:a16="http://schemas.microsoft.com/office/drawing/2014/main" id="{C9E962A3-D403-0DD0-2AF2-F9F273A0675B}"/>
                </a:ext>
              </a:extLst>
            </p:cNvPr>
            <p:cNvCxnSpPr>
              <a:cxnSpLocks/>
              <a:stCxn id="835"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37" name="Straight Connector 836">
              <a:extLst>
                <a:ext uri="{FF2B5EF4-FFF2-40B4-BE49-F238E27FC236}">
                  <a16:creationId xmlns:a16="http://schemas.microsoft.com/office/drawing/2014/main" id="{293574EA-79A9-2D58-A4AD-B03449966709}"/>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38" name="Group 837">
            <a:extLst>
              <a:ext uri="{FF2B5EF4-FFF2-40B4-BE49-F238E27FC236}">
                <a16:creationId xmlns:a16="http://schemas.microsoft.com/office/drawing/2014/main" id="{A5E40091-98CE-D53C-B64B-BE982C9D1A8E}"/>
              </a:ext>
            </a:extLst>
          </p:cNvPr>
          <p:cNvGrpSpPr/>
          <p:nvPr/>
        </p:nvGrpSpPr>
        <p:grpSpPr>
          <a:xfrm>
            <a:off x="11353919" y="2251694"/>
            <a:ext cx="721206" cy="609701"/>
            <a:chOff x="8807250" y="2253334"/>
            <a:chExt cx="721206" cy="609701"/>
          </a:xfrm>
        </p:grpSpPr>
        <p:sp>
          <p:nvSpPr>
            <p:cNvPr id="845" name="Rectangle 844">
              <a:extLst>
                <a:ext uri="{FF2B5EF4-FFF2-40B4-BE49-F238E27FC236}">
                  <a16:creationId xmlns:a16="http://schemas.microsoft.com/office/drawing/2014/main" id="{78E7F8FE-7DF0-9241-D913-DF2B809985D7}"/>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846" name="Right Triangle 845">
              <a:extLst>
                <a:ext uri="{FF2B5EF4-FFF2-40B4-BE49-F238E27FC236}">
                  <a16:creationId xmlns:a16="http://schemas.microsoft.com/office/drawing/2014/main" id="{71B75F4E-C777-1BEE-2EB3-66EADF83F385}"/>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7" name="Oval 27">
              <a:extLst>
                <a:ext uri="{FF2B5EF4-FFF2-40B4-BE49-F238E27FC236}">
                  <a16:creationId xmlns:a16="http://schemas.microsoft.com/office/drawing/2014/main" id="{146EACE2-0B2B-3756-9E3F-21354D4A4D0F}"/>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8" name="Oval 28">
              <a:extLst>
                <a:ext uri="{FF2B5EF4-FFF2-40B4-BE49-F238E27FC236}">
                  <a16:creationId xmlns:a16="http://schemas.microsoft.com/office/drawing/2014/main" id="{F913456E-86D4-CFDE-7A86-03783EA3EDD7}"/>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18" name="Picture 17">
            <a:hlinkClick r:id="rId21" action="ppaction://hlinksldjump"/>
            <a:extLst>
              <a:ext uri="{FF2B5EF4-FFF2-40B4-BE49-F238E27FC236}">
                <a16:creationId xmlns:a16="http://schemas.microsoft.com/office/drawing/2014/main" id="{7C86D922-A031-4FFE-4167-B11FE42E1096}"/>
              </a:ext>
            </a:extLst>
          </p:cNvPr>
          <p:cNvPicPr>
            <a:picLocks noChangeAspect="1"/>
          </p:cNvPicPr>
          <p:nvPr/>
        </p:nvPicPr>
        <p:blipFill>
          <a:blip r:embed="rId22"/>
          <a:stretch>
            <a:fillRect/>
          </a:stretch>
        </p:blipFill>
        <p:spPr>
          <a:xfrm>
            <a:off x="0" y="0"/>
            <a:ext cx="211626" cy="6858000"/>
          </a:xfrm>
          <a:prstGeom prst="rect">
            <a:avLst/>
          </a:prstGeom>
        </p:spPr>
      </p:pic>
      <p:grpSp>
        <p:nvGrpSpPr>
          <p:cNvPr id="19" name="Group 18">
            <a:extLst>
              <a:ext uri="{FF2B5EF4-FFF2-40B4-BE49-F238E27FC236}">
                <a16:creationId xmlns:a16="http://schemas.microsoft.com/office/drawing/2014/main" id="{249B5B00-17F4-E953-9461-91F7581D5AF4}"/>
              </a:ext>
            </a:extLst>
          </p:cNvPr>
          <p:cNvGrpSpPr/>
          <p:nvPr/>
        </p:nvGrpSpPr>
        <p:grpSpPr>
          <a:xfrm>
            <a:off x="9652491" y="2986436"/>
            <a:ext cx="721206" cy="609701"/>
            <a:chOff x="9657972" y="90836"/>
            <a:chExt cx="721206" cy="609701"/>
          </a:xfrm>
        </p:grpSpPr>
        <p:sp>
          <p:nvSpPr>
            <p:cNvPr id="20" name="Rectangle 19">
              <a:hlinkHover r:id="" action="ppaction://noaction" highlightClick="1"/>
              <a:extLst>
                <a:ext uri="{FF2B5EF4-FFF2-40B4-BE49-F238E27FC236}">
                  <a16:creationId xmlns:a16="http://schemas.microsoft.com/office/drawing/2014/main" id="{3F5F6D18-86BD-E199-605B-009F167C547C}"/>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21" name="Diamond 20">
              <a:extLst>
                <a:ext uri="{FF2B5EF4-FFF2-40B4-BE49-F238E27FC236}">
                  <a16:creationId xmlns:a16="http://schemas.microsoft.com/office/drawing/2014/main" id="{B29B384B-3854-8DDF-E88B-A9A148FB07AA}"/>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4" name="Oval 33">
              <a:extLst>
                <a:ext uri="{FF2B5EF4-FFF2-40B4-BE49-F238E27FC236}">
                  <a16:creationId xmlns:a16="http://schemas.microsoft.com/office/drawing/2014/main" id="{CB5053FC-51B3-066A-C2E5-147A43E2BFE9}"/>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57217166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8168" y="173237"/>
            <a:ext cx="5803559"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Visibility to End User</a:t>
            </a:r>
          </a:p>
        </p:txBody>
      </p:sp>
      <p:sp>
        <p:nvSpPr>
          <p:cNvPr id="89" name="Rectangle 88">
            <a:hlinkClick r:id="rId3" action="ppaction://hlinksldjump"/>
            <a:hlinkHover r:id="rId3" action="ppaction://hlinksldjump"/>
            <a:extLst>
              <a:ext uri="{FF2B5EF4-FFF2-40B4-BE49-F238E27FC236}">
                <a16:creationId xmlns:a16="http://schemas.microsoft.com/office/drawing/2014/main" id="{A3B99300-2786-4BF2-A99A-702A13D8EA7B}"/>
              </a:ext>
            </a:extLst>
          </p:cNvPr>
          <p:cNvSpPr/>
          <p:nvPr/>
        </p:nvSpPr>
        <p:spPr>
          <a:xfrm>
            <a:off x="292016" y="5886762"/>
            <a:ext cx="3781140" cy="781990"/>
          </a:xfrm>
          <a:prstGeom prst="rect">
            <a:avLst/>
          </a:prstGeom>
          <a:solidFill>
            <a:srgbClr val="C6C6C6"/>
          </a:solidFill>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Invisible to End User</a:t>
            </a:r>
          </a:p>
        </p:txBody>
      </p:sp>
      <p:sp>
        <p:nvSpPr>
          <p:cNvPr id="94" name="Rectangle 93">
            <a:hlinkClick r:id="rId4" action="ppaction://hlinksldjump"/>
            <a:hlinkHover r:id="rId4" action="ppaction://hlinksldjump"/>
            <a:extLst>
              <a:ext uri="{FF2B5EF4-FFF2-40B4-BE49-F238E27FC236}">
                <a16:creationId xmlns:a16="http://schemas.microsoft.com/office/drawing/2014/main" id="{B4A912CE-8D86-4CE6-8083-A5C2D108069F}"/>
              </a:ext>
            </a:extLst>
          </p:cNvPr>
          <p:cNvSpPr/>
          <p:nvPr/>
        </p:nvSpPr>
        <p:spPr>
          <a:xfrm>
            <a:off x="4315152" y="5889009"/>
            <a:ext cx="3781140" cy="781990"/>
          </a:xfrm>
          <a:prstGeom prst="rect">
            <a:avLst/>
          </a:prstGeom>
          <a:solidFill>
            <a:srgbClr val="C6C6C6"/>
          </a:solidFill>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Visible only when security boundary is crossed</a:t>
            </a:r>
          </a:p>
        </p:txBody>
      </p:sp>
      <p:sp>
        <p:nvSpPr>
          <p:cNvPr id="97" name="Rectangle 96">
            <a:hlinkClick r:id="rId5" action="ppaction://hlinksldjump"/>
            <a:hlinkHover r:id="rId5" action="ppaction://hlinksldjump"/>
            <a:extLst>
              <a:ext uri="{FF2B5EF4-FFF2-40B4-BE49-F238E27FC236}">
                <a16:creationId xmlns:a16="http://schemas.microsoft.com/office/drawing/2014/main" id="{EDD45AB5-5C7E-4C28-99D4-03D73E309874}"/>
              </a:ext>
            </a:extLst>
          </p:cNvPr>
          <p:cNvSpPr/>
          <p:nvPr/>
        </p:nvSpPr>
        <p:spPr>
          <a:xfrm>
            <a:off x="8338288" y="5886762"/>
            <a:ext cx="3781140" cy="781990"/>
          </a:xfrm>
          <a:prstGeom prst="rect">
            <a:avLst/>
          </a:prstGeom>
          <a:solidFill>
            <a:srgbClr val="C6C6C6"/>
          </a:solidFill>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Visible to End User</a:t>
            </a:r>
          </a:p>
        </p:txBody>
      </p:sp>
      <p:grpSp>
        <p:nvGrpSpPr>
          <p:cNvPr id="24" name="Group 23">
            <a:extLst>
              <a:ext uri="{FF2B5EF4-FFF2-40B4-BE49-F238E27FC236}">
                <a16:creationId xmlns:a16="http://schemas.microsoft.com/office/drawing/2014/main" id="{A713BB7F-B52B-9BE4-116A-0274DB1CB332}"/>
              </a:ext>
            </a:extLst>
          </p:cNvPr>
          <p:cNvGrpSpPr/>
          <p:nvPr/>
        </p:nvGrpSpPr>
        <p:grpSpPr>
          <a:xfrm>
            <a:off x="3779655" y="811556"/>
            <a:ext cx="721206" cy="609701"/>
            <a:chOff x="5280339" y="909114"/>
            <a:chExt cx="871904" cy="748695"/>
          </a:xfrm>
        </p:grpSpPr>
        <p:sp>
          <p:nvSpPr>
            <p:cNvPr id="25" name="Rectangle 24">
              <a:extLst>
                <a:ext uri="{FF2B5EF4-FFF2-40B4-BE49-F238E27FC236}">
                  <a16:creationId xmlns:a16="http://schemas.microsoft.com/office/drawing/2014/main" id="{38A30228-3256-30D9-3AB0-871C25A7262C}"/>
                </a:ext>
              </a:extLst>
            </p:cNvPr>
            <p:cNvSpPr/>
            <p:nvPr/>
          </p:nvSpPr>
          <p:spPr>
            <a:xfrm>
              <a:off x="528033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26" name="Rectangle 25">
              <a:extLst>
                <a:ext uri="{FF2B5EF4-FFF2-40B4-BE49-F238E27FC236}">
                  <a16:creationId xmlns:a16="http://schemas.microsoft.com/office/drawing/2014/main" id="{71858A7C-ACB7-C66D-89C1-63524727A781}"/>
                </a:ext>
              </a:extLst>
            </p:cNvPr>
            <p:cNvSpPr/>
            <p:nvPr/>
          </p:nvSpPr>
          <p:spPr>
            <a:xfrm flipV="1">
              <a:off x="6024997"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Oval 15">
              <a:extLst>
                <a:ext uri="{FF2B5EF4-FFF2-40B4-BE49-F238E27FC236}">
                  <a16:creationId xmlns:a16="http://schemas.microsoft.com/office/drawing/2014/main" id="{EC603235-7603-3F90-08F7-49CB5749D0B6}"/>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617E6F94-6710-1913-9596-CC971591330B}"/>
                </a:ext>
              </a:extLst>
            </p:cNvPr>
            <p:cNvCxnSpPr>
              <a:cxnSpLocks/>
              <a:stCxn id="32" idx="0"/>
            </p:cNvCxnSpPr>
            <p:nvPr/>
          </p:nvCxnSpPr>
          <p:spPr>
            <a:xfrm flipV="1">
              <a:off x="6064996"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5" name="Straight Connector 34">
              <a:extLst>
                <a:ext uri="{FF2B5EF4-FFF2-40B4-BE49-F238E27FC236}">
                  <a16:creationId xmlns:a16="http://schemas.microsoft.com/office/drawing/2014/main" id="{91AB6BAB-8DE6-F9D2-CE7F-4479BE902913}"/>
                </a:ext>
              </a:extLst>
            </p:cNvPr>
            <p:cNvCxnSpPr>
              <a:cxnSpLocks/>
            </p:cNvCxnSpPr>
            <p:nvPr/>
          </p:nvCxnSpPr>
          <p:spPr>
            <a:xfrm>
              <a:off x="6071910"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6" name="Group 35">
            <a:extLst>
              <a:ext uri="{FF2B5EF4-FFF2-40B4-BE49-F238E27FC236}">
                <a16:creationId xmlns:a16="http://schemas.microsoft.com/office/drawing/2014/main" id="{D8A852B7-B8BA-33BC-236C-82D07A41E8F2}"/>
              </a:ext>
            </a:extLst>
          </p:cNvPr>
          <p:cNvGrpSpPr/>
          <p:nvPr/>
        </p:nvGrpSpPr>
        <p:grpSpPr>
          <a:xfrm>
            <a:off x="7959193" y="3698227"/>
            <a:ext cx="721206" cy="609701"/>
            <a:chOff x="9258526" y="5012622"/>
            <a:chExt cx="871904" cy="748695"/>
          </a:xfrm>
        </p:grpSpPr>
        <p:sp>
          <p:nvSpPr>
            <p:cNvPr id="39" name="Rectangle 38">
              <a:hlinkHover r:id="" action="ppaction://noaction" highlightClick="1"/>
              <a:extLst>
                <a:ext uri="{FF2B5EF4-FFF2-40B4-BE49-F238E27FC236}">
                  <a16:creationId xmlns:a16="http://schemas.microsoft.com/office/drawing/2014/main" id="{DE674264-193A-9AB5-3B07-1A1F43E46A48}"/>
                </a:ext>
              </a:extLst>
            </p:cNvPr>
            <p:cNvSpPr/>
            <p:nvPr/>
          </p:nvSpPr>
          <p:spPr>
            <a:xfrm>
              <a:off x="9258526"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40" name="Oval 39">
              <a:extLst>
                <a:ext uri="{FF2B5EF4-FFF2-40B4-BE49-F238E27FC236}">
                  <a16:creationId xmlns:a16="http://schemas.microsoft.com/office/drawing/2014/main" id="{F0268181-7DB9-4931-9631-C3A05F9AFB7A}"/>
                </a:ext>
              </a:extLst>
            </p:cNvPr>
            <p:cNvSpPr/>
            <p:nvPr/>
          </p:nvSpPr>
          <p:spPr>
            <a:xfrm>
              <a:off x="995270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 name="Isosceles Triangle 648">
              <a:extLst>
                <a:ext uri="{FF2B5EF4-FFF2-40B4-BE49-F238E27FC236}">
                  <a16:creationId xmlns:a16="http://schemas.microsoft.com/office/drawing/2014/main" id="{772F1CBA-EC16-FB51-77C2-7E6C1197CBBB}"/>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6" name="Group 55">
            <a:extLst>
              <a:ext uri="{FF2B5EF4-FFF2-40B4-BE49-F238E27FC236}">
                <a16:creationId xmlns:a16="http://schemas.microsoft.com/office/drawing/2014/main" id="{DD9A4BCF-3C76-88B6-6EEA-2DEFF5DCE61A}"/>
              </a:ext>
            </a:extLst>
          </p:cNvPr>
          <p:cNvGrpSpPr/>
          <p:nvPr/>
        </p:nvGrpSpPr>
        <p:grpSpPr>
          <a:xfrm>
            <a:off x="5448055" y="1532276"/>
            <a:ext cx="721206" cy="609701"/>
            <a:chOff x="6271424" y="1729816"/>
            <a:chExt cx="871904" cy="748695"/>
          </a:xfrm>
        </p:grpSpPr>
        <p:sp>
          <p:nvSpPr>
            <p:cNvPr id="58" name="Rectangle 57">
              <a:extLst>
                <a:ext uri="{FF2B5EF4-FFF2-40B4-BE49-F238E27FC236}">
                  <a16:creationId xmlns:a16="http://schemas.microsoft.com/office/drawing/2014/main" id="{C5FD2EC8-D837-4233-3E66-4B7D2B04BB90}"/>
                </a:ext>
              </a:extLst>
            </p:cNvPr>
            <p:cNvSpPr/>
            <p:nvPr/>
          </p:nvSpPr>
          <p:spPr>
            <a:xfrm>
              <a:off x="627142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59" name="Rectangle 58">
              <a:extLst>
                <a:ext uri="{FF2B5EF4-FFF2-40B4-BE49-F238E27FC236}">
                  <a16:creationId xmlns:a16="http://schemas.microsoft.com/office/drawing/2014/main" id="{A67E442B-AEB1-0857-50D3-C22053A452E8}"/>
                </a:ext>
              </a:extLst>
            </p:cNvPr>
            <p:cNvSpPr/>
            <p:nvPr/>
          </p:nvSpPr>
          <p:spPr>
            <a:xfrm flipV="1">
              <a:off x="7010822"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 name="Oval 15">
              <a:extLst>
                <a:ext uri="{FF2B5EF4-FFF2-40B4-BE49-F238E27FC236}">
                  <a16:creationId xmlns:a16="http://schemas.microsoft.com/office/drawing/2014/main" id="{B6A1F8E6-3639-DDDA-2340-AB12E33CF060}"/>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1" name="Straight Connector 60">
              <a:extLst>
                <a:ext uri="{FF2B5EF4-FFF2-40B4-BE49-F238E27FC236}">
                  <a16:creationId xmlns:a16="http://schemas.microsoft.com/office/drawing/2014/main" id="{91B7ADE0-8AED-A728-FAC0-2BA44585FD4E}"/>
                </a:ext>
              </a:extLst>
            </p:cNvPr>
            <p:cNvCxnSpPr>
              <a:cxnSpLocks/>
              <a:stCxn id="60" idx="0"/>
            </p:cNvCxnSpPr>
            <p:nvPr/>
          </p:nvCxnSpPr>
          <p:spPr>
            <a:xfrm flipV="1">
              <a:off x="7050821"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2" name="Straight Connector 61">
              <a:extLst>
                <a:ext uri="{FF2B5EF4-FFF2-40B4-BE49-F238E27FC236}">
                  <a16:creationId xmlns:a16="http://schemas.microsoft.com/office/drawing/2014/main" id="{85772E82-2E57-9FFD-2F35-7ADC264E32B0}"/>
                </a:ext>
              </a:extLst>
            </p:cNvPr>
            <p:cNvCxnSpPr>
              <a:cxnSpLocks/>
            </p:cNvCxnSpPr>
            <p:nvPr/>
          </p:nvCxnSpPr>
          <p:spPr>
            <a:xfrm>
              <a:off x="7057735"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1FC3175F-A5F6-D191-A7AE-EC8FEE461B2B}"/>
              </a:ext>
            </a:extLst>
          </p:cNvPr>
          <p:cNvGrpSpPr/>
          <p:nvPr/>
        </p:nvGrpSpPr>
        <p:grpSpPr>
          <a:xfrm>
            <a:off x="6284562" y="1532276"/>
            <a:ext cx="721206" cy="609701"/>
            <a:chOff x="7262509" y="1729816"/>
            <a:chExt cx="871904" cy="748695"/>
          </a:xfrm>
        </p:grpSpPr>
        <p:sp>
          <p:nvSpPr>
            <p:cNvPr id="64" name="Rectangle 63">
              <a:extLst>
                <a:ext uri="{FF2B5EF4-FFF2-40B4-BE49-F238E27FC236}">
                  <a16:creationId xmlns:a16="http://schemas.microsoft.com/office/drawing/2014/main" id="{53460B66-3ED0-0F9B-6D11-D57094E87238}"/>
                </a:ext>
              </a:extLst>
            </p:cNvPr>
            <p:cNvSpPr/>
            <p:nvPr/>
          </p:nvSpPr>
          <p:spPr>
            <a:xfrm>
              <a:off x="7262509"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65" name="Rectangle 64">
              <a:extLst>
                <a:ext uri="{FF2B5EF4-FFF2-40B4-BE49-F238E27FC236}">
                  <a16:creationId xmlns:a16="http://schemas.microsoft.com/office/drawing/2014/main" id="{239AA824-58BE-EA93-2F40-5CD63A5859E6}"/>
                </a:ext>
              </a:extLst>
            </p:cNvPr>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 name="Oval 15">
              <a:extLst>
                <a:ext uri="{FF2B5EF4-FFF2-40B4-BE49-F238E27FC236}">
                  <a16:creationId xmlns:a16="http://schemas.microsoft.com/office/drawing/2014/main" id="{BC13D42B-147B-15AF-B567-E7DDEFF92FB0}"/>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7" name="Straight Connector 66">
              <a:extLst>
                <a:ext uri="{FF2B5EF4-FFF2-40B4-BE49-F238E27FC236}">
                  <a16:creationId xmlns:a16="http://schemas.microsoft.com/office/drawing/2014/main" id="{A4B5D06E-BCBD-8181-6272-CCF38120F24A}"/>
                </a:ext>
              </a:extLst>
            </p:cNvPr>
            <p:cNvCxnSpPr>
              <a:cxnSpLocks/>
              <a:stCxn id="66"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8" name="Straight Connector 67">
              <a:extLst>
                <a:ext uri="{FF2B5EF4-FFF2-40B4-BE49-F238E27FC236}">
                  <a16:creationId xmlns:a16="http://schemas.microsoft.com/office/drawing/2014/main" id="{FF1DED2C-EB58-24A8-CFEF-04C88AA80F8C}"/>
                </a:ext>
              </a:extLst>
            </p:cNvPr>
            <p:cNvCxnSpPr>
              <a:cxnSpLocks/>
            </p:cNvCxnSpPr>
            <p:nvPr/>
          </p:nvCxnSpPr>
          <p:spPr>
            <a:xfrm>
              <a:off x="80562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12B48307-74B1-E8BF-E363-B24BFA9FE9BE}"/>
              </a:ext>
            </a:extLst>
          </p:cNvPr>
          <p:cNvGrpSpPr/>
          <p:nvPr/>
        </p:nvGrpSpPr>
        <p:grpSpPr>
          <a:xfrm>
            <a:off x="7121069" y="1532276"/>
            <a:ext cx="721206" cy="609701"/>
            <a:chOff x="8253594" y="1729816"/>
            <a:chExt cx="871904" cy="748695"/>
          </a:xfrm>
        </p:grpSpPr>
        <p:sp>
          <p:nvSpPr>
            <p:cNvPr id="70" name="Rectangle 69">
              <a:extLst>
                <a:ext uri="{FF2B5EF4-FFF2-40B4-BE49-F238E27FC236}">
                  <a16:creationId xmlns:a16="http://schemas.microsoft.com/office/drawing/2014/main" id="{61FDCD66-BED8-4ABD-3C0E-E8C8777E8AC9}"/>
                </a:ext>
              </a:extLst>
            </p:cNvPr>
            <p:cNvSpPr/>
            <p:nvPr/>
          </p:nvSpPr>
          <p:spPr>
            <a:xfrm>
              <a:off x="825359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71" name="Rectangle 70">
              <a:extLst>
                <a:ext uri="{FF2B5EF4-FFF2-40B4-BE49-F238E27FC236}">
                  <a16:creationId xmlns:a16="http://schemas.microsoft.com/office/drawing/2014/main" id="{77A80439-211B-29DD-5D73-1F1A0EC0EC4A}"/>
                </a:ext>
              </a:extLst>
            </p:cNvPr>
            <p:cNvSpPr/>
            <p:nvPr/>
          </p:nvSpPr>
          <p:spPr>
            <a:xfrm flipV="1">
              <a:off x="8998048"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 name="Oval 15">
              <a:extLst>
                <a:ext uri="{FF2B5EF4-FFF2-40B4-BE49-F238E27FC236}">
                  <a16:creationId xmlns:a16="http://schemas.microsoft.com/office/drawing/2014/main" id="{00066021-5DB2-5AB1-B262-39831E1421BD}"/>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3" name="Straight Connector 72">
              <a:extLst>
                <a:ext uri="{FF2B5EF4-FFF2-40B4-BE49-F238E27FC236}">
                  <a16:creationId xmlns:a16="http://schemas.microsoft.com/office/drawing/2014/main" id="{A5BDE320-0BF9-ECC4-BBF7-73C4D450D781}"/>
                </a:ext>
              </a:extLst>
            </p:cNvPr>
            <p:cNvCxnSpPr>
              <a:cxnSpLocks/>
              <a:stCxn id="72" idx="0"/>
            </p:cNvCxnSpPr>
            <p:nvPr/>
          </p:nvCxnSpPr>
          <p:spPr>
            <a:xfrm flipV="1">
              <a:off x="9038047"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4" name="Straight Connector 73">
              <a:extLst>
                <a:ext uri="{FF2B5EF4-FFF2-40B4-BE49-F238E27FC236}">
                  <a16:creationId xmlns:a16="http://schemas.microsoft.com/office/drawing/2014/main" id="{3F0ED527-D4E3-6520-EA96-557B91CE3EDD}"/>
                </a:ext>
              </a:extLst>
            </p:cNvPr>
            <p:cNvCxnSpPr>
              <a:cxnSpLocks/>
            </p:cNvCxnSpPr>
            <p:nvPr/>
          </p:nvCxnSpPr>
          <p:spPr>
            <a:xfrm>
              <a:off x="9044961"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5" name="Group 74">
            <a:extLst>
              <a:ext uri="{FF2B5EF4-FFF2-40B4-BE49-F238E27FC236}">
                <a16:creationId xmlns:a16="http://schemas.microsoft.com/office/drawing/2014/main" id="{0322B831-D4C7-708F-8DAB-88AA34F48FB8}"/>
              </a:ext>
            </a:extLst>
          </p:cNvPr>
          <p:cNvGrpSpPr/>
          <p:nvPr/>
        </p:nvGrpSpPr>
        <p:grpSpPr>
          <a:xfrm>
            <a:off x="3775041" y="1532276"/>
            <a:ext cx="721206" cy="609701"/>
            <a:chOff x="4289254" y="1729816"/>
            <a:chExt cx="871904" cy="748695"/>
          </a:xfrm>
        </p:grpSpPr>
        <p:sp>
          <p:nvSpPr>
            <p:cNvPr id="76" name="Rectangle 75">
              <a:extLst>
                <a:ext uri="{FF2B5EF4-FFF2-40B4-BE49-F238E27FC236}">
                  <a16:creationId xmlns:a16="http://schemas.microsoft.com/office/drawing/2014/main" id="{06D096ED-496D-511E-E928-DC191B7E4BA0}"/>
                </a:ext>
              </a:extLst>
            </p:cNvPr>
            <p:cNvSpPr/>
            <p:nvPr/>
          </p:nvSpPr>
          <p:spPr>
            <a:xfrm>
              <a:off x="428925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99" name="Right Triangle 98">
              <a:extLst>
                <a:ext uri="{FF2B5EF4-FFF2-40B4-BE49-F238E27FC236}">
                  <a16:creationId xmlns:a16="http://schemas.microsoft.com/office/drawing/2014/main" id="{3A65CA19-F362-95A5-825D-76830090A462}"/>
                </a:ext>
              </a:extLst>
            </p:cNvPr>
            <p:cNvSpPr/>
            <p:nvPr/>
          </p:nvSpPr>
          <p:spPr>
            <a:xfrm rot="10800000">
              <a:off x="5013435"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0" name="Group 99">
              <a:extLst>
                <a:ext uri="{FF2B5EF4-FFF2-40B4-BE49-F238E27FC236}">
                  <a16:creationId xmlns:a16="http://schemas.microsoft.com/office/drawing/2014/main" id="{1782C712-75DA-8CA3-21E9-B8F17A835F52}"/>
                </a:ext>
              </a:extLst>
            </p:cNvPr>
            <p:cNvGrpSpPr/>
            <p:nvPr/>
          </p:nvGrpSpPr>
          <p:grpSpPr>
            <a:xfrm>
              <a:off x="5093762" y="1742900"/>
              <a:ext cx="45719" cy="75385"/>
              <a:chOff x="3883481" y="2057400"/>
              <a:chExt cx="1608363" cy="2652031"/>
            </a:xfrm>
            <a:solidFill>
              <a:srgbClr val="A6A6A6"/>
            </a:solidFill>
          </p:grpSpPr>
          <p:sp>
            <p:nvSpPr>
              <p:cNvPr id="101" name="Oval 27">
                <a:extLst>
                  <a:ext uri="{FF2B5EF4-FFF2-40B4-BE49-F238E27FC236}">
                    <a16:creationId xmlns:a16="http://schemas.microsoft.com/office/drawing/2014/main" id="{95BF44CE-D9FC-110D-48BE-CEB600F4255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 name="Oval 28">
                <a:extLst>
                  <a:ext uri="{FF2B5EF4-FFF2-40B4-BE49-F238E27FC236}">
                    <a16:creationId xmlns:a16="http://schemas.microsoft.com/office/drawing/2014/main" id="{88D96D87-5680-49CA-AECF-524FF599159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3" name="Group 102">
            <a:extLst>
              <a:ext uri="{FF2B5EF4-FFF2-40B4-BE49-F238E27FC236}">
                <a16:creationId xmlns:a16="http://schemas.microsoft.com/office/drawing/2014/main" id="{F0216568-BADD-D1AF-5EA0-35F84FC671B8}"/>
              </a:ext>
            </a:extLst>
          </p:cNvPr>
          <p:cNvGrpSpPr/>
          <p:nvPr/>
        </p:nvGrpSpPr>
        <p:grpSpPr>
          <a:xfrm>
            <a:off x="4611548" y="1532276"/>
            <a:ext cx="721206" cy="609701"/>
            <a:chOff x="5280339" y="1729816"/>
            <a:chExt cx="871904" cy="748695"/>
          </a:xfrm>
        </p:grpSpPr>
        <p:sp>
          <p:nvSpPr>
            <p:cNvPr id="104" name="Rectangle 103">
              <a:extLst>
                <a:ext uri="{FF2B5EF4-FFF2-40B4-BE49-F238E27FC236}">
                  <a16:creationId xmlns:a16="http://schemas.microsoft.com/office/drawing/2014/main" id="{3A7D6EC7-04C5-E160-6903-958709A87225}"/>
                </a:ext>
              </a:extLst>
            </p:cNvPr>
            <p:cNvSpPr/>
            <p:nvPr/>
          </p:nvSpPr>
          <p:spPr>
            <a:xfrm>
              <a:off x="528033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437" name="Right Triangle 436">
              <a:extLst>
                <a:ext uri="{FF2B5EF4-FFF2-40B4-BE49-F238E27FC236}">
                  <a16:creationId xmlns:a16="http://schemas.microsoft.com/office/drawing/2014/main" id="{0A561A44-41E7-1BF9-7858-34CDCC9DE76C}"/>
                </a:ext>
              </a:extLst>
            </p:cNvPr>
            <p:cNvSpPr/>
            <p:nvPr/>
          </p:nvSpPr>
          <p:spPr>
            <a:xfrm rot="10800000">
              <a:off x="6003472"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38" name="Group 437">
              <a:extLst>
                <a:ext uri="{FF2B5EF4-FFF2-40B4-BE49-F238E27FC236}">
                  <a16:creationId xmlns:a16="http://schemas.microsoft.com/office/drawing/2014/main" id="{2F5F42E8-6669-BBAB-FBB6-C5E855101DFC}"/>
                </a:ext>
              </a:extLst>
            </p:cNvPr>
            <p:cNvGrpSpPr/>
            <p:nvPr/>
          </p:nvGrpSpPr>
          <p:grpSpPr>
            <a:xfrm>
              <a:off x="6083799" y="1742900"/>
              <a:ext cx="45719" cy="75385"/>
              <a:chOff x="3883481" y="2057400"/>
              <a:chExt cx="1608363" cy="2652031"/>
            </a:xfrm>
            <a:solidFill>
              <a:srgbClr val="A6A6A6"/>
            </a:solidFill>
          </p:grpSpPr>
          <p:sp>
            <p:nvSpPr>
              <p:cNvPr id="439" name="Oval 27">
                <a:extLst>
                  <a:ext uri="{FF2B5EF4-FFF2-40B4-BE49-F238E27FC236}">
                    <a16:creationId xmlns:a16="http://schemas.microsoft.com/office/drawing/2014/main" id="{BF382985-DF19-CAF1-51CF-229C4634DB1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0" name="Oval 28">
                <a:extLst>
                  <a:ext uri="{FF2B5EF4-FFF2-40B4-BE49-F238E27FC236}">
                    <a16:creationId xmlns:a16="http://schemas.microsoft.com/office/drawing/2014/main" id="{AE50D829-D26E-FBBD-5E89-5E73FBCC1D9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41" name="Group 440">
            <a:extLst>
              <a:ext uri="{FF2B5EF4-FFF2-40B4-BE49-F238E27FC236}">
                <a16:creationId xmlns:a16="http://schemas.microsoft.com/office/drawing/2014/main" id="{81CEF58A-4679-0855-A3FF-F60AA16A7BE0}"/>
              </a:ext>
            </a:extLst>
          </p:cNvPr>
          <p:cNvGrpSpPr/>
          <p:nvPr/>
        </p:nvGrpSpPr>
        <p:grpSpPr>
          <a:xfrm>
            <a:off x="2938534" y="1532276"/>
            <a:ext cx="721206" cy="610038"/>
            <a:chOff x="3298169" y="1729403"/>
            <a:chExt cx="871904" cy="749108"/>
          </a:xfrm>
        </p:grpSpPr>
        <p:sp>
          <p:nvSpPr>
            <p:cNvPr id="442" name="Rectangle 441">
              <a:extLst>
                <a:ext uri="{FF2B5EF4-FFF2-40B4-BE49-F238E27FC236}">
                  <a16:creationId xmlns:a16="http://schemas.microsoft.com/office/drawing/2014/main" id="{96A8683E-6865-2F77-3AC7-15F150BA99DE}"/>
                </a:ext>
              </a:extLst>
            </p:cNvPr>
            <p:cNvSpPr/>
            <p:nvPr/>
          </p:nvSpPr>
          <p:spPr>
            <a:xfrm>
              <a:off x="329816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443" name="Right Triangle 442">
              <a:extLst>
                <a:ext uri="{FF2B5EF4-FFF2-40B4-BE49-F238E27FC236}">
                  <a16:creationId xmlns:a16="http://schemas.microsoft.com/office/drawing/2014/main" id="{E459091E-68E4-08BA-5B47-7EEF94E364BF}"/>
                </a:ext>
              </a:extLst>
            </p:cNvPr>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4" name="Oval 27">
              <a:extLst>
                <a:ext uri="{FF2B5EF4-FFF2-40B4-BE49-F238E27FC236}">
                  <a16:creationId xmlns:a16="http://schemas.microsoft.com/office/drawing/2014/main" id="{FBB4617C-D4B7-B3B2-3451-356509688005}"/>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5" name="Oval 28">
              <a:extLst>
                <a:ext uri="{FF2B5EF4-FFF2-40B4-BE49-F238E27FC236}">
                  <a16:creationId xmlns:a16="http://schemas.microsoft.com/office/drawing/2014/main" id="{45394029-EC48-B3E0-F621-756ECA7BCFD1}"/>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46" name="Group 445">
            <a:extLst>
              <a:ext uri="{FF2B5EF4-FFF2-40B4-BE49-F238E27FC236}">
                <a16:creationId xmlns:a16="http://schemas.microsoft.com/office/drawing/2014/main" id="{37DA5DE3-2951-85BC-CE0F-12245F2B700E}"/>
              </a:ext>
            </a:extLst>
          </p:cNvPr>
          <p:cNvGrpSpPr/>
          <p:nvPr/>
        </p:nvGrpSpPr>
        <p:grpSpPr>
          <a:xfrm>
            <a:off x="6287105" y="2974054"/>
            <a:ext cx="721206" cy="609701"/>
            <a:chOff x="8253594" y="3370808"/>
            <a:chExt cx="871904" cy="748695"/>
          </a:xfrm>
        </p:grpSpPr>
        <p:sp>
          <p:nvSpPr>
            <p:cNvPr id="447" name="Rectangle 446">
              <a:hlinkHover r:id="" action="ppaction://noaction" highlightClick="1"/>
              <a:extLst>
                <a:ext uri="{FF2B5EF4-FFF2-40B4-BE49-F238E27FC236}">
                  <a16:creationId xmlns:a16="http://schemas.microsoft.com/office/drawing/2014/main" id="{8FA0F816-C78A-284D-A5A7-D2D2991B5C44}"/>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448" name="Rectangle 447">
              <a:extLst>
                <a:ext uri="{FF2B5EF4-FFF2-40B4-BE49-F238E27FC236}">
                  <a16:creationId xmlns:a16="http://schemas.microsoft.com/office/drawing/2014/main" id="{E4A93A0F-0D20-AB5E-5C8C-66EEBBECBE1D}"/>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9" name="Oval 15">
              <a:extLst>
                <a:ext uri="{FF2B5EF4-FFF2-40B4-BE49-F238E27FC236}">
                  <a16:creationId xmlns:a16="http://schemas.microsoft.com/office/drawing/2014/main" id="{F5C1C29E-DE31-3753-EF1E-408FF98184FE}"/>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50" name="Straight Connector 449">
              <a:extLst>
                <a:ext uri="{FF2B5EF4-FFF2-40B4-BE49-F238E27FC236}">
                  <a16:creationId xmlns:a16="http://schemas.microsoft.com/office/drawing/2014/main" id="{80CD84DB-04A3-C105-699C-3873CECB2047}"/>
                </a:ext>
              </a:extLst>
            </p:cNvPr>
            <p:cNvCxnSpPr>
              <a:cxnSpLocks/>
              <a:stCxn id="449"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51" name="Straight Connector 450">
              <a:extLst>
                <a:ext uri="{FF2B5EF4-FFF2-40B4-BE49-F238E27FC236}">
                  <a16:creationId xmlns:a16="http://schemas.microsoft.com/office/drawing/2014/main" id="{F5F7B529-7594-87CF-A20A-F5B0B06FFA2D}"/>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52" name="Group 451">
            <a:extLst>
              <a:ext uri="{FF2B5EF4-FFF2-40B4-BE49-F238E27FC236}">
                <a16:creationId xmlns:a16="http://schemas.microsoft.com/office/drawing/2014/main" id="{A65179F2-D9F1-0466-F4F9-7A7DCE53F98C}"/>
              </a:ext>
            </a:extLst>
          </p:cNvPr>
          <p:cNvGrpSpPr/>
          <p:nvPr/>
        </p:nvGrpSpPr>
        <p:grpSpPr>
          <a:xfrm>
            <a:off x="7123149" y="2974054"/>
            <a:ext cx="721206" cy="609701"/>
            <a:chOff x="8253594" y="3370808"/>
            <a:chExt cx="871904" cy="748695"/>
          </a:xfrm>
        </p:grpSpPr>
        <p:sp>
          <p:nvSpPr>
            <p:cNvPr id="453" name="Rectangle 452">
              <a:hlinkHover r:id="" action="ppaction://noaction" highlightClick="1"/>
              <a:extLst>
                <a:ext uri="{FF2B5EF4-FFF2-40B4-BE49-F238E27FC236}">
                  <a16:creationId xmlns:a16="http://schemas.microsoft.com/office/drawing/2014/main" id="{169F7504-4CB7-9831-025A-CD8B1B544992}"/>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454" name="Rectangle 453">
              <a:extLst>
                <a:ext uri="{FF2B5EF4-FFF2-40B4-BE49-F238E27FC236}">
                  <a16:creationId xmlns:a16="http://schemas.microsoft.com/office/drawing/2014/main" id="{16F2DD61-CB96-8975-CA75-21174F501014}"/>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5" name="Oval 15">
              <a:extLst>
                <a:ext uri="{FF2B5EF4-FFF2-40B4-BE49-F238E27FC236}">
                  <a16:creationId xmlns:a16="http://schemas.microsoft.com/office/drawing/2014/main" id="{8284D236-E9B6-6515-928B-741EBFE5261E}"/>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56" name="Straight Connector 455">
              <a:extLst>
                <a:ext uri="{FF2B5EF4-FFF2-40B4-BE49-F238E27FC236}">
                  <a16:creationId xmlns:a16="http://schemas.microsoft.com/office/drawing/2014/main" id="{6DD81AAB-0730-7D10-30D6-A8CAEF454EED}"/>
                </a:ext>
              </a:extLst>
            </p:cNvPr>
            <p:cNvCxnSpPr>
              <a:cxnSpLocks/>
              <a:stCxn id="455"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57" name="Straight Connector 456">
              <a:extLst>
                <a:ext uri="{FF2B5EF4-FFF2-40B4-BE49-F238E27FC236}">
                  <a16:creationId xmlns:a16="http://schemas.microsoft.com/office/drawing/2014/main" id="{C5474E5A-B435-8848-5A5A-2F022FAE7D78}"/>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58" name="Group 457">
            <a:extLst>
              <a:ext uri="{FF2B5EF4-FFF2-40B4-BE49-F238E27FC236}">
                <a16:creationId xmlns:a16="http://schemas.microsoft.com/office/drawing/2014/main" id="{3E11596A-8E65-BB0A-DF8F-8A7ACC96561F}"/>
              </a:ext>
            </a:extLst>
          </p:cNvPr>
          <p:cNvGrpSpPr/>
          <p:nvPr/>
        </p:nvGrpSpPr>
        <p:grpSpPr>
          <a:xfrm>
            <a:off x="7959193" y="2974054"/>
            <a:ext cx="721206" cy="609701"/>
            <a:chOff x="10243575" y="88412"/>
            <a:chExt cx="871904" cy="748695"/>
          </a:xfrm>
        </p:grpSpPr>
        <p:sp>
          <p:nvSpPr>
            <p:cNvPr id="459" name="Rectangle 458">
              <a:hlinkHover r:id="" action="ppaction://noaction" highlightClick="1"/>
              <a:extLst>
                <a:ext uri="{FF2B5EF4-FFF2-40B4-BE49-F238E27FC236}">
                  <a16:creationId xmlns:a16="http://schemas.microsoft.com/office/drawing/2014/main" id="{684EA651-9F53-DAF7-F885-1886AD815C2E}"/>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sp>
          <p:nvSpPr>
            <p:cNvPr id="460" name="Diamond 459">
              <a:extLst>
                <a:ext uri="{FF2B5EF4-FFF2-40B4-BE49-F238E27FC236}">
                  <a16:creationId xmlns:a16="http://schemas.microsoft.com/office/drawing/2014/main" id="{608EFDE4-B63B-80FA-D972-60A2FAF7E046}"/>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1" name="Oval 460">
              <a:extLst>
                <a:ext uri="{FF2B5EF4-FFF2-40B4-BE49-F238E27FC236}">
                  <a16:creationId xmlns:a16="http://schemas.microsoft.com/office/drawing/2014/main" id="{D0D1400C-C68E-0409-9F34-A7E181F7481A}"/>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62" name="Group 461">
            <a:extLst>
              <a:ext uri="{FF2B5EF4-FFF2-40B4-BE49-F238E27FC236}">
                <a16:creationId xmlns:a16="http://schemas.microsoft.com/office/drawing/2014/main" id="{417BE066-1C0C-493E-2B13-798FD7D8DD11}"/>
              </a:ext>
            </a:extLst>
          </p:cNvPr>
          <p:cNvGrpSpPr/>
          <p:nvPr/>
        </p:nvGrpSpPr>
        <p:grpSpPr>
          <a:xfrm>
            <a:off x="8795237" y="2974054"/>
            <a:ext cx="721206" cy="609701"/>
            <a:chOff x="10243575" y="88412"/>
            <a:chExt cx="871904" cy="748695"/>
          </a:xfrm>
        </p:grpSpPr>
        <p:sp>
          <p:nvSpPr>
            <p:cNvPr id="463" name="Rectangle 462">
              <a:hlinkHover r:id="" action="ppaction://noaction" highlightClick="1"/>
              <a:extLst>
                <a:ext uri="{FF2B5EF4-FFF2-40B4-BE49-F238E27FC236}">
                  <a16:creationId xmlns:a16="http://schemas.microsoft.com/office/drawing/2014/main" id="{91284BC8-C2DA-BA3D-D9AE-695E2250C809}"/>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464" name="Diamond 463">
              <a:extLst>
                <a:ext uri="{FF2B5EF4-FFF2-40B4-BE49-F238E27FC236}">
                  <a16:creationId xmlns:a16="http://schemas.microsoft.com/office/drawing/2014/main" id="{67AFDDF2-B4E5-FF8D-743A-183A6D1A3195}"/>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5" name="Oval 464">
              <a:extLst>
                <a:ext uri="{FF2B5EF4-FFF2-40B4-BE49-F238E27FC236}">
                  <a16:creationId xmlns:a16="http://schemas.microsoft.com/office/drawing/2014/main" id="{87F81367-23A4-4500-3BBE-26111B372787}"/>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72" name="Group 471">
            <a:extLst>
              <a:ext uri="{FF2B5EF4-FFF2-40B4-BE49-F238E27FC236}">
                <a16:creationId xmlns:a16="http://schemas.microsoft.com/office/drawing/2014/main" id="{3CD257ED-4457-18E5-E40F-AED91AE38D21}"/>
              </a:ext>
            </a:extLst>
          </p:cNvPr>
          <p:cNvGrpSpPr/>
          <p:nvPr/>
        </p:nvGrpSpPr>
        <p:grpSpPr>
          <a:xfrm>
            <a:off x="5442072" y="811556"/>
            <a:ext cx="728206" cy="609701"/>
            <a:chOff x="7262509" y="909114"/>
            <a:chExt cx="880366" cy="748695"/>
          </a:xfrm>
        </p:grpSpPr>
        <p:sp>
          <p:nvSpPr>
            <p:cNvPr id="473" name="Rectangle 472">
              <a:extLst>
                <a:ext uri="{FF2B5EF4-FFF2-40B4-BE49-F238E27FC236}">
                  <a16:creationId xmlns:a16="http://schemas.microsoft.com/office/drawing/2014/main" id="{0F28BD80-D5C2-2D88-B38D-D7985F8C355C}"/>
                </a:ext>
              </a:extLst>
            </p:cNvPr>
            <p:cNvSpPr/>
            <p:nvPr/>
          </p:nvSpPr>
          <p:spPr>
            <a:xfrm>
              <a:off x="726250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474" name="Rectangle 473">
              <a:extLst>
                <a:ext uri="{FF2B5EF4-FFF2-40B4-BE49-F238E27FC236}">
                  <a16:creationId xmlns:a16="http://schemas.microsoft.com/office/drawing/2014/main" id="{7A63FA1A-71A0-2B02-0672-C700B6E6E6B3}"/>
                </a:ext>
              </a:extLst>
            </p:cNvPr>
            <p:cNvSpPr/>
            <p:nvPr/>
          </p:nvSpPr>
          <p:spPr>
            <a:xfrm flipV="1">
              <a:off x="8021749"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5" name="Oval 15">
              <a:extLst>
                <a:ext uri="{FF2B5EF4-FFF2-40B4-BE49-F238E27FC236}">
                  <a16:creationId xmlns:a16="http://schemas.microsoft.com/office/drawing/2014/main" id="{BBD6314A-E400-65B6-69E4-46BF01C43DA4}"/>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76" name="Straight Connector 475">
              <a:extLst>
                <a:ext uri="{FF2B5EF4-FFF2-40B4-BE49-F238E27FC236}">
                  <a16:creationId xmlns:a16="http://schemas.microsoft.com/office/drawing/2014/main" id="{39B90BF2-CC09-DAFA-1221-8FEF39460B9B}"/>
                </a:ext>
              </a:extLst>
            </p:cNvPr>
            <p:cNvCxnSpPr>
              <a:cxnSpLocks/>
              <a:stCxn id="475" idx="0"/>
            </p:cNvCxnSpPr>
            <p:nvPr/>
          </p:nvCxnSpPr>
          <p:spPr>
            <a:xfrm flipV="1">
              <a:off x="8061748"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77" name="Straight Connector 476">
              <a:extLst>
                <a:ext uri="{FF2B5EF4-FFF2-40B4-BE49-F238E27FC236}">
                  <a16:creationId xmlns:a16="http://schemas.microsoft.com/office/drawing/2014/main" id="{5038CA01-EE07-27A3-2172-4C43E6E123E3}"/>
                </a:ext>
              </a:extLst>
            </p:cNvPr>
            <p:cNvCxnSpPr>
              <a:cxnSpLocks/>
            </p:cNvCxnSpPr>
            <p:nvPr/>
          </p:nvCxnSpPr>
          <p:spPr>
            <a:xfrm>
              <a:off x="8068662"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78" name="Group 477">
            <a:extLst>
              <a:ext uri="{FF2B5EF4-FFF2-40B4-BE49-F238E27FC236}">
                <a16:creationId xmlns:a16="http://schemas.microsoft.com/office/drawing/2014/main" id="{3E2255AC-FAC4-1337-68D9-C4C8347B285F}"/>
              </a:ext>
            </a:extLst>
          </p:cNvPr>
          <p:cNvGrpSpPr/>
          <p:nvPr/>
        </p:nvGrpSpPr>
        <p:grpSpPr>
          <a:xfrm>
            <a:off x="6284590" y="811556"/>
            <a:ext cx="721206" cy="609701"/>
            <a:chOff x="8253594" y="909114"/>
            <a:chExt cx="871904" cy="748695"/>
          </a:xfrm>
        </p:grpSpPr>
        <p:sp>
          <p:nvSpPr>
            <p:cNvPr id="479" name="Rectangle 478">
              <a:hlinkHover r:id="" action="ppaction://noaction" highlightClick="1"/>
              <a:extLst>
                <a:ext uri="{FF2B5EF4-FFF2-40B4-BE49-F238E27FC236}">
                  <a16:creationId xmlns:a16="http://schemas.microsoft.com/office/drawing/2014/main" id="{FC203B8D-7FF4-10CD-9731-159F312BEC69}"/>
                </a:ext>
              </a:extLst>
            </p:cNvPr>
            <p:cNvSpPr/>
            <p:nvPr/>
          </p:nvSpPr>
          <p:spPr>
            <a:xfrm>
              <a:off x="825359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480" name="Right Triangle 479">
              <a:extLst>
                <a:ext uri="{FF2B5EF4-FFF2-40B4-BE49-F238E27FC236}">
                  <a16:creationId xmlns:a16="http://schemas.microsoft.com/office/drawing/2014/main" id="{32BAD090-33FE-A263-2FD3-5894F771B00F}"/>
                </a:ext>
              </a:extLst>
            </p:cNvPr>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1" name="Oval 27">
              <a:extLst>
                <a:ext uri="{FF2B5EF4-FFF2-40B4-BE49-F238E27FC236}">
                  <a16:creationId xmlns:a16="http://schemas.microsoft.com/office/drawing/2014/main" id="{B59A1124-C39B-87FA-58B2-B780F92F44E7}"/>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2" name="Oval 28">
              <a:extLst>
                <a:ext uri="{FF2B5EF4-FFF2-40B4-BE49-F238E27FC236}">
                  <a16:creationId xmlns:a16="http://schemas.microsoft.com/office/drawing/2014/main" id="{3F904B36-701E-0282-1DD1-0184707BC08B}"/>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88" name="Group 487">
            <a:extLst>
              <a:ext uri="{FF2B5EF4-FFF2-40B4-BE49-F238E27FC236}">
                <a16:creationId xmlns:a16="http://schemas.microsoft.com/office/drawing/2014/main" id="{4F5EDAEF-3D2A-1472-2026-59A91CE80690}"/>
              </a:ext>
            </a:extLst>
          </p:cNvPr>
          <p:cNvGrpSpPr/>
          <p:nvPr/>
        </p:nvGrpSpPr>
        <p:grpSpPr>
          <a:xfrm>
            <a:off x="7957576" y="811556"/>
            <a:ext cx="721206" cy="609701"/>
            <a:chOff x="4289254" y="909114"/>
            <a:chExt cx="871904" cy="748695"/>
          </a:xfrm>
        </p:grpSpPr>
        <p:sp>
          <p:nvSpPr>
            <p:cNvPr id="489" name="Rectangle 488">
              <a:extLst>
                <a:ext uri="{FF2B5EF4-FFF2-40B4-BE49-F238E27FC236}">
                  <a16:creationId xmlns:a16="http://schemas.microsoft.com/office/drawing/2014/main" id="{63749B86-E569-2E6D-A04F-9B25ECBE11A0}"/>
                </a:ext>
              </a:extLst>
            </p:cNvPr>
            <p:cNvSpPr/>
            <p:nvPr/>
          </p:nvSpPr>
          <p:spPr>
            <a:xfrm>
              <a:off x="4289254"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490" name="Rectangle 489">
              <a:extLst>
                <a:ext uri="{FF2B5EF4-FFF2-40B4-BE49-F238E27FC236}">
                  <a16:creationId xmlns:a16="http://schemas.microsoft.com/office/drawing/2014/main" id="{77CEC657-C6ED-F229-9114-247F8F8D4127}"/>
                </a:ext>
              </a:extLst>
            </p:cNvPr>
            <p:cNvSpPr/>
            <p:nvPr/>
          </p:nvSpPr>
          <p:spPr>
            <a:xfrm flipV="1">
              <a:off x="5036005"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1" name="Oval 15">
              <a:extLst>
                <a:ext uri="{FF2B5EF4-FFF2-40B4-BE49-F238E27FC236}">
                  <a16:creationId xmlns:a16="http://schemas.microsoft.com/office/drawing/2014/main" id="{E6E245AE-56C1-8836-024F-E214D3D75F0D}"/>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92" name="Straight Connector 491">
              <a:extLst>
                <a:ext uri="{FF2B5EF4-FFF2-40B4-BE49-F238E27FC236}">
                  <a16:creationId xmlns:a16="http://schemas.microsoft.com/office/drawing/2014/main" id="{6D3F985E-CF2F-DE56-F280-72523A06276F}"/>
                </a:ext>
              </a:extLst>
            </p:cNvPr>
            <p:cNvCxnSpPr>
              <a:cxnSpLocks/>
              <a:stCxn id="491" idx="0"/>
            </p:cNvCxnSpPr>
            <p:nvPr/>
          </p:nvCxnSpPr>
          <p:spPr>
            <a:xfrm flipV="1">
              <a:off x="5076004"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93" name="Straight Connector 492">
              <a:extLst>
                <a:ext uri="{FF2B5EF4-FFF2-40B4-BE49-F238E27FC236}">
                  <a16:creationId xmlns:a16="http://schemas.microsoft.com/office/drawing/2014/main" id="{3470ED0E-C08A-720B-B6B0-B9B8E15A26B2}"/>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02" name="Group 501">
            <a:extLst>
              <a:ext uri="{FF2B5EF4-FFF2-40B4-BE49-F238E27FC236}">
                <a16:creationId xmlns:a16="http://schemas.microsoft.com/office/drawing/2014/main" id="{23663D9B-1CFA-EBE7-402E-50E45EE16DD2}"/>
              </a:ext>
            </a:extLst>
          </p:cNvPr>
          <p:cNvGrpSpPr/>
          <p:nvPr/>
        </p:nvGrpSpPr>
        <p:grpSpPr>
          <a:xfrm>
            <a:off x="11356238" y="90836"/>
            <a:ext cx="721206" cy="609701"/>
            <a:chOff x="11226844" y="88412"/>
            <a:chExt cx="871904" cy="748695"/>
          </a:xfrm>
        </p:grpSpPr>
        <p:sp>
          <p:nvSpPr>
            <p:cNvPr id="503" name="Rectangle 502">
              <a:hlinkHover r:id="" action="ppaction://noaction" highlightClick="1"/>
              <a:extLst>
                <a:ext uri="{FF2B5EF4-FFF2-40B4-BE49-F238E27FC236}">
                  <a16:creationId xmlns:a16="http://schemas.microsoft.com/office/drawing/2014/main" id="{DAF02B38-04CB-D375-58FE-6D7542829059}"/>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504" name="Oval 503">
              <a:extLst>
                <a:ext uri="{FF2B5EF4-FFF2-40B4-BE49-F238E27FC236}">
                  <a16:creationId xmlns:a16="http://schemas.microsoft.com/office/drawing/2014/main" id="{3978F9B9-A3BD-9859-48B9-F3906B019817}"/>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5" name="Isosceles Triangle 648">
              <a:extLst>
                <a:ext uri="{FF2B5EF4-FFF2-40B4-BE49-F238E27FC236}">
                  <a16:creationId xmlns:a16="http://schemas.microsoft.com/office/drawing/2014/main" id="{40B8AEC3-8BAE-A88F-F5F6-0D4B58B72E21}"/>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06" name="Group 505">
            <a:extLst>
              <a:ext uri="{FF2B5EF4-FFF2-40B4-BE49-F238E27FC236}">
                <a16:creationId xmlns:a16="http://schemas.microsoft.com/office/drawing/2014/main" id="{7268E405-4520-C747-0973-1EEB8071F68F}"/>
              </a:ext>
            </a:extLst>
          </p:cNvPr>
          <p:cNvGrpSpPr/>
          <p:nvPr/>
        </p:nvGrpSpPr>
        <p:grpSpPr>
          <a:xfrm>
            <a:off x="11356238" y="3694774"/>
            <a:ext cx="721206" cy="609701"/>
            <a:chOff x="11335787" y="4191133"/>
            <a:chExt cx="710037" cy="609701"/>
          </a:xfrm>
        </p:grpSpPr>
        <p:sp>
          <p:nvSpPr>
            <p:cNvPr id="507" name="Rectangle 506">
              <a:hlinkHover r:id="" action="ppaction://noaction" highlightClick="1"/>
              <a:extLst>
                <a:ext uri="{FF2B5EF4-FFF2-40B4-BE49-F238E27FC236}">
                  <a16:creationId xmlns:a16="http://schemas.microsoft.com/office/drawing/2014/main" id="{8BD1CEBC-C48A-DD93-00FA-5E635E5435A7}"/>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508" name="Oval 507">
              <a:extLst>
                <a:ext uri="{FF2B5EF4-FFF2-40B4-BE49-F238E27FC236}">
                  <a16:creationId xmlns:a16="http://schemas.microsoft.com/office/drawing/2014/main" id="{DE14ACD9-6971-51E4-6B58-35D927148260}"/>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9" name="Isosceles Triangle 648">
              <a:extLst>
                <a:ext uri="{FF2B5EF4-FFF2-40B4-BE49-F238E27FC236}">
                  <a16:creationId xmlns:a16="http://schemas.microsoft.com/office/drawing/2014/main" id="{2CAF255D-5B1C-25AB-14DB-31381C876171}"/>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0" name="Group 509">
            <a:extLst>
              <a:ext uri="{FF2B5EF4-FFF2-40B4-BE49-F238E27FC236}">
                <a16:creationId xmlns:a16="http://schemas.microsoft.com/office/drawing/2014/main" id="{E563DD38-41FF-C141-4DE7-B6F22DB2CD25}"/>
              </a:ext>
            </a:extLst>
          </p:cNvPr>
          <p:cNvGrpSpPr/>
          <p:nvPr/>
        </p:nvGrpSpPr>
        <p:grpSpPr>
          <a:xfrm>
            <a:off x="9657689" y="4419620"/>
            <a:ext cx="721206" cy="609701"/>
            <a:chOff x="11226844" y="5012622"/>
            <a:chExt cx="871904" cy="748695"/>
          </a:xfrm>
        </p:grpSpPr>
        <p:sp>
          <p:nvSpPr>
            <p:cNvPr id="511" name="Rectangle 510">
              <a:hlinkHover r:id="" action="ppaction://noaction" highlightClick="1"/>
              <a:extLst>
                <a:ext uri="{FF2B5EF4-FFF2-40B4-BE49-F238E27FC236}">
                  <a16:creationId xmlns:a16="http://schemas.microsoft.com/office/drawing/2014/main" id="{0485CC22-7F2D-7AFD-9F2C-AA67D3C707D3}"/>
                </a:ext>
              </a:extLst>
            </p:cNvPr>
            <p:cNvSpPr/>
            <p:nvPr/>
          </p:nvSpPr>
          <p:spPr>
            <a:xfrm>
              <a:off x="1122684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512" name="Oval 511">
              <a:extLst>
                <a:ext uri="{FF2B5EF4-FFF2-40B4-BE49-F238E27FC236}">
                  <a16:creationId xmlns:a16="http://schemas.microsoft.com/office/drawing/2014/main" id="{15503650-9100-725A-A6A1-E604742B8046}"/>
                </a:ext>
              </a:extLst>
            </p:cNvPr>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3" name="Isosceles Triangle 648">
              <a:extLst>
                <a:ext uri="{FF2B5EF4-FFF2-40B4-BE49-F238E27FC236}">
                  <a16:creationId xmlns:a16="http://schemas.microsoft.com/office/drawing/2014/main" id="{74EA0F4E-B6F3-2B37-1651-44EEB62D035B}"/>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4" name="Group 513">
            <a:extLst>
              <a:ext uri="{FF2B5EF4-FFF2-40B4-BE49-F238E27FC236}">
                <a16:creationId xmlns:a16="http://schemas.microsoft.com/office/drawing/2014/main" id="{041F9D47-8268-3DFF-920D-B49169344998}"/>
              </a:ext>
            </a:extLst>
          </p:cNvPr>
          <p:cNvGrpSpPr/>
          <p:nvPr/>
        </p:nvGrpSpPr>
        <p:grpSpPr>
          <a:xfrm>
            <a:off x="10506964" y="4419620"/>
            <a:ext cx="721206" cy="609701"/>
            <a:chOff x="11226844" y="88412"/>
            <a:chExt cx="871904" cy="748695"/>
          </a:xfrm>
        </p:grpSpPr>
        <p:sp>
          <p:nvSpPr>
            <p:cNvPr id="515" name="Rectangle 514">
              <a:hlinkHover r:id="" action="ppaction://noaction" highlightClick="1"/>
              <a:extLst>
                <a:ext uri="{FF2B5EF4-FFF2-40B4-BE49-F238E27FC236}">
                  <a16:creationId xmlns:a16="http://schemas.microsoft.com/office/drawing/2014/main" id="{57D84BEA-BC87-29B9-EE8D-6FBD3345E47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516" name="Oval 515">
              <a:extLst>
                <a:ext uri="{FF2B5EF4-FFF2-40B4-BE49-F238E27FC236}">
                  <a16:creationId xmlns:a16="http://schemas.microsoft.com/office/drawing/2014/main" id="{43DBE8BC-3509-580C-9E98-1E8256DED8CD}"/>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7" name="Isosceles Triangle 648">
              <a:extLst>
                <a:ext uri="{FF2B5EF4-FFF2-40B4-BE49-F238E27FC236}">
                  <a16:creationId xmlns:a16="http://schemas.microsoft.com/office/drawing/2014/main" id="{0EA2B89E-ECE7-4CBA-0C72-E95B484DF7DA}"/>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8" name="Group 517">
            <a:extLst>
              <a:ext uri="{FF2B5EF4-FFF2-40B4-BE49-F238E27FC236}">
                <a16:creationId xmlns:a16="http://schemas.microsoft.com/office/drawing/2014/main" id="{7FAD0C96-BD1C-338B-7CAE-8630082CE45D}"/>
              </a:ext>
            </a:extLst>
          </p:cNvPr>
          <p:cNvGrpSpPr/>
          <p:nvPr/>
        </p:nvGrpSpPr>
        <p:grpSpPr>
          <a:xfrm>
            <a:off x="11355999" y="4416261"/>
            <a:ext cx="721206" cy="609701"/>
            <a:chOff x="11226844" y="88412"/>
            <a:chExt cx="871904" cy="748695"/>
          </a:xfrm>
        </p:grpSpPr>
        <p:sp>
          <p:nvSpPr>
            <p:cNvPr id="519" name="Rectangle 518">
              <a:hlinkHover r:id="" action="ppaction://noaction" highlightClick="1"/>
              <a:extLst>
                <a:ext uri="{FF2B5EF4-FFF2-40B4-BE49-F238E27FC236}">
                  <a16:creationId xmlns:a16="http://schemas.microsoft.com/office/drawing/2014/main" id="{8329B9CB-0503-2C53-1046-F37F4DA7B585}"/>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520" name="Oval 519">
              <a:extLst>
                <a:ext uri="{FF2B5EF4-FFF2-40B4-BE49-F238E27FC236}">
                  <a16:creationId xmlns:a16="http://schemas.microsoft.com/office/drawing/2014/main" id="{6F413C11-4777-55DD-BEA1-988E79142E19}"/>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1" name="Isosceles Triangle 648">
              <a:extLst>
                <a:ext uri="{FF2B5EF4-FFF2-40B4-BE49-F238E27FC236}">
                  <a16:creationId xmlns:a16="http://schemas.microsoft.com/office/drawing/2014/main" id="{79FB5EFA-923F-E022-9E5E-D915D5E9202F}"/>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2" name="Group 521">
            <a:extLst>
              <a:ext uri="{FF2B5EF4-FFF2-40B4-BE49-F238E27FC236}">
                <a16:creationId xmlns:a16="http://schemas.microsoft.com/office/drawing/2014/main" id="{307E48A9-CDFB-6D73-F92C-8B06446BCDC2}"/>
              </a:ext>
            </a:extLst>
          </p:cNvPr>
          <p:cNvGrpSpPr/>
          <p:nvPr/>
        </p:nvGrpSpPr>
        <p:grpSpPr>
          <a:xfrm>
            <a:off x="8808522" y="4416261"/>
            <a:ext cx="721206" cy="609701"/>
            <a:chOff x="11226844" y="88412"/>
            <a:chExt cx="871904" cy="748695"/>
          </a:xfrm>
        </p:grpSpPr>
        <p:sp>
          <p:nvSpPr>
            <p:cNvPr id="523" name="Rectangle 522">
              <a:hlinkHover r:id="" action="ppaction://noaction" highlightClick="1"/>
              <a:extLst>
                <a:ext uri="{FF2B5EF4-FFF2-40B4-BE49-F238E27FC236}">
                  <a16:creationId xmlns:a16="http://schemas.microsoft.com/office/drawing/2014/main" id="{9ADC8B5D-3659-301D-0FA5-2E57FC69CB45}"/>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524" name="Oval 523">
              <a:extLst>
                <a:ext uri="{FF2B5EF4-FFF2-40B4-BE49-F238E27FC236}">
                  <a16:creationId xmlns:a16="http://schemas.microsoft.com/office/drawing/2014/main" id="{15B3BA95-57D7-A90F-5BA3-6EA9AD54C32F}"/>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5" name="Isosceles Triangle 648">
              <a:extLst>
                <a:ext uri="{FF2B5EF4-FFF2-40B4-BE49-F238E27FC236}">
                  <a16:creationId xmlns:a16="http://schemas.microsoft.com/office/drawing/2014/main" id="{EAB2F832-CBB6-6319-838D-70D4A8A3A1DA}"/>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6" name="Group 525">
            <a:extLst>
              <a:ext uri="{FF2B5EF4-FFF2-40B4-BE49-F238E27FC236}">
                <a16:creationId xmlns:a16="http://schemas.microsoft.com/office/drawing/2014/main" id="{1BBF5587-F2A4-FD8D-9EBB-C1556B011751}"/>
              </a:ext>
            </a:extLst>
          </p:cNvPr>
          <p:cNvGrpSpPr/>
          <p:nvPr/>
        </p:nvGrpSpPr>
        <p:grpSpPr>
          <a:xfrm>
            <a:off x="10509575" y="5141013"/>
            <a:ext cx="721206" cy="609701"/>
            <a:chOff x="11226844" y="88412"/>
            <a:chExt cx="871904" cy="748695"/>
          </a:xfrm>
        </p:grpSpPr>
        <p:sp>
          <p:nvSpPr>
            <p:cNvPr id="527" name="Rectangle 526">
              <a:hlinkHover r:id="" action="ppaction://noaction" highlightClick="1"/>
              <a:extLst>
                <a:ext uri="{FF2B5EF4-FFF2-40B4-BE49-F238E27FC236}">
                  <a16:creationId xmlns:a16="http://schemas.microsoft.com/office/drawing/2014/main" id="{E3A80B97-5F10-B182-376C-B4474B784726}"/>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528" name="Oval 527">
              <a:extLst>
                <a:ext uri="{FF2B5EF4-FFF2-40B4-BE49-F238E27FC236}">
                  <a16:creationId xmlns:a16="http://schemas.microsoft.com/office/drawing/2014/main" id="{E5827D38-74EE-8A38-D7DF-40AC5A11AEF5}"/>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9" name="Isosceles Triangle 648">
              <a:extLst>
                <a:ext uri="{FF2B5EF4-FFF2-40B4-BE49-F238E27FC236}">
                  <a16:creationId xmlns:a16="http://schemas.microsoft.com/office/drawing/2014/main" id="{BBE2C74A-5EDA-D5D3-81A1-22FC4C714780}"/>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0" name="Group 529">
            <a:extLst>
              <a:ext uri="{FF2B5EF4-FFF2-40B4-BE49-F238E27FC236}">
                <a16:creationId xmlns:a16="http://schemas.microsoft.com/office/drawing/2014/main" id="{F2F85C76-25B4-8358-5C91-5D1D8AB2BD1F}"/>
              </a:ext>
            </a:extLst>
          </p:cNvPr>
          <p:cNvGrpSpPr/>
          <p:nvPr/>
        </p:nvGrpSpPr>
        <p:grpSpPr>
          <a:xfrm>
            <a:off x="9651074" y="5143363"/>
            <a:ext cx="721206" cy="609701"/>
            <a:chOff x="10235764" y="4191922"/>
            <a:chExt cx="871904" cy="748695"/>
          </a:xfrm>
        </p:grpSpPr>
        <p:sp>
          <p:nvSpPr>
            <p:cNvPr id="531" name="Rectangle 530">
              <a:hlinkHover r:id="" action="ppaction://noaction" highlightClick="1"/>
              <a:extLst>
                <a:ext uri="{FF2B5EF4-FFF2-40B4-BE49-F238E27FC236}">
                  <a16:creationId xmlns:a16="http://schemas.microsoft.com/office/drawing/2014/main" id="{905C1F21-278D-76D7-03E7-457FC9CA9430}"/>
                </a:ext>
              </a:extLst>
            </p:cNvPr>
            <p:cNvSpPr/>
            <p:nvPr/>
          </p:nvSpPr>
          <p:spPr>
            <a:xfrm>
              <a:off x="1023576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532" name="Oval 531">
              <a:extLst>
                <a:ext uri="{FF2B5EF4-FFF2-40B4-BE49-F238E27FC236}">
                  <a16:creationId xmlns:a16="http://schemas.microsoft.com/office/drawing/2014/main" id="{74C47F76-2F11-98F3-0329-7C0A43F9D11D}"/>
                </a:ext>
              </a:extLst>
            </p:cNvPr>
            <p:cNvSpPr/>
            <p:nvPr/>
          </p:nvSpPr>
          <p:spPr>
            <a:xfrm>
              <a:off x="10933601"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3" name="Isosceles Triangle 648">
              <a:extLst>
                <a:ext uri="{FF2B5EF4-FFF2-40B4-BE49-F238E27FC236}">
                  <a16:creationId xmlns:a16="http://schemas.microsoft.com/office/drawing/2014/main" id="{B0C78ECD-43DE-C12E-E38C-3F4569FAD30D}"/>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4" name="Group 533">
            <a:extLst>
              <a:ext uri="{FF2B5EF4-FFF2-40B4-BE49-F238E27FC236}">
                <a16:creationId xmlns:a16="http://schemas.microsoft.com/office/drawing/2014/main" id="{6216FEF9-1694-0AEB-730B-9DEC1B5E697B}"/>
              </a:ext>
            </a:extLst>
          </p:cNvPr>
          <p:cNvGrpSpPr/>
          <p:nvPr/>
        </p:nvGrpSpPr>
        <p:grpSpPr>
          <a:xfrm>
            <a:off x="9657610" y="3698227"/>
            <a:ext cx="721206" cy="609701"/>
            <a:chOff x="11226844" y="4191922"/>
            <a:chExt cx="871904" cy="748695"/>
          </a:xfrm>
        </p:grpSpPr>
        <p:sp>
          <p:nvSpPr>
            <p:cNvPr id="535" name="Rectangle 534">
              <a:hlinkHover r:id="" action="ppaction://noaction" highlightClick="1"/>
              <a:extLst>
                <a:ext uri="{FF2B5EF4-FFF2-40B4-BE49-F238E27FC236}">
                  <a16:creationId xmlns:a16="http://schemas.microsoft.com/office/drawing/2014/main" id="{67E6E39C-9EC8-DB63-796B-0585FFDF298A}"/>
                </a:ext>
              </a:extLst>
            </p:cNvPr>
            <p:cNvSpPr/>
            <p:nvPr/>
          </p:nvSpPr>
          <p:spPr>
            <a:xfrm>
              <a:off x="1122684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536" name="Oval 535">
              <a:extLst>
                <a:ext uri="{FF2B5EF4-FFF2-40B4-BE49-F238E27FC236}">
                  <a16:creationId xmlns:a16="http://schemas.microsoft.com/office/drawing/2014/main" id="{66D1EF10-A837-7782-0AA3-0A07662DB543}"/>
                </a:ext>
              </a:extLst>
            </p:cNvPr>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7" name="Isosceles Triangle 648">
              <a:extLst>
                <a:ext uri="{FF2B5EF4-FFF2-40B4-BE49-F238E27FC236}">
                  <a16:creationId xmlns:a16="http://schemas.microsoft.com/office/drawing/2014/main" id="{F145F207-CF0B-5F78-C256-2CE7721BDB77}"/>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8" name="Group 537">
            <a:extLst>
              <a:ext uri="{FF2B5EF4-FFF2-40B4-BE49-F238E27FC236}">
                <a16:creationId xmlns:a16="http://schemas.microsoft.com/office/drawing/2014/main" id="{5AE8F34C-414F-2C59-3B55-3EB25275D814}"/>
              </a:ext>
            </a:extLst>
          </p:cNvPr>
          <p:cNvGrpSpPr/>
          <p:nvPr/>
        </p:nvGrpSpPr>
        <p:grpSpPr>
          <a:xfrm>
            <a:off x="10506924" y="3698227"/>
            <a:ext cx="721206" cy="609701"/>
            <a:chOff x="11226844" y="88412"/>
            <a:chExt cx="871904" cy="748695"/>
          </a:xfrm>
        </p:grpSpPr>
        <p:sp>
          <p:nvSpPr>
            <p:cNvPr id="539" name="Rectangle 538">
              <a:hlinkHover r:id="" action="ppaction://noaction" highlightClick="1"/>
              <a:extLst>
                <a:ext uri="{FF2B5EF4-FFF2-40B4-BE49-F238E27FC236}">
                  <a16:creationId xmlns:a16="http://schemas.microsoft.com/office/drawing/2014/main" id="{F0C705CF-590C-7FCB-E2C3-EBA8F8C424F7}"/>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540" name="Oval 539">
              <a:extLst>
                <a:ext uri="{FF2B5EF4-FFF2-40B4-BE49-F238E27FC236}">
                  <a16:creationId xmlns:a16="http://schemas.microsoft.com/office/drawing/2014/main" id="{D97B1D7C-8D28-8E1E-1CB5-626F8954DB80}"/>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1" name="Isosceles Triangle 648">
              <a:extLst>
                <a:ext uri="{FF2B5EF4-FFF2-40B4-BE49-F238E27FC236}">
                  <a16:creationId xmlns:a16="http://schemas.microsoft.com/office/drawing/2014/main" id="{38FF92AA-90E3-E4DA-D5B4-615595E2FB6C}"/>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2" name="Group 541">
            <a:extLst>
              <a:ext uri="{FF2B5EF4-FFF2-40B4-BE49-F238E27FC236}">
                <a16:creationId xmlns:a16="http://schemas.microsoft.com/office/drawing/2014/main" id="{A069B0FE-BEEA-3B53-399F-D42EF0715587}"/>
              </a:ext>
            </a:extLst>
          </p:cNvPr>
          <p:cNvGrpSpPr/>
          <p:nvPr/>
        </p:nvGrpSpPr>
        <p:grpSpPr>
          <a:xfrm>
            <a:off x="8808415" y="5135706"/>
            <a:ext cx="721206" cy="609701"/>
            <a:chOff x="6271424" y="5012622"/>
            <a:chExt cx="871904" cy="748695"/>
          </a:xfrm>
        </p:grpSpPr>
        <p:sp>
          <p:nvSpPr>
            <p:cNvPr id="543" name="Rectangle 542">
              <a:hlinkHover r:id="" action="ppaction://noaction" highlightClick="1"/>
              <a:extLst>
                <a:ext uri="{FF2B5EF4-FFF2-40B4-BE49-F238E27FC236}">
                  <a16:creationId xmlns:a16="http://schemas.microsoft.com/office/drawing/2014/main" id="{D42B9498-EDE7-7838-3846-D663CEA0D20C}"/>
                </a:ext>
              </a:extLst>
            </p:cNvPr>
            <p:cNvSpPr/>
            <p:nvPr/>
          </p:nvSpPr>
          <p:spPr>
            <a:xfrm>
              <a:off x="627142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544" name="Oval 543">
              <a:extLst>
                <a:ext uri="{FF2B5EF4-FFF2-40B4-BE49-F238E27FC236}">
                  <a16:creationId xmlns:a16="http://schemas.microsoft.com/office/drawing/2014/main" id="{2FA66201-EC83-14DA-B5F5-64585AEBE16A}"/>
                </a:ext>
              </a:extLst>
            </p:cNvPr>
            <p:cNvSpPr/>
            <p:nvPr/>
          </p:nvSpPr>
          <p:spPr>
            <a:xfrm>
              <a:off x="6967630"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5" name="Isosceles Triangle 648">
              <a:extLst>
                <a:ext uri="{FF2B5EF4-FFF2-40B4-BE49-F238E27FC236}">
                  <a16:creationId xmlns:a16="http://schemas.microsoft.com/office/drawing/2014/main" id="{0316A983-101E-94BD-C330-7D243ABB0446}"/>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60" name="Group 559">
            <a:extLst>
              <a:ext uri="{FF2B5EF4-FFF2-40B4-BE49-F238E27FC236}">
                <a16:creationId xmlns:a16="http://schemas.microsoft.com/office/drawing/2014/main" id="{CFA85B88-B5DB-96D5-9B85-B89615D808A9}"/>
              </a:ext>
            </a:extLst>
          </p:cNvPr>
          <p:cNvGrpSpPr/>
          <p:nvPr/>
        </p:nvGrpSpPr>
        <p:grpSpPr>
          <a:xfrm>
            <a:off x="7957577" y="1532276"/>
            <a:ext cx="721206" cy="609701"/>
            <a:chOff x="9244679" y="1729815"/>
            <a:chExt cx="871904" cy="748695"/>
          </a:xfrm>
        </p:grpSpPr>
        <p:sp>
          <p:nvSpPr>
            <p:cNvPr id="561" name="Rectangle 560">
              <a:hlinkHover r:id="" action="ppaction://noaction" highlightClick="1"/>
              <a:extLst>
                <a:ext uri="{FF2B5EF4-FFF2-40B4-BE49-F238E27FC236}">
                  <a16:creationId xmlns:a16="http://schemas.microsoft.com/office/drawing/2014/main" id="{CC58ACDC-0063-4A05-EF80-297CA773BADF}"/>
                </a:ext>
              </a:extLst>
            </p:cNvPr>
            <p:cNvSpPr/>
            <p:nvPr/>
          </p:nvSpPr>
          <p:spPr>
            <a:xfrm>
              <a:off x="9244679" y="1729815"/>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562" name="Rectangle 561">
              <a:extLst>
                <a:ext uri="{FF2B5EF4-FFF2-40B4-BE49-F238E27FC236}">
                  <a16:creationId xmlns:a16="http://schemas.microsoft.com/office/drawing/2014/main" id="{C2EB0361-C1EF-2381-62EF-4731DDE0E750}"/>
                </a:ext>
              </a:extLst>
            </p:cNvPr>
            <p:cNvSpPr/>
            <p:nvPr/>
          </p:nvSpPr>
          <p:spPr>
            <a:xfrm flipV="1">
              <a:off x="99870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3" name="Oval 15">
              <a:extLst>
                <a:ext uri="{FF2B5EF4-FFF2-40B4-BE49-F238E27FC236}">
                  <a16:creationId xmlns:a16="http://schemas.microsoft.com/office/drawing/2014/main" id="{31D266B3-F3F8-9B67-FD91-15746FCFF5AB}"/>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17E558D1-B880-5035-3726-647F74BE370D}"/>
                </a:ext>
              </a:extLst>
            </p:cNvPr>
            <p:cNvCxnSpPr>
              <a:cxnSpLocks/>
              <a:stCxn id="563" idx="0"/>
            </p:cNvCxnSpPr>
            <p:nvPr/>
          </p:nvCxnSpPr>
          <p:spPr>
            <a:xfrm flipV="1">
              <a:off x="100270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65" name="Straight Connector 564">
              <a:extLst>
                <a:ext uri="{FF2B5EF4-FFF2-40B4-BE49-F238E27FC236}">
                  <a16:creationId xmlns:a16="http://schemas.microsoft.com/office/drawing/2014/main" id="{20C9168D-BD6D-DEE8-A1AD-D8428EDA147A}"/>
                </a:ext>
              </a:extLst>
            </p:cNvPr>
            <p:cNvCxnSpPr>
              <a:cxnSpLocks/>
            </p:cNvCxnSpPr>
            <p:nvPr/>
          </p:nvCxnSpPr>
          <p:spPr>
            <a:xfrm>
              <a:off x="100339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66" name="Group 565">
            <a:extLst>
              <a:ext uri="{FF2B5EF4-FFF2-40B4-BE49-F238E27FC236}">
                <a16:creationId xmlns:a16="http://schemas.microsoft.com/office/drawing/2014/main" id="{70AE00B9-4844-316E-771E-D869B424EBCF}"/>
              </a:ext>
            </a:extLst>
          </p:cNvPr>
          <p:cNvGrpSpPr/>
          <p:nvPr/>
        </p:nvGrpSpPr>
        <p:grpSpPr>
          <a:xfrm>
            <a:off x="9656908" y="1532276"/>
            <a:ext cx="721206" cy="609701"/>
            <a:chOff x="11226844" y="1729816"/>
            <a:chExt cx="871904" cy="748695"/>
          </a:xfrm>
        </p:grpSpPr>
        <p:sp>
          <p:nvSpPr>
            <p:cNvPr id="567" name="Rectangle 566">
              <a:extLst>
                <a:ext uri="{FF2B5EF4-FFF2-40B4-BE49-F238E27FC236}">
                  <a16:creationId xmlns:a16="http://schemas.microsoft.com/office/drawing/2014/main" id="{D5A8BA58-BE29-3ECC-6E6C-4D327FB9CC07}"/>
                </a:ext>
              </a:extLst>
            </p:cNvPr>
            <p:cNvSpPr/>
            <p:nvPr/>
          </p:nvSpPr>
          <p:spPr>
            <a:xfrm>
              <a:off x="1122684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68" name="Rectangle 567">
              <a:extLst>
                <a:ext uri="{FF2B5EF4-FFF2-40B4-BE49-F238E27FC236}">
                  <a16:creationId xmlns:a16="http://schemas.microsoft.com/office/drawing/2014/main" id="{D2C9BECD-75E2-39C2-2EC0-DBF03E5AF56F}"/>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9" name="Oval 15">
              <a:extLst>
                <a:ext uri="{FF2B5EF4-FFF2-40B4-BE49-F238E27FC236}">
                  <a16:creationId xmlns:a16="http://schemas.microsoft.com/office/drawing/2014/main" id="{14EFDB5F-CC7B-875F-8C14-D60B52CE65C7}"/>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70" name="Straight Connector 569">
              <a:extLst>
                <a:ext uri="{FF2B5EF4-FFF2-40B4-BE49-F238E27FC236}">
                  <a16:creationId xmlns:a16="http://schemas.microsoft.com/office/drawing/2014/main" id="{937EECCD-BAAE-CD5A-A797-21F2B1CBDBE6}"/>
                </a:ext>
              </a:extLst>
            </p:cNvPr>
            <p:cNvCxnSpPr>
              <a:cxnSpLocks/>
              <a:stCxn id="569"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71" name="Straight Connector 570">
              <a:extLst>
                <a:ext uri="{FF2B5EF4-FFF2-40B4-BE49-F238E27FC236}">
                  <a16:creationId xmlns:a16="http://schemas.microsoft.com/office/drawing/2014/main" id="{94B575AB-AAB7-2F72-EAF7-2EDB90F3D103}"/>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00" name="Group 599">
            <a:extLst>
              <a:ext uri="{FF2B5EF4-FFF2-40B4-BE49-F238E27FC236}">
                <a16:creationId xmlns:a16="http://schemas.microsoft.com/office/drawing/2014/main" id="{8E0386AF-5A04-006D-CA25-8951C23E48A8}"/>
              </a:ext>
            </a:extLst>
          </p:cNvPr>
          <p:cNvGrpSpPr/>
          <p:nvPr/>
        </p:nvGrpSpPr>
        <p:grpSpPr>
          <a:xfrm>
            <a:off x="11356238" y="811556"/>
            <a:ext cx="721206" cy="609701"/>
            <a:chOff x="11226844" y="88412"/>
            <a:chExt cx="871904" cy="748695"/>
          </a:xfrm>
        </p:grpSpPr>
        <p:sp>
          <p:nvSpPr>
            <p:cNvPr id="601" name="Rectangle 600">
              <a:hlinkHover r:id="" action="ppaction://noaction" highlightClick="1"/>
              <a:extLst>
                <a:ext uri="{FF2B5EF4-FFF2-40B4-BE49-F238E27FC236}">
                  <a16:creationId xmlns:a16="http://schemas.microsoft.com/office/drawing/2014/main" id="{677A1F90-C157-DFC4-C6EC-3BDA0F6BCCE8}"/>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602" name="Oval 601">
              <a:extLst>
                <a:ext uri="{FF2B5EF4-FFF2-40B4-BE49-F238E27FC236}">
                  <a16:creationId xmlns:a16="http://schemas.microsoft.com/office/drawing/2014/main" id="{C89F71EB-6E3A-6496-C800-A16B138764DB}"/>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3" name="Isosceles Triangle 648">
              <a:extLst>
                <a:ext uri="{FF2B5EF4-FFF2-40B4-BE49-F238E27FC236}">
                  <a16:creationId xmlns:a16="http://schemas.microsoft.com/office/drawing/2014/main" id="{2F6B8164-FAF8-B16F-BC6B-F0C0D6F255F1}"/>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04" name="Group 603">
            <a:extLst>
              <a:ext uri="{FF2B5EF4-FFF2-40B4-BE49-F238E27FC236}">
                <a16:creationId xmlns:a16="http://schemas.microsoft.com/office/drawing/2014/main" id="{32254479-B28E-CE4D-D68E-2BD532EEBD8A}"/>
              </a:ext>
            </a:extLst>
          </p:cNvPr>
          <p:cNvGrpSpPr/>
          <p:nvPr/>
        </p:nvGrpSpPr>
        <p:grpSpPr>
          <a:xfrm>
            <a:off x="8807242" y="811556"/>
            <a:ext cx="721206" cy="609701"/>
            <a:chOff x="10235764" y="909114"/>
            <a:chExt cx="871904" cy="748695"/>
          </a:xfrm>
        </p:grpSpPr>
        <p:sp>
          <p:nvSpPr>
            <p:cNvPr id="605" name="Rectangle 604">
              <a:hlinkHover r:id="" action="ppaction://noaction" highlightClick="1"/>
              <a:extLst>
                <a:ext uri="{FF2B5EF4-FFF2-40B4-BE49-F238E27FC236}">
                  <a16:creationId xmlns:a16="http://schemas.microsoft.com/office/drawing/2014/main" id="{509B5788-0C1A-E437-48FD-DE6B4513677F}"/>
                </a:ext>
              </a:extLst>
            </p:cNvPr>
            <p:cNvSpPr/>
            <p:nvPr/>
          </p:nvSpPr>
          <p:spPr>
            <a:xfrm>
              <a:off x="10235764" y="909114"/>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606" name="Diamond 605">
              <a:extLst>
                <a:ext uri="{FF2B5EF4-FFF2-40B4-BE49-F238E27FC236}">
                  <a16:creationId xmlns:a16="http://schemas.microsoft.com/office/drawing/2014/main" id="{1F1F9D5B-E1D7-B8B0-8882-D1095CBFE8B0}"/>
                </a:ext>
              </a:extLst>
            </p:cNvPr>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7" name="Oval 606">
              <a:extLst>
                <a:ext uri="{FF2B5EF4-FFF2-40B4-BE49-F238E27FC236}">
                  <a16:creationId xmlns:a16="http://schemas.microsoft.com/office/drawing/2014/main" id="{EB3D5C5E-822A-18BA-69DC-C8B0EAE5EFBF}"/>
                </a:ext>
              </a:extLst>
            </p:cNvPr>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08" name="Group 607">
            <a:extLst>
              <a:ext uri="{FF2B5EF4-FFF2-40B4-BE49-F238E27FC236}">
                <a16:creationId xmlns:a16="http://schemas.microsoft.com/office/drawing/2014/main" id="{DC36FCA7-D32E-49B1-1038-532BC42A6728}"/>
              </a:ext>
            </a:extLst>
          </p:cNvPr>
          <p:cNvGrpSpPr/>
          <p:nvPr/>
        </p:nvGrpSpPr>
        <p:grpSpPr>
          <a:xfrm>
            <a:off x="8808415" y="3705984"/>
            <a:ext cx="721206" cy="609701"/>
            <a:chOff x="10235764" y="1729816"/>
            <a:chExt cx="871904" cy="748695"/>
          </a:xfrm>
        </p:grpSpPr>
        <p:sp>
          <p:nvSpPr>
            <p:cNvPr id="609" name="Rectangle 608">
              <a:hlinkHover r:id="" action="ppaction://noaction" highlightClick="1"/>
              <a:extLst>
                <a:ext uri="{FF2B5EF4-FFF2-40B4-BE49-F238E27FC236}">
                  <a16:creationId xmlns:a16="http://schemas.microsoft.com/office/drawing/2014/main" id="{74356F24-93EE-F65C-D77A-179109454650}"/>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610" name="Oval 609">
              <a:extLst>
                <a:ext uri="{FF2B5EF4-FFF2-40B4-BE49-F238E27FC236}">
                  <a16:creationId xmlns:a16="http://schemas.microsoft.com/office/drawing/2014/main" id="{AD5C6EA1-1491-C4E6-7C26-D3160C1C3053}"/>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1" name="Isosceles Triangle 648">
              <a:extLst>
                <a:ext uri="{FF2B5EF4-FFF2-40B4-BE49-F238E27FC236}">
                  <a16:creationId xmlns:a16="http://schemas.microsoft.com/office/drawing/2014/main" id="{0CE12DCD-5F37-1ECC-2DE0-B8D2B4706B01}"/>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12" name="Group 611">
            <a:extLst>
              <a:ext uri="{FF2B5EF4-FFF2-40B4-BE49-F238E27FC236}">
                <a16:creationId xmlns:a16="http://schemas.microsoft.com/office/drawing/2014/main" id="{4A9DF868-0EFF-AF40-0D62-CBCB3689AD82}"/>
              </a:ext>
            </a:extLst>
          </p:cNvPr>
          <p:cNvGrpSpPr/>
          <p:nvPr/>
        </p:nvGrpSpPr>
        <p:grpSpPr>
          <a:xfrm>
            <a:off x="431659" y="90836"/>
            <a:ext cx="721206" cy="609701"/>
            <a:chOff x="325745" y="88412"/>
            <a:chExt cx="871904" cy="748695"/>
          </a:xfrm>
        </p:grpSpPr>
        <p:sp>
          <p:nvSpPr>
            <p:cNvPr id="613" name="Rectangle 612">
              <a:extLst>
                <a:ext uri="{FF2B5EF4-FFF2-40B4-BE49-F238E27FC236}">
                  <a16:creationId xmlns:a16="http://schemas.microsoft.com/office/drawing/2014/main" id="{C0F64774-7332-16F9-21AE-1091D571A9E8}"/>
                </a:ext>
              </a:extLst>
            </p:cNvPr>
            <p:cNvSpPr/>
            <p:nvPr/>
          </p:nvSpPr>
          <p:spPr>
            <a:xfrm>
              <a:off x="325745"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614" name="Rectangle 613">
              <a:extLst>
                <a:ext uri="{FF2B5EF4-FFF2-40B4-BE49-F238E27FC236}">
                  <a16:creationId xmlns:a16="http://schemas.microsoft.com/office/drawing/2014/main" id="{8A6750F4-5325-BECB-EE82-3EAF982B0C0B}"/>
                </a:ext>
              </a:extLst>
            </p:cNvPr>
            <p:cNvSpPr/>
            <p:nvPr/>
          </p:nvSpPr>
          <p:spPr>
            <a:xfrm flipV="1">
              <a:off x="1076521" y="88412"/>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5" name="Oval 15">
              <a:extLst>
                <a:ext uri="{FF2B5EF4-FFF2-40B4-BE49-F238E27FC236}">
                  <a16:creationId xmlns:a16="http://schemas.microsoft.com/office/drawing/2014/main" id="{D315B0D5-41D6-24FA-C1E7-E41F6362C386}"/>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16" name="Straight Connector 615">
              <a:extLst>
                <a:ext uri="{FF2B5EF4-FFF2-40B4-BE49-F238E27FC236}">
                  <a16:creationId xmlns:a16="http://schemas.microsoft.com/office/drawing/2014/main" id="{F17CA32D-C445-535A-E542-20BC054A57D8}"/>
                </a:ext>
              </a:extLst>
            </p:cNvPr>
            <p:cNvCxnSpPr>
              <a:cxnSpLocks/>
              <a:stCxn id="615" idx="0"/>
            </p:cNvCxnSpPr>
            <p:nvPr/>
          </p:nvCxnSpPr>
          <p:spPr>
            <a:xfrm flipV="1">
              <a:off x="1116520" y="105005"/>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17" name="Straight Connector 616">
              <a:extLst>
                <a:ext uri="{FF2B5EF4-FFF2-40B4-BE49-F238E27FC236}">
                  <a16:creationId xmlns:a16="http://schemas.microsoft.com/office/drawing/2014/main" id="{756D0DDA-822E-E131-CF0F-558FB0EB7955}"/>
                </a:ext>
              </a:extLst>
            </p:cNvPr>
            <p:cNvCxnSpPr>
              <a:cxnSpLocks/>
            </p:cNvCxnSpPr>
            <p:nvPr/>
          </p:nvCxnSpPr>
          <p:spPr>
            <a:xfrm>
              <a:off x="1123434" y="105005"/>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18" name="Group 617">
            <a:extLst>
              <a:ext uri="{FF2B5EF4-FFF2-40B4-BE49-F238E27FC236}">
                <a16:creationId xmlns:a16="http://schemas.microsoft.com/office/drawing/2014/main" id="{DD23C42E-C64E-FF08-8F72-F87C18F6B880}"/>
              </a:ext>
            </a:extLst>
          </p:cNvPr>
          <p:cNvGrpSpPr/>
          <p:nvPr/>
        </p:nvGrpSpPr>
        <p:grpSpPr>
          <a:xfrm>
            <a:off x="1267284" y="90836"/>
            <a:ext cx="721206" cy="609701"/>
            <a:chOff x="1315999" y="88412"/>
            <a:chExt cx="871904" cy="748695"/>
          </a:xfrm>
        </p:grpSpPr>
        <p:sp>
          <p:nvSpPr>
            <p:cNvPr id="619" name="Rectangle 618">
              <a:extLst>
                <a:ext uri="{FF2B5EF4-FFF2-40B4-BE49-F238E27FC236}">
                  <a16:creationId xmlns:a16="http://schemas.microsoft.com/office/drawing/2014/main" id="{73D171CD-EBE3-9275-49DB-273430955300}"/>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620" name="Rectangle 619">
              <a:extLst>
                <a:ext uri="{FF2B5EF4-FFF2-40B4-BE49-F238E27FC236}">
                  <a16:creationId xmlns:a16="http://schemas.microsoft.com/office/drawing/2014/main" id="{60EF2213-5FD1-A500-4E22-16A9759A5FEE}"/>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1" name="Oval 15">
              <a:extLst>
                <a:ext uri="{FF2B5EF4-FFF2-40B4-BE49-F238E27FC236}">
                  <a16:creationId xmlns:a16="http://schemas.microsoft.com/office/drawing/2014/main" id="{63562914-705A-1611-B571-0B8D91CA5BCC}"/>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22" name="Straight Connector 621">
              <a:extLst>
                <a:ext uri="{FF2B5EF4-FFF2-40B4-BE49-F238E27FC236}">
                  <a16:creationId xmlns:a16="http://schemas.microsoft.com/office/drawing/2014/main" id="{6A51996C-7801-4EF8-92E4-54F8A8F8DC0F}"/>
                </a:ext>
              </a:extLst>
            </p:cNvPr>
            <p:cNvCxnSpPr>
              <a:cxnSpLocks/>
              <a:stCxn id="621"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23" name="Straight Connector 622">
              <a:extLst>
                <a:ext uri="{FF2B5EF4-FFF2-40B4-BE49-F238E27FC236}">
                  <a16:creationId xmlns:a16="http://schemas.microsoft.com/office/drawing/2014/main" id="{7123EC6F-AF5E-1581-3D1D-3B9CF34A6327}"/>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24" name="Group 623">
            <a:extLst>
              <a:ext uri="{FF2B5EF4-FFF2-40B4-BE49-F238E27FC236}">
                <a16:creationId xmlns:a16="http://schemas.microsoft.com/office/drawing/2014/main" id="{D453D09F-2E1F-66FC-E49C-A8F50C254E70}"/>
              </a:ext>
            </a:extLst>
          </p:cNvPr>
          <p:cNvGrpSpPr/>
          <p:nvPr/>
        </p:nvGrpSpPr>
        <p:grpSpPr>
          <a:xfrm>
            <a:off x="2102909" y="90836"/>
            <a:ext cx="721206" cy="609701"/>
            <a:chOff x="1315999" y="88412"/>
            <a:chExt cx="871904" cy="748695"/>
          </a:xfrm>
        </p:grpSpPr>
        <p:sp>
          <p:nvSpPr>
            <p:cNvPr id="625" name="Rectangle 624">
              <a:extLst>
                <a:ext uri="{FF2B5EF4-FFF2-40B4-BE49-F238E27FC236}">
                  <a16:creationId xmlns:a16="http://schemas.microsoft.com/office/drawing/2014/main" id="{408F6EEF-6A5C-9CAB-F3E0-AE4A459977A7}"/>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626" name="Rectangle 625">
              <a:extLst>
                <a:ext uri="{FF2B5EF4-FFF2-40B4-BE49-F238E27FC236}">
                  <a16:creationId xmlns:a16="http://schemas.microsoft.com/office/drawing/2014/main" id="{5A0F3CC3-5C58-5F1A-C008-C6EDCB6DD0A4}"/>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7" name="Oval 15">
              <a:extLst>
                <a:ext uri="{FF2B5EF4-FFF2-40B4-BE49-F238E27FC236}">
                  <a16:creationId xmlns:a16="http://schemas.microsoft.com/office/drawing/2014/main" id="{52B4E61A-8A4F-A9BE-D67D-13BDBC5AD924}"/>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28" name="Straight Connector 627">
              <a:extLst>
                <a:ext uri="{FF2B5EF4-FFF2-40B4-BE49-F238E27FC236}">
                  <a16:creationId xmlns:a16="http://schemas.microsoft.com/office/drawing/2014/main" id="{D15FD0E8-4E5E-6DD2-5D9F-32334DA8DDF7}"/>
                </a:ext>
              </a:extLst>
            </p:cNvPr>
            <p:cNvCxnSpPr>
              <a:cxnSpLocks/>
              <a:stCxn id="627"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29" name="Straight Connector 628">
              <a:extLst>
                <a:ext uri="{FF2B5EF4-FFF2-40B4-BE49-F238E27FC236}">
                  <a16:creationId xmlns:a16="http://schemas.microsoft.com/office/drawing/2014/main" id="{BE000553-6A1A-9AB8-1D7F-D217E65A97F2}"/>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30" name="Group 629">
            <a:extLst>
              <a:ext uri="{FF2B5EF4-FFF2-40B4-BE49-F238E27FC236}">
                <a16:creationId xmlns:a16="http://schemas.microsoft.com/office/drawing/2014/main" id="{CBD3C466-DC44-94A0-256E-D0BC202BAC7A}"/>
              </a:ext>
            </a:extLst>
          </p:cNvPr>
          <p:cNvGrpSpPr/>
          <p:nvPr/>
        </p:nvGrpSpPr>
        <p:grpSpPr>
          <a:xfrm>
            <a:off x="1269622" y="4419620"/>
            <a:ext cx="721206" cy="609701"/>
            <a:chOff x="4289254" y="5012622"/>
            <a:chExt cx="871904" cy="748695"/>
          </a:xfrm>
        </p:grpSpPr>
        <p:sp>
          <p:nvSpPr>
            <p:cNvPr id="631" name="Rectangle 630">
              <a:extLst>
                <a:ext uri="{FF2B5EF4-FFF2-40B4-BE49-F238E27FC236}">
                  <a16:creationId xmlns:a16="http://schemas.microsoft.com/office/drawing/2014/main" id="{1CC6BBEE-0D14-EF44-1DD7-E979D13822B5}"/>
                </a:ext>
              </a:extLst>
            </p:cNvPr>
            <p:cNvSpPr/>
            <p:nvPr/>
          </p:nvSpPr>
          <p:spPr>
            <a:xfrm>
              <a:off x="4289254"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632" name="Cylinder 631">
              <a:extLst>
                <a:ext uri="{FF2B5EF4-FFF2-40B4-BE49-F238E27FC236}">
                  <a16:creationId xmlns:a16="http://schemas.microsoft.com/office/drawing/2014/main" id="{D014D486-0EF3-E693-696A-B349E4BD7125}"/>
                </a:ext>
              </a:extLst>
            </p:cNvPr>
            <p:cNvSpPr/>
            <p:nvPr/>
          </p:nvSpPr>
          <p:spPr>
            <a:xfrm>
              <a:off x="5072324"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33" name="Group 632">
            <a:extLst>
              <a:ext uri="{FF2B5EF4-FFF2-40B4-BE49-F238E27FC236}">
                <a16:creationId xmlns:a16="http://schemas.microsoft.com/office/drawing/2014/main" id="{0FB8AF5E-EFE9-C36A-1C6B-015FCAF2320F}"/>
              </a:ext>
            </a:extLst>
          </p:cNvPr>
          <p:cNvGrpSpPr/>
          <p:nvPr/>
        </p:nvGrpSpPr>
        <p:grpSpPr>
          <a:xfrm>
            <a:off x="432838" y="4419620"/>
            <a:ext cx="721206" cy="609701"/>
            <a:chOff x="3298169" y="5012622"/>
            <a:chExt cx="871904" cy="748695"/>
          </a:xfrm>
        </p:grpSpPr>
        <p:sp>
          <p:nvSpPr>
            <p:cNvPr id="634" name="Rectangle 633">
              <a:extLst>
                <a:ext uri="{FF2B5EF4-FFF2-40B4-BE49-F238E27FC236}">
                  <a16:creationId xmlns:a16="http://schemas.microsoft.com/office/drawing/2014/main" id="{F164A3BF-C75A-A1B4-9CC0-B6B7212A95C4}"/>
                </a:ext>
              </a:extLst>
            </p:cNvPr>
            <p:cNvSpPr/>
            <p:nvPr/>
          </p:nvSpPr>
          <p:spPr>
            <a:xfrm>
              <a:off x="3298169"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635" name="Cylinder 634">
              <a:extLst>
                <a:ext uri="{FF2B5EF4-FFF2-40B4-BE49-F238E27FC236}">
                  <a16:creationId xmlns:a16="http://schemas.microsoft.com/office/drawing/2014/main" id="{EF0C2E72-534F-6962-F0C4-29D71246E95D}"/>
                </a:ext>
              </a:extLst>
            </p:cNvPr>
            <p:cNvSpPr/>
            <p:nvPr/>
          </p:nvSpPr>
          <p:spPr>
            <a:xfrm>
              <a:off x="4081239"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36" name="Group 635">
            <a:extLst>
              <a:ext uri="{FF2B5EF4-FFF2-40B4-BE49-F238E27FC236}">
                <a16:creationId xmlns:a16="http://schemas.microsoft.com/office/drawing/2014/main" id="{00540EFE-B345-FD8D-B4A1-24CCC8DBA03B}"/>
              </a:ext>
            </a:extLst>
          </p:cNvPr>
          <p:cNvGrpSpPr/>
          <p:nvPr/>
        </p:nvGrpSpPr>
        <p:grpSpPr>
          <a:xfrm>
            <a:off x="1268463" y="5141013"/>
            <a:ext cx="721206" cy="609701"/>
            <a:chOff x="4289254" y="4191922"/>
            <a:chExt cx="871904" cy="748695"/>
          </a:xfrm>
        </p:grpSpPr>
        <p:sp>
          <p:nvSpPr>
            <p:cNvPr id="637" name="Rectangle 636">
              <a:extLst>
                <a:ext uri="{FF2B5EF4-FFF2-40B4-BE49-F238E27FC236}">
                  <a16:creationId xmlns:a16="http://schemas.microsoft.com/office/drawing/2014/main" id="{7A860CDB-12D5-754B-4C03-DF2A362E7FA5}"/>
                </a:ext>
              </a:extLst>
            </p:cNvPr>
            <p:cNvSpPr/>
            <p:nvPr/>
          </p:nvSpPr>
          <p:spPr>
            <a:xfrm>
              <a:off x="4289254"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638" name="Cylinder 637">
              <a:extLst>
                <a:ext uri="{FF2B5EF4-FFF2-40B4-BE49-F238E27FC236}">
                  <a16:creationId xmlns:a16="http://schemas.microsoft.com/office/drawing/2014/main" id="{5222526C-9CB7-2F20-EFCC-496E515E8950}"/>
                </a:ext>
              </a:extLst>
            </p:cNvPr>
            <p:cNvSpPr/>
            <p:nvPr/>
          </p:nvSpPr>
          <p:spPr>
            <a:xfrm>
              <a:off x="5072324"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39" name="Group 638">
            <a:extLst>
              <a:ext uri="{FF2B5EF4-FFF2-40B4-BE49-F238E27FC236}">
                <a16:creationId xmlns:a16="http://schemas.microsoft.com/office/drawing/2014/main" id="{E6AE1A2C-7FF9-EFA3-4106-C701CC3F6016}"/>
              </a:ext>
            </a:extLst>
          </p:cNvPr>
          <p:cNvGrpSpPr/>
          <p:nvPr/>
        </p:nvGrpSpPr>
        <p:grpSpPr>
          <a:xfrm>
            <a:off x="431294" y="5141013"/>
            <a:ext cx="721206" cy="609701"/>
            <a:chOff x="3298169" y="4191922"/>
            <a:chExt cx="871904" cy="748695"/>
          </a:xfrm>
        </p:grpSpPr>
        <p:sp>
          <p:nvSpPr>
            <p:cNvPr id="640" name="Rectangle 639">
              <a:extLst>
                <a:ext uri="{FF2B5EF4-FFF2-40B4-BE49-F238E27FC236}">
                  <a16:creationId xmlns:a16="http://schemas.microsoft.com/office/drawing/2014/main" id="{E6741986-7E16-84AE-01AF-C4CA2B3B9A09}"/>
                </a:ext>
              </a:extLst>
            </p:cNvPr>
            <p:cNvSpPr/>
            <p:nvPr/>
          </p:nvSpPr>
          <p:spPr>
            <a:xfrm>
              <a:off x="3298169"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641" name="Cylinder 640">
              <a:extLst>
                <a:ext uri="{FF2B5EF4-FFF2-40B4-BE49-F238E27FC236}">
                  <a16:creationId xmlns:a16="http://schemas.microsoft.com/office/drawing/2014/main" id="{909EFC3C-8C5F-D3B8-287C-60A32B53D07C}"/>
                </a:ext>
              </a:extLst>
            </p:cNvPr>
            <p:cNvSpPr/>
            <p:nvPr/>
          </p:nvSpPr>
          <p:spPr>
            <a:xfrm>
              <a:off x="4081239"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42" name="Group 641">
            <a:extLst>
              <a:ext uri="{FF2B5EF4-FFF2-40B4-BE49-F238E27FC236}">
                <a16:creationId xmlns:a16="http://schemas.microsoft.com/office/drawing/2014/main" id="{14085BAE-37A7-4A47-CBEA-E9FA18A5F5D3}"/>
              </a:ext>
            </a:extLst>
          </p:cNvPr>
          <p:cNvGrpSpPr/>
          <p:nvPr/>
        </p:nvGrpSpPr>
        <p:grpSpPr>
          <a:xfrm>
            <a:off x="431659" y="3698227"/>
            <a:ext cx="721206" cy="609701"/>
            <a:chOff x="1315999" y="3370808"/>
            <a:chExt cx="871904" cy="748695"/>
          </a:xfrm>
        </p:grpSpPr>
        <p:sp>
          <p:nvSpPr>
            <p:cNvPr id="643" name="Rectangle 642">
              <a:extLst>
                <a:ext uri="{FF2B5EF4-FFF2-40B4-BE49-F238E27FC236}">
                  <a16:creationId xmlns:a16="http://schemas.microsoft.com/office/drawing/2014/main" id="{2E3069E4-E2B9-2E1E-7BF0-FA3980BCEA21}"/>
                </a:ext>
              </a:extLst>
            </p:cNvPr>
            <p:cNvSpPr/>
            <p:nvPr/>
          </p:nvSpPr>
          <p:spPr>
            <a:xfrm>
              <a:off x="131599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644" name="Right Triangle 643">
              <a:extLst>
                <a:ext uri="{FF2B5EF4-FFF2-40B4-BE49-F238E27FC236}">
                  <a16:creationId xmlns:a16="http://schemas.microsoft.com/office/drawing/2014/main" id="{C8C001CC-9B3A-FA8E-F87D-F5A36215D3BC}"/>
                </a:ext>
              </a:extLst>
            </p:cNvPr>
            <p:cNvSpPr/>
            <p:nvPr/>
          </p:nvSpPr>
          <p:spPr>
            <a:xfrm rot="10800000">
              <a:off x="2046390"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5" name="Group 644">
              <a:extLst>
                <a:ext uri="{FF2B5EF4-FFF2-40B4-BE49-F238E27FC236}">
                  <a16:creationId xmlns:a16="http://schemas.microsoft.com/office/drawing/2014/main" id="{091E04F2-5F6B-6E4D-8F55-8715883239C0}"/>
                </a:ext>
              </a:extLst>
            </p:cNvPr>
            <p:cNvGrpSpPr/>
            <p:nvPr/>
          </p:nvGrpSpPr>
          <p:grpSpPr>
            <a:xfrm>
              <a:off x="2126717" y="3380672"/>
              <a:ext cx="45719" cy="75385"/>
              <a:chOff x="3883481" y="2057400"/>
              <a:chExt cx="1608363" cy="2652031"/>
            </a:xfrm>
            <a:solidFill>
              <a:srgbClr val="A6A6A6"/>
            </a:solidFill>
          </p:grpSpPr>
          <p:sp>
            <p:nvSpPr>
              <p:cNvPr id="646" name="Oval 27">
                <a:extLst>
                  <a:ext uri="{FF2B5EF4-FFF2-40B4-BE49-F238E27FC236}">
                    <a16:creationId xmlns:a16="http://schemas.microsoft.com/office/drawing/2014/main" id="{08632D94-20EA-5216-8310-05EE020B340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7" name="Oval 28">
                <a:extLst>
                  <a:ext uri="{FF2B5EF4-FFF2-40B4-BE49-F238E27FC236}">
                    <a16:creationId xmlns:a16="http://schemas.microsoft.com/office/drawing/2014/main" id="{C197F84B-2E02-3CE3-3AB3-656849C0AA3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48" name="Group 647">
            <a:extLst>
              <a:ext uri="{FF2B5EF4-FFF2-40B4-BE49-F238E27FC236}">
                <a16:creationId xmlns:a16="http://schemas.microsoft.com/office/drawing/2014/main" id="{BA67D880-99A4-D0D1-D650-750FE4ECB654}"/>
              </a:ext>
            </a:extLst>
          </p:cNvPr>
          <p:cNvGrpSpPr/>
          <p:nvPr/>
        </p:nvGrpSpPr>
        <p:grpSpPr>
          <a:xfrm>
            <a:off x="2942396" y="3698227"/>
            <a:ext cx="721206" cy="609701"/>
            <a:chOff x="3298169" y="3370808"/>
            <a:chExt cx="871904" cy="748695"/>
          </a:xfrm>
        </p:grpSpPr>
        <p:sp>
          <p:nvSpPr>
            <p:cNvPr id="649" name="Rectangle 648">
              <a:extLst>
                <a:ext uri="{FF2B5EF4-FFF2-40B4-BE49-F238E27FC236}">
                  <a16:creationId xmlns:a16="http://schemas.microsoft.com/office/drawing/2014/main" id="{AE6B45DF-C9F2-584B-EF0C-0897F399D82E}"/>
                </a:ext>
              </a:extLst>
            </p:cNvPr>
            <p:cNvSpPr/>
            <p:nvPr/>
          </p:nvSpPr>
          <p:spPr>
            <a:xfrm>
              <a:off x="329816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650" name="Right Triangle 649">
              <a:extLst>
                <a:ext uri="{FF2B5EF4-FFF2-40B4-BE49-F238E27FC236}">
                  <a16:creationId xmlns:a16="http://schemas.microsoft.com/office/drawing/2014/main" id="{84C7278D-AC69-DCB3-07E8-78A696B78901}"/>
                </a:ext>
              </a:extLst>
            </p:cNvPr>
            <p:cNvSpPr/>
            <p:nvPr/>
          </p:nvSpPr>
          <p:spPr>
            <a:xfrm rot="10800000">
              <a:off x="4022248"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51" name="Group 650">
              <a:extLst>
                <a:ext uri="{FF2B5EF4-FFF2-40B4-BE49-F238E27FC236}">
                  <a16:creationId xmlns:a16="http://schemas.microsoft.com/office/drawing/2014/main" id="{63578245-E3B8-0357-74A1-CB8C7E098644}"/>
                </a:ext>
              </a:extLst>
            </p:cNvPr>
            <p:cNvGrpSpPr/>
            <p:nvPr/>
          </p:nvGrpSpPr>
          <p:grpSpPr>
            <a:xfrm>
              <a:off x="4102575" y="3389004"/>
              <a:ext cx="45719" cy="75385"/>
              <a:chOff x="3883481" y="2057400"/>
              <a:chExt cx="1608363" cy="2652031"/>
            </a:xfrm>
            <a:solidFill>
              <a:srgbClr val="A6A6A6"/>
            </a:solidFill>
          </p:grpSpPr>
          <p:sp>
            <p:nvSpPr>
              <p:cNvPr id="652" name="Oval 27">
                <a:extLst>
                  <a:ext uri="{FF2B5EF4-FFF2-40B4-BE49-F238E27FC236}">
                    <a16:creationId xmlns:a16="http://schemas.microsoft.com/office/drawing/2014/main" id="{B4D8F45E-21F0-A92E-AA27-6D3B21FEB1F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3" name="Oval 28">
                <a:extLst>
                  <a:ext uri="{FF2B5EF4-FFF2-40B4-BE49-F238E27FC236}">
                    <a16:creationId xmlns:a16="http://schemas.microsoft.com/office/drawing/2014/main" id="{CB48D0A5-CCFC-E04E-F60F-6DF4C3EBEC3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54" name="Group 653">
            <a:extLst>
              <a:ext uri="{FF2B5EF4-FFF2-40B4-BE49-F238E27FC236}">
                <a16:creationId xmlns:a16="http://schemas.microsoft.com/office/drawing/2014/main" id="{33FD0F43-254C-3799-D241-8B3E3E67D42E}"/>
              </a:ext>
            </a:extLst>
          </p:cNvPr>
          <p:cNvGrpSpPr/>
          <p:nvPr/>
        </p:nvGrpSpPr>
        <p:grpSpPr>
          <a:xfrm>
            <a:off x="3779083" y="3698227"/>
            <a:ext cx="721206" cy="609701"/>
            <a:chOff x="4289254" y="3370808"/>
            <a:chExt cx="871904" cy="748695"/>
          </a:xfrm>
        </p:grpSpPr>
        <p:sp>
          <p:nvSpPr>
            <p:cNvPr id="655" name="Rectangle 654">
              <a:extLst>
                <a:ext uri="{FF2B5EF4-FFF2-40B4-BE49-F238E27FC236}">
                  <a16:creationId xmlns:a16="http://schemas.microsoft.com/office/drawing/2014/main" id="{4BF9D728-30F4-2D21-3664-C8BA764A2B4C}"/>
                </a:ext>
              </a:extLst>
            </p:cNvPr>
            <p:cNvSpPr/>
            <p:nvPr/>
          </p:nvSpPr>
          <p:spPr>
            <a:xfrm>
              <a:off x="428925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AD MFA</a:t>
              </a:r>
            </a:p>
          </p:txBody>
        </p:sp>
        <p:sp>
          <p:nvSpPr>
            <p:cNvPr id="656" name="Right Triangle 655">
              <a:extLst>
                <a:ext uri="{FF2B5EF4-FFF2-40B4-BE49-F238E27FC236}">
                  <a16:creationId xmlns:a16="http://schemas.microsoft.com/office/drawing/2014/main" id="{7123EBA7-49BC-6BBB-2885-841769925D7C}"/>
                </a:ext>
              </a:extLst>
            </p:cNvPr>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57" name="Group 656">
              <a:extLst>
                <a:ext uri="{FF2B5EF4-FFF2-40B4-BE49-F238E27FC236}">
                  <a16:creationId xmlns:a16="http://schemas.microsoft.com/office/drawing/2014/main" id="{0B4A4480-8982-9AA4-0C6D-37CA0A6259FC}"/>
                </a:ext>
              </a:extLst>
            </p:cNvPr>
            <p:cNvGrpSpPr/>
            <p:nvPr/>
          </p:nvGrpSpPr>
          <p:grpSpPr>
            <a:xfrm>
              <a:off x="5098569" y="3381257"/>
              <a:ext cx="45719" cy="75385"/>
              <a:chOff x="3883481" y="2057400"/>
              <a:chExt cx="1608363" cy="2652031"/>
            </a:xfrm>
            <a:solidFill>
              <a:srgbClr val="A6A6A6"/>
            </a:solidFill>
          </p:grpSpPr>
          <p:sp>
            <p:nvSpPr>
              <p:cNvPr id="658" name="Oval 27">
                <a:extLst>
                  <a:ext uri="{FF2B5EF4-FFF2-40B4-BE49-F238E27FC236}">
                    <a16:creationId xmlns:a16="http://schemas.microsoft.com/office/drawing/2014/main" id="{E70EC3A3-1929-B0E5-3E82-522C3703D07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9" name="Oval 28">
                <a:extLst>
                  <a:ext uri="{FF2B5EF4-FFF2-40B4-BE49-F238E27FC236}">
                    <a16:creationId xmlns:a16="http://schemas.microsoft.com/office/drawing/2014/main" id="{7047E487-233E-EFCE-41BD-F8FA7EA6760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70" name="Group 669">
            <a:extLst>
              <a:ext uri="{FF2B5EF4-FFF2-40B4-BE49-F238E27FC236}">
                <a16:creationId xmlns:a16="http://schemas.microsoft.com/office/drawing/2014/main" id="{31B87746-542C-BB5C-FB48-B8BDEB57CF01}"/>
              </a:ext>
            </a:extLst>
          </p:cNvPr>
          <p:cNvGrpSpPr/>
          <p:nvPr/>
        </p:nvGrpSpPr>
        <p:grpSpPr>
          <a:xfrm>
            <a:off x="2105709" y="3698227"/>
            <a:ext cx="721206" cy="610374"/>
            <a:chOff x="1315999" y="4191098"/>
            <a:chExt cx="871904" cy="749519"/>
          </a:xfrm>
        </p:grpSpPr>
        <p:sp>
          <p:nvSpPr>
            <p:cNvPr id="671" name="Rectangle 670">
              <a:extLst>
                <a:ext uri="{FF2B5EF4-FFF2-40B4-BE49-F238E27FC236}">
                  <a16:creationId xmlns:a16="http://schemas.microsoft.com/office/drawing/2014/main" id="{7255BBAB-19E8-3DD8-CA1A-4325A7F7FF98}"/>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672" name="Right Triangle 671">
              <a:extLst>
                <a:ext uri="{FF2B5EF4-FFF2-40B4-BE49-F238E27FC236}">
                  <a16:creationId xmlns:a16="http://schemas.microsoft.com/office/drawing/2014/main" id="{68891F23-2578-4B97-389C-146E66BA97CB}"/>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73" name="Group 672">
              <a:extLst>
                <a:ext uri="{FF2B5EF4-FFF2-40B4-BE49-F238E27FC236}">
                  <a16:creationId xmlns:a16="http://schemas.microsoft.com/office/drawing/2014/main" id="{577DB0AE-0F80-B5FB-DB08-2F9F3E2F1C61}"/>
                </a:ext>
              </a:extLst>
            </p:cNvPr>
            <p:cNvGrpSpPr/>
            <p:nvPr/>
          </p:nvGrpSpPr>
          <p:grpSpPr>
            <a:xfrm>
              <a:off x="2126717" y="4198579"/>
              <a:ext cx="45719" cy="75385"/>
              <a:chOff x="3883481" y="2057400"/>
              <a:chExt cx="1608363" cy="2652031"/>
            </a:xfrm>
            <a:solidFill>
              <a:srgbClr val="A6A6A6"/>
            </a:solidFill>
          </p:grpSpPr>
          <p:sp>
            <p:nvSpPr>
              <p:cNvPr id="674" name="Oval 27">
                <a:extLst>
                  <a:ext uri="{FF2B5EF4-FFF2-40B4-BE49-F238E27FC236}">
                    <a16:creationId xmlns:a16="http://schemas.microsoft.com/office/drawing/2014/main" id="{D702587D-01BB-ACB3-1D9C-C3C0C155A16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5" name="Oval 28">
                <a:extLst>
                  <a:ext uri="{FF2B5EF4-FFF2-40B4-BE49-F238E27FC236}">
                    <a16:creationId xmlns:a16="http://schemas.microsoft.com/office/drawing/2014/main" id="{8FDB0218-C4DC-DBE7-4324-45897601914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76" name="Group 675">
            <a:extLst>
              <a:ext uri="{FF2B5EF4-FFF2-40B4-BE49-F238E27FC236}">
                <a16:creationId xmlns:a16="http://schemas.microsoft.com/office/drawing/2014/main" id="{E356358C-DBC0-DEE4-4A75-0DC22F1129D9}"/>
              </a:ext>
            </a:extLst>
          </p:cNvPr>
          <p:cNvGrpSpPr/>
          <p:nvPr/>
        </p:nvGrpSpPr>
        <p:grpSpPr>
          <a:xfrm>
            <a:off x="3778363" y="2253333"/>
            <a:ext cx="721206" cy="609701"/>
            <a:chOff x="5280339" y="2550516"/>
            <a:chExt cx="871904" cy="748695"/>
          </a:xfrm>
        </p:grpSpPr>
        <p:sp>
          <p:nvSpPr>
            <p:cNvPr id="677" name="Rectangle 676">
              <a:extLst>
                <a:ext uri="{FF2B5EF4-FFF2-40B4-BE49-F238E27FC236}">
                  <a16:creationId xmlns:a16="http://schemas.microsoft.com/office/drawing/2014/main" id="{7DE08CB2-E3DC-7DEB-D0AF-7E2D4B17C15A}"/>
                </a:ext>
              </a:extLst>
            </p:cNvPr>
            <p:cNvSpPr/>
            <p:nvPr/>
          </p:nvSpPr>
          <p:spPr>
            <a:xfrm>
              <a:off x="5280339" y="25505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678" name="Rectangle 677">
              <a:extLst>
                <a:ext uri="{FF2B5EF4-FFF2-40B4-BE49-F238E27FC236}">
                  <a16:creationId xmlns:a16="http://schemas.microsoft.com/office/drawing/2014/main" id="{E5258735-A114-CBD3-9C96-31481C8376E5}"/>
                </a:ext>
              </a:extLst>
            </p:cNvPr>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9" name="Oval 15">
              <a:extLst>
                <a:ext uri="{FF2B5EF4-FFF2-40B4-BE49-F238E27FC236}">
                  <a16:creationId xmlns:a16="http://schemas.microsoft.com/office/drawing/2014/main" id="{0EC88454-A2D3-3E01-1064-6F4F2E012545}"/>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80" name="Straight Connector 679">
              <a:extLst>
                <a:ext uri="{FF2B5EF4-FFF2-40B4-BE49-F238E27FC236}">
                  <a16:creationId xmlns:a16="http://schemas.microsoft.com/office/drawing/2014/main" id="{6BB45E45-3F3D-E247-8AB8-6254A1D9DCC4}"/>
                </a:ext>
              </a:extLst>
            </p:cNvPr>
            <p:cNvCxnSpPr>
              <a:cxnSpLocks/>
              <a:stCxn id="679"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81" name="Straight Connector 680">
              <a:extLst>
                <a:ext uri="{FF2B5EF4-FFF2-40B4-BE49-F238E27FC236}">
                  <a16:creationId xmlns:a16="http://schemas.microsoft.com/office/drawing/2014/main" id="{91AE12A2-5367-EF19-AB10-C4779144666C}"/>
                </a:ext>
              </a:extLst>
            </p:cNvPr>
            <p:cNvCxnSpPr>
              <a:cxnSpLocks/>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82" name="Group 681">
            <a:extLst>
              <a:ext uri="{FF2B5EF4-FFF2-40B4-BE49-F238E27FC236}">
                <a16:creationId xmlns:a16="http://schemas.microsoft.com/office/drawing/2014/main" id="{F328E024-8880-2972-651A-A6A0EFECB353}"/>
              </a:ext>
            </a:extLst>
          </p:cNvPr>
          <p:cNvGrpSpPr/>
          <p:nvPr/>
        </p:nvGrpSpPr>
        <p:grpSpPr>
          <a:xfrm>
            <a:off x="1268842" y="2253333"/>
            <a:ext cx="721206" cy="609701"/>
            <a:chOff x="1315999" y="2560818"/>
            <a:chExt cx="871904" cy="748695"/>
          </a:xfrm>
        </p:grpSpPr>
        <p:sp>
          <p:nvSpPr>
            <p:cNvPr id="683" name="Rectangle 682">
              <a:extLst>
                <a:ext uri="{FF2B5EF4-FFF2-40B4-BE49-F238E27FC236}">
                  <a16:creationId xmlns:a16="http://schemas.microsoft.com/office/drawing/2014/main" id="{1CD28E4B-FFF8-EC2F-1D17-A3E0E083C636}"/>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684" name="Right Triangle 683">
              <a:extLst>
                <a:ext uri="{FF2B5EF4-FFF2-40B4-BE49-F238E27FC236}">
                  <a16:creationId xmlns:a16="http://schemas.microsoft.com/office/drawing/2014/main" id="{7699DFD7-D5B5-3D9A-A75E-7E38A5BBF600}"/>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85" name="Group 684">
              <a:extLst>
                <a:ext uri="{FF2B5EF4-FFF2-40B4-BE49-F238E27FC236}">
                  <a16:creationId xmlns:a16="http://schemas.microsoft.com/office/drawing/2014/main" id="{8A1517D7-6FEB-3CC0-66A0-3A4C0683EB71}"/>
                </a:ext>
              </a:extLst>
            </p:cNvPr>
            <p:cNvGrpSpPr/>
            <p:nvPr/>
          </p:nvGrpSpPr>
          <p:grpSpPr>
            <a:xfrm>
              <a:off x="2126717" y="2576032"/>
              <a:ext cx="45719" cy="75385"/>
              <a:chOff x="3883481" y="2057400"/>
              <a:chExt cx="1608363" cy="2652031"/>
            </a:xfrm>
            <a:solidFill>
              <a:srgbClr val="A6A6A6"/>
            </a:solidFill>
          </p:grpSpPr>
          <p:sp>
            <p:nvSpPr>
              <p:cNvPr id="686" name="Oval 27">
                <a:extLst>
                  <a:ext uri="{FF2B5EF4-FFF2-40B4-BE49-F238E27FC236}">
                    <a16:creationId xmlns:a16="http://schemas.microsoft.com/office/drawing/2014/main" id="{A2B70C96-3CBC-4EC3-38BB-55CF3342FC2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7" name="Oval 28">
                <a:extLst>
                  <a:ext uri="{FF2B5EF4-FFF2-40B4-BE49-F238E27FC236}">
                    <a16:creationId xmlns:a16="http://schemas.microsoft.com/office/drawing/2014/main" id="{BD91A8E3-118C-3554-3DD4-73886695D53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88" name="Group 687">
            <a:extLst>
              <a:ext uri="{FF2B5EF4-FFF2-40B4-BE49-F238E27FC236}">
                <a16:creationId xmlns:a16="http://schemas.microsoft.com/office/drawing/2014/main" id="{E4723878-0445-CB06-8250-52E68EA46C52}"/>
              </a:ext>
            </a:extLst>
          </p:cNvPr>
          <p:cNvGrpSpPr/>
          <p:nvPr/>
        </p:nvGrpSpPr>
        <p:grpSpPr>
          <a:xfrm>
            <a:off x="2105349" y="2253333"/>
            <a:ext cx="721206" cy="609701"/>
            <a:chOff x="2307084" y="2560818"/>
            <a:chExt cx="871904" cy="748695"/>
          </a:xfrm>
        </p:grpSpPr>
        <p:sp>
          <p:nvSpPr>
            <p:cNvPr id="689" name="Rectangle 688">
              <a:extLst>
                <a:ext uri="{FF2B5EF4-FFF2-40B4-BE49-F238E27FC236}">
                  <a16:creationId xmlns:a16="http://schemas.microsoft.com/office/drawing/2014/main" id="{B9358DDE-A09D-6044-DB33-64098719A4C4}"/>
                </a:ext>
              </a:extLst>
            </p:cNvPr>
            <p:cNvSpPr/>
            <p:nvPr/>
          </p:nvSpPr>
          <p:spPr>
            <a:xfrm>
              <a:off x="230708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690" name="Right Triangle 689">
              <a:extLst>
                <a:ext uri="{FF2B5EF4-FFF2-40B4-BE49-F238E27FC236}">
                  <a16:creationId xmlns:a16="http://schemas.microsoft.com/office/drawing/2014/main" id="{50E58DB3-FB82-389A-D249-E4E6763E6273}"/>
                </a:ext>
              </a:extLst>
            </p:cNvPr>
            <p:cNvSpPr/>
            <p:nvPr/>
          </p:nvSpPr>
          <p:spPr>
            <a:xfrm rot="10800000">
              <a:off x="3031994"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1" name="Group 690">
              <a:extLst>
                <a:ext uri="{FF2B5EF4-FFF2-40B4-BE49-F238E27FC236}">
                  <a16:creationId xmlns:a16="http://schemas.microsoft.com/office/drawing/2014/main" id="{C0E6DE92-BA28-1B40-20D6-51C3DCA323A7}"/>
                </a:ext>
              </a:extLst>
            </p:cNvPr>
            <p:cNvGrpSpPr/>
            <p:nvPr/>
          </p:nvGrpSpPr>
          <p:grpSpPr>
            <a:xfrm>
              <a:off x="3112321" y="2575860"/>
              <a:ext cx="45719" cy="75385"/>
              <a:chOff x="3883481" y="2057400"/>
              <a:chExt cx="1608363" cy="2652031"/>
            </a:xfrm>
            <a:solidFill>
              <a:srgbClr val="A6A6A6"/>
            </a:solidFill>
          </p:grpSpPr>
          <p:sp>
            <p:nvSpPr>
              <p:cNvPr id="692" name="Oval 27">
                <a:extLst>
                  <a:ext uri="{FF2B5EF4-FFF2-40B4-BE49-F238E27FC236}">
                    <a16:creationId xmlns:a16="http://schemas.microsoft.com/office/drawing/2014/main" id="{E5565158-FEEC-E6CC-03F9-56FBC2FA56E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3" name="Oval 28">
                <a:extLst>
                  <a:ext uri="{FF2B5EF4-FFF2-40B4-BE49-F238E27FC236}">
                    <a16:creationId xmlns:a16="http://schemas.microsoft.com/office/drawing/2014/main" id="{F91B952B-74E3-EBAB-125A-22544A1C225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94" name="Group 693">
            <a:extLst>
              <a:ext uri="{FF2B5EF4-FFF2-40B4-BE49-F238E27FC236}">
                <a16:creationId xmlns:a16="http://schemas.microsoft.com/office/drawing/2014/main" id="{14420578-AF2E-D972-3C5E-E46C348023CE}"/>
              </a:ext>
            </a:extLst>
          </p:cNvPr>
          <p:cNvGrpSpPr/>
          <p:nvPr/>
        </p:nvGrpSpPr>
        <p:grpSpPr>
          <a:xfrm>
            <a:off x="2941856" y="2253333"/>
            <a:ext cx="721206" cy="609701"/>
            <a:chOff x="4289254" y="2560818"/>
            <a:chExt cx="871904" cy="748695"/>
          </a:xfrm>
        </p:grpSpPr>
        <p:sp>
          <p:nvSpPr>
            <p:cNvPr id="695" name="Rectangle 694">
              <a:extLst>
                <a:ext uri="{FF2B5EF4-FFF2-40B4-BE49-F238E27FC236}">
                  <a16:creationId xmlns:a16="http://schemas.microsoft.com/office/drawing/2014/main" id="{BB7BD1C5-A371-20A1-F0CE-10624449AD34}"/>
                </a:ext>
              </a:extLst>
            </p:cNvPr>
            <p:cNvSpPr/>
            <p:nvPr/>
          </p:nvSpPr>
          <p:spPr>
            <a:xfrm>
              <a:off x="428925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696" name="Right Triangle 695">
              <a:extLst>
                <a:ext uri="{FF2B5EF4-FFF2-40B4-BE49-F238E27FC236}">
                  <a16:creationId xmlns:a16="http://schemas.microsoft.com/office/drawing/2014/main" id="{810D96E8-9FF5-5B87-E909-5F609B1B24E2}"/>
                </a:ext>
              </a:extLst>
            </p:cNvPr>
            <p:cNvSpPr/>
            <p:nvPr/>
          </p:nvSpPr>
          <p:spPr>
            <a:xfrm rot="10800000">
              <a:off x="5018198" y="256761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7" name="Group 696">
              <a:extLst>
                <a:ext uri="{FF2B5EF4-FFF2-40B4-BE49-F238E27FC236}">
                  <a16:creationId xmlns:a16="http://schemas.microsoft.com/office/drawing/2014/main" id="{C06B1B81-F976-2045-5122-97B51B6236B3}"/>
                </a:ext>
              </a:extLst>
            </p:cNvPr>
            <p:cNvGrpSpPr/>
            <p:nvPr/>
          </p:nvGrpSpPr>
          <p:grpSpPr>
            <a:xfrm>
              <a:off x="5098525" y="2575096"/>
              <a:ext cx="45719" cy="75385"/>
              <a:chOff x="3883481" y="2057400"/>
              <a:chExt cx="1608363" cy="2652031"/>
            </a:xfrm>
            <a:solidFill>
              <a:srgbClr val="A6A6A6"/>
            </a:solidFill>
          </p:grpSpPr>
          <p:sp>
            <p:nvSpPr>
              <p:cNvPr id="698" name="Oval 27">
                <a:extLst>
                  <a:ext uri="{FF2B5EF4-FFF2-40B4-BE49-F238E27FC236}">
                    <a16:creationId xmlns:a16="http://schemas.microsoft.com/office/drawing/2014/main" id="{5F2B4B81-83C5-D85A-409B-F1F708D8368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9" name="Oval 28">
                <a:extLst>
                  <a:ext uri="{FF2B5EF4-FFF2-40B4-BE49-F238E27FC236}">
                    <a16:creationId xmlns:a16="http://schemas.microsoft.com/office/drawing/2014/main" id="{BDFDAF11-CAE6-8CEB-7B39-237E35149BB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00" name="Group 699">
            <a:extLst>
              <a:ext uri="{FF2B5EF4-FFF2-40B4-BE49-F238E27FC236}">
                <a16:creationId xmlns:a16="http://schemas.microsoft.com/office/drawing/2014/main" id="{E2FAC38D-E4EB-73BB-75F8-0365D6271471}"/>
              </a:ext>
            </a:extLst>
          </p:cNvPr>
          <p:cNvGrpSpPr/>
          <p:nvPr/>
        </p:nvGrpSpPr>
        <p:grpSpPr>
          <a:xfrm>
            <a:off x="4614870" y="2253333"/>
            <a:ext cx="721206" cy="609701"/>
            <a:chOff x="6271424" y="2560818"/>
            <a:chExt cx="871904" cy="748695"/>
          </a:xfrm>
        </p:grpSpPr>
        <p:sp>
          <p:nvSpPr>
            <p:cNvPr id="701" name="Rectangle 700">
              <a:extLst>
                <a:ext uri="{FF2B5EF4-FFF2-40B4-BE49-F238E27FC236}">
                  <a16:creationId xmlns:a16="http://schemas.microsoft.com/office/drawing/2014/main" id="{D1FA9DD8-70C9-A37E-B0CD-20C2C622D897}"/>
                </a:ext>
              </a:extLst>
            </p:cNvPr>
            <p:cNvSpPr/>
            <p:nvPr/>
          </p:nvSpPr>
          <p:spPr>
            <a:xfrm>
              <a:off x="627142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702" name="Right Triangle 701">
              <a:extLst>
                <a:ext uri="{FF2B5EF4-FFF2-40B4-BE49-F238E27FC236}">
                  <a16:creationId xmlns:a16="http://schemas.microsoft.com/office/drawing/2014/main" id="{36E32F00-41AD-D412-4C29-59F8ADD6D561}"/>
                </a:ext>
              </a:extLst>
            </p:cNvPr>
            <p:cNvSpPr/>
            <p:nvPr/>
          </p:nvSpPr>
          <p:spPr>
            <a:xfrm rot="10800000">
              <a:off x="6996110"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03" name="Group 702">
              <a:extLst>
                <a:ext uri="{FF2B5EF4-FFF2-40B4-BE49-F238E27FC236}">
                  <a16:creationId xmlns:a16="http://schemas.microsoft.com/office/drawing/2014/main" id="{3798E14D-5B63-B6C3-EFBD-0AE02977E3D1}"/>
                </a:ext>
              </a:extLst>
            </p:cNvPr>
            <p:cNvGrpSpPr/>
            <p:nvPr/>
          </p:nvGrpSpPr>
          <p:grpSpPr>
            <a:xfrm>
              <a:off x="7076437" y="2574863"/>
              <a:ext cx="45719" cy="75385"/>
              <a:chOff x="3883481" y="2057400"/>
              <a:chExt cx="1608363" cy="2652031"/>
            </a:xfrm>
            <a:solidFill>
              <a:srgbClr val="A6A6A6"/>
            </a:solidFill>
          </p:grpSpPr>
          <p:sp>
            <p:nvSpPr>
              <p:cNvPr id="704" name="Oval 27">
                <a:extLst>
                  <a:ext uri="{FF2B5EF4-FFF2-40B4-BE49-F238E27FC236}">
                    <a16:creationId xmlns:a16="http://schemas.microsoft.com/office/drawing/2014/main" id="{7EDD1708-48BC-EDE0-EB40-583E7365AF9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5" name="Oval 28">
                <a:extLst>
                  <a:ext uri="{FF2B5EF4-FFF2-40B4-BE49-F238E27FC236}">
                    <a16:creationId xmlns:a16="http://schemas.microsoft.com/office/drawing/2014/main" id="{910783BA-50E6-5C7B-2DC9-C202385C376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18" name="Group 717">
            <a:extLst>
              <a:ext uri="{FF2B5EF4-FFF2-40B4-BE49-F238E27FC236}">
                <a16:creationId xmlns:a16="http://schemas.microsoft.com/office/drawing/2014/main" id="{40901823-6891-C67E-EB80-B34940E7FD51}"/>
              </a:ext>
            </a:extLst>
          </p:cNvPr>
          <p:cNvGrpSpPr/>
          <p:nvPr/>
        </p:nvGrpSpPr>
        <p:grpSpPr>
          <a:xfrm>
            <a:off x="431659" y="2253333"/>
            <a:ext cx="721893" cy="609702"/>
            <a:chOff x="324914" y="2550516"/>
            <a:chExt cx="872735" cy="748697"/>
          </a:xfrm>
        </p:grpSpPr>
        <p:sp>
          <p:nvSpPr>
            <p:cNvPr id="719" name="Rectangle 718">
              <a:hlinkHover r:id="" action="ppaction://noaction" highlightClick="1"/>
              <a:extLst>
                <a:ext uri="{FF2B5EF4-FFF2-40B4-BE49-F238E27FC236}">
                  <a16:creationId xmlns:a16="http://schemas.microsoft.com/office/drawing/2014/main" id="{7F18F221-D25C-8A00-EAD7-E280CFD376C3}"/>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720" name="Group 719">
              <a:extLst>
                <a:ext uri="{FF2B5EF4-FFF2-40B4-BE49-F238E27FC236}">
                  <a16:creationId xmlns:a16="http://schemas.microsoft.com/office/drawing/2014/main" id="{2DE67201-9EB3-E5B5-F506-FAFFA72F04F3}"/>
                </a:ext>
              </a:extLst>
            </p:cNvPr>
            <p:cNvGrpSpPr/>
            <p:nvPr/>
          </p:nvGrpSpPr>
          <p:grpSpPr>
            <a:xfrm>
              <a:off x="1040599" y="2550516"/>
              <a:ext cx="157050" cy="157050"/>
              <a:chOff x="1040599" y="2550516"/>
              <a:chExt cx="157050" cy="157050"/>
            </a:xfrm>
          </p:grpSpPr>
          <p:sp>
            <p:nvSpPr>
              <p:cNvPr id="721" name="Diamond 720">
                <a:extLst>
                  <a:ext uri="{FF2B5EF4-FFF2-40B4-BE49-F238E27FC236}">
                    <a16:creationId xmlns:a16="http://schemas.microsoft.com/office/drawing/2014/main" id="{08D557B1-565A-518E-2BDA-DCE71CCBDFC0}"/>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2" name="Oval 721">
                <a:extLst>
                  <a:ext uri="{FF2B5EF4-FFF2-40B4-BE49-F238E27FC236}">
                    <a16:creationId xmlns:a16="http://schemas.microsoft.com/office/drawing/2014/main" id="{8306E849-12DE-8237-6469-B5DEAEC188E6}"/>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27" name="Group 726">
            <a:extLst>
              <a:ext uri="{FF2B5EF4-FFF2-40B4-BE49-F238E27FC236}">
                <a16:creationId xmlns:a16="http://schemas.microsoft.com/office/drawing/2014/main" id="{01FDE025-C60F-DED0-71BA-E4B9C145AE71}"/>
              </a:ext>
            </a:extLst>
          </p:cNvPr>
          <p:cNvGrpSpPr/>
          <p:nvPr/>
        </p:nvGrpSpPr>
        <p:grpSpPr>
          <a:xfrm>
            <a:off x="2105349" y="1532276"/>
            <a:ext cx="721206" cy="609701"/>
            <a:chOff x="2307084" y="1729816"/>
            <a:chExt cx="871904" cy="748695"/>
          </a:xfrm>
        </p:grpSpPr>
        <p:sp>
          <p:nvSpPr>
            <p:cNvPr id="728" name="Rectangle 727">
              <a:extLst>
                <a:ext uri="{FF2B5EF4-FFF2-40B4-BE49-F238E27FC236}">
                  <a16:creationId xmlns:a16="http://schemas.microsoft.com/office/drawing/2014/main" id="{F396CADA-5582-8CA0-60A9-7B64AF80BBAC}"/>
                </a:ext>
              </a:extLst>
            </p:cNvPr>
            <p:cNvSpPr/>
            <p:nvPr/>
          </p:nvSpPr>
          <p:spPr>
            <a:xfrm>
              <a:off x="230708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729" name="Rectangle 728">
              <a:extLst>
                <a:ext uri="{FF2B5EF4-FFF2-40B4-BE49-F238E27FC236}">
                  <a16:creationId xmlns:a16="http://schemas.microsoft.com/office/drawing/2014/main" id="{DF202F86-7F6D-CA5B-E285-7747B2EDC5CA}"/>
                </a:ext>
              </a:extLst>
            </p:cNvPr>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0" name="Oval 15">
              <a:extLst>
                <a:ext uri="{FF2B5EF4-FFF2-40B4-BE49-F238E27FC236}">
                  <a16:creationId xmlns:a16="http://schemas.microsoft.com/office/drawing/2014/main" id="{6B9D0C4E-ED31-DB53-18E3-8564899E290B}"/>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31" name="Straight Connector 730">
              <a:extLst>
                <a:ext uri="{FF2B5EF4-FFF2-40B4-BE49-F238E27FC236}">
                  <a16:creationId xmlns:a16="http://schemas.microsoft.com/office/drawing/2014/main" id="{0CE48D4A-7773-4EC9-07DA-DAC60C285AEA}"/>
                </a:ext>
              </a:extLst>
            </p:cNvPr>
            <p:cNvCxnSpPr>
              <a:cxnSpLocks/>
              <a:stCxn id="730"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32" name="Straight Connector 731">
              <a:extLst>
                <a:ext uri="{FF2B5EF4-FFF2-40B4-BE49-F238E27FC236}">
                  <a16:creationId xmlns:a16="http://schemas.microsoft.com/office/drawing/2014/main" id="{C43BF0F8-CF13-8663-CFC8-61A2048922AD}"/>
                </a:ext>
              </a:extLst>
            </p:cNvPr>
            <p:cNvCxnSpPr>
              <a:cxnSpLocks/>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33" name="Group 732">
            <a:extLst>
              <a:ext uri="{FF2B5EF4-FFF2-40B4-BE49-F238E27FC236}">
                <a16:creationId xmlns:a16="http://schemas.microsoft.com/office/drawing/2014/main" id="{EC913A4C-5435-99BD-D3BA-A02384F6DB40}"/>
              </a:ext>
            </a:extLst>
          </p:cNvPr>
          <p:cNvGrpSpPr/>
          <p:nvPr/>
        </p:nvGrpSpPr>
        <p:grpSpPr>
          <a:xfrm>
            <a:off x="431659" y="1532276"/>
            <a:ext cx="721893" cy="610038"/>
            <a:chOff x="324914" y="1729403"/>
            <a:chExt cx="872735" cy="749108"/>
          </a:xfrm>
        </p:grpSpPr>
        <p:sp>
          <p:nvSpPr>
            <p:cNvPr id="734" name="Rectangle 733">
              <a:extLst>
                <a:ext uri="{FF2B5EF4-FFF2-40B4-BE49-F238E27FC236}">
                  <a16:creationId xmlns:a16="http://schemas.microsoft.com/office/drawing/2014/main" id="{FCB63E76-4567-08B4-B66C-347B034E80DD}"/>
                </a:ext>
              </a:extLst>
            </p:cNvPr>
            <p:cNvSpPr/>
            <p:nvPr/>
          </p:nvSpPr>
          <p:spPr>
            <a:xfrm>
              <a:off x="32491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735" name="Right Triangle 734">
              <a:extLst>
                <a:ext uri="{FF2B5EF4-FFF2-40B4-BE49-F238E27FC236}">
                  <a16:creationId xmlns:a16="http://schemas.microsoft.com/office/drawing/2014/main" id="{A20BD1CC-ECE2-4DA7-2794-54F6761D5993}"/>
                </a:ext>
              </a:extLst>
            </p:cNvPr>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36" name="Group 735">
              <a:extLst>
                <a:ext uri="{FF2B5EF4-FFF2-40B4-BE49-F238E27FC236}">
                  <a16:creationId xmlns:a16="http://schemas.microsoft.com/office/drawing/2014/main" id="{2B5D8079-F5E3-587B-65B3-69192DF23F13}"/>
                </a:ext>
              </a:extLst>
            </p:cNvPr>
            <p:cNvGrpSpPr/>
            <p:nvPr/>
          </p:nvGrpSpPr>
          <p:grpSpPr>
            <a:xfrm>
              <a:off x="1136463" y="1736885"/>
              <a:ext cx="45719" cy="75385"/>
              <a:chOff x="3883481" y="2057400"/>
              <a:chExt cx="1608363" cy="2652031"/>
            </a:xfrm>
            <a:solidFill>
              <a:srgbClr val="A6A6A6"/>
            </a:solidFill>
          </p:grpSpPr>
          <p:sp>
            <p:nvSpPr>
              <p:cNvPr id="737" name="Oval 27">
                <a:extLst>
                  <a:ext uri="{FF2B5EF4-FFF2-40B4-BE49-F238E27FC236}">
                    <a16:creationId xmlns:a16="http://schemas.microsoft.com/office/drawing/2014/main" id="{181A6D9B-B2E7-8446-7C52-95833AADDB7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8" name="Oval 28">
                <a:extLst>
                  <a:ext uri="{FF2B5EF4-FFF2-40B4-BE49-F238E27FC236}">
                    <a16:creationId xmlns:a16="http://schemas.microsoft.com/office/drawing/2014/main" id="{293032FE-8577-EF7D-FF0A-3D80CC62937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39" name="Group 738">
            <a:extLst>
              <a:ext uri="{FF2B5EF4-FFF2-40B4-BE49-F238E27FC236}">
                <a16:creationId xmlns:a16="http://schemas.microsoft.com/office/drawing/2014/main" id="{3222CEC4-B182-2BDB-6169-F19465761140}"/>
              </a:ext>
            </a:extLst>
          </p:cNvPr>
          <p:cNvGrpSpPr/>
          <p:nvPr/>
        </p:nvGrpSpPr>
        <p:grpSpPr>
          <a:xfrm>
            <a:off x="1268842" y="1532276"/>
            <a:ext cx="721206" cy="610038"/>
            <a:chOff x="1315999" y="1729403"/>
            <a:chExt cx="871904" cy="749108"/>
          </a:xfrm>
        </p:grpSpPr>
        <p:sp>
          <p:nvSpPr>
            <p:cNvPr id="740" name="Rectangle 739">
              <a:extLst>
                <a:ext uri="{FF2B5EF4-FFF2-40B4-BE49-F238E27FC236}">
                  <a16:creationId xmlns:a16="http://schemas.microsoft.com/office/drawing/2014/main" id="{E304E15E-DD0C-3705-A5FB-20EEF91A9C48}"/>
                </a:ext>
              </a:extLst>
            </p:cNvPr>
            <p:cNvSpPr/>
            <p:nvPr/>
          </p:nvSpPr>
          <p:spPr>
            <a:xfrm>
              <a:off x="131599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741" name="Right Triangle 740">
              <a:extLst>
                <a:ext uri="{FF2B5EF4-FFF2-40B4-BE49-F238E27FC236}">
                  <a16:creationId xmlns:a16="http://schemas.microsoft.com/office/drawing/2014/main" id="{D219905A-B60F-C26A-BA0F-AC7715BCEC9C}"/>
                </a:ext>
              </a:extLst>
            </p:cNvPr>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42" name="Group 741">
              <a:extLst>
                <a:ext uri="{FF2B5EF4-FFF2-40B4-BE49-F238E27FC236}">
                  <a16:creationId xmlns:a16="http://schemas.microsoft.com/office/drawing/2014/main" id="{91C0C9B6-0F9A-686A-F16B-5200FBAE4F3F}"/>
                </a:ext>
              </a:extLst>
            </p:cNvPr>
            <p:cNvGrpSpPr/>
            <p:nvPr/>
          </p:nvGrpSpPr>
          <p:grpSpPr>
            <a:xfrm>
              <a:off x="2126717" y="1736885"/>
              <a:ext cx="45719" cy="75385"/>
              <a:chOff x="3883481" y="2057400"/>
              <a:chExt cx="1608363" cy="2652031"/>
            </a:xfrm>
            <a:solidFill>
              <a:srgbClr val="A6A6A6"/>
            </a:solidFill>
          </p:grpSpPr>
          <p:sp>
            <p:nvSpPr>
              <p:cNvPr id="743" name="Oval 27">
                <a:extLst>
                  <a:ext uri="{FF2B5EF4-FFF2-40B4-BE49-F238E27FC236}">
                    <a16:creationId xmlns:a16="http://schemas.microsoft.com/office/drawing/2014/main" id="{C7EC42BA-4395-C66B-1E68-D36BD6B4335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4" name="Oval 28">
                <a:extLst>
                  <a:ext uri="{FF2B5EF4-FFF2-40B4-BE49-F238E27FC236}">
                    <a16:creationId xmlns:a16="http://schemas.microsoft.com/office/drawing/2014/main" id="{8B383575-7436-3543-5EE4-91F00DFFEEC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51" name="Group 750">
            <a:extLst>
              <a:ext uri="{FF2B5EF4-FFF2-40B4-BE49-F238E27FC236}">
                <a16:creationId xmlns:a16="http://schemas.microsoft.com/office/drawing/2014/main" id="{9D0C8FC8-3E5A-5687-36E7-8440643C255A}"/>
              </a:ext>
            </a:extLst>
          </p:cNvPr>
          <p:cNvGrpSpPr/>
          <p:nvPr/>
        </p:nvGrpSpPr>
        <p:grpSpPr>
          <a:xfrm>
            <a:off x="5454383" y="2974054"/>
            <a:ext cx="721206" cy="609701"/>
            <a:chOff x="7262509" y="3370808"/>
            <a:chExt cx="871904" cy="748695"/>
          </a:xfrm>
        </p:grpSpPr>
        <p:sp>
          <p:nvSpPr>
            <p:cNvPr id="752" name="Rectangle 751">
              <a:extLst>
                <a:ext uri="{FF2B5EF4-FFF2-40B4-BE49-F238E27FC236}">
                  <a16:creationId xmlns:a16="http://schemas.microsoft.com/office/drawing/2014/main" id="{F1306CE4-9937-6BF2-522C-21556A1208C0}"/>
                </a:ext>
              </a:extLst>
            </p:cNvPr>
            <p:cNvSpPr/>
            <p:nvPr/>
          </p:nvSpPr>
          <p:spPr>
            <a:xfrm>
              <a:off x="726250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753" name="Rectangle 752">
              <a:extLst>
                <a:ext uri="{FF2B5EF4-FFF2-40B4-BE49-F238E27FC236}">
                  <a16:creationId xmlns:a16="http://schemas.microsoft.com/office/drawing/2014/main" id="{23C4474D-DAA9-78E4-58DF-2CA6E7FDCA83}"/>
                </a:ext>
              </a:extLst>
            </p:cNvPr>
            <p:cNvSpPr/>
            <p:nvPr/>
          </p:nvSpPr>
          <p:spPr>
            <a:xfrm flipV="1">
              <a:off x="7999814"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4" name="Oval 15">
              <a:extLst>
                <a:ext uri="{FF2B5EF4-FFF2-40B4-BE49-F238E27FC236}">
                  <a16:creationId xmlns:a16="http://schemas.microsoft.com/office/drawing/2014/main" id="{A6EECFE4-249A-F892-9254-CA36D6C21431}"/>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55" name="Straight Connector 754">
              <a:extLst>
                <a:ext uri="{FF2B5EF4-FFF2-40B4-BE49-F238E27FC236}">
                  <a16:creationId xmlns:a16="http://schemas.microsoft.com/office/drawing/2014/main" id="{D7EEDD6E-3920-63EB-7EAA-FAABEA79473C}"/>
                </a:ext>
              </a:extLst>
            </p:cNvPr>
            <p:cNvCxnSpPr>
              <a:cxnSpLocks/>
              <a:stCxn id="754" idx="0"/>
            </p:cNvCxnSpPr>
            <p:nvPr/>
          </p:nvCxnSpPr>
          <p:spPr>
            <a:xfrm flipV="1">
              <a:off x="8039813"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56" name="Straight Connector 755">
              <a:extLst>
                <a:ext uri="{FF2B5EF4-FFF2-40B4-BE49-F238E27FC236}">
                  <a16:creationId xmlns:a16="http://schemas.microsoft.com/office/drawing/2014/main" id="{CD2BA71F-FE74-36E9-0992-434D4A55CB9D}"/>
                </a:ext>
              </a:extLst>
            </p:cNvPr>
            <p:cNvCxnSpPr>
              <a:cxnSpLocks/>
            </p:cNvCxnSpPr>
            <p:nvPr/>
          </p:nvCxnSpPr>
          <p:spPr>
            <a:xfrm>
              <a:off x="8046727"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57" name="Group 756">
            <a:extLst>
              <a:ext uri="{FF2B5EF4-FFF2-40B4-BE49-F238E27FC236}">
                <a16:creationId xmlns:a16="http://schemas.microsoft.com/office/drawing/2014/main" id="{8CAA2DB6-5014-09C3-E7D6-D9A28C84CA0B}"/>
              </a:ext>
            </a:extLst>
          </p:cNvPr>
          <p:cNvGrpSpPr/>
          <p:nvPr/>
        </p:nvGrpSpPr>
        <p:grpSpPr>
          <a:xfrm>
            <a:off x="431659" y="2974054"/>
            <a:ext cx="721893" cy="609701"/>
            <a:chOff x="324914" y="3371220"/>
            <a:chExt cx="872735" cy="748695"/>
          </a:xfrm>
        </p:grpSpPr>
        <p:sp>
          <p:nvSpPr>
            <p:cNvPr id="758" name="Rectangle 757">
              <a:extLst>
                <a:ext uri="{FF2B5EF4-FFF2-40B4-BE49-F238E27FC236}">
                  <a16:creationId xmlns:a16="http://schemas.microsoft.com/office/drawing/2014/main" id="{D10B6CD3-792A-69D2-5A76-7AE73E636E64}"/>
                </a:ext>
              </a:extLst>
            </p:cNvPr>
            <p:cNvSpPr/>
            <p:nvPr/>
          </p:nvSpPr>
          <p:spPr>
            <a:xfrm>
              <a:off x="324914" y="3371220"/>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759" name="Right Triangle 758">
              <a:extLst>
                <a:ext uri="{FF2B5EF4-FFF2-40B4-BE49-F238E27FC236}">
                  <a16:creationId xmlns:a16="http://schemas.microsoft.com/office/drawing/2014/main" id="{B3BC2E67-72CE-A108-A377-178BD6A55909}"/>
                </a:ext>
              </a:extLst>
            </p:cNvPr>
            <p:cNvSpPr/>
            <p:nvPr/>
          </p:nvSpPr>
          <p:spPr>
            <a:xfrm rot="10800000">
              <a:off x="1056136"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60" name="Group 759">
              <a:extLst>
                <a:ext uri="{FF2B5EF4-FFF2-40B4-BE49-F238E27FC236}">
                  <a16:creationId xmlns:a16="http://schemas.microsoft.com/office/drawing/2014/main" id="{7D22EBED-C3EF-C6C7-0961-D56B82233760}"/>
                </a:ext>
              </a:extLst>
            </p:cNvPr>
            <p:cNvGrpSpPr/>
            <p:nvPr/>
          </p:nvGrpSpPr>
          <p:grpSpPr>
            <a:xfrm>
              <a:off x="1136463" y="3380672"/>
              <a:ext cx="45719" cy="75385"/>
              <a:chOff x="3883481" y="2057400"/>
              <a:chExt cx="1608363" cy="2652031"/>
            </a:xfrm>
            <a:solidFill>
              <a:srgbClr val="A6A6A6"/>
            </a:solidFill>
          </p:grpSpPr>
          <p:sp>
            <p:nvSpPr>
              <p:cNvPr id="761" name="Oval 27">
                <a:extLst>
                  <a:ext uri="{FF2B5EF4-FFF2-40B4-BE49-F238E27FC236}">
                    <a16:creationId xmlns:a16="http://schemas.microsoft.com/office/drawing/2014/main" id="{823A9086-852F-1951-634B-303C70605BD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62" name="Oval 28">
                <a:extLst>
                  <a:ext uri="{FF2B5EF4-FFF2-40B4-BE49-F238E27FC236}">
                    <a16:creationId xmlns:a16="http://schemas.microsoft.com/office/drawing/2014/main" id="{B4BC3213-7996-B4AB-EB2D-EA4414259D9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69" name="Group 768">
            <a:extLst>
              <a:ext uri="{FF2B5EF4-FFF2-40B4-BE49-F238E27FC236}">
                <a16:creationId xmlns:a16="http://schemas.microsoft.com/office/drawing/2014/main" id="{E9270F74-8277-6398-A948-4DD843FA6440}"/>
              </a:ext>
            </a:extLst>
          </p:cNvPr>
          <p:cNvGrpSpPr/>
          <p:nvPr/>
        </p:nvGrpSpPr>
        <p:grpSpPr>
          <a:xfrm>
            <a:off x="2940467" y="2974054"/>
            <a:ext cx="721206" cy="613154"/>
            <a:chOff x="2307084" y="4187684"/>
            <a:chExt cx="871904" cy="752933"/>
          </a:xfrm>
        </p:grpSpPr>
        <p:sp>
          <p:nvSpPr>
            <p:cNvPr id="770" name="Rectangle 769">
              <a:extLst>
                <a:ext uri="{FF2B5EF4-FFF2-40B4-BE49-F238E27FC236}">
                  <a16:creationId xmlns:a16="http://schemas.microsoft.com/office/drawing/2014/main" id="{E0FDF5B3-130F-C3B7-9566-FC821CD8719F}"/>
                </a:ext>
              </a:extLst>
            </p:cNvPr>
            <p:cNvSpPr/>
            <p:nvPr/>
          </p:nvSpPr>
          <p:spPr>
            <a:xfrm>
              <a:off x="230708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771" name="Right Triangle 770">
              <a:extLst>
                <a:ext uri="{FF2B5EF4-FFF2-40B4-BE49-F238E27FC236}">
                  <a16:creationId xmlns:a16="http://schemas.microsoft.com/office/drawing/2014/main" id="{A112CA51-E848-B2CB-760F-E66F7AB4B9FE}"/>
                </a:ext>
              </a:extLst>
            </p:cNvPr>
            <p:cNvSpPr/>
            <p:nvPr/>
          </p:nvSpPr>
          <p:spPr>
            <a:xfrm rot="10800000">
              <a:off x="3036801" y="418768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72" name="Group 771">
              <a:extLst>
                <a:ext uri="{FF2B5EF4-FFF2-40B4-BE49-F238E27FC236}">
                  <a16:creationId xmlns:a16="http://schemas.microsoft.com/office/drawing/2014/main" id="{5673362E-F329-E5FD-C3D9-C7D15D7F9AFF}"/>
                </a:ext>
              </a:extLst>
            </p:cNvPr>
            <p:cNvGrpSpPr/>
            <p:nvPr/>
          </p:nvGrpSpPr>
          <p:grpSpPr>
            <a:xfrm>
              <a:off x="3117128" y="4195165"/>
              <a:ext cx="45719" cy="75385"/>
              <a:chOff x="3883481" y="2057400"/>
              <a:chExt cx="1608363" cy="2652031"/>
            </a:xfrm>
            <a:solidFill>
              <a:srgbClr val="A6A6A6"/>
            </a:solidFill>
          </p:grpSpPr>
          <p:sp>
            <p:nvSpPr>
              <p:cNvPr id="773" name="Oval 27">
                <a:extLst>
                  <a:ext uri="{FF2B5EF4-FFF2-40B4-BE49-F238E27FC236}">
                    <a16:creationId xmlns:a16="http://schemas.microsoft.com/office/drawing/2014/main" id="{BF6AEBEF-CE67-7BAE-83AE-9F17D40FE92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74" name="Oval 28">
                <a:extLst>
                  <a:ext uri="{FF2B5EF4-FFF2-40B4-BE49-F238E27FC236}">
                    <a16:creationId xmlns:a16="http://schemas.microsoft.com/office/drawing/2014/main" id="{F25886B8-3598-AE7A-4898-956E7C45AE9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75" name="Group 774">
            <a:extLst>
              <a:ext uri="{FF2B5EF4-FFF2-40B4-BE49-F238E27FC236}">
                <a16:creationId xmlns:a16="http://schemas.microsoft.com/office/drawing/2014/main" id="{E65E26E7-5CDD-2A3F-B096-CD4A15CA54CD}"/>
              </a:ext>
            </a:extLst>
          </p:cNvPr>
          <p:cNvGrpSpPr/>
          <p:nvPr/>
        </p:nvGrpSpPr>
        <p:grpSpPr>
          <a:xfrm>
            <a:off x="1268379" y="2974054"/>
            <a:ext cx="721206" cy="609701"/>
            <a:chOff x="1315999" y="2560818"/>
            <a:chExt cx="871904" cy="748695"/>
          </a:xfrm>
        </p:grpSpPr>
        <p:sp>
          <p:nvSpPr>
            <p:cNvPr id="776" name="Rectangle 775">
              <a:extLst>
                <a:ext uri="{FF2B5EF4-FFF2-40B4-BE49-F238E27FC236}">
                  <a16:creationId xmlns:a16="http://schemas.microsoft.com/office/drawing/2014/main" id="{2D6B98DC-D23A-0A4E-6C7E-0E42E235572A}"/>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777" name="Right Triangle 776">
              <a:extLst>
                <a:ext uri="{FF2B5EF4-FFF2-40B4-BE49-F238E27FC236}">
                  <a16:creationId xmlns:a16="http://schemas.microsoft.com/office/drawing/2014/main" id="{BDEBFE05-722A-A6B9-90D6-01447B156B57}"/>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78" name="Group 777">
              <a:extLst>
                <a:ext uri="{FF2B5EF4-FFF2-40B4-BE49-F238E27FC236}">
                  <a16:creationId xmlns:a16="http://schemas.microsoft.com/office/drawing/2014/main" id="{867A533B-3EFB-E14E-9B79-32A85A118D5E}"/>
                </a:ext>
              </a:extLst>
            </p:cNvPr>
            <p:cNvGrpSpPr/>
            <p:nvPr/>
          </p:nvGrpSpPr>
          <p:grpSpPr>
            <a:xfrm>
              <a:off x="2126717" y="2576032"/>
              <a:ext cx="45719" cy="75385"/>
              <a:chOff x="3883481" y="2057400"/>
              <a:chExt cx="1608363" cy="2652031"/>
            </a:xfrm>
            <a:solidFill>
              <a:srgbClr val="A6A6A6"/>
            </a:solidFill>
          </p:grpSpPr>
          <p:sp>
            <p:nvSpPr>
              <p:cNvPr id="779" name="Oval 27">
                <a:extLst>
                  <a:ext uri="{FF2B5EF4-FFF2-40B4-BE49-F238E27FC236}">
                    <a16:creationId xmlns:a16="http://schemas.microsoft.com/office/drawing/2014/main" id="{651831E5-7066-AF1D-555E-0A2460AA013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0" name="Oval 28">
                <a:extLst>
                  <a:ext uri="{FF2B5EF4-FFF2-40B4-BE49-F238E27FC236}">
                    <a16:creationId xmlns:a16="http://schemas.microsoft.com/office/drawing/2014/main" id="{671FB026-7E88-B9D3-15B7-8A0EF7EB7AD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81" name="Group 780">
            <a:extLst>
              <a:ext uri="{FF2B5EF4-FFF2-40B4-BE49-F238E27FC236}">
                <a16:creationId xmlns:a16="http://schemas.microsoft.com/office/drawing/2014/main" id="{6C62EFF1-F6EB-BE8F-4FCD-67A11A825F72}"/>
              </a:ext>
            </a:extLst>
          </p:cNvPr>
          <p:cNvGrpSpPr/>
          <p:nvPr/>
        </p:nvGrpSpPr>
        <p:grpSpPr>
          <a:xfrm>
            <a:off x="2938534" y="811556"/>
            <a:ext cx="721206" cy="609701"/>
            <a:chOff x="3298169" y="909114"/>
            <a:chExt cx="871904" cy="748695"/>
          </a:xfrm>
        </p:grpSpPr>
        <p:sp>
          <p:nvSpPr>
            <p:cNvPr id="782" name="Rectangle 781">
              <a:extLst>
                <a:ext uri="{FF2B5EF4-FFF2-40B4-BE49-F238E27FC236}">
                  <a16:creationId xmlns:a16="http://schemas.microsoft.com/office/drawing/2014/main" id="{4D74DB38-9EF7-221B-816B-626303B73765}"/>
                </a:ext>
              </a:extLst>
            </p:cNvPr>
            <p:cNvSpPr/>
            <p:nvPr/>
          </p:nvSpPr>
          <p:spPr>
            <a:xfrm>
              <a:off x="329816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783" name="Rectangle 782">
              <a:extLst>
                <a:ext uri="{FF2B5EF4-FFF2-40B4-BE49-F238E27FC236}">
                  <a16:creationId xmlns:a16="http://schemas.microsoft.com/office/drawing/2014/main" id="{585CFF03-BCF2-2FB4-4870-88884A5DE33D}"/>
                </a:ext>
              </a:extLst>
            </p:cNvPr>
            <p:cNvSpPr/>
            <p:nvPr/>
          </p:nvSpPr>
          <p:spPr>
            <a:xfrm flipV="1">
              <a:off x="4043182"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4" name="Oval 15">
              <a:extLst>
                <a:ext uri="{FF2B5EF4-FFF2-40B4-BE49-F238E27FC236}">
                  <a16:creationId xmlns:a16="http://schemas.microsoft.com/office/drawing/2014/main" id="{B2AE427E-F2A9-42AE-F8B7-278F5489C435}"/>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85" name="Straight Connector 784">
              <a:extLst>
                <a:ext uri="{FF2B5EF4-FFF2-40B4-BE49-F238E27FC236}">
                  <a16:creationId xmlns:a16="http://schemas.microsoft.com/office/drawing/2014/main" id="{94D5202A-DCD5-37D0-7DA3-C1BCE87B6E1A}"/>
                </a:ext>
              </a:extLst>
            </p:cNvPr>
            <p:cNvCxnSpPr>
              <a:cxnSpLocks/>
              <a:stCxn id="784" idx="0"/>
            </p:cNvCxnSpPr>
            <p:nvPr/>
          </p:nvCxnSpPr>
          <p:spPr>
            <a:xfrm flipV="1">
              <a:off x="4083181"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86" name="Straight Connector 785">
              <a:extLst>
                <a:ext uri="{FF2B5EF4-FFF2-40B4-BE49-F238E27FC236}">
                  <a16:creationId xmlns:a16="http://schemas.microsoft.com/office/drawing/2014/main" id="{0DBD7CE9-A1B1-3303-BA53-D8E0960B4396}"/>
                </a:ext>
              </a:extLst>
            </p:cNvPr>
            <p:cNvCxnSpPr>
              <a:cxnSpLocks/>
            </p:cNvCxnSpPr>
            <p:nvPr/>
          </p:nvCxnSpPr>
          <p:spPr>
            <a:xfrm>
              <a:off x="4090095"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93" name="Group 792">
            <a:extLst>
              <a:ext uri="{FF2B5EF4-FFF2-40B4-BE49-F238E27FC236}">
                <a16:creationId xmlns:a16="http://schemas.microsoft.com/office/drawing/2014/main" id="{B0D6A162-6045-AF36-03B0-8BCF29191ECA}"/>
              </a:ext>
            </a:extLst>
          </p:cNvPr>
          <p:cNvGrpSpPr/>
          <p:nvPr/>
        </p:nvGrpSpPr>
        <p:grpSpPr>
          <a:xfrm>
            <a:off x="431659" y="811556"/>
            <a:ext cx="721206" cy="609701"/>
            <a:chOff x="324914" y="909114"/>
            <a:chExt cx="871904" cy="748695"/>
          </a:xfrm>
        </p:grpSpPr>
        <p:sp>
          <p:nvSpPr>
            <p:cNvPr id="794" name="Rectangle 793">
              <a:extLst>
                <a:ext uri="{FF2B5EF4-FFF2-40B4-BE49-F238E27FC236}">
                  <a16:creationId xmlns:a16="http://schemas.microsoft.com/office/drawing/2014/main" id="{EE8319DC-D0E3-AB77-18CE-8C9A5072BF00}"/>
                </a:ext>
              </a:extLst>
            </p:cNvPr>
            <p:cNvSpPr/>
            <p:nvPr/>
          </p:nvSpPr>
          <p:spPr>
            <a:xfrm>
              <a:off x="32491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795" name="Right Triangle 794">
              <a:extLst>
                <a:ext uri="{FF2B5EF4-FFF2-40B4-BE49-F238E27FC236}">
                  <a16:creationId xmlns:a16="http://schemas.microsoft.com/office/drawing/2014/main" id="{CC586F15-FE65-4717-3DF4-54FE92C50286}"/>
                </a:ext>
              </a:extLst>
            </p:cNvPr>
            <p:cNvSpPr/>
            <p:nvPr/>
          </p:nvSpPr>
          <p:spPr>
            <a:xfrm rot="10800000">
              <a:off x="1053755"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96" name="Group 795">
              <a:extLst>
                <a:ext uri="{FF2B5EF4-FFF2-40B4-BE49-F238E27FC236}">
                  <a16:creationId xmlns:a16="http://schemas.microsoft.com/office/drawing/2014/main" id="{5FB13E22-BA49-AA46-8EAD-ABEF0D5C12A4}"/>
                </a:ext>
              </a:extLst>
            </p:cNvPr>
            <p:cNvGrpSpPr/>
            <p:nvPr/>
          </p:nvGrpSpPr>
          <p:grpSpPr>
            <a:xfrm>
              <a:off x="1134082" y="918978"/>
              <a:ext cx="45719" cy="75385"/>
              <a:chOff x="3883481" y="2057400"/>
              <a:chExt cx="1608363" cy="2652031"/>
            </a:xfrm>
            <a:solidFill>
              <a:srgbClr val="A6A6A6"/>
            </a:solidFill>
          </p:grpSpPr>
          <p:sp>
            <p:nvSpPr>
              <p:cNvPr id="797" name="Oval 27">
                <a:extLst>
                  <a:ext uri="{FF2B5EF4-FFF2-40B4-BE49-F238E27FC236}">
                    <a16:creationId xmlns:a16="http://schemas.microsoft.com/office/drawing/2014/main" id="{16FE0330-48DC-A60D-A785-4336B2CCD0B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98" name="Oval 28">
                <a:extLst>
                  <a:ext uri="{FF2B5EF4-FFF2-40B4-BE49-F238E27FC236}">
                    <a16:creationId xmlns:a16="http://schemas.microsoft.com/office/drawing/2014/main" id="{83E9A027-8E2F-995F-A4C0-7A0EE86F4B7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99" name="Group 798">
            <a:extLst>
              <a:ext uri="{FF2B5EF4-FFF2-40B4-BE49-F238E27FC236}">
                <a16:creationId xmlns:a16="http://schemas.microsoft.com/office/drawing/2014/main" id="{6E8FC640-759B-B520-5637-2CFFA8B59165}"/>
              </a:ext>
            </a:extLst>
          </p:cNvPr>
          <p:cNvGrpSpPr/>
          <p:nvPr/>
        </p:nvGrpSpPr>
        <p:grpSpPr>
          <a:xfrm>
            <a:off x="1267284" y="811556"/>
            <a:ext cx="721206" cy="609701"/>
            <a:chOff x="1315999" y="909114"/>
            <a:chExt cx="871904" cy="748695"/>
          </a:xfrm>
        </p:grpSpPr>
        <p:sp>
          <p:nvSpPr>
            <p:cNvPr id="800" name="Rectangle 799">
              <a:extLst>
                <a:ext uri="{FF2B5EF4-FFF2-40B4-BE49-F238E27FC236}">
                  <a16:creationId xmlns:a16="http://schemas.microsoft.com/office/drawing/2014/main" id="{9EE273BE-1834-248E-A519-9D3E779B8D82}"/>
                </a:ext>
              </a:extLst>
            </p:cNvPr>
            <p:cNvSpPr/>
            <p:nvPr/>
          </p:nvSpPr>
          <p:spPr>
            <a:xfrm>
              <a:off x="1315999"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801" name="Right Triangle 800">
              <a:extLst>
                <a:ext uri="{FF2B5EF4-FFF2-40B4-BE49-F238E27FC236}">
                  <a16:creationId xmlns:a16="http://schemas.microsoft.com/office/drawing/2014/main" id="{50C2A364-BAE8-C871-7873-8D4BBA7B25A5}"/>
                </a:ext>
              </a:extLst>
            </p:cNvPr>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02" name="Group 801">
              <a:extLst>
                <a:ext uri="{FF2B5EF4-FFF2-40B4-BE49-F238E27FC236}">
                  <a16:creationId xmlns:a16="http://schemas.microsoft.com/office/drawing/2014/main" id="{362D25A0-D91F-EA2A-529A-7D67EAAC04CC}"/>
                </a:ext>
              </a:extLst>
            </p:cNvPr>
            <p:cNvGrpSpPr/>
            <p:nvPr/>
          </p:nvGrpSpPr>
          <p:grpSpPr>
            <a:xfrm>
              <a:off x="2126717" y="918978"/>
              <a:ext cx="45719" cy="75385"/>
              <a:chOff x="3883481" y="2057400"/>
              <a:chExt cx="1608363" cy="2652031"/>
            </a:xfrm>
            <a:solidFill>
              <a:srgbClr val="A6A6A6"/>
            </a:solidFill>
          </p:grpSpPr>
          <p:sp>
            <p:nvSpPr>
              <p:cNvPr id="803" name="Oval 27">
                <a:extLst>
                  <a:ext uri="{FF2B5EF4-FFF2-40B4-BE49-F238E27FC236}">
                    <a16:creationId xmlns:a16="http://schemas.microsoft.com/office/drawing/2014/main" id="{A817C575-456F-AE6A-0488-C6D00F9F728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4" name="Oval 28">
                <a:extLst>
                  <a:ext uri="{FF2B5EF4-FFF2-40B4-BE49-F238E27FC236}">
                    <a16:creationId xmlns:a16="http://schemas.microsoft.com/office/drawing/2014/main" id="{81166C89-8632-E98D-EA50-F7F96B46C65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11" name="Group 810">
            <a:extLst>
              <a:ext uri="{FF2B5EF4-FFF2-40B4-BE49-F238E27FC236}">
                <a16:creationId xmlns:a16="http://schemas.microsoft.com/office/drawing/2014/main" id="{F2479A0A-591B-16AA-09B4-4A5053EBE01F}"/>
              </a:ext>
            </a:extLst>
          </p:cNvPr>
          <p:cNvGrpSpPr/>
          <p:nvPr/>
        </p:nvGrpSpPr>
        <p:grpSpPr>
          <a:xfrm>
            <a:off x="2889438" y="751337"/>
            <a:ext cx="5022643" cy="5001728"/>
            <a:chOff x="2889438" y="751337"/>
            <a:chExt cx="5022643" cy="5001728"/>
          </a:xfrm>
        </p:grpSpPr>
        <p:cxnSp>
          <p:nvCxnSpPr>
            <p:cNvPr id="812" name="Straight Connector 811">
              <a:extLst>
                <a:ext uri="{FF2B5EF4-FFF2-40B4-BE49-F238E27FC236}">
                  <a16:creationId xmlns:a16="http://schemas.microsoft.com/office/drawing/2014/main" id="{2D888A2C-6F2B-1564-720E-13B32BF4E96F}"/>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124B8CBE-DB70-A59A-30C8-18737828F4D7}"/>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4" name="Straight Connector 813">
              <a:extLst>
                <a:ext uri="{FF2B5EF4-FFF2-40B4-BE49-F238E27FC236}">
                  <a16:creationId xmlns:a16="http://schemas.microsoft.com/office/drawing/2014/main" id="{D4D9D0DE-C225-4910-ABD9-E51E2D78BEF7}"/>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5" name="Straight Connector 814">
              <a:extLst>
                <a:ext uri="{FF2B5EF4-FFF2-40B4-BE49-F238E27FC236}">
                  <a16:creationId xmlns:a16="http://schemas.microsoft.com/office/drawing/2014/main" id="{ACDEBDF2-0B0D-6D39-7943-6EF23E7B15ED}"/>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9834792D-F2FE-ED79-FF94-0373A674914A}"/>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9C27ABF1-43D1-3AE6-EA68-4E8B8E89DE05}"/>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C11DB5EF-B1ED-9BB3-D318-E10E65ED0A2B}"/>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3A1672DA-4243-89EB-1305-68ACF932F115}"/>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49375277-1C3E-59D9-6121-6C00229682CE}"/>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99E05213-489F-E6A2-AC28-31CB56A3DED2}"/>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5" name="Group 834">
            <a:extLst>
              <a:ext uri="{FF2B5EF4-FFF2-40B4-BE49-F238E27FC236}">
                <a16:creationId xmlns:a16="http://schemas.microsoft.com/office/drawing/2014/main" id="{C7BED218-2598-386A-4DAF-27429E18F218}"/>
              </a:ext>
            </a:extLst>
          </p:cNvPr>
          <p:cNvGrpSpPr/>
          <p:nvPr/>
        </p:nvGrpSpPr>
        <p:grpSpPr>
          <a:xfrm>
            <a:off x="2099602" y="5136552"/>
            <a:ext cx="721206" cy="609701"/>
            <a:chOff x="2307084" y="3370808"/>
            <a:chExt cx="871904" cy="748695"/>
          </a:xfrm>
        </p:grpSpPr>
        <p:sp>
          <p:nvSpPr>
            <p:cNvPr id="836" name="Rectangle 835">
              <a:extLst>
                <a:ext uri="{FF2B5EF4-FFF2-40B4-BE49-F238E27FC236}">
                  <a16:creationId xmlns:a16="http://schemas.microsoft.com/office/drawing/2014/main" id="{41F4D4C0-2615-8964-EC07-F2EC69B63B15}"/>
                </a:ext>
              </a:extLst>
            </p:cNvPr>
            <p:cNvSpPr/>
            <p:nvPr/>
          </p:nvSpPr>
          <p:spPr>
            <a:xfrm>
              <a:off x="230708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837" name="Right Triangle 836">
              <a:extLst>
                <a:ext uri="{FF2B5EF4-FFF2-40B4-BE49-F238E27FC236}">
                  <a16:creationId xmlns:a16="http://schemas.microsoft.com/office/drawing/2014/main" id="{412DCC4E-F148-BD8D-171F-EF6584BCC684}"/>
                </a:ext>
              </a:extLst>
            </p:cNvPr>
            <p:cNvSpPr/>
            <p:nvPr/>
          </p:nvSpPr>
          <p:spPr>
            <a:xfrm rot="10800000">
              <a:off x="3031994"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38" name="Group 837">
              <a:extLst>
                <a:ext uri="{FF2B5EF4-FFF2-40B4-BE49-F238E27FC236}">
                  <a16:creationId xmlns:a16="http://schemas.microsoft.com/office/drawing/2014/main" id="{03E46CEE-C72E-D65F-C8BB-223FD9B2D3C4}"/>
                </a:ext>
              </a:extLst>
            </p:cNvPr>
            <p:cNvGrpSpPr/>
            <p:nvPr/>
          </p:nvGrpSpPr>
          <p:grpSpPr>
            <a:xfrm>
              <a:off x="3112321" y="3389004"/>
              <a:ext cx="45719" cy="75385"/>
              <a:chOff x="3883481" y="2057400"/>
              <a:chExt cx="1608363" cy="2652031"/>
            </a:xfrm>
            <a:solidFill>
              <a:srgbClr val="A6A6A6"/>
            </a:solidFill>
          </p:grpSpPr>
          <p:sp>
            <p:nvSpPr>
              <p:cNvPr id="839" name="Oval 27">
                <a:extLst>
                  <a:ext uri="{FF2B5EF4-FFF2-40B4-BE49-F238E27FC236}">
                    <a16:creationId xmlns:a16="http://schemas.microsoft.com/office/drawing/2014/main" id="{5F1AB62B-9C16-3A27-1D77-B8E92071B5B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0" name="Oval 28">
                <a:extLst>
                  <a:ext uri="{FF2B5EF4-FFF2-40B4-BE49-F238E27FC236}">
                    <a16:creationId xmlns:a16="http://schemas.microsoft.com/office/drawing/2014/main" id="{7569B60F-B89B-CBAD-A588-073EB8B0E95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47" name="Group 846">
            <a:extLst>
              <a:ext uri="{FF2B5EF4-FFF2-40B4-BE49-F238E27FC236}">
                <a16:creationId xmlns:a16="http://schemas.microsoft.com/office/drawing/2014/main" id="{C226FDB6-1F00-CDA2-BE31-92C992EAE902}"/>
              </a:ext>
            </a:extLst>
          </p:cNvPr>
          <p:cNvGrpSpPr/>
          <p:nvPr/>
        </p:nvGrpSpPr>
        <p:grpSpPr>
          <a:xfrm>
            <a:off x="2937172" y="4419620"/>
            <a:ext cx="721206" cy="610374"/>
            <a:chOff x="1315999" y="4191098"/>
            <a:chExt cx="871904" cy="749519"/>
          </a:xfrm>
        </p:grpSpPr>
        <p:sp>
          <p:nvSpPr>
            <p:cNvPr id="848" name="Rectangle 847">
              <a:extLst>
                <a:ext uri="{FF2B5EF4-FFF2-40B4-BE49-F238E27FC236}">
                  <a16:creationId xmlns:a16="http://schemas.microsoft.com/office/drawing/2014/main" id="{81359AB8-DDF0-20F3-99CC-7CEED152BF1B}"/>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849" name="Right Triangle 848">
              <a:extLst>
                <a:ext uri="{FF2B5EF4-FFF2-40B4-BE49-F238E27FC236}">
                  <a16:creationId xmlns:a16="http://schemas.microsoft.com/office/drawing/2014/main" id="{85B995C1-53D2-53B9-0BAB-EE26E0CB3DDB}"/>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50" name="Group 849">
              <a:extLst>
                <a:ext uri="{FF2B5EF4-FFF2-40B4-BE49-F238E27FC236}">
                  <a16:creationId xmlns:a16="http://schemas.microsoft.com/office/drawing/2014/main" id="{E442A636-CC13-DD12-D915-122F7048ABEF}"/>
                </a:ext>
              </a:extLst>
            </p:cNvPr>
            <p:cNvGrpSpPr/>
            <p:nvPr/>
          </p:nvGrpSpPr>
          <p:grpSpPr>
            <a:xfrm>
              <a:off x="2126717" y="4198579"/>
              <a:ext cx="45719" cy="75385"/>
              <a:chOff x="3883481" y="2057400"/>
              <a:chExt cx="1608363" cy="2652031"/>
            </a:xfrm>
            <a:solidFill>
              <a:srgbClr val="A6A6A6"/>
            </a:solidFill>
          </p:grpSpPr>
          <p:sp>
            <p:nvSpPr>
              <p:cNvPr id="851" name="Oval 27">
                <a:extLst>
                  <a:ext uri="{FF2B5EF4-FFF2-40B4-BE49-F238E27FC236}">
                    <a16:creationId xmlns:a16="http://schemas.microsoft.com/office/drawing/2014/main" id="{9268703D-141A-5085-72BA-973BE285C93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2" name="Oval 28">
                <a:extLst>
                  <a:ext uri="{FF2B5EF4-FFF2-40B4-BE49-F238E27FC236}">
                    <a16:creationId xmlns:a16="http://schemas.microsoft.com/office/drawing/2014/main" id="{AC627B8A-5842-4734-B686-6956E5CB535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53" name="Group 852">
            <a:extLst>
              <a:ext uri="{FF2B5EF4-FFF2-40B4-BE49-F238E27FC236}">
                <a16:creationId xmlns:a16="http://schemas.microsoft.com/office/drawing/2014/main" id="{18FEAFCB-54EC-F4D6-0B82-2BD79973790D}"/>
              </a:ext>
            </a:extLst>
          </p:cNvPr>
          <p:cNvGrpSpPr/>
          <p:nvPr/>
        </p:nvGrpSpPr>
        <p:grpSpPr>
          <a:xfrm>
            <a:off x="6286128" y="4419620"/>
            <a:ext cx="721206" cy="609701"/>
            <a:chOff x="9244674" y="4191922"/>
            <a:chExt cx="871904" cy="748695"/>
          </a:xfrm>
        </p:grpSpPr>
        <p:sp>
          <p:nvSpPr>
            <p:cNvPr id="854" name="Rectangle 853">
              <a:hlinkHover r:id="" action="ppaction://noaction" highlightClick="1"/>
              <a:extLst>
                <a:ext uri="{FF2B5EF4-FFF2-40B4-BE49-F238E27FC236}">
                  <a16:creationId xmlns:a16="http://schemas.microsoft.com/office/drawing/2014/main" id="{3FAA56A8-B569-8EB6-EA35-9D7054AABED1}"/>
                </a:ext>
              </a:extLst>
            </p:cNvPr>
            <p:cNvSpPr/>
            <p:nvPr/>
          </p:nvSpPr>
          <p:spPr>
            <a:xfrm>
              <a:off x="924467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855" name="Oval 854">
              <a:extLst>
                <a:ext uri="{FF2B5EF4-FFF2-40B4-BE49-F238E27FC236}">
                  <a16:creationId xmlns:a16="http://schemas.microsoft.com/office/drawing/2014/main" id="{48F22C66-FD5B-62BA-771A-4C8FED00B055}"/>
                </a:ext>
              </a:extLst>
            </p:cNvPr>
            <p:cNvSpPr/>
            <p:nvPr/>
          </p:nvSpPr>
          <p:spPr>
            <a:xfrm>
              <a:off x="9943180"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6" name="Isosceles Triangle 648">
              <a:extLst>
                <a:ext uri="{FF2B5EF4-FFF2-40B4-BE49-F238E27FC236}">
                  <a16:creationId xmlns:a16="http://schemas.microsoft.com/office/drawing/2014/main" id="{64D860DD-0EFD-2D26-A020-79508E8665E5}"/>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57" name="Group 856">
            <a:extLst>
              <a:ext uri="{FF2B5EF4-FFF2-40B4-BE49-F238E27FC236}">
                <a16:creationId xmlns:a16="http://schemas.microsoft.com/office/drawing/2014/main" id="{6F04EF5E-E6C8-48BE-3A29-C874AD4C51AC}"/>
              </a:ext>
            </a:extLst>
          </p:cNvPr>
          <p:cNvGrpSpPr/>
          <p:nvPr/>
        </p:nvGrpSpPr>
        <p:grpSpPr>
          <a:xfrm>
            <a:off x="5458938" y="5135301"/>
            <a:ext cx="721206" cy="609701"/>
            <a:chOff x="5280339" y="4191922"/>
            <a:chExt cx="871904" cy="748695"/>
          </a:xfrm>
        </p:grpSpPr>
        <p:sp>
          <p:nvSpPr>
            <p:cNvPr id="858" name="Rectangle 857">
              <a:hlinkHover r:id="" action="ppaction://noaction" highlightClick="1"/>
              <a:extLst>
                <a:ext uri="{FF2B5EF4-FFF2-40B4-BE49-F238E27FC236}">
                  <a16:creationId xmlns:a16="http://schemas.microsoft.com/office/drawing/2014/main" id="{5CA38B33-565E-50D0-7CD4-5851C2BEFF27}"/>
                </a:ext>
              </a:extLst>
            </p:cNvPr>
            <p:cNvSpPr/>
            <p:nvPr/>
          </p:nvSpPr>
          <p:spPr>
            <a:xfrm>
              <a:off x="528033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859" name="Oval 858">
              <a:extLst>
                <a:ext uri="{FF2B5EF4-FFF2-40B4-BE49-F238E27FC236}">
                  <a16:creationId xmlns:a16="http://schemas.microsoft.com/office/drawing/2014/main" id="{DC6A6316-84B7-B4FA-52EB-9621D02EF7EC}"/>
                </a:ext>
              </a:extLst>
            </p:cNvPr>
            <p:cNvSpPr/>
            <p:nvPr/>
          </p:nvSpPr>
          <p:spPr>
            <a:xfrm>
              <a:off x="597784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0" name="Isosceles Triangle 648">
              <a:extLst>
                <a:ext uri="{FF2B5EF4-FFF2-40B4-BE49-F238E27FC236}">
                  <a16:creationId xmlns:a16="http://schemas.microsoft.com/office/drawing/2014/main" id="{BE87A3F3-1607-0171-9B23-8C8656C023A1}"/>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1" name="Group 860">
            <a:extLst>
              <a:ext uri="{FF2B5EF4-FFF2-40B4-BE49-F238E27FC236}">
                <a16:creationId xmlns:a16="http://schemas.microsoft.com/office/drawing/2014/main" id="{96FA7501-F301-EC6D-FDDD-48028665083F}"/>
              </a:ext>
            </a:extLst>
          </p:cNvPr>
          <p:cNvGrpSpPr/>
          <p:nvPr/>
        </p:nvGrpSpPr>
        <p:grpSpPr>
          <a:xfrm>
            <a:off x="6289144" y="5141013"/>
            <a:ext cx="721206" cy="609701"/>
            <a:chOff x="8253594" y="5012622"/>
            <a:chExt cx="871904" cy="748695"/>
          </a:xfrm>
        </p:grpSpPr>
        <p:sp>
          <p:nvSpPr>
            <p:cNvPr id="862" name="Rectangle 861">
              <a:hlinkHover r:id="" action="ppaction://noaction" highlightClick="1"/>
              <a:extLst>
                <a:ext uri="{FF2B5EF4-FFF2-40B4-BE49-F238E27FC236}">
                  <a16:creationId xmlns:a16="http://schemas.microsoft.com/office/drawing/2014/main" id="{EBDC0C25-A888-5C55-40A3-0C86717B98D9}"/>
                </a:ext>
              </a:extLst>
            </p:cNvPr>
            <p:cNvSpPr/>
            <p:nvPr/>
          </p:nvSpPr>
          <p:spPr>
            <a:xfrm>
              <a:off x="825359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863" name="Oval 862">
              <a:extLst>
                <a:ext uri="{FF2B5EF4-FFF2-40B4-BE49-F238E27FC236}">
                  <a16:creationId xmlns:a16="http://schemas.microsoft.com/office/drawing/2014/main" id="{856CC38A-3C2B-26C6-0814-D90BDCB36EF7}"/>
                </a:ext>
              </a:extLst>
            </p:cNvPr>
            <p:cNvSpPr/>
            <p:nvPr/>
          </p:nvSpPr>
          <p:spPr>
            <a:xfrm>
              <a:off x="895339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4" name="Isosceles Triangle 648">
              <a:extLst>
                <a:ext uri="{FF2B5EF4-FFF2-40B4-BE49-F238E27FC236}">
                  <a16:creationId xmlns:a16="http://schemas.microsoft.com/office/drawing/2014/main" id="{E786B0F8-FD4A-D2CC-AB57-21B51D1336AA}"/>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5" name="Group 864">
            <a:extLst>
              <a:ext uri="{FF2B5EF4-FFF2-40B4-BE49-F238E27FC236}">
                <a16:creationId xmlns:a16="http://schemas.microsoft.com/office/drawing/2014/main" id="{601A63F9-0A20-7F5A-FECD-5759A1AB2C54}"/>
              </a:ext>
            </a:extLst>
          </p:cNvPr>
          <p:cNvGrpSpPr/>
          <p:nvPr/>
        </p:nvGrpSpPr>
        <p:grpSpPr>
          <a:xfrm>
            <a:off x="7122909" y="4419620"/>
            <a:ext cx="721206" cy="609701"/>
            <a:chOff x="7262509" y="5012622"/>
            <a:chExt cx="871904" cy="748695"/>
          </a:xfrm>
        </p:grpSpPr>
        <p:sp>
          <p:nvSpPr>
            <p:cNvPr id="866" name="Rectangle 865">
              <a:hlinkHover r:id="" action="ppaction://noaction" highlightClick="1"/>
              <a:extLst>
                <a:ext uri="{FF2B5EF4-FFF2-40B4-BE49-F238E27FC236}">
                  <a16:creationId xmlns:a16="http://schemas.microsoft.com/office/drawing/2014/main" id="{7B0E3D7C-1545-06F6-506D-6776F2B2238B}"/>
                </a:ext>
              </a:extLst>
            </p:cNvPr>
            <p:cNvSpPr/>
            <p:nvPr/>
          </p:nvSpPr>
          <p:spPr>
            <a:xfrm>
              <a:off x="726250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867" name="Oval 866">
              <a:extLst>
                <a:ext uri="{FF2B5EF4-FFF2-40B4-BE49-F238E27FC236}">
                  <a16:creationId xmlns:a16="http://schemas.microsoft.com/office/drawing/2014/main" id="{D537D025-3F36-ADDE-9951-342D35D7832F}"/>
                </a:ext>
              </a:extLst>
            </p:cNvPr>
            <p:cNvSpPr/>
            <p:nvPr/>
          </p:nvSpPr>
          <p:spPr>
            <a:xfrm>
              <a:off x="79612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8" name="Isosceles Triangle 648">
              <a:extLst>
                <a:ext uri="{FF2B5EF4-FFF2-40B4-BE49-F238E27FC236}">
                  <a16:creationId xmlns:a16="http://schemas.microsoft.com/office/drawing/2014/main" id="{CD6168A3-A479-1DE4-36C5-702EF8B870E7}"/>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73" name="Group 872">
            <a:extLst>
              <a:ext uri="{FF2B5EF4-FFF2-40B4-BE49-F238E27FC236}">
                <a16:creationId xmlns:a16="http://schemas.microsoft.com/office/drawing/2014/main" id="{870F94C9-CFBD-A99D-411B-E8138A74EC1F}"/>
              </a:ext>
            </a:extLst>
          </p:cNvPr>
          <p:cNvGrpSpPr/>
          <p:nvPr/>
        </p:nvGrpSpPr>
        <p:grpSpPr>
          <a:xfrm>
            <a:off x="5454383" y="4419620"/>
            <a:ext cx="721206" cy="609701"/>
            <a:chOff x="5280339" y="5012622"/>
            <a:chExt cx="871904" cy="748695"/>
          </a:xfrm>
        </p:grpSpPr>
        <p:sp>
          <p:nvSpPr>
            <p:cNvPr id="874" name="Rectangle 873">
              <a:hlinkHover r:id="" action="ppaction://noaction" highlightClick="1"/>
              <a:extLst>
                <a:ext uri="{FF2B5EF4-FFF2-40B4-BE49-F238E27FC236}">
                  <a16:creationId xmlns:a16="http://schemas.microsoft.com/office/drawing/2014/main" id="{C86720E1-F151-10C7-8198-AE216AD2A0AC}"/>
                </a:ext>
              </a:extLst>
            </p:cNvPr>
            <p:cNvSpPr/>
            <p:nvPr/>
          </p:nvSpPr>
          <p:spPr>
            <a:xfrm>
              <a:off x="528033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875" name="Oval 874">
              <a:extLst>
                <a:ext uri="{FF2B5EF4-FFF2-40B4-BE49-F238E27FC236}">
                  <a16:creationId xmlns:a16="http://schemas.microsoft.com/office/drawing/2014/main" id="{55B16538-1BF1-56F3-8E62-5FA479E837A1}"/>
                </a:ext>
              </a:extLst>
            </p:cNvPr>
            <p:cNvSpPr/>
            <p:nvPr/>
          </p:nvSpPr>
          <p:spPr>
            <a:xfrm>
              <a:off x="597784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6" name="Isosceles Triangle 648">
              <a:extLst>
                <a:ext uri="{FF2B5EF4-FFF2-40B4-BE49-F238E27FC236}">
                  <a16:creationId xmlns:a16="http://schemas.microsoft.com/office/drawing/2014/main" id="{FF09D308-9029-44DF-7346-C2DBBA1C80AB}"/>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77" name="Group 876">
            <a:extLst>
              <a:ext uri="{FF2B5EF4-FFF2-40B4-BE49-F238E27FC236}">
                <a16:creationId xmlns:a16="http://schemas.microsoft.com/office/drawing/2014/main" id="{E8A165CF-1FFF-02A4-FEEC-3FA668A69EE0}"/>
              </a:ext>
            </a:extLst>
          </p:cNvPr>
          <p:cNvGrpSpPr/>
          <p:nvPr/>
        </p:nvGrpSpPr>
        <p:grpSpPr>
          <a:xfrm>
            <a:off x="3775041" y="5130129"/>
            <a:ext cx="721893" cy="609702"/>
            <a:chOff x="324914" y="2550516"/>
            <a:chExt cx="872735" cy="748697"/>
          </a:xfrm>
        </p:grpSpPr>
        <p:sp>
          <p:nvSpPr>
            <p:cNvPr id="878" name="Rectangle 877">
              <a:hlinkHover r:id="" action="ppaction://noaction" highlightClick="1"/>
              <a:extLst>
                <a:ext uri="{FF2B5EF4-FFF2-40B4-BE49-F238E27FC236}">
                  <a16:creationId xmlns:a16="http://schemas.microsoft.com/office/drawing/2014/main" id="{4460E364-44B3-BF91-76E9-FD14A675E234}"/>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879" name="Group 878">
              <a:extLst>
                <a:ext uri="{FF2B5EF4-FFF2-40B4-BE49-F238E27FC236}">
                  <a16:creationId xmlns:a16="http://schemas.microsoft.com/office/drawing/2014/main" id="{F669CFF7-5679-4D7E-63E5-CCD0217BD88F}"/>
                </a:ext>
              </a:extLst>
            </p:cNvPr>
            <p:cNvGrpSpPr/>
            <p:nvPr/>
          </p:nvGrpSpPr>
          <p:grpSpPr>
            <a:xfrm>
              <a:off x="1040599" y="2550516"/>
              <a:ext cx="157050" cy="157050"/>
              <a:chOff x="1040599" y="2550516"/>
              <a:chExt cx="157050" cy="157050"/>
            </a:xfrm>
          </p:grpSpPr>
          <p:sp>
            <p:nvSpPr>
              <p:cNvPr id="880" name="Diamond 879">
                <a:extLst>
                  <a:ext uri="{FF2B5EF4-FFF2-40B4-BE49-F238E27FC236}">
                    <a16:creationId xmlns:a16="http://schemas.microsoft.com/office/drawing/2014/main" id="{7DC7A054-8F53-5858-26EB-36A4698A87E1}"/>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1" name="Oval 880">
                <a:extLst>
                  <a:ext uri="{FF2B5EF4-FFF2-40B4-BE49-F238E27FC236}">
                    <a16:creationId xmlns:a16="http://schemas.microsoft.com/office/drawing/2014/main" id="{33FE65F4-A4D4-978C-CF6E-9729397C380E}"/>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82" name="Group 881">
            <a:extLst>
              <a:ext uri="{FF2B5EF4-FFF2-40B4-BE49-F238E27FC236}">
                <a16:creationId xmlns:a16="http://schemas.microsoft.com/office/drawing/2014/main" id="{618703CB-359E-A2F9-FBAA-01E070CBF20F}"/>
              </a:ext>
            </a:extLst>
          </p:cNvPr>
          <p:cNvGrpSpPr/>
          <p:nvPr/>
        </p:nvGrpSpPr>
        <p:grpSpPr>
          <a:xfrm>
            <a:off x="4618174" y="5130744"/>
            <a:ext cx="721893" cy="609702"/>
            <a:chOff x="324914" y="2550516"/>
            <a:chExt cx="872735" cy="748697"/>
          </a:xfrm>
        </p:grpSpPr>
        <p:sp>
          <p:nvSpPr>
            <p:cNvPr id="883" name="Rectangle 882">
              <a:hlinkHover r:id="" action="ppaction://noaction" highlightClick="1"/>
              <a:extLst>
                <a:ext uri="{FF2B5EF4-FFF2-40B4-BE49-F238E27FC236}">
                  <a16:creationId xmlns:a16="http://schemas.microsoft.com/office/drawing/2014/main" id="{59CE4AD7-F551-54F1-467F-6AAC31547814}"/>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884" name="Group 883">
              <a:extLst>
                <a:ext uri="{FF2B5EF4-FFF2-40B4-BE49-F238E27FC236}">
                  <a16:creationId xmlns:a16="http://schemas.microsoft.com/office/drawing/2014/main" id="{FBEA7665-2AC3-F353-0A2E-B07DEBEF1C6B}"/>
                </a:ext>
              </a:extLst>
            </p:cNvPr>
            <p:cNvGrpSpPr/>
            <p:nvPr/>
          </p:nvGrpSpPr>
          <p:grpSpPr>
            <a:xfrm>
              <a:off x="1040599" y="2550516"/>
              <a:ext cx="157050" cy="157050"/>
              <a:chOff x="1040599" y="2550516"/>
              <a:chExt cx="157050" cy="157050"/>
            </a:xfrm>
          </p:grpSpPr>
          <p:sp>
            <p:nvSpPr>
              <p:cNvPr id="885" name="Diamond 884">
                <a:extLst>
                  <a:ext uri="{FF2B5EF4-FFF2-40B4-BE49-F238E27FC236}">
                    <a16:creationId xmlns:a16="http://schemas.microsoft.com/office/drawing/2014/main" id="{ACA1A5CE-69F6-3FA3-585D-43D47EB2113A}"/>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6" name="Oval 885">
                <a:extLst>
                  <a:ext uri="{FF2B5EF4-FFF2-40B4-BE49-F238E27FC236}">
                    <a16:creationId xmlns:a16="http://schemas.microsoft.com/office/drawing/2014/main" id="{8A6D064D-C51A-288F-6FE6-B9F50A98111C}"/>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87" name="Group 886">
            <a:extLst>
              <a:ext uri="{FF2B5EF4-FFF2-40B4-BE49-F238E27FC236}">
                <a16:creationId xmlns:a16="http://schemas.microsoft.com/office/drawing/2014/main" id="{7A76249C-9D24-6819-2CB6-FD8E0DA60F30}"/>
              </a:ext>
            </a:extLst>
          </p:cNvPr>
          <p:cNvGrpSpPr/>
          <p:nvPr/>
        </p:nvGrpSpPr>
        <p:grpSpPr>
          <a:xfrm>
            <a:off x="7125831" y="5143364"/>
            <a:ext cx="721206" cy="609701"/>
            <a:chOff x="8253594" y="4191922"/>
            <a:chExt cx="871904" cy="748695"/>
          </a:xfrm>
        </p:grpSpPr>
        <p:sp>
          <p:nvSpPr>
            <p:cNvPr id="888" name="Rectangle 887">
              <a:hlinkHover r:id="" action="ppaction://noaction" highlightClick="1"/>
              <a:extLst>
                <a:ext uri="{FF2B5EF4-FFF2-40B4-BE49-F238E27FC236}">
                  <a16:creationId xmlns:a16="http://schemas.microsoft.com/office/drawing/2014/main" id="{FAD75AFE-8368-F8F0-0C09-CEEF7E3F7CAB}"/>
                </a:ext>
              </a:extLst>
            </p:cNvPr>
            <p:cNvSpPr/>
            <p:nvPr/>
          </p:nvSpPr>
          <p:spPr>
            <a:xfrm>
              <a:off x="825359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889" name="Oval 888">
              <a:extLst>
                <a:ext uri="{FF2B5EF4-FFF2-40B4-BE49-F238E27FC236}">
                  <a16:creationId xmlns:a16="http://schemas.microsoft.com/office/drawing/2014/main" id="{C2869782-109E-E826-B46B-F657C179C453}"/>
                </a:ext>
              </a:extLst>
            </p:cNvPr>
            <p:cNvSpPr/>
            <p:nvPr/>
          </p:nvSpPr>
          <p:spPr>
            <a:xfrm>
              <a:off x="895339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0" name="Isosceles Triangle 648">
              <a:extLst>
                <a:ext uri="{FF2B5EF4-FFF2-40B4-BE49-F238E27FC236}">
                  <a16:creationId xmlns:a16="http://schemas.microsoft.com/office/drawing/2014/main" id="{0F3D4475-D276-F693-156E-6D9EBD4D0F8E}"/>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91" name="Group 890">
            <a:extLst>
              <a:ext uri="{FF2B5EF4-FFF2-40B4-BE49-F238E27FC236}">
                <a16:creationId xmlns:a16="http://schemas.microsoft.com/office/drawing/2014/main" id="{8D54B35C-615F-1BD7-08AB-022DBF8C8A7C}"/>
              </a:ext>
            </a:extLst>
          </p:cNvPr>
          <p:cNvGrpSpPr/>
          <p:nvPr/>
        </p:nvGrpSpPr>
        <p:grpSpPr>
          <a:xfrm>
            <a:off x="7122909" y="3698227"/>
            <a:ext cx="721206" cy="609701"/>
            <a:chOff x="7262509" y="4191922"/>
            <a:chExt cx="871904" cy="748695"/>
          </a:xfrm>
        </p:grpSpPr>
        <p:sp>
          <p:nvSpPr>
            <p:cNvPr id="892" name="Rectangle 891">
              <a:hlinkHover r:id="" action="ppaction://noaction" highlightClick="1"/>
              <a:extLst>
                <a:ext uri="{FF2B5EF4-FFF2-40B4-BE49-F238E27FC236}">
                  <a16:creationId xmlns:a16="http://schemas.microsoft.com/office/drawing/2014/main" id="{80FDFC31-B0CD-0696-A798-BB0AE7407390}"/>
                </a:ext>
              </a:extLst>
            </p:cNvPr>
            <p:cNvSpPr/>
            <p:nvPr/>
          </p:nvSpPr>
          <p:spPr>
            <a:xfrm>
              <a:off x="726250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893" name="Oval 892">
              <a:extLst>
                <a:ext uri="{FF2B5EF4-FFF2-40B4-BE49-F238E27FC236}">
                  <a16:creationId xmlns:a16="http://schemas.microsoft.com/office/drawing/2014/main" id="{435E2242-C9F7-9128-2C32-DB466A54B7CE}"/>
                </a:ext>
              </a:extLst>
            </p:cNvPr>
            <p:cNvSpPr/>
            <p:nvPr/>
          </p:nvSpPr>
          <p:spPr>
            <a:xfrm>
              <a:off x="796122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4" name="Isosceles Triangle 648">
              <a:extLst>
                <a:ext uri="{FF2B5EF4-FFF2-40B4-BE49-F238E27FC236}">
                  <a16:creationId xmlns:a16="http://schemas.microsoft.com/office/drawing/2014/main" id="{0C8922E0-281F-5DA9-B6E3-BC5818FEAB05}"/>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95" name="Group 894">
            <a:extLst>
              <a:ext uri="{FF2B5EF4-FFF2-40B4-BE49-F238E27FC236}">
                <a16:creationId xmlns:a16="http://schemas.microsoft.com/office/drawing/2014/main" id="{0A46799B-A371-EAD6-DF59-F9D26F79BFDB}"/>
              </a:ext>
            </a:extLst>
          </p:cNvPr>
          <p:cNvGrpSpPr/>
          <p:nvPr/>
        </p:nvGrpSpPr>
        <p:grpSpPr>
          <a:xfrm>
            <a:off x="6286222" y="3698227"/>
            <a:ext cx="721206" cy="609701"/>
            <a:chOff x="6271424" y="4191922"/>
            <a:chExt cx="871904" cy="748695"/>
          </a:xfrm>
        </p:grpSpPr>
        <p:sp>
          <p:nvSpPr>
            <p:cNvPr id="896" name="Rectangle 895">
              <a:hlinkHover r:id="" action="ppaction://noaction" highlightClick="1"/>
              <a:extLst>
                <a:ext uri="{FF2B5EF4-FFF2-40B4-BE49-F238E27FC236}">
                  <a16:creationId xmlns:a16="http://schemas.microsoft.com/office/drawing/2014/main" id="{D358DDE3-8EE4-C512-036E-688E4BD58204}"/>
                </a:ext>
              </a:extLst>
            </p:cNvPr>
            <p:cNvSpPr/>
            <p:nvPr/>
          </p:nvSpPr>
          <p:spPr>
            <a:xfrm>
              <a:off x="627142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897" name="Oval 896">
              <a:extLst>
                <a:ext uri="{FF2B5EF4-FFF2-40B4-BE49-F238E27FC236}">
                  <a16:creationId xmlns:a16="http://schemas.microsoft.com/office/drawing/2014/main" id="{2CC0D49E-8F74-8364-3154-93BA14E2F669}"/>
                </a:ext>
              </a:extLst>
            </p:cNvPr>
            <p:cNvSpPr/>
            <p:nvPr/>
          </p:nvSpPr>
          <p:spPr>
            <a:xfrm>
              <a:off x="697080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8" name="Isosceles Triangle 648">
              <a:extLst>
                <a:ext uri="{FF2B5EF4-FFF2-40B4-BE49-F238E27FC236}">
                  <a16:creationId xmlns:a16="http://schemas.microsoft.com/office/drawing/2014/main" id="{1B959F09-0E21-7C3E-8AB7-A8C59EE95E69}"/>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 name="Group 1">
            <a:extLst>
              <a:ext uri="{FF2B5EF4-FFF2-40B4-BE49-F238E27FC236}">
                <a16:creationId xmlns:a16="http://schemas.microsoft.com/office/drawing/2014/main" id="{F47AECAA-18AC-5A61-8F5D-12A76B82A6A1}"/>
              </a:ext>
            </a:extLst>
          </p:cNvPr>
          <p:cNvGrpSpPr/>
          <p:nvPr/>
        </p:nvGrpSpPr>
        <p:grpSpPr>
          <a:xfrm>
            <a:off x="3779083" y="3698227"/>
            <a:ext cx="721206" cy="609701"/>
            <a:chOff x="4289254" y="3370808"/>
            <a:chExt cx="871904" cy="748695"/>
          </a:xfrm>
        </p:grpSpPr>
        <p:sp>
          <p:nvSpPr>
            <p:cNvPr id="3" name="Rectangle 2">
              <a:extLst>
                <a:ext uri="{FF2B5EF4-FFF2-40B4-BE49-F238E27FC236}">
                  <a16:creationId xmlns:a16="http://schemas.microsoft.com/office/drawing/2014/main" id="{73695B3C-B70F-1E0B-066C-8E964501517D}"/>
                </a:ext>
              </a:extLst>
            </p:cNvPr>
            <p:cNvSpPr/>
            <p:nvPr/>
          </p:nvSpPr>
          <p:spPr>
            <a:xfrm>
              <a:off x="428925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4" name="Right Triangle 3">
              <a:extLst>
                <a:ext uri="{FF2B5EF4-FFF2-40B4-BE49-F238E27FC236}">
                  <a16:creationId xmlns:a16="http://schemas.microsoft.com/office/drawing/2014/main" id="{185F40E9-AF0F-B062-D7FF-C75FF3549066}"/>
                </a:ext>
              </a:extLst>
            </p:cNvPr>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A38D992D-7C52-562B-2A34-369977718F0A}"/>
                </a:ext>
              </a:extLst>
            </p:cNvPr>
            <p:cNvGrpSpPr/>
            <p:nvPr/>
          </p:nvGrpSpPr>
          <p:grpSpPr>
            <a:xfrm>
              <a:off x="5098569" y="3381257"/>
              <a:ext cx="45719" cy="75385"/>
              <a:chOff x="3883481" y="2057400"/>
              <a:chExt cx="1608363" cy="2652031"/>
            </a:xfrm>
            <a:solidFill>
              <a:srgbClr val="A6A6A6"/>
            </a:solidFill>
          </p:grpSpPr>
          <p:sp>
            <p:nvSpPr>
              <p:cNvPr id="6" name="Oval 27">
                <a:extLst>
                  <a:ext uri="{FF2B5EF4-FFF2-40B4-BE49-F238E27FC236}">
                    <a16:creationId xmlns:a16="http://schemas.microsoft.com/office/drawing/2014/main" id="{6565E337-08F1-A8DF-3E33-D971EEFAA1F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Oval 28">
                <a:extLst>
                  <a:ext uri="{FF2B5EF4-FFF2-40B4-BE49-F238E27FC236}">
                    <a16:creationId xmlns:a16="http://schemas.microsoft.com/office/drawing/2014/main" id="{B7CC1F5C-341F-7892-8DCE-A993A375AFD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 name="Group 7">
            <a:extLst>
              <a:ext uri="{FF2B5EF4-FFF2-40B4-BE49-F238E27FC236}">
                <a16:creationId xmlns:a16="http://schemas.microsoft.com/office/drawing/2014/main" id="{0D7BE68C-37A7-DFF0-DB49-E32567698605}"/>
              </a:ext>
            </a:extLst>
          </p:cNvPr>
          <p:cNvGrpSpPr/>
          <p:nvPr/>
        </p:nvGrpSpPr>
        <p:grpSpPr>
          <a:xfrm>
            <a:off x="4615770" y="3698227"/>
            <a:ext cx="721206" cy="609701"/>
            <a:chOff x="10235764" y="5012622"/>
            <a:chExt cx="871904" cy="748695"/>
          </a:xfrm>
        </p:grpSpPr>
        <p:sp>
          <p:nvSpPr>
            <p:cNvPr id="9" name="Rectangle 8">
              <a:hlinkHover r:id="" action="ppaction://noaction" highlightClick="1"/>
              <a:extLst>
                <a:ext uri="{FF2B5EF4-FFF2-40B4-BE49-F238E27FC236}">
                  <a16:creationId xmlns:a16="http://schemas.microsoft.com/office/drawing/2014/main" id="{813A4765-7875-019F-7A9E-47DD88983063}"/>
                </a:ext>
              </a:extLst>
            </p:cNvPr>
            <p:cNvSpPr/>
            <p:nvPr/>
          </p:nvSpPr>
          <p:spPr>
            <a:xfrm>
              <a:off x="1023576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10" name="Oval 9">
              <a:extLst>
                <a:ext uri="{FF2B5EF4-FFF2-40B4-BE49-F238E27FC236}">
                  <a16:creationId xmlns:a16="http://schemas.microsoft.com/office/drawing/2014/main" id="{E4A46F01-6853-A084-0FBD-0F3972698CE9}"/>
                </a:ext>
              </a:extLst>
            </p:cNvPr>
            <p:cNvSpPr/>
            <p:nvPr/>
          </p:nvSpPr>
          <p:spPr>
            <a:xfrm>
              <a:off x="109304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Isosceles Triangle 648">
              <a:extLst>
                <a:ext uri="{FF2B5EF4-FFF2-40B4-BE49-F238E27FC236}">
                  <a16:creationId xmlns:a16="http://schemas.microsoft.com/office/drawing/2014/main" id="{AA96856C-6A59-34C7-6FF6-E520FFA4DF74}"/>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2CB689F1-8E87-3F13-3B1A-001CE7581BC6}"/>
              </a:ext>
            </a:extLst>
          </p:cNvPr>
          <p:cNvGrpSpPr/>
          <p:nvPr/>
        </p:nvGrpSpPr>
        <p:grpSpPr>
          <a:xfrm>
            <a:off x="2100388" y="4419620"/>
            <a:ext cx="721206" cy="609701"/>
            <a:chOff x="5280339" y="3370808"/>
            <a:chExt cx="871904" cy="748695"/>
          </a:xfrm>
        </p:grpSpPr>
        <p:sp>
          <p:nvSpPr>
            <p:cNvPr id="17" name="Rectangle 16">
              <a:extLst>
                <a:ext uri="{FF2B5EF4-FFF2-40B4-BE49-F238E27FC236}">
                  <a16:creationId xmlns:a16="http://schemas.microsoft.com/office/drawing/2014/main" id="{647D16F8-7F9E-3643-A4B3-02D51E09EFF3}"/>
                </a:ext>
              </a:extLst>
            </p:cNvPr>
            <p:cNvSpPr/>
            <p:nvPr/>
          </p:nvSpPr>
          <p:spPr>
            <a:xfrm>
              <a:off x="528033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18" name="Right Triangle 17">
              <a:extLst>
                <a:ext uri="{FF2B5EF4-FFF2-40B4-BE49-F238E27FC236}">
                  <a16:creationId xmlns:a16="http://schemas.microsoft.com/office/drawing/2014/main" id="{9054F1FF-793A-236A-CE61-665D9BC360A4}"/>
                </a:ext>
              </a:extLst>
            </p:cNvPr>
            <p:cNvSpPr/>
            <p:nvPr/>
          </p:nvSpPr>
          <p:spPr>
            <a:xfrm rot="10800000">
              <a:off x="6009373"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2F53D62F-5A1C-6168-04D3-A0592FAAE69A}"/>
                </a:ext>
              </a:extLst>
            </p:cNvPr>
            <p:cNvGrpSpPr/>
            <p:nvPr/>
          </p:nvGrpSpPr>
          <p:grpSpPr>
            <a:xfrm>
              <a:off x="6089700" y="3389004"/>
              <a:ext cx="45719" cy="75385"/>
              <a:chOff x="3883481" y="2057400"/>
              <a:chExt cx="1608363" cy="2652031"/>
            </a:xfrm>
            <a:solidFill>
              <a:srgbClr val="A6A6A6"/>
            </a:solidFill>
          </p:grpSpPr>
          <p:sp>
            <p:nvSpPr>
              <p:cNvPr id="20" name="Oval 27">
                <a:extLst>
                  <a:ext uri="{FF2B5EF4-FFF2-40B4-BE49-F238E27FC236}">
                    <a16:creationId xmlns:a16="http://schemas.microsoft.com/office/drawing/2014/main" id="{D6BD5E27-7CAA-66EC-8838-B7E3FDABCF3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Oval 28">
                <a:extLst>
                  <a:ext uri="{FF2B5EF4-FFF2-40B4-BE49-F238E27FC236}">
                    <a16:creationId xmlns:a16="http://schemas.microsoft.com/office/drawing/2014/main" id="{690780EF-3F18-EE8B-1C0A-E392544328B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7" name="Group 36">
            <a:extLst>
              <a:ext uri="{FF2B5EF4-FFF2-40B4-BE49-F238E27FC236}">
                <a16:creationId xmlns:a16="http://schemas.microsoft.com/office/drawing/2014/main" id="{2D0BF433-A07C-B5C3-5CEE-3293546B13DB}"/>
              </a:ext>
            </a:extLst>
          </p:cNvPr>
          <p:cNvGrpSpPr/>
          <p:nvPr/>
        </p:nvGrpSpPr>
        <p:grpSpPr>
          <a:xfrm>
            <a:off x="8807242" y="1532276"/>
            <a:ext cx="721206" cy="609701"/>
            <a:chOff x="10235764" y="1729816"/>
            <a:chExt cx="871904" cy="748695"/>
          </a:xfrm>
        </p:grpSpPr>
        <p:sp>
          <p:nvSpPr>
            <p:cNvPr id="38" name="Rectangle 37">
              <a:hlinkHover r:id="" action="ppaction://noaction" highlightClick="1"/>
              <a:extLst>
                <a:ext uri="{FF2B5EF4-FFF2-40B4-BE49-F238E27FC236}">
                  <a16:creationId xmlns:a16="http://schemas.microsoft.com/office/drawing/2014/main" id="{7C7A5BAA-BB1B-91D0-33EC-C75D161B0737}"/>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41" name="Oval 40">
              <a:extLst>
                <a:ext uri="{FF2B5EF4-FFF2-40B4-BE49-F238E27FC236}">
                  <a16:creationId xmlns:a16="http://schemas.microsoft.com/office/drawing/2014/main" id="{ABD34E76-E2DA-9C38-BE75-AD124A564865}"/>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 name="Isosceles Triangle 648">
              <a:extLst>
                <a:ext uri="{FF2B5EF4-FFF2-40B4-BE49-F238E27FC236}">
                  <a16:creationId xmlns:a16="http://schemas.microsoft.com/office/drawing/2014/main" id="{F8E30367-48E0-4CA8-FE81-A696DAC9DEFB}"/>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3" name="Group 42">
            <a:extLst>
              <a:ext uri="{FF2B5EF4-FFF2-40B4-BE49-F238E27FC236}">
                <a16:creationId xmlns:a16="http://schemas.microsoft.com/office/drawing/2014/main" id="{8DB39B99-7009-D6DD-9FB6-68ADD7D6E7DE}"/>
              </a:ext>
            </a:extLst>
          </p:cNvPr>
          <p:cNvGrpSpPr/>
          <p:nvPr/>
        </p:nvGrpSpPr>
        <p:grpSpPr>
          <a:xfrm>
            <a:off x="11356238" y="1532276"/>
            <a:ext cx="721206" cy="609701"/>
            <a:chOff x="11226844" y="88412"/>
            <a:chExt cx="871904" cy="748695"/>
          </a:xfrm>
        </p:grpSpPr>
        <p:sp>
          <p:nvSpPr>
            <p:cNvPr id="44" name="Rectangle 43">
              <a:hlinkHover r:id="" action="ppaction://noaction" highlightClick="1"/>
              <a:extLst>
                <a:ext uri="{FF2B5EF4-FFF2-40B4-BE49-F238E27FC236}">
                  <a16:creationId xmlns:a16="http://schemas.microsoft.com/office/drawing/2014/main" id="{C21B7184-85D2-BBFA-5D16-A849399E0105}"/>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45" name="Oval 44">
              <a:extLst>
                <a:ext uri="{FF2B5EF4-FFF2-40B4-BE49-F238E27FC236}">
                  <a16:creationId xmlns:a16="http://schemas.microsoft.com/office/drawing/2014/main" id="{0B2B0555-6A7F-C60B-AB68-E0F6D84FC954}"/>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 name="Isosceles Triangle 648">
              <a:extLst>
                <a:ext uri="{FF2B5EF4-FFF2-40B4-BE49-F238E27FC236}">
                  <a16:creationId xmlns:a16="http://schemas.microsoft.com/office/drawing/2014/main" id="{3EA3B755-8F67-E14A-2B5A-800D604EC054}"/>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15" name="Group 914">
            <a:extLst>
              <a:ext uri="{FF2B5EF4-FFF2-40B4-BE49-F238E27FC236}">
                <a16:creationId xmlns:a16="http://schemas.microsoft.com/office/drawing/2014/main" id="{2740A6FA-5390-3163-A354-606F6562F59A}"/>
              </a:ext>
            </a:extLst>
          </p:cNvPr>
          <p:cNvGrpSpPr/>
          <p:nvPr/>
        </p:nvGrpSpPr>
        <p:grpSpPr>
          <a:xfrm>
            <a:off x="3776511" y="2974054"/>
            <a:ext cx="724144" cy="609701"/>
            <a:chOff x="6271424" y="3370808"/>
            <a:chExt cx="875460" cy="748695"/>
          </a:xfrm>
        </p:grpSpPr>
        <p:sp>
          <p:nvSpPr>
            <p:cNvPr id="916" name="Rectangle 915">
              <a:extLst>
                <a:ext uri="{FF2B5EF4-FFF2-40B4-BE49-F238E27FC236}">
                  <a16:creationId xmlns:a16="http://schemas.microsoft.com/office/drawing/2014/main" id="{E075CAEC-65B9-F387-1A44-B5418860BBCE}"/>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917" name="Right Triangle 916">
              <a:extLst>
                <a:ext uri="{FF2B5EF4-FFF2-40B4-BE49-F238E27FC236}">
                  <a16:creationId xmlns:a16="http://schemas.microsoft.com/office/drawing/2014/main" id="{0CDB264D-3815-11AC-E039-AD6EA0A00CCB}"/>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18" name="Group 917">
              <a:extLst>
                <a:ext uri="{FF2B5EF4-FFF2-40B4-BE49-F238E27FC236}">
                  <a16:creationId xmlns:a16="http://schemas.microsoft.com/office/drawing/2014/main" id="{54AE210D-B44A-4945-34C4-54A02BA616D9}"/>
                </a:ext>
              </a:extLst>
            </p:cNvPr>
            <p:cNvGrpSpPr/>
            <p:nvPr/>
          </p:nvGrpSpPr>
          <p:grpSpPr>
            <a:xfrm>
              <a:off x="7085694" y="3381257"/>
              <a:ext cx="45719" cy="75385"/>
              <a:chOff x="3883481" y="2057400"/>
              <a:chExt cx="1608363" cy="2652031"/>
            </a:xfrm>
            <a:solidFill>
              <a:srgbClr val="A6A6A6"/>
            </a:solidFill>
          </p:grpSpPr>
          <p:sp>
            <p:nvSpPr>
              <p:cNvPr id="919" name="Oval 27">
                <a:extLst>
                  <a:ext uri="{FF2B5EF4-FFF2-40B4-BE49-F238E27FC236}">
                    <a16:creationId xmlns:a16="http://schemas.microsoft.com/office/drawing/2014/main" id="{220BAAE0-E7D1-36C4-B11B-A783C00E434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0" name="Oval 28">
                <a:extLst>
                  <a:ext uri="{FF2B5EF4-FFF2-40B4-BE49-F238E27FC236}">
                    <a16:creationId xmlns:a16="http://schemas.microsoft.com/office/drawing/2014/main" id="{3176E27B-0B4D-951B-3ED3-E36D0BCC173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31" name="Group 930">
            <a:extLst>
              <a:ext uri="{FF2B5EF4-FFF2-40B4-BE49-F238E27FC236}">
                <a16:creationId xmlns:a16="http://schemas.microsoft.com/office/drawing/2014/main" id="{ED8C8CFA-667D-3E78-65DE-9E4AD4910BBF}"/>
              </a:ext>
            </a:extLst>
          </p:cNvPr>
          <p:cNvGrpSpPr/>
          <p:nvPr/>
        </p:nvGrpSpPr>
        <p:grpSpPr>
          <a:xfrm>
            <a:off x="7905566" y="751337"/>
            <a:ext cx="3396155" cy="4999377"/>
            <a:chOff x="7905566" y="751337"/>
            <a:chExt cx="3396155" cy="4999377"/>
          </a:xfrm>
        </p:grpSpPr>
        <p:cxnSp>
          <p:nvCxnSpPr>
            <p:cNvPr id="932" name="Straight Connector 931">
              <a:extLst>
                <a:ext uri="{FF2B5EF4-FFF2-40B4-BE49-F238E27FC236}">
                  <a16:creationId xmlns:a16="http://schemas.microsoft.com/office/drawing/2014/main" id="{F4130141-695F-3F59-29B9-72E3BAA5FA59}"/>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3" name="Straight Connector 932">
              <a:extLst>
                <a:ext uri="{FF2B5EF4-FFF2-40B4-BE49-F238E27FC236}">
                  <a16:creationId xmlns:a16="http://schemas.microsoft.com/office/drawing/2014/main" id="{80736C9D-60CA-1B20-F36B-7654C0B9BE04}"/>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4" name="Straight Connector 933">
              <a:extLst>
                <a:ext uri="{FF2B5EF4-FFF2-40B4-BE49-F238E27FC236}">
                  <a16:creationId xmlns:a16="http://schemas.microsoft.com/office/drawing/2014/main" id="{0FD77781-DE79-8DE8-E271-F23B96201E62}"/>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5" name="Straight Connector 934">
              <a:extLst>
                <a:ext uri="{FF2B5EF4-FFF2-40B4-BE49-F238E27FC236}">
                  <a16:creationId xmlns:a16="http://schemas.microsoft.com/office/drawing/2014/main" id="{CF71AA43-661A-18A8-572F-A7FFE3B7627A}"/>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6" name="Straight Connector 935">
              <a:extLst>
                <a:ext uri="{FF2B5EF4-FFF2-40B4-BE49-F238E27FC236}">
                  <a16:creationId xmlns:a16="http://schemas.microsoft.com/office/drawing/2014/main" id="{0BB921E2-B948-EF25-9B59-E560B7B911C9}"/>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7" name="Straight Connector 936">
              <a:extLst>
                <a:ext uri="{FF2B5EF4-FFF2-40B4-BE49-F238E27FC236}">
                  <a16:creationId xmlns:a16="http://schemas.microsoft.com/office/drawing/2014/main" id="{9CDC8838-9A74-A61B-E7B4-9C576E0C4FCA}"/>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8" name="Straight Connector 937">
              <a:extLst>
                <a:ext uri="{FF2B5EF4-FFF2-40B4-BE49-F238E27FC236}">
                  <a16:creationId xmlns:a16="http://schemas.microsoft.com/office/drawing/2014/main" id="{0F275550-00F6-852D-BE79-3E5304650829}"/>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939" name="Straight Connector 938">
            <a:extLst>
              <a:ext uri="{FF2B5EF4-FFF2-40B4-BE49-F238E27FC236}">
                <a16:creationId xmlns:a16="http://schemas.microsoft.com/office/drawing/2014/main" id="{E4E4524B-8C8B-F767-3648-5D29A946F052}"/>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940" name="Group 939">
            <a:extLst>
              <a:ext uri="{FF2B5EF4-FFF2-40B4-BE49-F238E27FC236}">
                <a16:creationId xmlns:a16="http://schemas.microsoft.com/office/drawing/2014/main" id="{5157D494-9B6F-807C-6F1F-6E682728FC9A}"/>
              </a:ext>
            </a:extLst>
          </p:cNvPr>
          <p:cNvGrpSpPr/>
          <p:nvPr/>
        </p:nvGrpSpPr>
        <p:grpSpPr>
          <a:xfrm>
            <a:off x="7957576" y="2253333"/>
            <a:ext cx="721206" cy="609701"/>
            <a:chOff x="10240105" y="2560818"/>
            <a:chExt cx="871904" cy="748695"/>
          </a:xfrm>
        </p:grpSpPr>
        <p:sp>
          <p:nvSpPr>
            <p:cNvPr id="941" name="Rectangle 940">
              <a:extLst>
                <a:ext uri="{FF2B5EF4-FFF2-40B4-BE49-F238E27FC236}">
                  <a16:creationId xmlns:a16="http://schemas.microsoft.com/office/drawing/2014/main" id="{B1E21473-B179-E3F9-F7E5-067277023FA7}"/>
                </a:ext>
              </a:extLst>
            </p:cNvPr>
            <p:cNvSpPr/>
            <p:nvPr/>
          </p:nvSpPr>
          <p:spPr>
            <a:xfrm>
              <a:off x="10240105"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942" name="Right Triangle 941">
              <a:extLst>
                <a:ext uri="{FF2B5EF4-FFF2-40B4-BE49-F238E27FC236}">
                  <a16:creationId xmlns:a16="http://schemas.microsoft.com/office/drawing/2014/main" id="{EDFD2790-E06E-E76D-7A99-8982E9E6C498}"/>
                </a:ext>
              </a:extLst>
            </p:cNvPr>
            <p:cNvSpPr/>
            <p:nvPr/>
          </p:nvSpPr>
          <p:spPr>
            <a:xfrm rot="10800000">
              <a:off x="10962978" y="25647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43" name="Group 942">
              <a:extLst>
                <a:ext uri="{FF2B5EF4-FFF2-40B4-BE49-F238E27FC236}">
                  <a16:creationId xmlns:a16="http://schemas.microsoft.com/office/drawing/2014/main" id="{4AFD0670-144F-019D-B645-E3AA22A59988}"/>
                </a:ext>
              </a:extLst>
            </p:cNvPr>
            <p:cNvGrpSpPr/>
            <p:nvPr/>
          </p:nvGrpSpPr>
          <p:grpSpPr>
            <a:xfrm>
              <a:off x="11043305" y="2572272"/>
              <a:ext cx="45719" cy="75385"/>
              <a:chOff x="3883481" y="2057400"/>
              <a:chExt cx="1608363" cy="2652031"/>
            </a:xfrm>
            <a:solidFill>
              <a:srgbClr val="A6A6A6"/>
            </a:solidFill>
          </p:grpSpPr>
          <p:sp>
            <p:nvSpPr>
              <p:cNvPr id="944" name="Oval 27">
                <a:extLst>
                  <a:ext uri="{FF2B5EF4-FFF2-40B4-BE49-F238E27FC236}">
                    <a16:creationId xmlns:a16="http://schemas.microsoft.com/office/drawing/2014/main" id="{7478FABD-D487-D7E3-FFBE-15F9C479973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5" name="Oval 28">
                <a:extLst>
                  <a:ext uri="{FF2B5EF4-FFF2-40B4-BE49-F238E27FC236}">
                    <a16:creationId xmlns:a16="http://schemas.microsoft.com/office/drawing/2014/main" id="{2ACCF3FE-2894-E902-733D-6C5BD29C02D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46" name="Group 945">
            <a:extLst>
              <a:ext uri="{FF2B5EF4-FFF2-40B4-BE49-F238E27FC236}">
                <a16:creationId xmlns:a16="http://schemas.microsoft.com/office/drawing/2014/main" id="{B2BB52CF-86F7-876F-B454-A457DAA983EE}"/>
              </a:ext>
            </a:extLst>
          </p:cNvPr>
          <p:cNvGrpSpPr/>
          <p:nvPr/>
        </p:nvGrpSpPr>
        <p:grpSpPr>
          <a:xfrm>
            <a:off x="4605608" y="811556"/>
            <a:ext cx="722058" cy="609701"/>
            <a:chOff x="6271424" y="909114"/>
            <a:chExt cx="872938" cy="748695"/>
          </a:xfrm>
        </p:grpSpPr>
        <p:sp>
          <p:nvSpPr>
            <p:cNvPr id="947" name="Rectangle 946">
              <a:extLst>
                <a:ext uri="{FF2B5EF4-FFF2-40B4-BE49-F238E27FC236}">
                  <a16:creationId xmlns:a16="http://schemas.microsoft.com/office/drawing/2014/main" id="{EA453BE8-8911-B16D-6B3C-7B639638B19D}"/>
                </a:ext>
              </a:extLst>
            </p:cNvPr>
            <p:cNvSpPr/>
            <p:nvPr/>
          </p:nvSpPr>
          <p:spPr>
            <a:xfrm>
              <a:off x="627142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48" name="Rectangle 947">
              <a:extLst>
                <a:ext uri="{FF2B5EF4-FFF2-40B4-BE49-F238E27FC236}">
                  <a16:creationId xmlns:a16="http://schemas.microsoft.com/office/drawing/2014/main" id="{4593EFA9-3784-66A7-426B-ADB8D9B052DC}"/>
                </a:ext>
              </a:extLst>
            </p:cNvPr>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9" name="Oval 15">
              <a:extLst>
                <a:ext uri="{FF2B5EF4-FFF2-40B4-BE49-F238E27FC236}">
                  <a16:creationId xmlns:a16="http://schemas.microsoft.com/office/drawing/2014/main" id="{C9726DAA-AB47-97E0-9719-F5591293A899}"/>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50" name="Straight Connector 949">
              <a:extLst>
                <a:ext uri="{FF2B5EF4-FFF2-40B4-BE49-F238E27FC236}">
                  <a16:creationId xmlns:a16="http://schemas.microsoft.com/office/drawing/2014/main" id="{29E1AB2E-7FE5-31F4-DBC0-4EEB2C09AD4F}"/>
                </a:ext>
              </a:extLst>
            </p:cNvPr>
            <p:cNvCxnSpPr>
              <a:cxnSpLocks/>
              <a:stCxn id="949"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51" name="Straight Connector 950">
              <a:extLst>
                <a:ext uri="{FF2B5EF4-FFF2-40B4-BE49-F238E27FC236}">
                  <a16:creationId xmlns:a16="http://schemas.microsoft.com/office/drawing/2014/main" id="{52B6212C-B9F3-8C5A-A149-718B33105546}"/>
                </a:ext>
              </a:extLst>
            </p:cNvPr>
            <p:cNvCxnSpPr>
              <a:cxnSpLocks/>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52" name="Group 951">
            <a:extLst>
              <a:ext uri="{FF2B5EF4-FFF2-40B4-BE49-F238E27FC236}">
                <a16:creationId xmlns:a16="http://schemas.microsoft.com/office/drawing/2014/main" id="{9ACF66F9-CECE-06B9-F4D2-BF20CAF044D8}"/>
              </a:ext>
            </a:extLst>
          </p:cNvPr>
          <p:cNvGrpSpPr/>
          <p:nvPr/>
        </p:nvGrpSpPr>
        <p:grpSpPr>
          <a:xfrm>
            <a:off x="6288014" y="2260882"/>
            <a:ext cx="721206" cy="609702"/>
            <a:chOff x="9244679" y="2560817"/>
            <a:chExt cx="871904" cy="748696"/>
          </a:xfrm>
        </p:grpSpPr>
        <p:sp>
          <p:nvSpPr>
            <p:cNvPr id="953" name="Rectangle 952">
              <a:extLst>
                <a:ext uri="{FF2B5EF4-FFF2-40B4-BE49-F238E27FC236}">
                  <a16:creationId xmlns:a16="http://schemas.microsoft.com/office/drawing/2014/main" id="{4546D496-0F78-C77E-3CC5-14BEC684289E}"/>
                </a:ext>
              </a:extLst>
            </p:cNvPr>
            <p:cNvSpPr/>
            <p:nvPr/>
          </p:nvSpPr>
          <p:spPr>
            <a:xfrm>
              <a:off x="924467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954" name="Right Triangle 953">
              <a:extLst>
                <a:ext uri="{FF2B5EF4-FFF2-40B4-BE49-F238E27FC236}">
                  <a16:creationId xmlns:a16="http://schemas.microsoft.com/office/drawing/2014/main" id="{2F7C0124-7339-475A-040F-81BC01F6D5D7}"/>
                </a:ext>
              </a:extLst>
            </p:cNvPr>
            <p:cNvSpPr/>
            <p:nvPr/>
          </p:nvSpPr>
          <p:spPr>
            <a:xfrm rot="10800000">
              <a:off x="9970339" y="25608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5" name="Oval 27">
              <a:extLst>
                <a:ext uri="{FF2B5EF4-FFF2-40B4-BE49-F238E27FC236}">
                  <a16:creationId xmlns:a16="http://schemas.microsoft.com/office/drawing/2014/main" id="{3BC0A57D-33F5-666D-0641-DE055F9C33F9}"/>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6" name="Oval 28">
              <a:extLst>
                <a:ext uri="{FF2B5EF4-FFF2-40B4-BE49-F238E27FC236}">
                  <a16:creationId xmlns:a16="http://schemas.microsoft.com/office/drawing/2014/main" id="{D9BB7689-DD6B-0A13-5618-86988F7E8680}"/>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57" name="Group 956">
            <a:extLst>
              <a:ext uri="{FF2B5EF4-FFF2-40B4-BE49-F238E27FC236}">
                <a16:creationId xmlns:a16="http://schemas.microsoft.com/office/drawing/2014/main" id="{8629DE37-78B8-7F35-BCB2-8802C17E7BA8}"/>
              </a:ext>
            </a:extLst>
          </p:cNvPr>
          <p:cNvGrpSpPr/>
          <p:nvPr/>
        </p:nvGrpSpPr>
        <p:grpSpPr>
          <a:xfrm>
            <a:off x="9667833" y="811173"/>
            <a:ext cx="721206" cy="609701"/>
            <a:chOff x="10243575" y="88412"/>
            <a:chExt cx="871904" cy="748695"/>
          </a:xfrm>
        </p:grpSpPr>
        <p:sp>
          <p:nvSpPr>
            <p:cNvPr id="958" name="Rectangle 957">
              <a:hlinkHover r:id="" action="ppaction://noaction" highlightClick="1"/>
              <a:extLst>
                <a:ext uri="{FF2B5EF4-FFF2-40B4-BE49-F238E27FC236}">
                  <a16:creationId xmlns:a16="http://schemas.microsoft.com/office/drawing/2014/main" id="{21F8102A-4546-992D-8AF7-CBCB844D9B91}"/>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959" name="Diamond 958">
              <a:extLst>
                <a:ext uri="{FF2B5EF4-FFF2-40B4-BE49-F238E27FC236}">
                  <a16:creationId xmlns:a16="http://schemas.microsoft.com/office/drawing/2014/main" id="{6AFE7773-EFA1-8E14-BC52-FFA0CD219738}"/>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8" name="Oval 497">
              <a:extLst>
                <a:ext uri="{FF2B5EF4-FFF2-40B4-BE49-F238E27FC236}">
                  <a16:creationId xmlns:a16="http://schemas.microsoft.com/office/drawing/2014/main" id="{A5F58FB0-BAB4-A8B9-D166-52D876B5C38E}"/>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99" name="Group 498">
            <a:extLst>
              <a:ext uri="{FF2B5EF4-FFF2-40B4-BE49-F238E27FC236}">
                <a16:creationId xmlns:a16="http://schemas.microsoft.com/office/drawing/2014/main" id="{D0CBEDEA-11EE-84C5-8386-5F6AEBD1005A}"/>
              </a:ext>
            </a:extLst>
          </p:cNvPr>
          <p:cNvGrpSpPr/>
          <p:nvPr/>
        </p:nvGrpSpPr>
        <p:grpSpPr>
          <a:xfrm>
            <a:off x="10507318" y="90836"/>
            <a:ext cx="721206" cy="609701"/>
            <a:chOff x="11226844" y="88412"/>
            <a:chExt cx="871904" cy="748695"/>
          </a:xfrm>
        </p:grpSpPr>
        <p:sp>
          <p:nvSpPr>
            <p:cNvPr id="500" name="Rectangle 499">
              <a:hlinkHover r:id="" action="ppaction://noaction" highlightClick="1"/>
              <a:extLst>
                <a:ext uri="{FF2B5EF4-FFF2-40B4-BE49-F238E27FC236}">
                  <a16:creationId xmlns:a16="http://schemas.microsoft.com/office/drawing/2014/main" id="{11E75A90-1FB9-CAEE-AE4A-5541FC55973E}"/>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501" name="Oval 500">
              <a:extLst>
                <a:ext uri="{FF2B5EF4-FFF2-40B4-BE49-F238E27FC236}">
                  <a16:creationId xmlns:a16="http://schemas.microsoft.com/office/drawing/2014/main" id="{9CBA5B52-82A9-C45B-F832-C47BCABB2B12}"/>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7" name="Isosceles Triangle 648">
              <a:extLst>
                <a:ext uri="{FF2B5EF4-FFF2-40B4-BE49-F238E27FC236}">
                  <a16:creationId xmlns:a16="http://schemas.microsoft.com/office/drawing/2014/main" id="{0C7E94F9-2CB3-C5A8-2CF0-39B4E2A23CFB}"/>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78" name="Group 77">
            <a:extLst>
              <a:ext uri="{FF2B5EF4-FFF2-40B4-BE49-F238E27FC236}">
                <a16:creationId xmlns:a16="http://schemas.microsoft.com/office/drawing/2014/main" id="{FD29AC12-91F2-A1E2-9762-B4832F88C86F}"/>
              </a:ext>
            </a:extLst>
          </p:cNvPr>
          <p:cNvGrpSpPr/>
          <p:nvPr/>
        </p:nvGrpSpPr>
        <p:grpSpPr>
          <a:xfrm>
            <a:off x="9656908" y="2253333"/>
            <a:ext cx="721206" cy="609701"/>
            <a:chOff x="11226844" y="2550518"/>
            <a:chExt cx="871904" cy="748695"/>
          </a:xfrm>
        </p:grpSpPr>
        <p:sp>
          <p:nvSpPr>
            <p:cNvPr id="79" name="Rectangle 78">
              <a:hlinkHover r:id="" action="ppaction://noaction" highlightClick="1"/>
              <a:extLst>
                <a:ext uri="{FF2B5EF4-FFF2-40B4-BE49-F238E27FC236}">
                  <a16:creationId xmlns:a16="http://schemas.microsoft.com/office/drawing/2014/main" id="{E37389EE-8E53-F6E7-915D-1C9E404A64E3}"/>
                </a:ext>
              </a:extLst>
            </p:cNvPr>
            <p:cNvSpPr/>
            <p:nvPr/>
          </p:nvSpPr>
          <p:spPr>
            <a:xfrm>
              <a:off x="11226844" y="255051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80" name="Rectangle 79">
              <a:extLst>
                <a:ext uri="{FF2B5EF4-FFF2-40B4-BE49-F238E27FC236}">
                  <a16:creationId xmlns:a16="http://schemas.microsoft.com/office/drawing/2014/main" id="{226504DE-40F7-0CBB-44D4-0180AD579B4F}"/>
                </a:ext>
              </a:extLst>
            </p:cNvPr>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1" name="Oval 15">
              <a:extLst>
                <a:ext uri="{FF2B5EF4-FFF2-40B4-BE49-F238E27FC236}">
                  <a16:creationId xmlns:a16="http://schemas.microsoft.com/office/drawing/2014/main" id="{4FE363F2-20C2-180C-7D78-538C38E167A8}"/>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2" name="Straight Connector 81">
              <a:extLst>
                <a:ext uri="{FF2B5EF4-FFF2-40B4-BE49-F238E27FC236}">
                  <a16:creationId xmlns:a16="http://schemas.microsoft.com/office/drawing/2014/main" id="{4F06F675-0207-B965-6588-237BB9317E5F}"/>
                </a:ext>
              </a:extLst>
            </p:cNvPr>
            <p:cNvCxnSpPr>
              <a:cxnSpLocks/>
              <a:stCxn id="81"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3" name="Straight Connector 82">
              <a:extLst>
                <a:ext uri="{FF2B5EF4-FFF2-40B4-BE49-F238E27FC236}">
                  <a16:creationId xmlns:a16="http://schemas.microsoft.com/office/drawing/2014/main" id="{3126DDE6-87DB-5100-4E7A-D0E623B764F1}"/>
                </a:ext>
              </a:extLst>
            </p:cNvPr>
            <p:cNvCxnSpPr>
              <a:cxnSpLocks/>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4" name="Group 83">
            <a:extLst>
              <a:ext uri="{FF2B5EF4-FFF2-40B4-BE49-F238E27FC236}">
                <a16:creationId xmlns:a16="http://schemas.microsoft.com/office/drawing/2014/main" id="{8AD6C200-D73E-B342-3954-07F6B69C7AB9}"/>
              </a:ext>
            </a:extLst>
          </p:cNvPr>
          <p:cNvGrpSpPr/>
          <p:nvPr/>
        </p:nvGrpSpPr>
        <p:grpSpPr>
          <a:xfrm>
            <a:off x="8791947" y="2257115"/>
            <a:ext cx="733206" cy="613871"/>
            <a:chOff x="11202812" y="97937"/>
            <a:chExt cx="886411" cy="753816"/>
          </a:xfrm>
        </p:grpSpPr>
        <p:sp>
          <p:nvSpPr>
            <p:cNvPr id="85" name="Rectangle 84">
              <a:hlinkHover r:id="" action="ppaction://noaction" highlightClick="1"/>
              <a:extLst>
                <a:ext uri="{FF2B5EF4-FFF2-40B4-BE49-F238E27FC236}">
                  <a16:creationId xmlns:a16="http://schemas.microsoft.com/office/drawing/2014/main" id="{7A2CF121-FD74-BD82-EC50-C1C4A18BA268}"/>
                </a:ext>
              </a:extLst>
            </p:cNvPr>
            <p:cNvSpPr/>
            <p:nvPr/>
          </p:nvSpPr>
          <p:spPr>
            <a:xfrm>
              <a:off x="11202812" y="10305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86" name="Oval 85">
              <a:extLst>
                <a:ext uri="{FF2B5EF4-FFF2-40B4-BE49-F238E27FC236}">
                  <a16:creationId xmlns:a16="http://schemas.microsoft.com/office/drawing/2014/main" id="{148B2ACF-9CC9-FB34-A925-6B4BEA4C4288}"/>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 name="Isosceles Triangle 648">
              <a:extLst>
                <a:ext uri="{FF2B5EF4-FFF2-40B4-BE49-F238E27FC236}">
                  <a16:creationId xmlns:a16="http://schemas.microsoft.com/office/drawing/2014/main" id="{C4305FAF-4BE8-DA23-CF16-8C89E64A4E3F}"/>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8" name="Group 87">
            <a:extLst>
              <a:ext uri="{FF2B5EF4-FFF2-40B4-BE49-F238E27FC236}">
                <a16:creationId xmlns:a16="http://schemas.microsoft.com/office/drawing/2014/main" id="{7F3901A5-B793-9244-5CDD-431F3BB8FB22}"/>
              </a:ext>
            </a:extLst>
          </p:cNvPr>
          <p:cNvGrpSpPr/>
          <p:nvPr/>
        </p:nvGrpSpPr>
        <p:grpSpPr>
          <a:xfrm>
            <a:off x="10506573" y="2253333"/>
            <a:ext cx="721206" cy="609701"/>
            <a:chOff x="10243575" y="88412"/>
            <a:chExt cx="871904" cy="748695"/>
          </a:xfrm>
        </p:grpSpPr>
        <p:sp>
          <p:nvSpPr>
            <p:cNvPr id="90" name="Rectangle 89">
              <a:hlinkHover r:id="" action="ppaction://noaction" highlightClick="1"/>
              <a:extLst>
                <a:ext uri="{FF2B5EF4-FFF2-40B4-BE49-F238E27FC236}">
                  <a16:creationId xmlns:a16="http://schemas.microsoft.com/office/drawing/2014/main" id="{0EDE8476-20C1-2C11-801F-28E134F7FED9}"/>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91" name="Diamond 90">
              <a:extLst>
                <a:ext uri="{FF2B5EF4-FFF2-40B4-BE49-F238E27FC236}">
                  <a16:creationId xmlns:a16="http://schemas.microsoft.com/office/drawing/2014/main" id="{C69B4157-77F1-CA9F-5151-61D0FA9DDFA6}"/>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 name="Oval 91">
              <a:extLst>
                <a:ext uri="{FF2B5EF4-FFF2-40B4-BE49-F238E27FC236}">
                  <a16:creationId xmlns:a16="http://schemas.microsoft.com/office/drawing/2014/main" id="{702E842D-D74A-6614-3228-210D0F479CA2}"/>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3" name="Group 92">
            <a:extLst>
              <a:ext uri="{FF2B5EF4-FFF2-40B4-BE49-F238E27FC236}">
                <a16:creationId xmlns:a16="http://schemas.microsoft.com/office/drawing/2014/main" id="{0E989883-222E-C5EE-DB74-776194EB5A73}"/>
              </a:ext>
            </a:extLst>
          </p:cNvPr>
          <p:cNvGrpSpPr/>
          <p:nvPr/>
        </p:nvGrpSpPr>
        <p:grpSpPr>
          <a:xfrm>
            <a:off x="2110200" y="2990968"/>
            <a:ext cx="721206" cy="609701"/>
            <a:chOff x="9244679" y="3370808"/>
            <a:chExt cx="871904" cy="748695"/>
          </a:xfrm>
        </p:grpSpPr>
        <p:sp>
          <p:nvSpPr>
            <p:cNvPr id="95" name="Rectangle 94">
              <a:extLst>
                <a:ext uri="{FF2B5EF4-FFF2-40B4-BE49-F238E27FC236}">
                  <a16:creationId xmlns:a16="http://schemas.microsoft.com/office/drawing/2014/main" id="{660431E8-936B-7CF7-8E97-E75358D01504}"/>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96" name="Rectangle 95">
              <a:extLst>
                <a:ext uri="{FF2B5EF4-FFF2-40B4-BE49-F238E27FC236}">
                  <a16:creationId xmlns:a16="http://schemas.microsoft.com/office/drawing/2014/main" id="{B817A5A7-AAC9-90AA-10D9-1DF9C532BE52}"/>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 name="Oval 15">
              <a:extLst>
                <a:ext uri="{FF2B5EF4-FFF2-40B4-BE49-F238E27FC236}">
                  <a16:creationId xmlns:a16="http://schemas.microsoft.com/office/drawing/2014/main" id="{CC012537-2DD9-755A-EEF6-BBC2F61BBA96}"/>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5" name="Straight Connector 104">
              <a:extLst>
                <a:ext uri="{FF2B5EF4-FFF2-40B4-BE49-F238E27FC236}">
                  <a16:creationId xmlns:a16="http://schemas.microsoft.com/office/drawing/2014/main" id="{49C895FD-F751-B366-2D86-12D199B0D600}"/>
                </a:ext>
              </a:extLst>
            </p:cNvPr>
            <p:cNvCxnSpPr>
              <a:cxnSpLocks/>
              <a:stCxn id="98"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6" name="Straight Connector 105">
              <a:extLst>
                <a:ext uri="{FF2B5EF4-FFF2-40B4-BE49-F238E27FC236}">
                  <a16:creationId xmlns:a16="http://schemas.microsoft.com/office/drawing/2014/main" id="{FEB13B2F-50EC-4434-0BFF-D404A04BFF3B}"/>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7" name="Group 106">
            <a:extLst>
              <a:ext uri="{FF2B5EF4-FFF2-40B4-BE49-F238E27FC236}">
                <a16:creationId xmlns:a16="http://schemas.microsoft.com/office/drawing/2014/main" id="{A41B2BF7-7B3E-7617-29ED-A4C492B532B7}"/>
              </a:ext>
            </a:extLst>
          </p:cNvPr>
          <p:cNvGrpSpPr/>
          <p:nvPr/>
        </p:nvGrpSpPr>
        <p:grpSpPr>
          <a:xfrm>
            <a:off x="4611964" y="2970765"/>
            <a:ext cx="721206" cy="609701"/>
            <a:chOff x="11226844" y="3371220"/>
            <a:chExt cx="871904" cy="748695"/>
          </a:xfrm>
        </p:grpSpPr>
        <p:sp>
          <p:nvSpPr>
            <p:cNvPr id="108" name="Rectangle 107">
              <a:extLst>
                <a:ext uri="{FF2B5EF4-FFF2-40B4-BE49-F238E27FC236}">
                  <a16:creationId xmlns:a16="http://schemas.microsoft.com/office/drawing/2014/main" id="{2AC6B8FF-2B66-67AE-D963-E0AEB43C191E}"/>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109" name="Rectangle 108">
              <a:extLst>
                <a:ext uri="{FF2B5EF4-FFF2-40B4-BE49-F238E27FC236}">
                  <a16:creationId xmlns:a16="http://schemas.microsoft.com/office/drawing/2014/main" id="{9CB1058E-4119-59D1-8AE8-7BC6B028B23F}"/>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Oval 15">
              <a:extLst>
                <a:ext uri="{FF2B5EF4-FFF2-40B4-BE49-F238E27FC236}">
                  <a16:creationId xmlns:a16="http://schemas.microsoft.com/office/drawing/2014/main" id="{2525EF92-2F82-EE5F-5775-1F95B1D41C7D}"/>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1" name="Straight Connector 110">
              <a:extLst>
                <a:ext uri="{FF2B5EF4-FFF2-40B4-BE49-F238E27FC236}">
                  <a16:creationId xmlns:a16="http://schemas.microsoft.com/office/drawing/2014/main" id="{1B4BC508-D604-9B67-F888-70665EC77FD7}"/>
                </a:ext>
              </a:extLst>
            </p:cNvPr>
            <p:cNvCxnSpPr>
              <a:cxnSpLocks/>
              <a:stCxn id="110"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2" name="Straight Connector 111">
              <a:extLst>
                <a:ext uri="{FF2B5EF4-FFF2-40B4-BE49-F238E27FC236}">
                  <a16:creationId xmlns:a16="http://schemas.microsoft.com/office/drawing/2014/main" id="{71209A39-7210-A32F-8982-96825D263376}"/>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3" name="Group 112">
            <a:extLst>
              <a:ext uri="{FF2B5EF4-FFF2-40B4-BE49-F238E27FC236}">
                <a16:creationId xmlns:a16="http://schemas.microsoft.com/office/drawing/2014/main" id="{B572BE6C-64B1-79BA-E95F-C49B43957221}"/>
              </a:ext>
            </a:extLst>
          </p:cNvPr>
          <p:cNvGrpSpPr/>
          <p:nvPr/>
        </p:nvGrpSpPr>
        <p:grpSpPr>
          <a:xfrm>
            <a:off x="11355999" y="2974054"/>
            <a:ext cx="721206" cy="609701"/>
            <a:chOff x="10235764" y="3370808"/>
            <a:chExt cx="871904" cy="748695"/>
          </a:xfrm>
        </p:grpSpPr>
        <p:sp>
          <p:nvSpPr>
            <p:cNvPr id="114" name="Rectangle 113">
              <a:hlinkHover r:id="" action="ppaction://noaction" highlightClick="1"/>
              <a:extLst>
                <a:ext uri="{FF2B5EF4-FFF2-40B4-BE49-F238E27FC236}">
                  <a16:creationId xmlns:a16="http://schemas.microsoft.com/office/drawing/2014/main" id="{B0F8857C-0346-B6E7-CC88-E5A42F724014}"/>
                </a:ext>
              </a:extLst>
            </p:cNvPr>
            <p:cNvSpPr/>
            <p:nvPr/>
          </p:nvSpPr>
          <p:spPr>
            <a:xfrm>
              <a:off x="10235764" y="337080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115" name="Oval 114">
              <a:extLst>
                <a:ext uri="{FF2B5EF4-FFF2-40B4-BE49-F238E27FC236}">
                  <a16:creationId xmlns:a16="http://schemas.microsoft.com/office/drawing/2014/main" id="{F5C92CA3-D6AD-D227-D249-9AA886B6882C}"/>
                </a:ext>
              </a:extLst>
            </p:cNvPr>
            <p:cNvSpPr/>
            <p:nvPr/>
          </p:nvSpPr>
          <p:spPr>
            <a:xfrm>
              <a:off x="10933601" y="338217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6" name="Isosceles Triangle 648">
              <a:extLst>
                <a:ext uri="{FF2B5EF4-FFF2-40B4-BE49-F238E27FC236}">
                  <a16:creationId xmlns:a16="http://schemas.microsoft.com/office/drawing/2014/main" id="{79723910-C1D5-4117-ABCD-C7B1DE180DA9}"/>
                </a:ext>
              </a:extLst>
            </p:cNvPr>
            <p:cNvSpPr/>
            <p:nvPr/>
          </p:nvSpPr>
          <p:spPr>
            <a:xfrm>
              <a:off x="10970020" y="339876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7" name="Group 116">
            <a:extLst>
              <a:ext uri="{FF2B5EF4-FFF2-40B4-BE49-F238E27FC236}">
                <a16:creationId xmlns:a16="http://schemas.microsoft.com/office/drawing/2014/main" id="{6B29E318-4260-2D08-7DC0-214C8DB7198D}"/>
              </a:ext>
            </a:extLst>
          </p:cNvPr>
          <p:cNvGrpSpPr/>
          <p:nvPr/>
        </p:nvGrpSpPr>
        <p:grpSpPr>
          <a:xfrm>
            <a:off x="1268346" y="3698227"/>
            <a:ext cx="721893" cy="610374"/>
            <a:chOff x="324914" y="4191098"/>
            <a:chExt cx="872735" cy="749519"/>
          </a:xfrm>
        </p:grpSpPr>
        <p:sp>
          <p:nvSpPr>
            <p:cNvPr id="118" name="Rectangle 117">
              <a:extLst>
                <a:ext uri="{FF2B5EF4-FFF2-40B4-BE49-F238E27FC236}">
                  <a16:creationId xmlns:a16="http://schemas.microsoft.com/office/drawing/2014/main" id="{963F905C-5A56-8CB9-DBA7-7AF124D246D2}"/>
                </a:ext>
              </a:extLst>
            </p:cNvPr>
            <p:cNvSpPr/>
            <p:nvPr/>
          </p:nvSpPr>
          <p:spPr>
            <a:xfrm>
              <a:off x="32491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119" name="Right Triangle 118">
              <a:extLst>
                <a:ext uri="{FF2B5EF4-FFF2-40B4-BE49-F238E27FC236}">
                  <a16:creationId xmlns:a16="http://schemas.microsoft.com/office/drawing/2014/main" id="{37E0B907-D109-3523-B674-93BF42AC8AB5}"/>
                </a:ext>
              </a:extLst>
            </p:cNvPr>
            <p:cNvSpPr/>
            <p:nvPr/>
          </p:nvSpPr>
          <p:spPr>
            <a:xfrm rot="10800000">
              <a:off x="1056136"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0" name="Group 119">
              <a:extLst>
                <a:ext uri="{FF2B5EF4-FFF2-40B4-BE49-F238E27FC236}">
                  <a16:creationId xmlns:a16="http://schemas.microsoft.com/office/drawing/2014/main" id="{561C3670-8287-7229-2241-53ED16AD18CE}"/>
                </a:ext>
              </a:extLst>
            </p:cNvPr>
            <p:cNvGrpSpPr/>
            <p:nvPr/>
          </p:nvGrpSpPr>
          <p:grpSpPr>
            <a:xfrm>
              <a:off x="1136463" y="4198579"/>
              <a:ext cx="45719" cy="75385"/>
              <a:chOff x="3883481" y="2057400"/>
              <a:chExt cx="1608363" cy="2652031"/>
            </a:xfrm>
            <a:solidFill>
              <a:srgbClr val="A6A6A6"/>
            </a:solidFill>
          </p:grpSpPr>
          <p:sp>
            <p:nvSpPr>
              <p:cNvPr id="121" name="Oval 27">
                <a:extLst>
                  <a:ext uri="{FF2B5EF4-FFF2-40B4-BE49-F238E27FC236}">
                    <a16:creationId xmlns:a16="http://schemas.microsoft.com/office/drawing/2014/main" id="{99ACCE3B-1EFC-654E-C0DE-82C4DE7934F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 name="Oval 28">
                <a:extLst>
                  <a:ext uri="{FF2B5EF4-FFF2-40B4-BE49-F238E27FC236}">
                    <a16:creationId xmlns:a16="http://schemas.microsoft.com/office/drawing/2014/main" id="{EC7F6AC4-7531-362B-6B6A-406D9445C09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3" name="Group 122">
            <a:extLst>
              <a:ext uri="{FF2B5EF4-FFF2-40B4-BE49-F238E27FC236}">
                <a16:creationId xmlns:a16="http://schemas.microsoft.com/office/drawing/2014/main" id="{B74F3391-D5F0-1C30-90C6-2C66920DA53F}"/>
              </a:ext>
            </a:extLst>
          </p:cNvPr>
          <p:cNvGrpSpPr/>
          <p:nvPr/>
        </p:nvGrpSpPr>
        <p:grpSpPr>
          <a:xfrm>
            <a:off x="11360399" y="2241807"/>
            <a:ext cx="721206" cy="609701"/>
            <a:chOff x="7262509" y="2560818"/>
            <a:chExt cx="871904" cy="748695"/>
          </a:xfrm>
        </p:grpSpPr>
        <p:sp>
          <p:nvSpPr>
            <p:cNvPr id="124" name="Rectangle 123">
              <a:extLst>
                <a:ext uri="{FF2B5EF4-FFF2-40B4-BE49-F238E27FC236}">
                  <a16:creationId xmlns:a16="http://schemas.microsoft.com/office/drawing/2014/main" id="{B0549ACE-E0DC-55E6-540F-950DD1B6FD32}"/>
                </a:ext>
              </a:extLst>
            </p:cNvPr>
            <p:cNvSpPr/>
            <p:nvPr/>
          </p:nvSpPr>
          <p:spPr>
            <a:xfrm>
              <a:off x="726250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25" name="Right Triangle 124">
              <a:extLst>
                <a:ext uri="{FF2B5EF4-FFF2-40B4-BE49-F238E27FC236}">
                  <a16:creationId xmlns:a16="http://schemas.microsoft.com/office/drawing/2014/main" id="{F2A47866-776F-DA90-1E01-D48BFBF05D1C}"/>
                </a:ext>
              </a:extLst>
            </p:cNvPr>
            <p:cNvSpPr/>
            <p:nvPr/>
          </p:nvSpPr>
          <p:spPr>
            <a:xfrm rot="10800000">
              <a:off x="7986364"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6" name="Group 125">
              <a:extLst>
                <a:ext uri="{FF2B5EF4-FFF2-40B4-BE49-F238E27FC236}">
                  <a16:creationId xmlns:a16="http://schemas.microsoft.com/office/drawing/2014/main" id="{7C8CC3CD-1A33-784F-7EBD-360AE6367FCD}"/>
                </a:ext>
              </a:extLst>
            </p:cNvPr>
            <p:cNvGrpSpPr/>
            <p:nvPr/>
          </p:nvGrpSpPr>
          <p:grpSpPr>
            <a:xfrm>
              <a:off x="8066691" y="2574863"/>
              <a:ext cx="45719" cy="75385"/>
              <a:chOff x="3883481" y="2057400"/>
              <a:chExt cx="1608363" cy="2652031"/>
            </a:xfrm>
            <a:solidFill>
              <a:srgbClr val="A6A6A6"/>
            </a:solidFill>
          </p:grpSpPr>
          <p:sp>
            <p:nvSpPr>
              <p:cNvPr id="127" name="Oval 27">
                <a:extLst>
                  <a:ext uri="{FF2B5EF4-FFF2-40B4-BE49-F238E27FC236}">
                    <a16:creationId xmlns:a16="http://schemas.microsoft.com/office/drawing/2014/main" id="{B71A921C-4E89-7354-0AF8-FA12D23ADE3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2" name="Oval 28">
                <a:extLst>
                  <a:ext uri="{FF2B5EF4-FFF2-40B4-BE49-F238E27FC236}">
                    <a16:creationId xmlns:a16="http://schemas.microsoft.com/office/drawing/2014/main" id="{9A4B2AA5-8F7F-6756-B741-F0E9DB20C3A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53" name="Group 552">
            <a:extLst>
              <a:ext uri="{FF2B5EF4-FFF2-40B4-BE49-F238E27FC236}">
                <a16:creationId xmlns:a16="http://schemas.microsoft.com/office/drawing/2014/main" id="{97CDDA30-283E-6A3E-9561-30FF93D33421}"/>
              </a:ext>
            </a:extLst>
          </p:cNvPr>
          <p:cNvGrpSpPr/>
          <p:nvPr/>
        </p:nvGrpSpPr>
        <p:grpSpPr>
          <a:xfrm>
            <a:off x="5454167" y="2268701"/>
            <a:ext cx="721206" cy="609701"/>
            <a:chOff x="8253594" y="2560818"/>
            <a:chExt cx="871904" cy="748695"/>
          </a:xfrm>
        </p:grpSpPr>
        <p:sp>
          <p:nvSpPr>
            <p:cNvPr id="554" name="Rectangle 553">
              <a:extLst>
                <a:ext uri="{FF2B5EF4-FFF2-40B4-BE49-F238E27FC236}">
                  <a16:creationId xmlns:a16="http://schemas.microsoft.com/office/drawing/2014/main" id="{91763F9D-44FF-D4A6-09B5-53D3EE3F1363}"/>
                </a:ext>
              </a:extLst>
            </p:cNvPr>
            <p:cNvSpPr/>
            <p:nvPr/>
          </p:nvSpPr>
          <p:spPr>
            <a:xfrm>
              <a:off x="825359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555" name="Right Triangle 554">
              <a:extLst>
                <a:ext uri="{FF2B5EF4-FFF2-40B4-BE49-F238E27FC236}">
                  <a16:creationId xmlns:a16="http://schemas.microsoft.com/office/drawing/2014/main" id="{ACA5DDA7-BA3B-2995-2682-37DAF6137759}"/>
                </a:ext>
              </a:extLst>
            </p:cNvPr>
            <p:cNvSpPr/>
            <p:nvPr/>
          </p:nvSpPr>
          <p:spPr>
            <a:xfrm rot="10800000">
              <a:off x="8976730" y="256777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72" name="Group 571">
              <a:extLst>
                <a:ext uri="{FF2B5EF4-FFF2-40B4-BE49-F238E27FC236}">
                  <a16:creationId xmlns:a16="http://schemas.microsoft.com/office/drawing/2014/main" id="{1E74D4B6-1F57-BCBA-D0BF-3C2128141D1F}"/>
                </a:ext>
              </a:extLst>
            </p:cNvPr>
            <p:cNvGrpSpPr/>
            <p:nvPr/>
          </p:nvGrpSpPr>
          <p:grpSpPr>
            <a:xfrm>
              <a:off x="9057057" y="2575256"/>
              <a:ext cx="45719" cy="75385"/>
              <a:chOff x="3883481" y="2057400"/>
              <a:chExt cx="1608363" cy="2652031"/>
            </a:xfrm>
            <a:solidFill>
              <a:srgbClr val="A6A6A6"/>
            </a:solidFill>
          </p:grpSpPr>
          <p:sp>
            <p:nvSpPr>
              <p:cNvPr id="573" name="Oval 27">
                <a:extLst>
                  <a:ext uri="{FF2B5EF4-FFF2-40B4-BE49-F238E27FC236}">
                    <a16:creationId xmlns:a16="http://schemas.microsoft.com/office/drawing/2014/main" id="{41DB8200-FC70-67FC-06CB-9AD632E9D53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4" name="Oval 28">
                <a:extLst>
                  <a:ext uri="{FF2B5EF4-FFF2-40B4-BE49-F238E27FC236}">
                    <a16:creationId xmlns:a16="http://schemas.microsoft.com/office/drawing/2014/main" id="{F907AD42-5C7D-45FB-09A3-523A3AB93DE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75" name="Group 574">
            <a:extLst>
              <a:ext uri="{FF2B5EF4-FFF2-40B4-BE49-F238E27FC236}">
                <a16:creationId xmlns:a16="http://schemas.microsoft.com/office/drawing/2014/main" id="{F8110D18-A712-C5E1-8936-EC10335BD621}"/>
              </a:ext>
            </a:extLst>
          </p:cNvPr>
          <p:cNvGrpSpPr/>
          <p:nvPr/>
        </p:nvGrpSpPr>
        <p:grpSpPr>
          <a:xfrm>
            <a:off x="2928083" y="5128486"/>
            <a:ext cx="724144" cy="609701"/>
            <a:chOff x="6271424" y="3370808"/>
            <a:chExt cx="875460" cy="748695"/>
          </a:xfrm>
        </p:grpSpPr>
        <p:sp>
          <p:nvSpPr>
            <p:cNvPr id="128" name="Rectangle 127">
              <a:extLst>
                <a:ext uri="{FF2B5EF4-FFF2-40B4-BE49-F238E27FC236}">
                  <a16:creationId xmlns:a16="http://schemas.microsoft.com/office/drawing/2014/main" id="{8FA685F6-358A-427E-A2D9-EC70401542F6}"/>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29" name="Right Triangle 128">
              <a:extLst>
                <a:ext uri="{FF2B5EF4-FFF2-40B4-BE49-F238E27FC236}">
                  <a16:creationId xmlns:a16="http://schemas.microsoft.com/office/drawing/2014/main" id="{4B6D25DD-944E-8507-6057-33BBB8023E7D}"/>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1" name="Group 130">
              <a:extLst>
                <a:ext uri="{FF2B5EF4-FFF2-40B4-BE49-F238E27FC236}">
                  <a16:creationId xmlns:a16="http://schemas.microsoft.com/office/drawing/2014/main" id="{948F04A1-8AB9-2229-72BA-CD058F175E0D}"/>
                </a:ext>
              </a:extLst>
            </p:cNvPr>
            <p:cNvGrpSpPr/>
            <p:nvPr/>
          </p:nvGrpSpPr>
          <p:grpSpPr>
            <a:xfrm>
              <a:off x="7085694" y="3381257"/>
              <a:ext cx="45719" cy="75385"/>
              <a:chOff x="3883481" y="2057400"/>
              <a:chExt cx="1608363" cy="2652031"/>
            </a:xfrm>
            <a:solidFill>
              <a:srgbClr val="A6A6A6"/>
            </a:solidFill>
          </p:grpSpPr>
          <p:sp>
            <p:nvSpPr>
              <p:cNvPr id="132" name="Oval 27">
                <a:extLst>
                  <a:ext uri="{FF2B5EF4-FFF2-40B4-BE49-F238E27FC236}">
                    <a16:creationId xmlns:a16="http://schemas.microsoft.com/office/drawing/2014/main" id="{7407955F-40C4-D967-8A36-31E01E0BCC1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Oval 28">
                <a:extLst>
                  <a:ext uri="{FF2B5EF4-FFF2-40B4-BE49-F238E27FC236}">
                    <a16:creationId xmlns:a16="http://schemas.microsoft.com/office/drawing/2014/main" id="{D1F3F0AC-23A3-3950-1D70-FD0E35C7D12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4" name="Group 133">
            <a:extLst>
              <a:ext uri="{FF2B5EF4-FFF2-40B4-BE49-F238E27FC236}">
                <a16:creationId xmlns:a16="http://schemas.microsoft.com/office/drawing/2014/main" id="{F7A4D740-9C79-0067-82CF-D663A6EB8387}"/>
              </a:ext>
            </a:extLst>
          </p:cNvPr>
          <p:cNvGrpSpPr/>
          <p:nvPr/>
        </p:nvGrpSpPr>
        <p:grpSpPr>
          <a:xfrm>
            <a:off x="2102909" y="811556"/>
            <a:ext cx="721206" cy="609701"/>
            <a:chOff x="2307084" y="909114"/>
            <a:chExt cx="871904" cy="748695"/>
          </a:xfrm>
        </p:grpSpPr>
        <p:sp>
          <p:nvSpPr>
            <p:cNvPr id="135" name="Rectangle 134">
              <a:extLst>
                <a:ext uri="{FF2B5EF4-FFF2-40B4-BE49-F238E27FC236}">
                  <a16:creationId xmlns:a16="http://schemas.microsoft.com/office/drawing/2014/main" id="{C86EEDFA-75EF-3564-0EA4-71E4C60729B6}"/>
                </a:ext>
              </a:extLst>
            </p:cNvPr>
            <p:cNvSpPr/>
            <p:nvPr/>
          </p:nvSpPr>
          <p:spPr>
            <a:xfrm>
              <a:off x="230708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6" name="Rectangle 135">
              <a:extLst>
                <a:ext uri="{FF2B5EF4-FFF2-40B4-BE49-F238E27FC236}">
                  <a16:creationId xmlns:a16="http://schemas.microsoft.com/office/drawing/2014/main" id="{FA5B4891-98C7-2568-D8D9-88FDEE11BF98}"/>
                </a:ext>
              </a:extLst>
            </p:cNvPr>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 name="Oval 15">
              <a:extLst>
                <a:ext uri="{FF2B5EF4-FFF2-40B4-BE49-F238E27FC236}">
                  <a16:creationId xmlns:a16="http://schemas.microsoft.com/office/drawing/2014/main" id="{CD5CE894-5564-EEE9-2E8D-FC80140E8705}"/>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8" name="Straight Connector 137">
              <a:extLst>
                <a:ext uri="{FF2B5EF4-FFF2-40B4-BE49-F238E27FC236}">
                  <a16:creationId xmlns:a16="http://schemas.microsoft.com/office/drawing/2014/main" id="{D63F4FC8-CE00-ECD5-649A-8DD29B516887}"/>
                </a:ext>
              </a:extLst>
            </p:cNvPr>
            <p:cNvCxnSpPr>
              <a:cxnSpLocks/>
              <a:stCxn id="137"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9" name="Straight Connector 138">
              <a:extLst>
                <a:ext uri="{FF2B5EF4-FFF2-40B4-BE49-F238E27FC236}">
                  <a16:creationId xmlns:a16="http://schemas.microsoft.com/office/drawing/2014/main" id="{E29DBEA6-C51E-BE95-0FAE-1B4F65B0006B}"/>
                </a:ext>
              </a:extLst>
            </p:cNvPr>
            <p:cNvCxnSpPr>
              <a:cxnSpLocks/>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0" name="Group 139">
            <a:extLst>
              <a:ext uri="{FF2B5EF4-FFF2-40B4-BE49-F238E27FC236}">
                <a16:creationId xmlns:a16="http://schemas.microsoft.com/office/drawing/2014/main" id="{4224EDB5-559F-F334-4E24-3066F517F1DB}"/>
              </a:ext>
            </a:extLst>
          </p:cNvPr>
          <p:cNvGrpSpPr/>
          <p:nvPr/>
        </p:nvGrpSpPr>
        <p:grpSpPr>
          <a:xfrm>
            <a:off x="5451974" y="3707588"/>
            <a:ext cx="721206" cy="609701"/>
            <a:chOff x="11335787" y="4191133"/>
            <a:chExt cx="710037" cy="609701"/>
          </a:xfrm>
        </p:grpSpPr>
        <p:sp>
          <p:nvSpPr>
            <p:cNvPr id="141" name="Rectangle 140">
              <a:hlinkHover r:id="" action="ppaction://noaction" highlightClick="1"/>
              <a:extLst>
                <a:ext uri="{FF2B5EF4-FFF2-40B4-BE49-F238E27FC236}">
                  <a16:creationId xmlns:a16="http://schemas.microsoft.com/office/drawing/2014/main" id="{6255A81F-83D6-CC6F-F326-CE292BAFAF2B}"/>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42" name="Oval 141">
              <a:extLst>
                <a:ext uri="{FF2B5EF4-FFF2-40B4-BE49-F238E27FC236}">
                  <a16:creationId xmlns:a16="http://schemas.microsoft.com/office/drawing/2014/main" id="{134C1704-D589-A5B2-A623-EB751672D3D4}"/>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Isosceles Triangle 648">
              <a:extLst>
                <a:ext uri="{FF2B5EF4-FFF2-40B4-BE49-F238E27FC236}">
                  <a16:creationId xmlns:a16="http://schemas.microsoft.com/office/drawing/2014/main" id="{453107DD-624A-8BC7-0C9C-59E15FA43713}"/>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4" name="Group 143">
            <a:extLst>
              <a:ext uri="{FF2B5EF4-FFF2-40B4-BE49-F238E27FC236}">
                <a16:creationId xmlns:a16="http://schemas.microsoft.com/office/drawing/2014/main" id="{3A2B9AC7-738E-0B75-85FD-55E91CB79B03}"/>
              </a:ext>
            </a:extLst>
          </p:cNvPr>
          <p:cNvGrpSpPr/>
          <p:nvPr/>
        </p:nvGrpSpPr>
        <p:grpSpPr>
          <a:xfrm>
            <a:off x="10506599" y="811556"/>
            <a:ext cx="721206" cy="609701"/>
            <a:chOff x="11226844" y="909114"/>
            <a:chExt cx="871904" cy="748695"/>
          </a:xfrm>
        </p:grpSpPr>
        <p:sp>
          <p:nvSpPr>
            <p:cNvPr id="145" name="Rectangle 144">
              <a:extLst>
                <a:ext uri="{FF2B5EF4-FFF2-40B4-BE49-F238E27FC236}">
                  <a16:creationId xmlns:a16="http://schemas.microsoft.com/office/drawing/2014/main" id="{7EFC22BE-F093-7AA5-DAC9-689764BB359A}"/>
                </a:ext>
              </a:extLst>
            </p:cNvPr>
            <p:cNvSpPr/>
            <p:nvPr/>
          </p:nvSpPr>
          <p:spPr>
            <a:xfrm>
              <a:off x="1122684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46" name="Rectangle 145">
              <a:extLst>
                <a:ext uri="{FF2B5EF4-FFF2-40B4-BE49-F238E27FC236}">
                  <a16:creationId xmlns:a16="http://schemas.microsoft.com/office/drawing/2014/main" id="{5860AD12-FD77-410B-AA84-7C57E463F08C}"/>
                </a:ext>
              </a:extLst>
            </p:cNvPr>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7" name="Oval 15">
              <a:extLst>
                <a:ext uri="{FF2B5EF4-FFF2-40B4-BE49-F238E27FC236}">
                  <a16:creationId xmlns:a16="http://schemas.microsoft.com/office/drawing/2014/main" id="{189EAB2F-B562-389F-7DC7-3E9D8F8F83FD}"/>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8" name="Straight Connector 147">
              <a:extLst>
                <a:ext uri="{FF2B5EF4-FFF2-40B4-BE49-F238E27FC236}">
                  <a16:creationId xmlns:a16="http://schemas.microsoft.com/office/drawing/2014/main" id="{BF5D8B7E-D9F9-42AA-7111-70D485978C0B}"/>
                </a:ext>
              </a:extLst>
            </p:cNvPr>
            <p:cNvCxnSpPr>
              <a:cxnSpLocks/>
              <a:stCxn id="147"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9" name="Straight Connector 148">
              <a:extLst>
                <a:ext uri="{FF2B5EF4-FFF2-40B4-BE49-F238E27FC236}">
                  <a16:creationId xmlns:a16="http://schemas.microsoft.com/office/drawing/2014/main" id="{CE8ED8D9-EC99-C431-991B-D45A662B5396}"/>
                </a:ext>
              </a:extLst>
            </p:cNvPr>
            <p:cNvCxnSpPr>
              <a:cxnSpLocks/>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0" name="Group 149">
            <a:extLst>
              <a:ext uri="{FF2B5EF4-FFF2-40B4-BE49-F238E27FC236}">
                <a16:creationId xmlns:a16="http://schemas.microsoft.com/office/drawing/2014/main" id="{BD759FE6-A3F0-B700-1304-A5545D93B3C6}"/>
              </a:ext>
            </a:extLst>
          </p:cNvPr>
          <p:cNvGrpSpPr/>
          <p:nvPr/>
        </p:nvGrpSpPr>
        <p:grpSpPr>
          <a:xfrm>
            <a:off x="7113073" y="809264"/>
            <a:ext cx="721206" cy="609701"/>
            <a:chOff x="4289253" y="909114"/>
            <a:chExt cx="871904" cy="748695"/>
          </a:xfrm>
        </p:grpSpPr>
        <p:sp>
          <p:nvSpPr>
            <p:cNvPr id="151" name="Rectangle 150">
              <a:extLst>
                <a:ext uri="{FF2B5EF4-FFF2-40B4-BE49-F238E27FC236}">
                  <a16:creationId xmlns:a16="http://schemas.microsoft.com/office/drawing/2014/main" id="{F7E8BB8F-6223-F7E0-9BE3-091D2646051C}"/>
                </a:ext>
              </a:extLst>
            </p:cNvPr>
            <p:cNvSpPr/>
            <p:nvPr/>
          </p:nvSpPr>
          <p:spPr>
            <a:xfrm>
              <a:off x="4289253"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52" name="Rectangle 151">
              <a:extLst>
                <a:ext uri="{FF2B5EF4-FFF2-40B4-BE49-F238E27FC236}">
                  <a16:creationId xmlns:a16="http://schemas.microsoft.com/office/drawing/2014/main" id="{CDBAC2DD-85EF-E549-D787-1E119C140F45}"/>
                </a:ext>
              </a:extLst>
            </p:cNvPr>
            <p:cNvSpPr/>
            <p:nvPr/>
          </p:nvSpPr>
          <p:spPr>
            <a:xfrm flipV="1">
              <a:off x="5036004" y="916254"/>
              <a:ext cx="121127"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 name="Oval 15">
              <a:extLst>
                <a:ext uri="{FF2B5EF4-FFF2-40B4-BE49-F238E27FC236}">
                  <a16:creationId xmlns:a16="http://schemas.microsoft.com/office/drawing/2014/main" id="{DEA4C68C-1295-E9AF-A034-D5752001BB94}"/>
                </a:ext>
              </a:extLst>
            </p:cNvPr>
            <p:cNvSpPr/>
            <p:nvPr/>
          </p:nvSpPr>
          <p:spPr>
            <a:xfrm>
              <a:off x="5069116"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4" name="Straight Connector 153">
              <a:extLst>
                <a:ext uri="{FF2B5EF4-FFF2-40B4-BE49-F238E27FC236}">
                  <a16:creationId xmlns:a16="http://schemas.microsoft.com/office/drawing/2014/main" id="{8796EF37-E581-19F9-DC4E-D908E3D4DBA4}"/>
                </a:ext>
              </a:extLst>
            </p:cNvPr>
            <p:cNvCxnSpPr>
              <a:cxnSpLocks/>
              <a:stCxn id="153" idx="0"/>
            </p:cNvCxnSpPr>
            <p:nvPr/>
          </p:nvCxnSpPr>
          <p:spPr>
            <a:xfrm flipV="1">
              <a:off x="5076002"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5" name="Straight Connector 154">
              <a:extLst>
                <a:ext uri="{FF2B5EF4-FFF2-40B4-BE49-F238E27FC236}">
                  <a16:creationId xmlns:a16="http://schemas.microsoft.com/office/drawing/2014/main" id="{27DB65FD-71A0-41A8-7D89-2F21F5AC789E}"/>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6" name="Group 155">
            <a:extLst>
              <a:ext uri="{FF2B5EF4-FFF2-40B4-BE49-F238E27FC236}">
                <a16:creationId xmlns:a16="http://schemas.microsoft.com/office/drawing/2014/main" id="{F5167E22-F7FD-B16A-C168-5BC9C09DA263}"/>
              </a:ext>
            </a:extLst>
          </p:cNvPr>
          <p:cNvGrpSpPr/>
          <p:nvPr/>
        </p:nvGrpSpPr>
        <p:grpSpPr>
          <a:xfrm>
            <a:off x="10504032" y="2975151"/>
            <a:ext cx="721206" cy="609701"/>
            <a:chOff x="11226844" y="3371220"/>
            <a:chExt cx="871904" cy="748695"/>
          </a:xfrm>
        </p:grpSpPr>
        <p:sp>
          <p:nvSpPr>
            <p:cNvPr id="157" name="Rectangle 156">
              <a:extLst>
                <a:ext uri="{FF2B5EF4-FFF2-40B4-BE49-F238E27FC236}">
                  <a16:creationId xmlns:a16="http://schemas.microsoft.com/office/drawing/2014/main" id="{3DCF87E0-D48E-9DF8-8FAF-F1E841CF9037}"/>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solidFill>
                  <a:latin typeface="Century Gothic" panose="020B0502020202020204" pitchFamily="34" charset="0"/>
                </a:rPr>
                <a:t>Microsoft Entra Agent Identities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58" name="Rectangle 157">
              <a:extLst>
                <a:ext uri="{FF2B5EF4-FFF2-40B4-BE49-F238E27FC236}">
                  <a16:creationId xmlns:a16="http://schemas.microsoft.com/office/drawing/2014/main" id="{FF425271-DAC2-5592-2F09-FD17B402EBE8}"/>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Oval 15">
              <a:extLst>
                <a:ext uri="{FF2B5EF4-FFF2-40B4-BE49-F238E27FC236}">
                  <a16:creationId xmlns:a16="http://schemas.microsoft.com/office/drawing/2014/main" id="{88CE3557-AD27-0C08-D689-FEE3A8F68AAD}"/>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0" name="Straight Connector 159">
              <a:extLst>
                <a:ext uri="{FF2B5EF4-FFF2-40B4-BE49-F238E27FC236}">
                  <a16:creationId xmlns:a16="http://schemas.microsoft.com/office/drawing/2014/main" id="{0351CD8B-43DD-E0E7-1BC4-E4B4F252BF28}"/>
                </a:ext>
              </a:extLst>
            </p:cNvPr>
            <p:cNvCxnSpPr>
              <a:cxnSpLocks/>
              <a:stCxn id="159"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1" name="Straight Connector 160">
              <a:extLst>
                <a:ext uri="{FF2B5EF4-FFF2-40B4-BE49-F238E27FC236}">
                  <a16:creationId xmlns:a16="http://schemas.microsoft.com/office/drawing/2014/main" id="{6498EAF2-9862-6A0E-C49B-0798464AF568}"/>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2" name="Group 161">
            <a:extLst>
              <a:ext uri="{FF2B5EF4-FFF2-40B4-BE49-F238E27FC236}">
                <a16:creationId xmlns:a16="http://schemas.microsoft.com/office/drawing/2014/main" id="{BBC69EF5-DEFE-5788-17AF-C6F2D9CA8D26}"/>
              </a:ext>
            </a:extLst>
          </p:cNvPr>
          <p:cNvGrpSpPr/>
          <p:nvPr/>
        </p:nvGrpSpPr>
        <p:grpSpPr>
          <a:xfrm>
            <a:off x="10518347" y="1536011"/>
            <a:ext cx="721206" cy="609701"/>
            <a:chOff x="11226844" y="88412"/>
            <a:chExt cx="871904" cy="748695"/>
          </a:xfrm>
        </p:grpSpPr>
        <p:sp>
          <p:nvSpPr>
            <p:cNvPr id="163" name="Rectangle 162">
              <a:hlinkHover r:id="" action="ppaction://noaction" highlightClick="1"/>
              <a:extLst>
                <a:ext uri="{FF2B5EF4-FFF2-40B4-BE49-F238E27FC236}">
                  <a16:creationId xmlns:a16="http://schemas.microsoft.com/office/drawing/2014/main" id="{3EC77957-674C-9166-92EC-E6DFCFEF9FF3}"/>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AI Services</a:t>
              </a:r>
            </a:p>
          </p:txBody>
        </p:sp>
        <p:sp>
          <p:nvSpPr>
            <p:cNvPr id="164" name="Oval 163">
              <a:extLst>
                <a:ext uri="{FF2B5EF4-FFF2-40B4-BE49-F238E27FC236}">
                  <a16:creationId xmlns:a16="http://schemas.microsoft.com/office/drawing/2014/main" id="{E7E47CE9-3FFE-F0A3-7550-F23366827C0E}"/>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5" name="Isosceles Triangle 648">
              <a:extLst>
                <a:ext uri="{FF2B5EF4-FFF2-40B4-BE49-F238E27FC236}">
                  <a16:creationId xmlns:a16="http://schemas.microsoft.com/office/drawing/2014/main" id="{31D567CC-E26E-E06C-69CD-F385960BAA5A}"/>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828B2AFF-ABD6-844B-B858-151C8B6705B4}"/>
              </a:ext>
            </a:extLst>
          </p:cNvPr>
          <p:cNvGrpSpPr/>
          <p:nvPr/>
        </p:nvGrpSpPr>
        <p:grpSpPr>
          <a:xfrm>
            <a:off x="11352864" y="5143204"/>
            <a:ext cx="721206" cy="609701"/>
            <a:chOff x="9244679" y="3370808"/>
            <a:chExt cx="871904" cy="748695"/>
          </a:xfrm>
        </p:grpSpPr>
        <p:sp>
          <p:nvSpPr>
            <p:cNvPr id="173" name="Rectangle 172">
              <a:extLst>
                <a:ext uri="{FF2B5EF4-FFF2-40B4-BE49-F238E27FC236}">
                  <a16:creationId xmlns:a16="http://schemas.microsoft.com/office/drawing/2014/main" id="{3A8D0F35-5379-F6D0-1049-F07D4AF1CEA2}"/>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174" name="Rectangle 173">
              <a:extLst>
                <a:ext uri="{FF2B5EF4-FFF2-40B4-BE49-F238E27FC236}">
                  <a16:creationId xmlns:a16="http://schemas.microsoft.com/office/drawing/2014/main" id="{063265E1-3FAD-92F6-9090-E904657F828F}"/>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Oval 15">
              <a:extLst>
                <a:ext uri="{FF2B5EF4-FFF2-40B4-BE49-F238E27FC236}">
                  <a16:creationId xmlns:a16="http://schemas.microsoft.com/office/drawing/2014/main" id="{2FEAD34B-9ACA-7596-25D8-47944E4AE460}"/>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6" name="Straight Connector 175">
              <a:extLst>
                <a:ext uri="{FF2B5EF4-FFF2-40B4-BE49-F238E27FC236}">
                  <a16:creationId xmlns:a16="http://schemas.microsoft.com/office/drawing/2014/main" id="{F8D60FB7-89B9-2F94-2246-FC89EDC37B20}"/>
                </a:ext>
              </a:extLst>
            </p:cNvPr>
            <p:cNvCxnSpPr>
              <a:cxnSpLocks/>
              <a:stCxn id="175"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7" name="Straight Connector 176">
              <a:extLst>
                <a:ext uri="{FF2B5EF4-FFF2-40B4-BE49-F238E27FC236}">
                  <a16:creationId xmlns:a16="http://schemas.microsoft.com/office/drawing/2014/main" id="{E169FB5B-03AE-13B6-4C0B-CEAD40BA2BD0}"/>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8" name="Group 177">
            <a:extLst>
              <a:ext uri="{FF2B5EF4-FFF2-40B4-BE49-F238E27FC236}">
                <a16:creationId xmlns:a16="http://schemas.microsoft.com/office/drawing/2014/main" id="{A7EE8CB9-749A-577B-537A-9AA697536C99}"/>
              </a:ext>
            </a:extLst>
          </p:cNvPr>
          <p:cNvGrpSpPr/>
          <p:nvPr/>
        </p:nvGrpSpPr>
        <p:grpSpPr>
          <a:xfrm>
            <a:off x="7114819" y="2256881"/>
            <a:ext cx="721206" cy="609701"/>
            <a:chOff x="9244679" y="3370808"/>
            <a:chExt cx="871904" cy="748695"/>
          </a:xfrm>
        </p:grpSpPr>
        <p:sp>
          <p:nvSpPr>
            <p:cNvPr id="179" name="Rectangle 178">
              <a:extLst>
                <a:ext uri="{FF2B5EF4-FFF2-40B4-BE49-F238E27FC236}">
                  <a16:creationId xmlns:a16="http://schemas.microsoft.com/office/drawing/2014/main" id="{B2A1C7A8-8775-5C0C-2184-55A14A87EB20}"/>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180" name="Rectangle 179">
              <a:extLst>
                <a:ext uri="{FF2B5EF4-FFF2-40B4-BE49-F238E27FC236}">
                  <a16:creationId xmlns:a16="http://schemas.microsoft.com/office/drawing/2014/main" id="{56F10371-0AB0-D79B-14A6-8B08968C453C}"/>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1" name="Oval 15">
              <a:extLst>
                <a:ext uri="{FF2B5EF4-FFF2-40B4-BE49-F238E27FC236}">
                  <a16:creationId xmlns:a16="http://schemas.microsoft.com/office/drawing/2014/main" id="{A524096A-031F-81C4-7BF8-D2E05B21A54E}"/>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2" name="Straight Connector 181">
              <a:extLst>
                <a:ext uri="{FF2B5EF4-FFF2-40B4-BE49-F238E27FC236}">
                  <a16:creationId xmlns:a16="http://schemas.microsoft.com/office/drawing/2014/main" id="{20D8F323-AD8C-A1BA-133C-F4B211269430}"/>
                </a:ext>
              </a:extLst>
            </p:cNvPr>
            <p:cNvCxnSpPr>
              <a:cxnSpLocks/>
              <a:stCxn id="181"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3" name="Straight Connector 182">
              <a:extLst>
                <a:ext uri="{FF2B5EF4-FFF2-40B4-BE49-F238E27FC236}">
                  <a16:creationId xmlns:a16="http://schemas.microsoft.com/office/drawing/2014/main" id="{D738D565-0643-9C89-6010-0451F66E13FA}"/>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pic>
        <p:nvPicPr>
          <p:cNvPr id="12" name="Picture 11">
            <a:hlinkClick r:id="rId6" action="ppaction://hlinksldjump"/>
            <a:extLst>
              <a:ext uri="{FF2B5EF4-FFF2-40B4-BE49-F238E27FC236}">
                <a16:creationId xmlns:a16="http://schemas.microsoft.com/office/drawing/2014/main" id="{1A149F33-89E0-3891-94DC-05B73B48FC4F}"/>
              </a:ext>
            </a:extLst>
          </p:cNvPr>
          <p:cNvPicPr>
            <a:picLocks noChangeAspect="1"/>
          </p:cNvPicPr>
          <p:nvPr/>
        </p:nvPicPr>
        <p:blipFill>
          <a:blip r:embed="rId7"/>
          <a:stretch>
            <a:fillRect/>
          </a:stretch>
        </p:blipFill>
        <p:spPr>
          <a:xfrm>
            <a:off x="0" y="0"/>
            <a:ext cx="211626" cy="6858000"/>
          </a:xfrm>
          <a:prstGeom prst="rect">
            <a:avLst/>
          </a:prstGeom>
        </p:spPr>
      </p:pic>
      <p:grpSp>
        <p:nvGrpSpPr>
          <p:cNvPr id="23" name="Group 22">
            <a:extLst>
              <a:ext uri="{FF2B5EF4-FFF2-40B4-BE49-F238E27FC236}">
                <a16:creationId xmlns:a16="http://schemas.microsoft.com/office/drawing/2014/main" id="{7099C95F-EBF6-1845-9203-7E1758BC0785}"/>
              </a:ext>
            </a:extLst>
          </p:cNvPr>
          <p:cNvGrpSpPr/>
          <p:nvPr/>
        </p:nvGrpSpPr>
        <p:grpSpPr>
          <a:xfrm>
            <a:off x="9658105" y="2978440"/>
            <a:ext cx="721206" cy="609701"/>
            <a:chOff x="10243575" y="88412"/>
            <a:chExt cx="871904" cy="748695"/>
          </a:xfrm>
        </p:grpSpPr>
        <p:sp>
          <p:nvSpPr>
            <p:cNvPr id="27" name="Rectangle 26">
              <a:hlinkHover r:id="" action="ppaction://noaction" highlightClick="1"/>
              <a:extLst>
                <a:ext uri="{FF2B5EF4-FFF2-40B4-BE49-F238E27FC236}">
                  <a16:creationId xmlns:a16="http://schemas.microsoft.com/office/drawing/2014/main" id="{BF4E3111-9556-2070-6A55-A30A61CDB33C}"/>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28" name="Diamond 27">
              <a:extLst>
                <a:ext uri="{FF2B5EF4-FFF2-40B4-BE49-F238E27FC236}">
                  <a16:creationId xmlns:a16="http://schemas.microsoft.com/office/drawing/2014/main" id="{C974ED9F-7E9C-372C-E83C-BE4AA6281F07}"/>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 name="Oval 28">
              <a:extLst>
                <a:ext uri="{FF2B5EF4-FFF2-40B4-BE49-F238E27FC236}">
                  <a16:creationId xmlns:a16="http://schemas.microsoft.com/office/drawing/2014/main" id="{6A538AE6-6BAD-76FD-5B89-62E32EBA9110}"/>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0" name="Group 29">
            <a:extLst>
              <a:ext uri="{FF2B5EF4-FFF2-40B4-BE49-F238E27FC236}">
                <a16:creationId xmlns:a16="http://schemas.microsoft.com/office/drawing/2014/main" id="{C617BC66-EE03-0B30-F64A-3E1257A3E718}"/>
              </a:ext>
            </a:extLst>
          </p:cNvPr>
          <p:cNvGrpSpPr/>
          <p:nvPr/>
        </p:nvGrpSpPr>
        <p:grpSpPr>
          <a:xfrm>
            <a:off x="9652491" y="2986436"/>
            <a:ext cx="721206" cy="609701"/>
            <a:chOff x="9657972" y="90836"/>
            <a:chExt cx="721206" cy="609701"/>
          </a:xfrm>
        </p:grpSpPr>
        <p:sp>
          <p:nvSpPr>
            <p:cNvPr id="31" name="Rectangle 30">
              <a:hlinkHover r:id="" action="ppaction://noaction" highlightClick="1"/>
              <a:extLst>
                <a:ext uri="{FF2B5EF4-FFF2-40B4-BE49-F238E27FC236}">
                  <a16:creationId xmlns:a16="http://schemas.microsoft.com/office/drawing/2014/main" id="{B2BAC0A3-1963-81E5-09F4-4F915D3BC206}"/>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34" name="Diamond 33">
              <a:extLst>
                <a:ext uri="{FF2B5EF4-FFF2-40B4-BE49-F238E27FC236}">
                  <a16:creationId xmlns:a16="http://schemas.microsoft.com/office/drawing/2014/main" id="{7F20E460-CF1C-2543-9C0C-F095F8D9B8E5}"/>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 name="Oval 47">
              <a:extLst>
                <a:ext uri="{FF2B5EF4-FFF2-40B4-BE49-F238E27FC236}">
                  <a16:creationId xmlns:a16="http://schemas.microsoft.com/office/drawing/2014/main" id="{F1F5DB3F-6E55-50F5-F80E-752DFF9D3226}"/>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62559167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358718" y="173237"/>
            <a:ext cx="97192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Invisible to End User</a:t>
            </a:r>
          </a:p>
        </p:txBody>
      </p:sp>
      <p:sp>
        <p:nvSpPr>
          <p:cNvPr id="89" name="Rectangle 88">
            <a:hlinkClick r:id="rId3" action="ppaction://hlinksldjump"/>
            <a:hlinkHover r:id="rId3" action="ppaction://hlinksldjump"/>
            <a:extLst>
              <a:ext uri="{FF2B5EF4-FFF2-40B4-BE49-F238E27FC236}">
                <a16:creationId xmlns:a16="http://schemas.microsoft.com/office/drawing/2014/main" id="{F7DDA599-4705-4CBF-A4F4-96365164FA69}"/>
              </a:ext>
            </a:extLst>
          </p:cNvPr>
          <p:cNvSpPr/>
          <p:nvPr/>
        </p:nvSpPr>
        <p:spPr>
          <a:xfrm>
            <a:off x="292016" y="5886762"/>
            <a:ext cx="3781140" cy="781990"/>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Invisible to End User</a:t>
            </a:r>
          </a:p>
        </p:txBody>
      </p:sp>
      <p:sp>
        <p:nvSpPr>
          <p:cNvPr id="94" name="Rectangle 93">
            <a:hlinkClick r:id="rId4" action="ppaction://hlinksldjump"/>
            <a:hlinkHover r:id="rId4" action="ppaction://hlinksldjump"/>
            <a:extLst>
              <a:ext uri="{FF2B5EF4-FFF2-40B4-BE49-F238E27FC236}">
                <a16:creationId xmlns:a16="http://schemas.microsoft.com/office/drawing/2014/main" id="{6DD59B3A-D80E-48B9-BC33-88050D2E890A}"/>
              </a:ext>
            </a:extLst>
          </p:cNvPr>
          <p:cNvSpPr/>
          <p:nvPr/>
        </p:nvSpPr>
        <p:spPr>
          <a:xfrm>
            <a:off x="4315152" y="5889009"/>
            <a:ext cx="3781140" cy="781990"/>
          </a:xfrm>
          <a:prstGeom prst="rect">
            <a:avLst/>
          </a:prstGeom>
          <a:solidFill>
            <a:srgbClr val="C6C6C6"/>
          </a:solidFill>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Visible only when security boundary is crossed</a:t>
            </a:r>
          </a:p>
        </p:txBody>
      </p:sp>
      <p:sp>
        <p:nvSpPr>
          <p:cNvPr id="97" name="Rectangle 96">
            <a:hlinkClick r:id="rId5" action="ppaction://hlinksldjump"/>
            <a:hlinkHover r:id="rId5" action="ppaction://hlinksldjump"/>
            <a:extLst>
              <a:ext uri="{FF2B5EF4-FFF2-40B4-BE49-F238E27FC236}">
                <a16:creationId xmlns:a16="http://schemas.microsoft.com/office/drawing/2014/main" id="{517ED119-DD4E-40AB-80C8-EA72B5520AB9}"/>
              </a:ext>
            </a:extLst>
          </p:cNvPr>
          <p:cNvSpPr/>
          <p:nvPr/>
        </p:nvSpPr>
        <p:spPr>
          <a:xfrm>
            <a:off x="8338288" y="5886762"/>
            <a:ext cx="3781140" cy="781990"/>
          </a:xfrm>
          <a:prstGeom prst="rect">
            <a:avLst/>
          </a:prstGeom>
          <a:solidFill>
            <a:srgbClr val="C6C6C6"/>
          </a:solidFill>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Visible to End User</a:t>
            </a:r>
          </a:p>
        </p:txBody>
      </p:sp>
      <p:grpSp>
        <p:nvGrpSpPr>
          <p:cNvPr id="51" name="Group 50">
            <a:extLst>
              <a:ext uri="{FF2B5EF4-FFF2-40B4-BE49-F238E27FC236}">
                <a16:creationId xmlns:a16="http://schemas.microsoft.com/office/drawing/2014/main" id="{46F861EF-193A-C9D8-6CAD-9EAA373D8753}"/>
              </a:ext>
            </a:extLst>
          </p:cNvPr>
          <p:cNvGrpSpPr/>
          <p:nvPr/>
        </p:nvGrpSpPr>
        <p:grpSpPr>
          <a:xfrm>
            <a:off x="3779655" y="811556"/>
            <a:ext cx="721206" cy="609701"/>
            <a:chOff x="3779655" y="811556"/>
            <a:chExt cx="721206" cy="609701"/>
          </a:xfrm>
        </p:grpSpPr>
        <p:sp>
          <p:nvSpPr>
            <p:cNvPr id="52" name="Rectangle 51">
              <a:extLst>
                <a:ext uri="{FF2B5EF4-FFF2-40B4-BE49-F238E27FC236}">
                  <a16:creationId xmlns:a16="http://schemas.microsoft.com/office/drawing/2014/main" id="{373AE932-F49E-6BBA-2DC5-C17816882035}"/>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53" name="Rectangle 52">
              <a:extLst>
                <a:ext uri="{FF2B5EF4-FFF2-40B4-BE49-F238E27FC236}">
                  <a16:creationId xmlns:a16="http://schemas.microsoft.com/office/drawing/2014/main" id="{8C33F68D-962C-6290-EA19-342422179E7A}"/>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 name="Oval 15">
              <a:extLst>
                <a:ext uri="{FF2B5EF4-FFF2-40B4-BE49-F238E27FC236}">
                  <a16:creationId xmlns:a16="http://schemas.microsoft.com/office/drawing/2014/main" id="{3264E51A-A4FE-2174-DB4F-7B410B808567}"/>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 name="Straight Connector 54">
              <a:extLst>
                <a:ext uri="{FF2B5EF4-FFF2-40B4-BE49-F238E27FC236}">
                  <a16:creationId xmlns:a16="http://schemas.microsoft.com/office/drawing/2014/main" id="{094F3E3E-76E0-2854-EE0E-8D8AF548AA14}"/>
                </a:ext>
              </a:extLst>
            </p:cNvPr>
            <p:cNvCxnSpPr>
              <a:cxnSpLocks/>
              <a:stCxn id="54"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6" name="Straight Connector 55">
              <a:extLst>
                <a:ext uri="{FF2B5EF4-FFF2-40B4-BE49-F238E27FC236}">
                  <a16:creationId xmlns:a16="http://schemas.microsoft.com/office/drawing/2014/main" id="{67571F7F-FD6C-21E9-DC51-74FA50B25295}"/>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3" name="Group 162">
            <a:extLst>
              <a:ext uri="{FF2B5EF4-FFF2-40B4-BE49-F238E27FC236}">
                <a16:creationId xmlns:a16="http://schemas.microsoft.com/office/drawing/2014/main" id="{78576F35-FF87-96B1-CE8D-2F33E3A72E4D}"/>
              </a:ext>
            </a:extLst>
          </p:cNvPr>
          <p:cNvGrpSpPr/>
          <p:nvPr/>
        </p:nvGrpSpPr>
        <p:grpSpPr>
          <a:xfrm>
            <a:off x="7121069" y="1532276"/>
            <a:ext cx="721206" cy="609701"/>
            <a:chOff x="7121069" y="1532276"/>
            <a:chExt cx="721206" cy="609701"/>
          </a:xfrm>
        </p:grpSpPr>
        <p:sp>
          <p:nvSpPr>
            <p:cNvPr id="180" name="Rectangle 179">
              <a:extLst>
                <a:ext uri="{FF2B5EF4-FFF2-40B4-BE49-F238E27FC236}">
                  <a16:creationId xmlns:a16="http://schemas.microsoft.com/office/drawing/2014/main" id="{B2AAA9FF-DC52-5A1C-D551-AF841C83C876}"/>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181" name="Rectangle 180">
              <a:extLst>
                <a:ext uri="{FF2B5EF4-FFF2-40B4-BE49-F238E27FC236}">
                  <a16:creationId xmlns:a16="http://schemas.microsoft.com/office/drawing/2014/main" id="{200D4484-2A36-A1CD-F065-FB058B77C40B}"/>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2" name="Oval 15">
              <a:extLst>
                <a:ext uri="{FF2B5EF4-FFF2-40B4-BE49-F238E27FC236}">
                  <a16:creationId xmlns:a16="http://schemas.microsoft.com/office/drawing/2014/main" id="{957E941C-78CA-A2B1-D5A4-880C40F046F9}"/>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3" name="Straight Connector 182">
              <a:extLst>
                <a:ext uri="{FF2B5EF4-FFF2-40B4-BE49-F238E27FC236}">
                  <a16:creationId xmlns:a16="http://schemas.microsoft.com/office/drawing/2014/main" id="{74FA4899-1829-CFF9-A201-E23D6CAB404A}"/>
                </a:ext>
              </a:extLst>
            </p:cNvPr>
            <p:cNvCxnSpPr>
              <a:cxnSpLocks/>
              <a:stCxn id="182"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4" name="Straight Connector 193">
              <a:extLst>
                <a:ext uri="{FF2B5EF4-FFF2-40B4-BE49-F238E27FC236}">
                  <a16:creationId xmlns:a16="http://schemas.microsoft.com/office/drawing/2014/main" id="{EC9E9FA5-C6B0-7F7F-0F33-7957AC1029ED}"/>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95" name="Group 194">
            <a:extLst>
              <a:ext uri="{FF2B5EF4-FFF2-40B4-BE49-F238E27FC236}">
                <a16:creationId xmlns:a16="http://schemas.microsoft.com/office/drawing/2014/main" id="{36B5D91D-F479-30C3-5D8A-363E4D7A82CF}"/>
              </a:ext>
            </a:extLst>
          </p:cNvPr>
          <p:cNvGrpSpPr/>
          <p:nvPr/>
        </p:nvGrpSpPr>
        <p:grpSpPr>
          <a:xfrm>
            <a:off x="3775045" y="1532276"/>
            <a:ext cx="721206" cy="609701"/>
            <a:chOff x="3775045" y="1532276"/>
            <a:chExt cx="721206" cy="609701"/>
          </a:xfrm>
        </p:grpSpPr>
        <p:sp>
          <p:nvSpPr>
            <p:cNvPr id="196" name="Rectangle 195">
              <a:extLst>
                <a:ext uri="{FF2B5EF4-FFF2-40B4-BE49-F238E27FC236}">
                  <a16:creationId xmlns:a16="http://schemas.microsoft.com/office/drawing/2014/main" id="{B6D9D2A1-8F93-D197-82F2-5E10DCB10768}"/>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97" name="Right Triangle 196">
              <a:extLst>
                <a:ext uri="{FF2B5EF4-FFF2-40B4-BE49-F238E27FC236}">
                  <a16:creationId xmlns:a16="http://schemas.microsoft.com/office/drawing/2014/main" id="{50D4CEAE-10D0-900B-B834-82A5F0CA1EAF}"/>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98" name="Group 197">
              <a:extLst>
                <a:ext uri="{FF2B5EF4-FFF2-40B4-BE49-F238E27FC236}">
                  <a16:creationId xmlns:a16="http://schemas.microsoft.com/office/drawing/2014/main" id="{E9EF1FF2-01EE-3133-3BFE-9F4B818D9524}"/>
                </a:ext>
              </a:extLst>
            </p:cNvPr>
            <p:cNvGrpSpPr/>
            <p:nvPr/>
          </p:nvGrpSpPr>
          <p:grpSpPr>
            <a:xfrm>
              <a:off x="4440495" y="1542936"/>
              <a:ext cx="37817" cy="61390"/>
              <a:chOff x="3883481" y="2057400"/>
              <a:chExt cx="1608363" cy="2652031"/>
            </a:xfrm>
            <a:solidFill>
              <a:srgbClr val="A6A6A6">
                <a:alpha val="20000"/>
              </a:srgbClr>
            </a:solidFill>
          </p:grpSpPr>
          <p:sp>
            <p:nvSpPr>
              <p:cNvPr id="199" name="Oval 27">
                <a:extLst>
                  <a:ext uri="{FF2B5EF4-FFF2-40B4-BE49-F238E27FC236}">
                    <a16:creationId xmlns:a16="http://schemas.microsoft.com/office/drawing/2014/main" id="{30A331F0-2670-AACB-17BA-86C3831642A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0" name="Oval 28">
                <a:extLst>
                  <a:ext uri="{FF2B5EF4-FFF2-40B4-BE49-F238E27FC236}">
                    <a16:creationId xmlns:a16="http://schemas.microsoft.com/office/drawing/2014/main" id="{1219750B-E82A-0427-889C-BDE883D7681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48" name="Group 247">
            <a:extLst>
              <a:ext uri="{FF2B5EF4-FFF2-40B4-BE49-F238E27FC236}">
                <a16:creationId xmlns:a16="http://schemas.microsoft.com/office/drawing/2014/main" id="{8AEFCDB7-AE3A-F527-996A-AD458C22578B}"/>
              </a:ext>
            </a:extLst>
          </p:cNvPr>
          <p:cNvGrpSpPr/>
          <p:nvPr/>
        </p:nvGrpSpPr>
        <p:grpSpPr>
          <a:xfrm>
            <a:off x="2938537" y="1532271"/>
            <a:ext cx="721206" cy="610042"/>
            <a:chOff x="2938537" y="1532271"/>
            <a:chExt cx="721206" cy="610042"/>
          </a:xfrm>
        </p:grpSpPr>
        <p:sp>
          <p:nvSpPr>
            <p:cNvPr id="426" name="Rectangle 425">
              <a:extLst>
                <a:ext uri="{FF2B5EF4-FFF2-40B4-BE49-F238E27FC236}">
                  <a16:creationId xmlns:a16="http://schemas.microsoft.com/office/drawing/2014/main" id="{499A8805-8827-5F65-8241-D00A1C5EEE2B}"/>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27" name="Right Triangle 426">
              <a:extLst>
                <a:ext uri="{FF2B5EF4-FFF2-40B4-BE49-F238E27FC236}">
                  <a16:creationId xmlns:a16="http://schemas.microsoft.com/office/drawing/2014/main" id="{BE4D3E46-2D10-86C3-B214-EA693808A1EC}"/>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8" name="Oval 27">
              <a:extLst>
                <a:ext uri="{FF2B5EF4-FFF2-40B4-BE49-F238E27FC236}">
                  <a16:creationId xmlns:a16="http://schemas.microsoft.com/office/drawing/2014/main" id="{DD3548B9-EE65-1176-EF93-26389BFD2D1B}"/>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9" name="Oval 28">
              <a:extLst>
                <a:ext uri="{FF2B5EF4-FFF2-40B4-BE49-F238E27FC236}">
                  <a16:creationId xmlns:a16="http://schemas.microsoft.com/office/drawing/2014/main" id="{72DDD6E8-B104-BA01-FC0F-C68382704D62}"/>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0" name="Group 429">
            <a:extLst>
              <a:ext uri="{FF2B5EF4-FFF2-40B4-BE49-F238E27FC236}">
                <a16:creationId xmlns:a16="http://schemas.microsoft.com/office/drawing/2014/main" id="{68402475-F581-13B2-C610-1927EEBD9B26}"/>
              </a:ext>
            </a:extLst>
          </p:cNvPr>
          <p:cNvGrpSpPr/>
          <p:nvPr/>
        </p:nvGrpSpPr>
        <p:grpSpPr>
          <a:xfrm>
            <a:off x="6287105" y="2974054"/>
            <a:ext cx="721206" cy="609701"/>
            <a:chOff x="6287105" y="2974054"/>
            <a:chExt cx="721206" cy="609701"/>
          </a:xfrm>
        </p:grpSpPr>
        <p:sp>
          <p:nvSpPr>
            <p:cNvPr id="431" name="Rectangle 430">
              <a:hlinkHover r:id="" action="ppaction://noaction" highlightClick="1"/>
              <a:extLst>
                <a:ext uri="{FF2B5EF4-FFF2-40B4-BE49-F238E27FC236}">
                  <a16:creationId xmlns:a16="http://schemas.microsoft.com/office/drawing/2014/main" id="{F6F7E67E-1032-D4AF-A2A2-5CB07D7F0726}"/>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32" name="Rectangle 431">
              <a:extLst>
                <a:ext uri="{FF2B5EF4-FFF2-40B4-BE49-F238E27FC236}">
                  <a16:creationId xmlns:a16="http://schemas.microsoft.com/office/drawing/2014/main" id="{E9F41EC5-82AA-B99B-EE56-D04B325F6F75}"/>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3" name="Oval 15">
              <a:extLst>
                <a:ext uri="{FF2B5EF4-FFF2-40B4-BE49-F238E27FC236}">
                  <a16:creationId xmlns:a16="http://schemas.microsoft.com/office/drawing/2014/main" id="{FBD6BACF-D2B5-FC50-4A80-A6CEDE478520}"/>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4" name="Straight Connector 433">
              <a:extLst>
                <a:ext uri="{FF2B5EF4-FFF2-40B4-BE49-F238E27FC236}">
                  <a16:creationId xmlns:a16="http://schemas.microsoft.com/office/drawing/2014/main" id="{3D1EF726-EC87-2C99-C074-D3EA0BA57208}"/>
                </a:ext>
              </a:extLst>
            </p:cNvPr>
            <p:cNvCxnSpPr>
              <a:cxnSpLocks/>
              <a:stCxn id="433"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35" name="Group 434">
            <a:extLst>
              <a:ext uri="{FF2B5EF4-FFF2-40B4-BE49-F238E27FC236}">
                <a16:creationId xmlns:a16="http://schemas.microsoft.com/office/drawing/2014/main" id="{5D6479DD-60FB-3DFD-D0E3-3626FB914D8D}"/>
              </a:ext>
            </a:extLst>
          </p:cNvPr>
          <p:cNvGrpSpPr/>
          <p:nvPr/>
        </p:nvGrpSpPr>
        <p:grpSpPr>
          <a:xfrm>
            <a:off x="7123149" y="2974054"/>
            <a:ext cx="721206" cy="646284"/>
            <a:chOff x="7123149" y="2974054"/>
            <a:chExt cx="721206" cy="646284"/>
          </a:xfrm>
        </p:grpSpPr>
        <p:sp>
          <p:nvSpPr>
            <p:cNvPr id="436" name="Rectangle 435">
              <a:hlinkHover r:id="" action="ppaction://noaction" highlightClick="1"/>
              <a:extLst>
                <a:ext uri="{FF2B5EF4-FFF2-40B4-BE49-F238E27FC236}">
                  <a16:creationId xmlns:a16="http://schemas.microsoft.com/office/drawing/2014/main" id="{3031E713-EBBE-9127-5ABD-27E85F848C85}"/>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37" name="Rectangle 436">
              <a:extLst>
                <a:ext uri="{FF2B5EF4-FFF2-40B4-BE49-F238E27FC236}">
                  <a16:creationId xmlns:a16="http://schemas.microsoft.com/office/drawing/2014/main" id="{ECD1F148-7981-9D72-7393-D11E3717AC25}"/>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8" name="Oval 15">
              <a:extLst>
                <a:ext uri="{FF2B5EF4-FFF2-40B4-BE49-F238E27FC236}">
                  <a16:creationId xmlns:a16="http://schemas.microsoft.com/office/drawing/2014/main" id="{A8C0C491-BA16-47F2-8C47-7ACCD5EBB079}"/>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9" name="Straight Connector 438">
              <a:extLst>
                <a:ext uri="{FF2B5EF4-FFF2-40B4-BE49-F238E27FC236}">
                  <a16:creationId xmlns:a16="http://schemas.microsoft.com/office/drawing/2014/main" id="{575D927D-EFD2-D8AA-D85F-83C36A268A92}"/>
                </a:ext>
              </a:extLst>
            </p:cNvPr>
            <p:cNvCxnSpPr>
              <a:cxnSpLocks/>
              <a:stCxn id="438"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40" name="Straight Connector 439">
              <a:extLst>
                <a:ext uri="{FF2B5EF4-FFF2-40B4-BE49-F238E27FC236}">
                  <a16:creationId xmlns:a16="http://schemas.microsoft.com/office/drawing/2014/main" id="{73C02865-AC91-25E7-74F2-7F9373E77DE2}"/>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45" name="Group 444">
            <a:extLst>
              <a:ext uri="{FF2B5EF4-FFF2-40B4-BE49-F238E27FC236}">
                <a16:creationId xmlns:a16="http://schemas.microsoft.com/office/drawing/2014/main" id="{7D7C2BD4-052A-1D0D-02AF-8DDB36CEF26D}"/>
              </a:ext>
            </a:extLst>
          </p:cNvPr>
          <p:cNvGrpSpPr/>
          <p:nvPr/>
        </p:nvGrpSpPr>
        <p:grpSpPr>
          <a:xfrm>
            <a:off x="8795244" y="2974054"/>
            <a:ext cx="721206" cy="609701"/>
            <a:chOff x="8795244" y="2974054"/>
            <a:chExt cx="721206" cy="609701"/>
          </a:xfrm>
        </p:grpSpPr>
        <p:sp>
          <p:nvSpPr>
            <p:cNvPr id="446" name="Rectangle 445">
              <a:hlinkHover r:id="" action="ppaction://noaction" highlightClick="1"/>
              <a:extLst>
                <a:ext uri="{FF2B5EF4-FFF2-40B4-BE49-F238E27FC236}">
                  <a16:creationId xmlns:a16="http://schemas.microsoft.com/office/drawing/2014/main" id="{D5EF854E-F3B4-03AF-0199-4F4E3F05B50A}"/>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47" name="Diamond 446">
              <a:extLst>
                <a:ext uri="{FF2B5EF4-FFF2-40B4-BE49-F238E27FC236}">
                  <a16:creationId xmlns:a16="http://schemas.microsoft.com/office/drawing/2014/main" id="{72007B8C-18B8-5F23-2CB0-470248480C98}"/>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8" name="Oval 447">
              <a:extLst>
                <a:ext uri="{FF2B5EF4-FFF2-40B4-BE49-F238E27FC236}">
                  <a16:creationId xmlns:a16="http://schemas.microsoft.com/office/drawing/2014/main" id="{B63C4462-791F-B585-3E43-3D9E772A9751}"/>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7" name="Group 586">
            <a:extLst>
              <a:ext uri="{FF2B5EF4-FFF2-40B4-BE49-F238E27FC236}">
                <a16:creationId xmlns:a16="http://schemas.microsoft.com/office/drawing/2014/main" id="{5DBC8F10-99E7-600C-B418-0F482743292F}"/>
              </a:ext>
            </a:extLst>
          </p:cNvPr>
          <p:cNvGrpSpPr/>
          <p:nvPr/>
        </p:nvGrpSpPr>
        <p:grpSpPr>
          <a:xfrm>
            <a:off x="8807249" y="811555"/>
            <a:ext cx="721206" cy="609701"/>
            <a:chOff x="8807249" y="811555"/>
            <a:chExt cx="721206" cy="609701"/>
          </a:xfrm>
        </p:grpSpPr>
        <p:sp>
          <p:nvSpPr>
            <p:cNvPr id="588" name="Rectangle 587">
              <a:hlinkHover r:id="" action="ppaction://noaction" highlightClick="1"/>
              <a:extLst>
                <a:ext uri="{FF2B5EF4-FFF2-40B4-BE49-F238E27FC236}">
                  <a16:creationId xmlns:a16="http://schemas.microsoft.com/office/drawing/2014/main" id="{1C128CDA-85F1-3381-CBBA-717F1F12DC05}"/>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589" name="Diamond 588">
              <a:extLst>
                <a:ext uri="{FF2B5EF4-FFF2-40B4-BE49-F238E27FC236}">
                  <a16:creationId xmlns:a16="http://schemas.microsoft.com/office/drawing/2014/main" id="{2142AD8D-522B-0C88-F871-A9A55F2515DE}"/>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0" name="Oval 589">
              <a:extLst>
                <a:ext uri="{FF2B5EF4-FFF2-40B4-BE49-F238E27FC236}">
                  <a16:creationId xmlns:a16="http://schemas.microsoft.com/office/drawing/2014/main" id="{EA84A0D2-7E47-8A1F-CE74-9DBC46B1A2C8}"/>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7" name="Group 606">
            <a:extLst>
              <a:ext uri="{FF2B5EF4-FFF2-40B4-BE49-F238E27FC236}">
                <a16:creationId xmlns:a16="http://schemas.microsoft.com/office/drawing/2014/main" id="{1B0BBDA5-43ED-35FB-28C2-A115B1D93011}"/>
              </a:ext>
            </a:extLst>
          </p:cNvPr>
          <p:cNvGrpSpPr/>
          <p:nvPr/>
        </p:nvGrpSpPr>
        <p:grpSpPr>
          <a:xfrm>
            <a:off x="2102907" y="90836"/>
            <a:ext cx="721206" cy="609701"/>
            <a:chOff x="2102907" y="90836"/>
            <a:chExt cx="721206" cy="609701"/>
          </a:xfrm>
        </p:grpSpPr>
        <p:sp>
          <p:nvSpPr>
            <p:cNvPr id="608" name="Rectangle 607">
              <a:extLst>
                <a:ext uri="{FF2B5EF4-FFF2-40B4-BE49-F238E27FC236}">
                  <a16:creationId xmlns:a16="http://schemas.microsoft.com/office/drawing/2014/main" id="{66567C3B-4410-F3AB-036C-2A2C964A5A3A}"/>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09" name="Rectangle 608">
              <a:extLst>
                <a:ext uri="{FF2B5EF4-FFF2-40B4-BE49-F238E27FC236}">
                  <a16:creationId xmlns:a16="http://schemas.microsoft.com/office/drawing/2014/main" id="{64EB2F97-2C96-3CC8-825A-2C6724C2C45F}"/>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0" name="Oval 15">
              <a:extLst>
                <a:ext uri="{FF2B5EF4-FFF2-40B4-BE49-F238E27FC236}">
                  <a16:creationId xmlns:a16="http://schemas.microsoft.com/office/drawing/2014/main" id="{1378F425-A5DD-3264-3218-96F9A5F33599}"/>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1" name="Straight Connector 610">
              <a:extLst>
                <a:ext uri="{FF2B5EF4-FFF2-40B4-BE49-F238E27FC236}">
                  <a16:creationId xmlns:a16="http://schemas.microsoft.com/office/drawing/2014/main" id="{758087BE-FF92-39A0-3C10-0702CD6FEE5D}"/>
                </a:ext>
              </a:extLst>
            </p:cNvPr>
            <p:cNvCxnSpPr>
              <a:cxnSpLocks/>
              <a:stCxn id="610"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2" name="Straight Connector 611">
              <a:extLst>
                <a:ext uri="{FF2B5EF4-FFF2-40B4-BE49-F238E27FC236}">
                  <a16:creationId xmlns:a16="http://schemas.microsoft.com/office/drawing/2014/main" id="{2674E985-CFD4-D406-C254-D792D94C1AE1}"/>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5" name="Group 624">
            <a:extLst>
              <a:ext uri="{FF2B5EF4-FFF2-40B4-BE49-F238E27FC236}">
                <a16:creationId xmlns:a16="http://schemas.microsoft.com/office/drawing/2014/main" id="{06841ED1-37DB-96C8-802A-D04D17A99919}"/>
              </a:ext>
            </a:extLst>
          </p:cNvPr>
          <p:cNvGrpSpPr/>
          <p:nvPr/>
        </p:nvGrpSpPr>
        <p:grpSpPr>
          <a:xfrm>
            <a:off x="431660" y="3698226"/>
            <a:ext cx="721206" cy="609701"/>
            <a:chOff x="431660" y="3698226"/>
            <a:chExt cx="721206" cy="609701"/>
          </a:xfrm>
        </p:grpSpPr>
        <p:sp>
          <p:nvSpPr>
            <p:cNvPr id="626" name="Rectangle 625">
              <a:extLst>
                <a:ext uri="{FF2B5EF4-FFF2-40B4-BE49-F238E27FC236}">
                  <a16:creationId xmlns:a16="http://schemas.microsoft.com/office/drawing/2014/main" id="{627708D8-D147-BBCF-43EB-184C4B04338E}"/>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27" name="Right Triangle 626">
              <a:extLst>
                <a:ext uri="{FF2B5EF4-FFF2-40B4-BE49-F238E27FC236}">
                  <a16:creationId xmlns:a16="http://schemas.microsoft.com/office/drawing/2014/main" id="{21A7E388-12F5-66E8-24E5-3B9852098EC6}"/>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28" name="Group 627">
              <a:extLst>
                <a:ext uri="{FF2B5EF4-FFF2-40B4-BE49-F238E27FC236}">
                  <a16:creationId xmlns:a16="http://schemas.microsoft.com/office/drawing/2014/main" id="{48388407-81C8-9F25-58A3-04F50D901F5C}"/>
                </a:ext>
              </a:extLst>
            </p:cNvPr>
            <p:cNvGrpSpPr/>
            <p:nvPr/>
          </p:nvGrpSpPr>
          <p:grpSpPr>
            <a:xfrm>
              <a:off x="1102253" y="3706270"/>
              <a:ext cx="37817" cy="61390"/>
              <a:chOff x="3883481" y="2057400"/>
              <a:chExt cx="1608363" cy="2652031"/>
            </a:xfrm>
            <a:solidFill>
              <a:srgbClr val="A6A6A6">
                <a:alpha val="20000"/>
              </a:srgbClr>
            </a:solidFill>
          </p:grpSpPr>
          <p:sp>
            <p:nvSpPr>
              <p:cNvPr id="629" name="Oval 27">
                <a:extLst>
                  <a:ext uri="{FF2B5EF4-FFF2-40B4-BE49-F238E27FC236}">
                    <a16:creationId xmlns:a16="http://schemas.microsoft.com/office/drawing/2014/main" id="{78C4B7F9-2A56-395C-12A0-A981D20D543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0" name="Oval 28">
                <a:extLst>
                  <a:ext uri="{FF2B5EF4-FFF2-40B4-BE49-F238E27FC236}">
                    <a16:creationId xmlns:a16="http://schemas.microsoft.com/office/drawing/2014/main" id="{3F4549DA-DA5C-D96B-948E-7B0E19107C9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31" name="Group 630">
            <a:extLst>
              <a:ext uri="{FF2B5EF4-FFF2-40B4-BE49-F238E27FC236}">
                <a16:creationId xmlns:a16="http://schemas.microsoft.com/office/drawing/2014/main" id="{B52D4CD7-0386-0444-77CA-BC56820C2966}"/>
              </a:ext>
            </a:extLst>
          </p:cNvPr>
          <p:cNvGrpSpPr/>
          <p:nvPr/>
        </p:nvGrpSpPr>
        <p:grpSpPr>
          <a:xfrm>
            <a:off x="2942399" y="3698227"/>
            <a:ext cx="721206" cy="609701"/>
            <a:chOff x="2942399" y="3698227"/>
            <a:chExt cx="721206" cy="609701"/>
          </a:xfrm>
        </p:grpSpPr>
        <p:sp>
          <p:nvSpPr>
            <p:cNvPr id="632" name="Rectangle 631">
              <a:extLst>
                <a:ext uri="{FF2B5EF4-FFF2-40B4-BE49-F238E27FC236}">
                  <a16:creationId xmlns:a16="http://schemas.microsoft.com/office/drawing/2014/main" id="{61F59935-5410-030A-5CF4-3687DCCD7A46}"/>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33" name="Right Triangle 632">
              <a:extLst>
                <a:ext uri="{FF2B5EF4-FFF2-40B4-BE49-F238E27FC236}">
                  <a16:creationId xmlns:a16="http://schemas.microsoft.com/office/drawing/2014/main" id="{750B9B6D-1417-F879-EAF8-2BCB8467E408}"/>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4" name="Group 633">
              <a:extLst>
                <a:ext uri="{FF2B5EF4-FFF2-40B4-BE49-F238E27FC236}">
                  <a16:creationId xmlns:a16="http://schemas.microsoft.com/office/drawing/2014/main" id="{C103F53D-A9E2-AD7D-5803-CBC527C9BBFD}"/>
                </a:ext>
              </a:extLst>
            </p:cNvPr>
            <p:cNvGrpSpPr/>
            <p:nvPr/>
          </p:nvGrpSpPr>
          <p:grpSpPr>
            <a:xfrm>
              <a:off x="3607767" y="3713057"/>
              <a:ext cx="37817" cy="61390"/>
              <a:chOff x="3883481" y="2057400"/>
              <a:chExt cx="1608363" cy="2652031"/>
            </a:xfrm>
            <a:solidFill>
              <a:srgbClr val="A6A6A6">
                <a:alpha val="20000"/>
              </a:srgbClr>
            </a:solidFill>
          </p:grpSpPr>
          <p:sp>
            <p:nvSpPr>
              <p:cNvPr id="635" name="Oval 27">
                <a:extLst>
                  <a:ext uri="{FF2B5EF4-FFF2-40B4-BE49-F238E27FC236}">
                    <a16:creationId xmlns:a16="http://schemas.microsoft.com/office/drawing/2014/main" id="{C56D5EA6-BDB1-FC5D-F00E-AD664AC4075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6" name="Oval 28">
                <a:extLst>
                  <a:ext uri="{FF2B5EF4-FFF2-40B4-BE49-F238E27FC236}">
                    <a16:creationId xmlns:a16="http://schemas.microsoft.com/office/drawing/2014/main" id="{3396E8DF-6112-10C5-856F-3F983B11DA4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3" name="Group 652">
            <a:extLst>
              <a:ext uri="{FF2B5EF4-FFF2-40B4-BE49-F238E27FC236}">
                <a16:creationId xmlns:a16="http://schemas.microsoft.com/office/drawing/2014/main" id="{3BAADF8F-FD3E-6A30-6DBE-89150BCCBED6}"/>
              </a:ext>
            </a:extLst>
          </p:cNvPr>
          <p:cNvGrpSpPr/>
          <p:nvPr/>
        </p:nvGrpSpPr>
        <p:grpSpPr>
          <a:xfrm>
            <a:off x="2105710" y="3698208"/>
            <a:ext cx="721206" cy="610396"/>
            <a:chOff x="2105710" y="3698208"/>
            <a:chExt cx="721206" cy="610396"/>
          </a:xfrm>
        </p:grpSpPr>
        <p:sp>
          <p:nvSpPr>
            <p:cNvPr id="654" name="Rectangle 653">
              <a:extLst>
                <a:ext uri="{FF2B5EF4-FFF2-40B4-BE49-F238E27FC236}">
                  <a16:creationId xmlns:a16="http://schemas.microsoft.com/office/drawing/2014/main" id="{A3B3383B-39C9-74CB-27E1-6BD352D722FC}"/>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55" name="Right Triangle 654">
              <a:extLst>
                <a:ext uri="{FF2B5EF4-FFF2-40B4-BE49-F238E27FC236}">
                  <a16:creationId xmlns:a16="http://schemas.microsoft.com/office/drawing/2014/main" id="{269ED558-1A73-B835-ADEE-C11A8AAC95B9}"/>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6" name="Group 655">
              <a:extLst>
                <a:ext uri="{FF2B5EF4-FFF2-40B4-BE49-F238E27FC236}">
                  <a16:creationId xmlns:a16="http://schemas.microsoft.com/office/drawing/2014/main" id="{DA075FEA-09A9-C3C0-5905-954571972A1F}"/>
                </a:ext>
              </a:extLst>
            </p:cNvPr>
            <p:cNvGrpSpPr/>
            <p:nvPr/>
          </p:nvGrpSpPr>
          <p:grpSpPr>
            <a:xfrm>
              <a:off x="2776303" y="3704306"/>
              <a:ext cx="37817" cy="61390"/>
              <a:chOff x="3883481" y="2057400"/>
              <a:chExt cx="1608363" cy="2652031"/>
            </a:xfrm>
            <a:solidFill>
              <a:srgbClr val="A6A6A6">
                <a:alpha val="20000"/>
              </a:srgbClr>
            </a:solidFill>
          </p:grpSpPr>
          <p:sp>
            <p:nvSpPr>
              <p:cNvPr id="657" name="Oval 27">
                <a:extLst>
                  <a:ext uri="{FF2B5EF4-FFF2-40B4-BE49-F238E27FC236}">
                    <a16:creationId xmlns:a16="http://schemas.microsoft.com/office/drawing/2014/main" id="{F15F5AF9-4882-029F-C995-560516260D0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8" name="Oval 28">
                <a:extLst>
                  <a:ext uri="{FF2B5EF4-FFF2-40B4-BE49-F238E27FC236}">
                    <a16:creationId xmlns:a16="http://schemas.microsoft.com/office/drawing/2014/main" id="{4F67205E-D4CB-EDE2-8C4C-1AC27C20727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9" name="Group 658">
            <a:extLst>
              <a:ext uri="{FF2B5EF4-FFF2-40B4-BE49-F238E27FC236}">
                <a16:creationId xmlns:a16="http://schemas.microsoft.com/office/drawing/2014/main" id="{5CE3EC06-4F7C-B47A-D352-33B103DFF962}"/>
              </a:ext>
            </a:extLst>
          </p:cNvPr>
          <p:cNvGrpSpPr/>
          <p:nvPr/>
        </p:nvGrpSpPr>
        <p:grpSpPr>
          <a:xfrm>
            <a:off x="3778361" y="2253333"/>
            <a:ext cx="721206" cy="609701"/>
            <a:chOff x="3778361" y="2253333"/>
            <a:chExt cx="721206" cy="609701"/>
          </a:xfrm>
        </p:grpSpPr>
        <p:sp>
          <p:nvSpPr>
            <p:cNvPr id="660" name="Rectangle 659">
              <a:extLst>
                <a:ext uri="{FF2B5EF4-FFF2-40B4-BE49-F238E27FC236}">
                  <a16:creationId xmlns:a16="http://schemas.microsoft.com/office/drawing/2014/main" id="{4EF3B72A-FFA5-819E-32AB-08319F131A77}"/>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61" name="Rectangle 660">
              <a:extLst>
                <a:ext uri="{FF2B5EF4-FFF2-40B4-BE49-F238E27FC236}">
                  <a16:creationId xmlns:a16="http://schemas.microsoft.com/office/drawing/2014/main" id="{82A0DDC0-8257-4FD3-26B8-8306596BF5D6}"/>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2" name="Oval 15">
              <a:extLst>
                <a:ext uri="{FF2B5EF4-FFF2-40B4-BE49-F238E27FC236}">
                  <a16:creationId xmlns:a16="http://schemas.microsoft.com/office/drawing/2014/main" id="{8E4C3058-BEA1-E9AF-0CD7-B33B414A7C6E}"/>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3" name="Straight Connector 662">
              <a:extLst>
                <a:ext uri="{FF2B5EF4-FFF2-40B4-BE49-F238E27FC236}">
                  <a16:creationId xmlns:a16="http://schemas.microsoft.com/office/drawing/2014/main" id="{85E25B5B-9953-992F-9492-3368DC13F9BA}"/>
                </a:ext>
              </a:extLst>
            </p:cNvPr>
            <p:cNvCxnSpPr>
              <a:cxnSpLocks/>
              <a:stCxn id="662"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64" name="Straight Connector 663">
              <a:extLst>
                <a:ext uri="{FF2B5EF4-FFF2-40B4-BE49-F238E27FC236}">
                  <a16:creationId xmlns:a16="http://schemas.microsoft.com/office/drawing/2014/main" id="{CD0C9C60-8B97-4120-5A4B-0B7EDE3D3086}"/>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01" name="Group 700">
            <a:extLst>
              <a:ext uri="{FF2B5EF4-FFF2-40B4-BE49-F238E27FC236}">
                <a16:creationId xmlns:a16="http://schemas.microsoft.com/office/drawing/2014/main" id="{E31FB5EF-19F2-A85B-1232-9F01EC1268C0}"/>
              </a:ext>
            </a:extLst>
          </p:cNvPr>
          <p:cNvGrpSpPr/>
          <p:nvPr/>
        </p:nvGrpSpPr>
        <p:grpSpPr>
          <a:xfrm>
            <a:off x="431659" y="2253337"/>
            <a:ext cx="721895" cy="609700"/>
            <a:chOff x="431659" y="2253337"/>
            <a:chExt cx="721895" cy="609700"/>
          </a:xfrm>
        </p:grpSpPr>
        <p:sp>
          <p:nvSpPr>
            <p:cNvPr id="702" name="Rectangle 701">
              <a:hlinkHover r:id="" action="ppaction://noaction" highlightClick="1"/>
              <a:extLst>
                <a:ext uri="{FF2B5EF4-FFF2-40B4-BE49-F238E27FC236}">
                  <a16:creationId xmlns:a16="http://schemas.microsoft.com/office/drawing/2014/main" id="{8AFF9DF6-A246-357F-C92E-35AF3C4B4FC1}"/>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03" name="Diamond 702">
              <a:extLst>
                <a:ext uri="{FF2B5EF4-FFF2-40B4-BE49-F238E27FC236}">
                  <a16:creationId xmlns:a16="http://schemas.microsoft.com/office/drawing/2014/main" id="{D3D78697-5122-3843-3B63-B535C7D17076}"/>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4" name="Oval 703">
              <a:extLst>
                <a:ext uri="{FF2B5EF4-FFF2-40B4-BE49-F238E27FC236}">
                  <a16:creationId xmlns:a16="http://schemas.microsoft.com/office/drawing/2014/main" id="{FBDAE45B-1F08-2BF8-EB3E-007DE49869B3}"/>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9" name="Group 708">
            <a:extLst>
              <a:ext uri="{FF2B5EF4-FFF2-40B4-BE49-F238E27FC236}">
                <a16:creationId xmlns:a16="http://schemas.microsoft.com/office/drawing/2014/main" id="{CCA0E439-218D-4D91-0871-A97341AB4A71}"/>
              </a:ext>
            </a:extLst>
          </p:cNvPr>
          <p:cNvGrpSpPr/>
          <p:nvPr/>
        </p:nvGrpSpPr>
        <p:grpSpPr>
          <a:xfrm>
            <a:off x="2105348" y="1532276"/>
            <a:ext cx="721206" cy="609701"/>
            <a:chOff x="2105348" y="1532276"/>
            <a:chExt cx="721206" cy="609701"/>
          </a:xfrm>
        </p:grpSpPr>
        <p:sp>
          <p:nvSpPr>
            <p:cNvPr id="710" name="Rectangle 709">
              <a:extLst>
                <a:ext uri="{FF2B5EF4-FFF2-40B4-BE49-F238E27FC236}">
                  <a16:creationId xmlns:a16="http://schemas.microsoft.com/office/drawing/2014/main" id="{7CA602B6-8F01-401E-6B89-69E1400927EA}"/>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11" name="Rectangle 710">
              <a:extLst>
                <a:ext uri="{FF2B5EF4-FFF2-40B4-BE49-F238E27FC236}">
                  <a16:creationId xmlns:a16="http://schemas.microsoft.com/office/drawing/2014/main" id="{8F7BA135-C57C-1B79-6682-5F098460875A}"/>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2" name="Oval 15">
              <a:extLst>
                <a:ext uri="{FF2B5EF4-FFF2-40B4-BE49-F238E27FC236}">
                  <a16:creationId xmlns:a16="http://schemas.microsoft.com/office/drawing/2014/main" id="{05874307-FF43-53EF-6FBC-44CB5F37F476}"/>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13" name="Straight Connector 712">
              <a:extLst>
                <a:ext uri="{FF2B5EF4-FFF2-40B4-BE49-F238E27FC236}">
                  <a16:creationId xmlns:a16="http://schemas.microsoft.com/office/drawing/2014/main" id="{4075F387-1857-B32B-78A9-310D2377E837}"/>
                </a:ext>
              </a:extLst>
            </p:cNvPr>
            <p:cNvCxnSpPr>
              <a:cxnSpLocks/>
              <a:stCxn id="712"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14" name="Straight Connector 713">
              <a:extLst>
                <a:ext uri="{FF2B5EF4-FFF2-40B4-BE49-F238E27FC236}">
                  <a16:creationId xmlns:a16="http://schemas.microsoft.com/office/drawing/2014/main" id="{15A39CA8-D69E-DFBD-5D6D-46F8D548A025}"/>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15" name="Group 714">
            <a:extLst>
              <a:ext uri="{FF2B5EF4-FFF2-40B4-BE49-F238E27FC236}">
                <a16:creationId xmlns:a16="http://schemas.microsoft.com/office/drawing/2014/main" id="{18817F31-C831-D8F9-9C9A-EB8C22EC9259}"/>
              </a:ext>
            </a:extLst>
          </p:cNvPr>
          <p:cNvGrpSpPr/>
          <p:nvPr/>
        </p:nvGrpSpPr>
        <p:grpSpPr>
          <a:xfrm>
            <a:off x="431659" y="1532283"/>
            <a:ext cx="721891" cy="610032"/>
            <a:chOff x="431659" y="1532283"/>
            <a:chExt cx="721891" cy="610032"/>
          </a:xfrm>
        </p:grpSpPr>
        <p:sp>
          <p:nvSpPr>
            <p:cNvPr id="716" name="Rectangle 715">
              <a:extLst>
                <a:ext uri="{FF2B5EF4-FFF2-40B4-BE49-F238E27FC236}">
                  <a16:creationId xmlns:a16="http://schemas.microsoft.com/office/drawing/2014/main" id="{E3FFAFD5-7089-BC40-5E6F-93F89C5D2415}"/>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17" name="Right Triangle 716">
              <a:extLst>
                <a:ext uri="{FF2B5EF4-FFF2-40B4-BE49-F238E27FC236}">
                  <a16:creationId xmlns:a16="http://schemas.microsoft.com/office/drawing/2014/main" id="{44A3CC8A-AF8D-758B-80A7-EC73227BED89}"/>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18" name="Group 717">
              <a:extLst>
                <a:ext uri="{FF2B5EF4-FFF2-40B4-BE49-F238E27FC236}">
                  <a16:creationId xmlns:a16="http://schemas.microsoft.com/office/drawing/2014/main" id="{E20AB081-2495-C1EB-962D-119303ED10B3}"/>
                </a:ext>
              </a:extLst>
            </p:cNvPr>
            <p:cNvGrpSpPr/>
            <p:nvPr/>
          </p:nvGrpSpPr>
          <p:grpSpPr>
            <a:xfrm>
              <a:off x="1102940" y="1538374"/>
              <a:ext cx="37817" cy="61390"/>
              <a:chOff x="3883481" y="2057400"/>
              <a:chExt cx="1608363" cy="2652031"/>
            </a:xfrm>
            <a:solidFill>
              <a:srgbClr val="A6A6A6">
                <a:alpha val="20000"/>
              </a:srgbClr>
            </a:solidFill>
          </p:grpSpPr>
          <p:sp>
            <p:nvSpPr>
              <p:cNvPr id="719" name="Oval 27">
                <a:extLst>
                  <a:ext uri="{FF2B5EF4-FFF2-40B4-BE49-F238E27FC236}">
                    <a16:creationId xmlns:a16="http://schemas.microsoft.com/office/drawing/2014/main" id="{EAE172DF-D7A9-6A59-C47C-A95D9158DDF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0" name="Oval 28">
                <a:extLst>
                  <a:ext uri="{FF2B5EF4-FFF2-40B4-BE49-F238E27FC236}">
                    <a16:creationId xmlns:a16="http://schemas.microsoft.com/office/drawing/2014/main" id="{25FFB767-BD72-D238-9D99-1CC39389354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39" name="Group 738">
            <a:extLst>
              <a:ext uri="{FF2B5EF4-FFF2-40B4-BE49-F238E27FC236}">
                <a16:creationId xmlns:a16="http://schemas.microsoft.com/office/drawing/2014/main" id="{0E3F7E6A-193E-36E7-5576-DBD47CF0EBE7}"/>
              </a:ext>
            </a:extLst>
          </p:cNvPr>
          <p:cNvGrpSpPr/>
          <p:nvPr/>
        </p:nvGrpSpPr>
        <p:grpSpPr>
          <a:xfrm>
            <a:off x="431659" y="2974054"/>
            <a:ext cx="721891" cy="609701"/>
            <a:chOff x="431659" y="2974054"/>
            <a:chExt cx="721891" cy="609701"/>
          </a:xfrm>
        </p:grpSpPr>
        <p:sp>
          <p:nvSpPr>
            <p:cNvPr id="740" name="Rectangle 739">
              <a:extLst>
                <a:ext uri="{FF2B5EF4-FFF2-40B4-BE49-F238E27FC236}">
                  <a16:creationId xmlns:a16="http://schemas.microsoft.com/office/drawing/2014/main" id="{ACB3A48F-E4AE-9B5A-DAF2-447784A7C897}"/>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41" name="Right Triangle 740">
              <a:extLst>
                <a:ext uri="{FF2B5EF4-FFF2-40B4-BE49-F238E27FC236}">
                  <a16:creationId xmlns:a16="http://schemas.microsoft.com/office/drawing/2014/main" id="{9EFE7F75-0FCC-221F-8CDD-B5ADFAA7EEEE}"/>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2" name="Group 741">
              <a:extLst>
                <a:ext uri="{FF2B5EF4-FFF2-40B4-BE49-F238E27FC236}">
                  <a16:creationId xmlns:a16="http://schemas.microsoft.com/office/drawing/2014/main" id="{D217C36E-BD13-73A6-6CFF-38E5C2AB232C}"/>
                </a:ext>
              </a:extLst>
            </p:cNvPr>
            <p:cNvGrpSpPr/>
            <p:nvPr/>
          </p:nvGrpSpPr>
          <p:grpSpPr>
            <a:xfrm>
              <a:off x="1102940" y="2981762"/>
              <a:ext cx="37817" cy="61390"/>
              <a:chOff x="3883481" y="2057400"/>
              <a:chExt cx="1608363" cy="2652031"/>
            </a:xfrm>
            <a:solidFill>
              <a:srgbClr val="A6A6A6">
                <a:alpha val="20000"/>
              </a:srgbClr>
            </a:solidFill>
          </p:grpSpPr>
          <p:sp>
            <p:nvSpPr>
              <p:cNvPr id="743" name="Oval 27">
                <a:extLst>
                  <a:ext uri="{FF2B5EF4-FFF2-40B4-BE49-F238E27FC236}">
                    <a16:creationId xmlns:a16="http://schemas.microsoft.com/office/drawing/2014/main" id="{7BBC45EF-7C05-C2C8-124F-2EFBB44DB08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4" name="Oval 28">
                <a:extLst>
                  <a:ext uri="{FF2B5EF4-FFF2-40B4-BE49-F238E27FC236}">
                    <a16:creationId xmlns:a16="http://schemas.microsoft.com/office/drawing/2014/main" id="{D46745A9-C519-71D0-0E64-6C6A8D345E5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1" name="Group 750">
            <a:extLst>
              <a:ext uri="{FF2B5EF4-FFF2-40B4-BE49-F238E27FC236}">
                <a16:creationId xmlns:a16="http://schemas.microsoft.com/office/drawing/2014/main" id="{A69E8E5C-EB74-3C49-7EEE-59A67BC3CC57}"/>
              </a:ext>
            </a:extLst>
          </p:cNvPr>
          <p:cNvGrpSpPr/>
          <p:nvPr/>
        </p:nvGrpSpPr>
        <p:grpSpPr>
          <a:xfrm>
            <a:off x="2940469" y="2974031"/>
            <a:ext cx="721206" cy="613175"/>
            <a:chOff x="2940469" y="2974031"/>
            <a:chExt cx="721206" cy="613175"/>
          </a:xfrm>
        </p:grpSpPr>
        <p:sp>
          <p:nvSpPr>
            <p:cNvPr id="752" name="Rectangle 751">
              <a:extLst>
                <a:ext uri="{FF2B5EF4-FFF2-40B4-BE49-F238E27FC236}">
                  <a16:creationId xmlns:a16="http://schemas.microsoft.com/office/drawing/2014/main" id="{F99B144D-BCE7-9D1E-D04D-84887387B8CB}"/>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53" name="Right Triangle 752">
              <a:extLst>
                <a:ext uri="{FF2B5EF4-FFF2-40B4-BE49-F238E27FC236}">
                  <a16:creationId xmlns:a16="http://schemas.microsoft.com/office/drawing/2014/main" id="{4B170D33-1C54-0E91-E9BC-046EC9EFC14C}"/>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4" name="Group 753">
              <a:extLst>
                <a:ext uri="{FF2B5EF4-FFF2-40B4-BE49-F238E27FC236}">
                  <a16:creationId xmlns:a16="http://schemas.microsoft.com/office/drawing/2014/main" id="{F7DD7B54-4420-D954-5440-7CA4CF56218B}"/>
                </a:ext>
              </a:extLst>
            </p:cNvPr>
            <p:cNvGrpSpPr/>
            <p:nvPr/>
          </p:nvGrpSpPr>
          <p:grpSpPr>
            <a:xfrm>
              <a:off x="3610502" y="2980132"/>
              <a:ext cx="37817" cy="61390"/>
              <a:chOff x="3883481" y="2057400"/>
              <a:chExt cx="1608363" cy="2652031"/>
            </a:xfrm>
            <a:solidFill>
              <a:srgbClr val="A6A6A6">
                <a:alpha val="20000"/>
              </a:srgbClr>
            </a:solidFill>
          </p:grpSpPr>
          <p:sp>
            <p:nvSpPr>
              <p:cNvPr id="755" name="Oval 27">
                <a:extLst>
                  <a:ext uri="{FF2B5EF4-FFF2-40B4-BE49-F238E27FC236}">
                    <a16:creationId xmlns:a16="http://schemas.microsoft.com/office/drawing/2014/main" id="{1DAEF8DA-3716-C2B0-344D-F589435E5BB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6" name="Oval 28">
                <a:extLst>
                  <a:ext uri="{FF2B5EF4-FFF2-40B4-BE49-F238E27FC236}">
                    <a16:creationId xmlns:a16="http://schemas.microsoft.com/office/drawing/2014/main" id="{AEDB179A-8908-08FB-FE72-207ECCD77F0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3" name="Group 762">
            <a:extLst>
              <a:ext uri="{FF2B5EF4-FFF2-40B4-BE49-F238E27FC236}">
                <a16:creationId xmlns:a16="http://schemas.microsoft.com/office/drawing/2014/main" id="{4AF92362-5E35-6800-D6CA-9AEE631BA992}"/>
              </a:ext>
            </a:extLst>
          </p:cNvPr>
          <p:cNvGrpSpPr/>
          <p:nvPr/>
        </p:nvGrpSpPr>
        <p:grpSpPr>
          <a:xfrm>
            <a:off x="2938534" y="811556"/>
            <a:ext cx="721206" cy="609701"/>
            <a:chOff x="2938534" y="811556"/>
            <a:chExt cx="721206" cy="609701"/>
          </a:xfrm>
        </p:grpSpPr>
        <p:sp>
          <p:nvSpPr>
            <p:cNvPr id="764" name="Rectangle 763">
              <a:extLst>
                <a:ext uri="{FF2B5EF4-FFF2-40B4-BE49-F238E27FC236}">
                  <a16:creationId xmlns:a16="http://schemas.microsoft.com/office/drawing/2014/main" id="{348ABFAE-5591-1AD7-622F-191FED7A24EB}"/>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65" name="Rectangle 764">
              <a:extLst>
                <a:ext uri="{FF2B5EF4-FFF2-40B4-BE49-F238E27FC236}">
                  <a16:creationId xmlns:a16="http://schemas.microsoft.com/office/drawing/2014/main" id="{D0C8AB02-D346-96F7-B5F7-B098C96EEB72}"/>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6" name="Oval 15">
              <a:extLst>
                <a:ext uri="{FF2B5EF4-FFF2-40B4-BE49-F238E27FC236}">
                  <a16:creationId xmlns:a16="http://schemas.microsoft.com/office/drawing/2014/main" id="{69E6AF19-439F-9DEA-2D7A-62D40B38BF01}"/>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67" name="Straight Connector 766">
              <a:extLst>
                <a:ext uri="{FF2B5EF4-FFF2-40B4-BE49-F238E27FC236}">
                  <a16:creationId xmlns:a16="http://schemas.microsoft.com/office/drawing/2014/main" id="{0AB581B2-1130-8C4B-9F30-83EC66D77055}"/>
                </a:ext>
              </a:extLst>
            </p:cNvPr>
            <p:cNvCxnSpPr>
              <a:cxnSpLocks/>
              <a:stCxn id="766"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68" name="Straight Connector 767">
              <a:extLst>
                <a:ext uri="{FF2B5EF4-FFF2-40B4-BE49-F238E27FC236}">
                  <a16:creationId xmlns:a16="http://schemas.microsoft.com/office/drawing/2014/main" id="{768B4E81-1082-FF9C-FEA0-01947F5D48AC}"/>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75" name="Group 774">
            <a:extLst>
              <a:ext uri="{FF2B5EF4-FFF2-40B4-BE49-F238E27FC236}">
                <a16:creationId xmlns:a16="http://schemas.microsoft.com/office/drawing/2014/main" id="{CEDB1522-5B06-8792-95FC-CCFDCDEB5275}"/>
              </a:ext>
            </a:extLst>
          </p:cNvPr>
          <p:cNvGrpSpPr/>
          <p:nvPr/>
        </p:nvGrpSpPr>
        <p:grpSpPr>
          <a:xfrm>
            <a:off x="431659" y="811556"/>
            <a:ext cx="721206" cy="609701"/>
            <a:chOff x="431659" y="811556"/>
            <a:chExt cx="721206" cy="609701"/>
          </a:xfrm>
        </p:grpSpPr>
        <p:sp>
          <p:nvSpPr>
            <p:cNvPr id="776" name="Rectangle 775">
              <a:extLst>
                <a:ext uri="{FF2B5EF4-FFF2-40B4-BE49-F238E27FC236}">
                  <a16:creationId xmlns:a16="http://schemas.microsoft.com/office/drawing/2014/main" id="{CC6711DC-0AFB-2650-F06C-5487C9251152}"/>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77" name="Right Triangle 776">
              <a:extLst>
                <a:ext uri="{FF2B5EF4-FFF2-40B4-BE49-F238E27FC236}">
                  <a16:creationId xmlns:a16="http://schemas.microsoft.com/office/drawing/2014/main" id="{371AD940-75CA-3CCD-9EA2-27014D1F09EF}"/>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8" name="Group 777">
              <a:extLst>
                <a:ext uri="{FF2B5EF4-FFF2-40B4-BE49-F238E27FC236}">
                  <a16:creationId xmlns:a16="http://schemas.microsoft.com/office/drawing/2014/main" id="{F6F9A06C-2F33-0F47-188D-27FC104F9163}"/>
                </a:ext>
              </a:extLst>
            </p:cNvPr>
            <p:cNvGrpSpPr/>
            <p:nvPr/>
          </p:nvGrpSpPr>
          <p:grpSpPr>
            <a:xfrm>
              <a:off x="1100969" y="819591"/>
              <a:ext cx="37817" cy="61390"/>
              <a:chOff x="3883481" y="2057400"/>
              <a:chExt cx="1608363" cy="2652031"/>
            </a:xfrm>
            <a:solidFill>
              <a:srgbClr val="A6A6A6">
                <a:alpha val="20000"/>
              </a:srgbClr>
            </a:solidFill>
          </p:grpSpPr>
          <p:sp>
            <p:nvSpPr>
              <p:cNvPr id="779" name="Oval 27">
                <a:extLst>
                  <a:ext uri="{FF2B5EF4-FFF2-40B4-BE49-F238E27FC236}">
                    <a16:creationId xmlns:a16="http://schemas.microsoft.com/office/drawing/2014/main" id="{BCC27571-7F0F-9E44-676A-6112F181566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0" name="Oval 28">
                <a:extLst>
                  <a:ext uri="{FF2B5EF4-FFF2-40B4-BE49-F238E27FC236}">
                    <a16:creationId xmlns:a16="http://schemas.microsoft.com/office/drawing/2014/main" id="{8F532E8B-BCB3-66F3-01A4-E037F3242AD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1" name="Group 780">
            <a:extLst>
              <a:ext uri="{FF2B5EF4-FFF2-40B4-BE49-F238E27FC236}">
                <a16:creationId xmlns:a16="http://schemas.microsoft.com/office/drawing/2014/main" id="{3EF50FE8-3ECD-E4D0-D859-6F3F03AB1F99}"/>
              </a:ext>
            </a:extLst>
          </p:cNvPr>
          <p:cNvGrpSpPr/>
          <p:nvPr/>
        </p:nvGrpSpPr>
        <p:grpSpPr>
          <a:xfrm>
            <a:off x="1267285" y="811556"/>
            <a:ext cx="721206" cy="609701"/>
            <a:chOff x="1267285" y="811556"/>
            <a:chExt cx="721206" cy="609701"/>
          </a:xfrm>
        </p:grpSpPr>
        <p:sp>
          <p:nvSpPr>
            <p:cNvPr id="782" name="Rectangle 781">
              <a:extLst>
                <a:ext uri="{FF2B5EF4-FFF2-40B4-BE49-F238E27FC236}">
                  <a16:creationId xmlns:a16="http://schemas.microsoft.com/office/drawing/2014/main" id="{41542F1F-008F-E405-D2EC-2C8195C8A488}"/>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783" name="Right Triangle 782">
              <a:extLst>
                <a:ext uri="{FF2B5EF4-FFF2-40B4-BE49-F238E27FC236}">
                  <a16:creationId xmlns:a16="http://schemas.microsoft.com/office/drawing/2014/main" id="{120FBA50-C622-C46B-BC81-0023023E6385}"/>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4" name="Group 783">
              <a:extLst>
                <a:ext uri="{FF2B5EF4-FFF2-40B4-BE49-F238E27FC236}">
                  <a16:creationId xmlns:a16="http://schemas.microsoft.com/office/drawing/2014/main" id="{8B88F19E-0680-ACF5-B7B9-A6DFF6B0A886}"/>
                </a:ext>
              </a:extLst>
            </p:cNvPr>
            <p:cNvGrpSpPr/>
            <p:nvPr/>
          </p:nvGrpSpPr>
          <p:grpSpPr>
            <a:xfrm>
              <a:off x="1937878" y="819591"/>
              <a:ext cx="37817" cy="61390"/>
              <a:chOff x="3883481" y="2057400"/>
              <a:chExt cx="1608363" cy="2652031"/>
            </a:xfrm>
            <a:solidFill>
              <a:srgbClr val="A6A6A6">
                <a:alpha val="20000"/>
              </a:srgbClr>
            </a:solidFill>
          </p:grpSpPr>
          <p:sp>
            <p:nvSpPr>
              <p:cNvPr id="785" name="Oval 27">
                <a:extLst>
                  <a:ext uri="{FF2B5EF4-FFF2-40B4-BE49-F238E27FC236}">
                    <a16:creationId xmlns:a16="http://schemas.microsoft.com/office/drawing/2014/main" id="{8AD8B3DA-FF0E-EC7E-F59C-3B64FF3061D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6" name="Oval 28">
                <a:extLst>
                  <a:ext uri="{FF2B5EF4-FFF2-40B4-BE49-F238E27FC236}">
                    <a16:creationId xmlns:a16="http://schemas.microsoft.com/office/drawing/2014/main" id="{5FB5D9F7-496E-C1E8-75A7-EFFF5EE4B07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3" name="Group 792">
            <a:extLst>
              <a:ext uri="{FF2B5EF4-FFF2-40B4-BE49-F238E27FC236}">
                <a16:creationId xmlns:a16="http://schemas.microsoft.com/office/drawing/2014/main" id="{6854F54D-1048-083F-2B2B-125331EEFE00}"/>
              </a:ext>
            </a:extLst>
          </p:cNvPr>
          <p:cNvGrpSpPr/>
          <p:nvPr/>
        </p:nvGrpSpPr>
        <p:grpSpPr>
          <a:xfrm>
            <a:off x="2889438" y="751337"/>
            <a:ext cx="5022643" cy="5001728"/>
            <a:chOff x="2889438" y="751337"/>
            <a:chExt cx="5022643" cy="5001728"/>
          </a:xfrm>
        </p:grpSpPr>
        <p:cxnSp>
          <p:nvCxnSpPr>
            <p:cNvPr id="794" name="Straight Connector 793">
              <a:extLst>
                <a:ext uri="{FF2B5EF4-FFF2-40B4-BE49-F238E27FC236}">
                  <a16:creationId xmlns:a16="http://schemas.microsoft.com/office/drawing/2014/main" id="{E514936A-4367-E18D-728B-36436686AFAE}"/>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5" name="Straight Connector 794">
              <a:extLst>
                <a:ext uri="{FF2B5EF4-FFF2-40B4-BE49-F238E27FC236}">
                  <a16:creationId xmlns:a16="http://schemas.microsoft.com/office/drawing/2014/main" id="{948350EA-D1DA-B692-D16F-9C8AC8D82441}"/>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6" name="Straight Connector 795">
              <a:extLst>
                <a:ext uri="{FF2B5EF4-FFF2-40B4-BE49-F238E27FC236}">
                  <a16:creationId xmlns:a16="http://schemas.microsoft.com/office/drawing/2014/main" id="{192C1FDD-199E-3E72-F209-ABF36C8CB928}"/>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7" name="Straight Connector 796">
              <a:extLst>
                <a:ext uri="{FF2B5EF4-FFF2-40B4-BE49-F238E27FC236}">
                  <a16:creationId xmlns:a16="http://schemas.microsoft.com/office/drawing/2014/main" id="{4B51E457-C186-CC3B-641F-4BB4D0AE5923}"/>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8" name="Straight Connector 797">
              <a:extLst>
                <a:ext uri="{FF2B5EF4-FFF2-40B4-BE49-F238E27FC236}">
                  <a16:creationId xmlns:a16="http://schemas.microsoft.com/office/drawing/2014/main" id="{015C6982-8394-19BE-C046-A002FC548330}"/>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9" name="Straight Connector 798">
              <a:extLst>
                <a:ext uri="{FF2B5EF4-FFF2-40B4-BE49-F238E27FC236}">
                  <a16:creationId xmlns:a16="http://schemas.microsoft.com/office/drawing/2014/main" id="{DF12A5FC-53A1-5316-C171-99A8AAC00E0C}"/>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0" name="Straight Connector 799">
              <a:extLst>
                <a:ext uri="{FF2B5EF4-FFF2-40B4-BE49-F238E27FC236}">
                  <a16:creationId xmlns:a16="http://schemas.microsoft.com/office/drawing/2014/main" id="{3AA63EBF-371B-0ED5-EB4F-4F3DA012A64E}"/>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1" name="Straight Connector 800">
              <a:extLst>
                <a:ext uri="{FF2B5EF4-FFF2-40B4-BE49-F238E27FC236}">
                  <a16:creationId xmlns:a16="http://schemas.microsoft.com/office/drawing/2014/main" id="{563D4E1F-75D3-64CE-E23E-478D6481984D}"/>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2" name="Straight Connector 801">
              <a:extLst>
                <a:ext uri="{FF2B5EF4-FFF2-40B4-BE49-F238E27FC236}">
                  <a16:creationId xmlns:a16="http://schemas.microsoft.com/office/drawing/2014/main" id="{A07B1DE3-753D-3EA4-C822-475BFC94A9F2}"/>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3" name="Straight Connector 802">
              <a:extLst>
                <a:ext uri="{FF2B5EF4-FFF2-40B4-BE49-F238E27FC236}">
                  <a16:creationId xmlns:a16="http://schemas.microsoft.com/office/drawing/2014/main" id="{5D62654C-0201-1522-F2FE-9233BA876497}"/>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17" name="Group 816">
            <a:extLst>
              <a:ext uri="{FF2B5EF4-FFF2-40B4-BE49-F238E27FC236}">
                <a16:creationId xmlns:a16="http://schemas.microsoft.com/office/drawing/2014/main" id="{C6CE30C5-3BA5-F214-E4C9-B169522F486B}"/>
              </a:ext>
            </a:extLst>
          </p:cNvPr>
          <p:cNvGrpSpPr/>
          <p:nvPr/>
        </p:nvGrpSpPr>
        <p:grpSpPr>
          <a:xfrm>
            <a:off x="2099604" y="5136552"/>
            <a:ext cx="721206" cy="609701"/>
            <a:chOff x="2099604" y="5136552"/>
            <a:chExt cx="721206" cy="609701"/>
          </a:xfrm>
        </p:grpSpPr>
        <p:sp>
          <p:nvSpPr>
            <p:cNvPr id="818" name="Rectangle 817">
              <a:extLst>
                <a:ext uri="{FF2B5EF4-FFF2-40B4-BE49-F238E27FC236}">
                  <a16:creationId xmlns:a16="http://schemas.microsoft.com/office/drawing/2014/main" id="{777C3C97-581D-2723-C21C-187FE7C7F338}"/>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819" name="Right Triangle 818">
              <a:extLst>
                <a:ext uri="{FF2B5EF4-FFF2-40B4-BE49-F238E27FC236}">
                  <a16:creationId xmlns:a16="http://schemas.microsoft.com/office/drawing/2014/main" id="{3884D671-1EDF-AEB1-A7EA-E1AD25CAF296}"/>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20" name="Group 819">
              <a:extLst>
                <a:ext uri="{FF2B5EF4-FFF2-40B4-BE49-F238E27FC236}">
                  <a16:creationId xmlns:a16="http://schemas.microsoft.com/office/drawing/2014/main" id="{A3C3966A-7A95-3452-6D9A-ED89A213AF25}"/>
                </a:ext>
              </a:extLst>
            </p:cNvPr>
            <p:cNvGrpSpPr/>
            <p:nvPr/>
          </p:nvGrpSpPr>
          <p:grpSpPr>
            <a:xfrm>
              <a:off x="2765661" y="5151382"/>
              <a:ext cx="37817" cy="61390"/>
              <a:chOff x="3883481" y="2057400"/>
              <a:chExt cx="1608363" cy="2652031"/>
            </a:xfrm>
            <a:solidFill>
              <a:srgbClr val="A6A6A6">
                <a:alpha val="20000"/>
              </a:srgbClr>
            </a:solidFill>
          </p:grpSpPr>
          <p:sp>
            <p:nvSpPr>
              <p:cNvPr id="821" name="Oval 27">
                <a:extLst>
                  <a:ext uri="{FF2B5EF4-FFF2-40B4-BE49-F238E27FC236}">
                    <a16:creationId xmlns:a16="http://schemas.microsoft.com/office/drawing/2014/main" id="{D244E7E8-701E-E6A5-7BBF-C6EF16175FF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22" name="Oval 28">
                <a:extLst>
                  <a:ext uri="{FF2B5EF4-FFF2-40B4-BE49-F238E27FC236}">
                    <a16:creationId xmlns:a16="http://schemas.microsoft.com/office/drawing/2014/main" id="{8BBA491B-026F-159F-03F2-CAFAF1E59C8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86" name="Group 885">
            <a:extLst>
              <a:ext uri="{FF2B5EF4-FFF2-40B4-BE49-F238E27FC236}">
                <a16:creationId xmlns:a16="http://schemas.microsoft.com/office/drawing/2014/main" id="{58F03604-1543-2AAB-E3CA-8CF3490E83F4}"/>
              </a:ext>
            </a:extLst>
          </p:cNvPr>
          <p:cNvGrpSpPr/>
          <p:nvPr/>
        </p:nvGrpSpPr>
        <p:grpSpPr>
          <a:xfrm>
            <a:off x="9656797" y="811556"/>
            <a:ext cx="721206" cy="609701"/>
            <a:chOff x="9656797" y="811556"/>
            <a:chExt cx="721206" cy="609701"/>
          </a:xfrm>
        </p:grpSpPr>
        <p:sp>
          <p:nvSpPr>
            <p:cNvPr id="887" name="Rectangle 886">
              <a:hlinkHover r:id="" action="ppaction://noaction" highlightClick="1"/>
              <a:extLst>
                <a:ext uri="{FF2B5EF4-FFF2-40B4-BE49-F238E27FC236}">
                  <a16:creationId xmlns:a16="http://schemas.microsoft.com/office/drawing/2014/main" id="{7B020148-B605-FE03-62EA-A5178E00AEA9}"/>
                </a:ext>
              </a:extLst>
            </p:cNvPr>
            <p:cNvSpPr/>
            <p:nvPr/>
          </p:nvSpPr>
          <p:spPr>
            <a:xfrm>
              <a:off x="9656797"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Nuance</a:t>
              </a:r>
            </a:p>
          </p:txBody>
        </p:sp>
        <p:sp>
          <p:nvSpPr>
            <p:cNvPr id="888" name="Diamond 887">
              <a:extLst>
                <a:ext uri="{FF2B5EF4-FFF2-40B4-BE49-F238E27FC236}">
                  <a16:creationId xmlns:a16="http://schemas.microsoft.com/office/drawing/2014/main" id="{2F46CFA1-2727-9D3A-140E-0A1E580626F3}"/>
                </a:ext>
              </a:extLst>
            </p:cNvPr>
            <p:cNvSpPr/>
            <p:nvPr/>
          </p:nvSpPr>
          <p:spPr>
            <a:xfrm>
              <a:off x="10241517" y="81390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9" name="Oval 888">
              <a:extLst>
                <a:ext uri="{FF2B5EF4-FFF2-40B4-BE49-F238E27FC236}">
                  <a16:creationId xmlns:a16="http://schemas.microsoft.com/office/drawing/2014/main" id="{E26706A9-EA71-5BA0-F6EF-29A1CADC3422}"/>
                </a:ext>
              </a:extLst>
            </p:cNvPr>
            <p:cNvSpPr/>
            <p:nvPr/>
          </p:nvSpPr>
          <p:spPr>
            <a:xfrm>
              <a:off x="10275649" y="84739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95" name="Group 5194">
            <a:extLst>
              <a:ext uri="{FF2B5EF4-FFF2-40B4-BE49-F238E27FC236}">
                <a16:creationId xmlns:a16="http://schemas.microsoft.com/office/drawing/2014/main" id="{906BFA3B-F302-0CF6-2064-EFEB419E4F62}"/>
              </a:ext>
            </a:extLst>
          </p:cNvPr>
          <p:cNvGrpSpPr/>
          <p:nvPr/>
        </p:nvGrpSpPr>
        <p:grpSpPr>
          <a:xfrm>
            <a:off x="7959193" y="3698227"/>
            <a:ext cx="721206" cy="609701"/>
            <a:chOff x="7959193" y="3698227"/>
            <a:chExt cx="721206" cy="609701"/>
          </a:xfrm>
        </p:grpSpPr>
        <p:sp>
          <p:nvSpPr>
            <p:cNvPr id="5196" name="Rectangle 5195">
              <a:hlinkHover r:id="" action="ppaction://noaction" highlightClick="1"/>
              <a:extLst>
                <a:ext uri="{FF2B5EF4-FFF2-40B4-BE49-F238E27FC236}">
                  <a16:creationId xmlns:a16="http://schemas.microsoft.com/office/drawing/2014/main" id="{8288EF00-4B5A-BB18-8A58-02CD31DE66B9}"/>
                </a:ext>
              </a:extLst>
            </p:cNvPr>
            <p:cNvSpPr/>
            <p:nvPr/>
          </p:nvSpPr>
          <p:spPr>
            <a:xfrm>
              <a:off x="7959193"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5197" name="Oval 5196">
              <a:extLst>
                <a:ext uri="{FF2B5EF4-FFF2-40B4-BE49-F238E27FC236}">
                  <a16:creationId xmlns:a16="http://schemas.microsoft.com/office/drawing/2014/main" id="{99BEABC2-3AAF-4977-92F0-63C446586F6C}"/>
                </a:ext>
              </a:extLst>
            </p:cNvPr>
            <p:cNvSpPr/>
            <p:nvPr/>
          </p:nvSpPr>
          <p:spPr>
            <a:xfrm>
              <a:off x="8533392"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98" name="Isosceles Triangle 648">
              <a:extLst>
                <a:ext uri="{FF2B5EF4-FFF2-40B4-BE49-F238E27FC236}">
                  <a16:creationId xmlns:a16="http://schemas.microsoft.com/office/drawing/2014/main" id="{E0FBC5F5-890B-6FAF-07B7-332EA27DE101}"/>
                </a:ext>
              </a:extLst>
            </p:cNvPr>
            <p:cNvSpPr/>
            <p:nvPr/>
          </p:nvSpPr>
          <p:spPr>
            <a:xfrm>
              <a:off x="8563516"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05" name="Group 5204">
            <a:extLst>
              <a:ext uri="{FF2B5EF4-FFF2-40B4-BE49-F238E27FC236}">
                <a16:creationId xmlns:a16="http://schemas.microsoft.com/office/drawing/2014/main" id="{B94B9A7B-352E-F740-6D5F-5E286D16CE69}"/>
              </a:ext>
            </a:extLst>
          </p:cNvPr>
          <p:cNvGrpSpPr/>
          <p:nvPr/>
        </p:nvGrpSpPr>
        <p:grpSpPr>
          <a:xfrm>
            <a:off x="5448055" y="1532276"/>
            <a:ext cx="721206" cy="609701"/>
            <a:chOff x="5448055" y="1532276"/>
            <a:chExt cx="721206" cy="609701"/>
          </a:xfrm>
        </p:grpSpPr>
        <p:sp>
          <p:nvSpPr>
            <p:cNvPr id="5206" name="Rectangle 5205">
              <a:extLst>
                <a:ext uri="{FF2B5EF4-FFF2-40B4-BE49-F238E27FC236}">
                  <a16:creationId xmlns:a16="http://schemas.microsoft.com/office/drawing/2014/main" id="{A2EE15DD-E794-B49B-1932-83361355B0DF}"/>
                </a:ext>
              </a:extLst>
            </p:cNvPr>
            <p:cNvSpPr/>
            <p:nvPr/>
          </p:nvSpPr>
          <p:spPr>
            <a:xfrm>
              <a:off x="5448055"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5207" name="Rectangle 5206">
              <a:extLst>
                <a:ext uri="{FF2B5EF4-FFF2-40B4-BE49-F238E27FC236}">
                  <a16:creationId xmlns:a16="http://schemas.microsoft.com/office/drawing/2014/main" id="{38C072CD-A691-EB17-5F58-032226B49E13}"/>
                </a:ext>
              </a:extLst>
            </p:cNvPr>
            <p:cNvSpPr/>
            <p:nvPr/>
          </p:nvSpPr>
          <p:spPr>
            <a:xfrm flipV="1">
              <a:off x="6059657"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08" name="Oval 15">
              <a:extLst>
                <a:ext uri="{FF2B5EF4-FFF2-40B4-BE49-F238E27FC236}">
                  <a16:creationId xmlns:a16="http://schemas.microsoft.com/office/drawing/2014/main" id="{9C8E789C-8699-BA47-9602-BD16993172F4}"/>
                </a:ext>
              </a:extLst>
            </p:cNvPr>
            <p:cNvSpPr/>
            <p:nvPr/>
          </p:nvSpPr>
          <p:spPr>
            <a:xfrm>
              <a:off x="6087046"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209" name="Straight Connector 5208">
              <a:extLst>
                <a:ext uri="{FF2B5EF4-FFF2-40B4-BE49-F238E27FC236}">
                  <a16:creationId xmlns:a16="http://schemas.microsoft.com/office/drawing/2014/main" id="{4F4EF6EB-4EDD-AFFE-72FA-CE05B852FE78}"/>
                </a:ext>
              </a:extLst>
            </p:cNvPr>
            <p:cNvCxnSpPr>
              <a:cxnSpLocks/>
              <a:stCxn id="5208" idx="0"/>
            </p:cNvCxnSpPr>
            <p:nvPr/>
          </p:nvCxnSpPr>
          <p:spPr>
            <a:xfrm flipV="1">
              <a:off x="6092743"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210" name="Straight Connector 5209">
              <a:extLst>
                <a:ext uri="{FF2B5EF4-FFF2-40B4-BE49-F238E27FC236}">
                  <a16:creationId xmlns:a16="http://schemas.microsoft.com/office/drawing/2014/main" id="{6E5586AE-ED9F-0D76-FDC1-AF61377592AD}"/>
                </a:ext>
              </a:extLst>
            </p:cNvPr>
            <p:cNvCxnSpPr>
              <a:cxnSpLocks/>
            </p:cNvCxnSpPr>
            <p:nvPr/>
          </p:nvCxnSpPr>
          <p:spPr>
            <a:xfrm>
              <a:off x="6098462"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211" name="Group 5210">
            <a:extLst>
              <a:ext uri="{FF2B5EF4-FFF2-40B4-BE49-F238E27FC236}">
                <a16:creationId xmlns:a16="http://schemas.microsoft.com/office/drawing/2014/main" id="{7291AA1C-C08F-CBC5-EB9B-DAC092C52FA2}"/>
              </a:ext>
            </a:extLst>
          </p:cNvPr>
          <p:cNvGrpSpPr/>
          <p:nvPr/>
        </p:nvGrpSpPr>
        <p:grpSpPr>
          <a:xfrm>
            <a:off x="6284562" y="1532276"/>
            <a:ext cx="721206" cy="609701"/>
            <a:chOff x="6284562" y="1532276"/>
            <a:chExt cx="721206" cy="609701"/>
          </a:xfrm>
        </p:grpSpPr>
        <p:sp>
          <p:nvSpPr>
            <p:cNvPr id="5212" name="Rectangle 5211">
              <a:extLst>
                <a:ext uri="{FF2B5EF4-FFF2-40B4-BE49-F238E27FC236}">
                  <a16:creationId xmlns:a16="http://schemas.microsoft.com/office/drawing/2014/main" id="{67E58EAC-8A47-8EE7-F3AF-A951FFF5E6B8}"/>
                </a:ext>
              </a:extLst>
            </p:cNvPr>
            <p:cNvSpPr/>
            <p:nvPr/>
          </p:nvSpPr>
          <p:spPr>
            <a:xfrm>
              <a:off x="6284562"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5213" name="Rectangle 5212">
              <a:extLst>
                <a:ext uri="{FF2B5EF4-FFF2-40B4-BE49-F238E27FC236}">
                  <a16:creationId xmlns:a16="http://schemas.microsoft.com/office/drawing/2014/main" id="{0DDC785D-D494-322E-2534-C4095C746FEB}"/>
                </a:ext>
              </a:extLst>
            </p:cNvPr>
            <p:cNvSpPr/>
            <p:nvPr/>
          </p:nvSpPr>
          <p:spPr>
            <a:xfrm flipV="1">
              <a:off x="6902312"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14" name="Oval 15">
              <a:extLst>
                <a:ext uri="{FF2B5EF4-FFF2-40B4-BE49-F238E27FC236}">
                  <a16:creationId xmlns:a16="http://schemas.microsoft.com/office/drawing/2014/main" id="{903644E1-43E6-F78D-F1C1-6134CC37D944}"/>
                </a:ext>
              </a:extLst>
            </p:cNvPr>
            <p:cNvSpPr/>
            <p:nvPr/>
          </p:nvSpPr>
          <p:spPr>
            <a:xfrm>
              <a:off x="6929701"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215" name="Straight Connector 5214">
              <a:extLst>
                <a:ext uri="{FF2B5EF4-FFF2-40B4-BE49-F238E27FC236}">
                  <a16:creationId xmlns:a16="http://schemas.microsoft.com/office/drawing/2014/main" id="{96842745-508E-3AEE-387E-8149F622DA3D}"/>
                </a:ext>
              </a:extLst>
            </p:cNvPr>
            <p:cNvCxnSpPr>
              <a:cxnSpLocks/>
              <a:stCxn id="5214" idx="0"/>
            </p:cNvCxnSpPr>
            <p:nvPr/>
          </p:nvCxnSpPr>
          <p:spPr>
            <a:xfrm flipV="1">
              <a:off x="6935398"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216" name="Straight Connector 5215">
              <a:extLst>
                <a:ext uri="{FF2B5EF4-FFF2-40B4-BE49-F238E27FC236}">
                  <a16:creationId xmlns:a16="http://schemas.microsoft.com/office/drawing/2014/main" id="{3C1A3BAB-8C44-E2F5-1D57-9008EE0EA74F}"/>
                </a:ext>
              </a:extLst>
            </p:cNvPr>
            <p:cNvCxnSpPr>
              <a:cxnSpLocks/>
            </p:cNvCxnSpPr>
            <p:nvPr/>
          </p:nvCxnSpPr>
          <p:spPr>
            <a:xfrm>
              <a:off x="6941117"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217" name="Group 5216">
            <a:extLst>
              <a:ext uri="{FF2B5EF4-FFF2-40B4-BE49-F238E27FC236}">
                <a16:creationId xmlns:a16="http://schemas.microsoft.com/office/drawing/2014/main" id="{56120743-E5CC-F98D-8629-72DF9F0A90BB}"/>
              </a:ext>
            </a:extLst>
          </p:cNvPr>
          <p:cNvGrpSpPr/>
          <p:nvPr/>
        </p:nvGrpSpPr>
        <p:grpSpPr>
          <a:xfrm>
            <a:off x="4611548" y="1532276"/>
            <a:ext cx="721206" cy="609701"/>
            <a:chOff x="4611548" y="1532276"/>
            <a:chExt cx="721206" cy="609701"/>
          </a:xfrm>
        </p:grpSpPr>
        <p:sp>
          <p:nvSpPr>
            <p:cNvPr id="5218" name="Rectangle 5217">
              <a:extLst>
                <a:ext uri="{FF2B5EF4-FFF2-40B4-BE49-F238E27FC236}">
                  <a16:creationId xmlns:a16="http://schemas.microsoft.com/office/drawing/2014/main" id="{9EE3282B-CE49-B1AF-E3B4-CCADF6CA2985}"/>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5219" name="Right Triangle 5218">
              <a:extLst>
                <a:ext uri="{FF2B5EF4-FFF2-40B4-BE49-F238E27FC236}">
                  <a16:creationId xmlns:a16="http://schemas.microsoft.com/office/drawing/2014/main" id="{D0D9BC50-617C-A9B7-C0C8-B6F1B2ACE775}"/>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220" name="Group 5219">
              <a:extLst>
                <a:ext uri="{FF2B5EF4-FFF2-40B4-BE49-F238E27FC236}">
                  <a16:creationId xmlns:a16="http://schemas.microsoft.com/office/drawing/2014/main" id="{91F0D4B8-F98D-D9DF-EBC7-822DEE494A6A}"/>
                </a:ext>
              </a:extLst>
            </p:cNvPr>
            <p:cNvGrpSpPr/>
            <p:nvPr/>
          </p:nvGrpSpPr>
          <p:grpSpPr>
            <a:xfrm>
              <a:off x="5276140" y="1542931"/>
              <a:ext cx="37817" cy="61390"/>
              <a:chOff x="3883481" y="2057400"/>
              <a:chExt cx="1608363" cy="2652031"/>
            </a:xfrm>
            <a:solidFill>
              <a:srgbClr val="A6A6A6"/>
            </a:solidFill>
          </p:grpSpPr>
          <p:sp>
            <p:nvSpPr>
              <p:cNvPr id="5221" name="Oval 27">
                <a:extLst>
                  <a:ext uri="{FF2B5EF4-FFF2-40B4-BE49-F238E27FC236}">
                    <a16:creationId xmlns:a16="http://schemas.microsoft.com/office/drawing/2014/main" id="{82991B3C-F407-899E-0718-35FF5C206BA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22" name="Oval 28">
                <a:extLst>
                  <a:ext uri="{FF2B5EF4-FFF2-40B4-BE49-F238E27FC236}">
                    <a16:creationId xmlns:a16="http://schemas.microsoft.com/office/drawing/2014/main" id="{06C236C1-6525-C604-F6AB-EB41D66C3F5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229" name="Group 5228">
            <a:extLst>
              <a:ext uri="{FF2B5EF4-FFF2-40B4-BE49-F238E27FC236}">
                <a16:creationId xmlns:a16="http://schemas.microsoft.com/office/drawing/2014/main" id="{74512692-4928-7BDA-D17B-4747E9245B60}"/>
              </a:ext>
            </a:extLst>
          </p:cNvPr>
          <p:cNvGrpSpPr/>
          <p:nvPr/>
        </p:nvGrpSpPr>
        <p:grpSpPr>
          <a:xfrm>
            <a:off x="5442072" y="811556"/>
            <a:ext cx="728208" cy="609701"/>
            <a:chOff x="5442072" y="811556"/>
            <a:chExt cx="728208" cy="609701"/>
          </a:xfrm>
        </p:grpSpPr>
        <p:sp>
          <p:nvSpPr>
            <p:cNvPr id="5230" name="Rectangle 5229">
              <a:extLst>
                <a:ext uri="{FF2B5EF4-FFF2-40B4-BE49-F238E27FC236}">
                  <a16:creationId xmlns:a16="http://schemas.microsoft.com/office/drawing/2014/main" id="{8057865E-3721-B050-D274-039E15E8CB7A}"/>
                </a:ext>
              </a:extLst>
            </p:cNvPr>
            <p:cNvSpPr/>
            <p:nvPr/>
          </p:nvSpPr>
          <p:spPr>
            <a:xfrm>
              <a:off x="5442072" y="811556"/>
              <a:ext cx="721207"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5231" name="Rectangle 5230">
              <a:extLst>
                <a:ext uri="{FF2B5EF4-FFF2-40B4-BE49-F238E27FC236}">
                  <a16:creationId xmlns:a16="http://schemas.microsoft.com/office/drawing/2014/main" id="{61F24B18-4626-F9A9-1AAC-4BED1D4CFD4E}"/>
                </a:ext>
              </a:extLst>
            </p:cNvPr>
            <p:cNvSpPr/>
            <p:nvPr/>
          </p:nvSpPr>
          <p:spPr>
            <a:xfrm flipV="1">
              <a:off x="6070087" y="820272"/>
              <a:ext cx="100193"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32" name="Oval 15">
              <a:extLst>
                <a:ext uri="{FF2B5EF4-FFF2-40B4-BE49-F238E27FC236}">
                  <a16:creationId xmlns:a16="http://schemas.microsoft.com/office/drawing/2014/main" id="{4D55BB79-DA45-1B9D-20D8-F00B50839EEC}"/>
                </a:ext>
              </a:extLst>
            </p:cNvPr>
            <p:cNvSpPr/>
            <p:nvPr/>
          </p:nvSpPr>
          <p:spPr>
            <a:xfrm>
              <a:off x="6097476"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233" name="Straight Connector 5232">
              <a:extLst>
                <a:ext uri="{FF2B5EF4-FFF2-40B4-BE49-F238E27FC236}">
                  <a16:creationId xmlns:a16="http://schemas.microsoft.com/office/drawing/2014/main" id="{BD108695-E8E9-B87D-8D2C-BC2B8C384E3A}"/>
                </a:ext>
              </a:extLst>
            </p:cNvPr>
            <p:cNvCxnSpPr>
              <a:cxnSpLocks/>
              <a:stCxn id="5232" idx="0"/>
            </p:cNvCxnSpPr>
            <p:nvPr/>
          </p:nvCxnSpPr>
          <p:spPr>
            <a:xfrm flipV="1">
              <a:off x="6103173"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234" name="Straight Connector 5233">
              <a:extLst>
                <a:ext uri="{FF2B5EF4-FFF2-40B4-BE49-F238E27FC236}">
                  <a16:creationId xmlns:a16="http://schemas.microsoft.com/office/drawing/2014/main" id="{F530D0A6-CB3E-A656-1575-0B3FF876F450}"/>
                </a:ext>
              </a:extLst>
            </p:cNvPr>
            <p:cNvCxnSpPr>
              <a:cxnSpLocks/>
            </p:cNvCxnSpPr>
            <p:nvPr/>
          </p:nvCxnSpPr>
          <p:spPr>
            <a:xfrm>
              <a:off x="6108892"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235" name="Group 5234">
            <a:extLst>
              <a:ext uri="{FF2B5EF4-FFF2-40B4-BE49-F238E27FC236}">
                <a16:creationId xmlns:a16="http://schemas.microsoft.com/office/drawing/2014/main" id="{70E1FBC7-C19F-41D9-2926-1641F298C14D}"/>
              </a:ext>
            </a:extLst>
          </p:cNvPr>
          <p:cNvGrpSpPr/>
          <p:nvPr/>
        </p:nvGrpSpPr>
        <p:grpSpPr>
          <a:xfrm>
            <a:off x="6284590" y="811556"/>
            <a:ext cx="721206" cy="609701"/>
            <a:chOff x="6284590" y="811556"/>
            <a:chExt cx="721206" cy="609701"/>
          </a:xfrm>
        </p:grpSpPr>
        <p:sp>
          <p:nvSpPr>
            <p:cNvPr id="5236" name="Rectangle 5235">
              <a:hlinkHover r:id="" action="ppaction://noaction" highlightClick="1"/>
              <a:extLst>
                <a:ext uri="{FF2B5EF4-FFF2-40B4-BE49-F238E27FC236}">
                  <a16:creationId xmlns:a16="http://schemas.microsoft.com/office/drawing/2014/main" id="{6453076E-9466-6BE3-C9B4-452B941CEF32}"/>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5237" name="Right Triangle 5236">
              <a:extLst>
                <a:ext uri="{FF2B5EF4-FFF2-40B4-BE49-F238E27FC236}">
                  <a16:creationId xmlns:a16="http://schemas.microsoft.com/office/drawing/2014/main" id="{8020D6D6-530E-560C-BBCC-5755C94188A7}"/>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38" name="Oval 27">
              <a:extLst>
                <a:ext uri="{FF2B5EF4-FFF2-40B4-BE49-F238E27FC236}">
                  <a16:creationId xmlns:a16="http://schemas.microsoft.com/office/drawing/2014/main" id="{6D6A5BDC-ACBA-20AB-1560-CF85136FF096}"/>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39" name="Oval 28">
              <a:extLst>
                <a:ext uri="{FF2B5EF4-FFF2-40B4-BE49-F238E27FC236}">
                  <a16:creationId xmlns:a16="http://schemas.microsoft.com/office/drawing/2014/main" id="{4C87C44F-3EA4-E23B-5B42-69EFEFC67B99}"/>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40" name="Group 5239">
            <a:extLst>
              <a:ext uri="{FF2B5EF4-FFF2-40B4-BE49-F238E27FC236}">
                <a16:creationId xmlns:a16="http://schemas.microsoft.com/office/drawing/2014/main" id="{168F517A-2BA9-8311-D80E-292EE419F120}"/>
              </a:ext>
            </a:extLst>
          </p:cNvPr>
          <p:cNvGrpSpPr/>
          <p:nvPr/>
        </p:nvGrpSpPr>
        <p:grpSpPr>
          <a:xfrm>
            <a:off x="7957576" y="811556"/>
            <a:ext cx="721206" cy="609701"/>
            <a:chOff x="7957576" y="811556"/>
            <a:chExt cx="721206" cy="609701"/>
          </a:xfrm>
        </p:grpSpPr>
        <p:sp>
          <p:nvSpPr>
            <p:cNvPr id="5241" name="Rectangle 5240">
              <a:extLst>
                <a:ext uri="{FF2B5EF4-FFF2-40B4-BE49-F238E27FC236}">
                  <a16:creationId xmlns:a16="http://schemas.microsoft.com/office/drawing/2014/main" id="{248CA46A-7E7A-5FC1-46EA-711165969E3F}"/>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5242" name="Rectangle 5241">
              <a:extLst>
                <a:ext uri="{FF2B5EF4-FFF2-40B4-BE49-F238E27FC236}">
                  <a16:creationId xmlns:a16="http://schemas.microsoft.com/office/drawing/2014/main" id="{5A6C6A97-F802-D45B-69C1-E5B3B204F845}"/>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43" name="Oval 15">
              <a:extLst>
                <a:ext uri="{FF2B5EF4-FFF2-40B4-BE49-F238E27FC236}">
                  <a16:creationId xmlns:a16="http://schemas.microsoft.com/office/drawing/2014/main" id="{2F52B3E6-211B-5DF9-C679-03FD22E9AD12}"/>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244" name="Straight Connector 5243">
              <a:extLst>
                <a:ext uri="{FF2B5EF4-FFF2-40B4-BE49-F238E27FC236}">
                  <a16:creationId xmlns:a16="http://schemas.microsoft.com/office/drawing/2014/main" id="{A6EE6643-43DD-987D-38D9-D09E2E554FAD}"/>
                </a:ext>
              </a:extLst>
            </p:cNvPr>
            <p:cNvCxnSpPr>
              <a:cxnSpLocks/>
              <a:stCxn id="5243"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245" name="Straight Connector 5244">
              <a:extLst>
                <a:ext uri="{FF2B5EF4-FFF2-40B4-BE49-F238E27FC236}">
                  <a16:creationId xmlns:a16="http://schemas.microsoft.com/office/drawing/2014/main" id="{9370F193-62C6-2EF9-8E2F-1C1E955A283A}"/>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254" name="Group 5253">
            <a:extLst>
              <a:ext uri="{FF2B5EF4-FFF2-40B4-BE49-F238E27FC236}">
                <a16:creationId xmlns:a16="http://schemas.microsoft.com/office/drawing/2014/main" id="{A9BCF97A-C150-D904-87AB-1F798B82BAC1}"/>
              </a:ext>
            </a:extLst>
          </p:cNvPr>
          <p:cNvGrpSpPr/>
          <p:nvPr/>
        </p:nvGrpSpPr>
        <p:grpSpPr>
          <a:xfrm>
            <a:off x="11356238" y="90836"/>
            <a:ext cx="721206" cy="609701"/>
            <a:chOff x="11356238" y="90836"/>
            <a:chExt cx="721206" cy="609701"/>
          </a:xfrm>
        </p:grpSpPr>
        <p:sp>
          <p:nvSpPr>
            <p:cNvPr id="5255" name="Rectangle 5254">
              <a:hlinkHover r:id="" action="ppaction://noaction" highlightClick="1"/>
              <a:extLst>
                <a:ext uri="{FF2B5EF4-FFF2-40B4-BE49-F238E27FC236}">
                  <a16:creationId xmlns:a16="http://schemas.microsoft.com/office/drawing/2014/main" id="{C235BD67-6A25-42A5-5E45-96FAFA3C6582}"/>
                </a:ext>
              </a:extLst>
            </p:cNvPr>
            <p:cNvSpPr/>
            <p:nvPr/>
          </p:nvSpPr>
          <p:spPr>
            <a:xfrm>
              <a:off x="11356238"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5256" name="Oval 5255">
              <a:extLst>
                <a:ext uri="{FF2B5EF4-FFF2-40B4-BE49-F238E27FC236}">
                  <a16:creationId xmlns:a16="http://schemas.microsoft.com/office/drawing/2014/main" id="{1EAB734D-10FA-7654-58A5-D26E5840197F}"/>
                </a:ext>
              </a:extLst>
            </p:cNvPr>
            <p:cNvSpPr/>
            <p:nvPr/>
          </p:nvSpPr>
          <p:spPr>
            <a:xfrm>
              <a:off x="11934777"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57" name="Isosceles Triangle 648">
              <a:extLst>
                <a:ext uri="{FF2B5EF4-FFF2-40B4-BE49-F238E27FC236}">
                  <a16:creationId xmlns:a16="http://schemas.microsoft.com/office/drawing/2014/main" id="{1C51D4E0-6B2F-3EF5-E1DE-24D0CFEF19BC}"/>
                </a:ext>
              </a:extLst>
            </p:cNvPr>
            <p:cNvSpPr/>
            <p:nvPr/>
          </p:nvSpPr>
          <p:spPr>
            <a:xfrm>
              <a:off x="11964901"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58" name="Group 5257">
            <a:extLst>
              <a:ext uri="{FF2B5EF4-FFF2-40B4-BE49-F238E27FC236}">
                <a16:creationId xmlns:a16="http://schemas.microsoft.com/office/drawing/2014/main" id="{77BA3E1A-6A4D-9B53-E311-E1C70F02C693}"/>
              </a:ext>
            </a:extLst>
          </p:cNvPr>
          <p:cNvGrpSpPr/>
          <p:nvPr/>
        </p:nvGrpSpPr>
        <p:grpSpPr>
          <a:xfrm>
            <a:off x="11356238" y="3694774"/>
            <a:ext cx="721206" cy="609701"/>
            <a:chOff x="11356238" y="3694774"/>
            <a:chExt cx="721206" cy="609701"/>
          </a:xfrm>
        </p:grpSpPr>
        <p:sp>
          <p:nvSpPr>
            <p:cNvPr id="5259" name="Rectangle 5258">
              <a:hlinkHover r:id="" action="ppaction://noaction" highlightClick="1"/>
              <a:extLst>
                <a:ext uri="{FF2B5EF4-FFF2-40B4-BE49-F238E27FC236}">
                  <a16:creationId xmlns:a16="http://schemas.microsoft.com/office/drawing/2014/main" id="{F1AA79B6-EA64-84BB-1C23-0BFC58A4D847}"/>
                </a:ext>
              </a:extLst>
            </p:cNvPr>
            <p:cNvSpPr/>
            <p:nvPr/>
          </p:nvSpPr>
          <p:spPr>
            <a:xfrm>
              <a:off x="11356238" y="369477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5260" name="Oval 5259">
              <a:extLst>
                <a:ext uri="{FF2B5EF4-FFF2-40B4-BE49-F238E27FC236}">
                  <a16:creationId xmlns:a16="http://schemas.microsoft.com/office/drawing/2014/main" id="{C1AD75AF-6BC6-C85A-A63A-F3A9E03B275B}"/>
                </a:ext>
              </a:extLst>
            </p:cNvPr>
            <p:cNvSpPr/>
            <p:nvPr/>
          </p:nvSpPr>
          <p:spPr>
            <a:xfrm>
              <a:off x="11934777" y="3702531"/>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61" name="Isosceles Triangle 648">
              <a:extLst>
                <a:ext uri="{FF2B5EF4-FFF2-40B4-BE49-F238E27FC236}">
                  <a16:creationId xmlns:a16="http://schemas.microsoft.com/office/drawing/2014/main" id="{6E61122D-1902-1CD5-3D5F-D96356D3E058}"/>
                </a:ext>
              </a:extLst>
            </p:cNvPr>
            <p:cNvSpPr/>
            <p:nvPr/>
          </p:nvSpPr>
          <p:spPr>
            <a:xfrm>
              <a:off x="11964901"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62" name="Group 5261">
            <a:extLst>
              <a:ext uri="{FF2B5EF4-FFF2-40B4-BE49-F238E27FC236}">
                <a16:creationId xmlns:a16="http://schemas.microsoft.com/office/drawing/2014/main" id="{86A3933D-AAE7-4B71-BDAE-7F9DE7A1C715}"/>
              </a:ext>
            </a:extLst>
          </p:cNvPr>
          <p:cNvGrpSpPr/>
          <p:nvPr/>
        </p:nvGrpSpPr>
        <p:grpSpPr>
          <a:xfrm>
            <a:off x="9657689" y="4419620"/>
            <a:ext cx="721206" cy="609701"/>
            <a:chOff x="9657689" y="4419620"/>
            <a:chExt cx="721206" cy="609701"/>
          </a:xfrm>
        </p:grpSpPr>
        <p:sp>
          <p:nvSpPr>
            <p:cNvPr id="5263" name="Rectangle 5262">
              <a:hlinkHover r:id="" action="ppaction://noaction" highlightClick="1"/>
              <a:extLst>
                <a:ext uri="{FF2B5EF4-FFF2-40B4-BE49-F238E27FC236}">
                  <a16:creationId xmlns:a16="http://schemas.microsoft.com/office/drawing/2014/main" id="{D038A3FA-3F7C-C04B-67B3-F6A5D9E3B1BA}"/>
                </a:ext>
              </a:extLst>
            </p:cNvPr>
            <p:cNvSpPr/>
            <p:nvPr/>
          </p:nvSpPr>
          <p:spPr>
            <a:xfrm>
              <a:off x="965768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5264" name="Oval 5263">
              <a:extLst>
                <a:ext uri="{FF2B5EF4-FFF2-40B4-BE49-F238E27FC236}">
                  <a16:creationId xmlns:a16="http://schemas.microsoft.com/office/drawing/2014/main" id="{C94A0EEA-8D05-8C26-4607-6E175C86C412}"/>
                </a:ext>
              </a:extLst>
            </p:cNvPr>
            <p:cNvSpPr/>
            <p:nvPr/>
          </p:nvSpPr>
          <p:spPr>
            <a:xfrm>
              <a:off x="10231216"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65" name="Isosceles Triangle 648">
              <a:extLst>
                <a:ext uri="{FF2B5EF4-FFF2-40B4-BE49-F238E27FC236}">
                  <a16:creationId xmlns:a16="http://schemas.microsoft.com/office/drawing/2014/main" id="{640C4F08-C771-E362-5DB5-14BE1BCAFAF7}"/>
                </a:ext>
              </a:extLst>
            </p:cNvPr>
            <p:cNvSpPr/>
            <p:nvPr/>
          </p:nvSpPr>
          <p:spPr>
            <a:xfrm>
              <a:off x="10261340"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66" name="Group 5265">
            <a:extLst>
              <a:ext uri="{FF2B5EF4-FFF2-40B4-BE49-F238E27FC236}">
                <a16:creationId xmlns:a16="http://schemas.microsoft.com/office/drawing/2014/main" id="{0140C72F-99B2-2C6E-6DE6-C3C8F8021BB7}"/>
              </a:ext>
            </a:extLst>
          </p:cNvPr>
          <p:cNvGrpSpPr/>
          <p:nvPr/>
        </p:nvGrpSpPr>
        <p:grpSpPr>
          <a:xfrm>
            <a:off x="10506964" y="4419620"/>
            <a:ext cx="721206" cy="609701"/>
            <a:chOff x="10506964" y="4419620"/>
            <a:chExt cx="721206" cy="609701"/>
          </a:xfrm>
        </p:grpSpPr>
        <p:sp>
          <p:nvSpPr>
            <p:cNvPr id="5267" name="Rectangle 5266">
              <a:hlinkHover r:id="" action="ppaction://noaction" highlightClick="1"/>
              <a:extLst>
                <a:ext uri="{FF2B5EF4-FFF2-40B4-BE49-F238E27FC236}">
                  <a16:creationId xmlns:a16="http://schemas.microsoft.com/office/drawing/2014/main" id="{83B5C0BA-4737-50BD-004B-900BBB841742}"/>
                </a:ext>
              </a:extLst>
            </p:cNvPr>
            <p:cNvSpPr/>
            <p:nvPr/>
          </p:nvSpPr>
          <p:spPr>
            <a:xfrm>
              <a:off x="10506964"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5268" name="Oval 5267">
              <a:extLst>
                <a:ext uri="{FF2B5EF4-FFF2-40B4-BE49-F238E27FC236}">
                  <a16:creationId xmlns:a16="http://schemas.microsoft.com/office/drawing/2014/main" id="{5298A8C8-0355-01D7-ABE2-43655A00B439}"/>
                </a:ext>
              </a:extLst>
            </p:cNvPr>
            <p:cNvSpPr/>
            <p:nvPr/>
          </p:nvSpPr>
          <p:spPr>
            <a:xfrm>
              <a:off x="11085503" y="442737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69" name="Isosceles Triangle 648">
              <a:extLst>
                <a:ext uri="{FF2B5EF4-FFF2-40B4-BE49-F238E27FC236}">
                  <a16:creationId xmlns:a16="http://schemas.microsoft.com/office/drawing/2014/main" id="{3366F8DA-6BE9-FFBD-CAAD-821995A6F2A4}"/>
                </a:ext>
              </a:extLst>
            </p:cNvPr>
            <p:cNvSpPr/>
            <p:nvPr/>
          </p:nvSpPr>
          <p:spPr>
            <a:xfrm>
              <a:off x="11115627" y="444088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70" name="Group 5269">
            <a:extLst>
              <a:ext uri="{FF2B5EF4-FFF2-40B4-BE49-F238E27FC236}">
                <a16:creationId xmlns:a16="http://schemas.microsoft.com/office/drawing/2014/main" id="{67F21A25-EF8A-73C8-1CA1-12DE1BAFE0D0}"/>
              </a:ext>
            </a:extLst>
          </p:cNvPr>
          <p:cNvGrpSpPr/>
          <p:nvPr/>
        </p:nvGrpSpPr>
        <p:grpSpPr>
          <a:xfrm>
            <a:off x="11355999" y="4416261"/>
            <a:ext cx="721206" cy="609701"/>
            <a:chOff x="11355999" y="4416261"/>
            <a:chExt cx="721206" cy="609701"/>
          </a:xfrm>
        </p:grpSpPr>
        <p:sp>
          <p:nvSpPr>
            <p:cNvPr id="5271" name="Rectangle 5270">
              <a:hlinkHover r:id="" action="ppaction://noaction" highlightClick="1"/>
              <a:extLst>
                <a:ext uri="{FF2B5EF4-FFF2-40B4-BE49-F238E27FC236}">
                  <a16:creationId xmlns:a16="http://schemas.microsoft.com/office/drawing/2014/main" id="{1954732E-25DA-E882-C5CD-A92F5B92812A}"/>
                </a:ext>
              </a:extLst>
            </p:cNvPr>
            <p:cNvSpPr/>
            <p:nvPr/>
          </p:nvSpPr>
          <p:spPr>
            <a:xfrm>
              <a:off x="11355999"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5272" name="Oval 5271">
              <a:extLst>
                <a:ext uri="{FF2B5EF4-FFF2-40B4-BE49-F238E27FC236}">
                  <a16:creationId xmlns:a16="http://schemas.microsoft.com/office/drawing/2014/main" id="{3A624B78-B8B2-3E8B-DE0E-B5BCEDD62618}"/>
                </a:ext>
              </a:extLst>
            </p:cNvPr>
            <p:cNvSpPr/>
            <p:nvPr/>
          </p:nvSpPr>
          <p:spPr>
            <a:xfrm>
              <a:off x="11934538"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73" name="Isosceles Triangle 648">
              <a:extLst>
                <a:ext uri="{FF2B5EF4-FFF2-40B4-BE49-F238E27FC236}">
                  <a16:creationId xmlns:a16="http://schemas.microsoft.com/office/drawing/2014/main" id="{EDDA7245-E62F-1F93-033E-67851CD053DE}"/>
                </a:ext>
              </a:extLst>
            </p:cNvPr>
            <p:cNvSpPr/>
            <p:nvPr/>
          </p:nvSpPr>
          <p:spPr>
            <a:xfrm>
              <a:off x="11964662"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74" name="Group 5273">
            <a:extLst>
              <a:ext uri="{FF2B5EF4-FFF2-40B4-BE49-F238E27FC236}">
                <a16:creationId xmlns:a16="http://schemas.microsoft.com/office/drawing/2014/main" id="{B8692967-6780-7A9B-4CE5-449105B729D8}"/>
              </a:ext>
            </a:extLst>
          </p:cNvPr>
          <p:cNvGrpSpPr/>
          <p:nvPr/>
        </p:nvGrpSpPr>
        <p:grpSpPr>
          <a:xfrm>
            <a:off x="8808522" y="4416261"/>
            <a:ext cx="721206" cy="609701"/>
            <a:chOff x="8808522" y="4416261"/>
            <a:chExt cx="721206" cy="609701"/>
          </a:xfrm>
        </p:grpSpPr>
        <p:sp>
          <p:nvSpPr>
            <p:cNvPr id="5275" name="Rectangle 5274">
              <a:hlinkHover r:id="" action="ppaction://noaction" highlightClick="1"/>
              <a:extLst>
                <a:ext uri="{FF2B5EF4-FFF2-40B4-BE49-F238E27FC236}">
                  <a16:creationId xmlns:a16="http://schemas.microsoft.com/office/drawing/2014/main" id="{A57842CD-02E3-87D7-2065-B55B0C1CD6D6}"/>
                </a:ext>
              </a:extLst>
            </p:cNvPr>
            <p:cNvSpPr/>
            <p:nvPr/>
          </p:nvSpPr>
          <p:spPr>
            <a:xfrm>
              <a:off x="8808522"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5276" name="Oval 5275">
              <a:extLst>
                <a:ext uri="{FF2B5EF4-FFF2-40B4-BE49-F238E27FC236}">
                  <a16:creationId xmlns:a16="http://schemas.microsoft.com/office/drawing/2014/main" id="{E04D964E-AC32-00C0-7D7E-142036F9BBE8}"/>
                </a:ext>
              </a:extLst>
            </p:cNvPr>
            <p:cNvSpPr/>
            <p:nvPr/>
          </p:nvSpPr>
          <p:spPr>
            <a:xfrm>
              <a:off x="9387061"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77" name="Isosceles Triangle 648">
              <a:extLst>
                <a:ext uri="{FF2B5EF4-FFF2-40B4-BE49-F238E27FC236}">
                  <a16:creationId xmlns:a16="http://schemas.microsoft.com/office/drawing/2014/main" id="{33D7A8E6-2F86-7FA6-8C87-892A39134F69}"/>
                </a:ext>
              </a:extLst>
            </p:cNvPr>
            <p:cNvSpPr/>
            <p:nvPr/>
          </p:nvSpPr>
          <p:spPr>
            <a:xfrm>
              <a:off x="9417185"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78" name="Group 5277">
            <a:extLst>
              <a:ext uri="{FF2B5EF4-FFF2-40B4-BE49-F238E27FC236}">
                <a16:creationId xmlns:a16="http://schemas.microsoft.com/office/drawing/2014/main" id="{C177913C-7059-C49F-D2FA-A689DCE17B7D}"/>
              </a:ext>
            </a:extLst>
          </p:cNvPr>
          <p:cNvGrpSpPr/>
          <p:nvPr/>
        </p:nvGrpSpPr>
        <p:grpSpPr>
          <a:xfrm>
            <a:off x="10509575" y="5141013"/>
            <a:ext cx="721206" cy="609701"/>
            <a:chOff x="10509575" y="5141013"/>
            <a:chExt cx="721206" cy="609701"/>
          </a:xfrm>
        </p:grpSpPr>
        <p:sp>
          <p:nvSpPr>
            <p:cNvPr id="5279" name="Rectangle 5278">
              <a:hlinkHover r:id="" action="ppaction://noaction" highlightClick="1"/>
              <a:extLst>
                <a:ext uri="{FF2B5EF4-FFF2-40B4-BE49-F238E27FC236}">
                  <a16:creationId xmlns:a16="http://schemas.microsoft.com/office/drawing/2014/main" id="{DE4FF5E6-04C8-4E1A-F538-03A717DBE5D4}"/>
                </a:ext>
              </a:extLst>
            </p:cNvPr>
            <p:cNvSpPr/>
            <p:nvPr/>
          </p:nvSpPr>
          <p:spPr>
            <a:xfrm>
              <a:off x="10509575"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5280" name="Oval 5279">
              <a:extLst>
                <a:ext uri="{FF2B5EF4-FFF2-40B4-BE49-F238E27FC236}">
                  <a16:creationId xmlns:a16="http://schemas.microsoft.com/office/drawing/2014/main" id="{0AD00F10-3664-5091-2B16-2096FBB61284}"/>
                </a:ext>
              </a:extLst>
            </p:cNvPr>
            <p:cNvSpPr/>
            <p:nvPr/>
          </p:nvSpPr>
          <p:spPr>
            <a:xfrm>
              <a:off x="11088114" y="514877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81" name="Isosceles Triangle 648">
              <a:extLst>
                <a:ext uri="{FF2B5EF4-FFF2-40B4-BE49-F238E27FC236}">
                  <a16:creationId xmlns:a16="http://schemas.microsoft.com/office/drawing/2014/main" id="{5DEB9CF1-E0B4-70C6-2AD1-D79ACCD8E96D}"/>
                </a:ext>
              </a:extLst>
            </p:cNvPr>
            <p:cNvSpPr/>
            <p:nvPr/>
          </p:nvSpPr>
          <p:spPr>
            <a:xfrm>
              <a:off x="11118238" y="51622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82" name="Group 5281">
            <a:extLst>
              <a:ext uri="{FF2B5EF4-FFF2-40B4-BE49-F238E27FC236}">
                <a16:creationId xmlns:a16="http://schemas.microsoft.com/office/drawing/2014/main" id="{A7D004EB-0007-31A5-92EE-CF1D750155A0}"/>
              </a:ext>
            </a:extLst>
          </p:cNvPr>
          <p:cNvGrpSpPr/>
          <p:nvPr/>
        </p:nvGrpSpPr>
        <p:grpSpPr>
          <a:xfrm>
            <a:off x="9651074" y="5143363"/>
            <a:ext cx="721206" cy="609701"/>
            <a:chOff x="9651074" y="5143363"/>
            <a:chExt cx="721206" cy="609701"/>
          </a:xfrm>
        </p:grpSpPr>
        <p:sp>
          <p:nvSpPr>
            <p:cNvPr id="5283" name="Rectangle 5282">
              <a:hlinkHover r:id="" action="ppaction://noaction" highlightClick="1"/>
              <a:extLst>
                <a:ext uri="{FF2B5EF4-FFF2-40B4-BE49-F238E27FC236}">
                  <a16:creationId xmlns:a16="http://schemas.microsoft.com/office/drawing/2014/main" id="{C99F44D1-A0A6-F9ED-0104-D1D54B5FCA92}"/>
                </a:ext>
              </a:extLst>
            </p:cNvPr>
            <p:cNvSpPr/>
            <p:nvPr/>
          </p:nvSpPr>
          <p:spPr>
            <a:xfrm>
              <a:off x="9651074" y="514336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5284" name="Oval 5283">
              <a:extLst>
                <a:ext uri="{FF2B5EF4-FFF2-40B4-BE49-F238E27FC236}">
                  <a16:creationId xmlns:a16="http://schemas.microsoft.com/office/drawing/2014/main" id="{3511D083-CD3E-40C3-FCF8-65757AF7EBB4}"/>
                </a:ext>
              </a:extLst>
            </p:cNvPr>
            <p:cNvSpPr/>
            <p:nvPr/>
          </p:nvSpPr>
          <p:spPr>
            <a:xfrm>
              <a:off x="10228298" y="515358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85" name="Isosceles Triangle 648">
              <a:extLst>
                <a:ext uri="{FF2B5EF4-FFF2-40B4-BE49-F238E27FC236}">
                  <a16:creationId xmlns:a16="http://schemas.microsoft.com/office/drawing/2014/main" id="{50EE64BD-62BE-7315-54A2-147EFA9B56DD}"/>
                </a:ext>
              </a:extLst>
            </p:cNvPr>
            <p:cNvSpPr/>
            <p:nvPr/>
          </p:nvSpPr>
          <p:spPr>
            <a:xfrm>
              <a:off x="10258423" y="516709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86" name="Group 5285">
            <a:extLst>
              <a:ext uri="{FF2B5EF4-FFF2-40B4-BE49-F238E27FC236}">
                <a16:creationId xmlns:a16="http://schemas.microsoft.com/office/drawing/2014/main" id="{80E70D62-558C-2C70-4DD3-3887281BFB34}"/>
              </a:ext>
            </a:extLst>
          </p:cNvPr>
          <p:cNvGrpSpPr/>
          <p:nvPr/>
        </p:nvGrpSpPr>
        <p:grpSpPr>
          <a:xfrm>
            <a:off x="9657610" y="3698227"/>
            <a:ext cx="721206" cy="609701"/>
            <a:chOff x="9657610" y="3698227"/>
            <a:chExt cx="721206" cy="609701"/>
          </a:xfrm>
        </p:grpSpPr>
        <p:sp>
          <p:nvSpPr>
            <p:cNvPr id="5287" name="Rectangle 5286">
              <a:hlinkHover r:id="" action="ppaction://noaction" highlightClick="1"/>
              <a:extLst>
                <a:ext uri="{FF2B5EF4-FFF2-40B4-BE49-F238E27FC236}">
                  <a16:creationId xmlns:a16="http://schemas.microsoft.com/office/drawing/2014/main" id="{08D0E378-DAC6-1987-B30F-529A054EDFA6}"/>
                </a:ext>
              </a:extLst>
            </p:cNvPr>
            <p:cNvSpPr/>
            <p:nvPr/>
          </p:nvSpPr>
          <p:spPr>
            <a:xfrm>
              <a:off x="965761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5288" name="Oval 5287">
              <a:extLst>
                <a:ext uri="{FF2B5EF4-FFF2-40B4-BE49-F238E27FC236}">
                  <a16:creationId xmlns:a16="http://schemas.microsoft.com/office/drawing/2014/main" id="{FDEFC898-364C-2757-D510-6A62C2DB5F29}"/>
                </a:ext>
              </a:extLst>
            </p:cNvPr>
            <p:cNvSpPr/>
            <p:nvPr/>
          </p:nvSpPr>
          <p:spPr>
            <a:xfrm>
              <a:off x="10233763"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89" name="Isosceles Triangle 648">
              <a:extLst>
                <a:ext uri="{FF2B5EF4-FFF2-40B4-BE49-F238E27FC236}">
                  <a16:creationId xmlns:a16="http://schemas.microsoft.com/office/drawing/2014/main" id="{B37528F6-A7B8-0FFE-22D2-6AC2EBD1CEBB}"/>
                </a:ext>
              </a:extLst>
            </p:cNvPr>
            <p:cNvSpPr/>
            <p:nvPr/>
          </p:nvSpPr>
          <p:spPr>
            <a:xfrm>
              <a:off x="1026388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90" name="Group 5289">
            <a:extLst>
              <a:ext uri="{FF2B5EF4-FFF2-40B4-BE49-F238E27FC236}">
                <a16:creationId xmlns:a16="http://schemas.microsoft.com/office/drawing/2014/main" id="{D09D089A-EC82-9505-1F21-3965A241184C}"/>
              </a:ext>
            </a:extLst>
          </p:cNvPr>
          <p:cNvGrpSpPr/>
          <p:nvPr/>
        </p:nvGrpSpPr>
        <p:grpSpPr>
          <a:xfrm>
            <a:off x="10506924" y="3698227"/>
            <a:ext cx="721206" cy="609701"/>
            <a:chOff x="10506924" y="3698227"/>
            <a:chExt cx="721206" cy="609701"/>
          </a:xfrm>
        </p:grpSpPr>
        <p:sp>
          <p:nvSpPr>
            <p:cNvPr id="5291" name="Rectangle 5290">
              <a:hlinkHover r:id="" action="ppaction://noaction" highlightClick="1"/>
              <a:extLst>
                <a:ext uri="{FF2B5EF4-FFF2-40B4-BE49-F238E27FC236}">
                  <a16:creationId xmlns:a16="http://schemas.microsoft.com/office/drawing/2014/main" id="{4A9E85E3-7349-5BBB-E58A-B5BCFC611A29}"/>
                </a:ext>
              </a:extLst>
            </p:cNvPr>
            <p:cNvSpPr/>
            <p:nvPr/>
          </p:nvSpPr>
          <p:spPr>
            <a:xfrm>
              <a:off x="10506924"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5292" name="Oval 5291">
              <a:extLst>
                <a:ext uri="{FF2B5EF4-FFF2-40B4-BE49-F238E27FC236}">
                  <a16:creationId xmlns:a16="http://schemas.microsoft.com/office/drawing/2014/main" id="{FFB1470C-1FCE-0912-D7F2-351EBFB29CAA}"/>
                </a:ext>
              </a:extLst>
            </p:cNvPr>
            <p:cNvSpPr/>
            <p:nvPr/>
          </p:nvSpPr>
          <p:spPr>
            <a:xfrm>
              <a:off x="11085463" y="370598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93" name="Isosceles Triangle 648">
              <a:extLst>
                <a:ext uri="{FF2B5EF4-FFF2-40B4-BE49-F238E27FC236}">
                  <a16:creationId xmlns:a16="http://schemas.microsoft.com/office/drawing/2014/main" id="{D2CFF772-316A-F6D5-C977-9916D6BDA415}"/>
                </a:ext>
              </a:extLst>
            </p:cNvPr>
            <p:cNvSpPr/>
            <p:nvPr/>
          </p:nvSpPr>
          <p:spPr>
            <a:xfrm>
              <a:off x="11115587" y="371949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94" name="Group 5293">
            <a:extLst>
              <a:ext uri="{FF2B5EF4-FFF2-40B4-BE49-F238E27FC236}">
                <a16:creationId xmlns:a16="http://schemas.microsoft.com/office/drawing/2014/main" id="{AD9ED8B0-FB56-A6B1-8962-BBE41CF541E4}"/>
              </a:ext>
            </a:extLst>
          </p:cNvPr>
          <p:cNvGrpSpPr/>
          <p:nvPr/>
        </p:nvGrpSpPr>
        <p:grpSpPr>
          <a:xfrm>
            <a:off x="8808415" y="5135706"/>
            <a:ext cx="721206" cy="609701"/>
            <a:chOff x="8808415" y="5135706"/>
            <a:chExt cx="721206" cy="609701"/>
          </a:xfrm>
        </p:grpSpPr>
        <p:sp>
          <p:nvSpPr>
            <p:cNvPr id="5295" name="Rectangle 5294">
              <a:hlinkHover r:id="" action="ppaction://noaction" highlightClick="1"/>
              <a:extLst>
                <a:ext uri="{FF2B5EF4-FFF2-40B4-BE49-F238E27FC236}">
                  <a16:creationId xmlns:a16="http://schemas.microsoft.com/office/drawing/2014/main" id="{E3562032-49C8-1A6A-EAA5-8244E2D7C486}"/>
                </a:ext>
              </a:extLst>
            </p:cNvPr>
            <p:cNvSpPr/>
            <p:nvPr/>
          </p:nvSpPr>
          <p:spPr>
            <a:xfrm>
              <a:off x="8808415" y="513570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5296" name="Oval 5295">
              <a:extLst>
                <a:ext uri="{FF2B5EF4-FFF2-40B4-BE49-F238E27FC236}">
                  <a16:creationId xmlns:a16="http://schemas.microsoft.com/office/drawing/2014/main" id="{685AB0A4-0A1C-AA45-D762-DC8FE68902EA}"/>
                </a:ext>
              </a:extLst>
            </p:cNvPr>
            <p:cNvSpPr/>
            <p:nvPr/>
          </p:nvSpPr>
          <p:spPr>
            <a:xfrm>
              <a:off x="9384290" y="514604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97" name="Isosceles Triangle 648">
              <a:extLst>
                <a:ext uri="{FF2B5EF4-FFF2-40B4-BE49-F238E27FC236}">
                  <a16:creationId xmlns:a16="http://schemas.microsoft.com/office/drawing/2014/main" id="{355F2626-DB27-99CF-616A-86A3B31026AB}"/>
                </a:ext>
              </a:extLst>
            </p:cNvPr>
            <p:cNvSpPr/>
            <p:nvPr/>
          </p:nvSpPr>
          <p:spPr>
            <a:xfrm>
              <a:off x="9414415" y="515956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12" name="Group 5311">
            <a:extLst>
              <a:ext uri="{FF2B5EF4-FFF2-40B4-BE49-F238E27FC236}">
                <a16:creationId xmlns:a16="http://schemas.microsoft.com/office/drawing/2014/main" id="{5A7CFCA6-2B22-D073-9E61-285DABDF34A5}"/>
              </a:ext>
            </a:extLst>
          </p:cNvPr>
          <p:cNvGrpSpPr/>
          <p:nvPr/>
        </p:nvGrpSpPr>
        <p:grpSpPr>
          <a:xfrm>
            <a:off x="7957577" y="1532276"/>
            <a:ext cx="721206" cy="609701"/>
            <a:chOff x="7957577" y="1532276"/>
            <a:chExt cx="721206" cy="609701"/>
          </a:xfrm>
        </p:grpSpPr>
        <p:sp>
          <p:nvSpPr>
            <p:cNvPr id="5313" name="Rectangle 5312">
              <a:hlinkHover r:id="" action="ppaction://noaction" highlightClick="1"/>
              <a:extLst>
                <a:ext uri="{FF2B5EF4-FFF2-40B4-BE49-F238E27FC236}">
                  <a16:creationId xmlns:a16="http://schemas.microsoft.com/office/drawing/2014/main" id="{0F81FCB9-83D3-00E6-6818-FE639E589CB6}"/>
                </a:ext>
              </a:extLst>
            </p:cNvPr>
            <p:cNvSpPr/>
            <p:nvPr/>
          </p:nvSpPr>
          <p:spPr>
            <a:xfrm>
              <a:off x="7957577"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5314" name="Rectangle 5313">
              <a:extLst>
                <a:ext uri="{FF2B5EF4-FFF2-40B4-BE49-F238E27FC236}">
                  <a16:creationId xmlns:a16="http://schemas.microsoft.com/office/drawing/2014/main" id="{4873024C-080C-3972-F6DA-BF2C30DFADF5}"/>
                </a:ext>
              </a:extLst>
            </p:cNvPr>
            <p:cNvSpPr/>
            <p:nvPr/>
          </p:nvSpPr>
          <p:spPr>
            <a:xfrm flipV="1">
              <a:off x="8571630" y="153528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15" name="Oval 15">
              <a:extLst>
                <a:ext uri="{FF2B5EF4-FFF2-40B4-BE49-F238E27FC236}">
                  <a16:creationId xmlns:a16="http://schemas.microsoft.com/office/drawing/2014/main" id="{B7C78D2F-368F-C756-03A3-A78B0072B53C}"/>
                </a:ext>
              </a:extLst>
            </p:cNvPr>
            <p:cNvSpPr/>
            <p:nvPr/>
          </p:nvSpPr>
          <p:spPr>
            <a:xfrm>
              <a:off x="8599019" y="1572027"/>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316" name="Straight Connector 5315">
              <a:extLst>
                <a:ext uri="{FF2B5EF4-FFF2-40B4-BE49-F238E27FC236}">
                  <a16:creationId xmlns:a16="http://schemas.microsoft.com/office/drawing/2014/main" id="{E68A698D-A230-3446-4CA4-4D05B4D74183}"/>
                </a:ext>
              </a:extLst>
            </p:cNvPr>
            <p:cNvCxnSpPr>
              <a:cxnSpLocks/>
              <a:stCxn id="5315" idx="0"/>
            </p:cNvCxnSpPr>
            <p:nvPr/>
          </p:nvCxnSpPr>
          <p:spPr>
            <a:xfrm flipV="1">
              <a:off x="8604716" y="154880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317" name="Straight Connector 5316">
              <a:extLst>
                <a:ext uri="{FF2B5EF4-FFF2-40B4-BE49-F238E27FC236}">
                  <a16:creationId xmlns:a16="http://schemas.microsoft.com/office/drawing/2014/main" id="{01CC936E-CBC3-E8F8-835C-82A5F1768577}"/>
                </a:ext>
              </a:extLst>
            </p:cNvPr>
            <p:cNvCxnSpPr>
              <a:cxnSpLocks/>
            </p:cNvCxnSpPr>
            <p:nvPr/>
          </p:nvCxnSpPr>
          <p:spPr>
            <a:xfrm>
              <a:off x="8610435" y="154880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318" name="Group 5317">
            <a:extLst>
              <a:ext uri="{FF2B5EF4-FFF2-40B4-BE49-F238E27FC236}">
                <a16:creationId xmlns:a16="http://schemas.microsoft.com/office/drawing/2014/main" id="{D211E5A0-7AAE-5431-FBFF-D42555D26986}"/>
              </a:ext>
            </a:extLst>
          </p:cNvPr>
          <p:cNvGrpSpPr/>
          <p:nvPr/>
        </p:nvGrpSpPr>
        <p:grpSpPr>
          <a:xfrm>
            <a:off x="9656908" y="1532276"/>
            <a:ext cx="721206" cy="609701"/>
            <a:chOff x="9656908" y="1532276"/>
            <a:chExt cx="721206" cy="609701"/>
          </a:xfrm>
        </p:grpSpPr>
        <p:sp>
          <p:nvSpPr>
            <p:cNvPr id="5319" name="Rectangle 5318">
              <a:extLst>
                <a:ext uri="{FF2B5EF4-FFF2-40B4-BE49-F238E27FC236}">
                  <a16:creationId xmlns:a16="http://schemas.microsoft.com/office/drawing/2014/main" id="{3C1BCDD9-5353-B0AB-914E-2FE1D3812B64}"/>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320" name="Rectangle 5319">
              <a:extLst>
                <a:ext uri="{FF2B5EF4-FFF2-40B4-BE49-F238E27FC236}">
                  <a16:creationId xmlns:a16="http://schemas.microsoft.com/office/drawing/2014/main" id="{8DFF7869-3565-3B54-CF64-8C00276A8FCB}"/>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21" name="Oval 15">
              <a:extLst>
                <a:ext uri="{FF2B5EF4-FFF2-40B4-BE49-F238E27FC236}">
                  <a16:creationId xmlns:a16="http://schemas.microsoft.com/office/drawing/2014/main" id="{A56A6EF8-74F0-3FA9-9D8E-03021E96C300}"/>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322" name="Straight Connector 5321">
              <a:extLst>
                <a:ext uri="{FF2B5EF4-FFF2-40B4-BE49-F238E27FC236}">
                  <a16:creationId xmlns:a16="http://schemas.microsoft.com/office/drawing/2014/main" id="{0BC8816D-53C3-4BC8-9EEB-B6376CE7572F}"/>
                </a:ext>
              </a:extLst>
            </p:cNvPr>
            <p:cNvCxnSpPr>
              <a:cxnSpLocks/>
              <a:stCxn id="5321"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323" name="Straight Connector 5322">
              <a:extLst>
                <a:ext uri="{FF2B5EF4-FFF2-40B4-BE49-F238E27FC236}">
                  <a16:creationId xmlns:a16="http://schemas.microsoft.com/office/drawing/2014/main" id="{6EA84B01-D81B-366E-9F71-2D6F752A38ED}"/>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338" name="Group 5337">
            <a:extLst>
              <a:ext uri="{FF2B5EF4-FFF2-40B4-BE49-F238E27FC236}">
                <a16:creationId xmlns:a16="http://schemas.microsoft.com/office/drawing/2014/main" id="{87BDA7AC-4C4A-49C9-B324-15A9A9421AC9}"/>
              </a:ext>
            </a:extLst>
          </p:cNvPr>
          <p:cNvGrpSpPr/>
          <p:nvPr/>
        </p:nvGrpSpPr>
        <p:grpSpPr>
          <a:xfrm>
            <a:off x="11356238" y="811556"/>
            <a:ext cx="721206" cy="609701"/>
            <a:chOff x="11356238" y="811556"/>
            <a:chExt cx="721206" cy="609701"/>
          </a:xfrm>
        </p:grpSpPr>
        <p:sp>
          <p:nvSpPr>
            <p:cNvPr id="5339" name="Rectangle 5338">
              <a:hlinkHover r:id="" action="ppaction://noaction" highlightClick="1"/>
              <a:extLst>
                <a:ext uri="{FF2B5EF4-FFF2-40B4-BE49-F238E27FC236}">
                  <a16:creationId xmlns:a16="http://schemas.microsoft.com/office/drawing/2014/main" id="{6F4914D7-D91B-9F2D-406F-76015D37551B}"/>
                </a:ext>
              </a:extLst>
            </p:cNvPr>
            <p:cNvSpPr/>
            <p:nvPr/>
          </p:nvSpPr>
          <p:spPr>
            <a:xfrm>
              <a:off x="11356238" y="81155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5340" name="Oval 5339">
              <a:extLst>
                <a:ext uri="{FF2B5EF4-FFF2-40B4-BE49-F238E27FC236}">
                  <a16:creationId xmlns:a16="http://schemas.microsoft.com/office/drawing/2014/main" id="{3F839721-1549-F73F-7FD3-BFD98D61E25D}"/>
                </a:ext>
              </a:extLst>
            </p:cNvPr>
            <p:cNvSpPr/>
            <p:nvPr/>
          </p:nvSpPr>
          <p:spPr>
            <a:xfrm>
              <a:off x="11934777" y="81931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41" name="Isosceles Triangle 648">
              <a:extLst>
                <a:ext uri="{FF2B5EF4-FFF2-40B4-BE49-F238E27FC236}">
                  <a16:creationId xmlns:a16="http://schemas.microsoft.com/office/drawing/2014/main" id="{9A4D9635-CC9C-44FF-37FF-D0EA7B79EA2C}"/>
                </a:ext>
              </a:extLst>
            </p:cNvPr>
            <p:cNvSpPr/>
            <p:nvPr/>
          </p:nvSpPr>
          <p:spPr>
            <a:xfrm>
              <a:off x="11964901" y="8328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42" name="Group 5341">
            <a:extLst>
              <a:ext uri="{FF2B5EF4-FFF2-40B4-BE49-F238E27FC236}">
                <a16:creationId xmlns:a16="http://schemas.microsoft.com/office/drawing/2014/main" id="{2B99B045-4047-B760-E874-C2A15DBEA75E}"/>
              </a:ext>
            </a:extLst>
          </p:cNvPr>
          <p:cNvGrpSpPr/>
          <p:nvPr/>
        </p:nvGrpSpPr>
        <p:grpSpPr>
          <a:xfrm>
            <a:off x="8808415" y="3705984"/>
            <a:ext cx="721206" cy="609701"/>
            <a:chOff x="8808415" y="3705984"/>
            <a:chExt cx="721206" cy="609701"/>
          </a:xfrm>
        </p:grpSpPr>
        <p:sp>
          <p:nvSpPr>
            <p:cNvPr id="5343" name="Rectangle 5342">
              <a:hlinkHover r:id="" action="ppaction://noaction" highlightClick="1"/>
              <a:extLst>
                <a:ext uri="{FF2B5EF4-FFF2-40B4-BE49-F238E27FC236}">
                  <a16:creationId xmlns:a16="http://schemas.microsoft.com/office/drawing/2014/main" id="{0C167712-40A9-14CC-6193-8A83DB30A53E}"/>
                </a:ext>
              </a:extLst>
            </p:cNvPr>
            <p:cNvSpPr/>
            <p:nvPr/>
          </p:nvSpPr>
          <p:spPr>
            <a:xfrm>
              <a:off x="8808415" y="370598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5344" name="Oval 5343">
              <a:extLst>
                <a:ext uri="{FF2B5EF4-FFF2-40B4-BE49-F238E27FC236}">
                  <a16:creationId xmlns:a16="http://schemas.microsoft.com/office/drawing/2014/main" id="{1FEFF6B6-94A9-01C6-FBB6-0FBB333DC7DC}"/>
                </a:ext>
              </a:extLst>
            </p:cNvPr>
            <p:cNvSpPr/>
            <p:nvPr/>
          </p:nvSpPr>
          <p:spPr>
            <a:xfrm>
              <a:off x="9388378" y="371510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45" name="Isosceles Triangle 648">
              <a:extLst>
                <a:ext uri="{FF2B5EF4-FFF2-40B4-BE49-F238E27FC236}">
                  <a16:creationId xmlns:a16="http://schemas.microsoft.com/office/drawing/2014/main" id="{94C89414-6FD4-26ED-19E6-DF439C4140B1}"/>
                </a:ext>
              </a:extLst>
            </p:cNvPr>
            <p:cNvSpPr/>
            <p:nvPr/>
          </p:nvSpPr>
          <p:spPr>
            <a:xfrm>
              <a:off x="9418503" y="372861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46" name="Group 5345">
            <a:extLst>
              <a:ext uri="{FF2B5EF4-FFF2-40B4-BE49-F238E27FC236}">
                <a16:creationId xmlns:a16="http://schemas.microsoft.com/office/drawing/2014/main" id="{1CE9F906-C5AF-2D88-A618-75B04D843971}"/>
              </a:ext>
            </a:extLst>
          </p:cNvPr>
          <p:cNvGrpSpPr/>
          <p:nvPr/>
        </p:nvGrpSpPr>
        <p:grpSpPr>
          <a:xfrm>
            <a:off x="431659" y="90836"/>
            <a:ext cx="721206" cy="609701"/>
            <a:chOff x="431659" y="90836"/>
            <a:chExt cx="721206" cy="609701"/>
          </a:xfrm>
        </p:grpSpPr>
        <p:sp>
          <p:nvSpPr>
            <p:cNvPr id="5347" name="Rectangle 5346">
              <a:extLst>
                <a:ext uri="{FF2B5EF4-FFF2-40B4-BE49-F238E27FC236}">
                  <a16:creationId xmlns:a16="http://schemas.microsoft.com/office/drawing/2014/main" id="{A1BB01F7-1843-7FBA-F4A3-F061356C1834}"/>
                </a:ext>
              </a:extLst>
            </p:cNvPr>
            <p:cNvSpPr/>
            <p:nvPr/>
          </p:nvSpPr>
          <p:spPr>
            <a:xfrm>
              <a:off x="43165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5348" name="Rectangle 5347">
              <a:extLst>
                <a:ext uri="{FF2B5EF4-FFF2-40B4-BE49-F238E27FC236}">
                  <a16:creationId xmlns:a16="http://schemas.microsoft.com/office/drawing/2014/main" id="{8ECF7FFB-CEB5-D1E2-04BF-5F71D17DE66B}"/>
                </a:ext>
              </a:extLst>
            </p:cNvPr>
            <p:cNvSpPr/>
            <p:nvPr/>
          </p:nvSpPr>
          <p:spPr>
            <a:xfrm flipV="1">
              <a:off x="1052673" y="908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49" name="Oval 15">
              <a:extLst>
                <a:ext uri="{FF2B5EF4-FFF2-40B4-BE49-F238E27FC236}">
                  <a16:creationId xmlns:a16="http://schemas.microsoft.com/office/drawing/2014/main" id="{63721B53-83F9-DF0D-1425-540E8EA0B26D}"/>
                </a:ext>
              </a:extLst>
            </p:cNvPr>
            <p:cNvSpPr/>
            <p:nvPr/>
          </p:nvSpPr>
          <p:spPr>
            <a:xfrm>
              <a:off x="1080061"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350" name="Straight Connector 5349">
              <a:extLst>
                <a:ext uri="{FF2B5EF4-FFF2-40B4-BE49-F238E27FC236}">
                  <a16:creationId xmlns:a16="http://schemas.microsoft.com/office/drawing/2014/main" id="{9B92DB29-7DAB-31BF-1963-8C523AC40608}"/>
                </a:ext>
              </a:extLst>
            </p:cNvPr>
            <p:cNvCxnSpPr>
              <a:cxnSpLocks/>
              <a:stCxn id="5349" idx="0"/>
            </p:cNvCxnSpPr>
            <p:nvPr/>
          </p:nvCxnSpPr>
          <p:spPr>
            <a:xfrm flipV="1">
              <a:off x="1085758" y="104349"/>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351" name="Straight Connector 5350">
              <a:extLst>
                <a:ext uri="{FF2B5EF4-FFF2-40B4-BE49-F238E27FC236}">
                  <a16:creationId xmlns:a16="http://schemas.microsoft.com/office/drawing/2014/main" id="{61EF6FE5-5758-5550-907B-BBA10A62C906}"/>
                </a:ext>
              </a:extLst>
            </p:cNvPr>
            <p:cNvCxnSpPr>
              <a:cxnSpLocks/>
            </p:cNvCxnSpPr>
            <p:nvPr/>
          </p:nvCxnSpPr>
          <p:spPr>
            <a:xfrm>
              <a:off x="1091477" y="104349"/>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352" name="Group 5351">
            <a:extLst>
              <a:ext uri="{FF2B5EF4-FFF2-40B4-BE49-F238E27FC236}">
                <a16:creationId xmlns:a16="http://schemas.microsoft.com/office/drawing/2014/main" id="{D44E00AF-759C-01AE-09DB-4DD6B605D247}"/>
              </a:ext>
            </a:extLst>
          </p:cNvPr>
          <p:cNvGrpSpPr/>
          <p:nvPr/>
        </p:nvGrpSpPr>
        <p:grpSpPr>
          <a:xfrm>
            <a:off x="1267284" y="90836"/>
            <a:ext cx="721206" cy="609701"/>
            <a:chOff x="1267284" y="90836"/>
            <a:chExt cx="721206" cy="609701"/>
          </a:xfrm>
        </p:grpSpPr>
        <p:sp>
          <p:nvSpPr>
            <p:cNvPr id="5353" name="Rectangle 5352">
              <a:extLst>
                <a:ext uri="{FF2B5EF4-FFF2-40B4-BE49-F238E27FC236}">
                  <a16:creationId xmlns:a16="http://schemas.microsoft.com/office/drawing/2014/main" id="{08C65F95-572D-22F8-6569-705CAE3627C8}"/>
                </a:ext>
              </a:extLst>
            </p:cNvPr>
            <p:cNvSpPr/>
            <p:nvPr/>
          </p:nvSpPr>
          <p:spPr>
            <a:xfrm>
              <a:off x="1267284"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5354" name="Rectangle 5353">
              <a:extLst>
                <a:ext uri="{FF2B5EF4-FFF2-40B4-BE49-F238E27FC236}">
                  <a16:creationId xmlns:a16="http://schemas.microsoft.com/office/drawing/2014/main" id="{F06F4D21-23A0-3DE1-6DBB-09D4F946EF55}"/>
                </a:ext>
              </a:extLst>
            </p:cNvPr>
            <p:cNvSpPr/>
            <p:nvPr/>
          </p:nvSpPr>
          <p:spPr>
            <a:xfrm flipV="1">
              <a:off x="1887254"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55" name="Oval 15">
              <a:extLst>
                <a:ext uri="{FF2B5EF4-FFF2-40B4-BE49-F238E27FC236}">
                  <a16:creationId xmlns:a16="http://schemas.microsoft.com/office/drawing/2014/main" id="{6BA1E9E0-1A64-EE54-10EF-DE3963BC54CE}"/>
                </a:ext>
              </a:extLst>
            </p:cNvPr>
            <p:cNvSpPr/>
            <p:nvPr/>
          </p:nvSpPr>
          <p:spPr>
            <a:xfrm>
              <a:off x="1914643"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356" name="Straight Connector 5355">
              <a:extLst>
                <a:ext uri="{FF2B5EF4-FFF2-40B4-BE49-F238E27FC236}">
                  <a16:creationId xmlns:a16="http://schemas.microsoft.com/office/drawing/2014/main" id="{0F16A656-D576-1493-4414-A799086433D3}"/>
                </a:ext>
              </a:extLst>
            </p:cNvPr>
            <p:cNvCxnSpPr>
              <a:cxnSpLocks/>
              <a:stCxn id="5355" idx="0"/>
            </p:cNvCxnSpPr>
            <p:nvPr/>
          </p:nvCxnSpPr>
          <p:spPr>
            <a:xfrm flipV="1">
              <a:off x="1920339"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357" name="Straight Connector 5356">
              <a:extLst>
                <a:ext uri="{FF2B5EF4-FFF2-40B4-BE49-F238E27FC236}">
                  <a16:creationId xmlns:a16="http://schemas.microsoft.com/office/drawing/2014/main" id="{14FD546B-8AC8-3E16-5BE6-92401E0AA7B2}"/>
                </a:ext>
              </a:extLst>
            </p:cNvPr>
            <p:cNvCxnSpPr>
              <a:cxnSpLocks/>
            </p:cNvCxnSpPr>
            <p:nvPr/>
          </p:nvCxnSpPr>
          <p:spPr>
            <a:xfrm>
              <a:off x="1926058"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358" name="Group 5357">
            <a:extLst>
              <a:ext uri="{FF2B5EF4-FFF2-40B4-BE49-F238E27FC236}">
                <a16:creationId xmlns:a16="http://schemas.microsoft.com/office/drawing/2014/main" id="{90FAE70C-75AD-7435-2CE6-2A4A31B592AB}"/>
              </a:ext>
            </a:extLst>
          </p:cNvPr>
          <p:cNvGrpSpPr/>
          <p:nvPr/>
        </p:nvGrpSpPr>
        <p:grpSpPr>
          <a:xfrm>
            <a:off x="1269622" y="4419620"/>
            <a:ext cx="721206" cy="609701"/>
            <a:chOff x="1269622" y="4419620"/>
            <a:chExt cx="721206" cy="609701"/>
          </a:xfrm>
        </p:grpSpPr>
        <p:sp>
          <p:nvSpPr>
            <p:cNvPr id="5359" name="Rectangle 5358">
              <a:extLst>
                <a:ext uri="{FF2B5EF4-FFF2-40B4-BE49-F238E27FC236}">
                  <a16:creationId xmlns:a16="http://schemas.microsoft.com/office/drawing/2014/main" id="{D923C838-3AAB-4291-680D-E2D365410C45}"/>
                </a:ext>
              </a:extLst>
            </p:cNvPr>
            <p:cNvSpPr/>
            <p:nvPr/>
          </p:nvSpPr>
          <p:spPr>
            <a:xfrm>
              <a:off x="1269622" y="4419620"/>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5360" name="Cylinder 5359">
              <a:extLst>
                <a:ext uri="{FF2B5EF4-FFF2-40B4-BE49-F238E27FC236}">
                  <a16:creationId xmlns:a16="http://schemas.microsoft.com/office/drawing/2014/main" id="{F2F8055F-67F0-FDD5-73F6-5637FB6F46BA}"/>
                </a:ext>
              </a:extLst>
            </p:cNvPr>
            <p:cNvSpPr/>
            <p:nvPr/>
          </p:nvSpPr>
          <p:spPr>
            <a:xfrm>
              <a:off x="1917348" y="4419620"/>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61" name="Group 5360">
            <a:extLst>
              <a:ext uri="{FF2B5EF4-FFF2-40B4-BE49-F238E27FC236}">
                <a16:creationId xmlns:a16="http://schemas.microsoft.com/office/drawing/2014/main" id="{837D69D0-AB2E-8C82-8BFE-7F0A1FBC534E}"/>
              </a:ext>
            </a:extLst>
          </p:cNvPr>
          <p:cNvGrpSpPr/>
          <p:nvPr/>
        </p:nvGrpSpPr>
        <p:grpSpPr>
          <a:xfrm>
            <a:off x="432838" y="4419620"/>
            <a:ext cx="721206" cy="609701"/>
            <a:chOff x="432838" y="4419620"/>
            <a:chExt cx="721206" cy="609701"/>
          </a:xfrm>
        </p:grpSpPr>
        <p:sp>
          <p:nvSpPr>
            <p:cNvPr id="5362" name="Rectangle 5361">
              <a:extLst>
                <a:ext uri="{FF2B5EF4-FFF2-40B4-BE49-F238E27FC236}">
                  <a16:creationId xmlns:a16="http://schemas.microsoft.com/office/drawing/2014/main" id="{65455A21-BC3D-B1DE-21B9-B33DE6849202}"/>
                </a:ext>
              </a:extLst>
            </p:cNvPr>
            <p:cNvSpPr/>
            <p:nvPr/>
          </p:nvSpPr>
          <p:spPr>
            <a:xfrm>
              <a:off x="432838" y="4419620"/>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5363" name="Cylinder 5362">
              <a:extLst>
                <a:ext uri="{FF2B5EF4-FFF2-40B4-BE49-F238E27FC236}">
                  <a16:creationId xmlns:a16="http://schemas.microsoft.com/office/drawing/2014/main" id="{20F7F8FB-A9AA-6871-8D02-4A00DA07F2C4}"/>
                </a:ext>
              </a:extLst>
            </p:cNvPr>
            <p:cNvSpPr/>
            <p:nvPr/>
          </p:nvSpPr>
          <p:spPr>
            <a:xfrm>
              <a:off x="1080564" y="4419620"/>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64" name="Group 5363">
            <a:extLst>
              <a:ext uri="{FF2B5EF4-FFF2-40B4-BE49-F238E27FC236}">
                <a16:creationId xmlns:a16="http://schemas.microsoft.com/office/drawing/2014/main" id="{78490F71-195B-F7E7-695F-EB4C2FC04F16}"/>
              </a:ext>
            </a:extLst>
          </p:cNvPr>
          <p:cNvGrpSpPr/>
          <p:nvPr/>
        </p:nvGrpSpPr>
        <p:grpSpPr>
          <a:xfrm>
            <a:off x="1268463" y="5141013"/>
            <a:ext cx="721206" cy="609701"/>
            <a:chOff x="1268463" y="5141013"/>
            <a:chExt cx="721206" cy="609701"/>
          </a:xfrm>
        </p:grpSpPr>
        <p:sp>
          <p:nvSpPr>
            <p:cNvPr id="5365" name="Rectangle 5364">
              <a:extLst>
                <a:ext uri="{FF2B5EF4-FFF2-40B4-BE49-F238E27FC236}">
                  <a16:creationId xmlns:a16="http://schemas.microsoft.com/office/drawing/2014/main" id="{E191D79F-A678-C892-4B5E-E84386B46D7E}"/>
                </a:ext>
              </a:extLst>
            </p:cNvPr>
            <p:cNvSpPr/>
            <p:nvPr/>
          </p:nvSpPr>
          <p:spPr>
            <a:xfrm>
              <a:off x="1268463" y="5141013"/>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5366" name="Cylinder 5365">
              <a:extLst>
                <a:ext uri="{FF2B5EF4-FFF2-40B4-BE49-F238E27FC236}">
                  <a16:creationId xmlns:a16="http://schemas.microsoft.com/office/drawing/2014/main" id="{4D826B22-EA95-2F34-77D4-A66C3013EB69}"/>
                </a:ext>
              </a:extLst>
            </p:cNvPr>
            <p:cNvSpPr/>
            <p:nvPr/>
          </p:nvSpPr>
          <p:spPr>
            <a:xfrm>
              <a:off x="1916189" y="5141013"/>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67" name="Group 5366">
            <a:extLst>
              <a:ext uri="{FF2B5EF4-FFF2-40B4-BE49-F238E27FC236}">
                <a16:creationId xmlns:a16="http://schemas.microsoft.com/office/drawing/2014/main" id="{F6946A1C-8888-4BC7-E5A8-46C0FB67F4A8}"/>
              </a:ext>
            </a:extLst>
          </p:cNvPr>
          <p:cNvGrpSpPr/>
          <p:nvPr/>
        </p:nvGrpSpPr>
        <p:grpSpPr>
          <a:xfrm>
            <a:off x="431294" y="5141013"/>
            <a:ext cx="721206" cy="609701"/>
            <a:chOff x="431294" y="5141013"/>
            <a:chExt cx="721206" cy="609701"/>
          </a:xfrm>
        </p:grpSpPr>
        <p:sp>
          <p:nvSpPr>
            <p:cNvPr id="5368" name="Rectangle 5367">
              <a:extLst>
                <a:ext uri="{FF2B5EF4-FFF2-40B4-BE49-F238E27FC236}">
                  <a16:creationId xmlns:a16="http://schemas.microsoft.com/office/drawing/2014/main" id="{FA8B3223-AA42-4294-BECB-21C94F840997}"/>
                </a:ext>
              </a:extLst>
            </p:cNvPr>
            <p:cNvSpPr/>
            <p:nvPr/>
          </p:nvSpPr>
          <p:spPr>
            <a:xfrm>
              <a:off x="431294" y="5141013"/>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5369" name="Cylinder 5368">
              <a:extLst>
                <a:ext uri="{FF2B5EF4-FFF2-40B4-BE49-F238E27FC236}">
                  <a16:creationId xmlns:a16="http://schemas.microsoft.com/office/drawing/2014/main" id="{F971DC51-B94A-10E2-5BBC-EFB39ED85FF5}"/>
                </a:ext>
              </a:extLst>
            </p:cNvPr>
            <p:cNvSpPr/>
            <p:nvPr/>
          </p:nvSpPr>
          <p:spPr>
            <a:xfrm>
              <a:off x="1079020" y="5141013"/>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70" name="Group 5369">
            <a:extLst>
              <a:ext uri="{FF2B5EF4-FFF2-40B4-BE49-F238E27FC236}">
                <a16:creationId xmlns:a16="http://schemas.microsoft.com/office/drawing/2014/main" id="{DE42706C-F2DB-0DAD-B0BB-9DF303D527D7}"/>
              </a:ext>
            </a:extLst>
          </p:cNvPr>
          <p:cNvGrpSpPr/>
          <p:nvPr/>
        </p:nvGrpSpPr>
        <p:grpSpPr>
          <a:xfrm>
            <a:off x="1268842" y="2253333"/>
            <a:ext cx="721206" cy="609701"/>
            <a:chOff x="1268842" y="2253333"/>
            <a:chExt cx="721206" cy="609701"/>
          </a:xfrm>
        </p:grpSpPr>
        <p:sp>
          <p:nvSpPr>
            <p:cNvPr id="5371" name="Rectangle 5370">
              <a:extLst>
                <a:ext uri="{FF2B5EF4-FFF2-40B4-BE49-F238E27FC236}">
                  <a16:creationId xmlns:a16="http://schemas.microsoft.com/office/drawing/2014/main" id="{AEEEBEA3-DFC9-EF79-7AA8-298D6E68CEBB}"/>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5372" name="Right Triangle 5371">
              <a:extLst>
                <a:ext uri="{FF2B5EF4-FFF2-40B4-BE49-F238E27FC236}">
                  <a16:creationId xmlns:a16="http://schemas.microsoft.com/office/drawing/2014/main" id="{1D272B36-A786-2A80-3F1C-BF1DB91DD2F5}"/>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373" name="Group 5372">
              <a:extLst>
                <a:ext uri="{FF2B5EF4-FFF2-40B4-BE49-F238E27FC236}">
                  <a16:creationId xmlns:a16="http://schemas.microsoft.com/office/drawing/2014/main" id="{C8694ADF-42A8-08F7-48EB-373707896F6D}"/>
                </a:ext>
              </a:extLst>
            </p:cNvPr>
            <p:cNvGrpSpPr/>
            <p:nvPr/>
          </p:nvGrpSpPr>
          <p:grpSpPr>
            <a:xfrm>
              <a:off x="1939437" y="2265723"/>
              <a:ext cx="37817" cy="61390"/>
              <a:chOff x="3883481" y="2057400"/>
              <a:chExt cx="1608363" cy="2652031"/>
            </a:xfrm>
            <a:solidFill>
              <a:srgbClr val="A6A6A6"/>
            </a:solidFill>
          </p:grpSpPr>
          <p:sp>
            <p:nvSpPr>
              <p:cNvPr id="5374" name="Oval 27">
                <a:extLst>
                  <a:ext uri="{FF2B5EF4-FFF2-40B4-BE49-F238E27FC236}">
                    <a16:creationId xmlns:a16="http://schemas.microsoft.com/office/drawing/2014/main" id="{98E741DE-6533-5442-8A97-27DEDAB14D8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75" name="Oval 28">
                <a:extLst>
                  <a:ext uri="{FF2B5EF4-FFF2-40B4-BE49-F238E27FC236}">
                    <a16:creationId xmlns:a16="http://schemas.microsoft.com/office/drawing/2014/main" id="{B158DC71-9FDC-38E9-1264-C68836C12D8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376" name="Group 5375">
            <a:extLst>
              <a:ext uri="{FF2B5EF4-FFF2-40B4-BE49-F238E27FC236}">
                <a16:creationId xmlns:a16="http://schemas.microsoft.com/office/drawing/2014/main" id="{4D397DE1-B202-67E2-958A-84CCB387A5A5}"/>
              </a:ext>
            </a:extLst>
          </p:cNvPr>
          <p:cNvGrpSpPr/>
          <p:nvPr/>
        </p:nvGrpSpPr>
        <p:grpSpPr>
          <a:xfrm>
            <a:off x="2105349" y="2253333"/>
            <a:ext cx="721206" cy="609701"/>
            <a:chOff x="2105349" y="2253333"/>
            <a:chExt cx="721206" cy="609701"/>
          </a:xfrm>
        </p:grpSpPr>
        <p:sp>
          <p:nvSpPr>
            <p:cNvPr id="5377" name="Rectangle 5376">
              <a:extLst>
                <a:ext uri="{FF2B5EF4-FFF2-40B4-BE49-F238E27FC236}">
                  <a16:creationId xmlns:a16="http://schemas.microsoft.com/office/drawing/2014/main" id="{4452B64F-96DA-7354-EC91-CF870D6CA6E6}"/>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5378" name="Right Triangle 5377">
              <a:extLst>
                <a:ext uri="{FF2B5EF4-FFF2-40B4-BE49-F238E27FC236}">
                  <a16:creationId xmlns:a16="http://schemas.microsoft.com/office/drawing/2014/main" id="{5F12BC51-E2BB-D614-4E27-C823D747D62F}"/>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379" name="Group 5378">
              <a:extLst>
                <a:ext uri="{FF2B5EF4-FFF2-40B4-BE49-F238E27FC236}">
                  <a16:creationId xmlns:a16="http://schemas.microsoft.com/office/drawing/2014/main" id="{843068FD-8236-CC14-7203-95C87F36A7FC}"/>
                </a:ext>
              </a:extLst>
            </p:cNvPr>
            <p:cNvGrpSpPr/>
            <p:nvPr/>
          </p:nvGrpSpPr>
          <p:grpSpPr>
            <a:xfrm>
              <a:off x="2771411" y="2265582"/>
              <a:ext cx="37817" cy="61390"/>
              <a:chOff x="3883481" y="2057400"/>
              <a:chExt cx="1608363" cy="2652031"/>
            </a:xfrm>
            <a:solidFill>
              <a:srgbClr val="A6A6A6"/>
            </a:solidFill>
          </p:grpSpPr>
          <p:sp>
            <p:nvSpPr>
              <p:cNvPr id="5380" name="Oval 27">
                <a:extLst>
                  <a:ext uri="{FF2B5EF4-FFF2-40B4-BE49-F238E27FC236}">
                    <a16:creationId xmlns:a16="http://schemas.microsoft.com/office/drawing/2014/main" id="{A42CDED2-A395-555D-C7CF-5077D158841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81" name="Oval 28">
                <a:extLst>
                  <a:ext uri="{FF2B5EF4-FFF2-40B4-BE49-F238E27FC236}">
                    <a16:creationId xmlns:a16="http://schemas.microsoft.com/office/drawing/2014/main" id="{A8582E9F-8813-7059-EA02-A5A9C68AC31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382" name="Group 5381">
            <a:extLst>
              <a:ext uri="{FF2B5EF4-FFF2-40B4-BE49-F238E27FC236}">
                <a16:creationId xmlns:a16="http://schemas.microsoft.com/office/drawing/2014/main" id="{4EE5940A-CF62-1AF8-7CD6-2427E66DA3D5}"/>
              </a:ext>
            </a:extLst>
          </p:cNvPr>
          <p:cNvGrpSpPr/>
          <p:nvPr/>
        </p:nvGrpSpPr>
        <p:grpSpPr>
          <a:xfrm>
            <a:off x="2941856" y="2253333"/>
            <a:ext cx="721206" cy="609701"/>
            <a:chOff x="2941856" y="2253333"/>
            <a:chExt cx="721206" cy="609701"/>
          </a:xfrm>
        </p:grpSpPr>
        <p:sp>
          <p:nvSpPr>
            <p:cNvPr id="5383" name="Rectangle 5382">
              <a:extLst>
                <a:ext uri="{FF2B5EF4-FFF2-40B4-BE49-F238E27FC236}">
                  <a16:creationId xmlns:a16="http://schemas.microsoft.com/office/drawing/2014/main" id="{D79315F4-0C07-0CA4-B97A-E58D689DB833}"/>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5384" name="Right Triangle 5383">
              <a:extLst>
                <a:ext uri="{FF2B5EF4-FFF2-40B4-BE49-F238E27FC236}">
                  <a16:creationId xmlns:a16="http://schemas.microsoft.com/office/drawing/2014/main" id="{4FF59664-F13F-FD79-6C5F-E08AA0B9852B}"/>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385" name="Group 5384">
              <a:extLst>
                <a:ext uri="{FF2B5EF4-FFF2-40B4-BE49-F238E27FC236}">
                  <a16:creationId xmlns:a16="http://schemas.microsoft.com/office/drawing/2014/main" id="{21DF4F4F-3B88-4B29-4ED6-F94D9E360511}"/>
                </a:ext>
              </a:extLst>
            </p:cNvPr>
            <p:cNvGrpSpPr/>
            <p:nvPr/>
          </p:nvGrpSpPr>
          <p:grpSpPr>
            <a:xfrm>
              <a:off x="3611254" y="2264960"/>
              <a:ext cx="37817" cy="61390"/>
              <a:chOff x="3883481" y="2057400"/>
              <a:chExt cx="1608363" cy="2652031"/>
            </a:xfrm>
            <a:solidFill>
              <a:srgbClr val="A6A6A6"/>
            </a:solidFill>
          </p:grpSpPr>
          <p:sp>
            <p:nvSpPr>
              <p:cNvPr id="5386" name="Oval 27">
                <a:extLst>
                  <a:ext uri="{FF2B5EF4-FFF2-40B4-BE49-F238E27FC236}">
                    <a16:creationId xmlns:a16="http://schemas.microsoft.com/office/drawing/2014/main" id="{611069A7-E437-10F1-45BB-F54F7A2B4C2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87" name="Oval 28">
                <a:extLst>
                  <a:ext uri="{FF2B5EF4-FFF2-40B4-BE49-F238E27FC236}">
                    <a16:creationId xmlns:a16="http://schemas.microsoft.com/office/drawing/2014/main" id="{89DAE14A-E4AB-82C9-66CE-26359894ABD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388" name="Group 5387">
            <a:extLst>
              <a:ext uri="{FF2B5EF4-FFF2-40B4-BE49-F238E27FC236}">
                <a16:creationId xmlns:a16="http://schemas.microsoft.com/office/drawing/2014/main" id="{A3B06C39-A0E8-0E76-7386-E3B7E9401111}"/>
              </a:ext>
            </a:extLst>
          </p:cNvPr>
          <p:cNvGrpSpPr/>
          <p:nvPr/>
        </p:nvGrpSpPr>
        <p:grpSpPr>
          <a:xfrm>
            <a:off x="4614870" y="2253333"/>
            <a:ext cx="721206" cy="609701"/>
            <a:chOff x="4614870" y="2253333"/>
            <a:chExt cx="721206" cy="609701"/>
          </a:xfrm>
        </p:grpSpPr>
        <p:sp>
          <p:nvSpPr>
            <p:cNvPr id="5389" name="Rectangle 5388">
              <a:extLst>
                <a:ext uri="{FF2B5EF4-FFF2-40B4-BE49-F238E27FC236}">
                  <a16:creationId xmlns:a16="http://schemas.microsoft.com/office/drawing/2014/main" id="{A1BB1315-2799-ED35-0832-3F7CB1538BA2}"/>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5390" name="Right Triangle 5389">
              <a:extLst>
                <a:ext uri="{FF2B5EF4-FFF2-40B4-BE49-F238E27FC236}">
                  <a16:creationId xmlns:a16="http://schemas.microsoft.com/office/drawing/2014/main" id="{0ABBF5F2-0CE5-DEFF-5544-2128FD46CF0A}"/>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391" name="Group 5390">
              <a:extLst>
                <a:ext uri="{FF2B5EF4-FFF2-40B4-BE49-F238E27FC236}">
                  <a16:creationId xmlns:a16="http://schemas.microsoft.com/office/drawing/2014/main" id="{226C4ADD-115B-6EBA-33D1-390B7E05E1D8}"/>
                </a:ext>
              </a:extLst>
            </p:cNvPr>
            <p:cNvGrpSpPr/>
            <p:nvPr/>
          </p:nvGrpSpPr>
          <p:grpSpPr>
            <a:xfrm>
              <a:off x="5280746" y="2264771"/>
              <a:ext cx="37817" cy="61390"/>
              <a:chOff x="3883481" y="2057400"/>
              <a:chExt cx="1608363" cy="2652031"/>
            </a:xfrm>
            <a:solidFill>
              <a:srgbClr val="A6A6A6"/>
            </a:solidFill>
          </p:grpSpPr>
          <p:sp>
            <p:nvSpPr>
              <p:cNvPr id="5392" name="Oval 27">
                <a:extLst>
                  <a:ext uri="{FF2B5EF4-FFF2-40B4-BE49-F238E27FC236}">
                    <a16:creationId xmlns:a16="http://schemas.microsoft.com/office/drawing/2014/main" id="{0AE2D80B-5B6D-49B4-F994-93EEF37DB91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93" name="Oval 28">
                <a:extLst>
                  <a:ext uri="{FF2B5EF4-FFF2-40B4-BE49-F238E27FC236}">
                    <a16:creationId xmlns:a16="http://schemas.microsoft.com/office/drawing/2014/main" id="{1794EDC7-F605-A349-5040-20C8AC010DB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406" name="Group 5405">
            <a:extLst>
              <a:ext uri="{FF2B5EF4-FFF2-40B4-BE49-F238E27FC236}">
                <a16:creationId xmlns:a16="http://schemas.microsoft.com/office/drawing/2014/main" id="{EC8DE45C-E059-2569-59AA-3BB1685CE441}"/>
              </a:ext>
            </a:extLst>
          </p:cNvPr>
          <p:cNvGrpSpPr/>
          <p:nvPr/>
        </p:nvGrpSpPr>
        <p:grpSpPr>
          <a:xfrm>
            <a:off x="1268842" y="1532275"/>
            <a:ext cx="721206" cy="610039"/>
            <a:chOff x="1268842" y="1532275"/>
            <a:chExt cx="721206" cy="610039"/>
          </a:xfrm>
        </p:grpSpPr>
        <p:sp>
          <p:nvSpPr>
            <p:cNvPr id="5407" name="Rectangle 5406">
              <a:extLst>
                <a:ext uri="{FF2B5EF4-FFF2-40B4-BE49-F238E27FC236}">
                  <a16:creationId xmlns:a16="http://schemas.microsoft.com/office/drawing/2014/main" id="{6CC25E13-A120-3BA0-9281-1BE3B86DA87F}"/>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5408" name="Right Triangle 5407">
              <a:extLst>
                <a:ext uri="{FF2B5EF4-FFF2-40B4-BE49-F238E27FC236}">
                  <a16:creationId xmlns:a16="http://schemas.microsoft.com/office/drawing/2014/main" id="{732BB3C4-5A70-3A34-E01E-EC9652CE0A48}"/>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409" name="Group 5408">
              <a:extLst>
                <a:ext uri="{FF2B5EF4-FFF2-40B4-BE49-F238E27FC236}">
                  <a16:creationId xmlns:a16="http://schemas.microsoft.com/office/drawing/2014/main" id="{C7215854-9D5B-4F05-F8F9-AD794E8A657B}"/>
                </a:ext>
              </a:extLst>
            </p:cNvPr>
            <p:cNvGrpSpPr/>
            <p:nvPr/>
          </p:nvGrpSpPr>
          <p:grpSpPr>
            <a:xfrm>
              <a:off x="1939437" y="1538369"/>
              <a:ext cx="37817" cy="61390"/>
              <a:chOff x="3883481" y="2057400"/>
              <a:chExt cx="1608363" cy="2652031"/>
            </a:xfrm>
            <a:solidFill>
              <a:srgbClr val="A6A6A6"/>
            </a:solidFill>
          </p:grpSpPr>
          <p:sp>
            <p:nvSpPr>
              <p:cNvPr id="5410" name="Oval 27">
                <a:extLst>
                  <a:ext uri="{FF2B5EF4-FFF2-40B4-BE49-F238E27FC236}">
                    <a16:creationId xmlns:a16="http://schemas.microsoft.com/office/drawing/2014/main" id="{13EC9AB1-0A39-FDB4-5ED1-601046444CE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11" name="Oval 28">
                <a:extLst>
                  <a:ext uri="{FF2B5EF4-FFF2-40B4-BE49-F238E27FC236}">
                    <a16:creationId xmlns:a16="http://schemas.microsoft.com/office/drawing/2014/main" id="{FFD384A3-0BB9-968E-D24E-CA00DCDF239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418" name="Group 5417">
            <a:extLst>
              <a:ext uri="{FF2B5EF4-FFF2-40B4-BE49-F238E27FC236}">
                <a16:creationId xmlns:a16="http://schemas.microsoft.com/office/drawing/2014/main" id="{35C7E0CB-0897-0B33-78D3-EC0A9914FABE}"/>
              </a:ext>
            </a:extLst>
          </p:cNvPr>
          <p:cNvGrpSpPr/>
          <p:nvPr/>
        </p:nvGrpSpPr>
        <p:grpSpPr>
          <a:xfrm>
            <a:off x="1268379" y="2974054"/>
            <a:ext cx="721206" cy="609701"/>
            <a:chOff x="1268379" y="2974054"/>
            <a:chExt cx="721206" cy="609701"/>
          </a:xfrm>
        </p:grpSpPr>
        <p:sp>
          <p:nvSpPr>
            <p:cNvPr id="5419" name="Rectangle 5418">
              <a:extLst>
                <a:ext uri="{FF2B5EF4-FFF2-40B4-BE49-F238E27FC236}">
                  <a16:creationId xmlns:a16="http://schemas.microsoft.com/office/drawing/2014/main" id="{55DA2502-2313-0E5E-98A3-132F3EB5D3B7}"/>
                </a:ext>
              </a:extLst>
            </p:cNvPr>
            <p:cNvSpPr/>
            <p:nvPr/>
          </p:nvSpPr>
          <p:spPr>
            <a:xfrm>
              <a:off x="126837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5420" name="Right Triangle 5419">
              <a:extLst>
                <a:ext uri="{FF2B5EF4-FFF2-40B4-BE49-F238E27FC236}">
                  <a16:creationId xmlns:a16="http://schemas.microsoft.com/office/drawing/2014/main" id="{BDEC17D8-08F0-EC43-F6DF-A43D4777EF5C}"/>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421" name="Group 5420">
              <a:extLst>
                <a:ext uri="{FF2B5EF4-FFF2-40B4-BE49-F238E27FC236}">
                  <a16:creationId xmlns:a16="http://schemas.microsoft.com/office/drawing/2014/main" id="{7CE867D6-C693-8618-67E8-3FCD48AA43E9}"/>
                </a:ext>
              </a:extLst>
            </p:cNvPr>
            <p:cNvGrpSpPr/>
            <p:nvPr/>
          </p:nvGrpSpPr>
          <p:grpSpPr>
            <a:xfrm>
              <a:off x="1938974" y="2986444"/>
              <a:ext cx="37817" cy="61390"/>
              <a:chOff x="3883481" y="2057400"/>
              <a:chExt cx="1608363" cy="2652031"/>
            </a:xfrm>
            <a:solidFill>
              <a:srgbClr val="A6A6A6"/>
            </a:solidFill>
          </p:grpSpPr>
          <p:sp>
            <p:nvSpPr>
              <p:cNvPr id="5422" name="Oval 27">
                <a:extLst>
                  <a:ext uri="{FF2B5EF4-FFF2-40B4-BE49-F238E27FC236}">
                    <a16:creationId xmlns:a16="http://schemas.microsoft.com/office/drawing/2014/main" id="{C5DCE383-C192-0001-A4CC-0721D4FD9D5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23" name="Oval 28">
                <a:extLst>
                  <a:ext uri="{FF2B5EF4-FFF2-40B4-BE49-F238E27FC236}">
                    <a16:creationId xmlns:a16="http://schemas.microsoft.com/office/drawing/2014/main" id="{FC5408D7-9347-D713-4062-2695975119D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434" name="Group 5433">
            <a:extLst>
              <a:ext uri="{FF2B5EF4-FFF2-40B4-BE49-F238E27FC236}">
                <a16:creationId xmlns:a16="http://schemas.microsoft.com/office/drawing/2014/main" id="{70B03B65-65F2-856D-6273-3AAB16A8B4DA}"/>
              </a:ext>
            </a:extLst>
          </p:cNvPr>
          <p:cNvGrpSpPr/>
          <p:nvPr/>
        </p:nvGrpSpPr>
        <p:grpSpPr>
          <a:xfrm>
            <a:off x="2937172" y="4419618"/>
            <a:ext cx="721206" cy="610376"/>
            <a:chOff x="2937172" y="4419618"/>
            <a:chExt cx="721206" cy="610376"/>
          </a:xfrm>
        </p:grpSpPr>
        <p:sp>
          <p:nvSpPr>
            <p:cNvPr id="5435" name="Rectangle 5434">
              <a:extLst>
                <a:ext uri="{FF2B5EF4-FFF2-40B4-BE49-F238E27FC236}">
                  <a16:creationId xmlns:a16="http://schemas.microsoft.com/office/drawing/2014/main" id="{1343A2A4-25B5-F52F-7876-D5318B31A9F4}"/>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5436" name="Right Triangle 5435">
              <a:extLst>
                <a:ext uri="{FF2B5EF4-FFF2-40B4-BE49-F238E27FC236}">
                  <a16:creationId xmlns:a16="http://schemas.microsoft.com/office/drawing/2014/main" id="{676F5C64-903A-DD29-FE53-A70B3675F738}"/>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437" name="Group 5436">
              <a:extLst>
                <a:ext uri="{FF2B5EF4-FFF2-40B4-BE49-F238E27FC236}">
                  <a16:creationId xmlns:a16="http://schemas.microsoft.com/office/drawing/2014/main" id="{1F7E6A1B-FE45-7C28-2D1D-FF2FAA827170}"/>
                </a:ext>
              </a:extLst>
            </p:cNvPr>
            <p:cNvGrpSpPr/>
            <p:nvPr/>
          </p:nvGrpSpPr>
          <p:grpSpPr>
            <a:xfrm>
              <a:off x="3607767" y="4425712"/>
              <a:ext cx="37817" cy="61390"/>
              <a:chOff x="3883481" y="2057400"/>
              <a:chExt cx="1608363" cy="2652031"/>
            </a:xfrm>
            <a:solidFill>
              <a:srgbClr val="A6A6A6"/>
            </a:solidFill>
          </p:grpSpPr>
          <p:sp>
            <p:nvSpPr>
              <p:cNvPr id="5438" name="Oval 27">
                <a:extLst>
                  <a:ext uri="{FF2B5EF4-FFF2-40B4-BE49-F238E27FC236}">
                    <a16:creationId xmlns:a16="http://schemas.microsoft.com/office/drawing/2014/main" id="{456B3703-BCB7-BF7F-E2E6-68536FE0EDF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39" name="Oval 28">
                <a:extLst>
                  <a:ext uri="{FF2B5EF4-FFF2-40B4-BE49-F238E27FC236}">
                    <a16:creationId xmlns:a16="http://schemas.microsoft.com/office/drawing/2014/main" id="{08F8090D-8F4C-C97F-ACFC-C5AC74AE50A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440" name="Group 5439">
            <a:extLst>
              <a:ext uri="{FF2B5EF4-FFF2-40B4-BE49-F238E27FC236}">
                <a16:creationId xmlns:a16="http://schemas.microsoft.com/office/drawing/2014/main" id="{A5C7EACA-24D3-9F2B-00EA-3E6607CB9A07}"/>
              </a:ext>
            </a:extLst>
          </p:cNvPr>
          <p:cNvGrpSpPr/>
          <p:nvPr/>
        </p:nvGrpSpPr>
        <p:grpSpPr>
          <a:xfrm>
            <a:off x="6286128" y="4419620"/>
            <a:ext cx="721206" cy="609701"/>
            <a:chOff x="6286128" y="4419620"/>
            <a:chExt cx="721206" cy="609701"/>
          </a:xfrm>
        </p:grpSpPr>
        <p:sp>
          <p:nvSpPr>
            <p:cNvPr id="5441" name="Rectangle 5440">
              <a:hlinkHover r:id="" action="ppaction://noaction" highlightClick="1"/>
              <a:extLst>
                <a:ext uri="{FF2B5EF4-FFF2-40B4-BE49-F238E27FC236}">
                  <a16:creationId xmlns:a16="http://schemas.microsoft.com/office/drawing/2014/main" id="{5025DDF9-BCC7-D115-0505-024096BA8E6C}"/>
                </a:ext>
              </a:extLst>
            </p:cNvPr>
            <p:cNvSpPr/>
            <p:nvPr/>
          </p:nvSpPr>
          <p:spPr>
            <a:xfrm>
              <a:off x="6286128"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5442" name="Oval 5441">
              <a:extLst>
                <a:ext uri="{FF2B5EF4-FFF2-40B4-BE49-F238E27FC236}">
                  <a16:creationId xmlns:a16="http://schemas.microsoft.com/office/drawing/2014/main" id="{6461E047-4DAA-FCB2-8F9F-484E0F7A036A}"/>
                </a:ext>
              </a:extLst>
            </p:cNvPr>
            <p:cNvSpPr/>
            <p:nvPr/>
          </p:nvSpPr>
          <p:spPr>
            <a:xfrm>
              <a:off x="6863906" y="442984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43" name="Isosceles Triangle 648">
              <a:extLst>
                <a:ext uri="{FF2B5EF4-FFF2-40B4-BE49-F238E27FC236}">
                  <a16:creationId xmlns:a16="http://schemas.microsoft.com/office/drawing/2014/main" id="{02EF36B8-8F37-D8DC-4D25-00420C4A9D36}"/>
                </a:ext>
              </a:extLst>
            </p:cNvPr>
            <p:cNvSpPr/>
            <p:nvPr/>
          </p:nvSpPr>
          <p:spPr>
            <a:xfrm>
              <a:off x="6894030" y="444335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44" name="Group 5443">
            <a:extLst>
              <a:ext uri="{FF2B5EF4-FFF2-40B4-BE49-F238E27FC236}">
                <a16:creationId xmlns:a16="http://schemas.microsoft.com/office/drawing/2014/main" id="{012F6ED6-B82C-0ECF-8E29-E51B5A7E923A}"/>
              </a:ext>
            </a:extLst>
          </p:cNvPr>
          <p:cNvGrpSpPr/>
          <p:nvPr/>
        </p:nvGrpSpPr>
        <p:grpSpPr>
          <a:xfrm>
            <a:off x="5458938" y="5135301"/>
            <a:ext cx="721206" cy="609701"/>
            <a:chOff x="5458938" y="5135301"/>
            <a:chExt cx="721206" cy="609701"/>
          </a:xfrm>
        </p:grpSpPr>
        <p:sp>
          <p:nvSpPr>
            <p:cNvPr id="5445" name="Rectangle 5444">
              <a:hlinkHover r:id="" action="ppaction://noaction" highlightClick="1"/>
              <a:extLst>
                <a:ext uri="{FF2B5EF4-FFF2-40B4-BE49-F238E27FC236}">
                  <a16:creationId xmlns:a16="http://schemas.microsoft.com/office/drawing/2014/main" id="{E630C331-2E63-ACD8-C2DE-4CBB1D11BE22}"/>
                </a:ext>
              </a:extLst>
            </p:cNvPr>
            <p:cNvSpPr/>
            <p:nvPr/>
          </p:nvSpPr>
          <p:spPr>
            <a:xfrm>
              <a:off x="5458938" y="513530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5446" name="Oval 5445">
              <a:extLst>
                <a:ext uri="{FF2B5EF4-FFF2-40B4-BE49-F238E27FC236}">
                  <a16:creationId xmlns:a16="http://schemas.microsoft.com/office/drawing/2014/main" id="{2B3991B5-2925-B79E-7F28-68611DA36068}"/>
                </a:ext>
              </a:extLst>
            </p:cNvPr>
            <p:cNvSpPr/>
            <p:nvPr/>
          </p:nvSpPr>
          <p:spPr>
            <a:xfrm>
              <a:off x="6035889" y="514552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47" name="Isosceles Triangle 648">
              <a:extLst>
                <a:ext uri="{FF2B5EF4-FFF2-40B4-BE49-F238E27FC236}">
                  <a16:creationId xmlns:a16="http://schemas.microsoft.com/office/drawing/2014/main" id="{4E38D7F2-7AA2-6771-D456-27884E7E8792}"/>
                </a:ext>
              </a:extLst>
            </p:cNvPr>
            <p:cNvSpPr/>
            <p:nvPr/>
          </p:nvSpPr>
          <p:spPr>
            <a:xfrm>
              <a:off x="6066013" y="515903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48" name="Group 5447">
            <a:extLst>
              <a:ext uri="{FF2B5EF4-FFF2-40B4-BE49-F238E27FC236}">
                <a16:creationId xmlns:a16="http://schemas.microsoft.com/office/drawing/2014/main" id="{6E8A3FAB-8AB1-4549-0462-A77EA49CB858}"/>
              </a:ext>
            </a:extLst>
          </p:cNvPr>
          <p:cNvGrpSpPr/>
          <p:nvPr/>
        </p:nvGrpSpPr>
        <p:grpSpPr>
          <a:xfrm>
            <a:off x="6289144" y="5141013"/>
            <a:ext cx="721206" cy="609701"/>
            <a:chOff x="6289144" y="5141013"/>
            <a:chExt cx="721206" cy="609701"/>
          </a:xfrm>
        </p:grpSpPr>
        <p:sp>
          <p:nvSpPr>
            <p:cNvPr id="5449" name="Rectangle 5448">
              <a:hlinkHover r:id="" action="ppaction://noaction" highlightClick="1"/>
              <a:extLst>
                <a:ext uri="{FF2B5EF4-FFF2-40B4-BE49-F238E27FC236}">
                  <a16:creationId xmlns:a16="http://schemas.microsoft.com/office/drawing/2014/main" id="{F873DF5D-3159-19B8-49B2-19A31D4C58E8}"/>
                </a:ext>
              </a:extLst>
            </p:cNvPr>
            <p:cNvSpPr/>
            <p:nvPr/>
          </p:nvSpPr>
          <p:spPr>
            <a:xfrm>
              <a:off x="6289144"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5450" name="Oval 5449">
              <a:extLst>
                <a:ext uri="{FF2B5EF4-FFF2-40B4-BE49-F238E27FC236}">
                  <a16:creationId xmlns:a16="http://schemas.microsoft.com/office/drawing/2014/main" id="{5898487F-0AB8-427C-AA3F-B7418B0D772A}"/>
                </a:ext>
              </a:extLst>
            </p:cNvPr>
            <p:cNvSpPr/>
            <p:nvPr/>
          </p:nvSpPr>
          <p:spPr>
            <a:xfrm>
              <a:off x="6867993" y="5151355"/>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51" name="Isosceles Triangle 648">
              <a:extLst>
                <a:ext uri="{FF2B5EF4-FFF2-40B4-BE49-F238E27FC236}">
                  <a16:creationId xmlns:a16="http://schemas.microsoft.com/office/drawing/2014/main" id="{58C1A3DC-1F22-54ED-7744-D94B36B6295F}"/>
                </a:ext>
              </a:extLst>
            </p:cNvPr>
            <p:cNvSpPr/>
            <p:nvPr/>
          </p:nvSpPr>
          <p:spPr>
            <a:xfrm>
              <a:off x="6898117" y="516486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52" name="Group 5451">
            <a:extLst>
              <a:ext uri="{FF2B5EF4-FFF2-40B4-BE49-F238E27FC236}">
                <a16:creationId xmlns:a16="http://schemas.microsoft.com/office/drawing/2014/main" id="{6491768F-8B00-30BD-322E-8A3688C71DB0}"/>
              </a:ext>
            </a:extLst>
          </p:cNvPr>
          <p:cNvGrpSpPr/>
          <p:nvPr/>
        </p:nvGrpSpPr>
        <p:grpSpPr>
          <a:xfrm>
            <a:off x="7122909" y="4419620"/>
            <a:ext cx="721206" cy="609701"/>
            <a:chOff x="7122909" y="4419620"/>
            <a:chExt cx="721206" cy="609701"/>
          </a:xfrm>
        </p:grpSpPr>
        <p:sp>
          <p:nvSpPr>
            <p:cNvPr id="5453" name="Rectangle 5452">
              <a:hlinkHover r:id="" action="ppaction://noaction" highlightClick="1"/>
              <a:extLst>
                <a:ext uri="{FF2B5EF4-FFF2-40B4-BE49-F238E27FC236}">
                  <a16:creationId xmlns:a16="http://schemas.microsoft.com/office/drawing/2014/main" id="{7C676842-21B1-EB6D-8573-8A40B9CD4050}"/>
                </a:ext>
              </a:extLst>
            </p:cNvPr>
            <p:cNvSpPr/>
            <p:nvPr/>
          </p:nvSpPr>
          <p:spPr>
            <a:xfrm>
              <a:off x="712290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5454" name="Oval 5453">
              <a:extLst>
                <a:ext uri="{FF2B5EF4-FFF2-40B4-BE49-F238E27FC236}">
                  <a16:creationId xmlns:a16="http://schemas.microsoft.com/office/drawing/2014/main" id="{E1693D9F-44CF-8E41-274D-7174A389A925}"/>
                </a:ext>
              </a:extLst>
            </p:cNvPr>
            <p:cNvSpPr/>
            <p:nvPr/>
          </p:nvSpPr>
          <p:spPr>
            <a:xfrm>
              <a:off x="7700861"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55" name="Isosceles Triangle 648">
              <a:extLst>
                <a:ext uri="{FF2B5EF4-FFF2-40B4-BE49-F238E27FC236}">
                  <a16:creationId xmlns:a16="http://schemas.microsoft.com/office/drawing/2014/main" id="{20AFAFBC-144F-03D9-6041-469810973B1B}"/>
                </a:ext>
              </a:extLst>
            </p:cNvPr>
            <p:cNvSpPr/>
            <p:nvPr/>
          </p:nvSpPr>
          <p:spPr>
            <a:xfrm>
              <a:off x="7730986"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60" name="Group 5459">
            <a:extLst>
              <a:ext uri="{FF2B5EF4-FFF2-40B4-BE49-F238E27FC236}">
                <a16:creationId xmlns:a16="http://schemas.microsoft.com/office/drawing/2014/main" id="{40CC1E22-6E44-C913-1D7B-3756F261CE72}"/>
              </a:ext>
            </a:extLst>
          </p:cNvPr>
          <p:cNvGrpSpPr/>
          <p:nvPr/>
        </p:nvGrpSpPr>
        <p:grpSpPr>
          <a:xfrm>
            <a:off x="5454383" y="4419620"/>
            <a:ext cx="721206" cy="609701"/>
            <a:chOff x="5454383" y="4419620"/>
            <a:chExt cx="721206" cy="609701"/>
          </a:xfrm>
        </p:grpSpPr>
        <p:sp>
          <p:nvSpPr>
            <p:cNvPr id="5461" name="Rectangle 5460">
              <a:hlinkHover r:id="" action="ppaction://noaction" highlightClick="1"/>
              <a:extLst>
                <a:ext uri="{FF2B5EF4-FFF2-40B4-BE49-F238E27FC236}">
                  <a16:creationId xmlns:a16="http://schemas.microsoft.com/office/drawing/2014/main" id="{D7A5D4C9-7CAD-5A28-262E-AF345BDE790F}"/>
                </a:ext>
              </a:extLst>
            </p:cNvPr>
            <p:cNvSpPr/>
            <p:nvPr/>
          </p:nvSpPr>
          <p:spPr>
            <a:xfrm>
              <a:off x="5454383"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5462" name="Oval 5461">
              <a:extLst>
                <a:ext uri="{FF2B5EF4-FFF2-40B4-BE49-F238E27FC236}">
                  <a16:creationId xmlns:a16="http://schemas.microsoft.com/office/drawing/2014/main" id="{61491145-1F7E-E5B0-AAFA-19BCCD1E807F}"/>
                </a:ext>
              </a:extLst>
            </p:cNvPr>
            <p:cNvSpPr/>
            <p:nvPr/>
          </p:nvSpPr>
          <p:spPr>
            <a:xfrm>
              <a:off x="6031334"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63" name="Isosceles Triangle 648">
              <a:extLst>
                <a:ext uri="{FF2B5EF4-FFF2-40B4-BE49-F238E27FC236}">
                  <a16:creationId xmlns:a16="http://schemas.microsoft.com/office/drawing/2014/main" id="{99540196-7A00-991C-05A0-3F0F6327DE8F}"/>
                </a:ext>
              </a:extLst>
            </p:cNvPr>
            <p:cNvSpPr/>
            <p:nvPr/>
          </p:nvSpPr>
          <p:spPr>
            <a:xfrm>
              <a:off x="6061458"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64" name="Group 5463">
            <a:extLst>
              <a:ext uri="{FF2B5EF4-FFF2-40B4-BE49-F238E27FC236}">
                <a16:creationId xmlns:a16="http://schemas.microsoft.com/office/drawing/2014/main" id="{6FC33762-D2F0-78C7-94EC-81E569408BB8}"/>
              </a:ext>
            </a:extLst>
          </p:cNvPr>
          <p:cNvGrpSpPr/>
          <p:nvPr/>
        </p:nvGrpSpPr>
        <p:grpSpPr>
          <a:xfrm>
            <a:off x="7125831" y="5143364"/>
            <a:ext cx="721206" cy="609701"/>
            <a:chOff x="7125831" y="5143364"/>
            <a:chExt cx="721206" cy="609701"/>
          </a:xfrm>
        </p:grpSpPr>
        <p:sp>
          <p:nvSpPr>
            <p:cNvPr id="5465" name="Rectangle 5464">
              <a:hlinkHover r:id="" action="ppaction://noaction" highlightClick="1"/>
              <a:extLst>
                <a:ext uri="{FF2B5EF4-FFF2-40B4-BE49-F238E27FC236}">
                  <a16:creationId xmlns:a16="http://schemas.microsoft.com/office/drawing/2014/main" id="{6DB0A65D-F795-3DBE-351E-22806F776309}"/>
                </a:ext>
              </a:extLst>
            </p:cNvPr>
            <p:cNvSpPr/>
            <p:nvPr/>
          </p:nvSpPr>
          <p:spPr>
            <a:xfrm>
              <a:off x="7125831" y="514336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5466" name="Oval 5465">
              <a:extLst>
                <a:ext uri="{FF2B5EF4-FFF2-40B4-BE49-F238E27FC236}">
                  <a16:creationId xmlns:a16="http://schemas.microsoft.com/office/drawing/2014/main" id="{F2255158-5950-0A64-A72B-0D2E73F173D8}"/>
                </a:ext>
              </a:extLst>
            </p:cNvPr>
            <p:cNvSpPr/>
            <p:nvPr/>
          </p:nvSpPr>
          <p:spPr>
            <a:xfrm>
              <a:off x="7704680" y="515358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67" name="Isosceles Triangle 648">
              <a:extLst>
                <a:ext uri="{FF2B5EF4-FFF2-40B4-BE49-F238E27FC236}">
                  <a16:creationId xmlns:a16="http://schemas.microsoft.com/office/drawing/2014/main" id="{EE9E41A0-BEE0-C402-6397-A728DB2E254F}"/>
                </a:ext>
              </a:extLst>
            </p:cNvPr>
            <p:cNvSpPr/>
            <p:nvPr/>
          </p:nvSpPr>
          <p:spPr>
            <a:xfrm>
              <a:off x="7734804" y="516709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68" name="Group 5467">
            <a:extLst>
              <a:ext uri="{FF2B5EF4-FFF2-40B4-BE49-F238E27FC236}">
                <a16:creationId xmlns:a16="http://schemas.microsoft.com/office/drawing/2014/main" id="{9B84689B-7E23-17D9-6FC9-A34F0FE07FCB}"/>
              </a:ext>
            </a:extLst>
          </p:cNvPr>
          <p:cNvGrpSpPr/>
          <p:nvPr/>
        </p:nvGrpSpPr>
        <p:grpSpPr>
          <a:xfrm>
            <a:off x="7122909" y="3698227"/>
            <a:ext cx="721206" cy="609701"/>
            <a:chOff x="7122909" y="3698227"/>
            <a:chExt cx="721206" cy="609701"/>
          </a:xfrm>
        </p:grpSpPr>
        <p:sp>
          <p:nvSpPr>
            <p:cNvPr id="5469" name="Rectangle 5468">
              <a:hlinkHover r:id="" action="ppaction://noaction" highlightClick="1"/>
              <a:extLst>
                <a:ext uri="{FF2B5EF4-FFF2-40B4-BE49-F238E27FC236}">
                  <a16:creationId xmlns:a16="http://schemas.microsoft.com/office/drawing/2014/main" id="{0252A20E-D0A8-4457-0B44-55ED35E8AF2B}"/>
                </a:ext>
              </a:extLst>
            </p:cNvPr>
            <p:cNvSpPr/>
            <p:nvPr/>
          </p:nvSpPr>
          <p:spPr>
            <a:xfrm>
              <a:off x="7122909"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5470" name="Oval 5469">
              <a:extLst>
                <a:ext uri="{FF2B5EF4-FFF2-40B4-BE49-F238E27FC236}">
                  <a16:creationId xmlns:a16="http://schemas.microsoft.com/office/drawing/2014/main" id="{F3F86497-76A4-77AF-343C-CF47662B16A5}"/>
                </a:ext>
              </a:extLst>
            </p:cNvPr>
            <p:cNvSpPr/>
            <p:nvPr/>
          </p:nvSpPr>
          <p:spPr>
            <a:xfrm>
              <a:off x="7700861"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71" name="Isosceles Triangle 648">
              <a:extLst>
                <a:ext uri="{FF2B5EF4-FFF2-40B4-BE49-F238E27FC236}">
                  <a16:creationId xmlns:a16="http://schemas.microsoft.com/office/drawing/2014/main" id="{4474FB27-E548-2B94-43E7-39FDA06581BE}"/>
                </a:ext>
              </a:extLst>
            </p:cNvPr>
            <p:cNvSpPr/>
            <p:nvPr/>
          </p:nvSpPr>
          <p:spPr>
            <a:xfrm>
              <a:off x="7730986"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72" name="Group 5471">
            <a:extLst>
              <a:ext uri="{FF2B5EF4-FFF2-40B4-BE49-F238E27FC236}">
                <a16:creationId xmlns:a16="http://schemas.microsoft.com/office/drawing/2014/main" id="{58827DE0-32AE-CD77-95B0-DA76B4A407D2}"/>
              </a:ext>
            </a:extLst>
          </p:cNvPr>
          <p:cNvGrpSpPr/>
          <p:nvPr/>
        </p:nvGrpSpPr>
        <p:grpSpPr>
          <a:xfrm>
            <a:off x="6286222" y="3698227"/>
            <a:ext cx="721206" cy="609701"/>
            <a:chOff x="6286222" y="3698227"/>
            <a:chExt cx="721206" cy="609701"/>
          </a:xfrm>
        </p:grpSpPr>
        <p:sp>
          <p:nvSpPr>
            <p:cNvPr id="5473" name="Rectangle 5472">
              <a:hlinkHover r:id="" action="ppaction://noaction" highlightClick="1"/>
              <a:extLst>
                <a:ext uri="{FF2B5EF4-FFF2-40B4-BE49-F238E27FC236}">
                  <a16:creationId xmlns:a16="http://schemas.microsoft.com/office/drawing/2014/main" id="{D82290A9-F0E5-183C-0E6C-1DEF83723606}"/>
                </a:ext>
              </a:extLst>
            </p:cNvPr>
            <p:cNvSpPr/>
            <p:nvPr/>
          </p:nvSpPr>
          <p:spPr>
            <a:xfrm>
              <a:off x="6286222"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5474" name="Oval 5473">
              <a:extLst>
                <a:ext uri="{FF2B5EF4-FFF2-40B4-BE49-F238E27FC236}">
                  <a16:creationId xmlns:a16="http://schemas.microsoft.com/office/drawing/2014/main" id="{E23E207A-72F2-5E71-1D0A-2C8E0BC08ACA}"/>
                </a:ext>
              </a:extLst>
            </p:cNvPr>
            <p:cNvSpPr/>
            <p:nvPr/>
          </p:nvSpPr>
          <p:spPr>
            <a:xfrm>
              <a:off x="6864724"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75" name="Isosceles Triangle 648">
              <a:extLst>
                <a:ext uri="{FF2B5EF4-FFF2-40B4-BE49-F238E27FC236}">
                  <a16:creationId xmlns:a16="http://schemas.microsoft.com/office/drawing/2014/main" id="{4BEE729A-F96E-2D9C-950D-EAC842AF9155}"/>
                </a:ext>
              </a:extLst>
            </p:cNvPr>
            <p:cNvSpPr/>
            <p:nvPr/>
          </p:nvSpPr>
          <p:spPr>
            <a:xfrm>
              <a:off x="689484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EC6915A1-614B-AA1A-0679-2961BE0F65A9}"/>
              </a:ext>
            </a:extLst>
          </p:cNvPr>
          <p:cNvGrpSpPr/>
          <p:nvPr/>
        </p:nvGrpSpPr>
        <p:grpSpPr>
          <a:xfrm>
            <a:off x="5454383" y="2974054"/>
            <a:ext cx="721206" cy="609701"/>
            <a:chOff x="5454383" y="2974054"/>
            <a:chExt cx="721206" cy="609701"/>
          </a:xfrm>
        </p:grpSpPr>
        <p:sp>
          <p:nvSpPr>
            <p:cNvPr id="9" name="Rectangle 8">
              <a:extLst>
                <a:ext uri="{FF2B5EF4-FFF2-40B4-BE49-F238E27FC236}">
                  <a16:creationId xmlns:a16="http://schemas.microsoft.com/office/drawing/2014/main" id="{FDBF5501-1D51-08F6-AA29-9E65E4399521}"/>
                </a:ext>
              </a:extLst>
            </p:cNvPr>
            <p:cNvSpPr/>
            <p:nvPr/>
          </p:nvSpPr>
          <p:spPr>
            <a:xfrm>
              <a:off x="5454383"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10" name="Rectangle 9">
              <a:extLst>
                <a:ext uri="{FF2B5EF4-FFF2-40B4-BE49-F238E27FC236}">
                  <a16:creationId xmlns:a16="http://schemas.microsoft.com/office/drawing/2014/main" id="{2EC60CF5-3663-88AB-2811-A740F54851D0}"/>
                </a:ext>
              </a:extLst>
            </p:cNvPr>
            <p:cNvSpPr/>
            <p:nvPr/>
          </p:nvSpPr>
          <p:spPr>
            <a:xfrm flipV="1">
              <a:off x="6064254"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Oval 15">
              <a:extLst>
                <a:ext uri="{FF2B5EF4-FFF2-40B4-BE49-F238E27FC236}">
                  <a16:creationId xmlns:a16="http://schemas.microsoft.com/office/drawing/2014/main" id="{C0FB656A-F14D-A38A-D704-3B21D00094E5}"/>
                </a:ext>
              </a:extLst>
            </p:cNvPr>
            <p:cNvSpPr/>
            <p:nvPr/>
          </p:nvSpPr>
          <p:spPr>
            <a:xfrm>
              <a:off x="6091643"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 name="Straight Connector 11">
              <a:extLst>
                <a:ext uri="{FF2B5EF4-FFF2-40B4-BE49-F238E27FC236}">
                  <a16:creationId xmlns:a16="http://schemas.microsoft.com/office/drawing/2014/main" id="{07B37255-5C3C-1E8F-49E9-6A412CB89F1C}"/>
                </a:ext>
              </a:extLst>
            </p:cNvPr>
            <p:cNvCxnSpPr>
              <a:cxnSpLocks/>
              <a:stCxn id="11" idx="0"/>
            </p:cNvCxnSpPr>
            <p:nvPr/>
          </p:nvCxnSpPr>
          <p:spPr>
            <a:xfrm flipV="1">
              <a:off x="6097339"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 name="Straight Connector 12">
              <a:extLst>
                <a:ext uri="{FF2B5EF4-FFF2-40B4-BE49-F238E27FC236}">
                  <a16:creationId xmlns:a16="http://schemas.microsoft.com/office/drawing/2014/main" id="{16076C40-76B7-9651-4E93-DB1006A10789}"/>
                </a:ext>
              </a:extLst>
            </p:cNvPr>
            <p:cNvCxnSpPr>
              <a:cxnSpLocks/>
            </p:cNvCxnSpPr>
            <p:nvPr/>
          </p:nvCxnSpPr>
          <p:spPr>
            <a:xfrm>
              <a:off x="6103058"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0" name="Group 19">
            <a:extLst>
              <a:ext uri="{FF2B5EF4-FFF2-40B4-BE49-F238E27FC236}">
                <a16:creationId xmlns:a16="http://schemas.microsoft.com/office/drawing/2014/main" id="{C3329A66-878C-FBED-2DEB-77203DABF8FC}"/>
              </a:ext>
            </a:extLst>
          </p:cNvPr>
          <p:cNvGrpSpPr/>
          <p:nvPr/>
        </p:nvGrpSpPr>
        <p:grpSpPr>
          <a:xfrm>
            <a:off x="3775041" y="5130129"/>
            <a:ext cx="721893" cy="609702"/>
            <a:chOff x="3775041" y="5130129"/>
            <a:chExt cx="721893" cy="609702"/>
          </a:xfrm>
        </p:grpSpPr>
        <p:sp>
          <p:nvSpPr>
            <p:cNvPr id="21" name="Rectangle 20">
              <a:hlinkHover r:id="" action="ppaction://noaction" highlightClick="1"/>
              <a:extLst>
                <a:ext uri="{FF2B5EF4-FFF2-40B4-BE49-F238E27FC236}">
                  <a16:creationId xmlns:a16="http://schemas.microsoft.com/office/drawing/2014/main" id="{6F4D2758-D33D-F76D-D865-8AB3BFDBF093}"/>
                </a:ext>
              </a:extLst>
            </p:cNvPr>
            <p:cNvSpPr/>
            <p:nvPr/>
          </p:nvSpPr>
          <p:spPr>
            <a:xfrm>
              <a:off x="3775041" y="5130131"/>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22" name="Group 21">
              <a:extLst>
                <a:ext uri="{FF2B5EF4-FFF2-40B4-BE49-F238E27FC236}">
                  <a16:creationId xmlns:a16="http://schemas.microsoft.com/office/drawing/2014/main" id="{ED0E733F-AF04-D404-B689-93BE758E9E77}"/>
                </a:ext>
              </a:extLst>
            </p:cNvPr>
            <p:cNvGrpSpPr/>
            <p:nvPr/>
          </p:nvGrpSpPr>
          <p:grpSpPr>
            <a:xfrm>
              <a:off x="4367028" y="5130129"/>
              <a:ext cx="129906" cy="127894"/>
              <a:chOff x="1040599" y="2550516"/>
              <a:chExt cx="157050" cy="157050"/>
            </a:xfrm>
          </p:grpSpPr>
          <p:sp>
            <p:nvSpPr>
              <p:cNvPr id="23" name="Diamond 22">
                <a:extLst>
                  <a:ext uri="{FF2B5EF4-FFF2-40B4-BE49-F238E27FC236}">
                    <a16:creationId xmlns:a16="http://schemas.microsoft.com/office/drawing/2014/main" id="{BA7A46EE-EE76-090E-8A2E-6926CE20D064}"/>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Oval 23">
                <a:extLst>
                  <a:ext uri="{FF2B5EF4-FFF2-40B4-BE49-F238E27FC236}">
                    <a16:creationId xmlns:a16="http://schemas.microsoft.com/office/drawing/2014/main" id="{5927DAC6-A9D9-7AB0-0951-96D6087EA202}"/>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 name="Group 24">
            <a:extLst>
              <a:ext uri="{FF2B5EF4-FFF2-40B4-BE49-F238E27FC236}">
                <a16:creationId xmlns:a16="http://schemas.microsoft.com/office/drawing/2014/main" id="{BDF05851-2032-B086-6012-7501A9886761}"/>
              </a:ext>
            </a:extLst>
          </p:cNvPr>
          <p:cNvGrpSpPr/>
          <p:nvPr/>
        </p:nvGrpSpPr>
        <p:grpSpPr>
          <a:xfrm>
            <a:off x="4618174" y="5130744"/>
            <a:ext cx="721893" cy="609702"/>
            <a:chOff x="4618174" y="5130744"/>
            <a:chExt cx="721893" cy="609702"/>
          </a:xfrm>
        </p:grpSpPr>
        <p:sp>
          <p:nvSpPr>
            <p:cNvPr id="26" name="Rectangle 25">
              <a:hlinkHover r:id="" action="ppaction://noaction" highlightClick="1"/>
              <a:extLst>
                <a:ext uri="{FF2B5EF4-FFF2-40B4-BE49-F238E27FC236}">
                  <a16:creationId xmlns:a16="http://schemas.microsoft.com/office/drawing/2014/main" id="{37619A88-2A45-902F-DC66-7005606C1C63}"/>
                </a:ext>
              </a:extLst>
            </p:cNvPr>
            <p:cNvSpPr/>
            <p:nvPr/>
          </p:nvSpPr>
          <p:spPr>
            <a:xfrm>
              <a:off x="4618174" y="5130746"/>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27" name="Group 26">
              <a:extLst>
                <a:ext uri="{FF2B5EF4-FFF2-40B4-BE49-F238E27FC236}">
                  <a16:creationId xmlns:a16="http://schemas.microsoft.com/office/drawing/2014/main" id="{6D5CA7FC-37F9-70CE-2898-5B32C581543E}"/>
                </a:ext>
              </a:extLst>
            </p:cNvPr>
            <p:cNvGrpSpPr/>
            <p:nvPr/>
          </p:nvGrpSpPr>
          <p:grpSpPr>
            <a:xfrm>
              <a:off x="5210161" y="5130744"/>
              <a:ext cx="129906" cy="127894"/>
              <a:chOff x="1040599" y="2550516"/>
              <a:chExt cx="157050" cy="157050"/>
            </a:xfrm>
          </p:grpSpPr>
          <p:sp>
            <p:nvSpPr>
              <p:cNvPr id="28" name="Diamond 27">
                <a:extLst>
                  <a:ext uri="{FF2B5EF4-FFF2-40B4-BE49-F238E27FC236}">
                    <a16:creationId xmlns:a16="http://schemas.microsoft.com/office/drawing/2014/main" id="{09BAF8C4-E57B-EFB1-AF81-6D54B6C5FAB1}"/>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 name="Oval 28">
                <a:extLst>
                  <a:ext uri="{FF2B5EF4-FFF2-40B4-BE49-F238E27FC236}">
                    <a16:creationId xmlns:a16="http://schemas.microsoft.com/office/drawing/2014/main" id="{688DF60B-7F40-B35D-38BD-DD50C1C71C6B}"/>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30" name="Rectangle 29">
            <a:hlinkHover r:id="" action="ppaction://noaction" highlightClick="1"/>
            <a:extLst>
              <a:ext uri="{FF2B5EF4-FFF2-40B4-BE49-F238E27FC236}">
                <a16:creationId xmlns:a16="http://schemas.microsoft.com/office/drawing/2014/main" id="{BC52F447-20B6-642D-0229-8C894E92F720}"/>
              </a:ext>
            </a:extLst>
          </p:cNvPr>
          <p:cNvSpPr/>
          <p:nvPr/>
        </p:nvSpPr>
        <p:spPr>
          <a:xfrm>
            <a:off x="7959193"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sp>
        <p:nvSpPr>
          <p:cNvPr id="34" name="Right Triangle 33">
            <a:extLst>
              <a:ext uri="{FF2B5EF4-FFF2-40B4-BE49-F238E27FC236}">
                <a16:creationId xmlns:a16="http://schemas.microsoft.com/office/drawing/2014/main" id="{C094C757-93D2-29F1-AE8E-E05634934F2D}"/>
              </a:ext>
            </a:extLst>
          </p:cNvPr>
          <p:cNvSpPr/>
          <p:nvPr/>
        </p:nvSpPr>
        <p:spPr>
          <a:xfrm rot="10800000">
            <a:off x="2667356" y="4422034"/>
            <a:ext cx="149285" cy="129588"/>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9" name="Group 38">
            <a:extLst>
              <a:ext uri="{FF2B5EF4-FFF2-40B4-BE49-F238E27FC236}">
                <a16:creationId xmlns:a16="http://schemas.microsoft.com/office/drawing/2014/main" id="{112055FE-12AD-6D2E-5390-E947D2EF6902}"/>
              </a:ext>
            </a:extLst>
          </p:cNvPr>
          <p:cNvGrpSpPr/>
          <p:nvPr/>
        </p:nvGrpSpPr>
        <p:grpSpPr>
          <a:xfrm>
            <a:off x="2100388" y="4419620"/>
            <a:ext cx="721206" cy="609701"/>
            <a:chOff x="2100388" y="4419620"/>
            <a:chExt cx="721206" cy="609701"/>
          </a:xfrm>
        </p:grpSpPr>
        <p:sp>
          <p:nvSpPr>
            <p:cNvPr id="40" name="Rectangle 39">
              <a:extLst>
                <a:ext uri="{FF2B5EF4-FFF2-40B4-BE49-F238E27FC236}">
                  <a16:creationId xmlns:a16="http://schemas.microsoft.com/office/drawing/2014/main" id="{DD20D2CF-5210-E8FD-A7BC-33542C4A4754}"/>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41" name="Right Triangle 40">
              <a:extLst>
                <a:ext uri="{FF2B5EF4-FFF2-40B4-BE49-F238E27FC236}">
                  <a16:creationId xmlns:a16="http://schemas.microsoft.com/office/drawing/2014/main" id="{AA21823E-ADA9-27BA-94C5-920FFB877BA4}"/>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2" name="Group 41">
              <a:extLst>
                <a:ext uri="{FF2B5EF4-FFF2-40B4-BE49-F238E27FC236}">
                  <a16:creationId xmlns:a16="http://schemas.microsoft.com/office/drawing/2014/main" id="{5932667A-BF9C-F364-7163-ECF79C4BAC43}"/>
                </a:ext>
              </a:extLst>
            </p:cNvPr>
            <p:cNvGrpSpPr/>
            <p:nvPr/>
          </p:nvGrpSpPr>
          <p:grpSpPr>
            <a:xfrm>
              <a:off x="2769861" y="4434438"/>
              <a:ext cx="37817" cy="61390"/>
              <a:chOff x="3883481" y="2057400"/>
              <a:chExt cx="1608363" cy="2652031"/>
            </a:xfrm>
            <a:solidFill>
              <a:srgbClr val="A6A6A6"/>
            </a:solidFill>
          </p:grpSpPr>
          <p:sp>
            <p:nvSpPr>
              <p:cNvPr id="43" name="Oval 27">
                <a:extLst>
                  <a:ext uri="{FF2B5EF4-FFF2-40B4-BE49-F238E27FC236}">
                    <a16:creationId xmlns:a16="http://schemas.microsoft.com/office/drawing/2014/main" id="{5DB49211-3EE3-23BD-F7F7-C202433C28D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 name="Oval 28">
                <a:extLst>
                  <a:ext uri="{FF2B5EF4-FFF2-40B4-BE49-F238E27FC236}">
                    <a16:creationId xmlns:a16="http://schemas.microsoft.com/office/drawing/2014/main" id="{3A300EBD-FA48-712A-B06D-151C3BF60D3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5" name="Group 44">
            <a:extLst>
              <a:ext uri="{FF2B5EF4-FFF2-40B4-BE49-F238E27FC236}">
                <a16:creationId xmlns:a16="http://schemas.microsoft.com/office/drawing/2014/main" id="{D2FE6363-0E7F-17AD-250A-6F1E8DB9393B}"/>
              </a:ext>
            </a:extLst>
          </p:cNvPr>
          <p:cNvGrpSpPr/>
          <p:nvPr/>
        </p:nvGrpSpPr>
        <p:grpSpPr>
          <a:xfrm>
            <a:off x="3779087" y="3698226"/>
            <a:ext cx="721206" cy="609701"/>
            <a:chOff x="3779087" y="3698226"/>
            <a:chExt cx="721206" cy="609701"/>
          </a:xfrm>
        </p:grpSpPr>
        <p:sp>
          <p:nvSpPr>
            <p:cNvPr id="46" name="Rectangle 45">
              <a:extLst>
                <a:ext uri="{FF2B5EF4-FFF2-40B4-BE49-F238E27FC236}">
                  <a16:creationId xmlns:a16="http://schemas.microsoft.com/office/drawing/2014/main" id="{ED8DC0EC-F6AE-985E-76D7-47D53CEBB957}"/>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47" name="Right Triangle 46">
              <a:extLst>
                <a:ext uri="{FF2B5EF4-FFF2-40B4-BE49-F238E27FC236}">
                  <a16:creationId xmlns:a16="http://schemas.microsoft.com/office/drawing/2014/main" id="{2DD85C4B-0E5F-30EF-6803-4FBE2F5C2803}"/>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8" name="Group 47">
              <a:extLst>
                <a:ext uri="{FF2B5EF4-FFF2-40B4-BE49-F238E27FC236}">
                  <a16:creationId xmlns:a16="http://schemas.microsoft.com/office/drawing/2014/main" id="{554863BC-8561-A33A-F9E8-B7963E15C3B0}"/>
                </a:ext>
              </a:extLst>
            </p:cNvPr>
            <p:cNvGrpSpPr/>
            <p:nvPr/>
          </p:nvGrpSpPr>
          <p:grpSpPr>
            <a:xfrm>
              <a:off x="4448513" y="3706747"/>
              <a:ext cx="37817" cy="61390"/>
              <a:chOff x="3883481" y="2057400"/>
              <a:chExt cx="1608363" cy="2652031"/>
            </a:xfrm>
            <a:solidFill>
              <a:srgbClr val="A6A6A6">
                <a:alpha val="20000"/>
              </a:srgbClr>
            </a:solidFill>
          </p:grpSpPr>
          <p:sp>
            <p:nvSpPr>
              <p:cNvPr id="49" name="Oval 27">
                <a:extLst>
                  <a:ext uri="{FF2B5EF4-FFF2-40B4-BE49-F238E27FC236}">
                    <a16:creationId xmlns:a16="http://schemas.microsoft.com/office/drawing/2014/main" id="{10864406-F7D8-217E-2D00-17EB12AE2C8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 name="Oval 28">
                <a:extLst>
                  <a:ext uri="{FF2B5EF4-FFF2-40B4-BE49-F238E27FC236}">
                    <a16:creationId xmlns:a16="http://schemas.microsoft.com/office/drawing/2014/main" id="{DC045003-5C38-6AA7-17E5-56883498232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8" name="Group 57">
            <a:extLst>
              <a:ext uri="{FF2B5EF4-FFF2-40B4-BE49-F238E27FC236}">
                <a16:creationId xmlns:a16="http://schemas.microsoft.com/office/drawing/2014/main" id="{B9A4F611-ABCA-CD78-A6AB-57DDC649111F}"/>
              </a:ext>
            </a:extLst>
          </p:cNvPr>
          <p:cNvGrpSpPr/>
          <p:nvPr/>
        </p:nvGrpSpPr>
        <p:grpSpPr>
          <a:xfrm>
            <a:off x="4615774" y="3698231"/>
            <a:ext cx="721206" cy="609701"/>
            <a:chOff x="4615774" y="3698231"/>
            <a:chExt cx="721206" cy="609701"/>
          </a:xfrm>
        </p:grpSpPr>
        <p:sp>
          <p:nvSpPr>
            <p:cNvPr id="59" name="Rectangle 58">
              <a:hlinkHover r:id="" action="ppaction://noaction" highlightClick="1"/>
              <a:extLst>
                <a:ext uri="{FF2B5EF4-FFF2-40B4-BE49-F238E27FC236}">
                  <a16:creationId xmlns:a16="http://schemas.microsoft.com/office/drawing/2014/main" id="{C5FA5E1B-8DF4-0EA2-4F14-FCBC401CC079}"/>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60" name="Oval 59">
              <a:extLst>
                <a:ext uri="{FF2B5EF4-FFF2-40B4-BE49-F238E27FC236}">
                  <a16:creationId xmlns:a16="http://schemas.microsoft.com/office/drawing/2014/main" id="{F67FF10C-D26E-6E78-2B92-141875821BA2}"/>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 name="Isosceles Triangle 648">
              <a:extLst>
                <a:ext uri="{FF2B5EF4-FFF2-40B4-BE49-F238E27FC236}">
                  <a16:creationId xmlns:a16="http://schemas.microsoft.com/office/drawing/2014/main" id="{D332D819-EAD4-455D-54B6-27FD7248D04E}"/>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 name="Group 1">
            <a:extLst>
              <a:ext uri="{FF2B5EF4-FFF2-40B4-BE49-F238E27FC236}">
                <a16:creationId xmlns:a16="http://schemas.microsoft.com/office/drawing/2014/main" id="{68753E0B-6909-A976-CA7E-AC1CA649BA66}"/>
              </a:ext>
            </a:extLst>
          </p:cNvPr>
          <p:cNvGrpSpPr/>
          <p:nvPr/>
        </p:nvGrpSpPr>
        <p:grpSpPr>
          <a:xfrm>
            <a:off x="10520475" y="90836"/>
            <a:ext cx="721206" cy="609701"/>
            <a:chOff x="10520475" y="90836"/>
            <a:chExt cx="721206" cy="609701"/>
          </a:xfrm>
        </p:grpSpPr>
        <p:sp>
          <p:nvSpPr>
            <p:cNvPr id="3" name="Rectangle 2">
              <a:hlinkHover r:id="" action="ppaction://noaction" highlightClick="1"/>
              <a:extLst>
                <a:ext uri="{FF2B5EF4-FFF2-40B4-BE49-F238E27FC236}">
                  <a16:creationId xmlns:a16="http://schemas.microsoft.com/office/drawing/2014/main" id="{D232A35A-36AD-4104-7E8D-7E3AE182AFDA}"/>
                </a:ext>
              </a:extLst>
            </p:cNvPr>
            <p:cNvSpPr/>
            <p:nvPr/>
          </p:nvSpPr>
          <p:spPr>
            <a:xfrm>
              <a:off x="10520475"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4" name="Oval 3">
              <a:extLst>
                <a:ext uri="{FF2B5EF4-FFF2-40B4-BE49-F238E27FC236}">
                  <a16:creationId xmlns:a16="http://schemas.microsoft.com/office/drawing/2014/main" id="{CB547AC3-511D-E0E6-A93B-B0612F09A5A0}"/>
                </a:ext>
              </a:extLst>
            </p:cNvPr>
            <p:cNvSpPr/>
            <p:nvPr/>
          </p:nvSpPr>
          <p:spPr>
            <a:xfrm>
              <a:off x="11099014"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Isosceles Triangle 648">
              <a:extLst>
                <a:ext uri="{FF2B5EF4-FFF2-40B4-BE49-F238E27FC236}">
                  <a16:creationId xmlns:a16="http://schemas.microsoft.com/office/drawing/2014/main" id="{BE14271D-1906-B20F-96F6-66B2DF082DC0}"/>
                </a:ext>
              </a:extLst>
            </p:cNvPr>
            <p:cNvSpPr/>
            <p:nvPr/>
          </p:nvSpPr>
          <p:spPr>
            <a:xfrm>
              <a:off x="11129138"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3" name="Group 32">
            <a:extLst>
              <a:ext uri="{FF2B5EF4-FFF2-40B4-BE49-F238E27FC236}">
                <a16:creationId xmlns:a16="http://schemas.microsoft.com/office/drawing/2014/main" id="{B0F08FEC-AA30-D9E3-C3BE-0D434D4D9112}"/>
              </a:ext>
            </a:extLst>
          </p:cNvPr>
          <p:cNvGrpSpPr/>
          <p:nvPr/>
        </p:nvGrpSpPr>
        <p:grpSpPr>
          <a:xfrm>
            <a:off x="11356238" y="1532276"/>
            <a:ext cx="721206" cy="609701"/>
            <a:chOff x="11356238" y="1532276"/>
            <a:chExt cx="721206" cy="609701"/>
          </a:xfrm>
        </p:grpSpPr>
        <p:sp>
          <p:nvSpPr>
            <p:cNvPr id="62" name="Rectangle 61">
              <a:hlinkHover r:id="" action="ppaction://noaction" highlightClick="1"/>
              <a:extLst>
                <a:ext uri="{FF2B5EF4-FFF2-40B4-BE49-F238E27FC236}">
                  <a16:creationId xmlns:a16="http://schemas.microsoft.com/office/drawing/2014/main" id="{ED29976E-F124-69A5-5837-E38B3D7B29E4}"/>
                </a:ext>
              </a:extLst>
            </p:cNvPr>
            <p:cNvSpPr/>
            <p:nvPr/>
          </p:nvSpPr>
          <p:spPr>
            <a:xfrm>
              <a:off x="11356238"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63" name="Oval 62">
              <a:extLst>
                <a:ext uri="{FF2B5EF4-FFF2-40B4-BE49-F238E27FC236}">
                  <a16:creationId xmlns:a16="http://schemas.microsoft.com/office/drawing/2014/main" id="{4799DC2B-5A20-F472-2C27-276293E388BE}"/>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 name="Isosceles Triangle 648">
              <a:extLst>
                <a:ext uri="{FF2B5EF4-FFF2-40B4-BE49-F238E27FC236}">
                  <a16:creationId xmlns:a16="http://schemas.microsoft.com/office/drawing/2014/main" id="{F69ADB1A-6390-45B3-A5E7-E81981104472}"/>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5" name="Group 64">
            <a:extLst>
              <a:ext uri="{FF2B5EF4-FFF2-40B4-BE49-F238E27FC236}">
                <a16:creationId xmlns:a16="http://schemas.microsoft.com/office/drawing/2014/main" id="{1DAF1D9B-1A99-EB77-A4FF-C6120A96BCEF}"/>
              </a:ext>
            </a:extLst>
          </p:cNvPr>
          <p:cNvGrpSpPr/>
          <p:nvPr/>
        </p:nvGrpSpPr>
        <p:grpSpPr>
          <a:xfrm>
            <a:off x="3776511" y="2974054"/>
            <a:ext cx="724141" cy="609701"/>
            <a:chOff x="3776511" y="2974054"/>
            <a:chExt cx="724141" cy="609701"/>
          </a:xfrm>
        </p:grpSpPr>
        <p:sp>
          <p:nvSpPr>
            <p:cNvPr id="66" name="Rectangle 65">
              <a:extLst>
                <a:ext uri="{FF2B5EF4-FFF2-40B4-BE49-F238E27FC236}">
                  <a16:creationId xmlns:a16="http://schemas.microsoft.com/office/drawing/2014/main" id="{23C141C0-94F5-6231-76D4-BACE93F9528B}"/>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67" name="Right Triangle 66">
              <a:extLst>
                <a:ext uri="{FF2B5EF4-FFF2-40B4-BE49-F238E27FC236}">
                  <a16:creationId xmlns:a16="http://schemas.microsoft.com/office/drawing/2014/main" id="{4A180DC3-4FFE-E342-E876-0A3B719C028B}"/>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8" name="Group 67">
              <a:extLst>
                <a:ext uri="{FF2B5EF4-FFF2-40B4-BE49-F238E27FC236}">
                  <a16:creationId xmlns:a16="http://schemas.microsoft.com/office/drawing/2014/main" id="{08E385A2-6948-2767-6604-643C479A2A4E}"/>
                </a:ext>
              </a:extLst>
            </p:cNvPr>
            <p:cNvGrpSpPr/>
            <p:nvPr/>
          </p:nvGrpSpPr>
          <p:grpSpPr>
            <a:xfrm>
              <a:off x="4450041" y="2982563"/>
              <a:ext cx="37817" cy="61390"/>
              <a:chOff x="3883481" y="2057400"/>
              <a:chExt cx="1608363" cy="2652031"/>
            </a:xfrm>
            <a:solidFill>
              <a:srgbClr val="A6A6A6"/>
            </a:solidFill>
          </p:grpSpPr>
          <p:sp>
            <p:nvSpPr>
              <p:cNvPr id="69" name="Oval 27">
                <a:extLst>
                  <a:ext uri="{FF2B5EF4-FFF2-40B4-BE49-F238E27FC236}">
                    <a16:creationId xmlns:a16="http://schemas.microsoft.com/office/drawing/2014/main" id="{36E91449-DACA-A5EB-53F5-1F3D1787A8C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Oval 28">
                <a:extLst>
                  <a:ext uri="{FF2B5EF4-FFF2-40B4-BE49-F238E27FC236}">
                    <a16:creationId xmlns:a16="http://schemas.microsoft.com/office/drawing/2014/main" id="{676DFB07-1ACE-C88C-49DF-903C68A5331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7" name="Group 76">
            <a:extLst>
              <a:ext uri="{FF2B5EF4-FFF2-40B4-BE49-F238E27FC236}">
                <a16:creationId xmlns:a16="http://schemas.microsoft.com/office/drawing/2014/main" id="{2216501D-E8BC-B48F-AF76-0ED77AA4CFA6}"/>
              </a:ext>
            </a:extLst>
          </p:cNvPr>
          <p:cNvGrpSpPr/>
          <p:nvPr/>
        </p:nvGrpSpPr>
        <p:grpSpPr>
          <a:xfrm>
            <a:off x="8807246" y="1508831"/>
            <a:ext cx="721206" cy="609701"/>
            <a:chOff x="8807246" y="1532278"/>
            <a:chExt cx="721206" cy="609701"/>
          </a:xfrm>
        </p:grpSpPr>
        <p:sp>
          <p:nvSpPr>
            <p:cNvPr id="78" name="Rectangle 77">
              <a:hlinkHover r:id="" action="ppaction://noaction" highlightClick="1"/>
              <a:extLst>
                <a:ext uri="{FF2B5EF4-FFF2-40B4-BE49-F238E27FC236}">
                  <a16:creationId xmlns:a16="http://schemas.microsoft.com/office/drawing/2014/main" id="{1ECDBDBE-1C07-D74F-14C0-3C6108D2FE0C}"/>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79" name="Oval 78">
              <a:extLst>
                <a:ext uri="{FF2B5EF4-FFF2-40B4-BE49-F238E27FC236}">
                  <a16:creationId xmlns:a16="http://schemas.microsoft.com/office/drawing/2014/main" id="{9260AA9B-362A-0EDD-4BFE-13B047CB80BD}"/>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 name="Isosceles Triangle 648">
              <a:extLst>
                <a:ext uri="{FF2B5EF4-FFF2-40B4-BE49-F238E27FC236}">
                  <a16:creationId xmlns:a16="http://schemas.microsoft.com/office/drawing/2014/main" id="{597571DC-FEF7-72DA-B33C-C079B18A1E4E}"/>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1" name="Group 80">
            <a:extLst>
              <a:ext uri="{FF2B5EF4-FFF2-40B4-BE49-F238E27FC236}">
                <a16:creationId xmlns:a16="http://schemas.microsoft.com/office/drawing/2014/main" id="{CA46E638-5C17-1EAA-E31E-F8FEBE9AABC8}"/>
              </a:ext>
            </a:extLst>
          </p:cNvPr>
          <p:cNvGrpSpPr/>
          <p:nvPr/>
        </p:nvGrpSpPr>
        <p:grpSpPr>
          <a:xfrm>
            <a:off x="10506580" y="1508829"/>
            <a:ext cx="721206" cy="609701"/>
            <a:chOff x="10506580" y="1532276"/>
            <a:chExt cx="721206" cy="609701"/>
          </a:xfrm>
        </p:grpSpPr>
        <p:sp>
          <p:nvSpPr>
            <p:cNvPr id="82" name="Rectangle 81">
              <a:hlinkHover r:id="" action="ppaction://noaction" highlightClick="1"/>
              <a:extLst>
                <a:ext uri="{FF2B5EF4-FFF2-40B4-BE49-F238E27FC236}">
                  <a16:creationId xmlns:a16="http://schemas.microsoft.com/office/drawing/2014/main" id="{67EC3F81-6D24-025B-5CD3-6603BD452CFB}"/>
                </a:ext>
              </a:extLst>
            </p:cNvPr>
            <p:cNvSpPr/>
            <p:nvPr/>
          </p:nvSpPr>
          <p:spPr>
            <a:xfrm>
              <a:off x="10506580"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Intune: Standalone Add-ons</a:t>
              </a:r>
            </a:p>
          </p:txBody>
        </p:sp>
        <p:sp>
          <p:nvSpPr>
            <p:cNvPr id="83" name="Diamond 82">
              <a:extLst>
                <a:ext uri="{FF2B5EF4-FFF2-40B4-BE49-F238E27FC236}">
                  <a16:creationId xmlns:a16="http://schemas.microsoft.com/office/drawing/2014/main" id="{AE487E6E-BA13-6129-BD31-6554461BF5DB}"/>
                </a:ext>
              </a:extLst>
            </p:cNvPr>
            <p:cNvSpPr/>
            <p:nvPr/>
          </p:nvSpPr>
          <p:spPr>
            <a:xfrm>
              <a:off x="11091300" y="153462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 name="Oval 83">
              <a:extLst>
                <a:ext uri="{FF2B5EF4-FFF2-40B4-BE49-F238E27FC236}">
                  <a16:creationId xmlns:a16="http://schemas.microsoft.com/office/drawing/2014/main" id="{E72532C0-4B95-8FC5-7F34-D15B8CB4FD0C}"/>
                </a:ext>
              </a:extLst>
            </p:cNvPr>
            <p:cNvSpPr/>
            <p:nvPr/>
          </p:nvSpPr>
          <p:spPr>
            <a:xfrm>
              <a:off x="11125432" y="156811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3946E182-6232-0B9F-84B3-4FC0F261A9E4}"/>
              </a:ext>
            </a:extLst>
          </p:cNvPr>
          <p:cNvGrpSpPr/>
          <p:nvPr/>
        </p:nvGrpSpPr>
        <p:grpSpPr>
          <a:xfrm>
            <a:off x="7905566" y="751337"/>
            <a:ext cx="3396155" cy="4999377"/>
            <a:chOff x="7905566" y="751337"/>
            <a:chExt cx="3396155" cy="4999377"/>
          </a:xfrm>
        </p:grpSpPr>
        <p:cxnSp>
          <p:nvCxnSpPr>
            <p:cNvPr id="15" name="Straight Connector 14">
              <a:extLst>
                <a:ext uri="{FF2B5EF4-FFF2-40B4-BE49-F238E27FC236}">
                  <a16:creationId xmlns:a16="http://schemas.microsoft.com/office/drawing/2014/main" id="{A04A463C-E6D4-D352-7F6D-767593BD34A7}"/>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FF9E3CFB-586D-EDC2-7F1E-2FEA129616A0}"/>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CD1450D2-54FC-39A4-209A-980D15DA2FF6}"/>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7C392774-C81A-529B-C530-01D60F6BE46F}"/>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67FB8C69-74F5-7DFC-737A-FF8846D84750}"/>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02703A4F-9368-CCCA-29C3-BC30CEFA2424}"/>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7F3012C0-4D5F-76F0-41C2-D4A4D02F4526}"/>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98" name="Straight Connector 97">
            <a:extLst>
              <a:ext uri="{FF2B5EF4-FFF2-40B4-BE49-F238E27FC236}">
                <a16:creationId xmlns:a16="http://schemas.microsoft.com/office/drawing/2014/main" id="{46094C4C-B77F-D2FE-98C5-BDD91A68F8BE}"/>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99" name="Group 98">
            <a:extLst>
              <a:ext uri="{FF2B5EF4-FFF2-40B4-BE49-F238E27FC236}">
                <a16:creationId xmlns:a16="http://schemas.microsoft.com/office/drawing/2014/main" id="{EFB4D12D-8B01-9C66-1EDA-AA82D96ABD97}"/>
              </a:ext>
            </a:extLst>
          </p:cNvPr>
          <p:cNvGrpSpPr/>
          <p:nvPr/>
        </p:nvGrpSpPr>
        <p:grpSpPr>
          <a:xfrm>
            <a:off x="4605608" y="811556"/>
            <a:ext cx="722055" cy="609701"/>
            <a:chOff x="4605608" y="811556"/>
            <a:chExt cx="722055" cy="609701"/>
          </a:xfrm>
        </p:grpSpPr>
        <p:sp>
          <p:nvSpPr>
            <p:cNvPr id="100" name="Rectangle 99">
              <a:extLst>
                <a:ext uri="{FF2B5EF4-FFF2-40B4-BE49-F238E27FC236}">
                  <a16:creationId xmlns:a16="http://schemas.microsoft.com/office/drawing/2014/main" id="{E5E697CA-30EC-1775-F2A0-7509C1580C07}"/>
                </a:ext>
              </a:extLst>
            </p:cNvPr>
            <p:cNvSpPr/>
            <p:nvPr/>
          </p:nvSpPr>
          <p:spPr>
            <a:xfrm>
              <a:off x="4605608" y="811556"/>
              <a:ext cx="721203"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1" name="Rectangle 100">
              <a:extLst>
                <a:ext uri="{FF2B5EF4-FFF2-40B4-BE49-F238E27FC236}">
                  <a16:creationId xmlns:a16="http://schemas.microsoft.com/office/drawing/2014/main" id="{1CF0C314-CA7A-D161-2AE5-8469F6B7698B}"/>
                </a:ext>
              </a:extLst>
            </p:cNvPr>
            <p:cNvSpPr/>
            <p:nvPr/>
          </p:nvSpPr>
          <p:spPr>
            <a:xfrm flipV="1">
              <a:off x="5227471"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 name="Oval 15">
              <a:extLst>
                <a:ext uri="{FF2B5EF4-FFF2-40B4-BE49-F238E27FC236}">
                  <a16:creationId xmlns:a16="http://schemas.microsoft.com/office/drawing/2014/main" id="{4379AD0F-20E5-9407-4D56-5CFD00FA3220}"/>
                </a:ext>
              </a:extLst>
            </p:cNvPr>
            <p:cNvSpPr/>
            <p:nvPr/>
          </p:nvSpPr>
          <p:spPr>
            <a:xfrm>
              <a:off x="5254860"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3" name="Straight Connector 102">
              <a:extLst>
                <a:ext uri="{FF2B5EF4-FFF2-40B4-BE49-F238E27FC236}">
                  <a16:creationId xmlns:a16="http://schemas.microsoft.com/office/drawing/2014/main" id="{F06B5811-B38F-91BF-41BE-B1A048A4ED7D}"/>
                </a:ext>
              </a:extLst>
            </p:cNvPr>
            <p:cNvCxnSpPr>
              <a:cxnSpLocks/>
              <a:stCxn id="102" idx="0"/>
            </p:cNvCxnSpPr>
            <p:nvPr/>
          </p:nvCxnSpPr>
          <p:spPr>
            <a:xfrm flipV="1">
              <a:off x="5260557"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4" name="Straight Connector 103">
              <a:extLst>
                <a:ext uri="{FF2B5EF4-FFF2-40B4-BE49-F238E27FC236}">
                  <a16:creationId xmlns:a16="http://schemas.microsoft.com/office/drawing/2014/main" id="{E3C3102C-83E0-1AE4-C7B2-7E8F97DC317B}"/>
                </a:ext>
              </a:extLst>
            </p:cNvPr>
            <p:cNvCxnSpPr>
              <a:cxnSpLocks/>
            </p:cNvCxnSpPr>
            <p:nvPr/>
          </p:nvCxnSpPr>
          <p:spPr>
            <a:xfrm>
              <a:off x="5266276"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46A44CF6-208E-7137-3E14-32279643EBEB}"/>
              </a:ext>
            </a:extLst>
          </p:cNvPr>
          <p:cNvGrpSpPr/>
          <p:nvPr/>
        </p:nvGrpSpPr>
        <p:grpSpPr>
          <a:xfrm>
            <a:off x="2102909" y="811556"/>
            <a:ext cx="721206" cy="609701"/>
            <a:chOff x="2102909" y="811556"/>
            <a:chExt cx="721206" cy="609701"/>
          </a:xfrm>
        </p:grpSpPr>
        <p:sp>
          <p:nvSpPr>
            <p:cNvPr id="106" name="Rectangle 105">
              <a:extLst>
                <a:ext uri="{FF2B5EF4-FFF2-40B4-BE49-F238E27FC236}">
                  <a16:creationId xmlns:a16="http://schemas.microsoft.com/office/drawing/2014/main" id="{82C98674-FC97-1063-4D0C-039814B8A9B1}"/>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7" name="Rectangle 106">
              <a:extLst>
                <a:ext uri="{FF2B5EF4-FFF2-40B4-BE49-F238E27FC236}">
                  <a16:creationId xmlns:a16="http://schemas.microsoft.com/office/drawing/2014/main" id="{13DF4A38-7E7E-A699-7C54-4226FBBD12EC}"/>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 name="Oval 15">
              <a:extLst>
                <a:ext uri="{FF2B5EF4-FFF2-40B4-BE49-F238E27FC236}">
                  <a16:creationId xmlns:a16="http://schemas.microsoft.com/office/drawing/2014/main" id="{466A24A9-99C3-D112-10BE-E80B2B30780E}"/>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9" name="Straight Connector 108">
              <a:extLst>
                <a:ext uri="{FF2B5EF4-FFF2-40B4-BE49-F238E27FC236}">
                  <a16:creationId xmlns:a16="http://schemas.microsoft.com/office/drawing/2014/main" id="{2A8A5A5E-E35E-1EF9-A282-12610680DD7F}"/>
                </a:ext>
              </a:extLst>
            </p:cNvPr>
            <p:cNvCxnSpPr>
              <a:cxnSpLocks/>
              <a:stCxn id="108"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0" name="Straight Connector 109">
              <a:extLst>
                <a:ext uri="{FF2B5EF4-FFF2-40B4-BE49-F238E27FC236}">
                  <a16:creationId xmlns:a16="http://schemas.microsoft.com/office/drawing/2014/main" id="{4DF42F35-37DE-6A83-DF7F-0B574A46D8F7}"/>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1" name="Group 110">
            <a:extLst>
              <a:ext uri="{FF2B5EF4-FFF2-40B4-BE49-F238E27FC236}">
                <a16:creationId xmlns:a16="http://schemas.microsoft.com/office/drawing/2014/main" id="{D08680C2-3A34-DD99-EAD2-C169410D004B}"/>
              </a:ext>
            </a:extLst>
          </p:cNvPr>
          <p:cNvGrpSpPr/>
          <p:nvPr/>
        </p:nvGrpSpPr>
        <p:grpSpPr>
          <a:xfrm>
            <a:off x="10506599" y="811556"/>
            <a:ext cx="721206" cy="609701"/>
            <a:chOff x="10506599" y="811556"/>
            <a:chExt cx="721206" cy="609701"/>
          </a:xfrm>
        </p:grpSpPr>
        <p:sp>
          <p:nvSpPr>
            <p:cNvPr id="112" name="Rectangle 111">
              <a:extLst>
                <a:ext uri="{FF2B5EF4-FFF2-40B4-BE49-F238E27FC236}">
                  <a16:creationId xmlns:a16="http://schemas.microsoft.com/office/drawing/2014/main" id="{C06BA589-7029-41F5-035F-0B9B7E3E6BD6}"/>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13" name="Rectangle 112">
              <a:extLst>
                <a:ext uri="{FF2B5EF4-FFF2-40B4-BE49-F238E27FC236}">
                  <a16:creationId xmlns:a16="http://schemas.microsoft.com/office/drawing/2014/main" id="{B0EEE54B-2AA9-064C-8A5F-2F0EDD3FF8BE}"/>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 name="Oval 15">
              <a:extLst>
                <a:ext uri="{FF2B5EF4-FFF2-40B4-BE49-F238E27FC236}">
                  <a16:creationId xmlns:a16="http://schemas.microsoft.com/office/drawing/2014/main" id="{0D1DCA87-61D9-DD9C-29AF-D1B4AC477995}"/>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5" name="Straight Connector 114">
              <a:extLst>
                <a:ext uri="{FF2B5EF4-FFF2-40B4-BE49-F238E27FC236}">
                  <a16:creationId xmlns:a16="http://schemas.microsoft.com/office/drawing/2014/main" id="{611A099D-44B5-07F4-5066-34398D8F4B6A}"/>
                </a:ext>
              </a:extLst>
            </p:cNvPr>
            <p:cNvCxnSpPr>
              <a:cxnSpLocks/>
              <a:stCxn id="114"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6" name="Straight Connector 115">
              <a:extLst>
                <a:ext uri="{FF2B5EF4-FFF2-40B4-BE49-F238E27FC236}">
                  <a16:creationId xmlns:a16="http://schemas.microsoft.com/office/drawing/2014/main" id="{F7CB1D9C-4150-94D9-F603-487AC7FFD24A}"/>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7" name="Group 116">
            <a:extLst>
              <a:ext uri="{FF2B5EF4-FFF2-40B4-BE49-F238E27FC236}">
                <a16:creationId xmlns:a16="http://schemas.microsoft.com/office/drawing/2014/main" id="{6CDAE9D7-9243-4F60-4895-CBBB56AAC81D}"/>
              </a:ext>
            </a:extLst>
          </p:cNvPr>
          <p:cNvGrpSpPr/>
          <p:nvPr/>
        </p:nvGrpSpPr>
        <p:grpSpPr>
          <a:xfrm>
            <a:off x="7113074" y="816139"/>
            <a:ext cx="721206" cy="609701"/>
            <a:chOff x="7957576" y="811556"/>
            <a:chExt cx="721206" cy="609701"/>
          </a:xfrm>
        </p:grpSpPr>
        <p:sp>
          <p:nvSpPr>
            <p:cNvPr id="118" name="Rectangle 117">
              <a:extLst>
                <a:ext uri="{FF2B5EF4-FFF2-40B4-BE49-F238E27FC236}">
                  <a16:creationId xmlns:a16="http://schemas.microsoft.com/office/drawing/2014/main" id="{5DEA3F95-77EE-B1F4-2CF7-D8B627F65812}"/>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19" name="Rectangle 118">
              <a:extLst>
                <a:ext uri="{FF2B5EF4-FFF2-40B4-BE49-F238E27FC236}">
                  <a16:creationId xmlns:a16="http://schemas.microsoft.com/office/drawing/2014/main" id="{D89C2604-7F46-8D32-1FFE-6E1C09EDA3DB}"/>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Oval 15">
              <a:extLst>
                <a:ext uri="{FF2B5EF4-FFF2-40B4-BE49-F238E27FC236}">
                  <a16:creationId xmlns:a16="http://schemas.microsoft.com/office/drawing/2014/main" id="{225EEE51-85E7-E163-67F5-1E59974B7908}"/>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1" name="Straight Connector 120">
              <a:extLst>
                <a:ext uri="{FF2B5EF4-FFF2-40B4-BE49-F238E27FC236}">
                  <a16:creationId xmlns:a16="http://schemas.microsoft.com/office/drawing/2014/main" id="{9136EAB5-A6DC-4B3A-3435-9A4301732CDC}"/>
                </a:ext>
              </a:extLst>
            </p:cNvPr>
            <p:cNvCxnSpPr>
              <a:cxnSpLocks/>
              <a:stCxn id="120"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2" name="Straight Connector 121">
              <a:extLst>
                <a:ext uri="{FF2B5EF4-FFF2-40B4-BE49-F238E27FC236}">
                  <a16:creationId xmlns:a16="http://schemas.microsoft.com/office/drawing/2014/main" id="{C176732B-6110-E10B-A9EC-8D648549D25B}"/>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3" name="Group 122">
            <a:extLst>
              <a:ext uri="{FF2B5EF4-FFF2-40B4-BE49-F238E27FC236}">
                <a16:creationId xmlns:a16="http://schemas.microsoft.com/office/drawing/2014/main" id="{7A5434D1-48BA-51BC-7F59-38AE142DD6B4}"/>
              </a:ext>
            </a:extLst>
          </p:cNvPr>
          <p:cNvGrpSpPr/>
          <p:nvPr/>
        </p:nvGrpSpPr>
        <p:grpSpPr>
          <a:xfrm>
            <a:off x="7957576" y="2253333"/>
            <a:ext cx="721206" cy="609701"/>
            <a:chOff x="7957576" y="2253333"/>
            <a:chExt cx="721206" cy="609701"/>
          </a:xfrm>
        </p:grpSpPr>
        <p:sp>
          <p:nvSpPr>
            <p:cNvPr id="124" name="Rectangle 123">
              <a:extLst>
                <a:ext uri="{FF2B5EF4-FFF2-40B4-BE49-F238E27FC236}">
                  <a16:creationId xmlns:a16="http://schemas.microsoft.com/office/drawing/2014/main" id="{A93CE517-98E6-9AB7-C2B4-5F1665F3F5B1}"/>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125" name="Right Triangle 124">
              <a:extLst>
                <a:ext uri="{FF2B5EF4-FFF2-40B4-BE49-F238E27FC236}">
                  <a16:creationId xmlns:a16="http://schemas.microsoft.com/office/drawing/2014/main" id="{350B4257-B52E-3B5B-B467-0AD3887FC107}"/>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6" name="Group 125">
              <a:extLst>
                <a:ext uri="{FF2B5EF4-FFF2-40B4-BE49-F238E27FC236}">
                  <a16:creationId xmlns:a16="http://schemas.microsoft.com/office/drawing/2014/main" id="{13F3E919-8FF4-4F97-8D0E-2EEF674027EE}"/>
                </a:ext>
              </a:extLst>
            </p:cNvPr>
            <p:cNvGrpSpPr/>
            <p:nvPr/>
          </p:nvGrpSpPr>
          <p:grpSpPr>
            <a:xfrm>
              <a:off x="8621953" y="2262661"/>
              <a:ext cx="37817" cy="61390"/>
              <a:chOff x="3883481" y="2057400"/>
              <a:chExt cx="1608363" cy="2652031"/>
            </a:xfrm>
            <a:solidFill>
              <a:srgbClr val="A6A6A6"/>
            </a:solidFill>
          </p:grpSpPr>
          <p:sp>
            <p:nvSpPr>
              <p:cNvPr id="127" name="Oval 27">
                <a:extLst>
                  <a:ext uri="{FF2B5EF4-FFF2-40B4-BE49-F238E27FC236}">
                    <a16:creationId xmlns:a16="http://schemas.microsoft.com/office/drawing/2014/main" id="{446B82FC-66D7-992F-44F8-38755912E79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Oval 28">
                <a:extLst>
                  <a:ext uri="{FF2B5EF4-FFF2-40B4-BE49-F238E27FC236}">
                    <a16:creationId xmlns:a16="http://schemas.microsoft.com/office/drawing/2014/main" id="{A6F29AFA-E667-54C0-FF91-F943478943D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FEAB062D-E817-8568-1DAC-1CEC75549365}"/>
              </a:ext>
            </a:extLst>
          </p:cNvPr>
          <p:cNvGrpSpPr/>
          <p:nvPr/>
        </p:nvGrpSpPr>
        <p:grpSpPr>
          <a:xfrm>
            <a:off x="9656908" y="2253333"/>
            <a:ext cx="721206" cy="609701"/>
            <a:chOff x="9656908" y="2253333"/>
            <a:chExt cx="721206" cy="609701"/>
          </a:xfrm>
        </p:grpSpPr>
        <p:sp>
          <p:nvSpPr>
            <p:cNvPr id="131" name="Rectangle 130">
              <a:hlinkHover r:id="" action="ppaction://noaction" highlightClick="1"/>
              <a:extLst>
                <a:ext uri="{FF2B5EF4-FFF2-40B4-BE49-F238E27FC236}">
                  <a16:creationId xmlns:a16="http://schemas.microsoft.com/office/drawing/2014/main" id="{3CC84008-32D3-9FE0-EEBA-C9AD12B5C7B4}"/>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2" name="Rectangle 131">
              <a:extLst>
                <a:ext uri="{FF2B5EF4-FFF2-40B4-BE49-F238E27FC236}">
                  <a16:creationId xmlns:a16="http://schemas.microsoft.com/office/drawing/2014/main" id="{0C557186-9D37-6973-3BC3-7ED30074E618}"/>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Oval 15">
              <a:extLst>
                <a:ext uri="{FF2B5EF4-FFF2-40B4-BE49-F238E27FC236}">
                  <a16:creationId xmlns:a16="http://schemas.microsoft.com/office/drawing/2014/main" id="{7F6070FE-05CF-21FE-9CEF-EA842CA01CE6}"/>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4" name="Straight Connector 133">
              <a:extLst>
                <a:ext uri="{FF2B5EF4-FFF2-40B4-BE49-F238E27FC236}">
                  <a16:creationId xmlns:a16="http://schemas.microsoft.com/office/drawing/2014/main" id="{C8E2B9D3-9221-F6F3-EB0B-8C1682B097E0}"/>
                </a:ext>
              </a:extLst>
            </p:cNvPr>
            <p:cNvCxnSpPr>
              <a:cxnSpLocks/>
              <a:stCxn id="133"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5" name="Straight Connector 134">
              <a:extLst>
                <a:ext uri="{FF2B5EF4-FFF2-40B4-BE49-F238E27FC236}">
                  <a16:creationId xmlns:a16="http://schemas.microsoft.com/office/drawing/2014/main" id="{1ECC226E-2CA8-EB67-E374-1D3D2B40137D}"/>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6" name="Group 135">
            <a:extLst>
              <a:ext uri="{FF2B5EF4-FFF2-40B4-BE49-F238E27FC236}">
                <a16:creationId xmlns:a16="http://schemas.microsoft.com/office/drawing/2014/main" id="{C084A7B5-8175-FCFD-EAF4-ECB40A1EFFDD}"/>
              </a:ext>
            </a:extLst>
          </p:cNvPr>
          <p:cNvGrpSpPr/>
          <p:nvPr/>
        </p:nvGrpSpPr>
        <p:grpSpPr>
          <a:xfrm>
            <a:off x="8808980" y="2268701"/>
            <a:ext cx="721206" cy="609701"/>
            <a:chOff x="11356238" y="2253333"/>
            <a:chExt cx="721206" cy="609701"/>
          </a:xfrm>
        </p:grpSpPr>
        <p:sp>
          <p:nvSpPr>
            <p:cNvPr id="137" name="Rectangle 136">
              <a:hlinkHover r:id="" action="ppaction://noaction" highlightClick="1"/>
              <a:extLst>
                <a:ext uri="{FF2B5EF4-FFF2-40B4-BE49-F238E27FC236}">
                  <a16:creationId xmlns:a16="http://schemas.microsoft.com/office/drawing/2014/main" id="{3B763911-8183-2258-0F2E-CBE043F68BE3}"/>
                </a:ext>
              </a:extLst>
            </p:cNvPr>
            <p:cNvSpPr/>
            <p:nvPr/>
          </p:nvSpPr>
          <p:spPr>
            <a:xfrm>
              <a:off x="11356238" y="225333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38" name="Oval 137">
              <a:extLst>
                <a:ext uri="{FF2B5EF4-FFF2-40B4-BE49-F238E27FC236}">
                  <a16:creationId xmlns:a16="http://schemas.microsoft.com/office/drawing/2014/main" id="{6474E6B9-D550-6694-7294-483F49A33517}"/>
                </a:ext>
              </a:extLst>
            </p:cNvPr>
            <p:cNvSpPr/>
            <p:nvPr/>
          </p:nvSpPr>
          <p:spPr>
            <a:xfrm>
              <a:off x="11934777" y="226109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 name="Isosceles Triangle 648">
              <a:extLst>
                <a:ext uri="{FF2B5EF4-FFF2-40B4-BE49-F238E27FC236}">
                  <a16:creationId xmlns:a16="http://schemas.microsoft.com/office/drawing/2014/main" id="{8C27D986-37F2-9664-0561-7FFA7165BD0E}"/>
                </a:ext>
              </a:extLst>
            </p:cNvPr>
            <p:cNvSpPr/>
            <p:nvPr/>
          </p:nvSpPr>
          <p:spPr>
            <a:xfrm>
              <a:off x="11964901" y="227460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0" name="Group 139">
            <a:extLst>
              <a:ext uri="{FF2B5EF4-FFF2-40B4-BE49-F238E27FC236}">
                <a16:creationId xmlns:a16="http://schemas.microsoft.com/office/drawing/2014/main" id="{FFDEC7C1-6454-1202-84CB-39A105B63DA4}"/>
              </a:ext>
            </a:extLst>
          </p:cNvPr>
          <p:cNvGrpSpPr/>
          <p:nvPr/>
        </p:nvGrpSpPr>
        <p:grpSpPr>
          <a:xfrm>
            <a:off x="10506573" y="2253333"/>
            <a:ext cx="721206" cy="609701"/>
            <a:chOff x="10506573" y="2253333"/>
            <a:chExt cx="721206" cy="609701"/>
          </a:xfrm>
        </p:grpSpPr>
        <p:sp>
          <p:nvSpPr>
            <p:cNvPr id="141" name="Rectangle 140">
              <a:hlinkHover r:id="" action="ppaction://noaction" highlightClick="1"/>
              <a:extLst>
                <a:ext uri="{FF2B5EF4-FFF2-40B4-BE49-F238E27FC236}">
                  <a16:creationId xmlns:a16="http://schemas.microsoft.com/office/drawing/2014/main" id="{BA6AD04F-F198-592B-24E8-FF4EE4AADFAC}"/>
                </a:ext>
              </a:extLst>
            </p:cNvPr>
            <p:cNvSpPr/>
            <p:nvPr/>
          </p:nvSpPr>
          <p:spPr>
            <a:xfrm>
              <a:off x="10506573" y="2253333"/>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142" name="Diamond 141">
              <a:extLst>
                <a:ext uri="{FF2B5EF4-FFF2-40B4-BE49-F238E27FC236}">
                  <a16:creationId xmlns:a16="http://schemas.microsoft.com/office/drawing/2014/main" id="{5E6C17FB-B797-7785-FCB3-A68682F59E39}"/>
                </a:ext>
              </a:extLst>
            </p:cNvPr>
            <p:cNvSpPr/>
            <p:nvPr/>
          </p:nvSpPr>
          <p:spPr>
            <a:xfrm>
              <a:off x="11091271" y="2255684"/>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Oval 142">
              <a:extLst>
                <a:ext uri="{FF2B5EF4-FFF2-40B4-BE49-F238E27FC236}">
                  <a16:creationId xmlns:a16="http://schemas.microsoft.com/office/drawing/2014/main" id="{97F1AAB7-AAB1-CA24-2471-A11F5AB645B3}"/>
                </a:ext>
              </a:extLst>
            </p:cNvPr>
            <p:cNvSpPr/>
            <p:nvPr/>
          </p:nvSpPr>
          <p:spPr>
            <a:xfrm>
              <a:off x="11125474" y="2289172"/>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4" name="Group 143">
            <a:extLst>
              <a:ext uri="{FF2B5EF4-FFF2-40B4-BE49-F238E27FC236}">
                <a16:creationId xmlns:a16="http://schemas.microsoft.com/office/drawing/2014/main" id="{03E4ADBC-1523-7A8A-62AA-05480F363AD5}"/>
              </a:ext>
            </a:extLst>
          </p:cNvPr>
          <p:cNvGrpSpPr/>
          <p:nvPr/>
        </p:nvGrpSpPr>
        <p:grpSpPr>
          <a:xfrm>
            <a:off x="11356557" y="2249491"/>
            <a:ext cx="721206" cy="609701"/>
            <a:chOff x="5451377" y="2253333"/>
            <a:chExt cx="721206" cy="609701"/>
          </a:xfrm>
        </p:grpSpPr>
        <p:sp>
          <p:nvSpPr>
            <p:cNvPr id="145" name="Rectangle 144">
              <a:extLst>
                <a:ext uri="{FF2B5EF4-FFF2-40B4-BE49-F238E27FC236}">
                  <a16:creationId xmlns:a16="http://schemas.microsoft.com/office/drawing/2014/main" id="{A6A4665B-0E45-B1AF-FCE2-8262CCB5AFBC}"/>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46" name="Right Triangle 145">
              <a:extLst>
                <a:ext uri="{FF2B5EF4-FFF2-40B4-BE49-F238E27FC236}">
                  <a16:creationId xmlns:a16="http://schemas.microsoft.com/office/drawing/2014/main" id="{9DC9A5C2-6D7D-35D7-979C-E0A3A01D05CF}"/>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7" name="Group 146">
              <a:extLst>
                <a:ext uri="{FF2B5EF4-FFF2-40B4-BE49-F238E27FC236}">
                  <a16:creationId xmlns:a16="http://schemas.microsoft.com/office/drawing/2014/main" id="{83249C09-E7DB-EAEC-50DD-E8098A9B0570}"/>
                </a:ext>
              </a:extLst>
            </p:cNvPr>
            <p:cNvGrpSpPr/>
            <p:nvPr/>
          </p:nvGrpSpPr>
          <p:grpSpPr>
            <a:xfrm>
              <a:off x="6116566" y="2264771"/>
              <a:ext cx="37817" cy="61390"/>
              <a:chOff x="3883481" y="2057400"/>
              <a:chExt cx="1608363" cy="2652031"/>
            </a:xfrm>
            <a:solidFill>
              <a:srgbClr val="A6A6A6"/>
            </a:solidFill>
          </p:grpSpPr>
          <p:sp>
            <p:nvSpPr>
              <p:cNvPr id="148" name="Oval 27">
                <a:extLst>
                  <a:ext uri="{FF2B5EF4-FFF2-40B4-BE49-F238E27FC236}">
                    <a16:creationId xmlns:a16="http://schemas.microsoft.com/office/drawing/2014/main" id="{A2472A73-BFDC-9C26-299A-EF64F76AC25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 name="Oval 28">
                <a:extLst>
                  <a:ext uri="{FF2B5EF4-FFF2-40B4-BE49-F238E27FC236}">
                    <a16:creationId xmlns:a16="http://schemas.microsoft.com/office/drawing/2014/main" id="{291EF098-A0FF-848F-D97D-4E417E6C030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0" name="Group 149">
            <a:extLst>
              <a:ext uri="{FF2B5EF4-FFF2-40B4-BE49-F238E27FC236}">
                <a16:creationId xmlns:a16="http://schemas.microsoft.com/office/drawing/2014/main" id="{6C0282E3-6787-3966-934C-7A37A849E732}"/>
              </a:ext>
            </a:extLst>
          </p:cNvPr>
          <p:cNvGrpSpPr/>
          <p:nvPr/>
        </p:nvGrpSpPr>
        <p:grpSpPr>
          <a:xfrm>
            <a:off x="5446483" y="2257175"/>
            <a:ext cx="721206" cy="609701"/>
            <a:chOff x="6287884" y="2253333"/>
            <a:chExt cx="721206" cy="609701"/>
          </a:xfrm>
        </p:grpSpPr>
        <p:sp>
          <p:nvSpPr>
            <p:cNvPr id="151" name="Rectangle 150">
              <a:extLst>
                <a:ext uri="{FF2B5EF4-FFF2-40B4-BE49-F238E27FC236}">
                  <a16:creationId xmlns:a16="http://schemas.microsoft.com/office/drawing/2014/main" id="{2FB987AD-D46E-D160-AF1E-C90ADB2B895F}"/>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52" name="Right Triangle 151">
              <a:extLst>
                <a:ext uri="{FF2B5EF4-FFF2-40B4-BE49-F238E27FC236}">
                  <a16:creationId xmlns:a16="http://schemas.microsoft.com/office/drawing/2014/main" id="{422C7954-C072-60E2-1440-87330051ABCB}"/>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3" name="Group 152">
              <a:extLst>
                <a:ext uri="{FF2B5EF4-FFF2-40B4-BE49-F238E27FC236}">
                  <a16:creationId xmlns:a16="http://schemas.microsoft.com/office/drawing/2014/main" id="{1E5D2063-BE2F-BFBF-0A23-F84D9BBEEAD4}"/>
                </a:ext>
              </a:extLst>
            </p:cNvPr>
            <p:cNvGrpSpPr/>
            <p:nvPr/>
          </p:nvGrpSpPr>
          <p:grpSpPr>
            <a:xfrm>
              <a:off x="6952478" y="2265091"/>
              <a:ext cx="37817" cy="61390"/>
              <a:chOff x="3883481" y="2057400"/>
              <a:chExt cx="1608363" cy="2652031"/>
            </a:xfrm>
            <a:solidFill>
              <a:srgbClr val="A6A6A6"/>
            </a:solidFill>
          </p:grpSpPr>
          <p:sp>
            <p:nvSpPr>
              <p:cNvPr id="154" name="Oval 27">
                <a:extLst>
                  <a:ext uri="{FF2B5EF4-FFF2-40B4-BE49-F238E27FC236}">
                    <a16:creationId xmlns:a16="http://schemas.microsoft.com/office/drawing/2014/main" id="{85B01F48-4FA8-FBF7-633E-65CC833470D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 name="Oval 28">
                <a:extLst>
                  <a:ext uri="{FF2B5EF4-FFF2-40B4-BE49-F238E27FC236}">
                    <a16:creationId xmlns:a16="http://schemas.microsoft.com/office/drawing/2014/main" id="{AC6E2507-C2E1-1768-085F-699B9A39CC4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6" name="Group 155">
            <a:extLst>
              <a:ext uri="{FF2B5EF4-FFF2-40B4-BE49-F238E27FC236}">
                <a16:creationId xmlns:a16="http://schemas.microsoft.com/office/drawing/2014/main" id="{8DE86282-82D0-9312-E4E1-B0CAC24BE5FA}"/>
              </a:ext>
            </a:extLst>
          </p:cNvPr>
          <p:cNvGrpSpPr/>
          <p:nvPr/>
        </p:nvGrpSpPr>
        <p:grpSpPr>
          <a:xfrm>
            <a:off x="6290730" y="2257176"/>
            <a:ext cx="721206" cy="609701"/>
            <a:chOff x="8807250" y="2253334"/>
            <a:chExt cx="721206" cy="609701"/>
          </a:xfrm>
        </p:grpSpPr>
        <p:sp>
          <p:nvSpPr>
            <p:cNvPr id="157" name="Rectangle 156">
              <a:extLst>
                <a:ext uri="{FF2B5EF4-FFF2-40B4-BE49-F238E27FC236}">
                  <a16:creationId xmlns:a16="http://schemas.microsoft.com/office/drawing/2014/main" id="{15605A97-C15E-4722-BF33-F6B7637E6239}"/>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58" name="Right Triangle 157">
              <a:extLst>
                <a:ext uri="{FF2B5EF4-FFF2-40B4-BE49-F238E27FC236}">
                  <a16:creationId xmlns:a16="http://schemas.microsoft.com/office/drawing/2014/main" id="{6CCC460B-86A0-2471-0FC6-48E6426D4645}"/>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9" name="Oval 27">
              <a:extLst>
                <a:ext uri="{FF2B5EF4-FFF2-40B4-BE49-F238E27FC236}">
                  <a16:creationId xmlns:a16="http://schemas.microsoft.com/office/drawing/2014/main" id="{D589D8E4-19C9-3FC7-8DA7-798C3861F01C}"/>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0" name="Oval 28">
              <a:extLst>
                <a:ext uri="{FF2B5EF4-FFF2-40B4-BE49-F238E27FC236}">
                  <a16:creationId xmlns:a16="http://schemas.microsoft.com/office/drawing/2014/main" id="{E02B5DCE-4796-FE09-4D8C-1A9041ACE496}"/>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1" name="Group 160">
            <a:extLst>
              <a:ext uri="{FF2B5EF4-FFF2-40B4-BE49-F238E27FC236}">
                <a16:creationId xmlns:a16="http://schemas.microsoft.com/office/drawing/2014/main" id="{1D72F9CA-E56C-390E-4BDE-1D40510D0786}"/>
              </a:ext>
            </a:extLst>
          </p:cNvPr>
          <p:cNvGrpSpPr/>
          <p:nvPr/>
        </p:nvGrpSpPr>
        <p:grpSpPr>
          <a:xfrm>
            <a:off x="7113172" y="2252067"/>
            <a:ext cx="728239" cy="609701"/>
            <a:chOff x="5442073" y="811556"/>
            <a:chExt cx="728239" cy="609701"/>
          </a:xfrm>
        </p:grpSpPr>
        <p:sp>
          <p:nvSpPr>
            <p:cNvPr id="162" name="Rectangle 161">
              <a:extLst>
                <a:ext uri="{FF2B5EF4-FFF2-40B4-BE49-F238E27FC236}">
                  <a16:creationId xmlns:a16="http://schemas.microsoft.com/office/drawing/2014/main" id="{E74E03A4-6D4D-D35F-3E1F-6C0DDE3CF3A4}"/>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164" name="Rectangle 163">
              <a:extLst>
                <a:ext uri="{FF2B5EF4-FFF2-40B4-BE49-F238E27FC236}">
                  <a16:creationId xmlns:a16="http://schemas.microsoft.com/office/drawing/2014/main" id="{95DE4AA1-7ACA-3A13-DCC4-E18DE5A51A3F}"/>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5" name="Oval 15">
              <a:extLst>
                <a:ext uri="{FF2B5EF4-FFF2-40B4-BE49-F238E27FC236}">
                  <a16:creationId xmlns:a16="http://schemas.microsoft.com/office/drawing/2014/main" id="{CCECA306-3EC9-8159-CD86-08C62DA32DE2}"/>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6" name="Straight Connector 165">
              <a:extLst>
                <a:ext uri="{FF2B5EF4-FFF2-40B4-BE49-F238E27FC236}">
                  <a16:creationId xmlns:a16="http://schemas.microsoft.com/office/drawing/2014/main" id="{7537507B-3311-AD64-A1C0-866E45C46764}"/>
                </a:ext>
              </a:extLst>
            </p:cNvPr>
            <p:cNvCxnSpPr>
              <a:cxnSpLocks/>
              <a:stCxn id="165"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7" name="Straight Connector 166">
              <a:extLst>
                <a:ext uri="{FF2B5EF4-FFF2-40B4-BE49-F238E27FC236}">
                  <a16:creationId xmlns:a16="http://schemas.microsoft.com/office/drawing/2014/main" id="{E97CEEA4-F215-1439-20B9-259EF4204A8D}"/>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8" name="Group 167">
            <a:extLst>
              <a:ext uri="{FF2B5EF4-FFF2-40B4-BE49-F238E27FC236}">
                <a16:creationId xmlns:a16="http://schemas.microsoft.com/office/drawing/2014/main" id="{342C3611-B980-0E36-45DF-E1F35176A46C}"/>
              </a:ext>
            </a:extLst>
          </p:cNvPr>
          <p:cNvGrpSpPr/>
          <p:nvPr/>
        </p:nvGrpSpPr>
        <p:grpSpPr>
          <a:xfrm>
            <a:off x="4615253" y="2974053"/>
            <a:ext cx="721206" cy="609701"/>
            <a:chOff x="9657610" y="2974054"/>
            <a:chExt cx="721206" cy="609701"/>
          </a:xfrm>
        </p:grpSpPr>
        <p:sp>
          <p:nvSpPr>
            <p:cNvPr id="169" name="Rectangle 168">
              <a:extLst>
                <a:ext uri="{FF2B5EF4-FFF2-40B4-BE49-F238E27FC236}">
                  <a16:creationId xmlns:a16="http://schemas.microsoft.com/office/drawing/2014/main" id="{DF3985B1-010B-F6DC-C192-238A37EBAF0E}"/>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170" name="Rectangle 169">
              <a:extLst>
                <a:ext uri="{FF2B5EF4-FFF2-40B4-BE49-F238E27FC236}">
                  <a16:creationId xmlns:a16="http://schemas.microsoft.com/office/drawing/2014/main" id="{EDDD2118-D5DB-11FD-F7D1-E245FAFA74ED}"/>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1" name="Oval 15">
              <a:extLst>
                <a:ext uri="{FF2B5EF4-FFF2-40B4-BE49-F238E27FC236}">
                  <a16:creationId xmlns:a16="http://schemas.microsoft.com/office/drawing/2014/main" id="{90278F75-D5DE-5D1B-8576-F854E227E132}"/>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2" name="Straight Connector 171">
              <a:extLst>
                <a:ext uri="{FF2B5EF4-FFF2-40B4-BE49-F238E27FC236}">
                  <a16:creationId xmlns:a16="http://schemas.microsoft.com/office/drawing/2014/main" id="{BEBE2EDC-27DE-2FD5-19BD-FA3F03813035}"/>
                </a:ext>
              </a:extLst>
            </p:cNvPr>
            <p:cNvCxnSpPr>
              <a:cxnSpLocks/>
              <a:stCxn id="171"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3" name="Straight Connector 172">
              <a:extLst>
                <a:ext uri="{FF2B5EF4-FFF2-40B4-BE49-F238E27FC236}">
                  <a16:creationId xmlns:a16="http://schemas.microsoft.com/office/drawing/2014/main" id="{5A3EE68D-DFF8-F5B0-CF18-B3652A68B985}"/>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4" name="Group 173">
            <a:extLst>
              <a:ext uri="{FF2B5EF4-FFF2-40B4-BE49-F238E27FC236}">
                <a16:creationId xmlns:a16="http://schemas.microsoft.com/office/drawing/2014/main" id="{48BFB037-4712-82B7-6BED-F7A935ED00D7}"/>
              </a:ext>
            </a:extLst>
          </p:cNvPr>
          <p:cNvGrpSpPr/>
          <p:nvPr/>
        </p:nvGrpSpPr>
        <p:grpSpPr>
          <a:xfrm>
            <a:off x="11355999" y="2974054"/>
            <a:ext cx="721206" cy="609701"/>
            <a:chOff x="11355999" y="2974054"/>
            <a:chExt cx="721206" cy="609701"/>
          </a:xfrm>
        </p:grpSpPr>
        <p:sp>
          <p:nvSpPr>
            <p:cNvPr id="175" name="Rectangle 174">
              <a:hlinkHover r:id="" action="ppaction://noaction" highlightClick="1"/>
              <a:extLst>
                <a:ext uri="{FF2B5EF4-FFF2-40B4-BE49-F238E27FC236}">
                  <a16:creationId xmlns:a16="http://schemas.microsoft.com/office/drawing/2014/main" id="{2EAD2E5E-2253-9BB1-4988-B42A707079D7}"/>
                </a:ext>
              </a:extLst>
            </p:cNvPr>
            <p:cNvSpPr/>
            <p:nvPr/>
          </p:nvSpPr>
          <p:spPr>
            <a:xfrm>
              <a:off x="11355999" y="297405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176" name="Oval 175">
              <a:extLst>
                <a:ext uri="{FF2B5EF4-FFF2-40B4-BE49-F238E27FC236}">
                  <a16:creationId xmlns:a16="http://schemas.microsoft.com/office/drawing/2014/main" id="{7334F402-05E3-BF5F-D583-1F1F52C6D76E}"/>
                </a:ext>
              </a:extLst>
            </p:cNvPr>
            <p:cNvSpPr/>
            <p:nvPr/>
          </p:nvSpPr>
          <p:spPr>
            <a:xfrm>
              <a:off x="11933223" y="298330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 name="Isosceles Triangle 648">
              <a:extLst>
                <a:ext uri="{FF2B5EF4-FFF2-40B4-BE49-F238E27FC236}">
                  <a16:creationId xmlns:a16="http://schemas.microsoft.com/office/drawing/2014/main" id="{2DA4E5B0-2EA2-8C74-479B-F972DC5C2138}"/>
                </a:ext>
              </a:extLst>
            </p:cNvPr>
            <p:cNvSpPr/>
            <p:nvPr/>
          </p:nvSpPr>
          <p:spPr>
            <a:xfrm>
              <a:off x="11963348" y="299682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8" name="Group 177">
            <a:extLst>
              <a:ext uri="{FF2B5EF4-FFF2-40B4-BE49-F238E27FC236}">
                <a16:creationId xmlns:a16="http://schemas.microsoft.com/office/drawing/2014/main" id="{3992F512-A56F-FB9E-A95C-40D92B078890}"/>
              </a:ext>
            </a:extLst>
          </p:cNvPr>
          <p:cNvGrpSpPr/>
          <p:nvPr/>
        </p:nvGrpSpPr>
        <p:grpSpPr>
          <a:xfrm>
            <a:off x="2109092" y="2986575"/>
            <a:ext cx="721206" cy="649846"/>
            <a:chOff x="10506800" y="2974054"/>
            <a:chExt cx="721206" cy="649846"/>
          </a:xfrm>
        </p:grpSpPr>
        <p:sp>
          <p:nvSpPr>
            <p:cNvPr id="179" name="Rectangle 178">
              <a:extLst>
                <a:ext uri="{FF2B5EF4-FFF2-40B4-BE49-F238E27FC236}">
                  <a16:creationId xmlns:a16="http://schemas.microsoft.com/office/drawing/2014/main" id="{3C57D605-FB16-2FAF-27A3-0FB84FACD4E5}"/>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84" name="Rectangle 183">
              <a:extLst>
                <a:ext uri="{FF2B5EF4-FFF2-40B4-BE49-F238E27FC236}">
                  <a16:creationId xmlns:a16="http://schemas.microsoft.com/office/drawing/2014/main" id="{A416D922-E875-D0FA-4751-27DAB661CA91}"/>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5" name="Oval 15">
              <a:extLst>
                <a:ext uri="{FF2B5EF4-FFF2-40B4-BE49-F238E27FC236}">
                  <a16:creationId xmlns:a16="http://schemas.microsoft.com/office/drawing/2014/main" id="{E9420A24-F1C6-7CAF-BAF3-9961D9FEF06E}"/>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6" name="Straight Connector 185">
              <a:extLst>
                <a:ext uri="{FF2B5EF4-FFF2-40B4-BE49-F238E27FC236}">
                  <a16:creationId xmlns:a16="http://schemas.microsoft.com/office/drawing/2014/main" id="{1EEBEC51-FD86-7D41-0602-0625BD42AD88}"/>
                </a:ext>
              </a:extLst>
            </p:cNvPr>
            <p:cNvCxnSpPr>
              <a:cxnSpLocks/>
              <a:stCxn id="185"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7" name="Straight Connector 186">
              <a:extLst>
                <a:ext uri="{FF2B5EF4-FFF2-40B4-BE49-F238E27FC236}">
                  <a16:creationId xmlns:a16="http://schemas.microsoft.com/office/drawing/2014/main" id="{A1139ACE-5244-A0C3-15C0-5DEBCA10568D}"/>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B2D8FE97-CE21-3980-C456-63BA5E35FFD6}"/>
              </a:ext>
            </a:extLst>
          </p:cNvPr>
          <p:cNvGrpSpPr/>
          <p:nvPr/>
        </p:nvGrpSpPr>
        <p:grpSpPr>
          <a:xfrm>
            <a:off x="10506616" y="2984633"/>
            <a:ext cx="721220" cy="609701"/>
            <a:chOff x="9656903" y="2253333"/>
            <a:chExt cx="721220" cy="609701"/>
          </a:xfrm>
        </p:grpSpPr>
        <p:sp>
          <p:nvSpPr>
            <p:cNvPr id="189" name="Rectangle 188">
              <a:hlinkHover r:id="" action="ppaction://noaction" highlightClick="1"/>
              <a:extLst>
                <a:ext uri="{FF2B5EF4-FFF2-40B4-BE49-F238E27FC236}">
                  <a16:creationId xmlns:a16="http://schemas.microsoft.com/office/drawing/2014/main" id="{436F0C2A-53F1-D020-B2BD-D4DE421CE2AE}"/>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90" name="Rectangle 189">
              <a:extLst>
                <a:ext uri="{FF2B5EF4-FFF2-40B4-BE49-F238E27FC236}">
                  <a16:creationId xmlns:a16="http://schemas.microsoft.com/office/drawing/2014/main" id="{45F64B47-3034-D5C1-9F2D-D73F51ABFC1F}"/>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1" name="Oval 15">
              <a:extLst>
                <a:ext uri="{FF2B5EF4-FFF2-40B4-BE49-F238E27FC236}">
                  <a16:creationId xmlns:a16="http://schemas.microsoft.com/office/drawing/2014/main" id="{7589C076-486A-4265-662D-232DE19F6797}"/>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2" name="Straight Connector 191">
              <a:extLst>
                <a:ext uri="{FF2B5EF4-FFF2-40B4-BE49-F238E27FC236}">
                  <a16:creationId xmlns:a16="http://schemas.microsoft.com/office/drawing/2014/main" id="{B4E66643-F54B-D73C-6F14-77F8AB28BD6F}"/>
                </a:ext>
              </a:extLst>
            </p:cNvPr>
            <p:cNvCxnSpPr>
              <a:cxnSpLocks/>
              <a:stCxn id="191"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3" name="Straight Connector 192">
              <a:extLst>
                <a:ext uri="{FF2B5EF4-FFF2-40B4-BE49-F238E27FC236}">
                  <a16:creationId xmlns:a16="http://schemas.microsoft.com/office/drawing/2014/main" id="{BB9FBD62-1509-1608-6561-ED3466F07284}"/>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07" name="Group 206">
            <a:extLst>
              <a:ext uri="{FF2B5EF4-FFF2-40B4-BE49-F238E27FC236}">
                <a16:creationId xmlns:a16="http://schemas.microsoft.com/office/drawing/2014/main" id="{8093714A-9238-E594-018D-33E4E9E6DC69}"/>
              </a:ext>
            </a:extLst>
          </p:cNvPr>
          <p:cNvGrpSpPr/>
          <p:nvPr/>
        </p:nvGrpSpPr>
        <p:grpSpPr>
          <a:xfrm>
            <a:off x="5451974" y="3707588"/>
            <a:ext cx="721206" cy="609701"/>
            <a:chOff x="5451974" y="3707588"/>
            <a:chExt cx="721206" cy="609701"/>
          </a:xfrm>
        </p:grpSpPr>
        <p:sp>
          <p:nvSpPr>
            <p:cNvPr id="208" name="Rectangle 207">
              <a:hlinkHover r:id="" action="ppaction://noaction" highlightClick="1"/>
              <a:extLst>
                <a:ext uri="{FF2B5EF4-FFF2-40B4-BE49-F238E27FC236}">
                  <a16:creationId xmlns:a16="http://schemas.microsoft.com/office/drawing/2014/main" id="{A2E54948-87B8-CBDC-B375-CC9DDE4F38CA}"/>
                </a:ext>
              </a:extLst>
            </p:cNvPr>
            <p:cNvSpPr/>
            <p:nvPr/>
          </p:nvSpPr>
          <p:spPr>
            <a:xfrm>
              <a:off x="5451974" y="3707588"/>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09" name="Oval 208">
              <a:extLst>
                <a:ext uri="{FF2B5EF4-FFF2-40B4-BE49-F238E27FC236}">
                  <a16:creationId xmlns:a16="http://schemas.microsoft.com/office/drawing/2014/main" id="{7846F922-84EB-D145-1C5D-6FEA7251CAA8}"/>
                </a:ext>
              </a:extLst>
            </p:cNvPr>
            <p:cNvSpPr/>
            <p:nvPr/>
          </p:nvSpPr>
          <p:spPr>
            <a:xfrm>
              <a:off x="6030513" y="3715345"/>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0" name="Isosceles Triangle 648">
              <a:extLst>
                <a:ext uri="{FF2B5EF4-FFF2-40B4-BE49-F238E27FC236}">
                  <a16:creationId xmlns:a16="http://schemas.microsoft.com/office/drawing/2014/main" id="{947FB6BD-7D2C-AAB1-6579-337768E1BAA9}"/>
                </a:ext>
              </a:extLst>
            </p:cNvPr>
            <p:cNvSpPr/>
            <p:nvPr/>
          </p:nvSpPr>
          <p:spPr>
            <a:xfrm>
              <a:off x="6060637"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11" name="Group 210">
            <a:extLst>
              <a:ext uri="{FF2B5EF4-FFF2-40B4-BE49-F238E27FC236}">
                <a16:creationId xmlns:a16="http://schemas.microsoft.com/office/drawing/2014/main" id="{E2DDAF18-E6EB-3383-8893-D142C7ABB73F}"/>
              </a:ext>
            </a:extLst>
          </p:cNvPr>
          <p:cNvGrpSpPr/>
          <p:nvPr/>
        </p:nvGrpSpPr>
        <p:grpSpPr>
          <a:xfrm>
            <a:off x="1268346" y="3698208"/>
            <a:ext cx="721891" cy="610396"/>
            <a:chOff x="1268346" y="3698208"/>
            <a:chExt cx="721891" cy="610396"/>
          </a:xfrm>
        </p:grpSpPr>
        <p:sp>
          <p:nvSpPr>
            <p:cNvPr id="212" name="Rectangle 211">
              <a:extLst>
                <a:ext uri="{FF2B5EF4-FFF2-40B4-BE49-F238E27FC236}">
                  <a16:creationId xmlns:a16="http://schemas.microsoft.com/office/drawing/2014/main" id="{24E06574-D729-716D-F6F0-E10C77ECD736}"/>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213" name="Right Triangle 212">
              <a:extLst>
                <a:ext uri="{FF2B5EF4-FFF2-40B4-BE49-F238E27FC236}">
                  <a16:creationId xmlns:a16="http://schemas.microsoft.com/office/drawing/2014/main" id="{D1F0B52D-1B0E-8E92-8C75-92F6A0456372}"/>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14" name="Group 213">
              <a:extLst>
                <a:ext uri="{FF2B5EF4-FFF2-40B4-BE49-F238E27FC236}">
                  <a16:creationId xmlns:a16="http://schemas.microsoft.com/office/drawing/2014/main" id="{EA45B3D5-01E2-F796-262E-E200D1BF58D5}"/>
                </a:ext>
              </a:extLst>
            </p:cNvPr>
            <p:cNvGrpSpPr/>
            <p:nvPr/>
          </p:nvGrpSpPr>
          <p:grpSpPr>
            <a:xfrm>
              <a:off x="1939627" y="3704306"/>
              <a:ext cx="37817" cy="61390"/>
              <a:chOff x="3883481" y="2057400"/>
              <a:chExt cx="1608363" cy="2652031"/>
            </a:xfrm>
            <a:solidFill>
              <a:srgbClr val="A6A6A6">
                <a:alpha val="20000"/>
              </a:srgbClr>
            </a:solidFill>
          </p:grpSpPr>
          <p:sp>
            <p:nvSpPr>
              <p:cNvPr id="215" name="Oval 27">
                <a:extLst>
                  <a:ext uri="{FF2B5EF4-FFF2-40B4-BE49-F238E27FC236}">
                    <a16:creationId xmlns:a16="http://schemas.microsoft.com/office/drawing/2014/main" id="{67F468B2-4367-47BA-6580-F2DB4AD9FCE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6" name="Oval 28">
                <a:extLst>
                  <a:ext uri="{FF2B5EF4-FFF2-40B4-BE49-F238E27FC236}">
                    <a16:creationId xmlns:a16="http://schemas.microsoft.com/office/drawing/2014/main" id="{B8C478F6-9E70-B49C-165D-41A01671BCD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10BCB0AB-F09C-AEFF-3032-0548DAE37D62}"/>
              </a:ext>
            </a:extLst>
          </p:cNvPr>
          <p:cNvGrpSpPr/>
          <p:nvPr/>
        </p:nvGrpSpPr>
        <p:grpSpPr>
          <a:xfrm>
            <a:off x="2934662" y="5148220"/>
            <a:ext cx="724130" cy="609701"/>
            <a:chOff x="4615448" y="2974053"/>
            <a:chExt cx="724130" cy="609701"/>
          </a:xfrm>
        </p:grpSpPr>
        <p:sp>
          <p:nvSpPr>
            <p:cNvPr id="218" name="Rectangle 217">
              <a:extLst>
                <a:ext uri="{FF2B5EF4-FFF2-40B4-BE49-F238E27FC236}">
                  <a16:creationId xmlns:a16="http://schemas.microsoft.com/office/drawing/2014/main" id="{5DF942E0-0C73-DB1F-9083-E5A8E892616D}"/>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219" name="Right Triangle 218">
              <a:extLst>
                <a:ext uri="{FF2B5EF4-FFF2-40B4-BE49-F238E27FC236}">
                  <a16:creationId xmlns:a16="http://schemas.microsoft.com/office/drawing/2014/main" id="{CCD1FF50-8955-7B42-F61B-18C339EB33AA}"/>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20" name="Group 219">
              <a:extLst>
                <a:ext uri="{FF2B5EF4-FFF2-40B4-BE49-F238E27FC236}">
                  <a16:creationId xmlns:a16="http://schemas.microsoft.com/office/drawing/2014/main" id="{83C56187-B72F-E9DB-0D0D-2D58E20C00F6}"/>
                </a:ext>
              </a:extLst>
            </p:cNvPr>
            <p:cNvGrpSpPr/>
            <p:nvPr/>
          </p:nvGrpSpPr>
          <p:grpSpPr>
            <a:xfrm>
              <a:off x="5288997" y="2982574"/>
              <a:ext cx="37817" cy="61390"/>
              <a:chOff x="3883481" y="2057400"/>
              <a:chExt cx="1608363" cy="2652031"/>
            </a:xfrm>
            <a:solidFill>
              <a:srgbClr val="A6A6A6">
                <a:alpha val="20000"/>
              </a:srgbClr>
            </a:solidFill>
          </p:grpSpPr>
          <p:sp>
            <p:nvSpPr>
              <p:cNvPr id="221" name="Oval 27">
                <a:extLst>
                  <a:ext uri="{FF2B5EF4-FFF2-40B4-BE49-F238E27FC236}">
                    <a16:creationId xmlns:a16="http://schemas.microsoft.com/office/drawing/2014/main" id="{F5AE6C52-45B1-CF1D-D167-09B03E456DE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22" name="Oval 28">
                <a:extLst>
                  <a:ext uri="{FF2B5EF4-FFF2-40B4-BE49-F238E27FC236}">
                    <a16:creationId xmlns:a16="http://schemas.microsoft.com/office/drawing/2014/main" id="{E18BA9C8-32CD-7178-1DC8-5B0080C87D8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23" name="Group 222">
            <a:extLst>
              <a:ext uri="{FF2B5EF4-FFF2-40B4-BE49-F238E27FC236}">
                <a16:creationId xmlns:a16="http://schemas.microsoft.com/office/drawing/2014/main" id="{323AB3BF-6452-D15A-8947-F8336DBF8B6D}"/>
              </a:ext>
            </a:extLst>
          </p:cNvPr>
          <p:cNvGrpSpPr/>
          <p:nvPr/>
        </p:nvGrpSpPr>
        <p:grpSpPr>
          <a:xfrm>
            <a:off x="11357362" y="5142110"/>
            <a:ext cx="721206" cy="609701"/>
            <a:chOff x="9656908" y="2253333"/>
            <a:chExt cx="721206" cy="609701"/>
          </a:xfrm>
        </p:grpSpPr>
        <p:sp>
          <p:nvSpPr>
            <p:cNvPr id="224" name="Rectangle 223">
              <a:hlinkHover r:id="" action="ppaction://noaction" highlightClick="1"/>
              <a:extLst>
                <a:ext uri="{FF2B5EF4-FFF2-40B4-BE49-F238E27FC236}">
                  <a16:creationId xmlns:a16="http://schemas.microsoft.com/office/drawing/2014/main" id="{50ACFAB6-75E3-0DAE-9D0B-05C5BCA4D820}"/>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225" name="Rectangle 224">
              <a:extLst>
                <a:ext uri="{FF2B5EF4-FFF2-40B4-BE49-F238E27FC236}">
                  <a16:creationId xmlns:a16="http://schemas.microsoft.com/office/drawing/2014/main" id="{1FDA966E-E797-CA91-EF2F-88B3E4F71B0E}"/>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6" name="Oval 15">
              <a:extLst>
                <a:ext uri="{FF2B5EF4-FFF2-40B4-BE49-F238E27FC236}">
                  <a16:creationId xmlns:a16="http://schemas.microsoft.com/office/drawing/2014/main" id="{04F0C991-A5EB-1EBF-37BD-F9891603E97C}"/>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7" name="Straight Connector 226">
              <a:extLst>
                <a:ext uri="{FF2B5EF4-FFF2-40B4-BE49-F238E27FC236}">
                  <a16:creationId xmlns:a16="http://schemas.microsoft.com/office/drawing/2014/main" id="{114EA967-5B94-0BBD-0154-F6528A4A191C}"/>
                </a:ext>
              </a:extLst>
            </p:cNvPr>
            <p:cNvCxnSpPr>
              <a:cxnSpLocks/>
              <a:stCxn id="226"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8" name="Straight Connector 227">
              <a:extLst>
                <a:ext uri="{FF2B5EF4-FFF2-40B4-BE49-F238E27FC236}">
                  <a16:creationId xmlns:a16="http://schemas.microsoft.com/office/drawing/2014/main" id="{B087ED5F-0AB1-0DF8-B815-C72989916EDC}"/>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pic>
        <p:nvPicPr>
          <p:cNvPr id="6" name="Picture 5">
            <a:hlinkClick r:id="rId6" action="ppaction://hlinksldjump"/>
            <a:extLst>
              <a:ext uri="{FF2B5EF4-FFF2-40B4-BE49-F238E27FC236}">
                <a16:creationId xmlns:a16="http://schemas.microsoft.com/office/drawing/2014/main" id="{B4E48502-32DA-ADD0-9A96-82312EA0EE81}"/>
              </a:ext>
            </a:extLst>
          </p:cNvPr>
          <p:cNvPicPr>
            <a:picLocks noChangeAspect="1"/>
          </p:cNvPicPr>
          <p:nvPr/>
        </p:nvPicPr>
        <p:blipFill>
          <a:blip r:embed="rId7"/>
          <a:stretch>
            <a:fillRect/>
          </a:stretch>
        </p:blipFill>
        <p:spPr>
          <a:xfrm>
            <a:off x="0" y="0"/>
            <a:ext cx="211626" cy="6858000"/>
          </a:xfrm>
          <a:prstGeom prst="rect">
            <a:avLst/>
          </a:prstGeom>
        </p:spPr>
      </p:pic>
      <p:grpSp>
        <p:nvGrpSpPr>
          <p:cNvPr id="7" name="Group 6">
            <a:extLst>
              <a:ext uri="{FF2B5EF4-FFF2-40B4-BE49-F238E27FC236}">
                <a16:creationId xmlns:a16="http://schemas.microsoft.com/office/drawing/2014/main" id="{CD3B2C4D-20CB-02A4-6EBE-0BAECBFD370F}"/>
              </a:ext>
            </a:extLst>
          </p:cNvPr>
          <p:cNvGrpSpPr/>
          <p:nvPr/>
        </p:nvGrpSpPr>
        <p:grpSpPr>
          <a:xfrm>
            <a:off x="9652491" y="2986436"/>
            <a:ext cx="721206" cy="609701"/>
            <a:chOff x="9657972" y="90836"/>
            <a:chExt cx="721206" cy="609701"/>
          </a:xfrm>
        </p:grpSpPr>
        <p:sp>
          <p:nvSpPr>
            <p:cNvPr id="31" name="Rectangle 30">
              <a:hlinkHover r:id="" action="ppaction://noaction" highlightClick="1"/>
              <a:extLst>
                <a:ext uri="{FF2B5EF4-FFF2-40B4-BE49-F238E27FC236}">
                  <a16:creationId xmlns:a16="http://schemas.microsoft.com/office/drawing/2014/main" id="{18338A01-9F3F-9502-37D0-3828514B729B}"/>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32" name="Diamond 31">
              <a:extLst>
                <a:ext uri="{FF2B5EF4-FFF2-40B4-BE49-F238E27FC236}">
                  <a16:creationId xmlns:a16="http://schemas.microsoft.com/office/drawing/2014/main" id="{D46DC22B-7E6B-FDA7-62DC-A3EF9185AAA2}"/>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5" name="Oval 34">
              <a:extLst>
                <a:ext uri="{FF2B5EF4-FFF2-40B4-BE49-F238E27FC236}">
                  <a16:creationId xmlns:a16="http://schemas.microsoft.com/office/drawing/2014/main" id="{8A9DC8CD-1EE5-F4DE-1D12-0C199E749B06}"/>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54019386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4263" y="8659"/>
            <a:ext cx="5808514"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Visible When Security Boundary is Crossed</a:t>
            </a:r>
          </a:p>
        </p:txBody>
      </p:sp>
      <p:sp>
        <p:nvSpPr>
          <p:cNvPr id="89" name="Rectangle 88">
            <a:hlinkClick r:id="rId3" action="ppaction://hlinksldjump"/>
            <a:hlinkHover r:id="rId3" action="ppaction://hlinksldjump"/>
            <a:extLst>
              <a:ext uri="{FF2B5EF4-FFF2-40B4-BE49-F238E27FC236}">
                <a16:creationId xmlns:a16="http://schemas.microsoft.com/office/drawing/2014/main" id="{9C384F82-793D-4511-BD76-64C0089E66C1}"/>
              </a:ext>
            </a:extLst>
          </p:cNvPr>
          <p:cNvSpPr/>
          <p:nvPr/>
        </p:nvSpPr>
        <p:spPr>
          <a:xfrm>
            <a:off x="292016" y="5886762"/>
            <a:ext cx="3781140" cy="781990"/>
          </a:xfrm>
          <a:prstGeom prst="rect">
            <a:avLst/>
          </a:prstGeom>
          <a:solidFill>
            <a:srgbClr val="C6C6C6"/>
          </a:solidFill>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Invisible to End User</a:t>
            </a:r>
          </a:p>
        </p:txBody>
      </p:sp>
      <p:sp>
        <p:nvSpPr>
          <p:cNvPr id="94" name="Rectangle 93">
            <a:hlinkClick r:id="rId4" action="ppaction://hlinksldjump"/>
            <a:hlinkHover r:id="rId4" action="ppaction://hlinksldjump"/>
            <a:extLst>
              <a:ext uri="{FF2B5EF4-FFF2-40B4-BE49-F238E27FC236}">
                <a16:creationId xmlns:a16="http://schemas.microsoft.com/office/drawing/2014/main" id="{1D240311-CB0B-4062-9159-20FE90A0F157}"/>
              </a:ext>
            </a:extLst>
          </p:cNvPr>
          <p:cNvSpPr/>
          <p:nvPr/>
        </p:nvSpPr>
        <p:spPr>
          <a:xfrm>
            <a:off x="4315152" y="5889009"/>
            <a:ext cx="3781140" cy="781990"/>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Visible only when security boundary is crossed</a:t>
            </a:r>
          </a:p>
        </p:txBody>
      </p:sp>
      <p:sp>
        <p:nvSpPr>
          <p:cNvPr id="97" name="Rectangle 96">
            <a:hlinkClick r:id="rId5" action="ppaction://hlinksldjump"/>
            <a:hlinkHover r:id="rId5" action="ppaction://hlinksldjump"/>
            <a:extLst>
              <a:ext uri="{FF2B5EF4-FFF2-40B4-BE49-F238E27FC236}">
                <a16:creationId xmlns:a16="http://schemas.microsoft.com/office/drawing/2014/main" id="{66CB32DD-D41E-4763-AFDA-6F33F962ED29}"/>
              </a:ext>
            </a:extLst>
          </p:cNvPr>
          <p:cNvSpPr/>
          <p:nvPr/>
        </p:nvSpPr>
        <p:spPr>
          <a:xfrm>
            <a:off x="8338288" y="5886762"/>
            <a:ext cx="3781140" cy="781990"/>
          </a:xfrm>
          <a:prstGeom prst="rect">
            <a:avLst/>
          </a:prstGeom>
          <a:solidFill>
            <a:srgbClr val="C6C6C6"/>
          </a:solidFill>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Visible to End User</a:t>
            </a:r>
          </a:p>
        </p:txBody>
      </p:sp>
      <p:grpSp>
        <p:nvGrpSpPr>
          <p:cNvPr id="25" name="Group 24">
            <a:extLst>
              <a:ext uri="{FF2B5EF4-FFF2-40B4-BE49-F238E27FC236}">
                <a16:creationId xmlns:a16="http://schemas.microsoft.com/office/drawing/2014/main" id="{711AF4CC-4D4D-6B53-D5F1-C7EED5C774DF}"/>
              </a:ext>
            </a:extLst>
          </p:cNvPr>
          <p:cNvGrpSpPr/>
          <p:nvPr/>
        </p:nvGrpSpPr>
        <p:grpSpPr>
          <a:xfrm>
            <a:off x="7959195" y="3698231"/>
            <a:ext cx="721206" cy="609701"/>
            <a:chOff x="7959195" y="3698231"/>
            <a:chExt cx="721206" cy="609701"/>
          </a:xfrm>
        </p:grpSpPr>
        <p:sp>
          <p:nvSpPr>
            <p:cNvPr id="26" name="Rectangle 25">
              <a:hlinkHover r:id="" action="ppaction://noaction" highlightClick="1"/>
              <a:extLst>
                <a:ext uri="{FF2B5EF4-FFF2-40B4-BE49-F238E27FC236}">
                  <a16:creationId xmlns:a16="http://schemas.microsoft.com/office/drawing/2014/main" id="{AF1DF263-3696-E2BB-3015-03953E546A80}"/>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32" name="Oval 31">
              <a:extLst>
                <a:ext uri="{FF2B5EF4-FFF2-40B4-BE49-F238E27FC236}">
                  <a16:creationId xmlns:a16="http://schemas.microsoft.com/office/drawing/2014/main" id="{0B3A0E61-D625-C2FB-D2AB-2C3FFE6CE825}"/>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3" name="Isosceles Triangle 648">
              <a:extLst>
                <a:ext uri="{FF2B5EF4-FFF2-40B4-BE49-F238E27FC236}">
                  <a16:creationId xmlns:a16="http://schemas.microsoft.com/office/drawing/2014/main" id="{4F9AEB74-5019-46AD-E2C1-0027FDDC6E52}"/>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 name="Group 48">
            <a:extLst>
              <a:ext uri="{FF2B5EF4-FFF2-40B4-BE49-F238E27FC236}">
                <a16:creationId xmlns:a16="http://schemas.microsoft.com/office/drawing/2014/main" id="{F2D42CC9-B0CB-6DF3-9F32-248968B265B7}"/>
              </a:ext>
            </a:extLst>
          </p:cNvPr>
          <p:cNvGrpSpPr/>
          <p:nvPr/>
        </p:nvGrpSpPr>
        <p:grpSpPr>
          <a:xfrm>
            <a:off x="5448056" y="1532276"/>
            <a:ext cx="721206" cy="609701"/>
            <a:chOff x="5448056" y="1532276"/>
            <a:chExt cx="721206" cy="609701"/>
          </a:xfrm>
        </p:grpSpPr>
        <p:sp>
          <p:nvSpPr>
            <p:cNvPr id="50" name="Rectangle 49">
              <a:extLst>
                <a:ext uri="{FF2B5EF4-FFF2-40B4-BE49-F238E27FC236}">
                  <a16:creationId xmlns:a16="http://schemas.microsoft.com/office/drawing/2014/main" id="{BE6E9C87-8FC0-8711-ACEC-902119D58AA3}"/>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51" name="Rectangle 50">
              <a:extLst>
                <a:ext uri="{FF2B5EF4-FFF2-40B4-BE49-F238E27FC236}">
                  <a16:creationId xmlns:a16="http://schemas.microsoft.com/office/drawing/2014/main" id="{28A9A870-A44F-325D-A2EB-50668140147B}"/>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 name="Oval 15">
              <a:extLst>
                <a:ext uri="{FF2B5EF4-FFF2-40B4-BE49-F238E27FC236}">
                  <a16:creationId xmlns:a16="http://schemas.microsoft.com/office/drawing/2014/main" id="{CAA0BAD0-D0B0-5335-E8AD-A41D5F160BB4}"/>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3" name="Straight Connector 52">
              <a:extLst>
                <a:ext uri="{FF2B5EF4-FFF2-40B4-BE49-F238E27FC236}">
                  <a16:creationId xmlns:a16="http://schemas.microsoft.com/office/drawing/2014/main" id="{D19340D3-5743-4001-3E15-C78F2D2EE8F6}"/>
                </a:ext>
              </a:extLst>
            </p:cNvPr>
            <p:cNvCxnSpPr>
              <a:cxnSpLocks/>
              <a:stCxn id="52"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4" name="Straight Connector 53">
              <a:extLst>
                <a:ext uri="{FF2B5EF4-FFF2-40B4-BE49-F238E27FC236}">
                  <a16:creationId xmlns:a16="http://schemas.microsoft.com/office/drawing/2014/main" id="{25F2CE85-82FD-40DE-F335-3F614C0A4EA8}"/>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5" name="Group 54">
            <a:extLst>
              <a:ext uri="{FF2B5EF4-FFF2-40B4-BE49-F238E27FC236}">
                <a16:creationId xmlns:a16="http://schemas.microsoft.com/office/drawing/2014/main" id="{96855FE0-7689-AA2B-DFC3-1C600E4D87F2}"/>
              </a:ext>
            </a:extLst>
          </p:cNvPr>
          <p:cNvGrpSpPr/>
          <p:nvPr/>
        </p:nvGrpSpPr>
        <p:grpSpPr>
          <a:xfrm>
            <a:off x="6284565" y="1532276"/>
            <a:ext cx="721206" cy="609701"/>
            <a:chOff x="6284565" y="1532276"/>
            <a:chExt cx="721206" cy="609701"/>
          </a:xfrm>
        </p:grpSpPr>
        <p:sp>
          <p:nvSpPr>
            <p:cNvPr id="56" name="Rectangle 55">
              <a:extLst>
                <a:ext uri="{FF2B5EF4-FFF2-40B4-BE49-F238E27FC236}">
                  <a16:creationId xmlns:a16="http://schemas.microsoft.com/office/drawing/2014/main" id="{0043B890-590D-61F0-3FC9-651CE53409DE}"/>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59" name="Rectangle 58">
              <a:extLst>
                <a:ext uri="{FF2B5EF4-FFF2-40B4-BE49-F238E27FC236}">
                  <a16:creationId xmlns:a16="http://schemas.microsoft.com/office/drawing/2014/main" id="{A1D909F5-DE03-884D-F5D4-26DA0A0178B4}"/>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 name="Oval 15">
              <a:extLst>
                <a:ext uri="{FF2B5EF4-FFF2-40B4-BE49-F238E27FC236}">
                  <a16:creationId xmlns:a16="http://schemas.microsoft.com/office/drawing/2014/main" id="{B14BA72B-D792-6475-82A6-05C43F9A67F6}"/>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 name="Straight Connector 60">
              <a:extLst>
                <a:ext uri="{FF2B5EF4-FFF2-40B4-BE49-F238E27FC236}">
                  <a16:creationId xmlns:a16="http://schemas.microsoft.com/office/drawing/2014/main" id="{D97B3873-40AB-DDBF-FDD7-95370F2623DD}"/>
                </a:ext>
              </a:extLst>
            </p:cNvPr>
            <p:cNvCxnSpPr>
              <a:cxnSpLocks/>
              <a:stCxn id="60"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2" name="Straight Connector 61">
              <a:extLst>
                <a:ext uri="{FF2B5EF4-FFF2-40B4-BE49-F238E27FC236}">
                  <a16:creationId xmlns:a16="http://schemas.microsoft.com/office/drawing/2014/main" id="{971B2E94-E9D0-4630-D307-E79446618929}"/>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67D6CAFC-A101-EEC2-21A6-35008E253BCE}"/>
              </a:ext>
            </a:extLst>
          </p:cNvPr>
          <p:cNvGrpSpPr/>
          <p:nvPr/>
        </p:nvGrpSpPr>
        <p:grpSpPr>
          <a:xfrm>
            <a:off x="7121069" y="1532276"/>
            <a:ext cx="721206" cy="609701"/>
            <a:chOff x="7121069" y="1532276"/>
            <a:chExt cx="721206" cy="609701"/>
          </a:xfrm>
        </p:grpSpPr>
        <p:sp>
          <p:nvSpPr>
            <p:cNvPr id="64" name="Rectangle 63">
              <a:extLst>
                <a:ext uri="{FF2B5EF4-FFF2-40B4-BE49-F238E27FC236}">
                  <a16:creationId xmlns:a16="http://schemas.microsoft.com/office/drawing/2014/main" id="{7C6E952C-FC92-8557-F293-F771017BAC81}"/>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65" name="Rectangle 64">
              <a:extLst>
                <a:ext uri="{FF2B5EF4-FFF2-40B4-BE49-F238E27FC236}">
                  <a16:creationId xmlns:a16="http://schemas.microsoft.com/office/drawing/2014/main" id="{8222CE5D-F5DB-2B57-B61C-03170E6ED4A3}"/>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 name="Oval 15">
              <a:extLst>
                <a:ext uri="{FF2B5EF4-FFF2-40B4-BE49-F238E27FC236}">
                  <a16:creationId xmlns:a16="http://schemas.microsoft.com/office/drawing/2014/main" id="{DBDC98A2-2160-B05E-7339-EA0BC5B0CB5D}"/>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7" name="Straight Connector 66">
              <a:extLst>
                <a:ext uri="{FF2B5EF4-FFF2-40B4-BE49-F238E27FC236}">
                  <a16:creationId xmlns:a16="http://schemas.microsoft.com/office/drawing/2014/main" id="{C17568E8-912D-E904-E23A-5E4335A372DC}"/>
                </a:ext>
              </a:extLst>
            </p:cNvPr>
            <p:cNvCxnSpPr>
              <a:cxnSpLocks/>
              <a:stCxn id="66"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 name="Straight Connector 67">
              <a:extLst>
                <a:ext uri="{FF2B5EF4-FFF2-40B4-BE49-F238E27FC236}">
                  <a16:creationId xmlns:a16="http://schemas.microsoft.com/office/drawing/2014/main" id="{6C0CF7D8-2191-A5B7-4488-91C98DE96930}"/>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7A8B2340-539B-B277-1822-08CDCD01660F}"/>
              </a:ext>
            </a:extLst>
          </p:cNvPr>
          <p:cNvGrpSpPr/>
          <p:nvPr/>
        </p:nvGrpSpPr>
        <p:grpSpPr>
          <a:xfrm>
            <a:off x="3775045" y="1532276"/>
            <a:ext cx="721206" cy="609701"/>
            <a:chOff x="3775045" y="1532276"/>
            <a:chExt cx="721206" cy="609701"/>
          </a:xfrm>
        </p:grpSpPr>
        <p:sp>
          <p:nvSpPr>
            <p:cNvPr id="70" name="Rectangle 69">
              <a:extLst>
                <a:ext uri="{FF2B5EF4-FFF2-40B4-BE49-F238E27FC236}">
                  <a16:creationId xmlns:a16="http://schemas.microsoft.com/office/drawing/2014/main" id="{0A97AFD9-9325-616B-0920-DD43B38D4B95}"/>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71" name="Right Triangle 70">
              <a:extLst>
                <a:ext uri="{FF2B5EF4-FFF2-40B4-BE49-F238E27FC236}">
                  <a16:creationId xmlns:a16="http://schemas.microsoft.com/office/drawing/2014/main" id="{81E6B682-207B-9920-0610-CC2036776288}"/>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 name="Group 71">
              <a:extLst>
                <a:ext uri="{FF2B5EF4-FFF2-40B4-BE49-F238E27FC236}">
                  <a16:creationId xmlns:a16="http://schemas.microsoft.com/office/drawing/2014/main" id="{768E54A3-17BD-9E84-64CE-6BD7916D960E}"/>
                </a:ext>
              </a:extLst>
            </p:cNvPr>
            <p:cNvGrpSpPr/>
            <p:nvPr/>
          </p:nvGrpSpPr>
          <p:grpSpPr>
            <a:xfrm>
              <a:off x="4440495" y="1542936"/>
              <a:ext cx="37817" cy="61390"/>
              <a:chOff x="3883481" y="2057400"/>
              <a:chExt cx="1608363" cy="2652031"/>
            </a:xfrm>
            <a:solidFill>
              <a:srgbClr val="A6A6A6">
                <a:alpha val="20000"/>
              </a:srgbClr>
            </a:solidFill>
          </p:grpSpPr>
          <p:sp>
            <p:nvSpPr>
              <p:cNvPr id="73" name="Oval 27">
                <a:extLst>
                  <a:ext uri="{FF2B5EF4-FFF2-40B4-BE49-F238E27FC236}">
                    <a16:creationId xmlns:a16="http://schemas.microsoft.com/office/drawing/2014/main" id="{05298734-2A78-5AD4-762D-CF923422594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 name="Oval 28">
                <a:extLst>
                  <a:ext uri="{FF2B5EF4-FFF2-40B4-BE49-F238E27FC236}">
                    <a16:creationId xmlns:a16="http://schemas.microsoft.com/office/drawing/2014/main" id="{029A5D17-AA69-4277-2210-38E4C489AE7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 name="Group 74">
            <a:extLst>
              <a:ext uri="{FF2B5EF4-FFF2-40B4-BE49-F238E27FC236}">
                <a16:creationId xmlns:a16="http://schemas.microsoft.com/office/drawing/2014/main" id="{8C9CD1E9-6CE4-D8B9-4243-55DC9F13A070}"/>
              </a:ext>
            </a:extLst>
          </p:cNvPr>
          <p:cNvGrpSpPr/>
          <p:nvPr/>
        </p:nvGrpSpPr>
        <p:grpSpPr>
          <a:xfrm>
            <a:off x="4611552" y="1532276"/>
            <a:ext cx="721206" cy="609701"/>
            <a:chOff x="4611552" y="1532276"/>
            <a:chExt cx="721206" cy="609701"/>
          </a:xfrm>
        </p:grpSpPr>
        <p:sp>
          <p:nvSpPr>
            <p:cNvPr id="161" name="Rectangle 160">
              <a:extLst>
                <a:ext uri="{FF2B5EF4-FFF2-40B4-BE49-F238E27FC236}">
                  <a16:creationId xmlns:a16="http://schemas.microsoft.com/office/drawing/2014/main" id="{FC648880-029A-5AB7-CAAD-7AFD0D0E735D}"/>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62" name="Right Triangle 161">
              <a:extLst>
                <a:ext uri="{FF2B5EF4-FFF2-40B4-BE49-F238E27FC236}">
                  <a16:creationId xmlns:a16="http://schemas.microsoft.com/office/drawing/2014/main" id="{FB4FB601-39D6-AE95-7ADC-35B2DC6DCFB9}"/>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63" name="Group 162">
              <a:extLst>
                <a:ext uri="{FF2B5EF4-FFF2-40B4-BE49-F238E27FC236}">
                  <a16:creationId xmlns:a16="http://schemas.microsoft.com/office/drawing/2014/main" id="{C392E69B-4544-A5CF-6EEE-66D58B4824FC}"/>
                </a:ext>
              </a:extLst>
            </p:cNvPr>
            <p:cNvGrpSpPr/>
            <p:nvPr/>
          </p:nvGrpSpPr>
          <p:grpSpPr>
            <a:xfrm>
              <a:off x="5276135" y="1542936"/>
              <a:ext cx="37817" cy="61390"/>
              <a:chOff x="3883481" y="2057400"/>
              <a:chExt cx="1608363" cy="2652031"/>
            </a:xfrm>
            <a:solidFill>
              <a:srgbClr val="A6A6A6">
                <a:alpha val="20000"/>
              </a:srgbClr>
            </a:solidFill>
          </p:grpSpPr>
          <p:sp>
            <p:nvSpPr>
              <p:cNvPr id="164" name="Oval 27">
                <a:extLst>
                  <a:ext uri="{FF2B5EF4-FFF2-40B4-BE49-F238E27FC236}">
                    <a16:creationId xmlns:a16="http://schemas.microsoft.com/office/drawing/2014/main" id="{FF873E82-FAA6-082C-CCF2-B51E2E558FA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5" name="Oval 28">
                <a:extLst>
                  <a:ext uri="{FF2B5EF4-FFF2-40B4-BE49-F238E27FC236}">
                    <a16:creationId xmlns:a16="http://schemas.microsoft.com/office/drawing/2014/main" id="{77BBE464-3F29-4CC7-4653-2EEEDE68D73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6" name="Group 165">
            <a:extLst>
              <a:ext uri="{FF2B5EF4-FFF2-40B4-BE49-F238E27FC236}">
                <a16:creationId xmlns:a16="http://schemas.microsoft.com/office/drawing/2014/main" id="{6FEC7C0B-3C6D-8368-1DB7-B371EEC85C8B}"/>
              </a:ext>
            </a:extLst>
          </p:cNvPr>
          <p:cNvGrpSpPr/>
          <p:nvPr/>
        </p:nvGrpSpPr>
        <p:grpSpPr>
          <a:xfrm>
            <a:off x="2938537" y="1532271"/>
            <a:ext cx="721206" cy="610042"/>
            <a:chOff x="2938537" y="1532271"/>
            <a:chExt cx="721206" cy="610042"/>
          </a:xfrm>
        </p:grpSpPr>
        <p:sp>
          <p:nvSpPr>
            <p:cNvPr id="431" name="Rectangle 430">
              <a:extLst>
                <a:ext uri="{FF2B5EF4-FFF2-40B4-BE49-F238E27FC236}">
                  <a16:creationId xmlns:a16="http://schemas.microsoft.com/office/drawing/2014/main" id="{A3254695-8101-F53D-D031-0EC3008EBE9E}"/>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32" name="Right Triangle 431">
              <a:extLst>
                <a:ext uri="{FF2B5EF4-FFF2-40B4-BE49-F238E27FC236}">
                  <a16:creationId xmlns:a16="http://schemas.microsoft.com/office/drawing/2014/main" id="{8C453797-FF69-7D81-2E8C-B0F8845666D2}"/>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3" name="Oval 27">
              <a:extLst>
                <a:ext uri="{FF2B5EF4-FFF2-40B4-BE49-F238E27FC236}">
                  <a16:creationId xmlns:a16="http://schemas.microsoft.com/office/drawing/2014/main" id="{18B828CB-8F08-F0B0-A645-32EC804728FD}"/>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4" name="Oval 28">
              <a:extLst>
                <a:ext uri="{FF2B5EF4-FFF2-40B4-BE49-F238E27FC236}">
                  <a16:creationId xmlns:a16="http://schemas.microsoft.com/office/drawing/2014/main" id="{29F74506-FD87-5121-06A2-CBFBC4722FD3}"/>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5" name="Group 434">
            <a:extLst>
              <a:ext uri="{FF2B5EF4-FFF2-40B4-BE49-F238E27FC236}">
                <a16:creationId xmlns:a16="http://schemas.microsoft.com/office/drawing/2014/main" id="{3743A8C1-622E-FFC9-45B1-706A58BB355D}"/>
              </a:ext>
            </a:extLst>
          </p:cNvPr>
          <p:cNvGrpSpPr/>
          <p:nvPr/>
        </p:nvGrpSpPr>
        <p:grpSpPr>
          <a:xfrm>
            <a:off x="6287105" y="2974054"/>
            <a:ext cx="721206" cy="609701"/>
            <a:chOff x="6287105" y="2974054"/>
            <a:chExt cx="721206" cy="609701"/>
          </a:xfrm>
        </p:grpSpPr>
        <p:sp>
          <p:nvSpPr>
            <p:cNvPr id="436" name="Rectangle 435">
              <a:hlinkHover r:id="" action="ppaction://noaction" highlightClick="1"/>
              <a:extLst>
                <a:ext uri="{FF2B5EF4-FFF2-40B4-BE49-F238E27FC236}">
                  <a16:creationId xmlns:a16="http://schemas.microsoft.com/office/drawing/2014/main" id="{4B0929CD-0F9F-551C-5B40-87CC3C044F37}"/>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43" name="Rectangle 442">
              <a:extLst>
                <a:ext uri="{FF2B5EF4-FFF2-40B4-BE49-F238E27FC236}">
                  <a16:creationId xmlns:a16="http://schemas.microsoft.com/office/drawing/2014/main" id="{BB995791-2B9E-C296-A039-A2CDF479E42D}"/>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4" name="Oval 15">
              <a:extLst>
                <a:ext uri="{FF2B5EF4-FFF2-40B4-BE49-F238E27FC236}">
                  <a16:creationId xmlns:a16="http://schemas.microsoft.com/office/drawing/2014/main" id="{59F978FE-5660-52E2-604B-3C8BB8DFD26A}"/>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5" name="Straight Connector 444">
              <a:extLst>
                <a:ext uri="{FF2B5EF4-FFF2-40B4-BE49-F238E27FC236}">
                  <a16:creationId xmlns:a16="http://schemas.microsoft.com/office/drawing/2014/main" id="{3E5BD3D1-75E2-0F26-0F85-5C062969981E}"/>
                </a:ext>
              </a:extLst>
            </p:cNvPr>
            <p:cNvCxnSpPr>
              <a:cxnSpLocks/>
              <a:stCxn id="444"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46" name="Group 445">
            <a:extLst>
              <a:ext uri="{FF2B5EF4-FFF2-40B4-BE49-F238E27FC236}">
                <a16:creationId xmlns:a16="http://schemas.microsoft.com/office/drawing/2014/main" id="{F80D8927-837A-0A88-1B51-3D1E5D36BD40}"/>
              </a:ext>
            </a:extLst>
          </p:cNvPr>
          <p:cNvGrpSpPr/>
          <p:nvPr/>
        </p:nvGrpSpPr>
        <p:grpSpPr>
          <a:xfrm>
            <a:off x="7123149" y="2974054"/>
            <a:ext cx="721206" cy="646284"/>
            <a:chOff x="7123149" y="2974054"/>
            <a:chExt cx="721206" cy="646284"/>
          </a:xfrm>
        </p:grpSpPr>
        <p:sp>
          <p:nvSpPr>
            <p:cNvPr id="447" name="Rectangle 446">
              <a:hlinkHover r:id="" action="ppaction://noaction" highlightClick="1"/>
              <a:extLst>
                <a:ext uri="{FF2B5EF4-FFF2-40B4-BE49-F238E27FC236}">
                  <a16:creationId xmlns:a16="http://schemas.microsoft.com/office/drawing/2014/main" id="{46CD27E6-0F09-E3F8-456C-163A51D015CE}"/>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48" name="Rectangle 447">
              <a:extLst>
                <a:ext uri="{FF2B5EF4-FFF2-40B4-BE49-F238E27FC236}">
                  <a16:creationId xmlns:a16="http://schemas.microsoft.com/office/drawing/2014/main" id="{3222EC1C-6104-0427-EC0B-082D1705AA5E}"/>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9" name="Oval 15">
              <a:extLst>
                <a:ext uri="{FF2B5EF4-FFF2-40B4-BE49-F238E27FC236}">
                  <a16:creationId xmlns:a16="http://schemas.microsoft.com/office/drawing/2014/main" id="{83A7DD73-E1A1-5A67-9903-075DD84DCB20}"/>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0" name="Straight Connector 449">
              <a:extLst>
                <a:ext uri="{FF2B5EF4-FFF2-40B4-BE49-F238E27FC236}">
                  <a16:creationId xmlns:a16="http://schemas.microsoft.com/office/drawing/2014/main" id="{10D66674-92AD-B96B-0961-D7C4A11F1E4E}"/>
                </a:ext>
              </a:extLst>
            </p:cNvPr>
            <p:cNvCxnSpPr>
              <a:cxnSpLocks/>
              <a:stCxn id="449"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51" name="Straight Connector 450">
              <a:extLst>
                <a:ext uri="{FF2B5EF4-FFF2-40B4-BE49-F238E27FC236}">
                  <a16:creationId xmlns:a16="http://schemas.microsoft.com/office/drawing/2014/main" id="{14B8E80C-2ECE-3282-C52E-E1D029A87C3F}"/>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52" name="Group 451">
            <a:extLst>
              <a:ext uri="{FF2B5EF4-FFF2-40B4-BE49-F238E27FC236}">
                <a16:creationId xmlns:a16="http://schemas.microsoft.com/office/drawing/2014/main" id="{A7B4141C-B16B-37A2-B6AD-7458DB7F77EC}"/>
              </a:ext>
            </a:extLst>
          </p:cNvPr>
          <p:cNvGrpSpPr/>
          <p:nvPr/>
        </p:nvGrpSpPr>
        <p:grpSpPr>
          <a:xfrm>
            <a:off x="7959200" y="2974054"/>
            <a:ext cx="721206" cy="609701"/>
            <a:chOff x="7959200" y="2974054"/>
            <a:chExt cx="721206" cy="609701"/>
          </a:xfrm>
        </p:grpSpPr>
        <p:sp>
          <p:nvSpPr>
            <p:cNvPr id="453" name="Rectangle 452">
              <a:hlinkHover r:id="" action="ppaction://noaction" highlightClick="1"/>
              <a:extLst>
                <a:ext uri="{FF2B5EF4-FFF2-40B4-BE49-F238E27FC236}">
                  <a16:creationId xmlns:a16="http://schemas.microsoft.com/office/drawing/2014/main" id="{8CBB1FEA-0F92-1B01-3550-BB9294144BA3}"/>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54" name="Diamond 453">
              <a:extLst>
                <a:ext uri="{FF2B5EF4-FFF2-40B4-BE49-F238E27FC236}">
                  <a16:creationId xmlns:a16="http://schemas.microsoft.com/office/drawing/2014/main" id="{37A839B8-6E6F-215A-836A-1B6EC9C1F5CA}"/>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5" name="Oval 454">
              <a:extLst>
                <a:ext uri="{FF2B5EF4-FFF2-40B4-BE49-F238E27FC236}">
                  <a16:creationId xmlns:a16="http://schemas.microsoft.com/office/drawing/2014/main" id="{F99CF1B2-FE9A-29A3-F346-2659190D9996}"/>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6" name="Group 455">
            <a:extLst>
              <a:ext uri="{FF2B5EF4-FFF2-40B4-BE49-F238E27FC236}">
                <a16:creationId xmlns:a16="http://schemas.microsoft.com/office/drawing/2014/main" id="{AE95780B-A706-77EE-0819-AADD4327B46A}"/>
              </a:ext>
            </a:extLst>
          </p:cNvPr>
          <p:cNvGrpSpPr/>
          <p:nvPr/>
        </p:nvGrpSpPr>
        <p:grpSpPr>
          <a:xfrm>
            <a:off x="8795244" y="2974054"/>
            <a:ext cx="721206" cy="609701"/>
            <a:chOff x="8795244" y="2974054"/>
            <a:chExt cx="721206" cy="609701"/>
          </a:xfrm>
        </p:grpSpPr>
        <p:sp>
          <p:nvSpPr>
            <p:cNvPr id="457" name="Rectangle 456">
              <a:hlinkHover r:id="" action="ppaction://noaction" highlightClick="1"/>
              <a:extLst>
                <a:ext uri="{FF2B5EF4-FFF2-40B4-BE49-F238E27FC236}">
                  <a16:creationId xmlns:a16="http://schemas.microsoft.com/office/drawing/2014/main" id="{B9E8EA50-05C9-4329-097A-F7CC31A515E5}"/>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58" name="Diamond 457">
              <a:extLst>
                <a:ext uri="{FF2B5EF4-FFF2-40B4-BE49-F238E27FC236}">
                  <a16:creationId xmlns:a16="http://schemas.microsoft.com/office/drawing/2014/main" id="{A723C5D6-68F8-EFD9-0396-34633ABF8E41}"/>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9" name="Oval 458">
              <a:extLst>
                <a:ext uri="{FF2B5EF4-FFF2-40B4-BE49-F238E27FC236}">
                  <a16:creationId xmlns:a16="http://schemas.microsoft.com/office/drawing/2014/main" id="{E88A42C8-6E70-BF5C-A6AE-998E48B77B40}"/>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6" name="Group 465">
            <a:extLst>
              <a:ext uri="{FF2B5EF4-FFF2-40B4-BE49-F238E27FC236}">
                <a16:creationId xmlns:a16="http://schemas.microsoft.com/office/drawing/2014/main" id="{4748C437-2914-1509-EEE8-9C9A89752DA9}"/>
              </a:ext>
            </a:extLst>
          </p:cNvPr>
          <p:cNvGrpSpPr/>
          <p:nvPr/>
        </p:nvGrpSpPr>
        <p:grpSpPr>
          <a:xfrm>
            <a:off x="5442073" y="811556"/>
            <a:ext cx="728239" cy="609701"/>
            <a:chOff x="5442073" y="811556"/>
            <a:chExt cx="728239" cy="609701"/>
          </a:xfrm>
        </p:grpSpPr>
        <p:sp>
          <p:nvSpPr>
            <p:cNvPr id="467" name="Rectangle 466">
              <a:extLst>
                <a:ext uri="{FF2B5EF4-FFF2-40B4-BE49-F238E27FC236}">
                  <a16:creationId xmlns:a16="http://schemas.microsoft.com/office/drawing/2014/main" id="{66623093-F1FB-9C8F-82A8-C92DF434E5D6}"/>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68" name="Rectangle 467">
              <a:extLst>
                <a:ext uri="{FF2B5EF4-FFF2-40B4-BE49-F238E27FC236}">
                  <a16:creationId xmlns:a16="http://schemas.microsoft.com/office/drawing/2014/main" id="{09E61F29-0E6A-DD4A-388A-E02504EF3AD9}"/>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9" name="Oval 15">
              <a:extLst>
                <a:ext uri="{FF2B5EF4-FFF2-40B4-BE49-F238E27FC236}">
                  <a16:creationId xmlns:a16="http://schemas.microsoft.com/office/drawing/2014/main" id="{D3765DC3-5D1D-214A-EA39-8967B88AD9F4}"/>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70" name="Straight Connector 469">
              <a:extLst>
                <a:ext uri="{FF2B5EF4-FFF2-40B4-BE49-F238E27FC236}">
                  <a16:creationId xmlns:a16="http://schemas.microsoft.com/office/drawing/2014/main" id="{B8E00447-482D-8AF0-B247-ED5F67D8A362}"/>
                </a:ext>
              </a:extLst>
            </p:cNvPr>
            <p:cNvCxnSpPr>
              <a:cxnSpLocks/>
              <a:stCxn id="469"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71" name="Straight Connector 470">
              <a:extLst>
                <a:ext uri="{FF2B5EF4-FFF2-40B4-BE49-F238E27FC236}">
                  <a16:creationId xmlns:a16="http://schemas.microsoft.com/office/drawing/2014/main" id="{6C5810D1-DAED-4455-30B3-DFB91DDDAD9C}"/>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72" name="Group 471">
            <a:extLst>
              <a:ext uri="{FF2B5EF4-FFF2-40B4-BE49-F238E27FC236}">
                <a16:creationId xmlns:a16="http://schemas.microsoft.com/office/drawing/2014/main" id="{C30D5911-3C93-2C14-B328-3354ACAE7A51}"/>
              </a:ext>
            </a:extLst>
          </p:cNvPr>
          <p:cNvGrpSpPr/>
          <p:nvPr/>
        </p:nvGrpSpPr>
        <p:grpSpPr>
          <a:xfrm>
            <a:off x="6284597" y="811555"/>
            <a:ext cx="721206" cy="609701"/>
            <a:chOff x="6284597" y="811555"/>
            <a:chExt cx="721206" cy="609701"/>
          </a:xfrm>
        </p:grpSpPr>
        <p:sp>
          <p:nvSpPr>
            <p:cNvPr id="473" name="Rectangle 472">
              <a:hlinkHover r:id="" action="ppaction://noaction" highlightClick="1"/>
              <a:extLst>
                <a:ext uri="{FF2B5EF4-FFF2-40B4-BE49-F238E27FC236}">
                  <a16:creationId xmlns:a16="http://schemas.microsoft.com/office/drawing/2014/main" id="{BCCC0B25-A289-BEDD-6CD2-CEA95BFD8FAA}"/>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74" name="Right Triangle 473">
              <a:extLst>
                <a:ext uri="{FF2B5EF4-FFF2-40B4-BE49-F238E27FC236}">
                  <a16:creationId xmlns:a16="http://schemas.microsoft.com/office/drawing/2014/main" id="{6547BB13-862E-6FDD-2331-92C4B1310B8D}"/>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5" name="Oval 27">
              <a:extLst>
                <a:ext uri="{FF2B5EF4-FFF2-40B4-BE49-F238E27FC236}">
                  <a16:creationId xmlns:a16="http://schemas.microsoft.com/office/drawing/2014/main" id="{D3C9D9BB-72F7-D4B4-A2B5-D4594BD7E788}"/>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6" name="Oval 28">
              <a:extLst>
                <a:ext uri="{FF2B5EF4-FFF2-40B4-BE49-F238E27FC236}">
                  <a16:creationId xmlns:a16="http://schemas.microsoft.com/office/drawing/2014/main" id="{CDF44005-6ECE-DC73-E997-30CA4F7B5BA5}"/>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6" name="Group 495">
            <a:extLst>
              <a:ext uri="{FF2B5EF4-FFF2-40B4-BE49-F238E27FC236}">
                <a16:creationId xmlns:a16="http://schemas.microsoft.com/office/drawing/2014/main" id="{75D02DF3-D79F-D2B3-9201-02471F39F0E1}"/>
              </a:ext>
            </a:extLst>
          </p:cNvPr>
          <p:cNvGrpSpPr/>
          <p:nvPr/>
        </p:nvGrpSpPr>
        <p:grpSpPr>
          <a:xfrm>
            <a:off x="11356242" y="90836"/>
            <a:ext cx="721206" cy="609701"/>
            <a:chOff x="11356242" y="90836"/>
            <a:chExt cx="721206" cy="609701"/>
          </a:xfrm>
        </p:grpSpPr>
        <p:sp>
          <p:nvSpPr>
            <p:cNvPr id="497" name="Rectangle 496">
              <a:hlinkHover r:id="" action="ppaction://noaction" highlightClick="1"/>
              <a:extLst>
                <a:ext uri="{FF2B5EF4-FFF2-40B4-BE49-F238E27FC236}">
                  <a16:creationId xmlns:a16="http://schemas.microsoft.com/office/drawing/2014/main" id="{B5736EED-5910-B4A4-7C1B-56DC006F09C6}"/>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498" name="Oval 497">
              <a:extLst>
                <a:ext uri="{FF2B5EF4-FFF2-40B4-BE49-F238E27FC236}">
                  <a16:creationId xmlns:a16="http://schemas.microsoft.com/office/drawing/2014/main" id="{393BA8F7-EB56-4AE0-CBF2-8CB98F1D5419}"/>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9" name="Isosceles Triangle 648">
              <a:extLst>
                <a:ext uri="{FF2B5EF4-FFF2-40B4-BE49-F238E27FC236}">
                  <a16:creationId xmlns:a16="http://schemas.microsoft.com/office/drawing/2014/main" id="{94BA0724-814A-49BB-EE92-F6E0DEAB8FDA}"/>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0" name="Group 499">
            <a:extLst>
              <a:ext uri="{FF2B5EF4-FFF2-40B4-BE49-F238E27FC236}">
                <a16:creationId xmlns:a16="http://schemas.microsoft.com/office/drawing/2014/main" id="{882F3D2B-3E33-7470-7E3F-252AA9BC6C50}"/>
              </a:ext>
            </a:extLst>
          </p:cNvPr>
          <p:cNvGrpSpPr/>
          <p:nvPr/>
        </p:nvGrpSpPr>
        <p:grpSpPr>
          <a:xfrm>
            <a:off x="11356243" y="3694774"/>
            <a:ext cx="721206" cy="609701"/>
            <a:chOff x="11356243" y="3694774"/>
            <a:chExt cx="721206" cy="609701"/>
          </a:xfrm>
        </p:grpSpPr>
        <p:sp>
          <p:nvSpPr>
            <p:cNvPr id="501" name="Rectangle 500">
              <a:hlinkHover r:id="" action="ppaction://noaction" highlightClick="1"/>
              <a:extLst>
                <a:ext uri="{FF2B5EF4-FFF2-40B4-BE49-F238E27FC236}">
                  <a16:creationId xmlns:a16="http://schemas.microsoft.com/office/drawing/2014/main" id="{19F0A119-ED13-C5AE-A576-12F3FF4E0993}"/>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02" name="Oval 501">
              <a:extLst>
                <a:ext uri="{FF2B5EF4-FFF2-40B4-BE49-F238E27FC236}">
                  <a16:creationId xmlns:a16="http://schemas.microsoft.com/office/drawing/2014/main" id="{6B756A74-CFC9-4308-96E5-983763266B61}"/>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3" name="Isosceles Triangle 648">
              <a:extLst>
                <a:ext uri="{FF2B5EF4-FFF2-40B4-BE49-F238E27FC236}">
                  <a16:creationId xmlns:a16="http://schemas.microsoft.com/office/drawing/2014/main" id="{3A5211A7-F612-B5C4-8261-A0EDB5410C48}"/>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4" name="Group 503">
            <a:extLst>
              <a:ext uri="{FF2B5EF4-FFF2-40B4-BE49-F238E27FC236}">
                <a16:creationId xmlns:a16="http://schemas.microsoft.com/office/drawing/2014/main" id="{E5240531-9CC7-9BD7-A52E-2A6A4497A59C}"/>
              </a:ext>
            </a:extLst>
          </p:cNvPr>
          <p:cNvGrpSpPr/>
          <p:nvPr/>
        </p:nvGrpSpPr>
        <p:grpSpPr>
          <a:xfrm>
            <a:off x="9657691" y="4419624"/>
            <a:ext cx="721206" cy="609701"/>
            <a:chOff x="9657691" y="4419624"/>
            <a:chExt cx="721206" cy="609701"/>
          </a:xfrm>
        </p:grpSpPr>
        <p:sp>
          <p:nvSpPr>
            <p:cNvPr id="505" name="Rectangle 504">
              <a:hlinkHover r:id="" action="ppaction://noaction" highlightClick="1"/>
              <a:extLst>
                <a:ext uri="{FF2B5EF4-FFF2-40B4-BE49-F238E27FC236}">
                  <a16:creationId xmlns:a16="http://schemas.microsoft.com/office/drawing/2014/main" id="{5FAFEB3E-CA25-E124-045A-2783C808255D}"/>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06" name="Oval 505">
              <a:extLst>
                <a:ext uri="{FF2B5EF4-FFF2-40B4-BE49-F238E27FC236}">
                  <a16:creationId xmlns:a16="http://schemas.microsoft.com/office/drawing/2014/main" id="{BE0E9D03-1552-DD97-AC9C-399754BCE825}"/>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7" name="Isosceles Triangle 648">
              <a:extLst>
                <a:ext uri="{FF2B5EF4-FFF2-40B4-BE49-F238E27FC236}">
                  <a16:creationId xmlns:a16="http://schemas.microsoft.com/office/drawing/2014/main" id="{614112F5-897F-54D8-2802-3551550A741D}"/>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8" name="Group 507">
            <a:extLst>
              <a:ext uri="{FF2B5EF4-FFF2-40B4-BE49-F238E27FC236}">
                <a16:creationId xmlns:a16="http://schemas.microsoft.com/office/drawing/2014/main" id="{E5A340AA-B33C-6B10-619E-FCF6EE2622CB}"/>
              </a:ext>
            </a:extLst>
          </p:cNvPr>
          <p:cNvGrpSpPr/>
          <p:nvPr/>
        </p:nvGrpSpPr>
        <p:grpSpPr>
          <a:xfrm>
            <a:off x="10506968" y="4419620"/>
            <a:ext cx="721206" cy="609701"/>
            <a:chOff x="10506968" y="4419620"/>
            <a:chExt cx="721206" cy="609701"/>
          </a:xfrm>
        </p:grpSpPr>
        <p:sp>
          <p:nvSpPr>
            <p:cNvPr id="509" name="Rectangle 508">
              <a:hlinkHover r:id="" action="ppaction://noaction" highlightClick="1"/>
              <a:extLst>
                <a:ext uri="{FF2B5EF4-FFF2-40B4-BE49-F238E27FC236}">
                  <a16:creationId xmlns:a16="http://schemas.microsoft.com/office/drawing/2014/main" id="{DF6CFFFF-4FB0-9A93-82B3-1BAFDC917402}"/>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10" name="Oval 509">
              <a:extLst>
                <a:ext uri="{FF2B5EF4-FFF2-40B4-BE49-F238E27FC236}">
                  <a16:creationId xmlns:a16="http://schemas.microsoft.com/office/drawing/2014/main" id="{A1BA5B56-91E2-DD27-F2B6-0E5821E56EC6}"/>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1" name="Isosceles Triangle 648">
              <a:extLst>
                <a:ext uri="{FF2B5EF4-FFF2-40B4-BE49-F238E27FC236}">
                  <a16:creationId xmlns:a16="http://schemas.microsoft.com/office/drawing/2014/main" id="{76EF0BAB-9C2A-3068-D857-F670AD0C8903}"/>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2" name="Group 511">
            <a:extLst>
              <a:ext uri="{FF2B5EF4-FFF2-40B4-BE49-F238E27FC236}">
                <a16:creationId xmlns:a16="http://schemas.microsoft.com/office/drawing/2014/main" id="{30499FA6-DAA2-CB91-7D9B-B3BABEF8B98B}"/>
              </a:ext>
            </a:extLst>
          </p:cNvPr>
          <p:cNvGrpSpPr/>
          <p:nvPr/>
        </p:nvGrpSpPr>
        <p:grpSpPr>
          <a:xfrm>
            <a:off x="11356003" y="4416261"/>
            <a:ext cx="721206" cy="609701"/>
            <a:chOff x="11356003" y="4416261"/>
            <a:chExt cx="721206" cy="609701"/>
          </a:xfrm>
        </p:grpSpPr>
        <p:sp>
          <p:nvSpPr>
            <p:cNvPr id="513" name="Rectangle 512">
              <a:hlinkHover r:id="" action="ppaction://noaction" highlightClick="1"/>
              <a:extLst>
                <a:ext uri="{FF2B5EF4-FFF2-40B4-BE49-F238E27FC236}">
                  <a16:creationId xmlns:a16="http://schemas.microsoft.com/office/drawing/2014/main" id="{FFC9A6AE-ABCE-0EEB-47DC-A5D6B8AB839C}"/>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14" name="Oval 513">
              <a:extLst>
                <a:ext uri="{FF2B5EF4-FFF2-40B4-BE49-F238E27FC236}">
                  <a16:creationId xmlns:a16="http://schemas.microsoft.com/office/drawing/2014/main" id="{027538D8-1C26-68BC-AA07-7CB6AE77F7E0}"/>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5" name="Isosceles Triangle 648">
              <a:extLst>
                <a:ext uri="{FF2B5EF4-FFF2-40B4-BE49-F238E27FC236}">
                  <a16:creationId xmlns:a16="http://schemas.microsoft.com/office/drawing/2014/main" id="{C9044353-904C-C677-6353-F1788EFE3EB1}"/>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6" name="Group 515">
            <a:extLst>
              <a:ext uri="{FF2B5EF4-FFF2-40B4-BE49-F238E27FC236}">
                <a16:creationId xmlns:a16="http://schemas.microsoft.com/office/drawing/2014/main" id="{7C1A3728-F601-F4CD-2FDF-9831ED6DDC4F}"/>
              </a:ext>
            </a:extLst>
          </p:cNvPr>
          <p:cNvGrpSpPr/>
          <p:nvPr/>
        </p:nvGrpSpPr>
        <p:grpSpPr>
          <a:xfrm>
            <a:off x="8808526" y="4416261"/>
            <a:ext cx="721206" cy="609701"/>
            <a:chOff x="8808526" y="4416261"/>
            <a:chExt cx="721206" cy="609701"/>
          </a:xfrm>
        </p:grpSpPr>
        <p:sp>
          <p:nvSpPr>
            <p:cNvPr id="517" name="Rectangle 516">
              <a:hlinkHover r:id="" action="ppaction://noaction" highlightClick="1"/>
              <a:extLst>
                <a:ext uri="{FF2B5EF4-FFF2-40B4-BE49-F238E27FC236}">
                  <a16:creationId xmlns:a16="http://schemas.microsoft.com/office/drawing/2014/main" id="{54A63CF1-0A80-5630-77DD-7F0EFBB3DF3B}"/>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18" name="Oval 517">
              <a:extLst>
                <a:ext uri="{FF2B5EF4-FFF2-40B4-BE49-F238E27FC236}">
                  <a16:creationId xmlns:a16="http://schemas.microsoft.com/office/drawing/2014/main" id="{7C8297B2-E16B-2D2F-BBCC-3EEE98594C47}"/>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9" name="Isosceles Triangle 648">
              <a:extLst>
                <a:ext uri="{FF2B5EF4-FFF2-40B4-BE49-F238E27FC236}">
                  <a16:creationId xmlns:a16="http://schemas.microsoft.com/office/drawing/2014/main" id="{CD4721E3-6384-B1B3-D68A-FE6AF0C49D29}"/>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0" name="Group 519">
            <a:extLst>
              <a:ext uri="{FF2B5EF4-FFF2-40B4-BE49-F238E27FC236}">
                <a16:creationId xmlns:a16="http://schemas.microsoft.com/office/drawing/2014/main" id="{DA75BB3F-A52D-0668-87FB-4EA11D3CF438}"/>
              </a:ext>
            </a:extLst>
          </p:cNvPr>
          <p:cNvGrpSpPr/>
          <p:nvPr/>
        </p:nvGrpSpPr>
        <p:grpSpPr>
          <a:xfrm>
            <a:off x="10509579" y="5141013"/>
            <a:ext cx="721206" cy="609701"/>
            <a:chOff x="10509579" y="5141013"/>
            <a:chExt cx="721206" cy="609701"/>
          </a:xfrm>
        </p:grpSpPr>
        <p:sp>
          <p:nvSpPr>
            <p:cNvPr id="521" name="Rectangle 520">
              <a:hlinkHover r:id="" action="ppaction://noaction" highlightClick="1"/>
              <a:extLst>
                <a:ext uri="{FF2B5EF4-FFF2-40B4-BE49-F238E27FC236}">
                  <a16:creationId xmlns:a16="http://schemas.microsoft.com/office/drawing/2014/main" id="{A6768B88-2A09-7D2C-C829-C45292E3B0A4}"/>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22" name="Oval 521">
              <a:extLst>
                <a:ext uri="{FF2B5EF4-FFF2-40B4-BE49-F238E27FC236}">
                  <a16:creationId xmlns:a16="http://schemas.microsoft.com/office/drawing/2014/main" id="{6295933C-D388-7DE4-E2B1-6FDADDD6E9AE}"/>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3" name="Isosceles Triangle 648">
              <a:extLst>
                <a:ext uri="{FF2B5EF4-FFF2-40B4-BE49-F238E27FC236}">
                  <a16:creationId xmlns:a16="http://schemas.microsoft.com/office/drawing/2014/main" id="{3C97F091-50BA-72B4-F547-546E39269524}"/>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4" name="Group 523">
            <a:extLst>
              <a:ext uri="{FF2B5EF4-FFF2-40B4-BE49-F238E27FC236}">
                <a16:creationId xmlns:a16="http://schemas.microsoft.com/office/drawing/2014/main" id="{2B1072F9-2CCB-8621-F351-6A3268615D4D}"/>
              </a:ext>
            </a:extLst>
          </p:cNvPr>
          <p:cNvGrpSpPr/>
          <p:nvPr/>
        </p:nvGrpSpPr>
        <p:grpSpPr>
          <a:xfrm>
            <a:off x="9651076" y="5143367"/>
            <a:ext cx="721206" cy="609701"/>
            <a:chOff x="9651076" y="5143367"/>
            <a:chExt cx="721206" cy="609701"/>
          </a:xfrm>
        </p:grpSpPr>
        <p:sp>
          <p:nvSpPr>
            <p:cNvPr id="525" name="Rectangle 524">
              <a:hlinkHover r:id="" action="ppaction://noaction" highlightClick="1"/>
              <a:extLst>
                <a:ext uri="{FF2B5EF4-FFF2-40B4-BE49-F238E27FC236}">
                  <a16:creationId xmlns:a16="http://schemas.microsoft.com/office/drawing/2014/main" id="{20CB635F-7927-8BCD-CE69-1E8359DF00AE}"/>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26" name="Oval 525">
              <a:extLst>
                <a:ext uri="{FF2B5EF4-FFF2-40B4-BE49-F238E27FC236}">
                  <a16:creationId xmlns:a16="http://schemas.microsoft.com/office/drawing/2014/main" id="{FDAD06A2-B256-CC66-F0F7-5833ACF51C5C}"/>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7" name="Isosceles Triangle 648">
              <a:extLst>
                <a:ext uri="{FF2B5EF4-FFF2-40B4-BE49-F238E27FC236}">
                  <a16:creationId xmlns:a16="http://schemas.microsoft.com/office/drawing/2014/main" id="{129A99E2-E19D-552E-FB53-60885FD21A3B}"/>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8" name="Group 527">
            <a:extLst>
              <a:ext uri="{FF2B5EF4-FFF2-40B4-BE49-F238E27FC236}">
                <a16:creationId xmlns:a16="http://schemas.microsoft.com/office/drawing/2014/main" id="{353AAFB4-6316-C956-D37F-78590E9A67D0}"/>
              </a:ext>
            </a:extLst>
          </p:cNvPr>
          <p:cNvGrpSpPr/>
          <p:nvPr/>
        </p:nvGrpSpPr>
        <p:grpSpPr>
          <a:xfrm>
            <a:off x="9657612" y="3698231"/>
            <a:ext cx="721206" cy="609701"/>
            <a:chOff x="9657612" y="3698231"/>
            <a:chExt cx="721206" cy="609701"/>
          </a:xfrm>
        </p:grpSpPr>
        <p:sp>
          <p:nvSpPr>
            <p:cNvPr id="529" name="Rectangle 528">
              <a:hlinkHover r:id="" action="ppaction://noaction" highlightClick="1"/>
              <a:extLst>
                <a:ext uri="{FF2B5EF4-FFF2-40B4-BE49-F238E27FC236}">
                  <a16:creationId xmlns:a16="http://schemas.microsoft.com/office/drawing/2014/main" id="{1DF37871-CCFA-3FF5-07F6-4042E3300C5C}"/>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30" name="Oval 529">
              <a:extLst>
                <a:ext uri="{FF2B5EF4-FFF2-40B4-BE49-F238E27FC236}">
                  <a16:creationId xmlns:a16="http://schemas.microsoft.com/office/drawing/2014/main" id="{8D564FDE-4953-DDED-C807-F061A7DCFFB4}"/>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1" name="Isosceles Triangle 648">
              <a:extLst>
                <a:ext uri="{FF2B5EF4-FFF2-40B4-BE49-F238E27FC236}">
                  <a16:creationId xmlns:a16="http://schemas.microsoft.com/office/drawing/2014/main" id="{37A17878-DE6F-4C69-3C36-27E11232B8AB}"/>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2" name="Group 531">
            <a:extLst>
              <a:ext uri="{FF2B5EF4-FFF2-40B4-BE49-F238E27FC236}">
                <a16:creationId xmlns:a16="http://schemas.microsoft.com/office/drawing/2014/main" id="{D57ECFBB-9644-4F2A-4E77-2063D615F5FB}"/>
              </a:ext>
            </a:extLst>
          </p:cNvPr>
          <p:cNvGrpSpPr/>
          <p:nvPr/>
        </p:nvGrpSpPr>
        <p:grpSpPr>
          <a:xfrm>
            <a:off x="10506928" y="3698227"/>
            <a:ext cx="721206" cy="609701"/>
            <a:chOff x="10506928" y="3698227"/>
            <a:chExt cx="721206" cy="609701"/>
          </a:xfrm>
        </p:grpSpPr>
        <p:sp>
          <p:nvSpPr>
            <p:cNvPr id="533" name="Rectangle 532">
              <a:hlinkHover r:id="" action="ppaction://noaction" highlightClick="1"/>
              <a:extLst>
                <a:ext uri="{FF2B5EF4-FFF2-40B4-BE49-F238E27FC236}">
                  <a16:creationId xmlns:a16="http://schemas.microsoft.com/office/drawing/2014/main" id="{1B0B0598-1AF6-80B4-2EF6-0D56B4A741E1}"/>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34" name="Oval 533">
              <a:extLst>
                <a:ext uri="{FF2B5EF4-FFF2-40B4-BE49-F238E27FC236}">
                  <a16:creationId xmlns:a16="http://schemas.microsoft.com/office/drawing/2014/main" id="{67825C37-E879-5294-08A5-01F8F82A98F5}"/>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5" name="Isosceles Triangle 648">
              <a:extLst>
                <a:ext uri="{FF2B5EF4-FFF2-40B4-BE49-F238E27FC236}">
                  <a16:creationId xmlns:a16="http://schemas.microsoft.com/office/drawing/2014/main" id="{578D9DEF-7810-D7EC-60C5-F28548FFAC7E}"/>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6" name="Group 535">
            <a:extLst>
              <a:ext uri="{FF2B5EF4-FFF2-40B4-BE49-F238E27FC236}">
                <a16:creationId xmlns:a16="http://schemas.microsoft.com/office/drawing/2014/main" id="{8B2B7164-204C-EC8A-1D9A-E8C1F57263AE}"/>
              </a:ext>
            </a:extLst>
          </p:cNvPr>
          <p:cNvGrpSpPr/>
          <p:nvPr/>
        </p:nvGrpSpPr>
        <p:grpSpPr>
          <a:xfrm>
            <a:off x="8808417" y="5135710"/>
            <a:ext cx="721206" cy="609701"/>
            <a:chOff x="8808417" y="5135710"/>
            <a:chExt cx="721206" cy="609701"/>
          </a:xfrm>
        </p:grpSpPr>
        <p:sp>
          <p:nvSpPr>
            <p:cNvPr id="537" name="Rectangle 536">
              <a:hlinkHover r:id="" action="ppaction://noaction" highlightClick="1"/>
              <a:extLst>
                <a:ext uri="{FF2B5EF4-FFF2-40B4-BE49-F238E27FC236}">
                  <a16:creationId xmlns:a16="http://schemas.microsoft.com/office/drawing/2014/main" id="{A04D141C-8A8F-16F6-9C1A-A9A5EE8373E8}"/>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38" name="Oval 537">
              <a:extLst>
                <a:ext uri="{FF2B5EF4-FFF2-40B4-BE49-F238E27FC236}">
                  <a16:creationId xmlns:a16="http://schemas.microsoft.com/office/drawing/2014/main" id="{DBEBBD18-4D99-44FB-DCE8-955F6E769F8C}"/>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9" name="Isosceles Triangle 648">
              <a:extLst>
                <a:ext uri="{FF2B5EF4-FFF2-40B4-BE49-F238E27FC236}">
                  <a16:creationId xmlns:a16="http://schemas.microsoft.com/office/drawing/2014/main" id="{7F6ED4AA-A779-9252-E54B-A5F4197B4C3E}"/>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4" name="Group 553">
            <a:extLst>
              <a:ext uri="{FF2B5EF4-FFF2-40B4-BE49-F238E27FC236}">
                <a16:creationId xmlns:a16="http://schemas.microsoft.com/office/drawing/2014/main" id="{EF5AE442-24C6-1E83-CE7A-A0C906297C69}"/>
              </a:ext>
            </a:extLst>
          </p:cNvPr>
          <p:cNvGrpSpPr/>
          <p:nvPr/>
        </p:nvGrpSpPr>
        <p:grpSpPr>
          <a:xfrm>
            <a:off x="7957572" y="1532276"/>
            <a:ext cx="721206" cy="609701"/>
            <a:chOff x="7957572" y="1532276"/>
            <a:chExt cx="721206" cy="609701"/>
          </a:xfrm>
        </p:grpSpPr>
        <p:sp>
          <p:nvSpPr>
            <p:cNvPr id="555" name="Rectangle 554">
              <a:hlinkHover r:id="" action="ppaction://noaction" highlightClick="1"/>
              <a:extLst>
                <a:ext uri="{FF2B5EF4-FFF2-40B4-BE49-F238E27FC236}">
                  <a16:creationId xmlns:a16="http://schemas.microsoft.com/office/drawing/2014/main" id="{35205598-523B-A9F6-B4AC-FAFC653AA1DA}"/>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56" name="Rectangle 555">
              <a:extLst>
                <a:ext uri="{FF2B5EF4-FFF2-40B4-BE49-F238E27FC236}">
                  <a16:creationId xmlns:a16="http://schemas.microsoft.com/office/drawing/2014/main" id="{99E5F3D0-498B-A25F-A4CC-6FDAD278050B}"/>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7" name="Oval 15">
              <a:extLst>
                <a:ext uri="{FF2B5EF4-FFF2-40B4-BE49-F238E27FC236}">
                  <a16:creationId xmlns:a16="http://schemas.microsoft.com/office/drawing/2014/main" id="{9BEAA4BF-60BB-43CD-C622-C91FDA202C52}"/>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8" name="Straight Connector 557">
              <a:extLst>
                <a:ext uri="{FF2B5EF4-FFF2-40B4-BE49-F238E27FC236}">
                  <a16:creationId xmlns:a16="http://schemas.microsoft.com/office/drawing/2014/main" id="{3E67A566-B51C-2652-2EDE-26DB83821DEC}"/>
                </a:ext>
              </a:extLst>
            </p:cNvPr>
            <p:cNvCxnSpPr>
              <a:cxnSpLocks/>
              <a:stCxn id="557"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9" name="Straight Connector 558">
              <a:extLst>
                <a:ext uri="{FF2B5EF4-FFF2-40B4-BE49-F238E27FC236}">
                  <a16:creationId xmlns:a16="http://schemas.microsoft.com/office/drawing/2014/main" id="{D2223037-602C-7CCC-700C-521032943A6D}"/>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94" name="Group 593">
            <a:extLst>
              <a:ext uri="{FF2B5EF4-FFF2-40B4-BE49-F238E27FC236}">
                <a16:creationId xmlns:a16="http://schemas.microsoft.com/office/drawing/2014/main" id="{3CDB2B71-1210-F3A3-A2AA-EC0FBD521445}"/>
              </a:ext>
            </a:extLst>
          </p:cNvPr>
          <p:cNvGrpSpPr/>
          <p:nvPr/>
        </p:nvGrpSpPr>
        <p:grpSpPr>
          <a:xfrm>
            <a:off x="11356242" y="811556"/>
            <a:ext cx="721206" cy="609701"/>
            <a:chOff x="11356242" y="811556"/>
            <a:chExt cx="721206" cy="609701"/>
          </a:xfrm>
        </p:grpSpPr>
        <p:sp>
          <p:nvSpPr>
            <p:cNvPr id="595" name="Rectangle 594">
              <a:hlinkHover r:id="" action="ppaction://noaction" highlightClick="1"/>
              <a:extLst>
                <a:ext uri="{FF2B5EF4-FFF2-40B4-BE49-F238E27FC236}">
                  <a16:creationId xmlns:a16="http://schemas.microsoft.com/office/drawing/2014/main" id="{98AEBDCB-1DFB-52C3-48B7-CA89A480B98D}"/>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596" name="Oval 595">
              <a:extLst>
                <a:ext uri="{FF2B5EF4-FFF2-40B4-BE49-F238E27FC236}">
                  <a16:creationId xmlns:a16="http://schemas.microsoft.com/office/drawing/2014/main" id="{B85E8433-D67D-A085-5131-BA38D6A47F51}"/>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7" name="Isosceles Triangle 648">
              <a:extLst>
                <a:ext uri="{FF2B5EF4-FFF2-40B4-BE49-F238E27FC236}">
                  <a16:creationId xmlns:a16="http://schemas.microsoft.com/office/drawing/2014/main" id="{5D5BBF9B-C4B8-5D9C-A388-E16A89160A07}"/>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2" name="Group 601">
            <a:extLst>
              <a:ext uri="{FF2B5EF4-FFF2-40B4-BE49-F238E27FC236}">
                <a16:creationId xmlns:a16="http://schemas.microsoft.com/office/drawing/2014/main" id="{5AEC3573-E2CB-4E10-0845-A9D508040F09}"/>
              </a:ext>
            </a:extLst>
          </p:cNvPr>
          <p:cNvGrpSpPr/>
          <p:nvPr/>
        </p:nvGrpSpPr>
        <p:grpSpPr>
          <a:xfrm>
            <a:off x="8808419" y="3705986"/>
            <a:ext cx="721206" cy="609701"/>
            <a:chOff x="8808419" y="3705986"/>
            <a:chExt cx="721206" cy="609701"/>
          </a:xfrm>
        </p:grpSpPr>
        <p:sp>
          <p:nvSpPr>
            <p:cNvPr id="603" name="Rectangle 602">
              <a:hlinkHover r:id="" action="ppaction://noaction" highlightClick="1"/>
              <a:extLst>
                <a:ext uri="{FF2B5EF4-FFF2-40B4-BE49-F238E27FC236}">
                  <a16:creationId xmlns:a16="http://schemas.microsoft.com/office/drawing/2014/main" id="{D295F55B-B920-D9BB-D937-892957544A9B}"/>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04" name="Oval 603">
              <a:extLst>
                <a:ext uri="{FF2B5EF4-FFF2-40B4-BE49-F238E27FC236}">
                  <a16:creationId xmlns:a16="http://schemas.microsoft.com/office/drawing/2014/main" id="{9B22901C-B67D-0960-D52C-9D3141C32C9F}"/>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5" name="Isosceles Triangle 648">
              <a:extLst>
                <a:ext uri="{FF2B5EF4-FFF2-40B4-BE49-F238E27FC236}">
                  <a16:creationId xmlns:a16="http://schemas.microsoft.com/office/drawing/2014/main" id="{43D9D5D2-7470-A8FE-9121-6998459E789A}"/>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6" name="Group 605">
            <a:extLst>
              <a:ext uri="{FF2B5EF4-FFF2-40B4-BE49-F238E27FC236}">
                <a16:creationId xmlns:a16="http://schemas.microsoft.com/office/drawing/2014/main" id="{1C0A4CC7-C08D-837E-5FED-418BAD55738F}"/>
              </a:ext>
            </a:extLst>
          </p:cNvPr>
          <p:cNvGrpSpPr/>
          <p:nvPr/>
        </p:nvGrpSpPr>
        <p:grpSpPr>
          <a:xfrm>
            <a:off x="431659" y="90836"/>
            <a:ext cx="721210" cy="609701"/>
            <a:chOff x="431659" y="90836"/>
            <a:chExt cx="721210" cy="609701"/>
          </a:xfrm>
        </p:grpSpPr>
        <p:sp>
          <p:nvSpPr>
            <p:cNvPr id="607" name="Rectangle 606">
              <a:extLst>
                <a:ext uri="{FF2B5EF4-FFF2-40B4-BE49-F238E27FC236}">
                  <a16:creationId xmlns:a16="http://schemas.microsoft.com/office/drawing/2014/main" id="{2080060C-D8A4-7100-F625-0B8B8D80EAA4}"/>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08" name="Rectangle 607">
              <a:extLst>
                <a:ext uri="{FF2B5EF4-FFF2-40B4-BE49-F238E27FC236}">
                  <a16:creationId xmlns:a16="http://schemas.microsoft.com/office/drawing/2014/main" id="{789E9809-8381-EF8D-BF6B-42A2EDD2F0D5}"/>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9" name="Oval 15">
              <a:extLst>
                <a:ext uri="{FF2B5EF4-FFF2-40B4-BE49-F238E27FC236}">
                  <a16:creationId xmlns:a16="http://schemas.microsoft.com/office/drawing/2014/main" id="{5B0B4718-9305-A879-1F57-FBA15A77ED9A}"/>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0" name="Straight Connector 609">
              <a:extLst>
                <a:ext uri="{FF2B5EF4-FFF2-40B4-BE49-F238E27FC236}">
                  <a16:creationId xmlns:a16="http://schemas.microsoft.com/office/drawing/2014/main" id="{E059794C-7E85-CC4C-5643-ED9D23603F33}"/>
                </a:ext>
              </a:extLst>
            </p:cNvPr>
            <p:cNvCxnSpPr>
              <a:cxnSpLocks/>
              <a:stCxn id="609"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1" name="Straight Connector 610">
              <a:extLst>
                <a:ext uri="{FF2B5EF4-FFF2-40B4-BE49-F238E27FC236}">
                  <a16:creationId xmlns:a16="http://schemas.microsoft.com/office/drawing/2014/main" id="{462745A3-624A-A89E-6085-718B4D35B105}"/>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2" name="Group 611">
            <a:extLst>
              <a:ext uri="{FF2B5EF4-FFF2-40B4-BE49-F238E27FC236}">
                <a16:creationId xmlns:a16="http://schemas.microsoft.com/office/drawing/2014/main" id="{89367796-331A-8431-A2B5-7ED0E6B1E62B}"/>
              </a:ext>
            </a:extLst>
          </p:cNvPr>
          <p:cNvGrpSpPr/>
          <p:nvPr/>
        </p:nvGrpSpPr>
        <p:grpSpPr>
          <a:xfrm>
            <a:off x="1267282" y="90836"/>
            <a:ext cx="721206" cy="609701"/>
            <a:chOff x="1267282" y="90836"/>
            <a:chExt cx="721206" cy="609701"/>
          </a:xfrm>
        </p:grpSpPr>
        <p:sp>
          <p:nvSpPr>
            <p:cNvPr id="613" name="Rectangle 612">
              <a:extLst>
                <a:ext uri="{FF2B5EF4-FFF2-40B4-BE49-F238E27FC236}">
                  <a16:creationId xmlns:a16="http://schemas.microsoft.com/office/drawing/2014/main" id="{6D39C2BA-443B-C475-D360-4BDEC7F8F1D0}"/>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14" name="Rectangle 613">
              <a:extLst>
                <a:ext uri="{FF2B5EF4-FFF2-40B4-BE49-F238E27FC236}">
                  <a16:creationId xmlns:a16="http://schemas.microsoft.com/office/drawing/2014/main" id="{4948B154-0B17-C8CF-13A9-E0618232A5CB}"/>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5" name="Oval 15">
              <a:extLst>
                <a:ext uri="{FF2B5EF4-FFF2-40B4-BE49-F238E27FC236}">
                  <a16:creationId xmlns:a16="http://schemas.microsoft.com/office/drawing/2014/main" id="{D424BB01-BDD2-7599-E290-D86B65C9A2E4}"/>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6" name="Straight Connector 615">
              <a:extLst>
                <a:ext uri="{FF2B5EF4-FFF2-40B4-BE49-F238E27FC236}">
                  <a16:creationId xmlns:a16="http://schemas.microsoft.com/office/drawing/2014/main" id="{01669913-0E49-1E4F-30C5-EABDEDCE6333}"/>
                </a:ext>
              </a:extLst>
            </p:cNvPr>
            <p:cNvCxnSpPr>
              <a:cxnSpLocks/>
              <a:stCxn id="615"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7" name="Straight Connector 616">
              <a:extLst>
                <a:ext uri="{FF2B5EF4-FFF2-40B4-BE49-F238E27FC236}">
                  <a16:creationId xmlns:a16="http://schemas.microsoft.com/office/drawing/2014/main" id="{F1BDC7AB-C269-2BB9-E94D-135880EB736B}"/>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4" name="Group 623">
            <a:extLst>
              <a:ext uri="{FF2B5EF4-FFF2-40B4-BE49-F238E27FC236}">
                <a16:creationId xmlns:a16="http://schemas.microsoft.com/office/drawing/2014/main" id="{427160AB-9BAE-5A38-21DB-7BD4B5787C97}"/>
              </a:ext>
            </a:extLst>
          </p:cNvPr>
          <p:cNvGrpSpPr/>
          <p:nvPr/>
        </p:nvGrpSpPr>
        <p:grpSpPr>
          <a:xfrm>
            <a:off x="1269626" y="4419615"/>
            <a:ext cx="721206" cy="609701"/>
            <a:chOff x="1269626" y="4419615"/>
            <a:chExt cx="721206" cy="609701"/>
          </a:xfrm>
        </p:grpSpPr>
        <p:sp>
          <p:nvSpPr>
            <p:cNvPr id="625" name="Rectangle 624">
              <a:extLst>
                <a:ext uri="{FF2B5EF4-FFF2-40B4-BE49-F238E27FC236}">
                  <a16:creationId xmlns:a16="http://schemas.microsoft.com/office/drawing/2014/main" id="{92C5C1B1-0BBA-4294-E5D1-08314E9EEFC5}"/>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26" name="Cylinder 625">
              <a:extLst>
                <a:ext uri="{FF2B5EF4-FFF2-40B4-BE49-F238E27FC236}">
                  <a16:creationId xmlns:a16="http://schemas.microsoft.com/office/drawing/2014/main" id="{6BC17128-B370-C9E2-0C18-4DFE6B578B5D}"/>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7" name="Group 626">
            <a:extLst>
              <a:ext uri="{FF2B5EF4-FFF2-40B4-BE49-F238E27FC236}">
                <a16:creationId xmlns:a16="http://schemas.microsoft.com/office/drawing/2014/main" id="{6A9AF025-B86C-1867-DEBF-23AC03D43200}"/>
              </a:ext>
            </a:extLst>
          </p:cNvPr>
          <p:cNvGrpSpPr/>
          <p:nvPr/>
        </p:nvGrpSpPr>
        <p:grpSpPr>
          <a:xfrm>
            <a:off x="432841" y="4419615"/>
            <a:ext cx="721206" cy="609701"/>
            <a:chOff x="432841" y="4419615"/>
            <a:chExt cx="721206" cy="609701"/>
          </a:xfrm>
        </p:grpSpPr>
        <p:sp>
          <p:nvSpPr>
            <p:cNvPr id="628" name="Rectangle 627">
              <a:extLst>
                <a:ext uri="{FF2B5EF4-FFF2-40B4-BE49-F238E27FC236}">
                  <a16:creationId xmlns:a16="http://schemas.microsoft.com/office/drawing/2014/main" id="{C2437D68-E68D-E32E-8A6E-B176D5A23C0A}"/>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29" name="Cylinder 628">
              <a:extLst>
                <a:ext uri="{FF2B5EF4-FFF2-40B4-BE49-F238E27FC236}">
                  <a16:creationId xmlns:a16="http://schemas.microsoft.com/office/drawing/2014/main" id="{87361B44-6394-8BE3-9F7D-5467F6FEDAC5}"/>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0" name="Group 629">
            <a:extLst>
              <a:ext uri="{FF2B5EF4-FFF2-40B4-BE49-F238E27FC236}">
                <a16:creationId xmlns:a16="http://schemas.microsoft.com/office/drawing/2014/main" id="{94423F84-8231-E120-B212-22C83B8B4037}"/>
              </a:ext>
            </a:extLst>
          </p:cNvPr>
          <p:cNvGrpSpPr/>
          <p:nvPr/>
        </p:nvGrpSpPr>
        <p:grpSpPr>
          <a:xfrm>
            <a:off x="1268467" y="5141008"/>
            <a:ext cx="721206" cy="609701"/>
            <a:chOff x="1268467" y="5141008"/>
            <a:chExt cx="721206" cy="609701"/>
          </a:xfrm>
        </p:grpSpPr>
        <p:sp>
          <p:nvSpPr>
            <p:cNvPr id="631" name="Rectangle 630">
              <a:extLst>
                <a:ext uri="{FF2B5EF4-FFF2-40B4-BE49-F238E27FC236}">
                  <a16:creationId xmlns:a16="http://schemas.microsoft.com/office/drawing/2014/main" id="{E27B5050-C0C7-842E-2F67-B0D590945A64}"/>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32" name="Cylinder 631">
              <a:extLst>
                <a:ext uri="{FF2B5EF4-FFF2-40B4-BE49-F238E27FC236}">
                  <a16:creationId xmlns:a16="http://schemas.microsoft.com/office/drawing/2014/main" id="{73F4B034-3591-2AF9-3D54-1C166A397DC9}"/>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3" name="Group 632">
            <a:extLst>
              <a:ext uri="{FF2B5EF4-FFF2-40B4-BE49-F238E27FC236}">
                <a16:creationId xmlns:a16="http://schemas.microsoft.com/office/drawing/2014/main" id="{BD597AE6-F506-4435-88CD-36EB913D428B}"/>
              </a:ext>
            </a:extLst>
          </p:cNvPr>
          <p:cNvGrpSpPr/>
          <p:nvPr/>
        </p:nvGrpSpPr>
        <p:grpSpPr>
          <a:xfrm>
            <a:off x="431297" y="5141008"/>
            <a:ext cx="721206" cy="609701"/>
            <a:chOff x="431297" y="5141008"/>
            <a:chExt cx="721206" cy="609701"/>
          </a:xfrm>
        </p:grpSpPr>
        <p:sp>
          <p:nvSpPr>
            <p:cNvPr id="634" name="Rectangle 633">
              <a:extLst>
                <a:ext uri="{FF2B5EF4-FFF2-40B4-BE49-F238E27FC236}">
                  <a16:creationId xmlns:a16="http://schemas.microsoft.com/office/drawing/2014/main" id="{B21CDE0E-31BA-1953-0C90-F2471A986F5A}"/>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35" name="Cylinder 634">
              <a:extLst>
                <a:ext uri="{FF2B5EF4-FFF2-40B4-BE49-F238E27FC236}">
                  <a16:creationId xmlns:a16="http://schemas.microsoft.com/office/drawing/2014/main" id="{134358E7-2C2C-5B54-63D4-0A9BA4AA16BE}"/>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6" name="Group 635">
            <a:extLst>
              <a:ext uri="{FF2B5EF4-FFF2-40B4-BE49-F238E27FC236}">
                <a16:creationId xmlns:a16="http://schemas.microsoft.com/office/drawing/2014/main" id="{1A76646F-6514-0475-8EB1-CA73A2B6CD89}"/>
              </a:ext>
            </a:extLst>
          </p:cNvPr>
          <p:cNvGrpSpPr/>
          <p:nvPr/>
        </p:nvGrpSpPr>
        <p:grpSpPr>
          <a:xfrm>
            <a:off x="431660" y="3698226"/>
            <a:ext cx="721206" cy="609701"/>
            <a:chOff x="431660" y="3698226"/>
            <a:chExt cx="721206" cy="609701"/>
          </a:xfrm>
        </p:grpSpPr>
        <p:sp>
          <p:nvSpPr>
            <p:cNvPr id="637" name="Rectangle 636">
              <a:extLst>
                <a:ext uri="{FF2B5EF4-FFF2-40B4-BE49-F238E27FC236}">
                  <a16:creationId xmlns:a16="http://schemas.microsoft.com/office/drawing/2014/main" id="{91F7A897-CDCA-C868-4E1D-9DFF0859D440}"/>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38" name="Right Triangle 637">
              <a:extLst>
                <a:ext uri="{FF2B5EF4-FFF2-40B4-BE49-F238E27FC236}">
                  <a16:creationId xmlns:a16="http://schemas.microsoft.com/office/drawing/2014/main" id="{CE5458A3-86D4-E64F-C646-393C4E19A1A1}"/>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9" name="Group 638">
              <a:extLst>
                <a:ext uri="{FF2B5EF4-FFF2-40B4-BE49-F238E27FC236}">
                  <a16:creationId xmlns:a16="http://schemas.microsoft.com/office/drawing/2014/main" id="{3810AD45-5684-DBB0-4AF3-57BBC15A62F9}"/>
                </a:ext>
              </a:extLst>
            </p:cNvPr>
            <p:cNvGrpSpPr/>
            <p:nvPr/>
          </p:nvGrpSpPr>
          <p:grpSpPr>
            <a:xfrm>
              <a:off x="1102253" y="3706270"/>
              <a:ext cx="37817" cy="61390"/>
              <a:chOff x="3883481" y="2057400"/>
              <a:chExt cx="1608363" cy="2652031"/>
            </a:xfrm>
            <a:solidFill>
              <a:srgbClr val="A6A6A6">
                <a:alpha val="20000"/>
              </a:srgbClr>
            </a:solidFill>
          </p:grpSpPr>
          <p:sp>
            <p:nvSpPr>
              <p:cNvPr id="640" name="Oval 27">
                <a:extLst>
                  <a:ext uri="{FF2B5EF4-FFF2-40B4-BE49-F238E27FC236}">
                    <a16:creationId xmlns:a16="http://schemas.microsoft.com/office/drawing/2014/main" id="{A3AF4F5B-DE6F-C0AC-B6CB-59D6934C518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1" name="Oval 28">
                <a:extLst>
                  <a:ext uri="{FF2B5EF4-FFF2-40B4-BE49-F238E27FC236}">
                    <a16:creationId xmlns:a16="http://schemas.microsoft.com/office/drawing/2014/main" id="{E55608ED-0863-94AA-5C70-B71622C4D8B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4" name="Group 663">
            <a:extLst>
              <a:ext uri="{FF2B5EF4-FFF2-40B4-BE49-F238E27FC236}">
                <a16:creationId xmlns:a16="http://schemas.microsoft.com/office/drawing/2014/main" id="{4203F601-AA02-F300-4DB0-82F703673EB7}"/>
              </a:ext>
            </a:extLst>
          </p:cNvPr>
          <p:cNvGrpSpPr/>
          <p:nvPr/>
        </p:nvGrpSpPr>
        <p:grpSpPr>
          <a:xfrm>
            <a:off x="2105710" y="3698208"/>
            <a:ext cx="721206" cy="610396"/>
            <a:chOff x="2105710" y="3698208"/>
            <a:chExt cx="721206" cy="610396"/>
          </a:xfrm>
        </p:grpSpPr>
        <p:sp>
          <p:nvSpPr>
            <p:cNvPr id="665" name="Rectangle 664">
              <a:extLst>
                <a:ext uri="{FF2B5EF4-FFF2-40B4-BE49-F238E27FC236}">
                  <a16:creationId xmlns:a16="http://schemas.microsoft.com/office/drawing/2014/main" id="{54A3B2F1-6911-0C73-3C26-072C0AD4E7B5}"/>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66" name="Right Triangle 665">
              <a:extLst>
                <a:ext uri="{FF2B5EF4-FFF2-40B4-BE49-F238E27FC236}">
                  <a16:creationId xmlns:a16="http://schemas.microsoft.com/office/drawing/2014/main" id="{13007B61-3BE0-B5C0-B076-D13A7B313650}"/>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7" name="Group 666">
              <a:extLst>
                <a:ext uri="{FF2B5EF4-FFF2-40B4-BE49-F238E27FC236}">
                  <a16:creationId xmlns:a16="http://schemas.microsoft.com/office/drawing/2014/main" id="{D423A24E-F4AF-1F27-B13F-6203B301247A}"/>
                </a:ext>
              </a:extLst>
            </p:cNvPr>
            <p:cNvGrpSpPr/>
            <p:nvPr/>
          </p:nvGrpSpPr>
          <p:grpSpPr>
            <a:xfrm>
              <a:off x="2776303" y="3704306"/>
              <a:ext cx="37817" cy="61390"/>
              <a:chOff x="3883481" y="2057400"/>
              <a:chExt cx="1608363" cy="2652031"/>
            </a:xfrm>
            <a:solidFill>
              <a:srgbClr val="A6A6A6">
                <a:alpha val="20000"/>
              </a:srgbClr>
            </a:solidFill>
          </p:grpSpPr>
          <p:sp>
            <p:nvSpPr>
              <p:cNvPr id="668" name="Oval 27">
                <a:extLst>
                  <a:ext uri="{FF2B5EF4-FFF2-40B4-BE49-F238E27FC236}">
                    <a16:creationId xmlns:a16="http://schemas.microsoft.com/office/drawing/2014/main" id="{208CE60D-1F73-7C16-A73A-2CFEEA24556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9" name="Oval 28">
                <a:extLst>
                  <a:ext uri="{FF2B5EF4-FFF2-40B4-BE49-F238E27FC236}">
                    <a16:creationId xmlns:a16="http://schemas.microsoft.com/office/drawing/2014/main" id="{98D58F4A-AB32-F169-32CA-C0C576A4900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6" name="Group 675">
            <a:extLst>
              <a:ext uri="{FF2B5EF4-FFF2-40B4-BE49-F238E27FC236}">
                <a16:creationId xmlns:a16="http://schemas.microsoft.com/office/drawing/2014/main" id="{68AD7CAB-6E58-F61E-4749-38809BF37694}"/>
              </a:ext>
            </a:extLst>
          </p:cNvPr>
          <p:cNvGrpSpPr/>
          <p:nvPr/>
        </p:nvGrpSpPr>
        <p:grpSpPr>
          <a:xfrm>
            <a:off x="1268843" y="2253332"/>
            <a:ext cx="721206" cy="609701"/>
            <a:chOff x="1268843" y="2253332"/>
            <a:chExt cx="721206" cy="609701"/>
          </a:xfrm>
        </p:grpSpPr>
        <p:sp>
          <p:nvSpPr>
            <p:cNvPr id="677" name="Rectangle 676">
              <a:extLst>
                <a:ext uri="{FF2B5EF4-FFF2-40B4-BE49-F238E27FC236}">
                  <a16:creationId xmlns:a16="http://schemas.microsoft.com/office/drawing/2014/main" id="{5AF5CCC1-09BA-DF8D-7299-AB74116761F0}"/>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78" name="Right Triangle 677">
              <a:extLst>
                <a:ext uri="{FF2B5EF4-FFF2-40B4-BE49-F238E27FC236}">
                  <a16:creationId xmlns:a16="http://schemas.microsoft.com/office/drawing/2014/main" id="{ECE8A64F-831E-FF1D-0B61-8BA01DE9A933}"/>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9" name="Group 678">
              <a:extLst>
                <a:ext uri="{FF2B5EF4-FFF2-40B4-BE49-F238E27FC236}">
                  <a16:creationId xmlns:a16="http://schemas.microsoft.com/office/drawing/2014/main" id="{850D1DA4-65B7-866C-7B52-C63EB21D25D7}"/>
                </a:ext>
              </a:extLst>
            </p:cNvPr>
            <p:cNvGrpSpPr/>
            <p:nvPr/>
          </p:nvGrpSpPr>
          <p:grpSpPr>
            <a:xfrm>
              <a:off x="1939436" y="2265731"/>
              <a:ext cx="37817" cy="61390"/>
              <a:chOff x="3883481" y="2057400"/>
              <a:chExt cx="1608363" cy="2652031"/>
            </a:xfrm>
            <a:solidFill>
              <a:srgbClr val="A6A6A6">
                <a:alpha val="20000"/>
              </a:srgbClr>
            </a:solidFill>
          </p:grpSpPr>
          <p:sp>
            <p:nvSpPr>
              <p:cNvPr id="680" name="Oval 27">
                <a:extLst>
                  <a:ext uri="{FF2B5EF4-FFF2-40B4-BE49-F238E27FC236}">
                    <a16:creationId xmlns:a16="http://schemas.microsoft.com/office/drawing/2014/main" id="{642853B0-4AD4-5385-2A7C-CA4DF5C9B3E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1" name="Oval 28">
                <a:extLst>
                  <a:ext uri="{FF2B5EF4-FFF2-40B4-BE49-F238E27FC236}">
                    <a16:creationId xmlns:a16="http://schemas.microsoft.com/office/drawing/2014/main" id="{2C521282-F7B8-6646-FF23-17EE40D3C50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12" name="Group 711">
            <a:extLst>
              <a:ext uri="{FF2B5EF4-FFF2-40B4-BE49-F238E27FC236}">
                <a16:creationId xmlns:a16="http://schemas.microsoft.com/office/drawing/2014/main" id="{68BBC25F-FD67-49AA-8A8D-76BE68B483C9}"/>
              </a:ext>
            </a:extLst>
          </p:cNvPr>
          <p:cNvGrpSpPr/>
          <p:nvPr/>
        </p:nvGrpSpPr>
        <p:grpSpPr>
          <a:xfrm>
            <a:off x="431659" y="2253337"/>
            <a:ext cx="721895" cy="609700"/>
            <a:chOff x="431659" y="2253337"/>
            <a:chExt cx="721895" cy="609700"/>
          </a:xfrm>
        </p:grpSpPr>
        <p:sp>
          <p:nvSpPr>
            <p:cNvPr id="713" name="Rectangle 712">
              <a:hlinkHover r:id="" action="ppaction://noaction" highlightClick="1"/>
              <a:extLst>
                <a:ext uri="{FF2B5EF4-FFF2-40B4-BE49-F238E27FC236}">
                  <a16:creationId xmlns:a16="http://schemas.microsoft.com/office/drawing/2014/main" id="{D608F975-4DF1-4ED0-DB97-C7FFD2E6F59C}"/>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14" name="Diamond 713">
              <a:extLst>
                <a:ext uri="{FF2B5EF4-FFF2-40B4-BE49-F238E27FC236}">
                  <a16:creationId xmlns:a16="http://schemas.microsoft.com/office/drawing/2014/main" id="{35279979-D553-77D4-11FC-12674F3D24FE}"/>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5" name="Oval 714">
              <a:extLst>
                <a:ext uri="{FF2B5EF4-FFF2-40B4-BE49-F238E27FC236}">
                  <a16:creationId xmlns:a16="http://schemas.microsoft.com/office/drawing/2014/main" id="{80E24C17-B1BD-E6ED-4FC1-07FAD870F809}"/>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20" name="Group 719">
            <a:extLst>
              <a:ext uri="{FF2B5EF4-FFF2-40B4-BE49-F238E27FC236}">
                <a16:creationId xmlns:a16="http://schemas.microsoft.com/office/drawing/2014/main" id="{7EB5135E-4238-7E1E-F4F8-00EEA2FAC25D}"/>
              </a:ext>
            </a:extLst>
          </p:cNvPr>
          <p:cNvGrpSpPr/>
          <p:nvPr/>
        </p:nvGrpSpPr>
        <p:grpSpPr>
          <a:xfrm>
            <a:off x="2105348" y="1532276"/>
            <a:ext cx="721206" cy="609701"/>
            <a:chOff x="2105348" y="1532276"/>
            <a:chExt cx="721206" cy="609701"/>
          </a:xfrm>
        </p:grpSpPr>
        <p:sp>
          <p:nvSpPr>
            <p:cNvPr id="721" name="Rectangle 720">
              <a:extLst>
                <a:ext uri="{FF2B5EF4-FFF2-40B4-BE49-F238E27FC236}">
                  <a16:creationId xmlns:a16="http://schemas.microsoft.com/office/drawing/2014/main" id="{82697F99-1DD5-9967-204A-18A07F5D9FBA}"/>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22" name="Rectangle 721">
              <a:extLst>
                <a:ext uri="{FF2B5EF4-FFF2-40B4-BE49-F238E27FC236}">
                  <a16:creationId xmlns:a16="http://schemas.microsoft.com/office/drawing/2014/main" id="{A1074201-9961-364A-D78D-198BDEFE3509}"/>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3" name="Oval 15">
              <a:extLst>
                <a:ext uri="{FF2B5EF4-FFF2-40B4-BE49-F238E27FC236}">
                  <a16:creationId xmlns:a16="http://schemas.microsoft.com/office/drawing/2014/main" id="{9DE7324D-3249-564E-3907-AA9E05D6E3C0}"/>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24" name="Straight Connector 723">
              <a:extLst>
                <a:ext uri="{FF2B5EF4-FFF2-40B4-BE49-F238E27FC236}">
                  <a16:creationId xmlns:a16="http://schemas.microsoft.com/office/drawing/2014/main" id="{48D58EF2-EA8B-7305-173B-85F25115FB62}"/>
                </a:ext>
              </a:extLst>
            </p:cNvPr>
            <p:cNvCxnSpPr>
              <a:cxnSpLocks/>
              <a:stCxn id="723"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25" name="Straight Connector 724">
              <a:extLst>
                <a:ext uri="{FF2B5EF4-FFF2-40B4-BE49-F238E27FC236}">
                  <a16:creationId xmlns:a16="http://schemas.microsoft.com/office/drawing/2014/main" id="{F72C6648-BD5D-8B63-C288-CC92E70284D5}"/>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44" name="Group 743">
            <a:extLst>
              <a:ext uri="{FF2B5EF4-FFF2-40B4-BE49-F238E27FC236}">
                <a16:creationId xmlns:a16="http://schemas.microsoft.com/office/drawing/2014/main" id="{DA6F1F43-0FA5-35BA-1487-D6B781AB068A}"/>
              </a:ext>
            </a:extLst>
          </p:cNvPr>
          <p:cNvGrpSpPr/>
          <p:nvPr/>
        </p:nvGrpSpPr>
        <p:grpSpPr>
          <a:xfrm>
            <a:off x="5454379" y="2974054"/>
            <a:ext cx="721206" cy="649846"/>
            <a:chOff x="5454379" y="2974054"/>
            <a:chExt cx="721206" cy="649846"/>
          </a:xfrm>
        </p:grpSpPr>
        <p:sp>
          <p:nvSpPr>
            <p:cNvPr id="745" name="Rectangle 744">
              <a:extLst>
                <a:ext uri="{FF2B5EF4-FFF2-40B4-BE49-F238E27FC236}">
                  <a16:creationId xmlns:a16="http://schemas.microsoft.com/office/drawing/2014/main" id="{6E65E580-0250-36CA-1DCE-3A6A4DA98353}"/>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46" name="Rectangle 745">
              <a:extLst>
                <a:ext uri="{FF2B5EF4-FFF2-40B4-BE49-F238E27FC236}">
                  <a16:creationId xmlns:a16="http://schemas.microsoft.com/office/drawing/2014/main" id="{D8E15009-7827-267F-C79D-ED6C3266FABE}"/>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7" name="Oval 15">
              <a:extLst>
                <a:ext uri="{FF2B5EF4-FFF2-40B4-BE49-F238E27FC236}">
                  <a16:creationId xmlns:a16="http://schemas.microsoft.com/office/drawing/2014/main" id="{A7A43813-BDE7-6D67-1E7F-46F1C6B532E7}"/>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48" name="Straight Connector 747">
              <a:extLst>
                <a:ext uri="{FF2B5EF4-FFF2-40B4-BE49-F238E27FC236}">
                  <a16:creationId xmlns:a16="http://schemas.microsoft.com/office/drawing/2014/main" id="{EC54F386-ACA9-72CB-6E6C-9D63DFB04527}"/>
                </a:ext>
              </a:extLst>
            </p:cNvPr>
            <p:cNvCxnSpPr>
              <a:cxnSpLocks/>
              <a:stCxn id="747"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9" name="Straight Connector 748">
              <a:extLst>
                <a:ext uri="{FF2B5EF4-FFF2-40B4-BE49-F238E27FC236}">
                  <a16:creationId xmlns:a16="http://schemas.microsoft.com/office/drawing/2014/main" id="{15A00373-BF2B-D4AD-42B9-B94051C485A0}"/>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50" name="Group 749">
            <a:extLst>
              <a:ext uri="{FF2B5EF4-FFF2-40B4-BE49-F238E27FC236}">
                <a16:creationId xmlns:a16="http://schemas.microsoft.com/office/drawing/2014/main" id="{54B73362-035D-6227-8197-620B9B7E78BB}"/>
              </a:ext>
            </a:extLst>
          </p:cNvPr>
          <p:cNvGrpSpPr/>
          <p:nvPr/>
        </p:nvGrpSpPr>
        <p:grpSpPr>
          <a:xfrm>
            <a:off x="431659" y="2974054"/>
            <a:ext cx="721891" cy="609701"/>
            <a:chOff x="431659" y="2974054"/>
            <a:chExt cx="721891" cy="609701"/>
          </a:xfrm>
        </p:grpSpPr>
        <p:sp>
          <p:nvSpPr>
            <p:cNvPr id="751" name="Rectangle 750">
              <a:extLst>
                <a:ext uri="{FF2B5EF4-FFF2-40B4-BE49-F238E27FC236}">
                  <a16:creationId xmlns:a16="http://schemas.microsoft.com/office/drawing/2014/main" id="{EC07A68C-C9F9-AA33-29AF-572CB72FF69F}"/>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52" name="Right Triangle 751">
              <a:extLst>
                <a:ext uri="{FF2B5EF4-FFF2-40B4-BE49-F238E27FC236}">
                  <a16:creationId xmlns:a16="http://schemas.microsoft.com/office/drawing/2014/main" id="{B319EF0F-A378-062B-9C69-58CBFB059C6C}"/>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3" name="Group 752">
              <a:extLst>
                <a:ext uri="{FF2B5EF4-FFF2-40B4-BE49-F238E27FC236}">
                  <a16:creationId xmlns:a16="http://schemas.microsoft.com/office/drawing/2014/main" id="{65C9EBD8-DFCA-D24F-7097-36B6B4D44936}"/>
                </a:ext>
              </a:extLst>
            </p:cNvPr>
            <p:cNvGrpSpPr/>
            <p:nvPr/>
          </p:nvGrpSpPr>
          <p:grpSpPr>
            <a:xfrm>
              <a:off x="1102940" y="2981762"/>
              <a:ext cx="37817" cy="61390"/>
              <a:chOff x="3883481" y="2057400"/>
              <a:chExt cx="1608363" cy="2652031"/>
            </a:xfrm>
            <a:solidFill>
              <a:srgbClr val="A6A6A6">
                <a:alpha val="20000"/>
              </a:srgbClr>
            </a:solidFill>
          </p:grpSpPr>
          <p:sp>
            <p:nvSpPr>
              <p:cNvPr id="754" name="Oval 27">
                <a:extLst>
                  <a:ext uri="{FF2B5EF4-FFF2-40B4-BE49-F238E27FC236}">
                    <a16:creationId xmlns:a16="http://schemas.microsoft.com/office/drawing/2014/main" id="{26208573-BBF9-0C03-D778-49B1281E984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5" name="Oval 28">
                <a:extLst>
                  <a:ext uri="{FF2B5EF4-FFF2-40B4-BE49-F238E27FC236}">
                    <a16:creationId xmlns:a16="http://schemas.microsoft.com/office/drawing/2014/main" id="{70F747BD-6677-21A1-CAAB-3A50C8C8DB0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2" name="Group 761">
            <a:extLst>
              <a:ext uri="{FF2B5EF4-FFF2-40B4-BE49-F238E27FC236}">
                <a16:creationId xmlns:a16="http://schemas.microsoft.com/office/drawing/2014/main" id="{EA764568-5A13-7C1E-674C-F4B551E87592}"/>
              </a:ext>
            </a:extLst>
          </p:cNvPr>
          <p:cNvGrpSpPr/>
          <p:nvPr/>
        </p:nvGrpSpPr>
        <p:grpSpPr>
          <a:xfrm>
            <a:off x="2940469" y="2974031"/>
            <a:ext cx="721206" cy="613175"/>
            <a:chOff x="2940469" y="2974031"/>
            <a:chExt cx="721206" cy="613175"/>
          </a:xfrm>
        </p:grpSpPr>
        <p:sp>
          <p:nvSpPr>
            <p:cNvPr id="763" name="Rectangle 762">
              <a:extLst>
                <a:ext uri="{FF2B5EF4-FFF2-40B4-BE49-F238E27FC236}">
                  <a16:creationId xmlns:a16="http://schemas.microsoft.com/office/drawing/2014/main" id="{C633CCA5-347F-44CE-2B17-530BE85A0B39}"/>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64" name="Right Triangle 763">
              <a:extLst>
                <a:ext uri="{FF2B5EF4-FFF2-40B4-BE49-F238E27FC236}">
                  <a16:creationId xmlns:a16="http://schemas.microsoft.com/office/drawing/2014/main" id="{6DC43BBB-C1FD-0F8C-7E00-ACFC593592B2}"/>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5" name="Group 764">
              <a:extLst>
                <a:ext uri="{FF2B5EF4-FFF2-40B4-BE49-F238E27FC236}">
                  <a16:creationId xmlns:a16="http://schemas.microsoft.com/office/drawing/2014/main" id="{D4164CC3-4FDE-50C5-C8A8-0A42B3BC263D}"/>
                </a:ext>
              </a:extLst>
            </p:cNvPr>
            <p:cNvGrpSpPr/>
            <p:nvPr/>
          </p:nvGrpSpPr>
          <p:grpSpPr>
            <a:xfrm>
              <a:off x="3610502" y="2980132"/>
              <a:ext cx="37817" cy="61390"/>
              <a:chOff x="3883481" y="2057400"/>
              <a:chExt cx="1608363" cy="2652031"/>
            </a:xfrm>
            <a:solidFill>
              <a:srgbClr val="A6A6A6">
                <a:alpha val="20000"/>
              </a:srgbClr>
            </a:solidFill>
          </p:grpSpPr>
          <p:sp>
            <p:nvSpPr>
              <p:cNvPr id="766" name="Oval 27">
                <a:extLst>
                  <a:ext uri="{FF2B5EF4-FFF2-40B4-BE49-F238E27FC236}">
                    <a16:creationId xmlns:a16="http://schemas.microsoft.com/office/drawing/2014/main" id="{B8380985-8F88-25F0-2D68-5EE474CD5C7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7" name="Oval 28">
                <a:extLst>
                  <a:ext uri="{FF2B5EF4-FFF2-40B4-BE49-F238E27FC236}">
                    <a16:creationId xmlns:a16="http://schemas.microsoft.com/office/drawing/2014/main" id="{31ADE5D4-706C-026E-4292-18267F5BB97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8" name="Group 767">
            <a:extLst>
              <a:ext uri="{FF2B5EF4-FFF2-40B4-BE49-F238E27FC236}">
                <a16:creationId xmlns:a16="http://schemas.microsoft.com/office/drawing/2014/main" id="{102BD705-785F-E2D0-A911-BEB7EA99EACD}"/>
              </a:ext>
            </a:extLst>
          </p:cNvPr>
          <p:cNvGrpSpPr/>
          <p:nvPr/>
        </p:nvGrpSpPr>
        <p:grpSpPr>
          <a:xfrm>
            <a:off x="1268380" y="2974053"/>
            <a:ext cx="721206" cy="609701"/>
            <a:chOff x="1268380" y="2974053"/>
            <a:chExt cx="721206" cy="609701"/>
          </a:xfrm>
        </p:grpSpPr>
        <p:sp>
          <p:nvSpPr>
            <p:cNvPr id="769" name="Rectangle 768">
              <a:extLst>
                <a:ext uri="{FF2B5EF4-FFF2-40B4-BE49-F238E27FC236}">
                  <a16:creationId xmlns:a16="http://schemas.microsoft.com/office/drawing/2014/main" id="{008E90FA-10B3-2FE8-9196-5F3EAA1CCCD5}"/>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70" name="Right Triangle 769">
              <a:extLst>
                <a:ext uri="{FF2B5EF4-FFF2-40B4-BE49-F238E27FC236}">
                  <a16:creationId xmlns:a16="http://schemas.microsoft.com/office/drawing/2014/main" id="{EA9C0B4D-DABA-A10A-E268-7A34EB5F4174}"/>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1" name="Group 770">
              <a:extLst>
                <a:ext uri="{FF2B5EF4-FFF2-40B4-BE49-F238E27FC236}">
                  <a16:creationId xmlns:a16="http://schemas.microsoft.com/office/drawing/2014/main" id="{78C35C1E-8247-5F62-C552-E3BEF8732FA0}"/>
                </a:ext>
              </a:extLst>
            </p:cNvPr>
            <p:cNvGrpSpPr/>
            <p:nvPr/>
          </p:nvGrpSpPr>
          <p:grpSpPr>
            <a:xfrm>
              <a:off x="1938973" y="2986452"/>
              <a:ext cx="37817" cy="61390"/>
              <a:chOff x="3883481" y="2057400"/>
              <a:chExt cx="1608363" cy="2652031"/>
            </a:xfrm>
            <a:solidFill>
              <a:srgbClr val="A6A6A6">
                <a:alpha val="20000"/>
              </a:srgbClr>
            </a:solidFill>
          </p:grpSpPr>
          <p:sp>
            <p:nvSpPr>
              <p:cNvPr id="772" name="Oval 27">
                <a:extLst>
                  <a:ext uri="{FF2B5EF4-FFF2-40B4-BE49-F238E27FC236}">
                    <a16:creationId xmlns:a16="http://schemas.microsoft.com/office/drawing/2014/main" id="{2822B742-EDC8-1BCD-155A-43FA3605C4A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3" name="Oval 28">
                <a:extLst>
                  <a:ext uri="{FF2B5EF4-FFF2-40B4-BE49-F238E27FC236}">
                    <a16:creationId xmlns:a16="http://schemas.microsoft.com/office/drawing/2014/main" id="{37A4E36D-1EAB-24BB-CBAE-2E336BE28DA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4" name="Group 803">
            <a:extLst>
              <a:ext uri="{FF2B5EF4-FFF2-40B4-BE49-F238E27FC236}">
                <a16:creationId xmlns:a16="http://schemas.microsoft.com/office/drawing/2014/main" id="{DD96B00E-5AB7-8193-032D-62F9A8A7860C}"/>
              </a:ext>
            </a:extLst>
          </p:cNvPr>
          <p:cNvGrpSpPr/>
          <p:nvPr/>
        </p:nvGrpSpPr>
        <p:grpSpPr>
          <a:xfrm>
            <a:off x="2889438" y="751337"/>
            <a:ext cx="5022643" cy="5001728"/>
            <a:chOff x="2889438" y="751337"/>
            <a:chExt cx="5022643" cy="5001728"/>
          </a:xfrm>
        </p:grpSpPr>
        <p:cxnSp>
          <p:nvCxnSpPr>
            <p:cNvPr id="805" name="Straight Connector 804">
              <a:extLst>
                <a:ext uri="{FF2B5EF4-FFF2-40B4-BE49-F238E27FC236}">
                  <a16:creationId xmlns:a16="http://schemas.microsoft.com/office/drawing/2014/main" id="{F2FAEECC-0593-2B64-FFAE-8C43A3D9BAD2}"/>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6" name="Straight Connector 805">
              <a:extLst>
                <a:ext uri="{FF2B5EF4-FFF2-40B4-BE49-F238E27FC236}">
                  <a16:creationId xmlns:a16="http://schemas.microsoft.com/office/drawing/2014/main" id="{62C48731-5CA8-A05A-81BB-C6CF6CB810CF}"/>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7" name="Straight Connector 806">
              <a:extLst>
                <a:ext uri="{FF2B5EF4-FFF2-40B4-BE49-F238E27FC236}">
                  <a16:creationId xmlns:a16="http://schemas.microsoft.com/office/drawing/2014/main" id="{9EC540CB-79FA-62B8-81C9-9E4798295C2B}"/>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46385AF1-D1FA-182B-C368-E42289F340AA}"/>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9" name="Straight Connector 808">
              <a:extLst>
                <a:ext uri="{FF2B5EF4-FFF2-40B4-BE49-F238E27FC236}">
                  <a16:creationId xmlns:a16="http://schemas.microsoft.com/office/drawing/2014/main" id="{91B535C6-1B6E-CBB3-0FB9-153C5D1DFFAD}"/>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0" name="Straight Connector 809">
              <a:extLst>
                <a:ext uri="{FF2B5EF4-FFF2-40B4-BE49-F238E27FC236}">
                  <a16:creationId xmlns:a16="http://schemas.microsoft.com/office/drawing/2014/main" id="{4A5F6486-C6B4-F3BC-7D0B-F9FC6019FC2B}"/>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B71973F-59E6-B2AC-1B81-355A38214A14}"/>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2" name="Straight Connector 811">
              <a:extLst>
                <a:ext uri="{FF2B5EF4-FFF2-40B4-BE49-F238E27FC236}">
                  <a16:creationId xmlns:a16="http://schemas.microsoft.com/office/drawing/2014/main" id="{8D749C40-A2AA-6466-0793-88EB9F4C989A}"/>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00E52D37-DE04-6A24-980A-399C3A52F2C9}"/>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4" name="Straight Connector 813">
              <a:extLst>
                <a:ext uri="{FF2B5EF4-FFF2-40B4-BE49-F238E27FC236}">
                  <a16:creationId xmlns:a16="http://schemas.microsoft.com/office/drawing/2014/main" id="{A9B1571E-F2E3-AA21-3D33-08B7657C625D}"/>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40" name="Group 839">
            <a:extLst>
              <a:ext uri="{FF2B5EF4-FFF2-40B4-BE49-F238E27FC236}">
                <a16:creationId xmlns:a16="http://schemas.microsoft.com/office/drawing/2014/main" id="{0D506AA7-22DC-58CB-203D-4F2DD5DB62A3}"/>
              </a:ext>
            </a:extLst>
          </p:cNvPr>
          <p:cNvGrpSpPr/>
          <p:nvPr/>
        </p:nvGrpSpPr>
        <p:grpSpPr>
          <a:xfrm>
            <a:off x="2937173" y="4419601"/>
            <a:ext cx="721206" cy="610396"/>
            <a:chOff x="2937173" y="4419601"/>
            <a:chExt cx="721206" cy="610396"/>
          </a:xfrm>
        </p:grpSpPr>
        <p:sp>
          <p:nvSpPr>
            <p:cNvPr id="841" name="Rectangle 840">
              <a:extLst>
                <a:ext uri="{FF2B5EF4-FFF2-40B4-BE49-F238E27FC236}">
                  <a16:creationId xmlns:a16="http://schemas.microsoft.com/office/drawing/2014/main" id="{772C6B22-0C2F-638A-B0FD-566E7C9002F7}"/>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42" name="Right Triangle 841">
              <a:extLst>
                <a:ext uri="{FF2B5EF4-FFF2-40B4-BE49-F238E27FC236}">
                  <a16:creationId xmlns:a16="http://schemas.microsoft.com/office/drawing/2014/main" id="{BEDE5A7F-8F53-C7DD-5480-65055ED730FD}"/>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3" name="Group 842">
              <a:extLst>
                <a:ext uri="{FF2B5EF4-FFF2-40B4-BE49-F238E27FC236}">
                  <a16:creationId xmlns:a16="http://schemas.microsoft.com/office/drawing/2014/main" id="{AAC631C5-9779-FCD0-6394-2CBD1A02C000}"/>
                </a:ext>
              </a:extLst>
            </p:cNvPr>
            <p:cNvGrpSpPr/>
            <p:nvPr/>
          </p:nvGrpSpPr>
          <p:grpSpPr>
            <a:xfrm>
              <a:off x="3607766" y="4425699"/>
              <a:ext cx="37817" cy="61390"/>
              <a:chOff x="3883481" y="2057400"/>
              <a:chExt cx="1608363" cy="2652031"/>
            </a:xfrm>
            <a:solidFill>
              <a:srgbClr val="A6A6A6">
                <a:alpha val="20000"/>
              </a:srgbClr>
            </a:solidFill>
          </p:grpSpPr>
          <p:sp>
            <p:nvSpPr>
              <p:cNvPr id="844" name="Oval 27">
                <a:extLst>
                  <a:ext uri="{FF2B5EF4-FFF2-40B4-BE49-F238E27FC236}">
                    <a16:creationId xmlns:a16="http://schemas.microsoft.com/office/drawing/2014/main" id="{EBDBD963-FBB9-E5C2-80C7-B3A68981098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5" name="Oval 28">
                <a:extLst>
                  <a:ext uri="{FF2B5EF4-FFF2-40B4-BE49-F238E27FC236}">
                    <a16:creationId xmlns:a16="http://schemas.microsoft.com/office/drawing/2014/main" id="{8BD58E90-4FAA-CDAF-2815-2D7350A7266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46" name="Group 845">
            <a:extLst>
              <a:ext uri="{FF2B5EF4-FFF2-40B4-BE49-F238E27FC236}">
                <a16:creationId xmlns:a16="http://schemas.microsoft.com/office/drawing/2014/main" id="{1F131A43-50AA-7B2E-EC3E-8D290A2A4617}"/>
              </a:ext>
            </a:extLst>
          </p:cNvPr>
          <p:cNvGrpSpPr/>
          <p:nvPr/>
        </p:nvGrpSpPr>
        <p:grpSpPr>
          <a:xfrm>
            <a:off x="6286130" y="4419624"/>
            <a:ext cx="721206" cy="609701"/>
            <a:chOff x="6286130" y="4419624"/>
            <a:chExt cx="721206" cy="609701"/>
          </a:xfrm>
        </p:grpSpPr>
        <p:sp>
          <p:nvSpPr>
            <p:cNvPr id="847" name="Rectangle 846">
              <a:hlinkHover r:id="" action="ppaction://noaction" highlightClick="1"/>
              <a:extLst>
                <a:ext uri="{FF2B5EF4-FFF2-40B4-BE49-F238E27FC236}">
                  <a16:creationId xmlns:a16="http://schemas.microsoft.com/office/drawing/2014/main" id="{78279FBC-8479-BDE6-E171-B9C64EF78864}"/>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48" name="Oval 847">
              <a:extLst>
                <a:ext uri="{FF2B5EF4-FFF2-40B4-BE49-F238E27FC236}">
                  <a16:creationId xmlns:a16="http://schemas.microsoft.com/office/drawing/2014/main" id="{63AA9EDE-F4FC-BD09-2B7B-B5AF94F057B2}"/>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9" name="Isosceles Triangle 648">
              <a:extLst>
                <a:ext uri="{FF2B5EF4-FFF2-40B4-BE49-F238E27FC236}">
                  <a16:creationId xmlns:a16="http://schemas.microsoft.com/office/drawing/2014/main" id="{F25DB0E1-3628-94EE-C1A7-0FA740132114}"/>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0" name="Group 849">
            <a:extLst>
              <a:ext uri="{FF2B5EF4-FFF2-40B4-BE49-F238E27FC236}">
                <a16:creationId xmlns:a16="http://schemas.microsoft.com/office/drawing/2014/main" id="{51457A9F-8D51-35F3-EE4B-BA69A7890E2B}"/>
              </a:ext>
            </a:extLst>
          </p:cNvPr>
          <p:cNvGrpSpPr/>
          <p:nvPr/>
        </p:nvGrpSpPr>
        <p:grpSpPr>
          <a:xfrm>
            <a:off x="5458940" y="5135305"/>
            <a:ext cx="721206" cy="609701"/>
            <a:chOff x="5458940" y="5135305"/>
            <a:chExt cx="721206" cy="609701"/>
          </a:xfrm>
        </p:grpSpPr>
        <p:sp>
          <p:nvSpPr>
            <p:cNvPr id="851" name="Rectangle 850">
              <a:hlinkHover r:id="" action="ppaction://noaction" highlightClick="1"/>
              <a:extLst>
                <a:ext uri="{FF2B5EF4-FFF2-40B4-BE49-F238E27FC236}">
                  <a16:creationId xmlns:a16="http://schemas.microsoft.com/office/drawing/2014/main" id="{2A7A2DCB-5BFC-0ECB-F0C4-3D328F18A1ED}"/>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52" name="Oval 851">
              <a:extLst>
                <a:ext uri="{FF2B5EF4-FFF2-40B4-BE49-F238E27FC236}">
                  <a16:creationId xmlns:a16="http://schemas.microsoft.com/office/drawing/2014/main" id="{30364C6D-84A6-1991-4389-EAC3643F749F}"/>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3" name="Isosceles Triangle 648">
              <a:extLst>
                <a:ext uri="{FF2B5EF4-FFF2-40B4-BE49-F238E27FC236}">
                  <a16:creationId xmlns:a16="http://schemas.microsoft.com/office/drawing/2014/main" id="{8DBE8AF8-0CEC-14F8-A02F-A4CAC1D52B21}"/>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4" name="Group 853">
            <a:extLst>
              <a:ext uri="{FF2B5EF4-FFF2-40B4-BE49-F238E27FC236}">
                <a16:creationId xmlns:a16="http://schemas.microsoft.com/office/drawing/2014/main" id="{F9608885-71C1-BDBF-7689-10383A840E06}"/>
              </a:ext>
            </a:extLst>
          </p:cNvPr>
          <p:cNvGrpSpPr/>
          <p:nvPr/>
        </p:nvGrpSpPr>
        <p:grpSpPr>
          <a:xfrm>
            <a:off x="6289146" y="5141017"/>
            <a:ext cx="721206" cy="609701"/>
            <a:chOff x="6289146" y="5141017"/>
            <a:chExt cx="721206" cy="609701"/>
          </a:xfrm>
        </p:grpSpPr>
        <p:sp>
          <p:nvSpPr>
            <p:cNvPr id="855" name="Rectangle 854">
              <a:hlinkHover r:id="" action="ppaction://noaction" highlightClick="1"/>
              <a:extLst>
                <a:ext uri="{FF2B5EF4-FFF2-40B4-BE49-F238E27FC236}">
                  <a16:creationId xmlns:a16="http://schemas.microsoft.com/office/drawing/2014/main" id="{983F07A1-493F-3877-4E3D-B24DD3931B2E}"/>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56" name="Oval 855">
              <a:extLst>
                <a:ext uri="{FF2B5EF4-FFF2-40B4-BE49-F238E27FC236}">
                  <a16:creationId xmlns:a16="http://schemas.microsoft.com/office/drawing/2014/main" id="{92C550A5-F7C1-312E-A473-73E2EBCD097C}"/>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7" name="Isosceles Triangle 648">
              <a:extLst>
                <a:ext uri="{FF2B5EF4-FFF2-40B4-BE49-F238E27FC236}">
                  <a16:creationId xmlns:a16="http://schemas.microsoft.com/office/drawing/2014/main" id="{43CBF7DE-4C63-F848-37A9-C0B3E64854FC}"/>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8" name="Group 857">
            <a:extLst>
              <a:ext uri="{FF2B5EF4-FFF2-40B4-BE49-F238E27FC236}">
                <a16:creationId xmlns:a16="http://schemas.microsoft.com/office/drawing/2014/main" id="{F57554B6-4A79-BFAF-6690-8BD56D3A3BD8}"/>
              </a:ext>
            </a:extLst>
          </p:cNvPr>
          <p:cNvGrpSpPr/>
          <p:nvPr/>
        </p:nvGrpSpPr>
        <p:grpSpPr>
          <a:xfrm>
            <a:off x="7122911" y="4419624"/>
            <a:ext cx="721206" cy="609701"/>
            <a:chOff x="7122911" y="4419624"/>
            <a:chExt cx="721206" cy="609701"/>
          </a:xfrm>
        </p:grpSpPr>
        <p:sp>
          <p:nvSpPr>
            <p:cNvPr id="859" name="Rectangle 858">
              <a:hlinkHover r:id="" action="ppaction://noaction" highlightClick="1"/>
              <a:extLst>
                <a:ext uri="{FF2B5EF4-FFF2-40B4-BE49-F238E27FC236}">
                  <a16:creationId xmlns:a16="http://schemas.microsoft.com/office/drawing/2014/main" id="{D82D5309-AF60-8B4B-7CA9-F06D36C8229B}"/>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60" name="Oval 859">
              <a:extLst>
                <a:ext uri="{FF2B5EF4-FFF2-40B4-BE49-F238E27FC236}">
                  <a16:creationId xmlns:a16="http://schemas.microsoft.com/office/drawing/2014/main" id="{3E9B04B6-2E2F-E7AB-874F-E20155A559B4}"/>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1" name="Isosceles Triangle 648">
              <a:extLst>
                <a:ext uri="{FF2B5EF4-FFF2-40B4-BE49-F238E27FC236}">
                  <a16:creationId xmlns:a16="http://schemas.microsoft.com/office/drawing/2014/main" id="{CBF2F606-2752-7645-1C21-010E26765A23}"/>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6" name="Group 865">
            <a:extLst>
              <a:ext uri="{FF2B5EF4-FFF2-40B4-BE49-F238E27FC236}">
                <a16:creationId xmlns:a16="http://schemas.microsoft.com/office/drawing/2014/main" id="{7F688317-61E5-3524-9B82-DEDEE6E4024C}"/>
              </a:ext>
            </a:extLst>
          </p:cNvPr>
          <p:cNvGrpSpPr/>
          <p:nvPr/>
        </p:nvGrpSpPr>
        <p:grpSpPr>
          <a:xfrm>
            <a:off x="5454385" y="4419624"/>
            <a:ext cx="721206" cy="609701"/>
            <a:chOff x="5454385" y="4419624"/>
            <a:chExt cx="721206" cy="609701"/>
          </a:xfrm>
        </p:grpSpPr>
        <p:sp>
          <p:nvSpPr>
            <p:cNvPr id="867" name="Rectangle 866">
              <a:hlinkHover r:id="" action="ppaction://noaction" highlightClick="1"/>
              <a:extLst>
                <a:ext uri="{FF2B5EF4-FFF2-40B4-BE49-F238E27FC236}">
                  <a16:creationId xmlns:a16="http://schemas.microsoft.com/office/drawing/2014/main" id="{B882FF73-C480-E11D-27B4-D32B2E37C2F2}"/>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68" name="Oval 867">
              <a:extLst>
                <a:ext uri="{FF2B5EF4-FFF2-40B4-BE49-F238E27FC236}">
                  <a16:creationId xmlns:a16="http://schemas.microsoft.com/office/drawing/2014/main" id="{A604EEDF-BF7A-ED86-7FD9-8BEA0DE54DB9}"/>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9" name="Isosceles Triangle 648">
              <a:extLst>
                <a:ext uri="{FF2B5EF4-FFF2-40B4-BE49-F238E27FC236}">
                  <a16:creationId xmlns:a16="http://schemas.microsoft.com/office/drawing/2014/main" id="{15C2B28E-95A2-43F4-3ECF-11846E65B085}"/>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0" name="Group 869">
            <a:extLst>
              <a:ext uri="{FF2B5EF4-FFF2-40B4-BE49-F238E27FC236}">
                <a16:creationId xmlns:a16="http://schemas.microsoft.com/office/drawing/2014/main" id="{C55AC56F-A4B2-69B8-C391-37F61B4B11F9}"/>
              </a:ext>
            </a:extLst>
          </p:cNvPr>
          <p:cNvGrpSpPr/>
          <p:nvPr/>
        </p:nvGrpSpPr>
        <p:grpSpPr>
          <a:xfrm>
            <a:off x="3775041" y="5130133"/>
            <a:ext cx="721895" cy="609700"/>
            <a:chOff x="3775041" y="5130133"/>
            <a:chExt cx="721895" cy="609700"/>
          </a:xfrm>
        </p:grpSpPr>
        <p:sp>
          <p:nvSpPr>
            <p:cNvPr id="871" name="Rectangle 870">
              <a:hlinkHover r:id="" action="ppaction://noaction" highlightClick="1"/>
              <a:extLst>
                <a:ext uri="{FF2B5EF4-FFF2-40B4-BE49-F238E27FC236}">
                  <a16:creationId xmlns:a16="http://schemas.microsoft.com/office/drawing/2014/main" id="{A1268C86-2585-A9F9-5E9D-16010B80F7A2}"/>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72" name="Diamond 871">
              <a:extLst>
                <a:ext uri="{FF2B5EF4-FFF2-40B4-BE49-F238E27FC236}">
                  <a16:creationId xmlns:a16="http://schemas.microsoft.com/office/drawing/2014/main" id="{07532C2F-6D67-F29C-1622-4860990690E3}"/>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3" name="Oval 872">
              <a:extLst>
                <a:ext uri="{FF2B5EF4-FFF2-40B4-BE49-F238E27FC236}">
                  <a16:creationId xmlns:a16="http://schemas.microsoft.com/office/drawing/2014/main" id="{6DA5519B-5AF3-0D33-FE41-7CC78C021A74}"/>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8" name="Group 877">
            <a:extLst>
              <a:ext uri="{FF2B5EF4-FFF2-40B4-BE49-F238E27FC236}">
                <a16:creationId xmlns:a16="http://schemas.microsoft.com/office/drawing/2014/main" id="{0591E2B1-94F0-1760-69C8-429404EC708C}"/>
              </a:ext>
            </a:extLst>
          </p:cNvPr>
          <p:cNvGrpSpPr/>
          <p:nvPr/>
        </p:nvGrpSpPr>
        <p:grpSpPr>
          <a:xfrm>
            <a:off x="7125833" y="5143368"/>
            <a:ext cx="721206" cy="609701"/>
            <a:chOff x="7125833" y="5143368"/>
            <a:chExt cx="721206" cy="609701"/>
          </a:xfrm>
        </p:grpSpPr>
        <p:sp>
          <p:nvSpPr>
            <p:cNvPr id="879" name="Rectangle 878">
              <a:hlinkHover r:id="" action="ppaction://noaction" highlightClick="1"/>
              <a:extLst>
                <a:ext uri="{FF2B5EF4-FFF2-40B4-BE49-F238E27FC236}">
                  <a16:creationId xmlns:a16="http://schemas.microsoft.com/office/drawing/2014/main" id="{EDEAE08A-001E-D8FE-434A-6EDD96100A40}"/>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80" name="Oval 879">
              <a:extLst>
                <a:ext uri="{FF2B5EF4-FFF2-40B4-BE49-F238E27FC236}">
                  <a16:creationId xmlns:a16="http://schemas.microsoft.com/office/drawing/2014/main" id="{A3B52B87-47CC-E1E5-540F-C37EE1014467}"/>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1" name="Isosceles Triangle 648">
              <a:extLst>
                <a:ext uri="{FF2B5EF4-FFF2-40B4-BE49-F238E27FC236}">
                  <a16:creationId xmlns:a16="http://schemas.microsoft.com/office/drawing/2014/main" id="{A4B75915-4BDA-52EE-1EE6-A8DADF14E4FE}"/>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2" name="Group 881">
            <a:extLst>
              <a:ext uri="{FF2B5EF4-FFF2-40B4-BE49-F238E27FC236}">
                <a16:creationId xmlns:a16="http://schemas.microsoft.com/office/drawing/2014/main" id="{D2CCF4A7-C7F8-C034-8BE7-460F1412781E}"/>
              </a:ext>
            </a:extLst>
          </p:cNvPr>
          <p:cNvGrpSpPr/>
          <p:nvPr/>
        </p:nvGrpSpPr>
        <p:grpSpPr>
          <a:xfrm>
            <a:off x="7122911" y="3698231"/>
            <a:ext cx="721206" cy="609701"/>
            <a:chOff x="7122911" y="3698231"/>
            <a:chExt cx="721206" cy="609701"/>
          </a:xfrm>
        </p:grpSpPr>
        <p:sp>
          <p:nvSpPr>
            <p:cNvPr id="883" name="Rectangle 882">
              <a:hlinkHover r:id="" action="ppaction://noaction" highlightClick="1"/>
              <a:extLst>
                <a:ext uri="{FF2B5EF4-FFF2-40B4-BE49-F238E27FC236}">
                  <a16:creationId xmlns:a16="http://schemas.microsoft.com/office/drawing/2014/main" id="{A967C0BC-68D4-1C9F-4192-F698AC62CFE3}"/>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84" name="Oval 883">
              <a:extLst>
                <a:ext uri="{FF2B5EF4-FFF2-40B4-BE49-F238E27FC236}">
                  <a16:creationId xmlns:a16="http://schemas.microsoft.com/office/drawing/2014/main" id="{922D6C5B-7D34-D1E8-0590-251ED0967F21}"/>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5" name="Isosceles Triangle 648">
              <a:extLst>
                <a:ext uri="{FF2B5EF4-FFF2-40B4-BE49-F238E27FC236}">
                  <a16:creationId xmlns:a16="http://schemas.microsoft.com/office/drawing/2014/main" id="{8BB58932-8DED-D83A-3071-A3FA5AFB2228}"/>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6" name="Group 885">
            <a:extLst>
              <a:ext uri="{FF2B5EF4-FFF2-40B4-BE49-F238E27FC236}">
                <a16:creationId xmlns:a16="http://schemas.microsoft.com/office/drawing/2014/main" id="{4D0D543A-8E5C-668F-8085-F2E8B6FBB7D8}"/>
              </a:ext>
            </a:extLst>
          </p:cNvPr>
          <p:cNvGrpSpPr/>
          <p:nvPr/>
        </p:nvGrpSpPr>
        <p:grpSpPr>
          <a:xfrm>
            <a:off x="6286224" y="3620338"/>
            <a:ext cx="721206" cy="687594"/>
            <a:chOff x="6286224" y="3620338"/>
            <a:chExt cx="721206" cy="687594"/>
          </a:xfrm>
        </p:grpSpPr>
        <p:cxnSp>
          <p:nvCxnSpPr>
            <p:cNvPr id="887" name="Straight Connector 886">
              <a:extLst>
                <a:ext uri="{FF2B5EF4-FFF2-40B4-BE49-F238E27FC236}">
                  <a16:creationId xmlns:a16="http://schemas.microsoft.com/office/drawing/2014/main" id="{2AA838EE-944B-0583-8276-7252E1FEECFA}"/>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88" name="Rectangle 887">
              <a:hlinkHover r:id="" action="ppaction://noaction" highlightClick="1"/>
              <a:extLst>
                <a:ext uri="{FF2B5EF4-FFF2-40B4-BE49-F238E27FC236}">
                  <a16:creationId xmlns:a16="http://schemas.microsoft.com/office/drawing/2014/main" id="{AD69FFB7-0BA6-0884-EAB9-9D2112F73DBE}"/>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89" name="Oval 888">
              <a:extLst>
                <a:ext uri="{FF2B5EF4-FFF2-40B4-BE49-F238E27FC236}">
                  <a16:creationId xmlns:a16="http://schemas.microsoft.com/office/drawing/2014/main" id="{7481759F-2083-BF6C-B631-F1DD702F5205}"/>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0" name="Isosceles Triangle 648">
              <a:extLst>
                <a:ext uri="{FF2B5EF4-FFF2-40B4-BE49-F238E27FC236}">
                  <a16:creationId xmlns:a16="http://schemas.microsoft.com/office/drawing/2014/main" id="{42EC65FA-81C7-AA1F-98A7-CB18D1380282}"/>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82" name="Group 1281">
            <a:extLst>
              <a:ext uri="{FF2B5EF4-FFF2-40B4-BE49-F238E27FC236}">
                <a16:creationId xmlns:a16="http://schemas.microsoft.com/office/drawing/2014/main" id="{65178D62-3521-8AD2-61BE-5F01EBEFD13D}"/>
              </a:ext>
            </a:extLst>
          </p:cNvPr>
          <p:cNvGrpSpPr/>
          <p:nvPr/>
        </p:nvGrpSpPr>
        <p:grpSpPr>
          <a:xfrm>
            <a:off x="3779655" y="811556"/>
            <a:ext cx="721206" cy="609701"/>
            <a:chOff x="3779655" y="811556"/>
            <a:chExt cx="721206" cy="609701"/>
          </a:xfrm>
        </p:grpSpPr>
        <p:sp>
          <p:nvSpPr>
            <p:cNvPr id="1283" name="Rectangle 1282">
              <a:extLst>
                <a:ext uri="{FF2B5EF4-FFF2-40B4-BE49-F238E27FC236}">
                  <a16:creationId xmlns:a16="http://schemas.microsoft.com/office/drawing/2014/main" id="{8D4F8B97-7FB5-98A0-CB5A-D05D21E179A0}"/>
                </a:ext>
              </a:extLst>
            </p:cNvPr>
            <p:cNvSpPr/>
            <p:nvPr/>
          </p:nvSpPr>
          <p:spPr>
            <a:xfrm>
              <a:off x="3779655"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1284" name="Rectangle 1283">
              <a:extLst>
                <a:ext uri="{FF2B5EF4-FFF2-40B4-BE49-F238E27FC236}">
                  <a16:creationId xmlns:a16="http://schemas.microsoft.com/office/drawing/2014/main" id="{08380C12-0541-20D4-8548-1EF93E89A02C}"/>
                </a:ext>
              </a:extLst>
            </p:cNvPr>
            <p:cNvSpPr/>
            <p:nvPr/>
          </p:nvSpPr>
          <p:spPr>
            <a:xfrm flipV="1">
              <a:off x="4395608"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5" name="Oval 15">
              <a:extLst>
                <a:ext uri="{FF2B5EF4-FFF2-40B4-BE49-F238E27FC236}">
                  <a16:creationId xmlns:a16="http://schemas.microsoft.com/office/drawing/2014/main" id="{D84673EB-CC36-32C7-6716-C275E1800DEA}"/>
                </a:ext>
              </a:extLst>
            </p:cNvPr>
            <p:cNvSpPr/>
            <p:nvPr/>
          </p:nvSpPr>
          <p:spPr>
            <a:xfrm>
              <a:off x="4422997"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no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86" name="Straight Connector 1285">
              <a:extLst>
                <a:ext uri="{FF2B5EF4-FFF2-40B4-BE49-F238E27FC236}">
                  <a16:creationId xmlns:a16="http://schemas.microsoft.com/office/drawing/2014/main" id="{2D00A43D-393E-A692-21A2-AED9AFE11F3D}"/>
                </a:ext>
              </a:extLst>
            </p:cNvPr>
            <p:cNvCxnSpPr>
              <a:cxnSpLocks/>
              <a:stCxn id="1285" idx="0"/>
            </p:cNvCxnSpPr>
            <p:nvPr/>
          </p:nvCxnSpPr>
          <p:spPr>
            <a:xfrm flipV="1">
              <a:off x="4428694"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87" name="Straight Connector 1286">
              <a:extLst>
                <a:ext uri="{FF2B5EF4-FFF2-40B4-BE49-F238E27FC236}">
                  <a16:creationId xmlns:a16="http://schemas.microsoft.com/office/drawing/2014/main" id="{C29D0E2F-1701-7234-CA6E-A117116AC7F2}"/>
                </a:ext>
              </a:extLst>
            </p:cNvPr>
            <p:cNvCxnSpPr>
              <a:cxnSpLocks/>
            </p:cNvCxnSpPr>
            <p:nvPr/>
          </p:nvCxnSpPr>
          <p:spPr>
            <a:xfrm>
              <a:off x="4434413"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00" name="Group 1299">
            <a:extLst>
              <a:ext uri="{FF2B5EF4-FFF2-40B4-BE49-F238E27FC236}">
                <a16:creationId xmlns:a16="http://schemas.microsoft.com/office/drawing/2014/main" id="{E98E8B5F-0DC5-9341-DA21-2C901ABA4E2E}"/>
              </a:ext>
            </a:extLst>
          </p:cNvPr>
          <p:cNvGrpSpPr/>
          <p:nvPr/>
        </p:nvGrpSpPr>
        <p:grpSpPr>
          <a:xfrm>
            <a:off x="7957576" y="811556"/>
            <a:ext cx="721206" cy="609701"/>
            <a:chOff x="7957576" y="811556"/>
            <a:chExt cx="721206" cy="609701"/>
          </a:xfrm>
        </p:grpSpPr>
        <p:sp>
          <p:nvSpPr>
            <p:cNvPr id="1301" name="Rectangle 1300">
              <a:extLst>
                <a:ext uri="{FF2B5EF4-FFF2-40B4-BE49-F238E27FC236}">
                  <a16:creationId xmlns:a16="http://schemas.microsoft.com/office/drawing/2014/main" id="{333CFE42-3438-E91C-4478-005EF88803AD}"/>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1302" name="Rectangle 1301">
              <a:extLst>
                <a:ext uri="{FF2B5EF4-FFF2-40B4-BE49-F238E27FC236}">
                  <a16:creationId xmlns:a16="http://schemas.microsoft.com/office/drawing/2014/main" id="{F9B640D3-F98A-E5E8-5531-337939800F70}"/>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3" name="Oval 15">
              <a:extLst>
                <a:ext uri="{FF2B5EF4-FFF2-40B4-BE49-F238E27FC236}">
                  <a16:creationId xmlns:a16="http://schemas.microsoft.com/office/drawing/2014/main" id="{DB67D4C1-881D-6098-4011-605E2C4EE22D}"/>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04" name="Straight Connector 1303">
              <a:extLst>
                <a:ext uri="{FF2B5EF4-FFF2-40B4-BE49-F238E27FC236}">
                  <a16:creationId xmlns:a16="http://schemas.microsoft.com/office/drawing/2014/main" id="{B2224CCC-8086-73AB-3707-41B80DCB53B6}"/>
                </a:ext>
              </a:extLst>
            </p:cNvPr>
            <p:cNvCxnSpPr>
              <a:cxnSpLocks/>
              <a:stCxn id="1303"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05" name="Straight Connector 1304">
              <a:extLst>
                <a:ext uri="{FF2B5EF4-FFF2-40B4-BE49-F238E27FC236}">
                  <a16:creationId xmlns:a16="http://schemas.microsoft.com/office/drawing/2014/main" id="{9AEE6092-CFEB-5F9C-52F8-6A6567162CA9}"/>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12" name="Group 1311">
            <a:extLst>
              <a:ext uri="{FF2B5EF4-FFF2-40B4-BE49-F238E27FC236}">
                <a16:creationId xmlns:a16="http://schemas.microsoft.com/office/drawing/2014/main" id="{4C72DE38-8D53-F257-1B91-765AC1B3E428}"/>
              </a:ext>
            </a:extLst>
          </p:cNvPr>
          <p:cNvGrpSpPr/>
          <p:nvPr/>
        </p:nvGrpSpPr>
        <p:grpSpPr>
          <a:xfrm>
            <a:off x="2102340" y="3003198"/>
            <a:ext cx="721206" cy="609701"/>
            <a:chOff x="10506805" y="2974054"/>
            <a:chExt cx="721206" cy="609701"/>
          </a:xfrm>
        </p:grpSpPr>
        <p:sp>
          <p:nvSpPr>
            <p:cNvPr id="1313" name="Rectangle 1312">
              <a:extLst>
                <a:ext uri="{FF2B5EF4-FFF2-40B4-BE49-F238E27FC236}">
                  <a16:creationId xmlns:a16="http://schemas.microsoft.com/office/drawing/2014/main" id="{92DE76E8-7068-CA6E-412E-89B745A12E64}"/>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1314" name="Rectangle 1313">
              <a:extLst>
                <a:ext uri="{FF2B5EF4-FFF2-40B4-BE49-F238E27FC236}">
                  <a16:creationId xmlns:a16="http://schemas.microsoft.com/office/drawing/2014/main" id="{E4AF1829-FE26-FAC1-D406-83CB09FCED5C}"/>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5" name="Oval 15">
              <a:extLst>
                <a:ext uri="{FF2B5EF4-FFF2-40B4-BE49-F238E27FC236}">
                  <a16:creationId xmlns:a16="http://schemas.microsoft.com/office/drawing/2014/main" id="{3FEEB247-3F6A-F92A-C28D-03DD60B3CE7B}"/>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16" name="Straight Connector 1315">
              <a:extLst>
                <a:ext uri="{FF2B5EF4-FFF2-40B4-BE49-F238E27FC236}">
                  <a16:creationId xmlns:a16="http://schemas.microsoft.com/office/drawing/2014/main" id="{158FD4E8-CEB2-C877-F540-F2AA4CAFCE77}"/>
                </a:ext>
              </a:extLst>
            </p:cNvPr>
            <p:cNvCxnSpPr>
              <a:cxnSpLocks/>
              <a:stCxn id="1315"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17" name="Straight Connector 1316">
              <a:extLst>
                <a:ext uri="{FF2B5EF4-FFF2-40B4-BE49-F238E27FC236}">
                  <a16:creationId xmlns:a16="http://schemas.microsoft.com/office/drawing/2014/main" id="{DAA38F7F-DE3A-D35D-05AC-45C740F7C664}"/>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18" name="Group 1317">
            <a:extLst>
              <a:ext uri="{FF2B5EF4-FFF2-40B4-BE49-F238E27FC236}">
                <a16:creationId xmlns:a16="http://schemas.microsoft.com/office/drawing/2014/main" id="{5B4981F5-EE58-6D86-B300-C05D0FDDA3D6}"/>
              </a:ext>
            </a:extLst>
          </p:cNvPr>
          <p:cNvGrpSpPr/>
          <p:nvPr/>
        </p:nvGrpSpPr>
        <p:grpSpPr>
          <a:xfrm>
            <a:off x="3778363" y="2253333"/>
            <a:ext cx="721206" cy="609701"/>
            <a:chOff x="3778363" y="2253333"/>
            <a:chExt cx="721206" cy="609701"/>
          </a:xfrm>
        </p:grpSpPr>
        <p:sp>
          <p:nvSpPr>
            <p:cNvPr id="1319" name="Rectangle 1318">
              <a:extLst>
                <a:ext uri="{FF2B5EF4-FFF2-40B4-BE49-F238E27FC236}">
                  <a16:creationId xmlns:a16="http://schemas.microsoft.com/office/drawing/2014/main" id="{6ACFAA26-CB65-60CE-DF85-A8858F1F1B7B}"/>
                </a:ext>
              </a:extLst>
            </p:cNvPr>
            <p:cNvSpPr/>
            <p:nvPr/>
          </p:nvSpPr>
          <p:spPr>
            <a:xfrm>
              <a:off x="3778363"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1320" name="Rectangle 1319">
              <a:extLst>
                <a:ext uri="{FF2B5EF4-FFF2-40B4-BE49-F238E27FC236}">
                  <a16:creationId xmlns:a16="http://schemas.microsoft.com/office/drawing/2014/main" id="{A46251B5-02D9-C4B5-F1C1-43CAFFF6DDCF}"/>
                </a:ext>
              </a:extLst>
            </p:cNvPr>
            <p:cNvSpPr/>
            <p:nvPr/>
          </p:nvSpPr>
          <p:spPr>
            <a:xfrm flipV="1">
              <a:off x="4399377" y="2255721"/>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1" name="Oval 15">
              <a:extLst>
                <a:ext uri="{FF2B5EF4-FFF2-40B4-BE49-F238E27FC236}">
                  <a16:creationId xmlns:a16="http://schemas.microsoft.com/office/drawing/2014/main" id="{1955F1EE-4202-81A9-5642-F321EE970371}"/>
                </a:ext>
              </a:extLst>
            </p:cNvPr>
            <p:cNvSpPr/>
            <p:nvPr/>
          </p:nvSpPr>
          <p:spPr>
            <a:xfrm>
              <a:off x="4426765"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22" name="Straight Connector 1321">
              <a:extLst>
                <a:ext uri="{FF2B5EF4-FFF2-40B4-BE49-F238E27FC236}">
                  <a16:creationId xmlns:a16="http://schemas.microsoft.com/office/drawing/2014/main" id="{732C6534-AF9C-7D2C-19C5-2FE896DFA0B5}"/>
                </a:ext>
              </a:extLst>
            </p:cNvPr>
            <p:cNvCxnSpPr>
              <a:cxnSpLocks/>
              <a:stCxn id="1321" idx="0"/>
            </p:cNvCxnSpPr>
            <p:nvPr/>
          </p:nvCxnSpPr>
          <p:spPr>
            <a:xfrm flipV="1">
              <a:off x="4432462" y="2269234"/>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23" name="Straight Connector 1322">
              <a:extLst>
                <a:ext uri="{FF2B5EF4-FFF2-40B4-BE49-F238E27FC236}">
                  <a16:creationId xmlns:a16="http://schemas.microsoft.com/office/drawing/2014/main" id="{77D457A9-0798-7B35-BC95-FC348656E3E4}"/>
                </a:ext>
              </a:extLst>
            </p:cNvPr>
            <p:cNvCxnSpPr>
              <a:cxnSpLocks/>
            </p:cNvCxnSpPr>
            <p:nvPr/>
          </p:nvCxnSpPr>
          <p:spPr>
            <a:xfrm>
              <a:off x="4438181" y="2269234"/>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24" name="Group 1323">
            <a:extLst>
              <a:ext uri="{FF2B5EF4-FFF2-40B4-BE49-F238E27FC236}">
                <a16:creationId xmlns:a16="http://schemas.microsoft.com/office/drawing/2014/main" id="{F4CCBC57-6B34-4C49-7AF9-2723D099C75A}"/>
              </a:ext>
            </a:extLst>
          </p:cNvPr>
          <p:cNvGrpSpPr/>
          <p:nvPr/>
        </p:nvGrpSpPr>
        <p:grpSpPr>
          <a:xfrm>
            <a:off x="2105349" y="2253333"/>
            <a:ext cx="721206" cy="609701"/>
            <a:chOff x="2105349" y="2253333"/>
            <a:chExt cx="721206" cy="609701"/>
          </a:xfrm>
        </p:grpSpPr>
        <p:sp>
          <p:nvSpPr>
            <p:cNvPr id="1325" name="Rectangle 1324">
              <a:extLst>
                <a:ext uri="{FF2B5EF4-FFF2-40B4-BE49-F238E27FC236}">
                  <a16:creationId xmlns:a16="http://schemas.microsoft.com/office/drawing/2014/main" id="{887697A8-90CE-670F-1CB2-673400092F76}"/>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1326" name="Right Triangle 1325">
              <a:extLst>
                <a:ext uri="{FF2B5EF4-FFF2-40B4-BE49-F238E27FC236}">
                  <a16:creationId xmlns:a16="http://schemas.microsoft.com/office/drawing/2014/main" id="{EEBE2822-B5C2-50EE-9E31-C26557B4FBDD}"/>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27" name="Group 1326">
              <a:extLst>
                <a:ext uri="{FF2B5EF4-FFF2-40B4-BE49-F238E27FC236}">
                  <a16:creationId xmlns:a16="http://schemas.microsoft.com/office/drawing/2014/main" id="{13FE0448-D204-0A5D-112E-63FC6DB3C2CF}"/>
                </a:ext>
              </a:extLst>
            </p:cNvPr>
            <p:cNvGrpSpPr/>
            <p:nvPr/>
          </p:nvGrpSpPr>
          <p:grpSpPr>
            <a:xfrm>
              <a:off x="2771411" y="2265582"/>
              <a:ext cx="37817" cy="61390"/>
              <a:chOff x="3883481" y="2057400"/>
              <a:chExt cx="1608363" cy="2652031"/>
            </a:xfrm>
            <a:solidFill>
              <a:srgbClr val="A6A6A6"/>
            </a:solidFill>
          </p:grpSpPr>
          <p:sp>
            <p:nvSpPr>
              <p:cNvPr id="1328" name="Oval 27">
                <a:extLst>
                  <a:ext uri="{FF2B5EF4-FFF2-40B4-BE49-F238E27FC236}">
                    <a16:creationId xmlns:a16="http://schemas.microsoft.com/office/drawing/2014/main" id="{817BBB77-A926-E041-A6DE-B70B7EA3634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9" name="Oval 28">
                <a:extLst>
                  <a:ext uri="{FF2B5EF4-FFF2-40B4-BE49-F238E27FC236}">
                    <a16:creationId xmlns:a16="http://schemas.microsoft.com/office/drawing/2014/main" id="{253F5E24-54AC-AB2E-438F-E3E69FABA72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30" name="Group 1329">
            <a:extLst>
              <a:ext uri="{FF2B5EF4-FFF2-40B4-BE49-F238E27FC236}">
                <a16:creationId xmlns:a16="http://schemas.microsoft.com/office/drawing/2014/main" id="{B0E6B53C-BCFA-D430-7288-423D132E3D87}"/>
              </a:ext>
            </a:extLst>
          </p:cNvPr>
          <p:cNvGrpSpPr/>
          <p:nvPr/>
        </p:nvGrpSpPr>
        <p:grpSpPr>
          <a:xfrm>
            <a:off x="2941856" y="2253333"/>
            <a:ext cx="721206" cy="609701"/>
            <a:chOff x="2941856" y="2253333"/>
            <a:chExt cx="721206" cy="609701"/>
          </a:xfrm>
        </p:grpSpPr>
        <p:sp>
          <p:nvSpPr>
            <p:cNvPr id="1331" name="Rectangle 1330">
              <a:extLst>
                <a:ext uri="{FF2B5EF4-FFF2-40B4-BE49-F238E27FC236}">
                  <a16:creationId xmlns:a16="http://schemas.microsoft.com/office/drawing/2014/main" id="{2DCC099C-1F91-9A27-3ACB-C1F3AA9E09E9}"/>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1332" name="Right Triangle 1331">
              <a:extLst>
                <a:ext uri="{FF2B5EF4-FFF2-40B4-BE49-F238E27FC236}">
                  <a16:creationId xmlns:a16="http://schemas.microsoft.com/office/drawing/2014/main" id="{0414224B-30B7-D8E8-1DB2-388D7623E026}"/>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33" name="Group 1332">
              <a:extLst>
                <a:ext uri="{FF2B5EF4-FFF2-40B4-BE49-F238E27FC236}">
                  <a16:creationId xmlns:a16="http://schemas.microsoft.com/office/drawing/2014/main" id="{F9147580-C621-4813-F7A3-F1B83C076509}"/>
                </a:ext>
              </a:extLst>
            </p:cNvPr>
            <p:cNvGrpSpPr/>
            <p:nvPr/>
          </p:nvGrpSpPr>
          <p:grpSpPr>
            <a:xfrm>
              <a:off x="3611254" y="2264960"/>
              <a:ext cx="37817" cy="61390"/>
              <a:chOff x="3883481" y="2057400"/>
              <a:chExt cx="1608363" cy="2652031"/>
            </a:xfrm>
            <a:solidFill>
              <a:srgbClr val="A6A6A6"/>
            </a:solidFill>
          </p:grpSpPr>
          <p:sp>
            <p:nvSpPr>
              <p:cNvPr id="1334" name="Oval 27">
                <a:extLst>
                  <a:ext uri="{FF2B5EF4-FFF2-40B4-BE49-F238E27FC236}">
                    <a16:creationId xmlns:a16="http://schemas.microsoft.com/office/drawing/2014/main" id="{ECBCE6CE-6906-3BCD-587E-C17834C79B8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5" name="Oval 28">
                <a:extLst>
                  <a:ext uri="{FF2B5EF4-FFF2-40B4-BE49-F238E27FC236}">
                    <a16:creationId xmlns:a16="http://schemas.microsoft.com/office/drawing/2014/main" id="{D1293C2B-D5D6-8BD0-CDE0-008346920EA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36" name="Group 1335">
            <a:extLst>
              <a:ext uri="{FF2B5EF4-FFF2-40B4-BE49-F238E27FC236}">
                <a16:creationId xmlns:a16="http://schemas.microsoft.com/office/drawing/2014/main" id="{6EB23EEB-F4FA-6660-4595-02F1BBB16DBC}"/>
              </a:ext>
            </a:extLst>
          </p:cNvPr>
          <p:cNvGrpSpPr/>
          <p:nvPr/>
        </p:nvGrpSpPr>
        <p:grpSpPr>
          <a:xfrm>
            <a:off x="4614870" y="2253333"/>
            <a:ext cx="721206" cy="609701"/>
            <a:chOff x="4614870" y="2253333"/>
            <a:chExt cx="721206" cy="609701"/>
          </a:xfrm>
        </p:grpSpPr>
        <p:sp>
          <p:nvSpPr>
            <p:cNvPr id="1337" name="Rectangle 1336">
              <a:extLst>
                <a:ext uri="{FF2B5EF4-FFF2-40B4-BE49-F238E27FC236}">
                  <a16:creationId xmlns:a16="http://schemas.microsoft.com/office/drawing/2014/main" id="{4B78A10B-8C39-28C4-A76A-382D1503CA13}"/>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1338" name="Right Triangle 1337">
              <a:extLst>
                <a:ext uri="{FF2B5EF4-FFF2-40B4-BE49-F238E27FC236}">
                  <a16:creationId xmlns:a16="http://schemas.microsoft.com/office/drawing/2014/main" id="{978A98CC-E50C-89E7-BAF6-8C56DE20F703}"/>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39" name="Group 1338">
              <a:extLst>
                <a:ext uri="{FF2B5EF4-FFF2-40B4-BE49-F238E27FC236}">
                  <a16:creationId xmlns:a16="http://schemas.microsoft.com/office/drawing/2014/main" id="{80532563-FDE8-2548-F135-A75449F42DE7}"/>
                </a:ext>
              </a:extLst>
            </p:cNvPr>
            <p:cNvGrpSpPr/>
            <p:nvPr/>
          </p:nvGrpSpPr>
          <p:grpSpPr>
            <a:xfrm>
              <a:off x="5280746" y="2264771"/>
              <a:ext cx="37817" cy="61390"/>
              <a:chOff x="3883481" y="2057400"/>
              <a:chExt cx="1608363" cy="2652031"/>
            </a:xfrm>
            <a:solidFill>
              <a:srgbClr val="A6A6A6"/>
            </a:solidFill>
          </p:grpSpPr>
          <p:sp>
            <p:nvSpPr>
              <p:cNvPr id="1340" name="Oval 27">
                <a:extLst>
                  <a:ext uri="{FF2B5EF4-FFF2-40B4-BE49-F238E27FC236}">
                    <a16:creationId xmlns:a16="http://schemas.microsoft.com/office/drawing/2014/main" id="{571C8F35-AAD7-3409-1474-58922C04ED4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1" name="Oval 28">
                <a:extLst>
                  <a:ext uri="{FF2B5EF4-FFF2-40B4-BE49-F238E27FC236}">
                    <a16:creationId xmlns:a16="http://schemas.microsoft.com/office/drawing/2014/main" id="{E861CB9F-9A9C-8A04-7F36-DEBD9131C4D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54" name="Group 1353">
            <a:extLst>
              <a:ext uri="{FF2B5EF4-FFF2-40B4-BE49-F238E27FC236}">
                <a16:creationId xmlns:a16="http://schemas.microsoft.com/office/drawing/2014/main" id="{0E61B3B8-F2D6-433B-0D31-6646F653497B}"/>
              </a:ext>
            </a:extLst>
          </p:cNvPr>
          <p:cNvGrpSpPr/>
          <p:nvPr/>
        </p:nvGrpSpPr>
        <p:grpSpPr>
          <a:xfrm>
            <a:off x="2938534" y="811556"/>
            <a:ext cx="721206" cy="609701"/>
            <a:chOff x="2938534" y="811556"/>
            <a:chExt cx="721206" cy="609701"/>
          </a:xfrm>
        </p:grpSpPr>
        <p:sp>
          <p:nvSpPr>
            <p:cNvPr id="1355" name="Rectangle 1354">
              <a:extLst>
                <a:ext uri="{FF2B5EF4-FFF2-40B4-BE49-F238E27FC236}">
                  <a16:creationId xmlns:a16="http://schemas.microsoft.com/office/drawing/2014/main" id="{7A684345-A168-894A-0A64-102E61AF86D4}"/>
                </a:ext>
              </a:extLst>
            </p:cNvPr>
            <p:cNvSpPr/>
            <p:nvPr/>
          </p:nvSpPr>
          <p:spPr>
            <a:xfrm>
              <a:off x="2938534"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1356" name="Rectangle 1355">
              <a:extLst>
                <a:ext uri="{FF2B5EF4-FFF2-40B4-BE49-F238E27FC236}">
                  <a16:creationId xmlns:a16="http://schemas.microsoft.com/office/drawing/2014/main" id="{DD0301CD-6089-ABAE-6C34-8F690A4724F2}"/>
                </a:ext>
              </a:extLst>
            </p:cNvPr>
            <p:cNvSpPr/>
            <p:nvPr/>
          </p:nvSpPr>
          <p:spPr>
            <a:xfrm flipV="1">
              <a:off x="3554781"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7" name="Oval 15">
              <a:extLst>
                <a:ext uri="{FF2B5EF4-FFF2-40B4-BE49-F238E27FC236}">
                  <a16:creationId xmlns:a16="http://schemas.microsoft.com/office/drawing/2014/main" id="{4B91E2CD-0080-6DB6-7CBC-5BCDB3ECB885}"/>
                </a:ext>
              </a:extLst>
            </p:cNvPr>
            <p:cNvSpPr/>
            <p:nvPr/>
          </p:nvSpPr>
          <p:spPr>
            <a:xfrm>
              <a:off x="3582170"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58" name="Straight Connector 1357">
              <a:extLst>
                <a:ext uri="{FF2B5EF4-FFF2-40B4-BE49-F238E27FC236}">
                  <a16:creationId xmlns:a16="http://schemas.microsoft.com/office/drawing/2014/main" id="{B466612C-D4CB-5146-D742-3F0472288E88}"/>
                </a:ext>
              </a:extLst>
            </p:cNvPr>
            <p:cNvCxnSpPr>
              <a:cxnSpLocks/>
              <a:stCxn id="1357" idx="0"/>
            </p:cNvCxnSpPr>
            <p:nvPr/>
          </p:nvCxnSpPr>
          <p:spPr>
            <a:xfrm flipV="1">
              <a:off x="3587866"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59" name="Straight Connector 1358">
              <a:extLst>
                <a:ext uri="{FF2B5EF4-FFF2-40B4-BE49-F238E27FC236}">
                  <a16:creationId xmlns:a16="http://schemas.microsoft.com/office/drawing/2014/main" id="{1A9A7A43-D928-F2FD-A1EC-B448175BD68D}"/>
                </a:ext>
              </a:extLst>
            </p:cNvPr>
            <p:cNvCxnSpPr>
              <a:cxnSpLocks/>
            </p:cNvCxnSpPr>
            <p:nvPr/>
          </p:nvCxnSpPr>
          <p:spPr>
            <a:xfrm>
              <a:off x="3593585"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60" name="Group 1359">
            <a:extLst>
              <a:ext uri="{FF2B5EF4-FFF2-40B4-BE49-F238E27FC236}">
                <a16:creationId xmlns:a16="http://schemas.microsoft.com/office/drawing/2014/main" id="{C4372E29-6144-15CB-E9AF-E98547F2079C}"/>
              </a:ext>
            </a:extLst>
          </p:cNvPr>
          <p:cNvGrpSpPr/>
          <p:nvPr/>
        </p:nvGrpSpPr>
        <p:grpSpPr>
          <a:xfrm>
            <a:off x="2102909" y="811556"/>
            <a:ext cx="721206" cy="609701"/>
            <a:chOff x="2102909" y="811556"/>
            <a:chExt cx="721206" cy="609701"/>
          </a:xfrm>
        </p:grpSpPr>
        <p:sp>
          <p:nvSpPr>
            <p:cNvPr id="1361" name="Rectangle 1360">
              <a:extLst>
                <a:ext uri="{FF2B5EF4-FFF2-40B4-BE49-F238E27FC236}">
                  <a16:creationId xmlns:a16="http://schemas.microsoft.com/office/drawing/2014/main" id="{FF808119-CA4B-60B7-9BFF-8D8C2B60F938}"/>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62" name="Rectangle 1361">
              <a:extLst>
                <a:ext uri="{FF2B5EF4-FFF2-40B4-BE49-F238E27FC236}">
                  <a16:creationId xmlns:a16="http://schemas.microsoft.com/office/drawing/2014/main" id="{A81D01AE-A81E-D3BB-3DA2-E6546AF27E5E}"/>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3" name="Oval 15">
              <a:extLst>
                <a:ext uri="{FF2B5EF4-FFF2-40B4-BE49-F238E27FC236}">
                  <a16:creationId xmlns:a16="http://schemas.microsoft.com/office/drawing/2014/main" id="{77E72307-854B-1A85-73BC-171F0F6C982D}"/>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64" name="Straight Connector 1363">
              <a:extLst>
                <a:ext uri="{FF2B5EF4-FFF2-40B4-BE49-F238E27FC236}">
                  <a16:creationId xmlns:a16="http://schemas.microsoft.com/office/drawing/2014/main" id="{6E59B365-E58F-9685-D3A0-2C95ADF3A26E}"/>
                </a:ext>
              </a:extLst>
            </p:cNvPr>
            <p:cNvCxnSpPr>
              <a:cxnSpLocks/>
              <a:stCxn id="1363"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65" name="Straight Connector 1364">
              <a:extLst>
                <a:ext uri="{FF2B5EF4-FFF2-40B4-BE49-F238E27FC236}">
                  <a16:creationId xmlns:a16="http://schemas.microsoft.com/office/drawing/2014/main" id="{A41D2484-1680-B440-CEE4-AC002768AABD}"/>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84" name="Group 1383">
            <a:extLst>
              <a:ext uri="{FF2B5EF4-FFF2-40B4-BE49-F238E27FC236}">
                <a16:creationId xmlns:a16="http://schemas.microsoft.com/office/drawing/2014/main" id="{4743A012-F2FF-831E-0D1D-6ED62DD1CB74}"/>
              </a:ext>
            </a:extLst>
          </p:cNvPr>
          <p:cNvGrpSpPr/>
          <p:nvPr/>
        </p:nvGrpSpPr>
        <p:grpSpPr>
          <a:xfrm>
            <a:off x="9656908" y="1532276"/>
            <a:ext cx="721206" cy="609701"/>
            <a:chOff x="9656908" y="1532276"/>
            <a:chExt cx="721206" cy="609701"/>
          </a:xfrm>
        </p:grpSpPr>
        <p:sp>
          <p:nvSpPr>
            <p:cNvPr id="1385" name="Rectangle 1384">
              <a:extLst>
                <a:ext uri="{FF2B5EF4-FFF2-40B4-BE49-F238E27FC236}">
                  <a16:creationId xmlns:a16="http://schemas.microsoft.com/office/drawing/2014/main" id="{9F952B4C-262D-D8C9-E199-52AE786D268F}"/>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86" name="Rectangle 1385">
              <a:extLst>
                <a:ext uri="{FF2B5EF4-FFF2-40B4-BE49-F238E27FC236}">
                  <a16:creationId xmlns:a16="http://schemas.microsoft.com/office/drawing/2014/main" id="{E08E540B-71F8-2239-629E-12CE0CD7E05B}"/>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7" name="Oval 15">
              <a:extLst>
                <a:ext uri="{FF2B5EF4-FFF2-40B4-BE49-F238E27FC236}">
                  <a16:creationId xmlns:a16="http://schemas.microsoft.com/office/drawing/2014/main" id="{689C98CC-271F-872B-DCF6-848F0165E18D}"/>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88" name="Straight Connector 1387">
              <a:extLst>
                <a:ext uri="{FF2B5EF4-FFF2-40B4-BE49-F238E27FC236}">
                  <a16:creationId xmlns:a16="http://schemas.microsoft.com/office/drawing/2014/main" id="{33A9C762-0786-D86E-420A-B4C78B2EA5CF}"/>
                </a:ext>
              </a:extLst>
            </p:cNvPr>
            <p:cNvCxnSpPr>
              <a:cxnSpLocks/>
              <a:stCxn id="1387"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89" name="Straight Connector 1388">
              <a:extLst>
                <a:ext uri="{FF2B5EF4-FFF2-40B4-BE49-F238E27FC236}">
                  <a16:creationId xmlns:a16="http://schemas.microsoft.com/office/drawing/2014/main" id="{82C3CBD3-D656-39B9-AA6D-52FC97D2C219}"/>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90" name="Group 1389">
            <a:extLst>
              <a:ext uri="{FF2B5EF4-FFF2-40B4-BE49-F238E27FC236}">
                <a16:creationId xmlns:a16="http://schemas.microsoft.com/office/drawing/2014/main" id="{47A8AC02-DC37-4E1E-94B6-AB14F7827667}"/>
              </a:ext>
            </a:extLst>
          </p:cNvPr>
          <p:cNvGrpSpPr/>
          <p:nvPr/>
        </p:nvGrpSpPr>
        <p:grpSpPr>
          <a:xfrm>
            <a:off x="2102909" y="90836"/>
            <a:ext cx="721206" cy="609701"/>
            <a:chOff x="2102909" y="90836"/>
            <a:chExt cx="721206" cy="609701"/>
          </a:xfrm>
        </p:grpSpPr>
        <p:sp>
          <p:nvSpPr>
            <p:cNvPr id="1391" name="Rectangle 1390">
              <a:extLst>
                <a:ext uri="{FF2B5EF4-FFF2-40B4-BE49-F238E27FC236}">
                  <a16:creationId xmlns:a16="http://schemas.microsoft.com/office/drawing/2014/main" id="{51402E6B-E697-F025-10AC-E847BC6FCA3F}"/>
                </a:ext>
              </a:extLst>
            </p:cNvPr>
            <p:cNvSpPr/>
            <p:nvPr/>
          </p:nvSpPr>
          <p:spPr>
            <a:xfrm>
              <a:off x="210290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1392" name="Rectangle 1391">
              <a:extLst>
                <a:ext uri="{FF2B5EF4-FFF2-40B4-BE49-F238E27FC236}">
                  <a16:creationId xmlns:a16="http://schemas.microsoft.com/office/drawing/2014/main" id="{491D35CB-C04E-D2C0-5320-41051AA41ADF}"/>
                </a:ext>
              </a:extLst>
            </p:cNvPr>
            <p:cNvSpPr/>
            <p:nvPr/>
          </p:nvSpPr>
          <p:spPr>
            <a:xfrm flipV="1">
              <a:off x="2722879"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3" name="Oval 15">
              <a:extLst>
                <a:ext uri="{FF2B5EF4-FFF2-40B4-BE49-F238E27FC236}">
                  <a16:creationId xmlns:a16="http://schemas.microsoft.com/office/drawing/2014/main" id="{AC10AD6C-322B-B070-A864-43BEE8DC307B}"/>
                </a:ext>
              </a:extLst>
            </p:cNvPr>
            <p:cNvSpPr/>
            <p:nvPr/>
          </p:nvSpPr>
          <p:spPr>
            <a:xfrm>
              <a:off x="2750268"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94" name="Straight Connector 1393">
              <a:extLst>
                <a:ext uri="{FF2B5EF4-FFF2-40B4-BE49-F238E27FC236}">
                  <a16:creationId xmlns:a16="http://schemas.microsoft.com/office/drawing/2014/main" id="{939B1735-82CD-2187-3255-7371F5C4E843}"/>
                </a:ext>
              </a:extLst>
            </p:cNvPr>
            <p:cNvCxnSpPr>
              <a:cxnSpLocks/>
              <a:stCxn id="1393" idx="0"/>
            </p:cNvCxnSpPr>
            <p:nvPr/>
          </p:nvCxnSpPr>
          <p:spPr>
            <a:xfrm flipV="1">
              <a:off x="2755964"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95" name="Straight Connector 1394">
              <a:extLst>
                <a:ext uri="{FF2B5EF4-FFF2-40B4-BE49-F238E27FC236}">
                  <a16:creationId xmlns:a16="http://schemas.microsoft.com/office/drawing/2014/main" id="{87379CE3-1E18-FB77-390A-39AECCC5C348}"/>
                </a:ext>
              </a:extLst>
            </p:cNvPr>
            <p:cNvCxnSpPr>
              <a:cxnSpLocks/>
            </p:cNvCxnSpPr>
            <p:nvPr/>
          </p:nvCxnSpPr>
          <p:spPr>
            <a:xfrm>
              <a:off x="2761683"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20" name="Group 1419">
            <a:extLst>
              <a:ext uri="{FF2B5EF4-FFF2-40B4-BE49-F238E27FC236}">
                <a16:creationId xmlns:a16="http://schemas.microsoft.com/office/drawing/2014/main" id="{E935CAEE-5D26-375B-A942-46F1661D2380}"/>
              </a:ext>
            </a:extLst>
          </p:cNvPr>
          <p:cNvGrpSpPr/>
          <p:nvPr/>
        </p:nvGrpSpPr>
        <p:grpSpPr>
          <a:xfrm>
            <a:off x="431659" y="1532275"/>
            <a:ext cx="721893" cy="610039"/>
            <a:chOff x="431659" y="1532275"/>
            <a:chExt cx="721893" cy="610039"/>
          </a:xfrm>
        </p:grpSpPr>
        <p:sp>
          <p:nvSpPr>
            <p:cNvPr id="1421" name="Rectangle 1420">
              <a:extLst>
                <a:ext uri="{FF2B5EF4-FFF2-40B4-BE49-F238E27FC236}">
                  <a16:creationId xmlns:a16="http://schemas.microsoft.com/office/drawing/2014/main" id="{C4BA98C9-289D-1304-857D-82A0545CA25A}"/>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1422" name="Right Triangle 1421">
              <a:extLst>
                <a:ext uri="{FF2B5EF4-FFF2-40B4-BE49-F238E27FC236}">
                  <a16:creationId xmlns:a16="http://schemas.microsoft.com/office/drawing/2014/main" id="{8C465C41-FB03-BE40-81A5-23732FA6B0DE}"/>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23" name="Group 1422">
              <a:extLst>
                <a:ext uri="{FF2B5EF4-FFF2-40B4-BE49-F238E27FC236}">
                  <a16:creationId xmlns:a16="http://schemas.microsoft.com/office/drawing/2014/main" id="{DC0DD3ED-F9A8-8921-56BF-E9D3844057C4}"/>
                </a:ext>
              </a:extLst>
            </p:cNvPr>
            <p:cNvGrpSpPr/>
            <p:nvPr/>
          </p:nvGrpSpPr>
          <p:grpSpPr>
            <a:xfrm>
              <a:off x="1102941" y="1538369"/>
              <a:ext cx="37817" cy="61390"/>
              <a:chOff x="3883481" y="2057400"/>
              <a:chExt cx="1608363" cy="2652031"/>
            </a:xfrm>
            <a:solidFill>
              <a:srgbClr val="A6A6A6"/>
            </a:solidFill>
          </p:grpSpPr>
          <p:sp>
            <p:nvSpPr>
              <p:cNvPr id="1424" name="Oval 27">
                <a:extLst>
                  <a:ext uri="{FF2B5EF4-FFF2-40B4-BE49-F238E27FC236}">
                    <a16:creationId xmlns:a16="http://schemas.microsoft.com/office/drawing/2014/main" id="{7F75188E-6B9B-BA7A-350B-89A1E3DF389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5" name="Oval 28">
                <a:extLst>
                  <a:ext uri="{FF2B5EF4-FFF2-40B4-BE49-F238E27FC236}">
                    <a16:creationId xmlns:a16="http://schemas.microsoft.com/office/drawing/2014/main" id="{C402F426-8EED-1FE2-F75F-4745D9600B9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26" name="Group 1425">
            <a:extLst>
              <a:ext uri="{FF2B5EF4-FFF2-40B4-BE49-F238E27FC236}">
                <a16:creationId xmlns:a16="http://schemas.microsoft.com/office/drawing/2014/main" id="{7ADE9FBC-7D16-7FAD-A8AF-598C59B3AE6A}"/>
              </a:ext>
            </a:extLst>
          </p:cNvPr>
          <p:cNvGrpSpPr/>
          <p:nvPr/>
        </p:nvGrpSpPr>
        <p:grpSpPr>
          <a:xfrm>
            <a:off x="1268842" y="1532275"/>
            <a:ext cx="721206" cy="610039"/>
            <a:chOff x="1268842" y="1532275"/>
            <a:chExt cx="721206" cy="610039"/>
          </a:xfrm>
        </p:grpSpPr>
        <p:sp>
          <p:nvSpPr>
            <p:cNvPr id="1427" name="Rectangle 1426">
              <a:extLst>
                <a:ext uri="{FF2B5EF4-FFF2-40B4-BE49-F238E27FC236}">
                  <a16:creationId xmlns:a16="http://schemas.microsoft.com/office/drawing/2014/main" id="{A852F6AC-A91B-0796-D7DA-E936226166C0}"/>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1428" name="Right Triangle 1427">
              <a:extLst>
                <a:ext uri="{FF2B5EF4-FFF2-40B4-BE49-F238E27FC236}">
                  <a16:creationId xmlns:a16="http://schemas.microsoft.com/office/drawing/2014/main" id="{F3518BCA-C2FD-3A26-F994-FFC83403BF0A}"/>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29" name="Group 1428">
              <a:extLst>
                <a:ext uri="{FF2B5EF4-FFF2-40B4-BE49-F238E27FC236}">
                  <a16:creationId xmlns:a16="http://schemas.microsoft.com/office/drawing/2014/main" id="{D44AC2E3-2A05-E95A-3AB8-6E6A9C12EF9C}"/>
                </a:ext>
              </a:extLst>
            </p:cNvPr>
            <p:cNvGrpSpPr/>
            <p:nvPr/>
          </p:nvGrpSpPr>
          <p:grpSpPr>
            <a:xfrm>
              <a:off x="1939437" y="1538369"/>
              <a:ext cx="37817" cy="61390"/>
              <a:chOff x="3883481" y="2057400"/>
              <a:chExt cx="1608363" cy="2652031"/>
            </a:xfrm>
            <a:solidFill>
              <a:srgbClr val="A6A6A6"/>
            </a:solidFill>
          </p:grpSpPr>
          <p:sp>
            <p:nvSpPr>
              <p:cNvPr id="1430" name="Oval 27">
                <a:extLst>
                  <a:ext uri="{FF2B5EF4-FFF2-40B4-BE49-F238E27FC236}">
                    <a16:creationId xmlns:a16="http://schemas.microsoft.com/office/drawing/2014/main" id="{A4E7E097-E83B-26FC-3223-D953EADE81B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1" name="Oval 28">
                <a:extLst>
                  <a:ext uri="{FF2B5EF4-FFF2-40B4-BE49-F238E27FC236}">
                    <a16:creationId xmlns:a16="http://schemas.microsoft.com/office/drawing/2014/main" id="{F705AE64-6299-EC97-5717-945D8DE6FDB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32" name="Group 1431">
            <a:extLst>
              <a:ext uri="{FF2B5EF4-FFF2-40B4-BE49-F238E27FC236}">
                <a16:creationId xmlns:a16="http://schemas.microsoft.com/office/drawing/2014/main" id="{ECA3A3B4-7B75-E362-353F-B3A81B0EE9A0}"/>
              </a:ext>
            </a:extLst>
          </p:cNvPr>
          <p:cNvGrpSpPr/>
          <p:nvPr/>
        </p:nvGrpSpPr>
        <p:grpSpPr>
          <a:xfrm>
            <a:off x="431659" y="811556"/>
            <a:ext cx="721206" cy="609701"/>
            <a:chOff x="431659" y="811556"/>
            <a:chExt cx="721206" cy="609701"/>
          </a:xfrm>
        </p:grpSpPr>
        <p:sp>
          <p:nvSpPr>
            <p:cNvPr id="1433" name="Rectangle 1432">
              <a:extLst>
                <a:ext uri="{FF2B5EF4-FFF2-40B4-BE49-F238E27FC236}">
                  <a16:creationId xmlns:a16="http://schemas.microsoft.com/office/drawing/2014/main" id="{1CD28B33-BD34-5518-053D-1BAA01F3B5D4}"/>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1434" name="Right Triangle 1433">
              <a:extLst>
                <a:ext uri="{FF2B5EF4-FFF2-40B4-BE49-F238E27FC236}">
                  <a16:creationId xmlns:a16="http://schemas.microsoft.com/office/drawing/2014/main" id="{9CD484F7-7605-0B9B-443C-87E0FCA658D6}"/>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35" name="Group 1434">
              <a:extLst>
                <a:ext uri="{FF2B5EF4-FFF2-40B4-BE49-F238E27FC236}">
                  <a16:creationId xmlns:a16="http://schemas.microsoft.com/office/drawing/2014/main" id="{A004A6AD-5982-847F-F39D-2471C1F54280}"/>
                </a:ext>
              </a:extLst>
            </p:cNvPr>
            <p:cNvGrpSpPr/>
            <p:nvPr/>
          </p:nvGrpSpPr>
          <p:grpSpPr>
            <a:xfrm>
              <a:off x="1100972" y="819589"/>
              <a:ext cx="37817" cy="61390"/>
              <a:chOff x="3883481" y="2057400"/>
              <a:chExt cx="1608363" cy="2652031"/>
            </a:xfrm>
            <a:solidFill>
              <a:srgbClr val="A6A6A6"/>
            </a:solidFill>
          </p:grpSpPr>
          <p:sp>
            <p:nvSpPr>
              <p:cNvPr id="1436" name="Oval 27">
                <a:extLst>
                  <a:ext uri="{FF2B5EF4-FFF2-40B4-BE49-F238E27FC236}">
                    <a16:creationId xmlns:a16="http://schemas.microsoft.com/office/drawing/2014/main" id="{7612B8CF-CBEF-7023-4C36-8230FCE5626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7" name="Oval 28">
                <a:extLst>
                  <a:ext uri="{FF2B5EF4-FFF2-40B4-BE49-F238E27FC236}">
                    <a16:creationId xmlns:a16="http://schemas.microsoft.com/office/drawing/2014/main" id="{C932C422-6057-B05C-B8CC-D0572E61A73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38" name="Group 1437">
            <a:extLst>
              <a:ext uri="{FF2B5EF4-FFF2-40B4-BE49-F238E27FC236}">
                <a16:creationId xmlns:a16="http://schemas.microsoft.com/office/drawing/2014/main" id="{8FD0EFCE-196D-E94C-E4EA-F2E558154F3E}"/>
              </a:ext>
            </a:extLst>
          </p:cNvPr>
          <p:cNvGrpSpPr/>
          <p:nvPr/>
        </p:nvGrpSpPr>
        <p:grpSpPr>
          <a:xfrm>
            <a:off x="1267284" y="811556"/>
            <a:ext cx="721206" cy="609701"/>
            <a:chOff x="1267284" y="811556"/>
            <a:chExt cx="721206" cy="609701"/>
          </a:xfrm>
        </p:grpSpPr>
        <p:sp>
          <p:nvSpPr>
            <p:cNvPr id="1439" name="Rectangle 1438">
              <a:extLst>
                <a:ext uri="{FF2B5EF4-FFF2-40B4-BE49-F238E27FC236}">
                  <a16:creationId xmlns:a16="http://schemas.microsoft.com/office/drawing/2014/main" id="{6D8C1740-28F9-E45A-B9C4-7C724C585B1B}"/>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1440" name="Right Triangle 1439">
              <a:extLst>
                <a:ext uri="{FF2B5EF4-FFF2-40B4-BE49-F238E27FC236}">
                  <a16:creationId xmlns:a16="http://schemas.microsoft.com/office/drawing/2014/main" id="{BCB6ED47-7315-6C81-8DCA-6AA4204F2352}"/>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41" name="Group 1440">
              <a:extLst>
                <a:ext uri="{FF2B5EF4-FFF2-40B4-BE49-F238E27FC236}">
                  <a16:creationId xmlns:a16="http://schemas.microsoft.com/office/drawing/2014/main" id="{AD3AB0D8-BF61-62B5-58B2-5EBFB8FF8668}"/>
                </a:ext>
              </a:extLst>
            </p:cNvPr>
            <p:cNvGrpSpPr/>
            <p:nvPr/>
          </p:nvGrpSpPr>
          <p:grpSpPr>
            <a:xfrm>
              <a:off x="1937879" y="819589"/>
              <a:ext cx="37817" cy="61390"/>
              <a:chOff x="3883481" y="2057400"/>
              <a:chExt cx="1608363" cy="2652031"/>
            </a:xfrm>
            <a:solidFill>
              <a:srgbClr val="A6A6A6"/>
            </a:solidFill>
          </p:grpSpPr>
          <p:sp>
            <p:nvSpPr>
              <p:cNvPr id="1442" name="Oval 27">
                <a:extLst>
                  <a:ext uri="{FF2B5EF4-FFF2-40B4-BE49-F238E27FC236}">
                    <a16:creationId xmlns:a16="http://schemas.microsoft.com/office/drawing/2014/main" id="{ED822661-56F0-163E-82AB-0A34DFB1EBD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3" name="Oval 28">
                <a:extLst>
                  <a:ext uri="{FF2B5EF4-FFF2-40B4-BE49-F238E27FC236}">
                    <a16:creationId xmlns:a16="http://schemas.microsoft.com/office/drawing/2014/main" id="{84005CA9-5072-77CC-8946-26962D59484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44" name="Group 1443">
            <a:extLst>
              <a:ext uri="{FF2B5EF4-FFF2-40B4-BE49-F238E27FC236}">
                <a16:creationId xmlns:a16="http://schemas.microsoft.com/office/drawing/2014/main" id="{36622FB6-DC84-228C-209F-853AA721130F}"/>
              </a:ext>
            </a:extLst>
          </p:cNvPr>
          <p:cNvGrpSpPr/>
          <p:nvPr/>
        </p:nvGrpSpPr>
        <p:grpSpPr>
          <a:xfrm>
            <a:off x="2099602" y="5136552"/>
            <a:ext cx="721206" cy="609701"/>
            <a:chOff x="2099602" y="5136552"/>
            <a:chExt cx="721206" cy="609701"/>
          </a:xfrm>
        </p:grpSpPr>
        <p:sp>
          <p:nvSpPr>
            <p:cNvPr id="1445" name="Rectangle 1444">
              <a:extLst>
                <a:ext uri="{FF2B5EF4-FFF2-40B4-BE49-F238E27FC236}">
                  <a16:creationId xmlns:a16="http://schemas.microsoft.com/office/drawing/2014/main" id="{5991DCC9-B035-6D4B-22B4-40E3998A3F3E}"/>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1446" name="Right Triangle 1445">
              <a:extLst>
                <a:ext uri="{FF2B5EF4-FFF2-40B4-BE49-F238E27FC236}">
                  <a16:creationId xmlns:a16="http://schemas.microsoft.com/office/drawing/2014/main" id="{646868B2-3F21-5303-C508-D957DAE284A2}"/>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47" name="Group 1446">
              <a:extLst>
                <a:ext uri="{FF2B5EF4-FFF2-40B4-BE49-F238E27FC236}">
                  <a16:creationId xmlns:a16="http://schemas.microsoft.com/office/drawing/2014/main" id="{CBC9BCD3-C825-EC00-EBA1-63A28146C546}"/>
                </a:ext>
              </a:extLst>
            </p:cNvPr>
            <p:cNvGrpSpPr/>
            <p:nvPr/>
          </p:nvGrpSpPr>
          <p:grpSpPr>
            <a:xfrm>
              <a:off x="2765664" y="5151370"/>
              <a:ext cx="37817" cy="61390"/>
              <a:chOff x="3883481" y="2057400"/>
              <a:chExt cx="1608363" cy="2652031"/>
            </a:xfrm>
            <a:solidFill>
              <a:srgbClr val="A6A6A6"/>
            </a:solidFill>
          </p:grpSpPr>
          <p:sp>
            <p:nvSpPr>
              <p:cNvPr id="1448" name="Oval 27">
                <a:extLst>
                  <a:ext uri="{FF2B5EF4-FFF2-40B4-BE49-F238E27FC236}">
                    <a16:creationId xmlns:a16="http://schemas.microsoft.com/office/drawing/2014/main" id="{5940D91D-2902-F97D-585F-5E63ADFA522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9" name="Oval 28">
                <a:extLst>
                  <a:ext uri="{FF2B5EF4-FFF2-40B4-BE49-F238E27FC236}">
                    <a16:creationId xmlns:a16="http://schemas.microsoft.com/office/drawing/2014/main" id="{81707BAC-B334-BE80-82BB-0BFF14CCBD7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6" name="Group 1455">
            <a:extLst>
              <a:ext uri="{FF2B5EF4-FFF2-40B4-BE49-F238E27FC236}">
                <a16:creationId xmlns:a16="http://schemas.microsoft.com/office/drawing/2014/main" id="{4E0B6A14-8766-8B9D-DAA7-D7634E30CBBD}"/>
              </a:ext>
            </a:extLst>
          </p:cNvPr>
          <p:cNvGrpSpPr/>
          <p:nvPr/>
        </p:nvGrpSpPr>
        <p:grpSpPr>
          <a:xfrm>
            <a:off x="2942396" y="3698227"/>
            <a:ext cx="721206" cy="609701"/>
            <a:chOff x="2942396" y="3698227"/>
            <a:chExt cx="721206" cy="609701"/>
          </a:xfrm>
        </p:grpSpPr>
        <p:sp>
          <p:nvSpPr>
            <p:cNvPr id="1457" name="Rectangle 1456">
              <a:extLst>
                <a:ext uri="{FF2B5EF4-FFF2-40B4-BE49-F238E27FC236}">
                  <a16:creationId xmlns:a16="http://schemas.microsoft.com/office/drawing/2014/main" id="{DB814207-8989-1196-BA1F-CA59E26A5901}"/>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1458" name="Right Triangle 1457">
              <a:extLst>
                <a:ext uri="{FF2B5EF4-FFF2-40B4-BE49-F238E27FC236}">
                  <a16:creationId xmlns:a16="http://schemas.microsoft.com/office/drawing/2014/main" id="{C8D065FE-24BF-13BE-E615-2BDCA7BB96EA}"/>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59" name="Group 1458">
              <a:extLst>
                <a:ext uri="{FF2B5EF4-FFF2-40B4-BE49-F238E27FC236}">
                  <a16:creationId xmlns:a16="http://schemas.microsoft.com/office/drawing/2014/main" id="{E664A71D-40A0-F7AC-6082-7CBC6625C22F}"/>
                </a:ext>
              </a:extLst>
            </p:cNvPr>
            <p:cNvGrpSpPr/>
            <p:nvPr/>
          </p:nvGrpSpPr>
          <p:grpSpPr>
            <a:xfrm>
              <a:off x="3607770" y="3713045"/>
              <a:ext cx="37817" cy="61390"/>
              <a:chOff x="3883481" y="2057400"/>
              <a:chExt cx="1608363" cy="2652031"/>
            </a:xfrm>
            <a:solidFill>
              <a:srgbClr val="A6A6A6"/>
            </a:solidFill>
          </p:grpSpPr>
          <p:sp>
            <p:nvSpPr>
              <p:cNvPr id="1460" name="Oval 27">
                <a:extLst>
                  <a:ext uri="{FF2B5EF4-FFF2-40B4-BE49-F238E27FC236}">
                    <a16:creationId xmlns:a16="http://schemas.microsoft.com/office/drawing/2014/main" id="{3724015D-669C-7A3E-0166-67CA6572265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61" name="Oval 28">
                <a:extLst>
                  <a:ext uri="{FF2B5EF4-FFF2-40B4-BE49-F238E27FC236}">
                    <a16:creationId xmlns:a16="http://schemas.microsoft.com/office/drawing/2014/main" id="{B0261607-E7DB-E3DE-C0C5-1620A472E89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76" name="Group 1475">
            <a:extLst>
              <a:ext uri="{FF2B5EF4-FFF2-40B4-BE49-F238E27FC236}">
                <a16:creationId xmlns:a16="http://schemas.microsoft.com/office/drawing/2014/main" id="{5B0B8469-AA40-945F-AD0B-69D9FE3B3CFB}"/>
              </a:ext>
            </a:extLst>
          </p:cNvPr>
          <p:cNvGrpSpPr/>
          <p:nvPr/>
        </p:nvGrpSpPr>
        <p:grpSpPr>
          <a:xfrm>
            <a:off x="4618174" y="5130744"/>
            <a:ext cx="721893" cy="609702"/>
            <a:chOff x="4618174" y="5130744"/>
            <a:chExt cx="721893" cy="609702"/>
          </a:xfrm>
        </p:grpSpPr>
        <p:sp>
          <p:nvSpPr>
            <p:cNvPr id="1477" name="Rectangle 1476">
              <a:hlinkHover r:id="" action="ppaction://noaction" highlightClick="1"/>
              <a:extLst>
                <a:ext uri="{FF2B5EF4-FFF2-40B4-BE49-F238E27FC236}">
                  <a16:creationId xmlns:a16="http://schemas.microsoft.com/office/drawing/2014/main" id="{BEB47E8C-9100-E5A0-15D4-D9C36AB3806F}"/>
                </a:ext>
              </a:extLst>
            </p:cNvPr>
            <p:cNvSpPr/>
            <p:nvPr/>
          </p:nvSpPr>
          <p:spPr>
            <a:xfrm>
              <a:off x="4618174" y="5130746"/>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1478" name="Group 1477">
              <a:extLst>
                <a:ext uri="{FF2B5EF4-FFF2-40B4-BE49-F238E27FC236}">
                  <a16:creationId xmlns:a16="http://schemas.microsoft.com/office/drawing/2014/main" id="{5D46F593-FC37-D8A2-7F0B-325321E126F6}"/>
                </a:ext>
              </a:extLst>
            </p:cNvPr>
            <p:cNvGrpSpPr/>
            <p:nvPr/>
          </p:nvGrpSpPr>
          <p:grpSpPr>
            <a:xfrm>
              <a:off x="5210161" y="5130744"/>
              <a:ext cx="129906" cy="127894"/>
              <a:chOff x="1040599" y="2550516"/>
              <a:chExt cx="157050" cy="157050"/>
            </a:xfrm>
          </p:grpSpPr>
          <p:sp>
            <p:nvSpPr>
              <p:cNvPr id="1479" name="Diamond 1478">
                <a:extLst>
                  <a:ext uri="{FF2B5EF4-FFF2-40B4-BE49-F238E27FC236}">
                    <a16:creationId xmlns:a16="http://schemas.microsoft.com/office/drawing/2014/main" id="{C44D3B58-F3AB-DD5A-D056-61E71FCABFA5}"/>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80" name="Oval 1479">
                <a:extLst>
                  <a:ext uri="{FF2B5EF4-FFF2-40B4-BE49-F238E27FC236}">
                    <a16:creationId xmlns:a16="http://schemas.microsoft.com/office/drawing/2014/main" id="{AB78CD23-1B89-4575-D3C2-A5547A7A3EC1}"/>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81" name="Group 1480">
            <a:extLst>
              <a:ext uri="{FF2B5EF4-FFF2-40B4-BE49-F238E27FC236}">
                <a16:creationId xmlns:a16="http://schemas.microsoft.com/office/drawing/2014/main" id="{8CB6B2C6-2D67-5A6B-D5D0-7D69841AF126}"/>
              </a:ext>
            </a:extLst>
          </p:cNvPr>
          <p:cNvGrpSpPr/>
          <p:nvPr/>
        </p:nvGrpSpPr>
        <p:grpSpPr>
          <a:xfrm>
            <a:off x="8807242" y="811556"/>
            <a:ext cx="721206" cy="609701"/>
            <a:chOff x="8807242" y="811556"/>
            <a:chExt cx="721206" cy="609701"/>
          </a:xfrm>
        </p:grpSpPr>
        <p:sp>
          <p:nvSpPr>
            <p:cNvPr id="1482" name="Rectangle 1481">
              <a:hlinkHover r:id="" action="ppaction://noaction" highlightClick="1"/>
              <a:extLst>
                <a:ext uri="{FF2B5EF4-FFF2-40B4-BE49-F238E27FC236}">
                  <a16:creationId xmlns:a16="http://schemas.microsoft.com/office/drawing/2014/main" id="{B888BFE3-048A-6054-1858-E59B71546C88}"/>
                </a:ext>
              </a:extLst>
            </p:cNvPr>
            <p:cNvSpPr/>
            <p:nvPr/>
          </p:nvSpPr>
          <p:spPr>
            <a:xfrm>
              <a:off x="8807242" y="81155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1483" name="Diamond 1482">
              <a:extLst>
                <a:ext uri="{FF2B5EF4-FFF2-40B4-BE49-F238E27FC236}">
                  <a16:creationId xmlns:a16="http://schemas.microsoft.com/office/drawing/2014/main" id="{02FEBDB6-BA1E-5664-936D-5C6ED16CEF8E}"/>
                </a:ext>
              </a:extLst>
            </p:cNvPr>
            <p:cNvSpPr/>
            <p:nvPr/>
          </p:nvSpPr>
          <p:spPr>
            <a:xfrm>
              <a:off x="9398401" y="81852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84" name="Oval 1483">
              <a:extLst>
                <a:ext uri="{FF2B5EF4-FFF2-40B4-BE49-F238E27FC236}">
                  <a16:creationId xmlns:a16="http://schemas.microsoft.com/office/drawing/2014/main" id="{3B0DD601-A58C-FAAD-225F-F1B3E20754C4}"/>
                </a:ext>
              </a:extLst>
            </p:cNvPr>
            <p:cNvSpPr/>
            <p:nvPr/>
          </p:nvSpPr>
          <p:spPr>
            <a:xfrm>
              <a:off x="9432604" y="85201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 name="Group 1">
            <a:extLst>
              <a:ext uri="{FF2B5EF4-FFF2-40B4-BE49-F238E27FC236}">
                <a16:creationId xmlns:a16="http://schemas.microsoft.com/office/drawing/2014/main" id="{26ED21D2-533B-8C4E-6018-482ABF052811}"/>
              </a:ext>
            </a:extLst>
          </p:cNvPr>
          <p:cNvGrpSpPr/>
          <p:nvPr/>
        </p:nvGrpSpPr>
        <p:grpSpPr>
          <a:xfrm>
            <a:off x="3779087" y="3698226"/>
            <a:ext cx="721206" cy="609701"/>
            <a:chOff x="3779087" y="3698226"/>
            <a:chExt cx="721206" cy="609701"/>
          </a:xfrm>
        </p:grpSpPr>
        <p:sp>
          <p:nvSpPr>
            <p:cNvPr id="3" name="Rectangle 2">
              <a:extLst>
                <a:ext uri="{FF2B5EF4-FFF2-40B4-BE49-F238E27FC236}">
                  <a16:creationId xmlns:a16="http://schemas.microsoft.com/office/drawing/2014/main" id="{C6162BF3-324E-1C53-56E1-8E95DE5A8EBF}"/>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4" name="Right Triangle 3">
              <a:extLst>
                <a:ext uri="{FF2B5EF4-FFF2-40B4-BE49-F238E27FC236}">
                  <a16:creationId xmlns:a16="http://schemas.microsoft.com/office/drawing/2014/main" id="{A1F246B0-175E-B759-6934-9BAE79DC2F4C}"/>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1C315B8C-FBA7-4580-5925-84B3CD5C65D8}"/>
                </a:ext>
              </a:extLst>
            </p:cNvPr>
            <p:cNvGrpSpPr/>
            <p:nvPr/>
          </p:nvGrpSpPr>
          <p:grpSpPr>
            <a:xfrm>
              <a:off x="4448513" y="3706747"/>
              <a:ext cx="37817" cy="61390"/>
              <a:chOff x="3883481" y="2057400"/>
              <a:chExt cx="1608363" cy="2652031"/>
            </a:xfrm>
            <a:solidFill>
              <a:srgbClr val="A6A6A6">
                <a:alpha val="20000"/>
              </a:srgbClr>
            </a:solidFill>
          </p:grpSpPr>
          <p:sp>
            <p:nvSpPr>
              <p:cNvPr id="6" name="Oval 27">
                <a:extLst>
                  <a:ext uri="{FF2B5EF4-FFF2-40B4-BE49-F238E27FC236}">
                    <a16:creationId xmlns:a16="http://schemas.microsoft.com/office/drawing/2014/main" id="{606A5C70-419B-8A77-5A6E-2AAE2E8ADCB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 name="Oval 28">
                <a:extLst>
                  <a:ext uri="{FF2B5EF4-FFF2-40B4-BE49-F238E27FC236}">
                    <a16:creationId xmlns:a16="http://schemas.microsoft.com/office/drawing/2014/main" id="{A38F3409-8E66-59A5-42E5-73EDBC5E615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 name="Group 7">
            <a:extLst>
              <a:ext uri="{FF2B5EF4-FFF2-40B4-BE49-F238E27FC236}">
                <a16:creationId xmlns:a16="http://schemas.microsoft.com/office/drawing/2014/main" id="{82A7924D-5194-0808-4BDF-8C8E8BCEB78D}"/>
              </a:ext>
            </a:extLst>
          </p:cNvPr>
          <p:cNvGrpSpPr/>
          <p:nvPr/>
        </p:nvGrpSpPr>
        <p:grpSpPr>
          <a:xfrm>
            <a:off x="4615774" y="3698231"/>
            <a:ext cx="721206" cy="609701"/>
            <a:chOff x="4615774" y="3698231"/>
            <a:chExt cx="721206" cy="609701"/>
          </a:xfrm>
        </p:grpSpPr>
        <p:sp>
          <p:nvSpPr>
            <p:cNvPr id="9" name="Rectangle 8">
              <a:hlinkHover r:id="" action="ppaction://noaction" highlightClick="1"/>
              <a:extLst>
                <a:ext uri="{FF2B5EF4-FFF2-40B4-BE49-F238E27FC236}">
                  <a16:creationId xmlns:a16="http://schemas.microsoft.com/office/drawing/2014/main" id="{56908C98-0162-1968-1F1C-A45F92D569DC}"/>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0" name="Oval 9">
              <a:extLst>
                <a:ext uri="{FF2B5EF4-FFF2-40B4-BE49-F238E27FC236}">
                  <a16:creationId xmlns:a16="http://schemas.microsoft.com/office/drawing/2014/main" id="{95FD3CBD-06C2-480C-742E-FEED4172B62A}"/>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 name="Isosceles Triangle 648">
              <a:extLst>
                <a:ext uri="{FF2B5EF4-FFF2-40B4-BE49-F238E27FC236}">
                  <a16:creationId xmlns:a16="http://schemas.microsoft.com/office/drawing/2014/main" id="{BD92AF0C-D22E-898E-66C0-388A20E576C4}"/>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B638E154-14D6-4660-202A-9756C3896AA1}"/>
              </a:ext>
            </a:extLst>
          </p:cNvPr>
          <p:cNvGrpSpPr/>
          <p:nvPr/>
        </p:nvGrpSpPr>
        <p:grpSpPr>
          <a:xfrm>
            <a:off x="2100392" y="4419620"/>
            <a:ext cx="721206" cy="609701"/>
            <a:chOff x="2100392" y="4419620"/>
            <a:chExt cx="721206" cy="609701"/>
          </a:xfrm>
        </p:grpSpPr>
        <p:sp>
          <p:nvSpPr>
            <p:cNvPr id="17" name="Rectangle 16">
              <a:extLst>
                <a:ext uri="{FF2B5EF4-FFF2-40B4-BE49-F238E27FC236}">
                  <a16:creationId xmlns:a16="http://schemas.microsoft.com/office/drawing/2014/main" id="{4733C6D1-F8D7-E910-A366-AA52AEF63364}"/>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18" name="Right Triangle 17">
              <a:extLst>
                <a:ext uri="{FF2B5EF4-FFF2-40B4-BE49-F238E27FC236}">
                  <a16:creationId xmlns:a16="http://schemas.microsoft.com/office/drawing/2014/main" id="{D0179B3B-6D28-80DA-5B3A-A985F6ADFC14}"/>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67A5C8B6-0DB1-3259-4764-1F8969EB0790}"/>
                </a:ext>
              </a:extLst>
            </p:cNvPr>
            <p:cNvGrpSpPr/>
            <p:nvPr/>
          </p:nvGrpSpPr>
          <p:grpSpPr>
            <a:xfrm>
              <a:off x="2769856" y="4434450"/>
              <a:ext cx="37817" cy="61390"/>
              <a:chOff x="3883481" y="2057400"/>
              <a:chExt cx="1608363" cy="2652031"/>
            </a:xfrm>
            <a:solidFill>
              <a:srgbClr val="A6A6A6">
                <a:alpha val="20000"/>
              </a:srgbClr>
            </a:solidFill>
          </p:grpSpPr>
          <p:sp>
            <p:nvSpPr>
              <p:cNvPr id="20" name="Oval 27">
                <a:extLst>
                  <a:ext uri="{FF2B5EF4-FFF2-40B4-BE49-F238E27FC236}">
                    <a16:creationId xmlns:a16="http://schemas.microsoft.com/office/drawing/2014/main" id="{7274DB5B-A9DB-9CE4-DFE7-AFE2B9F7312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 name="Oval 28">
                <a:extLst>
                  <a:ext uri="{FF2B5EF4-FFF2-40B4-BE49-F238E27FC236}">
                    <a16:creationId xmlns:a16="http://schemas.microsoft.com/office/drawing/2014/main" id="{CBD03C41-1769-D6AF-1EB3-AE68421820D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2" name="Group 21">
            <a:extLst>
              <a:ext uri="{FF2B5EF4-FFF2-40B4-BE49-F238E27FC236}">
                <a16:creationId xmlns:a16="http://schemas.microsoft.com/office/drawing/2014/main" id="{EE34D9BD-73F9-9D30-B59A-5DC8903EAF57}"/>
              </a:ext>
            </a:extLst>
          </p:cNvPr>
          <p:cNvGrpSpPr/>
          <p:nvPr/>
        </p:nvGrpSpPr>
        <p:grpSpPr>
          <a:xfrm>
            <a:off x="8807242" y="1532276"/>
            <a:ext cx="721206" cy="609701"/>
            <a:chOff x="8807242" y="1532276"/>
            <a:chExt cx="721206" cy="609701"/>
          </a:xfrm>
        </p:grpSpPr>
        <p:sp>
          <p:nvSpPr>
            <p:cNvPr id="23" name="Rectangle 22">
              <a:hlinkHover r:id="" action="ppaction://noaction" highlightClick="1"/>
              <a:extLst>
                <a:ext uri="{FF2B5EF4-FFF2-40B4-BE49-F238E27FC236}">
                  <a16:creationId xmlns:a16="http://schemas.microsoft.com/office/drawing/2014/main" id="{24E03612-A139-110C-1AAD-D57F9C907E0E}"/>
                </a:ext>
              </a:extLst>
            </p:cNvPr>
            <p:cNvSpPr/>
            <p:nvPr/>
          </p:nvSpPr>
          <p:spPr>
            <a:xfrm>
              <a:off x="8807242"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24" name="Oval 23">
              <a:extLst>
                <a:ext uri="{FF2B5EF4-FFF2-40B4-BE49-F238E27FC236}">
                  <a16:creationId xmlns:a16="http://schemas.microsoft.com/office/drawing/2014/main" id="{0CD46B7B-5A37-C2EE-C147-255FF6D16C34}"/>
                </a:ext>
              </a:extLst>
            </p:cNvPr>
            <p:cNvSpPr/>
            <p:nvPr/>
          </p:nvSpPr>
          <p:spPr>
            <a:xfrm>
              <a:off x="9387205" y="154139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Isosceles Triangle 648">
              <a:extLst>
                <a:ext uri="{FF2B5EF4-FFF2-40B4-BE49-F238E27FC236}">
                  <a16:creationId xmlns:a16="http://schemas.microsoft.com/office/drawing/2014/main" id="{21D3B3F0-9E63-5576-D256-EF43E5DC7EF4}"/>
                </a:ext>
              </a:extLst>
            </p:cNvPr>
            <p:cNvSpPr/>
            <p:nvPr/>
          </p:nvSpPr>
          <p:spPr>
            <a:xfrm>
              <a:off x="9417330" y="155491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8" name="Group 27">
            <a:extLst>
              <a:ext uri="{FF2B5EF4-FFF2-40B4-BE49-F238E27FC236}">
                <a16:creationId xmlns:a16="http://schemas.microsoft.com/office/drawing/2014/main" id="{7C5A6DBA-9D5A-E7F9-312F-9FCB776C235B}"/>
              </a:ext>
            </a:extLst>
          </p:cNvPr>
          <p:cNvGrpSpPr/>
          <p:nvPr/>
        </p:nvGrpSpPr>
        <p:grpSpPr>
          <a:xfrm>
            <a:off x="3776511" y="2974054"/>
            <a:ext cx="724141" cy="609701"/>
            <a:chOff x="3776511" y="2974054"/>
            <a:chExt cx="724141" cy="609701"/>
          </a:xfrm>
        </p:grpSpPr>
        <p:sp>
          <p:nvSpPr>
            <p:cNvPr id="29" name="Rectangle 28">
              <a:extLst>
                <a:ext uri="{FF2B5EF4-FFF2-40B4-BE49-F238E27FC236}">
                  <a16:creationId xmlns:a16="http://schemas.microsoft.com/office/drawing/2014/main" id="{AA9C5366-7296-706B-38E0-7A51DB2E101A}"/>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30" name="Right Triangle 29">
              <a:extLst>
                <a:ext uri="{FF2B5EF4-FFF2-40B4-BE49-F238E27FC236}">
                  <a16:creationId xmlns:a16="http://schemas.microsoft.com/office/drawing/2014/main" id="{87862A74-12B1-2344-8D51-E9E87A4D9113}"/>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DA9DBDB9-055A-3BC7-ACAB-4D4AE113A80A}"/>
                </a:ext>
              </a:extLst>
            </p:cNvPr>
            <p:cNvGrpSpPr/>
            <p:nvPr/>
          </p:nvGrpSpPr>
          <p:grpSpPr>
            <a:xfrm>
              <a:off x="4450041" y="2982563"/>
              <a:ext cx="37817" cy="61390"/>
              <a:chOff x="3883481" y="2057400"/>
              <a:chExt cx="1608363" cy="2652031"/>
            </a:xfrm>
            <a:solidFill>
              <a:srgbClr val="A6A6A6"/>
            </a:solidFill>
          </p:grpSpPr>
          <p:sp>
            <p:nvSpPr>
              <p:cNvPr id="34" name="Oval 27">
                <a:extLst>
                  <a:ext uri="{FF2B5EF4-FFF2-40B4-BE49-F238E27FC236}">
                    <a16:creationId xmlns:a16="http://schemas.microsoft.com/office/drawing/2014/main" id="{722535DA-F3FB-2917-D8CC-00D27410455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 name="Oval 28">
                <a:extLst>
                  <a:ext uri="{FF2B5EF4-FFF2-40B4-BE49-F238E27FC236}">
                    <a16:creationId xmlns:a16="http://schemas.microsoft.com/office/drawing/2014/main" id="{28D579E3-ABD8-2169-D15F-72300F9F103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6" name="Group 75">
            <a:extLst>
              <a:ext uri="{FF2B5EF4-FFF2-40B4-BE49-F238E27FC236}">
                <a16:creationId xmlns:a16="http://schemas.microsoft.com/office/drawing/2014/main" id="{ACA39285-7DE4-E8D7-DE6B-96E804DEE25B}"/>
              </a:ext>
            </a:extLst>
          </p:cNvPr>
          <p:cNvGrpSpPr/>
          <p:nvPr/>
        </p:nvGrpSpPr>
        <p:grpSpPr>
          <a:xfrm>
            <a:off x="11356242" y="1508829"/>
            <a:ext cx="721206" cy="609701"/>
            <a:chOff x="11356242" y="1532276"/>
            <a:chExt cx="721206" cy="609701"/>
          </a:xfrm>
        </p:grpSpPr>
        <p:sp>
          <p:nvSpPr>
            <p:cNvPr id="77" name="Rectangle 76">
              <a:hlinkHover r:id="" action="ppaction://noaction" highlightClick="1"/>
              <a:extLst>
                <a:ext uri="{FF2B5EF4-FFF2-40B4-BE49-F238E27FC236}">
                  <a16:creationId xmlns:a16="http://schemas.microsoft.com/office/drawing/2014/main" id="{9B6F8400-080D-8055-93C9-BB78CEA41111}"/>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78" name="Oval 77">
              <a:extLst>
                <a:ext uri="{FF2B5EF4-FFF2-40B4-BE49-F238E27FC236}">
                  <a16:creationId xmlns:a16="http://schemas.microsoft.com/office/drawing/2014/main" id="{12A99BCA-A97F-46B9-B75A-AE31663D24B3}"/>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 name="Isosceles Triangle 648">
              <a:extLst>
                <a:ext uri="{FF2B5EF4-FFF2-40B4-BE49-F238E27FC236}">
                  <a16:creationId xmlns:a16="http://schemas.microsoft.com/office/drawing/2014/main" id="{582C5369-695C-DCAA-CE1E-E20710D29842}"/>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 name="Group 92">
            <a:extLst>
              <a:ext uri="{FF2B5EF4-FFF2-40B4-BE49-F238E27FC236}">
                <a16:creationId xmlns:a16="http://schemas.microsoft.com/office/drawing/2014/main" id="{7679139B-6DF5-2307-70C2-59F5ED3F8E25}"/>
              </a:ext>
            </a:extLst>
          </p:cNvPr>
          <p:cNvGrpSpPr/>
          <p:nvPr/>
        </p:nvGrpSpPr>
        <p:grpSpPr>
          <a:xfrm>
            <a:off x="7905566" y="751337"/>
            <a:ext cx="3396155" cy="4999377"/>
            <a:chOff x="7905566" y="751337"/>
            <a:chExt cx="3396155" cy="4999377"/>
          </a:xfrm>
        </p:grpSpPr>
        <p:cxnSp>
          <p:nvCxnSpPr>
            <p:cNvPr id="95" name="Straight Connector 94">
              <a:extLst>
                <a:ext uri="{FF2B5EF4-FFF2-40B4-BE49-F238E27FC236}">
                  <a16:creationId xmlns:a16="http://schemas.microsoft.com/office/drawing/2014/main" id="{AC420123-8AB6-C1D1-8C2E-8DDF7E93B4C8}"/>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91489CB2-EB95-89A9-604D-72398619CF40}"/>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B436CCD4-8B27-CB0C-F42D-3ABAF7CACA4B}"/>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9363A11F-D894-BC8D-B9AB-EA56D65D5081}"/>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764D3A8F-C176-FD12-775B-4B4BCC215584}"/>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B6AAD555-702E-94DD-992F-3A0D317E7756}"/>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651D4941-658B-6C86-6DAE-07F7D7CE87D8}"/>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03" name="Straight Connector 102">
            <a:extLst>
              <a:ext uri="{FF2B5EF4-FFF2-40B4-BE49-F238E27FC236}">
                <a16:creationId xmlns:a16="http://schemas.microsoft.com/office/drawing/2014/main" id="{EA9F8373-E993-8640-BD4F-9D4E2254BA41}"/>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04" name="Group 103">
            <a:extLst>
              <a:ext uri="{FF2B5EF4-FFF2-40B4-BE49-F238E27FC236}">
                <a16:creationId xmlns:a16="http://schemas.microsoft.com/office/drawing/2014/main" id="{AB445F7D-1868-D49F-726A-33884387D6D2}"/>
              </a:ext>
            </a:extLst>
          </p:cNvPr>
          <p:cNvGrpSpPr/>
          <p:nvPr/>
        </p:nvGrpSpPr>
        <p:grpSpPr>
          <a:xfrm>
            <a:off x="4605608" y="811556"/>
            <a:ext cx="722055" cy="609701"/>
            <a:chOff x="4605608" y="811556"/>
            <a:chExt cx="722055" cy="609701"/>
          </a:xfrm>
        </p:grpSpPr>
        <p:sp>
          <p:nvSpPr>
            <p:cNvPr id="105" name="Rectangle 104">
              <a:extLst>
                <a:ext uri="{FF2B5EF4-FFF2-40B4-BE49-F238E27FC236}">
                  <a16:creationId xmlns:a16="http://schemas.microsoft.com/office/drawing/2014/main" id="{49507590-EB8A-786D-314C-D8566AD441FD}"/>
                </a:ext>
              </a:extLst>
            </p:cNvPr>
            <p:cNvSpPr/>
            <p:nvPr/>
          </p:nvSpPr>
          <p:spPr>
            <a:xfrm>
              <a:off x="4605608" y="811556"/>
              <a:ext cx="721203"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6" name="Rectangle 105">
              <a:extLst>
                <a:ext uri="{FF2B5EF4-FFF2-40B4-BE49-F238E27FC236}">
                  <a16:creationId xmlns:a16="http://schemas.microsoft.com/office/drawing/2014/main" id="{8907EB1C-2818-5F36-132D-1A8347513711}"/>
                </a:ext>
              </a:extLst>
            </p:cNvPr>
            <p:cNvSpPr/>
            <p:nvPr/>
          </p:nvSpPr>
          <p:spPr>
            <a:xfrm flipV="1">
              <a:off x="5227471"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 name="Oval 15">
              <a:extLst>
                <a:ext uri="{FF2B5EF4-FFF2-40B4-BE49-F238E27FC236}">
                  <a16:creationId xmlns:a16="http://schemas.microsoft.com/office/drawing/2014/main" id="{A2113BBA-33AE-5C75-5E0B-B6A6BA655947}"/>
                </a:ext>
              </a:extLst>
            </p:cNvPr>
            <p:cNvSpPr/>
            <p:nvPr/>
          </p:nvSpPr>
          <p:spPr>
            <a:xfrm>
              <a:off x="5254860"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8" name="Straight Connector 107">
              <a:extLst>
                <a:ext uri="{FF2B5EF4-FFF2-40B4-BE49-F238E27FC236}">
                  <a16:creationId xmlns:a16="http://schemas.microsoft.com/office/drawing/2014/main" id="{E004E415-1CDD-C389-8AD6-8E8D275255AD}"/>
                </a:ext>
              </a:extLst>
            </p:cNvPr>
            <p:cNvCxnSpPr>
              <a:cxnSpLocks/>
              <a:stCxn id="107" idx="0"/>
            </p:cNvCxnSpPr>
            <p:nvPr/>
          </p:nvCxnSpPr>
          <p:spPr>
            <a:xfrm flipV="1">
              <a:off x="5260557"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9" name="Straight Connector 108">
              <a:extLst>
                <a:ext uri="{FF2B5EF4-FFF2-40B4-BE49-F238E27FC236}">
                  <a16:creationId xmlns:a16="http://schemas.microsoft.com/office/drawing/2014/main" id="{7A18A88C-0B23-2446-2BA3-D052E3ABFDAA}"/>
                </a:ext>
              </a:extLst>
            </p:cNvPr>
            <p:cNvCxnSpPr>
              <a:cxnSpLocks/>
            </p:cNvCxnSpPr>
            <p:nvPr/>
          </p:nvCxnSpPr>
          <p:spPr>
            <a:xfrm>
              <a:off x="5266276"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0" name="Group 109">
            <a:extLst>
              <a:ext uri="{FF2B5EF4-FFF2-40B4-BE49-F238E27FC236}">
                <a16:creationId xmlns:a16="http://schemas.microsoft.com/office/drawing/2014/main" id="{6C091D46-F3F1-5E96-2365-76CD7F126D41}"/>
              </a:ext>
            </a:extLst>
          </p:cNvPr>
          <p:cNvGrpSpPr/>
          <p:nvPr/>
        </p:nvGrpSpPr>
        <p:grpSpPr>
          <a:xfrm>
            <a:off x="10506599" y="811556"/>
            <a:ext cx="721206" cy="609701"/>
            <a:chOff x="10506599" y="811556"/>
            <a:chExt cx="721206" cy="609701"/>
          </a:xfrm>
        </p:grpSpPr>
        <p:sp>
          <p:nvSpPr>
            <p:cNvPr id="111" name="Rectangle 110">
              <a:extLst>
                <a:ext uri="{FF2B5EF4-FFF2-40B4-BE49-F238E27FC236}">
                  <a16:creationId xmlns:a16="http://schemas.microsoft.com/office/drawing/2014/main" id="{FA804E08-9A0D-1819-F823-211F11EC44D5}"/>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12" name="Rectangle 111">
              <a:extLst>
                <a:ext uri="{FF2B5EF4-FFF2-40B4-BE49-F238E27FC236}">
                  <a16:creationId xmlns:a16="http://schemas.microsoft.com/office/drawing/2014/main" id="{E4A3D4A3-0B23-CBE8-EE42-D091A76C7722}"/>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 name="Oval 15">
              <a:extLst>
                <a:ext uri="{FF2B5EF4-FFF2-40B4-BE49-F238E27FC236}">
                  <a16:creationId xmlns:a16="http://schemas.microsoft.com/office/drawing/2014/main" id="{8CA4954C-F0D1-4228-C760-9FA6E1CAE9C9}"/>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4" name="Straight Connector 113">
              <a:extLst>
                <a:ext uri="{FF2B5EF4-FFF2-40B4-BE49-F238E27FC236}">
                  <a16:creationId xmlns:a16="http://schemas.microsoft.com/office/drawing/2014/main" id="{65D6BF7A-4F87-5076-2E54-B20A1D9AEE64}"/>
                </a:ext>
              </a:extLst>
            </p:cNvPr>
            <p:cNvCxnSpPr>
              <a:cxnSpLocks/>
              <a:stCxn id="113"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5" name="Straight Connector 114">
              <a:extLst>
                <a:ext uri="{FF2B5EF4-FFF2-40B4-BE49-F238E27FC236}">
                  <a16:creationId xmlns:a16="http://schemas.microsoft.com/office/drawing/2014/main" id="{2ED19226-CDCA-2B82-683B-83AC275EAC07}"/>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6" name="Group 115">
            <a:extLst>
              <a:ext uri="{FF2B5EF4-FFF2-40B4-BE49-F238E27FC236}">
                <a16:creationId xmlns:a16="http://schemas.microsoft.com/office/drawing/2014/main" id="{A593C804-5497-0EE8-0C58-6C64866F2EE1}"/>
              </a:ext>
            </a:extLst>
          </p:cNvPr>
          <p:cNvGrpSpPr/>
          <p:nvPr/>
        </p:nvGrpSpPr>
        <p:grpSpPr>
          <a:xfrm>
            <a:off x="7113074" y="816139"/>
            <a:ext cx="721206" cy="609701"/>
            <a:chOff x="7957576" y="811556"/>
            <a:chExt cx="721206" cy="609701"/>
          </a:xfrm>
        </p:grpSpPr>
        <p:sp>
          <p:nvSpPr>
            <p:cNvPr id="117" name="Rectangle 116">
              <a:extLst>
                <a:ext uri="{FF2B5EF4-FFF2-40B4-BE49-F238E27FC236}">
                  <a16:creationId xmlns:a16="http://schemas.microsoft.com/office/drawing/2014/main" id="{2A631D05-BA52-6700-CBA7-8CD524A00CFD}"/>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18" name="Rectangle 117">
              <a:extLst>
                <a:ext uri="{FF2B5EF4-FFF2-40B4-BE49-F238E27FC236}">
                  <a16:creationId xmlns:a16="http://schemas.microsoft.com/office/drawing/2014/main" id="{33712FA6-A6C8-C2A4-91D4-B31D4B3B443A}"/>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Oval 15">
              <a:extLst>
                <a:ext uri="{FF2B5EF4-FFF2-40B4-BE49-F238E27FC236}">
                  <a16:creationId xmlns:a16="http://schemas.microsoft.com/office/drawing/2014/main" id="{89AD91C0-A082-F563-2143-031B32C125BD}"/>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0" name="Straight Connector 119">
              <a:extLst>
                <a:ext uri="{FF2B5EF4-FFF2-40B4-BE49-F238E27FC236}">
                  <a16:creationId xmlns:a16="http://schemas.microsoft.com/office/drawing/2014/main" id="{ED3171BD-D599-09ED-E841-17BFEF120290}"/>
                </a:ext>
              </a:extLst>
            </p:cNvPr>
            <p:cNvCxnSpPr>
              <a:cxnSpLocks/>
              <a:stCxn id="119"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1" name="Straight Connector 120">
              <a:extLst>
                <a:ext uri="{FF2B5EF4-FFF2-40B4-BE49-F238E27FC236}">
                  <a16:creationId xmlns:a16="http://schemas.microsoft.com/office/drawing/2014/main" id="{9C24FCBF-6B43-5367-79D7-E93EA105A861}"/>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2" name="Group 121">
            <a:extLst>
              <a:ext uri="{FF2B5EF4-FFF2-40B4-BE49-F238E27FC236}">
                <a16:creationId xmlns:a16="http://schemas.microsoft.com/office/drawing/2014/main" id="{B94F2512-57A9-597A-2E00-C77BDFBDFA3F}"/>
              </a:ext>
            </a:extLst>
          </p:cNvPr>
          <p:cNvGrpSpPr/>
          <p:nvPr/>
        </p:nvGrpSpPr>
        <p:grpSpPr>
          <a:xfrm>
            <a:off x="9651394" y="811173"/>
            <a:ext cx="721206" cy="609701"/>
            <a:chOff x="9657972" y="90836"/>
            <a:chExt cx="721206" cy="609701"/>
          </a:xfrm>
        </p:grpSpPr>
        <p:sp>
          <p:nvSpPr>
            <p:cNvPr id="123" name="Rectangle 122">
              <a:hlinkHover r:id="" action="ppaction://noaction" highlightClick="1"/>
              <a:extLst>
                <a:ext uri="{FF2B5EF4-FFF2-40B4-BE49-F238E27FC236}">
                  <a16:creationId xmlns:a16="http://schemas.microsoft.com/office/drawing/2014/main" id="{CF01696B-24DC-F7D9-DEA5-D3CD8E8955D5}"/>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24" name="Diamond 123">
              <a:extLst>
                <a:ext uri="{FF2B5EF4-FFF2-40B4-BE49-F238E27FC236}">
                  <a16:creationId xmlns:a16="http://schemas.microsoft.com/office/drawing/2014/main" id="{10A09B58-7256-7677-4F9A-6EECBBA192AD}"/>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5" name="Oval 124">
              <a:extLst>
                <a:ext uri="{FF2B5EF4-FFF2-40B4-BE49-F238E27FC236}">
                  <a16:creationId xmlns:a16="http://schemas.microsoft.com/office/drawing/2014/main" id="{99B99656-2DA6-3B07-2A01-2A5505BDEAD0}"/>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6" name="Group 125">
            <a:extLst>
              <a:ext uri="{FF2B5EF4-FFF2-40B4-BE49-F238E27FC236}">
                <a16:creationId xmlns:a16="http://schemas.microsoft.com/office/drawing/2014/main" id="{96F3C7EB-0B8A-45BF-9301-5C941C8C905D}"/>
              </a:ext>
            </a:extLst>
          </p:cNvPr>
          <p:cNvGrpSpPr/>
          <p:nvPr/>
        </p:nvGrpSpPr>
        <p:grpSpPr>
          <a:xfrm>
            <a:off x="10520479" y="90836"/>
            <a:ext cx="721206" cy="609701"/>
            <a:chOff x="10520479" y="90836"/>
            <a:chExt cx="721206" cy="609701"/>
          </a:xfrm>
        </p:grpSpPr>
        <p:sp>
          <p:nvSpPr>
            <p:cNvPr id="127" name="Rectangle 126">
              <a:hlinkHover r:id="" action="ppaction://noaction" highlightClick="1"/>
              <a:extLst>
                <a:ext uri="{FF2B5EF4-FFF2-40B4-BE49-F238E27FC236}">
                  <a16:creationId xmlns:a16="http://schemas.microsoft.com/office/drawing/2014/main" id="{23722951-47C6-CAE9-7378-59A861CAE922}"/>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28" name="Oval 127">
              <a:extLst>
                <a:ext uri="{FF2B5EF4-FFF2-40B4-BE49-F238E27FC236}">
                  <a16:creationId xmlns:a16="http://schemas.microsoft.com/office/drawing/2014/main" id="{AC260E67-AC17-8E74-CE43-B881B956A28F}"/>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 name="Isosceles Triangle 648">
              <a:extLst>
                <a:ext uri="{FF2B5EF4-FFF2-40B4-BE49-F238E27FC236}">
                  <a16:creationId xmlns:a16="http://schemas.microsoft.com/office/drawing/2014/main" id="{6A015D7B-A8B0-2D7A-8964-5379DC37628B}"/>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1" name="Group 130">
            <a:extLst>
              <a:ext uri="{FF2B5EF4-FFF2-40B4-BE49-F238E27FC236}">
                <a16:creationId xmlns:a16="http://schemas.microsoft.com/office/drawing/2014/main" id="{27640E39-C1D3-14E8-952B-FEC62249FADB}"/>
              </a:ext>
            </a:extLst>
          </p:cNvPr>
          <p:cNvGrpSpPr/>
          <p:nvPr/>
        </p:nvGrpSpPr>
        <p:grpSpPr>
          <a:xfrm>
            <a:off x="10508723" y="1536662"/>
            <a:ext cx="721206" cy="609701"/>
            <a:chOff x="11356242" y="1532276"/>
            <a:chExt cx="721206" cy="609701"/>
          </a:xfrm>
        </p:grpSpPr>
        <p:sp>
          <p:nvSpPr>
            <p:cNvPr id="132" name="Rectangle 131">
              <a:hlinkHover r:id="" action="ppaction://noaction" highlightClick="1"/>
              <a:extLst>
                <a:ext uri="{FF2B5EF4-FFF2-40B4-BE49-F238E27FC236}">
                  <a16:creationId xmlns:a16="http://schemas.microsoft.com/office/drawing/2014/main" id="{F341F005-B1BB-8AAB-6600-4615A626F8DA}"/>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33" name="Oval 132">
              <a:extLst>
                <a:ext uri="{FF2B5EF4-FFF2-40B4-BE49-F238E27FC236}">
                  <a16:creationId xmlns:a16="http://schemas.microsoft.com/office/drawing/2014/main" id="{D5819B85-61F1-5A37-47F2-D3887EB530A0}"/>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4" name="Isosceles Triangle 648">
              <a:extLst>
                <a:ext uri="{FF2B5EF4-FFF2-40B4-BE49-F238E27FC236}">
                  <a16:creationId xmlns:a16="http://schemas.microsoft.com/office/drawing/2014/main" id="{652F9110-F39E-F84C-1567-BBBB474E621A}"/>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5" name="Group 134">
            <a:extLst>
              <a:ext uri="{FF2B5EF4-FFF2-40B4-BE49-F238E27FC236}">
                <a16:creationId xmlns:a16="http://schemas.microsoft.com/office/drawing/2014/main" id="{8C7ADB1D-CB5E-9ACC-F22B-A928FF962C9C}"/>
              </a:ext>
            </a:extLst>
          </p:cNvPr>
          <p:cNvGrpSpPr/>
          <p:nvPr/>
        </p:nvGrpSpPr>
        <p:grpSpPr>
          <a:xfrm>
            <a:off x="7957576" y="2253333"/>
            <a:ext cx="721206" cy="609701"/>
            <a:chOff x="7957576" y="2253333"/>
            <a:chExt cx="721206" cy="609701"/>
          </a:xfrm>
        </p:grpSpPr>
        <p:sp>
          <p:nvSpPr>
            <p:cNvPr id="136" name="Rectangle 135">
              <a:extLst>
                <a:ext uri="{FF2B5EF4-FFF2-40B4-BE49-F238E27FC236}">
                  <a16:creationId xmlns:a16="http://schemas.microsoft.com/office/drawing/2014/main" id="{8E7CAD01-8636-E109-BBC4-FE4FBE5CEABE}"/>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137" name="Right Triangle 136">
              <a:extLst>
                <a:ext uri="{FF2B5EF4-FFF2-40B4-BE49-F238E27FC236}">
                  <a16:creationId xmlns:a16="http://schemas.microsoft.com/office/drawing/2014/main" id="{4118EE58-B73D-EEA5-9AC7-70E91A3FB621}"/>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8" name="Group 137">
              <a:extLst>
                <a:ext uri="{FF2B5EF4-FFF2-40B4-BE49-F238E27FC236}">
                  <a16:creationId xmlns:a16="http://schemas.microsoft.com/office/drawing/2014/main" id="{5ED78D2B-CDCE-22E7-4D13-7034AEA6C6F6}"/>
                </a:ext>
              </a:extLst>
            </p:cNvPr>
            <p:cNvGrpSpPr/>
            <p:nvPr/>
          </p:nvGrpSpPr>
          <p:grpSpPr>
            <a:xfrm>
              <a:off x="8621953" y="2262661"/>
              <a:ext cx="37817" cy="61390"/>
              <a:chOff x="3883481" y="2057400"/>
              <a:chExt cx="1608363" cy="2652031"/>
            </a:xfrm>
            <a:solidFill>
              <a:srgbClr val="A6A6A6"/>
            </a:solidFill>
          </p:grpSpPr>
          <p:sp>
            <p:nvSpPr>
              <p:cNvPr id="139" name="Oval 27">
                <a:extLst>
                  <a:ext uri="{FF2B5EF4-FFF2-40B4-BE49-F238E27FC236}">
                    <a16:creationId xmlns:a16="http://schemas.microsoft.com/office/drawing/2014/main" id="{27097EA1-7D1D-D4CD-1B51-7262A8DC34F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 name="Oval 28">
                <a:extLst>
                  <a:ext uri="{FF2B5EF4-FFF2-40B4-BE49-F238E27FC236}">
                    <a16:creationId xmlns:a16="http://schemas.microsoft.com/office/drawing/2014/main" id="{31A3D1D0-F200-FAE7-CA50-EC848E60574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1" name="Group 140">
            <a:extLst>
              <a:ext uri="{FF2B5EF4-FFF2-40B4-BE49-F238E27FC236}">
                <a16:creationId xmlns:a16="http://schemas.microsoft.com/office/drawing/2014/main" id="{D4B6BE6B-AEA2-E947-D79A-E2AFE6901571}"/>
              </a:ext>
            </a:extLst>
          </p:cNvPr>
          <p:cNvGrpSpPr/>
          <p:nvPr/>
        </p:nvGrpSpPr>
        <p:grpSpPr>
          <a:xfrm>
            <a:off x="9656908" y="2253333"/>
            <a:ext cx="721206" cy="609701"/>
            <a:chOff x="9656908" y="2253333"/>
            <a:chExt cx="721206" cy="609701"/>
          </a:xfrm>
        </p:grpSpPr>
        <p:sp>
          <p:nvSpPr>
            <p:cNvPr id="142" name="Rectangle 141">
              <a:hlinkHover r:id="" action="ppaction://noaction" highlightClick="1"/>
              <a:extLst>
                <a:ext uri="{FF2B5EF4-FFF2-40B4-BE49-F238E27FC236}">
                  <a16:creationId xmlns:a16="http://schemas.microsoft.com/office/drawing/2014/main" id="{D5CDC2AD-BFD2-C174-81A7-1C4A480241F6}"/>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43" name="Rectangle 142">
              <a:extLst>
                <a:ext uri="{FF2B5EF4-FFF2-40B4-BE49-F238E27FC236}">
                  <a16:creationId xmlns:a16="http://schemas.microsoft.com/office/drawing/2014/main" id="{C7DBAC72-A5C6-12BD-88F7-ED6D891BF3CC}"/>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Oval 15">
              <a:extLst>
                <a:ext uri="{FF2B5EF4-FFF2-40B4-BE49-F238E27FC236}">
                  <a16:creationId xmlns:a16="http://schemas.microsoft.com/office/drawing/2014/main" id="{44E0B773-E0E9-DB6C-D164-DB6E3F39A8EE}"/>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5" name="Straight Connector 144">
              <a:extLst>
                <a:ext uri="{FF2B5EF4-FFF2-40B4-BE49-F238E27FC236}">
                  <a16:creationId xmlns:a16="http://schemas.microsoft.com/office/drawing/2014/main" id="{9056D4A2-1AEF-90C4-E96A-55B47B2C4B62}"/>
                </a:ext>
              </a:extLst>
            </p:cNvPr>
            <p:cNvCxnSpPr>
              <a:cxnSpLocks/>
              <a:stCxn id="144"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6" name="Straight Connector 145">
              <a:extLst>
                <a:ext uri="{FF2B5EF4-FFF2-40B4-BE49-F238E27FC236}">
                  <a16:creationId xmlns:a16="http://schemas.microsoft.com/office/drawing/2014/main" id="{BCDD0222-68BB-5831-F7CC-D89D6256047C}"/>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9AC65DB8-1170-FB80-8891-AC03CEFA4D5D}"/>
              </a:ext>
            </a:extLst>
          </p:cNvPr>
          <p:cNvGrpSpPr/>
          <p:nvPr/>
        </p:nvGrpSpPr>
        <p:grpSpPr>
          <a:xfrm>
            <a:off x="5446483" y="2257175"/>
            <a:ext cx="721206" cy="609701"/>
            <a:chOff x="6287884" y="2253333"/>
            <a:chExt cx="721206" cy="609701"/>
          </a:xfrm>
        </p:grpSpPr>
        <p:sp>
          <p:nvSpPr>
            <p:cNvPr id="148" name="Rectangle 147">
              <a:extLst>
                <a:ext uri="{FF2B5EF4-FFF2-40B4-BE49-F238E27FC236}">
                  <a16:creationId xmlns:a16="http://schemas.microsoft.com/office/drawing/2014/main" id="{B6CE5EA5-1980-E1B8-FEE3-95A80C09955C}"/>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49" name="Right Triangle 148">
              <a:extLst>
                <a:ext uri="{FF2B5EF4-FFF2-40B4-BE49-F238E27FC236}">
                  <a16:creationId xmlns:a16="http://schemas.microsoft.com/office/drawing/2014/main" id="{B24F08D1-D086-C2B5-BF8D-93BA6BEBF774}"/>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0" name="Group 149">
              <a:extLst>
                <a:ext uri="{FF2B5EF4-FFF2-40B4-BE49-F238E27FC236}">
                  <a16:creationId xmlns:a16="http://schemas.microsoft.com/office/drawing/2014/main" id="{25D478FD-30E6-9D67-41C4-0986F3200383}"/>
                </a:ext>
              </a:extLst>
            </p:cNvPr>
            <p:cNvGrpSpPr/>
            <p:nvPr/>
          </p:nvGrpSpPr>
          <p:grpSpPr>
            <a:xfrm>
              <a:off x="6952478" y="2265091"/>
              <a:ext cx="37817" cy="61390"/>
              <a:chOff x="3883481" y="2057400"/>
              <a:chExt cx="1608363" cy="2652031"/>
            </a:xfrm>
            <a:solidFill>
              <a:srgbClr val="A6A6A6"/>
            </a:solidFill>
          </p:grpSpPr>
          <p:sp>
            <p:nvSpPr>
              <p:cNvPr id="151" name="Oval 27">
                <a:extLst>
                  <a:ext uri="{FF2B5EF4-FFF2-40B4-BE49-F238E27FC236}">
                    <a16:creationId xmlns:a16="http://schemas.microsoft.com/office/drawing/2014/main" id="{15FCEC16-DBED-A687-2E9D-D7441455D17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Oval 28">
                <a:extLst>
                  <a:ext uri="{FF2B5EF4-FFF2-40B4-BE49-F238E27FC236}">
                    <a16:creationId xmlns:a16="http://schemas.microsoft.com/office/drawing/2014/main" id="{1EAFE72D-CB9A-E114-FD71-61307A73CAC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BC1730E8-EB94-B7C6-C521-8BA043395F68}"/>
              </a:ext>
            </a:extLst>
          </p:cNvPr>
          <p:cNvGrpSpPr/>
          <p:nvPr/>
        </p:nvGrpSpPr>
        <p:grpSpPr>
          <a:xfrm>
            <a:off x="6290730" y="2257176"/>
            <a:ext cx="721206" cy="609701"/>
            <a:chOff x="8807250" y="2253334"/>
            <a:chExt cx="721206" cy="609701"/>
          </a:xfrm>
        </p:grpSpPr>
        <p:sp>
          <p:nvSpPr>
            <p:cNvPr id="154" name="Rectangle 153">
              <a:extLst>
                <a:ext uri="{FF2B5EF4-FFF2-40B4-BE49-F238E27FC236}">
                  <a16:creationId xmlns:a16="http://schemas.microsoft.com/office/drawing/2014/main" id="{1D8849ED-9895-0E6B-ECA7-EDC5C3B27FDF}"/>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55" name="Right Triangle 154">
              <a:extLst>
                <a:ext uri="{FF2B5EF4-FFF2-40B4-BE49-F238E27FC236}">
                  <a16:creationId xmlns:a16="http://schemas.microsoft.com/office/drawing/2014/main" id="{2D3DF171-DCF6-4917-CE4B-F61BF09FAF10}"/>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6" name="Oval 27">
              <a:extLst>
                <a:ext uri="{FF2B5EF4-FFF2-40B4-BE49-F238E27FC236}">
                  <a16:creationId xmlns:a16="http://schemas.microsoft.com/office/drawing/2014/main" id="{46E785BE-9B76-E23F-6FBE-F9F34857E988}"/>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7" name="Oval 28">
              <a:extLst>
                <a:ext uri="{FF2B5EF4-FFF2-40B4-BE49-F238E27FC236}">
                  <a16:creationId xmlns:a16="http://schemas.microsoft.com/office/drawing/2014/main" id="{6B71A5BA-47F0-979A-208A-F33C0FBF4BC3}"/>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8" name="Group 157">
            <a:extLst>
              <a:ext uri="{FF2B5EF4-FFF2-40B4-BE49-F238E27FC236}">
                <a16:creationId xmlns:a16="http://schemas.microsoft.com/office/drawing/2014/main" id="{B4DEFF2E-5612-6570-AB2A-A982833A4C3A}"/>
              </a:ext>
            </a:extLst>
          </p:cNvPr>
          <p:cNvGrpSpPr/>
          <p:nvPr/>
        </p:nvGrpSpPr>
        <p:grpSpPr>
          <a:xfrm>
            <a:off x="8797459" y="2264859"/>
            <a:ext cx="721206" cy="609701"/>
            <a:chOff x="11356242" y="2253333"/>
            <a:chExt cx="721206" cy="609701"/>
          </a:xfrm>
        </p:grpSpPr>
        <p:sp>
          <p:nvSpPr>
            <p:cNvPr id="159" name="Rectangle 158">
              <a:hlinkHover r:id="" action="ppaction://noaction" highlightClick="1"/>
              <a:extLst>
                <a:ext uri="{FF2B5EF4-FFF2-40B4-BE49-F238E27FC236}">
                  <a16:creationId xmlns:a16="http://schemas.microsoft.com/office/drawing/2014/main" id="{1913FA61-0BEA-2BBE-A991-1E8A09727341}"/>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60" name="Oval 159">
              <a:extLst>
                <a:ext uri="{FF2B5EF4-FFF2-40B4-BE49-F238E27FC236}">
                  <a16:creationId xmlns:a16="http://schemas.microsoft.com/office/drawing/2014/main" id="{3564ECDB-6B1A-0A37-41A9-172567AC9CFE}"/>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7" name="Isosceles Triangle 648">
              <a:extLst>
                <a:ext uri="{FF2B5EF4-FFF2-40B4-BE49-F238E27FC236}">
                  <a16:creationId xmlns:a16="http://schemas.microsoft.com/office/drawing/2014/main" id="{316DD1AA-F133-FC27-C3D6-A9F627059A92}"/>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8" name="Group 167">
            <a:extLst>
              <a:ext uri="{FF2B5EF4-FFF2-40B4-BE49-F238E27FC236}">
                <a16:creationId xmlns:a16="http://schemas.microsoft.com/office/drawing/2014/main" id="{27610A5B-C558-D9A7-72D9-6DDB279038B4}"/>
              </a:ext>
            </a:extLst>
          </p:cNvPr>
          <p:cNvGrpSpPr/>
          <p:nvPr/>
        </p:nvGrpSpPr>
        <p:grpSpPr>
          <a:xfrm>
            <a:off x="10506580" y="2253333"/>
            <a:ext cx="721206" cy="609701"/>
            <a:chOff x="10506580" y="2253333"/>
            <a:chExt cx="721206" cy="609701"/>
          </a:xfrm>
        </p:grpSpPr>
        <p:sp>
          <p:nvSpPr>
            <p:cNvPr id="169" name="Rectangle 168">
              <a:hlinkHover r:id="" action="ppaction://noaction" highlightClick="1"/>
              <a:extLst>
                <a:ext uri="{FF2B5EF4-FFF2-40B4-BE49-F238E27FC236}">
                  <a16:creationId xmlns:a16="http://schemas.microsoft.com/office/drawing/2014/main" id="{B0AE12FA-C521-5921-1671-FAEFBFC5372A}"/>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70" name="Diamond 169">
              <a:extLst>
                <a:ext uri="{FF2B5EF4-FFF2-40B4-BE49-F238E27FC236}">
                  <a16:creationId xmlns:a16="http://schemas.microsoft.com/office/drawing/2014/main" id="{7A1DC3F9-725A-5650-639F-A9D768DB5AA4}"/>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1" name="Oval 170">
              <a:extLst>
                <a:ext uri="{FF2B5EF4-FFF2-40B4-BE49-F238E27FC236}">
                  <a16:creationId xmlns:a16="http://schemas.microsoft.com/office/drawing/2014/main" id="{0B53E333-5C39-5598-29E9-6AFDC5F17B34}"/>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F968E17A-F742-59DE-C033-15B78447B66F}"/>
              </a:ext>
            </a:extLst>
          </p:cNvPr>
          <p:cNvGrpSpPr/>
          <p:nvPr/>
        </p:nvGrpSpPr>
        <p:grpSpPr>
          <a:xfrm>
            <a:off x="7113172" y="2252067"/>
            <a:ext cx="728239" cy="609701"/>
            <a:chOff x="5442073" y="811556"/>
            <a:chExt cx="728239" cy="609701"/>
          </a:xfrm>
        </p:grpSpPr>
        <p:sp>
          <p:nvSpPr>
            <p:cNvPr id="173" name="Rectangle 172">
              <a:extLst>
                <a:ext uri="{FF2B5EF4-FFF2-40B4-BE49-F238E27FC236}">
                  <a16:creationId xmlns:a16="http://schemas.microsoft.com/office/drawing/2014/main" id="{6FE34571-DF11-5654-CA50-1565339C86F4}"/>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174" name="Rectangle 173">
              <a:extLst>
                <a:ext uri="{FF2B5EF4-FFF2-40B4-BE49-F238E27FC236}">
                  <a16:creationId xmlns:a16="http://schemas.microsoft.com/office/drawing/2014/main" id="{0DE4FA98-3A2F-23E3-B22F-EA4B2CB166AE}"/>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5" name="Oval 15">
              <a:extLst>
                <a:ext uri="{FF2B5EF4-FFF2-40B4-BE49-F238E27FC236}">
                  <a16:creationId xmlns:a16="http://schemas.microsoft.com/office/drawing/2014/main" id="{E9F0C112-D5F4-82C7-A199-D4914F041B7D}"/>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6" name="Straight Connector 175">
              <a:extLst>
                <a:ext uri="{FF2B5EF4-FFF2-40B4-BE49-F238E27FC236}">
                  <a16:creationId xmlns:a16="http://schemas.microsoft.com/office/drawing/2014/main" id="{BB037BAB-8330-E120-EBAE-BF22B7EA36F0}"/>
                </a:ext>
              </a:extLst>
            </p:cNvPr>
            <p:cNvCxnSpPr>
              <a:cxnSpLocks/>
              <a:stCxn id="175"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7" name="Straight Connector 176">
              <a:extLst>
                <a:ext uri="{FF2B5EF4-FFF2-40B4-BE49-F238E27FC236}">
                  <a16:creationId xmlns:a16="http://schemas.microsoft.com/office/drawing/2014/main" id="{4199FC8F-D1E8-12C4-1F31-5C873B2F9187}"/>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8" name="Group 177">
            <a:extLst>
              <a:ext uri="{FF2B5EF4-FFF2-40B4-BE49-F238E27FC236}">
                <a16:creationId xmlns:a16="http://schemas.microsoft.com/office/drawing/2014/main" id="{45037978-8EC0-26A3-7CE7-67F98669699D}"/>
              </a:ext>
            </a:extLst>
          </p:cNvPr>
          <p:cNvGrpSpPr/>
          <p:nvPr/>
        </p:nvGrpSpPr>
        <p:grpSpPr>
          <a:xfrm>
            <a:off x="11353919" y="2251694"/>
            <a:ext cx="721206" cy="609701"/>
            <a:chOff x="8807250" y="2253334"/>
            <a:chExt cx="721206" cy="609701"/>
          </a:xfrm>
        </p:grpSpPr>
        <p:sp>
          <p:nvSpPr>
            <p:cNvPr id="179" name="Rectangle 178">
              <a:extLst>
                <a:ext uri="{FF2B5EF4-FFF2-40B4-BE49-F238E27FC236}">
                  <a16:creationId xmlns:a16="http://schemas.microsoft.com/office/drawing/2014/main" id="{A63881DB-AD1C-E870-24A1-820FE384448D}"/>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180" name="Right Triangle 179">
              <a:extLst>
                <a:ext uri="{FF2B5EF4-FFF2-40B4-BE49-F238E27FC236}">
                  <a16:creationId xmlns:a16="http://schemas.microsoft.com/office/drawing/2014/main" id="{713425BB-2F9F-0549-F771-43FC93EE02AB}"/>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1" name="Oval 27">
              <a:extLst>
                <a:ext uri="{FF2B5EF4-FFF2-40B4-BE49-F238E27FC236}">
                  <a16:creationId xmlns:a16="http://schemas.microsoft.com/office/drawing/2014/main" id="{2E8868AB-D345-3C78-501B-ABE77E3DDDAB}"/>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2" name="Oval 28">
              <a:extLst>
                <a:ext uri="{FF2B5EF4-FFF2-40B4-BE49-F238E27FC236}">
                  <a16:creationId xmlns:a16="http://schemas.microsoft.com/office/drawing/2014/main" id="{B10BA483-F9C6-26AB-EF11-32916E249644}"/>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3" name="Group 182">
            <a:extLst>
              <a:ext uri="{FF2B5EF4-FFF2-40B4-BE49-F238E27FC236}">
                <a16:creationId xmlns:a16="http://schemas.microsoft.com/office/drawing/2014/main" id="{9DF30C09-3AF1-94C7-00A9-73109E009461}"/>
              </a:ext>
            </a:extLst>
          </p:cNvPr>
          <p:cNvGrpSpPr/>
          <p:nvPr/>
        </p:nvGrpSpPr>
        <p:grpSpPr>
          <a:xfrm>
            <a:off x="4621827" y="2983922"/>
            <a:ext cx="721206" cy="654973"/>
            <a:chOff x="9657606" y="2974054"/>
            <a:chExt cx="721206" cy="654973"/>
          </a:xfrm>
        </p:grpSpPr>
        <p:sp>
          <p:nvSpPr>
            <p:cNvPr id="184" name="Rectangle 183">
              <a:extLst>
                <a:ext uri="{FF2B5EF4-FFF2-40B4-BE49-F238E27FC236}">
                  <a16:creationId xmlns:a16="http://schemas.microsoft.com/office/drawing/2014/main" id="{460A4F42-AFB8-5163-E2DF-48EA32007A5A}"/>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85" name="Rectangle 184">
              <a:extLst>
                <a:ext uri="{FF2B5EF4-FFF2-40B4-BE49-F238E27FC236}">
                  <a16:creationId xmlns:a16="http://schemas.microsoft.com/office/drawing/2014/main" id="{03AA9F7C-BDD8-A9DC-9D5E-4B29DD89F722}"/>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6" name="Oval 15">
              <a:extLst>
                <a:ext uri="{FF2B5EF4-FFF2-40B4-BE49-F238E27FC236}">
                  <a16:creationId xmlns:a16="http://schemas.microsoft.com/office/drawing/2014/main" id="{EEE3BF47-0951-57F5-4691-FF6C5FE87309}"/>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7" name="Straight Connector 186">
              <a:extLst>
                <a:ext uri="{FF2B5EF4-FFF2-40B4-BE49-F238E27FC236}">
                  <a16:creationId xmlns:a16="http://schemas.microsoft.com/office/drawing/2014/main" id="{DE86745A-8B76-2916-EF26-DC345C46D657}"/>
                </a:ext>
              </a:extLst>
            </p:cNvPr>
            <p:cNvCxnSpPr>
              <a:cxnSpLocks/>
              <a:stCxn id="186"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8" name="Straight Connector 187">
              <a:extLst>
                <a:ext uri="{FF2B5EF4-FFF2-40B4-BE49-F238E27FC236}">
                  <a16:creationId xmlns:a16="http://schemas.microsoft.com/office/drawing/2014/main" id="{57C1E1E1-7A65-CC86-C5C8-7F2A87647998}"/>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49F2C42F-8E70-621E-BD8A-2F5420FE4F45}"/>
              </a:ext>
            </a:extLst>
          </p:cNvPr>
          <p:cNvGrpSpPr/>
          <p:nvPr/>
        </p:nvGrpSpPr>
        <p:grpSpPr>
          <a:xfrm>
            <a:off x="11356001" y="2974057"/>
            <a:ext cx="721206" cy="609701"/>
            <a:chOff x="11356001" y="2974057"/>
            <a:chExt cx="721206" cy="609701"/>
          </a:xfrm>
        </p:grpSpPr>
        <p:sp>
          <p:nvSpPr>
            <p:cNvPr id="190" name="Rectangle 189">
              <a:hlinkHover r:id="" action="ppaction://noaction" highlightClick="1"/>
              <a:extLst>
                <a:ext uri="{FF2B5EF4-FFF2-40B4-BE49-F238E27FC236}">
                  <a16:creationId xmlns:a16="http://schemas.microsoft.com/office/drawing/2014/main" id="{D693E7E9-895D-0A31-993A-9A17374A2C1B}"/>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91" name="Oval 190">
              <a:extLst>
                <a:ext uri="{FF2B5EF4-FFF2-40B4-BE49-F238E27FC236}">
                  <a16:creationId xmlns:a16="http://schemas.microsoft.com/office/drawing/2014/main" id="{70918F64-A3DD-9A19-4AE1-883EBB4155E7}"/>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4" name="Isosceles Triangle 648">
              <a:extLst>
                <a:ext uri="{FF2B5EF4-FFF2-40B4-BE49-F238E27FC236}">
                  <a16:creationId xmlns:a16="http://schemas.microsoft.com/office/drawing/2014/main" id="{C70CCE15-4CC2-FAA3-DB44-6A460246E185}"/>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85" name="Group 384">
            <a:extLst>
              <a:ext uri="{FF2B5EF4-FFF2-40B4-BE49-F238E27FC236}">
                <a16:creationId xmlns:a16="http://schemas.microsoft.com/office/drawing/2014/main" id="{85AD2EFC-CF58-AFCC-73F2-8F5A8FD97F5F}"/>
              </a:ext>
            </a:extLst>
          </p:cNvPr>
          <p:cNvGrpSpPr/>
          <p:nvPr/>
        </p:nvGrpSpPr>
        <p:grpSpPr>
          <a:xfrm>
            <a:off x="10506616" y="2984633"/>
            <a:ext cx="721220" cy="609701"/>
            <a:chOff x="9656903" y="2253333"/>
            <a:chExt cx="721220" cy="609701"/>
          </a:xfrm>
        </p:grpSpPr>
        <p:sp>
          <p:nvSpPr>
            <p:cNvPr id="386" name="Rectangle 385">
              <a:hlinkHover r:id="" action="ppaction://noaction" highlightClick="1"/>
              <a:extLst>
                <a:ext uri="{FF2B5EF4-FFF2-40B4-BE49-F238E27FC236}">
                  <a16:creationId xmlns:a16="http://schemas.microsoft.com/office/drawing/2014/main" id="{CC867A48-C867-06E7-C4A5-CE3355F34B7E}"/>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87" name="Rectangle 386">
              <a:extLst>
                <a:ext uri="{FF2B5EF4-FFF2-40B4-BE49-F238E27FC236}">
                  <a16:creationId xmlns:a16="http://schemas.microsoft.com/office/drawing/2014/main" id="{1417B203-0743-F413-CA93-C9A0A950F216}"/>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8" name="Oval 15">
              <a:extLst>
                <a:ext uri="{FF2B5EF4-FFF2-40B4-BE49-F238E27FC236}">
                  <a16:creationId xmlns:a16="http://schemas.microsoft.com/office/drawing/2014/main" id="{7B7B8D02-8087-F1D7-B372-F8E9A3398BC6}"/>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89" name="Straight Connector 388">
              <a:extLst>
                <a:ext uri="{FF2B5EF4-FFF2-40B4-BE49-F238E27FC236}">
                  <a16:creationId xmlns:a16="http://schemas.microsoft.com/office/drawing/2014/main" id="{CB4A3BC8-E923-B347-92A4-D50BAD97F7ED}"/>
                </a:ext>
              </a:extLst>
            </p:cNvPr>
            <p:cNvCxnSpPr>
              <a:cxnSpLocks/>
              <a:stCxn id="38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90" name="Straight Connector 389">
              <a:extLst>
                <a:ext uri="{FF2B5EF4-FFF2-40B4-BE49-F238E27FC236}">
                  <a16:creationId xmlns:a16="http://schemas.microsoft.com/office/drawing/2014/main" id="{2F1F22B0-6D20-6C3A-71EB-9C49A665DE7D}"/>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97" name="Group 396">
            <a:extLst>
              <a:ext uri="{FF2B5EF4-FFF2-40B4-BE49-F238E27FC236}">
                <a16:creationId xmlns:a16="http://schemas.microsoft.com/office/drawing/2014/main" id="{DEE332FB-F8EC-FBEC-0B1C-39CEC7A114BB}"/>
              </a:ext>
            </a:extLst>
          </p:cNvPr>
          <p:cNvGrpSpPr/>
          <p:nvPr/>
        </p:nvGrpSpPr>
        <p:grpSpPr>
          <a:xfrm>
            <a:off x="1268346" y="3698208"/>
            <a:ext cx="721891" cy="610396"/>
            <a:chOff x="1268346" y="3698208"/>
            <a:chExt cx="721891" cy="610396"/>
          </a:xfrm>
        </p:grpSpPr>
        <p:sp>
          <p:nvSpPr>
            <p:cNvPr id="398" name="Rectangle 397">
              <a:extLst>
                <a:ext uri="{FF2B5EF4-FFF2-40B4-BE49-F238E27FC236}">
                  <a16:creationId xmlns:a16="http://schemas.microsoft.com/office/drawing/2014/main" id="{BCB93FD8-286C-B43C-C018-6BF455EC9E98}"/>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399" name="Right Triangle 398">
              <a:extLst>
                <a:ext uri="{FF2B5EF4-FFF2-40B4-BE49-F238E27FC236}">
                  <a16:creationId xmlns:a16="http://schemas.microsoft.com/office/drawing/2014/main" id="{4790D51E-CB3F-1B62-035F-0BB18CF52B58}"/>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00" name="Group 399">
              <a:extLst>
                <a:ext uri="{FF2B5EF4-FFF2-40B4-BE49-F238E27FC236}">
                  <a16:creationId xmlns:a16="http://schemas.microsoft.com/office/drawing/2014/main" id="{EE9AD16E-EC0A-65A7-E4C3-25453C8A7B19}"/>
                </a:ext>
              </a:extLst>
            </p:cNvPr>
            <p:cNvGrpSpPr/>
            <p:nvPr/>
          </p:nvGrpSpPr>
          <p:grpSpPr>
            <a:xfrm>
              <a:off x="1939627" y="3704306"/>
              <a:ext cx="37817" cy="61390"/>
              <a:chOff x="3883481" y="2057400"/>
              <a:chExt cx="1608363" cy="2652031"/>
            </a:xfrm>
            <a:solidFill>
              <a:srgbClr val="A6A6A6">
                <a:alpha val="20000"/>
              </a:srgbClr>
            </a:solidFill>
          </p:grpSpPr>
          <p:sp>
            <p:nvSpPr>
              <p:cNvPr id="401" name="Oval 27">
                <a:extLst>
                  <a:ext uri="{FF2B5EF4-FFF2-40B4-BE49-F238E27FC236}">
                    <a16:creationId xmlns:a16="http://schemas.microsoft.com/office/drawing/2014/main" id="{88983BB9-C69F-FC3B-4D5A-62D3CC79E1F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2" name="Oval 28">
                <a:extLst>
                  <a:ext uri="{FF2B5EF4-FFF2-40B4-BE49-F238E27FC236}">
                    <a16:creationId xmlns:a16="http://schemas.microsoft.com/office/drawing/2014/main" id="{3EC575F8-94EB-5670-8EFC-B55EDD61DF9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03" name="Group 402">
            <a:extLst>
              <a:ext uri="{FF2B5EF4-FFF2-40B4-BE49-F238E27FC236}">
                <a16:creationId xmlns:a16="http://schemas.microsoft.com/office/drawing/2014/main" id="{F8CAFF4E-F688-CDC9-3C05-06DB6124A558}"/>
              </a:ext>
            </a:extLst>
          </p:cNvPr>
          <p:cNvGrpSpPr/>
          <p:nvPr/>
        </p:nvGrpSpPr>
        <p:grpSpPr>
          <a:xfrm>
            <a:off x="2934662" y="5148220"/>
            <a:ext cx="724130" cy="609701"/>
            <a:chOff x="4615448" y="2974053"/>
            <a:chExt cx="724130" cy="609701"/>
          </a:xfrm>
        </p:grpSpPr>
        <p:sp>
          <p:nvSpPr>
            <p:cNvPr id="404" name="Rectangle 403">
              <a:extLst>
                <a:ext uri="{FF2B5EF4-FFF2-40B4-BE49-F238E27FC236}">
                  <a16:creationId xmlns:a16="http://schemas.microsoft.com/office/drawing/2014/main" id="{231E0A85-8822-5EAF-5D5C-8EB3A9BAD13A}"/>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405" name="Right Triangle 404">
              <a:extLst>
                <a:ext uri="{FF2B5EF4-FFF2-40B4-BE49-F238E27FC236}">
                  <a16:creationId xmlns:a16="http://schemas.microsoft.com/office/drawing/2014/main" id="{A9935828-5650-6095-4F52-30C1DA107F09}"/>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06" name="Group 405">
              <a:extLst>
                <a:ext uri="{FF2B5EF4-FFF2-40B4-BE49-F238E27FC236}">
                  <a16:creationId xmlns:a16="http://schemas.microsoft.com/office/drawing/2014/main" id="{47F3DC5E-0C02-7672-115A-888C51683086}"/>
                </a:ext>
              </a:extLst>
            </p:cNvPr>
            <p:cNvGrpSpPr/>
            <p:nvPr/>
          </p:nvGrpSpPr>
          <p:grpSpPr>
            <a:xfrm>
              <a:off x="5288997" y="2982574"/>
              <a:ext cx="37817" cy="61390"/>
              <a:chOff x="3883481" y="2057400"/>
              <a:chExt cx="1608363" cy="2652031"/>
            </a:xfrm>
            <a:solidFill>
              <a:srgbClr val="A6A6A6">
                <a:alpha val="20000"/>
              </a:srgbClr>
            </a:solidFill>
          </p:grpSpPr>
          <p:sp>
            <p:nvSpPr>
              <p:cNvPr id="407" name="Oval 27">
                <a:extLst>
                  <a:ext uri="{FF2B5EF4-FFF2-40B4-BE49-F238E27FC236}">
                    <a16:creationId xmlns:a16="http://schemas.microsoft.com/office/drawing/2014/main" id="{6C1E5510-1755-7331-651F-3119E085B9E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8" name="Oval 28">
                <a:extLst>
                  <a:ext uri="{FF2B5EF4-FFF2-40B4-BE49-F238E27FC236}">
                    <a16:creationId xmlns:a16="http://schemas.microsoft.com/office/drawing/2014/main" id="{C3F2E29A-6840-17FF-AB9A-12B6F5C4570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09" name="Group 408">
            <a:extLst>
              <a:ext uri="{FF2B5EF4-FFF2-40B4-BE49-F238E27FC236}">
                <a16:creationId xmlns:a16="http://schemas.microsoft.com/office/drawing/2014/main" id="{A86C2D9E-51B9-B605-90EA-AD68B3C01581}"/>
              </a:ext>
            </a:extLst>
          </p:cNvPr>
          <p:cNvGrpSpPr/>
          <p:nvPr/>
        </p:nvGrpSpPr>
        <p:grpSpPr>
          <a:xfrm>
            <a:off x="5451979" y="3707588"/>
            <a:ext cx="721206" cy="609701"/>
            <a:chOff x="5451979" y="3707588"/>
            <a:chExt cx="721206" cy="609701"/>
          </a:xfrm>
        </p:grpSpPr>
        <p:sp>
          <p:nvSpPr>
            <p:cNvPr id="410" name="Rectangle 409">
              <a:hlinkHover r:id="" action="ppaction://noaction" highlightClick="1"/>
              <a:extLst>
                <a:ext uri="{FF2B5EF4-FFF2-40B4-BE49-F238E27FC236}">
                  <a16:creationId xmlns:a16="http://schemas.microsoft.com/office/drawing/2014/main" id="{3F429813-3565-1067-0903-A5B21DA8C04C}"/>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11" name="Oval 410">
              <a:extLst>
                <a:ext uri="{FF2B5EF4-FFF2-40B4-BE49-F238E27FC236}">
                  <a16:creationId xmlns:a16="http://schemas.microsoft.com/office/drawing/2014/main" id="{5BD43729-E1C4-393A-ED86-73D3D6000D6C}"/>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2" name="Isosceles Triangle 648">
              <a:extLst>
                <a:ext uri="{FF2B5EF4-FFF2-40B4-BE49-F238E27FC236}">
                  <a16:creationId xmlns:a16="http://schemas.microsoft.com/office/drawing/2014/main" id="{105950F9-3648-008C-7BFC-A7708D1FCDD6}"/>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13" name="Group 412">
            <a:extLst>
              <a:ext uri="{FF2B5EF4-FFF2-40B4-BE49-F238E27FC236}">
                <a16:creationId xmlns:a16="http://schemas.microsoft.com/office/drawing/2014/main" id="{861327A3-9140-E622-269F-45D2815011FB}"/>
              </a:ext>
            </a:extLst>
          </p:cNvPr>
          <p:cNvGrpSpPr/>
          <p:nvPr/>
        </p:nvGrpSpPr>
        <p:grpSpPr>
          <a:xfrm>
            <a:off x="11355832" y="5140982"/>
            <a:ext cx="721220" cy="609701"/>
            <a:chOff x="9656903" y="2253333"/>
            <a:chExt cx="721220" cy="609701"/>
          </a:xfrm>
        </p:grpSpPr>
        <p:sp>
          <p:nvSpPr>
            <p:cNvPr id="414" name="Rectangle 413">
              <a:hlinkHover r:id="" action="ppaction://noaction" highlightClick="1"/>
              <a:extLst>
                <a:ext uri="{FF2B5EF4-FFF2-40B4-BE49-F238E27FC236}">
                  <a16:creationId xmlns:a16="http://schemas.microsoft.com/office/drawing/2014/main" id="{C2ABC640-3B5C-E0C0-1977-0329061409D4}"/>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15" name="Rectangle 414">
              <a:extLst>
                <a:ext uri="{FF2B5EF4-FFF2-40B4-BE49-F238E27FC236}">
                  <a16:creationId xmlns:a16="http://schemas.microsoft.com/office/drawing/2014/main" id="{DE9B765A-4AF6-C844-428A-DC2AFDD7A073}"/>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6" name="Oval 15">
              <a:extLst>
                <a:ext uri="{FF2B5EF4-FFF2-40B4-BE49-F238E27FC236}">
                  <a16:creationId xmlns:a16="http://schemas.microsoft.com/office/drawing/2014/main" id="{2589A7DB-869E-044A-1F96-082765126AFF}"/>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17" name="Straight Connector 416">
              <a:extLst>
                <a:ext uri="{FF2B5EF4-FFF2-40B4-BE49-F238E27FC236}">
                  <a16:creationId xmlns:a16="http://schemas.microsoft.com/office/drawing/2014/main" id="{3215E906-1B86-0774-6FF7-9E224D4ECFE6}"/>
                </a:ext>
              </a:extLst>
            </p:cNvPr>
            <p:cNvCxnSpPr>
              <a:cxnSpLocks/>
              <a:stCxn id="41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18" name="Straight Connector 417">
              <a:extLst>
                <a:ext uri="{FF2B5EF4-FFF2-40B4-BE49-F238E27FC236}">
                  <a16:creationId xmlns:a16="http://schemas.microsoft.com/office/drawing/2014/main" id="{0C334677-30E7-556C-C86F-637305DA2B94}"/>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pic>
        <p:nvPicPr>
          <p:cNvPr id="12" name="Picture 11">
            <a:hlinkClick r:id="rId6" action="ppaction://hlinksldjump"/>
            <a:extLst>
              <a:ext uri="{FF2B5EF4-FFF2-40B4-BE49-F238E27FC236}">
                <a16:creationId xmlns:a16="http://schemas.microsoft.com/office/drawing/2014/main" id="{86A97B20-9B24-7E88-F2F1-EA4EEDB49981}"/>
              </a:ext>
            </a:extLst>
          </p:cNvPr>
          <p:cNvPicPr>
            <a:picLocks noChangeAspect="1"/>
          </p:cNvPicPr>
          <p:nvPr/>
        </p:nvPicPr>
        <p:blipFill>
          <a:blip r:embed="rId7"/>
          <a:stretch>
            <a:fillRect/>
          </a:stretch>
        </p:blipFill>
        <p:spPr>
          <a:xfrm>
            <a:off x="0" y="0"/>
            <a:ext cx="211626" cy="6858000"/>
          </a:xfrm>
          <a:prstGeom prst="rect">
            <a:avLst/>
          </a:prstGeom>
        </p:spPr>
      </p:pic>
      <p:grpSp>
        <p:nvGrpSpPr>
          <p:cNvPr id="13" name="Group 12">
            <a:extLst>
              <a:ext uri="{FF2B5EF4-FFF2-40B4-BE49-F238E27FC236}">
                <a16:creationId xmlns:a16="http://schemas.microsoft.com/office/drawing/2014/main" id="{5957AF48-F806-98A0-9F5C-E1AFAB6E7570}"/>
              </a:ext>
            </a:extLst>
          </p:cNvPr>
          <p:cNvGrpSpPr/>
          <p:nvPr/>
        </p:nvGrpSpPr>
        <p:grpSpPr>
          <a:xfrm>
            <a:off x="9652491" y="2986436"/>
            <a:ext cx="721206" cy="609701"/>
            <a:chOff x="9657972" y="90836"/>
            <a:chExt cx="721206" cy="609701"/>
          </a:xfrm>
        </p:grpSpPr>
        <p:sp>
          <p:nvSpPr>
            <p:cNvPr id="14" name="Rectangle 13">
              <a:hlinkHover r:id="" action="ppaction://noaction" highlightClick="1"/>
              <a:extLst>
                <a:ext uri="{FF2B5EF4-FFF2-40B4-BE49-F238E27FC236}">
                  <a16:creationId xmlns:a16="http://schemas.microsoft.com/office/drawing/2014/main" id="{A1B9F6E8-16EF-67FC-1245-6A9AD794B5EC}"/>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15" name="Diamond 14">
              <a:extLst>
                <a:ext uri="{FF2B5EF4-FFF2-40B4-BE49-F238E27FC236}">
                  <a16:creationId xmlns:a16="http://schemas.microsoft.com/office/drawing/2014/main" id="{D5EBA7D9-F8FC-EB9F-BDD4-DE5145DE9EFA}"/>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6" name="Oval 35">
              <a:extLst>
                <a:ext uri="{FF2B5EF4-FFF2-40B4-BE49-F238E27FC236}">
                  <a16:creationId xmlns:a16="http://schemas.microsoft.com/office/drawing/2014/main" id="{8AF1261D-E946-7022-DAEA-6FD4858BE09B}"/>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72906549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358718" y="30097"/>
            <a:ext cx="97192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Visible to End User</a:t>
            </a:r>
          </a:p>
        </p:txBody>
      </p:sp>
      <p:sp>
        <p:nvSpPr>
          <p:cNvPr id="89" name="Rectangle 88">
            <a:hlinkClick r:id="rId3" action="ppaction://hlinksldjump"/>
            <a:hlinkHover r:id="rId3" action="ppaction://hlinksldjump"/>
            <a:extLst>
              <a:ext uri="{FF2B5EF4-FFF2-40B4-BE49-F238E27FC236}">
                <a16:creationId xmlns:a16="http://schemas.microsoft.com/office/drawing/2014/main" id="{A06DDFDD-9104-429B-AFB0-9500F61E631B}"/>
              </a:ext>
            </a:extLst>
          </p:cNvPr>
          <p:cNvSpPr/>
          <p:nvPr/>
        </p:nvSpPr>
        <p:spPr>
          <a:xfrm>
            <a:off x="292016" y="5886762"/>
            <a:ext cx="3781140" cy="781990"/>
          </a:xfrm>
          <a:prstGeom prst="rect">
            <a:avLst/>
          </a:prstGeom>
          <a:solidFill>
            <a:srgbClr val="C6C6C6"/>
          </a:solidFill>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Invisible to End User</a:t>
            </a:r>
          </a:p>
        </p:txBody>
      </p:sp>
      <p:sp>
        <p:nvSpPr>
          <p:cNvPr id="94" name="Rectangle 93">
            <a:hlinkClick r:id="rId4" action="ppaction://hlinksldjump"/>
            <a:hlinkHover r:id="rId4" action="ppaction://hlinksldjump"/>
            <a:extLst>
              <a:ext uri="{FF2B5EF4-FFF2-40B4-BE49-F238E27FC236}">
                <a16:creationId xmlns:a16="http://schemas.microsoft.com/office/drawing/2014/main" id="{A804548F-950D-4048-AA53-625017FD6C4B}"/>
              </a:ext>
            </a:extLst>
          </p:cNvPr>
          <p:cNvSpPr/>
          <p:nvPr/>
        </p:nvSpPr>
        <p:spPr>
          <a:xfrm>
            <a:off x="4315152" y="5889009"/>
            <a:ext cx="3781140" cy="781990"/>
          </a:xfrm>
          <a:prstGeom prst="rect">
            <a:avLst/>
          </a:prstGeom>
          <a:solidFill>
            <a:srgbClr val="C6C6C6"/>
          </a:solidFill>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Visible only when security boundary is crossed</a:t>
            </a:r>
          </a:p>
        </p:txBody>
      </p:sp>
      <p:sp>
        <p:nvSpPr>
          <p:cNvPr id="97" name="Rectangle 96">
            <a:hlinkClick r:id="rId5" action="ppaction://hlinksldjump"/>
            <a:hlinkHover r:id="rId5" action="ppaction://hlinksldjump"/>
            <a:extLst>
              <a:ext uri="{FF2B5EF4-FFF2-40B4-BE49-F238E27FC236}">
                <a16:creationId xmlns:a16="http://schemas.microsoft.com/office/drawing/2014/main" id="{A8386FC9-15A4-4F46-9D8D-992C25C3EF33}"/>
              </a:ext>
            </a:extLst>
          </p:cNvPr>
          <p:cNvSpPr/>
          <p:nvPr/>
        </p:nvSpPr>
        <p:spPr>
          <a:xfrm>
            <a:off x="8338288" y="5886762"/>
            <a:ext cx="3781140" cy="781990"/>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Visible to End User</a:t>
            </a:r>
          </a:p>
        </p:txBody>
      </p:sp>
      <p:grpSp>
        <p:nvGrpSpPr>
          <p:cNvPr id="7" name="Group 6">
            <a:extLst>
              <a:ext uri="{FF2B5EF4-FFF2-40B4-BE49-F238E27FC236}">
                <a16:creationId xmlns:a16="http://schemas.microsoft.com/office/drawing/2014/main" id="{CC28A62B-4177-6BB0-1C39-69B40E23DD5B}"/>
              </a:ext>
            </a:extLst>
          </p:cNvPr>
          <p:cNvGrpSpPr/>
          <p:nvPr/>
        </p:nvGrpSpPr>
        <p:grpSpPr>
          <a:xfrm>
            <a:off x="3779655" y="811556"/>
            <a:ext cx="721206" cy="609701"/>
            <a:chOff x="3779655" y="811556"/>
            <a:chExt cx="721206" cy="609701"/>
          </a:xfrm>
        </p:grpSpPr>
        <p:sp>
          <p:nvSpPr>
            <p:cNvPr id="8" name="Rectangle 7">
              <a:extLst>
                <a:ext uri="{FF2B5EF4-FFF2-40B4-BE49-F238E27FC236}">
                  <a16:creationId xmlns:a16="http://schemas.microsoft.com/office/drawing/2014/main" id="{B86ADD22-2971-28E8-F184-61B26B5572B2}"/>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12" name="Rectangle 11">
              <a:extLst>
                <a:ext uri="{FF2B5EF4-FFF2-40B4-BE49-F238E27FC236}">
                  <a16:creationId xmlns:a16="http://schemas.microsoft.com/office/drawing/2014/main" id="{0348238D-9F9A-AEE4-BD07-8B2688D025EB}"/>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 name="Oval 15">
              <a:extLst>
                <a:ext uri="{FF2B5EF4-FFF2-40B4-BE49-F238E27FC236}">
                  <a16:creationId xmlns:a16="http://schemas.microsoft.com/office/drawing/2014/main" id="{26ED7DA0-4581-89BB-5B95-E2CDCB93E874}"/>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 name="Straight Connector 16">
              <a:extLst>
                <a:ext uri="{FF2B5EF4-FFF2-40B4-BE49-F238E27FC236}">
                  <a16:creationId xmlns:a16="http://schemas.microsoft.com/office/drawing/2014/main" id="{59326F1D-43DA-B569-F662-9835CE4F5676}"/>
                </a:ext>
              </a:extLst>
            </p:cNvPr>
            <p:cNvCxnSpPr>
              <a:cxnSpLocks/>
              <a:stCxn id="14"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 name="Straight Connector 18">
              <a:extLst>
                <a:ext uri="{FF2B5EF4-FFF2-40B4-BE49-F238E27FC236}">
                  <a16:creationId xmlns:a16="http://schemas.microsoft.com/office/drawing/2014/main" id="{DDE19EB9-0E41-5151-E174-12C573BCEC94}"/>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0" name="Group 19">
            <a:extLst>
              <a:ext uri="{FF2B5EF4-FFF2-40B4-BE49-F238E27FC236}">
                <a16:creationId xmlns:a16="http://schemas.microsoft.com/office/drawing/2014/main" id="{6D9E30DE-B069-8A10-E635-BBB2B4339AF9}"/>
              </a:ext>
            </a:extLst>
          </p:cNvPr>
          <p:cNvGrpSpPr/>
          <p:nvPr/>
        </p:nvGrpSpPr>
        <p:grpSpPr>
          <a:xfrm>
            <a:off x="7959195" y="3698231"/>
            <a:ext cx="721206" cy="609701"/>
            <a:chOff x="7959195" y="3698231"/>
            <a:chExt cx="721206" cy="609701"/>
          </a:xfrm>
        </p:grpSpPr>
        <p:sp>
          <p:nvSpPr>
            <p:cNvPr id="21" name="Rectangle 20">
              <a:hlinkHover r:id="" action="ppaction://noaction" highlightClick="1"/>
              <a:extLst>
                <a:ext uri="{FF2B5EF4-FFF2-40B4-BE49-F238E27FC236}">
                  <a16:creationId xmlns:a16="http://schemas.microsoft.com/office/drawing/2014/main" id="{70D33C94-D666-8C30-14E0-8C26365C0475}"/>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22" name="Oval 21">
              <a:extLst>
                <a:ext uri="{FF2B5EF4-FFF2-40B4-BE49-F238E27FC236}">
                  <a16:creationId xmlns:a16="http://schemas.microsoft.com/office/drawing/2014/main" id="{586E29A6-92AB-725C-DD92-1E3F32604B6D}"/>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 name="Isosceles Triangle 648">
              <a:extLst>
                <a:ext uri="{FF2B5EF4-FFF2-40B4-BE49-F238E27FC236}">
                  <a16:creationId xmlns:a16="http://schemas.microsoft.com/office/drawing/2014/main" id="{6FDA0462-DA69-461C-2EA0-CB18E2DF5482}"/>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6" name="Group 35">
            <a:extLst>
              <a:ext uri="{FF2B5EF4-FFF2-40B4-BE49-F238E27FC236}">
                <a16:creationId xmlns:a16="http://schemas.microsoft.com/office/drawing/2014/main" id="{D83C46E6-9FA8-C95E-D36F-C6784890F79B}"/>
              </a:ext>
            </a:extLst>
          </p:cNvPr>
          <p:cNvGrpSpPr/>
          <p:nvPr/>
        </p:nvGrpSpPr>
        <p:grpSpPr>
          <a:xfrm>
            <a:off x="5448056" y="1532276"/>
            <a:ext cx="721206" cy="609701"/>
            <a:chOff x="5448056" y="1532276"/>
            <a:chExt cx="721206" cy="609701"/>
          </a:xfrm>
        </p:grpSpPr>
        <p:sp>
          <p:nvSpPr>
            <p:cNvPr id="39" name="Rectangle 38">
              <a:extLst>
                <a:ext uri="{FF2B5EF4-FFF2-40B4-BE49-F238E27FC236}">
                  <a16:creationId xmlns:a16="http://schemas.microsoft.com/office/drawing/2014/main" id="{FF4230AD-0B18-1C58-BC0A-BDDBD90A0A0E}"/>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40" name="Rectangle 39">
              <a:extLst>
                <a:ext uri="{FF2B5EF4-FFF2-40B4-BE49-F238E27FC236}">
                  <a16:creationId xmlns:a16="http://schemas.microsoft.com/office/drawing/2014/main" id="{D5BB2DDC-2E7E-B0A8-98B2-7216E4D9DDDB}"/>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 name="Oval 15">
              <a:extLst>
                <a:ext uri="{FF2B5EF4-FFF2-40B4-BE49-F238E27FC236}">
                  <a16:creationId xmlns:a16="http://schemas.microsoft.com/office/drawing/2014/main" id="{C2884815-1C8A-797B-D7E8-0CEB4B9B15A5}"/>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 name="Straight Connector 47">
              <a:extLst>
                <a:ext uri="{FF2B5EF4-FFF2-40B4-BE49-F238E27FC236}">
                  <a16:creationId xmlns:a16="http://schemas.microsoft.com/office/drawing/2014/main" id="{FB25CF1B-4C20-111D-FA06-9BA825E8550D}"/>
                </a:ext>
              </a:extLst>
            </p:cNvPr>
            <p:cNvCxnSpPr>
              <a:cxnSpLocks/>
              <a:stCxn id="47"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 name="Straight Connector 48">
              <a:extLst>
                <a:ext uri="{FF2B5EF4-FFF2-40B4-BE49-F238E27FC236}">
                  <a16:creationId xmlns:a16="http://schemas.microsoft.com/office/drawing/2014/main" id="{C6F87770-B023-F4B2-4318-9843B4D92837}"/>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 name="Group 49">
            <a:extLst>
              <a:ext uri="{FF2B5EF4-FFF2-40B4-BE49-F238E27FC236}">
                <a16:creationId xmlns:a16="http://schemas.microsoft.com/office/drawing/2014/main" id="{BF3CAFCA-5904-57BC-BEF6-A30C3DD51941}"/>
              </a:ext>
            </a:extLst>
          </p:cNvPr>
          <p:cNvGrpSpPr/>
          <p:nvPr/>
        </p:nvGrpSpPr>
        <p:grpSpPr>
          <a:xfrm>
            <a:off x="6284565" y="1532276"/>
            <a:ext cx="721206" cy="609701"/>
            <a:chOff x="6284565" y="1532276"/>
            <a:chExt cx="721206" cy="609701"/>
          </a:xfrm>
        </p:grpSpPr>
        <p:sp>
          <p:nvSpPr>
            <p:cNvPr id="51" name="Rectangle 50">
              <a:extLst>
                <a:ext uri="{FF2B5EF4-FFF2-40B4-BE49-F238E27FC236}">
                  <a16:creationId xmlns:a16="http://schemas.microsoft.com/office/drawing/2014/main" id="{FB6D8336-7552-18D0-7D19-6155CAB7809F}"/>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52" name="Rectangle 51">
              <a:extLst>
                <a:ext uri="{FF2B5EF4-FFF2-40B4-BE49-F238E27FC236}">
                  <a16:creationId xmlns:a16="http://schemas.microsoft.com/office/drawing/2014/main" id="{DB830799-E9E8-4B57-B3A9-B61E64EB6C74}"/>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 name="Oval 15">
              <a:extLst>
                <a:ext uri="{FF2B5EF4-FFF2-40B4-BE49-F238E27FC236}">
                  <a16:creationId xmlns:a16="http://schemas.microsoft.com/office/drawing/2014/main" id="{DC444426-E272-BA0E-C169-1814E540E62E}"/>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4" name="Straight Connector 53">
              <a:extLst>
                <a:ext uri="{FF2B5EF4-FFF2-40B4-BE49-F238E27FC236}">
                  <a16:creationId xmlns:a16="http://schemas.microsoft.com/office/drawing/2014/main" id="{C9A6BF65-B7A3-F3C7-419C-643A12BA37B4}"/>
                </a:ext>
              </a:extLst>
            </p:cNvPr>
            <p:cNvCxnSpPr>
              <a:cxnSpLocks/>
              <a:stCxn id="53"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 name="Straight Connector 54">
              <a:extLst>
                <a:ext uri="{FF2B5EF4-FFF2-40B4-BE49-F238E27FC236}">
                  <a16:creationId xmlns:a16="http://schemas.microsoft.com/office/drawing/2014/main" id="{03B3739A-71FE-8770-A779-DC00682E0277}"/>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4035C032-9800-0049-3C6B-4EB03D5D20B1}"/>
              </a:ext>
            </a:extLst>
          </p:cNvPr>
          <p:cNvGrpSpPr/>
          <p:nvPr/>
        </p:nvGrpSpPr>
        <p:grpSpPr>
          <a:xfrm>
            <a:off x="3775045" y="1532276"/>
            <a:ext cx="721206" cy="609701"/>
            <a:chOff x="3775045" y="1532276"/>
            <a:chExt cx="721206" cy="609701"/>
          </a:xfrm>
        </p:grpSpPr>
        <p:sp>
          <p:nvSpPr>
            <p:cNvPr id="65" name="Rectangle 64">
              <a:extLst>
                <a:ext uri="{FF2B5EF4-FFF2-40B4-BE49-F238E27FC236}">
                  <a16:creationId xmlns:a16="http://schemas.microsoft.com/office/drawing/2014/main" id="{597BFD6E-4230-3730-5AA8-76685E15C719}"/>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66" name="Right Triangle 65">
              <a:extLst>
                <a:ext uri="{FF2B5EF4-FFF2-40B4-BE49-F238E27FC236}">
                  <a16:creationId xmlns:a16="http://schemas.microsoft.com/office/drawing/2014/main" id="{363776A6-1CB3-A2F7-B688-4285205C4C9D}"/>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 name="Group 66">
              <a:extLst>
                <a:ext uri="{FF2B5EF4-FFF2-40B4-BE49-F238E27FC236}">
                  <a16:creationId xmlns:a16="http://schemas.microsoft.com/office/drawing/2014/main" id="{3F521308-C7DE-1D15-1497-BDEB1155C013}"/>
                </a:ext>
              </a:extLst>
            </p:cNvPr>
            <p:cNvGrpSpPr/>
            <p:nvPr/>
          </p:nvGrpSpPr>
          <p:grpSpPr>
            <a:xfrm>
              <a:off x="4440495" y="1542936"/>
              <a:ext cx="37817" cy="61390"/>
              <a:chOff x="3883481" y="2057400"/>
              <a:chExt cx="1608363" cy="2652031"/>
            </a:xfrm>
            <a:solidFill>
              <a:srgbClr val="A6A6A6">
                <a:alpha val="20000"/>
              </a:srgbClr>
            </a:solidFill>
          </p:grpSpPr>
          <p:sp>
            <p:nvSpPr>
              <p:cNvPr id="68" name="Oval 27">
                <a:extLst>
                  <a:ext uri="{FF2B5EF4-FFF2-40B4-BE49-F238E27FC236}">
                    <a16:creationId xmlns:a16="http://schemas.microsoft.com/office/drawing/2014/main" id="{29978916-E722-8E3E-BE94-31E8C1E5613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 name="Oval 28">
                <a:extLst>
                  <a:ext uri="{FF2B5EF4-FFF2-40B4-BE49-F238E27FC236}">
                    <a16:creationId xmlns:a16="http://schemas.microsoft.com/office/drawing/2014/main" id="{2D36754F-6A0E-B6D5-E233-79FD274BCAC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 name="Group 69">
            <a:extLst>
              <a:ext uri="{FF2B5EF4-FFF2-40B4-BE49-F238E27FC236}">
                <a16:creationId xmlns:a16="http://schemas.microsoft.com/office/drawing/2014/main" id="{556DF7C3-2721-72DE-B1BA-A74D873A88B1}"/>
              </a:ext>
            </a:extLst>
          </p:cNvPr>
          <p:cNvGrpSpPr/>
          <p:nvPr/>
        </p:nvGrpSpPr>
        <p:grpSpPr>
          <a:xfrm>
            <a:off x="4611552" y="1532276"/>
            <a:ext cx="721206" cy="609701"/>
            <a:chOff x="4611552" y="1532276"/>
            <a:chExt cx="721206" cy="609701"/>
          </a:xfrm>
        </p:grpSpPr>
        <p:sp>
          <p:nvSpPr>
            <p:cNvPr id="71" name="Rectangle 70">
              <a:extLst>
                <a:ext uri="{FF2B5EF4-FFF2-40B4-BE49-F238E27FC236}">
                  <a16:creationId xmlns:a16="http://schemas.microsoft.com/office/drawing/2014/main" id="{651DAD4F-68BD-2C80-7072-C0E7F09C97B3}"/>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72" name="Right Triangle 71">
              <a:extLst>
                <a:ext uri="{FF2B5EF4-FFF2-40B4-BE49-F238E27FC236}">
                  <a16:creationId xmlns:a16="http://schemas.microsoft.com/office/drawing/2014/main" id="{015360A3-5DD0-131B-A84C-904054A27ACA}"/>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3" name="Group 72">
              <a:extLst>
                <a:ext uri="{FF2B5EF4-FFF2-40B4-BE49-F238E27FC236}">
                  <a16:creationId xmlns:a16="http://schemas.microsoft.com/office/drawing/2014/main" id="{127A8D58-0311-FAC2-0741-B442C5A75803}"/>
                </a:ext>
              </a:extLst>
            </p:cNvPr>
            <p:cNvGrpSpPr/>
            <p:nvPr/>
          </p:nvGrpSpPr>
          <p:grpSpPr>
            <a:xfrm>
              <a:off x="5276135" y="1542936"/>
              <a:ext cx="37817" cy="61390"/>
              <a:chOff x="3883481" y="2057400"/>
              <a:chExt cx="1608363" cy="2652031"/>
            </a:xfrm>
            <a:solidFill>
              <a:srgbClr val="A6A6A6">
                <a:alpha val="20000"/>
              </a:srgbClr>
            </a:solidFill>
          </p:grpSpPr>
          <p:sp>
            <p:nvSpPr>
              <p:cNvPr id="74" name="Oval 27">
                <a:extLst>
                  <a:ext uri="{FF2B5EF4-FFF2-40B4-BE49-F238E27FC236}">
                    <a16:creationId xmlns:a16="http://schemas.microsoft.com/office/drawing/2014/main" id="{898FA3AF-92D4-6F91-ECF7-87F5FBF304F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 name="Oval 28">
                <a:extLst>
                  <a:ext uri="{FF2B5EF4-FFF2-40B4-BE49-F238E27FC236}">
                    <a16:creationId xmlns:a16="http://schemas.microsoft.com/office/drawing/2014/main" id="{DE44BDDD-8676-C05E-1727-B3A594B6FBD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26" name="Group 425">
            <a:extLst>
              <a:ext uri="{FF2B5EF4-FFF2-40B4-BE49-F238E27FC236}">
                <a16:creationId xmlns:a16="http://schemas.microsoft.com/office/drawing/2014/main" id="{165EC07E-CE2D-D7E5-C677-2BDFE2988DA0}"/>
              </a:ext>
            </a:extLst>
          </p:cNvPr>
          <p:cNvGrpSpPr/>
          <p:nvPr/>
        </p:nvGrpSpPr>
        <p:grpSpPr>
          <a:xfrm>
            <a:off x="2938537" y="1532271"/>
            <a:ext cx="721206" cy="610042"/>
            <a:chOff x="2938537" y="1532271"/>
            <a:chExt cx="721206" cy="610042"/>
          </a:xfrm>
        </p:grpSpPr>
        <p:sp>
          <p:nvSpPr>
            <p:cNvPr id="427" name="Rectangle 426">
              <a:extLst>
                <a:ext uri="{FF2B5EF4-FFF2-40B4-BE49-F238E27FC236}">
                  <a16:creationId xmlns:a16="http://schemas.microsoft.com/office/drawing/2014/main" id="{B1299156-2D14-254E-9F33-5E25CEA3D24C}"/>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28" name="Right Triangle 427">
              <a:extLst>
                <a:ext uri="{FF2B5EF4-FFF2-40B4-BE49-F238E27FC236}">
                  <a16:creationId xmlns:a16="http://schemas.microsoft.com/office/drawing/2014/main" id="{905CF79F-8799-B1F1-4947-500631A2690F}"/>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9" name="Oval 27">
              <a:extLst>
                <a:ext uri="{FF2B5EF4-FFF2-40B4-BE49-F238E27FC236}">
                  <a16:creationId xmlns:a16="http://schemas.microsoft.com/office/drawing/2014/main" id="{255E176C-0BDA-6D07-BFA7-F78287BF032D}"/>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0" name="Oval 28">
              <a:extLst>
                <a:ext uri="{FF2B5EF4-FFF2-40B4-BE49-F238E27FC236}">
                  <a16:creationId xmlns:a16="http://schemas.microsoft.com/office/drawing/2014/main" id="{48A04CBD-FA79-8A4E-2316-279DEE25E4C5}"/>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6" name="Group 455">
            <a:extLst>
              <a:ext uri="{FF2B5EF4-FFF2-40B4-BE49-F238E27FC236}">
                <a16:creationId xmlns:a16="http://schemas.microsoft.com/office/drawing/2014/main" id="{64D7D226-837D-49D7-78FA-DAA35CD51964}"/>
              </a:ext>
            </a:extLst>
          </p:cNvPr>
          <p:cNvGrpSpPr/>
          <p:nvPr/>
        </p:nvGrpSpPr>
        <p:grpSpPr>
          <a:xfrm>
            <a:off x="5442073" y="811556"/>
            <a:ext cx="728239" cy="609701"/>
            <a:chOff x="5442073" y="811556"/>
            <a:chExt cx="728239" cy="609701"/>
          </a:xfrm>
        </p:grpSpPr>
        <p:sp>
          <p:nvSpPr>
            <p:cNvPr id="457" name="Rectangle 456">
              <a:extLst>
                <a:ext uri="{FF2B5EF4-FFF2-40B4-BE49-F238E27FC236}">
                  <a16:creationId xmlns:a16="http://schemas.microsoft.com/office/drawing/2014/main" id="{0222D777-B1D4-BAD5-EBCE-483CA4EEE841}"/>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58" name="Rectangle 457">
              <a:extLst>
                <a:ext uri="{FF2B5EF4-FFF2-40B4-BE49-F238E27FC236}">
                  <a16:creationId xmlns:a16="http://schemas.microsoft.com/office/drawing/2014/main" id="{4E2A550C-8A4F-B165-A99E-A56FDD99E6E9}"/>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9" name="Oval 15">
              <a:extLst>
                <a:ext uri="{FF2B5EF4-FFF2-40B4-BE49-F238E27FC236}">
                  <a16:creationId xmlns:a16="http://schemas.microsoft.com/office/drawing/2014/main" id="{7E09D0CB-67A4-332C-A971-38AB1B6D06FB}"/>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0" name="Straight Connector 459">
              <a:extLst>
                <a:ext uri="{FF2B5EF4-FFF2-40B4-BE49-F238E27FC236}">
                  <a16:creationId xmlns:a16="http://schemas.microsoft.com/office/drawing/2014/main" id="{5AF64976-D6C8-80FB-8A3C-4CCD4CE9EE69}"/>
                </a:ext>
              </a:extLst>
            </p:cNvPr>
            <p:cNvCxnSpPr>
              <a:cxnSpLocks/>
              <a:stCxn id="459"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1" name="Straight Connector 460">
              <a:extLst>
                <a:ext uri="{FF2B5EF4-FFF2-40B4-BE49-F238E27FC236}">
                  <a16:creationId xmlns:a16="http://schemas.microsoft.com/office/drawing/2014/main" id="{051A3455-DCE8-0B7B-9413-7468A1073E42}"/>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2" name="Group 461">
            <a:extLst>
              <a:ext uri="{FF2B5EF4-FFF2-40B4-BE49-F238E27FC236}">
                <a16:creationId xmlns:a16="http://schemas.microsoft.com/office/drawing/2014/main" id="{6BB45380-64BC-54AA-BFCD-EF8E47902EC1}"/>
              </a:ext>
            </a:extLst>
          </p:cNvPr>
          <p:cNvGrpSpPr/>
          <p:nvPr/>
        </p:nvGrpSpPr>
        <p:grpSpPr>
          <a:xfrm>
            <a:off x="6284597" y="811555"/>
            <a:ext cx="721206" cy="609701"/>
            <a:chOff x="6284597" y="811555"/>
            <a:chExt cx="721206" cy="609701"/>
          </a:xfrm>
        </p:grpSpPr>
        <p:sp>
          <p:nvSpPr>
            <p:cNvPr id="463" name="Rectangle 462">
              <a:hlinkHover r:id="" action="ppaction://noaction" highlightClick="1"/>
              <a:extLst>
                <a:ext uri="{FF2B5EF4-FFF2-40B4-BE49-F238E27FC236}">
                  <a16:creationId xmlns:a16="http://schemas.microsoft.com/office/drawing/2014/main" id="{1B24620F-DF60-C111-23F6-9F1C738CBC59}"/>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64" name="Right Triangle 463">
              <a:extLst>
                <a:ext uri="{FF2B5EF4-FFF2-40B4-BE49-F238E27FC236}">
                  <a16:creationId xmlns:a16="http://schemas.microsoft.com/office/drawing/2014/main" id="{06638384-62C8-938B-9DCC-878706A378A8}"/>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5" name="Oval 27">
              <a:extLst>
                <a:ext uri="{FF2B5EF4-FFF2-40B4-BE49-F238E27FC236}">
                  <a16:creationId xmlns:a16="http://schemas.microsoft.com/office/drawing/2014/main" id="{62F7D9F6-48A8-DC8C-18AC-45206DAB8D62}"/>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6" name="Oval 28">
              <a:extLst>
                <a:ext uri="{FF2B5EF4-FFF2-40B4-BE49-F238E27FC236}">
                  <a16:creationId xmlns:a16="http://schemas.microsoft.com/office/drawing/2014/main" id="{08AA8934-8AEC-DC9A-C1E3-F0F4314035BE}"/>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2" name="Group 471">
            <a:extLst>
              <a:ext uri="{FF2B5EF4-FFF2-40B4-BE49-F238E27FC236}">
                <a16:creationId xmlns:a16="http://schemas.microsoft.com/office/drawing/2014/main" id="{F3A1B6A3-E400-B3A6-B784-CF5B6F4DD0EE}"/>
              </a:ext>
            </a:extLst>
          </p:cNvPr>
          <p:cNvGrpSpPr/>
          <p:nvPr/>
        </p:nvGrpSpPr>
        <p:grpSpPr>
          <a:xfrm>
            <a:off x="7957576" y="811556"/>
            <a:ext cx="721206" cy="609701"/>
            <a:chOff x="7957576" y="811556"/>
            <a:chExt cx="721206" cy="609701"/>
          </a:xfrm>
        </p:grpSpPr>
        <p:sp>
          <p:nvSpPr>
            <p:cNvPr id="473" name="Rectangle 472">
              <a:extLst>
                <a:ext uri="{FF2B5EF4-FFF2-40B4-BE49-F238E27FC236}">
                  <a16:creationId xmlns:a16="http://schemas.microsoft.com/office/drawing/2014/main" id="{EB672B28-D6E5-54BA-768B-DBEA02627B56}"/>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74" name="Rectangle 473">
              <a:extLst>
                <a:ext uri="{FF2B5EF4-FFF2-40B4-BE49-F238E27FC236}">
                  <a16:creationId xmlns:a16="http://schemas.microsoft.com/office/drawing/2014/main" id="{C2702592-805B-CA46-8698-4EC43825B424}"/>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5" name="Oval 15">
              <a:extLst>
                <a:ext uri="{FF2B5EF4-FFF2-40B4-BE49-F238E27FC236}">
                  <a16:creationId xmlns:a16="http://schemas.microsoft.com/office/drawing/2014/main" id="{5F3844FB-B213-6B53-AE68-26F5F9934ED3}"/>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76" name="Straight Connector 475">
              <a:extLst>
                <a:ext uri="{FF2B5EF4-FFF2-40B4-BE49-F238E27FC236}">
                  <a16:creationId xmlns:a16="http://schemas.microsoft.com/office/drawing/2014/main" id="{14558C59-C101-7F83-3277-603597060F03}"/>
                </a:ext>
              </a:extLst>
            </p:cNvPr>
            <p:cNvCxnSpPr>
              <a:cxnSpLocks/>
              <a:stCxn id="475"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77" name="Straight Connector 476">
              <a:extLst>
                <a:ext uri="{FF2B5EF4-FFF2-40B4-BE49-F238E27FC236}">
                  <a16:creationId xmlns:a16="http://schemas.microsoft.com/office/drawing/2014/main" id="{E8CADC20-D229-9C61-16AD-5AA9E3017072}"/>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6" name="Group 485">
            <a:extLst>
              <a:ext uri="{FF2B5EF4-FFF2-40B4-BE49-F238E27FC236}">
                <a16:creationId xmlns:a16="http://schemas.microsoft.com/office/drawing/2014/main" id="{96DEAC5B-F00A-60F1-226A-D611018116EF}"/>
              </a:ext>
            </a:extLst>
          </p:cNvPr>
          <p:cNvGrpSpPr/>
          <p:nvPr/>
        </p:nvGrpSpPr>
        <p:grpSpPr>
          <a:xfrm>
            <a:off x="11356242" y="90836"/>
            <a:ext cx="721206" cy="609701"/>
            <a:chOff x="11356242" y="90836"/>
            <a:chExt cx="721206" cy="609701"/>
          </a:xfrm>
        </p:grpSpPr>
        <p:sp>
          <p:nvSpPr>
            <p:cNvPr id="487" name="Rectangle 486">
              <a:hlinkHover r:id="" action="ppaction://noaction" highlightClick="1"/>
              <a:extLst>
                <a:ext uri="{FF2B5EF4-FFF2-40B4-BE49-F238E27FC236}">
                  <a16:creationId xmlns:a16="http://schemas.microsoft.com/office/drawing/2014/main" id="{AC63F0C7-182C-C77C-0E47-C20A48C9CB71}"/>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488" name="Oval 487">
              <a:extLst>
                <a:ext uri="{FF2B5EF4-FFF2-40B4-BE49-F238E27FC236}">
                  <a16:creationId xmlns:a16="http://schemas.microsoft.com/office/drawing/2014/main" id="{F578C5FE-634B-CDEC-0E36-DD6FD1D2243E}"/>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9" name="Isosceles Triangle 648">
              <a:extLst>
                <a:ext uri="{FF2B5EF4-FFF2-40B4-BE49-F238E27FC236}">
                  <a16:creationId xmlns:a16="http://schemas.microsoft.com/office/drawing/2014/main" id="{0D3AB18F-73F9-3A23-7622-FABFD5FF009C}"/>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0" name="Group 489">
            <a:extLst>
              <a:ext uri="{FF2B5EF4-FFF2-40B4-BE49-F238E27FC236}">
                <a16:creationId xmlns:a16="http://schemas.microsoft.com/office/drawing/2014/main" id="{18C87E47-8A3F-BD89-20C8-BA3F73699D7F}"/>
              </a:ext>
            </a:extLst>
          </p:cNvPr>
          <p:cNvGrpSpPr/>
          <p:nvPr/>
        </p:nvGrpSpPr>
        <p:grpSpPr>
          <a:xfrm>
            <a:off x="11356243" y="3694774"/>
            <a:ext cx="721206" cy="609701"/>
            <a:chOff x="11356243" y="3694774"/>
            <a:chExt cx="721206" cy="609701"/>
          </a:xfrm>
        </p:grpSpPr>
        <p:sp>
          <p:nvSpPr>
            <p:cNvPr id="491" name="Rectangle 490">
              <a:hlinkHover r:id="" action="ppaction://noaction" highlightClick="1"/>
              <a:extLst>
                <a:ext uri="{FF2B5EF4-FFF2-40B4-BE49-F238E27FC236}">
                  <a16:creationId xmlns:a16="http://schemas.microsoft.com/office/drawing/2014/main" id="{D5CA989A-83C0-FEFC-3701-27A1BAE46D1B}"/>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492" name="Oval 491">
              <a:extLst>
                <a:ext uri="{FF2B5EF4-FFF2-40B4-BE49-F238E27FC236}">
                  <a16:creationId xmlns:a16="http://schemas.microsoft.com/office/drawing/2014/main" id="{1AB98C5E-C91B-16ED-A00A-79CB7B85E733}"/>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3" name="Isosceles Triangle 648">
              <a:extLst>
                <a:ext uri="{FF2B5EF4-FFF2-40B4-BE49-F238E27FC236}">
                  <a16:creationId xmlns:a16="http://schemas.microsoft.com/office/drawing/2014/main" id="{7BFAB507-AD8F-1106-0018-C1B148E1BF11}"/>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4" name="Group 493">
            <a:extLst>
              <a:ext uri="{FF2B5EF4-FFF2-40B4-BE49-F238E27FC236}">
                <a16:creationId xmlns:a16="http://schemas.microsoft.com/office/drawing/2014/main" id="{D2E25AF2-7EE9-12CE-7D78-7C5B7273E190}"/>
              </a:ext>
            </a:extLst>
          </p:cNvPr>
          <p:cNvGrpSpPr/>
          <p:nvPr/>
        </p:nvGrpSpPr>
        <p:grpSpPr>
          <a:xfrm>
            <a:off x="9657691" y="4419624"/>
            <a:ext cx="721206" cy="609701"/>
            <a:chOff x="9657691" y="4419624"/>
            <a:chExt cx="721206" cy="609701"/>
          </a:xfrm>
        </p:grpSpPr>
        <p:sp>
          <p:nvSpPr>
            <p:cNvPr id="495" name="Rectangle 494">
              <a:hlinkHover r:id="" action="ppaction://noaction" highlightClick="1"/>
              <a:extLst>
                <a:ext uri="{FF2B5EF4-FFF2-40B4-BE49-F238E27FC236}">
                  <a16:creationId xmlns:a16="http://schemas.microsoft.com/office/drawing/2014/main" id="{D3EC9282-0673-B112-9558-A6385804378F}"/>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496" name="Oval 495">
              <a:extLst>
                <a:ext uri="{FF2B5EF4-FFF2-40B4-BE49-F238E27FC236}">
                  <a16:creationId xmlns:a16="http://schemas.microsoft.com/office/drawing/2014/main" id="{F8465E33-7CBA-4EA1-EA6B-B3B4B66A6B4C}"/>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7" name="Isosceles Triangle 648">
              <a:extLst>
                <a:ext uri="{FF2B5EF4-FFF2-40B4-BE49-F238E27FC236}">
                  <a16:creationId xmlns:a16="http://schemas.microsoft.com/office/drawing/2014/main" id="{5EB93DA1-F343-4BF5-7AE4-94F74A3E80A7}"/>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8" name="Group 497">
            <a:extLst>
              <a:ext uri="{FF2B5EF4-FFF2-40B4-BE49-F238E27FC236}">
                <a16:creationId xmlns:a16="http://schemas.microsoft.com/office/drawing/2014/main" id="{1E33ED8E-6F3C-3AD3-4949-9EA68D9019FD}"/>
              </a:ext>
            </a:extLst>
          </p:cNvPr>
          <p:cNvGrpSpPr/>
          <p:nvPr/>
        </p:nvGrpSpPr>
        <p:grpSpPr>
          <a:xfrm>
            <a:off x="10506968" y="4419620"/>
            <a:ext cx="721206" cy="609701"/>
            <a:chOff x="10506968" y="4419620"/>
            <a:chExt cx="721206" cy="609701"/>
          </a:xfrm>
        </p:grpSpPr>
        <p:sp>
          <p:nvSpPr>
            <p:cNvPr id="499" name="Rectangle 498">
              <a:hlinkHover r:id="" action="ppaction://noaction" highlightClick="1"/>
              <a:extLst>
                <a:ext uri="{FF2B5EF4-FFF2-40B4-BE49-F238E27FC236}">
                  <a16:creationId xmlns:a16="http://schemas.microsoft.com/office/drawing/2014/main" id="{ACECB5AA-81B2-7094-2BD6-F93FB4529493}"/>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00" name="Oval 499">
              <a:extLst>
                <a:ext uri="{FF2B5EF4-FFF2-40B4-BE49-F238E27FC236}">
                  <a16:creationId xmlns:a16="http://schemas.microsoft.com/office/drawing/2014/main" id="{903440AE-3A5D-B8A2-6D2D-B687433689B8}"/>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1" name="Isosceles Triangle 648">
              <a:extLst>
                <a:ext uri="{FF2B5EF4-FFF2-40B4-BE49-F238E27FC236}">
                  <a16:creationId xmlns:a16="http://schemas.microsoft.com/office/drawing/2014/main" id="{6AA726D1-048D-6976-66A4-7C9C2D9A682C}"/>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2" name="Group 501">
            <a:extLst>
              <a:ext uri="{FF2B5EF4-FFF2-40B4-BE49-F238E27FC236}">
                <a16:creationId xmlns:a16="http://schemas.microsoft.com/office/drawing/2014/main" id="{32AA72DC-11A6-FE71-6900-F41EA5B5911A}"/>
              </a:ext>
            </a:extLst>
          </p:cNvPr>
          <p:cNvGrpSpPr/>
          <p:nvPr/>
        </p:nvGrpSpPr>
        <p:grpSpPr>
          <a:xfrm>
            <a:off x="11356003" y="4416261"/>
            <a:ext cx="721206" cy="609701"/>
            <a:chOff x="11356003" y="4416261"/>
            <a:chExt cx="721206" cy="609701"/>
          </a:xfrm>
        </p:grpSpPr>
        <p:sp>
          <p:nvSpPr>
            <p:cNvPr id="503" name="Rectangle 502">
              <a:hlinkHover r:id="" action="ppaction://noaction" highlightClick="1"/>
              <a:extLst>
                <a:ext uri="{FF2B5EF4-FFF2-40B4-BE49-F238E27FC236}">
                  <a16:creationId xmlns:a16="http://schemas.microsoft.com/office/drawing/2014/main" id="{01127473-BD5C-639D-0B0A-85E0D3A5F38D}"/>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04" name="Oval 503">
              <a:extLst>
                <a:ext uri="{FF2B5EF4-FFF2-40B4-BE49-F238E27FC236}">
                  <a16:creationId xmlns:a16="http://schemas.microsoft.com/office/drawing/2014/main" id="{2AC73D26-C4BC-2009-45B8-2D1293006E73}"/>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5" name="Isosceles Triangle 648">
              <a:extLst>
                <a:ext uri="{FF2B5EF4-FFF2-40B4-BE49-F238E27FC236}">
                  <a16:creationId xmlns:a16="http://schemas.microsoft.com/office/drawing/2014/main" id="{03F7537E-07B5-BA29-D3A9-8E9426709C60}"/>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6" name="Group 505">
            <a:extLst>
              <a:ext uri="{FF2B5EF4-FFF2-40B4-BE49-F238E27FC236}">
                <a16:creationId xmlns:a16="http://schemas.microsoft.com/office/drawing/2014/main" id="{1DC67CDB-7277-AB44-7C20-917833434899}"/>
              </a:ext>
            </a:extLst>
          </p:cNvPr>
          <p:cNvGrpSpPr/>
          <p:nvPr/>
        </p:nvGrpSpPr>
        <p:grpSpPr>
          <a:xfrm>
            <a:off x="8808526" y="4416261"/>
            <a:ext cx="721206" cy="609701"/>
            <a:chOff x="8808526" y="4416261"/>
            <a:chExt cx="721206" cy="609701"/>
          </a:xfrm>
        </p:grpSpPr>
        <p:sp>
          <p:nvSpPr>
            <p:cNvPr id="507" name="Rectangle 506">
              <a:hlinkHover r:id="" action="ppaction://noaction" highlightClick="1"/>
              <a:extLst>
                <a:ext uri="{FF2B5EF4-FFF2-40B4-BE49-F238E27FC236}">
                  <a16:creationId xmlns:a16="http://schemas.microsoft.com/office/drawing/2014/main" id="{1DCDA9DC-B852-9D6B-F870-8C532951BF43}"/>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08" name="Oval 507">
              <a:extLst>
                <a:ext uri="{FF2B5EF4-FFF2-40B4-BE49-F238E27FC236}">
                  <a16:creationId xmlns:a16="http://schemas.microsoft.com/office/drawing/2014/main" id="{BEEF185B-9FFE-037E-9065-46318380036E}"/>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9" name="Isosceles Triangle 648">
              <a:extLst>
                <a:ext uri="{FF2B5EF4-FFF2-40B4-BE49-F238E27FC236}">
                  <a16:creationId xmlns:a16="http://schemas.microsoft.com/office/drawing/2014/main" id="{D67A4222-6AE4-5F11-0BB0-EE197CFE3CAD}"/>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0" name="Group 509">
            <a:extLst>
              <a:ext uri="{FF2B5EF4-FFF2-40B4-BE49-F238E27FC236}">
                <a16:creationId xmlns:a16="http://schemas.microsoft.com/office/drawing/2014/main" id="{D029FBBB-3646-AE4D-2187-423454C4CACC}"/>
              </a:ext>
            </a:extLst>
          </p:cNvPr>
          <p:cNvGrpSpPr/>
          <p:nvPr/>
        </p:nvGrpSpPr>
        <p:grpSpPr>
          <a:xfrm>
            <a:off x="10509579" y="5141013"/>
            <a:ext cx="721206" cy="609701"/>
            <a:chOff x="10509579" y="5141013"/>
            <a:chExt cx="721206" cy="609701"/>
          </a:xfrm>
        </p:grpSpPr>
        <p:sp>
          <p:nvSpPr>
            <p:cNvPr id="511" name="Rectangle 510">
              <a:hlinkHover r:id="" action="ppaction://noaction" highlightClick="1"/>
              <a:extLst>
                <a:ext uri="{FF2B5EF4-FFF2-40B4-BE49-F238E27FC236}">
                  <a16:creationId xmlns:a16="http://schemas.microsoft.com/office/drawing/2014/main" id="{A68929FD-84B5-F2F1-F556-CBE741DD75C7}"/>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12" name="Oval 511">
              <a:extLst>
                <a:ext uri="{FF2B5EF4-FFF2-40B4-BE49-F238E27FC236}">
                  <a16:creationId xmlns:a16="http://schemas.microsoft.com/office/drawing/2014/main" id="{F4B57270-2653-F7E1-7753-FA045CF60925}"/>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3" name="Isosceles Triangle 648">
              <a:extLst>
                <a:ext uri="{FF2B5EF4-FFF2-40B4-BE49-F238E27FC236}">
                  <a16:creationId xmlns:a16="http://schemas.microsoft.com/office/drawing/2014/main" id="{BB655CEB-6538-3C24-2B9B-D6022B45E090}"/>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4" name="Group 513">
            <a:extLst>
              <a:ext uri="{FF2B5EF4-FFF2-40B4-BE49-F238E27FC236}">
                <a16:creationId xmlns:a16="http://schemas.microsoft.com/office/drawing/2014/main" id="{B44106B8-5321-4813-5206-B403E9E6C4D0}"/>
              </a:ext>
            </a:extLst>
          </p:cNvPr>
          <p:cNvGrpSpPr/>
          <p:nvPr/>
        </p:nvGrpSpPr>
        <p:grpSpPr>
          <a:xfrm>
            <a:off x="9651076" y="5143367"/>
            <a:ext cx="721206" cy="609701"/>
            <a:chOff x="9651076" y="5143367"/>
            <a:chExt cx="721206" cy="609701"/>
          </a:xfrm>
        </p:grpSpPr>
        <p:sp>
          <p:nvSpPr>
            <p:cNvPr id="515" name="Rectangle 514">
              <a:hlinkHover r:id="" action="ppaction://noaction" highlightClick="1"/>
              <a:extLst>
                <a:ext uri="{FF2B5EF4-FFF2-40B4-BE49-F238E27FC236}">
                  <a16:creationId xmlns:a16="http://schemas.microsoft.com/office/drawing/2014/main" id="{47B23D78-1FEE-E712-0E3A-65085F5A0181}"/>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16" name="Oval 515">
              <a:extLst>
                <a:ext uri="{FF2B5EF4-FFF2-40B4-BE49-F238E27FC236}">
                  <a16:creationId xmlns:a16="http://schemas.microsoft.com/office/drawing/2014/main" id="{4AB9D0C4-01C3-A0A8-3642-040C6FB14144}"/>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7" name="Isosceles Triangle 648">
              <a:extLst>
                <a:ext uri="{FF2B5EF4-FFF2-40B4-BE49-F238E27FC236}">
                  <a16:creationId xmlns:a16="http://schemas.microsoft.com/office/drawing/2014/main" id="{6342AC67-DED6-E152-B1D2-22FBA3439E6F}"/>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8" name="Group 517">
            <a:extLst>
              <a:ext uri="{FF2B5EF4-FFF2-40B4-BE49-F238E27FC236}">
                <a16:creationId xmlns:a16="http://schemas.microsoft.com/office/drawing/2014/main" id="{DAB8D553-48B2-C5B2-A465-53C339003B30}"/>
              </a:ext>
            </a:extLst>
          </p:cNvPr>
          <p:cNvGrpSpPr/>
          <p:nvPr/>
        </p:nvGrpSpPr>
        <p:grpSpPr>
          <a:xfrm>
            <a:off x="9657612" y="3698231"/>
            <a:ext cx="721206" cy="609701"/>
            <a:chOff x="9657612" y="3698231"/>
            <a:chExt cx="721206" cy="609701"/>
          </a:xfrm>
        </p:grpSpPr>
        <p:sp>
          <p:nvSpPr>
            <p:cNvPr id="519" name="Rectangle 518">
              <a:hlinkHover r:id="" action="ppaction://noaction" highlightClick="1"/>
              <a:extLst>
                <a:ext uri="{FF2B5EF4-FFF2-40B4-BE49-F238E27FC236}">
                  <a16:creationId xmlns:a16="http://schemas.microsoft.com/office/drawing/2014/main" id="{70B67D6D-E99B-C42D-49A0-212D3501322E}"/>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20" name="Oval 519">
              <a:extLst>
                <a:ext uri="{FF2B5EF4-FFF2-40B4-BE49-F238E27FC236}">
                  <a16:creationId xmlns:a16="http://schemas.microsoft.com/office/drawing/2014/main" id="{47D4529F-BC96-7D13-9D71-7174E37A6FAB}"/>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1" name="Isosceles Triangle 648">
              <a:extLst>
                <a:ext uri="{FF2B5EF4-FFF2-40B4-BE49-F238E27FC236}">
                  <a16:creationId xmlns:a16="http://schemas.microsoft.com/office/drawing/2014/main" id="{7E3C56DE-0A46-4A25-6624-4C86FC8E58CA}"/>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2" name="Group 521">
            <a:extLst>
              <a:ext uri="{FF2B5EF4-FFF2-40B4-BE49-F238E27FC236}">
                <a16:creationId xmlns:a16="http://schemas.microsoft.com/office/drawing/2014/main" id="{1C368E8D-0355-7917-8AEF-F299E707C37B}"/>
              </a:ext>
            </a:extLst>
          </p:cNvPr>
          <p:cNvGrpSpPr/>
          <p:nvPr/>
        </p:nvGrpSpPr>
        <p:grpSpPr>
          <a:xfrm>
            <a:off x="10506928" y="3698227"/>
            <a:ext cx="721206" cy="609701"/>
            <a:chOff x="10506928" y="3698227"/>
            <a:chExt cx="721206" cy="609701"/>
          </a:xfrm>
        </p:grpSpPr>
        <p:sp>
          <p:nvSpPr>
            <p:cNvPr id="523" name="Rectangle 522">
              <a:hlinkHover r:id="" action="ppaction://noaction" highlightClick="1"/>
              <a:extLst>
                <a:ext uri="{FF2B5EF4-FFF2-40B4-BE49-F238E27FC236}">
                  <a16:creationId xmlns:a16="http://schemas.microsoft.com/office/drawing/2014/main" id="{C2866C8D-0F15-0256-D921-EB5DF3D8684D}"/>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24" name="Oval 523">
              <a:extLst>
                <a:ext uri="{FF2B5EF4-FFF2-40B4-BE49-F238E27FC236}">
                  <a16:creationId xmlns:a16="http://schemas.microsoft.com/office/drawing/2014/main" id="{35AC1529-D309-8A67-1E1B-00083099E9FB}"/>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5" name="Isosceles Triangle 648">
              <a:extLst>
                <a:ext uri="{FF2B5EF4-FFF2-40B4-BE49-F238E27FC236}">
                  <a16:creationId xmlns:a16="http://schemas.microsoft.com/office/drawing/2014/main" id="{6F2D9EDB-C5C4-872F-F2CB-F0DB09BA6D76}"/>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6" name="Group 525">
            <a:extLst>
              <a:ext uri="{FF2B5EF4-FFF2-40B4-BE49-F238E27FC236}">
                <a16:creationId xmlns:a16="http://schemas.microsoft.com/office/drawing/2014/main" id="{7BB43E47-D637-B23D-1876-F817943C8024}"/>
              </a:ext>
            </a:extLst>
          </p:cNvPr>
          <p:cNvGrpSpPr/>
          <p:nvPr/>
        </p:nvGrpSpPr>
        <p:grpSpPr>
          <a:xfrm>
            <a:off x="8808417" y="5135710"/>
            <a:ext cx="721206" cy="609701"/>
            <a:chOff x="8808417" y="5135710"/>
            <a:chExt cx="721206" cy="609701"/>
          </a:xfrm>
        </p:grpSpPr>
        <p:sp>
          <p:nvSpPr>
            <p:cNvPr id="527" name="Rectangle 526">
              <a:hlinkHover r:id="" action="ppaction://noaction" highlightClick="1"/>
              <a:extLst>
                <a:ext uri="{FF2B5EF4-FFF2-40B4-BE49-F238E27FC236}">
                  <a16:creationId xmlns:a16="http://schemas.microsoft.com/office/drawing/2014/main" id="{24FB93D9-FA27-2755-AE02-F2AFCADB5CA1}"/>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28" name="Oval 527">
              <a:extLst>
                <a:ext uri="{FF2B5EF4-FFF2-40B4-BE49-F238E27FC236}">
                  <a16:creationId xmlns:a16="http://schemas.microsoft.com/office/drawing/2014/main" id="{F438D8FA-E381-E778-7C30-2D99FA60879A}"/>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9" name="Isosceles Triangle 648">
              <a:extLst>
                <a:ext uri="{FF2B5EF4-FFF2-40B4-BE49-F238E27FC236}">
                  <a16:creationId xmlns:a16="http://schemas.microsoft.com/office/drawing/2014/main" id="{B403A6B0-07AF-34B9-31E7-2772922B929A}"/>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4" name="Group 543">
            <a:extLst>
              <a:ext uri="{FF2B5EF4-FFF2-40B4-BE49-F238E27FC236}">
                <a16:creationId xmlns:a16="http://schemas.microsoft.com/office/drawing/2014/main" id="{02E088C0-19C8-1E5B-0AE5-B8F3996AE1A9}"/>
              </a:ext>
            </a:extLst>
          </p:cNvPr>
          <p:cNvGrpSpPr/>
          <p:nvPr/>
        </p:nvGrpSpPr>
        <p:grpSpPr>
          <a:xfrm>
            <a:off x="7957572" y="1532276"/>
            <a:ext cx="721206" cy="609701"/>
            <a:chOff x="7957572" y="1532276"/>
            <a:chExt cx="721206" cy="609701"/>
          </a:xfrm>
        </p:grpSpPr>
        <p:sp>
          <p:nvSpPr>
            <p:cNvPr id="545" name="Rectangle 544">
              <a:hlinkHover r:id="" action="ppaction://noaction" highlightClick="1"/>
              <a:extLst>
                <a:ext uri="{FF2B5EF4-FFF2-40B4-BE49-F238E27FC236}">
                  <a16:creationId xmlns:a16="http://schemas.microsoft.com/office/drawing/2014/main" id="{3C512CE8-5258-C941-F385-63BB6121E6DE}"/>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46" name="Rectangle 545">
              <a:extLst>
                <a:ext uri="{FF2B5EF4-FFF2-40B4-BE49-F238E27FC236}">
                  <a16:creationId xmlns:a16="http://schemas.microsoft.com/office/drawing/2014/main" id="{D7F12374-3C1A-2216-B023-373100FF75E4}"/>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7" name="Oval 15">
              <a:extLst>
                <a:ext uri="{FF2B5EF4-FFF2-40B4-BE49-F238E27FC236}">
                  <a16:creationId xmlns:a16="http://schemas.microsoft.com/office/drawing/2014/main" id="{70CDAE39-32B6-BB6F-1CA6-A5F43751DBD0}"/>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48" name="Straight Connector 547">
              <a:extLst>
                <a:ext uri="{FF2B5EF4-FFF2-40B4-BE49-F238E27FC236}">
                  <a16:creationId xmlns:a16="http://schemas.microsoft.com/office/drawing/2014/main" id="{7BF7CF5A-5F57-11A7-403C-AB4B12AA49AF}"/>
                </a:ext>
              </a:extLst>
            </p:cNvPr>
            <p:cNvCxnSpPr>
              <a:cxnSpLocks/>
              <a:stCxn id="547"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49" name="Straight Connector 548">
              <a:extLst>
                <a:ext uri="{FF2B5EF4-FFF2-40B4-BE49-F238E27FC236}">
                  <a16:creationId xmlns:a16="http://schemas.microsoft.com/office/drawing/2014/main" id="{146EED83-C8E9-2B98-538C-FE86C81238A9}"/>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68" name="Group 567">
            <a:extLst>
              <a:ext uri="{FF2B5EF4-FFF2-40B4-BE49-F238E27FC236}">
                <a16:creationId xmlns:a16="http://schemas.microsoft.com/office/drawing/2014/main" id="{3297DF56-FB45-74FF-A958-5FB98F39AFFB}"/>
              </a:ext>
            </a:extLst>
          </p:cNvPr>
          <p:cNvGrpSpPr/>
          <p:nvPr/>
        </p:nvGrpSpPr>
        <p:grpSpPr>
          <a:xfrm>
            <a:off x="10506800" y="2974054"/>
            <a:ext cx="721206" cy="649846"/>
            <a:chOff x="10506800" y="2974054"/>
            <a:chExt cx="721206" cy="649846"/>
          </a:xfrm>
        </p:grpSpPr>
        <p:sp>
          <p:nvSpPr>
            <p:cNvPr id="569" name="Rectangle 568">
              <a:extLst>
                <a:ext uri="{FF2B5EF4-FFF2-40B4-BE49-F238E27FC236}">
                  <a16:creationId xmlns:a16="http://schemas.microsoft.com/office/drawing/2014/main" id="{0B49A2CC-449B-6036-F6A2-1F3BF098AF59}"/>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srgbClr val="1F4E79">
                      <a:alpha val="20000"/>
                    </a:srgbClr>
                  </a:solidFill>
                  <a:latin typeface="Century Gothic" panose="020B0502020202020204" pitchFamily="34" charset="0"/>
                </a:rPr>
                <a:t>Microsoft Entra Identity Protection</a:t>
              </a:r>
            </a:p>
          </p:txBody>
        </p:sp>
        <p:sp>
          <p:nvSpPr>
            <p:cNvPr id="570" name="Rectangle 569">
              <a:extLst>
                <a:ext uri="{FF2B5EF4-FFF2-40B4-BE49-F238E27FC236}">
                  <a16:creationId xmlns:a16="http://schemas.microsoft.com/office/drawing/2014/main" id="{7E0A40AA-E2AA-3DAB-9D09-EA0D00F4327C}"/>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1" name="Oval 15">
              <a:extLst>
                <a:ext uri="{FF2B5EF4-FFF2-40B4-BE49-F238E27FC236}">
                  <a16:creationId xmlns:a16="http://schemas.microsoft.com/office/drawing/2014/main" id="{6367055F-1C37-F9D1-4154-86D6E477A59C}"/>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2" name="Straight Connector 571">
              <a:extLst>
                <a:ext uri="{FF2B5EF4-FFF2-40B4-BE49-F238E27FC236}">
                  <a16:creationId xmlns:a16="http://schemas.microsoft.com/office/drawing/2014/main" id="{F52E644A-7019-1556-1A96-2B5901BE08F8}"/>
                </a:ext>
              </a:extLst>
            </p:cNvPr>
            <p:cNvCxnSpPr>
              <a:cxnSpLocks/>
              <a:stCxn id="571"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3" name="Straight Connector 572">
              <a:extLst>
                <a:ext uri="{FF2B5EF4-FFF2-40B4-BE49-F238E27FC236}">
                  <a16:creationId xmlns:a16="http://schemas.microsoft.com/office/drawing/2014/main" id="{FEB79AAD-B930-07B9-ADEE-AD84D394DF96}"/>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80" name="Group 579">
            <a:extLst>
              <a:ext uri="{FF2B5EF4-FFF2-40B4-BE49-F238E27FC236}">
                <a16:creationId xmlns:a16="http://schemas.microsoft.com/office/drawing/2014/main" id="{16806DE2-ACED-5DDC-E64D-AC2AEB28BD12}"/>
              </a:ext>
            </a:extLst>
          </p:cNvPr>
          <p:cNvGrpSpPr/>
          <p:nvPr/>
        </p:nvGrpSpPr>
        <p:grpSpPr>
          <a:xfrm>
            <a:off x="11356001" y="2974057"/>
            <a:ext cx="721206" cy="609701"/>
            <a:chOff x="11356001" y="2974057"/>
            <a:chExt cx="721206" cy="609701"/>
          </a:xfrm>
        </p:grpSpPr>
        <p:sp>
          <p:nvSpPr>
            <p:cNvPr id="581" name="Rectangle 580">
              <a:hlinkHover r:id="" action="ppaction://noaction" highlightClick="1"/>
              <a:extLst>
                <a:ext uri="{FF2B5EF4-FFF2-40B4-BE49-F238E27FC236}">
                  <a16:creationId xmlns:a16="http://schemas.microsoft.com/office/drawing/2014/main" id="{6A02A88C-FF90-377F-0743-A897E170E7EB}"/>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Permissions Management</a:t>
              </a:r>
            </a:p>
          </p:txBody>
        </p:sp>
        <p:sp>
          <p:nvSpPr>
            <p:cNvPr id="582" name="Oval 581">
              <a:extLst>
                <a:ext uri="{FF2B5EF4-FFF2-40B4-BE49-F238E27FC236}">
                  <a16:creationId xmlns:a16="http://schemas.microsoft.com/office/drawing/2014/main" id="{9E84F4FC-B983-3F37-0E09-DA8D4C3FC42D}"/>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3" name="Isosceles Triangle 648">
              <a:extLst>
                <a:ext uri="{FF2B5EF4-FFF2-40B4-BE49-F238E27FC236}">
                  <a16:creationId xmlns:a16="http://schemas.microsoft.com/office/drawing/2014/main" id="{ED0532E5-824A-6F97-7DAB-AE736BC55F5D}"/>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4" name="Group 583">
            <a:extLst>
              <a:ext uri="{FF2B5EF4-FFF2-40B4-BE49-F238E27FC236}">
                <a16:creationId xmlns:a16="http://schemas.microsoft.com/office/drawing/2014/main" id="{34F5F5F5-D4CA-6337-041B-6E8B942516E8}"/>
              </a:ext>
            </a:extLst>
          </p:cNvPr>
          <p:cNvGrpSpPr/>
          <p:nvPr/>
        </p:nvGrpSpPr>
        <p:grpSpPr>
          <a:xfrm>
            <a:off x="11356242" y="811556"/>
            <a:ext cx="721206" cy="609701"/>
            <a:chOff x="11356242" y="811556"/>
            <a:chExt cx="721206" cy="609701"/>
          </a:xfrm>
        </p:grpSpPr>
        <p:sp>
          <p:nvSpPr>
            <p:cNvPr id="585" name="Rectangle 584">
              <a:hlinkHover r:id="" action="ppaction://noaction" highlightClick="1"/>
              <a:extLst>
                <a:ext uri="{FF2B5EF4-FFF2-40B4-BE49-F238E27FC236}">
                  <a16:creationId xmlns:a16="http://schemas.microsoft.com/office/drawing/2014/main" id="{7491E1C0-A062-3D21-FBD3-CC3DCB94F6F2}"/>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586" name="Oval 585">
              <a:extLst>
                <a:ext uri="{FF2B5EF4-FFF2-40B4-BE49-F238E27FC236}">
                  <a16:creationId xmlns:a16="http://schemas.microsoft.com/office/drawing/2014/main" id="{750A2E5E-35A4-7059-BA74-34F0D9D350E3}"/>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7" name="Isosceles Triangle 648">
              <a:extLst>
                <a:ext uri="{FF2B5EF4-FFF2-40B4-BE49-F238E27FC236}">
                  <a16:creationId xmlns:a16="http://schemas.microsoft.com/office/drawing/2014/main" id="{1187ADD8-7517-C4FD-7BF6-27E3C643BAC2}"/>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2" name="Group 591">
            <a:extLst>
              <a:ext uri="{FF2B5EF4-FFF2-40B4-BE49-F238E27FC236}">
                <a16:creationId xmlns:a16="http://schemas.microsoft.com/office/drawing/2014/main" id="{36CB5A02-AF79-6A28-52DD-33AE1461FDE6}"/>
              </a:ext>
            </a:extLst>
          </p:cNvPr>
          <p:cNvGrpSpPr/>
          <p:nvPr/>
        </p:nvGrpSpPr>
        <p:grpSpPr>
          <a:xfrm>
            <a:off x="8808419" y="3705986"/>
            <a:ext cx="721206" cy="609701"/>
            <a:chOff x="8808419" y="3705986"/>
            <a:chExt cx="721206" cy="609701"/>
          </a:xfrm>
        </p:grpSpPr>
        <p:sp>
          <p:nvSpPr>
            <p:cNvPr id="593" name="Rectangle 592">
              <a:hlinkHover r:id="" action="ppaction://noaction" highlightClick="1"/>
              <a:extLst>
                <a:ext uri="{FF2B5EF4-FFF2-40B4-BE49-F238E27FC236}">
                  <a16:creationId xmlns:a16="http://schemas.microsoft.com/office/drawing/2014/main" id="{4DCB27FC-CE39-7B2E-4535-69DD031162ED}"/>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594" name="Oval 593">
              <a:extLst>
                <a:ext uri="{FF2B5EF4-FFF2-40B4-BE49-F238E27FC236}">
                  <a16:creationId xmlns:a16="http://schemas.microsoft.com/office/drawing/2014/main" id="{7D4FA6FB-E776-6F46-9456-8ECE3F46D376}"/>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5" name="Isosceles Triangle 648">
              <a:extLst>
                <a:ext uri="{FF2B5EF4-FFF2-40B4-BE49-F238E27FC236}">
                  <a16:creationId xmlns:a16="http://schemas.microsoft.com/office/drawing/2014/main" id="{8558EF6D-968A-8AAD-9182-A681670C5318}"/>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6" name="Group 595">
            <a:extLst>
              <a:ext uri="{FF2B5EF4-FFF2-40B4-BE49-F238E27FC236}">
                <a16:creationId xmlns:a16="http://schemas.microsoft.com/office/drawing/2014/main" id="{A05D9622-1EF7-C7CF-8EBB-7026AA4C49DA}"/>
              </a:ext>
            </a:extLst>
          </p:cNvPr>
          <p:cNvGrpSpPr/>
          <p:nvPr/>
        </p:nvGrpSpPr>
        <p:grpSpPr>
          <a:xfrm>
            <a:off x="431659" y="90836"/>
            <a:ext cx="721210" cy="609701"/>
            <a:chOff x="431659" y="90836"/>
            <a:chExt cx="721210" cy="609701"/>
          </a:xfrm>
        </p:grpSpPr>
        <p:sp>
          <p:nvSpPr>
            <p:cNvPr id="597" name="Rectangle 596">
              <a:extLst>
                <a:ext uri="{FF2B5EF4-FFF2-40B4-BE49-F238E27FC236}">
                  <a16:creationId xmlns:a16="http://schemas.microsoft.com/office/drawing/2014/main" id="{E4E733A7-756C-2D17-3C37-4691E7B53C64}"/>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598" name="Rectangle 597">
              <a:extLst>
                <a:ext uri="{FF2B5EF4-FFF2-40B4-BE49-F238E27FC236}">
                  <a16:creationId xmlns:a16="http://schemas.microsoft.com/office/drawing/2014/main" id="{573BAA35-25FD-751D-43C0-8939A14D4ED4}"/>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9" name="Oval 15">
              <a:extLst>
                <a:ext uri="{FF2B5EF4-FFF2-40B4-BE49-F238E27FC236}">
                  <a16:creationId xmlns:a16="http://schemas.microsoft.com/office/drawing/2014/main" id="{49D7A5EB-2E27-FC55-DF97-50DB5CC4CBD1}"/>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0" name="Straight Connector 599">
              <a:extLst>
                <a:ext uri="{FF2B5EF4-FFF2-40B4-BE49-F238E27FC236}">
                  <a16:creationId xmlns:a16="http://schemas.microsoft.com/office/drawing/2014/main" id="{A8DF8CF1-8240-8B95-9D3E-44FAD43F58DA}"/>
                </a:ext>
              </a:extLst>
            </p:cNvPr>
            <p:cNvCxnSpPr>
              <a:cxnSpLocks/>
              <a:stCxn id="599"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01" name="Straight Connector 600">
              <a:extLst>
                <a:ext uri="{FF2B5EF4-FFF2-40B4-BE49-F238E27FC236}">
                  <a16:creationId xmlns:a16="http://schemas.microsoft.com/office/drawing/2014/main" id="{BAF832C4-16E4-6CB9-9145-8EF22C474C1D}"/>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2" name="Group 601">
            <a:extLst>
              <a:ext uri="{FF2B5EF4-FFF2-40B4-BE49-F238E27FC236}">
                <a16:creationId xmlns:a16="http://schemas.microsoft.com/office/drawing/2014/main" id="{AEC0F7F0-628B-79F3-6028-182715743832}"/>
              </a:ext>
            </a:extLst>
          </p:cNvPr>
          <p:cNvGrpSpPr/>
          <p:nvPr/>
        </p:nvGrpSpPr>
        <p:grpSpPr>
          <a:xfrm>
            <a:off x="1267282" y="90836"/>
            <a:ext cx="721206" cy="609701"/>
            <a:chOff x="1267282" y="90836"/>
            <a:chExt cx="721206" cy="609701"/>
          </a:xfrm>
        </p:grpSpPr>
        <p:sp>
          <p:nvSpPr>
            <p:cNvPr id="603" name="Rectangle 602">
              <a:extLst>
                <a:ext uri="{FF2B5EF4-FFF2-40B4-BE49-F238E27FC236}">
                  <a16:creationId xmlns:a16="http://schemas.microsoft.com/office/drawing/2014/main" id="{BA600392-3EB2-A0A9-FF89-4026E6BA07A9}"/>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04" name="Rectangle 603">
              <a:extLst>
                <a:ext uri="{FF2B5EF4-FFF2-40B4-BE49-F238E27FC236}">
                  <a16:creationId xmlns:a16="http://schemas.microsoft.com/office/drawing/2014/main" id="{7BA6FFD0-A320-B14E-77EB-AC7111181504}"/>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5" name="Oval 15">
              <a:extLst>
                <a:ext uri="{FF2B5EF4-FFF2-40B4-BE49-F238E27FC236}">
                  <a16:creationId xmlns:a16="http://schemas.microsoft.com/office/drawing/2014/main" id="{12A4C343-4762-2386-E953-78D2FD30B2EA}"/>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6" name="Straight Connector 605">
              <a:extLst>
                <a:ext uri="{FF2B5EF4-FFF2-40B4-BE49-F238E27FC236}">
                  <a16:creationId xmlns:a16="http://schemas.microsoft.com/office/drawing/2014/main" id="{464E913B-7A60-9E94-8B72-5EDD1EFC56ED}"/>
                </a:ext>
              </a:extLst>
            </p:cNvPr>
            <p:cNvCxnSpPr>
              <a:cxnSpLocks/>
              <a:stCxn id="605"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07" name="Straight Connector 606">
              <a:extLst>
                <a:ext uri="{FF2B5EF4-FFF2-40B4-BE49-F238E27FC236}">
                  <a16:creationId xmlns:a16="http://schemas.microsoft.com/office/drawing/2014/main" id="{A00600B2-CD25-ADD2-F4E8-8C1366B002AD}"/>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8" name="Group 607">
            <a:extLst>
              <a:ext uri="{FF2B5EF4-FFF2-40B4-BE49-F238E27FC236}">
                <a16:creationId xmlns:a16="http://schemas.microsoft.com/office/drawing/2014/main" id="{9065EB73-F178-5B99-E8B4-BDEEF6BFA184}"/>
              </a:ext>
            </a:extLst>
          </p:cNvPr>
          <p:cNvGrpSpPr/>
          <p:nvPr/>
        </p:nvGrpSpPr>
        <p:grpSpPr>
          <a:xfrm>
            <a:off x="2102907" y="90836"/>
            <a:ext cx="721206" cy="609701"/>
            <a:chOff x="2102907" y="90836"/>
            <a:chExt cx="721206" cy="609701"/>
          </a:xfrm>
        </p:grpSpPr>
        <p:sp>
          <p:nvSpPr>
            <p:cNvPr id="609" name="Rectangle 608">
              <a:extLst>
                <a:ext uri="{FF2B5EF4-FFF2-40B4-BE49-F238E27FC236}">
                  <a16:creationId xmlns:a16="http://schemas.microsoft.com/office/drawing/2014/main" id="{6C129B74-400A-A2A8-9476-47C2BC5382C0}"/>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10" name="Rectangle 609">
              <a:extLst>
                <a:ext uri="{FF2B5EF4-FFF2-40B4-BE49-F238E27FC236}">
                  <a16:creationId xmlns:a16="http://schemas.microsoft.com/office/drawing/2014/main" id="{F85D7FA2-0321-96DE-7339-E34CB995DBF4}"/>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1" name="Oval 15">
              <a:extLst>
                <a:ext uri="{FF2B5EF4-FFF2-40B4-BE49-F238E27FC236}">
                  <a16:creationId xmlns:a16="http://schemas.microsoft.com/office/drawing/2014/main" id="{417AA76E-D758-32E9-8EF7-8BB00144A72F}"/>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2" name="Straight Connector 611">
              <a:extLst>
                <a:ext uri="{FF2B5EF4-FFF2-40B4-BE49-F238E27FC236}">
                  <a16:creationId xmlns:a16="http://schemas.microsoft.com/office/drawing/2014/main" id="{502D6E33-56D7-4F4C-A9DB-94BB9912FC83}"/>
                </a:ext>
              </a:extLst>
            </p:cNvPr>
            <p:cNvCxnSpPr>
              <a:cxnSpLocks/>
              <a:stCxn id="611"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3" name="Straight Connector 612">
              <a:extLst>
                <a:ext uri="{FF2B5EF4-FFF2-40B4-BE49-F238E27FC236}">
                  <a16:creationId xmlns:a16="http://schemas.microsoft.com/office/drawing/2014/main" id="{9BC0711D-CE8E-C0BC-6898-87E2B3D44C63}"/>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4" name="Group 613">
            <a:extLst>
              <a:ext uri="{FF2B5EF4-FFF2-40B4-BE49-F238E27FC236}">
                <a16:creationId xmlns:a16="http://schemas.microsoft.com/office/drawing/2014/main" id="{6C21EB5A-2E67-82A2-D48D-29600855DE7B}"/>
              </a:ext>
            </a:extLst>
          </p:cNvPr>
          <p:cNvGrpSpPr/>
          <p:nvPr/>
        </p:nvGrpSpPr>
        <p:grpSpPr>
          <a:xfrm>
            <a:off x="1269626" y="4419615"/>
            <a:ext cx="721206" cy="609701"/>
            <a:chOff x="1269626" y="4419615"/>
            <a:chExt cx="721206" cy="609701"/>
          </a:xfrm>
        </p:grpSpPr>
        <p:sp>
          <p:nvSpPr>
            <p:cNvPr id="615" name="Rectangle 614">
              <a:extLst>
                <a:ext uri="{FF2B5EF4-FFF2-40B4-BE49-F238E27FC236}">
                  <a16:creationId xmlns:a16="http://schemas.microsoft.com/office/drawing/2014/main" id="{856D3B54-4C2D-D272-D39B-226A4712C2F5}"/>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16" name="Cylinder 615">
              <a:extLst>
                <a:ext uri="{FF2B5EF4-FFF2-40B4-BE49-F238E27FC236}">
                  <a16:creationId xmlns:a16="http://schemas.microsoft.com/office/drawing/2014/main" id="{AF3CBC47-DF04-CCAE-0ABA-44B8F222CAA6}"/>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7" name="Group 616">
            <a:extLst>
              <a:ext uri="{FF2B5EF4-FFF2-40B4-BE49-F238E27FC236}">
                <a16:creationId xmlns:a16="http://schemas.microsoft.com/office/drawing/2014/main" id="{8413F95F-E2D4-2844-25EF-F965BE5DC875}"/>
              </a:ext>
            </a:extLst>
          </p:cNvPr>
          <p:cNvGrpSpPr/>
          <p:nvPr/>
        </p:nvGrpSpPr>
        <p:grpSpPr>
          <a:xfrm>
            <a:off x="432841" y="4419615"/>
            <a:ext cx="721206" cy="609701"/>
            <a:chOff x="432841" y="4419615"/>
            <a:chExt cx="721206" cy="609701"/>
          </a:xfrm>
        </p:grpSpPr>
        <p:sp>
          <p:nvSpPr>
            <p:cNvPr id="618" name="Rectangle 617">
              <a:extLst>
                <a:ext uri="{FF2B5EF4-FFF2-40B4-BE49-F238E27FC236}">
                  <a16:creationId xmlns:a16="http://schemas.microsoft.com/office/drawing/2014/main" id="{3F41876C-143A-0A8B-D40A-00AA884C1210}"/>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19" name="Cylinder 618">
              <a:extLst>
                <a:ext uri="{FF2B5EF4-FFF2-40B4-BE49-F238E27FC236}">
                  <a16:creationId xmlns:a16="http://schemas.microsoft.com/office/drawing/2014/main" id="{97986AAA-05B2-C4C9-B760-F7E7F6247AFD}"/>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0" name="Group 619">
            <a:extLst>
              <a:ext uri="{FF2B5EF4-FFF2-40B4-BE49-F238E27FC236}">
                <a16:creationId xmlns:a16="http://schemas.microsoft.com/office/drawing/2014/main" id="{B2ED2D5C-97B6-343A-DB61-7A993DA4B5F7}"/>
              </a:ext>
            </a:extLst>
          </p:cNvPr>
          <p:cNvGrpSpPr/>
          <p:nvPr/>
        </p:nvGrpSpPr>
        <p:grpSpPr>
          <a:xfrm>
            <a:off x="1268467" y="5141008"/>
            <a:ext cx="721206" cy="609701"/>
            <a:chOff x="1268467" y="5141008"/>
            <a:chExt cx="721206" cy="609701"/>
          </a:xfrm>
        </p:grpSpPr>
        <p:sp>
          <p:nvSpPr>
            <p:cNvPr id="621" name="Rectangle 620">
              <a:extLst>
                <a:ext uri="{FF2B5EF4-FFF2-40B4-BE49-F238E27FC236}">
                  <a16:creationId xmlns:a16="http://schemas.microsoft.com/office/drawing/2014/main" id="{14C80A7A-5F30-F837-C3E1-8C416C132962}"/>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22" name="Cylinder 621">
              <a:extLst>
                <a:ext uri="{FF2B5EF4-FFF2-40B4-BE49-F238E27FC236}">
                  <a16:creationId xmlns:a16="http://schemas.microsoft.com/office/drawing/2014/main" id="{B7299CA8-715C-4A93-C86F-2FEFD1816DF9}"/>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3" name="Group 622">
            <a:extLst>
              <a:ext uri="{FF2B5EF4-FFF2-40B4-BE49-F238E27FC236}">
                <a16:creationId xmlns:a16="http://schemas.microsoft.com/office/drawing/2014/main" id="{A0B91E71-9BB7-88F2-F7DE-96A641A0D21F}"/>
              </a:ext>
            </a:extLst>
          </p:cNvPr>
          <p:cNvGrpSpPr/>
          <p:nvPr/>
        </p:nvGrpSpPr>
        <p:grpSpPr>
          <a:xfrm>
            <a:off x="431297" y="5141008"/>
            <a:ext cx="721206" cy="609701"/>
            <a:chOff x="431297" y="5141008"/>
            <a:chExt cx="721206" cy="609701"/>
          </a:xfrm>
        </p:grpSpPr>
        <p:sp>
          <p:nvSpPr>
            <p:cNvPr id="624" name="Rectangle 623">
              <a:extLst>
                <a:ext uri="{FF2B5EF4-FFF2-40B4-BE49-F238E27FC236}">
                  <a16:creationId xmlns:a16="http://schemas.microsoft.com/office/drawing/2014/main" id="{C9C51C88-E6B5-C6E8-E384-36E24AA0D976}"/>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25" name="Cylinder 624">
              <a:extLst>
                <a:ext uri="{FF2B5EF4-FFF2-40B4-BE49-F238E27FC236}">
                  <a16:creationId xmlns:a16="http://schemas.microsoft.com/office/drawing/2014/main" id="{4E936D6D-F782-B63F-0FBC-9D2C8F83D58A}"/>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6" name="Group 665">
            <a:extLst>
              <a:ext uri="{FF2B5EF4-FFF2-40B4-BE49-F238E27FC236}">
                <a16:creationId xmlns:a16="http://schemas.microsoft.com/office/drawing/2014/main" id="{B806D92F-83FF-AB24-A33F-A8D553C2A323}"/>
              </a:ext>
            </a:extLst>
          </p:cNvPr>
          <p:cNvGrpSpPr/>
          <p:nvPr/>
        </p:nvGrpSpPr>
        <p:grpSpPr>
          <a:xfrm>
            <a:off x="1268843" y="2253332"/>
            <a:ext cx="721206" cy="609701"/>
            <a:chOff x="1268843" y="2253332"/>
            <a:chExt cx="721206" cy="609701"/>
          </a:xfrm>
        </p:grpSpPr>
        <p:sp>
          <p:nvSpPr>
            <p:cNvPr id="667" name="Rectangle 666">
              <a:extLst>
                <a:ext uri="{FF2B5EF4-FFF2-40B4-BE49-F238E27FC236}">
                  <a16:creationId xmlns:a16="http://schemas.microsoft.com/office/drawing/2014/main" id="{4BFA9DE9-EC06-A20B-852D-A47EF6909E83}"/>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68" name="Right Triangle 667">
              <a:extLst>
                <a:ext uri="{FF2B5EF4-FFF2-40B4-BE49-F238E27FC236}">
                  <a16:creationId xmlns:a16="http://schemas.microsoft.com/office/drawing/2014/main" id="{472C88C5-0C1C-1DFB-5EA2-4B2A3AE6DA31}"/>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9" name="Group 668">
              <a:extLst>
                <a:ext uri="{FF2B5EF4-FFF2-40B4-BE49-F238E27FC236}">
                  <a16:creationId xmlns:a16="http://schemas.microsoft.com/office/drawing/2014/main" id="{E87BA02D-B2F1-C1D2-F5EC-7407D4703658}"/>
                </a:ext>
              </a:extLst>
            </p:cNvPr>
            <p:cNvGrpSpPr/>
            <p:nvPr/>
          </p:nvGrpSpPr>
          <p:grpSpPr>
            <a:xfrm>
              <a:off x="1939436" y="2265731"/>
              <a:ext cx="37817" cy="61390"/>
              <a:chOff x="3883481" y="2057400"/>
              <a:chExt cx="1608363" cy="2652031"/>
            </a:xfrm>
            <a:solidFill>
              <a:srgbClr val="A6A6A6">
                <a:alpha val="20000"/>
              </a:srgbClr>
            </a:solidFill>
          </p:grpSpPr>
          <p:sp>
            <p:nvSpPr>
              <p:cNvPr id="670" name="Oval 27">
                <a:extLst>
                  <a:ext uri="{FF2B5EF4-FFF2-40B4-BE49-F238E27FC236}">
                    <a16:creationId xmlns:a16="http://schemas.microsoft.com/office/drawing/2014/main" id="{EF286158-5736-4926-29E6-EB445263825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1" name="Oval 28">
                <a:extLst>
                  <a:ext uri="{FF2B5EF4-FFF2-40B4-BE49-F238E27FC236}">
                    <a16:creationId xmlns:a16="http://schemas.microsoft.com/office/drawing/2014/main" id="{743CA915-D55E-9DCA-C3C0-67060B4E2EF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8" name="Group 677">
            <a:extLst>
              <a:ext uri="{FF2B5EF4-FFF2-40B4-BE49-F238E27FC236}">
                <a16:creationId xmlns:a16="http://schemas.microsoft.com/office/drawing/2014/main" id="{5DAEBF63-A73D-C78E-A0E2-646C05F112FB}"/>
              </a:ext>
            </a:extLst>
          </p:cNvPr>
          <p:cNvGrpSpPr/>
          <p:nvPr/>
        </p:nvGrpSpPr>
        <p:grpSpPr>
          <a:xfrm>
            <a:off x="2941860" y="2253333"/>
            <a:ext cx="721206" cy="609701"/>
            <a:chOff x="2941860" y="2253333"/>
            <a:chExt cx="721206" cy="609701"/>
          </a:xfrm>
        </p:grpSpPr>
        <p:sp>
          <p:nvSpPr>
            <p:cNvPr id="679" name="Rectangle 678">
              <a:extLst>
                <a:ext uri="{FF2B5EF4-FFF2-40B4-BE49-F238E27FC236}">
                  <a16:creationId xmlns:a16="http://schemas.microsoft.com/office/drawing/2014/main" id="{C97767F9-0A1D-0B81-DC2F-219D99A201A6}"/>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680" name="Right Triangle 679">
              <a:extLst>
                <a:ext uri="{FF2B5EF4-FFF2-40B4-BE49-F238E27FC236}">
                  <a16:creationId xmlns:a16="http://schemas.microsoft.com/office/drawing/2014/main" id="{862407A2-5E9E-B4AA-374C-D0833D35DDC6}"/>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1" name="Group 680">
              <a:extLst>
                <a:ext uri="{FF2B5EF4-FFF2-40B4-BE49-F238E27FC236}">
                  <a16:creationId xmlns:a16="http://schemas.microsoft.com/office/drawing/2014/main" id="{C69DA17D-7303-3996-B38D-664565A455D2}"/>
                </a:ext>
              </a:extLst>
            </p:cNvPr>
            <p:cNvGrpSpPr/>
            <p:nvPr/>
          </p:nvGrpSpPr>
          <p:grpSpPr>
            <a:xfrm>
              <a:off x="3611250" y="2264969"/>
              <a:ext cx="37817" cy="61390"/>
              <a:chOff x="3883481" y="2057400"/>
              <a:chExt cx="1608363" cy="2652031"/>
            </a:xfrm>
            <a:solidFill>
              <a:srgbClr val="A6A6A6">
                <a:alpha val="20000"/>
              </a:srgbClr>
            </a:solidFill>
          </p:grpSpPr>
          <p:sp>
            <p:nvSpPr>
              <p:cNvPr id="682" name="Oval 27">
                <a:extLst>
                  <a:ext uri="{FF2B5EF4-FFF2-40B4-BE49-F238E27FC236}">
                    <a16:creationId xmlns:a16="http://schemas.microsoft.com/office/drawing/2014/main" id="{604D8460-D2FD-FFB6-2C2A-D17FE36875A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3" name="Oval 28">
                <a:extLst>
                  <a:ext uri="{FF2B5EF4-FFF2-40B4-BE49-F238E27FC236}">
                    <a16:creationId xmlns:a16="http://schemas.microsoft.com/office/drawing/2014/main" id="{88C45C38-21BF-B329-5584-B21B098F9EA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4" name="Group 683">
            <a:extLst>
              <a:ext uri="{FF2B5EF4-FFF2-40B4-BE49-F238E27FC236}">
                <a16:creationId xmlns:a16="http://schemas.microsoft.com/office/drawing/2014/main" id="{E8EE02B6-98C2-21DF-63F0-10EA5078F1FE}"/>
              </a:ext>
            </a:extLst>
          </p:cNvPr>
          <p:cNvGrpSpPr/>
          <p:nvPr/>
        </p:nvGrpSpPr>
        <p:grpSpPr>
          <a:xfrm>
            <a:off x="4614876" y="2253332"/>
            <a:ext cx="721206" cy="609701"/>
            <a:chOff x="4614876" y="2253332"/>
            <a:chExt cx="721206" cy="609701"/>
          </a:xfrm>
        </p:grpSpPr>
        <p:sp>
          <p:nvSpPr>
            <p:cNvPr id="685" name="Rectangle 684">
              <a:extLst>
                <a:ext uri="{FF2B5EF4-FFF2-40B4-BE49-F238E27FC236}">
                  <a16:creationId xmlns:a16="http://schemas.microsoft.com/office/drawing/2014/main" id="{22B97533-33B9-FDA9-86BB-46B2B9341A4A}"/>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686" name="Right Triangle 685">
              <a:extLst>
                <a:ext uri="{FF2B5EF4-FFF2-40B4-BE49-F238E27FC236}">
                  <a16:creationId xmlns:a16="http://schemas.microsoft.com/office/drawing/2014/main" id="{30BA2545-1A47-908D-B654-7996EB4F4267}"/>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7" name="Group 686">
              <a:extLst>
                <a:ext uri="{FF2B5EF4-FFF2-40B4-BE49-F238E27FC236}">
                  <a16:creationId xmlns:a16="http://schemas.microsoft.com/office/drawing/2014/main" id="{F6B11FE0-F5CB-984A-1C00-19DBF3058588}"/>
                </a:ext>
              </a:extLst>
            </p:cNvPr>
            <p:cNvGrpSpPr/>
            <p:nvPr/>
          </p:nvGrpSpPr>
          <p:grpSpPr>
            <a:xfrm>
              <a:off x="5280738" y="2264779"/>
              <a:ext cx="37817" cy="61390"/>
              <a:chOff x="3883481" y="2057400"/>
              <a:chExt cx="1608363" cy="2652031"/>
            </a:xfrm>
            <a:solidFill>
              <a:srgbClr val="A6A6A6">
                <a:alpha val="20000"/>
              </a:srgbClr>
            </a:solidFill>
          </p:grpSpPr>
          <p:sp>
            <p:nvSpPr>
              <p:cNvPr id="688" name="Oval 27">
                <a:extLst>
                  <a:ext uri="{FF2B5EF4-FFF2-40B4-BE49-F238E27FC236}">
                    <a16:creationId xmlns:a16="http://schemas.microsoft.com/office/drawing/2014/main" id="{20D6CA34-2285-2D55-5B59-59AAA62041F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9" name="Oval 28">
                <a:extLst>
                  <a:ext uri="{FF2B5EF4-FFF2-40B4-BE49-F238E27FC236}">
                    <a16:creationId xmlns:a16="http://schemas.microsoft.com/office/drawing/2014/main" id="{ACFA95BB-29B8-5230-5070-2AA48919C20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10" name="Group 709">
            <a:extLst>
              <a:ext uri="{FF2B5EF4-FFF2-40B4-BE49-F238E27FC236}">
                <a16:creationId xmlns:a16="http://schemas.microsoft.com/office/drawing/2014/main" id="{B4ADAE17-E84F-8599-8D88-8B3DC96FF068}"/>
              </a:ext>
            </a:extLst>
          </p:cNvPr>
          <p:cNvGrpSpPr/>
          <p:nvPr/>
        </p:nvGrpSpPr>
        <p:grpSpPr>
          <a:xfrm>
            <a:off x="2105348" y="1532276"/>
            <a:ext cx="721206" cy="609701"/>
            <a:chOff x="2105348" y="1532276"/>
            <a:chExt cx="721206" cy="609701"/>
          </a:xfrm>
        </p:grpSpPr>
        <p:sp>
          <p:nvSpPr>
            <p:cNvPr id="711" name="Rectangle 710">
              <a:extLst>
                <a:ext uri="{FF2B5EF4-FFF2-40B4-BE49-F238E27FC236}">
                  <a16:creationId xmlns:a16="http://schemas.microsoft.com/office/drawing/2014/main" id="{0F7335F8-47A3-3E33-2C7B-73D528987EF6}"/>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12" name="Rectangle 711">
              <a:extLst>
                <a:ext uri="{FF2B5EF4-FFF2-40B4-BE49-F238E27FC236}">
                  <a16:creationId xmlns:a16="http://schemas.microsoft.com/office/drawing/2014/main" id="{BE100E68-DF23-FF76-D675-C4B183499C1E}"/>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3" name="Oval 15">
              <a:extLst>
                <a:ext uri="{FF2B5EF4-FFF2-40B4-BE49-F238E27FC236}">
                  <a16:creationId xmlns:a16="http://schemas.microsoft.com/office/drawing/2014/main" id="{9E6D7A91-502B-6566-9E61-AD43FBC9A1CA}"/>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14" name="Straight Connector 713">
              <a:extLst>
                <a:ext uri="{FF2B5EF4-FFF2-40B4-BE49-F238E27FC236}">
                  <a16:creationId xmlns:a16="http://schemas.microsoft.com/office/drawing/2014/main" id="{09E02E6F-F83B-C532-8E55-498115DA15DB}"/>
                </a:ext>
              </a:extLst>
            </p:cNvPr>
            <p:cNvCxnSpPr>
              <a:cxnSpLocks/>
              <a:stCxn id="713"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15" name="Straight Connector 714">
              <a:extLst>
                <a:ext uri="{FF2B5EF4-FFF2-40B4-BE49-F238E27FC236}">
                  <a16:creationId xmlns:a16="http://schemas.microsoft.com/office/drawing/2014/main" id="{355187EE-0D43-1884-86C8-51AEAD4D83AA}"/>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28" name="Group 727">
            <a:extLst>
              <a:ext uri="{FF2B5EF4-FFF2-40B4-BE49-F238E27FC236}">
                <a16:creationId xmlns:a16="http://schemas.microsoft.com/office/drawing/2014/main" id="{7C5CE995-E0A4-703E-FE34-BEFA5F752519}"/>
              </a:ext>
            </a:extLst>
          </p:cNvPr>
          <p:cNvGrpSpPr/>
          <p:nvPr/>
        </p:nvGrpSpPr>
        <p:grpSpPr>
          <a:xfrm>
            <a:off x="2104426" y="2974054"/>
            <a:ext cx="721206" cy="609701"/>
            <a:chOff x="2104426" y="2974054"/>
            <a:chExt cx="721206" cy="609701"/>
          </a:xfrm>
        </p:grpSpPr>
        <p:sp>
          <p:nvSpPr>
            <p:cNvPr id="729" name="Rectangle 728">
              <a:hlinkHover r:id="" action="ppaction://noaction" highlightClick="1"/>
              <a:extLst>
                <a:ext uri="{FF2B5EF4-FFF2-40B4-BE49-F238E27FC236}">
                  <a16:creationId xmlns:a16="http://schemas.microsoft.com/office/drawing/2014/main" id="{34B8C896-828C-28B4-4867-F5625437BFE3}"/>
                </a:ext>
              </a:extLst>
            </p:cNvPr>
            <p:cNvSpPr/>
            <p:nvPr/>
          </p:nvSpPr>
          <p:spPr>
            <a:xfrm>
              <a:off x="2104426" y="2974054"/>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Guard</a:t>
              </a:r>
            </a:p>
          </p:txBody>
        </p:sp>
        <p:sp>
          <p:nvSpPr>
            <p:cNvPr id="730" name="Right Triangle 729">
              <a:extLst>
                <a:ext uri="{FF2B5EF4-FFF2-40B4-BE49-F238E27FC236}">
                  <a16:creationId xmlns:a16="http://schemas.microsoft.com/office/drawing/2014/main" id="{43330E80-A612-A814-D311-D2865C411A30}"/>
                </a:ext>
              </a:extLst>
            </p:cNvPr>
            <p:cNvSpPr/>
            <p:nvPr/>
          </p:nvSpPr>
          <p:spPr>
            <a:xfrm rot="10800000">
              <a:off x="2702643" y="298022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31" name="Group 730">
              <a:extLst>
                <a:ext uri="{FF2B5EF4-FFF2-40B4-BE49-F238E27FC236}">
                  <a16:creationId xmlns:a16="http://schemas.microsoft.com/office/drawing/2014/main" id="{C6BD68F2-1354-39FB-EB11-D85B77E1C3DF}"/>
                </a:ext>
              </a:extLst>
            </p:cNvPr>
            <p:cNvGrpSpPr/>
            <p:nvPr/>
          </p:nvGrpSpPr>
          <p:grpSpPr>
            <a:xfrm>
              <a:off x="2769084" y="2986312"/>
              <a:ext cx="37817" cy="61390"/>
              <a:chOff x="3883481" y="2057400"/>
              <a:chExt cx="1608363" cy="2652031"/>
            </a:xfrm>
            <a:solidFill>
              <a:srgbClr val="A6A6A6">
                <a:alpha val="20000"/>
              </a:srgbClr>
            </a:solidFill>
          </p:grpSpPr>
          <p:sp>
            <p:nvSpPr>
              <p:cNvPr id="732" name="Oval 27">
                <a:extLst>
                  <a:ext uri="{FF2B5EF4-FFF2-40B4-BE49-F238E27FC236}">
                    <a16:creationId xmlns:a16="http://schemas.microsoft.com/office/drawing/2014/main" id="{A040901C-210E-165E-3C44-8BD4C266067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3" name="Oval 28">
                <a:extLst>
                  <a:ext uri="{FF2B5EF4-FFF2-40B4-BE49-F238E27FC236}">
                    <a16:creationId xmlns:a16="http://schemas.microsoft.com/office/drawing/2014/main" id="{C4B62560-181D-B722-E276-10BF60343EB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34" name="Group 733">
            <a:extLst>
              <a:ext uri="{FF2B5EF4-FFF2-40B4-BE49-F238E27FC236}">
                <a16:creationId xmlns:a16="http://schemas.microsoft.com/office/drawing/2014/main" id="{77486A5F-5DE2-29A1-CCDA-2824E21E8336}"/>
              </a:ext>
            </a:extLst>
          </p:cNvPr>
          <p:cNvGrpSpPr/>
          <p:nvPr/>
        </p:nvGrpSpPr>
        <p:grpSpPr>
          <a:xfrm>
            <a:off x="5454379" y="2974054"/>
            <a:ext cx="721206" cy="649846"/>
            <a:chOff x="5454379" y="2974054"/>
            <a:chExt cx="721206" cy="649846"/>
          </a:xfrm>
        </p:grpSpPr>
        <p:sp>
          <p:nvSpPr>
            <p:cNvPr id="735" name="Rectangle 734">
              <a:extLst>
                <a:ext uri="{FF2B5EF4-FFF2-40B4-BE49-F238E27FC236}">
                  <a16:creationId xmlns:a16="http://schemas.microsoft.com/office/drawing/2014/main" id="{39491F3B-5DDE-FB17-4D84-4E368EE3188C}"/>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36" name="Rectangle 735">
              <a:extLst>
                <a:ext uri="{FF2B5EF4-FFF2-40B4-BE49-F238E27FC236}">
                  <a16:creationId xmlns:a16="http://schemas.microsoft.com/office/drawing/2014/main" id="{E2ECC864-FB46-6CE1-F165-89405D812D1E}"/>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7" name="Oval 15">
              <a:extLst>
                <a:ext uri="{FF2B5EF4-FFF2-40B4-BE49-F238E27FC236}">
                  <a16:creationId xmlns:a16="http://schemas.microsoft.com/office/drawing/2014/main" id="{7862F4B7-879A-6349-3189-7237C18E8F9E}"/>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8" name="Straight Connector 737">
              <a:extLst>
                <a:ext uri="{FF2B5EF4-FFF2-40B4-BE49-F238E27FC236}">
                  <a16:creationId xmlns:a16="http://schemas.microsoft.com/office/drawing/2014/main" id="{D090E51D-D0D9-E70A-A981-2E706CCB9061}"/>
                </a:ext>
              </a:extLst>
            </p:cNvPr>
            <p:cNvCxnSpPr>
              <a:cxnSpLocks/>
              <a:stCxn id="737"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39" name="Straight Connector 738">
              <a:extLst>
                <a:ext uri="{FF2B5EF4-FFF2-40B4-BE49-F238E27FC236}">
                  <a16:creationId xmlns:a16="http://schemas.microsoft.com/office/drawing/2014/main" id="{519B208F-2713-549B-1380-0BAC2C24EDDF}"/>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58" name="Group 757">
            <a:extLst>
              <a:ext uri="{FF2B5EF4-FFF2-40B4-BE49-F238E27FC236}">
                <a16:creationId xmlns:a16="http://schemas.microsoft.com/office/drawing/2014/main" id="{5959E74C-118A-D399-7726-0B2F135D31F9}"/>
              </a:ext>
            </a:extLst>
          </p:cNvPr>
          <p:cNvGrpSpPr/>
          <p:nvPr/>
        </p:nvGrpSpPr>
        <p:grpSpPr>
          <a:xfrm>
            <a:off x="1268380" y="2974053"/>
            <a:ext cx="721206" cy="609701"/>
            <a:chOff x="1268380" y="2974053"/>
            <a:chExt cx="721206" cy="609701"/>
          </a:xfrm>
        </p:grpSpPr>
        <p:sp>
          <p:nvSpPr>
            <p:cNvPr id="759" name="Rectangle 758">
              <a:extLst>
                <a:ext uri="{FF2B5EF4-FFF2-40B4-BE49-F238E27FC236}">
                  <a16:creationId xmlns:a16="http://schemas.microsoft.com/office/drawing/2014/main" id="{D12A3A93-D8C9-BC4F-E7B9-C57AB90CBAAA}"/>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60" name="Right Triangle 759">
              <a:extLst>
                <a:ext uri="{FF2B5EF4-FFF2-40B4-BE49-F238E27FC236}">
                  <a16:creationId xmlns:a16="http://schemas.microsoft.com/office/drawing/2014/main" id="{81C30A5F-23C8-16DC-67CC-BBB4C596DBE3}"/>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1" name="Group 760">
              <a:extLst>
                <a:ext uri="{FF2B5EF4-FFF2-40B4-BE49-F238E27FC236}">
                  <a16:creationId xmlns:a16="http://schemas.microsoft.com/office/drawing/2014/main" id="{B1C9B9B2-E07F-001E-2242-AD04B566F407}"/>
                </a:ext>
              </a:extLst>
            </p:cNvPr>
            <p:cNvGrpSpPr/>
            <p:nvPr/>
          </p:nvGrpSpPr>
          <p:grpSpPr>
            <a:xfrm>
              <a:off x="1938973" y="2986452"/>
              <a:ext cx="37817" cy="61390"/>
              <a:chOff x="3883481" y="2057400"/>
              <a:chExt cx="1608363" cy="2652031"/>
            </a:xfrm>
            <a:solidFill>
              <a:srgbClr val="A6A6A6">
                <a:alpha val="20000"/>
              </a:srgbClr>
            </a:solidFill>
          </p:grpSpPr>
          <p:sp>
            <p:nvSpPr>
              <p:cNvPr id="762" name="Oval 27">
                <a:extLst>
                  <a:ext uri="{FF2B5EF4-FFF2-40B4-BE49-F238E27FC236}">
                    <a16:creationId xmlns:a16="http://schemas.microsoft.com/office/drawing/2014/main" id="{F151E260-5C63-2116-121D-DE1DF9E0081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3" name="Oval 28">
                <a:extLst>
                  <a:ext uri="{FF2B5EF4-FFF2-40B4-BE49-F238E27FC236}">
                    <a16:creationId xmlns:a16="http://schemas.microsoft.com/office/drawing/2014/main" id="{C8A38C57-B655-4880-3F60-981676894AC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4" name="Group 763">
            <a:extLst>
              <a:ext uri="{FF2B5EF4-FFF2-40B4-BE49-F238E27FC236}">
                <a16:creationId xmlns:a16="http://schemas.microsoft.com/office/drawing/2014/main" id="{49E2CB88-F0B0-4862-AEC0-0D2AC1AA9A25}"/>
              </a:ext>
            </a:extLst>
          </p:cNvPr>
          <p:cNvGrpSpPr/>
          <p:nvPr/>
        </p:nvGrpSpPr>
        <p:grpSpPr>
          <a:xfrm>
            <a:off x="2938534" y="811556"/>
            <a:ext cx="721206" cy="609701"/>
            <a:chOff x="2938534" y="811556"/>
            <a:chExt cx="721206" cy="609701"/>
          </a:xfrm>
        </p:grpSpPr>
        <p:sp>
          <p:nvSpPr>
            <p:cNvPr id="765" name="Rectangle 764">
              <a:extLst>
                <a:ext uri="{FF2B5EF4-FFF2-40B4-BE49-F238E27FC236}">
                  <a16:creationId xmlns:a16="http://schemas.microsoft.com/office/drawing/2014/main" id="{3C82BF62-81D8-3C73-CBC8-F929AA7135B9}"/>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66" name="Rectangle 765">
              <a:extLst>
                <a:ext uri="{FF2B5EF4-FFF2-40B4-BE49-F238E27FC236}">
                  <a16:creationId xmlns:a16="http://schemas.microsoft.com/office/drawing/2014/main" id="{89F0294D-6077-2B9B-5CFA-C3657311F989}"/>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7" name="Oval 15">
              <a:extLst>
                <a:ext uri="{FF2B5EF4-FFF2-40B4-BE49-F238E27FC236}">
                  <a16:creationId xmlns:a16="http://schemas.microsoft.com/office/drawing/2014/main" id="{3ABB72D1-615C-89FC-60C5-C98284A94960}"/>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68" name="Straight Connector 767">
              <a:extLst>
                <a:ext uri="{FF2B5EF4-FFF2-40B4-BE49-F238E27FC236}">
                  <a16:creationId xmlns:a16="http://schemas.microsoft.com/office/drawing/2014/main" id="{C74860F3-197A-745E-E8B5-34248FF2FD97}"/>
                </a:ext>
              </a:extLst>
            </p:cNvPr>
            <p:cNvCxnSpPr>
              <a:cxnSpLocks/>
              <a:stCxn id="767"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69" name="Straight Connector 768">
              <a:extLst>
                <a:ext uri="{FF2B5EF4-FFF2-40B4-BE49-F238E27FC236}">
                  <a16:creationId xmlns:a16="http://schemas.microsoft.com/office/drawing/2014/main" id="{67A5E088-4315-117B-8A5F-20DF3F041E8F}"/>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76" name="Group 775">
            <a:extLst>
              <a:ext uri="{FF2B5EF4-FFF2-40B4-BE49-F238E27FC236}">
                <a16:creationId xmlns:a16="http://schemas.microsoft.com/office/drawing/2014/main" id="{38061B55-215E-7FAA-55D0-72EC2F9F2D13}"/>
              </a:ext>
            </a:extLst>
          </p:cNvPr>
          <p:cNvGrpSpPr/>
          <p:nvPr/>
        </p:nvGrpSpPr>
        <p:grpSpPr>
          <a:xfrm>
            <a:off x="431659" y="811556"/>
            <a:ext cx="721206" cy="609701"/>
            <a:chOff x="431659" y="811556"/>
            <a:chExt cx="721206" cy="609701"/>
          </a:xfrm>
        </p:grpSpPr>
        <p:sp>
          <p:nvSpPr>
            <p:cNvPr id="777" name="Rectangle 776">
              <a:extLst>
                <a:ext uri="{FF2B5EF4-FFF2-40B4-BE49-F238E27FC236}">
                  <a16:creationId xmlns:a16="http://schemas.microsoft.com/office/drawing/2014/main" id="{4E104B9A-AED2-6BDE-6042-67DA044B5430}"/>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78" name="Right Triangle 777">
              <a:extLst>
                <a:ext uri="{FF2B5EF4-FFF2-40B4-BE49-F238E27FC236}">
                  <a16:creationId xmlns:a16="http://schemas.microsoft.com/office/drawing/2014/main" id="{39385196-E8E9-72B4-7FBF-10DB1EE66088}"/>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9" name="Group 778">
              <a:extLst>
                <a:ext uri="{FF2B5EF4-FFF2-40B4-BE49-F238E27FC236}">
                  <a16:creationId xmlns:a16="http://schemas.microsoft.com/office/drawing/2014/main" id="{3AC8DBE4-BB59-B58D-A1E9-0E21B1A02035}"/>
                </a:ext>
              </a:extLst>
            </p:cNvPr>
            <p:cNvGrpSpPr/>
            <p:nvPr/>
          </p:nvGrpSpPr>
          <p:grpSpPr>
            <a:xfrm>
              <a:off x="1100969" y="819591"/>
              <a:ext cx="37817" cy="61390"/>
              <a:chOff x="3883481" y="2057400"/>
              <a:chExt cx="1608363" cy="2652031"/>
            </a:xfrm>
            <a:solidFill>
              <a:srgbClr val="A6A6A6">
                <a:alpha val="20000"/>
              </a:srgbClr>
            </a:solidFill>
          </p:grpSpPr>
          <p:sp>
            <p:nvSpPr>
              <p:cNvPr id="780" name="Oval 27">
                <a:extLst>
                  <a:ext uri="{FF2B5EF4-FFF2-40B4-BE49-F238E27FC236}">
                    <a16:creationId xmlns:a16="http://schemas.microsoft.com/office/drawing/2014/main" id="{F73E41B3-30CC-AEB4-54CE-8B4D4335359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1" name="Oval 28">
                <a:extLst>
                  <a:ext uri="{FF2B5EF4-FFF2-40B4-BE49-F238E27FC236}">
                    <a16:creationId xmlns:a16="http://schemas.microsoft.com/office/drawing/2014/main" id="{715C6A19-D8CC-84F2-8A1E-F2F44F92883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4" name="Group 793">
            <a:extLst>
              <a:ext uri="{FF2B5EF4-FFF2-40B4-BE49-F238E27FC236}">
                <a16:creationId xmlns:a16="http://schemas.microsoft.com/office/drawing/2014/main" id="{CF465EDE-601B-472E-A044-8A95CC13626B}"/>
              </a:ext>
            </a:extLst>
          </p:cNvPr>
          <p:cNvGrpSpPr/>
          <p:nvPr/>
        </p:nvGrpSpPr>
        <p:grpSpPr>
          <a:xfrm>
            <a:off x="2889438" y="751337"/>
            <a:ext cx="5022643" cy="5001728"/>
            <a:chOff x="2889438" y="751337"/>
            <a:chExt cx="5022643" cy="5001728"/>
          </a:xfrm>
        </p:grpSpPr>
        <p:cxnSp>
          <p:nvCxnSpPr>
            <p:cNvPr id="795" name="Straight Connector 794">
              <a:extLst>
                <a:ext uri="{FF2B5EF4-FFF2-40B4-BE49-F238E27FC236}">
                  <a16:creationId xmlns:a16="http://schemas.microsoft.com/office/drawing/2014/main" id="{654D8E86-2288-5CC8-3ACD-FD2F59AB0318}"/>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6" name="Straight Connector 795">
              <a:extLst>
                <a:ext uri="{FF2B5EF4-FFF2-40B4-BE49-F238E27FC236}">
                  <a16:creationId xmlns:a16="http://schemas.microsoft.com/office/drawing/2014/main" id="{64CFBA8C-402E-5CD1-4B71-37C41F51044C}"/>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7" name="Straight Connector 796">
              <a:extLst>
                <a:ext uri="{FF2B5EF4-FFF2-40B4-BE49-F238E27FC236}">
                  <a16:creationId xmlns:a16="http://schemas.microsoft.com/office/drawing/2014/main" id="{A2EECDD3-39A0-5E6E-75BB-82940C9A2BFC}"/>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8" name="Straight Connector 797">
              <a:extLst>
                <a:ext uri="{FF2B5EF4-FFF2-40B4-BE49-F238E27FC236}">
                  <a16:creationId xmlns:a16="http://schemas.microsoft.com/office/drawing/2014/main" id="{F82C74FD-A4F5-8D34-5EF3-AC71C0A30575}"/>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9" name="Straight Connector 798">
              <a:extLst>
                <a:ext uri="{FF2B5EF4-FFF2-40B4-BE49-F238E27FC236}">
                  <a16:creationId xmlns:a16="http://schemas.microsoft.com/office/drawing/2014/main" id="{07771711-BAA9-E575-1F86-A0BD1F05950E}"/>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0" name="Straight Connector 799">
              <a:extLst>
                <a:ext uri="{FF2B5EF4-FFF2-40B4-BE49-F238E27FC236}">
                  <a16:creationId xmlns:a16="http://schemas.microsoft.com/office/drawing/2014/main" id="{117D066A-36E8-ED8C-A7CD-3DDBEF961230}"/>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1" name="Straight Connector 800">
              <a:extLst>
                <a:ext uri="{FF2B5EF4-FFF2-40B4-BE49-F238E27FC236}">
                  <a16:creationId xmlns:a16="http://schemas.microsoft.com/office/drawing/2014/main" id="{A699C81D-5AA0-4B84-6614-0908F7B72A70}"/>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2" name="Straight Connector 801">
              <a:extLst>
                <a:ext uri="{FF2B5EF4-FFF2-40B4-BE49-F238E27FC236}">
                  <a16:creationId xmlns:a16="http://schemas.microsoft.com/office/drawing/2014/main" id="{54FC681A-C939-6C18-9DD9-D99BB0E1F996}"/>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3" name="Straight Connector 802">
              <a:extLst>
                <a:ext uri="{FF2B5EF4-FFF2-40B4-BE49-F238E27FC236}">
                  <a16:creationId xmlns:a16="http://schemas.microsoft.com/office/drawing/2014/main" id="{59BF5B66-29E6-98BD-E413-AE076D825EA1}"/>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4" name="Straight Connector 803">
              <a:extLst>
                <a:ext uri="{FF2B5EF4-FFF2-40B4-BE49-F238E27FC236}">
                  <a16:creationId xmlns:a16="http://schemas.microsoft.com/office/drawing/2014/main" id="{D9FDF884-BF21-E7DC-E096-23DDFDCA5356}"/>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18" name="Group 817">
            <a:extLst>
              <a:ext uri="{FF2B5EF4-FFF2-40B4-BE49-F238E27FC236}">
                <a16:creationId xmlns:a16="http://schemas.microsoft.com/office/drawing/2014/main" id="{89FE240F-6B27-7CF9-866F-9BB3C3D8DCCE}"/>
              </a:ext>
            </a:extLst>
          </p:cNvPr>
          <p:cNvGrpSpPr/>
          <p:nvPr/>
        </p:nvGrpSpPr>
        <p:grpSpPr>
          <a:xfrm>
            <a:off x="2099604" y="5136552"/>
            <a:ext cx="721206" cy="609701"/>
            <a:chOff x="2099604" y="5136552"/>
            <a:chExt cx="721206" cy="609701"/>
          </a:xfrm>
        </p:grpSpPr>
        <p:sp>
          <p:nvSpPr>
            <p:cNvPr id="819" name="Rectangle 818">
              <a:extLst>
                <a:ext uri="{FF2B5EF4-FFF2-40B4-BE49-F238E27FC236}">
                  <a16:creationId xmlns:a16="http://schemas.microsoft.com/office/drawing/2014/main" id="{7A417837-1E27-D0F0-8908-88F428FBAD96}"/>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820" name="Right Triangle 819">
              <a:extLst>
                <a:ext uri="{FF2B5EF4-FFF2-40B4-BE49-F238E27FC236}">
                  <a16:creationId xmlns:a16="http://schemas.microsoft.com/office/drawing/2014/main" id="{4587FA6E-460F-1C53-E7A9-BB1512552A82}"/>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21" name="Group 820">
              <a:extLst>
                <a:ext uri="{FF2B5EF4-FFF2-40B4-BE49-F238E27FC236}">
                  <a16:creationId xmlns:a16="http://schemas.microsoft.com/office/drawing/2014/main" id="{4BD340DE-3EF8-ADC8-572A-3240FC764A7D}"/>
                </a:ext>
              </a:extLst>
            </p:cNvPr>
            <p:cNvGrpSpPr/>
            <p:nvPr/>
          </p:nvGrpSpPr>
          <p:grpSpPr>
            <a:xfrm>
              <a:off x="2765661" y="5151382"/>
              <a:ext cx="37817" cy="61390"/>
              <a:chOff x="3883481" y="2057400"/>
              <a:chExt cx="1608363" cy="2652031"/>
            </a:xfrm>
            <a:solidFill>
              <a:srgbClr val="A6A6A6">
                <a:alpha val="20000"/>
              </a:srgbClr>
            </a:solidFill>
          </p:grpSpPr>
          <p:sp>
            <p:nvSpPr>
              <p:cNvPr id="822" name="Oval 27">
                <a:extLst>
                  <a:ext uri="{FF2B5EF4-FFF2-40B4-BE49-F238E27FC236}">
                    <a16:creationId xmlns:a16="http://schemas.microsoft.com/office/drawing/2014/main" id="{67D5E43F-59F1-FB8B-AA0A-CC7C5D16FAB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23" name="Oval 28">
                <a:extLst>
                  <a:ext uri="{FF2B5EF4-FFF2-40B4-BE49-F238E27FC236}">
                    <a16:creationId xmlns:a16="http://schemas.microsoft.com/office/drawing/2014/main" id="{C1099258-5699-D66D-AEA3-28CC55BD064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30" name="Group 829">
            <a:extLst>
              <a:ext uri="{FF2B5EF4-FFF2-40B4-BE49-F238E27FC236}">
                <a16:creationId xmlns:a16="http://schemas.microsoft.com/office/drawing/2014/main" id="{9C330333-C0FD-3F43-4EE5-326E3A252A4D}"/>
              </a:ext>
            </a:extLst>
          </p:cNvPr>
          <p:cNvGrpSpPr/>
          <p:nvPr/>
        </p:nvGrpSpPr>
        <p:grpSpPr>
          <a:xfrm>
            <a:off x="2937173" y="4419601"/>
            <a:ext cx="721206" cy="610396"/>
            <a:chOff x="2937173" y="4419601"/>
            <a:chExt cx="721206" cy="610396"/>
          </a:xfrm>
        </p:grpSpPr>
        <p:sp>
          <p:nvSpPr>
            <p:cNvPr id="831" name="Rectangle 830">
              <a:extLst>
                <a:ext uri="{FF2B5EF4-FFF2-40B4-BE49-F238E27FC236}">
                  <a16:creationId xmlns:a16="http://schemas.microsoft.com/office/drawing/2014/main" id="{7F95DC01-0C92-4E79-081D-EF6AB3DEBE65}"/>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32" name="Right Triangle 831">
              <a:extLst>
                <a:ext uri="{FF2B5EF4-FFF2-40B4-BE49-F238E27FC236}">
                  <a16:creationId xmlns:a16="http://schemas.microsoft.com/office/drawing/2014/main" id="{0AD8B9A5-E199-EE32-B77C-5F4E4A3BD785}"/>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3" name="Group 832">
              <a:extLst>
                <a:ext uri="{FF2B5EF4-FFF2-40B4-BE49-F238E27FC236}">
                  <a16:creationId xmlns:a16="http://schemas.microsoft.com/office/drawing/2014/main" id="{6A1E4B72-C062-248A-699F-BE8103564198}"/>
                </a:ext>
              </a:extLst>
            </p:cNvPr>
            <p:cNvGrpSpPr/>
            <p:nvPr/>
          </p:nvGrpSpPr>
          <p:grpSpPr>
            <a:xfrm>
              <a:off x="3607766" y="4425699"/>
              <a:ext cx="37817" cy="61390"/>
              <a:chOff x="3883481" y="2057400"/>
              <a:chExt cx="1608363" cy="2652031"/>
            </a:xfrm>
            <a:solidFill>
              <a:srgbClr val="A6A6A6">
                <a:alpha val="20000"/>
              </a:srgbClr>
            </a:solidFill>
          </p:grpSpPr>
          <p:sp>
            <p:nvSpPr>
              <p:cNvPr id="834" name="Oval 27">
                <a:extLst>
                  <a:ext uri="{FF2B5EF4-FFF2-40B4-BE49-F238E27FC236}">
                    <a16:creationId xmlns:a16="http://schemas.microsoft.com/office/drawing/2014/main" id="{603605D0-44A4-9215-6A01-EE34F15B8F7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5" name="Oval 28">
                <a:extLst>
                  <a:ext uri="{FF2B5EF4-FFF2-40B4-BE49-F238E27FC236}">
                    <a16:creationId xmlns:a16="http://schemas.microsoft.com/office/drawing/2014/main" id="{C97B8DBC-6C81-9DCF-DEF1-896F64067D2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36" name="Group 835">
            <a:extLst>
              <a:ext uri="{FF2B5EF4-FFF2-40B4-BE49-F238E27FC236}">
                <a16:creationId xmlns:a16="http://schemas.microsoft.com/office/drawing/2014/main" id="{563D26B5-8709-FFD8-29D4-363E102FC4DC}"/>
              </a:ext>
            </a:extLst>
          </p:cNvPr>
          <p:cNvGrpSpPr/>
          <p:nvPr/>
        </p:nvGrpSpPr>
        <p:grpSpPr>
          <a:xfrm>
            <a:off x="6286130" y="4419624"/>
            <a:ext cx="721206" cy="609701"/>
            <a:chOff x="6286130" y="4419624"/>
            <a:chExt cx="721206" cy="609701"/>
          </a:xfrm>
        </p:grpSpPr>
        <p:sp>
          <p:nvSpPr>
            <p:cNvPr id="837" name="Rectangle 836">
              <a:hlinkHover r:id="" action="ppaction://noaction" highlightClick="1"/>
              <a:extLst>
                <a:ext uri="{FF2B5EF4-FFF2-40B4-BE49-F238E27FC236}">
                  <a16:creationId xmlns:a16="http://schemas.microsoft.com/office/drawing/2014/main" id="{BE82C8EA-7968-B0CF-BFAA-2429355B5C1B}"/>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38" name="Oval 837">
              <a:extLst>
                <a:ext uri="{FF2B5EF4-FFF2-40B4-BE49-F238E27FC236}">
                  <a16:creationId xmlns:a16="http://schemas.microsoft.com/office/drawing/2014/main" id="{3BC1D089-A6A6-A31D-AC56-9DCB979621E3}"/>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9" name="Isosceles Triangle 648">
              <a:extLst>
                <a:ext uri="{FF2B5EF4-FFF2-40B4-BE49-F238E27FC236}">
                  <a16:creationId xmlns:a16="http://schemas.microsoft.com/office/drawing/2014/main" id="{593086BD-AC7D-BA54-F236-2A86E38C6077}"/>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0" name="Group 839">
            <a:extLst>
              <a:ext uri="{FF2B5EF4-FFF2-40B4-BE49-F238E27FC236}">
                <a16:creationId xmlns:a16="http://schemas.microsoft.com/office/drawing/2014/main" id="{3DBF7C41-7441-EC3B-04E0-777FE3324B90}"/>
              </a:ext>
            </a:extLst>
          </p:cNvPr>
          <p:cNvGrpSpPr/>
          <p:nvPr/>
        </p:nvGrpSpPr>
        <p:grpSpPr>
          <a:xfrm>
            <a:off x="5458940" y="5135305"/>
            <a:ext cx="721206" cy="609701"/>
            <a:chOff x="5458940" y="5135305"/>
            <a:chExt cx="721206" cy="609701"/>
          </a:xfrm>
        </p:grpSpPr>
        <p:sp>
          <p:nvSpPr>
            <p:cNvPr id="841" name="Rectangle 840">
              <a:hlinkHover r:id="" action="ppaction://noaction" highlightClick="1"/>
              <a:extLst>
                <a:ext uri="{FF2B5EF4-FFF2-40B4-BE49-F238E27FC236}">
                  <a16:creationId xmlns:a16="http://schemas.microsoft.com/office/drawing/2014/main" id="{A8785392-9E6D-63DB-6FC8-AB4BB562B43D}"/>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42" name="Oval 841">
              <a:extLst>
                <a:ext uri="{FF2B5EF4-FFF2-40B4-BE49-F238E27FC236}">
                  <a16:creationId xmlns:a16="http://schemas.microsoft.com/office/drawing/2014/main" id="{E414C02B-8E20-6194-AB60-B50712EF6DDF}"/>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3" name="Isosceles Triangle 648">
              <a:extLst>
                <a:ext uri="{FF2B5EF4-FFF2-40B4-BE49-F238E27FC236}">
                  <a16:creationId xmlns:a16="http://schemas.microsoft.com/office/drawing/2014/main" id="{888D3B06-D110-FBD8-A00F-57C9CE721E16}"/>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4" name="Group 843">
            <a:extLst>
              <a:ext uri="{FF2B5EF4-FFF2-40B4-BE49-F238E27FC236}">
                <a16:creationId xmlns:a16="http://schemas.microsoft.com/office/drawing/2014/main" id="{E72A632F-CD97-DA84-F87A-BBAD993EEBE1}"/>
              </a:ext>
            </a:extLst>
          </p:cNvPr>
          <p:cNvGrpSpPr/>
          <p:nvPr/>
        </p:nvGrpSpPr>
        <p:grpSpPr>
          <a:xfrm>
            <a:off x="6289146" y="5141017"/>
            <a:ext cx="721206" cy="609701"/>
            <a:chOff x="6289146" y="5141017"/>
            <a:chExt cx="721206" cy="609701"/>
          </a:xfrm>
        </p:grpSpPr>
        <p:sp>
          <p:nvSpPr>
            <p:cNvPr id="845" name="Rectangle 844">
              <a:hlinkHover r:id="" action="ppaction://noaction" highlightClick="1"/>
              <a:extLst>
                <a:ext uri="{FF2B5EF4-FFF2-40B4-BE49-F238E27FC236}">
                  <a16:creationId xmlns:a16="http://schemas.microsoft.com/office/drawing/2014/main" id="{1B691422-0906-DC6D-8929-BDA447983C36}"/>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46" name="Oval 845">
              <a:extLst>
                <a:ext uri="{FF2B5EF4-FFF2-40B4-BE49-F238E27FC236}">
                  <a16:creationId xmlns:a16="http://schemas.microsoft.com/office/drawing/2014/main" id="{A27EB69E-7528-97FD-C76F-19B6CDE51D2B}"/>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7" name="Isosceles Triangle 648">
              <a:extLst>
                <a:ext uri="{FF2B5EF4-FFF2-40B4-BE49-F238E27FC236}">
                  <a16:creationId xmlns:a16="http://schemas.microsoft.com/office/drawing/2014/main" id="{3A1CC817-F514-E210-974E-9B6AF53AEC45}"/>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8" name="Group 847">
            <a:extLst>
              <a:ext uri="{FF2B5EF4-FFF2-40B4-BE49-F238E27FC236}">
                <a16:creationId xmlns:a16="http://schemas.microsoft.com/office/drawing/2014/main" id="{6433B4A8-AFBE-7D95-BCBB-5829B67C4635}"/>
              </a:ext>
            </a:extLst>
          </p:cNvPr>
          <p:cNvGrpSpPr/>
          <p:nvPr/>
        </p:nvGrpSpPr>
        <p:grpSpPr>
          <a:xfrm>
            <a:off x="7122911" y="4419624"/>
            <a:ext cx="721206" cy="609701"/>
            <a:chOff x="7122911" y="4419624"/>
            <a:chExt cx="721206" cy="609701"/>
          </a:xfrm>
        </p:grpSpPr>
        <p:sp>
          <p:nvSpPr>
            <p:cNvPr id="849" name="Rectangle 848">
              <a:hlinkHover r:id="" action="ppaction://noaction" highlightClick="1"/>
              <a:extLst>
                <a:ext uri="{FF2B5EF4-FFF2-40B4-BE49-F238E27FC236}">
                  <a16:creationId xmlns:a16="http://schemas.microsoft.com/office/drawing/2014/main" id="{31DCF841-1471-625D-FE2B-D911AE7CA864}"/>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50" name="Oval 849">
              <a:extLst>
                <a:ext uri="{FF2B5EF4-FFF2-40B4-BE49-F238E27FC236}">
                  <a16:creationId xmlns:a16="http://schemas.microsoft.com/office/drawing/2014/main" id="{549DCD31-C9BA-D355-A095-1DCDBE3268B3}"/>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1" name="Isosceles Triangle 648">
              <a:extLst>
                <a:ext uri="{FF2B5EF4-FFF2-40B4-BE49-F238E27FC236}">
                  <a16:creationId xmlns:a16="http://schemas.microsoft.com/office/drawing/2014/main" id="{B48582AE-9A96-B80E-E464-E07148501681}"/>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6" name="Group 855">
            <a:extLst>
              <a:ext uri="{FF2B5EF4-FFF2-40B4-BE49-F238E27FC236}">
                <a16:creationId xmlns:a16="http://schemas.microsoft.com/office/drawing/2014/main" id="{C09BEDE9-A165-3071-F180-3C070ED48490}"/>
              </a:ext>
            </a:extLst>
          </p:cNvPr>
          <p:cNvGrpSpPr/>
          <p:nvPr/>
        </p:nvGrpSpPr>
        <p:grpSpPr>
          <a:xfrm>
            <a:off x="5454385" y="4419624"/>
            <a:ext cx="721206" cy="609701"/>
            <a:chOff x="5454385" y="4419624"/>
            <a:chExt cx="721206" cy="609701"/>
          </a:xfrm>
        </p:grpSpPr>
        <p:sp>
          <p:nvSpPr>
            <p:cNvPr id="857" name="Rectangle 856">
              <a:hlinkHover r:id="" action="ppaction://noaction" highlightClick="1"/>
              <a:extLst>
                <a:ext uri="{FF2B5EF4-FFF2-40B4-BE49-F238E27FC236}">
                  <a16:creationId xmlns:a16="http://schemas.microsoft.com/office/drawing/2014/main" id="{E0FBE784-885D-BE31-6F89-F2D0AC0415A5}"/>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58" name="Oval 857">
              <a:extLst>
                <a:ext uri="{FF2B5EF4-FFF2-40B4-BE49-F238E27FC236}">
                  <a16:creationId xmlns:a16="http://schemas.microsoft.com/office/drawing/2014/main" id="{637D47E3-3DDF-F88A-4B84-7ABC4F9E2ABD}"/>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9" name="Isosceles Triangle 648">
              <a:extLst>
                <a:ext uri="{FF2B5EF4-FFF2-40B4-BE49-F238E27FC236}">
                  <a16:creationId xmlns:a16="http://schemas.microsoft.com/office/drawing/2014/main" id="{D4F570B2-7855-FB30-ADFB-1FCC1F854BD8}"/>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0" name="Group 859">
            <a:extLst>
              <a:ext uri="{FF2B5EF4-FFF2-40B4-BE49-F238E27FC236}">
                <a16:creationId xmlns:a16="http://schemas.microsoft.com/office/drawing/2014/main" id="{0094DEB1-6792-48C3-7E59-95EFB52F8DBD}"/>
              </a:ext>
            </a:extLst>
          </p:cNvPr>
          <p:cNvGrpSpPr/>
          <p:nvPr/>
        </p:nvGrpSpPr>
        <p:grpSpPr>
          <a:xfrm>
            <a:off x="3775041" y="5130133"/>
            <a:ext cx="721895" cy="609700"/>
            <a:chOff x="3775041" y="5130133"/>
            <a:chExt cx="721895" cy="609700"/>
          </a:xfrm>
        </p:grpSpPr>
        <p:sp>
          <p:nvSpPr>
            <p:cNvPr id="861" name="Rectangle 860">
              <a:hlinkHover r:id="" action="ppaction://noaction" highlightClick="1"/>
              <a:extLst>
                <a:ext uri="{FF2B5EF4-FFF2-40B4-BE49-F238E27FC236}">
                  <a16:creationId xmlns:a16="http://schemas.microsoft.com/office/drawing/2014/main" id="{544D9758-378C-0F9E-A225-0CEFC677C213}"/>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62" name="Diamond 861">
              <a:extLst>
                <a:ext uri="{FF2B5EF4-FFF2-40B4-BE49-F238E27FC236}">
                  <a16:creationId xmlns:a16="http://schemas.microsoft.com/office/drawing/2014/main" id="{E0C54B8F-043E-BF97-4C62-4A86CEFCEDEC}"/>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3" name="Oval 862">
              <a:extLst>
                <a:ext uri="{FF2B5EF4-FFF2-40B4-BE49-F238E27FC236}">
                  <a16:creationId xmlns:a16="http://schemas.microsoft.com/office/drawing/2014/main" id="{D03361E1-5A86-701D-DD3E-9075856F8AAD}"/>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4" name="Group 863">
            <a:extLst>
              <a:ext uri="{FF2B5EF4-FFF2-40B4-BE49-F238E27FC236}">
                <a16:creationId xmlns:a16="http://schemas.microsoft.com/office/drawing/2014/main" id="{EAEA29DB-660D-4C5E-60A6-633FB93D6F48}"/>
              </a:ext>
            </a:extLst>
          </p:cNvPr>
          <p:cNvGrpSpPr/>
          <p:nvPr/>
        </p:nvGrpSpPr>
        <p:grpSpPr>
          <a:xfrm>
            <a:off x="4618174" y="5130748"/>
            <a:ext cx="721895" cy="609700"/>
            <a:chOff x="4618174" y="5130748"/>
            <a:chExt cx="721895" cy="609700"/>
          </a:xfrm>
        </p:grpSpPr>
        <p:sp>
          <p:nvSpPr>
            <p:cNvPr id="865" name="Rectangle 864">
              <a:hlinkHover r:id="" action="ppaction://noaction" highlightClick="1"/>
              <a:extLst>
                <a:ext uri="{FF2B5EF4-FFF2-40B4-BE49-F238E27FC236}">
                  <a16:creationId xmlns:a16="http://schemas.microsoft.com/office/drawing/2014/main" id="{C428B9EE-7643-5A6C-ECB7-A5C8FA81882F}"/>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66" name="Diamond 865">
              <a:extLst>
                <a:ext uri="{FF2B5EF4-FFF2-40B4-BE49-F238E27FC236}">
                  <a16:creationId xmlns:a16="http://schemas.microsoft.com/office/drawing/2014/main" id="{48676D86-7FDF-2525-118F-C4F3B8094DFD}"/>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7" name="Oval 866">
              <a:extLst>
                <a:ext uri="{FF2B5EF4-FFF2-40B4-BE49-F238E27FC236}">
                  <a16:creationId xmlns:a16="http://schemas.microsoft.com/office/drawing/2014/main" id="{BF76F9B2-779A-671D-F694-1541FB766734}"/>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8" name="Group 867">
            <a:extLst>
              <a:ext uri="{FF2B5EF4-FFF2-40B4-BE49-F238E27FC236}">
                <a16:creationId xmlns:a16="http://schemas.microsoft.com/office/drawing/2014/main" id="{6258B125-6B94-2FBC-BCBF-536E8F0AE252}"/>
              </a:ext>
            </a:extLst>
          </p:cNvPr>
          <p:cNvGrpSpPr/>
          <p:nvPr/>
        </p:nvGrpSpPr>
        <p:grpSpPr>
          <a:xfrm>
            <a:off x="7125833" y="5143368"/>
            <a:ext cx="721206" cy="609701"/>
            <a:chOff x="7125833" y="5143368"/>
            <a:chExt cx="721206" cy="609701"/>
          </a:xfrm>
        </p:grpSpPr>
        <p:sp>
          <p:nvSpPr>
            <p:cNvPr id="869" name="Rectangle 868">
              <a:hlinkHover r:id="" action="ppaction://noaction" highlightClick="1"/>
              <a:extLst>
                <a:ext uri="{FF2B5EF4-FFF2-40B4-BE49-F238E27FC236}">
                  <a16:creationId xmlns:a16="http://schemas.microsoft.com/office/drawing/2014/main" id="{DF6774C6-68DF-7524-B7F2-104834FF7C92}"/>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70" name="Oval 869">
              <a:extLst>
                <a:ext uri="{FF2B5EF4-FFF2-40B4-BE49-F238E27FC236}">
                  <a16:creationId xmlns:a16="http://schemas.microsoft.com/office/drawing/2014/main" id="{E11CCBEB-2DD4-CAA1-6092-F9ED45F4722D}"/>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1" name="Isosceles Triangle 648">
              <a:extLst>
                <a:ext uri="{FF2B5EF4-FFF2-40B4-BE49-F238E27FC236}">
                  <a16:creationId xmlns:a16="http://schemas.microsoft.com/office/drawing/2014/main" id="{ECB6A7CF-7DC5-E185-9F40-E98C2578C8B3}"/>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2" name="Group 871">
            <a:extLst>
              <a:ext uri="{FF2B5EF4-FFF2-40B4-BE49-F238E27FC236}">
                <a16:creationId xmlns:a16="http://schemas.microsoft.com/office/drawing/2014/main" id="{30EE80EB-AD07-6CB8-CA39-ACF0F8A1BF09}"/>
              </a:ext>
            </a:extLst>
          </p:cNvPr>
          <p:cNvGrpSpPr/>
          <p:nvPr/>
        </p:nvGrpSpPr>
        <p:grpSpPr>
          <a:xfrm>
            <a:off x="7122911" y="3698231"/>
            <a:ext cx="721206" cy="609701"/>
            <a:chOff x="7122911" y="3698231"/>
            <a:chExt cx="721206" cy="609701"/>
          </a:xfrm>
        </p:grpSpPr>
        <p:sp>
          <p:nvSpPr>
            <p:cNvPr id="873" name="Rectangle 872">
              <a:hlinkHover r:id="" action="ppaction://noaction" highlightClick="1"/>
              <a:extLst>
                <a:ext uri="{FF2B5EF4-FFF2-40B4-BE49-F238E27FC236}">
                  <a16:creationId xmlns:a16="http://schemas.microsoft.com/office/drawing/2014/main" id="{293C42CE-839F-093D-3DD8-290E8435EDB4}"/>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74" name="Oval 873">
              <a:extLst>
                <a:ext uri="{FF2B5EF4-FFF2-40B4-BE49-F238E27FC236}">
                  <a16:creationId xmlns:a16="http://schemas.microsoft.com/office/drawing/2014/main" id="{58AF93D7-B6E2-9A59-92DF-E1FFF86B0585}"/>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5" name="Isosceles Triangle 648">
              <a:extLst>
                <a:ext uri="{FF2B5EF4-FFF2-40B4-BE49-F238E27FC236}">
                  <a16:creationId xmlns:a16="http://schemas.microsoft.com/office/drawing/2014/main" id="{E9D83E3C-8AE8-EBB9-019C-A82A07025FED}"/>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6" name="Group 875">
            <a:extLst>
              <a:ext uri="{FF2B5EF4-FFF2-40B4-BE49-F238E27FC236}">
                <a16:creationId xmlns:a16="http://schemas.microsoft.com/office/drawing/2014/main" id="{CBDF0E51-6547-38C7-0374-18D2C0C5CB34}"/>
              </a:ext>
            </a:extLst>
          </p:cNvPr>
          <p:cNvGrpSpPr/>
          <p:nvPr/>
        </p:nvGrpSpPr>
        <p:grpSpPr>
          <a:xfrm>
            <a:off x="6286224" y="3620338"/>
            <a:ext cx="721206" cy="687594"/>
            <a:chOff x="6286224" y="3620338"/>
            <a:chExt cx="721206" cy="687594"/>
          </a:xfrm>
        </p:grpSpPr>
        <p:cxnSp>
          <p:nvCxnSpPr>
            <p:cNvPr id="877" name="Straight Connector 876">
              <a:extLst>
                <a:ext uri="{FF2B5EF4-FFF2-40B4-BE49-F238E27FC236}">
                  <a16:creationId xmlns:a16="http://schemas.microsoft.com/office/drawing/2014/main" id="{F6749D71-3367-8CB7-5BAF-95987C029813}"/>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78" name="Rectangle 877">
              <a:hlinkHover r:id="" action="ppaction://noaction" highlightClick="1"/>
              <a:extLst>
                <a:ext uri="{FF2B5EF4-FFF2-40B4-BE49-F238E27FC236}">
                  <a16:creationId xmlns:a16="http://schemas.microsoft.com/office/drawing/2014/main" id="{32218A2F-6310-5552-08A8-018604DDCDC9}"/>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79" name="Oval 878">
              <a:extLst>
                <a:ext uri="{FF2B5EF4-FFF2-40B4-BE49-F238E27FC236}">
                  <a16:creationId xmlns:a16="http://schemas.microsoft.com/office/drawing/2014/main" id="{19B2A9E4-2C30-009F-ABAD-AA668418E3E3}"/>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0" name="Isosceles Triangle 648">
              <a:extLst>
                <a:ext uri="{FF2B5EF4-FFF2-40B4-BE49-F238E27FC236}">
                  <a16:creationId xmlns:a16="http://schemas.microsoft.com/office/drawing/2014/main" id="{4BAED1BA-F946-A785-5F08-88210C6EE04F}"/>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99" name="Group 1898">
            <a:extLst>
              <a:ext uri="{FF2B5EF4-FFF2-40B4-BE49-F238E27FC236}">
                <a16:creationId xmlns:a16="http://schemas.microsoft.com/office/drawing/2014/main" id="{0E9F476D-8345-1741-11E2-73777E6B0DE6}"/>
              </a:ext>
            </a:extLst>
          </p:cNvPr>
          <p:cNvGrpSpPr/>
          <p:nvPr/>
        </p:nvGrpSpPr>
        <p:grpSpPr>
          <a:xfrm>
            <a:off x="7121069" y="1532276"/>
            <a:ext cx="721206" cy="609701"/>
            <a:chOff x="7121069" y="1532276"/>
            <a:chExt cx="721206" cy="609701"/>
          </a:xfrm>
        </p:grpSpPr>
        <p:sp>
          <p:nvSpPr>
            <p:cNvPr id="1900" name="Rectangle 1899">
              <a:extLst>
                <a:ext uri="{FF2B5EF4-FFF2-40B4-BE49-F238E27FC236}">
                  <a16:creationId xmlns:a16="http://schemas.microsoft.com/office/drawing/2014/main" id="{7E1CFDFB-CDB3-3806-6761-872C4291CCFA}"/>
                </a:ext>
              </a:extLst>
            </p:cNvPr>
            <p:cNvSpPr/>
            <p:nvPr/>
          </p:nvSpPr>
          <p:spPr>
            <a:xfrm>
              <a:off x="712106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1901" name="Rectangle 1900">
              <a:extLst>
                <a:ext uri="{FF2B5EF4-FFF2-40B4-BE49-F238E27FC236}">
                  <a16:creationId xmlns:a16="http://schemas.microsoft.com/office/drawing/2014/main" id="{A1D92D14-6EE6-5007-3B4A-016294DD6EBE}"/>
                </a:ext>
              </a:extLst>
            </p:cNvPr>
            <p:cNvSpPr/>
            <p:nvPr/>
          </p:nvSpPr>
          <p:spPr>
            <a:xfrm flipV="1">
              <a:off x="7736853"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2" name="Oval 15">
              <a:extLst>
                <a:ext uri="{FF2B5EF4-FFF2-40B4-BE49-F238E27FC236}">
                  <a16:creationId xmlns:a16="http://schemas.microsoft.com/office/drawing/2014/main" id="{31E5E52E-5CE1-2181-8D38-DD4339522833}"/>
                </a:ext>
              </a:extLst>
            </p:cNvPr>
            <p:cNvSpPr/>
            <p:nvPr/>
          </p:nvSpPr>
          <p:spPr>
            <a:xfrm>
              <a:off x="7764242"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03" name="Straight Connector 1902">
              <a:extLst>
                <a:ext uri="{FF2B5EF4-FFF2-40B4-BE49-F238E27FC236}">
                  <a16:creationId xmlns:a16="http://schemas.microsoft.com/office/drawing/2014/main" id="{5076FCC6-DB2A-AA36-BEC1-1CBAC202A5E1}"/>
                </a:ext>
              </a:extLst>
            </p:cNvPr>
            <p:cNvCxnSpPr>
              <a:cxnSpLocks/>
              <a:stCxn id="1902" idx="0"/>
            </p:cNvCxnSpPr>
            <p:nvPr/>
          </p:nvCxnSpPr>
          <p:spPr>
            <a:xfrm flipV="1">
              <a:off x="7769939"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04" name="Straight Connector 1903">
              <a:extLst>
                <a:ext uri="{FF2B5EF4-FFF2-40B4-BE49-F238E27FC236}">
                  <a16:creationId xmlns:a16="http://schemas.microsoft.com/office/drawing/2014/main" id="{8625514F-3C2E-FD36-BB48-241521F57E0D}"/>
                </a:ext>
              </a:extLst>
            </p:cNvPr>
            <p:cNvCxnSpPr>
              <a:cxnSpLocks/>
            </p:cNvCxnSpPr>
            <p:nvPr/>
          </p:nvCxnSpPr>
          <p:spPr>
            <a:xfrm>
              <a:off x="7775658"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05" name="Group 1904">
            <a:extLst>
              <a:ext uri="{FF2B5EF4-FFF2-40B4-BE49-F238E27FC236}">
                <a16:creationId xmlns:a16="http://schemas.microsoft.com/office/drawing/2014/main" id="{387480AC-B41F-8279-3C06-EB8069409D30}"/>
              </a:ext>
            </a:extLst>
          </p:cNvPr>
          <p:cNvGrpSpPr/>
          <p:nvPr/>
        </p:nvGrpSpPr>
        <p:grpSpPr>
          <a:xfrm>
            <a:off x="6287105" y="2974054"/>
            <a:ext cx="721206" cy="609701"/>
            <a:chOff x="6287105" y="2974054"/>
            <a:chExt cx="721206" cy="609701"/>
          </a:xfrm>
        </p:grpSpPr>
        <p:sp>
          <p:nvSpPr>
            <p:cNvPr id="1906" name="Rectangle 1905">
              <a:hlinkHover r:id="" action="ppaction://noaction" highlightClick="1"/>
              <a:extLst>
                <a:ext uri="{FF2B5EF4-FFF2-40B4-BE49-F238E27FC236}">
                  <a16:creationId xmlns:a16="http://schemas.microsoft.com/office/drawing/2014/main" id="{54890ACB-936D-0794-243B-D502A1E22BB3}"/>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1907" name="Rectangle 1906">
              <a:extLst>
                <a:ext uri="{FF2B5EF4-FFF2-40B4-BE49-F238E27FC236}">
                  <a16:creationId xmlns:a16="http://schemas.microsoft.com/office/drawing/2014/main" id="{7EA68875-98B3-CE20-0ED6-464C6B6FD8B3}"/>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8" name="Oval 15">
              <a:extLst>
                <a:ext uri="{FF2B5EF4-FFF2-40B4-BE49-F238E27FC236}">
                  <a16:creationId xmlns:a16="http://schemas.microsoft.com/office/drawing/2014/main" id="{CB74E939-C863-4FF6-CDC7-A6A80552A652}"/>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09" name="Straight Connector 1908">
              <a:extLst>
                <a:ext uri="{FF2B5EF4-FFF2-40B4-BE49-F238E27FC236}">
                  <a16:creationId xmlns:a16="http://schemas.microsoft.com/office/drawing/2014/main" id="{A385994F-89BD-E907-8E25-79BACC8494BF}"/>
                </a:ext>
              </a:extLst>
            </p:cNvPr>
            <p:cNvCxnSpPr>
              <a:cxnSpLocks/>
              <a:stCxn id="1908"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10" name="Straight Connector 1909">
              <a:extLst>
                <a:ext uri="{FF2B5EF4-FFF2-40B4-BE49-F238E27FC236}">
                  <a16:creationId xmlns:a16="http://schemas.microsoft.com/office/drawing/2014/main" id="{39AC09DF-1976-7AF8-EBEB-861144448CA2}"/>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11" name="Group 1910">
            <a:extLst>
              <a:ext uri="{FF2B5EF4-FFF2-40B4-BE49-F238E27FC236}">
                <a16:creationId xmlns:a16="http://schemas.microsoft.com/office/drawing/2014/main" id="{9A4D4D7E-EA06-5660-6D84-0D07D8F7193E}"/>
              </a:ext>
            </a:extLst>
          </p:cNvPr>
          <p:cNvGrpSpPr/>
          <p:nvPr/>
        </p:nvGrpSpPr>
        <p:grpSpPr>
          <a:xfrm>
            <a:off x="7123149" y="2974054"/>
            <a:ext cx="721206" cy="609701"/>
            <a:chOff x="7123149" y="2974054"/>
            <a:chExt cx="721206" cy="609701"/>
          </a:xfrm>
        </p:grpSpPr>
        <p:sp>
          <p:nvSpPr>
            <p:cNvPr id="1912" name="Rectangle 1911">
              <a:hlinkHover r:id="" action="ppaction://noaction" highlightClick="1"/>
              <a:extLst>
                <a:ext uri="{FF2B5EF4-FFF2-40B4-BE49-F238E27FC236}">
                  <a16:creationId xmlns:a16="http://schemas.microsoft.com/office/drawing/2014/main" id="{583D21B2-23A6-4945-0274-0A179752E7A1}"/>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1913" name="Rectangle 1912">
              <a:extLst>
                <a:ext uri="{FF2B5EF4-FFF2-40B4-BE49-F238E27FC236}">
                  <a16:creationId xmlns:a16="http://schemas.microsoft.com/office/drawing/2014/main" id="{987EFC92-AECC-E8BC-13BB-A20044C4EB3C}"/>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4" name="Oval 15">
              <a:extLst>
                <a:ext uri="{FF2B5EF4-FFF2-40B4-BE49-F238E27FC236}">
                  <a16:creationId xmlns:a16="http://schemas.microsoft.com/office/drawing/2014/main" id="{3781C9B4-921E-BBF4-90E7-699DABEA6711}"/>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15" name="Straight Connector 1914">
              <a:extLst>
                <a:ext uri="{FF2B5EF4-FFF2-40B4-BE49-F238E27FC236}">
                  <a16:creationId xmlns:a16="http://schemas.microsoft.com/office/drawing/2014/main" id="{AAE567C0-29AF-D5C1-8805-2F6DA7F27D1D}"/>
                </a:ext>
              </a:extLst>
            </p:cNvPr>
            <p:cNvCxnSpPr>
              <a:cxnSpLocks/>
              <a:stCxn id="1914"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16" name="Straight Connector 1915">
              <a:extLst>
                <a:ext uri="{FF2B5EF4-FFF2-40B4-BE49-F238E27FC236}">
                  <a16:creationId xmlns:a16="http://schemas.microsoft.com/office/drawing/2014/main" id="{8DA12EC6-7E76-F973-6210-A5ACD8BBE067}"/>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17" name="Group 1916">
            <a:extLst>
              <a:ext uri="{FF2B5EF4-FFF2-40B4-BE49-F238E27FC236}">
                <a16:creationId xmlns:a16="http://schemas.microsoft.com/office/drawing/2014/main" id="{1E4C8A95-1526-4103-BB1B-58229B1DCD3E}"/>
              </a:ext>
            </a:extLst>
          </p:cNvPr>
          <p:cNvGrpSpPr/>
          <p:nvPr/>
        </p:nvGrpSpPr>
        <p:grpSpPr>
          <a:xfrm>
            <a:off x="8795237" y="2974054"/>
            <a:ext cx="721206" cy="609701"/>
            <a:chOff x="8795237" y="2974054"/>
            <a:chExt cx="721206" cy="609701"/>
          </a:xfrm>
        </p:grpSpPr>
        <p:sp>
          <p:nvSpPr>
            <p:cNvPr id="1918" name="Rectangle 1917">
              <a:hlinkHover r:id="" action="ppaction://noaction" highlightClick="1"/>
              <a:extLst>
                <a:ext uri="{FF2B5EF4-FFF2-40B4-BE49-F238E27FC236}">
                  <a16:creationId xmlns:a16="http://schemas.microsoft.com/office/drawing/2014/main" id="{9F737A71-C185-B4F9-1C84-6A55A386DBB9}"/>
                </a:ext>
              </a:extLst>
            </p:cNvPr>
            <p:cNvSpPr/>
            <p:nvPr/>
          </p:nvSpPr>
          <p:spPr>
            <a:xfrm>
              <a:off x="8795237"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1919" name="Diamond 1918">
              <a:extLst>
                <a:ext uri="{FF2B5EF4-FFF2-40B4-BE49-F238E27FC236}">
                  <a16:creationId xmlns:a16="http://schemas.microsoft.com/office/drawing/2014/main" id="{278D21EE-2A24-4F46-0F18-884D1097F6B0}"/>
                </a:ext>
              </a:extLst>
            </p:cNvPr>
            <p:cNvSpPr/>
            <p:nvPr/>
          </p:nvSpPr>
          <p:spPr>
            <a:xfrm>
              <a:off x="9379935" y="2976405"/>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0" name="Oval 1919">
              <a:extLst>
                <a:ext uri="{FF2B5EF4-FFF2-40B4-BE49-F238E27FC236}">
                  <a16:creationId xmlns:a16="http://schemas.microsoft.com/office/drawing/2014/main" id="{C47EB0B4-160C-4633-5FEB-44B335BE0817}"/>
                </a:ext>
              </a:extLst>
            </p:cNvPr>
            <p:cNvSpPr/>
            <p:nvPr/>
          </p:nvSpPr>
          <p:spPr>
            <a:xfrm>
              <a:off x="9414138" y="3009893"/>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32" name="Group 1931">
            <a:extLst>
              <a:ext uri="{FF2B5EF4-FFF2-40B4-BE49-F238E27FC236}">
                <a16:creationId xmlns:a16="http://schemas.microsoft.com/office/drawing/2014/main" id="{B4F85E1B-C191-4087-FE18-801E6319E30C}"/>
              </a:ext>
            </a:extLst>
          </p:cNvPr>
          <p:cNvGrpSpPr/>
          <p:nvPr/>
        </p:nvGrpSpPr>
        <p:grpSpPr>
          <a:xfrm>
            <a:off x="9656908" y="1532276"/>
            <a:ext cx="721206" cy="609701"/>
            <a:chOff x="9656908" y="1532276"/>
            <a:chExt cx="721206" cy="609701"/>
          </a:xfrm>
        </p:grpSpPr>
        <p:sp>
          <p:nvSpPr>
            <p:cNvPr id="1933" name="Rectangle 1932">
              <a:extLst>
                <a:ext uri="{FF2B5EF4-FFF2-40B4-BE49-F238E27FC236}">
                  <a16:creationId xmlns:a16="http://schemas.microsoft.com/office/drawing/2014/main" id="{983BF58C-80F7-4E82-C14A-0B4CB87506A6}"/>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934" name="Rectangle 1933">
              <a:extLst>
                <a:ext uri="{FF2B5EF4-FFF2-40B4-BE49-F238E27FC236}">
                  <a16:creationId xmlns:a16="http://schemas.microsoft.com/office/drawing/2014/main" id="{018E840A-2F33-6B10-8604-4A3BF2335993}"/>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35" name="Oval 15">
              <a:extLst>
                <a:ext uri="{FF2B5EF4-FFF2-40B4-BE49-F238E27FC236}">
                  <a16:creationId xmlns:a16="http://schemas.microsoft.com/office/drawing/2014/main" id="{3A6FCB2B-72B8-8682-F98B-13385487C06B}"/>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36" name="Straight Connector 1935">
              <a:extLst>
                <a:ext uri="{FF2B5EF4-FFF2-40B4-BE49-F238E27FC236}">
                  <a16:creationId xmlns:a16="http://schemas.microsoft.com/office/drawing/2014/main" id="{ED3341B4-2188-EDB0-4E60-F350F70963BE}"/>
                </a:ext>
              </a:extLst>
            </p:cNvPr>
            <p:cNvCxnSpPr>
              <a:cxnSpLocks/>
              <a:stCxn id="1935"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37" name="Straight Connector 1936">
              <a:extLst>
                <a:ext uri="{FF2B5EF4-FFF2-40B4-BE49-F238E27FC236}">
                  <a16:creationId xmlns:a16="http://schemas.microsoft.com/office/drawing/2014/main" id="{B8C729E2-862A-6F84-C227-87E44D13F4EA}"/>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38" name="Group 1937">
            <a:extLst>
              <a:ext uri="{FF2B5EF4-FFF2-40B4-BE49-F238E27FC236}">
                <a16:creationId xmlns:a16="http://schemas.microsoft.com/office/drawing/2014/main" id="{3CA8246D-68FB-3D83-C061-6FED1F5006AF}"/>
              </a:ext>
            </a:extLst>
          </p:cNvPr>
          <p:cNvGrpSpPr/>
          <p:nvPr/>
        </p:nvGrpSpPr>
        <p:grpSpPr>
          <a:xfrm>
            <a:off x="431659" y="3698227"/>
            <a:ext cx="721206" cy="609701"/>
            <a:chOff x="431659" y="3698227"/>
            <a:chExt cx="721206" cy="609701"/>
          </a:xfrm>
        </p:grpSpPr>
        <p:sp>
          <p:nvSpPr>
            <p:cNvPr id="1939" name="Rectangle 1938">
              <a:extLst>
                <a:ext uri="{FF2B5EF4-FFF2-40B4-BE49-F238E27FC236}">
                  <a16:creationId xmlns:a16="http://schemas.microsoft.com/office/drawing/2014/main" id="{E8FD3B6D-3476-3AD2-D9CA-E14B1FF8CC1D}"/>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1940" name="Right Triangle 1939">
              <a:extLst>
                <a:ext uri="{FF2B5EF4-FFF2-40B4-BE49-F238E27FC236}">
                  <a16:creationId xmlns:a16="http://schemas.microsoft.com/office/drawing/2014/main" id="{0B6081A7-68BB-94AB-DE49-4FCA0DAA10DD}"/>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41" name="Group 1940">
              <a:extLst>
                <a:ext uri="{FF2B5EF4-FFF2-40B4-BE49-F238E27FC236}">
                  <a16:creationId xmlns:a16="http://schemas.microsoft.com/office/drawing/2014/main" id="{E9EB6E43-A490-26C6-CD75-AD157C9B6272}"/>
                </a:ext>
              </a:extLst>
            </p:cNvPr>
            <p:cNvGrpSpPr/>
            <p:nvPr/>
          </p:nvGrpSpPr>
          <p:grpSpPr>
            <a:xfrm>
              <a:off x="1102254" y="3706260"/>
              <a:ext cx="37817" cy="61390"/>
              <a:chOff x="3883481" y="2057400"/>
              <a:chExt cx="1608363" cy="2652031"/>
            </a:xfrm>
            <a:solidFill>
              <a:srgbClr val="A6A6A6"/>
            </a:solidFill>
          </p:grpSpPr>
          <p:sp>
            <p:nvSpPr>
              <p:cNvPr id="1942" name="Oval 27">
                <a:extLst>
                  <a:ext uri="{FF2B5EF4-FFF2-40B4-BE49-F238E27FC236}">
                    <a16:creationId xmlns:a16="http://schemas.microsoft.com/office/drawing/2014/main" id="{392025AF-91A9-2886-36B9-C88D3FD7011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43" name="Oval 28">
                <a:extLst>
                  <a:ext uri="{FF2B5EF4-FFF2-40B4-BE49-F238E27FC236}">
                    <a16:creationId xmlns:a16="http://schemas.microsoft.com/office/drawing/2014/main" id="{DBDC8141-EBA2-1906-1B88-1C51B03D697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44" name="Group 1943">
            <a:extLst>
              <a:ext uri="{FF2B5EF4-FFF2-40B4-BE49-F238E27FC236}">
                <a16:creationId xmlns:a16="http://schemas.microsoft.com/office/drawing/2014/main" id="{E2ADB994-E18D-E1FF-6139-E2156A836216}"/>
              </a:ext>
            </a:extLst>
          </p:cNvPr>
          <p:cNvGrpSpPr/>
          <p:nvPr/>
        </p:nvGrpSpPr>
        <p:grpSpPr>
          <a:xfrm>
            <a:off x="2942396" y="3698227"/>
            <a:ext cx="721206" cy="609701"/>
            <a:chOff x="2942396" y="3698227"/>
            <a:chExt cx="721206" cy="609701"/>
          </a:xfrm>
        </p:grpSpPr>
        <p:sp>
          <p:nvSpPr>
            <p:cNvPr id="1945" name="Rectangle 1944">
              <a:extLst>
                <a:ext uri="{FF2B5EF4-FFF2-40B4-BE49-F238E27FC236}">
                  <a16:creationId xmlns:a16="http://schemas.microsoft.com/office/drawing/2014/main" id="{6DC89CB6-8127-24A1-2C35-72105B8B2A65}"/>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1946" name="Right Triangle 1945">
              <a:extLst>
                <a:ext uri="{FF2B5EF4-FFF2-40B4-BE49-F238E27FC236}">
                  <a16:creationId xmlns:a16="http://schemas.microsoft.com/office/drawing/2014/main" id="{8EB8A50D-60B5-A2A7-2CC6-8FFC54A63808}"/>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47" name="Group 1946">
              <a:extLst>
                <a:ext uri="{FF2B5EF4-FFF2-40B4-BE49-F238E27FC236}">
                  <a16:creationId xmlns:a16="http://schemas.microsoft.com/office/drawing/2014/main" id="{232BD9A0-F6E6-08A7-95CF-DDB8BDC230BB}"/>
                </a:ext>
              </a:extLst>
            </p:cNvPr>
            <p:cNvGrpSpPr/>
            <p:nvPr/>
          </p:nvGrpSpPr>
          <p:grpSpPr>
            <a:xfrm>
              <a:off x="3607770" y="3713045"/>
              <a:ext cx="37817" cy="61390"/>
              <a:chOff x="3883481" y="2057400"/>
              <a:chExt cx="1608363" cy="2652031"/>
            </a:xfrm>
            <a:solidFill>
              <a:srgbClr val="A6A6A6"/>
            </a:solidFill>
          </p:grpSpPr>
          <p:sp>
            <p:nvSpPr>
              <p:cNvPr id="1948" name="Oval 27">
                <a:extLst>
                  <a:ext uri="{FF2B5EF4-FFF2-40B4-BE49-F238E27FC236}">
                    <a16:creationId xmlns:a16="http://schemas.microsoft.com/office/drawing/2014/main" id="{01387184-CC56-6CCC-73A6-7F2BFD58F76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49" name="Oval 28">
                <a:extLst>
                  <a:ext uri="{FF2B5EF4-FFF2-40B4-BE49-F238E27FC236}">
                    <a16:creationId xmlns:a16="http://schemas.microsoft.com/office/drawing/2014/main" id="{51D53B2D-EB3A-8287-45C1-ADC6BD346C4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62" name="Group 1961">
            <a:extLst>
              <a:ext uri="{FF2B5EF4-FFF2-40B4-BE49-F238E27FC236}">
                <a16:creationId xmlns:a16="http://schemas.microsoft.com/office/drawing/2014/main" id="{26C5E9A2-3C1F-6845-D387-7AB4468EBB7A}"/>
              </a:ext>
            </a:extLst>
          </p:cNvPr>
          <p:cNvGrpSpPr/>
          <p:nvPr/>
        </p:nvGrpSpPr>
        <p:grpSpPr>
          <a:xfrm>
            <a:off x="2105709" y="3698225"/>
            <a:ext cx="721206" cy="610376"/>
            <a:chOff x="2105709" y="3698225"/>
            <a:chExt cx="721206" cy="610376"/>
          </a:xfrm>
        </p:grpSpPr>
        <p:sp>
          <p:nvSpPr>
            <p:cNvPr id="1963" name="Rectangle 1962">
              <a:extLst>
                <a:ext uri="{FF2B5EF4-FFF2-40B4-BE49-F238E27FC236}">
                  <a16:creationId xmlns:a16="http://schemas.microsoft.com/office/drawing/2014/main" id="{BACA3A1F-0467-B2F1-7040-A41319CFF5BE}"/>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1964" name="Right Triangle 1963">
              <a:extLst>
                <a:ext uri="{FF2B5EF4-FFF2-40B4-BE49-F238E27FC236}">
                  <a16:creationId xmlns:a16="http://schemas.microsoft.com/office/drawing/2014/main" id="{50F82B74-8C03-106E-EFA2-C9CE3FCF749D}"/>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65" name="Group 1964">
              <a:extLst>
                <a:ext uri="{FF2B5EF4-FFF2-40B4-BE49-F238E27FC236}">
                  <a16:creationId xmlns:a16="http://schemas.microsoft.com/office/drawing/2014/main" id="{8D950A4C-7474-CF5F-AFEB-F1E1F62CB046}"/>
                </a:ext>
              </a:extLst>
            </p:cNvPr>
            <p:cNvGrpSpPr/>
            <p:nvPr/>
          </p:nvGrpSpPr>
          <p:grpSpPr>
            <a:xfrm>
              <a:off x="2776304" y="3704319"/>
              <a:ext cx="37817" cy="61390"/>
              <a:chOff x="3883481" y="2057400"/>
              <a:chExt cx="1608363" cy="2652031"/>
            </a:xfrm>
            <a:solidFill>
              <a:srgbClr val="A6A6A6"/>
            </a:solidFill>
          </p:grpSpPr>
          <p:sp>
            <p:nvSpPr>
              <p:cNvPr id="1966" name="Oval 27">
                <a:extLst>
                  <a:ext uri="{FF2B5EF4-FFF2-40B4-BE49-F238E27FC236}">
                    <a16:creationId xmlns:a16="http://schemas.microsoft.com/office/drawing/2014/main" id="{0F0C3EAD-954F-6548-2D7A-652F9F4D853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67" name="Oval 28">
                <a:extLst>
                  <a:ext uri="{FF2B5EF4-FFF2-40B4-BE49-F238E27FC236}">
                    <a16:creationId xmlns:a16="http://schemas.microsoft.com/office/drawing/2014/main" id="{6E76F9C2-F983-453F-E07A-B263D0AA9EE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68" name="Group 1967">
            <a:extLst>
              <a:ext uri="{FF2B5EF4-FFF2-40B4-BE49-F238E27FC236}">
                <a16:creationId xmlns:a16="http://schemas.microsoft.com/office/drawing/2014/main" id="{7DC5B994-08D8-C61A-3A1E-0F6BEA3D3358}"/>
              </a:ext>
            </a:extLst>
          </p:cNvPr>
          <p:cNvGrpSpPr/>
          <p:nvPr/>
        </p:nvGrpSpPr>
        <p:grpSpPr>
          <a:xfrm>
            <a:off x="3778363" y="2253333"/>
            <a:ext cx="721206" cy="609701"/>
            <a:chOff x="3778363" y="2253333"/>
            <a:chExt cx="721206" cy="609701"/>
          </a:xfrm>
        </p:grpSpPr>
        <p:sp>
          <p:nvSpPr>
            <p:cNvPr id="1969" name="Rectangle 1968">
              <a:extLst>
                <a:ext uri="{FF2B5EF4-FFF2-40B4-BE49-F238E27FC236}">
                  <a16:creationId xmlns:a16="http://schemas.microsoft.com/office/drawing/2014/main" id="{60EEE4F9-CB87-D503-6478-C65A3BAD3DD8}"/>
                </a:ext>
              </a:extLst>
            </p:cNvPr>
            <p:cNvSpPr/>
            <p:nvPr/>
          </p:nvSpPr>
          <p:spPr>
            <a:xfrm>
              <a:off x="3778363"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1970" name="Rectangle 1969">
              <a:extLst>
                <a:ext uri="{FF2B5EF4-FFF2-40B4-BE49-F238E27FC236}">
                  <a16:creationId xmlns:a16="http://schemas.microsoft.com/office/drawing/2014/main" id="{043C8806-9246-515F-2CBC-2C4880C8EE21}"/>
                </a:ext>
              </a:extLst>
            </p:cNvPr>
            <p:cNvSpPr/>
            <p:nvPr/>
          </p:nvSpPr>
          <p:spPr>
            <a:xfrm flipV="1">
              <a:off x="4399377" y="2255721"/>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71" name="Oval 15">
              <a:extLst>
                <a:ext uri="{FF2B5EF4-FFF2-40B4-BE49-F238E27FC236}">
                  <a16:creationId xmlns:a16="http://schemas.microsoft.com/office/drawing/2014/main" id="{E602715A-3790-15DB-03A7-9FA01781ECCE}"/>
                </a:ext>
              </a:extLst>
            </p:cNvPr>
            <p:cNvSpPr/>
            <p:nvPr/>
          </p:nvSpPr>
          <p:spPr>
            <a:xfrm>
              <a:off x="4426765"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72" name="Straight Connector 1971">
              <a:extLst>
                <a:ext uri="{FF2B5EF4-FFF2-40B4-BE49-F238E27FC236}">
                  <a16:creationId xmlns:a16="http://schemas.microsoft.com/office/drawing/2014/main" id="{FD025CD9-E9A9-74BA-6214-092E47A9DF72}"/>
                </a:ext>
              </a:extLst>
            </p:cNvPr>
            <p:cNvCxnSpPr>
              <a:cxnSpLocks/>
              <a:stCxn id="1971" idx="0"/>
            </p:cNvCxnSpPr>
            <p:nvPr/>
          </p:nvCxnSpPr>
          <p:spPr>
            <a:xfrm flipV="1">
              <a:off x="4432462" y="2269234"/>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73" name="Straight Connector 1972">
              <a:extLst>
                <a:ext uri="{FF2B5EF4-FFF2-40B4-BE49-F238E27FC236}">
                  <a16:creationId xmlns:a16="http://schemas.microsoft.com/office/drawing/2014/main" id="{97ACA1CE-FA0B-FE50-29AF-867B683999BA}"/>
                </a:ext>
              </a:extLst>
            </p:cNvPr>
            <p:cNvCxnSpPr>
              <a:cxnSpLocks/>
            </p:cNvCxnSpPr>
            <p:nvPr/>
          </p:nvCxnSpPr>
          <p:spPr>
            <a:xfrm>
              <a:off x="4438181" y="2269234"/>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74" name="Group 1973">
            <a:extLst>
              <a:ext uri="{FF2B5EF4-FFF2-40B4-BE49-F238E27FC236}">
                <a16:creationId xmlns:a16="http://schemas.microsoft.com/office/drawing/2014/main" id="{7E4DD557-5A6F-A678-A54B-C7D3C6742F2C}"/>
              </a:ext>
            </a:extLst>
          </p:cNvPr>
          <p:cNvGrpSpPr/>
          <p:nvPr/>
        </p:nvGrpSpPr>
        <p:grpSpPr>
          <a:xfrm>
            <a:off x="2105349" y="2253333"/>
            <a:ext cx="721206" cy="609701"/>
            <a:chOff x="2105349" y="2253333"/>
            <a:chExt cx="721206" cy="609701"/>
          </a:xfrm>
        </p:grpSpPr>
        <p:sp>
          <p:nvSpPr>
            <p:cNvPr id="1975" name="Rectangle 1974">
              <a:extLst>
                <a:ext uri="{FF2B5EF4-FFF2-40B4-BE49-F238E27FC236}">
                  <a16:creationId xmlns:a16="http://schemas.microsoft.com/office/drawing/2014/main" id="{0CFEB96B-2719-239B-DDE6-3EFA31FA0120}"/>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1976" name="Right Triangle 1975">
              <a:extLst>
                <a:ext uri="{FF2B5EF4-FFF2-40B4-BE49-F238E27FC236}">
                  <a16:creationId xmlns:a16="http://schemas.microsoft.com/office/drawing/2014/main" id="{BDF94322-930B-454E-DBBB-A8E717D45224}"/>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77" name="Group 1976">
              <a:extLst>
                <a:ext uri="{FF2B5EF4-FFF2-40B4-BE49-F238E27FC236}">
                  <a16:creationId xmlns:a16="http://schemas.microsoft.com/office/drawing/2014/main" id="{CBF8E0CA-7F3A-DFBE-57DE-30560BBDDEBD}"/>
                </a:ext>
              </a:extLst>
            </p:cNvPr>
            <p:cNvGrpSpPr/>
            <p:nvPr/>
          </p:nvGrpSpPr>
          <p:grpSpPr>
            <a:xfrm>
              <a:off x="2771411" y="2265582"/>
              <a:ext cx="37817" cy="61390"/>
              <a:chOff x="3883481" y="2057400"/>
              <a:chExt cx="1608363" cy="2652031"/>
            </a:xfrm>
            <a:solidFill>
              <a:srgbClr val="A6A6A6"/>
            </a:solidFill>
          </p:grpSpPr>
          <p:sp>
            <p:nvSpPr>
              <p:cNvPr id="1978" name="Oval 27">
                <a:extLst>
                  <a:ext uri="{FF2B5EF4-FFF2-40B4-BE49-F238E27FC236}">
                    <a16:creationId xmlns:a16="http://schemas.microsoft.com/office/drawing/2014/main" id="{3D7A96F4-4291-6DE2-EBD1-896C96C8284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79" name="Oval 28">
                <a:extLst>
                  <a:ext uri="{FF2B5EF4-FFF2-40B4-BE49-F238E27FC236}">
                    <a16:creationId xmlns:a16="http://schemas.microsoft.com/office/drawing/2014/main" id="{2CF83304-11DE-7948-AEBA-9C513511208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86" name="Group 1985">
            <a:extLst>
              <a:ext uri="{FF2B5EF4-FFF2-40B4-BE49-F238E27FC236}">
                <a16:creationId xmlns:a16="http://schemas.microsoft.com/office/drawing/2014/main" id="{9B6CABB2-A4CE-306F-CE07-20C0236F3CF7}"/>
              </a:ext>
            </a:extLst>
          </p:cNvPr>
          <p:cNvGrpSpPr/>
          <p:nvPr/>
        </p:nvGrpSpPr>
        <p:grpSpPr>
          <a:xfrm>
            <a:off x="431659" y="2253333"/>
            <a:ext cx="721893" cy="609702"/>
            <a:chOff x="431659" y="2253333"/>
            <a:chExt cx="721893" cy="609702"/>
          </a:xfrm>
        </p:grpSpPr>
        <p:sp>
          <p:nvSpPr>
            <p:cNvPr id="1987" name="Rectangle 1986">
              <a:hlinkHover r:id="" action="ppaction://noaction" highlightClick="1"/>
              <a:extLst>
                <a:ext uri="{FF2B5EF4-FFF2-40B4-BE49-F238E27FC236}">
                  <a16:creationId xmlns:a16="http://schemas.microsoft.com/office/drawing/2014/main" id="{4EB0ED74-88C9-29C1-F86B-87E232A4E14A}"/>
                </a:ext>
              </a:extLst>
            </p:cNvPr>
            <p:cNvSpPr/>
            <p:nvPr/>
          </p:nvSpPr>
          <p:spPr>
            <a:xfrm>
              <a:off x="431659" y="2253335"/>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1988" name="Group 1987">
              <a:extLst>
                <a:ext uri="{FF2B5EF4-FFF2-40B4-BE49-F238E27FC236}">
                  <a16:creationId xmlns:a16="http://schemas.microsoft.com/office/drawing/2014/main" id="{A9B627FF-E1CE-DD23-6C76-7182CC5E24B9}"/>
                </a:ext>
              </a:extLst>
            </p:cNvPr>
            <p:cNvGrpSpPr/>
            <p:nvPr/>
          </p:nvGrpSpPr>
          <p:grpSpPr>
            <a:xfrm>
              <a:off x="1023646" y="2253333"/>
              <a:ext cx="129906" cy="127894"/>
              <a:chOff x="1040599" y="2550516"/>
              <a:chExt cx="157050" cy="157050"/>
            </a:xfrm>
          </p:grpSpPr>
          <p:sp>
            <p:nvSpPr>
              <p:cNvPr id="1989" name="Diamond 1988">
                <a:extLst>
                  <a:ext uri="{FF2B5EF4-FFF2-40B4-BE49-F238E27FC236}">
                    <a16:creationId xmlns:a16="http://schemas.microsoft.com/office/drawing/2014/main" id="{12FB3CBD-2E69-0064-FCA5-2418337B5DC5}"/>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0" name="Oval 1989">
                <a:extLst>
                  <a:ext uri="{FF2B5EF4-FFF2-40B4-BE49-F238E27FC236}">
                    <a16:creationId xmlns:a16="http://schemas.microsoft.com/office/drawing/2014/main" id="{646ACFC5-4D6F-1760-D0E4-26C05E68D546}"/>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95" name="Group 1994">
            <a:extLst>
              <a:ext uri="{FF2B5EF4-FFF2-40B4-BE49-F238E27FC236}">
                <a16:creationId xmlns:a16="http://schemas.microsoft.com/office/drawing/2014/main" id="{24E4FFD0-8137-41EA-8D4F-CA933AB6CC75}"/>
              </a:ext>
            </a:extLst>
          </p:cNvPr>
          <p:cNvGrpSpPr/>
          <p:nvPr/>
        </p:nvGrpSpPr>
        <p:grpSpPr>
          <a:xfrm>
            <a:off x="431659" y="1532275"/>
            <a:ext cx="721893" cy="610039"/>
            <a:chOff x="431659" y="1532275"/>
            <a:chExt cx="721893" cy="610039"/>
          </a:xfrm>
        </p:grpSpPr>
        <p:sp>
          <p:nvSpPr>
            <p:cNvPr id="1996" name="Rectangle 1995">
              <a:extLst>
                <a:ext uri="{FF2B5EF4-FFF2-40B4-BE49-F238E27FC236}">
                  <a16:creationId xmlns:a16="http://schemas.microsoft.com/office/drawing/2014/main" id="{2662CC28-3BB8-1A39-B994-10C3CBCBE850}"/>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1997" name="Right Triangle 1996">
              <a:extLst>
                <a:ext uri="{FF2B5EF4-FFF2-40B4-BE49-F238E27FC236}">
                  <a16:creationId xmlns:a16="http://schemas.microsoft.com/office/drawing/2014/main" id="{CFA46C54-6C98-D85B-3530-F57A67090A5D}"/>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98" name="Group 1997">
              <a:extLst>
                <a:ext uri="{FF2B5EF4-FFF2-40B4-BE49-F238E27FC236}">
                  <a16:creationId xmlns:a16="http://schemas.microsoft.com/office/drawing/2014/main" id="{1604CF41-3832-014D-B890-B8CE11F991F5}"/>
                </a:ext>
              </a:extLst>
            </p:cNvPr>
            <p:cNvGrpSpPr/>
            <p:nvPr/>
          </p:nvGrpSpPr>
          <p:grpSpPr>
            <a:xfrm>
              <a:off x="1102941" y="1538369"/>
              <a:ext cx="37817" cy="61390"/>
              <a:chOff x="3883481" y="2057400"/>
              <a:chExt cx="1608363" cy="2652031"/>
            </a:xfrm>
            <a:solidFill>
              <a:srgbClr val="A6A6A6"/>
            </a:solidFill>
          </p:grpSpPr>
          <p:sp>
            <p:nvSpPr>
              <p:cNvPr id="1999" name="Oval 27">
                <a:extLst>
                  <a:ext uri="{FF2B5EF4-FFF2-40B4-BE49-F238E27FC236}">
                    <a16:creationId xmlns:a16="http://schemas.microsoft.com/office/drawing/2014/main" id="{E5BE8C54-F677-B7DB-6614-FD570548FE0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0" name="Oval 28">
                <a:extLst>
                  <a:ext uri="{FF2B5EF4-FFF2-40B4-BE49-F238E27FC236}">
                    <a16:creationId xmlns:a16="http://schemas.microsoft.com/office/drawing/2014/main" id="{7E9D02B9-AB5A-D2FA-5774-F1403DD69AD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01" name="Group 2000">
            <a:extLst>
              <a:ext uri="{FF2B5EF4-FFF2-40B4-BE49-F238E27FC236}">
                <a16:creationId xmlns:a16="http://schemas.microsoft.com/office/drawing/2014/main" id="{F05BE3E6-2D6E-D2D7-037C-FCED178E7E82}"/>
              </a:ext>
            </a:extLst>
          </p:cNvPr>
          <p:cNvGrpSpPr/>
          <p:nvPr/>
        </p:nvGrpSpPr>
        <p:grpSpPr>
          <a:xfrm>
            <a:off x="1268842" y="1532275"/>
            <a:ext cx="721206" cy="610039"/>
            <a:chOff x="1268842" y="1532275"/>
            <a:chExt cx="721206" cy="610039"/>
          </a:xfrm>
        </p:grpSpPr>
        <p:sp>
          <p:nvSpPr>
            <p:cNvPr id="2002" name="Rectangle 2001">
              <a:extLst>
                <a:ext uri="{FF2B5EF4-FFF2-40B4-BE49-F238E27FC236}">
                  <a16:creationId xmlns:a16="http://schemas.microsoft.com/office/drawing/2014/main" id="{9A6E0098-0515-4225-D621-A9F405948794}"/>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2003" name="Right Triangle 2002">
              <a:extLst>
                <a:ext uri="{FF2B5EF4-FFF2-40B4-BE49-F238E27FC236}">
                  <a16:creationId xmlns:a16="http://schemas.microsoft.com/office/drawing/2014/main" id="{573079E3-7C18-277C-0AC9-3B8571900645}"/>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004" name="Group 2003">
              <a:extLst>
                <a:ext uri="{FF2B5EF4-FFF2-40B4-BE49-F238E27FC236}">
                  <a16:creationId xmlns:a16="http://schemas.microsoft.com/office/drawing/2014/main" id="{C80D8047-A567-CC79-BB6B-681B0C9B7F4F}"/>
                </a:ext>
              </a:extLst>
            </p:cNvPr>
            <p:cNvGrpSpPr/>
            <p:nvPr/>
          </p:nvGrpSpPr>
          <p:grpSpPr>
            <a:xfrm>
              <a:off x="1939437" y="1538369"/>
              <a:ext cx="37817" cy="61390"/>
              <a:chOff x="3883481" y="2057400"/>
              <a:chExt cx="1608363" cy="2652031"/>
            </a:xfrm>
            <a:solidFill>
              <a:srgbClr val="A6A6A6"/>
            </a:solidFill>
          </p:grpSpPr>
          <p:sp>
            <p:nvSpPr>
              <p:cNvPr id="2005" name="Oval 27">
                <a:extLst>
                  <a:ext uri="{FF2B5EF4-FFF2-40B4-BE49-F238E27FC236}">
                    <a16:creationId xmlns:a16="http://schemas.microsoft.com/office/drawing/2014/main" id="{B1EE61B0-1EDC-9D51-BC73-3246ABBDA49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6" name="Oval 28">
                <a:extLst>
                  <a:ext uri="{FF2B5EF4-FFF2-40B4-BE49-F238E27FC236}">
                    <a16:creationId xmlns:a16="http://schemas.microsoft.com/office/drawing/2014/main" id="{218F3DD3-856B-D2B4-D099-F7D4FCDB0FA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07" name="Group 2006">
            <a:extLst>
              <a:ext uri="{FF2B5EF4-FFF2-40B4-BE49-F238E27FC236}">
                <a16:creationId xmlns:a16="http://schemas.microsoft.com/office/drawing/2014/main" id="{87F45B95-A834-74FA-2653-449DA0803222}"/>
              </a:ext>
            </a:extLst>
          </p:cNvPr>
          <p:cNvGrpSpPr/>
          <p:nvPr/>
        </p:nvGrpSpPr>
        <p:grpSpPr>
          <a:xfrm>
            <a:off x="431659" y="2974054"/>
            <a:ext cx="721893" cy="609701"/>
            <a:chOff x="431659" y="2974054"/>
            <a:chExt cx="721893" cy="609701"/>
          </a:xfrm>
        </p:grpSpPr>
        <p:sp>
          <p:nvSpPr>
            <p:cNvPr id="2008" name="Rectangle 2007">
              <a:extLst>
                <a:ext uri="{FF2B5EF4-FFF2-40B4-BE49-F238E27FC236}">
                  <a16:creationId xmlns:a16="http://schemas.microsoft.com/office/drawing/2014/main" id="{F1D9BFC8-51B5-6A2D-0F2D-7516125F56B0}"/>
                </a:ext>
              </a:extLst>
            </p:cNvPr>
            <p:cNvSpPr/>
            <p:nvPr/>
          </p:nvSpPr>
          <p:spPr>
            <a:xfrm>
              <a:off x="43165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2009" name="Right Triangle 2008">
              <a:extLst>
                <a:ext uri="{FF2B5EF4-FFF2-40B4-BE49-F238E27FC236}">
                  <a16:creationId xmlns:a16="http://schemas.microsoft.com/office/drawing/2014/main" id="{BAD778D6-840B-097E-1C86-4C305A1CBB8E}"/>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010" name="Group 2009">
              <a:extLst>
                <a:ext uri="{FF2B5EF4-FFF2-40B4-BE49-F238E27FC236}">
                  <a16:creationId xmlns:a16="http://schemas.microsoft.com/office/drawing/2014/main" id="{03861DCC-ACAE-BDE6-AF65-3636154F9D87}"/>
                </a:ext>
              </a:extLst>
            </p:cNvPr>
            <p:cNvGrpSpPr/>
            <p:nvPr/>
          </p:nvGrpSpPr>
          <p:grpSpPr>
            <a:xfrm>
              <a:off x="1102941" y="2981751"/>
              <a:ext cx="37817" cy="61390"/>
              <a:chOff x="3883481" y="2057400"/>
              <a:chExt cx="1608363" cy="2652031"/>
            </a:xfrm>
            <a:solidFill>
              <a:srgbClr val="A6A6A6"/>
            </a:solidFill>
          </p:grpSpPr>
          <p:sp>
            <p:nvSpPr>
              <p:cNvPr id="2011" name="Oval 27">
                <a:extLst>
                  <a:ext uri="{FF2B5EF4-FFF2-40B4-BE49-F238E27FC236}">
                    <a16:creationId xmlns:a16="http://schemas.microsoft.com/office/drawing/2014/main" id="{1E44D91E-2343-940C-AFC7-3A3D0C0E73F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12" name="Oval 28">
                <a:extLst>
                  <a:ext uri="{FF2B5EF4-FFF2-40B4-BE49-F238E27FC236}">
                    <a16:creationId xmlns:a16="http://schemas.microsoft.com/office/drawing/2014/main" id="{D70354ED-49C1-6C61-2576-EE62B3BA2C9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13" name="Group 2012">
            <a:extLst>
              <a:ext uri="{FF2B5EF4-FFF2-40B4-BE49-F238E27FC236}">
                <a16:creationId xmlns:a16="http://schemas.microsoft.com/office/drawing/2014/main" id="{7F5B3F7E-622A-C74A-F670-92185F872D7C}"/>
              </a:ext>
            </a:extLst>
          </p:cNvPr>
          <p:cNvGrpSpPr/>
          <p:nvPr/>
        </p:nvGrpSpPr>
        <p:grpSpPr>
          <a:xfrm>
            <a:off x="2928725" y="5141655"/>
            <a:ext cx="724141" cy="609701"/>
            <a:chOff x="4615447" y="2974054"/>
            <a:chExt cx="724141" cy="609701"/>
          </a:xfrm>
        </p:grpSpPr>
        <p:sp>
          <p:nvSpPr>
            <p:cNvPr id="2014" name="Rectangle 2013">
              <a:extLst>
                <a:ext uri="{FF2B5EF4-FFF2-40B4-BE49-F238E27FC236}">
                  <a16:creationId xmlns:a16="http://schemas.microsoft.com/office/drawing/2014/main" id="{F64F0241-655D-2259-535C-D4F23A5CBF4A}"/>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2015" name="Right Triangle 2014">
              <a:extLst>
                <a:ext uri="{FF2B5EF4-FFF2-40B4-BE49-F238E27FC236}">
                  <a16:creationId xmlns:a16="http://schemas.microsoft.com/office/drawing/2014/main" id="{AAD4A429-A6A9-7104-7B28-F925121291BB}"/>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016" name="Group 2015">
              <a:extLst>
                <a:ext uri="{FF2B5EF4-FFF2-40B4-BE49-F238E27FC236}">
                  <a16:creationId xmlns:a16="http://schemas.microsoft.com/office/drawing/2014/main" id="{3101EE13-7F3C-1AD9-083E-F463B79DC7A2}"/>
                </a:ext>
              </a:extLst>
            </p:cNvPr>
            <p:cNvGrpSpPr/>
            <p:nvPr/>
          </p:nvGrpSpPr>
          <p:grpSpPr>
            <a:xfrm>
              <a:off x="5288977" y="2982563"/>
              <a:ext cx="37817" cy="61390"/>
              <a:chOff x="3883481" y="2057400"/>
              <a:chExt cx="1608363" cy="2652031"/>
            </a:xfrm>
            <a:solidFill>
              <a:srgbClr val="A6A6A6"/>
            </a:solidFill>
          </p:grpSpPr>
          <p:sp>
            <p:nvSpPr>
              <p:cNvPr id="2017" name="Oval 27">
                <a:extLst>
                  <a:ext uri="{FF2B5EF4-FFF2-40B4-BE49-F238E27FC236}">
                    <a16:creationId xmlns:a16="http://schemas.microsoft.com/office/drawing/2014/main" id="{74979190-6C99-12AA-1A91-D107D6D62F3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18" name="Oval 28">
                <a:extLst>
                  <a:ext uri="{FF2B5EF4-FFF2-40B4-BE49-F238E27FC236}">
                    <a16:creationId xmlns:a16="http://schemas.microsoft.com/office/drawing/2014/main" id="{446B5BC4-16AD-6383-8102-C7E1FF6B9A8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19" name="Group 2018">
            <a:extLst>
              <a:ext uri="{FF2B5EF4-FFF2-40B4-BE49-F238E27FC236}">
                <a16:creationId xmlns:a16="http://schemas.microsoft.com/office/drawing/2014/main" id="{FB04010F-634E-6927-4025-0B8E30A0874F}"/>
              </a:ext>
            </a:extLst>
          </p:cNvPr>
          <p:cNvGrpSpPr/>
          <p:nvPr/>
        </p:nvGrpSpPr>
        <p:grpSpPr>
          <a:xfrm>
            <a:off x="2940467" y="2974052"/>
            <a:ext cx="721206" cy="613156"/>
            <a:chOff x="2940467" y="2974052"/>
            <a:chExt cx="721206" cy="613156"/>
          </a:xfrm>
        </p:grpSpPr>
        <p:sp>
          <p:nvSpPr>
            <p:cNvPr id="2020" name="Rectangle 2019">
              <a:extLst>
                <a:ext uri="{FF2B5EF4-FFF2-40B4-BE49-F238E27FC236}">
                  <a16:creationId xmlns:a16="http://schemas.microsoft.com/office/drawing/2014/main" id="{4047CB00-2F0B-EEB9-F22E-03281EF82845}"/>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2021" name="Right Triangle 2020">
              <a:extLst>
                <a:ext uri="{FF2B5EF4-FFF2-40B4-BE49-F238E27FC236}">
                  <a16:creationId xmlns:a16="http://schemas.microsoft.com/office/drawing/2014/main" id="{3634C774-36FA-FE4B-05F9-839BF92535F4}"/>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022" name="Group 2021">
              <a:extLst>
                <a:ext uri="{FF2B5EF4-FFF2-40B4-BE49-F238E27FC236}">
                  <a16:creationId xmlns:a16="http://schemas.microsoft.com/office/drawing/2014/main" id="{EE813403-8F1A-63D2-228A-8C1DA17962B1}"/>
                </a:ext>
              </a:extLst>
            </p:cNvPr>
            <p:cNvGrpSpPr/>
            <p:nvPr/>
          </p:nvGrpSpPr>
          <p:grpSpPr>
            <a:xfrm>
              <a:off x="3610505" y="2980146"/>
              <a:ext cx="37817" cy="61390"/>
              <a:chOff x="3883481" y="2057400"/>
              <a:chExt cx="1608363" cy="2652031"/>
            </a:xfrm>
            <a:solidFill>
              <a:srgbClr val="A6A6A6"/>
            </a:solidFill>
          </p:grpSpPr>
          <p:sp>
            <p:nvSpPr>
              <p:cNvPr id="2023" name="Oval 27">
                <a:extLst>
                  <a:ext uri="{FF2B5EF4-FFF2-40B4-BE49-F238E27FC236}">
                    <a16:creationId xmlns:a16="http://schemas.microsoft.com/office/drawing/2014/main" id="{20AE640F-403B-1FD8-B8C7-C827A698589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24" name="Oval 28">
                <a:extLst>
                  <a:ext uri="{FF2B5EF4-FFF2-40B4-BE49-F238E27FC236}">
                    <a16:creationId xmlns:a16="http://schemas.microsoft.com/office/drawing/2014/main" id="{BCD09411-2BCB-2D11-33D4-DD25E2A4DBC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25" name="Group 2024">
            <a:extLst>
              <a:ext uri="{FF2B5EF4-FFF2-40B4-BE49-F238E27FC236}">
                <a16:creationId xmlns:a16="http://schemas.microsoft.com/office/drawing/2014/main" id="{DFEE7C28-1B70-4894-0F70-523B41112504}"/>
              </a:ext>
            </a:extLst>
          </p:cNvPr>
          <p:cNvGrpSpPr/>
          <p:nvPr/>
        </p:nvGrpSpPr>
        <p:grpSpPr>
          <a:xfrm>
            <a:off x="2102909" y="811556"/>
            <a:ext cx="721206" cy="609701"/>
            <a:chOff x="2102909" y="811556"/>
            <a:chExt cx="721206" cy="609701"/>
          </a:xfrm>
        </p:grpSpPr>
        <p:sp>
          <p:nvSpPr>
            <p:cNvPr id="2026" name="Rectangle 2025">
              <a:extLst>
                <a:ext uri="{FF2B5EF4-FFF2-40B4-BE49-F238E27FC236}">
                  <a16:creationId xmlns:a16="http://schemas.microsoft.com/office/drawing/2014/main" id="{6ABBBE22-E4AA-3110-F511-72C2C0D6625A}"/>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027" name="Rectangle 2026">
              <a:extLst>
                <a:ext uri="{FF2B5EF4-FFF2-40B4-BE49-F238E27FC236}">
                  <a16:creationId xmlns:a16="http://schemas.microsoft.com/office/drawing/2014/main" id="{8397420B-5B7A-B0E0-A07E-76C18FAB7DD1}"/>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28" name="Oval 15">
              <a:extLst>
                <a:ext uri="{FF2B5EF4-FFF2-40B4-BE49-F238E27FC236}">
                  <a16:creationId xmlns:a16="http://schemas.microsoft.com/office/drawing/2014/main" id="{61C6214E-8787-58E2-2681-B135C4699089}"/>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29" name="Straight Connector 2028">
              <a:extLst>
                <a:ext uri="{FF2B5EF4-FFF2-40B4-BE49-F238E27FC236}">
                  <a16:creationId xmlns:a16="http://schemas.microsoft.com/office/drawing/2014/main" id="{E0E6D18E-03C4-4CB4-DAE7-A6607D51BB7A}"/>
                </a:ext>
              </a:extLst>
            </p:cNvPr>
            <p:cNvCxnSpPr>
              <a:cxnSpLocks/>
              <a:stCxn id="2028"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030" name="Straight Connector 2029">
              <a:extLst>
                <a:ext uri="{FF2B5EF4-FFF2-40B4-BE49-F238E27FC236}">
                  <a16:creationId xmlns:a16="http://schemas.microsoft.com/office/drawing/2014/main" id="{D1D1C143-29F8-C2CD-6F68-593969E04048}"/>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031" name="Group 2030">
            <a:extLst>
              <a:ext uri="{FF2B5EF4-FFF2-40B4-BE49-F238E27FC236}">
                <a16:creationId xmlns:a16="http://schemas.microsoft.com/office/drawing/2014/main" id="{EB2A6ED8-37AF-0574-C77C-5442CD1612C1}"/>
              </a:ext>
            </a:extLst>
          </p:cNvPr>
          <p:cNvGrpSpPr/>
          <p:nvPr/>
        </p:nvGrpSpPr>
        <p:grpSpPr>
          <a:xfrm>
            <a:off x="1267284" y="811556"/>
            <a:ext cx="721206" cy="609701"/>
            <a:chOff x="1267284" y="811556"/>
            <a:chExt cx="721206" cy="609701"/>
          </a:xfrm>
        </p:grpSpPr>
        <p:sp>
          <p:nvSpPr>
            <p:cNvPr id="2032" name="Rectangle 2031">
              <a:extLst>
                <a:ext uri="{FF2B5EF4-FFF2-40B4-BE49-F238E27FC236}">
                  <a16:creationId xmlns:a16="http://schemas.microsoft.com/office/drawing/2014/main" id="{3FA195B1-5922-1950-E24E-F6B0C7E4253B}"/>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2033" name="Right Triangle 2032">
              <a:extLst>
                <a:ext uri="{FF2B5EF4-FFF2-40B4-BE49-F238E27FC236}">
                  <a16:creationId xmlns:a16="http://schemas.microsoft.com/office/drawing/2014/main" id="{57D75F48-0A16-110E-ABEA-87899FFDBDA6}"/>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034" name="Group 2033">
              <a:extLst>
                <a:ext uri="{FF2B5EF4-FFF2-40B4-BE49-F238E27FC236}">
                  <a16:creationId xmlns:a16="http://schemas.microsoft.com/office/drawing/2014/main" id="{EAC8B34B-65BF-7D23-B4E1-A137038A6AAA}"/>
                </a:ext>
              </a:extLst>
            </p:cNvPr>
            <p:cNvGrpSpPr/>
            <p:nvPr/>
          </p:nvGrpSpPr>
          <p:grpSpPr>
            <a:xfrm>
              <a:off x="1937879" y="819589"/>
              <a:ext cx="37817" cy="61390"/>
              <a:chOff x="3883481" y="2057400"/>
              <a:chExt cx="1608363" cy="2652031"/>
            </a:xfrm>
            <a:solidFill>
              <a:srgbClr val="A6A6A6"/>
            </a:solidFill>
          </p:grpSpPr>
          <p:sp>
            <p:nvSpPr>
              <p:cNvPr id="2035" name="Oval 27">
                <a:extLst>
                  <a:ext uri="{FF2B5EF4-FFF2-40B4-BE49-F238E27FC236}">
                    <a16:creationId xmlns:a16="http://schemas.microsoft.com/office/drawing/2014/main" id="{2D714F80-3D74-D0B3-CC0B-FB063AD8274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36" name="Oval 28">
                <a:extLst>
                  <a:ext uri="{FF2B5EF4-FFF2-40B4-BE49-F238E27FC236}">
                    <a16:creationId xmlns:a16="http://schemas.microsoft.com/office/drawing/2014/main" id="{F0592AD4-7C2C-D7C7-8FB6-996AB3F9E37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37" name="Group 2036">
            <a:extLst>
              <a:ext uri="{FF2B5EF4-FFF2-40B4-BE49-F238E27FC236}">
                <a16:creationId xmlns:a16="http://schemas.microsoft.com/office/drawing/2014/main" id="{6F830745-7FF7-DA1D-4C49-0FB43DEDBF04}"/>
              </a:ext>
            </a:extLst>
          </p:cNvPr>
          <p:cNvGrpSpPr/>
          <p:nvPr/>
        </p:nvGrpSpPr>
        <p:grpSpPr>
          <a:xfrm>
            <a:off x="10506599" y="811556"/>
            <a:ext cx="721206" cy="609701"/>
            <a:chOff x="10506599" y="811556"/>
            <a:chExt cx="721206" cy="609701"/>
          </a:xfrm>
        </p:grpSpPr>
        <p:sp>
          <p:nvSpPr>
            <p:cNvPr id="2038" name="Rectangle 2037">
              <a:extLst>
                <a:ext uri="{FF2B5EF4-FFF2-40B4-BE49-F238E27FC236}">
                  <a16:creationId xmlns:a16="http://schemas.microsoft.com/office/drawing/2014/main" id="{E9753EE6-66F5-D81D-AEDD-76435908E8F8}"/>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039" name="Rectangle 2038">
              <a:extLst>
                <a:ext uri="{FF2B5EF4-FFF2-40B4-BE49-F238E27FC236}">
                  <a16:creationId xmlns:a16="http://schemas.microsoft.com/office/drawing/2014/main" id="{3AE96868-ACB6-E20B-9B56-E1738C8C9B1A}"/>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40" name="Oval 15">
              <a:extLst>
                <a:ext uri="{FF2B5EF4-FFF2-40B4-BE49-F238E27FC236}">
                  <a16:creationId xmlns:a16="http://schemas.microsoft.com/office/drawing/2014/main" id="{0AFF6944-E243-AB4E-5EAF-F8C23B60EC5B}"/>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41" name="Straight Connector 2040">
              <a:extLst>
                <a:ext uri="{FF2B5EF4-FFF2-40B4-BE49-F238E27FC236}">
                  <a16:creationId xmlns:a16="http://schemas.microsoft.com/office/drawing/2014/main" id="{A37FFC3E-8A06-AB73-0ED9-C5FB40C5E42D}"/>
                </a:ext>
              </a:extLst>
            </p:cNvPr>
            <p:cNvCxnSpPr>
              <a:cxnSpLocks/>
              <a:stCxn id="2040"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042" name="Straight Connector 2041">
              <a:extLst>
                <a:ext uri="{FF2B5EF4-FFF2-40B4-BE49-F238E27FC236}">
                  <a16:creationId xmlns:a16="http://schemas.microsoft.com/office/drawing/2014/main" id="{BB333BC8-17FE-E1AE-D9AA-7023386F47E9}"/>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sp>
        <p:nvSpPr>
          <p:cNvPr id="2051" name="Rectangle 2050">
            <a:hlinkHover r:id="" action="ppaction://noaction" highlightClick="1"/>
            <a:extLst>
              <a:ext uri="{FF2B5EF4-FFF2-40B4-BE49-F238E27FC236}">
                <a16:creationId xmlns:a16="http://schemas.microsoft.com/office/drawing/2014/main" id="{9D763A54-3655-3C22-B466-520168D18E20}"/>
              </a:ext>
            </a:extLst>
          </p:cNvPr>
          <p:cNvSpPr/>
          <p:nvPr/>
        </p:nvSpPr>
        <p:spPr>
          <a:xfrm>
            <a:off x="7959193"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grpSp>
        <p:nvGrpSpPr>
          <p:cNvPr id="2052" name="Group 2051">
            <a:extLst>
              <a:ext uri="{FF2B5EF4-FFF2-40B4-BE49-F238E27FC236}">
                <a16:creationId xmlns:a16="http://schemas.microsoft.com/office/drawing/2014/main" id="{5C0DFBB8-8B6E-A214-23D7-5A1A00132CA6}"/>
              </a:ext>
            </a:extLst>
          </p:cNvPr>
          <p:cNvGrpSpPr/>
          <p:nvPr/>
        </p:nvGrpSpPr>
        <p:grpSpPr>
          <a:xfrm>
            <a:off x="8807242" y="811556"/>
            <a:ext cx="721206" cy="609701"/>
            <a:chOff x="8807242" y="811556"/>
            <a:chExt cx="721206" cy="609701"/>
          </a:xfrm>
        </p:grpSpPr>
        <p:sp>
          <p:nvSpPr>
            <p:cNvPr id="2053" name="Rectangle 2052">
              <a:hlinkHover r:id="" action="ppaction://noaction" highlightClick="1"/>
              <a:extLst>
                <a:ext uri="{FF2B5EF4-FFF2-40B4-BE49-F238E27FC236}">
                  <a16:creationId xmlns:a16="http://schemas.microsoft.com/office/drawing/2014/main" id="{60B2B591-B6D1-1ECB-7190-552181635509}"/>
                </a:ext>
              </a:extLst>
            </p:cNvPr>
            <p:cNvSpPr/>
            <p:nvPr/>
          </p:nvSpPr>
          <p:spPr>
            <a:xfrm>
              <a:off x="8807242" y="81155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2054" name="Diamond 2053">
              <a:extLst>
                <a:ext uri="{FF2B5EF4-FFF2-40B4-BE49-F238E27FC236}">
                  <a16:creationId xmlns:a16="http://schemas.microsoft.com/office/drawing/2014/main" id="{7B733D3C-3F61-4DF7-99AA-A9853851ED69}"/>
                </a:ext>
              </a:extLst>
            </p:cNvPr>
            <p:cNvSpPr/>
            <p:nvPr/>
          </p:nvSpPr>
          <p:spPr>
            <a:xfrm>
              <a:off x="9398401" y="81852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55" name="Oval 2054">
              <a:extLst>
                <a:ext uri="{FF2B5EF4-FFF2-40B4-BE49-F238E27FC236}">
                  <a16:creationId xmlns:a16="http://schemas.microsoft.com/office/drawing/2014/main" id="{B331B1FF-CFC3-271A-DF4A-62CFCCF53D89}"/>
                </a:ext>
              </a:extLst>
            </p:cNvPr>
            <p:cNvSpPr/>
            <p:nvPr/>
          </p:nvSpPr>
          <p:spPr>
            <a:xfrm>
              <a:off x="9432604" y="85201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4B685AAC-029A-42DC-0B7A-4ED46C43DF72}"/>
              </a:ext>
            </a:extLst>
          </p:cNvPr>
          <p:cNvGrpSpPr/>
          <p:nvPr/>
        </p:nvGrpSpPr>
        <p:grpSpPr>
          <a:xfrm>
            <a:off x="2100392" y="4419620"/>
            <a:ext cx="721206" cy="609701"/>
            <a:chOff x="2100392" y="4419620"/>
            <a:chExt cx="721206" cy="609701"/>
          </a:xfrm>
        </p:grpSpPr>
        <p:sp>
          <p:nvSpPr>
            <p:cNvPr id="9" name="Rectangle 8">
              <a:extLst>
                <a:ext uri="{FF2B5EF4-FFF2-40B4-BE49-F238E27FC236}">
                  <a16:creationId xmlns:a16="http://schemas.microsoft.com/office/drawing/2014/main" id="{E81CCAC1-FAF6-245B-4349-78429E2F1E48}"/>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10" name="Right Triangle 9">
              <a:extLst>
                <a:ext uri="{FF2B5EF4-FFF2-40B4-BE49-F238E27FC236}">
                  <a16:creationId xmlns:a16="http://schemas.microsoft.com/office/drawing/2014/main" id="{D00D66BD-B691-9301-E210-C049C5153CA5}"/>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1FF18523-94EE-3B53-4490-D0EF711A14C4}"/>
                </a:ext>
              </a:extLst>
            </p:cNvPr>
            <p:cNvGrpSpPr/>
            <p:nvPr/>
          </p:nvGrpSpPr>
          <p:grpSpPr>
            <a:xfrm>
              <a:off x="2769856" y="4434450"/>
              <a:ext cx="37817" cy="61390"/>
              <a:chOff x="3883481" y="2057400"/>
              <a:chExt cx="1608363" cy="2652031"/>
            </a:xfrm>
            <a:solidFill>
              <a:srgbClr val="A6A6A6">
                <a:alpha val="20000"/>
              </a:srgbClr>
            </a:solidFill>
          </p:grpSpPr>
          <p:sp>
            <p:nvSpPr>
              <p:cNvPr id="13" name="Oval 27">
                <a:extLst>
                  <a:ext uri="{FF2B5EF4-FFF2-40B4-BE49-F238E27FC236}">
                    <a16:creationId xmlns:a16="http://schemas.microsoft.com/office/drawing/2014/main" id="{6FEF8C6F-B53C-CF0F-BB72-F68730AF47C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 name="Oval 28">
                <a:extLst>
                  <a:ext uri="{FF2B5EF4-FFF2-40B4-BE49-F238E27FC236}">
                    <a16:creationId xmlns:a16="http://schemas.microsoft.com/office/drawing/2014/main" id="{1BA98D2A-0DC2-1F3C-8E2B-77E42EE58B2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 name="Group 15">
            <a:extLst>
              <a:ext uri="{FF2B5EF4-FFF2-40B4-BE49-F238E27FC236}">
                <a16:creationId xmlns:a16="http://schemas.microsoft.com/office/drawing/2014/main" id="{838E009C-33BF-CF76-CB24-1819B227EF36}"/>
              </a:ext>
            </a:extLst>
          </p:cNvPr>
          <p:cNvGrpSpPr/>
          <p:nvPr/>
        </p:nvGrpSpPr>
        <p:grpSpPr>
          <a:xfrm>
            <a:off x="3779083" y="3698227"/>
            <a:ext cx="721206" cy="609701"/>
            <a:chOff x="3779083" y="3698227"/>
            <a:chExt cx="721206" cy="609701"/>
          </a:xfrm>
        </p:grpSpPr>
        <p:sp>
          <p:nvSpPr>
            <p:cNvPr id="18" name="Rectangle 17">
              <a:extLst>
                <a:ext uri="{FF2B5EF4-FFF2-40B4-BE49-F238E27FC236}">
                  <a16:creationId xmlns:a16="http://schemas.microsoft.com/office/drawing/2014/main" id="{8B220BA3-9BE0-7582-ABC4-38E7753C8A6F}"/>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27" name="Right Triangle 26">
              <a:extLst>
                <a:ext uri="{FF2B5EF4-FFF2-40B4-BE49-F238E27FC236}">
                  <a16:creationId xmlns:a16="http://schemas.microsoft.com/office/drawing/2014/main" id="{86FEFA52-2BF4-2060-4A66-9C0C7330B4FE}"/>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8" name="Group 27">
              <a:extLst>
                <a:ext uri="{FF2B5EF4-FFF2-40B4-BE49-F238E27FC236}">
                  <a16:creationId xmlns:a16="http://schemas.microsoft.com/office/drawing/2014/main" id="{70F477D7-D7C0-CFBF-9925-586D5A8C6835}"/>
                </a:ext>
              </a:extLst>
            </p:cNvPr>
            <p:cNvGrpSpPr/>
            <p:nvPr/>
          </p:nvGrpSpPr>
          <p:grpSpPr>
            <a:xfrm>
              <a:off x="4448518" y="3706736"/>
              <a:ext cx="37817" cy="61390"/>
              <a:chOff x="3883481" y="2057400"/>
              <a:chExt cx="1608363" cy="2652031"/>
            </a:xfrm>
            <a:solidFill>
              <a:srgbClr val="A6A6A6"/>
            </a:solidFill>
          </p:grpSpPr>
          <p:sp>
            <p:nvSpPr>
              <p:cNvPr id="29" name="Oval 27">
                <a:extLst>
                  <a:ext uri="{FF2B5EF4-FFF2-40B4-BE49-F238E27FC236}">
                    <a16:creationId xmlns:a16="http://schemas.microsoft.com/office/drawing/2014/main" id="{53C626D3-8D23-4654-855C-3F0CC542888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 name="Oval 28">
                <a:extLst>
                  <a:ext uri="{FF2B5EF4-FFF2-40B4-BE49-F238E27FC236}">
                    <a16:creationId xmlns:a16="http://schemas.microsoft.com/office/drawing/2014/main" id="{AF61A297-6231-B2DC-DA3B-F186CD6BF38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1" name="Group 30">
            <a:extLst>
              <a:ext uri="{FF2B5EF4-FFF2-40B4-BE49-F238E27FC236}">
                <a16:creationId xmlns:a16="http://schemas.microsoft.com/office/drawing/2014/main" id="{9991821E-D7BC-24D2-9B7B-7AACD258586E}"/>
              </a:ext>
            </a:extLst>
          </p:cNvPr>
          <p:cNvGrpSpPr/>
          <p:nvPr/>
        </p:nvGrpSpPr>
        <p:grpSpPr>
          <a:xfrm>
            <a:off x="4615770" y="3698227"/>
            <a:ext cx="721206" cy="609701"/>
            <a:chOff x="4615770" y="3698227"/>
            <a:chExt cx="721206" cy="609701"/>
          </a:xfrm>
        </p:grpSpPr>
        <p:sp>
          <p:nvSpPr>
            <p:cNvPr id="34" name="Rectangle 33">
              <a:hlinkHover r:id="" action="ppaction://noaction" highlightClick="1"/>
              <a:extLst>
                <a:ext uri="{FF2B5EF4-FFF2-40B4-BE49-F238E27FC236}">
                  <a16:creationId xmlns:a16="http://schemas.microsoft.com/office/drawing/2014/main" id="{D9B7FE69-B424-E8AF-8CD8-222873981964}"/>
                </a:ext>
              </a:extLst>
            </p:cNvPr>
            <p:cNvSpPr/>
            <p:nvPr/>
          </p:nvSpPr>
          <p:spPr>
            <a:xfrm>
              <a:off x="461577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37" name="Oval 36">
              <a:extLst>
                <a:ext uri="{FF2B5EF4-FFF2-40B4-BE49-F238E27FC236}">
                  <a16:creationId xmlns:a16="http://schemas.microsoft.com/office/drawing/2014/main" id="{959384A9-5374-F2D4-7316-3C5257E240D4}"/>
                </a:ext>
              </a:extLst>
            </p:cNvPr>
            <p:cNvSpPr/>
            <p:nvPr/>
          </p:nvSpPr>
          <p:spPr>
            <a:xfrm>
              <a:off x="5190368"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 name="Isosceles Triangle 648">
              <a:extLst>
                <a:ext uri="{FF2B5EF4-FFF2-40B4-BE49-F238E27FC236}">
                  <a16:creationId xmlns:a16="http://schemas.microsoft.com/office/drawing/2014/main" id="{67DCE4FD-2128-285F-81CF-113AAD0154FA}"/>
                </a:ext>
              </a:extLst>
            </p:cNvPr>
            <p:cNvSpPr/>
            <p:nvPr/>
          </p:nvSpPr>
          <p:spPr>
            <a:xfrm>
              <a:off x="5220493"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9" name="Group 58">
            <a:extLst>
              <a:ext uri="{FF2B5EF4-FFF2-40B4-BE49-F238E27FC236}">
                <a16:creationId xmlns:a16="http://schemas.microsoft.com/office/drawing/2014/main" id="{652EDD21-68A4-7083-2F36-01FF8C011035}"/>
              </a:ext>
            </a:extLst>
          </p:cNvPr>
          <p:cNvGrpSpPr/>
          <p:nvPr/>
        </p:nvGrpSpPr>
        <p:grpSpPr>
          <a:xfrm>
            <a:off x="8807246" y="1508831"/>
            <a:ext cx="721206" cy="609701"/>
            <a:chOff x="8807246" y="1532278"/>
            <a:chExt cx="721206" cy="609701"/>
          </a:xfrm>
        </p:grpSpPr>
        <p:sp>
          <p:nvSpPr>
            <p:cNvPr id="60" name="Rectangle 59">
              <a:hlinkHover r:id="" action="ppaction://noaction" highlightClick="1"/>
              <a:extLst>
                <a:ext uri="{FF2B5EF4-FFF2-40B4-BE49-F238E27FC236}">
                  <a16:creationId xmlns:a16="http://schemas.microsoft.com/office/drawing/2014/main" id="{8C827757-71BF-6599-5BFA-CD4A2B4D1456}"/>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61" name="Oval 60">
              <a:extLst>
                <a:ext uri="{FF2B5EF4-FFF2-40B4-BE49-F238E27FC236}">
                  <a16:creationId xmlns:a16="http://schemas.microsoft.com/office/drawing/2014/main" id="{66E87BC7-30FB-5431-D1F4-005CA5166A76}"/>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 name="Isosceles Triangle 648">
              <a:extLst>
                <a:ext uri="{FF2B5EF4-FFF2-40B4-BE49-F238E27FC236}">
                  <a16:creationId xmlns:a16="http://schemas.microsoft.com/office/drawing/2014/main" id="{F8475520-5CCD-8BEA-284C-BFE6F5CB78A7}"/>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 name="Group 62">
            <a:extLst>
              <a:ext uri="{FF2B5EF4-FFF2-40B4-BE49-F238E27FC236}">
                <a16:creationId xmlns:a16="http://schemas.microsoft.com/office/drawing/2014/main" id="{CEC122C2-A9A0-5AAB-FC43-628FFE29BFC7}"/>
              </a:ext>
            </a:extLst>
          </p:cNvPr>
          <p:cNvGrpSpPr/>
          <p:nvPr/>
        </p:nvGrpSpPr>
        <p:grpSpPr>
          <a:xfrm>
            <a:off x="11356242" y="1508829"/>
            <a:ext cx="721206" cy="609701"/>
            <a:chOff x="11356242" y="1532276"/>
            <a:chExt cx="721206" cy="609701"/>
          </a:xfrm>
        </p:grpSpPr>
        <p:sp>
          <p:nvSpPr>
            <p:cNvPr id="1856" name="Rectangle 1855">
              <a:hlinkHover r:id="" action="ppaction://noaction" highlightClick="1"/>
              <a:extLst>
                <a:ext uri="{FF2B5EF4-FFF2-40B4-BE49-F238E27FC236}">
                  <a16:creationId xmlns:a16="http://schemas.microsoft.com/office/drawing/2014/main" id="{FCC48EDA-6D3B-3E87-6F5A-3606EF1DF250}"/>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1857" name="Oval 1856">
              <a:extLst>
                <a:ext uri="{FF2B5EF4-FFF2-40B4-BE49-F238E27FC236}">
                  <a16:creationId xmlns:a16="http://schemas.microsoft.com/office/drawing/2014/main" id="{DE6707D7-92C7-19E8-5C67-1E803755AFD0}"/>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58" name="Isosceles Triangle 648">
              <a:extLst>
                <a:ext uri="{FF2B5EF4-FFF2-40B4-BE49-F238E27FC236}">
                  <a16:creationId xmlns:a16="http://schemas.microsoft.com/office/drawing/2014/main" id="{9EF817B2-964B-5EB7-6DDF-22547ED92BF7}"/>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59" name="Group 1858">
            <a:extLst>
              <a:ext uri="{FF2B5EF4-FFF2-40B4-BE49-F238E27FC236}">
                <a16:creationId xmlns:a16="http://schemas.microsoft.com/office/drawing/2014/main" id="{40F2A4AD-EE0D-F252-37B5-F8C91F0355F8}"/>
              </a:ext>
            </a:extLst>
          </p:cNvPr>
          <p:cNvGrpSpPr/>
          <p:nvPr/>
        </p:nvGrpSpPr>
        <p:grpSpPr>
          <a:xfrm>
            <a:off x="3776512" y="2950606"/>
            <a:ext cx="724130" cy="609701"/>
            <a:chOff x="3776512" y="2974053"/>
            <a:chExt cx="724130" cy="609701"/>
          </a:xfrm>
        </p:grpSpPr>
        <p:sp>
          <p:nvSpPr>
            <p:cNvPr id="1860" name="Rectangle 1859">
              <a:extLst>
                <a:ext uri="{FF2B5EF4-FFF2-40B4-BE49-F238E27FC236}">
                  <a16:creationId xmlns:a16="http://schemas.microsoft.com/office/drawing/2014/main" id="{099CD8DA-04C6-308A-9796-103683B5F75E}"/>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1861" name="Right Triangle 1860">
              <a:extLst>
                <a:ext uri="{FF2B5EF4-FFF2-40B4-BE49-F238E27FC236}">
                  <a16:creationId xmlns:a16="http://schemas.microsoft.com/office/drawing/2014/main" id="{F1758EEF-D71E-B5CD-3416-A16F01AE8F96}"/>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862" name="Group 1861">
              <a:extLst>
                <a:ext uri="{FF2B5EF4-FFF2-40B4-BE49-F238E27FC236}">
                  <a16:creationId xmlns:a16="http://schemas.microsoft.com/office/drawing/2014/main" id="{1F5F9E82-5757-918B-33DA-8B9C8DE791D5}"/>
                </a:ext>
              </a:extLst>
            </p:cNvPr>
            <p:cNvGrpSpPr/>
            <p:nvPr/>
          </p:nvGrpSpPr>
          <p:grpSpPr>
            <a:xfrm>
              <a:off x="4450061" y="2982574"/>
              <a:ext cx="37817" cy="61390"/>
              <a:chOff x="3883481" y="2057400"/>
              <a:chExt cx="1608363" cy="2652031"/>
            </a:xfrm>
            <a:solidFill>
              <a:srgbClr val="A6A6A6">
                <a:alpha val="20000"/>
              </a:srgbClr>
            </a:solidFill>
          </p:grpSpPr>
          <p:sp>
            <p:nvSpPr>
              <p:cNvPr id="1863" name="Oval 27">
                <a:extLst>
                  <a:ext uri="{FF2B5EF4-FFF2-40B4-BE49-F238E27FC236}">
                    <a16:creationId xmlns:a16="http://schemas.microsoft.com/office/drawing/2014/main" id="{7A5577EB-17CB-1C1D-CF10-28128B284C1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64" name="Oval 28">
                <a:extLst>
                  <a:ext uri="{FF2B5EF4-FFF2-40B4-BE49-F238E27FC236}">
                    <a16:creationId xmlns:a16="http://schemas.microsoft.com/office/drawing/2014/main" id="{1DF54AEB-EC02-43EC-9BD4-853EB3FAF1F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883" name="Group 1882">
            <a:extLst>
              <a:ext uri="{FF2B5EF4-FFF2-40B4-BE49-F238E27FC236}">
                <a16:creationId xmlns:a16="http://schemas.microsoft.com/office/drawing/2014/main" id="{D0C3EACC-EF18-A87A-C979-9523F636D779}"/>
              </a:ext>
            </a:extLst>
          </p:cNvPr>
          <p:cNvGrpSpPr/>
          <p:nvPr/>
        </p:nvGrpSpPr>
        <p:grpSpPr>
          <a:xfrm>
            <a:off x="7905566" y="751337"/>
            <a:ext cx="3396155" cy="4999377"/>
            <a:chOff x="7905566" y="751337"/>
            <a:chExt cx="3396155" cy="4999377"/>
          </a:xfrm>
        </p:grpSpPr>
        <p:cxnSp>
          <p:nvCxnSpPr>
            <p:cNvPr id="1884" name="Straight Connector 1883">
              <a:extLst>
                <a:ext uri="{FF2B5EF4-FFF2-40B4-BE49-F238E27FC236}">
                  <a16:creationId xmlns:a16="http://schemas.microsoft.com/office/drawing/2014/main" id="{11E488D5-9DAE-82B5-B505-76137CFB62F7}"/>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85" name="Straight Connector 1884">
              <a:extLst>
                <a:ext uri="{FF2B5EF4-FFF2-40B4-BE49-F238E27FC236}">
                  <a16:creationId xmlns:a16="http://schemas.microsoft.com/office/drawing/2014/main" id="{74FE6159-F4FF-90E1-1CE1-5916536A6A2D}"/>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86" name="Straight Connector 1885">
              <a:extLst>
                <a:ext uri="{FF2B5EF4-FFF2-40B4-BE49-F238E27FC236}">
                  <a16:creationId xmlns:a16="http://schemas.microsoft.com/office/drawing/2014/main" id="{F2517EC9-F8FD-0D98-514B-5EDF259F02C0}"/>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87" name="Straight Connector 1886">
              <a:extLst>
                <a:ext uri="{FF2B5EF4-FFF2-40B4-BE49-F238E27FC236}">
                  <a16:creationId xmlns:a16="http://schemas.microsoft.com/office/drawing/2014/main" id="{D2570F73-92BD-4F6A-75DE-4C824EB03284}"/>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88" name="Straight Connector 1887">
              <a:extLst>
                <a:ext uri="{FF2B5EF4-FFF2-40B4-BE49-F238E27FC236}">
                  <a16:creationId xmlns:a16="http://schemas.microsoft.com/office/drawing/2014/main" id="{C507C9C3-5622-C0FE-8090-8DE10442F474}"/>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89" name="Straight Connector 1888">
              <a:extLst>
                <a:ext uri="{FF2B5EF4-FFF2-40B4-BE49-F238E27FC236}">
                  <a16:creationId xmlns:a16="http://schemas.microsoft.com/office/drawing/2014/main" id="{0E011496-03E8-5624-DD08-87629338AEBA}"/>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90" name="Straight Connector 1889">
              <a:extLst>
                <a:ext uri="{FF2B5EF4-FFF2-40B4-BE49-F238E27FC236}">
                  <a16:creationId xmlns:a16="http://schemas.microsoft.com/office/drawing/2014/main" id="{7EA6D4A5-2023-7DBA-FBFE-ED854C04C00C}"/>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891" name="Straight Connector 1890">
            <a:extLst>
              <a:ext uri="{FF2B5EF4-FFF2-40B4-BE49-F238E27FC236}">
                <a16:creationId xmlns:a16="http://schemas.microsoft.com/office/drawing/2014/main" id="{F7FFE84B-6C15-2F8B-B23B-43A03D4F91BE}"/>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892" name="Group 1891">
            <a:extLst>
              <a:ext uri="{FF2B5EF4-FFF2-40B4-BE49-F238E27FC236}">
                <a16:creationId xmlns:a16="http://schemas.microsoft.com/office/drawing/2014/main" id="{9105ED54-4E6E-F874-7334-4F1B59BA72DF}"/>
              </a:ext>
            </a:extLst>
          </p:cNvPr>
          <p:cNvGrpSpPr/>
          <p:nvPr/>
        </p:nvGrpSpPr>
        <p:grpSpPr>
          <a:xfrm>
            <a:off x="4605607" y="811556"/>
            <a:ext cx="722054" cy="609701"/>
            <a:chOff x="4605607" y="811556"/>
            <a:chExt cx="722054" cy="609701"/>
          </a:xfrm>
        </p:grpSpPr>
        <p:sp>
          <p:nvSpPr>
            <p:cNvPr id="1893" name="Rectangle 1892">
              <a:extLst>
                <a:ext uri="{FF2B5EF4-FFF2-40B4-BE49-F238E27FC236}">
                  <a16:creationId xmlns:a16="http://schemas.microsoft.com/office/drawing/2014/main" id="{FEF7E8A8-B429-6AA9-1BE7-D790F3F52C8D}"/>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94" name="Rectangle 1893">
              <a:extLst>
                <a:ext uri="{FF2B5EF4-FFF2-40B4-BE49-F238E27FC236}">
                  <a16:creationId xmlns:a16="http://schemas.microsoft.com/office/drawing/2014/main" id="{4CDE4D57-D38A-B014-4B4A-EC6468BDED28}"/>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95" name="Oval 15">
              <a:extLst>
                <a:ext uri="{FF2B5EF4-FFF2-40B4-BE49-F238E27FC236}">
                  <a16:creationId xmlns:a16="http://schemas.microsoft.com/office/drawing/2014/main" id="{B43FA101-3A2D-3227-F143-49C406AB9CC1}"/>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96" name="Straight Connector 1895">
              <a:extLst>
                <a:ext uri="{FF2B5EF4-FFF2-40B4-BE49-F238E27FC236}">
                  <a16:creationId xmlns:a16="http://schemas.microsoft.com/office/drawing/2014/main" id="{70AA5D34-A7D5-6DE3-5517-09355906BA2A}"/>
                </a:ext>
              </a:extLst>
            </p:cNvPr>
            <p:cNvCxnSpPr>
              <a:cxnSpLocks/>
              <a:stCxn id="1895"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97" name="Straight Connector 1896">
              <a:extLst>
                <a:ext uri="{FF2B5EF4-FFF2-40B4-BE49-F238E27FC236}">
                  <a16:creationId xmlns:a16="http://schemas.microsoft.com/office/drawing/2014/main" id="{87874AFF-48B2-CB3D-CE9C-EC5682393A01}"/>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98" name="Group 1897">
            <a:extLst>
              <a:ext uri="{FF2B5EF4-FFF2-40B4-BE49-F238E27FC236}">
                <a16:creationId xmlns:a16="http://schemas.microsoft.com/office/drawing/2014/main" id="{63E25BA6-E8BE-6D9B-62D6-5983F9518585}"/>
              </a:ext>
            </a:extLst>
          </p:cNvPr>
          <p:cNvGrpSpPr/>
          <p:nvPr/>
        </p:nvGrpSpPr>
        <p:grpSpPr>
          <a:xfrm>
            <a:off x="9651394" y="811173"/>
            <a:ext cx="721206" cy="609701"/>
            <a:chOff x="9657972" y="90836"/>
            <a:chExt cx="721206" cy="609701"/>
          </a:xfrm>
        </p:grpSpPr>
        <p:sp>
          <p:nvSpPr>
            <p:cNvPr id="76" name="Rectangle 75">
              <a:hlinkHover r:id="" action="ppaction://noaction" highlightClick="1"/>
              <a:extLst>
                <a:ext uri="{FF2B5EF4-FFF2-40B4-BE49-F238E27FC236}">
                  <a16:creationId xmlns:a16="http://schemas.microsoft.com/office/drawing/2014/main" id="{862705BA-5710-A737-C7F2-10A72ABFCB75}"/>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77" name="Diamond 76">
              <a:extLst>
                <a:ext uri="{FF2B5EF4-FFF2-40B4-BE49-F238E27FC236}">
                  <a16:creationId xmlns:a16="http://schemas.microsoft.com/office/drawing/2014/main" id="{D6A2CF73-6676-D471-A99B-2B7AEF189109}"/>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 name="Oval 77">
              <a:extLst>
                <a:ext uri="{FF2B5EF4-FFF2-40B4-BE49-F238E27FC236}">
                  <a16:creationId xmlns:a16="http://schemas.microsoft.com/office/drawing/2014/main" id="{EC8B5D3D-732E-7978-A24B-1CC349101F76}"/>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9" name="Group 78">
            <a:extLst>
              <a:ext uri="{FF2B5EF4-FFF2-40B4-BE49-F238E27FC236}">
                <a16:creationId xmlns:a16="http://schemas.microsoft.com/office/drawing/2014/main" id="{9C889416-F995-554B-CBD8-3795F61A23C7}"/>
              </a:ext>
            </a:extLst>
          </p:cNvPr>
          <p:cNvGrpSpPr/>
          <p:nvPr/>
        </p:nvGrpSpPr>
        <p:grpSpPr>
          <a:xfrm>
            <a:off x="10520479" y="90836"/>
            <a:ext cx="721206" cy="609701"/>
            <a:chOff x="10520479" y="90836"/>
            <a:chExt cx="721206" cy="609701"/>
          </a:xfrm>
        </p:grpSpPr>
        <p:sp>
          <p:nvSpPr>
            <p:cNvPr id="80" name="Rectangle 79">
              <a:hlinkHover r:id="" action="ppaction://noaction" highlightClick="1"/>
              <a:extLst>
                <a:ext uri="{FF2B5EF4-FFF2-40B4-BE49-F238E27FC236}">
                  <a16:creationId xmlns:a16="http://schemas.microsoft.com/office/drawing/2014/main" id="{C5D84437-CECF-D938-8110-A336AE7F052E}"/>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81" name="Oval 80">
              <a:extLst>
                <a:ext uri="{FF2B5EF4-FFF2-40B4-BE49-F238E27FC236}">
                  <a16:creationId xmlns:a16="http://schemas.microsoft.com/office/drawing/2014/main" id="{F9FEAB59-3D8C-D5B7-CAC4-0F1ED0919050}"/>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2" name="Isosceles Triangle 648">
              <a:extLst>
                <a:ext uri="{FF2B5EF4-FFF2-40B4-BE49-F238E27FC236}">
                  <a16:creationId xmlns:a16="http://schemas.microsoft.com/office/drawing/2014/main" id="{DA5A525A-4910-4B40-797A-128079D6497C}"/>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3" name="Group 82">
            <a:extLst>
              <a:ext uri="{FF2B5EF4-FFF2-40B4-BE49-F238E27FC236}">
                <a16:creationId xmlns:a16="http://schemas.microsoft.com/office/drawing/2014/main" id="{DC2C716F-3752-E9BF-C3A2-7CD445FD479F}"/>
              </a:ext>
            </a:extLst>
          </p:cNvPr>
          <p:cNvGrpSpPr/>
          <p:nvPr/>
        </p:nvGrpSpPr>
        <p:grpSpPr>
          <a:xfrm>
            <a:off x="7116512" y="812701"/>
            <a:ext cx="721206" cy="609701"/>
            <a:chOff x="7957576" y="811556"/>
            <a:chExt cx="721206" cy="609701"/>
          </a:xfrm>
        </p:grpSpPr>
        <p:sp>
          <p:nvSpPr>
            <p:cNvPr id="84" name="Rectangle 83">
              <a:extLst>
                <a:ext uri="{FF2B5EF4-FFF2-40B4-BE49-F238E27FC236}">
                  <a16:creationId xmlns:a16="http://schemas.microsoft.com/office/drawing/2014/main" id="{E2C75E4A-AC59-5336-7271-A0934CEE0A3D}"/>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85" name="Rectangle 84">
              <a:extLst>
                <a:ext uri="{FF2B5EF4-FFF2-40B4-BE49-F238E27FC236}">
                  <a16:creationId xmlns:a16="http://schemas.microsoft.com/office/drawing/2014/main" id="{E2592694-822A-0281-0C45-7F16D3D99E91}"/>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 name="Oval 15">
              <a:extLst>
                <a:ext uri="{FF2B5EF4-FFF2-40B4-BE49-F238E27FC236}">
                  <a16:creationId xmlns:a16="http://schemas.microsoft.com/office/drawing/2014/main" id="{267480E8-BA30-5A41-0352-8F5DD9A09225}"/>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7" name="Straight Connector 86">
              <a:extLst>
                <a:ext uri="{FF2B5EF4-FFF2-40B4-BE49-F238E27FC236}">
                  <a16:creationId xmlns:a16="http://schemas.microsoft.com/office/drawing/2014/main" id="{5753ACD0-55F4-AD41-21B8-0527749BC72D}"/>
                </a:ext>
              </a:extLst>
            </p:cNvPr>
            <p:cNvCxnSpPr>
              <a:cxnSpLocks/>
              <a:stCxn id="86"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8" name="Straight Connector 87">
              <a:extLst>
                <a:ext uri="{FF2B5EF4-FFF2-40B4-BE49-F238E27FC236}">
                  <a16:creationId xmlns:a16="http://schemas.microsoft.com/office/drawing/2014/main" id="{B26E1391-3CCA-B174-DF55-1A5F9B27A1DC}"/>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0" name="Group 89">
            <a:extLst>
              <a:ext uri="{FF2B5EF4-FFF2-40B4-BE49-F238E27FC236}">
                <a16:creationId xmlns:a16="http://schemas.microsoft.com/office/drawing/2014/main" id="{701EE070-BF75-74E4-D56E-099F7379405E}"/>
              </a:ext>
            </a:extLst>
          </p:cNvPr>
          <p:cNvGrpSpPr/>
          <p:nvPr/>
        </p:nvGrpSpPr>
        <p:grpSpPr>
          <a:xfrm>
            <a:off x="10519652" y="997964"/>
            <a:ext cx="721206" cy="1133826"/>
            <a:chOff x="11363528" y="1540033"/>
            <a:chExt cx="721206" cy="1133826"/>
          </a:xfrm>
        </p:grpSpPr>
        <p:sp>
          <p:nvSpPr>
            <p:cNvPr id="91" name="Rectangle 90">
              <a:hlinkHover r:id="" action="ppaction://noaction" highlightClick="1"/>
              <a:extLst>
                <a:ext uri="{FF2B5EF4-FFF2-40B4-BE49-F238E27FC236}">
                  <a16:creationId xmlns:a16="http://schemas.microsoft.com/office/drawing/2014/main" id="{898E51A6-22F3-EC9D-25CE-BE2C47D21069}"/>
                </a:ext>
              </a:extLst>
            </p:cNvPr>
            <p:cNvSpPr/>
            <p:nvPr/>
          </p:nvSpPr>
          <p:spPr>
            <a:xfrm>
              <a:off x="11363528" y="206415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92" name="Oval 91">
              <a:extLst>
                <a:ext uri="{FF2B5EF4-FFF2-40B4-BE49-F238E27FC236}">
                  <a16:creationId xmlns:a16="http://schemas.microsoft.com/office/drawing/2014/main" id="{D259DC13-5B14-217F-E0BA-037CB94D09C0}"/>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 name="Isosceles Triangle 648">
              <a:extLst>
                <a:ext uri="{FF2B5EF4-FFF2-40B4-BE49-F238E27FC236}">
                  <a16:creationId xmlns:a16="http://schemas.microsoft.com/office/drawing/2014/main" id="{4B13BE0A-7B9E-BC9E-96C1-6A9370957514}"/>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 name="Group 94">
            <a:extLst>
              <a:ext uri="{FF2B5EF4-FFF2-40B4-BE49-F238E27FC236}">
                <a16:creationId xmlns:a16="http://schemas.microsoft.com/office/drawing/2014/main" id="{FED93999-7F76-9309-80FD-93DF356F2FCA}"/>
              </a:ext>
            </a:extLst>
          </p:cNvPr>
          <p:cNvGrpSpPr/>
          <p:nvPr/>
        </p:nvGrpSpPr>
        <p:grpSpPr>
          <a:xfrm>
            <a:off x="6283037" y="2264881"/>
            <a:ext cx="721206" cy="609702"/>
            <a:chOff x="8807242" y="2253333"/>
            <a:chExt cx="721206" cy="609702"/>
          </a:xfrm>
        </p:grpSpPr>
        <p:sp>
          <p:nvSpPr>
            <p:cNvPr id="96" name="Rectangle 95">
              <a:extLst>
                <a:ext uri="{FF2B5EF4-FFF2-40B4-BE49-F238E27FC236}">
                  <a16:creationId xmlns:a16="http://schemas.microsoft.com/office/drawing/2014/main" id="{09AF0803-6BF0-743F-356B-0257349C33BC}"/>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98" name="Right Triangle 97">
              <a:extLst>
                <a:ext uri="{FF2B5EF4-FFF2-40B4-BE49-F238E27FC236}">
                  <a16:creationId xmlns:a16="http://schemas.microsoft.com/office/drawing/2014/main" id="{9DE720FB-6D3E-D4D5-B93A-C17B0B63EDFA}"/>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Oval 27">
              <a:extLst>
                <a:ext uri="{FF2B5EF4-FFF2-40B4-BE49-F238E27FC236}">
                  <a16:creationId xmlns:a16="http://schemas.microsoft.com/office/drawing/2014/main" id="{AAA37DB6-5101-38BA-EC17-04234AB3FDC0}"/>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 name="Oval 28">
              <a:extLst>
                <a:ext uri="{FF2B5EF4-FFF2-40B4-BE49-F238E27FC236}">
                  <a16:creationId xmlns:a16="http://schemas.microsoft.com/office/drawing/2014/main" id="{36C00081-7946-82E9-6AE8-AB33447821C5}"/>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1" name="Group 100">
            <a:extLst>
              <a:ext uri="{FF2B5EF4-FFF2-40B4-BE49-F238E27FC236}">
                <a16:creationId xmlns:a16="http://schemas.microsoft.com/office/drawing/2014/main" id="{0DBA5A8F-321A-AC48-15EB-831B966AF747}"/>
              </a:ext>
            </a:extLst>
          </p:cNvPr>
          <p:cNvGrpSpPr/>
          <p:nvPr/>
        </p:nvGrpSpPr>
        <p:grpSpPr>
          <a:xfrm>
            <a:off x="9656908" y="2253333"/>
            <a:ext cx="721206" cy="609701"/>
            <a:chOff x="9656908" y="2253333"/>
            <a:chExt cx="721206" cy="609701"/>
          </a:xfrm>
        </p:grpSpPr>
        <p:sp>
          <p:nvSpPr>
            <p:cNvPr id="102" name="Rectangle 101">
              <a:hlinkHover r:id="" action="ppaction://noaction" highlightClick="1"/>
              <a:extLst>
                <a:ext uri="{FF2B5EF4-FFF2-40B4-BE49-F238E27FC236}">
                  <a16:creationId xmlns:a16="http://schemas.microsoft.com/office/drawing/2014/main" id="{63D7D6A8-73A9-75AE-9F69-CA389193D282}"/>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3" name="Rectangle 102">
              <a:extLst>
                <a:ext uri="{FF2B5EF4-FFF2-40B4-BE49-F238E27FC236}">
                  <a16:creationId xmlns:a16="http://schemas.microsoft.com/office/drawing/2014/main" id="{6BD4CC24-571B-5FAF-DC37-9C80A3671E1D}"/>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 name="Oval 15">
              <a:extLst>
                <a:ext uri="{FF2B5EF4-FFF2-40B4-BE49-F238E27FC236}">
                  <a16:creationId xmlns:a16="http://schemas.microsoft.com/office/drawing/2014/main" id="{004FF7C9-7C5C-DD70-3B75-1A0918099A2D}"/>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5" name="Straight Connector 104">
              <a:extLst>
                <a:ext uri="{FF2B5EF4-FFF2-40B4-BE49-F238E27FC236}">
                  <a16:creationId xmlns:a16="http://schemas.microsoft.com/office/drawing/2014/main" id="{27DC091D-BF22-D57D-04BD-4DBD1D4B6FCC}"/>
                </a:ext>
              </a:extLst>
            </p:cNvPr>
            <p:cNvCxnSpPr>
              <a:cxnSpLocks/>
              <a:stCxn id="104"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6" name="Straight Connector 105">
              <a:extLst>
                <a:ext uri="{FF2B5EF4-FFF2-40B4-BE49-F238E27FC236}">
                  <a16:creationId xmlns:a16="http://schemas.microsoft.com/office/drawing/2014/main" id="{70F432D4-8507-997D-DE35-669076045280}"/>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7" name="Group 106">
            <a:extLst>
              <a:ext uri="{FF2B5EF4-FFF2-40B4-BE49-F238E27FC236}">
                <a16:creationId xmlns:a16="http://schemas.microsoft.com/office/drawing/2014/main" id="{AE55702A-522C-8133-63F3-8EC5540F322A}"/>
              </a:ext>
            </a:extLst>
          </p:cNvPr>
          <p:cNvGrpSpPr/>
          <p:nvPr/>
        </p:nvGrpSpPr>
        <p:grpSpPr>
          <a:xfrm>
            <a:off x="7114927" y="2267713"/>
            <a:ext cx="721206" cy="609701"/>
            <a:chOff x="9657610" y="2974054"/>
            <a:chExt cx="721206" cy="609701"/>
          </a:xfrm>
        </p:grpSpPr>
        <p:sp>
          <p:nvSpPr>
            <p:cNvPr id="108" name="Rectangle 107">
              <a:extLst>
                <a:ext uri="{FF2B5EF4-FFF2-40B4-BE49-F238E27FC236}">
                  <a16:creationId xmlns:a16="http://schemas.microsoft.com/office/drawing/2014/main" id="{F34027CA-4FA1-F4A3-4D6E-324D1BC3B33E}"/>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109" name="Rectangle 108">
              <a:extLst>
                <a:ext uri="{FF2B5EF4-FFF2-40B4-BE49-F238E27FC236}">
                  <a16:creationId xmlns:a16="http://schemas.microsoft.com/office/drawing/2014/main" id="{CEF56F26-28F4-1CD3-CCE6-6A64E2A109CB}"/>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Oval 15">
              <a:extLst>
                <a:ext uri="{FF2B5EF4-FFF2-40B4-BE49-F238E27FC236}">
                  <a16:creationId xmlns:a16="http://schemas.microsoft.com/office/drawing/2014/main" id="{EEE368A7-A467-EF85-75E6-83F8C9B491D9}"/>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1" name="Straight Connector 110">
              <a:extLst>
                <a:ext uri="{FF2B5EF4-FFF2-40B4-BE49-F238E27FC236}">
                  <a16:creationId xmlns:a16="http://schemas.microsoft.com/office/drawing/2014/main" id="{CD73B096-28AF-681E-8948-74E98502356B}"/>
                </a:ext>
              </a:extLst>
            </p:cNvPr>
            <p:cNvCxnSpPr>
              <a:cxnSpLocks/>
              <a:stCxn id="110"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2" name="Straight Connector 111">
              <a:extLst>
                <a:ext uri="{FF2B5EF4-FFF2-40B4-BE49-F238E27FC236}">
                  <a16:creationId xmlns:a16="http://schemas.microsoft.com/office/drawing/2014/main" id="{B3A13E16-F6A8-4F8A-D7B3-642275AA4423}"/>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3" name="Group 112">
            <a:extLst>
              <a:ext uri="{FF2B5EF4-FFF2-40B4-BE49-F238E27FC236}">
                <a16:creationId xmlns:a16="http://schemas.microsoft.com/office/drawing/2014/main" id="{12458680-1977-7E48-65C6-17D8B87950EA}"/>
              </a:ext>
            </a:extLst>
          </p:cNvPr>
          <p:cNvGrpSpPr/>
          <p:nvPr/>
        </p:nvGrpSpPr>
        <p:grpSpPr>
          <a:xfrm>
            <a:off x="7957586" y="2253332"/>
            <a:ext cx="721206" cy="609701"/>
            <a:chOff x="7957586" y="2253332"/>
            <a:chExt cx="721206" cy="609701"/>
          </a:xfrm>
        </p:grpSpPr>
        <p:sp>
          <p:nvSpPr>
            <p:cNvPr id="114" name="Rectangle 113">
              <a:extLst>
                <a:ext uri="{FF2B5EF4-FFF2-40B4-BE49-F238E27FC236}">
                  <a16:creationId xmlns:a16="http://schemas.microsoft.com/office/drawing/2014/main" id="{DD3B0E2B-A17C-6E9A-C468-0B7565AF96D1}"/>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15" name="Right Triangle 114">
              <a:extLst>
                <a:ext uri="{FF2B5EF4-FFF2-40B4-BE49-F238E27FC236}">
                  <a16:creationId xmlns:a16="http://schemas.microsoft.com/office/drawing/2014/main" id="{C27C4941-BD62-8C47-3EC3-3125E85A8687}"/>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27545856-5CB7-A8CC-5BF7-E288889FC268}"/>
                </a:ext>
              </a:extLst>
            </p:cNvPr>
            <p:cNvGrpSpPr/>
            <p:nvPr/>
          </p:nvGrpSpPr>
          <p:grpSpPr>
            <a:xfrm>
              <a:off x="8621942" y="2262669"/>
              <a:ext cx="37817" cy="61390"/>
              <a:chOff x="3883481" y="2057400"/>
              <a:chExt cx="1608363" cy="2652031"/>
            </a:xfrm>
            <a:solidFill>
              <a:srgbClr val="A6A6A6">
                <a:alpha val="20000"/>
              </a:srgbClr>
            </a:solidFill>
          </p:grpSpPr>
          <p:sp>
            <p:nvSpPr>
              <p:cNvPr id="117" name="Oval 27">
                <a:extLst>
                  <a:ext uri="{FF2B5EF4-FFF2-40B4-BE49-F238E27FC236}">
                    <a16:creationId xmlns:a16="http://schemas.microsoft.com/office/drawing/2014/main" id="{6E2581A5-98DA-E1AC-27E4-8277DA59A10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8" name="Oval 28">
                <a:extLst>
                  <a:ext uri="{FF2B5EF4-FFF2-40B4-BE49-F238E27FC236}">
                    <a16:creationId xmlns:a16="http://schemas.microsoft.com/office/drawing/2014/main" id="{59D5FDEF-41A7-E64F-35E1-8199156C868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9" name="Group 118">
            <a:extLst>
              <a:ext uri="{FF2B5EF4-FFF2-40B4-BE49-F238E27FC236}">
                <a16:creationId xmlns:a16="http://schemas.microsoft.com/office/drawing/2014/main" id="{0C21211B-1830-DCF1-EF45-CEEC0364BE29}"/>
              </a:ext>
            </a:extLst>
          </p:cNvPr>
          <p:cNvGrpSpPr/>
          <p:nvPr/>
        </p:nvGrpSpPr>
        <p:grpSpPr>
          <a:xfrm>
            <a:off x="8797459" y="2264859"/>
            <a:ext cx="721206" cy="609701"/>
            <a:chOff x="11356242" y="2253333"/>
            <a:chExt cx="721206" cy="609701"/>
          </a:xfrm>
        </p:grpSpPr>
        <p:sp>
          <p:nvSpPr>
            <p:cNvPr id="120" name="Rectangle 119">
              <a:hlinkHover r:id="" action="ppaction://noaction" highlightClick="1"/>
              <a:extLst>
                <a:ext uri="{FF2B5EF4-FFF2-40B4-BE49-F238E27FC236}">
                  <a16:creationId xmlns:a16="http://schemas.microsoft.com/office/drawing/2014/main" id="{94D32097-BE00-22D5-9A28-E031CDD08106}"/>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21" name="Oval 120">
              <a:extLst>
                <a:ext uri="{FF2B5EF4-FFF2-40B4-BE49-F238E27FC236}">
                  <a16:creationId xmlns:a16="http://schemas.microsoft.com/office/drawing/2014/main" id="{787E96CC-55B7-0355-8DEF-79AC90CE5249}"/>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2" name="Isosceles Triangle 648">
              <a:extLst>
                <a:ext uri="{FF2B5EF4-FFF2-40B4-BE49-F238E27FC236}">
                  <a16:creationId xmlns:a16="http://schemas.microsoft.com/office/drawing/2014/main" id="{A61DA101-C811-DDE4-EAFC-81CDC22FB7FA}"/>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3" name="Group 122">
            <a:extLst>
              <a:ext uri="{FF2B5EF4-FFF2-40B4-BE49-F238E27FC236}">
                <a16:creationId xmlns:a16="http://schemas.microsoft.com/office/drawing/2014/main" id="{0D5CC1C8-566F-3074-E249-E93C0BE05EB0}"/>
              </a:ext>
            </a:extLst>
          </p:cNvPr>
          <p:cNvGrpSpPr/>
          <p:nvPr/>
        </p:nvGrpSpPr>
        <p:grpSpPr>
          <a:xfrm>
            <a:off x="10506580" y="2253333"/>
            <a:ext cx="721206" cy="609701"/>
            <a:chOff x="10506580" y="2253333"/>
            <a:chExt cx="721206" cy="609701"/>
          </a:xfrm>
        </p:grpSpPr>
        <p:sp>
          <p:nvSpPr>
            <p:cNvPr id="124" name="Rectangle 123">
              <a:hlinkHover r:id="" action="ppaction://noaction" highlightClick="1"/>
              <a:extLst>
                <a:ext uri="{FF2B5EF4-FFF2-40B4-BE49-F238E27FC236}">
                  <a16:creationId xmlns:a16="http://schemas.microsoft.com/office/drawing/2014/main" id="{9B84367E-2F85-4863-8084-4918C8BEE81A}"/>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25" name="Diamond 124">
              <a:extLst>
                <a:ext uri="{FF2B5EF4-FFF2-40B4-BE49-F238E27FC236}">
                  <a16:creationId xmlns:a16="http://schemas.microsoft.com/office/drawing/2014/main" id="{AD2AF907-4DF5-D4B1-466F-BF414CC54F21}"/>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6" name="Oval 125">
              <a:extLst>
                <a:ext uri="{FF2B5EF4-FFF2-40B4-BE49-F238E27FC236}">
                  <a16:creationId xmlns:a16="http://schemas.microsoft.com/office/drawing/2014/main" id="{588E3344-002C-0BDD-A18A-70AC9D8E7C01}"/>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7" name="Group 126">
            <a:extLst>
              <a:ext uri="{FF2B5EF4-FFF2-40B4-BE49-F238E27FC236}">
                <a16:creationId xmlns:a16="http://schemas.microsoft.com/office/drawing/2014/main" id="{7A0680B8-6E3B-DA2A-CDCD-6450814FB165}"/>
              </a:ext>
            </a:extLst>
          </p:cNvPr>
          <p:cNvGrpSpPr/>
          <p:nvPr/>
        </p:nvGrpSpPr>
        <p:grpSpPr>
          <a:xfrm>
            <a:off x="5454173" y="2257175"/>
            <a:ext cx="721206" cy="609701"/>
            <a:chOff x="6287891" y="2253333"/>
            <a:chExt cx="721206" cy="609701"/>
          </a:xfrm>
        </p:grpSpPr>
        <p:sp>
          <p:nvSpPr>
            <p:cNvPr id="1950" name="Rectangle 1949">
              <a:extLst>
                <a:ext uri="{FF2B5EF4-FFF2-40B4-BE49-F238E27FC236}">
                  <a16:creationId xmlns:a16="http://schemas.microsoft.com/office/drawing/2014/main" id="{097A3781-493C-6F22-F40C-9A7358C67349}"/>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1951" name="Right Triangle 1950">
              <a:extLst>
                <a:ext uri="{FF2B5EF4-FFF2-40B4-BE49-F238E27FC236}">
                  <a16:creationId xmlns:a16="http://schemas.microsoft.com/office/drawing/2014/main" id="{4F12FE0B-1131-BF93-E171-2D3BA20F58D3}"/>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952" name="Group 1951">
              <a:extLst>
                <a:ext uri="{FF2B5EF4-FFF2-40B4-BE49-F238E27FC236}">
                  <a16:creationId xmlns:a16="http://schemas.microsoft.com/office/drawing/2014/main" id="{5B99F6A3-2F3B-78C1-E35D-5DACFF4F2455}"/>
                </a:ext>
              </a:extLst>
            </p:cNvPr>
            <p:cNvGrpSpPr/>
            <p:nvPr/>
          </p:nvGrpSpPr>
          <p:grpSpPr>
            <a:xfrm>
              <a:off x="6952470" y="2265099"/>
              <a:ext cx="37817" cy="61390"/>
              <a:chOff x="3883481" y="2057400"/>
              <a:chExt cx="1608363" cy="2652031"/>
            </a:xfrm>
            <a:solidFill>
              <a:srgbClr val="A6A6A6">
                <a:alpha val="20000"/>
              </a:srgbClr>
            </a:solidFill>
          </p:grpSpPr>
          <p:sp>
            <p:nvSpPr>
              <p:cNvPr id="1953" name="Oval 27">
                <a:extLst>
                  <a:ext uri="{FF2B5EF4-FFF2-40B4-BE49-F238E27FC236}">
                    <a16:creationId xmlns:a16="http://schemas.microsoft.com/office/drawing/2014/main" id="{74FCAA30-4A63-8818-02B3-2BE1285C73D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54" name="Oval 28">
                <a:extLst>
                  <a:ext uri="{FF2B5EF4-FFF2-40B4-BE49-F238E27FC236}">
                    <a16:creationId xmlns:a16="http://schemas.microsoft.com/office/drawing/2014/main" id="{27CF6E8F-7D09-2115-AC6B-A2D5A313039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955" name="Group 1954">
            <a:extLst>
              <a:ext uri="{FF2B5EF4-FFF2-40B4-BE49-F238E27FC236}">
                <a16:creationId xmlns:a16="http://schemas.microsoft.com/office/drawing/2014/main" id="{7F67BDB8-A4BF-0ED9-3D61-BA6EEA00FAC2}"/>
              </a:ext>
            </a:extLst>
          </p:cNvPr>
          <p:cNvGrpSpPr/>
          <p:nvPr/>
        </p:nvGrpSpPr>
        <p:grpSpPr>
          <a:xfrm>
            <a:off x="11353919" y="2251694"/>
            <a:ext cx="721206" cy="609701"/>
            <a:chOff x="8807250" y="2253334"/>
            <a:chExt cx="721206" cy="609701"/>
          </a:xfrm>
        </p:grpSpPr>
        <p:sp>
          <p:nvSpPr>
            <p:cNvPr id="128" name="Rectangle 127">
              <a:extLst>
                <a:ext uri="{FF2B5EF4-FFF2-40B4-BE49-F238E27FC236}">
                  <a16:creationId xmlns:a16="http://schemas.microsoft.com/office/drawing/2014/main" id="{59C0E33E-52E1-A24A-D9A8-FFE311CEC539}"/>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129" name="Right Triangle 128">
              <a:extLst>
                <a:ext uri="{FF2B5EF4-FFF2-40B4-BE49-F238E27FC236}">
                  <a16:creationId xmlns:a16="http://schemas.microsoft.com/office/drawing/2014/main" id="{A2EB75D5-116E-52B2-EEA3-707ACC72BB24}"/>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1" name="Oval 27">
              <a:extLst>
                <a:ext uri="{FF2B5EF4-FFF2-40B4-BE49-F238E27FC236}">
                  <a16:creationId xmlns:a16="http://schemas.microsoft.com/office/drawing/2014/main" id="{2F08DFB5-FC0A-4F17-6C4F-F376F2D3DE7C}"/>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 name="Oval 28">
              <a:extLst>
                <a:ext uri="{FF2B5EF4-FFF2-40B4-BE49-F238E27FC236}">
                  <a16:creationId xmlns:a16="http://schemas.microsoft.com/office/drawing/2014/main" id="{B7647026-7C44-03CB-1AAB-594F9FB697CD}"/>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3" name="Group 132">
            <a:extLst>
              <a:ext uri="{FF2B5EF4-FFF2-40B4-BE49-F238E27FC236}">
                <a16:creationId xmlns:a16="http://schemas.microsoft.com/office/drawing/2014/main" id="{52CDAABB-071F-6A78-D547-22CEFE091A4A}"/>
              </a:ext>
            </a:extLst>
          </p:cNvPr>
          <p:cNvGrpSpPr/>
          <p:nvPr/>
        </p:nvGrpSpPr>
        <p:grpSpPr>
          <a:xfrm>
            <a:off x="11355832" y="5140982"/>
            <a:ext cx="721220" cy="609701"/>
            <a:chOff x="9656903" y="2253333"/>
            <a:chExt cx="721220" cy="609701"/>
          </a:xfrm>
        </p:grpSpPr>
        <p:sp>
          <p:nvSpPr>
            <p:cNvPr id="134" name="Rectangle 133">
              <a:hlinkHover r:id="" action="ppaction://noaction" highlightClick="1"/>
              <a:extLst>
                <a:ext uri="{FF2B5EF4-FFF2-40B4-BE49-F238E27FC236}">
                  <a16:creationId xmlns:a16="http://schemas.microsoft.com/office/drawing/2014/main" id="{662016AA-EDED-D999-D546-D77FB4EFE868}"/>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35" name="Rectangle 134">
              <a:extLst>
                <a:ext uri="{FF2B5EF4-FFF2-40B4-BE49-F238E27FC236}">
                  <a16:creationId xmlns:a16="http://schemas.microsoft.com/office/drawing/2014/main" id="{F752CBB1-D797-0AD5-5385-C7023A64C57F}"/>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 name="Oval 15">
              <a:extLst>
                <a:ext uri="{FF2B5EF4-FFF2-40B4-BE49-F238E27FC236}">
                  <a16:creationId xmlns:a16="http://schemas.microsoft.com/office/drawing/2014/main" id="{E8E108E6-27DC-4BDE-4905-6DAC26328785}"/>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7" name="Straight Connector 136">
              <a:extLst>
                <a:ext uri="{FF2B5EF4-FFF2-40B4-BE49-F238E27FC236}">
                  <a16:creationId xmlns:a16="http://schemas.microsoft.com/office/drawing/2014/main" id="{7EB7B697-169D-1E9F-E6F4-733FC0BDF98F}"/>
                </a:ext>
              </a:extLst>
            </p:cNvPr>
            <p:cNvCxnSpPr>
              <a:cxnSpLocks/>
              <a:stCxn id="13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38" name="Straight Connector 137">
              <a:extLst>
                <a:ext uri="{FF2B5EF4-FFF2-40B4-BE49-F238E27FC236}">
                  <a16:creationId xmlns:a16="http://schemas.microsoft.com/office/drawing/2014/main" id="{A98879B5-ABEC-66B7-BC26-1B4C880EF555}"/>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9" name="Group 138">
            <a:extLst>
              <a:ext uri="{FF2B5EF4-FFF2-40B4-BE49-F238E27FC236}">
                <a16:creationId xmlns:a16="http://schemas.microsoft.com/office/drawing/2014/main" id="{F68BAE1F-8905-6499-E2A1-4FBB18A095D0}"/>
              </a:ext>
            </a:extLst>
          </p:cNvPr>
          <p:cNvGrpSpPr/>
          <p:nvPr/>
        </p:nvGrpSpPr>
        <p:grpSpPr>
          <a:xfrm>
            <a:off x="4621827" y="2983922"/>
            <a:ext cx="721206" cy="654973"/>
            <a:chOff x="9657606" y="2974054"/>
            <a:chExt cx="721206" cy="654973"/>
          </a:xfrm>
        </p:grpSpPr>
        <p:sp>
          <p:nvSpPr>
            <p:cNvPr id="140" name="Rectangle 139">
              <a:extLst>
                <a:ext uri="{FF2B5EF4-FFF2-40B4-BE49-F238E27FC236}">
                  <a16:creationId xmlns:a16="http://schemas.microsoft.com/office/drawing/2014/main" id="{09A9A02D-8D19-0212-99D6-B714CC21B03D}"/>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41" name="Rectangle 140">
              <a:extLst>
                <a:ext uri="{FF2B5EF4-FFF2-40B4-BE49-F238E27FC236}">
                  <a16:creationId xmlns:a16="http://schemas.microsoft.com/office/drawing/2014/main" id="{A405AA85-1D4D-CB24-4AC9-72F27C4265AE}"/>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2" name="Oval 15">
              <a:extLst>
                <a:ext uri="{FF2B5EF4-FFF2-40B4-BE49-F238E27FC236}">
                  <a16:creationId xmlns:a16="http://schemas.microsoft.com/office/drawing/2014/main" id="{F224EAAA-0CCF-0BF6-E4FC-4EEFCA21F1DB}"/>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3" name="Straight Connector 142">
              <a:extLst>
                <a:ext uri="{FF2B5EF4-FFF2-40B4-BE49-F238E27FC236}">
                  <a16:creationId xmlns:a16="http://schemas.microsoft.com/office/drawing/2014/main" id="{257D2E7A-70EF-66B9-0964-8425AD05D3C5}"/>
                </a:ext>
              </a:extLst>
            </p:cNvPr>
            <p:cNvCxnSpPr>
              <a:cxnSpLocks/>
              <a:stCxn id="142"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4" name="Straight Connector 143">
              <a:extLst>
                <a:ext uri="{FF2B5EF4-FFF2-40B4-BE49-F238E27FC236}">
                  <a16:creationId xmlns:a16="http://schemas.microsoft.com/office/drawing/2014/main" id="{338C9459-354C-F4FA-D8E1-6D78D7DD9C3E}"/>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5" name="Group 144">
            <a:extLst>
              <a:ext uri="{FF2B5EF4-FFF2-40B4-BE49-F238E27FC236}">
                <a16:creationId xmlns:a16="http://schemas.microsoft.com/office/drawing/2014/main" id="{49140B1B-307B-2399-E0F2-3BFE0680F09A}"/>
              </a:ext>
            </a:extLst>
          </p:cNvPr>
          <p:cNvGrpSpPr/>
          <p:nvPr/>
        </p:nvGrpSpPr>
        <p:grpSpPr>
          <a:xfrm>
            <a:off x="1268346" y="3698225"/>
            <a:ext cx="721893" cy="610376"/>
            <a:chOff x="1268346" y="3698225"/>
            <a:chExt cx="721893" cy="610376"/>
          </a:xfrm>
        </p:grpSpPr>
        <p:sp>
          <p:nvSpPr>
            <p:cNvPr id="146" name="Rectangle 145">
              <a:extLst>
                <a:ext uri="{FF2B5EF4-FFF2-40B4-BE49-F238E27FC236}">
                  <a16:creationId xmlns:a16="http://schemas.microsoft.com/office/drawing/2014/main" id="{B876FB1E-646A-3C19-7591-0C51EAA00CCA}"/>
                </a:ext>
              </a:extLst>
            </p:cNvPr>
            <p:cNvSpPr/>
            <p:nvPr/>
          </p:nvSpPr>
          <p:spPr>
            <a:xfrm>
              <a:off x="1268346"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147" name="Right Triangle 146">
              <a:extLst>
                <a:ext uri="{FF2B5EF4-FFF2-40B4-BE49-F238E27FC236}">
                  <a16:creationId xmlns:a16="http://schemas.microsoft.com/office/drawing/2014/main" id="{ACF7429E-44D1-14D6-2482-D6BE30D8AD02}"/>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8" name="Group 147">
              <a:extLst>
                <a:ext uri="{FF2B5EF4-FFF2-40B4-BE49-F238E27FC236}">
                  <a16:creationId xmlns:a16="http://schemas.microsoft.com/office/drawing/2014/main" id="{D8A711EE-ED79-954A-83A1-E16559DF693F}"/>
                </a:ext>
              </a:extLst>
            </p:cNvPr>
            <p:cNvGrpSpPr/>
            <p:nvPr/>
          </p:nvGrpSpPr>
          <p:grpSpPr>
            <a:xfrm>
              <a:off x="1939628" y="3704319"/>
              <a:ext cx="37817" cy="61390"/>
              <a:chOff x="3883481" y="2057400"/>
              <a:chExt cx="1608363" cy="2652031"/>
            </a:xfrm>
            <a:solidFill>
              <a:srgbClr val="A6A6A6"/>
            </a:solidFill>
          </p:grpSpPr>
          <p:sp>
            <p:nvSpPr>
              <p:cNvPr id="149" name="Oval 27">
                <a:extLst>
                  <a:ext uri="{FF2B5EF4-FFF2-40B4-BE49-F238E27FC236}">
                    <a16:creationId xmlns:a16="http://schemas.microsoft.com/office/drawing/2014/main" id="{C6C2F101-E6F8-8B8F-B37B-5FF0A2724F2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Oval 28">
                <a:extLst>
                  <a:ext uri="{FF2B5EF4-FFF2-40B4-BE49-F238E27FC236}">
                    <a16:creationId xmlns:a16="http://schemas.microsoft.com/office/drawing/2014/main" id="{F6D8A5F0-A6B4-DDBA-1AD3-3AAEDF27763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1" name="Group 150">
            <a:extLst>
              <a:ext uri="{FF2B5EF4-FFF2-40B4-BE49-F238E27FC236}">
                <a16:creationId xmlns:a16="http://schemas.microsoft.com/office/drawing/2014/main" id="{9DF7F84E-23D4-B7B7-0ED9-F3FD6846FBCF}"/>
              </a:ext>
            </a:extLst>
          </p:cNvPr>
          <p:cNvGrpSpPr/>
          <p:nvPr/>
        </p:nvGrpSpPr>
        <p:grpSpPr>
          <a:xfrm>
            <a:off x="5451979" y="3707588"/>
            <a:ext cx="721206" cy="609701"/>
            <a:chOff x="5451979" y="3707588"/>
            <a:chExt cx="721206" cy="609701"/>
          </a:xfrm>
        </p:grpSpPr>
        <p:sp>
          <p:nvSpPr>
            <p:cNvPr id="152" name="Rectangle 151">
              <a:hlinkHover r:id="" action="ppaction://noaction" highlightClick="1"/>
              <a:extLst>
                <a:ext uri="{FF2B5EF4-FFF2-40B4-BE49-F238E27FC236}">
                  <a16:creationId xmlns:a16="http://schemas.microsoft.com/office/drawing/2014/main" id="{2A246B52-1C09-9061-1EAB-13B1A6EA4FD4}"/>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3" name="Oval 152">
              <a:extLst>
                <a:ext uri="{FF2B5EF4-FFF2-40B4-BE49-F238E27FC236}">
                  <a16:creationId xmlns:a16="http://schemas.microsoft.com/office/drawing/2014/main" id="{70424006-CE1E-7F74-D1E6-BDEBA1C43061}"/>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4" name="Isosceles Triangle 648">
              <a:extLst>
                <a:ext uri="{FF2B5EF4-FFF2-40B4-BE49-F238E27FC236}">
                  <a16:creationId xmlns:a16="http://schemas.microsoft.com/office/drawing/2014/main" id="{E878602C-199C-516F-416C-76BB3B1F7C8D}"/>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2" name="Picture 1">
            <a:hlinkClick r:id="rId6" action="ppaction://hlinksldjump"/>
            <a:extLst>
              <a:ext uri="{FF2B5EF4-FFF2-40B4-BE49-F238E27FC236}">
                <a16:creationId xmlns:a16="http://schemas.microsoft.com/office/drawing/2014/main" id="{67BA83F4-AEAE-6657-63F2-4381B04AF482}"/>
              </a:ext>
            </a:extLst>
          </p:cNvPr>
          <p:cNvPicPr>
            <a:picLocks noChangeAspect="1"/>
          </p:cNvPicPr>
          <p:nvPr/>
        </p:nvPicPr>
        <p:blipFill>
          <a:blip r:embed="rId7"/>
          <a:stretch>
            <a:fillRect/>
          </a:stretch>
        </p:blipFill>
        <p:spPr>
          <a:xfrm>
            <a:off x="0" y="0"/>
            <a:ext cx="211626" cy="6858000"/>
          </a:xfrm>
          <a:prstGeom prst="rect">
            <a:avLst/>
          </a:prstGeom>
        </p:spPr>
      </p:pic>
      <p:grpSp>
        <p:nvGrpSpPr>
          <p:cNvPr id="3" name="Group 2">
            <a:extLst>
              <a:ext uri="{FF2B5EF4-FFF2-40B4-BE49-F238E27FC236}">
                <a16:creationId xmlns:a16="http://schemas.microsoft.com/office/drawing/2014/main" id="{832D82D8-9946-CD7F-B88A-6F83D272AC0B}"/>
              </a:ext>
            </a:extLst>
          </p:cNvPr>
          <p:cNvGrpSpPr/>
          <p:nvPr/>
        </p:nvGrpSpPr>
        <p:grpSpPr>
          <a:xfrm>
            <a:off x="9652491" y="2986436"/>
            <a:ext cx="721206" cy="609701"/>
            <a:chOff x="9657972" y="90836"/>
            <a:chExt cx="721206" cy="609701"/>
          </a:xfrm>
        </p:grpSpPr>
        <p:sp>
          <p:nvSpPr>
            <p:cNvPr id="4" name="Rectangle 3">
              <a:hlinkHover r:id="" action="ppaction://noaction" highlightClick="1"/>
              <a:extLst>
                <a:ext uri="{FF2B5EF4-FFF2-40B4-BE49-F238E27FC236}">
                  <a16:creationId xmlns:a16="http://schemas.microsoft.com/office/drawing/2014/main" id="{1B1902FF-395E-58C4-8884-9119C85C6E58}"/>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5" name="Diamond 4">
              <a:extLst>
                <a:ext uri="{FF2B5EF4-FFF2-40B4-BE49-F238E27FC236}">
                  <a16:creationId xmlns:a16="http://schemas.microsoft.com/office/drawing/2014/main" id="{05FE6C33-B7FC-43DB-A3A1-1E9AD227FC41}"/>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4" name="Oval 23">
              <a:extLst>
                <a:ext uri="{FF2B5EF4-FFF2-40B4-BE49-F238E27FC236}">
                  <a16:creationId xmlns:a16="http://schemas.microsoft.com/office/drawing/2014/main" id="{12DC2FE0-7EC3-AC49-2CED-A9A3D6268193}"/>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59089115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8057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Integration</a:t>
            </a:r>
          </a:p>
        </p:txBody>
      </p:sp>
      <p:sp>
        <p:nvSpPr>
          <p:cNvPr id="57" name="Rectangle 56">
            <a:hlinkClick r:id="rId3" action="ppaction://hlinksldjump"/>
            <a:hlinkHover r:id="rId3" action="ppaction://hlinksldjump"/>
            <a:extLst>
              <a:ext uri="{FF2B5EF4-FFF2-40B4-BE49-F238E27FC236}">
                <a16:creationId xmlns:a16="http://schemas.microsoft.com/office/drawing/2014/main" id="{E9D5848C-F6CC-4B16-AF1B-D7B107FD31B6}"/>
              </a:ext>
            </a:extLst>
          </p:cNvPr>
          <p:cNvSpPr/>
          <p:nvPr/>
        </p:nvSpPr>
        <p:spPr>
          <a:xfrm>
            <a:off x="291937" y="5830526"/>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Configuration, Management and Use</a:t>
            </a:r>
          </a:p>
        </p:txBody>
      </p:sp>
      <p:sp>
        <p:nvSpPr>
          <p:cNvPr id="59" name="Rectangle 58">
            <a:hlinkClick r:id="rId4" action="ppaction://hlinksldjump"/>
            <a:hlinkHover r:id="rId4" action="ppaction://hlinksldjump"/>
            <a:extLst>
              <a:ext uri="{FF2B5EF4-FFF2-40B4-BE49-F238E27FC236}">
                <a16:creationId xmlns:a16="http://schemas.microsoft.com/office/drawing/2014/main" id="{DCBD61E9-0A69-48B8-8756-6F92E2E01FDC}"/>
              </a:ext>
            </a:extLst>
          </p:cNvPr>
          <p:cNvSpPr/>
          <p:nvPr/>
        </p:nvSpPr>
        <p:spPr>
          <a:xfrm>
            <a:off x="2678901" y="5830528"/>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Shared Encryption</a:t>
            </a:r>
          </a:p>
        </p:txBody>
      </p:sp>
      <p:sp>
        <p:nvSpPr>
          <p:cNvPr id="60" name="Rectangle 59">
            <a:hlinkClick r:id="rId5" action="ppaction://hlinksldjump"/>
            <a:hlinkHover r:id="rId5" action="ppaction://hlinksldjump"/>
            <a:extLst>
              <a:ext uri="{FF2B5EF4-FFF2-40B4-BE49-F238E27FC236}">
                <a16:creationId xmlns:a16="http://schemas.microsoft.com/office/drawing/2014/main" id="{E1358A19-77AD-4F39-A208-FFE467FDC597}"/>
              </a:ext>
            </a:extLst>
          </p:cNvPr>
          <p:cNvSpPr/>
          <p:nvPr/>
        </p:nvSpPr>
        <p:spPr>
          <a:xfrm>
            <a:off x="5065865" y="5830527"/>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Shared Signals and Context</a:t>
            </a:r>
          </a:p>
        </p:txBody>
      </p:sp>
      <p:sp>
        <p:nvSpPr>
          <p:cNvPr id="67" name="Rectangle 66">
            <a:hlinkClick r:id="rId6" action="ppaction://hlinksldjump"/>
            <a:hlinkHover r:id="rId6" action="ppaction://hlinksldjump"/>
            <a:extLst>
              <a:ext uri="{FF2B5EF4-FFF2-40B4-BE49-F238E27FC236}">
                <a16:creationId xmlns:a16="http://schemas.microsoft.com/office/drawing/2014/main" id="{8A0EAC87-444F-45A3-A190-BA44D58F5DBD}"/>
              </a:ext>
            </a:extLst>
          </p:cNvPr>
          <p:cNvSpPr/>
          <p:nvPr/>
        </p:nvSpPr>
        <p:spPr>
          <a:xfrm>
            <a:off x="9839792" y="5827723"/>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All</a:t>
            </a:r>
          </a:p>
        </p:txBody>
      </p:sp>
      <p:sp>
        <p:nvSpPr>
          <p:cNvPr id="68" name="Rectangle 67">
            <a:hlinkClick r:id="rId7" action="ppaction://hlinksldjump"/>
            <a:hlinkHover r:id="rId7" action="ppaction://hlinksldjump"/>
            <a:extLst>
              <a:ext uri="{FF2B5EF4-FFF2-40B4-BE49-F238E27FC236}">
                <a16:creationId xmlns:a16="http://schemas.microsoft.com/office/drawing/2014/main" id="{197CEBCC-011B-4172-8188-DBCAD644823F}"/>
              </a:ext>
            </a:extLst>
          </p:cNvPr>
          <p:cNvSpPr/>
          <p:nvPr/>
        </p:nvSpPr>
        <p:spPr>
          <a:xfrm>
            <a:off x="7452829" y="5830526"/>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Information and Event Management + Security Orchestration And Response</a:t>
            </a:r>
          </a:p>
        </p:txBody>
      </p:sp>
      <p:grpSp>
        <p:nvGrpSpPr>
          <p:cNvPr id="24" name="Group 23">
            <a:extLst>
              <a:ext uri="{FF2B5EF4-FFF2-40B4-BE49-F238E27FC236}">
                <a16:creationId xmlns:a16="http://schemas.microsoft.com/office/drawing/2014/main" id="{BEC0A1A8-67C5-ED75-4150-CF1E85D707CF}"/>
              </a:ext>
            </a:extLst>
          </p:cNvPr>
          <p:cNvGrpSpPr/>
          <p:nvPr/>
        </p:nvGrpSpPr>
        <p:grpSpPr>
          <a:xfrm>
            <a:off x="3779655" y="811556"/>
            <a:ext cx="721206" cy="609701"/>
            <a:chOff x="5280339" y="909114"/>
            <a:chExt cx="871904" cy="748695"/>
          </a:xfrm>
        </p:grpSpPr>
        <p:sp>
          <p:nvSpPr>
            <p:cNvPr id="25" name="Rectangle 24">
              <a:extLst>
                <a:ext uri="{FF2B5EF4-FFF2-40B4-BE49-F238E27FC236}">
                  <a16:creationId xmlns:a16="http://schemas.microsoft.com/office/drawing/2014/main" id="{980DFD39-9C50-1B2B-A561-E6BD25290FB8}"/>
                </a:ext>
              </a:extLst>
            </p:cNvPr>
            <p:cNvSpPr/>
            <p:nvPr/>
          </p:nvSpPr>
          <p:spPr>
            <a:xfrm>
              <a:off x="528033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26" name="Rectangle 25">
              <a:extLst>
                <a:ext uri="{FF2B5EF4-FFF2-40B4-BE49-F238E27FC236}">
                  <a16:creationId xmlns:a16="http://schemas.microsoft.com/office/drawing/2014/main" id="{822EC400-DC0A-074B-AD2F-01CC7285E242}"/>
                </a:ext>
              </a:extLst>
            </p:cNvPr>
            <p:cNvSpPr/>
            <p:nvPr/>
          </p:nvSpPr>
          <p:spPr>
            <a:xfrm flipV="1">
              <a:off x="6024997"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Oval 15">
              <a:extLst>
                <a:ext uri="{FF2B5EF4-FFF2-40B4-BE49-F238E27FC236}">
                  <a16:creationId xmlns:a16="http://schemas.microsoft.com/office/drawing/2014/main" id="{C495FDE3-E8A9-80C8-C085-F8193AE2D963}"/>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505D459C-C702-104A-73CA-80CEAFCC74A3}"/>
                </a:ext>
              </a:extLst>
            </p:cNvPr>
            <p:cNvCxnSpPr>
              <a:cxnSpLocks/>
              <a:stCxn id="32" idx="0"/>
            </p:cNvCxnSpPr>
            <p:nvPr/>
          </p:nvCxnSpPr>
          <p:spPr>
            <a:xfrm flipV="1">
              <a:off x="6064996"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5" name="Straight Connector 34">
              <a:extLst>
                <a:ext uri="{FF2B5EF4-FFF2-40B4-BE49-F238E27FC236}">
                  <a16:creationId xmlns:a16="http://schemas.microsoft.com/office/drawing/2014/main" id="{AF01489C-5387-99CF-BE5E-E8DF7D97915C}"/>
                </a:ext>
              </a:extLst>
            </p:cNvPr>
            <p:cNvCxnSpPr>
              <a:cxnSpLocks/>
            </p:cNvCxnSpPr>
            <p:nvPr/>
          </p:nvCxnSpPr>
          <p:spPr>
            <a:xfrm>
              <a:off x="6071910"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6" name="Group 35">
            <a:extLst>
              <a:ext uri="{FF2B5EF4-FFF2-40B4-BE49-F238E27FC236}">
                <a16:creationId xmlns:a16="http://schemas.microsoft.com/office/drawing/2014/main" id="{3EFFE060-64EA-C3F6-C4AD-80BD6CC3DE98}"/>
              </a:ext>
            </a:extLst>
          </p:cNvPr>
          <p:cNvGrpSpPr/>
          <p:nvPr/>
        </p:nvGrpSpPr>
        <p:grpSpPr>
          <a:xfrm>
            <a:off x="7959193" y="3698227"/>
            <a:ext cx="721206" cy="609701"/>
            <a:chOff x="9258526" y="5012622"/>
            <a:chExt cx="871904" cy="748695"/>
          </a:xfrm>
        </p:grpSpPr>
        <p:sp>
          <p:nvSpPr>
            <p:cNvPr id="39" name="Rectangle 38">
              <a:hlinkHover r:id="" action="ppaction://noaction" highlightClick="1"/>
              <a:extLst>
                <a:ext uri="{FF2B5EF4-FFF2-40B4-BE49-F238E27FC236}">
                  <a16:creationId xmlns:a16="http://schemas.microsoft.com/office/drawing/2014/main" id="{C63C2559-8626-6B13-85A5-382F7F509010}"/>
                </a:ext>
              </a:extLst>
            </p:cNvPr>
            <p:cNvSpPr/>
            <p:nvPr/>
          </p:nvSpPr>
          <p:spPr>
            <a:xfrm>
              <a:off x="9258526"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40" name="Oval 39">
              <a:extLst>
                <a:ext uri="{FF2B5EF4-FFF2-40B4-BE49-F238E27FC236}">
                  <a16:creationId xmlns:a16="http://schemas.microsoft.com/office/drawing/2014/main" id="{4993EEE3-E2FF-F8DF-1D5A-9FD68CC15B70}"/>
                </a:ext>
              </a:extLst>
            </p:cNvPr>
            <p:cNvSpPr/>
            <p:nvPr/>
          </p:nvSpPr>
          <p:spPr>
            <a:xfrm>
              <a:off x="995270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 name="Isosceles Triangle 648">
              <a:extLst>
                <a:ext uri="{FF2B5EF4-FFF2-40B4-BE49-F238E27FC236}">
                  <a16:creationId xmlns:a16="http://schemas.microsoft.com/office/drawing/2014/main" id="{6C8225AD-55BA-159C-4C5A-B9E121DAD08C}"/>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6" name="Group 55">
            <a:extLst>
              <a:ext uri="{FF2B5EF4-FFF2-40B4-BE49-F238E27FC236}">
                <a16:creationId xmlns:a16="http://schemas.microsoft.com/office/drawing/2014/main" id="{5DDBC4E3-1EA4-B5BC-91E3-520BB6931D32}"/>
              </a:ext>
            </a:extLst>
          </p:cNvPr>
          <p:cNvGrpSpPr/>
          <p:nvPr/>
        </p:nvGrpSpPr>
        <p:grpSpPr>
          <a:xfrm>
            <a:off x="5448055" y="1532276"/>
            <a:ext cx="721206" cy="609701"/>
            <a:chOff x="6271424" y="1729816"/>
            <a:chExt cx="871904" cy="748695"/>
          </a:xfrm>
        </p:grpSpPr>
        <p:sp>
          <p:nvSpPr>
            <p:cNvPr id="61" name="Rectangle 60">
              <a:extLst>
                <a:ext uri="{FF2B5EF4-FFF2-40B4-BE49-F238E27FC236}">
                  <a16:creationId xmlns:a16="http://schemas.microsoft.com/office/drawing/2014/main" id="{A5F193EE-4BCF-1C90-6B8C-11490F0AB8C3}"/>
                </a:ext>
              </a:extLst>
            </p:cNvPr>
            <p:cNvSpPr/>
            <p:nvPr/>
          </p:nvSpPr>
          <p:spPr>
            <a:xfrm>
              <a:off x="627142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62" name="Rectangle 61">
              <a:extLst>
                <a:ext uri="{FF2B5EF4-FFF2-40B4-BE49-F238E27FC236}">
                  <a16:creationId xmlns:a16="http://schemas.microsoft.com/office/drawing/2014/main" id="{2655FE84-822A-FB08-F092-9F8920E952DB}"/>
                </a:ext>
              </a:extLst>
            </p:cNvPr>
            <p:cNvSpPr/>
            <p:nvPr/>
          </p:nvSpPr>
          <p:spPr>
            <a:xfrm flipV="1">
              <a:off x="7010822"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 name="Oval 15">
              <a:extLst>
                <a:ext uri="{FF2B5EF4-FFF2-40B4-BE49-F238E27FC236}">
                  <a16:creationId xmlns:a16="http://schemas.microsoft.com/office/drawing/2014/main" id="{39968117-A22D-46CA-7837-DCB342A555B9}"/>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4" name="Straight Connector 63">
              <a:extLst>
                <a:ext uri="{FF2B5EF4-FFF2-40B4-BE49-F238E27FC236}">
                  <a16:creationId xmlns:a16="http://schemas.microsoft.com/office/drawing/2014/main" id="{F3719D7E-CF00-5A6C-804D-101AD122005A}"/>
                </a:ext>
              </a:extLst>
            </p:cNvPr>
            <p:cNvCxnSpPr>
              <a:cxnSpLocks/>
              <a:stCxn id="63" idx="0"/>
            </p:cNvCxnSpPr>
            <p:nvPr/>
          </p:nvCxnSpPr>
          <p:spPr>
            <a:xfrm flipV="1">
              <a:off x="7050821"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5" name="Straight Connector 64">
              <a:extLst>
                <a:ext uri="{FF2B5EF4-FFF2-40B4-BE49-F238E27FC236}">
                  <a16:creationId xmlns:a16="http://schemas.microsoft.com/office/drawing/2014/main" id="{856D8624-0F73-E375-007B-0168FC63E482}"/>
                </a:ext>
              </a:extLst>
            </p:cNvPr>
            <p:cNvCxnSpPr>
              <a:cxnSpLocks/>
            </p:cNvCxnSpPr>
            <p:nvPr/>
          </p:nvCxnSpPr>
          <p:spPr>
            <a:xfrm>
              <a:off x="7057735"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6" name="Group 65">
            <a:extLst>
              <a:ext uri="{FF2B5EF4-FFF2-40B4-BE49-F238E27FC236}">
                <a16:creationId xmlns:a16="http://schemas.microsoft.com/office/drawing/2014/main" id="{8C47E2D6-EF80-B901-9B7C-838CC3EB2A3B}"/>
              </a:ext>
            </a:extLst>
          </p:cNvPr>
          <p:cNvGrpSpPr/>
          <p:nvPr/>
        </p:nvGrpSpPr>
        <p:grpSpPr>
          <a:xfrm>
            <a:off x="6284562" y="1532276"/>
            <a:ext cx="721206" cy="609701"/>
            <a:chOff x="7262509" y="1729816"/>
            <a:chExt cx="871904" cy="748695"/>
          </a:xfrm>
        </p:grpSpPr>
        <p:sp>
          <p:nvSpPr>
            <p:cNvPr id="70" name="Rectangle 69">
              <a:extLst>
                <a:ext uri="{FF2B5EF4-FFF2-40B4-BE49-F238E27FC236}">
                  <a16:creationId xmlns:a16="http://schemas.microsoft.com/office/drawing/2014/main" id="{367BBD54-6A5F-DB4B-93F2-94BC067CC834}"/>
                </a:ext>
              </a:extLst>
            </p:cNvPr>
            <p:cNvSpPr/>
            <p:nvPr/>
          </p:nvSpPr>
          <p:spPr>
            <a:xfrm>
              <a:off x="7262509"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71" name="Rectangle 70">
              <a:extLst>
                <a:ext uri="{FF2B5EF4-FFF2-40B4-BE49-F238E27FC236}">
                  <a16:creationId xmlns:a16="http://schemas.microsoft.com/office/drawing/2014/main" id="{5244C337-0CA2-F6CC-B240-8AF24FBAD80A}"/>
                </a:ext>
              </a:extLst>
            </p:cNvPr>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 name="Oval 15">
              <a:extLst>
                <a:ext uri="{FF2B5EF4-FFF2-40B4-BE49-F238E27FC236}">
                  <a16:creationId xmlns:a16="http://schemas.microsoft.com/office/drawing/2014/main" id="{80F806B7-7485-5C5A-72C9-363194DE4D1C}"/>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3" name="Straight Connector 72">
              <a:extLst>
                <a:ext uri="{FF2B5EF4-FFF2-40B4-BE49-F238E27FC236}">
                  <a16:creationId xmlns:a16="http://schemas.microsoft.com/office/drawing/2014/main" id="{75E791A3-D8D6-A3A9-AE64-F5F87187037C}"/>
                </a:ext>
              </a:extLst>
            </p:cNvPr>
            <p:cNvCxnSpPr>
              <a:cxnSpLocks/>
              <a:stCxn id="72"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4" name="Straight Connector 73">
              <a:extLst>
                <a:ext uri="{FF2B5EF4-FFF2-40B4-BE49-F238E27FC236}">
                  <a16:creationId xmlns:a16="http://schemas.microsoft.com/office/drawing/2014/main" id="{9CCCEE17-C721-D950-88C2-C09428B3FEAE}"/>
                </a:ext>
              </a:extLst>
            </p:cNvPr>
            <p:cNvCxnSpPr>
              <a:cxnSpLocks/>
            </p:cNvCxnSpPr>
            <p:nvPr/>
          </p:nvCxnSpPr>
          <p:spPr>
            <a:xfrm>
              <a:off x="80562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5" name="Group 74">
            <a:extLst>
              <a:ext uri="{FF2B5EF4-FFF2-40B4-BE49-F238E27FC236}">
                <a16:creationId xmlns:a16="http://schemas.microsoft.com/office/drawing/2014/main" id="{84B7E3F3-0562-4B98-D6F3-5D8AF83F092D}"/>
              </a:ext>
            </a:extLst>
          </p:cNvPr>
          <p:cNvGrpSpPr/>
          <p:nvPr/>
        </p:nvGrpSpPr>
        <p:grpSpPr>
          <a:xfrm>
            <a:off x="7121069" y="1532276"/>
            <a:ext cx="721206" cy="609701"/>
            <a:chOff x="8253594" y="1729816"/>
            <a:chExt cx="871904" cy="748695"/>
          </a:xfrm>
        </p:grpSpPr>
        <p:sp>
          <p:nvSpPr>
            <p:cNvPr id="76" name="Rectangle 75">
              <a:extLst>
                <a:ext uri="{FF2B5EF4-FFF2-40B4-BE49-F238E27FC236}">
                  <a16:creationId xmlns:a16="http://schemas.microsoft.com/office/drawing/2014/main" id="{4BE2DE0E-40E8-F340-14FC-801C445F4B29}"/>
                </a:ext>
              </a:extLst>
            </p:cNvPr>
            <p:cNvSpPr/>
            <p:nvPr/>
          </p:nvSpPr>
          <p:spPr>
            <a:xfrm>
              <a:off x="825359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77" name="Rectangle 76">
              <a:extLst>
                <a:ext uri="{FF2B5EF4-FFF2-40B4-BE49-F238E27FC236}">
                  <a16:creationId xmlns:a16="http://schemas.microsoft.com/office/drawing/2014/main" id="{1613170E-0C09-2CE3-CC76-E1C9E279B891}"/>
                </a:ext>
              </a:extLst>
            </p:cNvPr>
            <p:cNvSpPr/>
            <p:nvPr/>
          </p:nvSpPr>
          <p:spPr>
            <a:xfrm flipV="1">
              <a:off x="8998048"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 name="Oval 15">
              <a:extLst>
                <a:ext uri="{FF2B5EF4-FFF2-40B4-BE49-F238E27FC236}">
                  <a16:creationId xmlns:a16="http://schemas.microsoft.com/office/drawing/2014/main" id="{4CFD5003-3B3E-B9D3-4843-9AE45AFB15A4}"/>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9" name="Straight Connector 78">
              <a:extLst>
                <a:ext uri="{FF2B5EF4-FFF2-40B4-BE49-F238E27FC236}">
                  <a16:creationId xmlns:a16="http://schemas.microsoft.com/office/drawing/2014/main" id="{6AD0AD77-010F-FE1C-7456-66007DB7EE65}"/>
                </a:ext>
              </a:extLst>
            </p:cNvPr>
            <p:cNvCxnSpPr>
              <a:cxnSpLocks/>
              <a:stCxn id="78" idx="0"/>
            </p:cNvCxnSpPr>
            <p:nvPr/>
          </p:nvCxnSpPr>
          <p:spPr>
            <a:xfrm flipV="1">
              <a:off x="9038047"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0" name="Straight Connector 79">
              <a:extLst>
                <a:ext uri="{FF2B5EF4-FFF2-40B4-BE49-F238E27FC236}">
                  <a16:creationId xmlns:a16="http://schemas.microsoft.com/office/drawing/2014/main" id="{8850A320-38C2-84EB-3E74-05D03625EB95}"/>
                </a:ext>
              </a:extLst>
            </p:cNvPr>
            <p:cNvCxnSpPr>
              <a:cxnSpLocks/>
            </p:cNvCxnSpPr>
            <p:nvPr/>
          </p:nvCxnSpPr>
          <p:spPr>
            <a:xfrm>
              <a:off x="9044961"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1" name="Group 80">
            <a:extLst>
              <a:ext uri="{FF2B5EF4-FFF2-40B4-BE49-F238E27FC236}">
                <a16:creationId xmlns:a16="http://schemas.microsoft.com/office/drawing/2014/main" id="{85D32523-0013-47BF-EB20-D8C41E5E6199}"/>
              </a:ext>
            </a:extLst>
          </p:cNvPr>
          <p:cNvGrpSpPr/>
          <p:nvPr/>
        </p:nvGrpSpPr>
        <p:grpSpPr>
          <a:xfrm>
            <a:off x="3775041" y="1532276"/>
            <a:ext cx="721206" cy="609701"/>
            <a:chOff x="4289254" y="1729816"/>
            <a:chExt cx="871904" cy="748695"/>
          </a:xfrm>
        </p:grpSpPr>
        <p:sp>
          <p:nvSpPr>
            <p:cNvPr id="82" name="Rectangle 81">
              <a:extLst>
                <a:ext uri="{FF2B5EF4-FFF2-40B4-BE49-F238E27FC236}">
                  <a16:creationId xmlns:a16="http://schemas.microsoft.com/office/drawing/2014/main" id="{1D0FC795-5513-8C6B-F371-EA30436EE909}"/>
                </a:ext>
              </a:extLst>
            </p:cNvPr>
            <p:cNvSpPr/>
            <p:nvPr/>
          </p:nvSpPr>
          <p:spPr>
            <a:xfrm>
              <a:off x="428925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101" name="Right Triangle 100">
              <a:extLst>
                <a:ext uri="{FF2B5EF4-FFF2-40B4-BE49-F238E27FC236}">
                  <a16:creationId xmlns:a16="http://schemas.microsoft.com/office/drawing/2014/main" id="{D27F8B2C-A8A5-A3BB-C7C5-3C1D7A85AE14}"/>
                </a:ext>
              </a:extLst>
            </p:cNvPr>
            <p:cNvSpPr/>
            <p:nvPr/>
          </p:nvSpPr>
          <p:spPr>
            <a:xfrm rot="10800000">
              <a:off x="5013435"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2" name="Group 101">
              <a:extLst>
                <a:ext uri="{FF2B5EF4-FFF2-40B4-BE49-F238E27FC236}">
                  <a16:creationId xmlns:a16="http://schemas.microsoft.com/office/drawing/2014/main" id="{D3FBCB58-C8C7-6906-3D8C-5320EB106818}"/>
                </a:ext>
              </a:extLst>
            </p:cNvPr>
            <p:cNvGrpSpPr/>
            <p:nvPr/>
          </p:nvGrpSpPr>
          <p:grpSpPr>
            <a:xfrm>
              <a:off x="5093762" y="1742900"/>
              <a:ext cx="45719" cy="75385"/>
              <a:chOff x="3883481" y="2057400"/>
              <a:chExt cx="1608363" cy="2652031"/>
            </a:xfrm>
            <a:solidFill>
              <a:srgbClr val="A6A6A6"/>
            </a:solidFill>
          </p:grpSpPr>
          <p:sp>
            <p:nvSpPr>
              <p:cNvPr id="103" name="Oval 27">
                <a:extLst>
                  <a:ext uri="{FF2B5EF4-FFF2-40B4-BE49-F238E27FC236}">
                    <a16:creationId xmlns:a16="http://schemas.microsoft.com/office/drawing/2014/main" id="{8CF9227D-ADA8-6F22-4F33-1CB907E884C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 name="Oval 28">
                <a:extLst>
                  <a:ext uri="{FF2B5EF4-FFF2-40B4-BE49-F238E27FC236}">
                    <a16:creationId xmlns:a16="http://schemas.microsoft.com/office/drawing/2014/main" id="{B76B05D4-3EB3-6E14-F41C-9A8BC7C096D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963047EA-C876-652D-B3B4-0B5195AC320B}"/>
              </a:ext>
            </a:extLst>
          </p:cNvPr>
          <p:cNvGrpSpPr/>
          <p:nvPr/>
        </p:nvGrpSpPr>
        <p:grpSpPr>
          <a:xfrm>
            <a:off x="4611548" y="1532276"/>
            <a:ext cx="721206" cy="609701"/>
            <a:chOff x="5280339" y="1729816"/>
            <a:chExt cx="871904" cy="748695"/>
          </a:xfrm>
        </p:grpSpPr>
        <p:sp>
          <p:nvSpPr>
            <p:cNvPr id="106" name="Rectangle 105">
              <a:extLst>
                <a:ext uri="{FF2B5EF4-FFF2-40B4-BE49-F238E27FC236}">
                  <a16:creationId xmlns:a16="http://schemas.microsoft.com/office/drawing/2014/main" id="{EA7B7418-0D48-66C1-EFEA-9A4E238BEECE}"/>
                </a:ext>
              </a:extLst>
            </p:cNvPr>
            <p:cNvSpPr/>
            <p:nvPr/>
          </p:nvSpPr>
          <p:spPr>
            <a:xfrm>
              <a:off x="528033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439" name="Right Triangle 438">
              <a:extLst>
                <a:ext uri="{FF2B5EF4-FFF2-40B4-BE49-F238E27FC236}">
                  <a16:creationId xmlns:a16="http://schemas.microsoft.com/office/drawing/2014/main" id="{3BD54E0C-6923-9F58-BF6F-65647365885B}"/>
                </a:ext>
              </a:extLst>
            </p:cNvPr>
            <p:cNvSpPr/>
            <p:nvPr/>
          </p:nvSpPr>
          <p:spPr>
            <a:xfrm rot="10800000">
              <a:off x="6003472"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40" name="Group 439">
              <a:extLst>
                <a:ext uri="{FF2B5EF4-FFF2-40B4-BE49-F238E27FC236}">
                  <a16:creationId xmlns:a16="http://schemas.microsoft.com/office/drawing/2014/main" id="{5A052EDD-40E6-0AFB-768B-2C892D1FC46F}"/>
                </a:ext>
              </a:extLst>
            </p:cNvPr>
            <p:cNvGrpSpPr/>
            <p:nvPr/>
          </p:nvGrpSpPr>
          <p:grpSpPr>
            <a:xfrm>
              <a:off x="6083799" y="1742900"/>
              <a:ext cx="45719" cy="75385"/>
              <a:chOff x="3883481" y="2057400"/>
              <a:chExt cx="1608363" cy="2652031"/>
            </a:xfrm>
            <a:solidFill>
              <a:srgbClr val="A6A6A6"/>
            </a:solidFill>
          </p:grpSpPr>
          <p:sp>
            <p:nvSpPr>
              <p:cNvPr id="441" name="Oval 27">
                <a:extLst>
                  <a:ext uri="{FF2B5EF4-FFF2-40B4-BE49-F238E27FC236}">
                    <a16:creationId xmlns:a16="http://schemas.microsoft.com/office/drawing/2014/main" id="{CC538A84-9E8B-FEF4-DAF3-33DB46AD3D3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2" name="Oval 28">
                <a:extLst>
                  <a:ext uri="{FF2B5EF4-FFF2-40B4-BE49-F238E27FC236}">
                    <a16:creationId xmlns:a16="http://schemas.microsoft.com/office/drawing/2014/main" id="{D83AA611-20FA-D148-4A1D-8B0D503B8C1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43" name="Group 442">
            <a:extLst>
              <a:ext uri="{FF2B5EF4-FFF2-40B4-BE49-F238E27FC236}">
                <a16:creationId xmlns:a16="http://schemas.microsoft.com/office/drawing/2014/main" id="{D94B9ACD-B508-B696-CFF5-2811B7FCE08D}"/>
              </a:ext>
            </a:extLst>
          </p:cNvPr>
          <p:cNvGrpSpPr/>
          <p:nvPr/>
        </p:nvGrpSpPr>
        <p:grpSpPr>
          <a:xfrm>
            <a:off x="2938534" y="1532276"/>
            <a:ext cx="721206" cy="610038"/>
            <a:chOff x="3298169" y="1729403"/>
            <a:chExt cx="871904" cy="749108"/>
          </a:xfrm>
        </p:grpSpPr>
        <p:sp>
          <p:nvSpPr>
            <p:cNvPr id="444" name="Rectangle 443">
              <a:extLst>
                <a:ext uri="{FF2B5EF4-FFF2-40B4-BE49-F238E27FC236}">
                  <a16:creationId xmlns:a16="http://schemas.microsoft.com/office/drawing/2014/main" id="{6A5489FD-BB8A-8E21-947B-4BE87E4DF73A}"/>
                </a:ext>
              </a:extLst>
            </p:cNvPr>
            <p:cNvSpPr/>
            <p:nvPr/>
          </p:nvSpPr>
          <p:spPr>
            <a:xfrm>
              <a:off x="329816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445" name="Right Triangle 444">
              <a:extLst>
                <a:ext uri="{FF2B5EF4-FFF2-40B4-BE49-F238E27FC236}">
                  <a16:creationId xmlns:a16="http://schemas.microsoft.com/office/drawing/2014/main" id="{B3C0640D-94D4-4D24-D847-358E8D809DD3}"/>
                </a:ext>
              </a:extLst>
            </p:cNvPr>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6" name="Oval 27">
              <a:extLst>
                <a:ext uri="{FF2B5EF4-FFF2-40B4-BE49-F238E27FC236}">
                  <a16:creationId xmlns:a16="http://schemas.microsoft.com/office/drawing/2014/main" id="{607257E2-366C-C918-DA74-22E06313C2EC}"/>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7" name="Oval 28">
              <a:extLst>
                <a:ext uri="{FF2B5EF4-FFF2-40B4-BE49-F238E27FC236}">
                  <a16:creationId xmlns:a16="http://schemas.microsoft.com/office/drawing/2014/main" id="{03A9DE26-EAF3-2305-78A7-4AB18F8935A3}"/>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48" name="Group 447">
            <a:extLst>
              <a:ext uri="{FF2B5EF4-FFF2-40B4-BE49-F238E27FC236}">
                <a16:creationId xmlns:a16="http://schemas.microsoft.com/office/drawing/2014/main" id="{CC5F4A34-E721-84D5-8ED9-061C765273EB}"/>
              </a:ext>
            </a:extLst>
          </p:cNvPr>
          <p:cNvGrpSpPr/>
          <p:nvPr/>
        </p:nvGrpSpPr>
        <p:grpSpPr>
          <a:xfrm>
            <a:off x="6287105" y="2974054"/>
            <a:ext cx="721206" cy="609701"/>
            <a:chOff x="8253594" y="3370808"/>
            <a:chExt cx="871904" cy="748695"/>
          </a:xfrm>
        </p:grpSpPr>
        <p:sp>
          <p:nvSpPr>
            <p:cNvPr id="449" name="Rectangle 448">
              <a:hlinkHover r:id="" action="ppaction://noaction" highlightClick="1"/>
              <a:extLst>
                <a:ext uri="{FF2B5EF4-FFF2-40B4-BE49-F238E27FC236}">
                  <a16:creationId xmlns:a16="http://schemas.microsoft.com/office/drawing/2014/main" id="{4C923D42-BB09-8BFC-6C65-F15306349C49}"/>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450" name="Rectangle 449">
              <a:extLst>
                <a:ext uri="{FF2B5EF4-FFF2-40B4-BE49-F238E27FC236}">
                  <a16:creationId xmlns:a16="http://schemas.microsoft.com/office/drawing/2014/main" id="{4533A6C3-6BF1-C0FC-E5B9-F842D29E0A61}"/>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1" name="Oval 15">
              <a:extLst>
                <a:ext uri="{FF2B5EF4-FFF2-40B4-BE49-F238E27FC236}">
                  <a16:creationId xmlns:a16="http://schemas.microsoft.com/office/drawing/2014/main" id="{C3C55C1F-1CF9-21EE-010E-522300CFBBCE}"/>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52" name="Straight Connector 451">
              <a:extLst>
                <a:ext uri="{FF2B5EF4-FFF2-40B4-BE49-F238E27FC236}">
                  <a16:creationId xmlns:a16="http://schemas.microsoft.com/office/drawing/2014/main" id="{211813C3-82EE-5E71-53A8-FDE99A32DD9B}"/>
                </a:ext>
              </a:extLst>
            </p:cNvPr>
            <p:cNvCxnSpPr>
              <a:cxnSpLocks/>
              <a:stCxn id="451"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53" name="Straight Connector 452">
              <a:extLst>
                <a:ext uri="{FF2B5EF4-FFF2-40B4-BE49-F238E27FC236}">
                  <a16:creationId xmlns:a16="http://schemas.microsoft.com/office/drawing/2014/main" id="{2FAFA2B8-8980-FC01-C9C4-3A2921DFAC29}"/>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54" name="Group 453">
            <a:extLst>
              <a:ext uri="{FF2B5EF4-FFF2-40B4-BE49-F238E27FC236}">
                <a16:creationId xmlns:a16="http://schemas.microsoft.com/office/drawing/2014/main" id="{C546849B-2D1C-8544-7CFE-A31A727A3FE9}"/>
              </a:ext>
            </a:extLst>
          </p:cNvPr>
          <p:cNvGrpSpPr/>
          <p:nvPr/>
        </p:nvGrpSpPr>
        <p:grpSpPr>
          <a:xfrm>
            <a:off x="7123149" y="2974054"/>
            <a:ext cx="721206" cy="609701"/>
            <a:chOff x="8253594" y="3370808"/>
            <a:chExt cx="871904" cy="748695"/>
          </a:xfrm>
        </p:grpSpPr>
        <p:sp>
          <p:nvSpPr>
            <p:cNvPr id="455" name="Rectangle 454">
              <a:hlinkHover r:id="" action="ppaction://noaction" highlightClick="1"/>
              <a:extLst>
                <a:ext uri="{FF2B5EF4-FFF2-40B4-BE49-F238E27FC236}">
                  <a16:creationId xmlns:a16="http://schemas.microsoft.com/office/drawing/2014/main" id="{CDE336FF-B7F6-7DD1-FABD-E2FD3FF92D56}"/>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456" name="Rectangle 455">
              <a:extLst>
                <a:ext uri="{FF2B5EF4-FFF2-40B4-BE49-F238E27FC236}">
                  <a16:creationId xmlns:a16="http://schemas.microsoft.com/office/drawing/2014/main" id="{B4689DE2-F5A9-65BF-0B4A-03E7AEEFE08B}"/>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7" name="Oval 15">
              <a:extLst>
                <a:ext uri="{FF2B5EF4-FFF2-40B4-BE49-F238E27FC236}">
                  <a16:creationId xmlns:a16="http://schemas.microsoft.com/office/drawing/2014/main" id="{26D6A282-1725-82CB-BF51-E2B6291A429A}"/>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58" name="Straight Connector 457">
              <a:extLst>
                <a:ext uri="{FF2B5EF4-FFF2-40B4-BE49-F238E27FC236}">
                  <a16:creationId xmlns:a16="http://schemas.microsoft.com/office/drawing/2014/main" id="{14630E98-DA41-2393-00CC-CC79BE80E337}"/>
                </a:ext>
              </a:extLst>
            </p:cNvPr>
            <p:cNvCxnSpPr>
              <a:cxnSpLocks/>
              <a:stCxn id="457"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59" name="Straight Connector 458">
              <a:extLst>
                <a:ext uri="{FF2B5EF4-FFF2-40B4-BE49-F238E27FC236}">
                  <a16:creationId xmlns:a16="http://schemas.microsoft.com/office/drawing/2014/main" id="{60A54B1C-9AD7-6C96-DE59-276657EA0C67}"/>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60" name="Group 459">
            <a:extLst>
              <a:ext uri="{FF2B5EF4-FFF2-40B4-BE49-F238E27FC236}">
                <a16:creationId xmlns:a16="http://schemas.microsoft.com/office/drawing/2014/main" id="{8FEFC288-39E7-2A18-EC04-D037642657FC}"/>
              </a:ext>
            </a:extLst>
          </p:cNvPr>
          <p:cNvGrpSpPr/>
          <p:nvPr/>
        </p:nvGrpSpPr>
        <p:grpSpPr>
          <a:xfrm>
            <a:off x="7959193" y="2974054"/>
            <a:ext cx="721206" cy="609701"/>
            <a:chOff x="10243575" y="88412"/>
            <a:chExt cx="871904" cy="748695"/>
          </a:xfrm>
        </p:grpSpPr>
        <p:sp>
          <p:nvSpPr>
            <p:cNvPr id="461" name="Rectangle 460">
              <a:hlinkHover r:id="" action="ppaction://noaction" highlightClick="1"/>
              <a:extLst>
                <a:ext uri="{FF2B5EF4-FFF2-40B4-BE49-F238E27FC236}">
                  <a16:creationId xmlns:a16="http://schemas.microsoft.com/office/drawing/2014/main" id="{B965DDD0-339A-315E-29D2-FC789047F6A8}"/>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sp>
          <p:nvSpPr>
            <p:cNvPr id="462" name="Diamond 461">
              <a:extLst>
                <a:ext uri="{FF2B5EF4-FFF2-40B4-BE49-F238E27FC236}">
                  <a16:creationId xmlns:a16="http://schemas.microsoft.com/office/drawing/2014/main" id="{C55BE469-80E8-07F1-AC29-B9069DF61C93}"/>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3" name="Oval 462">
              <a:extLst>
                <a:ext uri="{FF2B5EF4-FFF2-40B4-BE49-F238E27FC236}">
                  <a16:creationId xmlns:a16="http://schemas.microsoft.com/office/drawing/2014/main" id="{5C427B9B-1BE2-44CD-67BA-D31D564F5A81}"/>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64" name="Group 463">
            <a:extLst>
              <a:ext uri="{FF2B5EF4-FFF2-40B4-BE49-F238E27FC236}">
                <a16:creationId xmlns:a16="http://schemas.microsoft.com/office/drawing/2014/main" id="{3B844C08-9DDB-37F5-E403-6F5ED307563E}"/>
              </a:ext>
            </a:extLst>
          </p:cNvPr>
          <p:cNvGrpSpPr/>
          <p:nvPr/>
        </p:nvGrpSpPr>
        <p:grpSpPr>
          <a:xfrm>
            <a:off x="8795237" y="2974054"/>
            <a:ext cx="721206" cy="609701"/>
            <a:chOff x="10243575" y="88412"/>
            <a:chExt cx="871904" cy="748695"/>
          </a:xfrm>
        </p:grpSpPr>
        <p:sp>
          <p:nvSpPr>
            <p:cNvPr id="465" name="Rectangle 464">
              <a:hlinkHover r:id="" action="ppaction://noaction" highlightClick="1"/>
              <a:extLst>
                <a:ext uri="{FF2B5EF4-FFF2-40B4-BE49-F238E27FC236}">
                  <a16:creationId xmlns:a16="http://schemas.microsoft.com/office/drawing/2014/main" id="{3CC22AA8-D872-44EF-B540-287C84557113}"/>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466" name="Diamond 465">
              <a:extLst>
                <a:ext uri="{FF2B5EF4-FFF2-40B4-BE49-F238E27FC236}">
                  <a16:creationId xmlns:a16="http://schemas.microsoft.com/office/drawing/2014/main" id="{CFD2A557-DB77-9147-1CF9-3D759A823936}"/>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7" name="Oval 466">
              <a:extLst>
                <a:ext uri="{FF2B5EF4-FFF2-40B4-BE49-F238E27FC236}">
                  <a16:creationId xmlns:a16="http://schemas.microsoft.com/office/drawing/2014/main" id="{4139977E-8308-B29E-0EC0-37CC70F2FA50}"/>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74" name="Group 473">
            <a:extLst>
              <a:ext uri="{FF2B5EF4-FFF2-40B4-BE49-F238E27FC236}">
                <a16:creationId xmlns:a16="http://schemas.microsoft.com/office/drawing/2014/main" id="{748BB6AB-2843-ADF5-C973-BE029AFCF46D}"/>
              </a:ext>
            </a:extLst>
          </p:cNvPr>
          <p:cNvGrpSpPr/>
          <p:nvPr/>
        </p:nvGrpSpPr>
        <p:grpSpPr>
          <a:xfrm>
            <a:off x="5442072" y="811556"/>
            <a:ext cx="728206" cy="609701"/>
            <a:chOff x="7262509" y="909114"/>
            <a:chExt cx="880366" cy="748695"/>
          </a:xfrm>
        </p:grpSpPr>
        <p:sp>
          <p:nvSpPr>
            <p:cNvPr id="475" name="Rectangle 474">
              <a:extLst>
                <a:ext uri="{FF2B5EF4-FFF2-40B4-BE49-F238E27FC236}">
                  <a16:creationId xmlns:a16="http://schemas.microsoft.com/office/drawing/2014/main" id="{16E20EA5-6B96-8338-C42C-A838046C587C}"/>
                </a:ext>
              </a:extLst>
            </p:cNvPr>
            <p:cNvSpPr/>
            <p:nvPr/>
          </p:nvSpPr>
          <p:spPr>
            <a:xfrm>
              <a:off x="726250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476" name="Rectangle 475">
              <a:extLst>
                <a:ext uri="{FF2B5EF4-FFF2-40B4-BE49-F238E27FC236}">
                  <a16:creationId xmlns:a16="http://schemas.microsoft.com/office/drawing/2014/main" id="{D349F0CB-26CC-9A8C-6E23-5DA2003F32AE}"/>
                </a:ext>
              </a:extLst>
            </p:cNvPr>
            <p:cNvSpPr/>
            <p:nvPr/>
          </p:nvSpPr>
          <p:spPr>
            <a:xfrm flipV="1">
              <a:off x="8021749"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7" name="Oval 15">
              <a:extLst>
                <a:ext uri="{FF2B5EF4-FFF2-40B4-BE49-F238E27FC236}">
                  <a16:creationId xmlns:a16="http://schemas.microsoft.com/office/drawing/2014/main" id="{F0DABA71-6BAB-955B-35A0-5E88F7241005}"/>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78" name="Straight Connector 477">
              <a:extLst>
                <a:ext uri="{FF2B5EF4-FFF2-40B4-BE49-F238E27FC236}">
                  <a16:creationId xmlns:a16="http://schemas.microsoft.com/office/drawing/2014/main" id="{EB3426DB-0D33-B3C8-5E4E-20140906B00E}"/>
                </a:ext>
              </a:extLst>
            </p:cNvPr>
            <p:cNvCxnSpPr>
              <a:cxnSpLocks/>
              <a:stCxn id="477" idx="0"/>
            </p:cNvCxnSpPr>
            <p:nvPr/>
          </p:nvCxnSpPr>
          <p:spPr>
            <a:xfrm flipV="1">
              <a:off x="8061748"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79" name="Straight Connector 478">
              <a:extLst>
                <a:ext uri="{FF2B5EF4-FFF2-40B4-BE49-F238E27FC236}">
                  <a16:creationId xmlns:a16="http://schemas.microsoft.com/office/drawing/2014/main" id="{6383F19F-5155-C1A9-CEAE-B3FE4211BB09}"/>
                </a:ext>
              </a:extLst>
            </p:cNvPr>
            <p:cNvCxnSpPr>
              <a:cxnSpLocks/>
            </p:cNvCxnSpPr>
            <p:nvPr/>
          </p:nvCxnSpPr>
          <p:spPr>
            <a:xfrm>
              <a:off x="8068662"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80" name="Group 479">
            <a:extLst>
              <a:ext uri="{FF2B5EF4-FFF2-40B4-BE49-F238E27FC236}">
                <a16:creationId xmlns:a16="http://schemas.microsoft.com/office/drawing/2014/main" id="{3428CA2B-F95B-FECD-07C6-CBDBEB6B34FF}"/>
              </a:ext>
            </a:extLst>
          </p:cNvPr>
          <p:cNvGrpSpPr/>
          <p:nvPr/>
        </p:nvGrpSpPr>
        <p:grpSpPr>
          <a:xfrm>
            <a:off x="6284590" y="811556"/>
            <a:ext cx="721206" cy="609701"/>
            <a:chOff x="8253594" y="909114"/>
            <a:chExt cx="871904" cy="748695"/>
          </a:xfrm>
        </p:grpSpPr>
        <p:sp>
          <p:nvSpPr>
            <p:cNvPr id="481" name="Rectangle 480">
              <a:hlinkHover r:id="" action="ppaction://noaction" highlightClick="1"/>
              <a:extLst>
                <a:ext uri="{FF2B5EF4-FFF2-40B4-BE49-F238E27FC236}">
                  <a16:creationId xmlns:a16="http://schemas.microsoft.com/office/drawing/2014/main" id="{2A8B39D7-7294-9E19-3EB4-A295B77867DB}"/>
                </a:ext>
              </a:extLst>
            </p:cNvPr>
            <p:cNvSpPr/>
            <p:nvPr/>
          </p:nvSpPr>
          <p:spPr>
            <a:xfrm>
              <a:off x="825359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482" name="Right Triangle 481">
              <a:extLst>
                <a:ext uri="{FF2B5EF4-FFF2-40B4-BE49-F238E27FC236}">
                  <a16:creationId xmlns:a16="http://schemas.microsoft.com/office/drawing/2014/main" id="{21CE5833-57E5-1A1B-54F7-35A7E1BB9872}"/>
                </a:ext>
              </a:extLst>
            </p:cNvPr>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3" name="Oval 27">
              <a:extLst>
                <a:ext uri="{FF2B5EF4-FFF2-40B4-BE49-F238E27FC236}">
                  <a16:creationId xmlns:a16="http://schemas.microsoft.com/office/drawing/2014/main" id="{31CC322D-B3EC-C697-FCB4-A6087CDE1286}"/>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4" name="Oval 28">
              <a:extLst>
                <a:ext uri="{FF2B5EF4-FFF2-40B4-BE49-F238E27FC236}">
                  <a16:creationId xmlns:a16="http://schemas.microsoft.com/office/drawing/2014/main" id="{20D08165-6360-1087-0504-2B89BCF1FC8E}"/>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90" name="Group 489">
            <a:extLst>
              <a:ext uri="{FF2B5EF4-FFF2-40B4-BE49-F238E27FC236}">
                <a16:creationId xmlns:a16="http://schemas.microsoft.com/office/drawing/2014/main" id="{2A6644A2-8AFF-6415-9B4F-216032690151}"/>
              </a:ext>
            </a:extLst>
          </p:cNvPr>
          <p:cNvGrpSpPr/>
          <p:nvPr/>
        </p:nvGrpSpPr>
        <p:grpSpPr>
          <a:xfrm>
            <a:off x="7957576" y="811556"/>
            <a:ext cx="721206" cy="609701"/>
            <a:chOff x="4289254" y="909114"/>
            <a:chExt cx="871904" cy="748695"/>
          </a:xfrm>
        </p:grpSpPr>
        <p:sp>
          <p:nvSpPr>
            <p:cNvPr id="491" name="Rectangle 490">
              <a:extLst>
                <a:ext uri="{FF2B5EF4-FFF2-40B4-BE49-F238E27FC236}">
                  <a16:creationId xmlns:a16="http://schemas.microsoft.com/office/drawing/2014/main" id="{74665055-5BA8-67A1-748C-917970E82B7F}"/>
                </a:ext>
              </a:extLst>
            </p:cNvPr>
            <p:cNvSpPr/>
            <p:nvPr/>
          </p:nvSpPr>
          <p:spPr>
            <a:xfrm>
              <a:off x="4289254"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492" name="Rectangle 491">
              <a:extLst>
                <a:ext uri="{FF2B5EF4-FFF2-40B4-BE49-F238E27FC236}">
                  <a16:creationId xmlns:a16="http://schemas.microsoft.com/office/drawing/2014/main" id="{3D02C5E7-A519-452D-199C-53B7AE4956A9}"/>
                </a:ext>
              </a:extLst>
            </p:cNvPr>
            <p:cNvSpPr/>
            <p:nvPr/>
          </p:nvSpPr>
          <p:spPr>
            <a:xfrm flipV="1">
              <a:off x="5036005"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3" name="Oval 15">
              <a:extLst>
                <a:ext uri="{FF2B5EF4-FFF2-40B4-BE49-F238E27FC236}">
                  <a16:creationId xmlns:a16="http://schemas.microsoft.com/office/drawing/2014/main" id="{DB9F3BF3-0073-A15F-A7F4-8A510E01DF16}"/>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94" name="Straight Connector 493">
              <a:extLst>
                <a:ext uri="{FF2B5EF4-FFF2-40B4-BE49-F238E27FC236}">
                  <a16:creationId xmlns:a16="http://schemas.microsoft.com/office/drawing/2014/main" id="{3B42E693-765C-4542-76BA-29BAD7FF0B49}"/>
                </a:ext>
              </a:extLst>
            </p:cNvPr>
            <p:cNvCxnSpPr>
              <a:cxnSpLocks/>
              <a:stCxn id="493" idx="0"/>
            </p:cNvCxnSpPr>
            <p:nvPr/>
          </p:nvCxnSpPr>
          <p:spPr>
            <a:xfrm flipV="1">
              <a:off x="5076004"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95" name="Straight Connector 494">
              <a:extLst>
                <a:ext uri="{FF2B5EF4-FFF2-40B4-BE49-F238E27FC236}">
                  <a16:creationId xmlns:a16="http://schemas.microsoft.com/office/drawing/2014/main" id="{5C495800-98FE-DB43-8A22-08BA956A32A3}"/>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04" name="Group 503">
            <a:extLst>
              <a:ext uri="{FF2B5EF4-FFF2-40B4-BE49-F238E27FC236}">
                <a16:creationId xmlns:a16="http://schemas.microsoft.com/office/drawing/2014/main" id="{69A3B9D1-4D48-51B5-7D3C-B6222442700C}"/>
              </a:ext>
            </a:extLst>
          </p:cNvPr>
          <p:cNvGrpSpPr/>
          <p:nvPr/>
        </p:nvGrpSpPr>
        <p:grpSpPr>
          <a:xfrm>
            <a:off x="11356238" y="90836"/>
            <a:ext cx="721206" cy="609701"/>
            <a:chOff x="11226844" y="88412"/>
            <a:chExt cx="871904" cy="748695"/>
          </a:xfrm>
        </p:grpSpPr>
        <p:sp>
          <p:nvSpPr>
            <p:cNvPr id="505" name="Rectangle 504">
              <a:hlinkHover r:id="" action="ppaction://noaction" highlightClick="1"/>
              <a:extLst>
                <a:ext uri="{FF2B5EF4-FFF2-40B4-BE49-F238E27FC236}">
                  <a16:creationId xmlns:a16="http://schemas.microsoft.com/office/drawing/2014/main" id="{F03FBD4E-57C2-BB36-349A-197A29654176}"/>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506" name="Oval 505">
              <a:extLst>
                <a:ext uri="{FF2B5EF4-FFF2-40B4-BE49-F238E27FC236}">
                  <a16:creationId xmlns:a16="http://schemas.microsoft.com/office/drawing/2014/main" id="{871BC3A1-145E-76CB-7140-2AC3AE0BB4D0}"/>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7" name="Isosceles Triangle 648">
              <a:extLst>
                <a:ext uri="{FF2B5EF4-FFF2-40B4-BE49-F238E27FC236}">
                  <a16:creationId xmlns:a16="http://schemas.microsoft.com/office/drawing/2014/main" id="{1802AED4-55F9-C2A4-0771-3CB8317FDC08}"/>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08" name="Group 507">
            <a:extLst>
              <a:ext uri="{FF2B5EF4-FFF2-40B4-BE49-F238E27FC236}">
                <a16:creationId xmlns:a16="http://schemas.microsoft.com/office/drawing/2014/main" id="{B67DC357-583B-2F0F-3CF0-8D6081E7C4F1}"/>
              </a:ext>
            </a:extLst>
          </p:cNvPr>
          <p:cNvGrpSpPr/>
          <p:nvPr/>
        </p:nvGrpSpPr>
        <p:grpSpPr>
          <a:xfrm>
            <a:off x="11356238" y="3694774"/>
            <a:ext cx="721206" cy="609701"/>
            <a:chOff x="11335787" y="4191133"/>
            <a:chExt cx="710037" cy="609701"/>
          </a:xfrm>
        </p:grpSpPr>
        <p:sp>
          <p:nvSpPr>
            <p:cNvPr id="509" name="Rectangle 508">
              <a:hlinkHover r:id="" action="ppaction://noaction" highlightClick="1"/>
              <a:extLst>
                <a:ext uri="{FF2B5EF4-FFF2-40B4-BE49-F238E27FC236}">
                  <a16:creationId xmlns:a16="http://schemas.microsoft.com/office/drawing/2014/main" id="{43A28F3F-5FF6-6F78-69B1-527EF98B3838}"/>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510" name="Oval 509">
              <a:extLst>
                <a:ext uri="{FF2B5EF4-FFF2-40B4-BE49-F238E27FC236}">
                  <a16:creationId xmlns:a16="http://schemas.microsoft.com/office/drawing/2014/main" id="{74C22BF0-F72F-CF2A-F0F4-A0629E68472E}"/>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1" name="Isosceles Triangle 648">
              <a:extLst>
                <a:ext uri="{FF2B5EF4-FFF2-40B4-BE49-F238E27FC236}">
                  <a16:creationId xmlns:a16="http://schemas.microsoft.com/office/drawing/2014/main" id="{4F68A3D1-C44A-0FC1-BF99-2BA7B37B4B84}"/>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2" name="Group 511">
            <a:extLst>
              <a:ext uri="{FF2B5EF4-FFF2-40B4-BE49-F238E27FC236}">
                <a16:creationId xmlns:a16="http://schemas.microsoft.com/office/drawing/2014/main" id="{20EF24F2-1D38-291A-7FC0-F5FD8348588C}"/>
              </a:ext>
            </a:extLst>
          </p:cNvPr>
          <p:cNvGrpSpPr/>
          <p:nvPr/>
        </p:nvGrpSpPr>
        <p:grpSpPr>
          <a:xfrm>
            <a:off x="9657689" y="4419620"/>
            <a:ext cx="721206" cy="609701"/>
            <a:chOff x="11226844" y="5012622"/>
            <a:chExt cx="871904" cy="748695"/>
          </a:xfrm>
        </p:grpSpPr>
        <p:sp>
          <p:nvSpPr>
            <p:cNvPr id="513" name="Rectangle 512">
              <a:hlinkHover r:id="" action="ppaction://noaction" highlightClick="1"/>
              <a:extLst>
                <a:ext uri="{FF2B5EF4-FFF2-40B4-BE49-F238E27FC236}">
                  <a16:creationId xmlns:a16="http://schemas.microsoft.com/office/drawing/2014/main" id="{6CDEC231-18A3-77FC-CAF2-6B0E95B674DF}"/>
                </a:ext>
              </a:extLst>
            </p:cNvPr>
            <p:cNvSpPr/>
            <p:nvPr/>
          </p:nvSpPr>
          <p:spPr>
            <a:xfrm>
              <a:off x="1122684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514" name="Oval 513">
              <a:extLst>
                <a:ext uri="{FF2B5EF4-FFF2-40B4-BE49-F238E27FC236}">
                  <a16:creationId xmlns:a16="http://schemas.microsoft.com/office/drawing/2014/main" id="{2BCC4673-BC8C-7F36-F97C-2328819818F0}"/>
                </a:ext>
              </a:extLst>
            </p:cNvPr>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5" name="Isosceles Triangle 648">
              <a:extLst>
                <a:ext uri="{FF2B5EF4-FFF2-40B4-BE49-F238E27FC236}">
                  <a16:creationId xmlns:a16="http://schemas.microsoft.com/office/drawing/2014/main" id="{9230D69A-0806-0480-93D0-190B9EE370C1}"/>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6" name="Group 515">
            <a:extLst>
              <a:ext uri="{FF2B5EF4-FFF2-40B4-BE49-F238E27FC236}">
                <a16:creationId xmlns:a16="http://schemas.microsoft.com/office/drawing/2014/main" id="{32E74549-E895-178E-89E0-EA597E8C120C}"/>
              </a:ext>
            </a:extLst>
          </p:cNvPr>
          <p:cNvGrpSpPr/>
          <p:nvPr/>
        </p:nvGrpSpPr>
        <p:grpSpPr>
          <a:xfrm>
            <a:off x="10506964" y="4419620"/>
            <a:ext cx="721206" cy="609701"/>
            <a:chOff x="11226844" y="88412"/>
            <a:chExt cx="871904" cy="748695"/>
          </a:xfrm>
        </p:grpSpPr>
        <p:sp>
          <p:nvSpPr>
            <p:cNvPr id="517" name="Rectangle 516">
              <a:hlinkHover r:id="" action="ppaction://noaction" highlightClick="1"/>
              <a:extLst>
                <a:ext uri="{FF2B5EF4-FFF2-40B4-BE49-F238E27FC236}">
                  <a16:creationId xmlns:a16="http://schemas.microsoft.com/office/drawing/2014/main" id="{C6AABC80-190C-8106-78FA-009AC8BC644D}"/>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518" name="Oval 517">
              <a:extLst>
                <a:ext uri="{FF2B5EF4-FFF2-40B4-BE49-F238E27FC236}">
                  <a16:creationId xmlns:a16="http://schemas.microsoft.com/office/drawing/2014/main" id="{515A85B5-6068-B3ED-9F10-2DA7E73DB5D7}"/>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9" name="Isosceles Triangle 648">
              <a:extLst>
                <a:ext uri="{FF2B5EF4-FFF2-40B4-BE49-F238E27FC236}">
                  <a16:creationId xmlns:a16="http://schemas.microsoft.com/office/drawing/2014/main" id="{4CC2064D-7F64-9175-AB4F-E05CAA147826}"/>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0" name="Group 519">
            <a:extLst>
              <a:ext uri="{FF2B5EF4-FFF2-40B4-BE49-F238E27FC236}">
                <a16:creationId xmlns:a16="http://schemas.microsoft.com/office/drawing/2014/main" id="{507A4569-4FA4-F0FB-376F-1816C5B55A7A}"/>
              </a:ext>
            </a:extLst>
          </p:cNvPr>
          <p:cNvGrpSpPr/>
          <p:nvPr/>
        </p:nvGrpSpPr>
        <p:grpSpPr>
          <a:xfrm>
            <a:off x="11355999" y="4416261"/>
            <a:ext cx="721206" cy="609701"/>
            <a:chOff x="11226844" y="88412"/>
            <a:chExt cx="871904" cy="748695"/>
          </a:xfrm>
        </p:grpSpPr>
        <p:sp>
          <p:nvSpPr>
            <p:cNvPr id="521" name="Rectangle 520">
              <a:hlinkHover r:id="" action="ppaction://noaction" highlightClick="1"/>
              <a:extLst>
                <a:ext uri="{FF2B5EF4-FFF2-40B4-BE49-F238E27FC236}">
                  <a16:creationId xmlns:a16="http://schemas.microsoft.com/office/drawing/2014/main" id="{CED0B6E2-CB70-8968-2C25-AB8523486ED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522" name="Oval 521">
              <a:extLst>
                <a:ext uri="{FF2B5EF4-FFF2-40B4-BE49-F238E27FC236}">
                  <a16:creationId xmlns:a16="http://schemas.microsoft.com/office/drawing/2014/main" id="{1A01876C-C72D-D1D3-A8E5-E90454ADD3C7}"/>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3" name="Isosceles Triangle 648">
              <a:extLst>
                <a:ext uri="{FF2B5EF4-FFF2-40B4-BE49-F238E27FC236}">
                  <a16:creationId xmlns:a16="http://schemas.microsoft.com/office/drawing/2014/main" id="{8A3632E5-7475-818D-636D-30EF7A2F53AB}"/>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4" name="Group 523">
            <a:extLst>
              <a:ext uri="{FF2B5EF4-FFF2-40B4-BE49-F238E27FC236}">
                <a16:creationId xmlns:a16="http://schemas.microsoft.com/office/drawing/2014/main" id="{CA6F64E7-80BA-5735-55D3-AF20EE31B7BC}"/>
              </a:ext>
            </a:extLst>
          </p:cNvPr>
          <p:cNvGrpSpPr/>
          <p:nvPr/>
        </p:nvGrpSpPr>
        <p:grpSpPr>
          <a:xfrm>
            <a:off x="8808522" y="4416261"/>
            <a:ext cx="721206" cy="609701"/>
            <a:chOff x="11226844" y="88412"/>
            <a:chExt cx="871904" cy="748695"/>
          </a:xfrm>
        </p:grpSpPr>
        <p:sp>
          <p:nvSpPr>
            <p:cNvPr id="525" name="Rectangle 524">
              <a:hlinkHover r:id="" action="ppaction://noaction" highlightClick="1"/>
              <a:extLst>
                <a:ext uri="{FF2B5EF4-FFF2-40B4-BE49-F238E27FC236}">
                  <a16:creationId xmlns:a16="http://schemas.microsoft.com/office/drawing/2014/main" id="{F9B8D3FB-4134-5BC1-763E-148A4443AD46}"/>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526" name="Oval 525">
              <a:extLst>
                <a:ext uri="{FF2B5EF4-FFF2-40B4-BE49-F238E27FC236}">
                  <a16:creationId xmlns:a16="http://schemas.microsoft.com/office/drawing/2014/main" id="{88EE7AC3-618C-6283-2F77-865A97BEA60F}"/>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7" name="Isosceles Triangle 648">
              <a:extLst>
                <a:ext uri="{FF2B5EF4-FFF2-40B4-BE49-F238E27FC236}">
                  <a16:creationId xmlns:a16="http://schemas.microsoft.com/office/drawing/2014/main" id="{E06DD82B-D754-4C3D-9B97-C213972FC2C5}"/>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8" name="Group 527">
            <a:extLst>
              <a:ext uri="{FF2B5EF4-FFF2-40B4-BE49-F238E27FC236}">
                <a16:creationId xmlns:a16="http://schemas.microsoft.com/office/drawing/2014/main" id="{0EAB5482-721F-6092-A2B2-C27DC1E85908}"/>
              </a:ext>
            </a:extLst>
          </p:cNvPr>
          <p:cNvGrpSpPr/>
          <p:nvPr/>
        </p:nvGrpSpPr>
        <p:grpSpPr>
          <a:xfrm>
            <a:off x="10509575" y="5141013"/>
            <a:ext cx="721206" cy="609701"/>
            <a:chOff x="11226844" y="88412"/>
            <a:chExt cx="871904" cy="748695"/>
          </a:xfrm>
        </p:grpSpPr>
        <p:sp>
          <p:nvSpPr>
            <p:cNvPr id="529" name="Rectangle 528">
              <a:hlinkHover r:id="" action="ppaction://noaction" highlightClick="1"/>
              <a:extLst>
                <a:ext uri="{FF2B5EF4-FFF2-40B4-BE49-F238E27FC236}">
                  <a16:creationId xmlns:a16="http://schemas.microsoft.com/office/drawing/2014/main" id="{C8C557D5-4CAB-AE72-500B-87F7AE0C28A1}"/>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530" name="Oval 529">
              <a:extLst>
                <a:ext uri="{FF2B5EF4-FFF2-40B4-BE49-F238E27FC236}">
                  <a16:creationId xmlns:a16="http://schemas.microsoft.com/office/drawing/2014/main" id="{D1B07022-F867-31B5-12F8-A0F3FDE46495}"/>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1" name="Isosceles Triangle 648">
              <a:extLst>
                <a:ext uri="{FF2B5EF4-FFF2-40B4-BE49-F238E27FC236}">
                  <a16:creationId xmlns:a16="http://schemas.microsoft.com/office/drawing/2014/main" id="{309BB47B-BE45-081F-7E65-5B4AD192A83F}"/>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2" name="Group 531">
            <a:extLst>
              <a:ext uri="{FF2B5EF4-FFF2-40B4-BE49-F238E27FC236}">
                <a16:creationId xmlns:a16="http://schemas.microsoft.com/office/drawing/2014/main" id="{E335DAF1-FCB6-0997-98AF-964312CB9904}"/>
              </a:ext>
            </a:extLst>
          </p:cNvPr>
          <p:cNvGrpSpPr/>
          <p:nvPr/>
        </p:nvGrpSpPr>
        <p:grpSpPr>
          <a:xfrm>
            <a:off x="9651074" y="5143363"/>
            <a:ext cx="721206" cy="609701"/>
            <a:chOff x="10235764" y="4191922"/>
            <a:chExt cx="871904" cy="748695"/>
          </a:xfrm>
        </p:grpSpPr>
        <p:sp>
          <p:nvSpPr>
            <p:cNvPr id="533" name="Rectangle 532">
              <a:hlinkHover r:id="" action="ppaction://noaction" highlightClick="1"/>
              <a:extLst>
                <a:ext uri="{FF2B5EF4-FFF2-40B4-BE49-F238E27FC236}">
                  <a16:creationId xmlns:a16="http://schemas.microsoft.com/office/drawing/2014/main" id="{ECF73973-5504-C279-9F2A-F7E84AC254A1}"/>
                </a:ext>
              </a:extLst>
            </p:cNvPr>
            <p:cNvSpPr/>
            <p:nvPr/>
          </p:nvSpPr>
          <p:spPr>
            <a:xfrm>
              <a:off x="1023576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534" name="Oval 533">
              <a:extLst>
                <a:ext uri="{FF2B5EF4-FFF2-40B4-BE49-F238E27FC236}">
                  <a16:creationId xmlns:a16="http://schemas.microsoft.com/office/drawing/2014/main" id="{97B2DE36-3976-86E6-446F-3AC4110FB39E}"/>
                </a:ext>
              </a:extLst>
            </p:cNvPr>
            <p:cNvSpPr/>
            <p:nvPr/>
          </p:nvSpPr>
          <p:spPr>
            <a:xfrm>
              <a:off x="10933601"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5" name="Isosceles Triangle 648">
              <a:extLst>
                <a:ext uri="{FF2B5EF4-FFF2-40B4-BE49-F238E27FC236}">
                  <a16:creationId xmlns:a16="http://schemas.microsoft.com/office/drawing/2014/main" id="{5E31A775-7B95-654D-8191-BB6E7B75F78F}"/>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6" name="Group 535">
            <a:extLst>
              <a:ext uri="{FF2B5EF4-FFF2-40B4-BE49-F238E27FC236}">
                <a16:creationId xmlns:a16="http://schemas.microsoft.com/office/drawing/2014/main" id="{6316A9EB-5137-531A-BB88-39FB30B1C064}"/>
              </a:ext>
            </a:extLst>
          </p:cNvPr>
          <p:cNvGrpSpPr/>
          <p:nvPr/>
        </p:nvGrpSpPr>
        <p:grpSpPr>
          <a:xfrm>
            <a:off x="9657610" y="3698227"/>
            <a:ext cx="721206" cy="609701"/>
            <a:chOff x="11226844" y="4191922"/>
            <a:chExt cx="871904" cy="748695"/>
          </a:xfrm>
        </p:grpSpPr>
        <p:sp>
          <p:nvSpPr>
            <p:cNvPr id="537" name="Rectangle 536">
              <a:hlinkHover r:id="" action="ppaction://noaction" highlightClick="1"/>
              <a:extLst>
                <a:ext uri="{FF2B5EF4-FFF2-40B4-BE49-F238E27FC236}">
                  <a16:creationId xmlns:a16="http://schemas.microsoft.com/office/drawing/2014/main" id="{FB38F01F-5FBB-4EDD-CB48-409F80803996}"/>
                </a:ext>
              </a:extLst>
            </p:cNvPr>
            <p:cNvSpPr/>
            <p:nvPr/>
          </p:nvSpPr>
          <p:spPr>
            <a:xfrm>
              <a:off x="1122684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Defender for IoT</a:t>
              </a:r>
            </a:p>
          </p:txBody>
        </p:sp>
        <p:sp>
          <p:nvSpPr>
            <p:cNvPr id="538" name="Oval 537">
              <a:extLst>
                <a:ext uri="{FF2B5EF4-FFF2-40B4-BE49-F238E27FC236}">
                  <a16:creationId xmlns:a16="http://schemas.microsoft.com/office/drawing/2014/main" id="{649A5BE5-A32F-34EE-7A18-E5C35C598A74}"/>
                </a:ext>
              </a:extLst>
            </p:cNvPr>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9" name="Isosceles Triangle 648">
              <a:extLst>
                <a:ext uri="{FF2B5EF4-FFF2-40B4-BE49-F238E27FC236}">
                  <a16:creationId xmlns:a16="http://schemas.microsoft.com/office/drawing/2014/main" id="{8A17F661-8F5F-380A-800D-BE7F20E25441}"/>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0" name="Group 539">
            <a:extLst>
              <a:ext uri="{FF2B5EF4-FFF2-40B4-BE49-F238E27FC236}">
                <a16:creationId xmlns:a16="http://schemas.microsoft.com/office/drawing/2014/main" id="{B2AD0A4A-29B0-5F03-31A1-E93B2316BDF0}"/>
              </a:ext>
            </a:extLst>
          </p:cNvPr>
          <p:cNvGrpSpPr/>
          <p:nvPr/>
        </p:nvGrpSpPr>
        <p:grpSpPr>
          <a:xfrm>
            <a:off x="10506924" y="3698227"/>
            <a:ext cx="721206" cy="609701"/>
            <a:chOff x="11226844" y="88412"/>
            <a:chExt cx="871904" cy="748695"/>
          </a:xfrm>
        </p:grpSpPr>
        <p:sp>
          <p:nvSpPr>
            <p:cNvPr id="541" name="Rectangle 540">
              <a:hlinkHover r:id="" action="ppaction://noaction" highlightClick="1"/>
              <a:extLst>
                <a:ext uri="{FF2B5EF4-FFF2-40B4-BE49-F238E27FC236}">
                  <a16:creationId xmlns:a16="http://schemas.microsoft.com/office/drawing/2014/main" id="{BD1EB7B4-B6E9-BBD7-D805-9D5C633FF5D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542" name="Oval 541">
              <a:extLst>
                <a:ext uri="{FF2B5EF4-FFF2-40B4-BE49-F238E27FC236}">
                  <a16:creationId xmlns:a16="http://schemas.microsoft.com/office/drawing/2014/main" id="{528209C6-1766-6A43-97A8-346E74B2D0DF}"/>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3" name="Isosceles Triangle 648">
              <a:extLst>
                <a:ext uri="{FF2B5EF4-FFF2-40B4-BE49-F238E27FC236}">
                  <a16:creationId xmlns:a16="http://schemas.microsoft.com/office/drawing/2014/main" id="{7E7B2413-D0C4-6156-6145-41D6FE46E892}"/>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4" name="Group 543">
            <a:extLst>
              <a:ext uri="{FF2B5EF4-FFF2-40B4-BE49-F238E27FC236}">
                <a16:creationId xmlns:a16="http://schemas.microsoft.com/office/drawing/2014/main" id="{0382020B-F7A7-2B43-A064-AE0F65818F1A}"/>
              </a:ext>
            </a:extLst>
          </p:cNvPr>
          <p:cNvGrpSpPr/>
          <p:nvPr/>
        </p:nvGrpSpPr>
        <p:grpSpPr>
          <a:xfrm>
            <a:off x="8808415" y="5135706"/>
            <a:ext cx="721206" cy="609701"/>
            <a:chOff x="6271424" y="5012622"/>
            <a:chExt cx="871904" cy="748695"/>
          </a:xfrm>
        </p:grpSpPr>
        <p:sp>
          <p:nvSpPr>
            <p:cNvPr id="545" name="Rectangle 544">
              <a:hlinkHover r:id="" action="ppaction://noaction" highlightClick="1"/>
              <a:extLst>
                <a:ext uri="{FF2B5EF4-FFF2-40B4-BE49-F238E27FC236}">
                  <a16:creationId xmlns:a16="http://schemas.microsoft.com/office/drawing/2014/main" id="{513C97B1-D6E6-2FD9-C261-D23495E86519}"/>
                </a:ext>
              </a:extLst>
            </p:cNvPr>
            <p:cNvSpPr/>
            <p:nvPr/>
          </p:nvSpPr>
          <p:spPr>
            <a:xfrm>
              <a:off x="627142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546" name="Oval 545">
              <a:extLst>
                <a:ext uri="{FF2B5EF4-FFF2-40B4-BE49-F238E27FC236}">
                  <a16:creationId xmlns:a16="http://schemas.microsoft.com/office/drawing/2014/main" id="{4E02BE69-CFC9-D4C4-5DB5-E3A1F2A0CEB3}"/>
                </a:ext>
              </a:extLst>
            </p:cNvPr>
            <p:cNvSpPr/>
            <p:nvPr/>
          </p:nvSpPr>
          <p:spPr>
            <a:xfrm>
              <a:off x="6967630"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7" name="Isosceles Triangle 648">
              <a:extLst>
                <a:ext uri="{FF2B5EF4-FFF2-40B4-BE49-F238E27FC236}">
                  <a16:creationId xmlns:a16="http://schemas.microsoft.com/office/drawing/2014/main" id="{8D067CC4-04DA-CF3E-9778-28E6CD9881C2}"/>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62" name="Group 561">
            <a:extLst>
              <a:ext uri="{FF2B5EF4-FFF2-40B4-BE49-F238E27FC236}">
                <a16:creationId xmlns:a16="http://schemas.microsoft.com/office/drawing/2014/main" id="{046D3C68-042E-D9CD-4E76-F00122040743}"/>
              </a:ext>
            </a:extLst>
          </p:cNvPr>
          <p:cNvGrpSpPr/>
          <p:nvPr/>
        </p:nvGrpSpPr>
        <p:grpSpPr>
          <a:xfrm>
            <a:off x="7957577" y="1532276"/>
            <a:ext cx="721206" cy="609701"/>
            <a:chOff x="9244679" y="1729815"/>
            <a:chExt cx="871904" cy="748695"/>
          </a:xfrm>
        </p:grpSpPr>
        <p:sp>
          <p:nvSpPr>
            <p:cNvPr id="563" name="Rectangle 562">
              <a:hlinkHover r:id="" action="ppaction://noaction" highlightClick="1"/>
              <a:extLst>
                <a:ext uri="{FF2B5EF4-FFF2-40B4-BE49-F238E27FC236}">
                  <a16:creationId xmlns:a16="http://schemas.microsoft.com/office/drawing/2014/main" id="{DBBC0867-3B2D-CFC7-EBFA-19C4F845C068}"/>
                </a:ext>
              </a:extLst>
            </p:cNvPr>
            <p:cNvSpPr/>
            <p:nvPr/>
          </p:nvSpPr>
          <p:spPr>
            <a:xfrm>
              <a:off x="9244679" y="1729815"/>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564" name="Rectangle 563">
              <a:extLst>
                <a:ext uri="{FF2B5EF4-FFF2-40B4-BE49-F238E27FC236}">
                  <a16:creationId xmlns:a16="http://schemas.microsoft.com/office/drawing/2014/main" id="{A29532A7-3B73-4339-DF4D-8C5C78A94FE7}"/>
                </a:ext>
              </a:extLst>
            </p:cNvPr>
            <p:cNvSpPr/>
            <p:nvPr/>
          </p:nvSpPr>
          <p:spPr>
            <a:xfrm flipV="1">
              <a:off x="99870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5" name="Oval 15">
              <a:extLst>
                <a:ext uri="{FF2B5EF4-FFF2-40B4-BE49-F238E27FC236}">
                  <a16:creationId xmlns:a16="http://schemas.microsoft.com/office/drawing/2014/main" id="{A2B79654-6538-E9FB-646F-0EA5D5705E01}"/>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66" name="Straight Connector 565">
              <a:extLst>
                <a:ext uri="{FF2B5EF4-FFF2-40B4-BE49-F238E27FC236}">
                  <a16:creationId xmlns:a16="http://schemas.microsoft.com/office/drawing/2014/main" id="{FB0E5874-3082-9063-19EC-D8FB47E55367}"/>
                </a:ext>
              </a:extLst>
            </p:cNvPr>
            <p:cNvCxnSpPr>
              <a:cxnSpLocks/>
              <a:stCxn id="565" idx="0"/>
            </p:cNvCxnSpPr>
            <p:nvPr/>
          </p:nvCxnSpPr>
          <p:spPr>
            <a:xfrm flipV="1">
              <a:off x="100270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67" name="Straight Connector 566">
              <a:extLst>
                <a:ext uri="{FF2B5EF4-FFF2-40B4-BE49-F238E27FC236}">
                  <a16:creationId xmlns:a16="http://schemas.microsoft.com/office/drawing/2014/main" id="{F9EBC515-DCEE-6CAB-7638-E70964895FA6}"/>
                </a:ext>
              </a:extLst>
            </p:cNvPr>
            <p:cNvCxnSpPr>
              <a:cxnSpLocks/>
            </p:cNvCxnSpPr>
            <p:nvPr/>
          </p:nvCxnSpPr>
          <p:spPr>
            <a:xfrm>
              <a:off x="100339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68" name="Group 567">
            <a:extLst>
              <a:ext uri="{FF2B5EF4-FFF2-40B4-BE49-F238E27FC236}">
                <a16:creationId xmlns:a16="http://schemas.microsoft.com/office/drawing/2014/main" id="{24703958-C139-A699-52DB-468047BEF78F}"/>
              </a:ext>
            </a:extLst>
          </p:cNvPr>
          <p:cNvGrpSpPr/>
          <p:nvPr/>
        </p:nvGrpSpPr>
        <p:grpSpPr>
          <a:xfrm>
            <a:off x="9656908" y="1532276"/>
            <a:ext cx="721206" cy="609701"/>
            <a:chOff x="11226844" y="1729816"/>
            <a:chExt cx="871904" cy="748695"/>
          </a:xfrm>
        </p:grpSpPr>
        <p:sp>
          <p:nvSpPr>
            <p:cNvPr id="569" name="Rectangle 568">
              <a:extLst>
                <a:ext uri="{FF2B5EF4-FFF2-40B4-BE49-F238E27FC236}">
                  <a16:creationId xmlns:a16="http://schemas.microsoft.com/office/drawing/2014/main" id="{260162AD-525E-C098-C032-D37E55CD53CD}"/>
                </a:ext>
              </a:extLst>
            </p:cNvPr>
            <p:cNvSpPr/>
            <p:nvPr/>
          </p:nvSpPr>
          <p:spPr>
            <a:xfrm>
              <a:off x="1122684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70" name="Rectangle 569">
              <a:extLst>
                <a:ext uri="{FF2B5EF4-FFF2-40B4-BE49-F238E27FC236}">
                  <a16:creationId xmlns:a16="http://schemas.microsoft.com/office/drawing/2014/main" id="{7D20909B-EED2-7C9D-E1DC-4E87DA71278D}"/>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1" name="Oval 15">
              <a:extLst>
                <a:ext uri="{FF2B5EF4-FFF2-40B4-BE49-F238E27FC236}">
                  <a16:creationId xmlns:a16="http://schemas.microsoft.com/office/drawing/2014/main" id="{1E995BC8-BC77-D379-DA82-32417B9EADC2}"/>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72" name="Straight Connector 571">
              <a:extLst>
                <a:ext uri="{FF2B5EF4-FFF2-40B4-BE49-F238E27FC236}">
                  <a16:creationId xmlns:a16="http://schemas.microsoft.com/office/drawing/2014/main" id="{9ACFAD0E-9F2A-C358-B964-3CF1EFFB5718}"/>
                </a:ext>
              </a:extLst>
            </p:cNvPr>
            <p:cNvCxnSpPr>
              <a:cxnSpLocks/>
              <a:stCxn id="571"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73" name="Straight Connector 572">
              <a:extLst>
                <a:ext uri="{FF2B5EF4-FFF2-40B4-BE49-F238E27FC236}">
                  <a16:creationId xmlns:a16="http://schemas.microsoft.com/office/drawing/2014/main" id="{9B689F6B-5C19-4433-43EE-ECEB069C018E}"/>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02" name="Group 601">
            <a:extLst>
              <a:ext uri="{FF2B5EF4-FFF2-40B4-BE49-F238E27FC236}">
                <a16:creationId xmlns:a16="http://schemas.microsoft.com/office/drawing/2014/main" id="{CEA901C5-680B-CDD5-CAFA-CB6790F17172}"/>
              </a:ext>
            </a:extLst>
          </p:cNvPr>
          <p:cNvGrpSpPr/>
          <p:nvPr/>
        </p:nvGrpSpPr>
        <p:grpSpPr>
          <a:xfrm>
            <a:off x="11356238" y="811556"/>
            <a:ext cx="721206" cy="609701"/>
            <a:chOff x="11226844" y="88412"/>
            <a:chExt cx="871904" cy="748695"/>
          </a:xfrm>
        </p:grpSpPr>
        <p:sp>
          <p:nvSpPr>
            <p:cNvPr id="603" name="Rectangle 602">
              <a:hlinkHover r:id="" action="ppaction://noaction" highlightClick="1"/>
              <a:extLst>
                <a:ext uri="{FF2B5EF4-FFF2-40B4-BE49-F238E27FC236}">
                  <a16:creationId xmlns:a16="http://schemas.microsoft.com/office/drawing/2014/main" id="{96370AD5-5154-F6D0-6B32-4DED90E84ADD}"/>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604" name="Oval 603">
              <a:extLst>
                <a:ext uri="{FF2B5EF4-FFF2-40B4-BE49-F238E27FC236}">
                  <a16:creationId xmlns:a16="http://schemas.microsoft.com/office/drawing/2014/main" id="{42535FEF-8DE0-171D-FC6B-0589C1B656B1}"/>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5" name="Isosceles Triangle 648">
              <a:extLst>
                <a:ext uri="{FF2B5EF4-FFF2-40B4-BE49-F238E27FC236}">
                  <a16:creationId xmlns:a16="http://schemas.microsoft.com/office/drawing/2014/main" id="{9AE00FE9-8708-D75D-1915-24A55A325674}"/>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06" name="Group 605">
            <a:extLst>
              <a:ext uri="{FF2B5EF4-FFF2-40B4-BE49-F238E27FC236}">
                <a16:creationId xmlns:a16="http://schemas.microsoft.com/office/drawing/2014/main" id="{17C84B4E-B80E-A432-BC29-B0C74E245D86}"/>
              </a:ext>
            </a:extLst>
          </p:cNvPr>
          <p:cNvGrpSpPr/>
          <p:nvPr/>
        </p:nvGrpSpPr>
        <p:grpSpPr>
          <a:xfrm>
            <a:off x="8807242" y="811556"/>
            <a:ext cx="721206" cy="609701"/>
            <a:chOff x="10235764" y="909114"/>
            <a:chExt cx="871904" cy="748695"/>
          </a:xfrm>
        </p:grpSpPr>
        <p:sp>
          <p:nvSpPr>
            <p:cNvPr id="607" name="Rectangle 606">
              <a:hlinkHover r:id="" action="ppaction://noaction" highlightClick="1"/>
              <a:extLst>
                <a:ext uri="{FF2B5EF4-FFF2-40B4-BE49-F238E27FC236}">
                  <a16:creationId xmlns:a16="http://schemas.microsoft.com/office/drawing/2014/main" id="{A60F579D-62FC-E6C7-F8FF-6A40AD130E1B}"/>
                </a:ext>
              </a:extLst>
            </p:cNvPr>
            <p:cNvSpPr/>
            <p:nvPr/>
          </p:nvSpPr>
          <p:spPr>
            <a:xfrm>
              <a:off x="10235764" y="909114"/>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608" name="Diamond 607">
              <a:extLst>
                <a:ext uri="{FF2B5EF4-FFF2-40B4-BE49-F238E27FC236}">
                  <a16:creationId xmlns:a16="http://schemas.microsoft.com/office/drawing/2014/main" id="{BC3FF7B2-B758-FF9C-77DF-0A214DC05F09}"/>
                </a:ext>
              </a:extLst>
            </p:cNvPr>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9" name="Oval 608">
              <a:extLst>
                <a:ext uri="{FF2B5EF4-FFF2-40B4-BE49-F238E27FC236}">
                  <a16:creationId xmlns:a16="http://schemas.microsoft.com/office/drawing/2014/main" id="{EDD107EE-03D0-E90F-9F98-ECF31B15D2D1}"/>
                </a:ext>
              </a:extLst>
            </p:cNvPr>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10" name="Group 609">
            <a:extLst>
              <a:ext uri="{FF2B5EF4-FFF2-40B4-BE49-F238E27FC236}">
                <a16:creationId xmlns:a16="http://schemas.microsoft.com/office/drawing/2014/main" id="{3D2F98A4-6668-0C0D-3440-378328394A76}"/>
              </a:ext>
            </a:extLst>
          </p:cNvPr>
          <p:cNvGrpSpPr/>
          <p:nvPr/>
        </p:nvGrpSpPr>
        <p:grpSpPr>
          <a:xfrm>
            <a:off x="8808415" y="3705984"/>
            <a:ext cx="721206" cy="609701"/>
            <a:chOff x="10235764" y="1729816"/>
            <a:chExt cx="871904" cy="748695"/>
          </a:xfrm>
        </p:grpSpPr>
        <p:sp>
          <p:nvSpPr>
            <p:cNvPr id="611" name="Rectangle 610">
              <a:hlinkHover r:id="" action="ppaction://noaction" highlightClick="1"/>
              <a:extLst>
                <a:ext uri="{FF2B5EF4-FFF2-40B4-BE49-F238E27FC236}">
                  <a16:creationId xmlns:a16="http://schemas.microsoft.com/office/drawing/2014/main" id="{7E1B1503-4B45-E879-29AF-4C7B44044E04}"/>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612" name="Oval 611">
              <a:extLst>
                <a:ext uri="{FF2B5EF4-FFF2-40B4-BE49-F238E27FC236}">
                  <a16:creationId xmlns:a16="http://schemas.microsoft.com/office/drawing/2014/main" id="{501A7F23-E3EF-1CE6-2D38-41F1862E6ABA}"/>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3" name="Isosceles Triangle 648">
              <a:extLst>
                <a:ext uri="{FF2B5EF4-FFF2-40B4-BE49-F238E27FC236}">
                  <a16:creationId xmlns:a16="http://schemas.microsoft.com/office/drawing/2014/main" id="{C9103275-3CCB-D01B-F479-8E04E08D7BDE}"/>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14" name="Group 613">
            <a:extLst>
              <a:ext uri="{FF2B5EF4-FFF2-40B4-BE49-F238E27FC236}">
                <a16:creationId xmlns:a16="http://schemas.microsoft.com/office/drawing/2014/main" id="{1CDED603-1767-C804-8D80-EB8432BBA544}"/>
              </a:ext>
            </a:extLst>
          </p:cNvPr>
          <p:cNvGrpSpPr/>
          <p:nvPr/>
        </p:nvGrpSpPr>
        <p:grpSpPr>
          <a:xfrm>
            <a:off x="431659" y="90836"/>
            <a:ext cx="721206" cy="609701"/>
            <a:chOff x="325745" y="88412"/>
            <a:chExt cx="871904" cy="748695"/>
          </a:xfrm>
        </p:grpSpPr>
        <p:sp>
          <p:nvSpPr>
            <p:cNvPr id="615" name="Rectangle 614">
              <a:extLst>
                <a:ext uri="{FF2B5EF4-FFF2-40B4-BE49-F238E27FC236}">
                  <a16:creationId xmlns:a16="http://schemas.microsoft.com/office/drawing/2014/main" id="{321499EB-C53E-6232-2879-A27EDD6F02CA}"/>
                </a:ext>
              </a:extLst>
            </p:cNvPr>
            <p:cNvSpPr/>
            <p:nvPr/>
          </p:nvSpPr>
          <p:spPr>
            <a:xfrm>
              <a:off x="325745"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616" name="Rectangle 615">
              <a:extLst>
                <a:ext uri="{FF2B5EF4-FFF2-40B4-BE49-F238E27FC236}">
                  <a16:creationId xmlns:a16="http://schemas.microsoft.com/office/drawing/2014/main" id="{96904E99-C5AC-B5FC-3D8A-8EDFC25DA696}"/>
                </a:ext>
              </a:extLst>
            </p:cNvPr>
            <p:cNvSpPr/>
            <p:nvPr/>
          </p:nvSpPr>
          <p:spPr>
            <a:xfrm flipV="1">
              <a:off x="1076521" y="88412"/>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7" name="Oval 15">
              <a:extLst>
                <a:ext uri="{FF2B5EF4-FFF2-40B4-BE49-F238E27FC236}">
                  <a16:creationId xmlns:a16="http://schemas.microsoft.com/office/drawing/2014/main" id="{4839EFED-1F6E-32B6-7F1D-73136C80C5B2}"/>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18" name="Straight Connector 617">
              <a:extLst>
                <a:ext uri="{FF2B5EF4-FFF2-40B4-BE49-F238E27FC236}">
                  <a16:creationId xmlns:a16="http://schemas.microsoft.com/office/drawing/2014/main" id="{1412E6EC-67DB-A152-9BE2-4958EE2F256A}"/>
                </a:ext>
              </a:extLst>
            </p:cNvPr>
            <p:cNvCxnSpPr>
              <a:cxnSpLocks/>
              <a:stCxn id="617" idx="0"/>
            </p:cNvCxnSpPr>
            <p:nvPr/>
          </p:nvCxnSpPr>
          <p:spPr>
            <a:xfrm flipV="1">
              <a:off x="1116520" y="105005"/>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19" name="Straight Connector 618">
              <a:extLst>
                <a:ext uri="{FF2B5EF4-FFF2-40B4-BE49-F238E27FC236}">
                  <a16:creationId xmlns:a16="http://schemas.microsoft.com/office/drawing/2014/main" id="{4235CD04-7B72-0D44-EA7C-92430D36FBE2}"/>
                </a:ext>
              </a:extLst>
            </p:cNvPr>
            <p:cNvCxnSpPr>
              <a:cxnSpLocks/>
            </p:cNvCxnSpPr>
            <p:nvPr/>
          </p:nvCxnSpPr>
          <p:spPr>
            <a:xfrm>
              <a:off x="1123434" y="105005"/>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20" name="Group 619">
            <a:extLst>
              <a:ext uri="{FF2B5EF4-FFF2-40B4-BE49-F238E27FC236}">
                <a16:creationId xmlns:a16="http://schemas.microsoft.com/office/drawing/2014/main" id="{6FA048DF-85F6-AC47-3211-218B1AB9B262}"/>
              </a:ext>
            </a:extLst>
          </p:cNvPr>
          <p:cNvGrpSpPr/>
          <p:nvPr/>
        </p:nvGrpSpPr>
        <p:grpSpPr>
          <a:xfrm>
            <a:off x="1267284" y="90836"/>
            <a:ext cx="721206" cy="609701"/>
            <a:chOff x="1315999" y="88412"/>
            <a:chExt cx="871904" cy="748695"/>
          </a:xfrm>
        </p:grpSpPr>
        <p:sp>
          <p:nvSpPr>
            <p:cNvPr id="621" name="Rectangle 620">
              <a:extLst>
                <a:ext uri="{FF2B5EF4-FFF2-40B4-BE49-F238E27FC236}">
                  <a16:creationId xmlns:a16="http://schemas.microsoft.com/office/drawing/2014/main" id="{090B5D34-35A1-0824-4FA1-9467C0311E25}"/>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622" name="Rectangle 621">
              <a:extLst>
                <a:ext uri="{FF2B5EF4-FFF2-40B4-BE49-F238E27FC236}">
                  <a16:creationId xmlns:a16="http://schemas.microsoft.com/office/drawing/2014/main" id="{3379ED57-85E9-100C-26B9-20388D23ED78}"/>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3" name="Oval 15">
              <a:extLst>
                <a:ext uri="{FF2B5EF4-FFF2-40B4-BE49-F238E27FC236}">
                  <a16:creationId xmlns:a16="http://schemas.microsoft.com/office/drawing/2014/main" id="{28E8F624-EE7D-2948-48A4-C1AB04FC122D}"/>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24" name="Straight Connector 623">
              <a:extLst>
                <a:ext uri="{FF2B5EF4-FFF2-40B4-BE49-F238E27FC236}">
                  <a16:creationId xmlns:a16="http://schemas.microsoft.com/office/drawing/2014/main" id="{178237DC-8CC9-0958-F354-E5CB59A25832}"/>
                </a:ext>
              </a:extLst>
            </p:cNvPr>
            <p:cNvCxnSpPr>
              <a:cxnSpLocks/>
              <a:stCxn id="623"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25" name="Straight Connector 624">
              <a:extLst>
                <a:ext uri="{FF2B5EF4-FFF2-40B4-BE49-F238E27FC236}">
                  <a16:creationId xmlns:a16="http://schemas.microsoft.com/office/drawing/2014/main" id="{997AF052-401E-EC55-F489-7E495CA377C4}"/>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26" name="Group 625">
            <a:extLst>
              <a:ext uri="{FF2B5EF4-FFF2-40B4-BE49-F238E27FC236}">
                <a16:creationId xmlns:a16="http://schemas.microsoft.com/office/drawing/2014/main" id="{3CF9F598-0207-8C78-C5B1-56679B4D8774}"/>
              </a:ext>
            </a:extLst>
          </p:cNvPr>
          <p:cNvGrpSpPr/>
          <p:nvPr/>
        </p:nvGrpSpPr>
        <p:grpSpPr>
          <a:xfrm>
            <a:off x="2102909" y="90836"/>
            <a:ext cx="721206" cy="609701"/>
            <a:chOff x="1315999" y="88412"/>
            <a:chExt cx="871904" cy="748695"/>
          </a:xfrm>
        </p:grpSpPr>
        <p:sp>
          <p:nvSpPr>
            <p:cNvPr id="627" name="Rectangle 626">
              <a:extLst>
                <a:ext uri="{FF2B5EF4-FFF2-40B4-BE49-F238E27FC236}">
                  <a16:creationId xmlns:a16="http://schemas.microsoft.com/office/drawing/2014/main" id="{C79D15F7-59CC-FBBE-A1CB-F2F7023CC6CD}"/>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628" name="Rectangle 627">
              <a:extLst>
                <a:ext uri="{FF2B5EF4-FFF2-40B4-BE49-F238E27FC236}">
                  <a16:creationId xmlns:a16="http://schemas.microsoft.com/office/drawing/2014/main" id="{072EE291-B1BD-9EB5-B064-3CF171A06E76}"/>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9" name="Oval 15">
              <a:extLst>
                <a:ext uri="{FF2B5EF4-FFF2-40B4-BE49-F238E27FC236}">
                  <a16:creationId xmlns:a16="http://schemas.microsoft.com/office/drawing/2014/main" id="{D2581F1C-BFA7-127C-8339-F699236977CC}"/>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30" name="Straight Connector 629">
              <a:extLst>
                <a:ext uri="{FF2B5EF4-FFF2-40B4-BE49-F238E27FC236}">
                  <a16:creationId xmlns:a16="http://schemas.microsoft.com/office/drawing/2014/main" id="{385055D1-DDCA-1B3E-C1E7-DAFBABF3C325}"/>
                </a:ext>
              </a:extLst>
            </p:cNvPr>
            <p:cNvCxnSpPr>
              <a:cxnSpLocks/>
              <a:stCxn id="629"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31" name="Straight Connector 630">
              <a:extLst>
                <a:ext uri="{FF2B5EF4-FFF2-40B4-BE49-F238E27FC236}">
                  <a16:creationId xmlns:a16="http://schemas.microsoft.com/office/drawing/2014/main" id="{417BAD94-36FD-3E31-EC1D-A463F5AE5E7D}"/>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32" name="Group 631">
            <a:extLst>
              <a:ext uri="{FF2B5EF4-FFF2-40B4-BE49-F238E27FC236}">
                <a16:creationId xmlns:a16="http://schemas.microsoft.com/office/drawing/2014/main" id="{66F77524-784D-2D75-9543-806A466ECAE8}"/>
              </a:ext>
            </a:extLst>
          </p:cNvPr>
          <p:cNvGrpSpPr/>
          <p:nvPr/>
        </p:nvGrpSpPr>
        <p:grpSpPr>
          <a:xfrm>
            <a:off x="1269622" y="4419620"/>
            <a:ext cx="721206" cy="609701"/>
            <a:chOff x="4289254" y="5012622"/>
            <a:chExt cx="871904" cy="748695"/>
          </a:xfrm>
        </p:grpSpPr>
        <p:sp>
          <p:nvSpPr>
            <p:cNvPr id="633" name="Rectangle 632">
              <a:extLst>
                <a:ext uri="{FF2B5EF4-FFF2-40B4-BE49-F238E27FC236}">
                  <a16:creationId xmlns:a16="http://schemas.microsoft.com/office/drawing/2014/main" id="{B67096BE-F81C-A9BC-BCDB-6306021EFE24}"/>
                </a:ext>
              </a:extLst>
            </p:cNvPr>
            <p:cNvSpPr/>
            <p:nvPr/>
          </p:nvSpPr>
          <p:spPr>
            <a:xfrm>
              <a:off x="4289254"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634" name="Cylinder 633">
              <a:extLst>
                <a:ext uri="{FF2B5EF4-FFF2-40B4-BE49-F238E27FC236}">
                  <a16:creationId xmlns:a16="http://schemas.microsoft.com/office/drawing/2014/main" id="{86C42025-36ED-F5F6-C689-500EF3CF9D6F}"/>
                </a:ext>
              </a:extLst>
            </p:cNvPr>
            <p:cNvSpPr/>
            <p:nvPr/>
          </p:nvSpPr>
          <p:spPr>
            <a:xfrm>
              <a:off x="5072324"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35" name="Group 634">
            <a:extLst>
              <a:ext uri="{FF2B5EF4-FFF2-40B4-BE49-F238E27FC236}">
                <a16:creationId xmlns:a16="http://schemas.microsoft.com/office/drawing/2014/main" id="{43F21F67-6B9B-0D21-1E1D-901FD215519D}"/>
              </a:ext>
            </a:extLst>
          </p:cNvPr>
          <p:cNvGrpSpPr/>
          <p:nvPr/>
        </p:nvGrpSpPr>
        <p:grpSpPr>
          <a:xfrm>
            <a:off x="432838" y="4419620"/>
            <a:ext cx="721206" cy="609701"/>
            <a:chOff x="3298169" y="5012622"/>
            <a:chExt cx="871904" cy="748695"/>
          </a:xfrm>
        </p:grpSpPr>
        <p:sp>
          <p:nvSpPr>
            <p:cNvPr id="636" name="Rectangle 635">
              <a:extLst>
                <a:ext uri="{FF2B5EF4-FFF2-40B4-BE49-F238E27FC236}">
                  <a16:creationId xmlns:a16="http://schemas.microsoft.com/office/drawing/2014/main" id="{853694EE-2992-1B68-6F9B-0C342EB90174}"/>
                </a:ext>
              </a:extLst>
            </p:cNvPr>
            <p:cNvSpPr/>
            <p:nvPr/>
          </p:nvSpPr>
          <p:spPr>
            <a:xfrm>
              <a:off x="3298169"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637" name="Cylinder 636">
              <a:extLst>
                <a:ext uri="{FF2B5EF4-FFF2-40B4-BE49-F238E27FC236}">
                  <a16:creationId xmlns:a16="http://schemas.microsoft.com/office/drawing/2014/main" id="{A0001901-6158-0E5E-14CD-781A18B68BD8}"/>
                </a:ext>
              </a:extLst>
            </p:cNvPr>
            <p:cNvSpPr/>
            <p:nvPr/>
          </p:nvSpPr>
          <p:spPr>
            <a:xfrm>
              <a:off x="4081239"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38" name="Group 637">
            <a:extLst>
              <a:ext uri="{FF2B5EF4-FFF2-40B4-BE49-F238E27FC236}">
                <a16:creationId xmlns:a16="http://schemas.microsoft.com/office/drawing/2014/main" id="{66203263-EBC0-9B6E-FF92-0DBB24998098}"/>
              </a:ext>
            </a:extLst>
          </p:cNvPr>
          <p:cNvGrpSpPr/>
          <p:nvPr/>
        </p:nvGrpSpPr>
        <p:grpSpPr>
          <a:xfrm>
            <a:off x="1268463" y="5141013"/>
            <a:ext cx="721206" cy="609701"/>
            <a:chOff x="4289254" y="4191922"/>
            <a:chExt cx="871904" cy="748695"/>
          </a:xfrm>
        </p:grpSpPr>
        <p:sp>
          <p:nvSpPr>
            <p:cNvPr id="639" name="Rectangle 638">
              <a:extLst>
                <a:ext uri="{FF2B5EF4-FFF2-40B4-BE49-F238E27FC236}">
                  <a16:creationId xmlns:a16="http://schemas.microsoft.com/office/drawing/2014/main" id="{D2F8D394-D73E-5282-CF67-D5AF697C0674}"/>
                </a:ext>
              </a:extLst>
            </p:cNvPr>
            <p:cNvSpPr/>
            <p:nvPr/>
          </p:nvSpPr>
          <p:spPr>
            <a:xfrm>
              <a:off x="4289254"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640" name="Cylinder 639">
              <a:extLst>
                <a:ext uri="{FF2B5EF4-FFF2-40B4-BE49-F238E27FC236}">
                  <a16:creationId xmlns:a16="http://schemas.microsoft.com/office/drawing/2014/main" id="{344583D9-A01A-2230-C796-A6D4B9FAADDB}"/>
                </a:ext>
              </a:extLst>
            </p:cNvPr>
            <p:cNvSpPr/>
            <p:nvPr/>
          </p:nvSpPr>
          <p:spPr>
            <a:xfrm>
              <a:off x="5072324"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41" name="Group 640">
            <a:extLst>
              <a:ext uri="{FF2B5EF4-FFF2-40B4-BE49-F238E27FC236}">
                <a16:creationId xmlns:a16="http://schemas.microsoft.com/office/drawing/2014/main" id="{95DAC056-8033-DFFD-A53A-FFFA57CD557F}"/>
              </a:ext>
            </a:extLst>
          </p:cNvPr>
          <p:cNvGrpSpPr/>
          <p:nvPr/>
        </p:nvGrpSpPr>
        <p:grpSpPr>
          <a:xfrm>
            <a:off x="431294" y="5141013"/>
            <a:ext cx="721206" cy="609701"/>
            <a:chOff x="3298169" y="4191922"/>
            <a:chExt cx="871904" cy="748695"/>
          </a:xfrm>
        </p:grpSpPr>
        <p:sp>
          <p:nvSpPr>
            <p:cNvPr id="642" name="Rectangle 641">
              <a:extLst>
                <a:ext uri="{FF2B5EF4-FFF2-40B4-BE49-F238E27FC236}">
                  <a16:creationId xmlns:a16="http://schemas.microsoft.com/office/drawing/2014/main" id="{60D48994-A5C7-33DB-CEA0-D1E595A6F073}"/>
                </a:ext>
              </a:extLst>
            </p:cNvPr>
            <p:cNvSpPr/>
            <p:nvPr/>
          </p:nvSpPr>
          <p:spPr>
            <a:xfrm>
              <a:off x="3298169"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643" name="Cylinder 642">
              <a:extLst>
                <a:ext uri="{FF2B5EF4-FFF2-40B4-BE49-F238E27FC236}">
                  <a16:creationId xmlns:a16="http://schemas.microsoft.com/office/drawing/2014/main" id="{68828DAF-392E-4327-BCC7-BB5E37C291DD}"/>
                </a:ext>
              </a:extLst>
            </p:cNvPr>
            <p:cNvSpPr/>
            <p:nvPr/>
          </p:nvSpPr>
          <p:spPr>
            <a:xfrm>
              <a:off x="4081239"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44" name="Group 643">
            <a:extLst>
              <a:ext uri="{FF2B5EF4-FFF2-40B4-BE49-F238E27FC236}">
                <a16:creationId xmlns:a16="http://schemas.microsoft.com/office/drawing/2014/main" id="{7209E4C6-FDF5-51E9-5D17-94C13F938A9F}"/>
              </a:ext>
            </a:extLst>
          </p:cNvPr>
          <p:cNvGrpSpPr/>
          <p:nvPr/>
        </p:nvGrpSpPr>
        <p:grpSpPr>
          <a:xfrm>
            <a:off x="431659" y="3698227"/>
            <a:ext cx="721206" cy="609701"/>
            <a:chOff x="1315999" y="3370808"/>
            <a:chExt cx="871904" cy="748695"/>
          </a:xfrm>
        </p:grpSpPr>
        <p:sp>
          <p:nvSpPr>
            <p:cNvPr id="645" name="Rectangle 644">
              <a:extLst>
                <a:ext uri="{FF2B5EF4-FFF2-40B4-BE49-F238E27FC236}">
                  <a16:creationId xmlns:a16="http://schemas.microsoft.com/office/drawing/2014/main" id="{D058710E-4447-6B8F-EBC3-98C288E5BC54}"/>
                </a:ext>
              </a:extLst>
            </p:cNvPr>
            <p:cNvSpPr/>
            <p:nvPr/>
          </p:nvSpPr>
          <p:spPr>
            <a:xfrm>
              <a:off x="131599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646" name="Right Triangle 645">
              <a:extLst>
                <a:ext uri="{FF2B5EF4-FFF2-40B4-BE49-F238E27FC236}">
                  <a16:creationId xmlns:a16="http://schemas.microsoft.com/office/drawing/2014/main" id="{2B13966C-59ED-6B55-E0CF-AC1F2DD85278}"/>
                </a:ext>
              </a:extLst>
            </p:cNvPr>
            <p:cNvSpPr/>
            <p:nvPr/>
          </p:nvSpPr>
          <p:spPr>
            <a:xfrm rot="10800000">
              <a:off x="2046390"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7" name="Group 646">
              <a:extLst>
                <a:ext uri="{FF2B5EF4-FFF2-40B4-BE49-F238E27FC236}">
                  <a16:creationId xmlns:a16="http://schemas.microsoft.com/office/drawing/2014/main" id="{5CDBAA55-44AC-4D67-6A5C-64E37CB8D95E}"/>
                </a:ext>
              </a:extLst>
            </p:cNvPr>
            <p:cNvGrpSpPr/>
            <p:nvPr/>
          </p:nvGrpSpPr>
          <p:grpSpPr>
            <a:xfrm>
              <a:off x="2126717" y="3380672"/>
              <a:ext cx="45719" cy="75385"/>
              <a:chOff x="3883481" y="2057400"/>
              <a:chExt cx="1608363" cy="2652031"/>
            </a:xfrm>
            <a:solidFill>
              <a:srgbClr val="A6A6A6"/>
            </a:solidFill>
          </p:grpSpPr>
          <p:sp>
            <p:nvSpPr>
              <p:cNvPr id="648" name="Oval 27">
                <a:extLst>
                  <a:ext uri="{FF2B5EF4-FFF2-40B4-BE49-F238E27FC236}">
                    <a16:creationId xmlns:a16="http://schemas.microsoft.com/office/drawing/2014/main" id="{52547C06-6F31-DB53-04E1-9329B8990F1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9" name="Oval 28">
                <a:extLst>
                  <a:ext uri="{FF2B5EF4-FFF2-40B4-BE49-F238E27FC236}">
                    <a16:creationId xmlns:a16="http://schemas.microsoft.com/office/drawing/2014/main" id="{48100247-F998-3F5F-7C61-538FB5E6304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50" name="Group 649">
            <a:extLst>
              <a:ext uri="{FF2B5EF4-FFF2-40B4-BE49-F238E27FC236}">
                <a16:creationId xmlns:a16="http://schemas.microsoft.com/office/drawing/2014/main" id="{E7009E65-41E8-0A93-00AC-78C509C98265}"/>
              </a:ext>
            </a:extLst>
          </p:cNvPr>
          <p:cNvGrpSpPr/>
          <p:nvPr/>
        </p:nvGrpSpPr>
        <p:grpSpPr>
          <a:xfrm>
            <a:off x="2942396" y="3698227"/>
            <a:ext cx="721206" cy="609701"/>
            <a:chOff x="3298169" y="3370808"/>
            <a:chExt cx="871904" cy="748695"/>
          </a:xfrm>
        </p:grpSpPr>
        <p:sp>
          <p:nvSpPr>
            <p:cNvPr id="651" name="Rectangle 650">
              <a:extLst>
                <a:ext uri="{FF2B5EF4-FFF2-40B4-BE49-F238E27FC236}">
                  <a16:creationId xmlns:a16="http://schemas.microsoft.com/office/drawing/2014/main" id="{BB00701D-4B42-FC33-009C-B901A22FCECA}"/>
                </a:ext>
              </a:extLst>
            </p:cNvPr>
            <p:cNvSpPr/>
            <p:nvPr/>
          </p:nvSpPr>
          <p:spPr>
            <a:xfrm>
              <a:off x="329816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652" name="Right Triangle 651">
              <a:extLst>
                <a:ext uri="{FF2B5EF4-FFF2-40B4-BE49-F238E27FC236}">
                  <a16:creationId xmlns:a16="http://schemas.microsoft.com/office/drawing/2014/main" id="{733F0988-BB26-6A63-C74B-D82B4A67A9FE}"/>
                </a:ext>
              </a:extLst>
            </p:cNvPr>
            <p:cNvSpPr/>
            <p:nvPr/>
          </p:nvSpPr>
          <p:spPr>
            <a:xfrm rot="10800000">
              <a:off x="4022248"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53" name="Group 652">
              <a:extLst>
                <a:ext uri="{FF2B5EF4-FFF2-40B4-BE49-F238E27FC236}">
                  <a16:creationId xmlns:a16="http://schemas.microsoft.com/office/drawing/2014/main" id="{CE460089-8BC8-67A4-9017-F12E038CDB81}"/>
                </a:ext>
              </a:extLst>
            </p:cNvPr>
            <p:cNvGrpSpPr/>
            <p:nvPr/>
          </p:nvGrpSpPr>
          <p:grpSpPr>
            <a:xfrm>
              <a:off x="4102575" y="3389004"/>
              <a:ext cx="45719" cy="75385"/>
              <a:chOff x="3883481" y="2057400"/>
              <a:chExt cx="1608363" cy="2652031"/>
            </a:xfrm>
            <a:solidFill>
              <a:srgbClr val="A6A6A6"/>
            </a:solidFill>
          </p:grpSpPr>
          <p:sp>
            <p:nvSpPr>
              <p:cNvPr id="654" name="Oval 27">
                <a:extLst>
                  <a:ext uri="{FF2B5EF4-FFF2-40B4-BE49-F238E27FC236}">
                    <a16:creationId xmlns:a16="http://schemas.microsoft.com/office/drawing/2014/main" id="{0DCB9E6F-5061-99DD-21DE-B3D96157A1D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5" name="Oval 28">
                <a:extLst>
                  <a:ext uri="{FF2B5EF4-FFF2-40B4-BE49-F238E27FC236}">
                    <a16:creationId xmlns:a16="http://schemas.microsoft.com/office/drawing/2014/main" id="{7824E78E-27D1-2338-5F8B-4B3F83FE9BB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72" name="Group 671">
            <a:extLst>
              <a:ext uri="{FF2B5EF4-FFF2-40B4-BE49-F238E27FC236}">
                <a16:creationId xmlns:a16="http://schemas.microsoft.com/office/drawing/2014/main" id="{5BBA7C83-3FAD-5318-1F7F-879E92926969}"/>
              </a:ext>
            </a:extLst>
          </p:cNvPr>
          <p:cNvGrpSpPr/>
          <p:nvPr/>
        </p:nvGrpSpPr>
        <p:grpSpPr>
          <a:xfrm>
            <a:off x="2105709" y="3698227"/>
            <a:ext cx="721206" cy="610374"/>
            <a:chOff x="1315999" y="4191098"/>
            <a:chExt cx="871904" cy="749519"/>
          </a:xfrm>
        </p:grpSpPr>
        <p:sp>
          <p:nvSpPr>
            <p:cNvPr id="673" name="Rectangle 672">
              <a:extLst>
                <a:ext uri="{FF2B5EF4-FFF2-40B4-BE49-F238E27FC236}">
                  <a16:creationId xmlns:a16="http://schemas.microsoft.com/office/drawing/2014/main" id="{8FAE2557-EE94-B86E-6E87-D94A8C5468F9}"/>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674" name="Right Triangle 673">
              <a:extLst>
                <a:ext uri="{FF2B5EF4-FFF2-40B4-BE49-F238E27FC236}">
                  <a16:creationId xmlns:a16="http://schemas.microsoft.com/office/drawing/2014/main" id="{DB403E4C-D6D8-A1AC-3D40-8B2DA515DF42}"/>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75" name="Group 674">
              <a:extLst>
                <a:ext uri="{FF2B5EF4-FFF2-40B4-BE49-F238E27FC236}">
                  <a16:creationId xmlns:a16="http://schemas.microsoft.com/office/drawing/2014/main" id="{C1E6189D-63E3-48C8-209C-FA3C36D2C99C}"/>
                </a:ext>
              </a:extLst>
            </p:cNvPr>
            <p:cNvGrpSpPr/>
            <p:nvPr/>
          </p:nvGrpSpPr>
          <p:grpSpPr>
            <a:xfrm>
              <a:off x="2126717" y="4198579"/>
              <a:ext cx="45719" cy="75385"/>
              <a:chOff x="3883481" y="2057400"/>
              <a:chExt cx="1608363" cy="2652031"/>
            </a:xfrm>
            <a:solidFill>
              <a:srgbClr val="A6A6A6"/>
            </a:solidFill>
          </p:grpSpPr>
          <p:sp>
            <p:nvSpPr>
              <p:cNvPr id="676" name="Oval 27">
                <a:extLst>
                  <a:ext uri="{FF2B5EF4-FFF2-40B4-BE49-F238E27FC236}">
                    <a16:creationId xmlns:a16="http://schemas.microsoft.com/office/drawing/2014/main" id="{3E7059E6-BF4F-2CB4-ADCA-D3F70248AF3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7" name="Oval 28">
                <a:extLst>
                  <a:ext uri="{FF2B5EF4-FFF2-40B4-BE49-F238E27FC236}">
                    <a16:creationId xmlns:a16="http://schemas.microsoft.com/office/drawing/2014/main" id="{4734504D-5C74-D5ED-83E3-A622406C5C8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78" name="Group 677">
            <a:extLst>
              <a:ext uri="{FF2B5EF4-FFF2-40B4-BE49-F238E27FC236}">
                <a16:creationId xmlns:a16="http://schemas.microsoft.com/office/drawing/2014/main" id="{FA866432-A1B5-6E1D-2107-71F2B79A71F8}"/>
              </a:ext>
            </a:extLst>
          </p:cNvPr>
          <p:cNvGrpSpPr/>
          <p:nvPr/>
        </p:nvGrpSpPr>
        <p:grpSpPr>
          <a:xfrm>
            <a:off x="3778363" y="2253333"/>
            <a:ext cx="721206" cy="609701"/>
            <a:chOff x="5280339" y="2550516"/>
            <a:chExt cx="871904" cy="748695"/>
          </a:xfrm>
        </p:grpSpPr>
        <p:sp>
          <p:nvSpPr>
            <p:cNvPr id="679" name="Rectangle 678">
              <a:extLst>
                <a:ext uri="{FF2B5EF4-FFF2-40B4-BE49-F238E27FC236}">
                  <a16:creationId xmlns:a16="http://schemas.microsoft.com/office/drawing/2014/main" id="{CF45387D-72EE-E19A-E9BE-D133A226963E}"/>
                </a:ext>
              </a:extLst>
            </p:cNvPr>
            <p:cNvSpPr/>
            <p:nvPr/>
          </p:nvSpPr>
          <p:spPr>
            <a:xfrm>
              <a:off x="5280339" y="25505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680" name="Rectangle 679">
              <a:extLst>
                <a:ext uri="{FF2B5EF4-FFF2-40B4-BE49-F238E27FC236}">
                  <a16:creationId xmlns:a16="http://schemas.microsoft.com/office/drawing/2014/main" id="{13E039BA-8744-887D-D95E-19F5CDE2B68F}"/>
                </a:ext>
              </a:extLst>
            </p:cNvPr>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1" name="Oval 15">
              <a:extLst>
                <a:ext uri="{FF2B5EF4-FFF2-40B4-BE49-F238E27FC236}">
                  <a16:creationId xmlns:a16="http://schemas.microsoft.com/office/drawing/2014/main" id="{7C138BAF-F7C2-25FE-64E7-1A464363445B}"/>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82" name="Straight Connector 681">
              <a:extLst>
                <a:ext uri="{FF2B5EF4-FFF2-40B4-BE49-F238E27FC236}">
                  <a16:creationId xmlns:a16="http://schemas.microsoft.com/office/drawing/2014/main" id="{1C1A3BEF-F654-7277-A8CE-160A71439454}"/>
                </a:ext>
              </a:extLst>
            </p:cNvPr>
            <p:cNvCxnSpPr>
              <a:cxnSpLocks/>
              <a:stCxn id="681"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83" name="Straight Connector 682">
              <a:extLst>
                <a:ext uri="{FF2B5EF4-FFF2-40B4-BE49-F238E27FC236}">
                  <a16:creationId xmlns:a16="http://schemas.microsoft.com/office/drawing/2014/main" id="{F43BBAFE-03FB-F58E-59E0-ED2480AC0A8E}"/>
                </a:ext>
              </a:extLst>
            </p:cNvPr>
            <p:cNvCxnSpPr>
              <a:cxnSpLocks/>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84" name="Group 683">
            <a:extLst>
              <a:ext uri="{FF2B5EF4-FFF2-40B4-BE49-F238E27FC236}">
                <a16:creationId xmlns:a16="http://schemas.microsoft.com/office/drawing/2014/main" id="{D141F054-1F03-2A11-6F15-7871B37BF055}"/>
              </a:ext>
            </a:extLst>
          </p:cNvPr>
          <p:cNvGrpSpPr/>
          <p:nvPr/>
        </p:nvGrpSpPr>
        <p:grpSpPr>
          <a:xfrm>
            <a:off x="1268842" y="2253333"/>
            <a:ext cx="721206" cy="609701"/>
            <a:chOff x="1315999" y="2560818"/>
            <a:chExt cx="871904" cy="748695"/>
          </a:xfrm>
        </p:grpSpPr>
        <p:sp>
          <p:nvSpPr>
            <p:cNvPr id="685" name="Rectangle 684">
              <a:extLst>
                <a:ext uri="{FF2B5EF4-FFF2-40B4-BE49-F238E27FC236}">
                  <a16:creationId xmlns:a16="http://schemas.microsoft.com/office/drawing/2014/main" id="{0E07D508-CA5E-5D87-842D-6224BC7F7FC2}"/>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686" name="Right Triangle 685">
              <a:extLst>
                <a:ext uri="{FF2B5EF4-FFF2-40B4-BE49-F238E27FC236}">
                  <a16:creationId xmlns:a16="http://schemas.microsoft.com/office/drawing/2014/main" id="{EE840818-29F6-2742-D12F-F1234CCF5D76}"/>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87" name="Group 686">
              <a:extLst>
                <a:ext uri="{FF2B5EF4-FFF2-40B4-BE49-F238E27FC236}">
                  <a16:creationId xmlns:a16="http://schemas.microsoft.com/office/drawing/2014/main" id="{DE8A3A9D-3665-362E-14F5-EAD3AD3ABD30}"/>
                </a:ext>
              </a:extLst>
            </p:cNvPr>
            <p:cNvGrpSpPr/>
            <p:nvPr/>
          </p:nvGrpSpPr>
          <p:grpSpPr>
            <a:xfrm>
              <a:off x="2126717" y="2576032"/>
              <a:ext cx="45719" cy="75385"/>
              <a:chOff x="3883481" y="2057400"/>
              <a:chExt cx="1608363" cy="2652031"/>
            </a:xfrm>
            <a:solidFill>
              <a:srgbClr val="A6A6A6"/>
            </a:solidFill>
          </p:grpSpPr>
          <p:sp>
            <p:nvSpPr>
              <p:cNvPr id="688" name="Oval 27">
                <a:extLst>
                  <a:ext uri="{FF2B5EF4-FFF2-40B4-BE49-F238E27FC236}">
                    <a16:creationId xmlns:a16="http://schemas.microsoft.com/office/drawing/2014/main" id="{0FBECCA6-29E2-1BDB-6860-2DE4AC6B38B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9" name="Oval 28">
                <a:extLst>
                  <a:ext uri="{FF2B5EF4-FFF2-40B4-BE49-F238E27FC236}">
                    <a16:creationId xmlns:a16="http://schemas.microsoft.com/office/drawing/2014/main" id="{D2953D55-6A56-A884-384E-B19793133DC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90" name="Group 689">
            <a:extLst>
              <a:ext uri="{FF2B5EF4-FFF2-40B4-BE49-F238E27FC236}">
                <a16:creationId xmlns:a16="http://schemas.microsoft.com/office/drawing/2014/main" id="{08F840DE-C88B-CDD9-0D2A-8B4A10E3F4C1}"/>
              </a:ext>
            </a:extLst>
          </p:cNvPr>
          <p:cNvGrpSpPr/>
          <p:nvPr/>
        </p:nvGrpSpPr>
        <p:grpSpPr>
          <a:xfrm>
            <a:off x="2105349" y="2253333"/>
            <a:ext cx="721206" cy="609701"/>
            <a:chOff x="2307084" y="2560818"/>
            <a:chExt cx="871904" cy="748695"/>
          </a:xfrm>
        </p:grpSpPr>
        <p:sp>
          <p:nvSpPr>
            <p:cNvPr id="691" name="Rectangle 690">
              <a:extLst>
                <a:ext uri="{FF2B5EF4-FFF2-40B4-BE49-F238E27FC236}">
                  <a16:creationId xmlns:a16="http://schemas.microsoft.com/office/drawing/2014/main" id="{5A6D726C-EEE6-A446-CFC1-B5885D999200}"/>
                </a:ext>
              </a:extLst>
            </p:cNvPr>
            <p:cNvSpPr/>
            <p:nvPr/>
          </p:nvSpPr>
          <p:spPr>
            <a:xfrm>
              <a:off x="230708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692" name="Right Triangle 691">
              <a:extLst>
                <a:ext uri="{FF2B5EF4-FFF2-40B4-BE49-F238E27FC236}">
                  <a16:creationId xmlns:a16="http://schemas.microsoft.com/office/drawing/2014/main" id="{3215A968-BF4E-6EFA-87CC-7811D4F4C3EB}"/>
                </a:ext>
              </a:extLst>
            </p:cNvPr>
            <p:cNvSpPr/>
            <p:nvPr/>
          </p:nvSpPr>
          <p:spPr>
            <a:xfrm rot="10800000">
              <a:off x="3031994"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3" name="Group 692">
              <a:extLst>
                <a:ext uri="{FF2B5EF4-FFF2-40B4-BE49-F238E27FC236}">
                  <a16:creationId xmlns:a16="http://schemas.microsoft.com/office/drawing/2014/main" id="{B304FA8D-1867-865A-70B1-3CDC0F54C283}"/>
                </a:ext>
              </a:extLst>
            </p:cNvPr>
            <p:cNvGrpSpPr/>
            <p:nvPr/>
          </p:nvGrpSpPr>
          <p:grpSpPr>
            <a:xfrm>
              <a:off x="3112321" y="2575860"/>
              <a:ext cx="45719" cy="75385"/>
              <a:chOff x="3883481" y="2057400"/>
              <a:chExt cx="1608363" cy="2652031"/>
            </a:xfrm>
            <a:solidFill>
              <a:srgbClr val="A6A6A6"/>
            </a:solidFill>
          </p:grpSpPr>
          <p:sp>
            <p:nvSpPr>
              <p:cNvPr id="694" name="Oval 27">
                <a:extLst>
                  <a:ext uri="{FF2B5EF4-FFF2-40B4-BE49-F238E27FC236}">
                    <a16:creationId xmlns:a16="http://schemas.microsoft.com/office/drawing/2014/main" id="{1FB6D15B-6C0E-BF8C-3808-6FAD2A47397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5" name="Oval 28">
                <a:extLst>
                  <a:ext uri="{FF2B5EF4-FFF2-40B4-BE49-F238E27FC236}">
                    <a16:creationId xmlns:a16="http://schemas.microsoft.com/office/drawing/2014/main" id="{E7024636-8151-8D00-2740-5269DB5D2B7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96" name="Group 695">
            <a:extLst>
              <a:ext uri="{FF2B5EF4-FFF2-40B4-BE49-F238E27FC236}">
                <a16:creationId xmlns:a16="http://schemas.microsoft.com/office/drawing/2014/main" id="{84E73F04-6FD3-9C58-81A2-E6D09325F134}"/>
              </a:ext>
            </a:extLst>
          </p:cNvPr>
          <p:cNvGrpSpPr/>
          <p:nvPr/>
        </p:nvGrpSpPr>
        <p:grpSpPr>
          <a:xfrm>
            <a:off x="2941856" y="2253333"/>
            <a:ext cx="721206" cy="609701"/>
            <a:chOff x="4289254" y="2560818"/>
            <a:chExt cx="871904" cy="748695"/>
          </a:xfrm>
        </p:grpSpPr>
        <p:sp>
          <p:nvSpPr>
            <p:cNvPr id="697" name="Rectangle 696">
              <a:extLst>
                <a:ext uri="{FF2B5EF4-FFF2-40B4-BE49-F238E27FC236}">
                  <a16:creationId xmlns:a16="http://schemas.microsoft.com/office/drawing/2014/main" id="{F2347B7A-A925-3145-E030-3C6A6A9A576E}"/>
                </a:ext>
              </a:extLst>
            </p:cNvPr>
            <p:cNvSpPr/>
            <p:nvPr/>
          </p:nvSpPr>
          <p:spPr>
            <a:xfrm>
              <a:off x="428925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698" name="Right Triangle 697">
              <a:extLst>
                <a:ext uri="{FF2B5EF4-FFF2-40B4-BE49-F238E27FC236}">
                  <a16:creationId xmlns:a16="http://schemas.microsoft.com/office/drawing/2014/main" id="{B25377D0-3CB5-1058-B8C8-497058C11650}"/>
                </a:ext>
              </a:extLst>
            </p:cNvPr>
            <p:cNvSpPr/>
            <p:nvPr/>
          </p:nvSpPr>
          <p:spPr>
            <a:xfrm rot="10800000">
              <a:off x="5018198" y="256761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9" name="Group 698">
              <a:extLst>
                <a:ext uri="{FF2B5EF4-FFF2-40B4-BE49-F238E27FC236}">
                  <a16:creationId xmlns:a16="http://schemas.microsoft.com/office/drawing/2014/main" id="{28B09F00-ED1B-993C-91A8-E2A1CD4B8B55}"/>
                </a:ext>
              </a:extLst>
            </p:cNvPr>
            <p:cNvGrpSpPr/>
            <p:nvPr/>
          </p:nvGrpSpPr>
          <p:grpSpPr>
            <a:xfrm>
              <a:off x="5098525" y="2575096"/>
              <a:ext cx="45719" cy="75385"/>
              <a:chOff x="3883481" y="2057400"/>
              <a:chExt cx="1608363" cy="2652031"/>
            </a:xfrm>
            <a:solidFill>
              <a:srgbClr val="A6A6A6"/>
            </a:solidFill>
          </p:grpSpPr>
          <p:sp>
            <p:nvSpPr>
              <p:cNvPr id="700" name="Oval 27">
                <a:extLst>
                  <a:ext uri="{FF2B5EF4-FFF2-40B4-BE49-F238E27FC236}">
                    <a16:creationId xmlns:a16="http://schemas.microsoft.com/office/drawing/2014/main" id="{2D585238-4304-E9DE-B9DD-F0FD7A6FD9A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1" name="Oval 28">
                <a:extLst>
                  <a:ext uri="{FF2B5EF4-FFF2-40B4-BE49-F238E27FC236}">
                    <a16:creationId xmlns:a16="http://schemas.microsoft.com/office/drawing/2014/main" id="{9FFB6847-269F-2EF4-4101-C73962EE655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02" name="Group 701">
            <a:extLst>
              <a:ext uri="{FF2B5EF4-FFF2-40B4-BE49-F238E27FC236}">
                <a16:creationId xmlns:a16="http://schemas.microsoft.com/office/drawing/2014/main" id="{BCB6FBE7-89A0-E084-8B83-37C6B2664944}"/>
              </a:ext>
            </a:extLst>
          </p:cNvPr>
          <p:cNvGrpSpPr/>
          <p:nvPr/>
        </p:nvGrpSpPr>
        <p:grpSpPr>
          <a:xfrm>
            <a:off x="4614870" y="2253333"/>
            <a:ext cx="721206" cy="609701"/>
            <a:chOff x="6271424" y="2560818"/>
            <a:chExt cx="871904" cy="748695"/>
          </a:xfrm>
        </p:grpSpPr>
        <p:sp>
          <p:nvSpPr>
            <p:cNvPr id="703" name="Rectangle 702">
              <a:extLst>
                <a:ext uri="{FF2B5EF4-FFF2-40B4-BE49-F238E27FC236}">
                  <a16:creationId xmlns:a16="http://schemas.microsoft.com/office/drawing/2014/main" id="{5F002B3F-1F85-0022-2F6F-D0E75E6EDC00}"/>
                </a:ext>
              </a:extLst>
            </p:cNvPr>
            <p:cNvSpPr/>
            <p:nvPr/>
          </p:nvSpPr>
          <p:spPr>
            <a:xfrm>
              <a:off x="627142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704" name="Right Triangle 703">
              <a:extLst>
                <a:ext uri="{FF2B5EF4-FFF2-40B4-BE49-F238E27FC236}">
                  <a16:creationId xmlns:a16="http://schemas.microsoft.com/office/drawing/2014/main" id="{28E54FE6-9CD1-50DA-B027-7282394F6617}"/>
                </a:ext>
              </a:extLst>
            </p:cNvPr>
            <p:cNvSpPr/>
            <p:nvPr/>
          </p:nvSpPr>
          <p:spPr>
            <a:xfrm rot="10800000">
              <a:off x="6996110"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05" name="Group 704">
              <a:extLst>
                <a:ext uri="{FF2B5EF4-FFF2-40B4-BE49-F238E27FC236}">
                  <a16:creationId xmlns:a16="http://schemas.microsoft.com/office/drawing/2014/main" id="{10E6D612-61F8-0AB8-48E3-1E302EF4A7CF}"/>
                </a:ext>
              </a:extLst>
            </p:cNvPr>
            <p:cNvGrpSpPr/>
            <p:nvPr/>
          </p:nvGrpSpPr>
          <p:grpSpPr>
            <a:xfrm>
              <a:off x="7076437" y="2574863"/>
              <a:ext cx="45719" cy="75385"/>
              <a:chOff x="3883481" y="2057400"/>
              <a:chExt cx="1608363" cy="2652031"/>
            </a:xfrm>
            <a:solidFill>
              <a:srgbClr val="A6A6A6"/>
            </a:solidFill>
          </p:grpSpPr>
          <p:sp>
            <p:nvSpPr>
              <p:cNvPr id="706" name="Oval 27">
                <a:extLst>
                  <a:ext uri="{FF2B5EF4-FFF2-40B4-BE49-F238E27FC236}">
                    <a16:creationId xmlns:a16="http://schemas.microsoft.com/office/drawing/2014/main" id="{2A218FCF-1763-27D9-CC5C-04ED23ED65C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7" name="Oval 28">
                <a:extLst>
                  <a:ext uri="{FF2B5EF4-FFF2-40B4-BE49-F238E27FC236}">
                    <a16:creationId xmlns:a16="http://schemas.microsoft.com/office/drawing/2014/main" id="{FF5E7EBA-3327-9BEB-8D48-1186C11D7B3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20" name="Group 719">
            <a:extLst>
              <a:ext uri="{FF2B5EF4-FFF2-40B4-BE49-F238E27FC236}">
                <a16:creationId xmlns:a16="http://schemas.microsoft.com/office/drawing/2014/main" id="{81C4448C-CAB4-2826-7D95-67D6BFBDCE0C}"/>
              </a:ext>
            </a:extLst>
          </p:cNvPr>
          <p:cNvGrpSpPr/>
          <p:nvPr/>
        </p:nvGrpSpPr>
        <p:grpSpPr>
          <a:xfrm>
            <a:off x="431659" y="2253333"/>
            <a:ext cx="721893" cy="609702"/>
            <a:chOff x="324914" y="2550516"/>
            <a:chExt cx="872735" cy="748697"/>
          </a:xfrm>
        </p:grpSpPr>
        <p:sp>
          <p:nvSpPr>
            <p:cNvPr id="721" name="Rectangle 720">
              <a:hlinkHover r:id="" action="ppaction://noaction" highlightClick="1"/>
              <a:extLst>
                <a:ext uri="{FF2B5EF4-FFF2-40B4-BE49-F238E27FC236}">
                  <a16:creationId xmlns:a16="http://schemas.microsoft.com/office/drawing/2014/main" id="{2C34CAE7-6579-1031-AABD-07F3FF37774C}"/>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722" name="Group 721">
              <a:extLst>
                <a:ext uri="{FF2B5EF4-FFF2-40B4-BE49-F238E27FC236}">
                  <a16:creationId xmlns:a16="http://schemas.microsoft.com/office/drawing/2014/main" id="{6558D6DA-3D50-A6DE-A3B1-32E9D0AA7B39}"/>
                </a:ext>
              </a:extLst>
            </p:cNvPr>
            <p:cNvGrpSpPr/>
            <p:nvPr/>
          </p:nvGrpSpPr>
          <p:grpSpPr>
            <a:xfrm>
              <a:off x="1040599" y="2550516"/>
              <a:ext cx="157050" cy="157050"/>
              <a:chOff x="1040599" y="2550516"/>
              <a:chExt cx="157050" cy="157050"/>
            </a:xfrm>
          </p:grpSpPr>
          <p:sp>
            <p:nvSpPr>
              <p:cNvPr id="723" name="Diamond 722">
                <a:extLst>
                  <a:ext uri="{FF2B5EF4-FFF2-40B4-BE49-F238E27FC236}">
                    <a16:creationId xmlns:a16="http://schemas.microsoft.com/office/drawing/2014/main" id="{1A6D9EE6-41F7-CF7A-2541-87F418DFECD8}"/>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4" name="Oval 723">
                <a:extLst>
                  <a:ext uri="{FF2B5EF4-FFF2-40B4-BE49-F238E27FC236}">
                    <a16:creationId xmlns:a16="http://schemas.microsoft.com/office/drawing/2014/main" id="{DEE97F4C-2F41-2091-0A68-1027580E57DF}"/>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29" name="Group 728">
            <a:extLst>
              <a:ext uri="{FF2B5EF4-FFF2-40B4-BE49-F238E27FC236}">
                <a16:creationId xmlns:a16="http://schemas.microsoft.com/office/drawing/2014/main" id="{84A3EB4B-E0EF-A312-0E89-76472AF3D2C2}"/>
              </a:ext>
            </a:extLst>
          </p:cNvPr>
          <p:cNvGrpSpPr/>
          <p:nvPr/>
        </p:nvGrpSpPr>
        <p:grpSpPr>
          <a:xfrm>
            <a:off x="2105349" y="1532276"/>
            <a:ext cx="721206" cy="609701"/>
            <a:chOff x="2307084" y="1729816"/>
            <a:chExt cx="871904" cy="748695"/>
          </a:xfrm>
        </p:grpSpPr>
        <p:sp>
          <p:nvSpPr>
            <p:cNvPr id="730" name="Rectangle 729">
              <a:extLst>
                <a:ext uri="{FF2B5EF4-FFF2-40B4-BE49-F238E27FC236}">
                  <a16:creationId xmlns:a16="http://schemas.microsoft.com/office/drawing/2014/main" id="{551548DF-0930-C086-6A02-EB9104C21FD2}"/>
                </a:ext>
              </a:extLst>
            </p:cNvPr>
            <p:cNvSpPr/>
            <p:nvPr/>
          </p:nvSpPr>
          <p:spPr>
            <a:xfrm>
              <a:off x="230708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731" name="Rectangle 730">
              <a:extLst>
                <a:ext uri="{FF2B5EF4-FFF2-40B4-BE49-F238E27FC236}">
                  <a16:creationId xmlns:a16="http://schemas.microsoft.com/office/drawing/2014/main" id="{881265E7-4632-46B4-5435-971F228E5639}"/>
                </a:ext>
              </a:extLst>
            </p:cNvPr>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2" name="Oval 15">
              <a:extLst>
                <a:ext uri="{FF2B5EF4-FFF2-40B4-BE49-F238E27FC236}">
                  <a16:creationId xmlns:a16="http://schemas.microsoft.com/office/drawing/2014/main" id="{CB66427C-A47A-A28D-EF45-34DD933B3B05}"/>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33" name="Straight Connector 732">
              <a:extLst>
                <a:ext uri="{FF2B5EF4-FFF2-40B4-BE49-F238E27FC236}">
                  <a16:creationId xmlns:a16="http://schemas.microsoft.com/office/drawing/2014/main" id="{5E7DAEDD-9A62-E6A3-4A93-FD142C838189}"/>
                </a:ext>
              </a:extLst>
            </p:cNvPr>
            <p:cNvCxnSpPr>
              <a:cxnSpLocks/>
              <a:stCxn id="732"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34" name="Straight Connector 733">
              <a:extLst>
                <a:ext uri="{FF2B5EF4-FFF2-40B4-BE49-F238E27FC236}">
                  <a16:creationId xmlns:a16="http://schemas.microsoft.com/office/drawing/2014/main" id="{3E540811-FF72-B61C-356B-E114F8B3748C}"/>
                </a:ext>
              </a:extLst>
            </p:cNvPr>
            <p:cNvCxnSpPr>
              <a:cxnSpLocks/>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35" name="Group 734">
            <a:extLst>
              <a:ext uri="{FF2B5EF4-FFF2-40B4-BE49-F238E27FC236}">
                <a16:creationId xmlns:a16="http://schemas.microsoft.com/office/drawing/2014/main" id="{3E803256-EF91-4BD8-391A-49E7CC559860}"/>
              </a:ext>
            </a:extLst>
          </p:cNvPr>
          <p:cNvGrpSpPr/>
          <p:nvPr/>
        </p:nvGrpSpPr>
        <p:grpSpPr>
          <a:xfrm>
            <a:off x="431659" y="1532276"/>
            <a:ext cx="721893" cy="610038"/>
            <a:chOff x="324914" y="1729403"/>
            <a:chExt cx="872735" cy="749108"/>
          </a:xfrm>
        </p:grpSpPr>
        <p:sp>
          <p:nvSpPr>
            <p:cNvPr id="736" name="Rectangle 735">
              <a:extLst>
                <a:ext uri="{FF2B5EF4-FFF2-40B4-BE49-F238E27FC236}">
                  <a16:creationId xmlns:a16="http://schemas.microsoft.com/office/drawing/2014/main" id="{CB3BB9B7-5330-A8D7-2F24-92195D2E7856}"/>
                </a:ext>
              </a:extLst>
            </p:cNvPr>
            <p:cNvSpPr/>
            <p:nvPr/>
          </p:nvSpPr>
          <p:spPr>
            <a:xfrm>
              <a:off x="32491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737" name="Right Triangle 736">
              <a:extLst>
                <a:ext uri="{FF2B5EF4-FFF2-40B4-BE49-F238E27FC236}">
                  <a16:creationId xmlns:a16="http://schemas.microsoft.com/office/drawing/2014/main" id="{198894BD-37D7-2A77-1704-77AE9C60594F}"/>
                </a:ext>
              </a:extLst>
            </p:cNvPr>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38" name="Group 737">
              <a:extLst>
                <a:ext uri="{FF2B5EF4-FFF2-40B4-BE49-F238E27FC236}">
                  <a16:creationId xmlns:a16="http://schemas.microsoft.com/office/drawing/2014/main" id="{DC642A18-8C87-8A19-D214-AF76A64F9387}"/>
                </a:ext>
              </a:extLst>
            </p:cNvPr>
            <p:cNvGrpSpPr/>
            <p:nvPr/>
          </p:nvGrpSpPr>
          <p:grpSpPr>
            <a:xfrm>
              <a:off x="1136463" y="1736885"/>
              <a:ext cx="45719" cy="75385"/>
              <a:chOff x="3883481" y="2057400"/>
              <a:chExt cx="1608363" cy="2652031"/>
            </a:xfrm>
            <a:solidFill>
              <a:srgbClr val="A6A6A6"/>
            </a:solidFill>
          </p:grpSpPr>
          <p:sp>
            <p:nvSpPr>
              <p:cNvPr id="739" name="Oval 27">
                <a:extLst>
                  <a:ext uri="{FF2B5EF4-FFF2-40B4-BE49-F238E27FC236}">
                    <a16:creationId xmlns:a16="http://schemas.microsoft.com/office/drawing/2014/main" id="{10F5BF08-70E9-016E-23F0-E1D6CD2B2F1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0" name="Oval 28">
                <a:extLst>
                  <a:ext uri="{FF2B5EF4-FFF2-40B4-BE49-F238E27FC236}">
                    <a16:creationId xmlns:a16="http://schemas.microsoft.com/office/drawing/2014/main" id="{DF43B528-1F48-B63A-BD00-05858DFBAE1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41" name="Group 740">
            <a:extLst>
              <a:ext uri="{FF2B5EF4-FFF2-40B4-BE49-F238E27FC236}">
                <a16:creationId xmlns:a16="http://schemas.microsoft.com/office/drawing/2014/main" id="{F316BFF4-7F0B-93D1-0B95-5F535E2BC767}"/>
              </a:ext>
            </a:extLst>
          </p:cNvPr>
          <p:cNvGrpSpPr/>
          <p:nvPr/>
        </p:nvGrpSpPr>
        <p:grpSpPr>
          <a:xfrm>
            <a:off x="1268842" y="1532276"/>
            <a:ext cx="721206" cy="610038"/>
            <a:chOff x="1315999" y="1729403"/>
            <a:chExt cx="871904" cy="749108"/>
          </a:xfrm>
        </p:grpSpPr>
        <p:sp>
          <p:nvSpPr>
            <p:cNvPr id="742" name="Rectangle 741">
              <a:extLst>
                <a:ext uri="{FF2B5EF4-FFF2-40B4-BE49-F238E27FC236}">
                  <a16:creationId xmlns:a16="http://schemas.microsoft.com/office/drawing/2014/main" id="{C00B1F9E-6680-65B3-52A5-B6531C32514D}"/>
                </a:ext>
              </a:extLst>
            </p:cNvPr>
            <p:cNvSpPr/>
            <p:nvPr/>
          </p:nvSpPr>
          <p:spPr>
            <a:xfrm>
              <a:off x="131599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743" name="Right Triangle 742">
              <a:extLst>
                <a:ext uri="{FF2B5EF4-FFF2-40B4-BE49-F238E27FC236}">
                  <a16:creationId xmlns:a16="http://schemas.microsoft.com/office/drawing/2014/main" id="{2DE09716-F94F-F7D5-307E-99C5E17B5921}"/>
                </a:ext>
              </a:extLst>
            </p:cNvPr>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44" name="Group 743">
              <a:extLst>
                <a:ext uri="{FF2B5EF4-FFF2-40B4-BE49-F238E27FC236}">
                  <a16:creationId xmlns:a16="http://schemas.microsoft.com/office/drawing/2014/main" id="{3900E124-166D-196F-616B-5A9BD6E80C8A}"/>
                </a:ext>
              </a:extLst>
            </p:cNvPr>
            <p:cNvGrpSpPr/>
            <p:nvPr/>
          </p:nvGrpSpPr>
          <p:grpSpPr>
            <a:xfrm>
              <a:off x="2126717" y="1736885"/>
              <a:ext cx="45719" cy="75385"/>
              <a:chOff x="3883481" y="2057400"/>
              <a:chExt cx="1608363" cy="2652031"/>
            </a:xfrm>
            <a:solidFill>
              <a:srgbClr val="A6A6A6"/>
            </a:solidFill>
          </p:grpSpPr>
          <p:sp>
            <p:nvSpPr>
              <p:cNvPr id="745" name="Oval 27">
                <a:extLst>
                  <a:ext uri="{FF2B5EF4-FFF2-40B4-BE49-F238E27FC236}">
                    <a16:creationId xmlns:a16="http://schemas.microsoft.com/office/drawing/2014/main" id="{841ECAB3-7912-0E06-85F1-890B5A9FDBC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6" name="Oval 28">
                <a:extLst>
                  <a:ext uri="{FF2B5EF4-FFF2-40B4-BE49-F238E27FC236}">
                    <a16:creationId xmlns:a16="http://schemas.microsoft.com/office/drawing/2014/main" id="{EFF33D04-F878-362A-2450-4A57686CC7F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53" name="Group 752">
            <a:extLst>
              <a:ext uri="{FF2B5EF4-FFF2-40B4-BE49-F238E27FC236}">
                <a16:creationId xmlns:a16="http://schemas.microsoft.com/office/drawing/2014/main" id="{3E97379C-CA9E-6C99-DF29-CBA505944594}"/>
              </a:ext>
            </a:extLst>
          </p:cNvPr>
          <p:cNvGrpSpPr/>
          <p:nvPr/>
        </p:nvGrpSpPr>
        <p:grpSpPr>
          <a:xfrm>
            <a:off x="5454383" y="2974054"/>
            <a:ext cx="721206" cy="609701"/>
            <a:chOff x="7262509" y="3370808"/>
            <a:chExt cx="871904" cy="748695"/>
          </a:xfrm>
        </p:grpSpPr>
        <p:sp>
          <p:nvSpPr>
            <p:cNvPr id="754" name="Rectangle 753">
              <a:extLst>
                <a:ext uri="{FF2B5EF4-FFF2-40B4-BE49-F238E27FC236}">
                  <a16:creationId xmlns:a16="http://schemas.microsoft.com/office/drawing/2014/main" id="{D3BF9507-844A-5949-12E5-793D49464592}"/>
                </a:ext>
              </a:extLst>
            </p:cNvPr>
            <p:cNvSpPr/>
            <p:nvPr/>
          </p:nvSpPr>
          <p:spPr>
            <a:xfrm>
              <a:off x="726250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755" name="Rectangle 754">
              <a:extLst>
                <a:ext uri="{FF2B5EF4-FFF2-40B4-BE49-F238E27FC236}">
                  <a16:creationId xmlns:a16="http://schemas.microsoft.com/office/drawing/2014/main" id="{20D7876B-72EE-99A6-022E-466920397D7C}"/>
                </a:ext>
              </a:extLst>
            </p:cNvPr>
            <p:cNvSpPr/>
            <p:nvPr/>
          </p:nvSpPr>
          <p:spPr>
            <a:xfrm flipV="1">
              <a:off x="7999814"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6" name="Oval 15">
              <a:extLst>
                <a:ext uri="{FF2B5EF4-FFF2-40B4-BE49-F238E27FC236}">
                  <a16:creationId xmlns:a16="http://schemas.microsoft.com/office/drawing/2014/main" id="{6FA9E861-0F72-FB35-04F5-823382F902BB}"/>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57" name="Straight Connector 756">
              <a:extLst>
                <a:ext uri="{FF2B5EF4-FFF2-40B4-BE49-F238E27FC236}">
                  <a16:creationId xmlns:a16="http://schemas.microsoft.com/office/drawing/2014/main" id="{6E16789B-5E08-9F43-76C5-5F6E8DB76AB9}"/>
                </a:ext>
              </a:extLst>
            </p:cNvPr>
            <p:cNvCxnSpPr>
              <a:cxnSpLocks/>
              <a:stCxn id="756" idx="0"/>
            </p:cNvCxnSpPr>
            <p:nvPr/>
          </p:nvCxnSpPr>
          <p:spPr>
            <a:xfrm flipV="1">
              <a:off x="8039813"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58" name="Straight Connector 757">
              <a:extLst>
                <a:ext uri="{FF2B5EF4-FFF2-40B4-BE49-F238E27FC236}">
                  <a16:creationId xmlns:a16="http://schemas.microsoft.com/office/drawing/2014/main" id="{429A8B98-6397-5DCE-83EC-D0FD9EAC2085}"/>
                </a:ext>
              </a:extLst>
            </p:cNvPr>
            <p:cNvCxnSpPr>
              <a:cxnSpLocks/>
            </p:cNvCxnSpPr>
            <p:nvPr/>
          </p:nvCxnSpPr>
          <p:spPr>
            <a:xfrm>
              <a:off x="8046727"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59" name="Group 758">
            <a:extLst>
              <a:ext uri="{FF2B5EF4-FFF2-40B4-BE49-F238E27FC236}">
                <a16:creationId xmlns:a16="http://schemas.microsoft.com/office/drawing/2014/main" id="{B3355316-B365-EEBA-3E67-FD83D714CE30}"/>
              </a:ext>
            </a:extLst>
          </p:cNvPr>
          <p:cNvGrpSpPr/>
          <p:nvPr/>
        </p:nvGrpSpPr>
        <p:grpSpPr>
          <a:xfrm>
            <a:off x="431659" y="2974054"/>
            <a:ext cx="721893" cy="609701"/>
            <a:chOff x="324914" y="3371220"/>
            <a:chExt cx="872735" cy="748695"/>
          </a:xfrm>
        </p:grpSpPr>
        <p:sp>
          <p:nvSpPr>
            <p:cNvPr id="760" name="Rectangle 759">
              <a:extLst>
                <a:ext uri="{FF2B5EF4-FFF2-40B4-BE49-F238E27FC236}">
                  <a16:creationId xmlns:a16="http://schemas.microsoft.com/office/drawing/2014/main" id="{C6E9E5AD-189F-E045-4E12-167B5442F861}"/>
                </a:ext>
              </a:extLst>
            </p:cNvPr>
            <p:cNvSpPr/>
            <p:nvPr/>
          </p:nvSpPr>
          <p:spPr>
            <a:xfrm>
              <a:off x="324914" y="3371220"/>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761" name="Right Triangle 760">
              <a:extLst>
                <a:ext uri="{FF2B5EF4-FFF2-40B4-BE49-F238E27FC236}">
                  <a16:creationId xmlns:a16="http://schemas.microsoft.com/office/drawing/2014/main" id="{85030354-09BD-E1BC-9927-62C611488019}"/>
                </a:ext>
              </a:extLst>
            </p:cNvPr>
            <p:cNvSpPr/>
            <p:nvPr/>
          </p:nvSpPr>
          <p:spPr>
            <a:xfrm rot="10800000">
              <a:off x="1056136"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62" name="Group 761">
              <a:extLst>
                <a:ext uri="{FF2B5EF4-FFF2-40B4-BE49-F238E27FC236}">
                  <a16:creationId xmlns:a16="http://schemas.microsoft.com/office/drawing/2014/main" id="{3B464181-E267-8756-A70F-3DF10C466121}"/>
                </a:ext>
              </a:extLst>
            </p:cNvPr>
            <p:cNvGrpSpPr/>
            <p:nvPr/>
          </p:nvGrpSpPr>
          <p:grpSpPr>
            <a:xfrm>
              <a:off x="1136463" y="3380672"/>
              <a:ext cx="45719" cy="75385"/>
              <a:chOff x="3883481" y="2057400"/>
              <a:chExt cx="1608363" cy="2652031"/>
            </a:xfrm>
            <a:solidFill>
              <a:srgbClr val="A6A6A6"/>
            </a:solidFill>
          </p:grpSpPr>
          <p:sp>
            <p:nvSpPr>
              <p:cNvPr id="763" name="Oval 27">
                <a:extLst>
                  <a:ext uri="{FF2B5EF4-FFF2-40B4-BE49-F238E27FC236}">
                    <a16:creationId xmlns:a16="http://schemas.microsoft.com/office/drawing/2014/main" id="{FF654088-4F0E-AED6-8877-7A41385D356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64" name="Oval 28">
                <a:extLst>
                  <a:ext uri="{FF2B5EF4-FFF2-40B4-BE49-F238E27FC236}">
                    <a16:creationId xmlns:a16="http://schemas.microsoft.com/office/drawing/2014/main" id="{1A64394E-7C4A-8DE3-6CD3-1B0F2179D34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71" name="Group 770">
            <a:extLst>
              <a:ext uri="{FF2B5EF4-FFF2-40B4-BE49-F238E27FC236}">
                <a16:creationId xmlns:a16="http://schemas.microsoft.com/office/drawing/2014/main" id="{F4B798E5-73D4-0689-6579-20E1C974F05D}"/>
              </a:ext>
            </a:extLst>
          </p:cNvPr>
          <p:cNvGrpSpPr/>
          <p:nvPr/>
        </p:nvGrpSpPr>
        <p:grpSpPr>
          <a:xfrm>
            <a:off x="2940467" y="2974054"/>
            <a:ext cx="721206" cy="613154"/>
            <a:chOff x="2307084" y="4187684"/>
            <a:chExt cx="871904" cy="752933"/>
          </a:xfrm>
        </p:grpSpPr>
        <p:sp>
          <p:nvSpPr>
            <p:cNvPr id="772" name="Rectangle 771">
              <a:extLst>
                <a:ext uri="{FF2B5EF4-FFF2-40B4-BE49-F238E27FC236}">
                  <a16:creationId xmlns:a16="http://schemas.microsoft.com/office/drawing/2014/main" id="{0F0828C6-C7E4-7513-3A5C-98AFC866410E}"/>
                </a:ext>
              </a:extLst>
            </p:cNvPr>
            <p:cNvSpPr/>
            <p:nvPr/>
          </p:nvSpPr>
          <p:spPr>
            <a:xfrm>
              <a:off x="230708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773" name="Right Triangle 772">
              <a:extLst>
                <a:ext uri="{FF2B5EF4-FFF2-40B4-BE49-F238E27FC236}">
                  <a16:creationId xmlns:a16="http://schemas.microsoft.com/office/drawing/2014/main" id="{1E795F63-861F-DBEC-6CF7-5C292CD6A825}"/>
                </a:ext>
              </a:extLst>
            </p:cNvPr>
            <p:cNvSpPr/>
            <p:nvPr/>
          </p:nvSpPr>
          <p:spPr>
            <a:xfrm rot="10800000">
              <a:off x="3036801" y="418768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74" name="Group 773">
              <a:extLst>
                <a:ext uri="{FF2B5EF4-FFF2-40B4-BE49-F238E27FC236}">
                  <a16:creationId xmlns:a16="http://schemas.microsoft.com/office/drawing/2014/main" id="{DE526F45-3DAA-D5D8-0A47-846B012B2F12}"/>
                </a:ext>
              </a:extLst>
            </p:cNvPr>
            <p:cNvGrpSpPr/>
            <p:nvPr/>
          </p:nvGrpSpPr>
          <p:grpSpPr>
            <a:xfrm>
              <a:off x="3117128" y="4195165"/>
              <a:ext cx="45719" cy="75385"/>
              <a:chOff x="3883481" y="2057400"/>
              <a:chExt cx="1608363" cy="2652031"/>
            </a:xfrm>
            <a:solidFill>
              <a:srgbClr val="A6A6A6"/>
            </a:solidFill>
          </p:grpSpPr>
          <p:sp>
            <p:nvSpPr>
              <p:cNvPr id="775" name="Oval 27">
                <a:extLst>
                  <a:ext uri="{FF2B5EF4-FFF2-40B4-BE49-F238E27FC236}">
                    <a16:creationId xmlns:a16="http://schemas.microsoft.com/office/drawing/2014/main" id="{6E9B61C5-0AFC-8707-6C25-1BD10259B15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76" name="Oval 28">
                <a:extLst>
                  <a:ext uri="{FF2B5EF4-FFF2-40B4-BE49-F238E27FC236}">
                    <a16:creationId xmlns:a16="http://schemas.microsoft.com/office/drawing/2014/main" id="{7C901B29-E663-5AC2-9262-9A8D6E705F5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77" name="Group 776">
            <a:extLst>
              <a:ext uri="{FF2B5EF4-FFF2-40B4-BE49-F238E27FC236}">
                <a16:creationId xmlns:a16="http://schemas.microsoft.com/office/drawing/2014/main" id="{3EFDC680-2259-EFBE-9C88-FB5DA84D795B}"/>
              </a:ext>
            </a:extLst>
          </p:cNvPr>
          <p:cNvGrpSpPr/>
          <p:nvPr/>
        </p:nvGrpSpPr>
        <p:grpSpPr>
          <a:xfrm>
            <a:off x="1268379" y="2974054"/>
            <a:ext cx="721206" cy="609701"/>
            <a:chOff x="1315999" y="2560818"/>
            <a:chExt cx="871904" cy="748695"/>
          </a:xfrm>
        </p:grpSpPr>
        <p:sp>
          <p:nvSpPr>
            <p:cNvPr id="778" name="Rectangle 777">
              <a:extLst>
                <a:ext uri="{FF2B5EF4-FFF2-40B4-BE49-F238E27FC236}">
                  <a16:creationId xmlns:a16="http://schemas.microsoft.com/office/drawing/2014/main" id="{CF74ABE5-700C-2362-D613-B6C85212D6ED}"/>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779" name="Right Triangle 778">
              <a:extLst>
                <a:ext uri="{FF2B5EF4-FFF2-40B4-BE49-F238E27FC236}">
                  <a16:creationId xmlns:a16="http://schemas.microsoft.com/office/drawing/2014/main" id="{33EC3E1E-A130-2112-CBCE-C9E01F464178}"/>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80" name="Group 779">
              <a:extLst>
                <a:ext uri="{FF2B5EF4-FFF2-40B4-BE49-F238E27FC236}">
                  <a16:creationId xmlns:a16="http://schemas.microsoft.com/office/drawing/2014/main" id="{A0046617-1CA7-495A-A765-A92761AEC29B}"/>
                </a:ext>
              </a:extLst>
            </p:cNvPr>
            <p:cNvGrpSpPr/>
            <p:nvPr/>
          </p:nvGrpSpPr>
          <p:grpSpPr>
            <a:xfrm>
              <a:off x="2126717" y="2576032"/>
              <a:ext cx="45719" cy="75385"/>
              <a:chOff x="3883481" y="2057400"/>
              <a:chExt cx="1608363" cy="2652031"/>
            </a:xfrm>
            <a:solidFill>
              <a:srgbClr val="A6A6A6"/>
            </a:solidFill>
          </p:grpSpPr>
          <p:sp>
            <p:nvSpPr>
              <p:cNvPr id="781" name="Oval 27">
                <a:extLst>
                  <a:ext uri="{FF2B5EF4-FFF2-40B4-BE49-F238E27FC236}">
                    <a16:creationId xmlns:a16="http://schemas.microsoft.com/office/drawing/2014/main" id="{1E1AB356-D3A2-0C7F-E86D-F133F576CFC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2" name="Oval 28">
                <a:extLst>
                  <a:ext uri="{FF2B5EF4-FFF2-40B4-BE49-F238E27FC236}">
                    <a16:creationId xmlns:a16="http://schemas.microsoft.com/office/drawing/2014/main" id="{B56A90F3-7CC9-233C-34EC-5F14FCEF82D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83" name="Group 782">
            <a:extLst>
              <a:ext uri="{FF2B5EF4-FFF2-40B4-BE49-F238E27FC236}">
                <a16:creationId xmlns:a16="http://schemas.microsoft.com/office/drawing/2014/main" id="{9BDEE46E-C445-5C3E-D53F-3EFF0EF70B50}"/>
              </a:ext>
            </a:extLst>
          </p:cNvPr>
          <p:cNvGrpSpPr/>
          <p:nvPr/>
        </p:nvGrpSpPr>
        <p:grpSpPr>
          <a:xfrm>
            <a:off x="2938534" y="811556"/>
            <a:ext cx="721206" cy="609701"/>
            <a:chOff x="3298169" y="909114"/>
            <a:chExt cx="871904" cy="748695"/>
          </a:xfrm>
        </p:grpSpPr>
        <p:sp>
          <p:nvSpPr>
            <p:cNvPr id="784" name="Rectangle 783">
              <a:extLst>
                <a:ext uri="{FF2B5EF4-FFF2-40B4-BE49-F238E27FC236}">
                  <a16:creationId xmlns:a16="http://schemas.microsoft.com/office/drawing/2014/main" id="{0259E5AF-5972-7EE6-B21E-6E1C331F0348}"/>
                </a:ext>
              </a:extLst>
            </p:cNvPr>
            <p:cNvSpPr/>
            <p:nvPr/>
          </p:nvSpPr>
          <p:spPr>
            <a:xfrm>
              <a:off x="329816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785" name="Rectangle 784">
              <a:extLst>
                <a:ext uri="{FF2B5EF4-FFF2-40B4-BE49-F238E27FC236}">
                  <a16:creationId xmlns:a16="http://schemas.microsoft.com/office/drawing/2014/main" id="{0C5A3B3D-4C3C-DF3A-9ED1-9D0AD2D49626}"/>
                </a:ext>
              </a:extLst>
            </p:cNvPr>
            <p:cNvSpPr/>
            <p:nvPr/>
          </p:nvSpPr>
          <p:spPr>
            <a:xfrm flipV="1">
              <a:off x="4043182"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6" name="Oval 15">
              <a:extLst>
                <a:ext uri="{FF2B5EF4-FFF2-40B4-BE49-F238E27FC236}">
                  <a16:creationId xmlns:a16="http://schemas.microsoft.com/office/drawing/2014/main" id="{B1F9A3F5-4D4C-B7CC-27AB-C61EFB5F34E1}"/>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87" name="Straight Connector 786">
              <a:extLst>
                <a:ext uri="{FF2B5EF4-FFF2-40B4-BE49-F238E27FC236}">
                  <a16:creationId xmlns:a16="http://schemas.microsoft.com/office/drawing/2014/main" id="{06EDE29F-121D-3236-95A3-8428F91705B7}"/>
                </a:ext>
              </a:extLst>
            </p:cNvPr>
            <p:cNvCxnSpPr>
              <a:cxnSpLocks/>
              <a:stCxn id="786" idx="0"/>
            </p:cNvCxnSpPr>
            <p:nvPr/>
          </p:nvCxnSpPr>
          <p:spPr>
            <a:xfrm flipV="1">
              <a:off x="4083181"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88" name="Straight Connector 787">
              <a:extLst>
                <a:ext uri="{FF2B5EF4-FFF2-40B4-BE49-F238E27FC236}">
                  <a16:creationId xmlns:a16="http://schemas.microsoft.com/office/drawing/2014/main" id="{E929A4F5-3994-4785-9717-2A5E8FFA2F87}"/>
                </a:ext>
              </a:extLst>
            </p:cNvPr>
            <p:cNvCxnSpPr>
              <a:cxnSpLocks/>
            </p:cNvCxnSpPr>
            <p:nvPr/>
          </p:nvCxnSpPr>
          <p:spPr>
            <a:xfrm>
              <a:off x="4090095"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95" name="Group 794">
            <a:extLst>
              <a:ext uri="{FF2B5EF4-FFF2-40B4-BE49-F238E27FC236}">
                <a16:creationId xmlns:a16="http://schemas.microsoft.com/office/drawing/2014/main" id="{0D953D00-676D-A58C-C1EC-E94852B2855D}"/>
              </a:ext>
            </a:extLst>
          </p:cNvPr>
          <p:cNvGrpSpPr/>
          <p:nvPr/>
        </p:nvGrpSpPr>
        <p:grpSpPr>
          <a:xfrm>
            <a:off x="431659" y="811556"/>
            <a:ext cx="721206" cy="609701"/>
            <a:chOff x="324914" y="909114"/>
            <a:chExt cx="871904" cy="748695"/>
          </a:xfrm>
        </p:grpSpPr>
        <p:sp>
          <p:nvSpPr>
            <p:cNvPr id="796" name="Rectangle 795">
              <a:extLst>
                <a:ext uri="{FF2B5EF4-FFF2-40B4-BE49-F238E27FC236}">
                  <a16:creationId xmlns:a16="http://schemas.microsoft.com/office/drawing/2014/main" id="{B3EE95A0-9FEB-A426-0576-FFBAD506CF42}"/>
                </a:ext>
              </a:extLst>
            </p:cNvPr>
            <p:cNvSpPr/>
            <p:nvPr/>
          </p:nvSpPr>
          <p:spPr>
            <a:xfrm>
              <a:off x="32491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797" name="Right Triangle 796">
              <a:extLst>
                <a:ext uri="{FF2B5EF4-FFF2-40B4-BE49-F238E27FC236}">
                  <a16:creationId xmlns:a16="http://schemas.microsoft.com/office/drawing/2014/main" id="{68A9AC24-0947-B810-B3EF-7CEBB13E5983}"/>
                </a:ext>
              </a:extLst>
            </p:cNvPr>
            <p:cNvSpPr/>
            <p:nvPr/>
          </p:nvSpPr>
          <p:spPr>
            <a:xfrm rot="10800000">
              <a:off x="1053755"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98" name="Group 797">
              <a:extLst>
                <a:ext uri="{FF2B5EF4-FFF2-40B4-BE49-F238E27FC236}">
                  <a16:creationId xmlns:a16="http://schemas.microsoft.com/office/drawing/2014/main" id="{C960F896-AC12-0208-3811-096F1216FBD1}"/>
                </a:ext>
              </a:extLst>
            </p:cNvPr>
            <p:cNvGrpSpPr/>
            <p:nvPr/>
          </p:nvGrpSpPr>
          <p:grpSpPr>
            <a:xfrm>
              <a:off x="1134082" y="918978"/>
              <a:ext cx="45719" cy="75385"/>
              <a:chOff x="3883481" y="2057400"/>
              <a:chExt cx="1608363" cy="2652031"/>
            </a:xfrm>
            <a:solidFill>
              <a:srgbClr val="A6A6A6"/>
            </a:solidFill>
          </p:grpSpPr>
          <p:sp>
            <p:nvSpPr>
              <p:cNvPr id="799" name="Oval 27">
                <a:extLst>
                  <a:ext uri="{FF2B5EF4-FFF2-40B4-BE49-F238E27FC236}">
                    <a16:creationId xmlns:a16="http://schemas.microsoft.com/office/drawing/2014/main" id="{93DC7591-E917-E110-0F2E-B5731350A6E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0" name="Oval 28">
                <a:extLst>
                  <a:ext uri="{FF2B5EF4-FFF2-40B4-BE49-F238E27FC236}">
                    <a16:creationId xmlns:a16="http://schemas.microsoft.com/office/drawing/2014/main" id="{80E8877D-E558-BC62-069E-09012D769C6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01" name="Group 800">
            <a:extLst>
              <a:ext uri="{FF2B5EF4-FFF2-40B4-BE49-F238E27FC236}">
                <a16:creationId xmlns:a16="http://schemas.microsoft.com/office/drawing/2014/main" id="{5AA27E0E-4C0D-65B6-EE9D-494F9CE6D5AE}"/>
              </a:ext>
            </a:extLst>
          </p:cNvPr>
          <p:cNvGrpSpPr/>
          <p:nvPr/>
        </p:nvGrpSpPr>
        <p:grpSpPr>
          <a:xfrm>
            <a:off x="1267284" y="811556"/>
            <a:ext cx="721206" cy="609701"/>
            <a:chOff x="1315999" y="909114"/>
            <a:chExt cx="871904" cy="748695"/>
          </a:xfrm>
        </p:grpSpPr>
        <p:sp>
          <p:nvSpPr>
            <p:cNvPr id="802" name="Rectangle 801">
              <a:extLst>
                <a:ext uri="{FF2B5EF4-FFF2-40B4-BE49-F238E27FC236}">
                  <a16:creationId xmlns:a16="http://schemas.microsoft.com/office/drawing/2014/main" id="{ABE30760-B878-782F-E4C6-583AA96ED056}"/>
                </a:ext>
              </a:extLst>
            </p:cNvPr>
            <p:cNvSpPr/>
            <p:nvPr/>
          </p:nvSpPr>
          <p:spPr>
            <a:xfrm>
              <a:off x="1315999"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803" name="Right Triangle 802">
              <a:extLst>
                <a:ext uri="{FF2B5EF4-FFF2-40B4-BE49-F238E27FC236}">
                  <a16:creationId xmlns:a16="http://schemas.microsoft.com/office/drawing/2014/main" id="{20C3EB73-C6DC-0330-3BF2-A760CF349476}"/>
                </a:ext>
              </a:extLst>
            </p:cNvPr>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04" name="Group 803">
              <a:extLst>
                <a:ext uri="{FF2B5EF4-FFF2-40B4-BE49-F238E27FC236}">
                  <a16:creationId xmlns:a16="http://schemas.microsoft.com/office/drawing/2014/main" id="{A11FC8B7-F202-163F-3F7A-669313A5FD15}"/>
                </a:ext>
              </a:extLst>
            </p:cNvPr>
            <p:cNvGrpSpPr/>
            <p:nvPr/>
          </p:nvGrpSpPr>
          <p:grpSpPr>
            <a:xfrm>
              <a:off x="2126717" y="918978"/>
              <a:ext cx="45719" cy="75385"/>
              <a:chOff x="3883481" y="2057400"/>
              <a:chExt cx="1608363" cy="2652031"/>
            </a:xfrm>
            <a:solidFill>
              <a:srgbClr val="A6A6A6"/>
            </a:solidFill>
          </p:grpSpPr>
          <p:sp>
            <p:nvSpPr>
              <p:cNvPr id="805" name="Oval 27">
                <a:extLst>
                  <a:ext uri="{FF2B5EF4-FFF2-40B4-BE49-F238E27FC236}">
                    <a16:creationId xmlns:a16="http://schemas.microsoft.com/office/drawing/2014/main" id="{AC30C499-0723-7D72-831C-1F41A7E99D1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6" name="Oval 28">
                <a:extLst>
                  <a:ext uri="{FF2B5EF4-FFF2-40B4-BE49-F238E27FC236}">
                    <a16:creationId xmlns:a16="http://schemas.microsoft.com/office/drawing/2014/main" id="{676B1318-9278-CBE3-2307-76D1FD0A1F7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13" name="Group 812">
            <a:extLst>
              <a:ext uri="{FF2B5EF4-FFF2-40B4-BE49-F238E27FC236}">
                <a16:creationId xmlns:a16="http://schemas.microsoft.com/office/drawing/2014/main" id="{6929856A-7306-7F7F-D838-8CA8AED88AED}"/>
              </a:ext>
            </a:extLst>
          </p:cNvPr>
          <p:cNvGrpSpPr/>
          <p:nvPr/>
        </p:nvGrpSpPr>
        <p:grpSpPr>
          <a:xfrm>
            <a:off x="2889438" y="751337"/>
            <a:ext cx="5022643" cy="5001728"/>
            <a:chOff x="2889438" y="751337"/>
            <a:chExt cx="5022643" cy="5001728"/>
          </a:xfrm>
        </p:grpSpPr>
        <p:cxnSp>
          <p:nvCxnSpPr>
            <p:cNvPr id="814" name="Straight Connector 813">
              <a:extLst>
                <a:ext uri="{FF2B5EF4-FFF2-40B4-BE49-F238E27FC236}">
                  <a16:creationId xmlns:a16="http://schemas.microsoft.com/office/drawing/2014/main" id="{1F331E78-15B3-8115-A7B5-5BD0201CE9C6}"/>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5" name="Straight Connector 814">
              <a:extLst>
                <a:ext uri="{FF2B5EF4-FFF2-40B4-BE49-F238E27FC236}">
                  <a16:creationId xmlns:a16="http://schemas.microsoft.com/office/drawing/2014/main" id="{80A74FF1-F652-467E-62DB-9AAA362BA848}"/>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E25505F4-B00C-E3B3-E336-15147D37900B}"/>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F20787F4-70FC-FA7D-D9BF-4A4EF5CBA4FA}"/>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AF37891F-E9D5-8617-F320-C3A1449594C6}"/>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D1129A97-E592-99AD-0BD8-BA8440DA4B9E}"/>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45EBF12B-9885-DC8B-E5BF-514C76656E34}"/>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0FD35CF9-8C75-1B6D-DB42-8992097A9F72}"/>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591742AC-0722-217C-8D08-F9D5733FE394}"/>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C5B004A5-0CAA-61BE-A378-70EA91846F53}"/>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7" name="Group 836">
            <a:extLst>
              <a:ext uri="{FF2B5EF4-FFF2-40B4-BE49-F238E27FC236}">
                <a16:creationId xmlns:a16="http://schemas.microsoft.com/office/drawing/2014/main" id="{941F7611-AC1E-BFB3-BB96-4ADA73EA2CA7}"/>
              </a:ext>
            </a:extLst>
          </p:cNvPr>
          <p:cNvGrpSpPr/>
          <p:nvPr/>
        </p:nvGrpSpPr>
        <p:grpSpPr>
          <a:xfrm>
            <a:off x="2099602" y="5136552"/>
            <a:ext cx="721206" cy="609701"/>
            <a:chOff x="2307084" y="3370808"/>
            <a:chExt cx="871904" cy="748695"/>
          </a:xfrm>
        </p:grpSpPr>
        <p:sp>
          <p:nvSpPr>
            <p:cNvPr id="838" name="Rectangle 837">
              <a:extLst>
                <a:ext uri="{FF2B5EF4-FFF2-40B4-BE49-F238E27FC236}">
                  <a16:creationId xmlns:a16="http://schemas.microsoft.com/office/drawing/2014/main" id="{CD8D965A-C681-4400-564C-9B64527A9376}"/>
                </a:ext>
              </a:extLst>
            </p:cNvPr>
            <p:cNvSpPr/>
            <p:nvPr/>
          </p:nvSpPr>
          <p:spPr>
            <a:xfrm>
              <a:off x="230708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839" name="Right Triangle 838">
              <a:extLst>
                <a:ext uri="{FF2B5EF4-FFF2-40B4-BE49-F238E27FC236}">
                  <a16:creationId xmlns:a16="http://schemas.microsoft.com/office/drawing/2014/main" id="{9F91F1C3-500A-8ED6-B965-D587187E13AC}"/>
                </a:ext>
              </a:extLst>
            </p:cNvPr>
            <p:cNvSpPr/>
            <p:nvPr/>
          </p:nvSpPr>
          <p:spPr>
            <a:xfrm rot="10800000">
              <a:off x="3031994"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40" name="Group 839">
              <a:extLst>
                <a:ext uri="{FF2B5EF4-FFF2-40B4-BE49-F238E27FC236}">
                  <a16:creationId xmlns:a16="http://schemas.microsoft.com/office/drawing/2014/main" id="{7670214D-986A-5550-E2C1-9A53FA380344}"/>
                </a:ext>
              </a:extLst>
            </p:cNvPr>
            <p:cNvGrpSpPr/>
            <p:nvPr/>
          </p:nvGrpSpPr>
          <p:grpSpPr>
            <a:xfrm>
              <a:off x="3112321" y="3389004"/>
              <a:ext cx="45719" cy="75385"/>
              <a:chOff x="3883481" y="2057400"/>
              <a:chExt cx="1608363" cy="2652031"/>
            </a:xfrm>
            <a:solidFill>
              <a:srgbClr val="A6A6A6"/>
            </a:solidFill>
          </p:grpSpPr>
          <p:sp>
            <p:nvSpPr>
              <p:cNvPr id="841" name="Oval 27">
                <a:extLst>
                  <a:ext uri="{FF2B5EF4-FFF2-40B4-BE49-F238E27FC236}">
                    <a16:creationId xmlns:a16="http://schemas.microsoft.com/office/drawing/2014/main" id="{101E3775-DDD7-F025-1B83-C04B9D074DA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2" name="Oval 28">
                <a:extLst>
                  <a:ext uri="{FF2B5EF4-FFF2-40B4-BE49-F238E27FC236}">
                    <a16:creationId xmlns:a16="http://schemas.microsoft.com/office/drawing/2014/main" id="{B2845849-4FF8-CA64-948A-CB2E5190509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49" name="Group 848">
            <a:extLst>
              <a:ext uri="{FF2B5EF4-FFF2-40B4-BE49-F238E27FC236}">
                <a16:creationId xmlns:a16="http://schemas.microsoft.com/office/drawing/2014/main" id="{AB7FCD61-19A0-AC13-5920-FD5ED68541FF}"/>
              </a:ext>
            </a:extLst>
          </p:cNvPr>
          <p:cNvGrpSpPr/>
          <p:nvPr/>
        </p:nvGrpSpPr>
        <p:grpSpPr>
          <a:xfrm>
            <a:off x="2937172" y="4419620"/>
            <a:ext cx="721206" cy="610374"/>
            <a:chOff x="1315999" y="4191098"/>
            <a:chExt cx="871904" cy="749519"/>
          </a:xfrm>
        </p:grpSpPr>
        <p:sp>
          <p:nvSpPr>
            <p:cNvPr id="850" name="Rectangle 849">
              <a:extLst>
                <a:ext uri="{FF2B5EF4-FFF2-40B4-BE49-F238E27FC236}">
                  <a16:creationId xmlns:a16="http://schemas.microsoft.com/office/drawing/2014/main" id="{A3EE9C97-1510-289A-B270-D52C94937835}"/>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851" name="Right Triangle 850">
              <a:extLst>
                <a:ext uri="{FF2B5EF4-FFF2-40B4-BE49-F238E27FC236}">
                  <a16:creationId xmlns:a16="http://schemas.microsoft.com/office/drawing/2014/main" id="{8E163BF8-1F2F-398F-65B2-A41DF387500A}"/>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52" name="Group 851">
              <a:extLst>
                <a:ext uri="{FF2B5EF4-FFF2-40B4-BE49-F238E27FC236}">
                  <a16:creationId xmlns:a16="http://schemas.microsoft.com/office/drawing/2014/main" id="{76743091-33DB-4F3A-CC74-6D1D533257F5}"/>
                </a:ext>
              </a:extLst>
            </p:cNvPr>
            <p:cNvGrpSpPr/>
            <p:nvPr/>
          </p:nvGrpSpPr>
          <p:grpSpPr>
            <a:xfrm>
              <a:off x="2126717" y="4198579"/>
              <a:ext cx="45719" cy="75385"/>
              <a:chOff x="3883481" y="2057400"/>
              <a:chExt cx="1608363" cy="2652031"/>
            </a:xfrm>
            <a:solidFill>
              <a:srgbClr val="A6A6A6"/>
            </a:solidFill>
          </p:grpSpPr>
          <p:sp>
            <p:nvSpPr>
              <p:cNvPr id="853" name="Oval 27">
                <a:extLst>
                  <a:ext uri="{FF2B5EF4-FFF2-40B4-BE49-F238E27FC236}">
                    <a16:creationId xmlns:a16="http://schemas.microsoft.com/office/drawing/2014/main" id="{956B1B88-AFC1-7869-7F96-8B41B61EB51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4" name="Oval 28">
                <a:extLst>
                  <a:ext uri="{FF2B5EF4-FFF2-40B4-BE49-F238E27FC236}">
                    <a16:creationId xmlns:a16="http://schemas.microsoft.com/office/drawing/2014/main" id="{0228CC22-15DF-9A5F-2424-0B5F94602A0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55" name="Group 854">
            <a:extLst>
              <a:ext uri="{FF2B5EF4-FFF2-40B4-BE49-F238E27FC236}">
                <a16:creationId xmlns:a16="http://schemas.microsoft.com/office/drawing/2014/main" id="{605733D5-BE9D-3C2C-B447-14D237E885EB}"/>
              </a:ext>
            </a:extLst>
          </p:cNvPr>
          <p:cNvGrpSpPr/>
          <p:nvPr/>
        </p:nvGrpSpPr>
        <p:grpSpPr>
          <a:xfrm>
            <a:off x="6286128" y="4419620"/>
            <a:ext cx="721206" cy="609701"/>
            <a:chOff x="9244674" y="4191922"/>
            <a:chExt cx="871904" cy="748695"/>
          </a:xfrm>
        </p:grpSpPr>
        <p:sp>
          <p:nvSpPr>
            <p:cNvPr id="856" name="Rectangle 855">
              <a:hlinkHover r:id="" action="ppaction://noaction" highlightClick="1"/>
              <a:extLst>
                <a:ext uri="{FF2B5EF4-FFF2-40B4-BE49-F238E27FC236}">
                  <a16:creationId xmlns:a16="http://schemas.microsoft.com/office/drawing/2014/main" id="{C6B52BC3-0DB7-45B5-C236-A0D5BE40FA23}"/>
                </a:ext>
              </a:extLst>
            </p:cNvPr>
            <p:cNvSpPr/>
            <p:nvPr/>
          </p:nvSpPr>
          <p:spPr>
            <a:xfrm>
              <a:off x="924467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857" name="Oval 856">
              <a:extLst>
                <a:ext uri="{FF2B5EF4-FFF2-40B4-BE49-F238E27FC236}">
                  <a16:creationId xmlns:a16="http://schemas.microsoft.com/office/drawing/2014/main" id="{33EA7742-1087-4738-45AD-A58C5D46B9D0}"/>
                </a:ext>
              </a:extLst>
            </p:cNvPr>
            <p:cNvSpPr/>
            <p:nvPr/>
          </p:nvSpPr>
          <p:spPr>
            <a:xfrm>
              <a:off x="9943180"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8" name="Isosceles Triangle 648">
              <a:extLst>
                <a:ext uri="{FF2B5EF4-FFF2-40B4-BE49-F238E27FC236}">
                  <a16:creationId xmlns:a16="http://schemas.microsoft.com/office/drawing/2014/main" id="{42845C64-9490-0726-EC2A-EBF7C5340942}"/>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59" name="Group 858">
            <a:extLst>
              <a:ext uri="{FF2B5EF4-FFF2-40B4-BE49-F238E27FC236}">
                <a16:creationId xmlns:a16="http://schemas.microsoft.com/office/drawing/2014/main" id="{75BC2F7D-CEB4-F0D9-1DBB-EA3A5463944E}"/>
              </a:ext>
            </a:extLst>
          </p:cNvPr>
          <p:cNvGrpSpPr/>
          <p:nvPr/>
        </p:nvGrpSpPr>
        <p:grpSpPr>
          <a:xfrm>
            <a:off x="5458938" y="5135301"/>
            <a:ext cx="721206" cy="609701"/>
            <a:chOff x="5280339" y="4191922"/>
            <a:chExt cx="871904" cy="748695"/>
          </a:xfrm>
        </p:grpSpPr>
        <p:sp>
          <p:nvSpPr>
            <p:cNvPr id="860" name="Rectangle 859">
              <a:hlinkHover r:id="" action="ppaction://noaction" highlightClick="1"/>
              <a:extLst>
                <a:ext uri="{FF2B5EF4-FFF2-40B4-BE49-F238E27FC236}">
                  <a16:creationId xmlns:a16="http://schemas.microsoft.com/office/drawing/2014/main" id="{BAFC2C8E-5C41-5620-FF8B-9659D13D932F}"/>
                </a:ext>
              </a:extLst>
            </p:cNvPr>
            <p:cNvSpPr/>
            <p:nvPr/>
          </p:nvSpPr>
          <p:spPr>
            <a:xfrm>
              <a:off x="528033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861" name="Oval 860">
              <a:extLst>
                <a:ext uri="{FF2B5EF4-FFF2-40B4-BE49-F238E27FC236}">
                  <a16:creationId xmlns:a16="http://schemas.microsoft.com/office/drawing/2014/main" id="{92AE851C-F778-3551-518A-5DE54D3E1AD4}"/>
                </a:ext>
              </a:extLst>
            </p:cNvPr>
            <p:cNvSpPr/>
            <p:nvPr/>
          </p:nvSpPr>
          <p:spPr>
            <a:xfrm>
              <a:off x="597784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2" name="Isosceles Triangle 648">
              <a:extLst>
                <a:ext uri="{FF2B5EF4-FFF2-40B4-BE49-F238E27FC236}">
                  <a16:creationId xmlns:a16="http://schemas.microsoft.com/office/drawing/2014/main" id="{AACB027F-6FB4-8BA9-AD07-6D202049BE60}"/>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3" name="Group 862">
            <a:extLst>
              <a:ext uri="{FF2B5EF4-FFF2-40B4-BE49-F238E27FC236}">
                <a16:creationId xmlns:a16="http://schemas.microsoft.com/office/drawing/2014/main" id="{89277738-4642-0BA0-AC28-488AA7314C28}"/>
              </a:ext>
            </a:extLst>
          </p:cNvPr>
          <p:cNvGrpSpPr/>
          <p:nvPr/>
        </p:nvGrpSpPr>
        <p:grpSpPr>
          <a:xfrm>
            <a:off x="6289144" y="5141013"/>
            <a:ext cx="721206" cy="609701"/>
            <a:chOff x="8253594" y="5012622"/>
            <a:chExt cx="871904" cy="748695"/>
          </a:xfrm>
        </p:grpSpPr>
        <p:sp>
          <p:nvSpPr>
            <p:cNvPr id="864" name="Rectangle 863">
              <a:hlinkHover r:id="" action="ppaction://noaction" highlightClick="1"/>
              <a:extLst>
                <a:ext uri="{FF2B5EF4-FFF2-40B4-BE49-F238E27FC236}">
                  <a16:creationId xmlns:a16="http://schemas.microsoft.com/office/drawing/2014/main" id="{CFAC2BA0-8C8C-F946-3026-F4058EA7CFDE}"/>
                </a:ext>
              </a:extLst>
            </p:cNvPr>
            <p:cNvSpPr/>
            <p:nvPr/>
          </p:nvSpPr>
          <p:spPr>
            <a:xfrm>
              <a:off x="825359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865" name="Oval 864">
              <a:extLst>
                <a:ext uri="{FF2B5EF4-FFF2-40B4-BE49-F238E27FC236}">
                  <a16:creationId xmlns:a16="http://schemas.microsoft.com/office/drawing/2014/main" id="{30AE002F-F4E2-06FE-8544-9A0BC1D681F0}"/>
                </a:ext>
              </a:extLst>
            </p:cNvPr>
            <p:cNvSpPr/>
            <p:nvPr/>
          </p:nvSpPr>
          <p:spPr>
            <a:xfrm>
              <a:off x="895339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6" name="Isosceles Triangle 648">
              <a:extLst>
                <a:ext uri="{FF2B5EF4-FFF2-40B4-BE49-F238E27FC236}">
                  <a16:creationId xmlns:a16="http://schemas.microsoft.com/office/drawing/2014/main" id="{AA7B44F1-B2C8-5FFC-B726-65F042E4BF00}"/>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7" name="Group 866">
            <a:extLst>
              <a:ext uri="{FF2B5EF4-FFF2-40B4-BE49-F238E27FC236}">
                <a16:creationId xmlns:a16="http://schemas.microsoft.com/office/drawing/2014/main" id="{172DAA43-0ED8-6BAB-81BD-B258CD62E6E2}"/>
              </a:ext>
            </a:extLst>
          </p:cNvPr>
          <p:cNvGrpSpPr/>
          <p:nvPr/>
        </p:nvGrpSpPr>
        <p:grpSpPr>
          <a:xfrm>
            <a:off x="7122909" y="4419620"/>
            <a:ext cx="721206" cy="609701"/>
            <a:chOff x="7262509" y="5012622"/>
            <a:chExt cx="871904" cy="748695"/>
          </a:xfrm>
        </p:grpSpPr>
        <p:sp>
          <p:nvSpPr>
            <p:cNvPr id="868" name="Rectangle 867">
              <a:hlinkHover r:id="" action="ppaction://noaction" highlightClick="1"/>
              <a:extLst>
                <a:ext uri="{FF2B5EF4-FFF2-40B4-BE49-F238E27FC236}">
                  <a16:creationId xmlns:a16="http://schemas.microsoft.com/office/drawing/2014/main" id="{4BC04F9D-FAE7-8DC7-3EA6-99F4B16B4AB7}"/>
                </a:ext>
              </a:extLst>
            </p:cNvPr>
            <p:cNvSpPr/>
            <p:nvPr/>
          </p:nvSpPr>
          <p:spPr>
            <a:xfrm>
              <a:off x="726250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869" name="Oval 868">
              <a:extLst>
                <a:ext uri="{FF2B5EF4-FFF2-40B4-BE49-F238E27FC236}">
                  <a16:creationId xmlns:a16="http://schemas.microsoft.com/office/drawing/2014/main" id="{7EA3054F-7475-518F-D2AA-47371E922B3C}"/>
                </a:ext>
              </a:extLst>
            </p:cNvPr>
            <p:cNvSpPr/>
            <p:nvPr/>
          </p:nvSpPr>
          <p:spPr>
            <a:xfrm>
              <a:off x="79612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0" name="Isosceles Triangle 648">
              <a:extLst>
                <a:ext uri="{FF2B5EF4-FFF2-40B4-BE49-F238E27FC236}">
                  <a16:creationId xmlns:a16="http://schemas.microsoft.com/office/drawing/2014/main" id="{50991BE3-F1BA-B8E2-59F2-6B6688A11FAB}"/>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75" name="Group 874">
            <a:extLst>
              <a:ext uri="{FF2B5EF4-FFF2-40B4-BE49-F238E27FC236}">
                <a16:creationId xmlns:a16="http://schemas.microsoft.com/office/drawing/2014/main" id="{C3786A0E-82D2-28ED-BC98-C607CB02949D}"/>
              </a:ext>
            </a:extLst>
          </p:cNvPr>
          <p:cNvGrpSpPr/>
          <p:nvPr/>
        </p:nvGrpSpPr>
        <p:grpSpPr>
          <a:xfrm>
            <a:off x="5454383" y="4419620"/>
            <a:ext cx="721206" cy="609701"/>
            <a:chOff x="5280339" y="5012622"/>
            <a:chExt cx="871904" cy="748695"/>
          </a:xfrm>
        </p:grpSpPr>
        <p:sp>
          <p:nvSpPr>
            <p:cNvPr id="876" name="Rectangle 875">
              <a:hlinkHover r:id="" action="ppaction://noaction" highlightClick="1"/>
              <a:extLst>
                <a:ext uri="{FF2B5EF4-FFF2-40B4-BE49-F238E27FC236}">
                  <a16:creationId xmlns:a16="http://schemas.microsoft.com/office/drawing/2014/main" id="{B491EB53-D48E-79CC-8ECA-679EF0ED4556}"/>
                </a:ext>
              </a:extLst>
            </p:cNvPr>
            <p:cNvSpPr/>
            <p:nvPr/>
          </p:nvSpPr>
          <p:spPr>
            <a:xfrm>
              <a:off x="528033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877" name="Oval 876">
              <a:extLst>
                <a:ext uri="{FF2B5EF4-FFF2-40B4-BE49-F238E27FC236}">
                  <a16:creationId xmlns:a16="http://schemas.microsoft.com/office/drawing/2014/main" id="{88002C6B-F3B2-FED0-CF21-6B7E3C93F133}"/>
                </a:ext>
              </a:extLst>
            </p:cNvPr>
            <p:cNvSpPr/>
            <p:nvPr/>
          </p:nvSpPr>
          <p:spPr>
            <a:xfrm>
              <a:off x="597784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8" name="Isosceles Triangle 648">
              <a:extLst>
                <a:ext uri="{FF2B5EF4-FFF2-40B4-BE49-F238E27FC236}">
                  <a16:creationId xmlns:a16="http://schemas.microsoft.com/office/drawing/2014/main" id="{3759C9AF-47EB-C924-49C1-E384884685A7}"/>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79" name="Group 878">
            <a:extLst>
              <a:ext uri="{FF2B5EF4-FFF2-40B4-BE49-F238E27FC236}">
                <a16:creationId xmlns:a16="http://schemas.microsoft.com/office/drawing/2014/main" id="{8365B0E5-EC7D-49E1-0BDE-4942249022AD}"/>
              </a:ext>
            </a:extLst>
          </p:cNvPr>
          <p:cNvGrpSpPr/>
          <p:nvPr/>
        </p:nvGrpSpPr>
        <p:grpSpPr>
          <a:xfrm>
            <a:off x="3775041" y="5130129"/>
            <a:ext cx="721893" cy="609702"/>
            <a:chOff x="324914" y="2550516"/>
            <a:chExt cx="872735" cy="748697"/>
          </a:xfrm>
        </p:grpSpPr>
        <p:sp>
          <p:nvSpPr>
            <p:cNvPr id="880" name="Rectangle 879">
              <a:hlinkHover r:id="" action="ppaction://noaction" highlightClick="1"/>
              <a:extLst>
                <a:ext uri="{FF2B5EF4-FFF2-40B4-BE49-F238E27FC236}">
                  <a16:creationId xmlns:a16="http://schemas.microsoft.com/office/drawing/2014/main" id="{4FCEFA1B-E26B-5DD4-2D96-17F5987DDF4B}"/>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881" name="Group 880">
              <a:extLst>
                <a:ext uri="{FF2B5EF4-FFF2-40B4-BE49-F238E27FC236}">
                  <a16:creationId xmlns:a16="http://schemas.microsoft.com/office/drawing/2014/main" id="{5ACA92EC-7A2A-0A31-85DA-E096EEC4F973}"/>
                </a:ext>
              </a:extLst>
            </p:cNvPr>
            <p:cNvGrpSpPr/>
            <p:nvPr/>
          </p:nvGrpSpPr>
          <p:grpSpPr>
            <a:xfrm>
              <a:off x="1040599" y="2550516"/>
              <a:ext cx="157050" cy="157050"/>
              <a:chOff x="1040599" y="2550516"/>
              <a:chExt cx="157050" cy="157050"/>
            </a:xfrm>
          </p:grpSpPr>
          <p:sp>
            <p:nvSpPr>
              <p:cNvPr id="882" name="Diamond 881">
                <a:extLst>
                  <a:ext uri="{FF2B5EF4-FFF2-40B4-BE49-F238E27FC236}">
                    <a16:creationId xmlns:a16="http://schemas.microsoft.com/office/drawing/2014/main" id="{8D927136-3725-0FDB-14D4-DB6DFB84E48A}"/>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3" name="Oval 882">
                <a:extLst>
                  <a:ext uri="{FF2B5EF4-FFF2-40B4-BE49-F238E27FC236}">
                    <a16:creationId xmlns:a16="http://schemas.microsoft.com/office/drawing/2014/main" id="{C033CB3A-754D-AFD0-A310-70DD99C26BA9}"/>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84" name="Group 883">
            <a:extLst>
              <a:ext uri="{FF2B5EF4-FFF2-40B4-BE49-F238E27FC236}">
                <a16:creationId xmlns:a16="http://schemas.microsoft.com/office/drawing/2014/main" id="{ACC21B71-1BD1-96A0-6420-901EED8C4B59}"/>
              </a:ext>
            </a:extLst>
          </p:cNvPr>
          <p:cNvGrpSpPr/>
          <p:nvPr/>
        </p:nvGrpSpPr>
        <p:grpSpPr>
          <a:xfrm>
            <a:off x="4618174" y="5130744"/>
            <a:ext cx="721893" cy="609702"/>
            <a:chOff x="324914" y="2550516"/>
            <a:chExt cx="872735" cy="748697"/>
          </a:xfrm>
        </p:grpSpPr>
        <p:sp>
          <p:nvSpPr>
            <p:cNvPr id="885" name="Rectangle 884">
              <a:hlinkHover r:id="" action="ppaction://noaction" highlightClick="1"/>
              <a:extLst>
                <a:ext uri="{FF2B5EF4-FFF2-40B4-BE49-F238E27FC236}">
                  <a16:creationId xmlns:a16="http://schemas.microsoft.com/office/drawing/2014/main" id="{5624E032-B907-15CD-35F1-2DFB0BDED7FD}"/>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886" name="Group 885">
              <a:extLst>
                <a:ext uri="{FF2B5EF4-FFF2-40B4-BE49-F238E27FC236}">
                  <a16:creationId xmlns:a16="http://schemas.microsoft.com/office/drawing/2014/main" id="{37D2E3C8-D70B-3CE4-FEB5-9F88E59AB7F5}"/>
                </a:ext>
              </a:extLst>
            </p:cNvPr>
            <p:cNvGrpSpPr/>
            <p:nvPr/>
          </p:nvGrpSpPr>
          <p:grpSpPr>
            <a:xfrm>
              <a:off x="1040599" y="2550516"/>
              <a:ext cx="157050" cy="157050"/>
              <a:chOff x="1040599" y="2550516"/>
              <a:chExt cx="157050" cy="157050"/>
            </a:xfrm>
          </p:grpSpPr>
          <p:sp>
            <p:nvSpPr>
              <p:cNvPr id="887" name="Diamond 886">
                <a:extLst>
                  <a:ext uri="{FF2B5EF4-FFF2-40B4-BE49-F238E27FC236}">
                    <a16:creationId xmlns:a16="http://schemas.microsoft.com/office/drawing/2014/main" id="{4CE4E268-CFE3-FC73-0F7F-8EF07E77098B}"/>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8" name="Oval 887">
                <a:extLst>
                  <a:ext uri="{FF2B5EF4-FFF2-40B4-BE49-F238E27FC236}">
                    <a16:creationId xmlns:a16="http://schemas.microsoft.com/office/drawing/2014/main" id="{BB3D400B-E3E4-3C87-07FA-271CF109401C}"/>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89" name="Group 888">
            <a:extLst>
              <a:ext uri="{FF2B5EF4-FFF2-40B4-BE49-F238E27FC236}">
                <a16:creationId xmlns:a16="http://schemas.microsoft.com/office/drawing/2014/main" id="{955FF5BE-7966-92E9-8281-E2E18B730A7F}"/>
              </a:ext>
            </a:extLst>
          </p:cNvPr>
          <p:cNvGrpSpPr/>
          <p:nvPr/>
        </p:nvGrpSpPr>
        <p:grpSpPr>
          <a:xfrm>
            <a:off x="7125831" y="5143364"/>
            <a:ext cx="721206" cy="609701"/>
            <a:chOff x="8253594" y="4191922"/>
            <a:chExt cx="871904" cy="748695"/>
          </a:xfrm>
        </p:grpSpPr>
        <p:sp>
          <p:nvSpPr>
            <p:cNvPr id="890" name="Rectangle 889">
              <a:hlinkHover r:id="" action="ppaction://noaction" highlightClick="1"/>
              <a:extLst>
                <a:ext uri="{FF2B5EF4-FFF2-40B4-BE49-F238E27FC236}">
                  <a16:creationId xmlns:a16="http://schemas.microsoft.com/office/drawing/2014/main" id="{88BD9718-B0B5-CA93-2810-066EE378CE99}"/>
                </a:ext>
              </a:extLst>
            </p:cNvPr>
            <p:cNvSpPr/>
            <p:nvPr/>
          </p:nvSpPr>
          <p:spPr>
            <a:xfrm>
              <a:off x="825359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891" name="Oval 890">
              <a:extLst>
                <a:ext uri="{FF2B5EF4-FFF2-40B4-BE49-F238E27FC236}">
                  <a16:creationId xmlns:a16="http://schemas.microsoft.com/office/drawing/2014/main" id="{B715F591-5C06-5106-20BD-8763FD188797}"/>
                </a:ext>
              </a:extLst>
            </p:cNvPr>
            <p:cNvSpPr/>
            <p:nvPr/>
          </p:nvSpPr>
          <p:spPr>
            <a:xfrm>
              <a:off x="895339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2" name="Isosceles Triangle 648">
              <a:extLst>
                <a:ext uri="{FF2B5EF4-FFF2-40B4-BE49-F238E27FC236}">
                  <a16:creationId xmlns:a16="http://schemas.microsoft.com/office/drawing/2014/main" id="{139A8755-3816-6FA1-A2AE-C8A68845CA72}"/>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93" name="Group 892">
            <a:extLst>
              <a:ext uri="{FF2B5EF4-FFF2-40B4-BE49-F238E27FC236}">
                <a16:creationId xmlns:a16="http://schemas.microsoft.com/office/drawing/2014/main" id="{3B3A1D02-D34E-93CE-5837-AE792703DBD0}"/>
              </a:ext>
            </a:extLst>
          </p:cNvPr>
          <p:cNvGrpSpPr/>
          <p:nvPr/>
        </p:nvGrpSpPr>
        <p:grpSpPr>
          <a:xfrm>
            <a:off x="7122909" y="3698227"/>
            <a:ext cx="721206" cy="609701"/>
            <a:chOff x="7262509" y="4191922"/>
            <a:chExt cx="871904" cy="748695"/>
          </a:xfrm>
        </p:grpSpPr>
        <p:sp>
          <p:nvSpPr>
            <p:cNvPr id="894" name="Rectangle 893">
              <a:hlinkHover r:id="" action="ppaction://noaction" highlightClick="1"/>
              <a:extLst>
                <a:ext uri="{FF2B5EF4-FFF2-40B4-BE49-F238E27FC236}">
                  <a16:creationId xmlns:a16="http://schemas.microsoft.com/office/drawing/2014/main" id="{1A6D4380-052C-A43A-CB14-19B10BCF919C}"/>
                </a:ext>
              </a:extLst>
            </p:cNvPr>
            <p:cNvSpPr/>
            <p:nvPr/>
          </p:nvSpPr>
          <p:spPr>
            <a:xfrm>
              <a:off x="726250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895" name="Oval 894">
              <a:extLst>
                <a:ext uri="{FF2B5EF4-FFF2-40B4-BE49-F238E27FC236}">
                  <a16:creationId xmlns:a16="http://schemas.microsoft.com/office/drawing/2014/main" id="{5A449D6D-5F58-CD9A-E111-939FC39C1C4D}"/>
                </a:ext>
              </a:extLst>
            </p:cNvPr>
            <p:cNvSpPr/>
            <p:nvPr/>
          </p:nvSpPr>
          <p:spPr>
            <a:xfrm>
              <a:off x="796122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6" name="Isosceles Triangle 648">
              <a:extLst>
                <a:ext uri="{FF2B5EF4-FFF2-40B4-BE49-F238E27FC236}">
                  <a16:creationId xmlns:a16="http://schemas.microsoft.com/office/drawing/2014/main" id="{F6A61B7D-1124-2C7E-3B88-9CC9CA723EE4}"/>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97" name="Group 896">
            <a:extLst>
              <a:ext uri="{FF2B5EF4-FFF2-40B4-BE49-F238E27FC236}">
                <a16:creationId xmlns:a16="http://schemas.microsoft.com/office/drawing/2014/main" id="{927A6549-FCCE-C5ED-58B8-B546B0CB59F6}"/>
              </a:ext>
            </a:extLst>
          </p:cNvPr>
          <p:cNvGrpSpPr/>
          <p:nvPr/>
        </p:nvGrpSpPr>
        <p:grpSpPr>
          <a:xfrm>
            <a:off x="6286222" y="3698227"/>
            <a:ext cx="721206" cy="609701"/>
            <a:chOff x="6271424" y="4191922"/>
            <a:chExt cx="871904" cy="748695"/>
          </a:xfrm>
        </p:grpSpPr>
        <p:sp>
          <p:nvSpPr>
            <p:cNvPr id="898" name="Rectangle 897">
              <a:hlinkHover r:id="" action="ppaction://noaction" highlightClick="1"/>
              <a:extLst>
                <a:ext uri="{FF2B5EF4-FFF2-40B4-BE49-F238E27FC236}">
                  <a16:creationId xmlns:a16="http://schemas.microsoft.com/office/drawing/2014/main" id="{9F83DFE1-3A74-62EF-60DF-7A31A3577CEB}"/>
                </a:ext>
              </a:extLst>
            </p:cNvPr>
            <p:cNvSpPr/>
            <p:nvPr/>
          </p:nvSpPr>
          <p:spPr>
            <a:xfrm>
              <a:off x="627142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899" name="Oval 898">
              <a:extLst>
                <a:ext uri="{FF2B5EF4-FFF2-40B4-BE49-F238E27FC236}">
                  <a16:creationId xmlns:a16="http://schemas.microsoft.com/office/drawing/2014/main" id="{55C25812-6EB5-CF22-89A5-9C193A6AD595}"/>
                </a:ext>
              </a:extLst>
            </p:cNvPr>
            <p:cNvSpPr/>
            <p:nvPr/>
          </p:nvSpPr>
          <p:spPr>
            <a:xfrm>
              <a:off x="697080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0" name="Isosceles Triangle 648">
              <a:extLst>
                <a:ext uri="{FF2B5EF4-FFF2-40B4-BE49-F238E27FC236}">
                  <a16:creationId xmlns:a16="http://schemas.microsoft.com/office/drawing/2014/main" id="{8AE68865-7D7E-A9EE-A37C-254A07CDD38F}"/>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 name="Group 1">
            <a:extLst>
              <a:ext uri="{FF2B5EF4-FFF2-40B4-BE49-F238E27FC236}">
                <a16:creationId xmlns:a16="http://schemas.microsoft.com/office/drawing/2014/main" id="{2878AAE5-706D-683E-5E04-9091DD24A758}"/>
              </a:ext>
            </a:extLst>
          </p:cNvPr>
          <p:cNvGrpSpPr/>
          <p:nvPr/>
        </p:nvGrpSpPr>
        <p:grpSpPr>
          <a:xfrm>
            <a:off x="3779083" y="3698227"/>
            <a:ext cx="721206" cy="609701"/>
            <a:chOff x="4289254" y="3370808"/>
            <a:chExt cx="871904" cy="748695"/>
          </a:xfrm>
        </p:grpSpPr>
        <p:sp>
          <p:nvSpPr>
            <p:cNvPr id="3" name="Rectangle 2">
              <a:extLst>
                <a:ext uri="{FF2B5EF4-FFF2-40B4-BE49-F238E27FC236}">
                  <a16:creationId xmlns:a16="http://schemas.microsoft.com/office/drawing/2014/main" id="{A1CB0D89-BFC2-6D2A-0817-DF4BA7B0B41E}"/>
                </a:ext>
              </a:extLst>
            </p:cNvPr>
            <p:cNvSpPr/>
            <p:nvPr/>
          </p:nvSpPr>
          <p:spPr>
            <a:xfrm>
              <a:off x="428925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4" name="Right Triangle 3">
              <a:extLst>
                <a:ext uri="{FF2B5EF4-FFF2-40B4-BE49-F238E27FC236}">
                  <a16:creationId xmlns:a16="http://schemas.microsoft.com/office/drawing/2014/main" id="{E98BBA1B-E5E1-776E-8D31-7EF03DBEA87A}"/>
                </a:ext>
              </a:extLst>
            </p:cNvPr>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B7FBDF0A-ED61-BB28-C70E-8C23D7E77B01}"/>
                </a:ext>
              </a:extLst>
            </p:cNvPr>
            <p:cNvGrpSpPr/>
            <p:nvPr/>
          </p:nvGrpSpPr>
          <p:grpSpPr>
            <a:xfrm>
              <a:off x="5098569" y="3381257"/>
              <a:ext cx="45719" cy="75385"/>
              <a:chOff x="3883481" y="2057400"/>
              <a:chExt cx="1608363" cy="2652031"/>
            </a:xfrm>
            <a:solidFill>
              <a:srgbClr val="A6A6A6"/>
            </a:solidFill>
          </p:grpSpPr>
          <p:sp>
            <p:nvSpPr>
              <p:cNvPr id="6" name="Oval 27">
                <a:extLst>
                  <a:ext uri="{FF2B5EF4-FFF2-40B4-BE49-F238E27FC236}">
                    <a16:creationId xmlns:a16="http://schemas.microsoft.com/office/drawing/2014/main" id="{8055BC90-B591-ED09-F259-EC322ECA360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Oval 28">
                <a:extLst>
                  <a:ext uri="{FF2B5EF4-FFF2-40B4-BE49-F238E27FC236}">
                    <a16:creationId xmlns:a16="http://schemas.microsoft.com/office/drawing/2014/main" id="{F14597C7-D3A9-13EE-FCEF-9F77C72568D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 name="Group 7">
            <a:extLst>
              <a:ext uri="{FF2B5EF4-FFF2-40B4-BE49-F238E27FC236}">
                <a16:creationId xmlns:a16="http://schemas.microsoft.com/office/drawing/2014/main" id="{C4F0C512-F00D-3E7F-4A30-3CB0C02FBD8E}"/>
              </a:ext>
            </a:extLst>
          </p:cNvPr>
          <p:cNvGrpSpPr/>
          <p:nvPr/>
        </p:nvGrpSpPr>
        <p:grpSpPr>
          <a:xfrm>
            <a:off x="4615770" y="3698227"/>
            <a:ext cx="721206" cy="609701"/>
            <a:chOff x="10235764" y="5012622"/>
            <a:chExt cx="871904" cy="748695"/>
          </a:xfrm>
        </p:grpSpPr>
        <p:sp>
          <p:nvSpPr>
            <p:cNvPr id="9" name="Rectangle 8">
              <a:hlinkHover r:id="" action="ppaction://noaction" highlightClick="1"/>
              <a:extLst>
                <a:ext uri="{FF2B5EF4-FFF2-40B4-BE49-F238E27FC236}">
                  <a16:creationId xmlns:a16="http://schemas.microsoft.com/office/drawing/2014/main" id="{C78D476F-FFFF-6152-714A-839FFED9871D}"/>
                </a:ext>
              </a:extLst>
            </p:cNvPr>
            <p:cNvSpPr/>
            <p:nvPr/>
          </p:nvSpPr>
          <p:spPr>
            <a:xfrm>
              <a:off x="1023576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10" name="Oval 9">
              <a:extLst>
                <a:ext uri="{FF2B5EF4-FFF2-40B4-BE49-F238E27FC236}">
                  <a16:creationId xmlns:a16="http://schemas.microsoft.com/office/drawing/2014/main" id="{8DDEE30D-A5F6-1582-EA5D-A377C8EBE00D}"/>
                </a:ext>
              </a:extLst>
            </p:cNvPr>
            <p:cNvSpPr/>
            <p:nvPr/>
          </p:nvSpPr>
          <p:spPr>
            <a:xfrm>
              <a:off x="109304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Isosceles Triangle 648">
              <a:extLst>
                <a:ext uri="{FF2B5EF4-FFF2-40B4-BE49-F238E27FC236}">
                  <a16:creationId xmlns:a16="http://schemas.microsoft.com/office/drawing/2014/main" id="{34A2997E-7411-3EA9-4252-D98949DD7B17}"/>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5C27D0DE-5FDF-1313-78D1-7D21A178DF8F}"/>
              </a:ext>
            </a:extLst>
          </p:cNvPr>
          <p:cNvGrpSpPr/>
          <p:nvPr/>
        </p:nvGrpSpPr>
        <p:grpSpPr>
          <a:xfrm>
            <a:off x="2100388" y="4419620"/>
            <a:ext cx="721206" cy="609701"/>
            <a:chOff x="5280339" y="3370808"/>
            <a:chExt cx="871904" cy="748695"/>
          </a:xfrm>
        </p:grpSpPr>
        <p:sp>
          <p:nvSpPr>
            <p:cNvPr id="17" name="Rectangle 16">
              <a:extLst>
                <a:ext uri="{FF2B5EF4-FFF2-40B4-BE49-F238E27FC236}">
                  <a16:creationId xmlns:a16="http://schemas.microsoft.com/office/drawing/2014/main" id="{D398B56E-FA98-0617-105A-0545DCD3B648}"/>
                </a:ext>
              </a:extLst>
            </p:cNvPr>
            <p:cNvSpPr/>
            <p:nvPr/>
          </p:nvSpPr>
          <p:spPr>
            <a:xfrm>
              <a:off x="528033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18" name="Right Triangle 17">
              <a:extLst>
                <a:ext uri="{FF2B5EF4-FFF2-40B4-BE49-F238E27FC236}">
                  <a16:creationId xmlns:a16="http://schemas.microsoft.com/office/drawing/2014/main" id="{4A9600B7-2819-C1FE-2279-234492B754EF}"/>
                </a:ext>
              </a:extLst>
            </p:cNvPr>
            <p:cNvSpPr/>
            <p:nvPr/>
          </p:nvSpPr>
          <p:spPr>
            <a:xfrm rot="10800000">
              <a:off x="6009373"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463F506C-34FF-BB9B-D466-7393322138E3}"/>
                </a:ext>
              </a:extLst>
            </p:cNvPr>
            <p:cNvGrpSpPr/>
            <p:nvPr/>
          </p:nvGrpSpPr>
          <p:grpSpPr>
            <a:xfrm>
              <a:off x="6089700" y="3389004"/>
              <a:ext cx="45719" cy="75385"/>
              <a:chOff x="3883481" y="2057400"/>
              <a:chExt cx="1608363" cy="2652031"/>
            </a:xfrm>
            <a:solidFill>
              <a:srgbClr val="A6A6A6"/>
            </a:solidFill>
          </p:grpSpPr>
          <p:sp>
            <p:nvSpPr>
              <p:cNvPr id="20" name="Oval 27">
                <a:extLst>
                  <a:ext uri="{FF2B5EF4-FFF2-40B4-BE49-F238E27FC236}">
                    <a16:creationId xmlns:a16="http://schemas.microsoft.com/office/drawing/2014/main" id="{ADE4409C-9EDB-FA2B-A3DA-9CA15D4C102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Oval 28">
                <a:extLst>
                  <a:ext uri="{FF2B5EF4-FFF2-40B4-BE49-F238E27FC236}">
                    <a16:creationId xmlns:a16="http://schemas.microsoft.com/office/drawing/2014/main" id="{761DF4BD-239B-3425-0B67-BBB1C0CBD5A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 name="Group 21">
            <a:extLst>
              <a:ext uri="{FF2B5EF4-FFF2-40B4-BE49-F238E27FC236}">
                <a16:creationId xmlns:a16="http://schemas.microsoft.com/office/drawing/2014/main" id="{5C55CBEA-861E-D69F-EBE6-EDA164F46360}"/>
              </a:ext>
            </a:extLst>
          </p:cNvPr>
          <p:cNvGrpSpPr/>
          <p:nvPr/>
        </p:nvGrpSpPr>
        <p:grpSpPr>
          <a:xfrm>
            <a:off x="10520475" y="90836"/>
            <a:ext cx="721206" cy="609701"/>
            <a:chOff x="11226844" y="88412"/>
            <a:chExt cx="871904" cy="748695"/>
          </a:xfrm>
        </p:grpSpPr>
        <p:sp>
          <p:nvSpPr>
            <p:cNvPr id="23" name="Rectangle 22">
              <a:hlinkHover r:id="" action="ppaction://noaction" highlightClick="1"/>
              <a:extLst>
                <a:ext uri="{FF2B5EF4-FFF2-40B4-BE49-F238E27FC236}">
                  <a16:creationId xmlns:a16="http://schemas.microsoft.com/office/drawing/2014/main" id="{863E5469-1B62-14E7-25C4-1530EE51095F}"/>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27" name="Oval 26">
              <a:extLst>
                <a:ext uri="{FF2B5EF4-FFF2-40B4-BE49-F238E27FC236}">
                  <a16:creationId xmlns:a16="http://schemas.microsoft.com/office/drawing/2014/main" id="{7447EFE8-312E-D108-00B8-3F23DEA3C769}"/>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Isosceles Triangle 648">
              <a:extLst>
                <a:ext uri="{FF2B5EF4-FFF2-40B4-BE49-F238E27FC236}">
                  <a16:creationId xmlns:a16="http://schemas.microsoft.com/office/drawing/2014/main" id="{9CDFABFD-C309-6503-17BB-2DF2B32C78C9}"/>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7" name="Group 36">
            <a:extLst>
              <a:ext uri="{FF2B5EF4-FFF2-40B4-BE49-F238E27FC236}">
                <a16:creationId xmlns:a16="http://schemas.microsoft.com/office/drawing/2014/main" id="{0ABC9655-68B5-50F8-98D8-8C0FD83D01E4}"/>
              </a:ext>
            </a:extLst>
          </p:cNvPr>
          <p:cNvGrpSpPr/>
          <p:nvPr/>
        </p:nvGrpSpPr>
        <p:grpSpPr>
          <a:xfrm>
            <a:off x="8807242" y="1532276"/>
            <a:ext cx="721206" cy="609701"/>
            <a:chOff x="10235764" y="1729816"/>
            <a:chExt cx="871904" cy="748695"/>
          </a:xfrm>
        </p:grpSpPr>
        <p:sp>
          <p:nvSpPr>
            <p:cNvPr id="38" name="Rectangle 37">
              <a:hlinkHover r:id="" action="ppaction://noaction" highlightClick="1"/>
              <a:extLst>
                <a:ext uri="{FF2B5EF4-FFF2-40B4-BE49-F238E27FC236}">
                  <a16:creationId xmlns:a16="http://schemas.microsoft.com/office/drawing/2014/main" id="{4848C766-9A36-CE3A-FF1E-0B88F325BA71}"/>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41" name="Oval 40">
              <a:extLst>
                <a:ext uri="{FF2B5EF4-FFF2-40B4-BE49-F238E27FC236}">
                  <a16:creationId xmlns:a16="http://schemas.microsoft.com/office/drawing/2014/main" id="{E67D2494-4039-A04A-D57C-B9D8174B47A7}"/>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 name="Isosceles Triangle 648">
              <a:extLst>
                <a:ext uri="{FF2B5EF4-FFF2-40B4-BE49-F238E27FC236}">
                  <a16:creationId xmlns:a16="http://schemas.microsoft.com/office/drawing/2014/main" id="{E5BE138F-A546-BD9F-5731-A1307540295C}"/>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3" name="Group 42">
            <a:extLst>
              <a:ext uri="{FF2B5EF4-FFF2-40B4-BE49-F238E27FC236}">
                <a16:creationId xmlns:a16="http://schemas.microsoft.com/office/drawing/2014/main" id="{DE8D4E2C-5E58-C265-D30D-617B9CF61F32}"/>
              </a:ext>
            </a:extLst>
          </p:cNvPr>
          <p:cNvGrpSpPr/>
          <p:nvPr/>
        </p:nvGrpSpPr>
        <p:grpSpPr>
          <a:xfrm>
            <a:off x="11356238" y="1532276"/>
            <a:ext cx="721206" cy="609701"/>
            <a:chOff x="11226844" y="88412"/>
            <a:chExt cx="871904" cy="748695"/>
          </a:xfrm>
        </p:grpSpPr>
        <p:sp>
          <p:nvSpPr>
            <p:cNvPr id="44" name="Rectangle 43">
              <a:hlinkHover r:id="" action="ppaction://noaction" highlightClick="1"/>
              <a:extLst>
                <a:ext uri="{FF2B5EF4-FFF2-40B4-BE49-F238E27FC236}">
                  <a16:creationId xmlns:a16="http://schemas.microsoft.com/office/drawing/2014/main" id="{FF72F747-E079-0F79-6205-197E856B456A}"/>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45" name="Oval 44">
              <a:extLst>
                <a:ext uri="{FF2B5EF4-FFF2-40B4-BE49-F238E27FC236}">
                  <a16:creationId xmlns:a16="http://schemas.microsoft.com/office/drawing/2014/main" id="{F0B9C5F5-6248-BF27-A75A-FFABF018D1FE}"/>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 name="Isosceles Triangle 648">
              <a:extLst>
                <a:ext uri="{FF2B5EF4-FFF2-40B4-BE49-F238E27FC236}">
                  <a16:creationId xmlns:a16="http://schemas.microsoft.com/office/drawing/2014/main" id="{0B0C04C3-1CFC-5175-FDEA-16FD17202C1C}"/>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16" name="Group 915">
            <a:extLst>
              <a:ext uri="{FF2B5EF4-FFF2-40B4-BE49-F238E27FC236}">
                <a16:creationId xmlns:a16="http://schemas.microsoft.com/office/drawing/2014/main" id="{D611248B-8D1C-B58D-A61F-151D0080C262}"/>
              </a:ext>
            </a:extLst>
          </p:cNvPr>
          <p:cNvGrpSpPr/>
          <p:nvPr/>
        </p:nvGrpSpPr>
        <p:grpSpPr>
          <a:xfrm>
            <a:off x="3776511" y="2974054"/>
            <a:ext cx="724144" cy="609701"/>
            <a:chOff x="6271424" y="3370808"/>
            <a:chExt cx="875460" cy="748695"/>
          </a:xfrm>
        </p:grpSpPr>
        <p:sp>
          <p:nvSpPr>
            <p:cNvPr id="917" name="Rectangle 916">
              <a:extLst>
                <a:ext uri="{FF2B5EF4-FFF2-40B4-BE49-F238E27FC236}">
                  <a16:creationId xmlns:a16="http://schemas.microsoft.com/office/drawing/2014/main" id="{6E67CB7B-565D-1241-1E61-75B88DAFC672}"/>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918" name="Right Triangle 917">
              <a:extLst>
                <a:ext uri="{FF2B5EF4-FFF2-40B4-BE49-F238E27FC236}">
                  <a16:creationId xmlns:a16="http://schemas.microsoft.com/office/drawing/2014/main" id="{68EDE40C-237A-978F-A091-D0B4CC275F67}"/>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19" name="Group 918">
              <a:extLst>
                <a:ext uri="{FF2B5EF4-FFF2-40B4-BE49-F238E27FC236}">
                  <a16:creationId xmlns:a16="http://schemas.microsoft.com/office/drawing/2014/main" id="{516F7EA8-2793-238F-409E-B5091A004B9E}"/>
                </a:ext>
              </a:extLst>
            </p:cNvPr>
            <p:cNvGrpSpPr/>
            <p:nvPr/>
          </p:nvGrpSpPr>
          <p:grpSpPr>
            <a:xfrm>
              <a:off x="7085694" y="3381257"/>
              <a:ext cx="45719" cy="75385"/>
              <a:chOff x="3883481" y="2057400"/>
              <a:chExt cx="1608363" cy="2652031"/>
            </a:xfrm>
            <a:solidFill>
              <a:srgbClr val="A6A6A6"/>
            </a:solidFill>
          </p:grpSpPr>
          <p:sp>
            <p:nvSpPr>
              <p:cNvPr id="920" name="Oval 27">
                <a:extLst>
                  <a:ext uri="{FF2B5EF4-FFF2-40B4-BE49-F238E27FC236}">
                    <a16:creationId xmlns:a16="http://schemas.microsoft.com/office/drawing/2014/main" id="{5D36A4A6-AD21-802B-4C34-E03299BBF25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1" name="Oval 28">
                <a:extLst>
                  <a:ext uri="{FF2B5EF4-FFF2-40B4-BE49-F238E27FC236}">
                    <a16:creationId xmlns:a16="http://schemas.microsoft.com/office/drawing/2014/main" id="{283474F7-3315-8DB6-C710-01138F74794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32" name="Group 931">
            <a:extLst>
              <a:ext uri="{FF2B5EF4-FFF2-40B4-BE49-F238E27FC236}">
                <a16:creationId xmlns:a16="http://schemas.microsoft.com/office/drawing/2014/main" id="{FCCEDE12-99FA-74A0-7757-6D5E7D8D37D7}"/>
              </a:ext>
            </a:extLst>
          </p:cNvPr>
          <p:cNvGrpSpPr/>
          <p:nvPr/>
        </p:nvGrpSpPr>
        <p:grpSpPr>
          <a:xfrm>
            <a:off x="7905566" y="751337"/>
            <a:ext cx="3396155" cy="4999377"/>
            <a:chOff x="7905566" y="751337"/>
            <a:chExt cx="3396155" cy="4999377"/>
          </a:xfrm>
        </p:grpSpPr>
        <p:cxnSp>
          <p:nvCxnSpPr>
            <p:cNvPr id="933" name="Straight Connector 932">
              <a:extLst>
                <a:ext uri="{FF2B5EF4-FFF2-40B4-BE49-F238E27FC236}">
                  <a16:creationId xmlns:a16="http://schemas.microsoft.com/office/drawing/2014/main" id="{3C41D901-69AB-FB01-3B44-DFB8C5C1E37A}"/>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4" name="Straight Connector 933">
              <a:extLst>
                <a:ext uri="{FF2B5EF4-FFF2-40B4-BE49-F238E27FC236}">
                  <a16:creationId xmlns:a16="http://schemas.microsoft.com/office/drawing/2014/main" id="{191B389E-8066-D976-542A-3EADCC9892CF}"/>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5" name="Straight Connector 934">
              <a:extLst>
                <a:ext uri="{FF2B5EF4-FFF2-40B4-BE49-F238E27FC236}">
                  <a16:creationId xmlns:a16="http://schemas.microsoft.com/office/drawing/2014/main" id="{7F4C0966-9D8A-F9D5-228A-1322F3F267AF}"/>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6" name="Straight Connector 935">
              <a:extLst>
                <a:ext uri="{FF2B5EF4-FFF2-40B4-BE49-F238E27FC236}">
                  <a16:creationId xmlns:a16="http://schemas.microsoft.com/office/drawing/2014/main" id="{E0D19717-0321-947D-31E4-6B9B7B9FE9C3}"/>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7" name="Straight Connector 936">
              <a:extLst>
                <a:ext uri="{FF2B5EF4-FFF2-40B4-BE49-F238E27FC236}">
                  <a16:creationId xmlns:a16="http://schemas.microsoft.com/office/drawing/2014/main" id="{ADF9D2D0-72CD-CC25-F621-D543EE9B5B0A}"/>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8" name="Straight Connector 937">
              <a:extLst>
                <a:ext uri="{FF2B5EF4-FFF2-40B4-BE49-F238E27FC236}">
                  <a16:creationId xmlns:a16="http://schemas.microsoft.com/office/drawing/2014/main" id="{C215DE57-EFB5-3B65-CE21-197BB855421B}"/>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9" name="Straight Connector 938">
              <a:extLst>
                <a:ext uri="{FF2B5EF4-FFF2-40B4-BE49-F238E27FC236}">
                  <a16:creationId xmlns:a16="http://schemas.microsoft.com/office/drawing/2014/main" id="{C3A203B9-0055-120D-F8C6-6BB9FDCE206A}"/>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940" name="Straight Connector 939">
            <a:extLst>
              <a:ext uri="{FF2B5EF4-FFF2-40B4-BE49-F238E27FC236}">
                <a16:creationId xmlns:a16="http://schemas.microsoft.com/office/drawing/2014/main" id="{08C6375E-2AD7-BE97-B644-6FD554B5BAE1}"/>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941" name="Group 940">
            <a:extLst>
              <a:ext uri="{FF2B5EF4-FFF2-40B4-BE49-F238E27FC236}">
                <a16:creationId xmlns:a16="http://schemas.microsoft.com/office/drawing/2014/main" id="{9B978A9F-DC7F-4E84-740A-61B18A501C30}"/>
              </a:ext>
            </a:extLst>
          </p:cNvPr>
          <p:cNvGrpSpPr/>
          <p:nvPr/>
        </p:nvGrpSpPr>
        <p:grpSpPr>
          <a:xfrm>
            <a:off x="7957576" y="2253333"/>
            <a:ext cx="721206" cy="609701"/>
            <a:chOff x="10240105" y="2560818"/>
            <a:chExt cx="871904" cy="748695"/>
          </a:xfrm>
        </p:grpSpPr>
        <p:sp>
          <p:nvSpPr>
            <p:cNvPr id="942" name="Rectangle 941">
              <a:extLst>
                <a:ext uri="{FF2B5EF4-FFF2-40B4-BE49-F238E27FC236}">
                  <a16:creationId xmlns:a16="http://schemas.microsoft.com/office/drawing/2014/main" id="{0ED63E31-C31F-85FC-F4FA-0347EAB3BCFF}"/>
                </a:ext>
              </a:extLst>
            </p:cNvPr>
            <p:cNvSpPr/>
            <p:nvPr/>
          </p:nvSpPr>
          <p:spPr>
            <a:xfrm>
              <a:off x="10240105"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943" name="Right Triangle 942">
              <a:extLst>
                <a:ext uri="{FF2B5EF4-FFF2-40B4-BE49-F238E27FC236}">
                  <a16:creationId xmlns:a16="http://schemas.microsoft.com/office/drawing/2014/main" id="{2F8E938D-9485-FF8D-F073-A4EEDC881D73}"/>
                </a:ext>
              </a:extLst>
            </p:cNvPr>
            <p:cNvSpPr/>
            <p:nvPr/>
          </p:nvSpPr>
          <p:spPr>
            <a:xfrm rot="10800000">
              <a:off x="10962978" y="25647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44" name="Group 943">
              <a:extLst>
                <a:ext uri="{FF2B5EF4-FFF2-40B4-BE49-F238E27FC236}">
                  <a16:creationId xmlns:a16="http://schemas.microsoft.com/office/drawing/2014/main" id="{B3D6A274-3692-7F02-EACA-EF9ABBC19ECB}"/>
                </a:ext>
              </a:extLst>
            </p:cNvPr>
            <p:cNvGrpSpPr/>
            <p:nvPr/>
          </p:nvGrpSpPr>
          <p:grpSpPr>
            <a:xfrm>
              <a:off x="11043305" y="2572272"/>
              <a:ext cx="45719" cy="75385"/>
              <a:chOff x="3883481" y="2057400"/>
              <a:chExt cx="1608363" cy="2652031"/>
            </a:xfrm>
            <a:solidFill>
              <a:srgbClr val="A6A6A6"/>
            </a:solidFill>
          </p:grpSpPr>
          <p:sp>
            <p:nvSpPr>
              <p:cNvPr id="945" name="Oval 27">
                <a:extLst>
                  <a:ext uri="{FF2B5EF4-FFF2-40B4-BE49-F238E27FC236}">
                    <a16:creationId xmlns:a16="http://schemas.microsoft.com/office/drawing/2014/main" id="{AC4A8690-F6AE-290A-9B40-AEB29DA40A6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6" name="Oval 28">
                <a:extLst>
                  <a:ext uri="{FF2B5EF4-FFF2-40B4-BE49-F238E27FC236}">
                    <a16:creationId xmlns:a16="http://schemas.microsoft.com/office/drawing/2014/main" id="{E8EA931D-F745-5DB5-7A92-0E0A7D2C13E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47" name="Group 946">
            <a:extLst>
              <a:ext uri="{FF2B5EF4-FFF2-40B4-BE49-F238E27FC236}">
                <a16:creationId xmlns:a16="http://schemas.microsoft.com/office/drawing/2014/main" id="{3F5E99D4-FB5F-7C46-B4CD-A7B15515A462}"/>
              </a:ext>
            </a:extLst>
          </p:cNvPr>
          <p:cNvGrpSpPr/>
          <p:nvPr/>
        </p:nvGrpSpPr>
        <p:grpSpPr>
          <a:xfrm>
            <a:off x="4605608" y="811556"/>
            <a:ext cx="722058" cy="609701"/>
            <a:chOff x="6271424" y="909114"/>
            <a:chExt cx="872938" cy="748695"/>
          </a:xfrm>
        </p:grpSpPr>
        <p:sp>
          <p:nvSpPr>
            <p:cNvPr id="948" name="Rectangle 947">
              <a:extLst>
                <a:ext uri="{FF2B5EF4-FFF2-40B4-BE49-F238E27FC236}">
                  <a16:creationId xmlns:a16="http://schemas.microsoft.com/office/drawing/2014/main" id="{6B5C67E9-3624-354C-5677-5C1054EC0327}"/>
                </a:ext>
              </a:extLst>
            </p:cNvPr>
            <p:cNvSpPr/>
            <p:nvPr/>
          </p:nvSpPr>
          <p:spPr>
            <a:xfrm>
              <a:off x="627142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49" name="Rectangle 948">
              <a:extLst>
                <a:ext uri="{FF2B5EF4-FFF2-40B4-BE49-F238E27FC236}">
                  <a16:creationId xmlns:a16="http://schemas.microsoft.com/office/drawing/2014/main" id="{7ABDC415-C2BB-0F09-A374-CCDAC7237890}"/>
                </a:ext>
              </a:extLst>
            </p:cNvPr>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0" name="Oval 15">
              <a:extLst>
                <a:ext uri="{FF2B5EF4-FFF2-40B4-BE49-F238E27FC236}">
                  <a16:creationId xmlns:a16="http://schemas.microsoft.com/office/drawing/2014/main" id="{D8248EF7-0B19-5175-6316-62381AD887FE}"/>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51" name="Straight Connector 950">
              <a:extLst>
                <a:ext uri="{FF2B5EF4-FFF2-40B4-BE49-F238E27FC236}">
                  <a16:creationId xmlns:a16="http://schemas.microsoft.com/office/drawing/2014/main" id="{7522B594-908F-FB42-FC81-60DC1BB04F17}"/>
                </a:ext>
              </a:extLst>
            </p:cNvPr>
            <p:cNvCxnSpPr>
              <a:cxnSpLocks/>
              <a:stCxn id="950"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52" name="Straight Connector 951">
              <a:extLst>
                <a:ext uri="{FF2B5EF4-FFF2-40B4-BE49-F238E27FC236}">
                  <a16:creationId xmlns:a16="http://schemas.microsoft.com/office/drawing/2014/main" id="{FC526A42-5EAE-4328-58A0-5146642314F9}"/>
                </a:ext>
              </a:extLst>
            </p:cNvPr>
            <p:cNvCxnSpPr>
              <a:cxnSpLocks/>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53" name="Group 952">
            <a:extLst>
              <a:ext uri="{FF2B5EF4-FFF2-40B4-BE49-F238E27FC236}">
                <a16:creationId xmlns:a16="http://schemas.microsoft.com/office/drawing/2014/main" id="{09CC272F-BFD4-E3A0-BC9D-A49317FE9E0C}"/>
              </a:ext>
            </a:extLst>
          </p:cNvPr>
          <p:cNvGrpSpPr/>
          <p:nvPr/>
        </p:nvGrpSpPr>
        <p:grpSpPr>
          <a:xfrm>
            <a:off x="6288014" y="2260882"/>
            <a:ext cx="721206" cy="609702"/>
            <a:chOff x="9244679" y="2560817"/>
            <a:chExt cx="871904" cy="748696"/>
          </a:xfrm>
        </p:grpSpPr>
        <p:sp>
          <p:nvSpPr>
            <p:cNvPr id="954" name="Rectangle 953">
              <a:extLst>
                <a:ext uri="{FF2B5EF4-FFF2-40B4-BE49-F238E27FC236}">
                  <a16:creationId xmlns:a16="http://schemas.microsoft.com/office/drawing/2014/main" id="{ECCA9290-6238-1F0B-27AE-FD5B264D380E}"/>
                </a:ext>
              </a:extLst>
            </p:cNvPr>
            <p:cNvSpPr/>
            <p:nvPr/>
          </p:nvSpPr>
          <p:spPr>
            <a:xfrm>
              <a:off x="924467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955" name="Right Triangle 954">
              <a:extLst>
                <a:ext uri="{FF2B5EF4-FFF2-40B4-BE49-F238E27FC236}">
                  <a16:creationId xmlns:a16="http://schemas.microsoft.com/office/drawing/2014/main" id="{2E3152F0-A105-933D-88B4-93E782FAE75C}"/>
                </a:ext>
              </a:extLst>
            </p:cNvPr>
            <p:cNvSpPr/>
            <p:nvPr/>
          </p:nvSpPr>
          <p:spPr>
            <a:xfrm rot="10800000">
              <a:off x="9970339" y="25608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6" name="Oval 27">
              <a:extLst>
                <a:ext uri="{FF2B5EF4-FFF2-40B4-BE49-F238E27FC236}">
                  <a16:creationId xmlns:a16="http://schemas.microsoft.com/office/drawing/2014/main" id="{B8FEF5E7-AF72-24F2-7F0F-34537143EEA8}"/>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7" name="Oval 28">
              <a:extLst>
                <a:ext uri="{FF2B5EF4-FFF2-40B4-BE49-F238E27FC236}">
                  <a16:creationId xmlns:a16="http://schemas.microsoft.com/office/drawing/2014/main" id="{6F153D85-C1FE-C81A-7D18-718A1A4CED2F}"/>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58" name="Group 957">
            <a:extLst>
              <a:ext uri="{FF2B5EF4-FFF2-40B4-BE49-F238E27FC236}">
                <a16:creationId xmlns:a16="http://schemas.microsoft.com/office/drawing/2014/main" id="{7549EC39-F559-2031-C4D8-BE08B645C72C}"/>
              </a:ext>
            </a:extLst>
          </p:cNvPr>
          <p:cNvGrpSpPr/>
          <p:nvPr/>
        </p:nvGrpSpPr>
        <p:grpSpPr>
          <a:xfrm>
            <a:off x="9667833" y="811173"/>
            <a:ext cx="721206" cy="609701"/>
            <a:chOff x="10243575" y="88412"/>
            <a:chExt cx="871904" cy="748695"/>
          </a:xfrm>
        </p:grpSpPr>
        <p:sp>
          <p:nvSpPr>
            <p:cNvPr id="959" name="Rectangle 958">
              <a:hlinkHover r:id="" action="ppaction://noaction" highlightClick="1"/>
              <a:extLst>
                <a:ext uri="{FF2B5EF4-FFF2-40B4-BE49-F238E27FC236}">
                  <a16:creationId xmlns:a16="http://schemas.microsoft.com/office/drawing/2014/main" id="{7A2F95C9-5DD0-9170-47F9-F700DE29AB20}"/>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500" name="Diamond 499">
              <a:extLst>
                <a:ext uri="{FF2B5EF4-FFF2-40B4-BE49-F238E27FC236}">
                  <a16:creationId xmlns:a16="http://schemas.microsoft.com/office/drawing/2014/main" id="{18819A4B-9606-5D0E-7FFE-EF7A66146F08}"/>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1" name="Oval 500">
              <a:extLst>
                <a:ext uri="{FF2B5EF4-FFF2-40B4-BE49-F238E27FC236}">
                  <a16:creationId xmlns:a16="http://schemas.microsoft.com/office/drawing/2014/main" id="{586ABCC1-E0C9-EA9B-674D-9E07B998AED8}"/>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02" name="Group 501">
            <a:extLst>
              <a:ext uri="{FF2B5EF4-FFF2-40B4-BE49-F238E27FC236}">
                <a16:creationId xmlns:a16="http://schemas.microsoft.com/office/drawing/2014/main" id="{FA1B7860-0437-6139-130F-F5552DAFECA3}"/>
              </a:ext>
            </a:extLst>
          </p:cNvPr>
          <p:cNvGrpSpPr/>
          <p:nvPr/>
        </p:nvGrpSpPr>
        <p:grpSpPr>
          <a:xfrm>
            <a:off x="9656908" y="2253333"/>
            <a:ext cx="721206" cy="609701"/>
            <a:chOff x="11226844" y="2550518"/>
            <a:chExt cx="871904" cy="748695"/>
          </a:xfrm>
        </p:grpSpPr>
        <p:sp>
          <p:nvSpPr>
            <p:cNvPr id="503" name="Rectangle 502">
              <a:hlinkHover r:id="" action="ppaction://noaction" highlightClick="1"/>
              <a:extLst>
                <a:ext uri="{FF2B5EF4-FFF2-40B4-BE49-F238E27FC236}">
                  <a16:creationId xmlns:a16="http://schemas.microsoft.com/office/drawing/2014/main" id="{028FE372-D33B-DC26-BB8C-37EBF78B65AD}"/>
                </a:ext>
              </a:extLst>
            </p:cNvPr>
            <p:cNvSpPr/>
            <p:nvPr/>
          </p:nvSpPr>
          <p:spPr>
            <a:xfrm>
              <a:off x="11226844" y="255051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83" name="Rectangle 82">
              <a:extLst>
                <a:ext uri="{FF2B5EF4-FFF2-40B4-BE49-F238E27FC236}">
                  <a16:creationId xmlns:a16="http://schemas.microsoft.com/office/drawing/2014/main" id="{1B8B1A52-1BC3-119B-CEA3-61047A7A6770}"/>
                </a:ext>
              </a:extLst>
            </p:cNvPr>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 name="Oval 15">
              <a:extLst>
                <a:ext uri="{FF2B5EF4-FFF2-40B4-BE49-F238E27FC236}">
                  <a16:creationId xmlns:a16="http://schemas.microsoft.com/office/drawing/2014/main" id="{52EE9B30-619E-3DB7-CE6D-DFC36B23798E}"/>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5" name="Straight Connector 84">
              <a:extLst>
                <a:ext uri="{FF2B5EF4-FFF2-40B4-BE49-F238E27FC236}">
                  <a16:creationId xmlns:a16="http://schemas.microsoft.com/office/drawing/2014/main" id="{1AE172EE-23B4-CEF9-5A70-0C97EE5ECA66}"/>
                </a:ext>
              </a:extLst>
            </p:cNvPr>
            <p:cNvCxnSpPr>
              <a:cxnSpLocks/>
              <a:stCxn id="84"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6" name="Straight Connector 85">
              <a:extLst>
                <a:ext uri="{FF2B5EF4-FFF2-40B4-BE49-F238E27FC236}">
                  <a16:creationId xmlns:a16="http://schemas.microsoft.com/office/drawing/2014/main" id="{A13A8F65-C434-DF4F-8536-BD000CDF08A7}"/>
                </a:ext>
              </a:extLst>
            </p:cNvPr>
            <p:cNvCxnSpPr>
              <a:cxnSpLocks/>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7" name="Group 86">
            <a:extLst>
              <a:ext uri="{FF2B5EF4-FFF2-40B4-BE49-F238E27FC236}">
                <a16:creationId xmlns:a16="http://schemas.microsoft.com/office/drawing/2014/main" id="{40C868F9-4E4C-3E0C-7AA9-B701A3F5054E}"/>
              </a:ext>
            </a:extLst>
          </p:cNvPr>
          <p:cNvGrpSpPr/>
          <p:nvPr/>
        </p:nvGrpSpPr>
        <p:grpSpPr>
          <a:xfrm>
            <a:off x="8791947" y="2257115"/>
            <a:ext cx="733206" cy="613871"/>
            <a:chOff x="11202812" y="97937"/>
            <a:chExt cx="886411" cy="753816"/>
          </a:xfrm>
        </p:grpSpPr>
        <p:sp>
          <p:nvSpPr>
            <p:cNvPr id="88" name="Rectangle 87">
              <a:hlinkHover r:id="" action="ppaction://noaction" highlightClick="1"/>
              <a:extLst>
                <a:ext uri="{FF2B5EF4-FFF2-40B4-BE49-F238E27FC236}">
                  <a16:creationId xmlns:a16="http://schemas.microsoft.com/office/drawing/2014/main" id="{BC422FF8-E6D2-B16F-22FA-35DCD78E8EF5}"/>
                </a:ext>
              </a:extLst>
            </p:cNvPr>
            <p:cNvSpPr/>
            <p:nvPr/>
          </p:nvSpPr>
          <p:spPr>
            <a:xfrm>
              <a:off x="11202812" y="10305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89" name="Oval 88">
              <a:extLst>
                <a:ext uri="{FF2B5EF4-FFF2-40B4-BE49-F238E27FC236}">
                  <a16:creationId xmlns:a16="http://schemas.microsoft.com/office/drawing/2014/main" id="{98B3EF45-401A-1D95-F5CE-6FC7D5E1525B}"/>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 name="Isosceles Triangle 648">
              <a:extLst>
                <a:ext uri="{FF2B5EF4-FFF2-40B4-BE49-F238E27FC236}">
                  <a16:creationId xmlns:a16="http://schemas.microsoft.com/office/drawing/2014/main" id="{E04E210C-1FAB-40E5-31DC-4FED815493D5}"/>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1" name="Group 90">
            <a:extLst>
              <a:ext uri="{FF2B5EF4-FFF2-40B4-BE49-F238E27FC236}">
                <a16:creationId xmlns:a16="http://schemas.microsoft.com/office/drawing/2014/main" id="{59D36C8C-5777-ED6B-1340-652F425ABB3A}"/>
              </a:ext>
            </a:extLst>
          </p:cNvPr>
          <p:cNvGrpSpPr/>
          <p:nvPr/>
        </p:nvGrpSpPr>
        <p:grpSpPr>
          <a:xfrm>
            <a:off x="10506573" y="2253333"/>
            <a:ext cx="721206" cy="609701"/>
            <a:chOff x="10243575" y="88412"/>
            <a:chExt cx="871904" cy="748695"/>
          </a:xfrm>
        </p:grpSpPr>
        <p:sp>
          <p:nvSpPr>
            <p:cNvPr id="92" name="Rectangle 91">
              <a:hlinkHover r:id="" action="ppaction://noaction" highlightClick="1"/>
              <a:extLst>
                <a:ext uri="{FF2B5EF4-FFF2-40B4-BE49-F238E27FC236}">
                  <a16:creationId xmlns:a16="http://schemas.microsoft.com/office/drawing/2014/main" id="{5E3D8BCD-A45F-99C3-AA47-21AF61D67399}"/>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93" name="Diamond 92">
              <a:extLst>
                <a:ext uri="{FF2B5EF4-FFF2-40B4-BE49-F238E27FC236}">
                  <a16:creationId xmlns:a16="http://schemas.microsoft.com/office/drawing/2014/main" id="{A19C9907-24E7-B3E9-D189-60B1AD8AE0A7}"/>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 name="Oval 93">
              <a:extLst>
                <a:ext uri="{FF2B5EF4-FFF2-40B4-BE49-F238E27FC236}">
                  <a16:creationId xmlns:a16="http://schemas.microsoft.com/office/drawing/2014/main" id="{41650662-CD7A-0D93-2351-8A17A758787A}"/>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5" name="Group 94">
            <a:extLst>
              <a:ext uri="{FF2B5EF4-FFF2-40B4-BE49-F238E27FC236}">
                <a16:creationId xmlns:a16="http://schemas.microsoft.com/office/drawing/2014/main" id="{C52DA48D-4335-90E3-6D71-E71B2C8FC979}"/>
              </a:ext>
            </a:extLst>
          </p:cNvPr>
          <p:cNvGrpSpPr/>
          <p:nvPr/>
        </p:nvGrpSpPr>
        <p:grpSpPr>
          <a:xfrm>
            <a:off x="2110200" y="2990968"/>
            <a:ext cx="721206" cy="609701"/>
            <a:chOff x="9244679" y="3370808"/>
            <a:chExt cx="871904" cy="748695"/>
          </a:xfrm>
        </p:grpSpPr>
        <p:sp>
          <p:nvSpPr>
            <p:cNvPr id="96" name="Rectangle 95">
              <a:extLst>
                <a:ext uri="{FF2B5EF4-FFF2-40B4-BE49-F238E27FC236}">
                  <a16:creationId xmlns:a16="http://schemas.microsoft.com/office/drawing/2014/main" id="{7492F06C-123C-549E-6A65-1E6560E5B3DE}"/>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97" name="Rectangle 96">
              <a:extLst>
                <a:ext uri="{FF2B5EF4-FFF2-40B4-BE49-F238E27FC236}">
                  <a16:creationId xmlns:a16="http://schemas.microsoft.com/office/drawing/2014/main" id="{EC6F7888-494F-6CFB-B9BA-EE9C599CC930}"/>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 name="Oval 15">
              <a:extLst>
                <a:ext uri="{FF2B5EF4-FFF2-40B4-BE49-F238E27FC236}">
                  <a16:creationId xmlns:a16="http://schemas.microsoft.com/office/drawing/2014/main" id="{8CD36CC2-8ACD-CEE3-4B0E-3D0E9A61126B}"/>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9" name="Straight Connector 98">
              <a:extLst>
                <a:ext uri="{FF2B5EF4-FFF2-40B4-BE49-F238E27FC236}">
                  <a16:creationId xmlns:a16="http://schemas.microsoft.com/office/drawing/2014/main" id="{571003F8-9592-9DFB-31DF-2B729945813E}"/>
                </a:ext>
              </a:extLst>
            </p:cNvPr>
            <p:cNvCxnSpPr>
              <a:cxnSpLocks/>
              <a:stCxn id="98"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0" name="Straight Connector 99">
              <a:extLst>
                <a:ext uri="{FF2B5EF4-FFF2-40B4-BE49-F238E27FC236}">
                  <a16:creationId xmlns:a16="http://schemas.microsoft.com/office/drawing/2014/main" id="{C5DA66F4-94E2-555C-C29A-25164C5391D7}"/>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7" name="Group 106">
            <a:extLst>
              <a:ext uri="{FF2B5EF4-FFF2-40B4-BE49-F238E27FC236}">
                <a16:creationId xmlns:a16="http://schemas.microsoft.com/office/drawing/2014/main" id="{0DAAF63B-7EB8-0203-687B-E323C05DCC7F}"/>
              </a:ext>
            </a:extLst>
          </p:cNvPr>
          <p:cNvGrpSpPr/>
          <p:nvPr/>
        </p:nvGrpSpPr>
        <p:grpSpPr>
          <a:xfrm>
            <a:off x="4611964" y="2970765"/>
            <a:ext cx="721206" cy="609701"/>
            <a:chOff x="11226844" y="3371220"/>
            <a:chExt cx="871904" cy="748695"/>
          </a:xfrm>
        </p:grpSpPr>
        <p:sp>
          <p:nvSpPr>
            <p:cNvPr id="108" name="Rectangle 107">
              <a:extLst>
                <a:ext uri="{FF2B5EF4-FFF2-40B4-BE49-F238E27FC236}">
                  <a16:creationId xmlns:a16="http://schemas.microsoft.com/office/drawing/2014/main" id="{D6A88187-81D6-C2EC-7EB6-77D0DDB34637}"/>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109" name="Rectangle 108">
              <a:extLst>
                <a:ext uri="{FF2B5EF4-FFF2-40B4-BE49-F238E27FC236}">
                  <a16:creationId xmlns:a16="http://schemas.microsoft.com/office/drawing/2014/main" id="{B7B82CC0-DE5F-B8E2-F0DE-8F5047E14721}"/>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Oval 15">
              <a:extLst>
                <a:ext uri="{FF2B5EF4-FFF2-40B4-BE49-F238E27FC236}">
                  <a16:creationId xmlns:a16="http://schemas.microsoft.com/office/drawing/2014/main" id="{F3DBC678-0C7B-E264-9CB7-F54FC193C142}"/>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1" name="Straight Connector 110">
              <a:extLst>
                <a:ext uri="{FF2B5EF4-FFF2-40B4-BE49-F238E27FC236}">
                  <a16:creationId xmlns:a16="http://schemas.microsoft.com/office/drawing/2014/main" id="{70E6AD07-BC1F-5F5F-CE0E-DDA620F01908}"/>
                </a:ext>
              </a:extLst>
            </p:cNvPr>
            <p:cNvCxnSpPr>
              <a:cxnSpLocks/>
              <a:stCxn id="110"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2" name="Straight Connector 111">
              <a:extLst>
                <a:ext uri="{FF2B5EF4-FFF2-40B4-BE49-F238E27FC236}">
                  <a16:creationId xmlns:a16="http://schemas.microsoft.com/office/drawing/2014/main" id="{241472FD-765A-A4DE-7A4E-F13741FF5BE9}"/>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3" name="Group 112">
            <a:extLst>
              <a:ext uri="{FF2B5EF4-FFF2-40B4-BE49-F238E27FC236}">
                <a16:creationId xmlns:a16="http://schemas.microsoft.com/office/drawing/2014/main" id="{1B9AF69B-84DC-D182-05EA-D54A67EC009C}"/>
              </a:ext>
            </a:extLst>
          </p:cNvPr>
          <p:cNvGrpSpPr/>
          <p:nvPr/>
        </p:nvGrpSpPr>
        <p:grpSpPr>
          <a:xfrm>
            <a:off x="11355999" y="2974054"/>
            <a:ext cx="721206" cy="609701"/>
            <a:chOff x="10235764" y="3370808"/>
            <a:chExt cx="871904" cy="748695"/>
          </a:xfrm>
        </p:grpSpPr>
        <p:sp>
          <p:nvSpPr>
            <p:cNvPr id="114" name="Rectangle 113">
              <a:hlinkHover r:id="" action="ppaction://noaction" highlightClick="1"/>
              <a:extLst>
                <a:ext uri="{FF2B5EF4-FFF2-40B4-BE49-F238E27FC236}">
                  <a16:creationId xmlns:a16="http://schemas.microsoft.com/office/drawing/2014/main" id="{14E44986-FF11-EA51-76AC-143453E5C607}"/>
                </a:ext>
              </a:extLst>
            </p:cNvPr>
            <p:cNvSpPr/>
            <p:nvPr/>
          </p:nvSpPr>
          <p:spPr>
            <a:xfrm>
              <a:off x="10235764" y="337080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115" name="Oval 114">
              <a:extLst>
                <a:ext uri="{FF2B5EF4-FFF2-40B4-BE49-F238E27FC236}">
                  <a16:creationId xmlns:a16="http://schemas.microsoft.com/office/drawing/2014/main" id="{963BBB73-E152-6B3F-ECA1-12E619CE577E}"/>
                </a:ext>
              </a:extLst>
            </p:cNvPr>
            <p:cNvSpPr/>
            <p:nvPr/>
          </p:nvSpPr>
          <p:spPr>
            <a:xfrm>
              <a:off x="10933601" y="338217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6" name="Isosceles Triangle 648">
              <a:extLst>
                <a:ext uri="{FF2B5EF4-FFF2-40B4-BE49-F238E27FC236}">
                  <a16:creationId xmlns:a16="http://schemas.microsoft.com/office/drawing/2014/main" id="{034B7C3C-0F14-2296-3A66-B6F435723877}"/>
                </a:ext>
              </a:extLst>
            </p:cNvPr>
            <p:cNvSpPr/>
            <p:nvPr/>
          </p:nvSpPr>
          <p:spPr>
            <a:xfrm>
              <a:off x="10970020" y="339876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7" name="Group 116">
            <a:extLst>
              <a:ext uri="{FF2B5EF4-FFF2-40B4-BE49-F238E27FC236}">
                <a16:creationId xmlns:a16="http://schemas.microsoft.com/office/drawing/2014/main" id="{908700E9-3C38-C286-51E5-CCDFCD715F01}"/>
              </a:ext>
            </a:extLst>
          </p:cNvPr>
          <p:cNvGrpSpPr/>
          <p:nvPr/>
        </p:nvGrpSpPr>
        <p:grpSpPr>
          <a:xfrm>
            <a:off x="1268346" y="3698227"/>
            <a:ext cx="721893" cy="610374"/>
            <a:chOff x="324914" y="4191098"/>
            <a:chExt cx="872735" cy="749519"/>
          </a:xfrm>
        </p:grpSpPr>
        <p:sp>
          <p:nvSpPr>
            <p:cNvPr id="118" name="Rectangle 117">
              <a:extLst>
                <a:ext uri="{FF2B5EF4-FFF2-40B4-BE49-F238E27FC236}">
                  <a16:creationId xmlns:a16="http://schemas.microsoft.com/office/drawing/2014/main" id="{7F67333B-204F-91B7-359C-486BAD6299C1}"/>
                </a:ext>
              </a:extLst>
            </p:cNvPr>
            <p:cNvSpPr/>
            <p:nvPr/>
          </p:nvSpPr>
          <p:spPr>
            <a:xfrm>
              <a:off x="32491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119" name="Right Triangle 118">
              <a:extLst>
                <a:ext uri="{FF2B5EF4-FFF2-40B4-BE49-F238E27FC236}">
                  <a16:creationId xmlns:a16="http://schemas.microsoft.com/office/drawing/2014/main" id="{B6D5892E-E93C-281E-9D77-DF079E3D4F6B}"/>
                </a:ext>
              </a:extLst>
            </p:cNvPr>
            <p:cNvSpPr/>
            <p:nvPr/>
          </p:nvSpPr>
          <p:spPr>
            <a:xfrm rot="10800000">
              <a:off x="1056136"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0" name="Group 119">
              <a:extLst>
                <a:ext uri="{FF2B5EF4-FFF2-40B4-BE49-F238E27FC236}">
                  <a16:creationId xmlns:a16="http://schemas.microsoft.com/office/drawing/2014/main" id="{A5A5F93B-5694-A90C-770A-1F6A6BFEB3FA}"/>
                </a:ext>
              </a:extLst>
            </p:cNvPr>
            <p:cNvGrpSpPr/>
            <p:nvPr/>
          </p:nvGrpSpPr>
          <p:grpSpPr>
            <a:xfrm>
              <a:off x="1136463" y="4198579"/>
              <a:ext cx="45719" cy="75385"/>
              <a:chOff x="3883481" y="2057400"/>
              <a:chExt cx="1608363" cy="2652031"/>
            </a:xfrm>
            <a:solidFill>
              <a:srgbClr val="A6A6A6"/>
            </a:solidFill>
          </p:grpSpPr>
          <p:sp>
            <p:nvSpPr>
              <p:cNvPr id="121" name="Oval 27">
                <a:extLst>
                  <a:ext uri="{FF2B5EF4-FFF2-40B4-BE49-F238E27FC236}">
                    <a16:creationId xmlns:a16="http://schemas.microsoft.com/office/drawing/2014/main" id="{0B67F0CD-E5F6-A4CF-B562-D699F5679A2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 name="Oval 28">
                <a:extLst>
                  <a:ext uri="{FF2B5EF4-FFF2-40B4-BE49-F238E27FC236}">
                    <a16:creationId xmlns:a16="http://schemas.microsoft.com/office/drawing/2014/main" id="{ACD9C346-D78E-0976-5CC4-A0DBA0997BE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3" name="Group 122">
            <a:extLst>
              <a:ext uri="{FF2B5EF4-FFF2-40B4-BE49-F238E27FC236}">
                <a16:creationId xmlns:a16="http://schemas.microsoft.com/office/drawing/2014/main" id="{EFD8D990-D11E-3BB2-9412-4F7CE0FA89A6}"/>
              </a:ext>
            </a:extLst>
          </p:cNvPr>
          <p:cNvGrpSpPr/>
          <p:nvPr/>
        </p:nvGrpSpPr>
        <p:grpSpPr>
          <a:xfrm>
            <a:off x="11360399" y="2241807"/>
            <a:ext cx="721206" cy="609701"/>
            <a:chOff x="7262509" y="2560818"/>
            <a:chExt cx="871904" cy="748695"/>
          </a:xfrm>
        </p:grpSpPr>
        <p:sp>
          <p:nvSpPr>
            <p:cNvPr id="124" name="Rectangle 123">
              <a:extLst>
                <a:ext uri="{FF2B5EF4-FFF2-40B4-BE49-F238E27FC236}">
                  <a16:creationId xmlns:a16="http://schemas.microsoft.com/office/drawing/2014/main" id="{4518D8F4-63C2-E0B9-47A7-B8D555AC8175}"/>
                </a:ext>
              </a:extLst>
            </p:cNvPr>
            <p:cNvSpPr/>
            <p:nvPr/>
          </p:nvSpPr>
          <p:spPr>
            <a:xfrm>
              <a:off x="726250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25" name="Right Triangle 124">
              <a:extLst>
                <a:ext uri="{FF2B5EF4-FFF2-40B4-BE49-F238E27FC236}">
                  <a16:creationId xmlns:a16="http://schemas.microsoft.com/office/drawing/2014/main" id="{F2009A9A-8AF9-421A-DBBD-CA38A4339CB5}"/>
                </a:ext>
              </a:extLst>
            </p:cNvPr>
            <p:cNvSpPr/>
            <p:nvPr/>
          </p:nvSpPr>
          <p:spPr>
            <a:xfrm rot="10800000">
              <a:off x="7986364"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6" name="Group 125">
              <a:extLst>
                <a:ext uri="{FF2B5EF4-FFF2-40B4-BE49-F238E27FC236}">
                  <a16:creationId xmlns:a16="http://schemas.microsoft.com/office/drawing/2014/main" id="{742171D6-89E4-D7B1-B296-4CA89654E9AC}"/>
                </a:ext>
              </a:extLst>
            </p:cNvPr>
            <p:cNvGrpSpPr/>
            <p:nvPr/>
          </p:nvGrpSpPr>
          <p:grpSpPr>
            <a:xfrm>
              <a:off x="8066691" y="2574863"/>
              <a:ext cx="45719" cy="75385"/>
              <a:chOff x="3883481" y="2057400"/>
              <a:chExt cx="1608363" cy="2652031"/>
            </a:xfrm>
            <a:solidFill>
              <a:srgbClr val="A6A6A6"/>
            </a:solidFill>
          </p:grpSpPr>
          <p:sp>
            <p:nvSpPr>
              <p:cNvPr id="127" name="Oval 27">
                <a:extLst>
                  <a:ext uri="{FF2B5EF4-FFF2-40B4-BE49-F238E27FC236}">
                    <a16:creationId xmlns:a16="http://schemas.microsoft.com/office/drawing/2014/main" id="{FC1148F0-7120-A5B7-B860-709585835AE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4" name="Oval 28">
                <a:extLst>
                  <a:ext uri="{FF2B5EF4-FFF2-40B4-BE49-F238E27FC236}">
                    <a16:creationId xmlns:a16="http://schemas.microsoft.com/office/drawing/2014/main" id="{AA8FC36C-B9E9-91DF-3B46-6F152337147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55" name="Group 554">
            <a:extLst>
              <a:ext uri="{FF2B5EF4-FFF2-40B4-BE49-F238E27FC236}">
                <a16:creationId xmlns:a16="http://schemas.microsoft.com/office/drawing/2014/main" id="{622E1FBB-5702-025A-C063-1419A52B749F}"/>
              </a:ext>
            </a:extLst>
          </p:cNvPr>
          <p:cNvGrpSpPr/>
          <p:nvPr/>
        </p:nvGrpSpPr>
        <p:grpSpPr>
          <a:xfrm>
            <a:off x="5454167" y="2268701"/>
            <a:ext cx="721206" cy="609701"/>
            <a:chOff x="8253594" y="2560818"/>
            <a:chExt cx="871904" cy="748695"/>
          </a:xfrm>
        </p:grpSpPr>
        <p:sp>
          <p:nvSpPr>
            <p:cNvPr id="556" name="Rectangle 555">
              <a:extLst>
                <a:ext uri="{FF2B5EF4-FFF2-40B4-BE49-F238E27FC236}">
                  <a16:creationId xmlns:a16="http://schemas.microsoft.com/office/drawing/2014/main" id="{89DF6D1A-8956-9867-4E11-B7D79856A921}"/>
                </a:ext>
              </a:extLst>
            </p:cNvPr>
            <p:cNvSpPr/>
            <p:nvPr/>
          </p:nvSpPr>
          <p:spPr>
            <a:xfrm>
              <a:off x="825359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557" name="Right Triangle 556">
              <a:extLst>
                <a:ext uri="{FF2B5EF4-FFF2-40B4-BE49-F238E27FC236}">
                  <a16:creationId xmlns:a16="http://schemas.microsoft.com/office/drawing/2014/main" id="{30D74D85-CD85-A632-2DA2-53EFF5A5F9D6}"/>
                </a:ext>
              </a:extLst>
            </p:cNvPr>
            <p:cNvSpPr/>
            <p:nvPr/>
          </p:nvSpPr>
          <p:spPr>
            <a:xfrm rot="10800000">
              <a:off x="8976730" y="256777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74" name="Group 573">
              <a:extLst>
                <a:ext uri="{FF2B5EF4-FFF2-40B4-BE49-F238E27FC236}">
                  <a16:creationId xmlns:a16="http://schemas.microsoft.com/office/drawing/2014/main" id="{2BFFF614-759B-EFF8-90AF-AE4C3BD2D6D4}"/>
                </a:ext>
              </a:extLst>
            </p:cNvPr>
            <p:cNvGrpSpPr/>
            <p:nvPr/>
          </p:nvGrpSpPr>
          <p:grpSpPr>
            <a:xfrm>
              <a:off x="9057057" y="2575256"/>
              <a:ext cx="45719" cy="75385"/>
              <a:chOff x="3883481" y="2057400"/>
              <a:chExt cx="1608363" cy="2652031"/>
            </a:xfrm>
            <a:solidFill>
              <a:srgbClr val="A6A6A6"/>
            </a:solidFill>
          </p:grpSpPr>
          <p:sp>
            <p:nvSpPr>
              <p:cNvPr id="575" name="Oval 27">
                <a:extLst>
                  <a:ext uri="{FF2B5EF4-FFF2-40B4-BE49-F238E27FC236}">
                    <a16:creationId xmlns:a16="http://schemas.microsoft.com/office/drawing/2014/main" id="{FA9031EE-DBF9-46AE-998E-DBF150A8D3D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Oval 28">
                <a:extLst>
                  <a:ext uri="{FF2B5EF4-FFF2-40B4-BE49-F238E27FC236}">
                    <a16:creationId xmlns:a16="http://schemas.microsoft.com/office/drawing/2014/main" id="{E078784A-B1B4-3FEB-D642-BC7432483EC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AC7BE917-66A9-7D8A-3A75-A7B5597062F8}"/>
              </a:ext>
            </a:extLst>
          </p:cNvPr>
          <p:cNvGrpSpPr/>
          <p:nvPr/>
        </p:nvGrpSpPr>
        <p:grpSpPr>
          <a:xfrm>
            <a:off x="2928083" y="5128486"/>
            <a:ext cx="724144" cy="609701"/>
            <a:chOff x="6271424" y="3370808"/>
            <a:chExt cx="875460" cy="748695"/>
          </a:xfrm>
        </p:grpSpPr>
        <p:sp>
          <p:nvSpPr>
            <p:cNvPr id="131" name="Rectangle 130">
              <a:extLst>
                <a:ext uri="{FF2B5EF4-FFF2-40B4-BE49-F238E27FC236}">
                  <a16:creationId xmlns:a16="http://schemas.microsoft.com/office/drawing/2014/main" id="{88599B02-C2B3-03B7-CF14-65F6460F4151}"/>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32" name="Right Triangle 131">
              <a:extLst>
                <a:ext uri="{FF2B5EF4-FFF2-40B4-BE49-F238E27FC236}">
                  <a16:creationId xmlns:a16="http://schemas.microsoft.com/office/drawing/2014/main" id="{E9C7189F-46E2-72AC-1725-8DD842FE546A}"/>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3" name="Group 132">
              <a:extLst>
                <a:ext uri="{FF2B5EF4-FFF2-40B4-BE49-F238E27FC236}">
                  <a16:creationId xmlns:a16="http://schemas.microsoft.com/office/drawing/2014/main" id="{ACF7C62F-57CD-DC4E-9A3E-5C2CD8B35020}"/>
                </a:ext>
              </a:extLst>
            </p:cNvPr>
            <p:cNvGrpSpPr/>
            <p:nvPr/>
          </p:nvGrpSpPr>
          <p:grpSpPr>
            <a:xfrm>
              <a:off x="7085694" y="3381257"/>
              <a:ext cx="45719" cy="75385"/>
              <a:chOff x="3883481" y="2057400"/>
              <a:chExt cx="1608363" cy="2652031"/>
            </a:xfrm>
            <a:solidFill>
              <a:srgbClr val="A6A6A6"/>
            </a:solidFill>
          </p:grpSpPr>
          <p:sp>
            <p:nvSpPr>
              <p:cNvPr id="134" name="Oval 27">
                <a:extLst>
                  <a:ext uri="{FF2B5EF4-FFF2-40B4-BE49-F238E27FC236}">
                    <a16:creationId xmlns:a16="http://schemas.microsoft.com/office/drawing/2014/main" id="{69C1E8CE-C3CE-CB18-59E7-16DE23ACDC1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Oval 28">
                <a:extLst>
                  <a:ext uri="{FF2B5EF4-FFF2-40B4-BE49-F238E27FC236}">
                    <a16:creationId xmlns:a16="http://schemas.microsoft.com/office/drawing/2014/main" id="{29BF3411-B6FD-7315-A04D-1A2161474A9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6" name="Group 135">
            <a:extLst>
              <a:ext uri="{FF2B5EF4-FFF2-40B4-BE49-F238E27FC236}">
                <a16:creationId xmlns:a16="http://schemas.microsoft.com/office/drawing/2014/main" id="{EE6BDFA4-5FCF-0600-D955-CB88D4B38E6D}"/>
              </a:ext>
            </a:extLst>
          </p:cNvPr>
          <p:cNvGrpSpPr/>
          <p:nvPr/>
        </p:nvGrpSpPr>
        <p:grpSpPr>
          <a:xfrm>
            <a:off x="2102909" y="811556"/>
            <a:ext cx="721206" cy="609701"/>
            <a:chOff x="2307084" y="909114"/>
            <a:chExt cx="871904" cy="748695"/>
          </a:xfrm>
        </p:grpSpPr>
        <p:sp>
          <p:nvSpPr>
            <p:cNvPr id="137" name="Rectangle 136">
              <a:extLst>
                <a:ext uri="{FF2B5EF4-FFF2-40B4-BE49-F238E27FC236}">
                  <a16:creationId xmlns:a16="http://schemas.microsoft.com/office/drawing/2014/main" id="{0D583B34-9568-846B-7406-E30DCA70ACC0}"/>
                </a:ext>
              </a:extLst>
            </p:cNvPr>
            <p:cNvSpPr/>
            <p:nvPr/>
          </p:nvSpPr>
          <p:spPr>
            <a:xfrm>
              <a:off x="230708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8" name="Rectangle 137">
              <a:extLst>
                <a:ext uri="{FF2B5EF4-FFF2-40B4-BE49-F238E27FC236}">
                  <a16:creationId xmlns:a16="http://schemas.microsoft.com/office/drawing/2014/main" id="{B44F802A-6D16-BEB0-01B8-657232E3D80B}"/>
                </a:ext>
              </a:extLst>
            </p:cNvPr>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 name="Oval 15">
              <a:extLst>
                <a:ext uri="{FF2B5EF4-FFF2-40B4-BE49-F238E27FC236}">
                  <a16:creationId xmlns:a16="http://schemas.microsoft.com/office/drawing/2014/main" id="{99C89F6D-1CD9-482E-E211-A16E50A6E6C4}"/>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0" name="Straight Connector 139">
              <a:extLst>
                <a:ext uri="{FF2B5EF4-FFF2-40B4-BE49-F238E27FC236}">
                  <a16:creationId xmlns:a16="http://schemas.microsoft.com/office/drawing/2014/main" id="{7C93E467-D697-64B6-AF74-306775BC00A2}"/>
                </a:ext>
              </a:extLst>
            </p:cNvPr>
            <p:cNvCxnSpPr>
              <a:cxnSpLocks/>
              <a:stCxn id="139"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1" name="Straight Connector 140">
              <a:extLst>
                <a:ext uri="{FF2B5EF4-FFF2-40B4-BE49-F238E27FC236}">
                  <a16:creationId xmlns:a16="http://schemas.microsoft.com/office/drawing/2014/main" id="{51295C57-B0D5-7C97-F865-A4DD1FA8DBB9}"/>
                </a:ext>
              </a:extLst>
            </p:cNvPr>
            <p:cNvCxnSpPr>
              <a:cxnSpLocks/>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2" name="Group 141">
            <a:extLst>
              <a:ext uri="{FF2B5EF4-FFF2-40B4-BE49-F238E27FC236}">
                <a16:creationId xmlns:a16="http://schemas.microsoft.com/office/drawing/2014/main" id="{B9326918-A968-BAAA-D2DC-E3F498952A58}"/>
              </a:ext>
            </a:extLst>
          </p:cNvPr>
          <p:cNvGrpSpPr/>
          <p:nvPr/>
        </p:nvGrpSpPr>
        <p:grpSpPr>
          <a:xfrm>
            <a:off x="5451974" y="3707588"/>
            <a:ext cx="721206" cy="609701"/>
            <a:chOff x="11335787" y="4191133"/>
            <a:chExt cx="710037" cy="609701"/>
          </a:xfrm>
        </p:grpSpPr>
        <p:sp>
          <p:nvSpPr>
            <p:cNvPr id="143" name="Rectangle 142">
              <a:hlinkHover r:id="" action="ppaction://noaction" highlightClick="1"/>
              <a:extLst>
                <a:ext uri="{FF2B5EF4-FFF2-40B4-BE49-F238E27FC236}">
                  <a16:creationId xmlns:a16="http://schemas.microsoft.com/office/drawing/2014/main" id="{FABDDD82-7AD1-A099-B671-F8974275C8B8}"/>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44" name="Oval 143">
              <a:extLst>
                <a:ext uri="{FF2B5EF4-FFF2-40B4-BE49-F238E27FC236}">
                  <a16:creationId xmlns:a16="http://schemas.microsoft.com/office/drawing/2014/main" id="{453356CC-838A-10D2-4529-8BA6C46AF58D}"/>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 name="Isosceles Triangle 648">
              <a:extLst>
                <a:ext uri="{FF2B5EF4-FFF2-40B4-BE49-F238E27FC236}">
                  <a16:creationId xmlns:a16="http://schemas.microsoft.com/office/drawing/2014/main" id="{BB534567-8897-D97D-3CBD-4B40890408F6}"/>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6" name="Group 145">
            <a:extLst>
              <a:ext uri="{FF2B5EF4-FFF2-40B4-BE49-F238E27FC236}">
                <a16:creationId xmlns:a16="http://schemas.microsoft.com/office/drawing/2014/main" id="{5597A41B-BD83-ACA1-DACC-A9F8209368CE}"/>
              </a:ext>
            </a:extLst>
          </p:cNvPr>
          <p:cNvGrpSpPr/>
          <p:nvPr/>
        </p:nvGrpSpPr>
        <p:grpSpPr>
          <a:xfrm>
            <a:off x="10506599" y="811556"/>
            <a:ext cx="721206" cy="609701"/>
            <a:chOff x="11226844" y="909114"/>
            <a:chExt cx="871904" cy="748695"/>
          </a:xfrm>
        </p:grpSpPr>
        <p:sp>
          <p:nvSpPr>
            <p:cNvPr id="147" name="Rectangle 146">
              <a:extLst>
                <a:ext uri="{FF2B5EF4-FFF2-40B4-BE49-F238E27FC236}">
                  <a16:creationId xmlns:a16="http://schemas.microsoft.com/office/drawing/2014/main" id="{32C0A1A3-355B-9C15-34A6-0B450C4934FA}"/>
                </a:ext>
              </a:extLst>
            </p:cNvPr>
            <p:cNvSpPr/>
            <p:nvPr/>
          </p:nvSpPr>
          <p:spPr>
            <a:xfrm>
              <a:off x="1122684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48" name="Rectangle 147">
              <a:extLst>
                <a:ext uri="{FF2B5EF4-FFF2-40B4-BE49-F238E27FC236}">
                  <a16:creationId xmlns:a16="http://schemas.microsoft.com/office/drawing/2014/main" id="{98138EEA-31B3-B9DA-57C8-BE5672355C70}"/>
                </a:ext>
              </a:extLst>
            </p:cNvPr>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 name="Oval 15">
              <a:extLst>
                <a:ext uri="{FF2B5EF4-FFF2-40B4-BE49-F238E27FC236}">
                  <a16:creationId xmlns:a16="http://schemas.microsoft.com/office/drawing/2014/main" id="{35A61248-5E3A-C462-8B63-980EBE94155F}"/>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0" name="Straight Connector 149">
              <a:extLst>
                <a:ext uri="{FF2B5EF4-FFF2-40B4-BE49-F238E27FC236}">
                  <a16:creationId xmlns:a16="http://schemas.microsoft.com/office/drawing/2014/main" id="{AAB8915D-B79A-A3FA-F1C6-9B7E24E9B9B3}"/>
                </a:ext>
              </a:extLst>
            </p:cNvPr>
            <p:cNvCxnSpPr>
              <a:cxnSpLocks/>
              <a:stCxn id="149"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1" name="Straight Connector 150">
              <a:extLst>
                <a:ext uri="{FF2B5EF4-FFF2-40B4-BE49-F238E27FC236}">
                  <a16:creationId xmlns:a16="http://schemas.microsoft.com/office/drawing/2014/main" id="{024FF2FB-A8BB-AC6F-AAEC-65A123582BC8}"/>
                </a:ext>
              </a:extLst>
            </p:cNvPr>
            <p:cNvCxnSpPr>
              <a:cxnSpLocks/>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2" name="Group 151">
            <a:extLst>
              <a:ext uri="{FF2B5EF4-FFF2-40B4-BE49-F238E27FC236}">
                <a16:creationId xmlns:a16="http://schemas.microsoft.com/office/drawing/2014/main" id="{A69EFC2F-9C5C-E558-9458-3F1BF8CE35D6}"/>
              </a:ext>
            </a:extLst>
          </p:cNvPr>
          <p:cNvGrpSpPr/>
          <p:nvPr/>
        </p:nvGrpSpPr>
        <p:grpSpPr>
          <a:xfrm>
            <a:off x="7113073" y="809264"/>
            <a:ext cx="721206" cy="609701"/>
            <a:chOff x="4289253" y="909114"/>
            <a:chExt cx="871904" cy="748695"/>
          </a:xfrm>
        </p:grpSpPr>
        <p:sp>
          <p:nvSpPr>
            <p:cNvPr id="153" name="Rectangle 152">
              <a:extLst>
                <a:ext uri="{FF2B5EF4-FFF2-40B4-BE49-F238E27FC236}">
                  <a16:creationId xmlns:a16="http://schemas.microsoft.com/office/drawing/2014/main" id="{8BCE56B1-EE26-1889-2E9E-DD96771169C9}"/>
                </a:ext>
              </a:extLst>
            </p:cNvPr>
            <p:cNvSpPr/>
            <p:nvPr/>
          </p:nvSpPr>
          <p:spPr>
            <a:xfrm>
              <a:off x="4289253"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54" name="Rectangle 153">
              <a:extLst>
                <a:ext uri="{FF2B5EF4-FFF2-40B4-BE49-F238E27FC236}">
                  <a16:creationId xmlns:a16="http://schemas.microsoft.com/office/drawing/2014/main" id="{C42E330E-CD72-1E49-0285-E531CCE92353}"/>
                </a:ext>
              </a:extLst>
            </p:cNvPr>
            <p:cNvSpPr/>
            <p:nvPr/>
          </p:nvSpPr>
          <p:spPr>
            <a:xfrm flipV="1">
              <a:off x="5036004" y="916254"/>
              <a:ext cx="121127"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 name="Oval 15">
              <a:extLst>
                <a:ext uri="{FF2B5EF4-FFF2-40B4-BE49-F238E27FC236}">
                  <a16:creationId xmlns:a16="http://schemas.microsoft.com/office/drawing/2014/main" id="{1ED69F07-5952-BE31-B4A6-04EA608EF8D1}"/>
                </a:ext>
              </a:extLst>
            </p:cNvPr>
            <p:cNvSpPr/>
            <p:nvPr/>
          </p:nvSpPr>
          <p:spPr>
            <a:xfrm>
              <a:off x="5069116"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6" name="Straight Connector 155">
              <a:extLst>
                <a:ext uri="{FF2B5EF4-FFF2-40B4-BE49-F238E27FC236}">
                  <a16:creationId xmlns:a16="http://schemas.microsoft.com/office/drawing/2014/main" id="{EAC41341-10A1-79AB-D916-564D8BE82242}"/>
                </a:ext>
              </a:extLst>
            </p:cNvPr>
            <p:cNvCxnSpPr>
              <a:cxnSpLocks/>
              <a:stCxn id="155" idx="0"/>
            </p:cNvCxnSpPr>
            <p:nvPr/>
          </p:nvCxnSpPr>
          <p:spPr>
            <a:xfrm flipV="1">
              <a:off x="5076002"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7" name="Straight Connector 156">
              <a:extLst>
                <a:ext uri="{FF2B5EF4-FFF2-40B4-BE49-F238E27FC236}">
                  <a16:creationId xmlns:a16="http://schemas.microsoft.com/office/drawing/2014/main" id="{FADC4B0D-6883-E0FF-5B9C-D77D1125A11A}"/>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8" name="Group 157">
            <a:extLst>
              <a:ext uri="{FF2B5EF4-FFF2-40B4-BE49-F238E27FC236}">
                <a16:creationId xmlns:a16="http://schemas.microsoft.com/office/drawing/2014/main" id="{0131BF51-94A1-D24E-75BA-FA545E6DE760}"/>
              </a:ext>
            </a:extLst>
          </p:cNvPr>
          <p:cNvGrpSpPr/>
          <p:nvPr/>
        </p:nvGrpSpPr>
        <p:grpSpPr>
          <a:xfrm>
            <a:off x="10504032" y="2975151"/>
            <a:ext cx="721206" cy="609701"/>
            <a:chOff x="11226844" y="3371220"/>
            <a:chExt cx="871904" cy="748695"/>
          </a:xfrm>
        </p:grpSpPr>
        <p:sp>
          <p:nvSpPr>
            <p:cNvPr id="159" name="Rectangle 158">
              <a:extLst>
                <a:ext uri="{FF2B5EF4-FFF2-40B4-BE49-F238E27FC236}">
                  <a16:creationId xmlns:a16="http://schemas.microsoft.com/office/drawing/2014/main" id="{94845CB8-174C-56A7-69E7-14688CAFAC46}"/>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solidFill>
                  <a:latin typeface="Century Gothic" panose="020B0502020202020204" pitchFamily="34" charset="0"/>
                </a:rPr>
                <a:t>Microsoft Entra Agent Identities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0" name="Rectangle 159">
              <a:extLst>
                <a:ext uri="{FF2B5EF4-FFF2-40B4-BE49-F238E27FC236}">
                  <a16:creationId xmlns:a16="http://schemas.microsoft.com/office/drawing/2014/main" id="{78156AAC-7BAE-34F6-43BF-3A12D460AC1D}"/>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Oval 15">
              <a:extLst>
                <a:ext uri="{FF2B5EF4-FFF2-40B4-BE49-F238E27FC236}">
                  <a16:creationId xmlns:a16="http://schemas.microsoft.com/office/drawing/2014/main" id="{87C8BD18-CA29-638D-0D54-9D4B8B796952}"/>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2" name="Straight Connector 161">
              <a:extLst>
                <a:ext uri="{FF2B5EF4-FFF2-40B4-BE49-F238E27FC236}">
                  <a16:creationId xmlns:a16="http://schemas.microsoft.com/office/drawing/2014/main" id="{6A1BC224-2A62-3373-AC1E-20ACC798CFB3}"/>
                </a:ext>
              </a:extLst>
            </p:cNvPr>
            <p:cNvCxnSpPr>
              <a:cxnSpLocks/>
              <a:stCxn id="161"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3" name="Straight Connector 162">
              <a:extLst>
                <a:ext uri="{FF2B5EF4-FFF2-40B4-BE49-F238E27FC236}">
                  <a16:creationId xmlns:a16="http://schemas.microsoft.com/office/drawing/2014/main" id="{3D66F277-11B9-9E23-1F18-CCCD473F0B35}"/>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4" name="Group 163">
            <a:extLst>
              <a:ext uri="{FF2B5EF4-FFF2-40B4-BE49-F238E27FC236}">
                <a16:creationId xmlns:a16="http://schemas.microsoft.com/office/drawing/2014/main" id="{7B4DC81A-6A77-4345-9643-0508AD9ABA47}"/>
              </a:ext>
            </a:extLst>
          </p:cNvPr>
          <p:cNvGrpSpPr/>
          <p:nvPr/>
        </p:nvGrpSpPr>
        <p:grpSpPr>
          <a:xfrm>
            <a:off x="10518347" y="1536011"/>
            <a:ext cx="721206" cy="609701"/>
            <a:chOff x="11226844" y="88412"/>
            <a:chExt cx="871904" cy="748695"/>
          </a:xfrm>
        </p:grpSpPr>
        <p:sp>
          <p:nvSpPr>
            <p:cNvPr id="165" name="Rectangle 164">
              <a:hlinkHover r:id="" action="ppaction://noaction" highlightClick="1"/>
              <a:extLst>
                <a:ext uri="{FF2B5EF4-FFF2-40B4-BE49-F238E27FC236}">
                  <a16:creationId xmlns:a16="http://schemas.microsoft.com/office/drawing/2014/main" id="{3CEAEC3B-998C-570D-CF08-A582EB8F1D85}"/>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AI Services</a:t>
              </a:r>
            </a:p>
          </p:txBody>
        </p:sp>
        <p:sp>
          <p:nvSpPr>
            <p:cNvPr id="166" name="Oval 165">
              <a:extLst>
                <a:ext uri="{FF2B5EF4-FFF2-40B4-BE49-F238E27FC236}">
                  <a16:creationId xmlns:a16="http://schemas.microsoft.com/office/drawing/2014/main" id="{EF66291C-2ACA-56FD-8C48-A755E4AB9880}"/>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Isosceles Triangle 648">
              <a:extLst>
                <a:ext uri="{FF2B5EF4-FFF2-40B4-BE49-F238E27FC236}">
                  <a16:creationId xmlns:a16="http://schemas.microsoft.com/office/drawing/2014/main" id="{73FE42F5-DA85-2FBD-CAE6-1D8E075DE40C}"/>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4" name="Group 173">
            <a:extLst>
              <a:ext uri="{FF2B5EF4-FFF2-40B4-BE49-F238E27FC236}">
                <a16:creationId xmlns:a16="http://schemas.microsoft.com/office/drawing/2014/main" id="{62BDA524-C39B-8B90-61B2-0176CBD0F710}"/>
              </a:ext>
            </a:extLst>
          </p:cNvPr>
          <p:cNvGrpSpPr/>
          <p:nvPr/>
        </p:nvGrpSpPr>
        <p:grpSpPr>
          <a:xfrm>
            <a:off x="11352864" y="5143204"/>
            <a:ext cx="721206" cy="609701"/>
            <a:chOff x="9244679" y="3370808"/>
            <a:chExt cx="871904" cy="748695"/>
          </a:xfrm>
        </p:grpSpPr>
        <p:sp>
          <p:nvSpPr>
            <p:cNvPr id="175" name="Rectangle 174">
              <a:extLst>
                <a:ext uri="{FF2B5EF4-FFF2-40B4-BE49-F238E27FC236}">
                  <a16:creationId xmlns:a16="http://schemas.microsoft.com/office/drawing/2014/main" id="{B3D5D9B9-66CE-1FEA-8243-217A1AF18C57}"/>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176" name="Rectangle 175">
              <a:extLst>
                <a:ext uri="{FF2B5EF4-FFF2-40B4-BE49-F238E27FC236}">
                  <a16:creationId xmlns:a16="http://schemas.microsoft.com/office/drawing/2014/main" id="{E14CE6CD-27C1-9B2B-605D-FD14C7904AAA}"/>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 name="Oval 15">
              <a:extLst>
                <a:ext uri="{FF2B5EF4-FFF2-40B4-BE49-F238E27FC236}">
                  <a16:creationId xmlns:a16="http://schemas.microsoft.com/office/drawing/2014/main" id="{A65E0880-1D09-A629-3FFC-A4C079F319C0}"/>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8" name="Straight Connector 177">
              <a:extLst>
                <a:ext uri="{FF2B5EF4-FFF2-40B4-BE49-F238E27FC236}">
                  <a16:creationId xmlns:a16="http://schemas.microsoft.com/office/drawing/2014/main" id="{FE4FE0B1-598A-993E-4301-8C068552B54E}"/>
                </a:ext>
              </a:extLst>
            </p:cNvPr>
            <p:cNvCxnSpPr>
              <a:cxnSpLocks/>
              <a:stCxn id="177"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9" name="Straight Connector 178">
              <a:extLst>
                <a:ext uri="{FF2B5EF4-FFF2-40B4-BE49-F238E27FC236}">
                  <a16:creationId xmlns:a16="http://schemas.microsoft.com/office/drawing/2014/main" id="{C323D6DA-9D5F-0CC4-6195-08F905F11A94}"/>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0" name="Group 179">
            <a:extLst>
              <a:ext uri="{FF2B5EF4-FFF2-40B4-BE49-F238E27FC236}">
                <a16:creationId xmlns:a16="http://schemas.microsoft.com/office/drawing/2014/main" id="{6AD15AA0-DFED-87AA-0ABA-82429C8210C6}"/>
              </a:ext>
            </a:extLst>
          </p:cNvPr>
          <p:cNvGrpSpPr/>
          <p:nvPr/>
        </p:nvGrpSpPr>
        <p:grpSpPr>
          <a:xfrm>
            <a:off x="7114819" y="2256881"/>
            <a:ext cx="721206" cy="609701"/>
            <a:chOff x="9244679" y="3370808"/>
            <a:chExt cx="871904" cy="748695"/>
          </a:xfrm>
        </p:grpSpPr>
        <p:sp>
          <p:nvSpPr>
            <p:cNvPr id="181" name="Rectangle 180">
              <a:extLst>
                <a:ext uri="{FF2B5EF4-FFF2-40B4-BE49-F238E27FC236}">
                  <a16:creationId xmlns:a16="http://schemas.microsoft.com/office/drawing/2014/main" id="{EC0A3FEE-F7E7-A502-E4BC-028908987568}"/>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182" name="Rectangle 181">
              <a:extLst>
                <a:ext uri="{FF2B5EF4-FFF2-40B4-BE49-F238E27FC236}">
                  <a16:creationId xmlns:a16="http://schemas.microsoft.com/office/drawing/2014/main" id="{C34F81F2-35F9-A0A6-8950-52ECD3E75413}"/>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Oval 15">
              <a:extLst>
                <a:ext uri="{FF2B5EF4-FFF2-40B4-BE49-F238E27FC236}">
                  <a16:creationId xmlns:a16="http://schemas.microsoft.com/office/drawing/2014/main" id="{EB57A53C-4769-D8D3-F7FA-210A42E16B4D}"/>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4" name="Straight Connector 183">
              <a:extLst>
                <a:ext uri="{FF2B5EF4-FFF2-40B4-BE49-F238E27FC236}">
                  <a16:creationId xmlns:a16="http://schemas.microsoft.com/office/drawing/2014/main" id="{E545A98D-5C9E-6CCD-FC88-1B814A53D7E2}"/>
                </a:ext>
              </a:extLst>
            </p:cNvPr>
            <p:cNvCxnSpPr>
              <a:cxnSpLocks/>
              <a:stCxn id="183"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5" name="Straight Connector 184">
              <a:extLst>
                <a:ext uri="{FF2B5EF4-FFF2-40B4-BE49-F238E27FC236}">
                  <a16:creationId xmlns:a16="http://schemas.microsoft.com/office/drawing/2014/main" id="{3F12BBDC-C303-6667-E9D4-324DA4F67A63}"/>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pic>
        <p:nvPicPr>
          <p:cNvPr id="12" name="Picture 11">
            <a:hlinkClick r:id="rId8" action="ppaction://hlinksldjump"/>
            <a:extLst>
              <a:ext uri="{FF2B5EF4-FFF2-40B4-BE49-F238E27FC236}">
                <a16:creationId xmlns:a16="http://schemas.microsoft.com/office/drawing/2014/main" id="{A3F97890-460C-2E22-96B7-45E200A8FF2E}"/>
              </a:ext>
            </a:extLst>
          </p:cNvPr>
          <p:cNvPicPr>
            <a:picLocks noChangeAspect="1"/>
          </p:cNvPicPr>
          <p:nvPr/>
        </p:nvPicPr>
        <p:blipFill>
          <a:blip r:embed="rId9"/>
          <a:stretch>
            <a:fillRect/>
          </a:stretch>
        </p:blipFill>
        <p:spPr>
          <a:xfrm>
            <a:off x="0" y="0"/>
            <a:ext cx="211626" cy="6858000"/>
          </a:xfrm>
          <a:prstGeom prst="rect">
            <a:avLst/>
          </a:prstGeom>
        </p:spPr>
      </p:pic>
      <p:grpSp>
        <p:nvGrpSpPr>
          <p:cNvPr id="53" name="Group 52">
            <a:extLst>
              <a:ext uri="{FF2B5EF4-FFF2-40B4-BE49-F238E27FC236}">
                <a16:creationId xmlns:a16="http://schemas.microsoft.com/office/drawing/2014/main" id="{2D5611E6-4E43-58A6-808E-4ABF7D834DC5}"/>
              </a:ext>
            </a:extLst>
          </p:cNvPr>
          <p:cNvGrpSpPr/>
          <p:nvPr/>
        </p:nvGrpSpPr>
        <p:grpSpPr>
          <a:xfrm>
            <a:off x="9658105" y="2978440"/>
            <a:ext cx="721206" cy="609701"/>
            <a:chOff x="10243575" y="88412"/>
            <a:chExt cx="871904" cy="748695"/>
          </a:xfrm>
        </p:grpSpPr>
        <p:sp>
          <p:nvSpPr>
            <p:cNvPr id="54" name="Rectangle 53">
              <a:hlinkHover r:id="" action="ppaction://noaction" highlightClick="1"/>
              <a:extLst>
                <a:ext uri="{FF2B5EF4-FFF2-40B4-BE49-F238E27FC236}">
                  <a16:creationId xmlns:a16="http://schemas.microsoft.com/office/drawing/2014/main" id="{9AC768FD-AC66-3271-21EA-22E3BD961023}"/>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55" name="Diamond 54">
              <a:extLst>
                <a:ext uri="{FF2B5EF4-FFF2-40B4-BE49-F238E27FC236}">
                  <a16:creationId xmlns:a16="http://schemas.microsoft.com/office/drawing/2014/main" id="{F4DDD545-3A65-B4CD-AB62-29B202EDDC96}"/>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 name="Oval 57">
              <a:extLst>
                <a:ext uri="{FF2B5EF4-FFF2-40B4-BE49-F238E27FC236}">
                  <a16:creationId xmlns:a16="http://schemas.microsoft.com/office/drawing/2014/main" id="{15A5F196-5881-CD8C-F93E-E40084066FE5}"/>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9965015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7074" y="173237"/>
            <a:ext cx="5796608"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Configuration, Management and Use</a:t>
            </a:r>
          </a:p>
        </p:txBody>
      </p:sp>
      <p:sp>
        <p:nvSpPr>
          <p:cNvPr id="89" name="Rectangle 88">
            <a:hlinkClick r:id="rId3" action="ppaction://hlinksldjump"/>
            <a:hlinkHover r:id="rId3" action="ppaction://hlinksldjump"/>
            <a:extLst>
              <a:ext uri="{FF2B5EF4-FFF2-40B4-BE49-F238E27FC236}">
                <a16:creationId xmlns:a16="http://schemas.microsoft.com/office/drawing/2014/main" id="{C6664924-E28C-43DD-A592-815B0B6E5686}"/>
              </a:ext>
            </a:extLst>
          </p:cNvPr>
          <p:cNvSpPr/>
          <p:nvPr/>
        </p:nvSpPr>
        <p:spPr>
          <a:xfrm>
            <a:off x="291937" y="5830526"/>
            <a:ext cx="2294261" cy="838226"/>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Configuration, Management and Use</a:t>
            </a:r>
          </a:p>
        </p:txBody>
      </p:sp>
      <p:sp>
        <p:nvSpPr>
          <p:cNvPr id="94" name="Rectangle 93">
            <a:hlinkClick r:id="rId4" action="ppaction://hlinksldjump"/>
            <a:hlinkHover r:id="rId4" action="ppaction://hlinksldjump"/>
            <a:extLst>
              <a:ext uri="{FF2B5EF4-FFF2-40B4-BE49-F238E27FC236}">
                <a16:creationId xmlns:a16="http://schemas.microsoft.com/office/drawing/2014/main" id="{7316E0B3-1977-4E2A-9DA8-4F8129507051}"/>
              </a:ext>
            </a:extLst>
          </p:cNvPr>
          <p:cNvSpPr/>
          <p:nvPr/>
        </p:nvSpPr>
        <p:spPr>
          <a:xfrm>
            <a:off x="2678901" y="5830528"/>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Shared Encryption</a:t>
            </a:r>
          </a:p>
        </p:txBody>
      </p:sp>
      <p:sp>
        <p:nvSpPr>
          <p:cNvPr id="97" name="Rectangle 96">
            <a:hlinkClick r:id="rId5" action="ppaction://hlinksldjump"/>
            <a:hlinkHover r:id="rId5" action="ppaction://hlinksldjump"/>
            <a:extLst>
              <a:ext uri="{FF2B5EF4-FFF2-40B4-BE49-F238E27FC236}">
                <a16:creationId xmlns:a16="http://schemas.microsoft.com/office/drawing/2014/main" id="{1C3BF385-71A6-4164-98F4-4924DB0B3659}"/>
              </a:ext>
            </a:extLst>
          </p:cNvPr>
          <p:cNvSpPr/>
          <p:nvPr/>
        </p:nvSpPr>
        <p:spPr>
          <a:xfrm>
            <a:off x="5065865" y="5830527"/>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Shared Signals and Context</a:t>
            </a:r>
          </a:p>
        </p:txBody>
      </p:sp>
      <p:sp>
        <p:nvSpPr>
          <p:cNvPr id="99" name="Rectangle 98">
            <a:hlinkClick r:id="rId6" action="ppaction://hlinksldjump"/>
            <a:hlinkHover r:id="rId6" action="ppaction://hlinksldjump"/>
            <a:extLst>
              <a:ext uri="{FF2B5EF4-FFF2-40B4-BE49-F238E27FC236}">
                <a16:creationId xmlns:a16="http://schemas.microsoft.com/office/drawing/2014/main" id="{81079CC3-9A41-49EA-9435-385A02FE54B4}"/>
              </a:ext>
            </a:extLst>
          </p:cNvPr>
          <p:cNvSpPr/>
          <p:nvPr/>
        </p:nvSpPr>
        <p:spPr>
          <a:xfrm>
            <a:off x="9839792" y="5827723"/>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All</a:t>
            </a:r>
          </a:p>
        </p:txBody>
      </p:sp>
      <p:sp>
        <p:nvSpPr>
          <p:cNvPr id="100" name="Rectangle 99">
            <a:hlinkClick r:id="rId7" action="ppaction://hlinksldjump"/>
            <a:hlinkHover r:id="rId7" action="ppaction://hlinksldjump"/>
            <a:extLst>
              <a:ext uri="{FF2B5EF4-FFF2-40B4-BE49-F238E27FC236}">
                <a16:creationId xmlns:a16="http://schemas.microsoft.com/office/drawing/2014/main" id="{9BB3D966-92AE-4CB4-B64F-9C6AFA486570}"/>
              </a:ext>
            </a:extLst>
          </p:cNvPr>
          <p:cNvSpPr/>
          <p:nvPr/>
        </p:nvSpPr>
        <p:spPr>
          <a:xfrm>
            <a:off x="7452829" y="5830526"/>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Information and Event Management + Security Orchestration And Response</a:t>
            </a:r>
          </a:p>
        </p:txBody>
      </p:sp>
      <p:grpSp>
        <p:nvGrpSpPr>
          <p:cNvPr id="7" name="Group 6">
            <a:extLst>
              <a:ext uri="{FF2B5EF4-FFF2-40B4-BE49-F238E27FC236}">
                <a16:creationId xmlns:a16="http://schemas.microsoft.com/office/drawing/2014/main" id="{45C1CA24-A02B-FC9A-3B7D-F229FA848236}"/>
              </a:ext>
            </a:extLst>
          </p:cNvPr>
          <p:cNvGrpSpPr/>
          <p:nvPr/>
        </p:nvGrpSpPr>
        <p:grpSpPr>
          <a:xfrm>
            <a:off x="3779655" y="811556"/>
            <a:ext cx="721206" cy="609701"/>
            <a:chOff x="3779655" y="811556"/>
            <a:chExt cx="721206" cy="609701"/>
          </a:xfrm>
        </p:grpSpPr>
        <p:sp>
          <p:nvSpPr>
            <p:cNvPr id="8" name="Rectangle 7">
              <a:extLst>
                <a:ext uri="{FF2B5EF4-FFF2-40B4-BE49-F238E27FC236}">
                  <a16:creationId xmlns:a16="http://schemas.microsoft.com/office/drawing/2014/main" id="{7012AB61-AFC0-9D98-26EC-10ED383CC305}"/>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9" name="Rectangle 8">
              <a:extLst>
                <a:ext uri="{FF2B5EF4-FFF2-40B4-BE49-F238E27FC236}">
                  <a16:creationId xmlns:a16="http://schemas.microsoft.com/office/drawing/2014/main" id="{F7729405-D8A5-0844-42A7-0B4BBA23579A}"/>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 name="Oval 15">
              <a:extLst>
                <a:ext uri="{FF2B5EF4-FFF2-40B4-BE49-F238E27FC236}">
                  <a16:creationId xmlns:a16="http://schemas.microsoft.com/office/drawing/2014/main" id="{933F0FB6-2D29-2AB1-D2E7-3CF98B70EA75}"/>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F5B3B3ED-FCE4-2F70-B859-848B4702651E}"/>
                </a:ext>
              </a:extLst>
            </p:cNvPr>
            <p:cNvCxnSpPr>
              <a:cxnSpLocks/>
              <a:stCxn id="10"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 name="Straight Connector 11">
              <a:extLst>
                <a:ext uri="{FF2B5EF4-FFF2-40B4-BE49-F238E27FC236}">
                  <a16:creationId xmlns:a16="http://schemas.microsoft.com/office/drawing/2014/main" id="{EC53130F-A458-6F79-A3F2-60100076553C}"/>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F32177A-18B3-2EA0-BED2-135E071961D8}"/>
              </a:ext>
            </a:extLst>
          </p:cNvPr>
          <p:cNvGrpSpPr/>
          <p:nvPr/>
        </p:nvGrpSpPr>
        <p:grpSpPr>
          <a:xfrm>
            <a:off x="7959195" y="3698231"/>
            <a:ext cx="721206" cy="609701"/>
            <a:chOff x="7959195" y="3698231"/>
            <a:chExt cx="721206" cy="609701"/>
          </a:xfrm>
        </p:grpSpPr>
        <p:sp>
          <p:nvSpPr>
            <p:cNvPr id="14" name="Rectangle 13">
              <a:hlinkHover r:id="" action="ppaction://noaction" highlightClick="1"/>
              <a:extLst>
                <a:ext uri="{FF2B5EF4-FFF2-40B4-BE49-F238E27FC236}">
                  <a16:creationId xmlns:a16="http://schemas.microsoft.com/office/drawing/2014/main" id="{8146545B-E974-C70F-2C56-003418AA81B0}"/>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15" name="Oval 14">
              <a:extLst>
                <a:ext uri="{FF2B5EF4-FFF2-40B4-BE49-F238E27FC236}">
                  <a16:creationId xmlns:a16="http://schemas.microsoft.com/office/drawing/2014/main" id="{A835CC04-E15E-085B-2028-5522FA77F9E0}"/>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C36DECE2-7455-B2EF-86A0-A679B86C13A2}"/>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5" name="Group 24">
            <a:extLst>
              <a:ext uri="{FF2B5EF4-FFF2-40B4-BE49-F238E27FC236}">
                <a16:creationId xmlns:a16="http://schemas.microsoft.com/office/drawing/2014/main" id="{71FAE45A-88CE-831F-4DAF-608A2A547AB3}"/>
              </a:ext>
            </a:extLst>
          </p:cNvPr>
          <p:cNvGrpSpPr/>
          <p:nvPr/>
        </p:nvGrpSpPr>
        <p:grpSpPr>
          <a:xfrm>
            <a:off x="5448056" y="1532276"/>
            <a:ext cx="721206" cy="609701"/>
            <a:chOff x="5448056" y="1532276"/>
            <a:chExt cx="721206" cy="609701"/>
          </a:xfrm>
        </p:grpSpPr>
        <p:sp>
          <p:nvSpPr>
            <p:cNvPr id="26" name="Rectangle 25">
              <a:extLst>
                <a:ext uri="{FF2B5EF4-FFF2-40B4-BE49-F238E27FC236}">
                  <a16:creationId xmlns:a16="http://schemas.microsoft.com/office/drawing/2014/main" id="{44F336AA-E679-F365-0DF1-F3922E4F2075}"/>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27" name="Rectangle 26">
              <a:extLst>
                <a:ext uri="{FF2B5EF4-FFF2-40B4-BE49-F238E27FC236}">
                  <a16:creationId xmlns:a16="http://schemas.microsoft.com/office/drawing/2014/main" id="{ADA39F89-46EF-B70A-D067-99253A67DA68}"/>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2" name="Oval 15">
              <a:extLst>
                <a:ext uri="{FF2B5EF4-FFF2-40B4-BE49-F238E27FC236}">
                  <a16:creationId xmlns:a16="http://schemas.microsoft.com/office/drawing/2014/main" id="{5E3F3225-A5DF-9E85-BAC6-FEB8EDF98A7C}"/>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7C9082A5-B1CE-D49A-AE96-FF3FAD3EEB66}"/>
                </a:ext>
              </a:extLst>
            </p:cNvPr>
            <p:cNvCxnSpPr>
              <a:cxnSpLocks/>
              <a:stCxn id="32"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5" name="Straight Connector 34">
              <a:extLst>
                <a:ext uri="{FF2B5EF4-FFF2-40B4-BE49-F238E27FC236}">
                  <a16:creationId xmlns:a16="http://schemas.microsoft.com/office/drawing/2014/main" id="{5AFA2608-3949-DB92-AC03-AAF1A4839BD6}"/>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6" name="Group 35">
            <a:extLst>
              <a:ext uri="{FF2B5EF4-FFF2-40B4-BE49-F238E27FC236}">
                <a16:creationId xmlns:a16="http://schemas.microsoft.com/office/drawing/2014/main" id="{904E7688-D009-35D1-AA2D-2C634C879124}"/>
              </a:ext>
            </a:extLst>
          </p:cNvPr>
          <p:cNvGrpSpPr/>
          <p:nvPr/>
        </p:nvGrpSpPr>
        <p:grpSpPr>
          <a:xfrm>
            <a:off x="6284565" y="1532276"/>
            <a:ext cx="721206" cy="609701"/>
            <a:chOff x="6284565" y="1532276"/>
            <a:chExt cx="721206" cy="609701"/>
          </a:xfrm>
        </p:grpSpPr>
        <p:sp>
          <p:nvSpPr>
            <p:cNvPr id="39" name="Rectangle 38">
              <a:extLst>
                <a:ext uri="{FF2B5EF4-FFF2-40B4-BE49-F238E27FC236}">
                  <a16:creationId xmlns:a16="http://schemas.microsoft.com/office/drawing/2014/main" id="{BDEE712D-DE67-50F0-ACC9-93C2074BE8FE}"/>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40" name="Rectangle 39">
              <a:extLst>
                <a:ext uri="{FF2B5EF4-FFF2-40B4-BE49-F238E27FC236}">
                  <a16:creationId xmlns:a16="http://schemas.microsoft.com/office/drawing/2014/main" id="{B63D7555-1930-A160-1914-E9ED77690F2F}"/>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 name="Oval 15">
              <a:extLst>
                <a:ext uri="{FF2B5EF4-FFF2-40B4-BE49-F238E27FC236}">
                  <a16:creationId xmlns:a16="http://schemas.microsoft.com/office/drawing/2014/main" id="{CCD98A42-4AD7-33DD-E4F8-900E7F7726EC}"/>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 name="Straight Connector 47">
              <a:extLst>
                <a:ext uri="{FF2B5EF4-FFF2-40B4-BE49-F238E27FC236}">
                  <a16:creationId xmlns:a16="http://schemas.microsoft.com/office/drawing/2014/main" id="{DD293A84-EE71-59B9-0735-99A2B2B720C4}"/>
                </a:ext>
              </a:extLst>
            </p:cNvPr>
            <p:cNvCxnSpPr>
              <a:cxnSpLocks/>
              <a:stCxn id="47"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 name="Straight Connector 48">
              <a:extLst>
                <a:ext uri="{FF2B5EF4-FFF2-40B4-BE49-F238E27FC236}">
                  <a16:creationId xmlns:a16="http://schemas.microsoft.com/office/drawing/2014/main" id="{EE8CD25D-3495-5A18-2943-3B3DD3DEDF96}"/>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 name="Group 49">
            <a:extLst>
              <a:ext uri="{FF2B5EF4-FFF2-40B4-BE49-F238E27FC236}">
                <a16:creationId xmlns:a16="http://schemas.microsoft.com/office/drawing/2014/main" id="{7FF2B151-8A3B-CBFE-0351-173CF892CCE2}"/>
              </a:ext>
            </a:extLst>
          </p:cNvPr>
          <p:cNvGrpSpPr/>
          <p:nvPr/>
        </p:nvGrpSpPr>
        <p:grpSpPr>
          <a:xfrm>
            <a:off x="7121069" y="1532276"/>
            <a:ext cx="721206" cy="609701"/>
            <a:chOff x="7121069" y="1532276"/>
            <a:chExt cx="721206" cy="609701"/>
          </a:xfrm>
        </p:grpSpPr>
        <p:sp>
          <p:nvSpPr>
            <p:cNvPr id="52" name="Rectangle 51">
              <a:extLst>
                <a:ext uri="{FF2B5EF4-FFF2-40B4-BE49-F238E27FC236}">
                  <a16:creationId xmlns:a16="http://schemas.microsoft.com/office/drawing/2014/main" id="{1E975613-F7CE-DE91-DF3E-B3055ADEE14B}"/>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54" name="Rectangle 53">
              <a:extLst>
                <a:ext uri="{FF2B5EF4-FFF2-40B4-BE49-F238E27FC236}">
                  <a16:creationId xmlns:a16="http://schemas.microsoft.com/office/drawing/2014/main" id="{09883BD0-A73C-5B2D-8A2B-86452A7AD609}"/>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 name="Oval 15">
              <a:extLst>
                <a:ext uri="{FF2B5EF4-FFF2-40B4-BE49-F238E27FC236}">
                  <a16:creationId xmlns:a16="http://schemas.microsoft.com/office/drawing/2014/main" id="{BACF5141-9B68-7B19-726C-4D36294B588F}"/>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 name="Straight Connector 55">
              <a:extLst>
                <a:ext uri="{FF2B5EF4-FFF2-40B4-BE49-F238E27FC236}">
                  <a16:creationId xmlns:a16="http://schemas.microsoft.com/office/drawing/2014/main" id="{AA7C540E-2272-5257-F8D2-AEE031ED1073}"/>
                </a:ext>
              </a:extLst>
            </p:cNvPr>
            <p:cNvCxnSpPr>
              <a:cxnSpLocks/>
              <a:stCxn id="55"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1" name="Straight Connector 60">
              <a:extLst>
                <a:ext uri="{FF2B5EF4-FFF2-40B4-BE49-F238E27FC236}">
                  <a16:creationId xmlns:a16="http://schemas.microsoft.com/office/drawing/2014/main" id="{5B113F6C-0AD4-49B4-38AD-937F26567A1A}"/>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 name="Group 61">
            <a:extLst>
              <a:ext uri="{FF2B5EF4-FFF2-40B4-BE49-F238E27FC236}">
                <a16:creationId xmlns:a16="http://schemas.microsoft.com/office/drawing/2014/main" id="{0C4A5839-0773-4C4C-5C5A-3BC5C851037B}"/>
              </a:ext>
            </a:extLst>
          </p:cNvPr>
          <p:cNvGrpSpPr/>
          <p:nvPr/>
        </p:nvGrpSpPr>
        <p:grpSpPr>
          <a:xfrm>
            <a:off x="3775045" y="1532276"/>
            <a:ext cx="721206" cy="609701"/>
            <a:chOff x="3775045" y="1532276"/>
            <a:chExt cx="721206" cy="609701"/>
          </a:xfrm>
        </p:grpSpPr>
        <p:sp>
          <p:nvSpPr>
            <p:cNvPr id="63" name="Rectangle 62">
              <a:extLst>
                <a:ext uri="{FF2B5EF4-FFF2-40B4-BE49-F238E27FC236}">
                  <a16:creationId xmlns:a16="http://schemas.microsoft.com/office/drawing/2014/main" id="{664B4D43-6DD0-307E-3655-F77FA6FEB842}"/>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64" name="Right Triangle 63">
              <a:extLst>
                <a:ext uri="{FF2B5EF4-FFF2-40B4-BE49-F238E27FC236}">
                  <a16:creationId xmlns:a16="http://schemas.microsoft.com/office/drawing/2014/main" id="{799941EF-4DC3-6348-C335-9F53A6F9F52B}"/>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 name="Group 64">
              <a:extLst>
                <a:ext uri="{FF2B5EF4-FFF2-40B4-BE49-F238E27FC236}">
                  <a16:creationId xmlns:a16="http://schemas.microsoft.com/office/drawing/2014/main" id="{708F9E1D-CD7C-2AAD-EBB1-7BE96453B21A}"/>
                </a:ext>
              </a:extLst>
            </p:cNvPr>
            <p:cNvGrpSpPr/>
            <p:nvPr/>
          </p:nvGrpSpPr>
          <p:grpSpPr>
            <a:xfrm>
              <a:off x="4440495" y="1542936"/>
              <a:ext cx="37817" cy="61390"/>
              <a:chOff x="3883481" y="2057400"/>
              <a:chExt cx="1608363" cy="2652031"/>
            </a:xfrm>
            <a:solidFill>
              <a:srgbClr val="A6A6A6">
                <a:alpha val="20000"/>
              </a:srgbClr>
            </a:solidFill>
          </p:grpSpPr>
          <p:sp>
            <p:nvSpPr>
              <p:cNvPr id="66" name="Oval 27">
                <a:extLst>
                  <a:ext uri="{FF2B5EF4-FFF2-40B4-BE49-F238E27FC236}">
                    <a16:creationId xmlns:a16="http://schemas.microsoft.com/office/drawing/2014/main" id="{5CE46F6A-8180-F63B-F85B-0B80CDD4F03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 name="Oval 28">
                <a:extLst>
                  <a:ext uri="{FF2B5EF4-FFF2-40B4-BE49-F238E27FC236}">
                    <a16:creationId xmlns:a16="http://schemas.microsoft.com/office/drawing/2014/main" id="{C76682F9-4BBD-4843-4987-4418FAD89AB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3" name="Group 72">
            <a:extLst>
              <a:ext uri="{FF2B5EF4-FFF2-40B4-BE49-F238E27FC236}">
                <a16:creationId xmlns:a16="http://schemas.microsoft.com/office/drawing/2014/main" id="{B0C5F911-6BDF-6DA5-B426-B3422842032D}"/>
              </a:ext>
            </a:extLst>
          </p:cNvPr>
          <p:cNvGrpSpPr/>
          <p:nvPr/>
        </p:nvGrpSpPr>
        <p:grpSpPr>
          <a:xfrm>
            <a:off x="4611552" y="1532276"/>
            <a:ext cx="721206" cy="609701"/>
            <a:chOff x="4611552" y="1532276"/>
            <a:chExt cx="721206" cy="609701"/>
          </a:xfrm>
        </p:grpSpPr>
        <p:sp>
          <p:nvSpPr>
            <p:cNvPr id="74" name="Rectangle 73">
              <a:extLst>
                <a:ext uri="{FF2B5EF4-FFF2-40B4-BE49-F238E27FC236}">
                  <a16:creationId xmlns:a16="http://schemas.microsoft.com/office/drawing/2014/main" id="{2D41FF20-4868-EA38-3A1F-13A15585BC6A}"/>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75" name="Right Triangle 74">
              <a:extLst>
                <a:ext uri="{FF2B5EF4-FFF2-40B4-BE49-F238E27FC236}">
                  <a16:creationId xmlns:a16="http://schemas.microsoft.com/office/drawing/2014/main" id="{5A133749-1E94-C648-8DB1-1A266A86FE55}"/>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 name="Group 75">
              <a:extLst>
                <a:ext uri="{FF2B5EF4-FFF2-40B4-BE49-F238E27FC236}">
                  <a16:creationId xmlns:a16="http://schemas.microsoft.com/office/drawing/2014/main" id="{CC4B1944-FAA7-56C3-8664-58141C232319}"/>
                </a:ext>
              </a:extLst>
            </p:cNvPr>
            <p:cNvGrpSpPr/>
            <p:nvPr/>
          </p:nvGrpSpPr>
          <p:grpSpPr>
            <a:xfrm>
              <a:off x="5276135" y="1542936"/>
              <a:ext cx="37817" cy="61390"/>
              <a:chOff x="3883481" y="2057400"/>
              <a:chExt cx="1608363" cy="2652031"/>
            </a:xfrm>
            <a:solidFill>
              <a:srgbClr val="A6A6A6">
                <a:alpha val="20000"/>
              </a:srgbClr>
            </a:solidFill>
          </p:grpSpPr>
          <p:sp>
            <p:nvSpPr>
              <p:cNvPr id="77" name="Oval 27">
                <a:extLst>
                  <a:ext uri="{FF2B5EF4-FFF2-40B4-BE49-F238E27FC236}">
                    <a16:creationId xmlns:a16="http://schemas.microsoft.com/office/drawing/2014/main" id="{3CAB0126-344D-8DA4-F862-92DB7EA85C3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 name="Oval 28">
                <a:extLst>
                  <a:ext uri="{FF2B5EF4-FFF2-40B4-BE49-F238E27FC236}">
                    <a16:creationId xmlns:a16="http://schemas.microsoft.com/office/drawing/2014/main" id="{7CC15D34-8D2A-A7CA-AE29-362A8649BA7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 name="Group 78">
            <a:extLst>
              <a:ext uri="{FF2B5EF4-FFF2-40B4-BE49-F238E27FC236}">
                <a16:creationId xmlns:a16="http://schemas.microsoft.com/office/drawing/2014/main" id="{469A5D38-542E-E026-50FD-3F96B164A4C8}"/>
              </a:ext>
            </a:extLst>
          </p:cNvPr>
          <p:cNvGrpSpPr/>
          <p:nvPr/>
        </p:nvGrpSpPr>
        <p:grpSpPr>
          <a:xfrm>
            <a:off x="2938537" y="1532271"/>
            <a:ext cx="721206" cy="610042"/>
            <a:chOff x="2938537" y="1532271"/>
            <a:chExt cx="721206" cy="610042"/>
          </a:xfrm>
        </p:grpSpPr>
        <p:sp>
          <p:nvSpPr>
            <p:cNvPr id="80" name="Rectangle 79">
              <a:extLst>
                <a:ext uri="{FF2B5EF4-FFF2-40B4-BE49-F238E27FC236}">
                  <a16:creationId xmlns:a16="http://schemas.microsoft.com/office/drawing/2014/main" id="{E37F272C-0E34-5A35-3206-35A028072965}"/>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81" name="Right Triangle 80">
              <a:extLst>
                <a:ext uri="{FF2B5EF4-FFF2-40B4-BE49-F238E27FC236}">
                  <a16:creationId xmlns:a16="http://schemas.microsoft.com/office/drawing/2014/main" id="{5549327A-03CA-4A92-15E5-05163BA87D94}"/>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 name="Oval 27">
              <a:extLst>
                <a:ext uri="{FF2B5EF4-FFF2-40B4-BE49-F238E27FC236}">
                  <a16:creationId xmlns:a16="http://schemas.microsoft.com/office/drawing/2014/main" id="{4F86ADDD-BD4C-1C5D-8593-A646F4B094E2}"/>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5" name="Oval 28">
              <a:extLst>
                <a:ext uri="{FF2B5EF4-FFF2-40B4-BE49-F238E27FC236}">
                  <a16:creationId xmlns:a16="http://schemas.microsoft.com/office/drawing/2014/main" id="{1FF5223E-4CB9-E850-E79B-99BD0A3EBE48}"/>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1" name="Group 110">
            <a:extLst>
              <a:ext uri="{FF2B5EF4-FFF2-40B4-BE49-F238E27FC236}">
                <a16:creationId xmlns:a16="http://schemas.microsoft.com/office/drawing/2014/main" id="{1B8987F2-567C-E7BD-D7A6-D142B01BEB74}"/>
              </a:ext>
            </a:extLst>
          </p:cNvPr>
          <p:cNvGrpSpPr/>
          <p:nvPr/>
        </p:nvGrpSpPr>
        <p:grpSpPr>
          <a:xfrm>
            <a:off x="7123149" y="2974054"/>
            <a:ext cx="721206" cy="646284"/>
            <a:chOff x="7123149" y="2974054"/>
            <a:chExt cx="721206" cy="646284"/>
          </a:xfrm>
        </p:grpSpPr>
        <p:sp>
          <p:nvSpPr>
            <p:cNvPr id="112" name="Rectangle 111">
              <a:hlinkHover r:id="" action="ppaction://noaction" highlightClick="1"/>
              <a:extLst>
                <a:ext uri="{FF2B5EF4-FFF2-40B4-BE49-F238E27FC236}">
                  <a16:creationId xmlns:a16="http://schemas.microsoft.com/office/drawing/2014/main" id="{2F6DA5A0-E7D7-7965-ADBD-1573780956C1}"/>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113" name="Rectangle 112">
              <a:extLst>
                <a:ext uri="{FF2B5EF4-FFF2-40B4-BE49-F238E27FC236}">
                  <a16:creationId xmlns:a16="http://schemas.microsoft.com/office/drawing/2014/main" id="{C12DE0DD-F50D-CE0D-CE58-B454FCEE0194}"/>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4" name="Oval 15">
              <a:extLst>
                <a:ext uri="{FF2B5EF4-FFF2-40B4-BE49-F238E27FC236}">
                  <a16:creationId xmlns:a16="http://schemas.microsoft.com/office/drawing/2014/main" id="{E1C3D9CD-9E98-85F1-75E0-0594022ECA55}"/>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5" name="Straight Connector 114">
              <a:extLst>
                <a:ext uri="{FF2B5EF4-FFF2-40B4-BE49-F238E27FC236}">
                  <a16:creationId xmlns:a16="http://schemas.microsoft.com/office/drawing/2014/main" id="{8AF8AA72-919D-87A7-9B72-9B9709A2E09A}"/>
                </a:ext>
              </a:extLst>
            </p:cNvPr>
            <p:cNvCxnSpPr>
              <a:cxnSpLocks/>
              <a:stCxn id="114"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6" name="Straight Connector 115">
              <a:extLst>
                <a:ext uri="{FF2B5EF4-FFF2-40B4-BE49-F238E27FC236}">
                  <a16:creationId xmlns:a16="http://schemas.microsoft.com/office/drawing/2014/main" id="{52FD7EA9-195A-FBDC-5083-94F851023CE7}"/>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7" name="Group 116">
            <a:extLst>
              <a:ext uri="{FF2B5EF4-FFF2-40B4-BE49-F238E27FC236}">
                <a16:creationId xmlns:a16="http://schemas.microsoft.com/office/drawing/2014/main" id="{D69CC809-3E4A-AE7A-D1D3-A884872A05D8}"/>
              </a:ext>
            </a:extLst>
          </p:cNvPr>
          <p:cNvGrpSpPr/>
          <p:nvPr/>
        </p:nvGrpSpPr>
        <p:grpSpPr>
          <a:xfrm>
            <a:off x="7959200" y="2974054"/>
            <a:ext cx="721206" cy="609701"/>
            <a:chOff x="7959200" y="2974054"/>
            <a:chExt cx="721206" cy="609701"/>
          </a:xfrm>
        </p:grpSpPr>
        <p:sp>
          <p:nvSpPr>
            <p:cNvPr id="118" name="Rectangle 117">
              <a:hlinkHover r:id="" action="ppaction://noaction" highlightClick="1"/>
              <a:extLst>
                <a:ext uri="{FF2B5EF4-FFF2-40B4-BE49-F238E27FC236}">
                  <a16:creationId xmlns:a16="http://schemas.microsoft.com/office/drawing/2014/main" id="{297A921E-8434-82AA-106D-0A5E143EB6F9}"/>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119" name="Diamond 118">
              <a:extLst>
                <a:ext uri="{FF2B5EF4-FFF2-40B4-BE49-F238E27FC236}">
                  <a16:creationId xmlns:a16="http://schemas.microsoft.com/office/drawing/2014/main" id="{DB80C1A8-94EC-A4BF-AA21-F678BDA51099}"/>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 name="Oval 135">
              <a:extLst>
                <a:ext uri="{FF2B5EF4-FFF2-40B4-BE49-F238E27FC236}">
                  <a16:creationId xmlns:a16="http://schemas.microsoft.com/office/drawing/2014/main" id="{DCB5D2A3-3C5C-14B9-A170-5C88FD31ADC6}"/>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7" name="Group 496">
            <a:extLst>
              <a:ext uri="{FF2B5EF4-FFF2-40B4-BE49-F238E27FC236}">
                <a16:creationId xmlns:a16="http://schemas.microsoft.com/office/drawing/2014/main" id="{05E1A422-32C4-6974-FAC6-0D872923C8F8}"/>
              </a:ext>
            </a:extLst>
          </p:cNvPr>
          <p:cNvGrpSpPr/>
          <p:nvPr/>
        </p:nvGrpSpPr>
        <p:grpSpPr>
          <a:xfrm>
            <a:off x="4605607" y="811556"/>
            <a:ext cx="722054" cy="609701"/>
            <a:chOff x="4605607" y="811556"/>
            <a:chExt cx="722054" cy="609701"/>
          </a:xfrm>
        </p:grpSpPr>
        <p:sp>
          <p:nvSpPr>
            <p:cNvPr id="498" name="Rectangle 497">
              <a:extLst>
                <a:ext uri="{FF2B5EF4-FFF2-40B4-BE49-F238E27FC236}">
                  <a16:creationId xmlns:a16="http://schemas.microsoft.com/office/drawing/2014/main" id="{AEFEA03B-0AC9-D206-646F-0F7D9A24CAB5}"/>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On-premises Data Loss Prevention</a:t>
              </a:r>
            </a:p>
          </p:txBody>
        </p:sp>
        <p:sp>
          <p:nvSpPr>
            <p:cNvPr id="499" name="Rectangle 498">
              <a:extLst>
                <a:ext uri="{FF2B5EF4-FFF2-40B4-BE49-F238E27FC236}">
                  <a16:creationId xmlns:a16="http://schemas.microsoft.com/office/drawing/2014/main" id="{357CCA62-A5FA-4EEB-F53A-B5BD4B3408B5}"/>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1" name="Oval 15">
              <a:extLst>
                <a:ext uri="{FF2B5EF4-FFF2-40B4-BE49-F238E27FC236}">
                  <a16:creationId xmlns:a16="http://schemas.microsoft.com/office/drawing/2014/main" id="{2E033BF6-18EC-34D5-83FD-36E0A9829185}"/>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02" name="Straight Connector 501">
              <a:extLst>
                <a:ext uri="{FF2B5EF4-FFF2-40B4-BE49-F238E27FC236}">
                  <a16:creationId xmlns:a16="http://schemas.microsoft.com/office/drawing/2014/main" id="{87014B15-A4BF-5C69-F308-1D06674341AA}"/>
                </a:ext>
              </a:extLst>
            </p:cNvPr>
            <p:cNvCxnSpPr>
              <a:cxnSpLocks/>
              <a:stCxn id="501"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04" name="Straight Connector 503">
              <a:extLst>
                <a:ext uri="{FF2B5EF4-FFF2-40B4-BE49-F238E27FC236}">
                  <a16:creationId xmlns:a16="http://schemas.microsoft.com/office/drawing/2014/main" id="{A8ED3AB7-39E7-458E-4A3F-35743AC447FE}"/>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5" name="Group 504">
            <a:extLst>
              <a:ext uri="{FF2B5EF4-FFF2-40B4-BE49-F238E27FC236}">
                <a16:creationId xmlns:a16="http://schemas.microsoft.com/office/drawing/2014/main" id="{06BBFC1C-4B1E-F9C3-F878-D249F5F9757A}"/>
              </a:ext>
            </a:extLst>
          </p:cNvPr>
          <p:cNvGrpSpPr/>
          <p:nvPr/>
        </p:nvGrpSpPr>
        <p:grpSpPr>
          <a:xfrm>
            <a:off x="5442073" y="811556"/>
            <a:ext cx="728239" cy="609701"/>
            <a:chOff x="5442073" y="811556"/>
            <a:chExt cx="728239" cy="609701"/>
          </a:xfrm>
        </p:grpSpPr>
        <p:sp>
          <p:nvSpPr>
            <p:cNvPr id="506" name="Rectangle 505">
              <a:extLst>
                <a:ext uri="{FF2B5EF4-FFF2-40B4-BE49-F238E27FC236}">
                  <a16:creationId xmlns:a16="http://schemas.microsoft.com/office/drawing/2014/main" id="{F412F442-C25A-5DE1-7942-BFC59DC19E23}"/>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507" name="Rectangle 506">
              <a:extLst>
                <a:ext uri="{FF2B5EF4-FFF2-40B4-BE49-F238E27FC236}">
                  <a16:creationId xmlns:a16="http://schemas.microsoft.com/office/drawing/2014/main" id="{B179C357-0A61-4CF7-BAFF-3C1DDD956292}"/>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8" name="Oval 15">
              <a:extLst>
                <a:ext uri="{FF2B5EF4-FFF2-40B4-BE49-F238E27FC236}">
                  <a16:creationId xmlns:a16="http://schemas.microsoft.com/office/drawing/2014/main" id="{FCA145EE-6D03-D98F-365C-CF6505773051}"/>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09" name="Straight Connector 508">
              <a:extLst>
                <a:ext uri="{FF2B5EF4-FFF2-40B4-BE49-F238E27FC236}">
                  <a16:creationId xmlns:a16="http://schemas.microsoft.com/office/drawing/2014/main" id="{6DABBE95-E40C-12EB-8D71-A5DF6147440C}"/>
                </a:ext>
              </a:extLst>
            </p:cNvPr>
            <p:cNvCxnSpPr>
              <a:cxnSpLocks/>
              <a:stCxn id="508"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11" name="Straight Connector 510">
              <a:extLst>
                <a:ext uri="{FF2B5EF4-FFF2-40B4-BE49-F238E27FC236}">
                  <a16:creationId xmlns:a16="http://schemas.microsoft.com/office/drawing/2014/main" id="{D236DDB2-3A18-FEBB-9B80-3CAB766BD56B}"/>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12" name="Group 511">
            <a:extLst>
              <a:ext uri="{FF2B5EF4-FFF2-40B4-BE49-F238E27FC236}">
                <a16:creationId xmlns:a16="http://schemas.microsoft.com/office/drawing/2014/main" id="{9CFF1D76-D579-B270-61B6-E1B59395D26D}"/>
              </a:ext>
            </a:extLst>
          </p:cNvPr>
          <p:cNvGrpSpPr/>
          <p:nvPr/>
        </p:nvGrpSpPr>
        <p:grpSpPr>
          <a:xfrm>
            <a:off x="6284597" y="811555"/>
            <a:ext cx="721206" cy="609701"/>
            <a:chOff x="6284597" y="811555"/>
            <a:chExt cx="721206" cy="609701"/>
          </a:xfrm>
        </p:grpSpPr>
        <p:sp>
          <p:nvSpPr>
            <p:cNvPr id="513" name="Rectangle 512">
              <a:hlinkHover r:id="" action="ppaction://noaction" highlightClick="1"/>
              <a:extLst>
                <a:ext uri="{FF2B5EF4-FFF2-40B4-BE49-F238E27FC236}">
                  <a16:creationId xmlns:a16="http://schemas.microsoft.com/office/drawing/2014/main" id="{26AB6322-478D-B5B9-8DD0-F916F672049D}"/>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514" name="Right Triangle 513">
              <a:extLst>
                <a:ext uri="{FF2B5EF4-FFF2-40B4-BE49-F238E27FC236}">
                  <a16:creationId xmlns:a16="http://schemas.microsoft.com/office/drawing/2014/main" id="{DC53E6A1-4214-88AD-950A-F9177F32AC84}"/>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5" name="Oval 27">
              <a:extLst>
                <a:ext uri="{FF2B5EF4-FFF2-40B4-BE49-F238E27FC236}">
                  <a16:creationId xmlns:a16="http://schemas.microsoft.com/office/drawing/2014/main" id="{44FAE9AD-FD70-4D7A-B763-823934833ED4}"/>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6" name="Oval 28">
              <a:extLst>
                <a:ext uri="{FF2B5EF4-FFF2-40B4-BE49-F238E27FC236}">
                  <a16:creationId xmlns:a16="http://schemas.microsoft.com/office/drawing/2014/main" id="{9FE502E9-A3DA-D661-D714-097C1DD9F662}"/>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2" name="Group 521">
            <a:extLst>
              <a:ext uri="{FF2B5EF4-FFF2-40B4-BE49-F238E27FC236}">
                <a16:creationId xmlns:a16="http://schemas.microsoft.com/office/drawing/2014/main" id="{1055EDD8-06D2-726F-B925-E873068EE17D}"/>
              </a:ext>
            </a:extLst>
          </p:cNvPr>
          <p:cNvGrpSpPr/>
          <p:nvPr/>
        </p:nvGrpSpPr>
        <p:grpSpPr>
          <a:xfrm>
            <a:off x="7957576" y="811556"/>
            <a:ext cx="721206" cy="609701"/>
            <a:chOff x="7957576" y="811556"/>
            <a:chExt cx="721206" cy="609701"/>
          </a:xfrm>
        </p:grpSpPr>
        <p:sp>
          <p:nvSpPr>
            <p:cNvPr id="523" name="Rectangle 522">
              <a:extLst>
                <a:ext uri="{FF2B5EF4-FFF2-40B4-BE49-F238E27FC236}">
                  <a16:creationId xmlns:a16="http://schemas.microsoft.com/office/drawing/2014/main" id="{49774F0D-A80A-8986-A55A-E72309390AB5}"/>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524" name="Rectangle 523">
              <a:extLst>
                <a:ext uri="{FF2B5EF4-FFF2-40B4-BE49-F238E27FC236}">
                  <a16:creationId xmlns:a16="http://schemas.microsoft.com/office/drawing/2014/main" id="{68123648-28A0-A7FB-F932-6CF0CE398BB1}"/>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5" name="Oval 15">
              <a:extLst>
                <a:ext uri="{FF2B5EF4-FFF2-40B4-BE49-F238E27FC236}">
                  <a16:creationId xmlns:a16="http://schemas.microsoft.com/office/drawing/2014/main" id="{1857CF1C-85D8-0AF6-C458-58DC531A750D}"/>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26" name="Straight Connector 525">
              <a:extLst>
                <a:ext uri="{FF2B5EF4-FFF2-40B4-BE49-F238E27FC236}">
                  <a16:creationId xmlns:a16="http://schemas.microsoft.com/office/drawing/2014/main" id="{BB889A4E-A896-AEB8-9A9B-C9938742CDCB}"/>
                </a:ext>
              </a:extLst>
            </p:cNvPr>
            <p:cNvCxnSpPr>
              <a:cxnSpLocks/>
              <a:stCxn id="525"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27" name="Straight Connector 526">
              <a:extLst>
                <a:ext uri="{FF2B5EF4-FFF2-40B4-BE49-F238E27FC236}">
                  <a16:creationId xmlns:a16="http://schemas.microsoft.com/office/drawing/2014/main" id="{8898CB33-4D18-225A-4A0B-1826DC0DBA35}"/>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28" name="Group 527">
            <a:extLst>
              <a:ext uri="{FF2B5EF4-FFF2-40B4-BE49-F238E27FC236}">
                <a16:creationId xmlns:a16="http://schemas.microsoft.com/office/drawing/2014/main" id="{80AEFC0D-38DC-14E7-646A-33D048A3660A}"/>
              </a:ext>
            </a:extLst>
          </p:cNvPr>
          <p:cNvGrpSpPr/>
          <p:nvPr/>
        </p:nvGrpSpPr>
        <p:grpSpPr>
          <a:xfrm>
            <a:off x="9657972" y="90836"/>
            <a:ext cx="721206" cy="609701"/>
            <a:chOff x="9657972" y="90836"/>
            <a:chExt cx="721206" cy="609701"/>
          </a:xfrm>
        </p:grpSpPr>
        <p:sp>
          <p:nvSpPr>
            <p:cNvPr id="529" name="Rectangle 528">
              <a:hlinkHover r:id="" action="ppaction://noaction" highlightClick="1"/>
              <a:extLst>
                <a:ext uri="{FF2B5EF4-FFF2-40B4-BE49-F238E27FC236}">
                  <a16:creationId xmlns:a16="http://schemas.microsoft.com/office/drawing/2014/main" id="{5141BE91-2DBB-B417-79D5-9A3610DBCDA4}"/>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530" name="Diamond 529">
              <a:extLst>
                <a:ext uri="{FF2B5EF4-FFF2-40B4-BE49-F238E27FC236}">
                  <a16:creationId xmlns:a16="http://schemas.microsoft.com/office/drawing/2014/main" id="{3A777B9B-FE4B-0F8C-143A-B10AAB5C0D8E}"/>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1" name="Oval 530">
              <a:extLst>
                <a:ext uri="{FF2B5EF4-FFF2-40B4-BE49-F238E27FC236}">
                  <a16:creationId xmlns:a16="http://schemas.microsoft.com/office/drawing/2014/main" id="{21629249-F27C-5272-E541-3F8740522948}"/>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2" name="Group 531">
            <a:extLst>
              <a:ext uri="{FF2B5EF4-FFF2-40B4-BE49-F238E27FC236}">
                <a16:creationId xmlns:a16="http://schemas.microsoft.com/office/drawing/2014/main" id="{AB2D06D8-A0AE-D739-6D65-36DD95546173}"/>
              </a:ext>
            </a:extLst>
          </p:cNvPr>
          <p:cNvGrpSpPr/>
          <p:nvPr/>
        </p:nvGrpSpPr>
        <p:grpSpPr>
          <a:xfrm>
            <a:off x="10520479" y="90836"/>
            <a:ext cx="721206" cy="609701"/>
            <a:chOff x="10520479" y="90836"/>
            <a:chExt cx="721206" cy="609701"/>
          </a:xfrm>
        </p:grpSpPr>
        <p:sp>
          <p:nvSpPr>
            <p:cNvPr id="533" name="Rectangle 532">
              <a:hlinkHover r:id="" action="ppaction://noaction" highlightClick="1"/>
              <a:extLst>
                <a:ext uri="{FF2B5EF4-FFF2-40B4-BE49-F238E27FC236}">
                  <a16:creationId xmlns:a16="http://schemas.microsoft.com/office/drawing/2014/main" id="{27DF715C-289E-8304-9561-016FA507A114}"/>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SQL</a:t>
              </a:r>
            </a:p>
          </p:txBody>
        </p:sp>
        <p:sp>
          <p:nvSpPr>
            <p:cNvPr id="534" name="Oval 533">
              <a:extLst>
                <a:ext uri="{FF2B5EF4-FFF2-40B4-BE49-F238E27FC236}">
                  <a16:creationId xmlns:a16="http://schemas.microsoft.com/office/drawing/2014/main" id="{1CCC6E2C-D351-DE99-BFF2-A36300D8C7AF}"/>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5" name="Isosceles Triangle 648">
              <a:extLst>
                <a:ext uri="{FF2B5EF4-FFF2-40B4-BE49-F238E27FC236}">
                  <a16:creationId xmlns:a16="http://schemas.microsoft.com/office/drawing/2014/main" id="{07725394-88DF-8A16-5695-894A6C6711B8}"/>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6" name="Group 535">
            <a:extLst>
              <a:ext uri="{FF2B5EF4-FFF2-40B4-BE49-F238E27FC236}">
                <a16:creationId xmlns:a16="http://schemas.microsoft.com/office/drawing/2014/main" id="{710B810A-5B06-6E5A-3478-0D00BCA536FD}"/>
              </a:ext>
            </a:extLst>
          </p:cNvPr>
          <p:cNvGrpSpPr/>
          <p:nvPr/>
        </p:nvGrpSpPr>
        <p:grpSpPr>
          <a:xfrm>
            <a:off x="11356242" y="90836"/>
            <a:ext cx="721206" cy="609701"/>
            <a:chOff x="11356242" y="90836"/>
            <a:chExt cx="721206" cy="609701"/>
          </a:xfrm>
        </p:grpSpPr>
        <p:sp>
          <p:nvSpPr>
            <p:cNvPr id="537" name="Rectangle 536">
              <a:hlinkHover r:id="" action="ppaction://noaction" highlightClick="1"/>
              <a:extLst>
                <a:ext uri="{FF2B5EF4-FFF2-40B4-BE49-F238E27FC236}">
                  <a16:creationId xmlns:a16="http://schemas.microsoft.com/office/drawing/2014/main" id="{BC5B0C65-C302-D932-1046-E7FBE8D6B683}"/>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38" name="Oval 537">
              <a:extLst>
                <a:ext uri="{FF2B5EF4-FFF2-40B4-BE49-F238E27FC236}">
                  <a16:creationId xmlns:a16="http://schemas.microsoft.com/office/drawing/2014/main" id="{62A59F6B-F600-E782-BFD6-66D5CCB00222}"/>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9" name="Isosceles Triangle 648">
              <a:extLst>
                <a:ext uri="{FF2B5EF4-FFF2-40B4-BE49-F238E27FC236}">
                  <a16:creationId xmlns:a16="http://schemas.microsoft.com/office/drawing/2014/main" id="{BE973FAE-CEE4-E8FF-4878-82B8B7DE736D}"/>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4" name="Group 543">
            <a:extLst>
              <a:ext uri="{FF2B5EF4-FFF2-40B4-BE49-F238E27FC236}">
                <a16:creationId xmlns:a16="http://schemas.microsoft.com/office/drawing/2014/main" id="{5EDF84AA-EB46-BB86-831D-7688BE9B13CD}"/>
              </a:ext>
            </a:extLst>
          </p:cNvPr>
          <p:cNvGrpSpPr/>
          <p:nvPr/>
        </p:nvGrpSpPr>
        <p:grpSpPr>
          <a:xfrm>
            <a:off x="9657691" y="4419624"/>
            <a:ext cx="721206" cy="609701"/>
            <a:chOff x="9657691" y="4419624"/>
            <a:chExt cx="721206" cy="609701"/>
          </a:xfrm>
        </p:grpSpPr>
        <p:sp>
          <p:nvSpPr>
            <p:cNvPr id="545" name="Rectangle 544">
              <a:hlinkHover r:id="" action="ppaction://noaction" highlightClick="1"/>
              <a:extLst>
                <a:ext uri="{FF2B5EF4-FFF2-40B4-BE49-F238E27FC236}">
                  <a16:creationId xmlns:a16="http://schemas.microsoft.com/office/drawing/2014/main" id="{AD52555A-EEF5-8C56-B276-C0EFFCA7B523}"/>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46" name="Oval 545">
              <a:extLst>
                <a:ext uri="{FF2B5EF4-FFF2-40B4-BE49-F238E27FC236}">
                  <a16:creationId xmlns:a16="http://schemas.microsoft.com/office/drawing/2014/main" id="{0F0E6247-DD4E-617B-848D-65188CADF8B7}"/>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7" name="Isosceles Triangle 648">
              <a:extLst>
                <a:ext uri="{FF2B5EF4-FFF2-40B4-BE49-F238E27FC236}">
                  <a16:creationId xmlns:a16="http://schemas.microsoft.com/office/drawing/2014/main" id="{784A44BA-3030-A26D-F574-93E50C9F5EC6}"/>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B5E746BD-277B-EA6F-D48E-FB6C8A5006A6}"/>
              </a:ext>
            </a:extLst>
          </p:cNvPr>
          <p:cNvGrpSpPr/>
          <p:nvPr/>
        </p:nvGrpSpPr>
        <p:grpSpPr>
          <a:xfrm>
            <a:off x="10506968" y="4419620"/>
            <a:ext cx="721206" cy="609701"/>
            <a:chOff x="10506968" y="4419620"/>
            <a:chExt cx="721206" cy="609701"/>
          </a:xfrm>
        </p:grpSpPr>
        <p:sp>
          <p:nvSpPr>
            <p:cNvPr id="549" name="Rectangle 548">
              <a:hlinkHover r:id="" action="ppaction://noaction" highlightClick="1"/>
              <a:extLst>
                <a:ext uri="{FF2B5EF4-FFF2-40B4-BE49-F238E27FC236}">
                  <a16:creationId xmlns:a16="http://schemas.microsoft.com/office/drawing/2014/main" id="{872CBE7B-C21F-9F11-40D8-73EA79725E07}"/>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50" name="Oval 549">
              <a:extLst>
                <a:ext uri="{FF2B5EF4-FFF2-40B4-BE49-F238E27FC236}">
                  <a16:creationId xmlns:a16="http://schemas.microsoft.com/office/drawing/2014/main" id="{47F5EA07-F1F0-CDC6-5751-E5EE014C6CC0}"/>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1" name="Isosceles Triangle 648">
              <a:extLst>
                <a:ext uri="{FF2B5EF4-FFF2-40B4-BE49-F238E27FC236}">
                  <a16:creationId xmlns:a16="http://schemas.microsoft.com/office/drawing/2014/main" id="{33473A70-592D-3A60-260D-9BCE6132AAEA}"/>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2" name="Group 551">
            <a:extLst>
              <a:ext uri="{FF2B5EF4-FFF2-40B4-BE49-F238E27FC236}">
                <a16:creationId xmlns:a16="http://schemas.microsoft.com/office/drawing/2014/main" id="{F0D4A8C8-3088-AF1C-C348-D12723E0CE8E}"/>
              </a:ext>
            </a:extLst>
          </p:cNvPr>
          <p:cNvGrpSpPr/>
          <p:nvPr/>
        </p:nvGrpSpPr>
        <p:grpSpPr>
          <a:xfrm>
            <a:off x="11356003" y="4416261"/>
            <a:ext cx="721206" cy="609701"/>
            <a:chOff x="11356003" y="4416261"/>
            <a:chExt cx="721206" cy="609701"/>
          </a:xfrm>
        </p:grpSpPr>
        <p:sp>
          <p:nvSpPr>
            <p:cNvPr id="553" name="Rectangle 552">
              <a:hlinkHover r:id="" action="ppaction://noaction" highlightClick="1"/>
              <a:extLst>
                <a:ext uri="{FF2B5EF4-FFF2-40B4-BE49-F238E27FC236}">
                  <a16:creationId xmlns:a16="http://schemas.microsoft.com/office/drawing/2014/main" id="{22752DF2-95CB-7DCF-B095-64E0F80ECA91}"/>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54" name="Oval 553">
              <a:extLst>
                <a:ext uri="{FF2B5EF4-FFF2-40B4-BE49-F238E27FC236}">
                  <a16:creationId xmlns:a16="http://schemas.microsoft.com/office/drawing/2014/main" id="{F6627EFC-CE0E-0B4A-0F07-FAA6DDFDE4E7}"/>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5" name="Isosceles Triangle 648">
              <a:extLst>
                <a:ext uri="{FF2B5EF4-FFF2-40B4-BE49-F238E27FC236}">
                  <a16:creationId xmlns:a16="http://schemas.microsoft.com/office/drawing/2014/main" id="{0257F2D9-92CE-25A4-6D08-B18164B6EAA4}"/>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6" name="Group 555">
            <a:extLst>
              <a:ext uri="{FF2B5EF4-FFF2-40B4-BE49-F238E27FC236}">
                <a16:creationId xmlns:a16="http://schemas.microsoft.com/office/drawing/2014/main" id="{5FBCD6FF-D4E2-FCCD-3002-FA03BF144556}"/>
              </a:ext>
            </a:extLst>
          </p:cNvPr>
          <p:cNvGrpSpPr/>
          <p:nvPr/>
        </p:nvGrpSpPr>
        <p:grpSpPr>
          <a:xfrm>
            <a:off x="8808526" y="4416261"/>
            <a:ext cx="721206" cy="609701"/>
            <a:chOff x="8808526" y="4416261"/>
            <a:chExt cx="721206" cy="609701"/>
          </a:xfrm>
        </p:grpSpPr>
        <p:sp>
          <p:nvSpPr>
            <p:cNvPr id="557" name="Rectangle 556">
              <a:hlinkHover r:id="" action="ppaction://noaction" highlightClick="1"/>
              <a:extLst>
                <a:ext uri="{FF2B5EF4-FFF2-40B4-BE49-F238E27FC236}">
                  <a16:creationId xmlns:a16="http://schemas.microsoft.com/office/drawing/2014/main" id="{96A4D995-E6F9-A1FF-29B9-9C19A0505F46}"/>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58" name="Oval 557">
              <a:extLst>
                <a:ext uri="{FF2B5EF4-FFF2-40B4-BE49-F238E27FC236}">
                  <a16:creationId xmlns:a16="http://schemas.microsoft.com/office/drawing/2014/main" id="{EBF434A3-BC64-503B-CDBB-BE88068B4934}"/>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9" name="Isosceles Triangle 648">
              <a:extLst>
                <a:ext uri="{FF2B5EF4-FFF2-40B4-BE49-F238E27FC236}">
                  <a16:creationId xmlns:a16="http://schemas.microsoft.com/office/drawing/2014/main" id="{2DCB362E-9BC5-A76C-3201-F62000343D1A}"/>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0" name="Group 559">
            <a:extLst>
              <a:ext uri="{FF2B5EF4-FFF2-40B4-BE49-F238E27FC236}">
                <a16:creationId xmlns:a16="http://schemas.microsoft.com/office/drawing/2014/main" id="{5CC62FD8-81C8-C2E4-CD69-D7EDF3B700CB}"/>
              </a:ext>
            </a:extLst>
          </p:cNvPr>
          <p:cNvGrpSpPr/>
          <p:nvPr/>
        </p:nvGrpSpPr>
        <p:grpSpPr>
          <a:xfrm>
            <a:off x="10509579" y="5141013"/>
            <a:ext cx="721206" cy="609701"/>
            <a:chOff x="10509579" y="5141013"/>
            <a:chExt cx="721206" cy="609701"/>
          </a:xfrm>
        </p:grpSpPr>
        <p:sp>
          <p:nvSpPr>
            <p:cNvPr id="561" name="Rectangle 560">
              <a:hlinkHover r:id="" action="ppaction://noaction" highlightClick="1"/>
              <a:extLst>
                <a:ext uri="{FF2B5EF4-FFF2-40B4-BE49-F238E27FC236}">
                  <a16:creationId xmlns:a16="http://schemas.microsoft.com/office/drawing/2014/main" id="{8EAA983B-1394-B48D-3186-078BCBEC5893}"/>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62" name="Oval 561">
              <a:extLst>
                <a:ext uri="{FF2B5EF4-FFF2-40B4-BE49-F238E27FC236}">
                  <a16:creationId xmlns:a16="http://schemas.microsoft.com/office/drawing/2014/main" id="{B3EE7014-4440-41DC-80A3-9144D9B6ACDD}"/>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3" name="Isosceles Triangle 648">
              <a:extLst>
                <a:ext uri="{FF2B5EF4-FFF2-40B4-BE49-F238E27FC236}">
                  <a16:creationId xmlns:a16="http://schemas.microsoft.com/office/drawing/2014/main" id="{1FC7277E-C868-3845-C815-1D29605D8C0D}"/>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4" name="Group 563">
            <a:extLst>
              <a:ext uri="{FF2B5EF4-FFF2-40B4-BE49-F238E27FC236}">
                <a16:creationId xmlns:a16="http://schemas.microsoft.com/office/drawing/2014/main" id="{3BFE0258-0268-C21B-F04D-0E94B2B25B45}"/>
              </a:ext>
            </a:extLst>
          </p:cNvPr>
          <p:cNvGrpSpPr/>
          <p:nvPr/>
        </p:nvGrpSpPr>
        <p:grpSpPr>
          <a:xfrm>
            <a:off x="9651076" y="5143367"/>
            <a:ext cx="721206" cy="609701"/>
            <a:chOff x="9651076" y="5143367"/>
            <a:chExt cx="721206" cy="609701"/>
          </a:xfrm>
        </p:grpSpPr>
        <p:sp>
          <p:nvSpPr>
            <p:cNvPr id="565" name="Rectangle 564">
              <a:hlinkHover r:id="" action="ppaction://noaction" highlightClick="1"/>
              <a:extLst>
                <a:ext uri="{FF2B5EF4-FFF2-40B4-BE49-F238E27FC236}">
                  <a16:creationId xmlns:a16="http://schemas.microsoft.com/office/drawing/2014/main" id="{3E022513-B111-4BBF-46EB-BBD6B07A7579}"/>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66" name="Oval 565">
              <a:extLst>
                <a:ext uri="{FF2B5EF4-FFF2-40B4-BE49-F238E27FC236}">
                  <a16:creationId xmlns:a16="http://schemas.microsoft.com/office/drawing/2014/main" id="{B175E0CA-70E2-1FBE-7EB5-373483A4E968}"/>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7" name="Isosceles Triangle 648">
              <a:extLst>
                <a:ext uri="{FF2B5EF4-FFF2-40B4-BE49-F238E27FC236}">
                  <a16:creationId xmlns:a16="http://schemas.microsoft.com/office/drawing/2014/main" id="{236AE139-C547-F85C-6507-37C62D4E94DB}"/>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8" name="Group 567">
            <a:extLst>
              <a:ext uri="{FF2B5EF4-FFF2-40B4-BE49-F238E27FC236}">
                <a16:creationId xmlns:a16="http://schemas.microsoft.com/office/drawing/2014/main" id="{B6C0CB08-E706-FC38-A004-F081A3B603E1}"/>
              </a:ext>
            </a:extLst>
          </p:cNvPr>
          <p:cNvGrpSpPr/>
          <p:nvPr/>
        </p:nvGrpSpPr>
        <p:grpSpPr>
          <a:xfrm>
            <a:off x="9657612" y="3698231"/>
            <a:ext cx="721206" cy="609701"/>
            <a:chOff x="9657612" y="3698231"/>
            <a:chExt cx="721206" cy="609701"/>
          </a:xfrm>
        </p:grpSpPr>
        <p:sp>
          <p:nvSpPr>
            <p:cNvPr id="569" name="Rectangle 568">
              <a:hlinkHover r:id="" action="ppaction://noaction" highlightClick="1"/>
              <a:extLst>
                <a:ext uri="{FF2B5EF4-FFF2-40B4-BE49-F238E27FC236}">
                  <a16:creationId xmlns:a16="http://schemas.microsoft.com/office/drawing/2014/main" id="{5B224935-298C-D81F-67D2-84565EBFA421}"/>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70" name="Oval 569">
              <a:extLst>
                <a:ext uri="{FF2B5EF4-FFF2-40B4-BE49-F238E27FC236}">
                  <a16:creationId xmlns:a16="http://schemas.microsoft.com/office/drawing/2014/main" id="{237DB01A-317E-2401-5220-5CB74E9D41D5}"/>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1" name="Isosceles Triangle 648">
              <a:extLst>
                <a:ext uri="{FF2B5EF4-FFF2-40B4-BE49-F238E27FC236}">
                  <a16:creationId xmlns:a16="http://schemas.microsoft.com/office/drawing/2014/main" id="{A9DB8A46-947A-8BC8-C191-8567D1B87B8B}"/>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2" name="Group 571">
            <a:extLst>
              <a:ext uri="{FF2B5EF4-FFF2-40B4-BE49-F238E27FC236}">
                <a16:creationId xmlns:a16="http://schemas.microsoft.com/office/drawing/2014/main" id="{67023D8E-CD7D-3B81-A068-16EF085D928E}"/>
              </a:ext>
            </a:extLst>
          </p:cNvPr>
          <p:cNvGrpSpPr/>
          <p:nvPr/>
        </p:nvGrpSpPr>
        <p:grpSpPr>
          <a:xfrm>
            <a:off x="10506928" y="3698227"/>
            <a:ext cx="721206" cy="609701"/>
            <a:chOff x="10506928" y="3698227"/>
            <a:chExt cx="721206" cy="609701"/>
          </a:xfrm>
        </p:grpSpPr>
        <p:sp>
          <p:nvSpPr>
            <p:cNvPr id="573" name="Rectangle 572">
              <a:hlinkHover r:id="" action="ppaction://noaction" highlightClick="1"/>
              <a:extLst>
                <a:ext uri="{FF2B5EF4-FFF2-40B4-BE49-F238E27FC236}">
                  <a16:creationId xmlns:a16="http://schemas.microsoft.com/office/drawing/2014/main" id="{6728D3ED-A6E8-B512-9663-ECC162AD17BD}"/>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74" name="Oval 573">
              <a:extLst>
                <a:ext uri="{FF2B5EF4-FFF2-40B4-BE49-F238E27FC236}">
                  <a16:creationId xmlns:a16="http://schemas.microsoft.com/office/drawing/2014/main" id="{EF02191B-AA67-E33E-CC21-85FE0F35431C}"/>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5" name="Isosceles Triangle 648">
              <a:extLst>
                <a:ext uri="{FF2B5EF4-FFF2-40B4-BE49-F238E27FC236}">
                  <a16:creationId xmlns:a16="http://schemas.microsoft.com/office/drawing/2014/main" id="{76E21A21-8AFD-D50D-4EE8-C8076FCD9BF8}"/>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6" name="Group 575">
            <a:extLst>
              <a:ext uri="{FF2B5EF4-FFF2-40B4-BE49-F238E27FC236}">
                <a16:creationId xmlns:a16="http://schemas.microsoft.com/office/drawing/2014/main" id="{73435098-3956-978C-F545-3CDB7B41E5CD}"/>
              </a:ext>
            </a:extLst>
          </p:cNvPr>
          <p:cNvGrpSpPr/>
          <p:nvPr/>
        </p:nvGrpSpPr>
        <p:grpSpPr>
          <a:xfrm>
            <a:off x="8808417" y="5135710"/>
            <a:ext cx="721206" cy="609701"/>
            <a:chOff x="8808417" y="5135710"/>
            <a:chExt cx="721206" cy="609701"/>
          </a:xfrm>
        </p:grpSpPr>
        <p:sp>
          <p:nvSpPr>
            <p:cNvPr id="577" name="Rectangle 576">
              <a:hlinkHover r:id="" action="ppaction://noaction" highlightClick="1"/>
              <a:extLst>
                <a:ext uri="{FF2B5EF4-FFF2-40B4-BE49-F238E27FC236}">
                  <a16:creationId xmlns:a16="http://schemas.microsoft.com/office/drawing/2014/main" id="{84645A59-9C16-3051-1046-D1F1CEAAD5CA}"/>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78" name="Oval 577">
              <a:extLst>
                <a:ext uri="{FF2B5EF4-FFF2-40B4-BE49-F238E27FC236}">
                  <a16:creationId xmlns:a16="http://schemas.microsoft.com/office/drawing/2014/main" id="{D776D3D6-7420-C99C-902A-2ACBD103BB27}"/>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9" name="Isosceles Triangle 648">
              <a:extLst>
                <a:ext uri="{FF2B5EF4-FFF2-40B4-BE49-F238E27FC236}">
                  <a16:creationId xmlns:a16="http://schemas.microsoft.com/office/drawing/2014/main" id="{397832BA-A325-4AE0-8547-18902B402B3D}"/>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4" name="Group 593">
            <a:extLst>
              <a:ext uri="{FF2B5EF4-FFF2-40B4-BE49-F238E27FC236}">
                <a16:creationId xmlns:a16="http://schemas.microsoft.com/office/drawing/2014/main" id="{0FF85C9E-DA57-1CF1-6143-47F7B84E5F71}"/>
              </a:ext>
            </a:extLst>
          </p:cNvPr>
          <p:cNvGrpSpPr/>
          <p:nvPr/>
        </p:nvGrpSpPr>
        <p:grpSpPr>
          <a:xfrm>
            <a:off x="7957572" y="1532276"/>
            <a:ext cx="721206" cy="609701"/>
            <a:chOff x="7957572" y="1532276"/>
            <a:chExt cx="721206" cy="609701"/>
          </a:xfrm>
        </p:grpSpPr>
        <p:sp>
          <p:nvSpPr>
            <p:cNvPr id="595" name="Rectangle 594">
              <a:hlinkHover r:id="" action="ppaction://noaction" highlightClick="1"/>
              <a:extLst>
                <a:ext uri="{FF2B5EF4-FFF2-40B4-BE49-F238E27FC236}">
                  <a16:creationId xmlns:a16="http://schemas.microsoft.com/office/drawing/2014/main" id="{F89E449F-0557-5873-35FA-BFBE61A1F232}"/>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96" name="Rectangle 595">
              <a:extLst>
                <a:ext uri="{FF2B5EF4-FFF2-40B4-BE49-F238E27FC236}">
                  <a16:creationId xmlns:a16="http://schemas.microsoft.com/office/drawing/2014/main" id="{A8DCE24F-5C21-94AF-F45B-690FF3E9116F}"/>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7" name="Oval 15">
              <a:extLst>
                <a:ext uri="{FF2B5EF4-FFF2-40B4-BE49-F238E27FC236}">
                  <a16:creationId xmlns:a16="http://schemas.microsoft.com/office/drawing/2014/main" id="{81AD855E-AAE3-1D98-4DB0-4A038FB9D0B0}"/>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98" name="Straight Connector 597">
              <a:extLst>
                <a:ext uri="{FF2B5EF4-FFF2-40B4-BE49-F238E27FC236}">
                  <a16:creationId xmlns:a16="http://schemas.microsoft.com/office/drawing/2014/main" id="{58457AB2-1F57-6821-D477-B7A4B7333108}"/>
                </a:ext>
              </a:extLst>
            </p:cNvPr>
            <p:cNvCxnSpPr>
              <a:cxnSpLocks/>
              <a:stCxn id="597"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9" name="Straight Connector 598">
              <a:extLst>
                <a:ext uri="{FF2B5EF4-FFF2-40B4-BE49-F238E27FC236}">
                  <a16:creationId xmlns:a16="http://schemas.microsoft.com/office/drawing/2014/main" id="{C9C29C55-4D99-469B-BDA5-04758F883A68}"/>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0" name="Group 599">
            <a:extLst>
              <a:ext uri="{FF2B5EF4-FFF2-40B4-BE49-F238E27FC236}">
                <a16:creationId xmlns:a16="http://schemas.microsoft.com/office/drawing/2014/main" id="{1742A850-EA32-230B-9297-F538E4A8471D}"/>
              </a:ext>
            </a:extLst>
          </p:cNvPr>
          <p:cNvGrpSpPr/>
          <p:nvPr/>
        </p:nvGrpSpPr>
        <p:grpSpPr>
          <a:xfrm>
            <a:off x="9656904" y="1532276"/>
            <a:ext cx="721206" cy="609701"/>
            <a:chOff x="9656904" y="1532276"/>
            <a:chExt cx="721206" cy="609701"/>
          </a:xfrm>
        </p:grpSpPr>
        <p:sp>
          <p:nvSpPr>
            <p:cNvPr id="601" name="Rectangle 600">
              <a:extLst>
                <a:ext uri="{FF2B5EF4-FFF2-40B4-BE49-F238E27FC236}">
                  <a16:creationId xmlns:a16="http://schemas.microsoft.com/office/drawing/2014/main" id="{999125E0-4F6C-BCC6-76B2-A852420C89D0}"/>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02" name="Rectangle 601">
              <a:extLst>
                <a:ext uri="{FF2B5EF4-FFF2-40B4-BE49-F238E27FC236}">
                  <a16:creationId xmlns:a16="http://schemas.microsoft.com/office/drawing/2014/main" id="{F4A4C256-1DF1-06D2-6EDA-DEF545FBD0D2}"/>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3" name="Oval 15">
              <a:extLst>
                <a:ext uri="{FF2B5EF4-FFF2-40B4-BE49-F238E27FC236}">
                  <a16:creationId xmlns:a16="http://schemas.microsoft.com/office/drawing/2014/main" id="{709FA366-8D0E-240A-EBA3-91A550D71BA7}"/>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4" name="Straight Connector 603">
              <a:extLst>
                <a:ext uri="{FF2B5EF4-FFF2-40B4-BE49-F238E27FC236}">
                  <a16:creationId xmlns:a16="http://schemas.microsoft.com/office/drawing/2014/main" id="{9575A16B-2B5F-32A2-F20F-1B80FB4D3EC3}"/>
                </a:ext>
              </a:extLst>
            </p:cNvPr>
            <p:cNvCxnSpPr>
              <a:cxnSpLocks/>
              <a:stCxn id="603"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05" name="Straight Connector 604">
              <a:extLst>
                <a:ext uri="{FF2B5EF4-FFF2-40B4-BE49-F238E27FC236}">
                  <a16:creationId xmlns:a16="http://schemas.microsoft.com/office/drawing/2014/main" id="{B13EA4A3-22BC-3332-DB6A-56402EAF6052}"/>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6" name="Group 605">
            <a:extLst>
              <a:ext uri="{FF2B5EF4-FFF2-40B4-BE49-F238E27FC236}">
                <a16:creationId xmlns:a16="http://schemas.microsoft.com/office/drawing/2014/main" id="{9742CDBF-54EA-6E95-DB88-8F07CA302600}"/>
              </a:ext>
            </a:extLst>
          </p:cNvPr>
          <p:cNvGrpSpPr/>
          <p:nvPr/>
        </p:nvGrpSpPr>
        <p:grpSpPr>
          <a:xfrm>
            <a:off x="8807246" y="1532278"/>
            <a:ext cx="721206" cy="609701"/>
            <a:chOff x="8807246" y="1532278"/>
            <a:chExt cx="721206" cy="609701"/>
          </a:xfrm>
        </p:grpSpPr>
        <p:sp>
          <p:nvSpPr>
            <p:cNvPr id="607" name="Rectangle 606">
              <a:hlinkHover r:id="" action="ppaction://noaction" highlightClick="1"/>
              <a:extLst>
                <a:ext uri="{FF2B5EF4-FFF2-40B4-BE49-F238E27FC236}">
                  <a16:creationId xmlns:a16="http://schemas.microsoft.com/office/drawing/2014/main" id="{30111AF8-2D8F-EFAB-7E14-1795F88293F6}"/>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(Azure)</a:t>
              </a:r>
            </a:p>
          </p:txBody>
        </p:sp>
        <p:sp>
          <p:nvSpPr>
            <p:cNvPr id="608" name="Oval 607">
              <a:extLst>
                <a:ext uri="{FF2B5EF4-FFF2-40B4-BE49-F238E27FC236}">
                  <a16:creationId xmlns:a16="http://schemas.microsoft.com/office/drawing/2014/main" id="{E37B8916-288F-8202-9E2A-D69F3534117F}"/>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9" name="Isosceles Triangle 648">
              <a:extLst>
                <a:ext uri="{FF2B5EF4-FFF2-40B4-BE49-F238E27FC236}">
                  <a16:creationId xmlns:a16="http://schemas.microsoft.com/office/drawing/2014/main" id="{9B9D522B-C732-792B-E85E-76E0B9168898}"/>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4" name="Group 623">
            <a:extLst>
              <a:ext uri="{FF2B5EF4-FFF2-40B4-BE49-F238E27FC236}">
                <a16:creationId xmlns:a16="http://schemas.microsoft.com/office/drawing/2014/main" id="{B298E7E0-0E51-E547-5DC1-A1C7E93E47A7}"/>
              </a:ext>
            </a:extLst>
          </p:cNvPr>
          <p:cNvGrpSpPr/>
          <p:nvPr/>
        </p:nvGrpSpPr>
        <p:grpSpPr>
          <a:xfrm>
            <a:off x="9613465" y="2999538"/>
            <a:ext cx="721206" cy="654973"/>
            <a:chOff x="9657606" y="2974054"/>
            <a:chExt cx="721206" cy="654973"/>
          </a:xfrm>
        </p:grpSpPr>
        <p:sp>
          <p:nvSpPr>
            <p:cNvPr id="625" name="Rectangle 624">
              <a:extLst>
                <a:ext uri="{FF2B5EF4-FFF2-40B4-BE49-F238E27FC236}">
                  <a16:creationId xmlns:a16="http://schemas.microsoft.com/office/drawing/2014/main" id="{0118D6DE-8E0C-5200-6BE2-B42778018E8D}"/>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Identity</a:t>
              </a:r>
            </a:p>
          </p:txBody>
        </p:sp>
        <p:sp>
          <p:nvSpPr>
            <p:cNvPr id="626" name="Rectangle 625">
              <a:extLst>
                <a:ext uri="{FF2B5EF4-FFF2-40B4-BE49-F238E27FC236}">
                  <a16:creationId xmlns:a16="http://schemas.microsoft.com/office/drawing/2014/main" id="{D7B16580-A19A-82F8-4674-E3232A1BB7BD}"/>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7" name="Oval 15">
              <a:extLst>
                <a:ext uri="{FF2B5EF4-FFF2-40B4-BE49-F238E27FC236}">
                  <a16:creationId xmlns:a16="http://schemas.microsoft.com/office/drawing/2014/main" id="{5CDB2C0A-588C-E16D-8D8A-5E5312DF374D}"/>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8" name="Straight Connector 627">
              <a:extLst>
                <a:ext uri="{FF2B5EF4-FFF2-40B4-BE49-F238E27FC236}">
                  <a16:creationId xmlns:a16="http://schemas.microsoft.com/office/drawing/2014/main" id="{D8F3B7E0-082C-F286-4B37-4F3E000D44D6}"/>
                </a:ext>
              </a:extLst>
            </p:cNvPr>
            <p:cNvCxnSpPr>
              <a:cxnSpLocks/>
              <a:stCxn id="627"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29" name="Straight Connector 628">
              <a:extLst>
                <a:ext uri="{FF2B5EF4-FFF2-40B4-BE49-F238E27FC236}">
                  <a16:creationId xmlns:a16="http://schemas.microsoft.com/office/drawing/2014/main" id="{317AC923-8A2B-0C8E-812C-5620D78CAE2D}"/>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0" name="Group 629">
            <a:extLst>
              <a:ext uri="{FF2B5EF4-FFF2-40B4-BE49-F238E27FC236}">
                <a16:creationId xmlns:a16="http://schemas.microsoft.com/office/drawing/2014/main" id="{A7A7CD3E-A0D1-08F6-35E3-EDAE1D7670A1}"/>
              </a:ext>
            </a:extLst>
          </p:cNvPr>
          <p:cNvGrpSpPr/>
          <p:nvPr/>
        </p:nvGrpSpPr>
        <p:grpSpPr>
          <a:xfrm>
            <a:off x="11356001" y="2974057"/>
            <a:ext cx="721206" cy="609701"/>
            <a:chOff x="11356001" y="2974057"/>
            <a:chExt cx="721206" cy="609701"/>
          </a:xfrm>
        </p:grpSpPr>
        <p:sp>
          <p:nvSpPr>
            <p:cNvPr id="631" name="Rectangle 630">
              <a:hlinkHover r:id="" action="ppaction://noaction" highlightClick="1"/>
              <a:extLst>
                <a:ext uri="{FF2B5EF4-FFF2-40B4-BE49-F238E27FC236}">
                  <a16:creationId xmlns:a16="http://schemas.microsoft.com/office/drawing/2014/main" id="{4C433E12-1AAC-43CE-57A5-5A6264095A8B}"/>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Permissions Management</a:t>
              </a:r>
            </a:p>
          </p:txBody>
        </p:sp>
        <p:sp>
          <p:nvSpPr>
            <p:cNvPr id="632" name="Oval 631">
              <a:extLst>
                <a:ext uri="{FF2B5EF4-FFF2-40B4-BE49-F238E27FC236}">
                  <a16:creationId xmlns:a16="http://schemas.microsoft.com/office/drawing/2014/main" id="{757B14BA-74FA-86EF-823A-01A069407509}"/>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3" name="Isosceles Triangle 648">
              <a:extLst>
                <a:ext uri="{FF2B5EF4-FFF2-40B4-BE49-F238E27FC236}">
                  <a16:creationId xmlns:a16="http://schemas.microsoft.com/office/drawing/2014/main" id="{C4F8F05A-427D-CAA8-659B-121882FCE326}"/>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4" name="Group 633">
            <a:extLst>
              <a:ext uri="{FF2B5EF4-FFF2-40B4-BE49-F238E27FC236}">
                <a16:creationId xmlns:a16="http://schemas.microsoft.com/office/drawing/2014/main" id="{FCE93AD9-CB10-11E1-9150-9CA7802136BE}"/>
              </a:ext>
            </a:extLst>
          </p:cNvPr>
          <p:cNvGrpSpPr/>
          <p:nvPr/>
        </p:nvGrpSpPr>
        <p:grpSpPr>
          <a:xfrm>
            <a:off x="11356242" y="811556"/>
            <a:ext cx="721206" cy="609701"/>
            <a:chOff x="11356242" y="811556"/>
            <a:chExt cx="721206" cy="609701"/>
          </a:xfrm>
        </p:grpSpPr>
        <p:sp>
          <p:nvSpPr>
            <p:cNvPr id="635" name="Rectangle 634">
              <a:hlinkHover r:id="" action="ppaction://noaction" highlightClick="1"/>
              <a:extLst>
                <a:ext uri="{FF2B5EF4-FFF2-40B4-BE49-F238E27FC236}">
                  <a16:creationId xmlns:a16="http://schemas.microsoft.com/office/drawing/2014/main" id="{933B9C5C-02BD-F70F-65EE-6FE015E290DD}"/>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36" name="Oval 635">
              <a:extLst>
                <a:ext uri="{FF2B5EF4-FFF2-40B4-BE49-F238E27FC236}">
                  <a16:creationId xmlns:a16="http://schemas.microsoft.com/office/drawing/2014/main" id="{22EEC28B-F243-833C-17A9-FA5EFB0EAA98}"/>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7" name="Isosceles Triangle 648">
              <a:extLst>
                <a:ext uri="{FF2B5EF4-FFF2-40B4-BE49-F238E27FC236}">
                  <a16:creationId xmlns:a16="http://schemas.microsoft.com/office/drawing/2014/main" id="{1A830B7A-D104-36A0-0310-D1ADBEA5221A}"/>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8" name="Group 637">
            <a:extLst>
              <a:ext uri="{FF2B5EF4-FFF2-40B4-BE49-F238E27FC236}">
                <a16:creationId xmlns:a16="http://schemas.microsoft.com/office/drawing/2014/main" id="{4C799937-3C1E-D250-AF70-3C4621F948DD}"/>
              </a:ext>
            </a:extLst>
          </p:cNvPr>
          <p:cNvGrpSpPr/>
          <p:nvPr/>
        </p:nvGrpSpPr>
        <p:grpSpPr>
          <a:xfrm>
            <a:off x="8807249" y="811555"/>
            <a:ext cx="721206" cy="609701"/>
            <a:chOff x="8807249" y="811555"/>
            <a:chExt cx="721206" cy="609701"/>
          </a:xfrm>
        </p:grpSpPr>
        <p:sp>
          <p:nvSpPr>
            <p:cNvPr id="639" name="Rectangle 638">
              <a:hlinkHover r:id="" action="ppaction://noaction" highlightClick="1"/>
              <a:extLst>
                <a:ext uri="{FF2B5EF4-FFF2-40B4-BE49-F238E27FC236}">
                  <a16:creationId xmlns:a16="http://schemas.microsoft.com/office/drawing/2014/main" id="{6422E552-16A1-55CB-DCA2-D694908C4CCA}"/>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40" name="Diamond 639">
              <a:extLst>
                <a:ext uri="{FF2B5EF4-FFF2-40B4-BE49-F238E27FC236}">
                  <a16:creationId xmlns:a16="http://schemas.microsoft.com/office/drawing/2014/main" id="{4074C890-B7CA-F190-1673-C1252E465C1E}"/>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1" name="Oval 640">
              <a:extLst>
                <a:ext uri="{FF2B5EF4-FFF2-40B4-BE49-F238E27FC236}">
                  <a16:creationId xmlns:a16="http://schemas.microsoft.com/office/drawing/2014/main" id="{B1E2A5AB-A936-4215-426D-BE1D84F55872}"/>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2" name="Group 641">
            <a:extLst>
              <a:ext uri="{FF2B5EF4-FFF2-40B4-BE49-F238E27FC236}">
                <a16:creationId xmlns:a16="http://schemas.microsoft.com/office/drawing/2014/main" id="{5906A7F5-47FB-B61B-3451-DB5BD96BF545}"/>
              </a:ext>
            </a:extLst>
          </p:cNvPr>
          <p:cNvGrpSpPr/>
          <p:nvPr/>
        </p:nvGrpSpPr>
        <p:grpSpPr>
          <a:xfrm>
            <a:off x="8808419" y="3705986"/>
            <a:ext cx="721206" cy="609701"/>
            <a:chOff x="8808419" y="3705986"/>
            <a:chExt cx="721206" cy="609701"/>
          </a:xfrm>
        </p:grpSpPr>
        <p:sp>
          <p:nvSpPr>
            <p:cNvPr id="643" name="Rectangle 642">
              <a:hlinkHover r:id="" action="ppaction://noaction" highlightClick="1"/>
              <a:extLst>
                <a:ext uri="{FF2B5EF4-FFF2-40B4-BE49-F238E27FC236}">
                  <a16:creationId xmlns:a16="http://schemas.microsoft.com/office/drawing/2014/main" id="{930E706D-0826-2AF3-C9F7-5A4547E65256}"/>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44" name="Oval 643">
              <a:extLst>
                <a:ext uri="{FF2B5EF4-FFF2-40B4-BE49-F238E27FC236}">
                  <a16:creationId xmlns:a16="http://schemas.microsoft.com/office/drawing/2014/main" id="{CA499031-9DF0-B837-F9A1-88742E80BF1C}"/>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5" name="Isosceles Triangle 648">
              <a:extLst>
                <a:ext uri="{FF2B5EF4-FFF2-40B4-BE49-F238E27FC236}">
                  <a16:creationId xmlns:a16="http://schemas.microsoft.com/office/drawing/2014/main" id="{B3542E58-3618-2D80-8EE0-870BE2D9ABC3}"/>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6" name="Group 645">
            <a:extLst>
              <a:ext uri="{FF2B5EF4-FFF2-40B4-BE49-F238E27FC236}">
                <a16:creationId xmlns:a16="http://schemas.microsoft.com/office/drawing/2014/main" id="{887A6579-2C1C-5342-E8BC-A9E22017CAF4}"/>
              </a:ext>
            </a:extLst>
          </p:cNvPr>
          <p:cNvGrpSpPr/>
          <p:nvPr/>
        </p:nvGrpSpPr>
        <p:grpSpPr>
          <a:xfrm>
            <a:off x="431659" y="90836"/>
            <a:ext cx="721210" cy="609701"/>
            <a:chOff x="431659" y="90836"/>
            <a:chExt cx="721210" cy="609701"/>
          </a:xfrm>
        </p:grpSpPr>
        <p:sp>
          <p:nvSpPr>
            <p:cNvPr id="647" name="Rectangle 646">
              <a:extLst>
                <a:ext uri="{FF2B5EF4-FFF2-40B4-BE49-F238E27FC236}">
                  <a16:creationId xmlns:a16="http://schemas.microsoft.com/office/drawing/2014/main" id="{7A5A110A-5BF2-75F6-4CB1-8D059C2CFA4E}"/>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48" name="Rectangle 647">
              <a:extLst>
                <a:ext uri="{FF2B5EF4-FFF2-40B4-BE49-F238E27FC236}">
                  <a16:creationId xmlns:a16="http://schemas.microsoft.com/office/drawing/2014/main" id="{43B21EBD-581E-20B4-F1FF-F688AA0EFF52}"/>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9" name="Oval 15">
              <a:extLst>
                <a:ext uri="{FF2B5EF4-FFF2-40B4-BE49-F238E27FC236}">
                  <a16:creationId xmlns:a16="http://schemas.microsoft.com/office/drawing/2014/main" id="{DDF44EFB-0B86-D6B8-A610-778CDFAD3B52}"/>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50" name="Straight Connector 649">
              <a:extLst>
                <a:ext uri="{FF2B5EF4-FFF2-40B4-BE49-F238E27FC236}">
                  <a16:creationId xmlns:a16="http://schemas.microsoft.com/office/drawing/2014/main" id="{35571812-36E9-B9B5-03C1-499A9ED5ED79}"/>
                </a:ext>
              </a:extLst>
            </p:cNvPr>
            <p:cNvCxnSpPr>
              <a:cxnSpLocks/>
              <a:stCxn id="649"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51" name="Straight Connector 650">
              <a:extLst>
                <a:ext uri="{FF2B5EF4-FFF2-40B4-BE49-F238E27FC236}">
                  <a16:creationId xmlns:a16="http://schemas.microsoft.com/office/drawing/2014/main" id="{5D252E9B-A0A9-7E05-5665-15EA4E271905}"/>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2" name="Group 651">
            <a:extLst>
              <a:ext uri="{FF2B5EF4-FFF2-40B4-BE49-F238E27FC236}">
                <a16:creationId xmlns:a16="http://schemas.microsoft.com/office/drawing/2014/main" id="{0928520A-E66D-FA3C-DAAE-14B2D60C5730}"/>
              </a:ext>
            </a:extLst>
          </p:cNvPr>
          <p:cNvGrpSpPr/>
          <p:nvPr/>
        </p:nvGrpSpPr>
        <p:grpSpPr>
          <a:xfrm>
            <a:off x="1267282" y="90836"/>
            <a:ext cx="721206" cy="609701"/>
            <a:chOff x="1267282" y="90836"/>
            <a:chExt cx="721206" cy="609701"/>
          </a:xfrm>
        </p:grpSpPr>
        <p:sp>
          <p:nvSpPr>
            <p:cNvPr id="653" name="Rectangle 652">
              <a:extLst>
                <a:ext uri="{FF2B5EF4-FFF2-40B4-BE49-F238E27FC236}">
                  <a16:creationId xmlns:a16="http://schemas.microsoft.com/office/drawing/2014/main" id="{960C0155-889F-D614-228F-EF1B69D9CE98}"/>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54" name="Rectangle 653">
              <a:extLst>
                <a:ext uri="{FF2B5EF4-FFF2-40B4-BE49-F238E27FC236}">
                  <a16:creationId xmlns:a16="http://schemas.microsoft.com/office/drawing/2014/main" id="{D5E9F962-D6DE-B226-9C0E-F6815EED617F}"/>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5" name="Oval 15">
              <a:extLst>
                <a:ext uri="{FF2B5EF4-FFF2-40B4-BE49-F238E27FC236}">
                  <a16:creationId xmlns:a16="http://schemas.microsoft.com/office/drawing/2014/main" id="{D73057FD-E634-7023-35D1-B49203EC5D94}"/>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56" name="Straight Connector 655">
              <a:extLst>
                <a:ext uri="{FF2B5EF4-FFF2-40B4-BE49-F238E27FC236}">
                  <a16:creationId xmlns:a16="http://schemas.microsoft.com/office/drawing/2014/main" id="{9D2B0853-573B-E116-CE2D-0A5F3C87BF5E}"/>
                </a:ext>
              </a:extLst>
            </p:cNvPr>
            <p:cNvCxnSpPr>
              <a:cxnSpLocks/>
              <a:stCxn id="655"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57" name="Straight Connector 656">
              <a:extLst>
                <a:ext uri="{FF2B5EF4-FFF2-40B4-BE49-F238E27FC236}">
                  <a16:creationId xmlns:a16="http://schemas.microsoft.com/office/drawing/2014/main" id="{99C002E1-C2DB-0025-5CDE-C01E3E20E847}"/>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8" name="Group 657">
            <a:extLst>
              <a:ext uri="{FF2B5EF4-FFF2-40B4-BE49-F238E27FC236}">
                <a16:creationId xmlns:a16="http://schemas.microsoft.com/office/drawing/2014/main" id="{BE8D443C-6D31-5410-FF4F-55C9FAB683AA}"/>
              </a:ext>
            </a:extLst>
          </p:cNvPr>
          <p:cNvGrpSpPr/>
          <p:nvPr/>
        </p:nvGrpSpPr>
        <p:grpSpPr>
          <a:xfrm>
            <a:off x="2102907" y="90836"/>
            <a:ext cx="721206" cy="609701"/>
            <a:chOff x="2102907" y="90836"/>
            <a:chExt cx="721206" cy="609701"/>
          </a:xfrm>
        </p:grpSpPr>
        <p:sp>
          <p:nvSpPr>
            <p:cNvPr id="659" name="Rectangle 658">
              <a:extLst>
                <a:ext uri="{FF2B5EF4-FFF2-40B4-BE49-F238E27FC236}">
                  <a16:creationId xmlns:a16="http://schemas.microsoft.com/office/drawing/2014/main" id="{47FBC795-F6AB-AAD7-F5A6-7001A5106432}"/>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60" name="Rectangle 659">
              <a:extLst>
                <a:ext uri="{FF2B5EF4-FFF2-40B4-BE49-F238E27FC236}">
                  <a16:creationId xmlns:a16="http://schemas.microsoft.com/office/drawing/2014/main" id="{C8B15E78-5AE8-F915-D7DE-DB515B57621A}"/>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1" name="Oval 15">
              <a:extLst>
                <a:ext uri="{FF2B5EF4-FFF2-40B4-BE49-F238E27FC236}">
                  <a16:creationId xmlns:a16="http://schemas.microsoft.com/office/drawing/2014/main" id="{4AA71814-69DF-2505-C8D3-20129BC57005}"/>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2" name="Straight Connector 661">
              <a:extLst>
                <a:ext uri="{FF2B5EF4-FFF2-40B4-BE49-F238E27FC236}">
                  <a16:creationId xmlns:a16="http://schemas.microsoft.com/office/drawing/2014/main" id="{253B89AC-33C1-C1BC-661D-5EE7707C6BF0}"/>
                </a:ext>
              </a:extLst>
            </p:cNvPr>
            <p:cNvCxnSpPr>
              <a:cxnSpLocks/>
              <a:stCxn id="661"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63" name="Straight Connector 662">
              <a:extLst>
                <a:ext uri="{FF2B5EF4-FFF2-40B4-BE49-F238E27FC236}">
                  <a16:creationId xmlns:a16="http://schemas.microsoft.com/office/drawing/2014/main" id="{3781A559-C196-D281-6785-19B73D52DBEB}"/>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67" name="Group 666">
            <a:extLst>
              <a:ext uri="{FF2B5EF4-FFF2-40B4-BE49-F238E27FC236}">
                <a16:creationId xmlns:a16="http://schemas.microsoft.com/office/drawing/2014/main" id="{6FD38F15-9994-74DC-26BF-7C5C4837C145}"/>
              </a:ext>
            </a:extLst>
          </p:cNvPr>
          <p:cNvGrpSpPr/>
          <p:nvPr/>
        </p:nvGrpSpPr>
        <p:grpSpPr>
          <a:xfrm>
            <a:off x="432841" y="4419615"/>
            <a:ext cx="721206" cy="609701"/>
            <a:chOff x="432841" y="4419615"/>
            <a:chExt cx="721206" cy="609701"/>
          </a:xfrm>
        </p:grpSpPr>
        <p:sp>
          <p:nvSpPr>
            <p:cNvPr id="668" name="Rectangle 667">
              <a:extLst>
                <a:ext uri="{FF2B5EF4-FFF2-40B4-BE49-F238E27FC236}">
                  <a16:creationId xmlns:a16="http://schemas.microsoft.com/office/drawing/2014/main" id="{6ACC7C24-8561-2F26-06EE-FFEBDA685224}"/>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69" name="Cylinder 668">
              <a:extLst>
                <a:ext uri="{FF2B5EF4-FFF2-40B4-BE49-F238E27FC236}">
                  <a16:creationId xmlns:a16="http://schemas.microsoft.com/office/drawing/2014/main" id="{2AC2DA71-02BF-C6E4-B2A0-65A85C756A68}"/>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3" name="Group 672">
            <a:extLst>
              <a:ext uri="{FF2B5EF4-FFF2-40B4-BE49-F238E27FC236}">
                <a16:creationId xmlns:a16="http://schemas.microsoft.com/office/drawing/2014/main" id="{EDD229E9-82F8-8F5B-65FA-F16D0CA77AE1}"/>
              </a:ext>
            </a:extLst>
          </p:cNvPr>
          <p:cNvGrpSpPr/>
          <p:nvPr/>
        </p:nvGrpSpPr>
        <p:grpSpPr>
          <a:xfrm>
            <a:off x="431297" y="5141008"/>
            <a:ext cx="721206" cy="609701"/>
            <a:chOff x="431297" y="5141008"/>
            <a:chExt cx="721206" cy="609701"/>
          </a:xfrm>
        </p:grpSpPr>
        <p:sp>
          <p:nvSpPr>
            <p:cNvPr id="674" name="Rectangle 673">
              <a:extLst>
                <a:ext uri="{FF2B5EF4-FFF2-40B4-BE49-F238E27FC236}">
                  <a16:creationId xmlns:a16="http://schemas.microsoft.com/office/drawing/2014/main" id="{C238E90C-D047-54E4-18D0-190C358435FB}"/>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75" name="Cylinder 674">
              <a:extLst>
                <a:ext uri="{FF2B5EF4-FFF2-40B4-BE49-F238E27FC236}">
                  <a16:creationId xmlns:a16="http://schemas.microsoft.com/office/drawing/2014/main" id="{24A1E228-3895-C593-4B58-DC1F2A83B39A}"/>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10" name="Group 709">
            <a:extLst>
              <a:ext uri="{FF2B5EF4-FFF2-40B4-BE49-F238E27FC236}">
                <a16:creationId xmlns:a16="http://schemas.microsoft.com/office/drawing/2014/main" id="{AF123D67-4CB0-0FCF-69DA-684BC120EA89}"/>
              </a:ext>
            </a:extLst>
          </p:cNvPr>
          <p:cNvGrpSpPr/>
          <p:nvPr/>
        </p:nvGrpSpPr>
        <p:grpSpPr>
          <a:xfrm>
            <a:off x="3778361" y="2253333"/>
            <a:ext cx="721206" cy="609701"/>
            <a:chOff x="3778361" y="2253333"/>
            <a:chExt cx="721206" cy="609701"/>
          </a:xfrm>
        </p:grpSpPr>
        <p:sp>
          <p:nvSpPr>
            <p:cNvPr id="711" name="Rectangle 710">
              <a:extLst>
                <a:ext uri="{FF2B5EF4-FFF2-40B4-BE49-F238E27FC236}">
                  <a16:creationId xmlns:a16="http://schemas.microsoft.com/office/drawing/2014/main" id="{D39C2295-1BCF-B93F-6896-B4F67F91C4BA}"/>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712" name="Rectangle 711">
              <a:extLst>
                <a:ext uri="{FF2B5EF4-FFF2-40B4-BE49-F238E27FC236}">
                  <a16:creationId xmlns:a16="http://schemas.microsoft.com/office/drawing/2014/main" id="{A8D7542F-73A0-C259-1E72-4DA0A9A2B509}"/>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3" name="Oval 15">
              <a:extLst>
                <a:ext uri="{FF2B5EF4-FFF2-40B4-BE49-F238E27FC236}">
                  <a16:creationId xmlns:a16="http://schemas.microsoft.com/office/drawing/2014/main" id="{BAAAFAF1-F864-E45F-B2C9-8CE3ADDE2205}"/>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14" name="Straight Connector 713">
              <a:extLst>
                <a:ext uri="{FF2B5EF4-FFF2-40B4-BE49-F238E27FC236}">
                  <a16:creationId xmlns:a16="http://schemas.microsoft.com/office/drawing/2014/main" id="{AA7296C0-3959-A90C-36F8-B77B37979705}"/>
                </a:ext>
              </a:extLst>
            </p:cNvPr>
            <p:cNvCxnSpPr>
              <a:cxnSpLocks/>
              <a:stCxn id="713"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15" name="Straight Connector 714">
              <a:extLst>
                <a:ext uri="{FF2B5EF4-FFF2-40B4-BE49-F238E27FC236}">
                  <a16:creationId xmlns:a16="http://schemas.microsoft.com/office/drawing/2014/main" id="{9154DBBA-E300-AF25-5C6E-3C17C7BB7EAA}"/>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60" name="Group 759">
            <a:extLst>
              <a:ext uri="{FF2B5EF4-FFF2-40B4-BE49-F238E27FC236}">
                <a16:creationId xmlns:a16="http://schemas.microsoft.com/office/drawing/2014/main" id="{67B222DB-3660-8500-0A9A-0D066E95D824}"/>
              </a:ext>
            </a:extLst>
          </p:cNvPr>
          <p:cNvGrpSpPr/>
          <p:nvPr/>
        </p:nvGrpSpPr>
        <p:grpSpPr>
          <a:xfrm>
            <a:off x="2105348" y="1532276"/>
            <a:ext cx="721206" cy="609701"/>
            <a:chOff x="2105348" y="1532276"/>
            <a:chExt cx="721206" cy="609701"/>
          </a:xfrm>
        </p:grpSpPr>
        <p:sp>
          <p:nvSpPr>
            <p:cNvPr id="761" name="Rectangle 760">
              <a:extLst>
                <a:ext uri="{FF2B5EF4-FFF2-40B4-BE49-F238E27FC236}">
                  <a16:creationId xmlns:a16="http://schemas.microsoft.com/office/drawing/2014/main" id="{4BF266B2-B368-C464-F29A-210418E50C16}"/>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62" name="Rectangle 761">
              <a:extLst>
                <a:ext uri="{FF2B5EF4-FFF2-40B4-BE49-F238E27FC236}">
                  <a16:creationId xmlns:a16="http://schemas.microsoft.com/office/drawing/2014/main" id="{8DA7FD5A-D228-B22C-AE2D-705AC94074EF}"/>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3" name="Oval 15">
              <a:extLst>
                <a:ext uri="{FF2B5EF4-FFF2-40B4-BE49-F238E27FC236}">
                  <a16:creationId xmlns:a16="http://schemas.microsoft.com/office/drawing/2014/main" id="{D079B63C-E771-C4C0-7218-43EB243A680A}"/>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64" name="Straight Connector 763">
              <a:extLst>
                <a:ext uri="{FF2B5EF4-FFF2-40B4-BE49-F238E27FC236}">
                  <a16:creationId xmlns:a16="http://schemas.microsoft.com/office/drawing/2014/main" id="{102D9C60-D51F-6C85-A4B8-E77CE4E0C059}"/>
                </a:ext>
              </a:extLst>
            </p:cNvPr>
            <p:cNvCxnSpPr>
              <a:cxnSpLocks/>
              <a:stCxn id="763"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65" name="Straight Connector 764">
              <a:extLst>
                <a:ext uri="{FF2B5EF4-FFF2-40B4-BE49-F238E27FC236}">
                  <a16:creationId xmlns:a16="http://schemas.microsoft.com/office/drawing/2014/main" id="{33D91929-FC5A-2B4B-6CC8-2224F0E3CA52}"/>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66" name="Group 765">
            <a:extLst>
              <a:ext uri="{FF2B5EF4-FFF2-40B4-BE49-F238E27FC236}">
                <a16:creationId xmlns:a16="http://schemas.microsoft.com/office/drawing/2014/main" id="{9A673200-4FD9-080D-2866-41E8CE02C7CF}"/>
              </a:ext>
            </a:extLst>
          </p:cNvPr>
          <p:cNvGrpSpPr/>
          <p:nvPr/>
        </p:nvGrpSpPr>
        <p:grpSpPr>
          <a:xfrm>
            <a:off x="431659" y="1532283"/>
            <a:ext cx="721891" cy="610032"/>
            <a:chOff x="431659" y="1532283"/>
            <a:chExt cx="721891" cy="610032"/>
          </a:xfrm>
        </p:grpSpPr>
        <p:sp>
          <p:nvSpPr>
            <p:cNvPr id="767" name="Rectangle 766">
              <a:extLst>
                <a:ext uri="{FF2B5EF4-FFF2-40B4-BE49-F238E27FC236}">
                  <a16:creationId xmlns:a16="http://schemas.microsoft.com/office/drawing/2014/main" id="{50EF002F-79BA-456F-88D5-8B12BBB7F383}"/>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68" name="Right Triangle 767">
              <a:extLst>
                <a:ext uri="{FF2B5EF4-FFF2-40B4-BE49-F238E27FC236}">
                  <a16:creationId xmlns:a16="http://schemas.microsoft.com/office/drawing/2014/main" id="{8D664B53-2AAE-027F-D89D-84A9FFE9E9B6}"/>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9" name="Group 768">
              <a:extLst>
                <a:ext uri="{FF2B5EF4-FFF2-40B4-BE49-F238E27FC236}">
                  <a16:creationId xmlns:a16="http://schemas.microsoft.com/office/drawing/2014/main" id="{27C29BBA-919E-2F48-F744-94C5AEA46028}"/>
                </a:ext>
              </a:extLst>
            </p:cNvPr>
            <p:cNvGrpSpPr/>
            <p:nvPr/>
          </p:nvGrpSpPr>
          <p:grpSpPr>
            <a:xfrm>
              <a:off x="1102940" y="1538374"/>
              <a:ext cx="37817" cy="61390"/>
              <a:chOff x="3883481" y="2057400"/>
              <a:chExt cx="1608363" cy="2652031"/>
            </a:xfrm>
            <a:solidFill>
              <a:srgbClr val="A6A6A6">
                <a:alpha val="20000"/>
              </a:srgbClr>
            </a:solidFill>
          </p:grpSpPr>
          <p:sp>
            <p:nvSpPr>
              <p:cNvPr id="770" name="Oval 27">
                <a:extLst>
                  <a:ext uri="{FF2B5EF4-FFF2-40B4-BE49-F238E27FC236}">
                    <a16:creationId xmlns:a16="http://schemas.microsoft.com/office/drawing/2014/main" id="{A95BA14A-B8D8-1DEE-BB40-9A08E5A838F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1" name="Oval 28">
                <a:extLst>
                  <a:ext uri="{FF2B5EF4-FFF2-40B4-BE49-F238E27FC236}">
                    <a16:creationId xmlns:a16="http://schemas.microsoft.com/office/drawing/2014/main" id="{D9078EDE-0047-65C4-598A-32122CE946C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8" name="Group 777">
            <a:extLst>
              <a:ext uri="{FF2B5EF4-FFF2-40B4-BE49-F238E27FC236}">
                <a16:creationId xmlns:a16="http://schemas.microsoft.com/office/drawing/2014/main" id="{1F6C6C6E-6690-22C3-03AA-4C133B535012}"/>
              </a:ext>
            </a:extLst>
          </p:cNvPr>
          <p:cNvGrpSpPr/>
          <p:nvPr/>
        </p:nvGrpSpPr>
        <p:grpSpPr>
          <a:xfrm>
            <a:off x="2104426" y="2974054"/>
            <a:ext cx="721206" cy="609701"/>
            <a:chOff x="2104426" y="2974054"/>
            <a:chExt cx="721206" cy="609701"/>
          </a:xfrm>
        </p:grpSpPr>
        <p:sp>
          <p:nvSpPr>
            <p:cNvPr id="779" name="Rectangle 778">
              <a:hlinkHover r:id="" action="ppaction://noaction" highlightClick="1"/>
              <a:extLst>
                <a:ext uri="{FF2B5EF4-FFF2-40B4-BE49-F238E27FC236}">
                  <a16:creationId xmlns:a16="http://schemas.microsoft.com/office/drawing/2014/main" id="{83899AD2-9F5E-34EF-93A6-597FBDF72C49}"/>
                </a:ext>
              </a:extLst>
            </p:cNvPr>
            <p:cNvSpPr/>
            <p:nvPr/>
          </p:nvSpPr>
          <p:spPr>
            <a:xfrm>
              <a:off x="2104426" y="2974054"/>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Guard</a:t>
              </a:r>
            </a:p>
          </p:txBody>
        </p:sp>
        <p:sp>
          <p:nvSpPr>
            <p:cNvPr id="780" name="Right Triangle 779">
              <a:extLst>
                <a:ext uri="{FF2B5EF4-FFF2-40B4-BE49-F238E27FC236}">
                  <a16:creationId xmlns:a16="http://schemas.microsoft.com/office/drawing/2014/main" id="{5E40CA8E-CBE7-5EDC-68BE-59B1AC064E0A}"/>
                </a:ext>
              </a:extLst>
            </p:cNvPr>
            <p:cNvSpPr/>
            <p:nvPr/>
          </p:nvSpPr>
          <p:spPr>
            <a:xfrm rot="10800000">
              <a:off x="2702643" y="298022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1" name="Group 780">
              <a:extLst>
                <a:ext uri="{FF2B5EF4-FFF2-40B4-BE49-F238E27FC236}">
                  <a16:creationId xmlns:a16="http://schemas.microsoft.com/office/drawing/2014/main" id="{1989C7E5-AEC7-9B68-2A28-803ABE1A388F}"/>
                </a:ext>
              </a:extLst>
            </p:cNvPr>
            <p:cNvGrpSpPr/>
            <p:nvPr/>
          </p:nvGrpSpPr>
          <p:grpSpPr>
            <a:xfrm>
              <a:off x="2769084" y="2986312"/>
              <a:ext cx="37817" cy="61390"/>
              <a:chOff x="3883481" y="2057400"/>
              <a:chExt cx="1608363" cy="2652031"/>
            </a:xfrm>
            <a:solidFill>
              <a:srgbClr val="A6A6A6">
                <a:alpha val="20000"/>
              </a:srgbClr>
            </a:solidFill>
          </p:grpSpPr>
          <p:sp>
            <p:nvSpPr>
              <p:cNvPr id="782" name="Oval 27">
                <a:extLst>
                  <a:ext uri="{FF2B5EF4-FFF2-40B4-BE49-F238E27FC236}">
                    <a16:creationId xmlns:a16="http://schemas.microsoft.com/office/drawing/2014/main" id="{58351B47-4556-A58B-CF52-6BD32180293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3" name="Oval 28">
                <a:extLst>
                  <a:ext uri="{FF2B5EF4-FFF2-40B4-BE49-F238E27FC236}">
                    <a16:creationId xmlns:a16="http://schemas.microsoft.com/office/drawing/2014/main" id="{D671BBD8-DE5B-980F-99BC-DB09FD39F64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4" name="Group 783">
            <a:extLst>
              <a:ext uri="{FF2B5EF4-FFF2-40B4-BE49-F238E27FC236}">
                <a16:creationId xmlns:a16="http://schemas.microsoft.com/office/drawing/2014/main" id="{2315C69C-EA71-F5B7-CF25-2EA0371BFBB2}"/>
              </a:ext>
            </a:extLst>
          </p:cNvPr>
          <p:cNvGrpSpPr/>
          <p:nvPr/>
        </p:nvGrpSpPr>
        <p:grpSpPr>
          <a:xfrm>
            <a:off x="5454379" y="2974054"/>
            <a:ext cx="721206" cy="649846"/>
            <a:chOff x="5454379" y="2974054"/>
            <a:chExt cx="721206" cy="649846"/>
          </a:xfrm>
        </p:grpSpPr>
        <p:sp>
          <p:nvSpPr>
            <p:cNvPr id="785" name="Rectangle 784">
              <a:extLst>
                <a:ext uri="{FF2B5EF4-FFF2-40B4-BE49-F238E27FC236}">
                  <a16:creationId xmlns:a16="http://schemas.microsoft.com/office/drawing/2014/main" id="{D98C76BD-7F2F-5AE4-0615-AD7F6A290C86}"/>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86" name="Rectangle 785">
              <a:extLst>
                <a:ext uri="{FF2B5EF4-FFF2-40B4-BE49-F238E27FC236}">
                  <a16:creationId xmlns:a16="http://schemas.microsoft.com/office/drawing/2014/main" id="{26AC1A2C-B051-2E7A-0AC2-73EAAF71CF6A}"/>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7" name="Oval 15">
              <a:extLst>
                <a:ext uri="{FF2B5EF4-FFF2-40B4-BE49-F238E27FC236}">
                  <a16:creationId xmlns:a16="http://schemas.microsoft.com/office/drawing/2014/main" id="{AD667FF1-46B1-296E-3B5C-FAC95A82B98F}"/>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88" name="Straight Connector 787">
              <a:extLst>
                <a:ext uri="{FF2B5EF4-FFF2-40B4-BE49-F238E27FC236}">
                  <a16:creationId xmlns:a16="http://schemas.microsoft.com/office/drawing/2014/main" id="{A73D7FFB-E201-5708-9C09-F8DCB90286BD}"/>
                </a:ext>
              </a:extLst>
            </p:cNvPr>
            <p:cNvCxnSpPr>
              <a:cxnSpLocks/>
              <a:stCxn id="787"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89" name="Straight Connector 788">
              <a:extLst>
                <a:ext uri="{FF2B5EF4-FFF2-40B4-BE49-F238E27FC236}">
                  <a16:creationId xmlns:a16="http://schemas.microsoft.com/office/drawing/2014/main" id="{E36C2C1B-6260-E13C-4DA2-66201324DC23}"/>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0" name="Group 789">
            <a:extLst>
              <a:ext uri="{FF2B5EF4-FFF2-40B4-BE49-F238E27FC236}">
                <a16:creationId xmlns:a16="http://schemas.microsoft.com/office/drawing/2014/main" id="{52C40B6C-9622-E7C0-343B-44E75EFD5EE3}"/>
              </a:ext>
            </a:extLst>
          </p:cNvPr>
          <p:cNvGrpSpPr/>
          <p:nvPr/>
        </p:nvGrpSpPr>
        <p:grpSpPr>
          <a:xfrm>
            <a:off x="431659" y="2974054"/>
            <a:ext cx="721891" cy="609701"/>
            <a:chOff x="431659" y="2974054"/>
            <a:chExt cx="721891" cy="609701"/>
          </a:xfrm>
        </p:grpSpPr>
        <p:sp>
          <p:nvSpPr>
            <p:cNvPr id="791" name="Rectangle 790">
              <a:extLst>
                <a:ext uri="{FF2B5EF4-FFF2-40B4-BE49-F238E27FC236}">
                  <a16:creationId xmlns:a16="http://schemas.microsoft.com/office/drawing/2014/main" id="{D01989BA-E20C-7C9F-A641-A25D55DD6F40}"/>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92" name="Right Triangle 791">
              <a:extLst>
                <a:ext uri="{FF2B5EF4-FFF2-40B4-BE49-F238E27FC236}">
                  <a16:creationId xmlns:a16="http://schemas.microsoft.com/office/drawing/2014/main" id="{07DF421B-7E75-AB0E-D18B-AC615FB3CCAF}"/>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93" name="Group 792">
              <a:extLst>
                <a:ext uri="{FF2B5EF4-FFF2-40B4-BE49-F238E27FC236}">
                  <a16:creationId xmlns:a16="http://schemas.microsoft.com/office/drawing/2014/main" id="{AC906487-CBC9-D256-6FB2-A3825F27DC40}"/>
                </a:ext>
              </a:extLst>
            </p:cNvPr>
            <p:cNvGrpSpPr/>
            <p:nvPr/>
          </p:nvGrpSpPr>
          <p:grpSpPr>
            <a:xfrm>
              <a:off x="1102940" y="2981762"/>
              <a:ext cx="37817" cy="61390"/>
              <a:chOff x="3883481" y="2057400"/>
              <a:chExt cx="1608363" cy="2652031"/>
            </a:xfrm>
            <a:solidFill>
              <a:srgbClr val="A6A6A6">
                <a:alpha val="20000"/>
              </a:srgbClr>
            </a:solidFill>
          </p:grpSpPr>
          <p:sp>
            <p:nvSpPr>
              <p:cNvPr id="794" name="Oval 27">
                <a:extLst>
                  <a:ext uri="{FF2B5EF4-FFF2-40B4-BE49-F238E27FC236}">
                    <a16:creationId xmlns:a16="http://schemas.microsoft.com/office/drawing/2014/main" id="{B53D5DE2-ADA0-1DA4-2AE0-0D173E6B9A7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5" name="Oval 28">
                <a:extLst>
                  <a:ext uri="{FF2B5EF4-FFF2-40B4-BE49-F238E27FC236}">
                    <a16:creationId xmlns:a16="http://schemas.microsoft.com/office/drawing/2014/main" id="{157721E7-D145-7DF3-EF7E-3B7DBBF4936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8" name="Group 807">
            <a:extLst>
              <a:ext uri="{FF2B5EF4-FFF2-40B4-BE49-F238E27FC236}">
                <a16:creationId xmlns:a16="http://schemas.microsoft.com/office/drawing/2014/main" id="{959923C0-3209-192B-D665-98B346656B4D}"/>
              </a:ext>
            </a:extLst>
          </p:cNvPr>
          <p:cNvGrpSpPr/>
          <p:nvPr/>
        </p:nvGrpSpPr>
        <p:grpSpPr>
          <a:xfrm>
            <a:off x="1268380" y="2974053"/>
            <a:ext cx="721206" cy="609701"/>
            <a:chOff x="1268380" y="2974053"/>
            <a:chExt cx="721206" cy="609701"/>
          </a:xfrm>
        </p:grpSpPr>
        <p:sp>
          <p:nvSpPr>
            <p:cNvPr id="809" name="Rectangle 808">
              <a:extLst>
                <a:ext uri="{FF2B5EF4-FFF2-40B4-BE49-F238E27FC236}">
                  <a16:creationId xmlns:a16="http://schemas.microsoft.com/office/drawing/2014/main" id="{1B61CBFA-24CA-A643-4A56-1930B6A1FF8E}"/>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810" name="Right Triangle 809">
              <a:extLst>
                <a:ext uri="{FF2B5EF4-FFF2-40B4-BE49-F238E27FC236}">
                  <a16:creationId xmlns:a16="http://schemas.microsoft.com/office/drawing/2014/main" id="{873258A3-10E6-7616-A220-1FCCC9EF0F21}"/>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11" name="Group 810">
              <a:extLst>
                <a:ext uri="{FF2B5EF4-FFF2-40B4-BE49-F238E27FC236}">
                  <a16:creationId xmlns:a16="http://schemas.microsoft.com/office/drawing/2014/main" id="{8A1BBED7-80FB-31F6-97E0-67C3B1DB017F}"/>
                </a:ext>
              </a:extLst>
            </p:cNvPr>
            <p:cNvGrpSpPr/>
            <p:nvPr/>
          </p:nvGrpSpPr>
          <p:grpSpPr>
            <a:xfrm>
              <a:off x="1938973" y="2986452"/>
              <a:ext cx="37817" cy="61390"/>
              <a:chOff x="3883481" y="2057400"/>
              <a:chExt cx="1608363" cy="2652031"/>
            </a:xfrm>
            <a:solidFill>
              <a:srgbClr val="A6A6A6">
                <a:alpha val="20000"/>
              </a:srgbClr>
            </a:solidFill>
          </p:grpSpPr>
          <p:sp>
            <p:nvSpPr>
              <p:cNvPr id="812" name="Oval 27">
                <a:extLst>
                  <a:ext uri="{FF2B5EF4-FFF2-40B4-BE49-F238E27FC236}">
                    <a16:creationId xmlns:a16="http://schemas.microsoft.com/office/drawing/2014/main" id="{407DF4E9-F1BC-314B-1AEC-82C4A81CA4C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3" name="Oval 28">
                <a:extLst>
                  <a:ext uri="{FF2B5EF4-FFF2-40B4-BE49-F238E27FC236}">
                    <a16:creationId xmlns:a16="http://schemas.microsoft.com/office/drawing/2014/main" id="{2617E03F-B8E4-0E27-CB8C-1C3E48A721B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4" name="Group 813">
            <a:extLst>
              <a:ext uri="{FF2B5EF4-FFF2-40B4-BE49-F238E27FC236}">
                <a16:creationId xmlns:a16="http://schemas.microsoft.com/office/drawing/2014/main" id="{9C9B643B-9B5B-E19F-DED9-4987F3ED54CE}"/>
              </a:ext>
            </a:extLst>
          </p:cNvPr>
          <p:cNvGrpSpPr/>
          <p:nvPr/>
        </p:nvGrpSpPr>
        <p:grpSpPr>
          <a:xfrm>
            <a:off x="2938534" y="811556"/>
            <a:ext cx="721206" cy="609701"/>
            <a:chOff x="2938534" y="811556"/>
            <a:chExt cx="721206" cy="609701"/>
          </a:xfrm>
        </p:grpSpPr>
        <p:sp>
          <p:nvSpPr>
            <p:cNvPr id="815" name="Rectangle 814">
              <a:extLst>
                <a:ext uri="{FF2B5EF4-FFF2-40B4-BE49-F238E27FC236}">
                  <a16:creationId xmlns:a16="http://schemas.microsoft.com/office/drawing/2014/main" id="{DB56D9E4-D8C1-20B3-4BE0-B454D76F899C}"/>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816" name="Rectangle 815">
              <a:extLst>
                <a:ext uri="{FF2B5EF4-FFF2-40B4-BE49-F238E27FC236}">
                  <a16:creationId xmlns:a16="http://schemas.microsoft.com/office/drawing/2014/main" id="{0AB03A0C-042E-8A87-D62B-041E859822EA}"/>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7" name="Oval 15">
              <a:extLst>
                <a:ext uri="{FF2B5EF4-FFF2-40B4-BE49-F238E27FC236}">
                  <a16:creationId xmlns:a16="http://schemas.microsoft.com/office/drawing/2014/main" id="{A4426A57-0543-BB0B-A55B-A2052101EBF3}"/>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18" name="Straight Connector 817">
              <a:extLst>
                <a:ext uri="{FF2B5EF4-FFF2-40B4-BE49-F238E27FC236}">
                  <a16:creationId xmlns:a16="http://schemas.microsoft.com/office/drawing/2014/main" id="{90265D8A-F8CB-2CAA-B749-7DDB1273D2AF}"/>
                </a:ext>
              </a:extLst>
            </p:cNvPr>
            <p:cNvCxnSpPr>
              <a:cxnSpLocks/>
              <a:stCxn id="817"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19" name="Straight Connector 818">
              <a:extLst>
                <a:ext uri="{FF2B5EF4-FFF2-40B4-BE49-F238E27FC236}">
                  <a16:creationId xmlns:a16="http://schemas.microsoft.com/office/drawing/2014/main" id="{4229157F-C2AB-557A-296D-C0373153F36B}"/>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32" name="Group 831">
            <a:extLst>
              <a:ext uri="{FF2B5EF4-FFF2-40B4-BE49-F238E27FC236}">
                <a16:creationId xmlns:a16="http://schemas.microsoft.com/office/drawing/2014/main" id="{25D38257-3FF2-965A-2028-BFEB33036574}"/>
              </a:ext>
            </a:extLst>
          </p:cNvPr>
          <p:cNvGrpSpPr/>
          <p:nvPr/>
        </p:nvGrpSpPr>
        <p:grpSpPr>
          <a:xfrm>
            <a:off x="1267285" y="811556"/>
            <a:ext cx="721206" cy="609701"/>
            <a:chOff x="1267285" y="811556"/>
            <a:chExt cx="721206" cy="609701"/>
          </a:xfrm>
        </p:grpSpPr>
        <p:sp>
          <p:nvSpPr>
            <p:cNvPr id="833" name="Rectangle 832">
              <a:extLst>
                <a:ext uri="{FF2B5EF4-FFF2-40B4-BE49-F238E27FC236}">
                  <a16:creationId xmlns:a16="http://schemas.microsoft.com/office/drawing/2014/main" id="{AB5F9B85-7FDB-A6FF-4021-06F909A7B26A}"/>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34" name="Right Triangle 833">
              <a:extLst>
                <a:ext uri="{FF2B5EF4-FFF2-40B4-BE49-F238E27FC236}">
                  <a16:creationId xmlns:a16="http://schemas.microsoft.com/office/drawing/2014/main" id="{17CE0AA5-4BDE-32A6-A447-2E3BF5700179}"/>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5" name="Group 834">
              <a:extLst>
                <a:ext uri="{FF2B5EF4-FFF2-40B4-BE49-F238E27FC236}">
                  <a16:creationId xmlns:a16="http://schemas.microsoft.com/office/drawing/2014/main" id="{D8372A18-4ADC-3430-A18D-C81981A54B4D}"/>
                </a:ext>
              </a:extLst>
            </p:cNvPr>
            <p:cNvGrpSpPr/>
            <p:nvPr/>
          </p:nvGrpSpPr>
          <p:grpSpPr>
            <a:xfrm>
              <a:off x="1937878" y="819591"/>
              <a:ext cx="37817" cy="61390"/>
              <a:chOff x="3883481" y="2057400"/>
              <a:chExt cx="1608363" cy="2652031"/>
            </a:xfrm>
            <a:solidFill>
              <a:srgbClr val="A6A6A6">
                <a:alpha val="20000"/>
              </a:srgbClr>
            </a:solidFill>
          </p:grpSpPr>
          <p:sp>
            <p:nvSpPr>
              <p:cNvPr id="836" name="Oval 27">
                <a:extLst>
                  <a:ext uri="{FF2B5EF4-FFF2-40B4-BE49-F238E27FC236}">
                    <a16:creationId xmlns:a16="http://schemas.microsoft.com/office/drawing/2014/main" id="{83F1D3BA-7629-5C42-DFD7-12C3D18F116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7" name="Oval 28">
                <a:extLst>
                  <a:ext uri="{FF2B5EF4-FFF2-40B4-BE49-F238E27FC236}">
                    <a16:creationId xmlns:a16="http://schemas.microsoft.com/office/drawing/2014/main" id="{0E2B57D4-2B31-EF80-1305-57BF933D802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44" name="Group 843">
            <a:extLst>
              <a:ext uri="{FF2B5EF4-FFF2-40B4-BE49-F238E27FC236}">
                <a16:creationId xmlns:a16="http://schemas.microsoft.com/office/drawing/2014/main" id="{E8C199F8-D7FC-9469-993C-91993AFBE06A}"/>
              </a:ext>
            </a:extLst>
          </p:cNvPr>
          <p:cNvGrpSpPr/>
          <p:nvPr/>
        </p:nvGrpSpPr>
        <p:grpSpPr>
          <a:xfrm>
            <a:off x="2889438" y="751337"/>
            <a:ext cx="5022643" cy="5001728"/>
            <a:chOff x="2889438" y="751337"/>
            <a:chExt cx="5022643" cy="5001728"/>
          </a:xfrm>
        </p:grpSpPr>
        <p:cxnSp>
          <p:nvCxnSpPr>
            <p:cNvPr id="845" name="Straight Connector 844">
              <a:extLst>
                <a:ext uri="{FF2B5EF4-FFF2-40B4-BE49-F238E27FC236}">
                  <a16:creationId xmlns:a16="http://schemas.microsoft.com/office/drawing/2014/main" id="{343827D5-04B4-F426-70E6-EC3897D1BB2E}"/>
                </a:ext>
              </a:extLst>
            </p:cNvPr>
            <p:cNvCxnSpPr>
              <a:cxnSpLocks/>
            </p:cNvCxnSpPr>
            <p:nvPr/>
          </p:nvCxnSpPr>
          <p:spPr>
            <a:xfrm>
              <a:off x="4557163" y="751337"/>
              <a:ext cx="0" cy="720720"/>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46" name="Straight Connector 845">
              <a:extLst>
                <a:ext uri="{FF2B5EF4-FFF2-40B4-BE49-F238E27FC236}">
                  <a16:creationId xmlns:a16="http://schemas.microsoft.com/office/drawing/2014/main" id="{F43B4E05-38E3-96BE-BF3A-C955DCB87D32}"/>
                </a:ext>
              </a:extLst>
            </p:cNvPr>
            <p:cNvCxnSpPr>
              <a:cxnSpLocks/>
            </p:cNvCxnSpPr>
            <p:nvPr/>
          </p:nvCxnSpPr>
          <p:spPr>
            <a:xfrm>
              <a:off x="7910329" y="2269234"/>
              <a:ext cx="0" cy="649309"/>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47" name="Straight Connector 846">
              <a:extLst>
                <a:ext uri="{FF2B5EF4-FFF2-40B4-BE49-F238E27FC236}">
                  <a16:creationId xmlns:a16="http://schemas.microsoft.com/office/drawing/2014/main" id="{54409CF3-9DAF-9776-C39B-741DB7F926F9}"/>
                </a:ext>
              </a:extLst>
            </p:cNvPr>
            <p:cNvCxnSpPr>
              <a:cxnSpLocks/>
            </p:cNvCxnSpPr>
            <p:nvPr/>
          </p:nvCxnSpPr>
          <p:spPr>
            <a:xfrm>
              <a:off x="2889438" y="2197823"/>
              <a:ext cx="4947607" cy="0"/>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48" name="Straight Connector 847">
              <a:extLst>
                <a:ext uri="{FF2B5EF4-FFF2-40B4-BE49-F238E27FC236}">
                  <a16:creationId xmlns:a16="http://schemas.microsoft.com/office/drawing/2014/main" id="{D01F906B-91C3-7ACE-102C-4195929142FD}"/>
                </a:ext>
              </a:extLst>
            </p:cNvPr>
            <p:cNvCxnSpPr>
              <a:cxnSpLocks/>
            </p:cNvCxnSpPr>
            <p:nvPr/>
          </p:nvCxnSpPr>
          <p:spPr>
            <a:xfrm flipV="1">
              <a:off x="2889438" y="1472057"/>
              <a:ext cx="0" cy="725766"/>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49" name="Straight Connector 848">
              <a:extLst>
                <a:ext uri="{FF2B5EF4-FFF2-40B4-BE49-F238E27FC236}">
                  <a16:creationId xmlns:a16="http://schemas.microsoft.com/office/drawing/2014/main" id="{F7103DA2-306F-AA2E-002A-1A1B5BB27952}"/>
                </a:ext>
              </a:extLst>
            </p:cNvPr>
            <p:cNvCxnSpPr>
              <a:cxnSpLocks/>
            </p:cNvCxnSpPr>
            <p:nvPr/>
          </p:nvCxnSpPr>
          <p:spPr>
            <a:xfrm>
              <a:off x="2889438" y="1472057"/>
              <a:ext cx="1667725" cy="0"/>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50" name="Straight Connector 849">
              <a:extLst>
                <a:ext uri="{FF2B5EF4-FFF2-40B4-BE49-F238E27FC236}">
                  <a16:creationId xmlns:a16="http://schemas.microsoft.com/office/drawing/2014/main" id="{B1F0A09B-A8EF-387C-AD55-1E75762A9847}"/>
                </a:ext>
              </a:extLst>
            </p:cNvPr>
            <p:cNvCxnSpPr>
              <a:cxnSpLocks/>
            </p:cNvCxnSpPr>
            <p:nvPr/>
          </p:nvCxnSpPr>
          <p:spPr>
            <a:xfrm>
              <a:off x="6243638" y="2918543"/>
              <a:ext cx="1666691" cy="0"/>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51" name="Straight Connector 850">
              <a:extLst>
                <a:ext uri="{FF2B5EF4-FFF2-40B4-BE49-F238E27FC236}">
                  <a16:creationId xmlns:a16="http://schemas.microsoft.com/office/drawing/2014/main" id="{56DD5E51-D6EB-449F-C5AE-3DDE55598540}"/>
                </a:ext>
              </a:extLst>
            </p:cNvPr>
            <p:cNvCxnSpPr>
              <a:cxnSpLocks/>
            </p:cNvCxnSpPr>
            <p:nvPr/>
          </p:nvCxnSpPr>
          <p:spPr>
            <a:xfrm>
              <a:off x="6243454" y="2918543"/>
              <a:ext cx="0" cy="720720"/>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52" name="Straight Connector 851">
              <a:extLst>
                <a:ext uri="{FF2B5EF4-FFF2-40B4-BE49-F238E27FC236}">
                  <a16:creationId xmlns:a16="http://schemas.microsoft.com/office/drawing/2014/main" id="{2B23B1BA-BAE9-DE4E-D652-54B31E1D52BE}"/>
                </a:ext>
              </a:extLst>
            </p:cNvPr>
            <p:cNvCxnSpPr>
              <a:cxnSpLocks/>
            </p:cNvCxnSpPr>
            <p:nvPr/>
          </p:nvCxnSpPr>
          <p:spPr>
            <a:xfrm>
              <a:off x="6245390" y="3633632"/>
              <a:ext cx="1666691" cy="0"/>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53" name="Straight Connector 852">
              <a:extLst>
                <a:ext uri="{FF2B5EF4-FFF2-40B4-BE49-F238E27FC236}">
                  <a16:creationId xmlns:a16="http://schemas.microsoft.com/office/drawing/2014/main" id="{FF078B2B-5E48-230A-C8D2-9E4A9B5C15D7}"/>
                </a:ext>
              </a:extLst>
            </p:cNvPr>
            <p:cNvCxnSpPr>
              <a:cxnSpLocks/>
            </p:cNvCxnSpPr>
            <p:nvPr/>
          </p:nvCxnSpPr>
          <p:spPr>
            <a:xfrm>
              <a:off x="7905566" y="3633632"/>
              <a:ext cx="0" cy="2119433"/>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54" name="Straight Connector 853">
              <a:extLst>
                <a:ext uri="{FF2B5EF4-FFF2-40B4-BE49-F238E27FC236}">
                  <a16:creationId xmlns:a16="http://schemas.microsoft.com/office/drawing/2014/main" id="{E76A3BC5-3397-7A69-3E2C-9933080C0CFF}"/>
                </a:ext>
              </a:extLst>
            </p:cNvPr>
            <p:cNvCxnSpPr>
              <a:cxnSpLocks/>
            </p:cNvCxnSpPr>
            <p:nvPr/>
          </p:nvCxnSpPr>
          <p:spPr>
            <a:xfrm>
              <a:off x="7837045" y="2197823"/>
              <a:ext cx="75036" cy="71411"/>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grpSp>
      <p:grpSp>
        <p:nvGrpSpPr>
          <p:cNvPr id="855" name="Group 854">
            <a:extLst>
              <a:ext uri="{FF2B5EF4-FFF2-40B4-BE49-F238E27FC236}">
                <a16:creationId xmlns:a16="http://schemas.microsoft.com/office/drawing/2014/main" id="{8966EE3E-CCC1-5180-1291-3FEC1EE54714}"/>
              </a:ext>
            </a:extLst>
          </p:cNvPr>
          <p:cNvGrpSpPr/>
          <p:nvPr/>
        </p:nvGrpSpPr>
        <p:grpSpPr>
          <a:xfrm>
            <a:off x="7905566" y="751337"/>
            <a:ext cx="1681347" cy="4999377"/>
            <a:chOff x="7905566" y="751337"/>
            <a:chExt cx="1681347" cy="4999377"/>
          </a:xfrm>
        </p:grpSpPr>
        <p:cxnSp>
          <p:nvCxnSpPr>
            <p:cNvPr id="856" name="Straight Connector 855">
              <a:extLst>
                <a:ext uri="{FF2B5EF4-FFF2-40B4-BE49-F238E27FC236}">
                  <a16:creationId xmlns:a16="http://schemas.microsoft.com/office/drawing/2014/main" id="{5C6D1870-3B91-5AF2-C57D-3AA04BED1544}"/>
                </a:ext>
              </a:extLst>
            </p:cNvPr>
            <p:cNvCxnSpPr>
              <a:cxnSpLocks/>
            </p:cNvCxnSpPr>
            <p:nvPr/>
          </p:nvCxnSpPr>
          <p:spPr>
            <a:xfrm>
              <a:off x="7905566" y="751337"/>
              <a:ext cx="6515" cy="1390640"/>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57" name="Straight Connector 856">
              <a:extLst>
                <a:ext uri="{FF2B5EF4-FFF2-40B4-BE49-F238E27FC236}">
                  <a16:creationId xmlns:a16="http://schemas.microsoft.com/office/drawing/2014/main" id="{523C4D08-8DB8-5859-BC3F-B6F028410DDF}"/>
                </a:ext>
              </a:extLst>
            </p:cNvPr>
            <p:cNvCxnSpPr>
              <a:cxnSpLocks/>
            </p:cNvCxnSpPr>
            <p:nvPr/>
          </p:nvCxnSpPr>
          <p:spPr>
            <a:xfrm>
              <a:off x="7989183" y="2197823"/>
              <a:ext cx="754767" cy="0"/>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58" name="Straight Connector 857">
              <a:extLst>
                <a:ext uri="{FF2B5EF4-FFF2-40B4-BE49-F238E27FC236}">
                  <a16:creationId xmlns:a16="http://schemas.microsoft.com/office/drawing/2014/main" id="{93F270C3-F54B-14C4-2001-28AF20602881}"/>
                </a:ext>
              </a:extLst>
            </p:cNvPr>
            <p:cNvCxnSpPr>
              <a:cxnSpLocks/>
            </p:cNvCxnSpPr>
            <p:nvPr/>
          </p:nvCxnSpPr>
          <p:spPr>
            <a:xfrm>
              <a:off x="7914828" y="2133229"/>
              <a:ext cx="75036" cy="71411"/>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59" name="Straight Connector 858">
              <a:extLst>
                <a:ext uri="{FF2B5EF4-FFF2-40B4-BE49-F238E27FC236}">
                  <a16:creationId xmlns:a16="http://schemas.microsoft.com/office/drawing/2014/main" id="{72AA9C86-6C47-864A-789E-5C7DF62F314A}"/>
                </a:ext>
              </a:extLst>
            </p:cNvPr>
            <p:cNvCxnSpPr>
              <a:cxnSpLocks/>
            </p:cNvCxnSpPr>
            <p:nvPr/>
          </p:nvCxnSpPr>
          <p:spPr>
            <a:xfrm>
              <a:off x="8740827" y="2916091"/>
              <a:ext cx="846086" cy="0"/>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60" name="Straight Connector 859">
              <a:extLst>
                <a:ext uri="{FF2B5EF4-FFF2-40B4-BE49-F238E27FC236}">
                  <a16:creationId xmlns:a16="http://schemas.microsoft.com/office/drawing/2014/main" id="{265A9108-5AB6-4076-078B-11A9C02FD6D0}"/>
                </a:ext>
              </a:extLst>
            </p:cNvPr>
            <p:cNvCxnSpPr>
              <a:cxnSpLocks/>
            </p:cNvCxnSpPr>
            <p:nvPr/>
          </p:nvCxnSpPr>
          <p:spPr>
            <a:xfrm>
              <a:off x="8740827" y="2200807"/>
              <a:ext cx="0" cy="715284"/>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61" name="Straight Connector 860">
              <a:extLst>
                <a:ext uri="{FF2B5EF4-FFF2-40B4-BE49-F238E27FC236}">
                  <a16:creationId xmlns:a16="http://schemas.microsoft.com/office/drawing/2014/main" id="{877BA139-CB95-C9C8-F367-C5B345205E2E}"/>
                </a:ext>
              </a:extLst>
            </p:cNvPr>
            <p:cNvCxnSpPr>
              <a:cxnSpLocks/>
            </p:cNvCxnSpPr>
            <p:nvPr/>
          </p:nvCxnSpPr>
          <p:spPr>
            <a:xfrm>
              <a:off x="9586913" y="2916091"/>
              <a:ext cx="0" cy="715284"/>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62" name="Straight Connector 861">
              <a:extLst>
                <a:ext uri="{FF2B5EF4-FFF2-40B4-BE49-F238E27FC236}">
                  <a16:creationId xmlns:a16="http://schemas.microsoft.com/office/drawing/2014/main" id="{48307712-8D17-B008-0A76-B6F1CBECEDD2}"/>
                </a:ext>
              </a:extLst>
            </p:cNvPr>
            <p:cNvCxnSpPr>
              <a:cxnSpLocks/>
            </p:cNvCxnSpPr>
            <p:nvPr/>
          </p:nvCxnSpPr>
          <p:spPr>
            <a:xfrm>
              <a:off x="8740827" y="3631375"/>
              <a:ext cx="846086" cy="0"/>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cxnSp>
          <p:nvCxnSpPr>
            <p:cNvPr id="863" name="Straight Connector 862">
              <a:extLst>
                <a:ext uri="{FF2B5EF4-FFF2-40B4-BE49-F238E27FC236}">
                  <a16:creationId xmlns:a16="http://schemas.microsoft.com/office/drawing/2014/main" id="{A6794943-C7D3-C2B2-FA4D-8BFD20231E1E}"/>
                </a:ext>
              </a:extLst>
            </p:cNvPr>
            <p:cNvCxnSpPr>
              <a:cxnSpLocks/>
            </p:cNvCxnSpPr>
            <p:nvPr/>
          </p:nvCxnSpPr>
          <p:spPr>
            <a:xfrm>
              <a:off x="8740827" y="3631375"/>
              <a:ext cx="0" cy="2119339"/>
            </a:xfrm>
            <a:prstGeom prst="line">
              <a:avLst/>
            </a:prstGeom>
            <a:ln w="25400">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grpSp>
      <p:grpSp>
        <p:nvGrpSpPr>
          <p:cNvPr id="864" name="Group 863">
            <a:extLst>
              <a:ext uri="{FF2B5EF4-FFF2-40B4-BE49-F238E27FC236}">
                <a16:creationId xmlns:a16="http://schemas.microsoft.com/office/drawing/2014/main" id="{4BC7A3A5-B6A5-22C9-3A6F-2F1C38C85720}"/>
              </a:ext>
            </a:extLst>
          </p:cNvPr>
          <p:cNvGrpSpPr/>
          <p:nvPr/>
        </p:nvGrpSpPr>
        <p:grpSpPr>
          <a:xfrm>
            <a:off x="11350345" y="5141013"/>
            <a:ext cx="721206" cy="609701"/>
            <a:chOff x="11350345" y="5141013"/>
            <a:chExt cx="721206" cy="609701"/>
          </a:xfrm>
        </p:grpSpPr>
        <p:sp>
          <p:nvSpPr>
            <p:cNvPr id="865" name="Rectangle 864">
              <a:hlinkHover r:id="" action="ppaction://noaction" highlightClick="1"/>
              <a:extLst>
                <a:ext uri="{FF2B5EF4-FFF2-40B4-BE49-F238E27FC236}">
                  <a16:creationId xmlns:a16="http://schemas.microsoft.com/office/drawing/2014/main" id="{10CB5F47-F3D7-F23F-F20E-C2F9D793BE4B}"/>
                </a:ext>
              </a:extLst>
            </p:cNvPr>
            <p:cNvSpPr/>
            <p:nvPr/>
          </p:nvSpPr>
          <p:spPr>
            <a:xfrm>
              <a:off x="11350345"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Security Co-Pilot (Preview)</a:t>
              </a:r>
            </a:p>
          </p:txBody>
        </p:sp>
        <p:sp>
          <p:nvSpPr>
            <p:cNvPr id="866" name="Diamond 865">
              <a:extLst>
                <a:ext uri="{FF2B5EF4-FFF2-40B4-BE49-F238E27FC236}">
                  <a16:creationId xmlns:a16="http://schemas.microsoft.com/office/drawing/2014/main" id="{1DEBFE1E-8652-34FE-2565-83BB664F1AC0}"/>
                </a:ext>
              </a:extLst>
            </p:cNvPr>
            <p:cNvSpPr/>
            <p:nvPr/>
          </p:nvSpPr>
          <p:spPr>
            <a:xfrm>
              <a:off x="11935067" y="514336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7" name="Oval 866">
              <a:extLst>
                <a:ext uri="{FF2B5EF4-FFF2-40B4-BE49-F238E27FC236}">
                  <a16:creationId xmlns:a16="http://schemas.microsoft.com/office/drawing/2014/main" id="{07A669A0-8270-4CAC-8F95-B801A37EFAF1}"/>
                </a:ext>
              </a:extLst>
            </p:cNvPr>
            <p:cNvSpPr/>
            <p:nvPr/>
          </p:nvSpPr>
          <p:spPr>
            <a:xfrm>
              <a:off x="11969201" y="517685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6" name="Group 885">
            <a:extLst>
              <a:ext uri="{FF2B5EF4-FFF2-40B4-BE49-F238E27FC236}">
                <a16:creationId xmlns:a16="http://schemas.microsoft.com/office/drawing/2014/main" id="{7943966E-CBDD-67D6-79C9-8CEBC5EB043F}"/>
              </a:ext>
            </a:extLst>
          </p:cNvPr>
          <p:cNvGrpSpPr/>
          <p:nvPr/>
        </p:nvGrpSpPr>
        <p:grpSpPr>
          <a:xfrm>
            <a:off x="6286130" y="4419624"/>
            <a:ext cx="721206" cy="609701"/>
            <a:chOff x="6286130" y="4419624"/>
            <a:chExt cx="721206" cy="609701"/>
          </a:xfrm>
        </p:grpSpPr>
        <p:sp>
          <p:nvSpPr>
            <p:cNvPr id="887" name="Rectangle 886">
              <a:hlinkHover r:id="" action="ppaction://noaction" highlightClick="1"/>
              <a:extLst>
                <a:ext uri="{FF2B5EF4-FFF2-40B4-BE49-F238E27FC236}">
                  <a16:creationId xmlns:a16="http://schemas.microsoft.com/office/drawing/2014/main" id="{DFACACCB-40EC-0C3D-96DA-0EAA571DAD3A}"/>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88" name="Oval 887">
              <a:extLst>
                <a:ext uri="{FF2B5EF4-FFF2-40B4-BE49-F238E27FC236}">
                  <a16:creationId xmlns:a16="http://schemas.microsoft.com/office/drawing/2014/main" id="{AFFBBF50-801C-8DE3-75F1-2D6C89E0D88B}"/>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9" name="Isosceles Triangle 648">
              <a:extLst>
                <a:ext uri="{FF2B5EF4-FFF2-40B4-BE49-F238E27FC236}">
                  <a16:creationId xmlns:a16="http://schemas.microsoft.com/office/drawing/2014/main" id="{4927D787-D5D0-C91D-8DF1-04839E6655A7}"/>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0" name="Group 889">
            <a:extLst>
              <a:ext uri="{FF2B5EF4-FFF2-40B4-BE49-F238E27FC236}">
                <a16:creationId xmlns:a16="http://schemas.microsoft.com/office/drawing/2014/main" id="{F9AA2DA0-FC65-FA1A-7A2D-F04E78CB0150}"/>
              </a:ext>
            </a:extLst>
          </p:cNvPr>
          <p:cNvGrpSpPr/>
          <p:nvPr/>
        </p:nvGrpSpPr>
        <p:grpSpPr>
          <a:xfrm>
            <a:off x="5458940" y="5135305"/>
            <a:ext cx="721206" cy="609701"/>
            <a:chOff x="5458940" y="5135305"/>
            <a:chExt cx="721206" cy="609701"/>
          </a:xfrm>
        </p:grpSpPr>
        <p:sp>
          <p:nvSpPr>
            <p:cNvPr id="891" name="Rectangle 890">
              <a:hlinkHover r:id="" action="ppaction://noaction" highlightClick="1"/>
              <a:extLst>
                <a:ext uri="{FF2B5EF4-FFF2-40B4-BE49-F238E27FC236}">
                  <a16:creationId xmlns:a16="http://schemas.microsoft.com/office/drawing/2014/main" id="{719E5DDF-69D1-FF15-4105-4BE59AD742A3}"/>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92" name="Oval 891">
              <a:extLst>
                <a:ext uri="{FF2B5EF4-FFF2-40B4-BE49-F238E27FC236}">
                  <a16:creationId xmlns:a16="http://schemas.microsoft.com/office/drawing/2014/main" id="{B0093FDA-4907-06F3-01B6-6DCE3049AF24}"/>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3" name="Isosceles Triangle 648">
              <a:extLst>
                <a:ext uri="{FF2B5EF4-FFF2-40B4-BE49-F238E27FC236}">
                  <a16:creationId xmlns:a16="http://schemas.microsoft.com/office/drawing/2014/main" id="{5F2216A7-25AE-C974-90B1-344DCB763B6D}"/>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4" name="Group 893">
            <a:extLst>
              <a:ext uri="{FF2B5EF4-FFF2-40B4-BE49-F238E27FC236}">
                <a16:creationId xmlns:a16="http://schemas.microsoft.com/office/drawing/2014/main" id="{9B09BF28-A50C-DC5B-26D2-F3EA85AB34FE}"/>
              </a:ext>
            </a:extLst>
          </p:cNvPr>
          <p:cNvGrpSpPr/>
          <p:nvPr/>
        </p:nvGrpSpPr>
        <p:grpSpPr>
          <a:xfrm>
            <a:off x="6289146" y="5141017"/>
            <a:ext cx="721206" cy="609701"/>
            <a:chOff x="6289146" y="5141017"/>
            <a:chExt cx="721206" cy="609701"/>
          </a:xfrm>
        </p:grpSpPr>
        <p:sp>
          <p:nvSpPr>
            <p:cNvPr id="895" name="Rectangle 894">
              <a:hlinkHover r:id="" action="ppaction://noaction" highlightClick="1"/>
              <a:extLst>
                <a:ext uri="{FF2B5EF4-FFF2-40B4-BE49-F238E27FC236}">
                  <a16:creationId xmlns:a16="http://schemas.microsoft.com/office/drawing/2014/main" id="{55201F4D-8ED5-4F31-D5C4-D262E0296533}"/>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96" name="Oval 895">
              <a:extLst>
                <a:ext uri="{FF2B5EF4-FFF2-40B4-BE49-F238E27FC236}">
                  <a16:creationId xmlns:a16="http://schemas.microsoft.com/office/drawing/2014/main" id="{ABE603C7-1EAD-85B9-D1EF-F92268AE7221}"/>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7" name="Isosceles Triangle 648">
              <a:extLst>
                <a:ext uri="{FF2B5EF4-FFF2-40B4-BE49-F238E27FC236}">
                  <a16:creationId xmlns:a16="http://schemas.microsoft.com/office/drawing/2014/main" id="{776BFD12-E426-CA47-35C7-EF2CC21BFCEF}"/>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6" name="Group 905">
            <a:extLst>
              <a:ext uri="{FF2B5EF4-FFF2-40B4-BE49-F238E27FC236}">
                <a16:creationId xmlns:a16="http://schemas.microsoft.com/office/drawing/2014/main" id="{4D4830DF-B9BC-23A1-E20E-F324ED4D15B1}"/>
              </a:ext>
            </a:extLst>
          </p:cNvPr>
          <p:cNvGrpSpPr/>
          <p:nvPr/>
        </p:nvGrpSpPr>
        <p:grpSpPr>
          <a:xfrm>
            <a:off x="5454385" y="4419624"/>
            <a:ext cx="721206" cy="609701"/>
            <a:chOff x="5454385" y="4419624"/>
            <a:chExt cx="721206" cy="609701"/>
          </a:xfrm>
        </p:grpSpPr>
        <p:sp>
          <p:nvSpPr>
            <p:cNvPr id="907" name="Rectangle 906">
              <a:hlinkHover r:id="" action="ppaction://noaction" highlightClick="1"/>
              <a:extLst>
                <a:ext uri="{FF2B5EF4-FFF2-40B4-BE49-F238E27FC236}">
                  <a16:creationId xmlns:a16="http://schemas.microsoft.com/office/drawing/2014/main" id="{571E67A0-B3C8-DC7D-6636-C97E0C3004F6}"/>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908" name="Oval 907">
              <a:extLst>
                <a:ext uri="{FF2B5EF4-FFF2-40B4-BE49-F238E27FC236}">
                  <a16:creationId xmlns:a16="http://schemas.microsoft.com/office/drawing/2014/main" id="{7EE54E7E-1C93-1D32-0BA3-D11944624E99}"/>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9" name="Isosceles Triangle 648">
              <a:extLst>
                <a:ext uri="{FF2B5EF4-FFF2-40B4-BE49-F238E27FC236}">
                  <a16:creationId xmlns:a16="http://schemas.microsoft.com/office/drawing/2014/main" id="{FC8821D8-B17E-083E-2CFD-16F919FEB37A}"/>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4" name="Group 913">
            <a:extLst>
              <a:ext uri="{FF2B5EF4-FFF2-40B4-BE49-F238E27FC236}">
                <a16:creationId xmlns:a16="http://schemas.microsoft.com/office/drawing/2014/main" id="{AC7FC1E2-4CB6-95A1-807E-5FD61C48C41A}"/>
              </a:ext>
            </a:extLst>
          </p:cNvPr>
          <p:cNvGrpSpPr/>
          <p:nvPr/>
        </p:nvGrpSpPr>
        <p:grpSpPr>
          <a:xfrm>
            <a:off x="4618174" y="5130748"/>
            <a:ext cx="721895" cy="609700"/>
            <a:chOff x="4618174" y="5130748"/>
            <a:chExt cx="721895" cy="609700"/>
          </a:xfrm>
        </p:grpSpPr>
        <p:sp>
          <p:nvSpPr>
            <p:cNvPr id="915" name="Rectangle 914">
              <a:hlinkHover r:id="" action="ppaction://noaction" highlightClick="1"/>
              <a:extLst>
                <a:ext uri="{FF2B5EF4-FFF2-40B4-BE49-F238E27FC236}">
                  <a16:creationId xmlns:a16="http://schemas.microsoft.com/office/drawing/2014/main" id="{BC873376-D636-F4E0-966E-D75993406A23}"/>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916" name="Diamond 915">
              <a:extLst>
                <a:ext uri="{FF2B5EF4-FFF2-40B4-BE49-F238E27FC236}">
                  <a16:creationId xmlns:a16="http://schemas.microsoft.com/office/drawing/2014/main" id="{1379645B-98DB-52B7-4A03-61C818071606}"/>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7" name="Oval 916">
              <a:extLst>
                <a:ext uri="{FF2B5EF4-FFF2-40B4-BE49-F238E27FC236}">
                  <a16:creationId xmlns:a16="http://schemas.microsoft.com/office/drawing/2014/main" id="{02C71830-340D-2FEE-E707-4CC35D437C49}"/>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8" name="Group 917">
            <a:extLst>
              <a:ext uri="{FF2B5EF4-FFF2-40B4-BE49-F238E27FC236}">
                <a16:creationId xmlns:a16="http://schemas.microsoft.com/office/drawing/2014/main" id="{78EE0355-A737-65E3-F78F-D12A3B74C586}"/>
              </a:ext>
            </a:extLst>
          </p:cNvPr>
          <p:cNvGrpSpPr/>
          <p:nvPr/>
        </p:nvGrpSpPr>
        <p:grpSpPr>
          <a:xfrm>
            <a:off x="7125833" y="5143368"/>
            <a:ext cx="721206" cy="609701"/>
            <a:chOff x="7125833" y="5143368"/>
            <a:chExt cx="721206" cy="609701"/>
          </a:xfrm>
        </p:grpSpPr>
        <p:sp>
          <p:nvSpPr>
            <p:cNvPr id="919" name="Rectangle 918">
              <a:hlinkHover r:id="" action="ppaction://noaction" highlightClick="1"/>
              <a:extLst>
                <a:ext uri="{FF2B5EF4-FFF2-40B4-BE49-F238E27FC236}">
                  <a16:creationId xmlns:a16="http://schemas.microsoft.com/office/drawing/2014/main" id="{DDAD06F1-2478-794A-774D-CAC8F4A079EA}"/>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920" name="Oval 919">
              <a:extLst>
                <a:ext uri="{FF2B5EF4-FFF2-40B4-BE49-F238E27FC236}">
                  <a16:creationId xmlns:a16="http://schemas.microsoft.com/office/drawing/2014/main" id="{92B96435-C70D-7669-9A94-F3C2FDC3DA1C}"/>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1" name="Isosceles Triangle 648">
              <a:extLst>
                <a:ext uri="{FF2B5EF4-FFF2-40B4-BE49-F238E27FC236}">
                  <a16:creationId xmlns:a16="http://schemas.microsoft.com/office/drawing/2014/main" id="{A8FDEF36-CB93-1803-40DE-9A27C61155B8}"/>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2" name="Group 921">
            <a:extLst>
              <a:ext uri="{FF2B5EF4-FFF2-40B4-BE49-F238E27FC236}">
                <a16:creationId xmlns:a16="http://schemas.microsoft.com/office/drawing/2014/main" id="{CBD0967E-FFDF-8A15-3E8E-F7BB8E79934F}"/>
              </a:ext>
            </a:extLst>
          </p:cNvPr>
          <p:cNvGrpSpPr/>
          <p:nvPr/>
        </p:nvGrpSpPr>
        <p:grpSpPr>
          <a:xfrm>
            <a:off x="7122911" y="3698231"/>
            <a:ext cx="721206" cy="609701"/>
            <a:chOff x="7122911" y="3698231"/>
            <a:chExt cx="721206" cy="609701"/>
          </a:xfrm>
        </p:grpSpPr>
        <p:sp>
          <p:nvSpPr>
            <p:cNvPr id="923" name="Rectangle 922">
              <a:hlinkHover r:id="" action="ppaction://noaction" highlightClick="1"/>
              <a:extLst>
                <a:ext uri="{FF2B5EF4-FFF2-40B4-BE49-F238E27FC236}">
                  <a16:creationId xmlns:a16="http://schemas.microsoft.com/office/drawing/2014/main" id="{0B789A52-8AD4-6C63-ADC2-B857E5BAB1D6}"/>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924" name="Oval 923">
              <a:extLst>
                <a:ext uri="{FF2B5EF4-FFF2-40B4-BE49-F238E27FC236}">
                  <a16:creationId xmlns:a16="http://schemas.microsoft.com/office/drawing/2014/main" id="{3A14C70D-D6FF-57BB-4523-91C73B7D399E}"/>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5" name="Isosceles Triangle 648">
              <a:extLst>
                <a:ext uri="{FF2B5EF4-FFF2-40B4-BE49-F238E27FC236}">
                  <a16:creationId xmlns:a16="http://schemas.microsoft.com/office/drawing/2014/main" id="{5D8EB460-C1F1-EA69-A68B-A7727FD39552}"/>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6" name="Group 925">
            <a:extLst>
              <a:ext uri="{FF2B5EF4-FFF2-40B4-BE49-F238E27FC236}">
                <a16:creationId xmlns:a16="http://schemas.microsoft.com/office/drawing/2014/main" id="{C87303C7-7C28-BE89-318D-03BB453AAED4}"/>
              </a:ext>
            </a:extLst>
          </p:cNvPr>
          <p:cNvGrpSpPr/>
          <p:nvPr/>
        </p:nvGrpSpPr>
        <p:grpSpPr>
          <a:xfrm>
            <a:off x="6286224" y="3620338"/>
            <a:ext cx="721206" cy="687594"/>
            <a:chOff x="6286224" y="3620338"/>
            <a:chExt cx="721206" cy="687594"/>
          </a:xfrm>
        </p:grpSpPr>
        <p:cxnSp>
          <p:nvCxnSpPr>
            <p:cNvPr id="927" name="Straight Connector 926">
              <a:extLst>
                <a:ext uri="{FF2B5EF4-FFF2-40B4-BE49-F238E27FC236}">
                  <a16:creationId xmlns:a16="http://schemas.microsoft.com/office/drawing/2014/main" id="{8124A7D5-D376-7299-AAEA-423D159F206A}"/>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928" name="Rectangle 927">
              <a:hlinkHover r:id="" action="ppaction://noaction" highlightClick="1"/>
              <a:extLst>
                <a:ext uri="{FF2B5EF4-FFF2-40B4-BE49-F238E27FC236}">
                  <a16:creationId xmlns:a16="http://schemas.microsoft.com/office/drawing/2014/main" id="{F466689C-FE11-FCE2-CE11-78A488F5E0F1}"/>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29" name="Oval 928">
              <a:extLst>
                <a:ext uri="{FF2B5EF4-FFF2-40B4-BE49-F238E27FC236}">
                  <a16:creationId xmlns:a16="http://schemas.microsoft.com/office/drawing/2014/main" id="{F3036424-4307-029C-CE59-193CEFA3D9E6}"/>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0" name="Isosceles Triangle 648">
              <a:extLst>
                <a:ext uri="{FF2B5EF4-FFF2-40B4-BE49-F238E27FC236}">
                  <a16:creationId xmlns:a16="http://schemas.microsoft.com/office/drawing/2014/main" id="{43C380A6-6F6D-7BB5-116C-F203C3556F1E}"/>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1" name="Group 930">
            <a:extLst>
              <a:ext uri="{FF2B5EF4-FFF2-40B4-BE49-F238E27FC236}">
                <a16:creationId xmlns:a16="http://schemas.microsoft.com/office/drawing/2014/main" id="{507593D9-03A6-A1B6-A3EE-17DD8C5B1D65}"/>
              </a:ext>
            </a:extLst>
          </p:cNvPr>
          <p:cNvGrpSpPr/>
          <p:nvPr/>
        </p:nvGrpSpPr>
        <p:grpSpPr>
          <a:xfrm>
            <a:off x="10506594" y="811556"/>
            <a:ext cx="721220" cy="609701"/>
            <a:chOff x="10506594" y="811556"/>
            <a:chExt cx="721220" cy="609701"/>
          </a:xfrm>
        </p:grpSpPr>
        <p:sp>
          <p:nvSpPr>
            <p:cNvPr id="932" name="Rectangle 931">
              <a:extLst>
                <a:ext uri="{FF2B5EF4-FFF2-40B4-BE49-F238E27FC236}">
                  <a16:creationId xmlns:a16="http://schemas.microsoft.com/office/drawing/2014/main" id="{C82229C6-7C6E-C992-E92F-D94155D0446A}"/>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933" name="Rectangle 932">
              <a:extLst>
                <a:ext uri="{FF2B5EF4-FFF2-40B4-BE49-F238E27FC236}">
                  <a16:creationId xmlns:a16="http://schemas.microsoft.com/office/drawing/2014/main" id="{24DB284A-D506-A708-B1F5-0615CC6EADB4}"/>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4" name="Oval 15">
              <a:extLst>
                <a:ext uri="{FF2B5EF4-FFF2-40B4-BE49-F238E27FC236}">
                  <a16:creationId xmlns:a16="http://schemas.microsoft.com/office/drawing/2014/main" id="{262D8DAF-4CE5-0796-9B9D-E40EF7181CA0}"/>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35" name="Straight Connector 934">
              <a:extLst>
                <a:ext uri="{FF2B5EF4-FFF2-40B4-BE49-F238E27FC236}">
                  <a16:creationId xmlns:a16="http://schemas.microsoft.com/office/drawing/2014/main" id="{DAFE404A-F633-B341-533A-7AC1349BFACA}"/>
                </a:ext>
              </a:extLst>
            </p:cNvPr>
            <p:cNvCxnSpPr>
              <a:cxnSpLocks/>
              <a:stCxn id="934"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36" name="Straight Connector 935">
              <a:extLst>
                <a:ext uri="{FF2B5EF4-FFF2-40B4-BE49-F238E27FC236}">
                  <a16:creationId xmlns:a16="http://schemas.microsoft.com/office/drawing/2014/main" id="{BD2B472B-2EA2-BBC4-DF5C-878BE662CDE9}"/>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37" name="Group 936">
            <a:extLst>
              <a:ext uri="{FF2B5EF4-FFF2-40B4-BE49-F238E27FC236}">
                <a16:creationId xmlns:a16="http://schemas.microsoft.com/office/drawing/2014/main" id="{95CD9692-C301-22FB-AC69-9C6B83CD8649}"/>
              </a:ext>
            </a:extLst>
          </p:cNvPr>
          <p:cNvGrpSpPr/>
          <p:nvPr/>
        </p:nvGrpSpPr>
        <p:grpSpPr>
          <a:xfrm>
            <a:off x="9656797" y="811556"/>
            <a:ext cx="721206" cy="609701"/>
            <a:chOff x="9656797" y="811556"/>
            <a:chExt cx="721206" cy="609701"/>
          </a:xfrm>
        </p:grpSpPr>
        <p:sp>
          <p:nvSpPr>
            <p:cNvPr id="938" name="Rectangle 937">
              <a:hlinkHover r:id="" action="ppaction://noaction" highlightClick="1"/>
              <a:extLst>
                <a:ext uri="{FF2B5EF4-FFF2-40B4-BE49-F238E27FC236}">
                  <a16:creationId xmlns:a16="http://schemas.microsoft.com/office/drawing/2014/main" id="{0227F49E-FD21-49B1-C00E-B1E11DE9750C}"/>
                </a:ext>
              </a:extLst>
            </p:cNvPr>
            <p:cNvSpPr/>
            <p:nvPr/>
          </p:nvSpPr>
          <p:spPr>
            <a:xfrm>
              <a:off x="9656797"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Nuance</a:t>
              </a:r>
            </a:p>
          </p:txBody>
        </p:sp>
        <p:sp>
          <p:nvSpPr>
            <p:cNvPr id="939" name="Diamond 938">
              <a:extLst>
                <a:ext uri="{FF2B5EF4-FFF2-40B4-BE49-F238E27FC236}">
                  <a16:creationId xmlns:a16="http://schemas.microsoft.com/office/drawing/2014/main" id="{29408385-1094-C420-98E6-45F5DEF83A74}"/>
                </a:ext>
              </a:extLst>
            </p:cNvPr>
            <p:cNvSpPr/>
            <p:nvPr/>
          </p:nvSpPr>
          <p:spPr>
            <a:xfrm>
              <a:off x="10241517" y="81390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0" name="Oval 939">
              <a:extLst>
                <a:ext uri="{FF2B5EF4-FFF2-40B4-BE49-F238E27FC236}">
                  <a16:creationId xmlns:a16="http://schemas.microsoft.com/office/drawing/2014/main" id="{0DF18EC9-DF7D-D895-87B2-49C08C4F90BA}"/>
                </a:ext>
              </a:extLst>
            </p:cNvPr>
            <p:cNvSpPr/>
            <p:nvPr/>
          </p:nvSpPr>
          <p:spPr>
            <a:xfrm>
              <a:off x="10275649" y="84739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1" name="Group 940">
            <a:extLst>
              <a:ext uri="{FF2B5EF4-FFF2-40B4-BE49-F238E27FC236}">
                <a16:creationId xmlns:a16="http://schemas.microsoft.com/office/drawing/2014/main" id="{88448BBC-1838-53D3-A9DC-ACAC9F293A49}"/>
              </a:ext>
            </a:extLst>
          </p:cNvPr>
          <p:cNvGrpSpPr/>
          <p:nvPr/>
        </p:nvGrpSpPr>
        <p:grpSpPr>
          <a:xfrm>
            <a:off x="3252042" y="2417912"/>
            <a:ext cx="721206" cy="609702"/>
            <a:chOff x="8807242" y="2253333"/>
            <a:chExt cx="721206" cy="609702"/>
          </a:xfrm>
        </p:grpSpPr>
        <p:sp>
          <p:nvSpPr>
            <p:cNvPr id="942" name="Rectangle 941">
              <a:extLst>
                <a:ext uri="{FF2B5EF4-FFF2-40B4-BE49-F238E27FC236}">
                  <a16:creationId xmlns:a16="http://schemas.microsoft.com/office/drawing/2014/main" id="{381E48FB-F8DA-415A-5231-2888915480AC}"/>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943" name="Right Triangle 942">
              <a:extLst>
                <a:ext uri="{FF2B5EF4-FFF2-40B4-BE49-F238E27FC236}">
                  <a16:creationId xmlns:a16="http://schemas.microsoft.com/office/drawing/2014/main" id="{35F3CF33-34E7-DE00-465B-0A691358F41E}"/>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4" name="Oval 27">
              <a:extLst>
                <a:ext uri="{FF2B5EF4-FFF2-40B4-BE49-F238E27FC236}">
                  <a16:creationId xmlns:a16="http://schemas.microsoft.com/office/drawing/2014/main" id="{5264D2B2-D9B0-AC21-BA59-B391BD7CA4C2}"/>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5" name="Oval 28">
              <a:extLst>
                <a:ext uri="{FF2B5EF4-FFF2-40B4-BE49-F238E27FC236}">
                  <a16:creationId xmlns:a16="http://schemas.microsoft.com/office/drawing/2014/main" id="{5A2F7C2A-AB5A-D94C-B79B-67CD8AAC9F62}"/>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46" name="Group 945">
            <a:extLst>
              <a:ext uri="{FF2B5EF4-FFF2-40B4-BE49-F238E27FC236}">
                <a16:creationId xmlns:a16="http://schemas.microsoft.com/office/drawing/2014/main" id="{E482685E-DFB5-49FF-850C-85A7C678BCB6}"/>
              </a:ext>
            </a:extLst>
          </p:cNvPr>
          <p:cNvGrpSpPr/>
          <p:nvPr/>
        </p:nvGrpSpPr>
        <p:grpSpPr>
          <a:xfrm>
            <a:off x="437552" y="2738980"/>
            <a:ext cx="721206" cy="609701"/>
            <a:chOff x="1269622" y="4419620"/>
            <a:chExt cx="721206" cy="609701"/>
          </a:xfrm>
        </p:grpSpPr>
        <p:sp>
          <p:nvSpPr>
            <p:cNvPr id="947" name="Rectangle 946">
              <a:extLst>
                <a:ext uri="{FF2B5EF4-FFF2-40B4-BE49-F238E27FC236}">
                  <a16:creationId xmlns:a16="http://schemas.microsoft.com/office/drawing/2014/main" id="{9722745F-F8C5-E6D8-4E4B-C5E32148C90A}"/>
                </a:ext>
              </a:extLst>
            </p:cNvPr>
            <p:cNvSpPr/>
            <p:nvPr/>
          </p:nvSpPr>
          <p:spPr>
            <a:xfrm>
              <a:off x="1269622" y="4419620"/>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948" name="Cylinder 947">
              <a:extLst>
                <a:ext uri="{FF2B5EF4-FFF2-40B4-BE49-F238E27FC236}">
                  <a16:creationId xmlns:a16="http://schemas.microsoft.com/office/drawing/2014/main" id="{DCACBB6D-CEE9-D1F5-1169-20FC38466EA1}"/>
                </a:ext>
              </a:extLst>
            </p:cNvPr>
            <p:cNvSpPr/>
            <p:nvPr/>
          </p:nvSpPr>
          <p:spPr>
            <a:xfrm>
              <a:off x="1917348" y="4419620"/>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49" name="Group 948">
            <a:extLst>
              <a:ext uri="{FF2B5EF4-FFF2-40B4-BE49-F238E27FC236}">
                <a16:creationId xmlns:a16="http://schemas.microsoft.com/office/drawing/2014/main" id="{3A2FDEC2-9DE5-DC7C-C1DA-97D8F03E470B}"/>
              </a:ext>
            </a:extLst>
          </p:cNvPr>
          <p:cNvGrpSpPr/>
          <p:nvPr/>
        </p:nvGrpSpPr>
        <p:grpSpPr>
          <a:xfrm>
            <a:off x="485410" y="3772139"/>
            <a:ext cx="721206" cy="609701"/>
            <a:chOff x="1268463" y="5141013"/>
            <a:chExt cx="721206" cy="609701"/>
          </a:xfrm>
        </p:grpSpPr>
        <p:sp>
          <p:nvSpPr>
            <p:cNvPr id="950" name="Rectangle 949">
              <a:extLst>
                <a:ext uri="{FF2B5EF4-FFF2-40B4-BE49-F238E27FC236}">
                  <a16:creationId xmlns:a16="http://schemas.microsoft.com/office/drawing/2014/main" id="{9D6AC337-D498-0833-40DB-4A072B5523C8}"/>
                </a:ext>
              </a:extLst>
            </p:cNvPr>
            <p:cNvSpPr/>
            <p:nvPr/>
          </p:nvSpPr>
          <p:spPr>
            <a:xfrm>
              <a:off x="1268463" y="5141013"/>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951" name="Cylinder 950">
              <a:extLst>
                <a:ext uri="{FF2B5EF4-FFF2-40B4-BE49-F238E27FC236}">
                  <a16:creationId xmlns:a16="http://schemas.microsoft.com/office/drawing/2014/main" id="{65BFEDCC-BB59-A0EB-014B-16210A1E6303}"/>
                </a:ext>
              </a:extLst>
            </p:cNvPr>
            <p:cNvSpPr/>
            <p:nvPr/>
          </p:nvSpPr>
          <p:spPr>
            <a:xfrm>
              <a:off x="1916189" y="5141013"/>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52" name="Group 951">
            <a:extLst>
              <a:ext uri="{FF2B5EF4-FFF2-40B4-BE49-F238E27FC236}">
                <a16:creationId xmlns:a16="http://schemas.microsoft.com/office/drawing/2014/main" id="{132581AE-8BDB-2665-B57D-5107A8E5BF37}"/>
              </a:ext>
            </a:extLst>
          </p:cNvPr>
          <p:cNvGrpSpPr/>
          <p:nvPr/>
        </p:nvGrpSpPr>
        <p:grpSpPr>
          <a:xfrm>
            <a:off x="434019" y="316137"/>
            <a:ext cx="721206" cy="609701"/>
            <a:chOff x="431659" y="811556"/>
            <a:chExt cx="721206" cy="609701"/>
          </a:xfrm>
        </p:grpSpPr>
        <p:sp>
          <p:nvSpPr>
            <p:cNvPr id="953" name="Rectangle 952">
              <a:extLst>
                <a:ext uri="{FF2B5EF4-FFF2-40B4-BE49-F238E27FC236}">
                  <a16:creationId xmlns:a16="http://schemas.microsoft.com/office/drawing/2014/main" id="{8FA97904-EB94-0954-2F53-E3B774244BFA}"/>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954" name="Right Triangle 953">
              <a:extLst>
                <a:ext uri="{FF2B5EF4-FFF2-40B4-BE49-F238E27FC236}">
                  <a16:creationId xmlns:a16="http://schemas.microsoft.com/office/drawing/2014/main" id="{8F9572D3-E104-1204-342D-D306717079CB}"/>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55" name="Group 954">
              <a:extLst>
                <a:ext uri="{FF2B5EF4-FFF2-40B4-BE49-F238E27FC236}">
                  <a16:creationId xmlns:a16="http://schemas.microsoft.com/office/drawing/2014/main" id="{BAD91201-90E2-AD23-25FE-64BA519D8519}"/>
                </a:ext>
              </a:extLst>
            </p:cNvPr>
            <p:cNvGrpSpPr/>
            <p:nvPr/>
          </p:nvGrpSpPr>
          <p:grpSpPr>
            <a:xfrm>
              <a:off x="1100972" y="819589"/>
              <a:ext cx="37817" cy="61390"/>
              <a:chOff x="3883481" y="2057400"/>
              <a:chExt cx="1608363" cy="2652031"/>
            </a:xfrm>
            <a:solidFill>
              <a:srgbClr val="A6A6A6"/>
            </a:solidFill>
          </p:grpSpPr>
          <p:sp>
            <p:nvSpPr>
              <p:cNvPr id="956" name="Oval 27">
                <a:extLst>
                  <a:ext uri="{FF2B5EF4-FFF2-40B4-BE49-F238E27FC236}">
                    <a16:creationId xmlns:a16="http://schemas.microsoft.com/office/drawing/2014/main" id="{01ECC058-A6EB-7CE4-F01F-01603625CBF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7" name="Oval 28">
                <a:extLst>
                  <a:ext uri="{FF2B5EF4-FFF2-40B4-BE49-F238E27FC236}">
                    <a16:creationId xmlns:a16="http://schemas.microsoft.com/office/drawing/2014/main" id="{7B4D0885-98D4-85E8-3148-8542C9769FA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58" name="Group 957">
            <a:extLst>
              <a:ext uri="{FF2B5EF4-FFF2-40B4-BE49-F238E27FC236}">
                <a16:creationId xmlns:a16="http://schemas.microsoft.com/office/drawing/2014/main" id="{525317A7-EA21-17AF-76DE-DFC92B0AD03D}"/>
              </a:ext>
            </a:extLst>
          </p:cNvPr>
          <p:cNvGrpSpPr/>
          <p:nvPr/>
        </p:nvGrpSpPr>
        <p:grpSpPr>
          <a:xfrm>
            <a:off x="329813" y="1356649"/>
            <a:ext cx="721206" cy="609701"/>
            <a:chOff x="2102909" y="811556"/>
            <a:chExt cx="721206" cy="609701"/>
          </a:xfrm>
        </p:grpSpPr>
        <p:sp>
          <p:nvSpPr>
            <p:cNvPr id="959" name="Rectangle 958">
              <a:extLst>
                <a:ext uri="{FF2B5EF4-FFF2-40B4-BE49-F238E27FC236}">
                  <a16:creationId xmlns:a16="http://schemas.microsoft.com/office/drawing/2014/main" id="{16B39493-9E46-B441-79E9-82BC09963E32}"/>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60" name="Rectangle 959">
              <a:extLst>
                <a:ext uri="{FF2B5EF4-FFF2-40B4-BE49-F238E27FC236}">
                  <a16:creationId xmlns:a16="http://schemas.microsoft.com/office/drawing/2014/main" id="{8247DFFF-A98B-2E4B-C84A-7BCD4DA75FBD}"/>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1" name="Oval 15">
              <a:extLst>
                <a:ext uri="{FF2B5EF4-FFF2-40B4-BE49-F238E27FC236}">
                  <a16:creationId xmlns:a16="http://schemas.microsoft.com/office/drawing/2014/main" id="{D0EFB680-2802-09B6-116B-CB2F64244987}"/>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62" name="Straight Connector 961">
              <a:extLst>
                <a:ext uri="{FF2B5EF4-FFF2-40B4-BE49-F238E27FC236}">
                  <a16:creationId xmlns:a16="http://schemas.microsoft.com/office/drawing/2014/main" id="{05058A1F-2675-2ACF-F9B2-93DC4779629B}"/>
                </a:ext>
              </a:extLst>
            </p:cNvPr>
            <p:cNvCxnSpPr>
              <a:cxnSpLocks/>
              <a:stCxn id="961"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63" name="Straight Connector 962">
              <a:extLst>
                <a:ext uri="{FF2B5EF4-FFF2-40B4-BE49-F238E27FC236}">
                  <a16:creationId xmlns:a16="http://schemas.microsoft.com/office/drawing/2014/main" id="{5F87D060-B755-03D2-3505-8418A20DFF28}"/>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64" name="Group 963">
            <a:extLst>
              <a:ext uri="{FF2B5EF4-FFF2-40B4-BE49-F238E27FC236}">
                <a16:creationId xmlns:a16="http://schemas.microsoft.com/office/drawing/2014/main" id="{3834A1DD-5BFE-D568-973C-360B1B5E6C6A}"/>
              </a:ext>
            </a:extLst>
          </p:cNvPr>
          <p:cNvGrpSpPr/>
          <p:nvPr/>
        </p:nvGrpSpPr>
        <p:grpSpPr>
          <a:xfrm>
            <a:off x="1331729" y="848647"/>
            <a:ext cx="721206" cy="609701"/>
            <a:chOff x="10506599" y="811556"/>
            <a:chExt cx="721206" cy="609701"/>
          </a:xfrm>
        </p:grpSpPr>
        <p:sp>
          <p:nvSpPr>
            <p:cNvPr id="965" name="Rectangle 964">
              <a:extLst>
                <a:ext uri="{FF2B5EF4-FFF2-40B4-BE49-F238E27FC236}">
                  <a16:creationId xmlns:a16="http://schemas.microsoft.com/office/drawing/2014/main" id="{8C9FAA1B-071E-E925-477A-C8FCF08D0537}"/>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66" name="Rectangle 965">
              <a:extLst>
                <a:ext uri="{FF2B5EF4-FFF2-40B4-BE49-F238E27FC236}">
                  <a16:creationId xmlns:a16="http://schemas.microsoft.com/office/drawing/2014/main" id="{E5CF5A29-76E7-CC74-EC86-3DD03A9777AC}"/>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7" name="Oval 15">
              <a:extLst>
                <a:ext uri="{FF2B5EF4-FFF2-40B4-BE49-F238E27FC236}">
                  <a16:creationId xmlns:a16="http://schemas.microsoft.com/office/drawing/2014/main" id="{0BB16E63-1A4F-5E36-D627-EFC8CC18D489}"/>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68" name="Straight Connector 967">
              <a:extLst>
                <a:ext uri="{FF2B5EF4-FFF2-40B4-BE49-F238E27FC236}">
                  <a16:creationId xmlns:a16="http://schemas.microsoft.com/office/drawing/2014/main" id="{C5B5AC0E-CC88-8EE4-5C2B-192BBCCC7747}"/>
                </a:ext>
              </a:extLst>
            </p:cNvPr>
            <p:cNvCxnSpPr>
              <a:cxnSpLocks/>
              <a:stCxn id="967"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69" name="Straight Connector 968">
              <a:extLst>
                <a:ext uri="{FF2B5EF4-FFF2-40B4-BE49-F238E27FC236}">
                  <a16:creationId xmlns:a16="http://schemas.microsoft.com/office/drawing/2014/main" id="{77BDC383-033D-50AB-45E2-1B4D487B42AB}"/>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70" name="Group 969">
            <a:extLst>
              <a:ext uri="{FF2B5EF4-FFF2-40B4-BE49-F238E27FC236}">
                <a16:creationId xmlns:a16="http://schemas.microsoft.com/office/drawing/2014/main" id="{09EA768D-8E4A-6CAD-CF26-33B818D008BA}"/>
              </a:ext>
            </a:extLst>
          </p:cNvPr>
          <p:cNvGrpSpPr/>
          <p:nvPr/>
        </p:nvGrpSpPr>
        <p:grpSpPr>
          <a:xfrm>
            <a:off x="1642411" y="103871"/>
            <a:ext cx="721206" cy="610039"/>
            <a:chOff x="1268842" y="1532275"/>
            <a:chExt cx="721206" cy="610039"/>
          </a:xfrm>
        </p:grpSpPr>
        <p:sp>
          <p:nvSpPr>
            <p:cNvPr id="971" name="Rectangle 970">
              <a:extLst>
                <a:ext uri="{FF2B5EF4-FFF2-40B4-BE49-F238E27FC236}">
                  <a16:creationId xmlns:a16="http://schemas.microsoft.com/office/drawing/2014/main" id="{4BA9531A-F98B-9A05-FD30-D9A12F3DD3FA}"/>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972" name="Right Triangle 971">
              <a:extLst>
                <a:ext uri="{FF2B5EF4-FFF2-40B4-BE49-F238E27FC236}">
                  <a16:creationId xmlns:a16="http://schemas.microsoft.com/office/drawing/2014/main" id="{2303633A-483F-0EEE-5A70-77B9D1556A61}"/>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73" name="Group 972">
              <a:extLst>
                <a:ext uri="{FF2B5EF4-FFF2-40B4-BE49-F238E27FC236}">
                  <a16:creationId xmlns:a16="http://schemas.microsoft.com/office/drawing/2014/main" id="{35BCD369-38AC-E49E-4B1C-56CBF04E6186}"/>
                </a:ext>
              </a:extLst>
            </p:cNvPr>
            <p:cNvGrpSpPr/>
            <p:nvPr/>
          </p:nvGrpSpPr>
          <p:grpSpPr>
            <a:xfrm>
              <a:off x="1939437" y="1538369"/>
              <a:ext cx="37817" cy="61390"/>
              <a:chOff x="3883481" y="2057400"/>
              <a:chExt cx="1608363" cy="2652031"/>
            </a:xfrm>
            <a:solidFill>
              <a:srgbClr val="A6A6A6"/>
            </a:solidFill>
          </p:grpSpPr>
          <p:sp>
            <p:nvSpPr>
              <p:cNvPr id="974" name="Oval 27">
                <a:extLst>
                  <a:ext uri="{FF2B5EF4-FFF2-40B4-BE49-F238E27FC236}">
                    <a16:creationId xmlns:a16="http://schemas.microsoft.com/office/drawing/2014/main" id="{74CDA96E-91B5-930D-99DA-68B04F46B7D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5" name="Oval 28">
                <a:extLst>
                  <a:ext uri="{FF2B5EF4-FFF2-40B4-BE49-F238E27FC236}">
                    <a16:creationId xmlns:a16="http://schemas.microsoft.com/office/drawing/2014/main" id="{1E440F81-DDDA-717E-780A-713B056558F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76" name="Group 975">
            <a:extLst>
              <a:ext uri="{FF2B5EF4-FFF2-40B4-BE49-F238E27FC236}">
                <a16:creationId xmlns:a16="http://schemas.microsoft.com/office/drawing/2014/main" id="{82B6DEF1-5C9A-825A-BEB8-8A51330C808C}"/>
              </a:ext>
            </a:extLst>
          </p:cNvPr>
          <p:cNvGrpSpPr/>
          <p:nvPr/>
        </p:nvGrpSpPr>
        <p:grpSpPr>
          <a:xfrm>
            <a:off x="1712031" y="1765996"/>
            <a:ext cx="721893" cy="609702"/>
            <a:chOff x="431659" y="2253333"/>
            <a:chExt cx="721893" cy="609702"/>
          </a:xfrm>
        </p:grpSpPr>
        <p:sp>
          <p:nvSpPr>
            <p:cNvPr id="977" name="Rectangle 976">
              <a:hlinkHover r:id="" action="ppaction://noaction" highlightClick="1"/>
              <a:extLst>
                <a:ext uri="{FF2B5EF4-FFF2-40B4-BE49-F238E27FC236}">
                  <a16:creationId xmlns:a16="http://schemas.microsoft.com/office/drawing/2014/main" id="{34037A1C-7DE2-DB6C-57BD-F84B708D6831}"/>
                </a:ext>
              </a:extLst>
            </p:cNvPr>
            <p:cNvSpPr/>
            <p:nvPr/>
          </p:nvSpPr>
          <p:spPr>
            <a:xfrm>
              <a:off x="431659" y="2253335"/>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978" name="Group 977">
              <a:extLst>
                <a:ext uri="{FF2B5EF4-FFF2-40B4-BE49-F238E27FC236}">
                  <a16:creationId xmlns:a16="http://schemas.microsoft.com/office/drawing/2014/main" id="{8405180E-124A-5175-7523-207D5E5C4F41}"/>
                </a:ext>
              </a:extLst>
            </p:cNvPr>
            <p:cNvGrpSpPr/>
            <p:nvPr/>
          </p:nvGrpSpPr>
          <p:grpSpPr>
            <a:xfrm>
              <a:off x="1023646" y="2253333"/>
              <a:ext cx="129906" cy="127894"/>
              <a:chOff x="1040599" y="2550516"/>
              <a:chExt cx="157050" cy="157050"/>
            </a:xfrm>
          </p:grpSpPr>
          <p:sp>
            <p:nvSpPr>
              <p:cNvPr id="979" name="Diamond 978">
                <a:extLst>
                  <a:ext uri="{FF2B5EF4-FFF2-40B4-BE49-F238E27FC236}">
                    <a16:creationId xmlns:a16="http://schemas.microsoft.com/office/drawing/2014/main" id="{49DC2469-283E-448D-0FD5-A92D41D3EEF3}"/>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0" name="Oval 979">
                <a:extLst>
                  <a:ext uri="{FF2B5EF4-FFF2-40B4-BE49-F238E27FC236}">
                    <a16:creationId xmlns:a16="http://schemas.microsoft.com/office/drawing/2014/main" id="{B0B5D933-1710-3936-55CD-4D275607CD2B}"/>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81" name="Group 980">
            <a:extLst>
              <a:ext uri="{FF2B5EF4-FFF2-40B4-BE49-F238E27FC236}">
                <a16:creationId xmlns:a16="http://schemas.microsoft.com/office/drawing/2014/main" id="{0E90648D-D7A1-4A19-191D-A7EF21182D6B}"/>
              </a:ext>
            </a:extLst>
          </p:cNvPr>
          <p:cNvGrpSpPr/>
          <p:nvPr/>
        </p:nvGrpSpPr>
        <p:grpSpPr>
          <a:xfrm>
            <a:off x="1401699" y="4430403"/>
            <a:ext cx="721206" cy="609701"/>
            <a:chOff x="7957576" y="2253333"/>
            <a:chExt cx="721206" cy="609701"/>
          </a:xfrm>
        </p:grpSpPr>
        <p:sp>
          <p:nvSpPr>
            <p:cNvPr id="982" name="Rectangle 981">
              <a:extLst>
                <a:ext uri="{FF2B5EF4-FFF2-40B4-BE49-F238E27FC236}">
                  <a16:creationId xmlns:a16="http://schemas.microsoft.com/office/drawing/2014/main" id="{95E40556-62D7-1EF9-5388-BF2D17CB72EC}"/>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983" name="Right Triangle 982">
              <a:extLst>
                <a:ext uri="{FF2B5EF4-FFF2-40B4-BE49-F238E27FC236}">
                  <a16:creationId xmlns:a16="http://schemas.microsoft.com/office/drawing/2014/main" id="{886FCBE5-C735-B4AC-675F-C6BF2D934602}"/>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84" name="Group 983">
              <a:extLst>
                <a:ext uri="{FF2B5EF4-FFF2-40B4-BE49-F238E27FC236}">
                  <a16:creationId xmlns:a16="http://schemas.microsoft.com/office/drawing/2014/main" id="{B44E98DC-CB64-DA02-FEE1-6E1F7D13C3E1}"/>
                </a:ext>
              </a:extLst>
            </p:cNvPr>
            <p:cNvGrpSpPr/>
            <p:nvPr/>
          </p:nvGrpSpPr>
          <p:grpSpPr>
            <a:xfrm>
              <a:off x="8621953" y="2262661"/>
              <a:ext cx="37817" cy="61390"/>
              <a:chOff x="3883481" y="2057400"/>
              <a:chExt cx="1608363" cy="2652031"/>
            </a:xfrm>
            <a:solidFill>
              <a:srgbClr val="A6A6A6"/>
            </a:solidFill>
          </p:grpSpPr>
          <p:sp>
            <p:nvSpPr>
              <p:cNvPr id="985" name="Oval 27">
                <a:extLst>
                  <a:ext uri="{FF2B5EF4-FFF2-40B4-BE49-F238E27FC236}">
                    <a16:creationId xmlns:a16="http://schemas.microsoft.com/office/drawing/2014/main" id="{9D00A501-65B1-BD7A-7DFC-AF6AFA3D756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6" name="Oval 28">
                <a:extLst>
                  <a:ext uri="{FF2B5EF4-FFF2-40B4-BE49-F238E27FC236}">
                    <a16:creationId xmlns:a16="http://schemas.microsoft.com/office/drawing/2014/main" id="{01093F63-9F11-0202-E026-C4F5062F64A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87" name="Group 986">
            <a:extLst>
              <a:ext uri="{FF2B5EF4-FFF2-40B4-BE49-F238E27FC236}">
                <a16:creationId xmlns:a16="http://schemas.microsoft.com/office/drawing/2014/main" id="{FCECF741-8592-227F-FF89-44441A69F888}"/>
              </a:ext>
            </a:extLst>
          </p:cNvPr>
          <p:cNvGrpSpPr/>
          <p:nvPr/>
        </p:nvGrpSpPr>
        <p:grpSpPr>
          <a:xfrm>
            <a:off x="6520403" y="3604923"/>
            <a:ext cx="721206" cy="609701"/>
            <a:chOff x="11356238" y="2253333"/>
            <a:chExt cx="721206" cy="609701"/>
          </a:xfrm>
        </p:grpSpPr>
        <p:sp>
          <p:nvSpPr>
            <p:cNvPr id="988" name="Rectangle 987">
              <a:hlinkHover r:id="" action="ppaction://noaction" highlightClick="1"/>
              <a:extLst>
                <a:ext uri="{FF2B5EF4-FFF2-40B4-BE49-F238E27FC236}">
                  <a16:creationId xmlns:a16="http://schemas.microsoft.com/office/drawing/2014/main" id="{A83D4700-96CD-95F3-0E7D-D5E2E3BBD5E7}"/>
                </a:ext>
              </a:extLst>
            </p:cNvPr>
            <p:cNvSpPr/>
            <p:nvPr/>
          </p:nvSpPr>
          <p:spPr>
            <a:xfrm>
              <a:off x="11356238" y="225333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P2</a:t>
              </a:r>
            </a:p>
          </p:txBody>
        </p:sp>
        <p:sp>
          <p:nvSpPr>
            <p:cNvPr id="989" name="Oval 988">
              <a:extLst>
                <a:ext uri="{FF2B5EF4-FFF2-40B4-BE49-F238E27FC236}">
                  <a16:creationId xmlns:a16="http://schemas.microsoft.com/office/drawing/2014/main" id="{5B2E0C1E-B2AB-18FF-5189-AF745E52521C}"/>
                </a:ext>
              </a:extLst>
            </p:cNvPr>
            <p:cNvSpPr/>
            <p:nvPr/>
          </p:nvSpPr>
          <p:spPr>
            <a:xfrm>
              <a:off x="11934777" y="226109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0" name="Isosceles Triangle 648">
              <a:extLst>
                <a:ext uri="{FF2B5EF4-FFF2-40B4-BE49-F238E27FC236}">
                  <a16:creationId xmlns:a16="http://schemas.microsoft.com/office/drawing/2014/main" id="{823DD77B-8EBB-AE7D-3010-6A6271348AAA}"/>
                </a:ext>
              </a:extLst>
            </p:cNvPr>
            <p:cNvSpPr/>
            <p:nvPr/>
          </p:nvSpPr>
          <p:spPr>
            <a:xfrm>
              <a:off x="11964901" y="227460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91" name="Group 990">
            <a:extLst>
              <a:ext uri="{FF2B5EF4-FFF2-40B4-BE49-F238E27FC236}">
                <a16:creationId xmlns:a16="http://schemas.microsoft.com/office/drawing/2014/main" id="{BBE68804-874D-CADE-C6C6-4A3B78380A90}"/>
              </a:ext>
            </a:extLst>
          </p:cNvPr>
          <p:cNvGrpSpPr/>
          <p:nvPr/>
        </p:nvGrpSpPr>
        <p:grpSpPr>
          <a:xfrm>
            <a:off x="6339493" y="4370286"/>
            <a:ext cx="721206" cy="609701"/>
            <a:chOff x="10506573" y="2253333"/>
            <a:chExt cx="721206" cy="609701"/>
          </a:xfrm>
        </p:grpSpPr>
        <p:sp>
          <p:nvSpPr>
            <p:cNvPr id="992" name="Rectangle 991">
              <a:hlinkHover r:id="" action="ppaction://noaction" highlightClick="1"/>
              <a:extLst>
                <a:ext uri="{FF2B5EF4-FFF2-40B4-BE49-F238E27FC236}">
                  <a16:creationId xmlns:a16="http://schemas.microsoft.com/office/drawing/2014/main" id="{D65A65C9-DE82-BBFA-1BFE-01E6D51D5018}"/>
                </a:ext>
              </a:extLst>
            </p:cNvPr>
            <p:cNvSpPr/>
            <p:nvPr/>
          </p:nvSpPr>
          <p:spPr>
            <a:xfrm>
              <a:off x="10506573" y="2253333"/>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Endpoints for Servers</a:t>
              </a:r>
            </a:p>
          </p:txBody>
        </p:sp>
        <p:sp>
          <p:nvSpPr>
            <p:cNvPr id="993" name="Diamond 992">
              <a:extLst>
                <a:ext uri="{FF2B5EF4-FFF2-40B4-BE49-F238E27FC236}">
                  <a16:creationId xmlns:a16="http://schemas.microsoft.com/office/drawing/2014/main" id="{5A1A2468-6ED3-8CA4-FE23-8760EA915D50}"/>
                </a:ext>
              </a:extLst>
            </p:cNvPr>
            <p:cNvSpPr/>
            <p:nvPr/>
          </p:nvSpPr>
          <p:spPr>
            <a:xfrm>
              <a:off x="11091271" y="2255684"/>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4" name="Oval 993">
              <a:extLst>
                <a:ext uri="{FF2B5EF4-FFF2-40B4-BE49-F238E27FC236}">
                  <a16:creationId xmlns:a16="http://schemas.microsoft.com/office/drawing/2014/main" id="{3865527C-A946-DB94-F066-3FD09B7F6D74}"/>
                </a:ext>
              </a:extLst>
            </p:cNvPr>
            <p:cNvSpPr/>
            <p:nvPr/>
          </p:nvSpPr>
          <p:spPr>
            <a:xfrm>
              <a:off x="11125474" y="2289172"/>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95" name="Group 994">
            <a:extLst>
              <a:ext uri="{FF2B5EF4-FFF2-40B4-BE49-F238E27FC236}">
                <a16:creationId xmlns:a16="http://schemas.microsoft.com/office/drawing/2014/main" id="{B3697967-CD53-9F56-0B03-C06478357A0E}"/>
              </a:ext>
            </a:extLst>
          </p:cNvPr>
          <p:cNvGrpSpPr/>
          <p:nvPr/>
        </p:nvGrpSpPr>
        <p:grpSpPr>
          <a:xfrm>
            <a:off x="7121069" y="2638110"/>
            <a:ext cx="721206" cy="609701"/>
            <a:chOff x="11356238" y="1532276"/>
            <a:chExt cx="721206" cy="609701"/>
          </a:xfrm>
        </p:grpSpPr>
        <p:sp>
          <p:nvSpPr>
            <p:cNvPr id="996" name="Rectangle 995">
              <a:hlinkHover r:id="" action="ppaction://noaction" highlightClick="1"/>
              <a:extLst>
                <a:ext uri="{FF2B5EF4-FFF2-40B4-BE49-F238E27FC236}">
                  <a16:creationId xmlns:a16="http://schemas.microsoft.com/office/drawing/2014/main" id="{C0460F8B-3890-75A5-D8AF-58E344766E5A}"/>
                </a:ext>
              </a:extLst>
            </p:cNvPr>
            <p:cNvSpPr/>
            <p:nvPr/>
          </p:nvSpPr>
          <p:spPr>
            <a:xfrm>
              <a:off x="11356238"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a:t>
              </a:r>
            </a:p>
          </p:txBody>
        </p:sp>
        <p:sp>
          <p:nvSpPr>
            <p:cNvPr id="997" name="Oval 996">
              <a:extLst>
                <a:ext uri="{FF2B5EF4-FFF2-40B4-BE49-F238E27FC236}">
                  <a16:creationId xmlns:a16="http://schemas.microsoft.com/office/drawing/2014/main" id="{26D6E42E-AE07-E3D5-CE09-62E5474DAB11}"/>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8" name="Isosceles Triangle 648">
              <a:extLst>
                <a:ext uri="{FF2B5EF4-FFF2-40B4-BE49-F238E27FC236}">
                  <a16:creationId xmlns:a16="http://schemas.microsoft.com/office/drawing/2014/main" id="{7C28A0EF-B2FA-96EA-C791-0AE93729A965}"/>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03" name="Group 1002">
            <a:extLst>
              <a:ext uri="{FF2B5EF4-FFF2-40B4-BE49-F238E27FC236}">
                <a16:creationId xmlns:a16="http://schemas.microsoft.com/office/drawing/2014/main" id="{F4E931A8-9630-7641-9BA9-B3DE850579BF}"/>
              </a:ext>
            </a:extLst>
          </p:cNvPr>
          <p:cNvGrpSpPr/>
          <p:nvPr/>
        </p:nvGrpSpPr>
        <p:grpSpPr>
          <a:xfrm>
            <a:off x="3470785" y="771974"/>
            <a:ext cx="721206" cy="609701"/>
            <a:chOff x="1268842" y="2253333"/>
            <a:chExt cx="721206" cy="609701"/>
          </a:xfrm>
        </p:grpSpPr>
        <p:sp>
          <p:nvSpPr>
            <p:cNvPr id="1004" name="Rectangle 1003">
              <a:extLst>
                <a:ext uri="{FF2B5EF4-FFF2-40B4-BE49-F238E27FC236}">
                  <a16:creationId xmlns:a16="http://schemas.microsoft.com/office/drawing/2014/main" id="{3905B26A-A85F-630E-F7F5-0679AC016E63}"/>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1005" name="Right Triangle 1004">
              <a:extLst>
                <a:ext uri="{FF2B5EF4-FFF2-40B4-BE49-F238E27FC236}">
                  <a16:creationId xmlns:a16="http://schemas.microsoft.com/office/drawing/2014/main" id="{5741A236-6D27-AF70-4C0E-FBF66F2C8D21}"/>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06" name="Group 1005">
              <a:extLst>
                <a:ext uri="{FF2B5EF4-FFF2-40B4-BE49-F238E27FC236}">
                  <a16:creationId xmlns:a16="http://schemas.microsoft.com/office/drawing/2014/main" id="{718BB289-4664-BE0C-52B5-3E842E580758}"/>
                </a:ext>
              </a:extLst>
            </p:cNvPr>
            <p:cNvGrpSpPr/>
            <p:nvPr/>
          </p:nvGrpSpPr>
          <p:grpSpPr>
            <a:xfrm>
              <a:off x="1939437" y="2265723"/>
              <a:ext cx="37817" cy="61390"/>
              <a:chOff x="3883481" y="2057400"/>
              <a:chExt cx="1608363" cy="2652031"/>
            </a:xfrm>
            <a:solidFill>
              <a:srgbClr val="A6A6A6"/>
            </a:solidFill>
          </p:grpSpPr>
          <p:sp>
            <p:nvSpPr>
              <p:cNvPr id="1007" name="Oval 27">
                <a:extLst>
                  <a:ext uri="{FF2B5EF4-FFF2-40B4-BE49-F238E27FC236}">
                    <a16:creationId xmlns:a16="http://schemas.microsoft.com/office/drawing/2014/main" id="{EAC22C8E-2A61-E43C-E4B5-C43BD07F07A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8" name="Oval 28">
                <a:extLst>
                  <a:ext uri="{FF2B5EF4-FFF2-40B4-BE49-F238E27FC236}">
                    <a16:creationId xmlns:a16="http://schemas.microsoft.com/office/drawing/2014/main" id="{676C9F55-D69B-EF93-97FA-98F949FA7A8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09" name="Group 1008">
            <a:extLst>
              <a:ext uri="{FF2B5EF4-FFF2-40B4-BE49-F238E27FC236}">
                <a16:creationId xmlns:a16="http://schemas.microsoft.com/office/drawing/2014/main" id="{7C772807-7278-E603-A547-39399C88CDE1}"/>
              </a:ext>
            </a:extLst>
          </p:cNvPr>
          <p:cNvGrpSpPr/>
          <p:nvPr/>
        </p:nvGrpSpPr>
        <p:grpSpPr>
          <a:xfrm>
            <a:off x="1575791" y="3311769"/>
            <a:ext cx="721206" cy="609701"/>
            <a:chOff x="2105349" y="2253333"/>
            <a:chExt cx="721206" cy="609701"/>
          </a:xfrm>
        </p:grpSpPr>
        <p:sp>
          <p:nvSpPr>
            <p:cNvPr id="1010" name="Rectangle 1009">
              <a:extLst>
                <a:ext uri="{FF2B5EF4-FFF2-40B4-BE49-F238E27FC236}">
                  <a16:creationId xmlns:a16="http://schemas.microsoft.com/office/drawing/2014/main" id="{745B86F4-7896-1FC9-EED4-4DF9664D3C9A}"/>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1011" name="Right Triangle 1010">
              <a:extLst>
                <a:ext uri="{FF2B5EF4-FFF2-40B4-BE49-F238E27FC236}">
                  <a16:creationId xmlns:a16="http://schemas.microsoft.com/office/drawing/2014/main" id="{58FDAC45-221A-A564-1FF1-9B0E8D87C7E3}"/>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12" name="Group 1011">
              <a:extLst>
                <a:ext uri="{FF2B5EF4-FFF2-40B4-BE49-F238E27FC236}">
                  <a16:creationId xmlns:a16="http://schemas.microsoft.com/office/drawing/2014/main" id="{DBAD4CFC-109B-4DF3-690F-C991B07EB394}"/>
                </a:ext>
              </a:extLst>
            </p:cNvPr>
            <p:cNvGrpSpPr/>
            <p:nvPr/>
          </p:nvGrpSpPr>
          <p:grpSpPr>
            <a:xfrm>
              <a:off x="2771411" y="2265582"/>
              <a:ext cx="37817" cy="61390"/>
              <a:chOff x="3883481" y="2057400"/>
              <a:chExt cx="1608363" cy="2652031"/>
            </a:xfrm>
            <a:solidFill>
              <a:srgbClr val="A6A6A6"/>
            </a:solidFill>
          </p:grpSpPr>
          <p:sp>
            <p:nvSpPr>
              <p:cNvPr id="1013" name="Oval 27">
                <a:extLst>
                  <a:ext uri="{FF2B5EF4-FFF2-40B4-BE49-F238E27FC236}">
                    <a16:creationId xmlns:a16="http://schemas.microsoft.com/office/drawing/2014/main" id="{7BB2228F-9EC5-3CF1-B581-553DCFD5401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4" name="Oval 28">
                <a:extLst>
                  <a:ext uri="{FF2B5EF4-FFF2-40B4-BE49-F238E27FC236}">
                    <a16:creationId xmlns:a16="http://schemas.microsoft.com/office/drawing/2014/main" id="{0B5C3F49-2F7A-CA10-A699-99D46D650CA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15" name="Group 1014">
            <a:extLst>
              <a:ext uri="{FF2B5EF4-FFF2-40B4-BE49-F238E27FC236}">
                <a16:creationId xmlns:a16="http://schemas.microsoft.com/office/drawing/2014/main" id="{4B7D920B-8A46-342B-C7B8-61E5C27B387A}"/>
              </a:ext>
            </a:extLst>
          </p:cNvPr>
          <p:cNvGrpSpPr/>
          <p:nvPr/>
        </p:nvGrpSpPr>
        <p:grpSpPr>
          <a:xfrm>
            <a:off x="6629022" y="1856955"/>
            <a:ext cx="721206" cy="609701"/>
            <a:chOff x="2941856" y="2253333"/>
            <a:chExt cx="721206" cy="609701"/>
          </a:xfrm>
        </p:grpSpPr>
        <p:sp>
          <p:nvSpPr>
            <p:cNvPr id="1016" name="Rectangle 1015">
              <a:extLst>
                <a:ext uri="{FF2B5EF4-FFF2-40B4-BE49-F238E27FC236}">
                  <a16:creationId xmlns:a16="http://schemas.microsoft.com/office/drawing/2014/main" id="{88CC0267-9682-A379-95C3-0E06FCBDE5BB}"/>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1017" name="Right Triangle 1016">
              <a:extLst>
                <a:ext uri="{FF2B5EF4-FFF2-40B4-BE49-F238E27FC236}">
                  <a16:creationId xmlns:a16="http://schemas.microsoft.com/office/drawing/2014/main" id="{522C722F-EDB0-A57E-8D2B-6BFDC5A96D31}"/>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18" name="Group 1017">
              <a:extLst>
                <a:ext uri="{FF2B5EF4-FFF2-40B4-BE49-F238E27FC236}">
                  <a16:creationId xmlns:a16="http://schemas.microsoft.com/office/drawing/2014/main" id="{0C6BBE8C-C80E-B4E9-3225-282C27CCA7CD}"/>
                </a:ext>
              </a:extLst>
            </p:cNvPr>
            <p:cNvGrpSpPr/>
            <p:nvPr/>
          </p:nvGrpSpPr>
          <p:grpSpPr>
            <a:xfrm>
              <a:off x="3611254" y="2264960"/>
              <a:ext cx="37817" cy="61390"/>
              <a:chOff x="3883481" y="2057400"/>
              <a:chExt cx="1608363" cy="2652031"/>
            </a:xfrm>
            <a:solidFill>
              <a:srgbClr val="A6A6A6"/>
            </a:solidFill>
          </p:grpSpPr>
          <p:sp>
            <p:nvSpPr>
              <p:cNvPr id="1019" name="Oval 27">
                <a:extLst>
                  <a:ext uri="{FF2B5EF4-FFF2-40B4-BE49-F238E27FC236}">
                    <a16:creationId xmlns:a16="http://schemas.microsoft.com/office/drawing/2014/main" id="{AC202B90-012A-7B3D-DCA7-2B89E35E5E8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0" name="Oval 28">
                <a:extLst>
                  <a:ext uri="{FF2B5EF4-FFF2-40B4-BE49-F238E27FC236}">
                    <a16:creationId xmlns:a16="http://schemas.microsoft.com/office/drawing/2014/main" id="{72AA6CB1-EA84-060A-0526-8267FA64062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21" name="Group 1020">
            <a:extLst>
              <a:ext uri="{FF2B5EF4-FFF2-40B4-BE49-F238E27FC236}">
                <a16:creationId xmlns:a16="http://schemas.microsoft.com/office/drawing/2014/main" id="{27E5F215-994B-C508-3482-1ACC5B06E8C6}"/>
              </a:ext>
            </a:extLst>
          </p:cNvPr>
          <p:cNvGrpSpPr/>
          <p:nvPr/>
        </p:nvGrpSpPr>
        <p:grpSpPr>
          <a:xfrm>
            <a:off x="4335576" y="658566"/>
            <a:ext cx="721206" cy="609701"/>
            <a:chOff x="4614870" y="2253333"/>
            <a:chExt cx="721206" cy="609701"/>
          </a:xfrm>
        </p:grpSpPr>
        <p:sp>
          <p:nvSpPr>
            <p:cNvPr id="1022" name="Rectangle 1021">
              <a:extLst>
                <a:ext uri="{FF2B5EF4-FFF2-40B4-BE49-F238E27FC236}">
                  <a16:creationId xmlns:a16="http://schemas.microsoft.com/office/drawing/2014/main" id="{868A80E1-A041-8BC3-125A-22C3DA730195}"/>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1023" name="Right Triangle 1022">
              <a:extLst>
                <a:ext uri="{FF2B5EF4-FFF2-40B4-BE49-F238E27FC236}">
                  <a16:creationId xmlns:a16="http://schemas.microsoft.com/office/drawing/2014/main" id="{A3D06703-41DD-B935-EF02-6BF81A0032CB}"/>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24" name="Group 1023">
              <a:extLst>
                <a:ext uri="{FF2B5EF4-FFF2-40B4-BE49-F238E27FC236}">
                  <a16:creationId xmlns:a16="http://schemas.microsoft.com/office/drawing/2014/main" id="{38E74B1E-AC69-628F-4648-657B46364941}"/>
                </a:ext>
              </a:extLst>
            </p:cNvPr>
            <p:cNvGrpSpPr/>
            <p:nvPr/>
          </p:nvGrpSpPr>
          <p:grpSpPr>
            <a:xfrm>
              <a:off x="5280746" y="2264771"/>
              <a:ext cx="37817" cy="61390"/>
              <a:chOff x="3883481" y="2057400"/>
              <a:chExt cx="1608363" cy="2652031"/>
            </a:xfrm>
            <a:solidFill>
              <a:srgbClr val="A6A6A6"/>
            </a:solidFill>
          </p:grpSpPr>
          <p:sp>
            <p:nvSpPr>
              <p:cNvPr id="1025" name="Oval 27">
                <a:extLst>
                  <a:ext uri="{FF2B5EF4-FFF2-40B4-BE49-F238E27FC236}">
                    <a16:creationId xmlns:a16="http://schemas.microsoft.com/office/drawing/2014/main" id="{10E2792A-337A-C5A7-527F-4977B3EE4EC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6" name="Oval 28">
                <a:extLst>
                  <a:ext uri="{FF2B5EF4-FFF2-40B4-BE49-F238E27FC236}">
                    <a16:creationId xmlns:a16="http://schemas.microsoft.com/office/drawing/2014/main" id="{C1043846-38E8-8161-AC10-77BC10FA51E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27" name="Group 1026">
            <a:extLst>
              <a:ext uri="{FF2B5EF4-FFF2-40B4-BE49-F238E27FC236}">
                <a16:creationId xmlns:a16="http://schemas.microsoft.com/office/drawing/2014/main" id="{6BBE4225-C868-78EF-16CD-DB8819E8A829}"/>
              </a:ext>
            </a:extLst>
          </p:cNvPr>
          <p:cNvGrpSpPr/>
          <p:nvPr/>
        </p:nvGrpSpPr>
        <p:grpSpPr>
          <a:xfrm>
            <a:off x="6112392" y="661996"/>
            <a:ext cx="721206" cy="609701"/>
            <a:chOff x="5451377" y="2253333"/>
            <a:chExt cx="721206" cy="609701"/>
          </a:xfrm>
        </p:grpSpPr>
        <p:sp>
          <p:nvSpPr>
            <p:cNvPr id="1028" name="Rectangle 1027">
              <a:extLst>
                <a:ext uri="{FF2B5EF4-FFF2-40B4-BE49-F238E27FC236}">
                  <a16:creationId xmlns:a16="http://schemas.microsoft.com/office/drawing/2014/main" id="{79A8067D-4254-56FC-CA0E-A0CCD3B03E45}"/>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029" name="Right Triangle 1028">
              <a:extLst>
                <a:ext uri="{FF2B5EF4-FFF2-40B4-BE49-F238E27FC236}">
                  <a16:creationId xmlns:a16="http://schemas.microsoft.com/office/drawing/2014/main" id="{77F7B773-6261-F10F-3920-D52B55C0246C}"/>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30" name="Group 1029">
              <a:extLst>
                <a:ext uri="{FF2B5EF4-FFF2-40B4-BE49-F238E27FC236}">
                  <a16:creationId xmlns:a16="http://schemas.microsoft.com/office/drawing/2014/main" id="{7D585E7F-A741-1E24-CAE3-F21F9B9665F6}"/>
                </a:ext>
              </a:extLst>
            </p:cNvPr>
            <p:cNvGrpSpPr/>
            <p:nvPr/>
          </p:nvGrpSpPr>
          <p:grpSpPr>
            <a:xfrm>
              <a:off x="6116566" y="2264771"/>
              <a:ext cx="37817" cy="61390"/>
              <a:chOff x="3883481" y="2057400"/>
              <a:chExt cx="1608363" cy="2652031"/>
            </a:xfrm>
            <a:solidFill>
              <a:srgbClr val="A6A6A6"/>
            </a:solidFill>
          </p:grpSpPr>
          <p:sp>
            <p:nvSpPr>
              <p:cNvPr id="1031" name="Oval 27">
                <a:extLst>
                  <a:ext uri="{FF2B5EF4-FFF2-40B4-BE49-F238E27FC236}">
                    <a16:creationId xmlns:a16="http://schemas.microsoft.com/office/drawing/2014/main" id="{04293460-84D3-C491-5FC6-4431F2D9C5F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2" name="Oval 28">
                <a:extLst>
                  <a:ext uri="{FF2B5EF4-FFF2-40B4-BE49-F238E27FC236}">
                    <a16:creationId xmlns:a16="http://schemas.microsoft.com/office/drawing/2014/main" id="{561FFA4C-65FE-D7E4-94C7-65E3E7D10AD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33" name="Group 1032">
            <a:extLst>
              <a:ext uri="{FF2B5EF4-FFF2-40B4-BE49-F238E27FC236}">
                <a16:creationId xmlns:a16="http://schemas.microsoft.com/office/drawing/2014/main" id="{A40B6659-D61B-10EF-F5CB-48A86C3908E5}"/>
              </a:ext>
            </a:extLst>
          </p:cNvPr>
          <p:cNvGrpSpPr/>
          <p:nvPr/>
        </p:nvGrpSpPr>
        <p:grpSpPr>
          <a:xfrm>
            <a:off x="4566548" y="4851412"/>
            <a:ext cx="721206" cy="609701"/>
            <a:chOff x="6287884" y="2253333"/>
            <a:chExt cx="721206" cy="609701"/>
          </a:xfrm>
        </p:grpSpPr>
        <p:sp>
          <p:nvSpPr>
            <p:cNvPr id="1034" name="Rectangle 1033">
              <a:extLst>
                <a:ext uri="{FF2B5EF4-FFF2-40B4-BE49-F238E27FC236}">
                  <a16:creationId xmlns:a16="http://schemas.microsoft.com/office/drawing/2014/main" id="{A2791E4C-94F6-E0C1-2691-CD722C30B98A}"/>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035" name="Right Triangle 1034">
              <a:extLst>
                <a:ext uri="{FF2B5EF4-FFF2-40B4-BE49-F238E27FC236}">
                  <a16:creationId xmlns:a16="http://schemas.microsoft.com/office/drawing/2014/main" id="{482F7E54-22B8-E270-1622-6CE29BBECB9A}"/>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36" name="Group 1035">
              <a:extLst>
                <a:ext uri="{FF2B5EF4-FFF2-40B4-BE49-F238E27FC236}">
                  <a16:creationId xmlns:a16="http://schemas.microsoft.com/office/drawing/2014/main" id="{4AA76417-0AAD-B634-1D0A-AD8B9703A5A2}"/>
                </a:ext>
              </a:extLst>
            </p:cNvPr>
            <p:cNvGrpSpPr/>
            <p:nvPr/>
          </p:nvGrpSpPr>
          <p:grpSpPr>
            <a:xfrm>
              <a:off x="6952478" y="2265091"/>
              <a:ext cx="37817" cy="61390"/>
              <a:chOff x="3883481" y="2057400"/>
              <a:chExt cx="1608363" cy="2652031"/>
            </a:xfrm>
            <a:solidFill>
              <a:srgbClr val="A6A6A6"/>
            </a:solidFill>
          </p:grpSpPr>
          <p:sp>
            <p:nvSpPr>
              <p:cNvPr id="1037" name="Oval 27">
                <a:extLst>
                  <a:ext uri="{FF2B5EF4-FFF2-40B4-BE49-F238E27FC236}">
                    <a16:creationId xmlns:a16="http://schemas.microsoft.com/office/drawing/2014/main" id="{7C8F1D01-6626-99A9-CFC4-7C4BFC0AAD5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8" name="Oval 28">
                <a:extLst>
                  <a:ext uri="{FF2B5EF4-FFF2-40B4-BE49-F238E27FC236}">
                    <a16:creationId xmlns:a16="http://schemas.microsoft.com/office/drawing/2014/main" id="{53CFECF3-699C-8468-B221-6977980FDE9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49" name="Group 1048">
            <a:extLst>
              <a:ext uri="{FF2B5EF4-FFF2-40B4-BE49-F238E27FC236}">
                <a16:creationId xmlns:a16="http://schemas.microsoft.com/office/drawing/2014/main" id="{F2089E40-EDA6-BBF2-7112-FD0C853B2E68}"/>
              </a:ext>
            </a:extLst>
          </p:cNvPr>
          <p:cNvGrpSpPr/>
          <p:nvPr/>
        </p:nvGrpSpPr>
        <p:grpSpPr>
          <a:xfrm>
            <a:off x="5202976" y="644833"/>
            <a:ext cx="721893" cy="609701"/>
            <a:chOff x="431659" y="2974054"/>
            <a:chExt cx="721893" cy="609701"/>
          </a:xfrm>
        </p:grpSpPr>
        <p:sp>
          <p:nvSpPr>
            <p:cNvPr id="1050" name="Rectangle 1049">
              <a:extLst>
                <a:ext uri="{FF2B5EF4-FFF2-40B4-BE49-F238E27FC236}">
                  <a16:creationId xmlns:a16="http://schemas.microsoft.com/office/drawing/2014/main" id="{26AC18FF-46C1-525A-79C6-186FAA5B5AC2}"/>
                </a:ext>
              </a:extLst>
            </p:cNvPr>
            <p:cNvSpPr/>
            <p:nvPr/>
          </p:nvSpPr>
          <p:spPr>
            <a:xfrm>
              <a:off x="43165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1051" name="Right Triangle 1050">
              <a:extLst>
                <a:ext uri="{FF2B5EF4-FFF2-40B4-BE49-F238E27FC236}">
                  <a16:creationId xmlns:a16="http://schemas.microsoft.com/office/drawing/2014/main" id="{6B2F5257-12A8-72E2-AE8E-77FA586C4DE4}"/>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52" name="Group 1051">
              <a:extLst>
                <a:ext uri="{FF2B5EF4-FFF2-40B4-BE49-F238E27FC236}">
                  <a16:creationId xmlns:a16="http://schemas.microsoft.com/office/drawing/2014/main" id="{4EFBC249-9D45-7FB1-A5BE-A77887039927}"/>
                </a:ext>
              </a:extLst>
            </p:cNvPr>
            <p:cNvGrpSpPr/>
            <p:nvPr/>
          </p:nvGrpSpPr>
          <p:grpSpPr>
            <a:xfrm>
              <a:off x="1102941" y="2981751"/>
              <a:ext cx="37817" cy="61390"/>
              <a:chOff x="3883481" y="2057400"/>
              <a:chExt cx="1608363" cy="2652031"/>
            </a:xfrm>
            <a:solidFill>
              <a:srgbClr val="A6A6A6"/>
            </a:solidFill>
          </p:grpSpPr>
          <p:sp>
            <p:nvSpPr>
              <p:cNvPr id="1053" name="Oval 27">
                <a:extLst>
                  <a:ext uri="{FF2B5EF4-FFF2-40B4-BE49-F238E27FC236}">
                    <a16:creationId xmlns:a16="http://schemas.microsoft.com/office/drawing/2014/main" id="{8CA096F2-A133-8CEB-A379-04F98875521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4" name="Oval 28">
                <a:extLst>
                  <a:ext uri="{FF2B5EF4-FFF2-40B4-BE49-F238E27FC236}">
                    <a16:creationId xmlns:a16="http://schemas.microsoft.com/office/drawing/2014/main" id="{E31E3617-238C-9BCD-E06A-1CB6729F71F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55" name="Group 1054">
            <a:extLst>
              <a:ext uri="{FF2B5EF4-FFF2-40B4-BE49-F238E27FC236}">
                <a16:creationId xmlns:a16="http://schemas.microsoft.com/office/drawing/2014/main" id="{35C51F8A-F7F7-F4BC-C246-48B25D8FE6DB}"/>
              </a:ext>
            </a:extLst>
          </p:cNvPr>
          <p:cNvGrpSpPr/>
          <p:nvPr/>
        </p:nvGrpSpPr>
        <p:grpSpPr>
          <a:xfrm>
            <a:off x="2148348" y="5065305"/>
            <a:ext cx="721206" cy="609701"/>
            <a:chOff x="1268379" y="2974054"/>
            <a:chExt cx="721206" cy="609701"/>
          </a:xfrm>
        </p:grpSpPr>
        <p:sp>
          <p:nvSpPr>
            <p:cNvPr id="1056" name="Rectangle 1055">
              <a:extLst>
                <a:ext uri="{FF2B5EF4-FFF2-40B4-BE49-F238E27FC236}">
                  <a16:creationId xmlns:a16="http://schemas.microsoft.com/office/drawing/2014/main" id="{130D52EF-2B65-C8D6-B767-85A004F4E12D}"/>
                </a:ext>
              </a:extLst>
            </p:cNvPr>
            <p:cNvSpPr/>
            <p:nvPr/>
          </p:nvSpPr>
          <p:spPr>
            <a:xfrm>
              <a:off x="126837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1057" name="Right Triangle 1056">
              <a:extLst>
                <a:ext uri="{FF2B5EF4-FFF2-40B4-BE49-F238E27FC236}">
                  <a16:creationId xmlns:a16="http://schemas.microsoft.com/office/drawing/2014/main" id="{12CB9506-DF54-57D0-3012-0D48D1AB3770}"/>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58" name="Group 1057">
              <a:extLst>
                <a:ext uri="{FF2B5EF4-FFF2-40B4-BE49-F238E27FC236}">
                  <a16:creationId xmlns:a16="http://schemas.microsoft.com/office/drawing/2014/main" id="{219B6791-0831-357C-E9F1-BA0452C09880}"/>
                </a:ext>
              </a:extLst>
            </p:cNvPr>
            <p:cNvGrpSpPr/>
            <p:nvPr/>
          </p:nvGrpSpPr>
          <p:grpSpPr>
            <a:xfrm>
              <a:off x="1938974" y="2986444"/>
              <a:ext cx="37817" cy="61390"/>
              <a:chOff x="3883481" y="2057400"/>
              <a:chExt cx="1608363" cy="2652031"/>
            </a:xfrm>
            <a:solidFill>
              <a:srgbClr val="A6A6A6"/>
            </a:solidFill>
          </p:grpSpPr>
          <p:sp>
            <p:nvSpPr>
              <p:cNvPr id="1059" name="Oval 27">
                <a:extLst>
                  <a:ext uri="{FF2B5EF4-FFF2-40B4-BE49-F238E27FC236}">
                    <a16:creationId xmlns:a16="http://schemas.microsoft.com/office/drawing/2014/main" id="{62865BED-9397-2BB0-8881-A0BD0CCA36D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0" name="Oval 28">
                <a:extLst>
                  <a:ext uri="{FF2B5EF4-FFF2-40B4-BE49-F238E27FC236}">
                    <a16:creationId xmlns:a16="http://schemas.microsoft.com/office/drawing/2014/main" id="{74CBB6D0-B309-3BB3-9691-0EA1A6D2139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61" name="Group 1060">
            <a:extLst>
              <a:ext uri="{FF2B5EF4-FFF2-40B4-BE49-F238E27FC236}">
                <a16:creationId xmlns:a16="http://schemas.microsoft.com/office/drawing/2014/main" id="{17CCB57D-921C-C546-99DA-ACE088823076}"/>
              </a:ext>
            </a:extLst>
          </p:cNvPr>
          <p:cNvGrpSpPr/>
          <p:nvPr/>
        </p:nvGrpSpPr>
        <p:grpSpPr>
          <a:xfrm>
            <a:off x="7476424" y="3888384"/>
            <a:ext cx="721206" cy="609701"/>
            <a:chOff x="7122909" y="4419620"/>
            <a:chExt cx="721206" cy="609701"/>
          </a:xfrm>
        </p:grpSpPr>
        <p:sp>
          <p:nvSpPr>
            <p:cNvPr id="1062" name="Rectangle 1061">
              <a:hlinkHover r:id="" action="ppaction://noaction" highlightClick="1"/>
              <a:extLst>
                <a:ext uri="{FF2B5EF4-FFF2-40B4-BE49-F238E27FC236}">
                  <a16:creationId xmlns:a16="http://schemas.microsoft.com/office/drawing/2014/main" id="{B0AB536B-8CB4-0C36-F2C1-185236FA32E3}"/>
                </a:ext>
              </a:extLst>
            </p:cNvPr>
            <p:cNvSpPr/>
            <p:nvPr/>
          </p:nvSpPr>
          <p:spPr>
            <a:xfrm>
              <a:off x="712290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1063" name="Oval 1062">
              <a:extLst>
                <a:ext uri="{FF2B5EF4-FFF2-40B4-BE49-F238E27FC236}">
                  <a16:creationId xmlns:a16="http://schemas.microsoft.com/office/drawing/2014/main" id="{924F2120-2846-95E5-0FC1-37C0BC2C13F0}"/>
                </a:ext>
              </a:extLst>
            </p:cNvPr>
            <p:cNvSpPr/>
            <p:nvPr/>
          </p:nvSpPr>
          <p:spPr>
            <a:xfrm>
              <a:off x="7700861"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4" name="Isosceles Triangle 648">
              <a:extLst>
                <a:ext uri="{FF2B5EF4-FFF2-40B4-BE49-F238E27FC236}">
                  <a16:creationId xmlns:a16="http://schemas.microsoft.com/office/drawing/2014/main" id="{B106DB1F-AA5F-601F-37FE-1A34BCAA411A}"/>
                </a:ext>
              </a:extLst>
            </p:cNvPr>
            <p:cNvSpPr/>
            <p:nvPr/>
          </p:nvSpPr>
          <p:spPr>
            <a:xfrm>
              <a:off x="7730986"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65" name="Group 1064">
            <a:extLst>
              <a:ext uri="{FF2B5EF4-FFF2-40B4-BE49-F238E27FC236}">
                <a16:creationId xmlns:a16="http://schemas.microsoft.com/office/drawing/2014/main" id="{A26EDEA2-E911-FB09-6D5F-A3EAF691EAA0}"/>
              </a:ext>
            </a:extLst>
          </p:cNvPr>
          <p:cNvGrpSpPr/>
          <p:nvPr/>
        </p:nvGrpSpPr>
        <p:grpSpPr>
          <a:xfrm>
            <a:off x="2955004" y="4760454"/>
            <a:ext cx="721206" cy="609701"/>
            <a:chOff x="9656908" y="2253333"/>
            <a:chExt cx="721206" cy="609701"/>
          </a:xfrm>
        </p:grpSpPr>
        <p:sp>
          <p:nvSpPr>
            <p:cNvPr id="1066" name="Rectangle 1065">
              <a:hlinkHover r:id="" action="ppaction://noaction" highlightClick="1"/>
              <a:extLst>
                <a:ext uri="{FF2B5EF4-FFF2-40B4-BE49-F238E27FC236}">
                  <a16:creationId xmlns:a16="http://schemas.microsoft.com/office/drawing/2014/main" id="{421DC3D9-59AE-F5CD-59B5-C51DE969625A}"/>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67" name="Rectangle 1066">
              <a:extLst>
                <a:ext uri="{FF2B5EF4-FFF2-40B4-BE49-F238E27FC236}">
                  <a16:creationId xmlns:a16="http://schemas.microsoft.com/office/drawing/2014/main" id="{166FEF13-E4CF-359C-7229-73F288BAB6C7}"/>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8" name="Oval 15">
              <a:extLst>
                <a:ext uri="{FF2B5EF4-FFF2-40B4-BE49-F238E27FC236}">
                  <a16:creationId xmlns:a16="http://schemas.microsoft.com/office/drawing/2014/main" id="{C97D2B9B-F3FC-CEF8-D809-A460A46CB6B5}"/>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69" name="Straight Connector 1068">
              <a:extLst>
                <a:ext uri="{FF2B5EF4-FFF2-40B4-BE49-F238E27FC236}">
                  <a16:creationId xmlns:a16="http://schemas.microsoft.com/office/drawing/2014/main" id="{35F46743-CEF4-1066-DE44-1B6D04BFF54C}"/>
                </a:ext>
              </a:extLst>
            </p:cNvPr>
            <p:cNvCxnSpPr>
              <a:cxnSpLocks/>
              <a:stCxn id="1068"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70" name="Straight Connector 1069">
              <a:extLst>
                <a:ext uri="{FF2B5EF4-FFF2-40B4-BE49-F238E27FC236}">
                  <a16:creationId xmlns:a16="http://schemas.microsoft.com/office/drawing/2014/main" id="{B032BDA9-F2BC-E837-4E62-C32940F45C96}"/>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cxnSp>
        <p:nvCxnSpPr>
          <p:cNvPr id="1071" name="Straight Arrow Connector 1070">
            <a:extLst>
              <a:ext uri="{FF2B5EF4-FFF2-40B4-BE49-F238E27FC236}">
                <a16:creationId xmlns:a16="http://schemas.microsoft.com/office/drawing/2014/main" id="{758EA0E9-B6BE-5C36-394C-2DF53BAFAEDC}"/>
              </a:ext>
            </a:extLst>
          </p:cNvPr>
          <p:cNvCxnSpPr>
            <a:cxnSpLocks/>
            <a:stCxn id="953" idx="2"/>
            <a:endCxn id="959" idx="0"/>
          </p:cNvCxnSpPr>
          <p:nvPr/>
        </p:nvCxnSpPr>
        <p:spPr>
          <a:xfrm flipH="1">
            <a:off x="690416" y="925838"/>
            <a:ext cx="104206" cy="430811"/>
          </a:xfrm>
          <a:prstGeom prst="straightConnector1">
            <a:avLst/>
          </a:prstGeom>
          <a:ln w="50800">
            <a:solidFill>
              <a:srgbClr val="0078D4"/>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074" name="Straight Arrow Connector 1073">
            <a:extLst>
              <a:ext uri="{FF2B5EF4-FFF2-40B4-BE49-F238E27FC236}">
                <a16:creationId xmlns:a16="http://schemas.microsoft.com/office/drawing/2014/main" id="{484858DB-8E80-6319-8FB5-313D532FD051}"/>
              </a:ext>
            </a:extLst>
          </p:cNvPr>
          <p:cNvCxnSpPr>
            <a:cxnSpLocks/>
            <a:stCxn id="965" idx="1"/>
            <a:endCxn id="959" idx="3"/>
          </p:cNvCxnSpPr>
          <p:nvPr/>
        </p:nvCxnSpPr>
        <p:spPr>
          <a:xfrm flipH="1">
            <a:off x="1051019" y="1153498"/>
            <a:ext cx="280710" cy="508002"/>
          </a:xfrm>
          <a:prstGeom prst="straightConnector1">
            <a:avLst/>
          </a:prstGeom>
          <a:ln w="50800">
            <a:solidFill>
              <a:srgbClr val="0078D4"/>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077" name="Straight Arrow Connector 1076">
            <a:extLst>
              <a:ext uri="{FF2B5EF4-FFF2-40B4-BE49-F238E27FC236}">
                <a16:creationId xmlns:a16="http://schemas.microsoft.com/office/drawing/2014/main" id="{993AC6A9-96C1-5050-F16F-90F50AB945DE}"/>
              </a:ext>
            </a:extLst>
          </p:cNvPr>
          <p:cNvCxnSpPr>
            <a:cxnSpLocks/>
            <a:stCxn id="953" idx="2"/>
            <a:endCxn id="965" idx="1"/>
          </p:cNvCxnSpPr>
          <p:nvPr/>
        </p:nvCxnSpPr>
        <p:spPr>
          <a:xfrm>
            <a:off x="794622" y="925838"/>
            <a:ext cx="537107" cy="227660"/>
          </a:xfrm>
          <a:prstGeom prst="straightConnector1">
            <a:avLst/>
          </a:prstGeom>
          <a:ln w="50800">
            <a:solidFill>
              <a:srgbClr val="0078D4"/>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080" name="Straight Arrow Connector 1079">
            <a:extLst>
              <a:ext uri="{FF2B5EF4-FFF2-40B4-BE49-F238E27FC236}">
                <a16:creationId xmlns:a16="http://schemas.microsoft.com/office/drawing/2014/main" id="{087CA47A-0051-8ED6-F8D7-C2C0FA84605E}"/>
              </a:ext>
            </a:extLst>
          </p:cNvPr>
          <p:cNvCxnSpPr>
            <a:cxnSpLocks/>
            <a:stCxn id="953" idx="3"/>
            <a:endCxn id="971" idx="1"/>
          </p:cNvCxnSpPr>
          <p:nvPr/>
        </p:nvCxnSpPr>
        <p:spPr>
          <a:xfrm flipV="1">
            <a:off x="1155225" y="409059"/>
            <a:ext cx="487186" cy="211929"/>
          </a:xfrm>
          <a:prstGeom prst="straightConnector1">
            <a:avLst/>
          </a:prstGeom>
          <a:ln w="50800">
            <a:solidFill>
              <a:srgbClr val="0078D4"/>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083" name="Straight Arrow Connector 1082">
            <a:extLst>
              <a:ext uri="{FF2B5EF4-FFF2-40B4-BE49-F238E27FC236}">
                <a16:creationId xmlns:a16="http://schemas.microsoft.com/office/drawing/2014/main" id="{8C528466-5635-FA19-AE91-6DB86F850EC3}"/>
              </a:ext>
            </a:extLst>
          </p:cNvPr>
          <p:cNvCxnSpPr>
            <a:cxnSpLocks/>
            <a:stCxn id="947" idx="3"/>
            <a:endCxn id="942" idx="1"/>
          </p:cNvCxnSpPr>
          <p:nvPr/>
        </p:nvCxnSpPr>
        <p:spPr>
          <a:xfrm flipV="1">
            <a:off x="1158758" y="2722764"/>
            <a:ext cx="2093284" cy="321067"/>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86" name="Straight Arrow Connector 1085">
            <a:extLst>
              <a:ext uri="{FF2B5EF4-FFF2-40B4-BE49-F238E27FC236}">
                <a16:creationId xmlns:a16="http://schemas.microsoft.com/office/drawing/2014/main" id="{994DD1DE-2BB8-B4EA-0C5C-B31063D87410}"/>
              </a:ext>
            </a:extLst>
          </p:cNvPr>
          <p:cNvCxnSpPr>
            <a:cxnSpLocks/>
            <a:stCxn id="1010" idx="3"/>
            <a:endCxn id="942" idx="1"/>
          </p:cNvCxnSpPr>
          <p:nvPr/>
        </p:nvCxnSpPr>
        <p:spPr>
          <a:xfrm flipV="1">
            <a:off x="2296997" y="2722764"/>
            <a:ext cx="955045" cy="893856"/>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89" name="Straight Arrow Connector 1088">
            <a:extLst>
              <a:ext uri="{FF2B5EF4-FFF2-40B4-BE49-F238E27FC236}">
                <a16:creationId xmlns:a16="http://schemas.microsoft.com/office/drawing/2014/main" id="{E106AAFC-1190-0291-AA42-51A0F21E2CF1}"/>
              </a:ext>
            </a:extLst>
          </p:cNvPr>
          <p:cNvCxnSpPr>
            <a:cxnSpLocks/>
            <a:stCxn id="950" idx="0"/>
            <a:endCxn id="947" idx="2"/>
          </p:cNvCxnSpPr>
          <p:nvPr/>
        </p:nvCxnSpPr>
        <p:spPr>
          <a:xfrm flipH="1" flipV="1">
            <a:off x="798155" y="3348681"/>
            <a:ext cx="47858" cy="423458"/>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92" name="Straight Arrow Connector 1091">
            <a:extLst>
              <a:ext uri="{FF2B5EF4-FFF2-40B4-BE49-F238E27FC236}">
                <a16:creationId xmlns:a16="http://schemas.microsoft.com/office/drawing/2014/main" id="{B184CCA0-8475-0CBC-3EB4-CD493893BF93}"/>
              </a:ext>
            </a:extLst>
          </p:cNvPr>
          <p:cNvCxnSpPr>
            <a:cxnSpLocks/>
            <a:stCxn id="1010" idx="2"/>
            <a:endCxn id="982" idx="0"/>
          </p:cNvCxnSpPr>
          <p:nvPr/>
        </p:nvCxnSpPr>
        <p:spPr>
          <a:xfrm flipH="1">
            <a:off x="1762302" y="3921470"/>
            <a:ext cx="174092" cy="508933"/>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95" name="Straight Arrow Connector 1094">
            <a:extLst>
              <a:ext uri="{FF2B5EF4-FFF2-40B4-BE49-F238E27FC236}">
                <a16:creationId xmlns:a16="http://schemas.microsoft.com/office/drawing/2014/main" id="{75B27396-13F9-91B8-04F4-2F25A75A16C7}"/>
              </a:ext>
            </a:extLst>
          </p:cNvPr>
          <p:cNvCxnSpPr>
            <a:cxnSpLocks/>
            <a:stCxn id="1010" idx="2"/>
            <a:endCxn id="1066" idx="0"/>
          </p:cNvCxnSpPr>
          <p:nvPr/>
        </p:nvCxnSpPr>
        <p:spPr>
          <a:xfrm>
            <a:off x="1936394" y="3921470"/>
            <a:ext cx="1379213" cy="838984"/>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98" name="Straight Arrow Connector 1097">
            <a:extLst>
              <a:ext uri="{FF2B5EF4-FFF2-40B4-BE49-F238E27FC236}">
                <a16:creationId xmlns:a16="http://schemas.microsoft.com/office/drawing/2014/main" id="{D6BC72F7-C589-B4D3-45FE-8EFBB8CCA2C3}"/>
              </a:ext>
            </a:extLst>
          </p:cNvPr>
          <p:cNvCxnSpPr>
            <a:cxnSpLocks/>
            <a:stCxn id="1010" idx="3"/>
            <a:endCxn id="992" idx="1"/>
          </p:cNvCxnSpPr>
          <p:nvPr/>
        </p:nvCxnSpPr>
        <p:spPr>
          <a:xfrm>
            <a:off x="2296997" y="3616620"/>
            <a:ext cx="4042496" cy="1058517"/>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01" name="Straight Arrow Connector 1100">
            <a:extLst>
              <a:ext uri="{FF2B5EF4-FFF2-40B4-BE49-F238E27FC236}">
                <a16:creationId xmlns:a16="http://schemas.microsoft.com/office/drawing/2014/main" id="{C46DEA95-2EC7-60D9-CADC-9A888BF83D9B}"/>
              </a:ext>
            </a:extLst>
          </p:cNvPr>
          <p:cNvCxnSpPr>
            <a:cxnSpLocks/>
            <a:stCxn id="1010" idx="3"/>
            <a:endCxn id="988" idx="1"/>
          </p:cNvCxnSpPr>
          <p:nvPr/>
        </p:nvCxnSpPr>
        <p:spPr>
          <a:xfrm>
            <a:off x="2296997" y="3616620"/>
            <a:ext cx="4223406" cy="293154"/>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04" name="Straight Arrow Connector 1103">
            <a:extLst>
              <a:ext uri="{FF2B5EF4-FFF2-40B4-BE49-F238E27FC236}">
                <a16:creationId xmlns:a16="http://schemas.microsoft.com/office/drawing/2014/main" id="{7EB88F6B-7185-304A-60A0-0052826380CC}"/>
              </a:ext>
            </a:extLst>
          </p:cNvPr>
          <p:cNvCxnSpPr>
            <a:cxnSpLocks/>
            <a:stCxn id="1010" idx="3"/>
            <a:endCxn id="996" idx="1"/>
          </p:cNvCxnSpPr>
          <p:nvPr/>
        </p:nvCxnSpPr>
        <p:spPr>
          <a:xfrm flipV="1">
            <a:off x="2296997" y="2942961"/>
            <a:ext cx="4824072" cy="673659"/>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08" name="Straight Arrow Connector 1107">
            <a:extLst>
              <a:ext uri="{FF2B5EF4-FFF2-40B4-BE49-F238E27FC236}">
                <a16:creationId xmlns:a16="http://schemas.microsoft.com/office/drawing/2014/main" id="{A8D13A89-7F6C-CE6A-C061-E3949987036E}"/>
              </a:ext>
            </a:extLst>
          </p:cNvPr>
          <p:cNvCxnSpPr>
            <a:cxnSpLocks/>
            <a:stCxn id="1062" idx="0"/>
          </p:cNvCxnSpPr>
          <p:nvPr/>
        </p:nvCxnSpPr>
        <p:spPr>
          <a:xfrm flipH="1" flipV="1">
            <a:off x="7633982" y="3247811"/>
            <a:ext cx="203045" cy="640573"/>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11" name="Straight Arrow Connector 1110">
            <a:extLst>
              <a:ext uri="{FF2B5EF4-FFF2-40B4-BE49-F238E27FC236}">
                <a16:creationId xmlns:a16="http://schemas.microsoft.com/office/drawing/2014/main" id="{8F8A9B4F-A7DB-CF19-D2BA-7FABF36E6081}"/>
              </a:ext>
            </a:extLst>
          </p:cNvPr>
          <p:cNvCxnSpPr>
            <a:cxnSpLocks/>
            <a:stCxn id="1062" idx="1"/>
            <a:endCxn id="988" idx="3"/>
          </p:cNvCxnSpPr>
          <p:nvPr/>
        </p:nvCxnSpPr>
        <p:spPr>
          <a:xfrm flipH="1" flipV="1">
            <a:off x="7241609" y="3909774"/>
            <a:ext cx="234815" cy="283461"/>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grpSp>
        <p:nvGrpSpPr>
          <p:cNvPr id="1114" name="Group 1113">
            <a:extLst>
              <a:ext uri="{FF2B5EF4-FFF2-40B4-BE49-F238E27FC236}">
                <a16:creationId xmlns:a16="http://schemas.microsoft.com/office/drawing/2014/main" id="{9B6BC777-D286-5A88-7E8B-13B23E48D4E9}"/>
              </a:ext>
            </a:extLst>
          </p:cNvPr>
          <p:cNvGrpSpPr/>
          <p:nvPr/>
        </p:nvGrpSpPr>
        <p:grpSpPr>
          <a:xfrm>
            <a:off x="7107840" y="4997798"/>
            <a:ext cx="721206" cy="609701"/>
            <a:chOff x="11356238" y="3694774"/>
            <a:chExt cx="721206" cy="609701"/>
          </a:xfrm>
        </p:grpSpPr>
        <p:sp>
          <p:nvSpPr>
            <p:cNvPr id="1115" name="Rectangle 1114">
              <a:hlinkHover r:id="" action="ppaction://noaction" highlightClick="1"/>
              <a:extLst>
                <a:ext uri="{FF2B5EF4-FFF2-40B4-BE49-F238E27FC236}">
                  <a16:creationId xmlns:a16="http://schemas.microsoft.com/office/drawing/2014/main" id="{F3608BFA-FB89-AD20-391D-B67AEC109859}"/>
                </a:ext>
              </a:extLst>
            </p:cNvPr>
            <p:cNvSpPr/>
            <p:nvPr/>
          </p:nvSpPr>
          <p:spPr>
            <a:xfrm>
              <a:off x="11356238" y="369477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1116" name="Oval 1115">
              <a:extLst>
                <a:ext uri="{FF2B5EF4-FFF2-40B4-BE49-F238E27FC236}">
                  <a16:creationId xmlns:a16="http://schemas.microsoft.com/office/drawing/2014/main" id="{8146D2C0-DE24-3BB3-EB32-6FC0B26770DE}"/>
                </a:ext>
              </a:extLst>
            </p:cNvPr>
            <p:cNvSpPr/>
            <p:nvPr/>
          </p:nvSpPr>
          <p:spPr>
            <a:xfrm>
              <a:off x="11934777" y="3702531"/>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7" name="Isosceles Triangle 648">
              <a:extLst>
                <a:ext uri="{FF2B5EF4-FFF2-40B4-BE49-F238E27FC236}">
                  <a16:creationId xmlns:a16="http://schemas.microsoft.com/office/drawing/2014/main" id="{7D32E99C-022C-E1D8-F99C-4931C0F0BDA8}"/>
                </a:ext>
              </a:extLst>
            </p:cNvPr>
            <p:cNvSpPr/>
            <p:nvPr/>
          </p:nvSpPr>
          <p:spPr>
            <a:xfrm>
              <a:off x="11964901"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18" name="Group 1117">
            <a:extLst>
              <a:ext uri="{FF2B5EF4-FFF2-40B4-BE49-F238E27FC236}">
                <a16:creationId xmlns:a16="http://schemas.microsoft.com/office/drawing/2014/main" id="{73D10D7A-2735-A985-B2C0-A7C0A02F8701}"/>
              </a:ext>
            </a:extLst>
          </p:cNvPr>
          <p:cNvGrpSpPr/>
          <p:nvPr/>
        </p:nvGrpSpPr>
        <p:grpSpPr>
          <a:xfrm>
            <a:off x="8290153" y="4887404"/>
            <a:ext cx="721206" cy="609701"/>
            <a:chOff x="5451974" y="3707588"/>
            <a:chExt cx="721206" cy="609701"/>
          </a:xfrm>
        </p:grpSpPr>
        <p:sp>
          <p:nvSpPr>
            <p:cNvPr id="1119" name="Rectangle 1118">
              <a:hlinkHover r:id="" action="ppaction://noaction" highlightClick="1"/>
              <a:extLst>
                <a:ext uri="{FF2B5EF4-FFF2-40B4-BE49-F238E27FC236}">
                  <a16:creationId xmlns:a16="http://schemas.microsoft.com/office/drawing/2014/main" id="{CDE07E7D-B959-1951-F9BC-746CB0737534}"/>
                </a:ext>
              </a:extLst>
            </p:cNvPr>
            <p:cNvSpPr/>
            <p:nvPr/>
          </p:nvSpPr>
          <p:spPr>
            <a:xfrm>
              <a:off x="5451974" y="3707588"/>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lvl="0" algn="ctr">
                <a:defRPr/>
              </a:pPr>
              <a:r>
                <a:rPr lang="en-US" sz="600">
                  <a:solidFill>
                    <a:srgbClr val="1F4E79"/>
                  </a:solidFill>
                  <a:latin typeface="Century Gothic" panose="020B0502020202020204" pitchFamily="34" charset="0"/>
                </a:rPr>
                <a:t>Defender for Cloud – Foundational CSPM</a:t>
              </a:r>
              <a:endParaRPr lang="en-GB" sz="600">
                <a:solidFill>
                  <a:srgbClr val="1F4E79"/>
                </a:solidFill>
                <a:latin typeface="Century Gothic" panose="020B0502020202020204" pitchFamily="34" charset="0"/>
              </a:endParaRPr>
            </a:p>
          </p:txBody>
        </p:sp>
        <p:sp>
          <p:nvSpPr>
            <p:cNvPr id="1120" name="Oval 1119">
              <a:extLst>
                <a:ext uri="{FF2B5EF4-FFF2-40B4-BE49-F238E27FC236}">
                  <a16:creationId xmlns:a16="http://schemas.microsoft.com/office/drawing/2014/main" id="{D60DACD8-7D9E-B97B-D098-F36DB6AA2FFC}"/>
                </a:ext>
              </a:extLst>
            </p:cNvPr>
            <p:cNvSpPr/>
            <p:nvPr/>
          </p:nvSpPr>
          <p:spPr>
            <a:xfrm>
              <a:off x="6030513" y="3715345"/>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1" name="Isosceles Triangle 648">
              <a:extLst>
                <a:ext uri="{FF2B5EF4-FFF2-40B4-BE49-F238E27FC236}">
                  <a16:creationId xmlns:a16="http://schemas.microsoft.com/office/drawing/2014/main" id="{BAC2D49C-38B4-268F-7775-095629EF76D6}"/>
                </a:ext>
              </a:extLst>
            </p:cNvPr>
            <p:cNvSpPr/>
            <p:nvPr/>
          </p:nvSpPr>
          <p:spPr>
            <a:xfrm>
              <a:off x="6060637"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cxnSp>
        <p:nvCxnSpPr>
          <p:cNvPr id="1122" name="Straight Arrow Connector 1121">
            <a:extLst>
              <a:ext uri="{FF2B5EF4-FFF2-40B4-BE49-F238E27FC236}">
                <a16:creationId xmlns:a16="http://schemas.microsoft.com/office/drawing/2014/main" id="{6BE49EAC-EA28-E2E8-5EDE-678FEB66819E}"/>
              </a:ext>
            </a:extLst>
          </p:cNvPr>
          <p:cNvCxnSpPr>
            <a:cxnSpLocks/>
            <a:stCxn id="1062" idx="2"/>
            <a:endCxn id="1115" idx="0"/>
          </p:cNvCxnSpPr>
          <p:nvPr/>
        </p:nvCxnSpPr>
        <p:spPr>
          <a:xfrm flipH="1">
            <a:off x="7468443" y="4498085"/>
            <a:ext cx="368584" cy="499713"/>
          </a:xfrm>
          <a:prstGeom prst="straightConnector1">
            <a:avLst/>
          </a:prstGeom>
          <a:ln w="50800">
            <a:solidFill>
              <a:srgbClr val="0078D4"/>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125" name="Straight Arrow Connector 1124">
            <a:extLst>
              <a:ext uri="{FF2B5EF4-FFF2-40B4-BE49-F238E27FC236}">
                <a16:creationId xmlns:a16="http://schemas.microsoft.com/office/drawing/2014/main" id="{4C0D244E-38E2-5FCA-BB41-59FD013142AF}"/>
              </a:ext>
            </a:extLst>
          </p:cNvPr>
          <p:cNvCxnSpPr>
            <a:cxnSpLocks/>
            <a:stCxn id="1119" idx="1"/>
            <a:endCxn id="1115" idx="3"/>
          </p:cNvCxnSpPr>
          <p:nvPr/>
        </p:nvCxnSpPr>
        <p:spPr>
          <a:xfrm flipH="1">
            <a:off x="7829046" y="5192255"/>
            <a:ext cx="461107" cy="110394"/>
          </a:xfrm>
          <a:prstGeom prst="straightConnector1">
            <a:avLst/>
          </a:prstGeom>
          <a:ln w="50800">
            <a:solidFill>
              <a:srgbClr val="0078D4"/>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128" name="Straight Arrow Connector 1127">
            <a:extLst>
              <a:ext uri="{FF2B5EF4-FFF2-40B4-BE49-F238E27FC236}">
                <a16:creationId xmlns:a16="http://schemas.microsoft.com/office/drawing/2014/main" id="{63E8FF52-900D-5CE2-5F79-B6583B71409A}"/>
              </a:ext>
            </a:extLst>
          </p:cNvPr>
          <p:cNvCxnSpPr>
            <a:cxnSpLocks/>
            <a:stCxn id="1119" idx="0"/>
            <a:endCxn id="1062" idx="2"/>
          </p:cNvCxnSpPr>
          <p:nvPr/>
        </p:nvCxnSpPr>
        <p:spPr>
          <a:xfrm flipH="1" flipV="1">
            <a:off x="7837027" y="4498085"/>
            <a:ext cx="813729" cy="389319"/>
          </a:xfrm>
          <a:prstGeom prst="straightConnector1">
            <a:avLst/>
          </a:prstGeom>
          <a:ln w="50800">
            <a:solidFill>
              <a:srgbClr val="0078D4"/>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132" name="Straight Arrow Connector 1131">
            <a:extLst>
              <a:ext uri="{FF2B5EF4-FFF2-40B4-BE49-F238E27FC236}">
                <a16:creationId xmlns:a16="http://schemas.microsoft.com/office/drawing/2014/main" id="{4365859D-4B76-0EB0-5B05-62D82B6B00D0}"/>
              </a:ext>
            </a:extLst>
          </p:cNvPr>
          <p:cNvCxnSpPr>
            <a:cxnSpLocks/>
            <a:endCxn id="942" idx="0"/>
          </p:cNvCxnSpPr>
          <p:nvPr/>
        </p:nvCxnSpPr>
        <p:spPr>
          <a:xfrm>
            <a:off x="2805701" y="1521575"/>
            <a:ext cx="806944" cy="896338"/>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35" name="Straight Arrow Connector 1134">
            <a:extLst>
              <a:ext uri="{FF2B5EF4-FFF2-40B4-BE49-F238E27FC236}">
                <a16:creationId xmlns:a16="http://schemas.microsoft.com/office/drawing/2014/main" id="{3B42F74B-63C6-2F80-A6E1-D9A0F40CE311}"/>
              </a:ext>
            </a:extLst>
          </p:cNvPr>
          <p:cNvCxnSpPr>
            <a:cxnSpLocks/>
            <a:stCxn id="977" idx="3"/>
            <a:endCxn id="942" idx="0"/>
          </p:cNvCxnSpPr>
          <p:nvPr/>
        </p:nvCxnSpPr>
        <p:spPr>
          <a:xfrm>
            <a:off x="2433237" y="2070848"/>
            <a:ext cx="1179408" cy="347065"/>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38" name="Straight Arrow Connector 1137">
            <a:extLst>
              <a:ext uri="{FF2B5EF4-FFF2-40B4-BE49-F238E27FC236}">
                <a16:creationId xmlns:a16="http://schemas.microsoft.com/office/drawing/2014/main" id="{F5845F44-F3EF-D208-BC6F-A7AC7999FC21}"/>
              </a:ext>
            </a:extLst>
          </p:cNvPr>
          <p:cNvCxnSpPr>
            <a:cxnSpLocks/>
            <a:stCxn id="1004" idx="2"/>
            <a:endCxn id="942" idx="0"/>
          </p:cNvCxnSpPr>
          <p:nvPr/>
        </p:nvCxnSpPr>
        <p:spPr>
          <a:xfrm flipH="1">
            <a:off x="3612645" y="1381675"/>
            <a:ext cx="218743" cy="1036238"/>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41" name="Straight Arrow Connector 1140">
            <a:extLst>
              <a:ext uri="{FF2B5EF4-FFF2-40B4-BE49-F238E27FC236}">
                <a16:creationId xmlns:a16="http://schemas.microsoft.com/office/drawing/2014/main" id="{49D86649-8DD3-0683-D326-AF3C6D214D64}"/>
              </a:ext>
            </a:extLst>
          </p:cNvPr>
          <p:cNvCxnSpPr>
            <a:cxnSpLocks/>
            <a:stCxn id="1022" idx="2"/>
            <a:endCxn id="942" idx="0"/>
          </p:cNvCxnSpPr>
          <p:nvPr/>
        </p:nvCxnSpPr>
        <p:spPr>
          <a:xfrm flipH="1">
            <a:off x="3612645" y="1268267"/>
            <a:ext cx="1083534" cy="1149646"/>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44" name="Straight Arrow Connector 1143">
            <a:extLst>
              <a:ext uri="{FF2B5EF4-FFF2-40B4-BE49-F238E27FC236}">
                <a16:creationId xmlns:a16="http://schemas.microsoft.com/office/drawing/2014/main" id="{DB9E4C54-8AE9-3934-FAF7-4B1529957D08}"/>
              </a:ext>
            </a:extLst>
          </p:cNvPr>
          <p:cNvCxnSpPr>
            <a:cxnSpLocks/>
            <a:stCxn id="1050" idx="2"/>
            <a:endCxn id="942" idx="0"/>
          </p:cNvCxnSpPr>
          <p:nvPr/>
        </p:nvCxnSpPr>
        <p:spPr>
          <a:xfrm flipH="1">
            <a:off x="3612645" y="1254534"/>
            <a:ext cx="1950934" cy="1163379"/>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47" name="Straight Arrow Connector 1146">
            <a:extLst>
              <a:ext uri="{FF2B5EF4-FFF2-40B4-BE49-F238E27FC236}">
                <a16:creationId xmlns:a16="http://schemas.microsoft.com/office/drawing/2014/main" id="{163B2205-CAF5-2176-DE8C-563BA65CA3D7}"/>
              </a:ext>
            </a:extLst>
          </p:cNvPr>
          <p:cNvCxnSpPr>
            <a:cxnSpLocks/>
            <a:stCxn id="1028" idx="2"/>
            <a:endCxn id="942" idx="0"/>
          </p:cNvCxnSpPr>
          <p:nvPr/>
        </p:nvCxnSpPr>
        <p:spPr>
          <a:xfrm flipH="1">
            <a:off x="3612645" y="1271697"/>
            <a:ext cx="2860350" cy="1146216"/>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50" name="Straight Arrow Connector 1149">
            <a:extLst>
              <a:ext uri="{FF2B5EF4-FFF2-40B4-BE49-F238E27FC236}">
                <a16:creationId xmlns:a16="http://schemas.microsoft.com/office/drawing/2014/main" id="{682395AA-BF4E-96DA-1EC1-CAC18FDDB543}"/>
              </a:ext>
            </a:extLst>
          </p:cNvPr>
          <p:cNvCxnSpPr>
            <a:cxnSpLocks/>
            <a:stCxn id="1016" idx="1"/>
            <a:endCxn id="942" idx="3"/>
          </p:cNvCxnSpPr>
          <p:nvPr/>
        </p:nvCxnSpPr>
        <p:spPr>
          <a:xfrm flipH="1">
            <a:off x="3973248" y="2161806"/>
            <a:ext cx="2655774" cy="560958"/>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56" name="Straight Arrow Connector 1155">
            <a:extLst>
              <a:ext uri="{FF2B5EF4-FFF2-40B4-BE49-F238E27FC236}">
                <a16:creationId xmlns:a16="http://schemas.microsoft.com/office/drawing/2014/main" id="{6F705CA5-035C-622A-2BA9-7B9141B0FDE4}"/>
              </a:ext>
            </a:extLst>
          </p:cNvPr>
          <p:cNvCxnSpPr>
            <a:cxnSpLocks/>
            <a:stCxn id="1016" idx="1"/>
            <a:endCxn id="982" idx="3"/>
          </p:cNvCxnSpPr>
          <p:nvPr/>
        </p:nvCxnSpPr>
        <p:spPr>
          <a:xfrm flipH="1">
            <a:off x="2122905" y="2161806"/>
            <a:ext cx="4506117" cy="2573448"/>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59" name="Straight Arrow Connector 1158">
            <a:extLst>
              <a:ext uri="{FF2B5EF4-FFF2-40B4-BE49-F238E27FC236}">
                <a16:creationId xmlns:a16="http://schemas.microsoft.com/office/drawing/2014/main" id="{FB1FCE82-B28D-FC26-C7A2-60513EB1E412}"/>
              </a:ext>
            </a:extLst>
          </p:cNvPr>
          <p:cNvCxnSpPr>
            <a:cxnSpLocks/>
            <a:stCxn id="1016" idx="1"/>
            <a:endCxn id="1066" idx="0"/>
          </p:cNvCxnSpPr>
          <p:nvPr/>
        </p:nvCxnSpPr>
        <p:spPr>
          <a:xfrm flipH="1">
            <a:off x="3315607" y="2161806"/>
            <a:ext cx="3313415" cy="2598648"/>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63" name="Straight Arrow Connector 1162">
            <a:extLst>
              <a:ext uri="{FF2B5EF4-FFF2-40B4-BE49-F238E27FC236}">
                <a16:creationId xmlns:a16="http://schemas.microsoft.com/office/drawing/2014/main" id="{7859B385-A44B-108B-2BDD-4E38EED26D4A}"/>
              </a:ext>
            </a:extLst>
          </p:cNvPr>
          <p:cNvCxnSpPr>
            <a:cxnSpLocks/>
            <a:stCxn id="1066" idx="1"/>
            <a:endCxn id="982" idx="3"/>
          </p:cNvCxnSpPr>
          <p:nvPr/>
        </p:nvCxnSpPr>
        <p:spPr>
          <a:xfrm flipH="1" flipV="1">
            <a:off x="2122905" y="4735254"/>
            <a:ext cx="832099" cy="330051"/>
          </a:xfrm>
          <a:prstGeom prst="straightConnector1">
            <a:avLst/>
          </a:prstGeom>
          <a:ln w="50800">
            <a:solidFill>
              <a:srgbClr val="0078D4"/>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166" name="Straight Arrow Connector 1165">
            <a:extLst>
              <a:ext uri="{FF2B5EF4-FFF2-40B4-BE49-F238E27FC236}">
                <a16:creationId xmlns:a16="http://schemas.microsoft.com/office/drawing/2014/main" id="{4F754085-AB84-2C8B-0A2C-A65D619F98C3}"/>
              </a:ext>
            </a:extLst>
          </p:cNvPr>
          <p:cNvCxnSpPr>
            <a:cxnSpLocks/>
            <a:stCxn id="996" idx="1"/>
            <a:endCxn id="942" idx="3"/>
          </p:cNvCxnSpPr>
          <p:nvPr/>
        </p:nvCxnSpPr>
        <p:spPr>
          <a:xfrm flipH="1" flipV="1">
            <a:off x="3973248" y="2722764"/>
            <a:ext cx="3147821" cy="220197"/>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69" name="Straight Arrow Connector 1168">
            <a:extLst>
              <a:ext uri="{FF2B5EF4-FFF2-40B4-BE49-F238E27FC236}">
                <a16:creationId xmlns:a16="http://schemas.microsoft.com/office/drawing/2014/main" id="{A9BB3D51-7810-B431-3170-4C9206B9BE05}"/>
              </a:ext>
            </a:extLst>
          </p:cNvPr>
          <p:cNvCxnSpPr>
            <a:cxnSpLocks/>
            <a:stCxn id="988" idx="1"/>
            <a:endCxn id="942" idx="3"/>
          </p:cNvCxnSpPr>
          <p:nvPr/>
        </p:nvCxnSpPr>
        <p:spPr>
          <a:xfrm flipH="1" flipV="1">
            <a:off x="3973248" y="2722764"/>
            <a:ext cx="2547155" cy="1187010"/>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72" name="Straight Arrow Connector 1171">
            <a:extLst>
              <a:ext uri="{FF2B5EF4-FFF2-40B4-BE49-F238E27FC236}">
                <a16:creationId xmlns:a16="http://schemas.microsoft.com/office/drawing/2014/main" id="{0C6A95C5-9B99-3E7D-700D-E78C0CBDBF36}"/>
              </a:ext>
            </a:extLst>
          </p:cNvPr>
          <p:cNvCxnSpPr>
            <a:cxnSpLocks/>
            <a:stCxn id="988" idx="0"/>
            <a:endCxn id="996" idx="2"/>
          </p:cNvCxnSpPr>
          <p:nvPr/>
        </p:nvCxnSpPr>
        <p:spPr>
          <a:xfrm flipV="1">
            <a:off x="6881006" y="3247811"/>
            <a:ext cx="600666" cy="357112"/>
          </a:xfrm>
          <a:prstGeom prst="straightConnector1">
            <a:avLst/>
          </a:prstGeom>
          <a:ln w="50800">
            <a:solidFill>
              <a:srgbClr val="0078D4"/>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177" name="Straight Arrow Connector 1176">
            <a:extLst>
              <a:ext uri="{FF2B5EF4-FFF2-40B4-BE49-F238E27FC236}">
                <a16:creationId xmlns:a16="http://schemas.microsoft.com/office/drawing/2014/main" id="{DD46C22B-3369-0E93-9A2E-F6D2CEC6EE47}"/>
              </a:ext>
            </a:extLst>
          </p:cNvPr>
          <p:cNvCxnSpPr>
            <a:cxnSpLocks/>
            <a:stCxn id="1016" idx="2"/>
            <a:endCxn id="988" idx="0"/>
          </p:cNvCxnSpPr>
          <p:nvPr/>
        </p:nvCxnSpPr>
        <p:spPr>
          <a:xfrm flipH="1">
            <a:off x="6881006" y="2466656"/>
            <a:ext cx="108619" cy="1138267"/>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85" name="Straight Arrow Connector 1184">
            <a:extLst>
              <a:ext uri="{FF2B5EF4-FFF2-40B4-BE49-F238E27FC236}">
                <a16:creationId xmlns:a16="http://schemas.microsoft.com/office/drawing/2014/main" id="{4FAD957D-BB32-AA53-414F-2BBCC3ABD67C}"/>
              </a:ext>
            </a:extLst>
          </p:cNvPr>
          <p:cNvCxnSpPr>
            <a:cxnSpLocks/>
            <a:stCxn id="1016" idx="3"/>
            <a:endCxn id="996" idx="0"/>
          </p:cNvCxnSpPr>
          <p:nvPr/>
        </p:nvCxnSpPr>
        <p:spPr>
          <a:xfrm>
            <a:off x="7350228" y="2161806"/>
            <a:ext cx="131444" cy="476304"/>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89" name="Straight Arrow Connector 1188">
            <a:extLst>
              <a:ext uri="{FF2B5EF4-FFF2-40B4-BE49-F238E27FC236}">
                <a16:creationId xmlns:a16="http://schemas.microsoft.com/office/drawing/2014/main" id="{358F8B58-8E5D-D8D6-ADE6-31CEC64392D5}"/>
              </a:ext>
            </a:extLst>
          </p:cNvPr>
          <p:cNvCxnSpPr>
            <a:cxnSpLocks/>
            <a:stCxn id="1034" idx="0"/>
            <a:endCxn id="942" idx="2"/>
          </p:cNvCxnSpPr>
          <p:nvPr/>
        </p:nvCxnSpPr>
        <p:spPr>
          <a:xfrm flipH="1" flipV="1">
            <a:off x="3612645" y="3027614"/>
            <a:ext cx="1314506" cy="1823798"/>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98" name="Straight Arrow Connector 1197">
            <a:extLst>
              <a:ext uri="{FF2B5EF4-FFF2-40B4-BE49-F238E27FC236}">
                <a16:creationId xmlns:a16="http://schemas.microsoft.com/office/drawing/2014/main" id="{4BD62914-DB7C-A026-23AA-B7963AB5E5A7}"/>
              </a:ext>
            </a:extLst>
          </p:cNvPr>
          <p:cNvCxnSpPr>
            <a:cxnSpLocks/>
            <a:stCxn id="1056" idx="0"/>
            <a:endCxn id="942" idx="2"/>
          </p:cNvCxnSpPr>
          <p:nvPr/>
        </p:nvCxnSpPr>
        <p:spPr>
          <a:xfrm flipV="1">
            <a:off x="2508951" y="3027614"/>
            <a:ext cx="1103694" cy="2037691"/>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grpSp>
        <p:nvGrpSpPr>
          <p:cNvPr id="1203" name="Group 1202">
            <a:extLst>
              <a:ext uri="{FF2B5EF4-FFF2-40B4-BE49-F238E27FC236}">
                <a16:creationId xmlns:a16="http://schemas.microsoft.com/office/drawing/2014/main" id="{06AFDAA3-B537-2D05-AE0D-BD7EEA01BBCC}"/>
              </a:ext>
            </a:extLst>
          </p:cNvPr>
          <p:cNvGrpSpPr/>
          <p:nvPr/>
        </p:nvGrpSpPr>
        <p:grpSpPr>
          <a:xfrm>
            <a:off x="7406541" y="1048244"/>
            <a:ext cx="721206" cy="609701"/>
            <a:chOff x="2942396" y="3698227"/>
            <a:chExt cx="721206" cy="609701"/>
          </a:xfrm>
        </p:grpSpPr>
        <p:sp>
          <p:nvSpPr>
            <p:cNvPr id="1204" name="Rectangle 1203">
              <a:extLst>
                <a:ext uri="{FF2B5EF4-FFF2-40B4-BE49-F238E27FC236}">
                  <a16:creationId xmlns:a16="http://schemas.microsoft.com/office/drawing/2014/main" id="{4721D891-B042-4B3A-FB0A-F93901D370F9}"/>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1205" name="Right Triangle 1204">
              <a:extLst>
                <a:ext uri="{FF2B5EF4-FFF2-40B4-BE49-F238E27FC236}">
                  <a16:creationId xmlns:a16="http://schemas.microsoft.com/office/drawing/2014/main" id="{D56D3DD9-DEE4-F2EB-3619-45AA3BB26BC0}"/>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06" name="Group 1205">
              <a:extLst>
                <a:ext uri="{FF2B5EF4-FFF2-40B4-BE49-F238E27FC236}">
                  <a16:creationId xmlns:a16="http://schemas.microsoft.com/office/drawing/2014/main" id="{A7383AEA-731B-F8E2-02B1-911DC589C3D6}"/>
                </a:ext>
              </a:extLst>
            </p:cNvPr>
            <p:cNvGrpSpPr/>
            <p:nvPr/>
          </p:nvGrpSpPr>
          <p:grpSpPr>
            <a:xfrm>
              <a:off x="3607770" y="3713045"/>
              <a:ext cx="37817" cy="61390"/>
              <a:chOff x="3883481" y="2057400"/>
              <a:chExt cx="1608363" cy="2652031"/>
            </a:xfrm>
            <a:solidFill>
              <a:srgbClr val="A6A6A6"/>
            </a:solidFill>
          </p:grpSpPr>
          <p:sp>
            <p:nvSpPr>
              <p:cNvPr id="1207" name="Oval 27">
                <a:extLst>
                  <a:ext uri="{FF2B5EF4-FFF2-40B4-BE49-F238E27FC236}">
                    <a16:creationId xmlns:a16="http://schemas.microsoft.com/office/drawing/2014/main" id="{31D21116-8270-1C88-2DAB-00092ECE0F6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8" name="Oval 28">
                <a:extLst>
                  <a:ext uri="{FF2B5EF4-FFF2-40B4-BE49-F238E27FC236}">
                    <a16:creationId xmlns:a16="http://schemas.microsoft.com/office/drawing/2014/main" id="{508E63A0-40AE-A631-312B-7EF380106A5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1209" name="Straight Arrow Connector 1208">
            <a:extLst>
              <a:ext uri="{FF2B5EF4-FFF2-40B4-BE49-F238E27FC236}">
                <a16:creationId xmlns:a16="http://schemas.microsoft.com/office/drawing/2014/main" id="{BA8F242A-5597-4857-5C90-2DFCD218546B}"/>
              </a:ext>
            </a:extLst>
          </p:cNvPr>
          <p:cNvCxnSpPr>
            <a:cxnSpLocks/>
            <a:stCxn id="942" idx="3"/>
            <a:endCxn id="1204" idx="1"/>
          </p:cNvCxnSpPr>
          <p:nvPr/>
        </p:nvCxnSpPr>
        <p:spPr>
          <a:xfrm flipV="1">
            <a:off x="3973248" y="1353095"/>
            <a:ext cx="3433293" cy="1369669"/>
          </a:xfrm>
          <a:prstGeom prst="straightConnector1">
            <a:avLst/>
          </a:prstGeom>
          <a:ln w="50800">
            <a:solidFill>
              <a:srgbClr val="0078D4"/>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1212" name="Group 1211">
            <a:extLst>
              <a:ext uri="{FF2B5EF4-FFF2-40B4-BE49-F238E27FC236}">
                <a16:creationId xmlns:a16="http://schemas.microsoft.com/office/drawing/2014/main" id="{7EA2E66E-A145-D667-CD7D-AD7EB333D0C7}"/>
              </a:ext>
            </a:extLst>
          </p:cNvPr>
          <p:cNvGrpSpPr/>
          <p:nvPr/>
        </p:nvGrpSpPr>
        <p:grpSpPr>
          <a:xfrm>
            <a:off x="8055756" y="2816666"/>
            <a:ext cx="721206" cy="609701"/>
            <a:chOff x="431659" y="3698227"/>
            <a:chExt cx="721206" cy="609701"/>
          </a:xfrm>
        </p:grpSpPr>
        <p:sp>
          <p:nvSpPr>
            <p:cNvPr id="1213" name="Rectangle 1212">
              <a:extLst>
                <a:ext uri="{FF2B5EF4-FFF2-40B4-BE49-F238E27FC236}">
                  <a16:creationId xmlns:a16="http://schemas.microsoft.com/office/drawing/2014/main" id="{41CF45E3-E854-A30D-7E2C-78C34CF6D709}"/>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1214" name="Right Triangle 1213">
              <a:extLst>
                <a:ext uri="{FF2B5EF4-FFF2-40B4-BE49-F238E27FC236}">
                  <a16:creationId xmlns:a16="http://schemas.microsoft.com/office/drawing/2014/main" id="{992E88F0-F8FF-77C5-CBFB-4D4DADA4938B}"/>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15" name="Group 1214">
              <a:extLst>
                <a:ext uri="{FF2B5EF4-FFF2-40B4-BE49-F238E27FC236}">
                  <a16:creationId xmlns:a16="http://schemas.microsoft.com/office/drawing/2014/main" id="{73DC41C7-2146-BA21-6C0E-D65433ADAA20}"/>
                </a:ext>
              </a:extLst>
            </p:cNvPr>
            <p:cNvGrpSpPr/>
            <p:nvPr/>
          </p:nvGrpSpPr>
          <p:grpSpPr>
            <a:xfrm>
              <a:off x="1102254" y="3706260"/>
              <a:ext cx="37817" cy="61390"/>
              <a:chOff x="3883481" y="2057400"/>
              <a:chExt cx="1608363" cy="2652031"/>
            </a:xfrm>
            <a:solidFill>
              <a:srgbClr val="A6A6A6"/>
            </a:solidFill>
          </p:grpSpPr>
          <p:sp>
            <p:nvSpPr>
              <p:cNvPr id="1216" name="Oval 27">
                <a:extLst>
                  <a:ext uri="{FF2B5EF4-FFF2-40B4-BE49-F238E27FC236}">
                    <a16:creationId xmlns:a16="http://schemas.microsoft.com/office/drawing/2014/main" id="{981D7FAA-F53B-2415-5C9E-346D945E44B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7" name="Oval 28">
                <a:extLst>
                  <a:ext uri="{FF2B5EF4-FFF2-40B4-BE49-F238E27FC236}">
                    <a16:creationId xmlns:a16="http://schemas.microsoft.com/office/drawing/2014/main" id="{8048AFFC-6EDC-24EA-FEA7-671F0634067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8" name="Group 1217">
            <a:extLst>
              <a:ext uri="{FF2B5EF4-FFF2-40B4-BE49-F238E27FC236}">
                <a16:creationId xmlns:a16="http://schemas.microsoft.com/office/drawing/2014/main" id="{73CB045D-5850-A638-7C3D-2843701276DD}"/>
              </a:ext>
            </a:extLst>
          </p:cNvPr>
          <p:cNvGrpSpPr/>
          <p:nvPr/>
        </p:nvGrpSpPr>
        <p:grpSpPr>
          <a:xfrm>
            <a:off x="9092398" y="1260260"/>
            <a:ext cx="721206" cy="609701"/>
            <a:chOff x="3779083" y="3698227"/>
            <a:chExt cx="721206" cy="609701"/>
          </a:xfrm>
        </p:grpSpPr>
        <p:sp>
          <p:nvSpPr>
            <p:cNvPr id="1219" name="Rectangle 1218">
              <a:extLst>
                <a:ext uri="{FF2B5EF4-FFF2-40B4-BE49-F238E27FC236}">
                  <a16:creationId xmlns:a16="http://schemas.microsoft.com/office/drawing/2014/main" id="{6BBB2FA3-1288-1318-B698-FBB2B5CCBCF6}"/>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1220" name="Right Triangle 1219">
              <a:extLst>
                <a:ext uri="{FF2B5EF4-FFF2-40B4-BE49-F238E27FC236}">
                  <a16:creationId xmlns:a16="http://schemas.microsoft.com/office/drawing/2014/main" id="{67E699C0-9D2B-A6E4-1765-5388A057A1D4}"/>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21" name="Group 1220">
              <a:extLst>
                <a:ext uri="{FF2B5EF4-FFF2-40B4-BE49-F238E27FC236}">
                  <a16:creationId xmlns:a16="http://schemas.microsoft.com/office/drawing/2014/main" id="{27024084-B0FB-DB9B-FABD-5978B81502DA}"/>
                </a:ext>
              </a:extLst>
            </p:cNvPr>
            <p:cNvGrpSpPr/>
            <p:nvPr/>
          </p:nvGrpSpPr>
          <p:grpSpPr>
            <a:xfrm>
              <a:off x="4448518" y="3706736"/>
              <a:ext cx="37817" cy="61390"/>
              <a:chOff x="3883481" y="2057400"/>
              <a:chExt cx="1608363" cy="2652031"/>
            </a:xfrm>
            <a:solidFill>
              <a:srgbClr val="A6A6A6"/>
            </a:solidFill>
          </p:grpSpPr>
          <p:sp>
            <p:nvSpPr>
              <p:cNvPr id="1222" name="Oval 27">
                <a:extLst>
                  <a:ext uri="{FF2B5EF4-FFF2-40B4-BE49-F238E27FC236}">
                    <a16:creationId xmlns:a16="http://schemas.microsoft.com/office/drawing/2014/main" id="{587DE708-87F3-1581-F779-C9B89EB6336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3" name="Oval 28">
                <a:extLst>
                  <a:ext uri="{FF2B5EF4-FFF2-40B4-BE49-F238E27FC236}">
                    <a16:creationId xmlns:a16="http://schemas.microsoft.com/office/drawing/2014/main" id="{5772A968-5776-18C0-AB59-6C20DA4EA4C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24" name="Group 1223">
            <a:extLst>
              <a:ext uri="{FF2B5EF4-FFF2-40B4-BE49-F238E27FC236}">
                <a16:creationId xmlns:a16="http://schemas.microsoft.com/office/drawing/2014/main" id="{7AA1BEBD-2C9B-AA18-9BFE-117F72642BC1}"/>
              </a:ext>
            </a:extLst>
          </p:cNvPr>
          <p:cNvGrpSpPr/>
          <p:nvPr/>
        </p:nvGrpSpPr>
        <p:grpSpPr>
          <a:xfrm>
            <a:off x="9639830" y="244457"/>
            <a:ext cx="721893" cy="610376"/>
            <a:chOff x="1268346" y="3698225"/>
            <a:chExt cx="721893" cy="610376"/>
          </a:xfrm>
        </p:grpSpPr>
        <p:sp>
          <p:nvSpPr>
            <p:cNvPr id="1225" name="Rectangle 1224">
              <a:extLst>
                <a:ext uri="{FF2B5EF4-FFF2-40B4-BE49-F238E27FC236}">
                  <a16:creationId xmlns:a16="http://schemas.microsoft.com/office/drawing/2014/main" id="{851A68E9-B040-04D4-2FA4-9BE1783806A4}"/>
                </a:ext>
              </a:extLst>
            </p:cNvPr>
            <p:cNvSpPr/>
            <p:nvPr/>
          </p:nvSpPr>
          <p:spPr>
            <a:xfrm>
              <a:off x="1268346"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lvl="0" algn="ctr">
                <a:defRPr/>
              </a:pPr>
              <a:r>
                <a:rPr lang="en-GB" sz="600">
                  <a:solidFill>
                    <a:srgbClr val="1F4E79"/>
                  </a:solidFill>
                  <a:latin typeface="Century Gothic" panose="020B0502020202020204" pitchFamily="34" charset="0"/>
                </a:rPr>
                <a:t>Microsoft Entra Passwordless AuthN</a:t>
              </a:r>
            </a:p>
          </p:txBody>
        </p:sp>
        <p:sp>
          <p:nvSpPr>
            <p:cNvPr id="1226" name="Right Triangle 1225">
              <a:extLst>
                <a:ext uri="{FF2B5EF4-FFF2-40B4-BE49-F238E27FC236}">
                  <a16:creationId xmlns:a16="http://schemas.microsoft.com/office/drawing/2014/main" id="{9A5FAB97-727F-02FA-A92F-6FD929BB87C4}"/>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27" name="Group 1226">
              <a:extLst>
                <a:ext uri="{FF2B5EF4-FFF2-40B4-BE49-F238E27FC236}">
                  <a16:creationId xmlns:a16="http://schemas.microsoft.com/office/drawing/2014/main" id="{7AC78B8C-14C7-25DC-01E2-27CE28B6E80D}"/>
                </a:ext>
              </a:extLst>
            </p:cNvPr>
            <p:cNvGrpSpPr/>
            <p:nvPr/>
          </p:nvGrpSpPr>
          <p:grpSpPr>
            <a:xfrm>
              <a:off x="1939628" y="3704319"/>
              <a:ext cx="37817" cy="61390"/>
              <a:chOff x="3883481" y="2057400"/>
              <a:chExt cx="1608363" cy="2652031"/>
            </a:xfrm>
            <a:solidFill>
              <a:srgbClr val="A6A6A6"/>
            </a:solidFill>
          </p:grpSpPr>
          <p:sp>
            <p:nvSpPr>
              <p:cNvPr id="1228" name="Oval 27">
                <a:extLst>
                  <a:ext uri="{FF2B5EF4-FFF2-40B4-BE49-F238E27FC236}">
                    <a16:creationId xmlns:a16="http://schemas.microsoft.com/office/drawing/2014/main" id="{CB7B65F3-EC02-3D3F-601F-E2EA6A2EC33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9" name="Oval 28">
                <a:extLst>
                  <a:ext uri="{FF2B5EF4-FFF2-40B4-BE49-F238E27FC236}">
                    <a16:creationId xmlns:a16="http://schemas.microsoft.com/office/drawing/2014/main" id="{4B85C76D-EC3F-5227-3ACB-C88E3A5800E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30" name="Group 1229">
            <a:extLst>
              <a:ext uri="{FF2B5EF4-FFF2-40B4-BE49-F238E27FC236}">
                <a16:creationId xmlns:a16="http://schemas.microsoft.com/office/drawing/2014/main" id="{7D183F92-ECAA-9855-67AF-2059CF27CCE8}"/>
              </a:ext>
            </a:extLst>
          </p:cNvPr>
          <p:cNvGrpSpPr/>
          <p:nvPr/>
        </p:nvGrpSpPr>
        <p:grpSpPr>
          <a:xfrm>
            <a:off x="10778255" y="1711747"/>
            <a:ext cx="721206" cy="609701"/>
            <a:chOff x="4615770" y="3698227"/>
            <a:chExt cx="721206" cy="609701"/>
          </a:xfrm>
        </p:grpSpPr>
        <p:sp>
          <p:nvSpPr>
            <p:cNvPr id="1231" name="Rectangle 1230">
              <a:hlinkHover r:id="" action="ppaction://noaction" highlightClick="1"/>
              <a:extLst>
                <a:ext uri="{FF2B5EF4-FFF2-40B4-BE49-F238E27FC236}">
                  <a16:creationId xmlns:a16="http://schemas.microsoft.com/office/drawing/2014/main" id="{5937692B-F1AF-90C8-F534-55DA4B1193D2}"/>
                </a:ext>
              </a:extLst>
            </p:cNvPr>
            <p:cNvSpPr/>
            <p:nvPr/>
          </p:nvSpPr>
          <p:spPr>
            <a:xfrm>
              <a:off x="461577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1232" name="Oval 1231">
              <a:extLst>
                <a:ext uri="{FF2B5EF4-FFF2-40B4-BE49-F238E27FC236}">
                  <a16:creationId xmlns:a16="http://schemas.microsoft.com/office/drawing/2014/main" id="{1249684B-19DC-0610-77C6-7CB571B6EED3}"/>
                </a:ext>
              </a:extLst>
            </p:cNvPr>
            <p:cNvSpPr/>
            <p:nvPr/>
          </p:nvSpPr>
          <p:spPr>
            <a:xfrm>
              <a:off x="5190368"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3" name="Isosceles Triangle 648">
              <a:extLst>
                <a:ext uri="{FF2B5EF4-FFF2-40B4-BE49-F238E27FC236}">
                  <a16:creationId xmlns:a16="http://schemas.microsoft.com/office/drawing/2014/main" id="{9E7723B9-F8BE-86A4-CF47-DC79144EA78B}"/>
                </a:ext>
              </a:extLst>
            </p:cNvPr>
            <p:cNvSpPr/>
            <p:nvPr/>
          </p:nvSpPr>
          <p:spPr>
            <a:xfrm>
              <a:off x="5220493"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34" name="Group 1233">
            <a:extLst>
              <a:ext uri="{FF2B5EF4-FFF2-40B4-BE49-F238E27FC236}">
                <a16:creationId xmlns:a16="http://schemas.microsoft.com/office/drawing/2014/main" id="{43A2ADF5-7CFC-6E0A-82E7-76BACEB16682}"/>
              </a:ext>
            </a:extLst>
          </p:cNvPr>
          <p:cNvGrpSpPr/>
          <p:nvPr/>
        </p:nvGrpSpPr>
        <p:grpSpPr>
          <a:xfrm>
            <a:off x="11254007" y="1000984"/>
            <a:ext cx="721206" cy="610376"/>
            <a:chOff x="2105709" y="3698225"/>
            <a:chExt cx="721206" cy="610376"/>
          </a:xfrm>
        </p:grpSpPr>
        <p:sp>
          <p:nvSpPr>
            <p:cNvPr id="1235" name="Rectangle 1234">
              <a:extLst>
                <a:ext uri="{FF2B5EF4-FFF2-40B4-BE49-F238E27FC236}">
                  <a16:creationId xmlns:a16="http://schemas.microsoft.com/office/drawing/2014/main" id="{470EC352-904F-3E94-6EA8-5B8B4DB42C6D}"/>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1236" name="Right Triangle 1235">
              <a:extLst>
                <a:ext uri="{FF2B5EF4-FFF2-40B4-BE49-F238E27FC236}">
                  <a16:creationId xmlns:a16="http://schemas.microsoft.com/office/drawing/2014/main" id="{6A7AB6C7-E805-7344-D61B-A44154D46CF5}"/>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37" name="Group 1236">
              <a:extLst>
                <a:ext uri="{FF2B5EF4-FFF2-40B4-BE49-F238E27FC236}">
                  <a16:creationId xmlns:a16="http://schemas.microsoft.com/office/drawing/2014/main" id="{92217DF2-B23D-5F63-B7F1-58F5C38FC590}"/>
                </a:ext>
              </a:extLst>
            </p:cNvPr>
            <p:cNvGrpSpPr/>
            <p:nvPr/>
          </p:nvGrpSpPr>
          <p:grpSpPr>
            <a:xfrm>
              <a:off x="2776304" y="3704319"/>
              <a:ext cx="37817" cy="61390"/>
              <a:chOff x="3883481" y="2057400"/>
              <a:chExt cx="1608363" cy="2652031"/>
            </a:xfrm>
            <a:solidFill>
              <a:srgbClr val="A6A6A6"/>
            </a:solidFill>
          </p:grpSpPr>
          <p:sp>
            <p:nvSpPr>
              <p:cNvPr id="1238" name="Oval 27">
                <a:extLst>
                  <a:ext uri="{FF2B5EF4-FFF2-40B4-BE49-F238E27FC236}">
                    <a16:creationId xmlns:a16="http://schemas.microsoft.com/office/drawing/2014/main" id="{DCD415BB-E09C-F93E-2FA0-EF4008FE448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9" name="Oval 28">
                <a:extLst>
                  <a:ext uri="{FF2B5EF4-FFF2-40B4-BE49-F238E27FC236}">
                    <a16:creationId xmlns:a16="http://schemas.microsoft.com/office/drawing/2014/main" id="{55BDDAD1-5BEE-A87C-8310-DA326D76AAD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40" name="Group 1239">
            <a:extLst>
              <a:ext uri="{FF2B5EF4-FFF2-40B4-BE49-F238E27FC236}">
                <a16:creationId xmlns:a16="http://schemas.microsoft.com/office/drawing/2014/main" id="{4EF0EA91-EBED-7F37-FEB4-18E3BA6813AD}"/>
              </a:ext>
            </a:extLst>
          </p:cNvPr>
          <p:cNvGrpSpPr/>
          <p:nvPr/>
        </p:nvGrpSpPr>
        <p:grpSpPr>
          <a:xfrm>
            <a:off x="8985196" y="3644879"/>
            <a:ext cx="724141" cy="609701"/>
            <a:chOff x="4615447" y="2974054"/>
            <a:chExt cx="724141" cy="609701"/>
          </a:xfrm>
        </p:grpSpPr>
        <p:sp>
          <p:nvSpPr>
            <p:cNvPr id="1241" name="Rectangle 1240">
              <a:extLst>
                <a:ext uri="{FF2B5EF4-FFF2-40B4-BE49-F238E27FC236}">
                  <a16:creationId xmlns:a16="http://schemas.microsoft.com/office/drawing/2014/main" id="{ED73F695-EB3B-145F-C8D8-834410F0AC23}"/>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242" name="Right Triangle 1241">
              <a:extLst>
                <a:ext uri="{FF2B5EF4-FFF2-40B4-BE49-F238E27FC236}">
                  <a16:creationId xmlns:a16="http://schemas.microsoft.com/office/drawing/2014/main" id="{7E68606F-1389-CB74-72E1-3AA8E3871484}"/>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43" name="Group 1242">
              <a:extLst>
                <a:ext uri="{FF2B5EF4-FFF2-40B4-BE49-F238E27FC236}">
                  <a16:creationId xmlns:a16="http://schemas.microsoft.com/office/drawing/2014/main" id="{07847F31-316C-29A4-C211-400E1BC51080}"/>
                </a:ext>
              </a:extLst>
            </p:cNvPr>
            <p:cNvGrpSpPr/>
            <p:nvPr/>
          </p:nvGrpSpPr>
          <p:grpSpPr>
            <a:xfrm>
              <a:off x="5288977" y="2982563"/>
              <a:ext cx="37817" cy="61390"/>
              <a:chOff x="3883481" y="2057400"/>
              <a:chExt cx="1608363" cy="2652031"/>
            </a:xfrm>
            <a:solidFill>
              <a:srgbClr val="A6A6A6"/>
            </a:solidFill>
          </p:grpSpPr>
          <p:sp>
            <p:nvSpPr>
              <p:cNvPr id="1244" name="Oval 27">
                <a:extLst>
                  <a:ext uri="{FF2B5EF4-FFF2-40B4-BE49-F238E27FC236}">
                    <a16:creationId xmlns:a16="http://schemas.microsoft.com/office/drawing/2014/main" id="{30F5D6B8-B824-7650-4D12-4519C2998C0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5" name="Oval 28">
                <a:extLst>
                  <a:ext uri="{FF2B5EF4-FFF2-40B4-BE49-F238E27FC236}">
                    <a16:creationId xmlns:a16="http://schemas.microsoft.com/office/drawing/2014/main" id="{50E1F3FC-435D-B076-B19A-EADE168A49A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46" name="Group 1245">
            <a:extLst>
              <a:ext uri="{FF2B5EF4-FFF2-40B4-BE49-F238E27FC236}">
                <a16:creationId xmlns:a16="http://schemas.microsoft.com/office/drawing/2014/main" id="{FF49CB26-5419-6883-9906-8B1A2E5A7ABF}"/>
              </a:ext>
            </a:extLst>
          </p:cNvPr>
          <p:cNvGrpSpPr/>
          <p:nvPr/>
        </p:nvGrpSpPr>
        <p:grpSpPr>
          <a:xfrm>
            <a:off x="10640769" y="277095"/>
            <a:ext cx="721206" cy="613156"/>
            <a:chOff x="2940467" y="2974052"/>
            <a:chExt cx="721206" cy="613156"/>
          </a:xfrm>
        </p:grpSpPr>
        <p:sp>
          <p:nvSpPr>
            <p:cNvPr id="1247" name="Rectangle 1246">
              <a:extLst>
                <a:ext uri="{FF2B5EF4-FFF2-40B4-BE49-F238E27FC236}">
                  <a16:creationId xmlns:a16="http://schemas.microsoft.com/office/drawing/2014/main" id="{614FB59F-FDD4-AEBF-E4AE-76B8836EAEEB}"/>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1248" name="Right Triangle 1247">
              <a:extLst>
                <a:ext uri="{FF2B5EF4-FFF2-40B4-BE49-F238E27FC236}">
                  <a16:creationId xmlns:a16="http://schemas.microsoft.com/office/drawing/2014/main" id="{86BA6F4F-A69E-291E-83F0-116C87155DCF}"/>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49" name="Group 1248">
              <a:extLst>
                <a:ext uri="{FF2B5EF4-FFF2-40B4-BE49-F238E27FC236}">
                  <a16:creationId xmlns:a16="http://schemas.microsoft.com/office/drawing/2014/main" id="{C381EB63-86AC-24AB-E876-B7E831F1BA1D}"/>
                </a:ext>
              </a:extLst>
            </p:cNvPr>
            <p:cNvGrpSpPr/>
            <p:nvPr/>
          </p:nvGrpSpPr>
          <p:grpSpPr>
            <a:xfrm>
              <a:off x="3610505" y="2980146"/>
              <a:ext cx="37817" cy="61390"/>
              <a:chOff x="3883481" y="2057400"/>
              <a:chExt cx="1608363" cy="2652031"/>
            </a:xfrm>
            <a:solidFill>
              <a:srgbClr val="A6A6A6"/>
            </a:solidFill>
          </p:grpSpPr>
          <p:sp>
            <p:nvSpPr>
              <p:cNvPr id="1250" name="Oval 27">
                <a:extLst>
                  <a:ext uri="{FF2B5EF4-FFF2-40B4-BE49-F238E27FC236}">
                    <a16:creationId xmlns:a16="http://schemas.microsoft.com/office/drawing/2014/main" id="{0D42E6F2-90A5-E54A-1459-47862888371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51" name="Oval 28">
                <a:extLst>
                  <a:ext uri="{FF2B5EF4-FFF2-40B4-BE49-F238E27FC236}">
                    <a16:creationId xmlns:a16="http://schemas.microsoft.com/office/drawing/2014/main" id="{D9C24F2A-EDEB-2D26-D0F5-D367209CD2F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52" name="Group 1251">
            <a:extLst>
              <a:ext uri="{FF2B5EF4-FFF2-40B4-BE49-F238E27FC236}">
                <a16:creationId xmlns:a16="http://schemas.microsoft.com/office/drawing/2014/main" id="{14CF7944-5357-C9B5-0052-B7B579A748BF}"/>
              </a:ext>
            </a:extLst>
          </p:cNvPr>
          <p:cNvGrpSpPr/>
          <p:nvPr/>
        </p:nvGrpSpPr>
        <p:grpSpPr>
          <a:xfrm>
            <a:off x="8446690" y="598746"/>
            <a:ext cx="724141" cy="609701"/>
            <a:chOff x="3776511" y="2974054"/>
            <a:chExt cx="724141" cy="609701"/>
          </a:xfrm>
        </p:grpSpPr>
        <p:sp>
          <p:nvSpPr>
            <p:cNvPr id="1253" name="Rectangle 1252">
              <a:extLst>
                <a:ext uri="{FF2B5EF4-FFF2-40B4-BE49-F238E27FC236}">
                  <a16:creationId xmlns:a16="http://schemas.microsoft.com/office/drawing/2014/main" id="{1D54589D-7D8B-A256-51F4-B7DD5A585AA5}"/>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Auth Context</a:t>
              </a:r>
            </a:p>
          </p:txBody>
        </p:sp>
        <p:sp>
          <p:nvSpPr>
            <p:cNvPr id="1254" name="Right Triangle 1253">
              <a:extLst>
                <a:ext uri="{FF2B5EF4-FFF2-40B4-BE49-F238E27FC236}">
                  <a16:creationId xmlns:a16="http://schemas.microsoft.com/office/drawing/2014/main" id="{6CEF7393-8F01-188B-8BE9-1302B11FA4D0}"/>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55" name="Group 1254">
              <a:extLst>
                <a:ext uri="{FF2B5EF4-FFF2-40B4-BE49-F238E27FC236}">
                  <a16:creationId xmlns:a16="http://schemas.microsoft.com/office/drawing/2014/main" id="{A7AE1218-6ED5-F403-021E-1AFFE7C1FBEE}"/>
                </a:ext>
              </a:extLst>
            </p:cNvPr>
            <p:cNvGrpSpPr/>
            <p:nvPr/>
          </p:nvGrpSpPr>
          <p:grpSpPr>
            <a:xfrm>
              <a:off x="4450041" y="2982563"/>
              <a:ext cx="37817" cy="61390"/>
              <a:chOff x="3883481" y="2057400"/>
              <a:chExt cx="1608363" cy="2652031"/>
            </a:xfrm>
            <a:solidFill>
              <a:srgbClr val="A6A6A6"/>
            </a:solidFill>
          </p:grpSpPr>
          <p:sp>
            <p:nvSpPr>
              <p:cNvPr id="1256" name="Oval 27">
                <a:extLst>
                  <a:ext uri="{FF2B5EF4-FFF2-40B4-BE49-F238E27FC236}">
                    <a16:creationId xmlns:a16="http://schemas.microsoft.com/office/drawing/2014/main" id="{032B93FD-693C-A928-152E-AAC13A07844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57" name="Oval 28">
                <a:extLst>
                  <a:ext uri="{FF2B5EF4-FFF2-40B4-BE49-F238E27FC236}">
                    <a16:creationId xmlns:a16="http://schemas.microsoft.com/office/drawing/2014/main" id="{6C53B3A9-2CD6-6E3B-2FED-DE907903D4C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58" name="Group 1257">
            <a:extLst>
              <a:ext uri="{FF2B5EF4-FFF2-40B4-BE49-F238E27FC236}">
                <a16:creationId xmlns:a16="http://schemas.microsoft.com/office/drawing/2014/main" id="{D6828E7D-C55A-E031-3DD9-5D5E7FFFF1B3}"/>
              </a:ext>
            </a:extLst>
          </p:cNvPr>
          <p:cNvGrpSpPr/>
          <p:nvPr/>
        </p:nvGrpSpPr>
        <p:grpSpPr>
          <a:xfrm>
            <a:off x="9080734" y="4570390"/>
            <a:ext cx="721206" cy="609701"/>
            <a:chOff x="2099602" y="5136552"/>
            <a:chExt cx="721206" cy="609701"/>
          </a:xfrm>
        </p:grpSpPr>
        <p:sp>
          <p:nvSpPr>
            <p:cNvPr id="1259" name="Rectangle 1258">
              <a:extLst>
                <a:ext uri="{FF2B5EF4-FFF2-40B4-BE49-F238E27FC236}">
                  <a16:creationId xmlns:a16="http://schemas.microsoft.com/office/drawing/2014/main" id="{FB50AA97-F349-BEC0-A0F8-C7A7EB27EE91}"/>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1260" name="Right Triangle 1259">
              <a:extLst>
                <a:ext uri="{FF2B5EF4-FFF2-40B4-BE49-F238E27FC236}">
                  <a16:creationId xmlns:a16="http://schemas.microsoft.com/office/drawing/2014/main" id="{DBC4523D-A32E-1F7E-2FA0-B6D234681ADB}"/>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61" name="Group 1260">
              <a:extLst>
                <a:ext uri="{FF2B5EF4-FFF2-40B4-BE49-F238E27FC236}">
                  <a16:creationId xmlns:a16="http://schemas.microsoft.com/office/drawing/2014/main" id="{E8E9EA4D-882E-8537-6DF9-0FCEAFAF9BC3}"/>
                </a:ext>
              </a:extLst>
            </p:cNvPr>
            <p:cNvGrpSpPr/>
            <p:nvPr/>
          </p:nvGrpSpPr>
          <p:grpSpPr>
            <a:xfrm>
              <a:off x="2765664" y="5151370"/>
              <a:ext cx="37817" cy="61390"/>
              <a:chOff x="3883481" y="2057400"/>
              <a:chExt cx="1608363" cy="2652031"/>
            </a:xfrm>
            <a:solidFill>
              <a:srgbClr val="A6A6A6"/>
            </a:solidFill>
          </p:grpSpPr>
          <p:sp>
            <p:nvSpPr>
              <p:cNvPr id="1262" name="Oval 27">
                <a:extLst>
                  <a:ext uri="{FF2B5EF4-FFF2-40B4-BE49-F238E27FC236}">
                    <a16:creationId xmlns:a16="http://schemas.microsoft.com/office/drawing/2014/main" id="{856D3990-6BDF-69FC-A218-643AC976CE1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3" name="Oval 28">
                <a:extLst>
                  <a:ext uri="{FF2B5EF4-FFF2-40B4-BE49-F238E27FC236}">
                    <a16:creationId xmlns:a16="http://schemas.microsoft.com/office/drawing/2014/main" id="{F425767E-5C7D-F66B-15B4-CC83377B0C5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64" name="Group 1263">
            <a:extLst>
              <a:ext uri="{FF2B5EF4-FFF2-40B4-BE49-F238E27FC236}">
                <a16:creationId xmlns:a16="http://schemas.microsoft.com/office/drawing/2014/main" id="{AF232404-CA78-F46D-DACA-E25E146660FF}"/>
              </a:ext>
            </a:extLst>
          </p:cNvPr>
          <p:cNvGrpSpPr/>
          <p:nvPr/>
        </p:nvGrpSpPr>
        <p:grpSpPr>
          <a:xfrm>
            <a:off x="11016578" y="3893747"/>
            <a:ext cx="721206" cy="609701"/>
            <a:chOff x="2100388" y="4419620"/>
            <a:chExt cx="721206" cy="609701"/>
          </a:xfrm>
        </p:grpSpPr>
        <p:sp>
          <p:nvSpPr>
            <p:cNvPr id="1265" name="Rectangle 1264">
              <a:extLst>
                <a:ext uri="{FF2B5EF4-FFF2-40B4-BE49-F238E27FC236}">
                  <a16:creationId xmlns:a16="http://schemas.microsoft.com/office/drawing/2014/main" id="{ED4FB303-CE8B-D28F-A419-11F1F5A680A5}"/>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1266" name="Right Triangle 1265">
              <a:extLst>
                <a:ext uri="{FF2B5EF4-FFF2-40B4-BE49-F238E27FC236}">
                  <a16:creationId xmlns:a16="http://schemas.microsoft.com/office/drawing/2014/main" id="{7D93722A-FAD4-B9E6-723A-769AB66850F8}"/>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67" name="Group 1266">
              <a:extLst>
                <a:ext uri="{FF2B5EF4-FFF2-40B4-BE49-F238E27FC236}">
                  <a16:creationId xmlns:a16="http://schemas.microsoft.com/office/drawing/2014/main" id="{04D84598-21FC-599F-442C-E3AF7DBAC37C}"/>
                </a:ext>
              </a:extLst>
            </p:cNvPr>
            <p:cNvGrpSpPr/>
            <p:nvPr/>
          </p:nvGrpSpPr>
          <p:grpSpPr>
            <a:xfrm>
              <a:off x="2769861" y="4434438"/>
              <a:ext cx="37817" cy="61390"/>
              <a:chOff x="3883481" y="2057400"/>
              <a:chExt cx="1608363" cy="2652031"/>
            </a:xfrm>
            <a:solidFill>
              <a:srgbClr val="A6A6A6"/>
            </a:solidFill>
          </p:grpSpPr>
          <p:sp>
            <p:nvSpPr>
              <p:cNvPr id="1268" name="Oval 27">
                <a:extLst>
                  <a:ext uri="{FF2B5EF4-FFF2-40B4-BE49-F238E27FC236}">
                    <a16:creationId xmlns:a16="http://schemas.microsoft.com/office/drawing/2014/main" id="{6E52FE42-0906-F8C7-881A-BF9A5895FAE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9" name="Oval 28">
                <a:extLst>
                  <a:ext uri="{FF2B5EF4-FFF2-40B4-BE49-F238E27FC236}">
                    <a16:creationId xmlns:a16="http://schemas.microsoft.com/office/drawing/2014/main" id="{67846D5F-52DA-1F1D-BFCA-C8ACD5AD458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70" name="Group 1269">
            <a:extLst>
              <a:ext uri="{FF2B5EF4-FFF2-40B4-BE49-F238E27FC236}">
                <a16:creationId xmlns:a16="http://schemas.microsoft.com/office/drawing/2014/main" id="{469D4546-CB44-D7EE-D9D4-77F9D814AB8E}"/>
              </a:ext>
            </a:extLst>
          </p:cNvPr>
          <p:cNvGrpSpPr/>
          <p:nvPr/>
        </p:nvGrpSpPr>
        <p:grpSpPr>
          <a:xfrm>
            <a:off x="11094741" y="3176919"/>
            <a:ext cx="721206" cy="610376"/>
            <a:chOff x="2937172" y="4419618"/>
            <a:chExt cx="721206" cy="610376"/>
          </a:xfrm>
        </p:grpSpPr>
        <p:sp>
          <p:nvSpPr>
            <p:cNvPr id="1271" name="Rectangle 1270">
              <a:extLst>
                <a:ext uri="{FF2B5EF4-FFF2-40B4-BE49-F238E27FC236}">
                  <a16:creationId xmlns:a16="http://schemas.microsoft.com/office/drawing/2014/main" id="{D575ED8C-B707-0DE0-4F83-DE8772043E85}"/>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1272" name="Right Triangle 1271">
              <a:extLst>
                <a:ext uri="{FF2B5EF4-FFF2-40B4-BE49-F238E27FC236}">
                  <a16:creationId xmlns:a16="http://schemas.microsoft.com/office/drawing/2014/main" id="{D04CBA4A-B6B6-BB21-D6F0-E915C3676F08}"/>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73" name="Group 1272">
              <a:extLst>
                <a:ext uri="{FF2B5EF4-FFF2-40B4-BE49-F238E27FC236}">
                  <a16:creationId xmlns:a16="http://schemas.microsoft.com/office/drawing/2014/main" id="{D183481B-88E0-DBBB-F36D-7E356936CE8A}"/>
                </a:ext>
              </a:extLst>
            </p:cNvPr>
            <p:cNvGrpSpPr/>
            <p:nvPr/>
          </p:nvGrpSpPr>
          <p:grpSpPr>
            <a:xfrm>
              <a:off x="3607767" y="4425712"/>
              <a:ext cx="37817" cy="61390"/>
              <a:chOff x="3883481" y="2057400"/>
              <a:chExt cx="1608363" cy="2652031"/>
            </a:xfrm>
            <a:solidFill>
              <a:srgbClr val="A6A6A6"/>
            </a:solidFill>
          </p:grpSpPr>
          <p:sp>
            <p:nvSpPr>
              <p:cNvPr id="1274" name="Oval 27">
                <a:extLst>
                  <a:ext uri="{FF2B5EF4-FFF2-40B4-BE49-F238E27FC236}">
                    <a16:creationId xmlns:a16="http://schemas.microsoft.com/office/drawing/2014/main" id="{A8D5832C-B1C7-A01D-85F5-29812F9028C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5" name="Oval 28">
                <a:extLst>
                  <a:ext uri="{FF2B5EF4-FFF2-40B4-BE49-F238E27FC236}">
                    <a16:creationId xmlns:a16="http://schemas.microsoft.com/office/drawing/2014/main" id="{38A0806F-5DF0-481D-B8A3-2223C123371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76" name="Group 1275">
            <a:extLst>
              <a:ext uri="{FF2B5EF4-FFF2-40B4-BE49-F238E27FC236}">
                <a16:creationId xmlns:a16="http://schemas.microsoft.com/office/drawing/2014/main" id="{F2EB3BB9-3C0F-FCA0-6EF7-B0BCC2ED69D0}"/>
              </a:ext>
            </a:extLst>
          </p:cNvPr>
          <p:cNvGrpSpPr/>
          <p:nvPr/>
        </p:nvGrpSpPr>
        <p:grpSpPr>
          <a:xfrm>
            <a:off x="9463383" y="2021139"/>
            <a:ext cx="721206" cy="609701"/>
            <a:chOff x="10506805" y="2974054"/>
            <a:chExt cx="721206" cy="609701"/>
          </a:xfrm>
        </p:grpSpPr>
        <p:sp>
          <p:nvSpPr>
            <p:cNvPr id="1277" name="Rectangle 1276">
              <a:extLst>
                <a:ext uri="{FF2B5EF4-FFF2-40B4-BE49-F238E27FC236}">
                  <a16:creationId xmlns:a16="http://schemas.microsoft.com/office/drawing/2014/main" id="{9144F28C-7E62-578A-9D92-811B2332DD65}"/>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1278" name="Rectangle 1277">
              <a:extLst>
                <a:ext uri="{FF2B5EF4-FFF2-40B4-BE49-F238E27FC236}">
                  <a16:creationId xmlns:a16="http://schemas.microsoft.com/office/drawing/2014/main" id="{FD02D0D2-873A-55C6-EDD2-69E6B2591846}"/>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9" name="Oval 15">
              <a:extLst>
                <a:ext uri="{FF2B5EF4-FFF2-40B4-BE49-F238E27FC236}">
                  <a16:creationId xmlns:a16="http://schemas.microsoft.com/office/drawing/2014/main" id="{63756A8B-64F5-2B89-A85E-2D653EDA4C79}"/>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80" name="Straight Connector 1279">
              <a:extLst>
                <a:ext uri="{FF2B5EF4-FFF2-40B4-BE49-F238E27FC236}">
                  <a16:creationId xmlns:a16="http://schemas.microsoft.com/office/drawing/2014/main" id="{3763B4C8-18B0-B986-9405-A2FD47C0523C}"/>
                </a:ext>
              </a:extLst>
            </p:cNvPr>
            <p:cNvCxnSpPr>
              <a:cxnSpLocks/>
              <a:stCxn id="1279"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81" name="Straight Connector 1280">
              <a:extLst>
                <a:ext uri="{FF2B5EF4-FFF2-40B4-BE49-F238E27FC236}">
                  <a16:creationId xmlns:a16="http://schemas.microsoft.com/office/drawing/2014/main" id="{55723E5C-EC0D-BCC2-C713-FECABDC528F4}"/>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82" name="Group 1281">
            <a:extLst>
              <a:ext uri="{FF2B5EF4-FFF2-40B4-BE49-F238E27FC236}">
                <a16:creationId xmlns:a16="http://schemas.microsoft.com/office/drawing/2014/main" id="{CF90397E-0764-A06A-45A0-2533A812D7A3}"/>
              </a:ext>
            </a:extLst>
          </p:cNvPr>
          <p:cNvGrpSpPr/>
          <p:nvPr/>
        </p:nvGrpSpPr>
        <p:grpSpPr>
          <a:xfrm>
            <a:off x="10921043" y="4823064"/>
            <a:ext cx="721206" cy="609701"/>
            <a:chOff x="8795237" y="2974054"/>
            <a:chExt cx="721206" cy="609701"/>
          </a:xfrm>
        </p:grpSpPr>
        <p:sp>
          <p:nvSpPr>
            <p:cNvPr id="1283" name="Rectangle 1282">
              <a:hlinkHover r:id="" action="ppaction://noaction" highlightClick="1"/>
              <a:extLst>
                <a:ext uri="{FF2B5EF4-FFF2-40B4-BE49-F238E27FC236}">
                  <a16:creationId xmlns:a16="http://schemas.microsoft.com/office/drawing/2014/main" id="{35B35FBC-667E-9EB1-5304-E5D56BEA5F5E}"/>
                </a:ext>
              </a:extLst>
            </p:cNvPr>
            <p:cNvSpPr/>
            <p:nvPr/>
          </p:nvSpPr>
          <p:spPr>
            <a:xfrm>
              <a:off x="8795237"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1284" name="Diamond 1283">
              <a:extLst>
                <a:ext uri="{FF2B5EF4-FFF2-40B4-BE49-F238E27FC236}">
                  <a16:creationId xmlns:a16="http://schemas.microsoft.com/office/drawing/2014/main" id="{31D20C3B-6AA6-4521-9CE3-AEA818B677F3}"/>
                </a:ext>
              </a:extLst>
            </p:cNvPr>
            <p:cNvSpPr/>
            <p:nvPr/>
          </p:nvSpPr>
          <p:spPr>
            <a:xfrm>
              <a:off x="9379935" y="2976405"/>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5" name="Oval 1284">
              <a:extLst>
                <a:ext uri="{FF2B5EF4-FFF2-40B4-BE49-F238E27FC236}">
                  <a16:creationId xmlns:a16="http://schemas.microsoft.com/office/drawing/2014/main" id="{AF27D652-0B8D-760F-0066-FCABA9C9A052}"/>
                </a:ext>
              </a:extLst>
            </p:cNvPr>
            <p:cNvSpPr/>
            <p:nvPr/>
          </p:nvSpPr>
          <p:spPr>
            <a:xfrm>
              <a:off x="9414138" y="3009893"/>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90" name="Group 1289">
            <a:extLst>
              <a:ext uri="{FF2B5EF4-FFF2-40B4-BE49-F238E27FC236}">
                <a16:creationId xmlns:a16="http://schemas.microsoft.com/office/drawing/2014/main" id="{93D37475-6971-7F3F-DA4F-3AAFB5E70CCE}"/>
              </a:ext>
            </a:extLst>
          </p:cNvPr>
          <p:cNvGrpSpPr/>
          <p:nvPr/>
        </p:nvGrpSpPr>
        <p:grpSpPr>
          <a:xfrm>
            <a:off x="9861375" y="4664849"/>
            <a:ext cx="721206" cy="609701"/>
            <a:chOff x="6287105" y="2974054"/>
            <a:chExt cx="721206" cy="609701"/>
          </a:xfrm>
        </p:grpSpPr>
        <p:sp>
          <p:nvSpPr>
            <p:cNvPr id="1291" name="Rectangle 1290">
              <a:hlinkHover r:id="" action="ppaction://noaction" highlightClick="1"/>
              <a:extLst>
                <a:ext uri="{FF2B5EF4-FFF2-40B4-BE49-F238E27FC236}">
                  <a16:creationId xmlns:a16="http://schemas.microsoft.com/office/drawing/2014/main" id="{57BD3559-1CE4-66FF-04B2-8C755DD7EE59}"/>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1292" name="Rectangle 1291">
              <a:extLst>
                <a:ext uri="{FF2B5EF4-FFF2-40B4-BE49-F238E27FC236}">
                  <a16:creationId xmlns:a16="http://schemas.microsoft.com/office/drawing/2014/main" id="{1D8FF36F-D9B2-0ECA-60BA-1BB1F461A3B1}"/>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3" name="Oval 15">
              <a:extLst>
                <a:ext uri="{FF2B5EF4-FFF2-40B4-BE49-F238E27FC236}">
                  <a16:creationId xmlns:a16="http://schemas.microsoft.com/office/drawing/2014/main" id="{AEF3AA33-925C-00B3-8275-81192D208DB3}"/>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94" name="Straight Connector 1293">
              <a:extLst>
                <a:ext uri="{FF2B5EF4-FFF2-40B4-BE49-F238E27FC236}">
                  <a16:creationId xmlns:a16="http://schemas.microsoft.com/office/drawing/2014/main" id="{9C040B86-524A-D694-9AE7-AEC7E55B1C02}"/>
                </a:ext>
              </a:extLst>
            </p:cNvPr>
            <p:cNvCxnSpPr>
              <a:cxnSpLocks/>
              <a:stCxn id="1293"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95" name="Straight Connector 1294">
              <a:extLst>
                <a:ext uri="{FF2B5EF4-FFF2-40B4-BE49-F238E27FC236}">
                  <a16:creationId xmlns:a16="http://schemas.microsoft.com/office/drawing/2014/main" id="{60675578-77E3-C2CC-5DE2-0B10EB133CB8}"/>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96" name="Group 1295">
            <a:extLst>
              <a:ext uri="{FF2B5EF4-FFF2-40B4-BE49-F238E27FC236}">
                <a16:creationId xmlns:a16="http://schemas.microsoft.com/office/drawing/2014/main" id="{8A888CE6-5561-55C3-1397-74A77CDFE60A}"/>
              </a:ext>
            </a:extLst>
          </p:cNvPr>
          <p:cNvGrpSpPr/>
          <p:nvPr/>
        </p:nvGrpSpPr>
        <p:grpSpPr>
          <a:xfrm>
            <a:off x="9447893" y="2829418"/>
            <a:ext cx="721206" cy="609701"/>
            <a:chOff x="7123149" y="2974054"/>
            <a:chExt cx="721206" cy="609701"/>
          </a:xfrm>
        </p:grpSpPr>
        <p:sp>
          <p:nvSpPr>
            <p:cNvPr id="1297" name="Rectangle 1296">
              <a:hlinkHover r:id="" action="ppaction://noaction" highlightClick="1"/>
              <a:extLst>
                <a:ext uri="{FF2B5EF4-FFF2-40B4-BE49-F238E27FC236}">
                  <a16:creationId xmlns:a16="http://schemas.microsoft.com/office/drawing/2014/main" id="{DBBF37C0-F6A1-22D5-40C9-CF70F32207E3}"/>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1298" name="Rectangle 1297">
              <a:extLst>
                <a:ext uri="{FF2B5EF4-FFF2-40B4-BE49-F238E27FC236}">
                  <a16:creationId xmlns:a16="http://schemas.microsoft.com/office/drawing/2014/main" id="{F467EA83-AC5A-8EBE-79D8-3B809D8D2EE7}"/>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9" name="Oval 15">
              <a:extLst>
                <a:ext uri="{FF2B5EF4-FFF2-40B4-BE49-F238E27FC236}">
                  <a16:creationId xmlns:a16="http://schemas.microsoft.com/office/drawing/2014/main" id="{1548D662-5520-7720-9487-392CC6EFB3A4}"/>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00" name="Straight Connector 1299">
              <a:extLst>
                <a:ext uri="{FF2B5EF4-FFF2-40B4-BE49-F238E27FC236}">
                  <a16:creationId xmlns:a16="http://schemas.microsoft.com/office/drawing/2014/main" id="{AF984007-C058-19AB-8D8D-E0A9741D97AE}"/>
                </a:ext>
              </a:extLst>
            </p:cNvPr>
            <p:cNvCxnSpPr>
              <a:cxnSpLocks/>
              <a:stCxn id="1299"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01" name="Straight Connector 1300">
              <a:extLst>
                <a:ext uri="{FF2B5EF4-FFF2-40B4-BE49-F238E27FC236}">
                  <a16:creationId xmlns:a16="http://schemas.microsoft.com/office/drawing/2014/main" id="{CC59DC24-4AF0-3311-847D-2AE0FDC1EE7C}"/>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02" name="Group 1301">
            <a:extLst>
              <a:ext uri="{FF2B5EF4-FFF2-40B4-BE49-F238E27FC236}">
                <a16:creationId xmlns:a16="http://schemas.microsoft.com/office/drawing/2014/main" id="{03D1B556-FB6F-5184-8833-2558719D4D8A}"/>
              </a:ext>
            </a:extLst>
          </p:cNvPr>
          <p:cNvGrpSpPr/>
          <p:nvPr/>
        </p:nvGrpSpPr>
        <p:grpSpPr>
          <a:xfrm>
            <a:off x="10881082" y="2377197"/>
            <a:ext cx="721893" cy="609702"/>
            <a:chOff x="3775041" y="5130129"/>
            <a:chExt cx="721893" cy="609702"/>
          </a:xfrm>
        </p:grpSpPr>
        <p:sp>
          <p:nvSpPr>
            <p:cNvPr id="1303" name="Rectangle 1302">
              <a:hlinkHover r:id="" action="ppaction://noaction" highlightClick="1"/>
              <a:extLst>
                <a:ext uri="{FF2B5EF4-FFF2-40B4-BE49-F238E27FC236}">
                  <a16:creationId xmlns:a16="http://schemas.microsoft.com/office/drawing/2014/main" id="{6ADA1F55-56B4-2C56-5130-7E80A976A6FD}"/>
                </a:ext>
              </a:extLst>
            </p:cNvPr>
            <p:cNvSpPr/>
            <p:nvPr/>
          </p:nvSpPr>
          <p:spPr>
            <a:xfrm>
              <a:off x="3775041" y="5130131"/>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1304" name="Group 1303">
              <a:extLst>
                <a:ext uri="{FF2B5EF4-FFF2-40B4-BE49-F238E27FC236}">
                  <a16:creationId xmlns:a16="http://schemas.microsoft.com/office/drawing/2014/main" id="{7570FB46-E15B-E998-E83F-7A9B85201F30}"/>
                </a:ext>
              </a:extLst>
            </p:cNvPr>
            <p:cNvGrpSpPr/>
            <p:nvPr/>
          </p:nvGrpSpPr>
          <p:grpSpPr>
            <a:xfrm>
              <a:off x="4367028" y="5130129"/>
              <a:ext cx="129906" cy="127894"/>
              <a:chOff x="1040599" y="2550516"/>
              <a:chExt cx="157050" cy="157050"/>
            </a:xfrm>
          </p:grpSpPr>
          <p:sp>
            <p:nvSpPr>
              <p:cNvPr id="1305" name="Diamond 1304">
                <a:extLst>
                  <a:ext uri="{FF2B5EF4-FFF2-40B4-BE49-F238E27FC236}">
                    <a16:creationId xmlns:a16="http://schemas.microsoft.com/office/drawing/2014/main" id="{5F600B43-E416-8485-7280-D352E4E3E617}"/>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6" name="Oval 1305">
                <a:extLst>
                  <a:ext uri="{FF2B5EF4-FFF2-40B4-BE49-F238E27FC236}">
                    <a16:creationId xmlns:a16="http://schemas.microsoft.com/office/drawing/2014/main" id="{9B5BE7A7-23FD-48FD-B017-64F45A63847A}"/>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1307" name="Straight Arrow Connector 1306">
            <a:extLst>
              <a:ext uri="{FF2B5EF4-FFF2-40B4-BE49-F238E27FC236}">
                <a16:creationId xmlns:a16="http://schemas.microsoft.com/office/drawing/2014/main" id="{11767848-5158-D900-5DFB-CCCBBDC02366}"/>
              </a:ext>
            </a:extLst>
          </p:cNvPr>
          <p:cNvCxnSpPr>
            <a:cxnSpLocks/>
            <a:stCxn id="1219" idx="1"/>
            <a:endCxn id="1204" idx="3"/>
          </p:cNvCxnSpPr>
          <p:nvPr/>
        </p:nvCxnSpPr>
        <p:spPr>
          <a:xfrm flipH="1" flipV="1">
            <a:off x="8127747" y="1353095"/>
            <a:ext cx="964651" cy="212016"/>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310" name="Straight Arrow Connector 1309">
            <a:extLst>
              <a:ext uri="{FF2B5EF4-FFF2-40B4-BE49-F238E27FC236}">
                <a16:creationId xmlns:a16="http://schemas.microsoft.com/office/drawing/2014/main" id="{3D9674D2-4482-58F8-9601-D5C2B4173582}"/>
              </a:ext>
            </a:extLst>
          </p:cNvPr>
          <p:cNvCxnSpPr>
            <a:cxnSpLocks/>
            <a:stCxn id="1219" idx="3"/>
            <a:endCxn id="1225" idx="2"/>
          </p:cNvCxnSpPr>
          <p:nvPr/>
        </p:nvCxnSpPr>
        <p:spPr>
          <a:xfrm flipV="1">
            <a:off x="9813604" y="854833"/>
            <a:ext cx="186829" cy="710278"/>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313" name="Straight Arrow Connector 1312">
            <a:extLst>
              <a:ext uri="{FF2B5EF4-FFF2-40B4-BE49-F238E27FC236}">
                <a16:creationId xmlns:a16="http://schemas.microsoft.com/office/drawing/2014/main" id="{09A6374C-619F-C7C2-D6CC-C975331E03BA}"/>
              </a:ext>
            </a:extLst>
          </p:cNvPr>
          <p:cNvCxnSpPr>
            <a:cxnSpLocks/>
            <a:stCxn id="1219" idx="3"/>
            <a:endCxn id="1247" idx="1"/>
          </p:cNvCxnSpPr>
          <p:nvPr/>
        </p:nvCxnSpPr>
        <p:spPr>
          <a:xfrm flipV="1">
            <a:off x="9813604" y="585400"/>
            <a:ext cx="827165" cy="979711"/>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316" name="Straight Arrow Connector 1315">
            <a:extLst>
              <a:ext uri="{FF2B5EF4-FFF2-40B4-BE49-F238E27FC236}">
                <a16:creationId xmlns:a16="http://schemas.microsoft.com/office/drawing/2014/main" id="{AEDA1D24-7702-E69F-92CE-45B983FA2FAB}"/>
              </a:ext>
            </a:extLst>
          </p:cNvPr>
          <p:cNvCxnSpPr>
            <a:cxnSpLocks/>
            <a:stCxn id="1219" idx="3"/>
            <a:endCxn id="1235" idx="1"/>
          </p:cNvCxnSpPr>
          <p:nvPr/>
        </p:nvCxnSpPr>
        <p:spPr>
          <a:xfrm flipV="1">
            <a:off x="9813604" y="1306509"/>
            <a:ext cx="1440403" cy="258602"/>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319" name="Straight Arrow Connector 1318">
            <a:extLst>
              <a:ext uri="{FF2B5EF4-FFF2-40B4-BE49-F238E27FC236}">
                <a16:creationId xmlns:a16="http://schemas.microsoft.com/office/drawing/2014/main" id="{21A739A3-E602-C932-F56B-553705A5A799}"/>
              </a:ext>
            </a:extLst>
          </p:cNvPr>
          <p:cNvCxnSpPr>
            <a:cxnSpLocks/>
            <a:stCxn id="1253" idx="1"/>
            <a:endCxn id="1204" idx="3"/>
          </p:cNvCxnSpPr>
          <p:nvPr/>
        </p:nvCxnSpPr>
        <p:spPr>
          <a:xfrm flipH="1">
            <a:off x="8127747" y="903597"/>
            <a:ext cx="318943" cy="449498"/>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322" name="Straight Arrow Connector 1321">
            <a:extLst>
              <a:ext uri="{FF2B5EF4-FFF2-40B4-BE49-F238E27FC236}">
                <a16:creationId xmlns:a16="http://schemas.microsoft.com/office/drawing/2014/main" id="{CE9BB527-9BED-C0A2-D598-4BE4C0429D2B}"/>
              </a:ext>
            </a:extLst>
          </p:cNvPr>
          <p:cNvCxnSpPr>
            <a:cxnSpLocks/>
            <a:stCxn id="1213" idx="0"/>
            <a:endCxn id="1204" idx="2"/>
          </p:cNvCxnSpPr>
          <p:nvPr/>
        </p:nvCxnSpPr>
        <p:spPr>
          <a:xfrm flipH="1" flipV="1">
            <a:off x="7767144" y="1657945"/>
            <a:ext cx="649215" cy="1158721"/>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327" name="Straight Arrow Connector 1326">
            <a:extLst>
              <a:ext uri="{FF2B5EF4-FFF2-40B4-BE49-F238E27FC236}">
                <a16:creationId xmlns:a16="http://schemas.microsoft.com/office/drawing/2014/main" id="{D96BDBBE-3F7C-C8C8-870D-209426D87FBF}"/>
              </a:ext>
            </a:extLst>
          </p:cNvPr>
          <p:cNvCxnSpPr>
            <a:cxnSpLocks/>
            <a:stCxn id="1277" idx="1"/>
            <a:endCxn id="1204" idx="3"/>
          </p:cNvCxnSpPr>
          <p:nvPr/>
        </p:nvCxnSpPr>
        <p:spPr>
          <a:xfrm flipH="1" flipV="1">
            <a:off x="8127747" y="1353095"/>
            <a:ext cx="1335636" cy="972895"/>
          </a:xfrm>
          <a:prstGeom prst="straightConnector1">
            <a:avLst/>
          </a:prstGeom>
          <a:ln w="50800">
            <a:solidFill>
              <a:srgbClr val="0078D4"/>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330" name="Straight Arrow Connector 1329">
            <a:extLst>
              <a:ext uri="{FF2B5EF4-FFF2-40B4-BE49-F238E27FC236}">
                <a16:creationId xmlns:a16="http://schemas.microsoft.com/office/drawing/2014/main" id="{D1B92765-F91C-5F6A-FBCA-EC93D5C77596}"/>
              </a:ext>
            </a:extLst>
          </p:cNvPr>
          <p:cNvCxnSpPr>
            <a:cxnSpLocks/>
            <a:stCxn id="1204" idx="2"/>
            <a:endCxn id="1297" idx="1"/>
          </p:cNvCxnSpPr>
          <p:nvPr/>
        </p:nvCxnSpPr>
        <p:spPr>
          <a:xfrm>
            <a:off x="7767144" y="1657945"/>
            <a:ext cx="1680749" cy="1476324"/>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333" name="Straight Arrow Connector 1332">
            <a:extLst>
              <a:ext uri="{FF2B5EF4-FFF2-40B4-BE49-F238E27FC236}">
                <a16:creationId xmlns:a16="http://schemas.microsoft.com/office/drawing/2014/main" id="{46FAEDE6-60F1-F564-75E8-384377CC3748}"/>
              </a:ext>
            </a:extLst>
          </p:cNvPr>
          <p:cNvCxnSpPr>
            <a:cxnSpLocks/>
            <a:stCxn id="1213" idx="3"/>
            <a:endCxn id="1297" idx="1"/>
          </p:cNvCxnSpPr>
          <p:nvPr/>
        </p:nvCxnSpPr>
        <p:spPr>
          <a:xfrm>
            <a:off x="8776962" y="3121517"/>
            <a:ext cx="670931" cy="12752"/>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338" name="Straight Arrow Connector 1337">
            <a:extLst>
              <a:ext uri="{FF2B5EF4-FFF2-40B4-BE49-F238E27FC236}">
                <a16:creationId xmlns:a16="http://schemas.microsoft.com/office/drawing/2014/main" id="{1F1E332C-C00D-4D9C-9508-C17EFFFD9EB6}"/>
              </a:ext>
            </a:extLst>
          </p:cNvPr>
          <p:cNvCxnSpPr>
            <a:cxnSpLocks/>
            <a:endCxn id="1241" idx="0"/>
          </p:cNvCxnSpPr>
          <p:nvPr/>
        </p:nvCxnSpPr>
        <p:spPr>
          <a:xfrm>
            <a:off x="7821167" y="1703924"/>
            <a:ext cx="1524631" cy="1940955"/>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341" name="Straight Arrow Connector 1340">
            <a:extLst>
              <a:ext uri="{FF2B5EF4-FFF2-40B4-BE49-F238E27FC236}">
                <a16:creationId xmlns:a16="http://schemas.microsoft.com/office/drawing/2014/main" id="{F2ED376E-191F-389D-22D0-00C184764D0B}"/>
              </a:ext>
            </a:extLst>
          </p:cNvPr>
          <p:cNvCxnSpPr>
            <a:cxnSpLocks/>
            <a:stCxn id="1259" idx="0"/>
            <a:endCxn id="1241" idx="2"/>
          </p:cNvCxnSpPr>
          <p:nvPr/>
        </p:nvCxnSpPr>
        <p:spPr>
          <a:xfrm flipH="1" flipV="1">
            <a:off x="9345798" y="4254580"/>
            <a:ext cx="95539" cy="315810"/>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346" name="Straight Arrow Connector 1345">
            <a:extLst>
              <a:ext uri="{FF2B5EF4-FFF2-40B4-BE49-F238E27FC236}">
                <a16:creationId xmlns:a16="http://schemas.microsoft.com/office/drawing/2014/main" id="{980A04C3-B26D-175A-1436-A841A8B169F9}"/>
              </a:ext>
            </a:extLst>
          </p:cNvPr>
          <p:cNvCxnSpPr>
            <a:cxnSpLocks/>
            <a:stCxn id="1291" idx="0"/>
            <a:endCxn id="1297" idx="2"/>
          </p:cNvCxnSpPr>
          <p:nvPr/>
        </p:nvCxnSpPr>
        <p:spPr>
          <a:xfrm flipH="1" flipV="1">
            <a:off x="9808496" y="3439119"/>
            <a:ext cx="413482" cy="1225730"/>
          </a:xfrm>
          <a:prstGeom prst="straightConnector1">
            <a:avLst/>
          </a:prstGeom>
          <a:ln w="50800">
            <a:solidFill>
              <a:srgbClr val="0078D4"/>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350" name="Straight Arrow Connector 1349">
            <a:extLst>
              <a:ext uri="{FF2B5EF4-FFF2-40B4-BE49-F238E27FC236}">
                <a16:creationId xmlns:a16="http://schemas.microsoft.com/office/drawing/2014/main" id="{4880F248-04A6-1C2C-C2DF-FEC4F48891FA}"/>
              </a:ext>
            </a:extLst>
          </p:cNvPr>
          <p:cNvCxnSpPr>
            <a:cxnSpLocks/>
            <a:stCxn id="1265" idx="1"/>
            <a:endCxn id="1297" idx="2"/>
          </p:cNvCxnSpPr>
          <p:nvPr/>
        </p:nvCxnSpPr>
        <p:spPr>
          <a:xfrm flipH="1" flipV="1">
            <a:off x="9808496" y="3439119"/>
            <a:ext cx="1208082" cy="759479"/>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354" name="Straight Arrow Connector 1353">
            <a:extLst>
              <a:ext uri="{FF2B5EF4-FFF2-40B4-BE49-F238E27FC236}">
                <a16:creationId xmlns:a16="http://schemas.microsoft.com/office/drawing/2014/main" id="{9C3F7773-81B8-D845-2736-62A6D62AF73C}"/>
              </a:ext>
            </a:extLst>
          </p:cNvPr>
          <p:cNvCxnSpPr>
            <a:cxnSpLocks/>
            <a:stCxn id="1297" idx="1"/>
            <a:endCxn id="1241" idx="0"/>
          </p:cNvCxnSpPr>
          <p:nvPr/>
        </p:nvCxnSpPr>
        <p:spPr>
          <a:xfrm flipH="1">
            <a:off x="9345798" y="3134269"/>
            <a:ext cx="102095" cy="510610"/>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357" name="Straight Arrow Connector 1356">
            <a:extLst>
              <a:ext uri="{FF2B5EF4-FFF2-40B4-BE49-F238E27FC236}">
                <a16:creationId xmlns:a16="http://schemas.microsoft.com/office/drawing/2014/main" id="{7DF26426-F7B7-CDBC-5EC5-DFDEC96D279E}"/>
              </a:ext>
            </a:extLst>
          </p:cNvPr>
          <p:cNvCxnSpPr>
            <a:cxnSpLocks/>
            <a:stCxn id="1303" idx="1"/>
            <a:endCxn id="1297" idx="3"/>
          </p:cNvCxnSpPr>
          <p:nvPr/>
        </p:nvCxnSpPr>
        <p:spPr>
          <a:xfrm flipH="1">
            <a:off x="10169099" y="2682049"/>
            <a:ext cx="711983" cy="452220"/>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360" name="Straight Arrow Connector 1359">
            <a:extLst>
              <a:ext uri="{FF2B5EF4-FFF2-40B4-BE49-F238E27FC236}">
                <a16:creationId xmlns:a16="http://schemas.microsoft.com/office/drawing/2014/main" id="{F04022FB-6654-A819-B8CE-7B77165D5480}"/>
              </a:ext>
            </a:extLst>
          </p:cNvPr>
          <p:cNvCxnSpPr>
            <a:cxnSpLocks/>
            <a:stCxn id="1271" idx="1"/>
            <a:endCxn id="1297" idx="3"/>
          </p:cNvCxnSpPr>
          <p:nvPr/>
        </p:nvCxnSpPr>
        <p:spPr>
          <a:xfrm flipH="1" flipV="1">
            <a:off x="10169099" y="3134269"/>
            <a:ext cx="925642" cy="348175"/>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366" name="Straight Arrow Connector 1365">
            <a:extLst>
              <a:ext uri="{FF2B5EF4-FFF2-40B4-BE49-F238E27FC236}">
                <a16:creationId xmlns:a16="http://schemas.microsoft.com/office/drawing/2014/main" id="{76326DE7-8A35-7C7B-EBB3-6F1ECF841B3D}"/>
              </a:ext>
            </a:extLst>
          </p:cNvPr>
          <p:cNvCxnSpPr>
            <a:cxnSpLocks/>
            <a:stCxn id="1283" idx="0"/>
            <a:endCxn id="1297" idx="2"/>
          </p:cNvCxnSpPr>
          <p:nvPr/>
        </p:nvCxnSpPr>
        <p:spPr>
          <a:xfrm flipH="1" flipV="1">
            <a:off x="9808496" y="3439119"/>
            <a:ext cx="1473150" cy="1383945"/>
          </a:xfrm>
          <a:prstGeom prst="straightConnector1">
            <a:avLst/>
          </a:prstGeom>
          <a:ln w="50800">
            <a:solidFill>
              <a:srgbClr val="0078D4"/>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369" name="Straight Arrow Connector 1368">
            <a:extLst>
              <a:ext uri="{FF2B5EF4-FFF2-40B4-BE49-F238E27FC236}">
                <a16:creationId xmlns:a16="http://schemas.microsoft.com/office/drawing/2014/main" id="{58FEABB5-5F83-1D45-FDDF-FFCBEFB1A625}"/>
              </a:ext>
            </a:extLst>
          </p:cNvPr>
          <p:cNvCxnSpPr>
            <a:cxnSpLocks/>
            <a:stCxn id="1291" idx="3"/>
            <a:endCxn id="1283" idx="1"/>
          </p:cNvCxnSpPr>
          <p:nvPr/>
        </p:nvCxnSpPr>
        <p:spPr>
          <a:xfrm>
            <a:off x="10582581" y="4969700"/>
            <a:ext cx="338462" cy="158215"/>
          </a:xfrm>
          <a:prstGeom prst="straightConnector1">
            <a:avLst/>
          </a:prstGeom>
          <a:ln w="50800">
            <a:solidFill>
              <a:srgbClr val="0078D4"/>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379" name="Straight Arrow Connector 1378">
            <a:extLst>
              <a:ext uri="{FF2B5EF4-FFF2-40B4-BE49-F238E27FC236}">
                <a16:creationId xmlns:a16="http://schemas.microsoft.com/office/drawing/2014/main" id="{F411EA2A-1F53-7DE6-CFA1-CB42CAB47776}"/>
              </a:ext>
            </a:extLst>
          </p:cNvPr>
          <p:cNvCxnSpPr>
            <a:cxnSpLocks/>
            <a:stCxn id="1231" idx="1"/>
            <a:endCxn id="1277" idx="3"/>
          </p:cNvCxnSpPr>
          <p:nvPr/>
        </p:nvCxnSpPr>
        <p:spPr>
          <a:xfrm flipH="1">
            <a:off x="10184589" y="2016598"/>
            <a:ext cx="593666" cy="309392"/>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DD61E99B-A0AD-C8BF-3E4C-8E8DBC7BC7A6}"/>
              </a:ext>
            </a:extLst>
          </p:cNvPr>
          <p:cNvGrpSpPr/>
          <p:nvPr/>
        </p:nvGrpSpPr>
        <p:grpSpPr>
          <a:xfrm>
            <a:off x="2441690" y="893773"/>
            <a:ext cx="721206" cy="609701"/>
            <a:chOff x="9657610" y="2974054"/>
            <a:chExt cx="721206" cy="609701"/>
          </a:xfrm>
        </p:grpSpPr>
        <p:sp>
          <p:nvSpPr>
            <p:cNvPr id="3" name="Rectangle 2">
              <a:extLst>
                <a:ext uri="{FF2B5EF4-FFF2-40B4-BE49-F238E27FC236}">
                  <a16:creationId xmlns:a16="http://schemas.microsoft.com/office/drawing/2014/main" id="{469F8816-E283-546C-BF31-BA22ABEE2919}"/>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4" name="Rectangle 3">
              <a:extLst>
                <a:ext uri="{FF2B5EF4-FFF2-40B4-BE49-F238E27FC236}">
                  <a16:creationId xmlns:a16="http://schemas.microsoft.com/office/drawing/2014/main" id="{411D3778-8DC0-B24F-0B57-7FD5A44BCE21}"/>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Oval 15">
              <a:extLst>
                <a:ext uri="{FF2B5EF4-FFF2-40B4-BE49-F238E27FC236}">
                  <a16:creationId xmlns:a16="http://schemas.microsoft.com/office/drawing/2014/main" id="{BDD21BAF-3286-590F-31D6-1B4E497489C9}"/>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 name="Straight Connector 5">
              <a:extLst>
                <a:ext uri="{FF2B5EF4-FFF2-40B4-BE49-F238E27FC236}">
                  <a16:creationId xmlns:a16="http://schemas.microsoft.com/office/drawing/2014/main" id="{28B08D3D-51CD-9D82-FB0A-F21BC7D8A857}"/>
                </a:ext>
              </a:extLst>
            </p:cNvPr>
            <p:cNvCxnSpPr>
              <a:cxnSpLocks/>
              <a:stCxn id="5"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 name="Straight Connector 15">
              <a:extLst>
                <a:ext uri="{FF2B5EF4-FFF2-40B4-BE49-F238E27FC236}">
                  <a16:creationId xmlns:a16="http://schemas.microsoft.com/office/drawing/2014/main" id="{072E11D7-997A-06E9-3847-8B5599C39E66}"/>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pic>
        <p:nvPicPr>
          <p:cNvPr id="18" name="Picture 17">
            <a:hlinkClick r:id="rId8" action="ppaction://hlinksldjump"/>
            <a:extLst>
              <a:ext uri="{FF2B5EF4-FFF2-40B4-BE49-F238E27FC236}">
                <a16:creationId xmlns:a16="http://schemas.microsoft.com/office/drawing/2014/main" id="{A1F5110B-4B35-1D3A-3A7D-2BCB48A12136}"/>
              </a:ext>
            </a:extLst>
          </p:cNvPr>
          <p:cNvPicPr>
            <a:picLocks noChangeAspect="1"/>
          </p:cNvPicPr>
          <p:nvPr/>
        </p:nvPicPr>
        <p:blipFill>
          <a:blip r:embed="rId9"/>
          <a:stretch>
            <a:fillRect/>
          </a:stretch>
        </p:blipFill>
        <p:spPr>
          <a:xfrm>
            <a:off x="0" y="0"/>
            <a:ext cx="211626" cy="6858000"/>
          </a:xfrm>
          <a:prstGeom prst="rect">
            <a:avLst/>
          </a:prstGeom>
        </p:spPr>
      </p:pic>
    </p:spTree>
    <p:extLst>
      <p:ext uri="{BB962C8B-B14F-4D97-AF65-F5344CB8AC3E}">
        <p14:creationId xmlns:p14="http://schemas.microsoft.com/office/powerpoint/2010/main" val="211782581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3BB53AFB-EF90-1D28-3FFF-18622AE0B4D0}"/>
              </a:ext>
            </a:extLst>
          </p:cNvPr>
          <p:cNvGrpSpPr/>
          <p:nvPr/>
        </p:nvGrpSpPr>
        <p:grpSpPr>
          <a:xfrm>
            <a:off x="9258526" y="908701"/>
            <a:ext cx="871904" cy="748695"/>
            <a:chOff x="10235764" y="1729816"/>
            <a:chExt cx="871904" cy="748695"/>
          </a:xfrm>
        </p:grpSpPr>
        <p:sp>
          <p:nvSpPr>
            <p:cNvPr id="9" name="Rectangle 8">
              <a:hlinkHover r:id="" action="ppaction://noaction" highlightClick="1"/>
              <a:extLst>
                <a:ext uri="{FF2B5EF4-FFF2-40B4-BE49-F238E27FC236}">
                  <a16:creationId xmlns:a16="http://schemas.microsoft.com/office/drawing/2014/main" id="{950CFE06-2249-9D2F-F091-992E46D6ED18}"/>
                </a:ext>
              </a:extLst>
            </p:cNvPr>
            <p:cNvSpPr/>
            <p:nvPr/>
          </p:nvSpPr>
          <p:spPr>
            <a:xfrm>
              <a:off x="10235764" y="1729816"/>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Data Explorer (Security Data Lake)</a:t>
              </a:r>
            </a:p>
          </p:txBody>
        </p:sp>
        <p:sp>
          <p:nvSpPr>
            <p:cNvPr id="10" name="Oval 9">
              <a:extLst>
                <a:ext uri="{FF2B5EF4-FFF2-40B4-BE49-F238E27FC236}">
                  <a16:creationId xmlns:a16="http://schemas.microsoft.com/office/drawing/2014/main" id="{0B459243-F626-AE85-213B-11C95E328A25}"/>
                </a:ext>
              </a:extLst>
            </p:cNvPr>
            <p:cNvSpPr/>
            <p:nvPr/>
          </p:nvSpPr>
          <p:spPr>
            <a:xfrm>
              <a:off x="10936912" y="1741018"/>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1" name="Isosceles Triangle 648">
              <a:extLst>
                <a:ext uri="{FF2B5EF4-FFF2-40B4-BE49-F238E27FC236}">
                  <a16:creationId xmlns:a16="http://schemas.microsoft.com/office/drawing/2014/main" id="{645541DC-1A72-808D-BF62-3725D3971EE9}"/>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3CB17D68-FA41-4929-AA37-6FDF53B7BEF2}"/>
              </a:ext>
            </a:extLst>
          </p:cNvPr>
          <p:cNvSpPr txBox="1"/>
          <p:nvPr/>
        </p:nvSpPr>
        <p:spPr>
          <a:xfrm>
            <a:off x="1358718" y="173237"/>
            <a:ext cx="97192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Shared Encryption</a:t>
            </a:r>
          </a:p>
        </p:txBody>
      </p:sp>
      <p:sp>
        <p:nvSpPr>
          <p:cNvPr id="89" name="Rectangle 88">
            <a:hlinkClick r:id="rId3" action="ppaction://hlinksldjump"/>
            <a:hlinkHover r:id="rId3" action="ppaction://hlinksldjump"/>
            <a:extLst>
              <a:ext uri="{FF2B5EF4-FFF2-40B4-BE49-F238E27FC236}">
                <a16:creationId xmlns:a16="http://schemas.microsoft.com/office/drawing/2014/main" id="{8FCF4302-81A2-462C-A49A-C8AB9ABD3F98}"/>
              </a:ext>
            </a:extLst>
          </p:cNvPr>
          <p:cNvSpPr/>
          <p:nvPr/>
        </p:nvSpPr>
        <p:spPr>
          <a:xfrm>
            <a:off x="291937" y="5830526"/>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Configuration, Management and Use</a:t>
            </a:r>
          </a:p>
        </p:txBody>
      </p:sp>
      <p:sp>
        <p:nvSpPr>
          <p:cNvPr id="94" name="Rectangle 93">
            <a:hlinkClick r:id="rId4" action="ppaction://hlinksldjump"/>
            <a:hlinkHover r:id="rId4" action="ppaction://hlinksldjump"/>
            <a:extLst>
              <a:ext uri="{FF2B5EF4-FFF2-40B4-BE49-F238E27FC236}">
                <a16:creationId xmlns:a16="http://schemas.microsoft.com/office/drawing/2014/main" id="{E383D120-0306-416D-81C5-C5D7338A40FF}"/>
              </a:ext>
            </a:extLst>
          </p:cNvPr>
          <p:cNvSpPr/>
          <p:nvPr/>
        </p:nvSpPr>
        <p:spPr>
          <a:xfrm>
            <a:off x="2678901" y="5830528"/>
            <a:ext cx="2294261" cy="838226"/>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Shared Encryption</a:t>
            </a:r>
          </a:p>
        </p:txBody>
      </p:sp>
      <p:sp>
        <p:nvSpPr>
          <p:cNvPr id="97" name="Rectangle 96">
            <a:hlinkClick r:id="rId5" action="ppaction://hlinksldjump"/>
            <a:hlinkHover r:id="rId5" action="ppaction://hlinksldjump"/>
            <a:extLst>
              <a:ext uri="{FF2B5EF4-FFF2-40B4-BE49-F238E27FC236}">
                <a16:creationId xmlns:a16="http://schemas.microsoft.com/office/drawing/2014/main" id="{AD62A246-9ED7-49BC-A193-6F533086CCF7}"/>
              </a:ext>
            </a:extLst>
          </p:cNvPr>
          <p:cNvSpPr/>
          <p:nvPr/>
        </p:nvSpPr>
        <p:spPr>
          <a:xfrm>
            <a:off x="5065865" y="5830527"/>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Shared Signals and Context</a:t>
            </a:r>
          </a:p>
        </p:txBody>
      </p:sp>
      <p:sp>
        <p:nvSpPr>
          <p:cNvPr id="98" name="Rectangle 97">
            <a:hlinkClick r:id="rId6" action="ppaction://hlinksldjump"/>
            <a:hlinkHover r:id="rId6" action="ppaction://hlinksldjump"/>
            <a:extLst>
              <a:ext uri="{FF2B5EF4-FFF2-40B4-BE49-F238E27FC236}">
                <a16:creationId xmlns:a16="http://schemas.microsoft.com/office/drawing/2014/main" id="{E9889DCD-4637-48D0-848A-ADDF7E008F28}"/>
              </a:ext>
            </a:extLst>
          </p:cNvPr>
          <p:cNvSpPr/>
          <p:nvPr/>
        </p:nvSpPr>
        <p:spPr>
          <a:xfrm>
            <a:off x="9839792" y="5827723"/>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All</a:t>
            </a:r>
          </a:p>
        </p:txBody>
      </p:sp>
      <p:sp>
        <p:nvSpPr>
          <p:cNvPr id="99" name="Rectangle 98">
            <a:hlinkClick r:id="rId7" action="ppaction://hlinksldjump"/>
            <a:hlinkHover r:id="rId7" action="ppaction://hlinksldjump"/>
            <a:extLst>
              <a:ext uri="{FF2B5EF4-FFF2-40B4-BE49-F238E27FC236}">
                <a16:creationId xmlns:a16="http://schemas.microsoft.com/office/drawing/2014/main" id="{1DE6A746-61B6-4111-80E5-E1C99AA11583}"/>
              </a:ext>
            </a:extLst>
          </p:cNvPr>
          <p:cNvSpPr/>
          <p:nvPr/>
        </p:nvSpPr>
        <p:spPr>
          <a:xfrm>
            <a:off x="7452829" y="5830526"/>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Information and Event Management + Security Orchestration And Response</a:t>
            </a:r>
          </a:p>
        </p:txBody>
      </p:sp>
      <p:grpSp>
        <p:nvGrpSpPr>
          <p:cNvPr id="18" name="Group 17">
            <a:extLst>
              <a:ext uri="{FF2B5EF4-FFF2-40B4-BE49-F238E27FC236}">
                <a16:creationId xmlns:a16="http://schemas.microsoft.com/office/drawing/2014/main" id="{D93A48A8-E405-2358-74E9-2FDE177B3600}"/>
              </a:ext>
            </a:extLst>
          </p:cNvPr>
          <p:cNvGrpSpPr/>
          <p:nvPr/>
        </p:nvGrpSpPr>
        <p:grpSpPr>
          <a:xfrm>
            <a:off x="4289254" y="4191922"/>
            <a:ext cx="871904" cy="748695"/>
            <a:chOff x="4289254" y="4191922"/>
            <a:chExt cx="871904" cy="748695"/>
          </a:xfrm>
        </p:grpSpPr>
        <p:sp>
          <p:nvSpPr>
            <p:cNvPr id="28" name="Rectangle 27">
              <a:extLst>
                <a:ext uri="{FF2B5EF4-FFF2-40B4-BE49-F238E27FC236}">
                  <a16:creationId xmlns:a16="http://schemas.microsoft.com/office/drawing/2014/main" id="{4F7A40F7-1A34-9409-C5DD-B939AE3AFD78}"/>
                </a:ext>
              </a:extLst>
            </p:cNvPr>
            <p:cNvSpPr/>
            <p:nvPr/>
          </p:nvSpPr>
          <p:spPr>
            <a:xfrm>
              <a:off x="428925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Surface Secure Boot</a:t>
              </a:r>
            </a:p>
          </p:txBody>
        </p:sp>
        <p:sp>
          <p:nvSpPr>
            <p:cNvPr id="29" name="Cylinder 28">
              <a:extLst>
                <a:ext uri="{FF2B5EF4-FFF2-40B4-BE49-F238E27FC236}">
                  <a16:creationId xmlns:a16="http://schemas.microsoft.com/office/drawing/2014/main" id="{EB882C02-5E0B-D13C-027B-A5CAD6B642C6}"/>
                </a:ext>
              </a:extLst>
            </p:cNvPr>
            <p:cNvSpPr/>
            <p:nvPr/>
          </p:nvSpPr>
          <p:spPr>
            <a:xfrm>
              <a:off x="5072324" y="4191922"/>
              <a:ext cx="88834" cy="133034"/>
            </a:xfrm>
            <a:prstGeom prst="can">
              <a:avLst/>
            </a:prstGeom>
            <a:solidFill>
              <a:srgbClr val="99330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0" name="Group 29">
            <a:extLst>
              <a:ext uri="{FF2B5EF4-FFF2-40B4-BE49-F238E27FC236}">
                <a16:creationId xmlns:a16="http://schemas.microsoft.com/office/drawing/2014/main" id="{D29ED47A-C3D5-13DF-FAB2-2C71B3BA8B11}"/>
              </a:ext>
            </a:extLst>
          </p:cNvPr>
          <p:cNvGrpSpPr/>
          <p:nvPr/>
        </p:nvGrpSpPr>
        <p:grpSpPr>
          <a:xfrm>
            <a:off x="3298169" y="4191922"/>
            <a:ext cx="871904" cy="748695"/>
            <a:chOff x="3298169" y="4191922"/>
            <a:chExt cx="871904" cy="748695"/>
          </a:xfrm>
        </p:grpSpPr>
        <p:sp>
          <p:nvSpPr>
            <p:cNvPr id="31" name="Rectangle 30">
              <a:extLst>
                <a:ext uri="{FF2B5EF4-FFF2-40B4-BE49-F238E27FC236}">
                  <a16:creationId xmlns:a16="http://schemas.microsoft.com/office/drawing/2014/main" id="{D3F35F8B-FA19-D9A6-1A7A-2E8E09BCC1C0}"/>
                </a:ext>
              </a:extLst>
            </p:cNvPr>
            <p:cNvSpPr/>
            <p:nvPr/>
          </p:nvSpPr>
          <p:spPr>
            <a:xfrm>
              <a:off x="3298169"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Pluton Security Processors</a:t>
              </a:r>
            </a:p>
          </p:txBody>
        </p:sp>
        <p:sp>
          <p:nvSpPr>
            <p:cNvPr id="34" name="Cylinder 33">
              <a:extLst>
                <a:ext uri="{FF2B5EF4-FFF2-40B4-BE49-F238E27FC236}">
                  <a16:creationId xmlns:a16="http://schemas.microsoft.com/office/drawing/2014/main" id="{449B8B89-86DB-40BD-6CF0-9E278BEC91DB}"/>
                </a:ext>
              </a:extLst>
            </p:cNvPr>
            <p:cNvSpPr/>
            <p:nvPr/>
          </p:nvSpPr>
          <p:spPr>
            <a:xfrm>
              <a:off x="4081239" y="4191922"/>
              <a:ext cx="88834" cy="133034"/>
            </a:xfrm>
            <a:prstGeom prst="can">
              <a:avLst/>
            </a:prstGeom>
            <a:solidFill>
              <a:srgbClr val="99330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7" name="Group 36">
            <a:extLst>
              <a:ext uri="{FF2B5EF4-FFF2-40B4-BE49-F238E27FC236}">
                <a16:creationId xmlns:a16="http://schemas.microsoft.com/office/drawing/2014/main" id="{8C8DCB3B-78FB-4FA6-2DFD-3117A153B64B}"/>
              </a:ext>
            </a:extLst>
          </p:cNvPr>
          <p:cNvGrpSpPr/>
          <p:nvPr/>
        </p:nvGrpSpPr>
        <p:grpSpPr>
          <a:xfrm>
            <a:off x="4289254" y="5012622"/>
            <a:ext cx="871904" cy="748695"/>
            <a:chOff x="4289254" y="5012622"/>
            <a:chExt cx="871904" cy="748695"/>
          </a:xfrm>
        </p:grpSpPr>
        <p:sp>
          <p:nvSpPr>
            <p:cNvPr id="41" name="Rectangle 40">
              <a:extLst>
                <a:ext uri="{FF2B5EF4-FFF2-40B4-BE49-F238E27FC236}">
                  <a16:creationId xmlns:a16="http://schemas.microsoft.com/office/drawing/2014/main" id="{F1E5A9DE-AC87-1CCA-496A-831E732804CA}"/>
                </a:ext>
              </a:extLst>
            </p:cNvPr>
            <p:cNvSpPr/>
            <p:nvPr/>
          </p:nvSpPr>
          <p:spPr>
            <a:xfrm>
              <a:off x="4289254"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Device Firmware Configuration Interface</a:t>
              </a:r>
            </a:p>
          </p:txBody>
        </p:sp>
        <p:sp>
          <p:nvSpPr>
            <p:cNvPr id="42" name="Cylinder 41">
              <a:extLst>
                <a:ext uri="{FF2B5EF4-FFF2-40B4-BE49-F238E27FC236}">
                  <a16:creationId xmlns:a16="http://schemas.microsoft.com/office/drawing/2014/main" id="{63DE87C2-4074-FA72-57FB-5682238821FD}"/>
                </a:ext>
              </a:extLst>
            </p:cNvPr>
            <p:cNvSpPr/>
            <p:nvPr/>
          </p:nvSpPr>
          <p:spPr>
            <a:xfrm>
              <a:off x="5072324" y="5012622"/>
              <a:ext cx="88834" cy="133034"/>
            </a:xfrm>
            <a:prstGeom prst="can">
              <a:avLst/>
            </a:prstGeom>
            <a:solidFill>
              <a:srgbClr val="99330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44" name="Group 43">
            <a:extLst>
              <a:ext uri="{FF2B5EF4-FFF2-40B4-BE49-F238E27FC236}">
                <a16:creationId xmlns:a16="http://schemas.microsoft.com/office/drawing/2014/main" id="{58E73AC1-93B0-BC6A-6154-24E857D4E735}"/>
              </a:ext>
            </a:extLst>
          </p:cNvPr>
          <p:cNvGrpSpPr/>
          <p:nvPr/>
        </p:nvGrpSpPr>
        <p:grpSpPr>
          <a:xfrm>
            <a:off x="3298169" y="5012622"/>
            <a:ext cx="871904" cy="748695"/>
            <a:chOff x="3298169" y="5012622"/>
            <a:chExt cx="871904" cy="748695"/>
          </a:xfrm>
        </p:grpSpPr>
        <p:sp>
          <p:nvSpPr>
            <p:cNvPr id="45" name="Rectangle 44">
              <a:extLst>
                <a:ext uri="{FF2B5EF4-FFF2-40B4-BE49-F238E27FC236}">
                  <a16:creationId xmlns:a16="http://schemas.microsoft.com/office/drawing/2014/main" id="{F86DB286-6EA0-00AD-16C4-D6272E1552F1}"/>
                </a:ext>
              </a:extLst>
            </p:cNvPr>
            <p:cNvSpPr/>
            <p:nvPr/>
          </p:nvSpPr>
          <p:spPr>
            <a:xfrm>
              <a:off x="3298169"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Surface Enterprise Management Mode</a:t>
              </a:r>
            </a:p>
          </p:txBody>
        </p:sp>
        <p:sp>
          <p:nvSpPr>
            <p:cNvPr id="46" name="Cylinder 45">
              <a:extLst>
                <a:ext uri="{FF2B5EF4-FFF2-40B4-BE49-F238E27FC236}">
                  <a16:creationId xmlns:a16="http://schemas.microsoft.com/office/drawing/2014/main" id="{C924FE0C-BE7F-FD8D-177F-C1C9FF39E233}"/>
                </a:ext>
              </a:extLst>
            </p:cNvPr>
            <p:cNvSpPr/>
            <p:nvPr/>
          </p:nvSpPr>
          <p:spPr>
            <a:xfrm>
              <a:off x="4081239" y="5012622"/>
              <a:ext cx="88834" cy="133034"/>
            </a:xfrm>
            <a:prstGeom prst="can">
              <a:avLst/>
            </a:prstGeom>
            <a:solidFill>
              <a:srgbClr val="99330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51" name="Group 50">
            <a:extLst>
              <a:ext uri="{FF2B5EF4-FFF2-40B4-BE49-F238E27FC236}">
                <a16:creationId xmlns:a16="http://schemas.microsoft.com/office/drawing/2014/main" id="{39667C2E-CB19-B855-4FBF-3804BC83DFCB}"/>
              </a:ext>
            </a:extLst>
          </p:cNvPr>
          <p:cNvGrpSpPr/>
          <p:nvPr/>
        </p:nvGrpSpPr>
        <p:grpSpPr>
          <a:xfrm>
            <a:off x="325745" y="88412"/>
            <a:ext cx="871904" cy="748695"/>
            <a:chOff x="325745" y="88412"/>
            <a:chExt cx="871904" cy="748695"/>
          </a:xfrm>
        </p:grpSpPr>
        <p:sp>
          <p:nvSpPr>
            <p:cNvPr id="53" name="Rectangle 52">
              <a:extLst>
                <a:ext uri="{FF2B5EF4-FFF2-40B4-BE49-F238E27FC236}">
                  <a16:creationId xmlns:a16="http://schemas.microsoft.com/office/drawing/2014/main" id="{5FE37847-CEE8-ECD2-9E91-089867CD279A}"/>
                </a:ext>
              </a:extLst>
            </p:cNvPr>
            <p:cNvSpPr/>
            <p:nvPr/>
          </p:nvSpPr>
          <p:spPr>
            <a:xfrm>
              <a:off x="325745" y="8841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Customer Lockbox</a:t>
              </a:r>
            </a:p>
          </p:txBody>
        </p:sp>
        <p:sp>
          <p:nvSpPr>
            <p:cNvPr id="57" name="Rectangle 56">
              <a:extLst>
                <a:ext uri="{FF2B5EF4-FFF2-40B4-BE49-F238E27FC236}">
                  <a16:creationId xmlns:a16="http://schemas.microsoft.com/office/drawing/2014/main" id="{C4C13A52-359A-486C-E593-A0B744D2C114}"/>
                </a:ext>
              </a:extLst>
            </p:cNvPr>
            <p:cNvSpPr/>
            <p:nvPr/>
          </p:nvSpPr>
          <p:spPr>
            <a:xfrm flipV="1">
              <a:off x="1076521" y="88412"/>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58" name="Oval 15">
              <a:extLst>
                <a:ext uri="{FF2B5EF4-FFF2-40B4-BE49-F238E27FC236}">
                  <a16:creationId xmlns:a16="http://schemas.microsoft.com/office/drawing/2014/main" id="{64320534-E9DA-85A1-6B07-1F2D73FFA957}"/>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67" name="Straight Connector 66">
              <a:extLst>
                <a:ext uri="{FF2B5EF4-FFF2-40B4-BE49-F238E27FC236}">
                  <a16:creationId xmlns:a16="http://schemas.microsoft.com/office/drawing/2014/main" id="{37DE2E1F-C92D-E0B0-39B1-3302405EEA3E}"/>
                </a:ext>
              </a:extLst>
            </p:cNvPr>
            <p:cNvCxnSpPr>
              <a:cxnSpLocks/>
              <a:stCxn id="58" idx="0"/>
            </p:cNvCxnSpPr>
            <p:nvPr/>
          </p:nvCxnSpPr>
          <p:spPr>
            <a:xfrm flipV="1">
              <a:off x="1116520" y="105005"/>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68" name="Straight Connector 67">
              <a:extLst>
                <a:ext uri="{FF2B5EF4-FFF2-40B4-BE49-F238E27FC236}">
                  <a16:creationId xmlns:a16="http://schemas.microsoft.com/office/drawing/2014/main" id="{96DDAB70-7FC6-AEF7-9EE4-011CEF53FFC2}"/>
                </a:ext>
              </a:extLst>
            </p:cNvPr>
            <p:cNvCxnSpPr>
              <a:cxnSpLocks/>
            </p:cNvCxnSpPr>
            <p:nvPr/>
          </p:nvCxnSpPr>
          <p:spPr>
            <a:xfrm>
              <a:off x="1123434" y="105005"/>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17C77BBB-D60E-0033-FA45-1A9DBF816396}"/>
              </a:ext>
            </a:extLst>
          </p:cNvPr>
          <p:cNvGrpSpPr/>
          <p:nvPr/>
        </p:nvGrpSpPr>
        <p:grpSpPr>
          <a:xfrm>
            <a:off x="1315999" y="88412"/>
            <a:ext cx="871904" cy="748695"/>
            <a:chOff x="1315999" y="88412"/>
            <a:chExt cx="871904" cy="748695"/>
          </a:xfrm>
        </p:grpSpPr>
        <p:sp>
          <p:nvSpPr>
            <p:cNvPr id="77" name="Rectangle 76">
              <a:extLst>
                <a:ext uri="{FF2B5EF4-FFF2-40B4-BE49-F238E27FC236}">
                  <a16:creationId xmlns:a16="http://schemas.microsoft.com/office/drawing/2014/main" id="{E1E19CA5-C2CA-48FB-5C4C-D3175ABB04D8}"/>
                </a:ext>
              </a:extLst>
            </p:cNvPr>
            <p:cNvSpPr/>
            <p:nvPr/>
          </p:nvSpPr>
          <p:spPr>
            <a:xfrm>
              <a:off x="1315999" y="8841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Customer Key</a:t>
              </a:r>
            </a:p>
          </p:txBody>
        </p:sp>
        <p:sp>
          <p:nvSpPr>
            <p:cNvPr id="78" name="Rectangle 77">
              <a:extLst>
                <a:ext uri="{FF2B5EF4-FFF2-40B4-BE49-F238E27FC236}">
                  <a16:creationId xmlns:a16="http://schemas.microsoft.com/office/drawing/2014/main" id="{B6BA3CBE-8915-31BC-CF42-F8F1120D4B12}"/>
                </a:ext>
              </a:extLst>
            </p:cNvPr>
            <p:cNvSpPr/>
            <p:nvPr/>
          </p:nvSpPr>
          <p:spPr>
            <a:xfrm flipV="1">
              <a:off x="2065513" y="91975"/>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79" name="Oval 15">
              <a:extLst>
                <a:ext uri="{FF2B5EF4-FFF2-40B4-BE49-F238E27FC236}">
                  <a16:creationId xmlns:a16="http://schemas.microsoft.com/office/drawing/2014/main" id="{E5D3A027-9F70-F14E-C845-E9B9B485DDDE}"/>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80" name="Straight Connector 79">
              <a:extLst>
                <a:ext uri="{FF2B5EF4-FFF2-40B4-BE49-F238E27FC236}">
                  <a16:creationId xmlns:a16="http://schemas.microsoft.com/office/drawing/2014/main" id="{55214143-CA02-AED7-2718-839458A80190}"/>
                </a:ext>
              </a:extLst>
            </p:cNvPr>
            <p:cNvCxnSpPr>
              <a:cxnSpLocks/>
              <a:stCxn id="79" idx="0"/>
            </p:cNvCxnSpPr>
            <p:nvPr/>
          </p:nvCxnSpPr>
          <p:spPr>
            <a:xfrm flipV="1">
              <a:off x="2105512" y="108568"/>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81" name="Straight Connector 80">
              <a:extLst>
                <a:ext uri="{FF2B5EF4-FFF2-40B4-BE49-F238E27FC236}">
                  <a16:creationId xmlns:a16="http://schemas.microsoft.com/office/drawing/2014/main" id="{00E39EC4-B032-4B24-5DCA-9C7095F9E7A0}"/>
                </a:ext>
              </a:extLst>
            </p:cNvPr>
            <p:cNvCxnSpPr>
              <a:cxnSpLocks/>
            </p:cNvCxnSpPr>
            <p:nvPr/>
          </p:nvCxnSpPr>
          <p:spPr>
            <a:xfrm>
              <a:off x="2112426" y="108568"/>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82" name="Group 81">
            <a:extLst>
              <a:ext uri="{FF2B5EF4-FFF2-40B4-BE49-F238E27FC236}">
                <a16:creationId xmlns:a16="http://schemas.microsoft.com/office/drawing/2014/main" id="{ACFD4DA6-1313-5647-E6D7-7887CE20BA4E}"/>
              </a:ext>
            </a:extLst>
          </p:cNvPr>
          <p:cNvGrpSpPr/>
          <p:nvPr/>
        </p:nvGrpSpPr>
        <p:grpSpPr>
          <a:xfrm>
            <a:off x="2307084" y="909114"/>
            <a:ext cx="871904" cy="748695"/>
            <a:chOff x="2307084" y="909114"/>
            <a:chExt cx="871904" cy="748695"/>
          </a:xfrm>
        </p:grpSpPr>
        <p:sp>
          <p:nvSpPr>
            <p:cNvPr id="83" name="Rectangle 82">
              <a:extLst>
                <a:ext uri="{FF2B5EF4-FFF2-40B4-BE49-F238E27FC236}">
                  <a16:creationId xmlns:a16="http://schemas.microsoft.com/office/drawing/2014/main" id="{70F093A3-44E1-F03C-F232-A925FAABCB45}"/>
                </a:ext>
              </a:extLst>
            </p:cNvPr>
            <p:cNvSpPr/>
            <p:nvPr/>
          </p:nvSpPr>
          <p:spPr>
            <a:xfrm>
              <a:off x="2307084" y="909114"/>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Defender for Office 365 (P1)</a:t>
              </a:r>
              <a:endPar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endParaRPr>
            </a:p>
          </p:txBody>
        </p:sp>
        <p:sp>
          <p:nvSpPr>
            <p:cNvPr id="84" name="Rectangle 83">
              <a:extLst>
                <a:ext uri="{FF2B5EF4-FFF2-40B4-BE49-F238E27FC236}">
                  <a16:creationId xmlns:a16="http://schemas.microsoft.com/office/drawing/2014/main" id="{28B5E349-5FCA-7C03-CEA1-C0BEAADEC999}"/>
                </a:ext>
              </a:extLst>
            </p:cNvPr>
            <p:cNvSpPr/>
            <p:nvPr/>
          </p:nvSpPr>
          <p:spPr>
            <a:xfrm flipV="1">
              <a:off x="3054190" y="916254"/>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85" name="Oval 15">
              <a:extLst>
                <a:ext uri="{FF2B5EF4-FFF2-40B4-BE49-F238E27FC236}">
                  <a16:creationId xmlns:a16="http://schemas.microsoft.com/office/drawing/2014/main" id="{1CD80DEC-04FD-225E-0172-5E2C83C9AA22}"/>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86" name="Straight Connector 85">
              <a:extLst>
                <a:ext uri="{FF2B5EF4-FFF2-40B4-BE49-F238E27FC236}">
                  <a16:creationId xmlns:a16="http://schemas.microsoft.com/office/drawing/2014/main" id="{A7A48D9B-F8C1-2A2A-4463-0179F0C9666B}"/>
                </a:ext>
              </a:extLst>
            </p:cNvPr>
            <p:cNvCxnSpPr>
              <a:cxnSpLocks/>
              <a:stCxn id="85" idx="0"/>
            </p:cNvCxnSpPr>
            <p:nvPr/>
          </p:nvCxnSpPr>
          <p:spPr>
            <a:xfrm flipV="1">
              <a:off x="3094189" y="932847"/>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87" name="Straight Connector 86">
              <a:extLst>
                <a:ext uri="{FF2B5EF4-FFF2-40B4-BE49-F238E27FC236}">
                  <a16:creationId xmlns:a16="http://schemas.microsoft.com/office/drawing/2014/main" id="{91C302DC-9E78-7CED-3AAE-C67678502821}"/>
                </a:ext>
              </a:extLst>
            </p:cNvPr>
            <p:cNvCxnSpPr>
              <a:cxnSpLocks/>
            </p:cNvCxnSpPr>
            <p:nvPr/>
          </p:nvCxnSpPr>
          <p:spPr>
            <a:xfrm>
              <a:off x="3101103" y="932847"/>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7BC2C17B-1835-8130-3390-C380178EE37D}"/>
              </a:ext>
            </a:extLst>
          </p:cNvPr>
          <p:cNvGrpSpPr/>
          <p:nvPr/>
        </p:nvGrpSpPr>
        <p:grpSpPr>
          <a:xfrm>
            <a:off x="4289254" y="909114"/>
            <a:ext cx="871904" cy="748695"/>
            <a:chOff x="4289254" y="909114"/>
            <a:chExt cx="871904" cy="748695"/>
          </a:xfrm>
        </p:grpSpPr>
        <p:sp>
          <p:nvSpPr>
            <p:cNvPr id="90" name="Rectangle 89">
              <a:extLst>
                <a:ext uri="{FF2B5EF4-FFF2-40B4-BE49-F238E27FC236}">
                  <a16:creationId xmlns:a16="http://schemas.microsoft.com/office/drawing/2014/main" id="{02AD3869-1004-EA18-9C6E-D9D62C958448}"/>
                </a:ext>
              </a:extLst>
            </p:cNvPr>
            <p:cNvSpPr/>
            <p:nvPr/>
          </p:nvSpPr>
          <p:spPr>
            <a:xfrm>
              <a:off x="4289254" y="909114"/>
              <a:ext cx="871904" cy="748695"/>
            </a:xfrm>
            <a:prstGeom prst="rect">
              <a:avLst/>
            </a:prstGeom>
            <a:solidFill>
              <a:srgbClr val="C6C6C6">
                <a:alpha val="15000"/>
              </a:srgbClr>
            </a:solidFill>
            <a:ln w="31750" cap="flat" cmpd="sng" algn="ctr">
              <a:solidFill>
                <a:schemeClr val="accent1">
                  <a:shade val="50000"/>
                  <a:alpha val="15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Insider Risk Management</a:t>
              </a:r>
            </a:p>
          </p:txBody>
        </p:sp>
        <p:sp>
          <p:nvSpPr>
            <p:cNvPr id="91" name="Rectangle 90">
              <a:extLst>
                <a:ext uri="{FF2B5EF4-FFF2-40B4-BE49-F238E27FC236}">
                  <a16:creationId xmlns:a16="http://schemas.microsoft.com/office/drawing/2014/main" id="{4EFDE576-0378-C10A-73A3-63B7BD2B8FA3}"/>
                </a:ext>
              </a:extLst>
            </p:cNvPr>
            <p:cNvSpPr/>
            <p:nvPr/>
          </p:nvSpPr>
          <p:spPr>
            <a:xfrm flipV="1">
              <a:off x="5036005" y="916254"/>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92" name="Oval 15">
              <a:extLst>
                <a:ext uri="{FF2B5EF4-FFF2-40B4-BE49-F238E27FC236}">
                  <a16:creationId xmlns:a16="http://schemas.microsoft.com/office/drawing/2014/main" id="{6F0BA4B0-2F54-62DB-7DE1-FCA10D02156C}"/>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93" name="Straight Connector 92">
              <a:extLst>
                <a:ext uri="{FF2B5EF4-FFF2-40B4-BE49-F238E27FC236}">
                  <a16:creationId xmlns:a16="http://schemas.microsoft.com/office/drawing/2014/main" id="{FC34764A-404E-5E2B-2F54-A0427E8E0EF2}"/>
                </a:ext>
              </a:extLst>
            </p:cNvPr>
            <p:cNvCxnSpPr>
              <a:cxnSpLocks/>
              <a:stCxn id="92" idx="0"/>
            </p:cNvCxnSpPr>
            <p:nvPr/>
          </p:nvCxnSpPr>
          <p:spPr>
            <a:xfrm flipV="1">
              <a:off x="5076004" y="932847"/>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95" name="Straight Connector 94">
              <a:extLst>
                <a:ext uri="{FF2B5EF4-FFF2-40B4-BE49-F238E27FC236}">
                  <a16:creationId xmlns:a16="http://schemas.microsoft.com/office/drawing/2014/main" id="{63B09B7E-2BD1-0347-B821-2505244BEFAA}"/>
                </a:ext>
              </a:extLst>
            </p:cNvPr>
            <p:cNvCxnSpPr>
              <a:cxnSpLocks/>
            </p:cNvCxnSpPr>
            <p:nvPr/>
          </p:nvCxnSpPr>
          <p:spPr>
            <a:xfrm>
              <a:off x="5082918" y="932847"/>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96" name="Group 95">
            <a:extLst>
              <a:ext uri="{FF2B5EF4-FFF2-40B4-BE49-F238E27FC236}">
                <a16:creationId xmlns:a16="http://schemas.microsoft.com/office/drawing/2014/main" id="{C908814D-B4FE-8A9B-10E9-726F5531851D}"/>
              </a:ext>
            </a:extLst>
          </p:cNvPr>
          <p:cNvGrpSpPr/>
          <p:nvPr/>
        </p:nvGrpSpPr>
        <p:grpSpPr>
          <a:xfrm>
            <a:off x="5280339" y="909114"/>
            <a:ext cx="871904" cy="748695"/>
            <a:chOff x="5280339" y="909114"/>
            <a:chExt cx="871904" cy="748695"/>
          </a:xfrm>
        </p:grpSpPr>
        <p:sp>
          <p:nvSpPr>
            <p:cNvPr id="100" name="Rectangle 99">
              <a:extLst>
                <a:ext uri="{FF2B5EF4-FFF2-40B4-BE49-F238E27FC236}">
                  <a16:creationId xmlns:a16="http://schemas.microsoft.com/office/drawing/2014/main" id="{18AAC42B-96D9-1488-080B-93B1A8ECB8F6}"/>
                </a:ext>
              </a:extLst>
            </p:cNvPr>
            <p:cNvSpPr/>
            <p:nvPr/>
          </p:nvSpPr>
          <p:spPr>
            <a:xfrm>
              <a:off x="5280339" y="909114"/>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Comms Compliance</a:t>
              </a:r>
            </a:p>
          </p:txBody>
        </p:sp>
        <p:sp>
          <p:nvSpPr>
            <p:cNvPr id="102" name="Rectangle 101">
              <a:extLst>
                <a:ext uri="{FF2B5EF4-FFF2-40B4-BE49-F238E27FC236}">
                  <a16:creationId xmlns:a16="http://schemas.microsoft.com/office/drawing/2014/main" id="{BFF690D7-3649-6F4A-0E7B-DBC5D91E6F53}"/>
                </a:ext>
              </a:extLst>
            </p:cNvPr>
            <p:cNvSpPr/>
            <p:nvPr/>
          </p:nvSpPr>
          <p:spPr>
            <a:xfrm flipV="1">
              <a:off x="6024997" y="919817"/>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07" name="Oval 15">
              <a:extLst>
                <a:ext uri="{FF2B5EF4-FFF2-40B4-BE49-F238E27FC236}">
                  <a16:creationId xmlns:a16="http://schemas.microsoft.com/office/drawing/2014/main" id="{ADD3A96F-66D9-B311-2552-5329FDE77EE0}"/>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08" name="Straight Connector 107">
              <a:extLst>
                <a:ext uri="{FF2B5EF4-FFF2-40B4-BE49-F238E27FC236}">
                  <a16:creationId xmlns:a16="http://schemas.microsoft.com/office/drawing/2014/main" id="{F9118729-0A72-267A-F025-3542E2738126}"/>
                </a:ext>
              </a:extLst>
            </p:cNvPr>
            <p:cNvCxnSpPr>
              <a:cxnSpLocks/>
              <a:stCxn id="107" idx="0"/>
            </p:cNvCxnSpPr>
            <p:nvPr/>
          </p:nvCxnSpPr>
          <p:spPr>
            <a:xfrm flipV="1">
              <a:off x="6064996" y="936410"/>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09" name="Straight Connector 108">
              <a:extLst>
                <a:ext uri="{FF2B5EF4-FFF2-40B4-BE49-F238E27FC236}">
                  <a16:creationId xmlns:a16="http://schemas.microsoft.com/office/drawing/2014/main" id="{5CB3BEA3-EFB1-BEFA-733C-4E68879E5CA2}"/>
                </a:ext>
              </a:extLst>
            </p:cNvPr>
            <p:cNvCxnSpPr>
              <a:cxnSpLocks/>
            </p:cNvCxnSpPr>
            <p:nvPr/>
          </p:nvCxnSpPr>
          <p:spPr>
            <a:xfrm>
              <a:off x="6071910" y="936410"/>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10" name="Group 109">
            <a:extLst>
              <a:ext uri="{FF2B5EF4-FFF2-40B4-BE49-F238E27FC236}">
                <a16:creationId xmlns:a16="http://schemas.microsoft.com/office/drawing/2014/main" id="{3EC41429-23BC-85C8-B175-D4BF63312C26}"/>
              </a:ext>
            </a:extLst>
          </p:cNvPr>
          <p:cNvGrpSpPr/>
          <p:nvPr/>
        </p:nvGrpSpPr>
        <p:grpSpPr>
          <a:xfrm>
            <a:off x="7262509" y="909114"/>
            <a:ext cx="880368" cy="748695"/>
            <a:chOff x="7262509" y="909114"/>
            <a:chExt cx="880368" cy="748695"/>
          </a:xfrm>
        </p:grpSpPr>
        <p:sp>
          <p:nvSpPr>
            <p:cNvPr id="111" name="Rectangle 110">
              <a:extLst>
                <a:ext uri="{FF2B5EF4-FFF2-40B4-BE49-F238E27FC236}">
                  <a16:creationId xmlns:a16="http://schemas.microsoft.com/office/drawing/2014/main" id="{53B111B1-6C61-A68D-8196-E1A598E8DE6C}"/>
                </a:ext>
              </a:extLst>
            </p:cNvPr>
            <p:cNvSpPr/>
            <p:nvPr/>
          </p:nvSpPr>
          <p:spPr>
            <a:xfrm>
              <a:off x="7262509" y="909114"/>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Privileged Access Management</a:t>
              </a:r>
            </a:p>
          </p:txBody>
        </p:sp>
        <p:sp>
          <p:nvSpPr>
            <p:cNvPr id="112" name="Rectangle 111">
              <a:extLst>
                <a:ext uri="{FF2B5EF4-FFF2-40B4-BE49-F238E27FC236}">
                  <a16:creationId xmlns:a16="http://schemas.microsoft.com/office/drawing/2014/main" id="{99052522-BF16-B339-F8F5-EF1BD3E0182C}"/>
                </a:ext>
              </a:extLst>
            </p:cNvPr>
            <p:cNvSpPr/>
            <p:nvPr/>
          </p:nvSpPr>
          <p:spPr>
            <a:xfrm flipV="1">
              <a:off x="8021749" y="919817"/>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13" name="Oval 15">
              <a:extLst>
                <a:ext uri="{FF2B5EF4-FFF2-40B4-BE49-F238E27FC236}">
                  <a16:creationId xmlns:a16="http://schemas.microsoft.com/office/drawing/2014/main" id="{654A41B8-7772-2AFE-BB51-44B20895F405}"/>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14" name="Straight Connector 113">
              <a:extLst>
                <a:ext uri="{FF2B5EF4-FFF2-40B4-BE49-F238E27FC236}">
                  <a16:creationId xmlns:a16="http://schemas.microsoft.com/office/drawing/2014/main" id="{93C67953-50B1-A189-0E15-583043A20E64}"/>
                </a:ext>
              </a:extLst>
            </p:cNvPr>
            <p:cNvCxnSpPr>
              <a:cxnSpLocks/>
              <a:stCxn id="113" idx="0"/>
            </p:cNvCxnSpPr>
            <p:nvPr/>
          </p:nvCxnSpPr>
          <p:spPr>
            <a:xfrm flipV="1">
              <a:off x="8061748" y="936410"/>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15" name="Straight Connector 114">
              <a:extLst>
                <a:ext uri="{FF2B5EF4-FFF2-40B4-BE49-F238E27FC236}">
                  <a16:creationId xmlns:a16="http://schemas.microsoft.com/office/drawing/2014/main" id="{7C942856-C07F-5BFB-8047-E551022954BD}"/>
                </a:ext>
              </a:extLst>
            </p:cNvPr>
            <p:cNvCxnSpPr>
              <a:cxnSpLocks/>
            </p:cNvCxnSpPr>
            <p:nvPr/>
          </p:nvCxnSpPr>
          <p:spPr>
            <a:xfrm>
              <a:off x="8068662" y="936410"/>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16" name="Group 115">
            <a:extLst>
              <a:ext uri="{FF2B5EF4-FFF2-40B4-BE49-F238E27FC236}">
                <a16:creationId xmlns:a16="http://schemas.microsoft.com/office/drawing/2014/main" id="{15E06584-432B-695E-02AF-4D7B3C49378C}"/>
              </a:ext>
            </a:extLst>
          </p:cNvPr>
          <p:cNvGrpSpPr/>
          <p:nvPr/>
        </p:nvGrpSpPr>
        <p:grpSpPr>
          <a:xfrm>
            <a:off x="6271424" y="1729816"/>
            <a:ext cx="871904" cy="748695"/>
            <a:chOff x="6271424" y="1729816"/>
            <a:chExt cx="871904" cy="748695"/>
          </a:xfrm>
        </p:grpSpPr>
        <p:sp>
          <p:nvSpPr>
            <p:cNvPr id="117" name="Rectangle 116">
              <a:extLst>
                <a:ext uri="{FF2B5EF4-FFF2-40B4-BE49-F238E27FC236}">
                  <a16:creationId xmlns:a16="http://schemas.microsoft.com/office/drawing/2014/main" id="{C26B5402-4778-6CF1-E666-988278185B02}"/>
                </a:ext>
              </a:extLst>
            </p:cNvPr>
            <p:cNvSpPr/>
            <p:nvPr/>
          </p:nvSpPr>
          <p:spPr>
            <a:xfrm>
              <a:off x="6271424" y="1729816"/>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Audit (Premium)</a:t>
              </a:r>
            </a:p>
          </p:txBody>
        </p:sp>
        <p:sp>
          <p:nvSpPr>
            <p:cNvPr id="118" name="Rectangle 117">
              <a:extLst>
                <a:ext uri="{FF2B5EF4-FFF2-40B4-BE49-F238E27FC236}">
                  <a16:creationId xmlns:a16="http://schemas.microsoft.com/office/drawing/2014/main" id="{1EF003C3-F5F4-A423-14AF-DFB8BF8A27F1}"/>
                </a:ext>
              </a:extLst>
            </p:cNvPr>
            <p:cNvSpPr/>
            <p:nvPr/>
          </p:nvSpPr>
          <p:spPr>
            <a:xfrm flipV="1">
              <a:off x="7010822" y="1729951"/>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19" name="Oval 15">
              <a:extLst>
                <a:ext uri="{FF2B5EF4-FFF2-40B4-BE49-F238E27FC236}">
                  <a16:creationId xmlns:a16="http://schemas.microsoft.com/office/drawing/2014/main" id="{8AAC532C-4961-9935-3A86-0D24689C381F}"/>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20" name="Straight Connector 119">
              <a:extLst>
                <a:ext uri="{FF2B5EF4-FFF2-40B4-BE49-F238E27FC236}">
                  <a16:creationId xmlns:a16="http://schemas.microsoft.com/office/drawing/2014/main" id="{4B7CCF14-3528-20F7-FF28-32E0CE69E233}"/>
                </a:ext>
              </a:extLst>
            </p:cNvPr>
            <p:cNvCxnSpPr>
              <a:cxnSpLocks/>
              <a:stCxn id="119" idx="0"/>
            </p:cNvCxnSpPr>
            <p:nvPr/>
          </p:nvCxnSpPr>
          <p:spPr>
            <a:xfrm flipV="1">
              <a:off x="7050821" y="1746544"/>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21" name="Straight Connector 120">
              <a:extLst>
                <a:ext uri="{FF2B5EF4-FFF2-40B4-BE49-F238E27FC236}">
                  <a16:creationId xmlns:a16="http://schemas.microsoft.com/office/drawing/2014/main" id="{D2FB5C78-D8D4-3F8F-FAD4-7E3C8F333F41}"/>
                </a:ext>
              </a:extLst>
            </p:cNvPr>
            <p:cNvCxnSpPr>
              <a:cxnSpLocks/>
            </p:cNvCxnSpPr>
            <p:nvPr/>
          </p:nvCxnSpPr>
          <p:spPr>
            <a:xfrm>
              <a:off x="7057735" y="1746544"/>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22" name="Group 121">
            <a:extLst>
              <a:ext uri="{FF2B5EF4-FFF2-40B4-BE49-F238E27FC236}">
                <a16:creationId xmlns:a16="http://schemas.microsoft.com/office/drawing/2014/main" id="{4D69EAD8-7FA3-2CF3-DD8F-A5890C226110}"/>
              </a:ext>
            </a:extLst>
          </p:cNvPr>
          <p:cNvGrpSpPr/>
          <p:nvPr/>
        </p:nvGrpSpPr>
        <p:grpSpPr>
          <a:xfrm>
            <a:off x="8253594" y="1729816"/>
            <a:ext cx="871904" cy="748695"/>
            <a:chOff x="8253594" y="1729816"/>
            <a:chExt cx="871904" cy="748695"/>
          </a:xfrm>
        </p:grpSpPr>
        <p:sp>
          <p:nvSpPr>
            <p:cNvPr id="123" name="Rectangle 122">
              <a:extLst>
                <a:ext uri="{FF2B5EF4-FFF2-40B4-BE49-F238E27FC236}">
                  <a16:creationId xmlns:a16="http://schemas.microsoft.com/office/drawing/2014/main" id="{9AA92E16-209E-CEAF-2CE1-BFAA5F1C6586}"/>
                </a:ext>
              </a:extLst>
            </p:cNvPr>
            <p:cNvSpPr/>
            <p:nvPr/>
          </p:nvSpPr>
          <p:spPr>
            <a:xfrm>
              <a:off x="8253594" y="1729816"/>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Records Management</a:t>
              </a:r>
            </a:p>
          </p:txBody>
        </p:sp>
        <p:sp>
          <p:nvSpPr>
            <p:cNvPr id="124" name="Rectangle 123">
              <a:extLst>
                <a:ext uri="{FF2B5EF4-FFF2-40B4-BE49-F238E27FC236}">
                  <a16:creationId xmlns:a16="http://schemas.microsoft.com/office/drawing/2014/main" id="{C86158DA-2663-6E34-9D16-E8716C3AE1BB}"/>
                </a:ext>
              </a:extLst>
            </p:cNvPr>
            <p:cNvSpPr/>
            <p:nvPr/>
          </p:nvSpPr>
          <p:spPr>
            <a:xfrm flipV="1">
              <a:off x="8998048" y="1729951"/>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25" name="Oval 15">
              <a:extLst>
                <a:ext uri="{FF2B5EF4-FFF2-40B4-BE49-F238E27FC236}">
                  <a16:creationId xmlns:a16="http://schemas.microsoft.com/office/drawing/2014/main" id="{65BF5311-7974-53E4-9D0C-DB345315F2DB}"/>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26" name="Straight Connector 125">
              <a:extLst>
                <a:ext uri="{FF2B5EF4-FFF2-40B4-BE49-F238E27FC236}">
                  <a16:creationId xmlns:a16="http://schemas.microsoft.com/office/drawing/2014/main" id="{2D33F07D-24CF-2CD2-A35B-E861569FF001}"/>
                </a:ext>
              </a:extLst>
            </p:cNvPr>
            <p:cNvCxnSpPr>
              <a:cxnSpLocks/>
              <a:stCxn id="125" idx="0"/>
            </p:cNvCxnSpPr>
            <p:nvPr/>
          </p:nvCxnSpPr>
          <p:spPr>
            <a:xfrm flipV="1">
              <a:off x="9038047" y="1746544"/>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27" name="Straight Connector 126">
              <a:extLst>
                <a:ext uri="{FF2B5EF4-FFF2-40B4-BE49-F238E27FC236}">
                  <a16:creationId xmlns:a16="http://schemas.microsoft.com/office/drawing/2014/main" id="{F1D8DF6B-2E5A-14DD-3374-FCBE25547B3C}"/>
                </a:ext>
              </a:extLst>
            </p:cNvPr>
            <p:cNvCxnSpPr>
              <a:cxnSpLocks/>
            </p:cNvCxnSpPr>
            <p:nvPr/>
          </p:nvCxnSpPr>
          <p:spPr>
            <a:xfrm>
              <a:off x="9044961" y="1746544"/>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28" name="Group 127">
            <a:extLst>
              <a:ext uri="{FF2B5EF4-FFF2-40B4-BE49-F238E27FC236}">
                <a16:creationId xmlns:a16="http://schemas.microsoft.com/office/drawing/2014/main" id="{1776C21E-EC83-3341-13A5-684D2261332B}"/>
              </a:ext>
            </a:extLst>
          </p:cNvPr>
          <p:cNvGrpSpPr/>
          <p:nvPr/>
        </p:nvGrpSpPr>
        <p:grpSpPr>
          <a:xfrm>
            <a:off x="7262509" y="3370808"/>
            <a:ext cx="871904" cy="748695"/>
            <a:chOff x="7262509" y="3370808"/>
            <a:chExt cx="871904" cy="748695"/>
          </a:xfrm>
        </p:grpSpPr>
        <p:sp>
          <p:nvSpPr>
            <p:cNvPr id="129" name="Rectangle 128">
              <a:extLst>
                <a:ext uri="{FF2B5EF4-FFF2-40B4-BE49-F238E27FC236}">
                  <a16:creationId xmlns:a16="http://schemas.microsoft.com/office/drawing/2014/main" id="{9F837462-E7F2-10F1-B7D4-82E8DCC23E02}"/>
                </a:ext>
              </a:extLst>
            </p:cNvPr>
            <p:cNvSpPr/>
            <p:nvPr/>
          </p:nvSpPr>
          <p:spPr>
            <a:xfrm>
              <a:off x="7262509" y="3370808"/>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Privileged Identity Management</a:t>
              </a:r>
            </a:p>
          </p:txBody>
        </p:sp>
        <p:sp>
          <p:nvSpPr>
            <p:cNvPr id="131" name="Rectangle 130">
              <a:extLst>
                <a:ext uri="{FF2B5EF4-FFF2-40B4-BE49-F238E27FC236}">
                  <a16:creationId xmlns:a16="http://schemas.microsoft.com/office/drawing/2014/main" id="{122D488D-B50D-B147-5596-82263929C2AF}"/>
                </a:ext>
              </a:extLst>
            </p:cNvPr>
            <p:cNvSpPr/>
            <p:nvPr/>
          </p:nvSpPr>
          <p:spPr>
            <a:xfrm flipV="1">
              <a:off x="7999814" y="3378276"/>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32" name="Oval 15">
              <a:extLst>
                <a:ext uri="{FF2B5EF4-FFF2-40B4-BE49-F238E27FC236}">
                  <a16:creationId xmlns:a16="http://schemas.microsoft.com/office/drawing/2014/main" id="{D5522E82-3CC3-CCB2-DC77-7DFDE6D06DA6}"/>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33" name="Straight Connector 132">
              <a:extLst>
                <a:ext uri="{FF2B5EF4-FFF2-40B4-BE49-F238E27FC236}">
                  <a16:creationId xmlns:a16="http://schemas.microsoft.com/office/drawing/2014/main" id="{D29CFE03-475F-933C-006A-8C3804DA6F99}"/>
                </a:ext>
              </a:extLst>
            </p:cNvPr>
            <p:cNvCxnSpPr>
              <a:cxnSpLocks/>
              <a:stCxn id="132" idx="0"/>
            </p:cNvCxnSpPr>
            <p:nvPr/>
          </p:nvCxnSpPr>
          <p:spPr>
            <a:xfrm flipV="1">
              <a:off x="8039813" y="3394869"/>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34" name="Straight Connector 133">
              <a:extLst>
                <a:ext uri="{FF2B5EF4-FFF2-40B4-BE49-F238E27FC236}">
                  <a16:creationId xmlns:a16="http://schemas.microsoft.com/office/drawing/2014/main" id="{81B19413-54BE-EDCB-933A-89763A2C716B}"/>
                </a:ext>
              </a:extLst>
            </p:cNvPr>
            <p:cNvCxnSpPr>
              <a:cxnSpLocks/>
            </p:cNvCxnSpPr>
            <p:nvPr/>
          </p:nvCxnSpPr>
          <p:spPr>
            <a:xfrm>
              <a:off x="8046727" y="3394869"/>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35" name="Group 134">
            <a:extLst>
              <a:ext uri="{FF2B5EF4-FFF2-40B4-BE49-F238E27FC236}">
                <a16:creationId xmlns:a16="http://schemas.microsoft.com/office/drawing/2014/main" id="{AC807989-F60E-EEF3-C582-2033F11155E6}"/>
              </a:ext>
            </a:extLst>
          </p:cNvPr>
          <p:cNvGrpSpPr/>
          <p:nvPr/>
        </p:nvGrpSpPr>
        <p:grpSpPr>
          <a:xfrm>
            <a:off x="8253594" y="3370808"/>
            <a:ext cx="871904" cy="748695"/>
            <a:chOff x="8253594" y="3370808"/>
            <a:chExt cx="871904" cy="748695"/>
          </a:xfrm>
        </p:grpSpPr>
        <p:sp>
          <p:nvSpPr>
            <p:cNvPr id="136" name="Rectangle 135">
              <a:hlinkHover r:id="" action="ppaction://noaction" highlightClick="1"/>
              <a:extLst>
                <a:ext uri="{FF2B5EF4-FFF2-40B4-BE49-F238E27FC236}">
                  <a16:creationId xmlns:a16="http://schemas.microsoft.com/office/drawing/2014/main" id="{ABC3839D-3D39-FB5F-3896-8BD096561B31}"/>
                </a:ext>
              </a:extLst>
            </p:cNvPr>
            <p:cNvSpPr/>
            <p:nvPr/>
          </p:nvSpPr>
          <p:spPr>
            <a:xfrm>
              <a:off x="8253594" y="3370808"/>
              <a:ext cx="871904" cy="748695"/>
            </a:xfrm>
            <a:prstGeom prst="rect">
              <a:avLst/>
            </a:prstGeom>
            <a:solidFill>
              <a:srgbClr val="C6C6C6">
                <a:alpha val="15000"/>
              </a:srgbClr>
            </a:solidFill>
            <a:ln w="31750" cap="flat" cmpd="sng" algn="ctr">
              <a:solidFill>
                <a:schemeClr val="accent1">
                  <a:shade val="50000"/>
                  <a:alpha val="15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Entra Identity Governance</a:t>
              </a:r>
            </a:p>
          </p:txBody>
        </p:sp>
        <p:sp>
          <p:nvSpPr>
            <p:cNvPr id="137" name="Rectangle 136">
              <a:extLst>
                <a:ext uri="{FF2B5EF4-FFF2-40B4-BE49-F238E27FC236}">
                  <a16:creationId xmlns:a16="http://schemas.microsoft.com/office/drawing/2014/main" id="{55E4F708-CC81-BCB5-701A-D8956B6C8B09}"/>
                </a:ext>
              </a:extLst>
            </p:cNvPr>
            <p:cNvSpPr/>
            <p:nvPr/>
          </p:nvSpPr>
          <p:spPr>
            <a:xfrm flipV="1">
              <a:off x="8998048" y="3374713"/>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38" name="Oval 15">
              <a:extLst>
                <a:ext uri="{FF2B5EF4-FFF2-40B4-BE49-F238E27FC236}">
                  <a16:creationId xmlns:a16="http://schemas.microsoft.com/office/drawing/2014/main" id="{D86BD9A7-8A95-E9D7-AE97-E1E746656569}"/>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39" name="Straight Connector 138">
              <a:extLst>
                <a:ext uri="{FF2B5EF4-FFF2-40B4-BE49-F238E27FC236}">
                  <a16:creationId xmlns:a16="http://schemas.microsoft.com/office/drawing/2014/main" id="{49382DE7-F6B7-457D-BD21-118736864B84}"/>
                </a:ext>
              </a:extLst>
            </p:cNvPr>
            <p:cNvCxnSpPr>
              <a:cxnSpLocks/>
              <a:stCxn id="138" idx="0"/>
            </p:cNvCxnSpPr>
            <p:nvPr/>
          </p:nvCxnSpPr>
          <p:spPr>
            <a:xfrm flipV="1">
              <a:off x="9038047" y="3391306"/>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40" name="Straight Connector 139">
              <a:extLst>
                <a:ext uri="{FF2B5EF4-FFF2-40B4-BE49-F238E27FC236}">
                  <a16:creationId xmlns:a16="http://schemas.microsoft.com/office/drawing/2014/main" id="{81B8DA65-FB9E-9E19-450D-FC56619EDC0C}"/>
                </a:ext>
              </a:extLst>
            </p:cNvPr>
            <p:cNvCxnSpPr>
              <a:cxnSpLocks/>
            </p:cNvCxnSpPr>
            <p:nvPr/>
          </p:nvCxnSpPr>
          <p:spPr>
            <a:xfrm>
              <a:off x="9044961" y="3391306"/>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41" name="Group 140">
            <a:extLst>
              <a:ext uri="{FF2B5EF4-FFF2-40B4-BE49-F238E27FC236}">
                <a16:creationId xmlns:a16="http://schemas.microsoft.com/office/drawing/2014/main" id="{1E00A29E-56AA-CA2B-D113-269BF8A9863A}"/>
              </a:ext>
            </a:extLst>
          </p:cNvPr>
          <p:cNvGrpSpPr/>
          <p:nvPr/>
        </p:nvGrpSpPr>
        <p:grpSpPr>
          <a:xfrm>
            <a:off x="11226844" y="2550518"/>
            <a:ext cx="871904" cy="748695"/>
            <a:chOff x="11226844" y="2550518"/>
            <a:chExt cx="871904" cy="748695"/>
          </a:xfrm>
        </p:grpSpPr>
        <p:sp>
          <p:nvSpPr>
            <p:cNvPr id="142" name="Rectangle 141">
              <a:hlinkHover r:id="" action="ppaction://noaction" highlightClick="1"/>
              <a:extLst>
                <a:ext uri="{FF2B5EF4-FFF2-40B4-BE49-F238E27FC236}">
                  <a16:creationId xmlns:a16="http://schemas.microsoft.com/office/drawing/2014/main" id="{DEDAB3FF-0470-4CB0-D197-D5D7D22EECE2}"/>
                </a:ext>
              </a:extLst>
            </p:cNvPr>
            <p:cNvSpPr/>
            <p:nvPr/>
          </p:nvSpPr>
          <p:spPr>
            <a:xfrm>
              <a:off x="11226844" y="2550518"/>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Defender for Endpoints P2 P2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(Servers licensed separately)</a:t>
              </a:r>
              <a:endPar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endParaRPr>
            </a:p>
          </p:txBody>
        </p:sp>
        <p:sp>
          <p:nvSpPr>
            <p:cNvPr id="143" name="Rectangle 142">
              <a:extLst>
                <a:ext uri="{FF2B5EF4-FFF2-40B4-BE49-F238E27FC236}">
                  <a16:creationId xmlns:a16="http://schemas.microsoft.com/office/drawing/2014/main" id="{549E660E-1B16-5F15-D8B0-B3AEBC4DC4CC}"/>
                </a:ext>
              </a:extLst>
            </p:cNvPr>
            <p:cNvSpPr/>
            <p:nvPr/>
          </p:nvSpPr>
          <p:spPr>
            <a:xfrm flipV="1">
              <a:off x="11977620" y="2558137"/>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44" name="Oval 15">
              <a:extLst>
                <a:ext uri="{FF2B5EF4-FFF2-40B4-BE49-F238E27FC236}">
                  <a16:creationId xmlns:a16="http://schemas.microsoft.com/office/drawing/2014/main" id="{5D296369-51CE-B256-DF3A-2A2C55AA868E}"/>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45" name="Straight Connector 144">
              <a:extLst>
                <a:ext uri="{FF2B5EF4-FFF2-40B4-BE49-F238E27FC236}">
                  <a16:creationId xmlns:a16="http://schemas.microsoft.com/office/drawing/2014/main" id="{33E31879-2E6F-0CA2-B3DD-D32AEB74D702}"/>
                </a:ext>
              </a:extLst>
            </p:cNvPr>
            <p:cNvCxnSpPr>
              <a:cxnSpLocks/>
              <a:stCxn id="144" idx="0"/>
            </p:cNvCxnSpPr>
            <p:nvPr/>
          </p:nvCxnSpPr>
          <p:spPr>
            <a:xfrm flipV="1">
              <a:off x="12017619" y="2574730"/>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46" name="Straight Connector 145">
              <a:extLst>
                <a:ext uri="{FF2B5EF4-FFF2-40B4-BE49-F238E27FC236}">
                  <a16:creationId xmlns:a16="http://schemas.microsoft.com/office/drawing/2014/main" id="{9FAFE34D-C6B0-A04A-E425-E5A5F6A72F0C}"/>
                </a:ext>
              </a:extLst>
            </p:cNvPr>
            <p:cNvCxnSpPr>
              <a:cxnSpLocks/>
            </p:cNvCxnSpPr>
            <p:nvPr/>
          </p:nvCxnSpPr>
          <p:spPr>
            <a:xfrm>
              <a:off x="12024533" y="2574730"/>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59D1BBB4-8CD2-EE91-F36D-B834D90F4C30}"/>
              </a:ext>
            </a:extLst>
          </p:cNvPr>
          <p:cNvGrpSpPr/>
          <p:nvPr/>
        </p:nvGrpSpPr>
        <p:grpSpPr>
          <a:xfrm>
            <a:off x="11226844" y="3371220"/>
            <a:ext cx="871904" cy="748695"/>
            <a:chOff x="11226844" y="3371220"/>
            <a:chExt cx="871904" cy="748695"/>
          </a:xfrm>
        </p:grpSpPr>
        <p:sp>
          <p:nvSpPr>
            <p:cNvPr id="148" name="Rectangle 147">
              <a:extLst>
                <a:ext uri="{FF2B5EF4-FFF2-40B4-BE49-F238E27FC236}">
                  <a16:creationId xmlns:a16="http://schemas.microsoft.com/office/drawing/2014/main" id="{EE1E0FEE-D133-2C1B-E486-2081DAA57E9A}"/>
                </a:ext>
              </a:extLst>
            </p:cNvPr>
            <p:cNvSpPr/>
            <p:nvPr/>
          </p:nvSpPr>
          <p:spPr>
            <a:xfrm>
              <a:off x="11226844" y="3371220"/>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Defender for Identity</a:t>
              </a:r>
            </a:p>
          </p:txBody>
        </p:sp>
        <p:sp>
          <p:nvSpPr>
            <p:cNvPr id="149" name="Rectangle 148">
              <a:extLst>
                <a:ext uri="{FF2B5EF4-FFF2-40B4-BE49-F238E27FC236}">
                  <a16:creationId xmlns:a16="http://schemas.microsoft.com/office/drawing/2014/main" id="{BA862E4B-5196-4875-C0BD-50D0588131F7}"/>
                </a:ext>
              </a:extLst>
            </p:cNvPr>
            <p:cNvSpPr/>
            <p:nvPr/>
          </p:nvSpPr>
          <p:spPr>
            <a:xfrm flipV="1">
              <a:off x="11965211" y="3383739"/>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50" name="Oval 15">
              <a:extLst>
                <a:ext uri="{FF2B5EF4-FFF2-40B4-BE49-F238E27FC236}">
                  <a16:creationId xmlns:a16="http://schemas.microsoft.com/office/drawing/2014/main" id="{0FD0D0EC-3164-5A4E-A572-08E8D2B00077}"/>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51" name="Straight Connector 150">
              <a:extLst>
                <a:ext uri="{FF2B5EF4-FFF2-40B4-BE49-F238E27FC236}">
                  <a16:creationId xmlns:a16="http://schemas.microsoft.com/office/drawing/2014/main" id="{B0FB5AE7-38E6-748B-5846-BA16709B9337}"/>
                </a:ext>
              </a:extLst>
            </p:cNvPr>
            <p:cNvCxnSpPr>
              <a:cxnSpLocks/>
              <a:stCxn id="150" idx="0"/>
            </p:cNvCxnSpPr>
            <p:nvPr/>
          </p:nvCxnSpPr>
          <p:spPr>
            <a:xfrm flipV="1">
              <a:off x="12005210" y="3400332"/>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52" name="Straight Connector 151">
              <a:extLst>
                <a:ext uri="{FF2B5EF4-FFF2-40B4-BE49-F238E27FC236}">
                  <a16:creationId xmlns:a16="http://schemas.microsoft.com/office/drawing/2014/main" id="{C75818B3-5284-6F3B-3A63-5FE0D69547AD}"/>
                </a:ext>
              </a:extLst>
            </p:cNvPr>
            <p:cNvCxnSpPr>
              <a:cxnSpLocks/>
            </p:cNvCxnSpPr>
            <p:nvPr/>
          </p:nvCxnSpPr>
          <p:spPr>
            <a:xfrm>
              <a:off x="12012124" y="3400332"/>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53" name="Group 152">
            <a:extLst>
              <a:ext uri="{FF2B5EF4-FFF2-40B4-BE49-F238E27FC236}">
                <a16:creationId xmlns:a16="http://schemas.microsoft.com/office/drawing/2014/main" id="{8BC1FB51-8319-1631-1D6E-3759556739D8}"/>
              </a:ext>
            </a:extLst>
          </p:cNvPr>
          <p:cNvGrpSpPr/>
          <p:nvPr/>
        </p:nvGrpSpPr>
        <p:grpSpPr>
          <a:xfrm>
            <a:off x="324914" y="909114"/>
            <a:ext cx="871904" cy="748695"/>
            <a:chOff x="324914" y="909114"/>
            <a:chExt cx="871904" cy="748695"/>
          </a:xfrm>
        </p:grpSpPr>
        <p:sp>
          <p:nvSpPr>
            <p:cNvPr id="154" name="Rectangle 153">
              <a:extLst>
                <a:ext uri="{FF2B5EF4-FFF2-40B4-BE49-F238E27FC236}">
                  <a16:creationId xmlns:a16="http://schemas.microsoft.com/office/drawing/2014/main" id="{3212AD37-3BE9-01BB-4CDE-FFA10E840E1C}"/>
                </a:ext>
              </a:extLst>
            </p:cNvPr>
            <p:cNvSpPr/>
            <p:nvPr/>
          </p:nvSpPr>
          <p:spPr>
            <a:xfrm>
              <a:off x="324914" y="909114"/>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Exchange Online Protection</a:t>
              </a:r>
            </a:p>
          </p:txBody>
        </p:sp>
        <p:sp>
          <p:nvSpPr>
            <p:cNvPr id="155" name="Right Triangle 154">
              <a:extLst>
                <a:ext uri="{FF2B5EF4-FFF2-40B4-BE49-F238E27FC236}">
                  <a16:creationId xmlns:a16="http://schemas.microsoft.com/office/drawing/2014/main" id="{3EA987ED-F8C9-E484-81F0-150DE4AE3FB6}"/>
                </a:ext>
              </a:extLst>
            </p:cNvPr>
            <p:cNvSpPr/>
            <p:nvPr/>
          </p:nvSpPr>
          <p:spPr>
            <a:xfrm rot="10800000">
              <a:off x="1053755" y="911495"/>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56" name="Oval 27">
              <a:extLst>
                <a:ext uri="{FF2B5EF4-FFF2-40B4-BE49-F238E27FC236}">
                  <a16:creationId xmlns:a16="http://schemas.microsoft.com/office/drawing/2014/main" id="{2518FBA4-EFDE-C937-26AE-14BE7E6A6416}"/>
                </a:ext>
              </a:extLst>
            </p:cNvPr>
            <p:cNvSpPr/>
            <p:nvPr/>
          </p:nvSpPr>
          <p:spPr>
            <a:xfrm>
              <a:off x="1136944" y="918978"/>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57" name="Oval 28">
              <a:extLst>
                <a:ext uri="{FF2B5EF4-FFF2-40B4-BE49-F238E27FC236}">
                  <a16:creationId xmlns:a16="http://schemas.microsoft.com/office/drawing/2014/main" id="{8CBAB7CF-350F-F1D5-5700-F07998899F0B}"/>
                </a:ext>
              </a:extLst>
            </p:cNvPr>
            <p:cNvSpPr/>
            <p:nvPr/>
          </p:nvSpPr>
          <p:spPr>
            <a:xfrm>
              <a:off x="1134082" y="952692"/>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158" name="Group 157">
            <a:extLst>
              <a:ext uri="{FF2B5EF4-FFF2-40B4-BE49-F238E27FC236}">
                <a16:creationId xmlns:a16="http://schemas.microsoft.com/office/drawing/2014/main" id="{808909D0-55D2-D145-3BA8-8E3C31C77007}"/>
              </a:ext>
            </a:extLst>
          </p:cNvPr>
          <p:cNvGrpSpPr/>
          <p:nvPr/>
        </p:nvGrpSpPr>
        <p:grpSpPr>
          <a:xfrm>
            <a:off x="324914" y="3371220"/>
            <a:ext cx="872735" cy="748695"/>
            <a:chOff x="324914" y="3371220"/>
            <a:chExt cx="872735" cy="748695"/>
          </a:xfrm>
        </p:grpSpPr>
        <p:sp>
          <p:nvSpPr>
            <p:cNvPr id="159" name="Rectangle 158">
              <a:extLst>
                <a:ext uri="{FF2B5EF4-FFF2-40B4-BE49-F238E27FC236}">
                  <a16:creationId xmlns:a16="http://schemas.microsoft.com/office/drawing/2014/main" id="{4875ECFF-42E7-B08E-602A-7D9262D33E22}"/>
                </a:ext>
              </a:extLst>
            </p:cNvPr>
            <p:cNvSpPr/>
            <p:nvPr/>
          </p:nvSpPr>
          <p:spPr>
            <a:xfrm>
              <a:off x="324914" y="3371220"/>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Windows Hello</a:t>
              </a:r>
            </a:p>
          </p:txBody>
        </p:sp>
        <p:sp>
          <p:nvSpPr>
            <p:cNvPr id="160" name="Right Triangle 159">
              <a:extLst>
                <a:ext uri="{FF2B5EF4-FFF2-40B4-BE49-F238E27FC236}">
                  <a16:creationId xmlns:a16="http://schemas.microsoft.com/office/drawing/2014/main" id="{BF8AF1E2-9C2F-1FBB-C15F-E60385D46BE2}"/>
                </a:ext>
              </a:extLst>
            </p:cNvPr>
            <p:cNvSpPr/>
            <p:nvPr/>
          </p:nvSpPr>
          <p:spPr>
            <a:xfrm rot="10800000">
              <a:off x="1056136" y="3373189"/>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61" name="Oval 27">
              <a:extLst>
                <a:ext uri="{FF2B5EF4-FFF2-40B4-BE49-F238E27FC236}">
                  <a16:creationId xmlns:a16="http://schemas.microsoft.com/office/drawing/2014/main" id="{8CF889AE-75A5-2EDD-F407-A77A3927647A}"/>
                </a:ext>
              </a:extLst>
            </p:cNvPr>
            <p:cNvSpPr/>
            <p:nvPr/>
          </p:nvSpPr>
          <p:spPr>
            <a:xfrm>
              <a:off x="1139325" y="3380672"/>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62" name="Oval 28">
              <a:extLst>
                <a:ext uri="{FF2B5EF4-FFF2-40B4-BE49-F238E27FC236}">
                  <a16:creationId xmlns:a16="http://schemas.microsoft.com/office/drawing/2014/main" id="{561ECEA2-4039-E15F-716D-CCD83EA0C997}"/>
                </a:ext>
              </a:extLst>
            </p:cNvPr>
            <p:cNvSpPr/>
            <p:nvPr/>
          </p:nvSpPr>
          <p:spPr>
            <a:xfrm>
              <a:off x="1136463" y="3414386"/>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163" name="Group 162">
            <a:extLst>
              <a:ext uri="{FF2B5EF4-FFF2-40B4-BE49-F238E27FC236}">
                <a16:creationId xmlns:a16="http://schemas.microsoft.com/office/drawing/2014/main" id="{B4EE6F5B-D89F-AF72-154E-7AADE45602CC}"/>
              </a:ext>
            </a:extLst>
          </p:cNvPr>
          <p:cNvGrpSpPr/>
          <p:nvPr/>
        </p:nvGrpSpPr>
        <p:grpSpPr>
          <a:xfrm>
            <a:off x="1315999" y="3370808"/>
            <a:ext cx="871904" cy="748695"/>
            <a:chOff x="1315999" y="3370808"/>
            <a:chExt cx="871904" cy="748695"/>
          </a:xfrm>
        </p:grpSpPr>
        <p:sp>
          <p:nvSpPr>
            <p:cNvPr id="164" name="Rectangle 163">
              <a:extLst>
                <a:ext uri="{FF2B5EF4-FFF2-40B4-BE49-F238E27FC236}">
                  <a16:creationId xmlns:a16="http://schemas.microsoft.com/office/drawing/2014/main" id="{A7383224-BA6E-121E-66B1-65836AEC233E}"/>
                </a:ext>
              </a:extLst>
            </p:cNvPr>
            <p:cNvSpPr/>
            <p:nvPr/>
          </p:nvSpPr>
          <p:spPr>
            <a:xfrm>
              <a:off x="1315999" y="337080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Entra Verified ID</a:t>
              </a:r>
            </a:p>
          </p:txBody>
        </p:sp>
        <p:sp>
          <p:nvSpPr>
            <p:cNvPr id="165" name="Right Triangle 164">
              <a:extLst>
                <a:ext uri="{FF2B5EF4-FFF2-40B4-BE49-F238E27FC236}">
                  <a16:creationId xmlns:a16="http://schemas.microsoft.com/office/drawing/2014/main" id="{0D5F6B12-81D4-1528-A735-C7F4C0381AF1}"/>
                </a:ext>
              </a:extLst>
            </p:cNvPr>
            <p:cNvSpPr/>
            <p:nvPr/>
          </p:nvSpPr>
          <p:spPr>
            <a:xfrm rot="10800000">
              <a:off x="2046390" y="3373189"/>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66" name="Oval 27">
              <a:extLst>
                <a:ext uri="{FF2B5EF4-FFF2-40B4-BE49-F238E27FC236}">
                  <a16:creationId xmlns:a16="http://schemas.microsoft.com/office/drawing/2014/main" id="{4464ACD0-847C-9389-7CF7-FDFADFADF431}"/>
                </a:ext>
              </a:extLst>
            </p:cNvPr>
            <p:cNvSpPr/>
            <p:nvPr/>
          </p:nvSpPr>
          <p:spPr>
            <a:xfrm>
              <a:off x="2129579" y="3380672"/>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67" name="Oval 28">
              <a:extLst>
                <a:ext uri="{FF2B5EF4-FFF2-40B4-BE49-F238E27FC236}">
                  <a16:creationId xmlns:a16="http://schemas.microsoft.com/office/drawing/2014/main" id="{C9A8E154-1E33-B0FB-D2FC-97CC8CB07F43}"/>
                </a:ext>
              </a:extLst>
            </p:cNvPr>
            <p:cNvSpPr/>
            <p:nvPr/>
          </p:nvSpPr>
          <p:spPr>
            <a:xfrm>
              <a:off x="2126717" y="3414386"/>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168" name="Group 167">
            <a:extLst>
              <a:ext uri="{FF2B5EF4-FFF2-40B4-BE49-F238E27FC236}">
                <a16:creationId xmlns:a16="http://schemas.microsoft.com/office/drawing/2014/main" id="{5115E96B-40EE-942F-0ABC-D20579BA8F9C}"/>
              </a:ext>
            </a:extLst>
          </p:cNvPr>
          <p:cNvGrpSpPr/>
          <p:nvPr/>
        </p:nvGrpSpPr>
        <p:grpSpPr>
          <a:xfrm>
            <a:off x="324914" y="4191096"/>
            <a:ext cx="872735" cy="749521"/>
            <a:chOff x="324914" y="4191096"/>
            <a:chExt cx="872735" cy="749521"/>
          </a:xfrm>
        </p:grpSpPr>
        <p:sp>
          <p:nvSpPr>
            <p:cNvPr id="169" name="Rectangle 168">
              <a:extLst>
                <a:ext uri="{FF2B5EF4-FFF2-40B4-BE49-F238E27FC236}">
                  <a16:creationId xmlns:a16="http://schemas.microsoft.com/office/drawing/2014/main" id="{49ACA2C9-D31B-ED31-531C-53B48542ADBE}"/>
                </a:ext>
              </a:extLst>
            </p:cNvPr>
            <p:cNvSpPr/>
            <p:nvPr/>
          </p:nvSpPr>
          <p:spPr>
            <a:xfrm>
              <a:off x="324914" y="4191922"/>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Passwordless Auth. (inc. FIDO 2.0)</a:t>
              </a:r>
            </a:p>
          </p:txBody>
        </p:sp>
        <p:sp>
          <p:nvSpPr>
            <p:cNvPr id="170" name="Right Triangle 169">
              <a:extLst>
                <a:ext uri="{FF2B5EF4-FFF2-40B4-BE49-F238E27FC236}">
                  <a16:creationId xmlns:a16="http://schemas.microsoft.com/office/drawing/2014/main" id="{62C7C5C3-E52B-AE9E-271D-89A12C47EEB2}"/>
                </a:ext>
              </a:extLst>
            </p:cNvPr>
            <p:cNvSpPr/>
            <p:nvPr/>
          </p:nvSpPr>
          <p:spPr>
            <a:xfrm rot="10800000">
              <a:off x="1056136" y="4191096"/>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71" name="Oval 27">
              <a:extLst>
                <a:ext uri="{FF2B5EF4-FFF2-40B4-BE49-F238E27FC236}">
                  <a16:creationId xmlns:a16="http://schemas.microsoft.com/office/drawing/2014/main" id="{455F3733-B232-9080-910B-5855733EE0E5}"/>
                </a:ext>
              </a:extLst>
            </p:cNvPr>
            <p:cNvSpPr/>
            <p:nvPr/>
          </p:nvSpPr>
          <p:spPr>
            <a:xfrm>
              <a:off x="1139325" y="4198579"/>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72" name="Oval 28">
              <a:extLst>
                <a:ext uri="{FF2B5EF4-FFF2-40B4-BE49-F238E27FC236}">
                  <a16:creationId xmlns:a16="http://schemas.microsoft.com/office/drawing/2014/main" id="{B7FED2E5-E18D-F447-5BD0-8834295157A7}"/>
                </a:ext>
              </a:extLst>
            </p:cNvPr>
            <p:cNvSpPr/>
            <p:nvPr/>
          </p:nvSpPr>
          <p:spPr>
            <a:xfrm>
              <a:off x="1136463" y="4232293"/>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173" name="Group 172">
            <a:extLst>
              <a:ext uri="{FF2B5EF4-FFF2-40B4-BE49-F238E27FC236}">
                <a16:creationId xmlns:a16="http://schemas.microsoft.com/office/drawing/2014/main" id="{A53A89E5-5BE2-575B-C5F6-97E9EA870AC3}"/>
              </a:ext>
            </a:extLst>
          </p:cNvPr>
          <p:cNvGrpSpPr/>
          <p:nvPr/>
        </p:nvGrpSpPr>
        <p:grpSpPr>
          <a:xfrm>
            <a:off x="1315999" y="4191096"/>
            <a:ext cx="871904" cy="749521"/>
            <a:chOff x="1315999" y="4191096"/>
            <a:chExt cx="871904" cy="749521"/>
          </a:xfrm>
        </p:grpSpPr>
        <p:sp>
          <p:nvSpPr>
            <p:cNvPr id="174" name="Rectangle 173">
              <a:extLst>
                <a:ext uri="{FF2B5EF4-FFF2-40B4-BE49-F238E27FC236}">
                  <a16:creationId xmlns:a16="http://schemas.microsoft.com/office/drawing/2014/main" id="{6EB45B1D-A522-38ED-B516-50127451DAC0}"/>
                </a:ext>
              </a:extLst>
            </p:cNvPr>
            <p:cNvSpPr/>
            <p:nvPr/>
          </p:nvSpPr>
          <p:spPr>
            <a:xfrm>
              <a:off x="1315999" y="4191922"/>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AD SaaS SSO (Federation)</a:t>
              </a:r>
            </a:p>
          </p:txBody>
        </p:sp>
        <p:sp>
          <p:nvSpPr>
            <p:cNvPr id="175" name="Right Triangle 174">
              <a:extLst>
                <a:ext uri="{FF2B5EF4-FFF2-40B4-BE49-F238E27FC236}">
                  <a16:creationId xmlns:a16="http://schemas.microsoft.com/office/drawing/2014/main" id="{5709E978-3C97-5130-5477-60055726329C}"/>
                </a:ext>
              </a:extLst>
            </p:cNvPr>
            <p:cNvSpPr/>
            <p:nvPr/>
          </p:nvSpPr>
          <p:spPr>
            <a:xfrm rot="10800000">
              <a:off x="2046390" y="4191096"/>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76" name="Oval 27">
              <a:extLst>
                <a:ext uri="{FF2B5EF4-FFF2-40B4-BE49-F238E27FC236}">
                  <a16:creationId xmlns:a16="http://schemas.microsoft.com/office/drawing/2014/main" id="{8019EA98-1D8E-1CA0-81D6-2B8261557F77}"/>
                </a:ext>
              </a:extLst>
            </p:cNvPr>
            <p:cNvSpPr/>
            <p:nvPr/>
          </p:nvSpPr>
          <p:spPr>
            <a:xfrm>
              <a:off x="2129579" y="4198579"/>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77" name="Oval 28">
              <a:extLst>
                <a:ext uri="{FF2B5EF4-FFF2-40B4-BE49-F238E27FC236}">
                  <a16:creationId xmlns:a16="http://schemas.microsoft.com/office/drawing/2014/main" id="{63AF2AD7-0B12-7003-1A5D-547C88D00517}"/>
                </a:ext>
              </a:extLst>
            </p:cNvPr>
            <p:cNvSpPr/>
            <p:nvPr/>
          </p:nvSpPr>
          <p:spPr>
            <a:xfrm>
              <a:off x="2126717" y="4232293"/>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178" name="Group 177">
            <a:extLst>
              <a:ext uri="{FF2B5EF4-FFF2-40B4-BE49-F238E27FC236}">
                <a16:creationId xmlns:a16="http://schemas.microsoft.com/office/drawing/2014/main" id="{8C7CAAFB-39D2-8A44-BB5B-8E523F40F2F1}"/>
              </a:ext>
            </a:extLst>
          </p:cNvPr>
          <p:cNvGrpSpPr/>
          <p:nvPr/>
        </p:nvGrpSpPr>
        <p:grpSpPr>
          <a:xfrm>
            <a:off x="1315999" y="2560818"/>
            <a:ext cx="871904" cy="748695"/>
            <a:chOff x="1315999" y="2560818"/>
            <a:chExt cx="871904" cy="748695"/>
          </a:xfrm>
        </p:grpSpPr>
        <p:sp>
          <p:nvSpPr>
            <p:cNvPr id="179" name="Rectangle 178">
              <a:extLst>
                <a:ext uri="{FF2B5EF4-FFF2-40B4-BE49-F238E27FC236}">
                  <a16:creationId xmlns:a16="http://schemas.microsoft.com/office/drawing/2014/main" id="{C5A5F2B9-A9C8-2261-1D5B-5A3E591197E2}"/>
                </a:ext>
              </a:extLst>
            </p:cNvPr>
            <p:cNvSpPr/>
            <p:nvPr/>
          </p:nvSpPr>
          <p:spPr>
            <a:xfrm>
              <a:off x="1315999"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Credential Guard</a:t>
              </a:r>
            </a:p>
          </p:txBody>
        </p:sp>
        <p:sp>
          <p:nvSpPr>
            <p:cNvPr id="180" name="Right Triangle 179">
              <a:extLst>
                <a:ext uri="{FF2B5EF4-FFF2-40B4-BE49-F238E27FC236}">
                  <a16:creationId xmlns:a16="http://schemas.microsoft.com/office/drawing/2014/main" id="{DAACD249-C488-3E2F-2A6B-D0E4C1C88C31}"/>
                </a:ext>
              </a:extLst>
            </p:cNvPr>
            <p:cNvSpPr/>
            <p:nvPr/>
          </p:nvSpPr>
          <p:spPr>
            <a:xfrm rot="10800000">
              <a:off x="2046390" y="2568549"/>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81" name="Oval 27">
              <a:extLst>
                <a:ext uri="{FF2B5EF4-FFF2-40B4-BE49-F238E27FC236}">
                  <a16:creationId xmlns:a16="http://schemas.microsoft.com/office/drawing/2014/main" id="{31958209-BEDE-6B80-73A0-7A3CAC83A2B4}"/>
                </a:ext>
              </a:extLst>
            </p:cNvPr>
            <p:cNvSpPr/>
            <p:nvPr/>
          </p:nvSpPr>
          <p:spPr>
            <a:xfrm>
              <a:off x="2129579" y="2576032"/>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82" name="Oval 28">
              <a:extLst>
                <a:ext uri="{FF2B5EF4-FFF2-40B4-BE49-F238E27FC236}">
                  <a16:creationId xmlns:a16="http://schemas.microsoft.com/office/drawing/2014/main" id="{A800A37D-3215-B4BB-8DAD-5EE1F807DEAB}"/>
                </a:ext>
              </a:extLst>
            </p:cNvPr>
            <p:cNvSpPr/>
            <p:nvPr/>
          </p:nvSpPr>
          <p:spPr>
            <a:xfrm>
              <a:off x="2126717" y="2609746"/>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183" name="Group 182">
            <a:extLst>
              <a:ext uri="{FF2B5EF4-FFF2-40B4-BE49-F238E27FC236}">
                <a16:creationId xmlns:a16="http://schemas.microsoft.com/office/drawing/2014/main" id="{AD849837-50AD-38BC-D3E0-D45AF18E4EB0}"/>
              </a:ext>
            </a:extLst>
          </p:cNvPr>
          <p:cNvGrpSpPr/>
          <p:nvPr/>
        </p:nvGrpSpPr>
        <p:grpSpPr>
          <a:xfrm>
            <a:off x="2307084" y="2560818"/>
            <a:ext cx="871904" cy="748695"/>
            <a:chOff x="2307084" y="2560818"/>
            <a:chExt cx="871904" cy="748695"/>
          </a:xfrm>
        </p:grpSpPr>
        <p:sp>
          <p:nvSpPr>
            <p:cNvPr id="184" name="Rectangle 183">
              <a:extLst>
                <a:ext uri="{FF2B5EF4-FFF2-40B4-BE49-F238E27FC236}">
                  <a16:creationId xmlns:a16="http://schemas.microsoft.com/office/drawing/2014/main" id="{D957F11A-8FC7-5F21-2DE7-8C27A48D2E17}"/>
                </a:ext>
              </a:extLst>
            </p:cNvPr>
            <p:cNvSpPr/>
            <p:nvPr/>
          </p:nvSpPr>
          <p:spPr>
            <a:xfrm>
              <a:off x="2307084"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Firewall</a:t>
              </a:r>
            </a:p>
          </p:txBody>
        </p:sp>
        <p:sp>
          <p:nvSpPr>
            <p:cNvPr id="185" name="Right Triangle 184">
              <a:extLst>
                <a:ext uri="{FF2B5EF4-FFF2-40B4-BE49-F238E27FC236}">
                  <a16:creationId xmlns:a16="http://schemas.microsoft.com/office/drawing/2014/main" id="{439EFE25-718F-C5EB-350A-F3B8738B7F2E}"/>
                </a:ext>
              </a:extLst>
            </p:cNvPr>
            <p:cNvSpPr/>
            <p:nvPr/>
          </p:nvSpPr>
          <p:spPr>
            <a:xfrm rot="10800000">
              <a:off x="3031994" y="2568377"/>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186" name="Group 185">
              <a:extLst>
                <a:ext uri="{FF2B5EF4-FFF2-40B4-BE49-F238E27FC236}">
                  <a16:creationId xmlns:a16="http://schemas.microsoft.com/office/drawing/2014/main" id="{787C5BA0-6D24-2513-3E41-57A816096407}"/>
                </a:ext>
              </a:extLst>
            </p:cNvPr>
            <p:cNvGrpSpPr/>
            <p:nvPr/>
          </p:nvGrpSpPr>
          <p:grpSpPr>
            <a:xfrm>
              <a:off x="3112321" y="2575860"/>
              <a:ext cx="45719" cy="75385"/>
              <a:chOff x="3883481" y="2057400"/>
              <a:chExt cx="1608363" cy="2652031"/>
            </a:xfrm>
            <a:solidFill>
              <a:srgbClr val="A6A6A6">
                <a:alpha val="15000"/>
              </a:srgbClr>
            </a:solidFill>
          </p:grpSpPr>
          <p:sp>
            <p:nvSpPr>
              <p:cNvPr id="187" name="Oval 27">
                <a:extLst>
                  <a:ext uri="{FF2B5EF4-FFF2-40B4-BE49-F238E27FC236}">
                    <a16:creationId xmlns:a16="http://schemas.microsoft.com/office/drawing/2014/main" id="{DFAB6CE6-338F-8EA6-A051-A40D1607BD5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88" name="Oval 28">
                <a:extLst>
                  <a:ext uri="{FF2B5EF4-FFF2-40B4-BE49-F238E27FC236}">
                    <a16:creationId xmlns:a16="http://schemas.microsoft.com/office/drawing/2014/main" id="{37F7C810-1568-E3FC-7D1B-07DD492DB50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189" name="Group 188">
            <a:extLst>
              <a:ext uri="{FF2B5EF4-FFF2-40B4-BE49-F238E27FC236}">
                <a16:creationId xmlns:a16="http://schemas.microsoft.com/office/drawing/2014/main" id="{80EC3185-9125-58E2-E9B9-051DD982E7AC}"/>
              </a:ext>
            </a:extLst>
          </p:cNvPr>
          <p:cNvGrpSpPr/>
          <p:nvPr/>
        </p:nvGrpSpPr>
        <p:grpSpPr>
          <a:xfrm>
            <a:off x="3294263" y="2560818"/>
            <a:ext cx="871904" cy="748695"/>
            <a:chOff x="3294263" y="2560818"/>
            <a:chExt cx="871904" cy="748695"/>
          </a:xfrm>
        </p:grpSpPr>
        <p:sp>
          <p:nvSpPr>
            <p:cNvPr id="190" name="Rectangle 189">
              <a:hlinkHover r:id="" action="ppaction://noaction" highlightClick="1"/>
              <a:extLst>
                <a:ext uri="{FF2B5EF4-FFF2-40B4-BE49-F238E27FC236}">
                  <a16:creationId xmlns:a16="http://schemas.microsoft.com/office/drawing/2014/main" id="{409B74EE-C641-E5AE-859C-FF135DFD7442}"/>
                </a:ext>
              </a:extLst>
            </p:cNvPr>
            <p:cNvSpPr/>
            <p:nvPr/>
          </p:nvSpPr>
          <p:spPr>
            <a:xfrm>
              <a:off x="3294263"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Application Guard</a:t>
              </a:r>
            </a:p>
          </p:txBody>
        </p:sp>
        <p:sp>
          <p:nvSpPr>
            <p:cNvPr id="191" name="Right Triangle 190">
              <a:extLst>
                <a:ext uri="{FF2B5EF4-FFF2-40B4-BE49-F238E27FC236}">
                  <a16:creationId xmlns:a16="http://schemas.microsoft.com/office/drawing/2014/main" id="{A11AFD53-06A9-9565-DDEF-AFEEB9CD63ED}"/>
                </a:ext>
              </a:extLst>
            </p:cNvPr>
            <p:cNvSpPr/>
            <p:nvPr/>
          </p:nvSpPr>
          <p:spPr>
            <a:xfrm rot="10800000">
              <a:off x="4017485" y="2568377"/>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192" name="Group 191">
              <a:extLst>
                <a:ext uri="{FF2B5EF4-FFF2-40B4-BE49-F238E27FC236}">
                  <a16:creationId xmlns:a16="http://schemas.microsoft.com/office/drawing/2014/main" id="{D06596E0-FAA8-53DB-4E88-C8E29038E694}"/>
                </a:ext>
              </a:extLst>
            </p:cNvPr>
            <p:cNvGrpSpPr/>
            <p:nvPr/>
          </p:nvGrpSpPr>
          <p:grpSpPr>
            <a:xfrm>
              <a:off x="4097812" y="2575860"/>
              <a:ext cx="45719" cy="75385"/>
              <a:chOff x="3883481" y="2057400"/>
              <a:chExt cx="1608363" cy="2652031"/>
            </a:xfrm>
            <a:solidFill>
              <a:srgbClr val="A6A6A6">
                <a:alpha val="15000"/>
              </a:srgbClr>
            </a:solidFill>
          </p:grpSpPr>
          <p:sp>
            <p:nvSpPr>
              <p:cNvPr id="193" name="Oval 27">
                <a:extLst>
                  <a:ext uri="{FF2B5EF4-FFF2-40B4-BE49-F238E27FC236}">
                    <a16:creationId xmlns:a16="http://schemas.microsoft.com/office/drawing/2014/main" id="{836AA26C-79BA-A60F-1FE3-D80147B7374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94" name="Oval 28">
                <a:extLst>
                  <a:ext uri="{FF2B5EF4-FFF2-40B4-BE49-F238E27FC236}">
                    <a16:creationId xmlns:a16="http://schemas.microsoft.com/office/drawing/2014/main" id="{9CF5478A-E51F-5BD2-D69E-895FF11DBA7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195" name="Group 194">
            <a:extLst>
              <a:ext uri="{FF2B5EF4-FFF2-40B4-BE49-F238E27FC236}">
                <a16:creationId xmlns:a16="http://schemas.microsoft.com/office/drawing/2014/main" id="{12CA0E78-F8A2-85FD-3FF7-05498AD5F74E}"/>
              </a:ext>
            </a:extLst>
          </p:cNvPr>
          <p:cNvGrpSpPr/>
          <p:nvPr/>
        </p:nvGrpSpPr>
        <p:grpSpPr>
          <a:xfrm>
            <a:off x="2307084" y="3370808"/>
            <a:ext cx="871904" cy="748695"/>
            <a:chOff x="2307084" y="3370808"/>
            <a:chExt cx="871904" cy="748695"/>
          </a:xfrm>
        </p:grpSpPr>
        <p:sp>
          <p:nvSpPr>
            <p:cNvPr id="196" name="Rectangle 195">
              <a:extLst>
                <a:ext uri="{FF2B5EF4-FFF2-40B4-BE49-F238E27FC236}">
                  <a16:creationId xmlns:a16="http://schemas.microsoft.com/office/drawing/2014/main" id="{082EBFA9-A0A5-B2A4-9F3F-E4258E19D2CF}"/>
                </a:ext>
              </a:extLst>
            </p:cNvPr>
            <p:cNvSpPr/>
            <p:nvPr/>
          </p:nvSpPr>
          <p:spPr>
            <a:xfrm>
              <a:off x="2307084" y="337080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Password Protection</a:t>
              </a:r>
            </a:p>
          </p:txBody>
        </p:sp>
        <p:sp>
          <p:nvSpPr>
            <p:cNvPr id="197" name="Right Triangle 196">
              <a:extLst>
                <a:ext uri="{FF2B5EF4-FFF2-40B4-BE49-F238E27FC236}">
                  <a16:creationId xmlns:a16="http://schemas.microsoft.com/office/drawing/2014/main" id="{F90E82FB-CA0C-FD95-7664-EA5AD9F646C9}"/>
                </a:ext>
              </a:extLst>
            </p:cNvPr>
            <p:cNvSpPr/>
            <p:nvPr/>
          </p:nvSpPr>
          <p:spPr>
            <a:xfrm rot="10800000">
              <a:off x="3031994" y="3381521"/>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198" name="Group 197">
              <a:extLst>
                <a:ext uri="{FF2B5EF4-FFF2-40B4-BE49-F238E27FC236}">
                  <a16:creationId xmlns:a16="http://schemas.microsoft.com/office/drawing/2014/main" id="{78E11BEB-D80E-C936-0180-C7301CC1F437}"/>
                </a:ext>
              </a:extLst>
            </p:cNvPr>
            <p:cNvGrpSpPr/>
            <p:nvPr/>
          </p:nvGrpSpPr>
          <p:grpSpPr>
            <a:xfrm>
              <a:off x="3112321" y="3389004"/>
              <a:ext cx="45719" cy="75385"/>
              <a:chOff x="3883481" y="2057400"/>
              <a:chExt cx="1608363" cy="2652031"/>
            </a:xfrm>
            <a:solidFill>
              <a:srgbClr val="A6A6A6">
                <a:alpha val="15000"/>
              </a:srgbClr>
            </a:solidFill>
          </p:grpSpPr>
          <p:sp>
            <p:nvSpPr>
              <p:cNvPr id="199" name="Oval 27">
                <a:extLst>
                  <a:ext uri="{FF2B5EF4-FFF2-40B4-BE49-F238E27FC236}">
                    <a16:creationId xmlns:a16="http://schemas.microsoft.com/office/drawing/2014/main" id="{29CF4BE5-E74B-0E56-3293-E22DA8F7207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00" name="Oval 28">
                <a:extLst>
                  <a:ext uri="{FF2B5EF4-FFF2-40B4-BE49-F238E27FC236}">
                    <a16:creationId xmlns:a16="http://schemas.microsoft.com/office/drawing/2014/main" id="{09D7F694-C49D-79A0-445D-80558FCC597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849C6B98-2639-AEE0-5670-5E9D9D693B0E}"/>
              </a:ext>
            </a:extLst>
          </p:cNvPr>
          <p:cNvGrpSpPr/>
          <p:nvPr/>
        </p:nvGrpSpPr>
        <p:grpSpPr>
          <a:xfrm>
            <a:off x="3298169" y="3370808"/>
            <a:ext cx="871904" cy="748695"/>
            <a:chOff x="3298169" y="3370808"/>
            <a:chExt cx="871904" cy="748695"/>
          </a:xfrm>
        </p:grpSpPr>
        <p:sp>
          <p:nvSpPr>
            <p:cNvPr id="202" name="Rectangle 201">
              <a:extLst>
                <a:ext uri="{FF2B5EF4-FFF2-40B4-BE49-F238E27FC236}">
                  <a16:creationId xmlns:a16="http://schemas.microsoft.com/office/drawing/2014/main" id="{2BEDC2A4-7311-15DE-2FC5-ACE8B1202D50}"/>
                </a:ext>
              </a:extLst>
            </p:cNvPr>
            <p:cNvSpPr/>
            <p:nvPr/>
          </p:nvSpPr>
          <p:spPr>
            <a:xfrm>
              <a:off x="3298169" y="337080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AD Conditional Access</a:t>
              </a:r>
            </a:p>
          </p:txBody>
        </p:sp>
        <p:sp>
          <p:nvSpPr>
            <p:cNvPr id="203" name="Right Triangle 202">
              <a:extLst>
                <a:ext uri="{FF2B5EF4-FFF2-40B4-BE49-F238E27FC236}">
                  <a16:creationId xmlns:a16="http://schemas.microsoft.com/office/drawing/2014/main" id="{8BDAA1E4-8522-3AF6-5A36-42970F934CC6}"/>
                </a:ext>
              </a:extLst>
            </p:cNvPr>
            <p:cNvSpPr/>
            <p:nvPr/>
          </p:nvSpPr>
          <p:spPr>
            <a:xfrm rot="10800000">
              <a:off x="4022248" y="3381521"/>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04" name="Group 203">
              <a:extLst>
                <a:ext uri="{FF2B5EF4-FFF2-40B4-BE49-F238E27FC236}">
                  <a16:creationId xmlns:a16="http://schemas.microsoft.com/office/drawing/2014/main" id="{39EB6F02-F87D-3A3B-9A05-8C497E50DDFB}"/>
                </a:ext>
              </a:extLst>
            </p:cNvPr>
            <p:cNvGrpSpPr/>
            <p:nvPr/>
          </p:nvGrpSpPr>
          <p:grpSpPr>
            <a:xfrm>
              <a:off x="4102575" y="3389004"/>
              <a:ext cx="45719" cy="75385"/>
              <a:chOff x="3883481" y="2057400"/>
              <a:chExt cx="1608363" cy="2652031"/>
            </a:xfrm>
            <a:solidFill>
              <a:srgbClr val="A6A6A6">
                <a:alpha val="15000"/>
              </a:srgbClr>
            </a:solidFill>
          </p:grpSpPr>
          <p:sp>
            <p:nvSpPr>
              <p:cNvPr id="205" name="Oval 27">
                <a:extLst>
                  <a:ext uri="{FF2B5EF4-FFF2-40B4-BE49-F238E27FC236}">
                    <a16:creationId xmlns:a16="http://schemas.microsoft.com/office/drawing/2014/main" id="{33DF806E-C7CA-C092-3638-87083F9BEAC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06" name="Oval 28">
                <a:extLst>
                  <a:ext uri="{FF2B5EF4-FFF2-40B4-BE49-F238E27FC236}">
                    <a16:creationId xmlns:a16="http://schemas.microsoft.com/office/drawing/2014/main" id="{2238B4E4-CD64-C344-14A9-22D16FC0C3B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07" name="Group 206">
            <a:extLst>
              <a:ext uri="{FF2B5EF4-FFF2-40B4-BE49-F238E27FC236}">
                <a16:creationId xmlns:a16="http://schemas.microsoft.com/office/drawing/2014/main" id="{A819AF0B-A9F9-F695-C1D4-899B53CF46E0}"/>
              </a:ext>
            </a:extLst>
          </p:cNvPr>
          <p:cNvGrpSpPr/>
          <p:nvPr/>
        </p:nvGrpSpPr>
        <p:grpSpPr>
          <a:xfrm>
            <a:off x="2307084" y="4187682"/>
            <a:ext cx="871904" cy="752935"/>
            <a:chOff x="2307084" y="4187682"/>
            <a:chExt cx="871904" cy="752935"/>
          </a:xfrm>
        </p:grpSpPr>
        <p:sp>
          <p:nvSpPr>
            <p:cNvPr id="208" name="Rectangle 207">
              <a:extLst>
                <a:ext uri="{FF2B5EF4-FFF2-40B4-BE49-F238E27FC236}">
                  <a16:creationId xmlns:a16="http://schemas.microsoft.com/office/drawing/2014/main" id="{22B385F9-CB63-0A1F-EA19-8075EAF70655}"/>
                </a:ext>
              </a:extLst>
            </p:cNvPr>
            <p:cNvSpPr/>
            <p:nvPr/>
          </p:nvSpPr>
          <p:spPr>
            <a:xfrm>
              <a:off x="2307084" y="4191922"/>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AD Temporary Access Passwords</a:t>
              </a:r>
            </a:p>
          </p:txBody>
        </p:sp>
        <p:sp>
          <p:nvSpPr>
            <p:cNvPr id="209" name="Right Triangle 208">
              <a:extLst>
                <a:ext uri="{FF2B5EF4-FFF2-40B4-BE49-F238E27FC236}">
                  <a16:creationId xmlns:a16="http://schemas.microsoft.com/office/drawing/2014/main" id="{6396A99C-15EF-0AB1-EF2B-37A11FA17090}"/>
                </a:ext>
              </a:extLst>
            </p:cNvPr>
            <p:cNvSpPr/>
            <p:nvPr/>
          </p:nvSpPr>
          <p:spPr>
            <a:xfrm rot="10800000">
              <a:off x="3036801" y="4187682"/>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10" name="Group 209">
              <a:extLst>
                <a:ext uri="{FF2B5EF4-FFF2-40B4-BE49-F238E27FC236}">
                  <a16:creationId xmlns:a16="http://schemas.microsoft.com/office/drawing/2014/main" id="{4223892F-7D13-EECB-94B3-03D2C81E9841}"/>
                </a:ext>
              </a:extLst>
            </p:cNvPr>
            <p:cNvGrpSpPr/>
            <p:nvPr/>
          </p:nvGrpSpPr>
          <p:grpSpPr>
            <a:xfrm>
              <a:off x="3117128" y="4195165"/>
              <a:ext cx="45719" cy="75385"/>
              <a:chOff x="3883481" y="2057400"/>
              <a:chExt cx="1608363" cy="2652031"/>
            </a:xfrm>
            <a:solidFill>
              <a:srgbClr val="A6A6A6">
                <a:alpha val="15000"/>
              </a:srgbClr>
            </a:solidFill>
          </p:grpSpPr>
          <p:sp>
            <p:nvSpPr>
              <p:cNvPr id="211" name="Oval 27">
                <a:extLst>
                  <a:ext uri="{FF2B5EF4-FFF2-40B4-BE49-F238E27FC236}">
                    <a16:creationId xmlns:a16="http://schemas.microsoft.com/office/drawing/2014/main" id="{7AD88D33-6D51-7A3D-B433-264B0FC4D98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12" name="Oval 28">
                <a:extLst>
                  <a:ext uri="{FF2B5EF4-FFF2-40B4-BE49-F238E27FC236}">
                    <a16:creationId xmlns:a16="http://schemas.microsoft.com/office/drawing/2014/main" id="{23DC94FE-9E8F-3E29-A881-633AD106906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13" name="Group 212">
            <a:extLst>
              <a:ext uri="{FF2B5EF4-FFF2-40B4-BE49-F238E27FC236}">
                <a16:creationId xmlns:a16="http://schemas.microsoft.com/office/drawing/2014/main" id="{07860294-3B5A-F311-D5F8-AF65F08E0B06}"/>
              </a:ext>
            </a:extLst>
          </p:cNvPr>
          <p:cNvGrpSpPr/>
          <p:nvPr/>
        </p:nvGrpSpPr>
        <p:grpSpPr>
          <a:xfrm>
            <a:off x="4289254" y="1729816"/>
            <a:ext cx="871904" cy="748695"/>
            <a:chOff x="4289254" y="1729816"/>
            <a:chExt cx="871904" cy="748695"/>
          </a:xfrm>
        </p:grpSpPr>
        <p:sp>
          <p:nvSpPr>
            <p:cNvPr id="214" name="Rectangle 213">
              <a:extLst>
                <a:ext uri="{FF2B5EF4-FFF2-40B4-BE49-F238E27FC236}">
                  <a16:creationId xmlns:a16="http://schemas.microsoft.com/office/drawing/2014/main" id="{9D9C8475-A9AE-5DE4-3A48-E099D3DE4004}"/>
                </a:ext>
              </a:extLst>
            </p:cNvPr>
            <p:cNvSpPr/>
            <p:nvPr/>
          </p:nvSpPr>
          <p:spPr>
            <a:xfrm>
              <a:off x="4289254" y="1729816"/>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Data Lifecycle Management</a:t>
              </a:r>
            </a:p>
          </p:txBody>
        </p:sp>
        <p:sp>
          <p:nvSpPr>
            <p:cNvPr id="215" name="Right Triangle 214">
              <a:extLst>
                <a:ext uri="{FF2B5EF4-FFF2-40B4-BE49-F238E27FC236}">
                  <a16:creationId xmlns:a16="http://schemas.microsoft.com/office/drawing/2014/main" id="{6173DC52-1D71-B893-34E4-903F42CDB1AD}"/>
                </a:ext>
              </a:extLst>
            </p:cNvPr>
            <p:cNvSpPr/>
            <p:nvPr/>
          </p:nvSpPr>
          <p:spPr>
            <a:xfrm rot="10800000">
              <a:off x="5013435" y="1735417"/>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16" name="Group 215">
              <a:extLst>
                <a:ext uri="{FF2B5EF4-FFF2-40B4-BE49-F238E27FC236}">
                  <a16:creationId xmlns:a16="http://schemas.microsoft.com/office/drawing/2014/main" id="{F01207C4-40DC-7722-E913-A54451C25CAD}"/>
                </a:ext>
              </a:extLst>
            </p:cNvPr>
            <p:cNvGrpSpPr/>
            <p:nvPr/>
          </p:nvGrpSpPr>
          <p:grpSpPr>
            <a:xfrm>
              <a:off x="5093762" y="1742900"/>
              <a:ext cx="45719" cy="75385"/>
              <a:chOff x="3883481" y="2057400"/>
              <a:chExt cx="1608363" cy="2652031"/>
            </a:xfrm>
            <a:solidFill>
              <a:srgbClr val="A6A6A6">
                <a:alpha val="15000"/>
              </a:srgbClr>
            </a:solidFill>
          </p:grpSpPr>
          <p:sp>
            <p:nvSpPr>
              <p:cNvPr id="217" name="Oval 27">
                <a:extLst>
                  <a:ext uri="{FF2B5EF4-FFF2-40B4-BE49-F238E27FC236}">
                    <a16:creationId xmlns:a16="http://schemas.microsoft.com/office/drawing/2014/main" id="{6DA4A881-9CEE-68EB-E8AC-78980412862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18" name="Oval 28">
                <a:extLst>
                  <a:ext uri="{FF2B5EF4-FFF2-40B4-BE49-F238E27FC236}">
                    <a16:creationId xmlns:a16="http://schemas.microsoft.com/office/drawing/2014/main" id="{21DD9415-FD1B-C6D0-FD74-BD27317F191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19" name="Group 218">
            <a:extLst>
              <a:ext uri="{FF2B5EF4-FFF2-40B4-BE49-F238E27FC236}">
                <a16:creationId xmlns:a16="http://schemas.microsoft.com/office/drawing/2014/main" id="{F8B922D9-E149-81E2-1394-26412855BBA0}"/>
              </a:ext>
            </a:extLst>
          </p:cNvPr>
          <p:cNvGrpSpPr/>
          <p:nvPr/>
        </p:nvGrpSpPr>
        <p:grpSpPr>
          <a:xfrm>
            <a:off x="4289254" y="2560818"/>
            <a:ext cx="871904" cy="748695"/>
            <a:chOff x="4289254" y="2560818"/>
            <a:chExt cx="871904" cy="748695"/>
          </a:xfrm>
        </p:grpSpPr>
        <p:sp>
          <p:nvSpPr>
            <p:cNvPr id="220" name="Rectangle 219">
              <a:extLst>
                <a:ext uri="{FF2B5EF4-FFF2-40B4-BE49-F238E27FC236}">
                  <a16:creationId xmlns:a16="http://schemas.microsoft.com/office/drawing/2014/main" id="{D7A81F65-C971-5068-2360-B53E00C11BC5}"/>
                </a:ext>
              </a:extLst>
            </p:cNvPr>
            <p:cNvSpPr/>
            <p:nvPr/>
          </p:nvSpPr>
          <p:spPr>
            <a:xfrm>
              <a:off x="4289254"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Exploit Guard (ASR)</a:t>
              </a:r>
            </a:p>
          </p:txBody>
        </p:sp>
        <p:sp>
          <p:nvSpPr>
            <p:cNvPr id="221" name="Right Triangle 220">
              <a:extLst>
                <a:ext uri="{FF2B5EF4-FFF2-40B4-BE49-F238E27FC236}">
                  <a16:creationId xmlns:a16="http://schemas.microsoft.com/office/drawing/2014/main" id="{E37D253E-6EA4-DF34-9ACC-D4E3086014B9}"/>
                </a:ext>
              </a:extLst>
            </p:cNvPr>
            <p:cNvSpPr/>
            <p:nvPr/>
          </p:nvSpPr>
          <p:spPr>
            <a:xfrm rot="10800000">
              <a:off x="5018198" y="2567613"/>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22" name="Group 221">
              <a:extLst>
                <a:ext uri="{FF2B5EF4-FFF2-40B4-BE49-F238E27FC236}">
                  <a16:creationId xmlns:a16="http://schemas.microsoft.com/office/drawing/2014/main" id="{8C0EA094-DB7F-2FA3-1448-C12E16F9EF9E}"/>
                </a:ext>
              </a:extLst>
            </p:cNvPr>
            <p:cNvGrpSpPr/>
            <p:nvPr/>
          </p:nvGrpSpPr>
          <p:grpSpPr>
            <a:xfrm>
              <a:off x="5098525" y="2575096"/>
              <a:ext cx="45719" cy="75385"/>
              <a:chOff x="3883481" y="2057400"/>
              <a:chExt cx="1608363" cy="2652031"/>
            </a:xfrm>
            <a:solidFill>
              <a:srgbClr val="A6A6A6">
                <a:alpha val="15000"/>
              </a:srgbClr>
            </a:solidFill>
          </p:grpSpPr>
          <p:sp>
            <p:nvSpPr>
              <p:cNvPr id="223" name="Oval 27">
                <a:extLst>
                  <a:ext uri="{FF2B5EF4-FFF2-40B4-BE49-F238E27FC236}">
                    <a16:creationId xmlns:a16="http://schemas.microsoft.com/office/drawing/2014/main" id="{CBEADC3E-051F-EE6B-F6ED-3BDD436B5C6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24" name="Oval 28">
                <a:extLst>
                  <a:ext uri="{FF2B5EF4-FFF2-40B4-BE49-F238E27FC236}">
                    <a16:creationId xmlns:a16="http://schemas.microsoft.com/office/drawing/2014/main" id="{FB9F092D-EA0B-3E72-96F4-A3EE26E44E8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AA1228C7-3BAC-81E0-AFF1-42CC0F9F0F13}"/>
              </a:ext>
            </a:extLst>
          </p:cNvPr>
          <p:cNvGrpSpPr/>
          <p:nvPr/>
        </p:nvGrpSpPr>
        <p:grpSpPr>
          <a:xfrm>
            <a:off x="4289254" y="3370808"/>
            <a:ext cx="871904" cy="748695"/>
            <a:chOff x="4289254" y="3370808"/>
            <a:chExt cx="871904" cy="748695"/>
          </a:xfrm>
        </p:grpSpPr>
        <p:sp>
          <p:nvSpPr>
            <p:cNvPr id="226" name="Rectangle 225">
              <a:extLst>
                <a:ext uri="{FF2B5EF4-FFF2-40B4-BE49-F238E27FC236}">
                  <a16:creationId xmlns:a16="http://schemas.microsoft.com/office/drawing/2014/main" id="{43904BFE-0210-D70E-F811-91CF08C52C1C}"/>
                </a:ext>
              </a:extLst>
            </p:cNvPr>
            <p:cNvSpPr/>
            <p:nvPr/>
          </p:nvSpPr>
          <p:spPr>
            <a:xfrm>
              <a:off x="4289254" y="337080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AD MFA</a:t>
              </a:r>
            </a:p>
          </p:txBody>
        </p:sp>
        <p:sp>
          <p:nvSpPr>
            <p:cNvPr id="227" name="Right Triangle 226">
              <a:extLst>
                <a:ext uri="{FF2B5EF4-FFF2-40B4-BE49-F238E27FC236}">
                  <a16:creationId xmlns:a16="http://schemas.microsoft.com/office/drawing/2014/main" id="{FEE4C4CC-6E48-BCD8-2F58-2CDAC3D350A2}"/>
                </a:ext>
              </a:extLst>
            </p:cNvPr>
            <p:cNvSpPr/>
            <p:nvPr/>
          </p:nvSpPr>
          <p:spPr>
            <a:xfrm rot="10800000">
              <a:off x="5018242" y="3373774"/>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28" name="Group 227">
              <a:extLst>
                <a:ext uri="{FF2B5EF4-FFF2-40B4-BE49-F238E27FC236}">
                  <a16:creationId xmlns:a16="http://schemas.microsoft.com/office/drawing/2014/main" id="{8F12D9C6-AFB4-C14F-DCAD-69659912A6B2}"/>
                </a:ext>
              </a:extLst>
            </p:cNvPr>
            <p:cNvGrpSpPr/>
            <p:nvPr/>
          </p:nvGrpSpPr>
          <p:grpSpPr>
            <a:xfrm>
              <a:off x="5098569" y="3381257"/>
              <a:ext cx="45719" cy="75385"/>
              <a:chOff x="3883481" y="2057400"/>
              <a:chExt cx="1608363" cy="2652031"/>
            </a:xfrm>
            <a:solidFill>
              <a:srgbClr val="A6A6A6">
                <a:alpha val="15000"/>
              </a:srgbClr>
            </a:solidFill>
          </p:grpSpPr>
          <p:sp>
            <p:nvSpPr>
              <p:cNvPr id="229" name="Oval 27">
                <a:extLst>
                  <a:ext uri="{FF2B5EF4-FFF2-40B4-BE49-F238E27FC236}">
                    <a16:creationId xmlns:a16="http://schemas.microsoft.com/office/drawing/2014/main" id="{27091982-367D-D3F9-CAA8-4B7F76657DA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30" name="Oval 28">
                <a:extLst>
                  <a:ext uri="{FF2B5EF4-FFF2-40B4-BE49-F238E27FC236}">
                    <a16:creationId xmlns:a16="http://schemas.microsoft.com/office/drawing/2014/main" id="{E02236D1-85C5-8C7A-93A3-23DE65A8928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31" name="Group 230">
            <a:extLst>
              <a:ext uri="{FF2B5EF4-FFF2-40B4-BE49-F238E27FC236}">
                <a16:creationId xmlns:a16="http://schemas.microsoft.com/office/drawing/2014/main" id="{4D9DCE4B-2626-04EA-156A-5CF84EA0C9B7}"/>
              </a:ext>
            </a:extLst>
          </p:cNvPr>
          <p:cNvGrpSpPr/>
          <p:nvPr/>
        </p:nvGrpSpPr>
        <p:grpSpPr>
          <a:xfrm>
            <a:off x="5280339" y="1729816"/>
            <a:ext cx="871904" cy="748695"/>
            <a:chOff x="5280339" y="1729816"/>
            <a:chExt cx="871904" cy="748695"/>
          </a:xfrm>
        </p:grpSpPr>
        <p:sp>
          <p:nvSpPr>
            <p:cNvPr id="232" name="Rectangle 231">
              <a:extLst>
                <a:ext uri="{FF2B5EF4-FFF2-40B4-BE49-F238E27FC236}">
                  <a16:creationId xmlns:a16="http://schemas.microsoft.com/office/drawing/2014/main" id="{433359CB-3AC2-1415-0017-E82E66F50FC5}"/>
                </a:ext>
              </a:extLst>
            </p:cNvPr>
            <p:cNvSpPr/>
            <p:nvPr/>
          </p:nvSpPr>
          <p:spPr>
            <a:xfrm>
              <a:off x="5280339" y="1729816"/>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Audit (Standard)</a:t>
              </a:r>
            </a:p>
          </p:txBody>
        </p:sp>
        <p:sp>
          <p:nvSpPr>
            <p:cNvPr id="233" name="Right Triangle 232">
              <a:extLst>
                <a:ext uri="{FF2B5EF4-FFF2-40B4-BE49-F238E27FC236}">
                  <a16:creationId xmlns:a16="http://schemas.microsoft.com/office/drawing/2014/main" id="{4802DB2A-7424-CBA3-D5E5-21E579BE2D16}"/>
                </a:ext>
              </a:extLst>
            </p:cNvPr>
            <p:cNvSpPr/>
            <p:nvPr/>
          </p:nvSpPr>
          <p:spPr>
            <a:xfrm rot="10800000">
              <a:off x="6003472" y="1735417"/>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34" name="Group 233">
              <a:extLst>
                <a:ext uri="{FF2B5EF4-FFF2-40B4-BE49-F238E27FC236}">
                  <a16:creationId xmlns:a16="http://schemas.microsoft.com/office/drawing/2014/main" id="{36B427DD-AC57-4116-3059-3E77BE0A2F45}"/>
                </a:ext>
              </a:extLst>
            </p:cNvPr>
            <p:cNvGrpSpPr/>
            <p:nvPr/>
          </p:nvGrpSpPr>
          <p:grpSpPr>
            <a:xfrm>
              <a:off x="6083799" y="1742900"/>
              <a:ext cx="45719" cy="75385"/>
              <a:chOff x="3883481" y="2057400"/>
              <a:chExt cx="1608363" cy="2652031"/>
            </a:xfrm>
            <a:solidFill>
              <a:srgbClr val="A6A6A6">
                <a:alpha val="15000"/>
              </a:srgbClr>
            </a:solidFill>
          </p:grpSpPr>
          <p:sp>
            <p:nvSpPr>
              <p:cNvPr id="235" name="Oval 27">
                <a:extLst>
                  <a:ext uri="{FF2B5EF4-FFF2-40B4-BE49-F238E27FC236}">
                    <a16:creationId xmlns:a16="http://schemas.microsoft.com/office/drawing/2014/main" id="{BD40CBE4-3D71-F9DE-1DDB-2ECBDA76948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36" name="Oval 28">
                <a:extLst>
                  <a:ext uri="{FF2B5EF4-FFF2-40B4-BE49-F238E27FC236}">
                    <a16:creationId xmlns:a16="http://schemas.microsoft.com/office/drawing/2014/main" id="{02616096-49AF-9199-597E-C080750D58F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37" name="Group 236">
            <a:extLst>
              <a:ext uri="{FF2B5EF4-FFF2-40B4-BE49-F238E27FC236}">
                <a16:creationId xmlns:a16="http://schemas.microsoft.com/office/drawing/2014/main" id="{E50C32F0-B374-9FE2-6450-220CECCA4FF6}"/>
              </a:ext>
            </a:extLst>
          </p:cNvPr>
          <p:cNvGrpSpPr/>
          <p:nvPr/>
        </p:nvGrpSpPr>
        <p:grpSpPr>
          <a:xfrm>
            <a:off x="5280339" y="3370808"/>
            <a:ext cx="871904" cy="748695"/>
            <a:chOff x="5280339" y="3370808"/>
            <a:chExt cx="871904" cy="748695"/>
          </a:xfrm>
        </p:grpSpPr>
        <p:sp>
          <p:nvSpPr>
            <p:cNvPr id="238" name="Rectangle 237">
              <a:extLst>
                <a:ext uri="{FF2B5EF4-FFF2-40B4-BE49-F238E27FC236}">
                  <a16:creationId xmlns:a16="http://schemas.microsoft.com/office/drawing/2014/main" id="{9625FE2F-0AD0-162C-B554-4248A2240E77}"/>
                </a:ext>
              </a:extLst>
            </p:cNvPr>
            <p:cNvSpPr/>
            <p:nvPr/>
          </p:nvSpPr>
          <p:spPr>
            <a:xfrm>
              <a:off x="5280339" y="337080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Active Directory App Proxy</a:t>
              </a:r>
            </a:p>
          </p:txBody>
        </p:sp>
        <p:sp>
          <p:nvSpPr>
            <p:cNvPr id="239" name="Right Triangle 238">
              <a:extLst>
                <a:ext uri="{FF2B5EF4-FFF2-40B4-BE49-F238E27FC236}">
                  <a16:creationId xmlns:a16="http://schemas.microsoft.com/office/drawing/2014/main" id="{0902806F-FBE8-FF1A-8FD1-999618E5A0FB}"/>
                </a:ext>
              </a:extLst>
            </p:cNvPr>
            <p:cNvSpPr/>
            <p:nvPr/>
          </p:nvSpPr>
          <p:spPr>
            <a:xfrm rot="10800000">
              <a:off x="6009373" y="3381521"/>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40" name="Group 239">
              <a:extLst>
                <a:ext uri="{FF2B5EF4-FFF2-40B4-BE49-F238E27FC236}">
                  <a16:creationId xmlns:a16="http://schemas.microsoft.com/office/drawing/2014/main" id="{E4EB9430-1CE3-5E12-F20F-03FC7E69DBB2}"/>
                </a:ext>
              </a:extLst>
            </p:cNvPr>
            <p:cNvGrpSpPr/>
            <p:nvPr/>
          </p:nvGrpSpPr>
          <p:grpSpPr>
            <a:xfrm>
              <a:off x="6089700" y="3389004"/>
              <a:ext cx="45719" cy="75385"/>
              <a:chOff x="3883481" y="2057400"/>
              <a:chExt cx="1608363" cy="2652031"/>
            </a:xfrm>
            <a:solidFill>
              <a:srgbClr val="A6A6A6">
                <a:alpha val="15000"/>
              </a:srgbClr>
            </a:solidFill>
          </p:grpSpPr>
          <p:sp>
            <p:nvSpPr>
              <p:cNvPr id="241" name="Oval 27">
                <a:extLst>
                  <a:ext uri="{FF2B5EF4-FFF2-40B4-BE49-F238E27FC236}">
                    <a16:creationId xmlns:a16="http://schemas.microsoft.com/office/drawing/2014/main" id="{9337E715-B863-207C-CA94-6AE7DFEC87A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42" name="Oval 28">
                <a:extLst>
                  <a:ext uri="{FF2B5EF4-FFF2-40B4-BE49-F238E27FC236}">
                    <a16:creationId xmlns:a16="http://schemas.microsoft.com/office/drawing/2014/main" id="{6EC29F6F-491B-83FE-6463-0D837C15127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43" name="Group 242">
            <a:extLst>
              <a:ext uri="{FF2B5EF4-FFF2-40B4-BE49-F238E27FC236}">
                <a16:creationId xmlns:a16="http://schemas.microsoft.com/office/drawing/2014/main" id="{48466B01-9FC3-EF3E-A059-D0904BDF1FED}"/>
              </a:ext>
            </a:extLst>
          </p:cNvPr>
          <p:cNvGrpSpPr/>
          <p:nvPr/>
        </p:nvGrpSpPr>
        <p:grpSpPr>
          <a:xfrm>
            <a:off x="6271424" y="3370808"/>
            <a:ext cx="875456" cy="748695"/>
            <a:chOff x="6271424" y="3370808"/>
            <a:chExt cx="875456" cy="748695"/>
          </a:xfrm>
        </p:grpSpPr>
        <p:sp>
          <p:nvSpPr>
            <p:cNvPr id="244" name="Rectangle 243">
              <a:extLst>
                <a:ext uri="{FF2B5EF4-FFF2-40B4-BE49-F238E27FC236}">
                  <a16:creationId xmlns:a16="http://schemas.microsoft.com/office/drawing/2014/main" id="{D9F3E37B-5F01-3ECA-29D2-BD6E080F8408}"/>
                </a:ext>
              </a:extLst>
            </p:cNvPr>
            <p:cNvSpPr/>
            <p:nvPr/>
          </p:nvSpPr>
          <p:spPr>
            <a:xfrm>
              <a:off x="6271424" y="337080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Self Service Capabilities</a:t>
              </a:r>
            </a:p>
          </p:txBody>
        </p:sp>
        <p:sp>
          <p:nvSpPr>
            <p:cNvPr id="245" name="Right Triangle 244">
              <a:extLst>
                <a:ext uri="{FF2B5EF4-FFF2-40B4-BE49-F238E27FC236}">
                  <a16:creationId xmlns:a16="http://schemas.microsoft.com/office/drawing/2014/main" id="{E0A903C4-03AB-932F-A13F-68F47630EA73}"/>
                </a:ext>
              </a:extLst>
            </p:cNvPr>
            <p:cNvSpPr/>
            <p:nvPr/>
          </p:nvSpPr>
          <p:spPr>
            <a:xfrm rot="10800000">
              <a:off x="7005367" y="3373774"/>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46" name="Group 245">
              <a:extLst>
                <a:ext uri="{FF2B5EF4-FFF2-40B4-BE49-F238E27FC236}">
                  <a16:creationId xmlns:a16="http://schemas.microsoft.com/office/drawing/2014/main" id="{6904C946-BCC3-C359-5F27-C46BBD79A009}"/>
                </a:ext>
              </a:extLst>
            </p:cNvPr>
            <p:cNvGrpSpPr/>
            <p:nvPr/>
          </p:nvGrpSpPr>
          <p:grpSpPr>
            <a:xfrm>
              <a:off x="7085694" y="3381257"/>
              <a:ext cx="45719" cy="75385"/>
              <a:chOff x="3883481" y="2057400"/>
              <a:chExt cx="1608363" cy="2652031"/>
            </a:xfrm>
            <a:solidFill>
              <a:srgbClr val="A6A6A6">
                <a:alpha val="15000"/>
              </a:srgbClr>
            </a:solidFill>
          </p:grpSpPr>
          <p:sp>
            <p:nvSpPr>
              <p:cNvPr id="247" name="Oval 27">
                <a:extLst>
                  <a:ext uri="{FF2B5EF4-FFF2-40B4-BE49-F238E27FC236}">
                    <a16:creationId xmlns:a16="http://schemas.microsoft.com/office/drawing/2014/main" id="{D44A3B85-FB38-320C-C586-4D9051C0450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48" name="Oval 28">
                <a:extLst>
                  <a:ext uri="{FF2B5EF4-FFF2-40B4-BE49-F238E27FC236}">
                    <a16:creationId xmlns:a16="http://schemas.microsoft.com/office/drawing/2014/main" id="{398D58F7-0996-2EFD-A35F-95E49FD7681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82FC0015-219F-4C15-D707-7358A76CEB2D}"/>
              </a:ext>
            </a:extLst>
          </p:cNvPr>
          <p:cNvGrpSpPr/>
          <p:nvPr/>
        </p:nvGrpSpPr>
        <p:grpSpPr>
          <a:xfrm>
            <a:off x="6271424" y="2560818"/>
            <a:ext cx="871904" cy="748695"/>
            <a:chOff x="6271424" y="2560818"/>
            <a:chExt cx="871904" cy="748695"/>
          </a:xfrm>
        </p:grpSpPr>
        <p:sp>
          <p:nvSpPr>
            <p:cNvPr id="250" name="Rectangle 249">
              <a:extLst>
                <a:ext uri="{FF2B5EF4-FFF2-40B4-BE49-F238E27FC236}">
                  <a16:creationId xmlns:a16="http://schemas.microsoft.com/office/drawing/2014/main" id="{C322D5CD-BAC9-50EC-E107-9935DAF6C720}"/>
                </a:ext>
              </a:extLst>
            </p:cNvPr>
            <p:cNvSpPr/>
            <p:nvPr/>
          </p:nvSpPr>
          <p:spPr>
            <a:xfrm>
              <a:off x="6271424"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System Guard</a:t>
              </a:r>
            </a:p>
          </p:txBody>
        </p:sp>
        <p:sp>
          <p:nvSpPr>
            <p:cNvPr id="251" name="Right Triangle 250">
              <a:extLst>
                <a:ext uri="{FF2B5EF4-FFF2-40B4-BE49-F238E27FC236}">
                  <a16:creationId xmlns:a16="http://schemas.microsoft.com/office/drawing/2014/main" id="{FD743C74-A1B3-03D2-BD73-7DEEAE5921C2}"/>
                </a:ext>
              </a:extLst>
            </p:cNvPr>
            <p:cNvSpPr/>
            <p:nvPr/>
          </p:nvSpPr>
          <p:spPr>
            <a:xfrm rot="10800000">
              <a:off x="6996110" y="2567380"/>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52" name="Group 251">
              <a:extLst>
                <a:ext uri="{FF2B5EF4-FFF2-40B4-BE49-F238E27FC236}">
                  <a16:creationId xmlns:a16="http://schemas.microsoft.com/office/drawing/2014/main" id="{D65A1913-F3B8-BA3F-09A0-9A0F98DE27CF}"/>
                </a:ext>
              </a:extLst>
            </p:cNvPr>
            <p:cNvGrpSpPr/>
            <p:nvPr/>
          </p:nvGrpSpPr>
          <p:grpSpPr>
            <a:xfrm>
              <a:off x="7076437" y="2574863"/>
              <a:ext cx="45719" cy="75385"/>
              <a:chOff x="3883481" y="2057400"/>
              <a:chExt cx="1608363" cy="2652031"/>
            </a:xfrm>
            <a:solidFill>
              <a:srgbClr val="A6A6A6">
                <a:alpha val="15000"/>
              </a:srgbClr>
            </a:solidFill>
          </p:grpSpPr>
          <p:sp>
            <p:nvSpPr>
              <p:cNvPr id="253" name="Oval 27">
                <a:extLst>
                  <a:ext uri="{FF2B5EF4-FFF2-40B4-BE49-F238E27FC236}">
                    <a16:creationId xmlns:a16="http://schemas.microsoft.com/office/drawing/2014/main" id="{1BC2B828-E32B-7F69-B01F-506D259DD00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54" name="Oval 28">
                <a:extLst>
                  <a:ext uri="{FF2B5EF4-FFF2-40B4-BE49-F238E27FC236}">
                    <a16:creationId xmlns:a16="http://schemas.microsoft.com/office/drawing/2014/main" id="{6DA9EC6C-644E-7A6D-60D9-9E00E9C83BA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55" name="Group 254">
            <a:extLst>
              <a:ext uri="{FF2B5EF4-FFF2-40B4-BE49-F238E27FC236}">
                <a16:creationId xmlns:a16="http://schemas.microsoft.com/office/drawing/2014/main" id="{A06F261B-B2DE-EAE9-62EC-E2D4AC83157B}"/>
              </a:ext>
            </a:extLst>
          </p:cNvPr>
          <p:cNvGrpSpPr/>
          <p:nvPr/>
        </p:nvGrpSpPr>
        <p:grpSpPr>
          <a:xfrm>
            <a:off x="7262509" y="2560818"/>
            <a:ext cx="871904" cy="748695"/>
            <a:chOff x="7262509" y="2560818"/>
            <a:chExt cx="871904" cy="748695"/>
          </a:xfrm>
        </p:grpSpPr>
        <p:sp>
          <p:nvSpPr>
            <p:cNvPr id="256" name="Rectangle 255">
              <a:extLst>
                <a:ext uri="{FF2B5EF4-FFF2-40B4-BE49-F238E27FC236}">
                  <a16:creationId xmlns:a16="http://schemas.microsoft.com/office/drawing/2014/main" id="{C9189B09-CBD6-4865-4144-57469577DA41}"/>
                </a:ext>
              </a:extLst>
            </p:cNvPr>
            <p:cNvSpPr/>
            <p:nvPr/>
          </p:nvSpPr>
          <p:spPr>
            <a:xfrm>
              <a:off x="7262509"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BitLocker</a:t>
              </a:r>
            </a:p>
          </p:txBody>
        </p:sp>
        <p:sp>
          <p:nvSpPr>
            <p:cNvPr id="257" name="Right Triangle 256">
              <a:extLst>
                <a:ext uri="{FF2B5EF4-FFF2-40B4-BE49-F238E27FC236}">
                  <a16:creationId xmlns:a16="http://schemas.microsoft.com/office/drawing/2014/main" id="{BEE6106A-C9DB-CAF1-24C6-EA6DDD1DC1F9}"/>
                </a:ext>
              </a:extLst>
            </p:cNvPr>
            <p:cNvSpPr/>
            <p:nvPr/>
          </p:nvSpPr>
          <p:spPr>
            <a:xfrm rot="10800000">
              <a:off x="7986364" y="2567380"/>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58" name="Group 257">
              <a:extLst>
                <a:ext uri="{FF2B5EF4-FFF2-40B4-BE49-F238E27FC236}">
                  <a16:creationId xmlns:a16="http://schemas.microsoft.com/office/drawing/2014/main" id="{468E6D6D-2958-7F0D-FA06-472AA93FF4E1}"/>
                </a:ext>
              </a:extLst>
            </p:cNvPr>
            <p:cNvGrpSpPr/>
            <p:nvPr/>
          </p:nvGrpSpPr>
          <p:grpSpPr>
            <a:xfrm>
              <a:off x="8066691" y="2574863"/>
              <a:ext cx="45719" cy="75385"/>
              <a:chOff x="3883481" y="2057400"/>
              <a:chExt cx="1608363" cy="2652031"/>
            </a:xfrm>
            <a:solidFill>
              <a:srgbClr val="A6A6A6">
                <a:alpha val="15000"/>
              </a:srgbClr>
            </a:solidFill>
          </p:grpSpPr>
          <p:sp>
            <p:nvSpPr>
              <p:cNvPr id="259" name="Oval 27">
                <a:extLst>
                  <a:ext uri="{FF2B5EF4-FFF2-40B4-BE49-F238E27FC236}">
                    <a16:creationId xmlns:a16="http://schemas.microsoft.com/office/drawing/2014/main" id="{1AD8B4D8-3808-DE67-B32F-8E0ACD71C16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60" name="Oval 28">
                <a:extLst>
                  <a:ext uri="{FF2B5EF4-FFF2-40B4-BE49-F238E27FC236}">
                    <a16:creationId xmlns:a16="http://schemas.microsoft.com/office/drawing/2014/main" id="{D9ED4C47-EB4E-C6B6-813C-57B0BE3B9D4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61" name="Group 260">
            <a:extLst>
              <a:ext uri="{FF2B5EF4-FFF2-40B4-BE49-F238E27FC236}">
                <a16:creationId xmlns:a16="http://schemas.microsoft.com/office/drawing/2014/main" id="{9B39E718-AF56-7EB9-157F-A7DBCC45904E}"/>
              </a:ext>
            </a:extLst>
          </p:cNvPr>
          <p:cNvGrpSpPr/>
          <p:nvPr/>
        </p:nvGrpSpPr>
        <p:grpSpPr>
          <a:xfrm>
            <a:off x="8253594" y="2560818"/>
            <a:ext cx="871904" cy="748695"/>
            <a:chOff x="8253594" y="2560818"/>
            <a:chExt cx="871904" cy="748695"/>
          </a:xfrm>
        </p:grpSpPr>
        <p:sp>
          <p:nvSpPr>
            <p:cNvPr id="262" name="Rectangle 261">
              <a:extLst>
                <a:ext uri="{FF2B5EF4-FFF2-40B4-BE49-F238E27FC236}">
                  <a16:creationId xmlns:a16="http://schemas.microsoft.com/office/drawing/2014/main" id="{88A158F8-B605-F4E1-72BC-C67C9C1F8298}"/>
                </a:ext>
              </a:extLst>
            </p:cNvPr>
            <p:cNvSpPr/>
            <p:nvPr/>
          </p:nvSpPr>
          <p:spPr>
            <a:xfrm>
              <a:off x="8253594"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Application Control</a:t>
              </a:r>
            </a:p>
          </p:txBody>
        </p:sp>
        <p:sp>
          <p:nvSpPr>
            <p:cNvPr id="263" name="Right Triangle 262">
              <a:extLst>
                <a:ext uri="{FF2B5EF4-FFF2-40B4-BE49-F238E27FC236}">
                  <a16:creationId xmlns:a16="http://schemas.microsoft.com/office/drawing/2014/main" id="{CB2854E7-7962-F35D-8C1D-F4ABD0B2F351}"/>
                </a:ext>
              </a:extLst>
            </p:cNvPr>
            <p:cNvSpPr/>
            <p:nvPr/>
          </p:nvSpPr>
          <p:spPr>
            <a:xfrm rot="10800000">
              <a:off x="8976730" y="2567773"/>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64" name="Group 263">
              <a:extLst>
                <a:ext uri="{FF2B5EF4-FFF2-40B4-BE49-F238E27FC236}">
                  <a16:creationId xmlns:a16="http://schemas.microsoft.com/office/drawing/2014/main" id="{0A55E5D7-6EA0-357E-3DC5-00E28967AC5C}"/>
                </a:ext>
              </a:extLst>
            </p:cNvPr>
            <p:cNvGrpSpPr/>
            <p:nvPr/>
          </p:nvGrpSpPr>
          <p:grpSpPr>
            <a:xfrm>
              <a:off x="9057057" y="2575256"/>
              <a:ext cx="45719" cy="75385"/>
              <a:chOff x="3883481" y="2057400"/>
              <a:chExt cx="1608363" cy="2652031"/>
            </a:xfrm>
            <a:solidFill>
              <a:srgbClr val="A6A6A6">
                <a:alpha val="15000"/>
              </a:srgbClr>
            </a:solidFill>
          </p:grpSpPr>
          <p:sp>
            <p:nvSpPr>
              <p:cNvPr id="265" name="Oval 27">
                <a:extLst>
                  <a:ext uri="{FF2B5EF4-FFF2-40B4-BE49-F238E27FC236}">
                    <a16:creationId xmlns:a16="http://schemas.microsoft.com/office/drawing/2014/main" id="{BF8580AE-86FC-A035-AA9B-609F70A4D65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66" name="Oval 28">
                <a:extLst>
                  <a:ext uri="{FF2B5EF4-FFF2-40B4-BE49-F238E27FC236}">
                    <a16:creationId xmlns:a16="http://schemas.microsoft.com/office/drawing/2014/main" id="{8DED40E2-C76B-58D9-290D-0770C6BC4DA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67" name="Group 266">
            <a:extLst>
              <a:ext uri="{FF2B5EF4-FFF2-40B4-BE49-F238E27FC236}">
                <a16:creationId xmlns:a16="http://schemas.microsoft.com/office/drawing/2014/main" id="{1840F729-0C7D-2475-8227-2296BEB8F2C6}"/>
              </a:ext>
            </a:extLst>
          </p:cNvPr>
          <p:cNvGrpSpPr/>
          <p:nvPr/>
        </p:nvGrpSpPr>
        <p:grpSpPr>
          <a:xfrm>
            <a:off x="10240105" y="2560818"/>
            <a:ext cx="871904" cy="748695"/>
            <a:chOff x="10240105" y="2560818"/>
            <a:chExt cx="871904" cy="748695"/>
          </a:xfrm>
        </p:grpSpPr>
        <p:sp>
          <p:nvSpPr>
            <p:cNvPr id="268" name="Rectangle 267">
              <a:extLst>
                <a:ext uri="{FF2B5EF4-FFF2-40B4-BE49-F238E27FC236}">
                  <a16:creationId xmlns:a16="http://schemas.microsoft.com/office/drawing/2014/main" id="{DB77A690-481C-9D01-0253-BC3FB6530239}"/>
                </a:ext>
              </a:extLst>
            </p:cNvPr>
            <p:cNvSpPr/>
            <p:nvPr/>
          </p:nvSpPr>
          <p:spPr>
            <a:xfrm>
              <a:off x="10240105"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Defender for Endpoints P1 (Clients Only)</a:t>
              </a:r>
            </a:p>
          </p:txBody>
        </p:sp>
        <p:sp>
          <p:nvSpPr>
            <p:cNvPr id="269" name="Right Triangle 268">
              <a:extLst>
                <a:ext uri="{FF2B5EF4-FFF2-40B4-BE49-F238E27FC236}">
                  <a16:creationId xmlns:a16="http://schemas.microsoft.com/office/drawing/2014/main" id="{81FB4D89-079F-CEC7-EC69-9556608F3AEF}"/>
                </a:ext>
              </a:extLst>
            </p:cNvPr>
            <p:cNvSpPr/>
            <p:nvPr/>
          </p:nvSpPr>
          <p:spPr>
            <a:xfrm rot="10800000">
              <a:off x="10962978" y="2564789"/>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70" name="Oval 27">
              <a:extLst>
                <a:ext uri="{FF2B5EF4-FFF2-40B4-BE49-F238E27FC236}">
                  <a16:creationId xmlns:a16="http://schemas.microsoft.com/office/drawing/2014/main" id="{C744E4D0-A822-00CB-891A-B212724BAF32}"/>
                </a:ext>
              </a:extLst>
            </p:cNvPr>
            <p:cNvSpPr/>
            <p:nvPr/>
          </p:nvSpPr>
          <p:spPr>
            <a:xfrm>
              <a:off x="11046167" y="2572272"/>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71" name="Oval 28">
              <a:extLst>
                <a:ext uri="{FF2B5EF4-FFF2-40B4-BE49-F238E27FC236}">
                  <a16:creationId xmlns:a16="http://schemas.microsoft.com/office/drawing/2014/main" id="{B873AC04-98D6-BB7D-155F-01BB49650E04}"/>
                </a:ext>
              </a:extLst>
            </p:cNvPr>
            <p:cNvSpPr/>
            <p:nvPr/>
          </p:nvSpPr>
          <p:spPr>
            <a:xfrm>
              <a:off x="11043305" y="2605986"/>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72" name="Group 271">
            <a:extLst>
              <a:ext uri="{FF2B5EF4-FFF2-40B4-BE49-F238E27FC236}">
                <a16:creationId xmlns:a16="http://schemas.microsoft.com/office/drawing/2014/main" id="{53046E96-CAEF-C0CF-6E61-AE1A3CF02F1D}"/>
              </a:ext>
            </a:extLst>
          </p:cNvPr>
          <p:cNvGrpSpPr/>
          <p:nvPr/>
        </p:nvGrpSpPr>
        <p:grpSpPr>
          <a:xfrm>
            <a:off x="324914" y="2550516"/>
            <a:ext cx="872735" cy="748697"/>
            <a:chOff x="324914" y="2550516"/>
            <a:chExt cx="872735" cy="748697"/>
          </a:xfrm>
        </p:grpSpPr>
        <p:sp>
          <p:nvSpPr>
            <p:cNvPr id="273" name="Rectangle 272">
              <a:hlinkHover r:id="" action="ppaction://noaction" highlightClick="1"/>
              <a:extLst>
                <a:ext uri="{FF2B5EF4-FFF2-40B4-BE49-F238E27FC236}">
                  <a16:creationId xmlns:a16="http://schemas.microsoft.com/office/drawing/2014/main" id="{63D642C0-43E0-C573-88E8-580719D4F506}"/>
                </a:ext>
              </a:extLst>
            </p:cNvPr>
            <p:cNvSpPr/>
            <p:nvPr/>
          </p:nvSpPr>
          <p:spPr>
            <a:xfrm>
              <a:off x="324914" y="2550518"/>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Windows 365</a:t>
              </a:r>
            </a:p>
          </p:txBody>
        </p:sp>
        <p:sp>
          <p:nvSpPr>
            <p:cNvPr id="274" name="Diamond 273">
              <a:extLst>
                <a:ext uri="{FF2B5EF4-FFF2-40B4-BE49-F238E27FC236}">
                  <a16:creationId xmlns:a16="http://schemas.microsoft.com/office/drawing/2014/main" id="{5B496603-485C-D2C6-854E-73BCB45B4F71}"/>
                </a:ext>
              </a:extLst>
            </p:cNvPr>
            <p:cNvSpPr/>
            <p:nvPr/>
          </p:nvSpPr>
          <p:spPr>
            <a:xfrm>
              <a:off x="1040599" y="2550516"/>
              <a:ext cx="157050" cy="157050"/>
            </a:xfrm>
            <a:prstGeom prst="diamond">
              <a:avLst/>
            </a:prstGeom>
            <a:solidFill>
              <a:srgbClr val="00B05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75" name="Oval 274">
              <a:extLst>
                <a:ext uri="{FF2B5EF4-FFF2-40B4-BE49-F238E27FC236}">
                  <a16:creationId xmlns:a16="http://schemas.microsoft.com/office/drawing/2014/main" id="{DC18634A-A3ED-F6EC-80D6-2A25266E74D1}"/>
                </a:ext>
              </a:extLst>
            </p:cNvPr>
            <p:cNvSpPr/>
            <p:nvPr/>
          </p:nvSpPr>
          <p:spPr>
            <a:xfrm>
              <a:off x="1081949" y="2591638"/>
              <a:ext cx="68217" cy="76014"/>
            </a:xfrm>
            <a:prstGeom prst="ellipse">
              <a:avLst/>
            </a:prstGeom>
            <a:solidFill>
              <a:srgbClr val="00B05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76" name="Group 275">
            <a:extLst>
              <a:ext uri="{FF2B5EF4-FFF2-40B4-BE49-F238E27FC236}">
                <a16:creationId xmlns:a16="http://schemas.microsoft.com/office/drawing/2014/main" id="{CF481F3D-2CAB-D416-EB95-C160DF29EA7C}"/>
              </a:ext>
            </a:extLst>
          </p:cNvPr>
          <p:cNvGrpSpPr/>
          <p:nvPr/>
        </p:nvGrpSpPr>
        <p:grpSpPr>
          <a:xfrm>
            <a:off x="10235764" y="909114"/>
            <a:ext cx="871904" cy="748695"/>
            <a:chOff x="10235764" y="909114"/>
            <a:chExt cx="871904" cy="748695"/>
          </a:xfrm>
        </p:grpSpPr>
        <p:sp>
          <p:nvSpPr>
            <p:cNvPr id="277" name="Rectangle 276">
              <a:hlinkHover r:id="" action="ppaction://noaction" highlightClick="1"/>
              <a:extLst>
                <a:ext uri="{FF2B5EF4-FFF2-40B4-BE49-F238E27FC236}">
                  <a16:creationId xmlns:a16="http://schemas.microsoft.com/office/drawing/2014/main" id="{F43EA900-42A6-A490-39E3-B7FC5116D992}"/>
                </a:ext>
              </a:extLst>
            </p:cNvPr>
            <p:cNvSpPr/>
            <p:nvPr/>
          </p:nvSpPr>
          <p:spPr>
            <a:xfrm>
              <a:off x="10235764" y="909114"/>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Priva</a:t>
              </a:r>
            </a:p>
          </p:txBody>
        </p:sp>
        <p:sp>
          <p:nvSpPr>
            <p:cNvPr id="278" name="Diamond 277">
              <a:extLst>
                <a:ext uri="{FF2B5EF4-FFF2-40B4-BE49-F238E27FC236}">
                  <a16:creationId xmlns:a16="http://schemas.microsoft.com/office/drawing/2014/main" id="{B489149C-53D5-B69E-4986-ACBCDF2ECF8B}"/>
                </a:ext>
              </a:extLst>
            </p:cNvPr>
            <p:cNvSpPr/>
            <p:nvPr/>
          </p:nvSpPr>
          <p:spPr>
            <a:xfrm>
              <a:off x="10950447" y="917674"/>
              <a:ext cx="157050" cy="157050"/>
            </a:xfrm>
            <a:prstGeom prst="diamond">
              <a:avLst/>
            </a:prstGeom>
            <a:solidFill>
              <a:srgbClr val="00B05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79" name="Oval 278">
              <a:extLst>
                <a:ext uri="{FF2B5EF4-FFF2-40B4-BE49-F238E27FC236}">
                  <a16:creationId xmlns:a16="http://schemas.microsoft.com/office/drawing/2014/main" id="{B53F3411-7DE9-DEEA-7472-14601B4D40B9}"/>
                </a:ext>
              </a:extLst>
            </p:cNvPr>
            <p:cNvSpPr/>
            <p:nvPr/>
          </p:nvSpPr>
          <p:spPr>
            <a:xfrm>
              <a:off x="10991797" y="958796"/>
              <a:ext cx="68217" cy="76014"/>
            </a:xfrm>
            <a:prstGeom prst="ellipse">
              <a:avLst/>
            </a:prstGeom>
            <a:solidFill>
              <a:srgbClr val="00B05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80" name="Group 279">
            <a:extLst>
              <a:ext uri="{FF2B5EF4-FFF2-40B4-BE49-F238E27FC236}">
                <a16:creationId xmlns:a16="http://schemas.microsoft.com/office/drawing/2014/main" id="{CEF98E7C-B6F2-227F-ADD8-7E13BE22D3B4}"/>
              </a:ext>
            </a:extLst>
          </p:cNvPr>
          <p:cNvGrpSpPr/>
          <p:nvPr/>
        </p:nvGrpSpPr>
        <p:grpSpPr>
          <a:xfrm>
            <a:off x="10243575" y="88412"/>
            <a:ext cx="871904" cy="748695"/>
            <a:chOff x="10243575" y="88412"/>
            <a:chExt cx="871904" cy="748695"/>
          </a:xfrm>
        </p:grpSpPr>
        <p:sp>
          <p:nvSpPr>
            <p:cNvPr id="281" name="Rectangle 280">
              <a:hlinkHover r:id="" action="ppaction://noaction" highlightClick="1"/>
              <a:extLst>
                <a:ext uri="{FF2B5EF4-FFF2-40B4-BE49-F238E27FC236}">
                  <a16:creationId xmlns:a16="http://schemas.microsoft.com/office/drawing/2014/main" id="{45FA75E2-2482-A0D1-670A-1D183A1FE73B}"/>
                </a:ext>
              </a:extLst>
            </p:cNvPr>
            <p:cNvSpPr/>
            <p:nvPr/>
          </p:nvSpPr>
          <p:spPr>
            <a:xfrm>
              <a:off x="10243575" y="8841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Defender Threat Intelligence</a:t>
              </a:r>
            </a:p>
          </p:txBody>
        </p:sp>
        <p:sp>
          <p:nvSpPr>
            <p:cNvPr id="282" name="Diamond 281">
              <a:extLst>
                <a:ext uri="{FF2B5EF4-FFF2-40B4-BE49-F238E27FC236}">
                  <a16:creationId xmlns:a16="http://schemas.microsoft.com/office/drawing/2014/main" id="{19064685-A632-484B-FEE4-A49538A31473}"/>
                </a:ext>
              </a:extLst>
            </p:cNvPr>
            <p:cNvSpPr/>
            <p:nvPr/>
          </p:nvSpPr>
          <p:spPr>
            <a:xfrm>
              <a:off x="10950447" y="91299"/>
              <a:ext cx="157050" cy="157050"/>
            </a:xfrm>
            <a:prstGeom prst="diamond">
              <a:avLst/>
            </a:prstGeom>
            <a:solidFill>
              <a:srgbClr val="00B05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83" name="Oval 282">
              <a:extLst>
                <a:ext uri="{FF2B5EF4-FFF2-40B4-BE49-F238E27FC236}">
                  <a16:creationId xmlns:a16="http://schemas.microsoft.com/office/drawing/2014/main" id="{5DB63033-B08D-732E-2E6B-633D83CFCFD0}"/>
                </a:ext>
              </a:extLst>
            </p:cNvPr>
            <p:cNvSpPr/>
            <p:nvPr/>
          </p:nvSpPr>
          <p:spPr>
            <a:xfrm>
              <a:off x="10991797" y="132421"/>
              <a:ext cx="68217" cy="76014"/>
            </a:xfrm>
            <a:prstGeom prst="ellipse">
              <a:avLst/>
            </a:prstGeom>
            <a:solidFill>
              <a:srgbClr val="00B05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84" name="Group 283">
            <a:extLst>
              <a:ext uri="{FF2B5EF4-FFF2-40B4-BE49-F238E27FC236}">
                <a16:creationId xmlns:a16="http://schemas.microsoft.com/office/drawing/2014/main" id="{84F76FB9-A3A0-3635-2CCA-505A788A431F}"/>
              </a:ext>
            </a:extLst>
          </p:cNvPr>
          <p:cNvGrpSpPr/>
          <p:nvPr/>
        </p:nvGrpSpPr>
        <p:grpSpPr>
          <a:xfrm>
            <a:off x="11226844" y="909114"/>
            <a:ext cx="871904" cy="748695"/>
            <a:chOff x="11226844" y="909114"/>
            <a:chExt cx="871904" cy="748695"/>
          </a:xfrm>
        </p:grpSpPr>
        <p:sp>
          <p:nvSpPr>
            <p:cNvPr id="285" name="Rectangle 284">
              <a:extLst>
                <a:ext uri="{FF2B5EF4-FFF2-40B4-BE49-F238E27FC236}">
                  <a16:creationId xmlns:a16="http://schemas.microsoft.com/office/drawing/2014/main" id="{D0DEFC49-C2BF-BFFC-5878-8A1A5D7F1EBC}"/>
                </a:ext>
              </a:extLst>
            </p:cNvPr>
            <p:cNvSpPr/>
            <p:nvPr/>
          </p:nvSpPr>
          <p:spPr>
            <a:xfrm>
              <a:off x="11226844" y="909114"/>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Defender for Office 365 (P2)</a:t>
              </a:r>
              <a:endPar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endParaRPr>
            </a:p>
          </p:txBody>
        </p:sp>
        <p:sp>
          <p:nvSpPr>
            <p:cNvPr id="286" name="Rectangle 285">
              <a:extLst>
                <a:ext uri="{FF2B5EF4-FFF2-40B4-BE49-F238E27FC236}">
                  <a16:creationId xmlns:a16="http://schemas.microsoft.com/office/drawing/2014/main" id="{6E5CE95C-AE04-49C3-EE45-40C0DA88B975}"/>
                </a:ext>
              </a:extLst>
            </p:cNvPr>
            <p:cNvSpPr/>
            <p:nvPr/>
          </p:nvSpPr>
          <p:spPr>
            <a:xfrm flipV="1">
              <a:off x="11977620" y="919817"/>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87" name="Oval 15">
              <a:extLst>
                <a:ext uri="{FF2B5EF4-FFF2-40B4-BE49-F238E27FC236}">
                  <a16:creationId xmlns:a16="http://schemas.microsoft.com/office/drawing/2014/main" id="{78929B63-EFB2-E618-66B3-B0E31270F696}"/>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288" name="Straight Connector 287">
              <a:extLst>
                <a:ext uri="{FF2B5EF4-FFF2-40B4-BE49-F238E27FC236}">
                  <a16:creationId xmlns:a16="http://schemas.microsoft.com/office/drawing/2014/main" id="{5461850B-9929-BD54-0565-305C6A8AB3F1}"/>
                </a:ext>
              </a:extLst>
            </p:cNvPr>
            <p:cNvCxnSpPr>
              <a:cxnSpLocks/>
              <a:stCxn id="287" idx="0"/>
            </p:cNvCxnSpPr>
            <p:nvPr/>
          </p:nvCxnSpPr>
          <p:spPr>
            <a:xfrm flipV="1">
              <a:off x="12017619" y="936410"/>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289" name="Straight Connector 288">
              <a:extLst>
                <a:ext uri="{FF2B5EF4-FFF2-40B4-BE49-F238E27FC236}">
                  <a16:creationId xmlns:a16="http://schemas.microsoft.com/office/drawing/2014/main" id="{C2C3398F-10C5-39A9-5952-CD912F1270F9}"/>
                </a:ext>
              </a:extLst>
            </p:cNvPr>
            <p:cNvCxnSpPr>
              <a:cxnSpLocks/>
            </p:cNvCxnSpPr>
            <p:nvPr/>
          </p:nvCxnSpPr>
          <p:spPr>
            <a:xfrm>
              <a:off x="12024533" y="936410"/>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290" name="Group 289">
            <a:extLst>
              <a:ext uri="{FF2B5EF4-FFF2-40B4-BE49-F238E27FC236}">
                <a16:creationId xmlns:a16="http://schemas.microsoft.com/office/drawing/2014/main" id="{6A78B3F8-40F4-81A5-77AD-019008902E34}"/>
              </a:ext>
            </a:extLst>
          </p:cNvPr>
          <p:cNvGrpSpPr/>
          <p:nvPr/>
        </p:nvGrpSpPr>
        <p:grpSpPr>
          <a:xfrm>
            <a:off x="11226844" y="88412"/>
            <a:ext cx="871904" cy="748695"/>
            <a:chOff x="11226844" y="88412"/>
            <a:chExt cx="871904" cy="748695"/>
          </a:xfrm>
        </p:grpSpPr>
        <p:sp>
          <p:nvSpPr>
            <p:cNvPr id="291" name="Rectangle 290">
              <a:hlinkHover r:id="" action="ppaction://noaction" highlightClick="1"/>
              <a:extLst>
                <a:ext uri="{FF2B5EF4-FFF2-40B4-BE49-F238E27FC236}">
                  <a16:creationId xmlns:a16="http://schemas.microsoft.com/office/drawing/2014/main" id="{F9D2C289-3981-5E99-E578-78200CF06754}"/>
                </a:ext>
              </a:extLst>
            </p:cNvPr>
            <p:cNvSpPr/>
            <p:nvPr/>
          </p:nvSpPr>
          <p:spPr>
            <a:xfrm>
              <a:off x="11226844" y="8841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Sentinel</a:t>
              </a:r>
            </a:p>
          </p:txBody>
        </p:sp>
        <p:sp>
          <p:nvSpPr>
            <p:cNvPr id="292" name="Oval 291">
              <a:extLst>
                <a:ext uri="{FF2B5EF4-FFF2-40B4-BE49-F238E27FC236}">
                  <a16:creationId xmlns:a16="http://schemas.microsoft.com/office/drawing/2014/main" id="{FB9333DC-2606-4AC6-49ED-19C6652B94D5}"/>
                </a:ext>
              </a:extLst>
            </p:cNvPr>
            <p:cNvSpPr/>
            <p:nvPr/>
          </p:nvSpPr>
          <p:spPr>
            <a:xfrm>
              <a:off x="11926270" y="97937"/>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93" name="Isosceles Triangle 648">
              <a:extLst>
                <a:ext uri="{FF2B5EF4-FFF2-40B4-BE49-F238E27FC236}">
                  <a16:creationId xmlns:a16="http://schemas.microsoft.com/office/drawing/2014/main" id="{EF34CC4D-D0BC-A24D-08F8-96BF3631D10C}"/>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94" name="Group 293">
            <a:extLst>
              <a:ext uri="{FF2B5EF4-FFF2-40B4-BE49-F238E27FC236}">
                <a16:creationId xmlns:a16="http://schemas.microsoft.com/office/drawing/2014/main" id="{31E03FFC-5D4B-8153-C27B-E2AA8A78445C}"/>
              </a:ext>
            </a:extLst>
          </p:cNvPr>
          <p:cNvGrpSpPr/>
          <p:nvPr/>
        </p:nvGrpSpPr>
        <p:grpSpPr>
          <a:xfrm>
            <a:off x="10235764" y="3370808"/>
            <a:ext cx="871904" cy="748695"/>
            <a:chOff x="10235764" y="3370808"/>
            <a:chExt cx="871904" cy="748695"/>
          </a:xfrm>
        </p:grpSpPr>
        <p:sp>
          <p:nvSpPr>
            <p:cNvPr id="295" name="Rectangle 294">
              <a:hlinkHover r:id="" action="ppaction://noaction" highlightClick="1"/>
              <a:extLst>
                <a:ext uri="{FF2B5EF4-FFF2-40B4-BE49-F238E27FC236}">
                  <a16:creationId xmlns:a16="http://schemas.microsoft.com/office/drawing/2014/main" id="{1000ADE7-5A32-2502-B9BE-120965E35276}"/>
                </a:ext>
              </a:extLst>
            </p:cNvPr>
            <p:cNvSpPr/>
            <p:nvPr/>
          </p:nvSpPr>
          <p:spPr>
            <a:xfrm>
              <a:off x="10235764" y="3370808"/>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Entra Permissions Management</a:t>
              </a:r>
            </a:p>
          </p:txBody>
        </p:sp>
        <p:sp>
          <p:nvSpPr>
            <p:cNvPr id="296" name="Oval 295">
              <a:extLst>
                <a:ext uri="{FF2B5EF4-FFF2-40B4-BE49-F238E27FC236}">
                  <a16:creationId xmlns:a16="http://schemas.microsoft.com/office/drawing/2014/main" id="{618A85EC-5B12-152B-195E-97B3D3FC4C80}"/>
                </a:ext>
              </a:extLst>
            </p:cNvPr>
            <p:cNvSpPr/>
            <p:nvPr/>
          </p:nvSpPr>
          <p:spPr>
            <a:xfrm>
              <a:off x="10933601" y="338217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97" name="Isosceles Triangle 648">
              <a:extLst>
                <a:ext uri="{FF2B5EF4-FFF2-40B4-BE49-F238E27FC236}">
                  <a16:creationId xmlns:a16="http://schemas.microsoft.com/office/drawing/2014/main" id="{0D67FA45-7D68-64B1-D46F-1E99FA7ECF4E}"/>
                </a:ext>
              </a:extLst>
            </p:cNvPr>
            <p:cNvSpPr/>
            <p:nvPr/>
          </p:nvSpPr>
          <p:spPr>
            <a:xfrm>
              <a:off x="10970020" y="339876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98" name="Group 297">
            <a:extLst>
              <a:ext uri="{FF2B5EF4-FFF2-40B4-BE49-F238E27FC236}">
                <a16:creationId xmlns:a16="http://schemas.microsoft.com/office/drawing/2014/main" id="{215DF57C-0273-A64E-2E4D-42D726985E51}"/>
              </a:ext>
            </a:extLst>
          </p:cNvPr>
          <p:cNvGrpSpPr/>
          <p:nvPr/>
        </p:nvGrpSpPr>
        <p:grpSpPr>
          <a:xfrm>
            <a:off x="10235764" y="4191922"/>
            <a:ext cx="871904" cy="748695"/>
            <a:chOff x="10235764" y="4191922"/>
            <a:chExt cx="871904" cy="748695"/>
          </a:xfrm>
        </p:grpSpPr>
        <p:sp>
          <p:nvSpPr>
            <p:cNvPr id="299" name="Rectangle 298">
              <a:hlinkHover r:id="" action="ppaction://noaction" highlightClick="1"/>
              <a:extLst>
                <a:ext uri="{FF2B5EF4-FFF2-40B4-BE49-F238E27FC236}">
                  <a16:creationId xmlns:a16="http://schemas.microsoft.com/office/drawing/2014/main" id="{47AFD8F0-ED18-92A8-F6BE-6E2A54992E70}"/>
                </a:ext>
              </a:extLst>
            </p:cNvPr>
            <p:cNvSpPr/>
            <p:nvPr/>
          </p:nvSpPr>
          <p:spPr>
            <a:xfrm>
              <a:off x="1023576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Firewall</a:t>
              </a:r>
            </a:p>
          </p:txBody>
        </p:sp>
        <p:sp>
          <p:nvSpPr>
            <p:cNvPr id="300" name="Oval 299">
              <a:extLst>
                <a:ext uri="{FF2B5EF4-FFF2-40B4-BE49-F238E27FC236}">
                  <a16:creationId xmlns:a16="http://schemas.microsoft.com/office/drawing/2014/main" id="{DD92A806-600F-5029-D143-05B992BB5CE0}"/>
                </a:ext>
              </a:extLst>
            </p:cNvPr>
            <p:cNvSpPr/>
            <p:nvPr/>
          </p:nvSpPr>
          <p:spPr>
            <a:xfrm>
              <a:off x="10933601"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01" name="Isosceles Triangle 648">
              <a:extLst>
                <a:ext uri="{FF2B5EF4-FFF2-40B4-BE49-F238E27FC236}">
                  <a16:creationId xmlns:a16="http://schemas.microsoft.com/office/drawing/2014/main" id="{026AD7CE-6D97-BE9A-9FD2-2872198926A3}"/>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02" name="Group 301">
            <a:extLst>
              <a:ext uri="{FF2B5EF4-FFF2-40B4-BE49-F238E27FC236}">
                <a16:creationId xmlns:a16="http://schemas.microsoft.com/office/drawing/2014/main" id="{F01457F2-8EE4-8313-F738-147A3649D8BF}"/>
              </a:ext>
            </a:extLst>
          </p:cNvPr>
          <p:cNvGrpSpPr/>
          <p:nvPr/>
        </p:nvGrpSpPr>
        <p:grpSpPr>
          <a:xfrm>
            <a:off x="11226844" y="4191922"/>
            <a:ext cx="871904" cy="748695"/>
            <a:chOff x="11226844" y="4191922"/>
            <a:chExt cx="871904" cy="748695"/>
          </a:xfrm>
        </p:grpSpPr>
        <p:sp>
          <p:nvSpPr>
            <p:cNvPr id="303" name="Rectangle 302">
              <a:hlinkHover r:id="" action="ppaction://noaction" highlightClick="1"/>
              <a:extLst>
                <a:ext uri="{FF2B5EF4-FFF2-40B4-BE49-F238E27FC236}">
                  <a16:creationId xmlns:a16="http://schemas.microsoft.com/office/drawing/2014/main" id="{48CCDE7D-A9B2-8FAD-8FE7-35A6D224CDB0}"/>
                </a:ext>
              </a:extLst>
            </p:cNvPr>
            <p:cNvSpPr/>
            <p:nvPr/>
          </p:nvSpPr>
          <p:spPr>
            <a:xfrm>
              <a:off x="1122684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for IoT</a:t>
              </a:r>
            </a:p>
          </p:txBody>
        </p:sp>
        <p:sp>
          <p:nvSpPr>
            <p:cNvPr id="304" name="Oval 303">
              <a:extLst>
                <a:ext uri="{FF2B5EF4-FFF2-40B4-BE49-F238E27FC236}">
                  <a16:creationId xmlns:a16="http://schemas.microsoft.com/office/drawing/2014/main" id="{15B1DCD4-AFCA-1F2A-043B-74246865A2C1}"/>
                </a:ext>
              </a:extLst>
            </p:cNvPr>
            <p:cNvSpPr/>
            <p:nvPr/>
          </p:nvSpPr>
          <p:spPr>
            <a:xfrm>
              <a:off x="11923386"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05" name="Isosceles Triangle 648">
              <a:extLst>
                <a:ext uri="{FF2B5EF4-FFF2-40B4-BE49-F238E27FC236}">
                  <a16:creationId xmlns:a16="http://schemas.microsoft.com/office/drawing/2014/main" id="{22148B63-322D-2275-8708-F4F4F62C9F97}"/>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06" name="Group 305">
            <a:extLst>
              <a:ext uri="{FF2B5EF4-FFF2-40B4-BE49-F238E27FC236}">
                <a16:creationId xmlns:a16="http://schemas.microsoft.com/office/drawing/2014/main" id="{69411143-519F-D199-ABAA-11DC5B0C2CFB}"/>
              </a:ext>
            </a:extLst>
          </p:cNvPr>
          <p:cNvGrpSpPr/>
          <p:nvPr/>
        </p:nvGrpSpPr>
        <p:grpSpPr>
          <a:xfrm>
            <a:off x="10235764" y="5012622"/>
            <a:ext cx="871904" cy="748695"/>
            <a:chOff x="10235764" y="5012622"/>
            <a:chExt cx="871904" cy="748695"/>
          </a:xfrm>
        </p:grpSpPr>
        <p:sp>
          <p:nvSpPr>
            <p:cNvPr id="307" name="Rectangle 306">
              <a:hlinkHover r:id="" action="ppaction://noaction" highlightClick="1"/>
              <a:extLst>
                <a:ext uri="{FF2B5EF4-FFF2-40B4-BE49-F238E27FC236}">
                  <a16:creationId xmlns:a16="http://schemas.microsoft.com/office/drawing/2014/main" id="{FF1FBD90-2642-A084-6E55-212831DF74FE}"/>
                </a:ext>
              </a:extLst>
            </p:cNvPr>
            <p:cNvSpPr/>
            <p:nvPr/>
          </p:nvSpPr>
          <p:spPr>
            <a:xfrm>
              <a:off x="10235764"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AD External Identities</a:t>
              </a:r>
            </a:p>
          </p:txBody>
        </p:sp>
        <p:sp>
          <p:nvSpPr>
            <p:cNvPr id="308" name="Oval 307">
              <a:extLst>
                <a:ext uri="{FF2B5EF4-FFF2-40B4-BE49-F238E27FC236}">
                  <a16:creationId xmlns:a16="http://schemas.microsoft.com/office/drawing/2014/main" id="{31CF9765-23C5-AF88-D6A7-F5C35ED25BFD}"/>
                </a:ext>
              </a:extLst>
            </p:cNvPr>
            <p:cNvSpPr/>
            <p:nvPr/>
          </p:nvSpPr>
          <p:spPr>
            <a:xfrm>
              <a:off x="10930426"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09" name="Isosceles Triangle 648">
              <a:extLst>
                <a:ext uri="{FF2B5EF4-FFF2-40B4-BE49-F238E27FC236}">
                  <a16:creationId xmlns:a16="http://schemas.microsoft.com/office/drawing/2014/main" id="{17493688-5AEA-8512-212D-BB4C1F08D072}"/>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10" name="Group 309">
            <a:extLst>
              <a:ext uri="{FF2B5EF4-FFF2-40B4-BE49-F238E27FC236}">
                <a16:creationId xmlns:a16="http://schemas.microsoft.com/office/drawing/2014/main" id="{6DDCAEBC-5ED0-0DDC-A70E-A9F7324BDFB5}"/>
              </a:ext>
            </a:extLst>
          </p:cNvPr>
          <p:cNvGrpSpPr/>
          <p:nvPr/>
        </p:nvGrpSpPr>
        <p:grpSpPr>
          <a:xfrm>
            <a:off x="11226844" y="5012622"/>
            <a:ext cx="871904" cy="748695"/>
            <a:chOff x="11226844" y="5012622"/>
            <a:chExt cx="871904" cy="748695"/>
          </a:xfrm>
        </p:grpSpPr>
        <p:sp>
          <p:nvSpPr>
            <p:cNvPr id="311" name="Rectangle 310">
              <a:hlinkHover r:id="" action="ppaction://noaction" highlightClick="1"/>
              <a:extLst>
                <a:ext uri="{FF2B5EF4-FFF2-40B4-BE49-F238E27FC236}">
                  <a16:creationId xmlns:a16="http://schemas.microsoft.com/office/drawing/2014/main" id="{B171C76B-CB45-8500-2D55-3CB596BDB866}"/>
                </a:ext>
              </a:extLst>
            </p:cNvPr>
            <p:cNvSpPr/>
            <p:nvPr/>
          </p:nvSpPr>
          <p:spPr>
            <a:xfrm>
              <a:off x="11226844"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for Cloud</a:t>
              </a:r>
            </a:p>
          </p:txBody>
        </p:sp>
        <p:sp>
          <p:nvSpPr>
            <p:cNvPr id="312" name="Oval 311">
              <a:extLst>
                <a:ext uri="{FF2B5EF4-FFF2-40B4-BE49-F238E27FC236}">
                  <a16:creationId xmlns:a16="http://schemas.microsoft.com/office/drawing/2014/main" id="{DCB99845-3A7A-5208-2319-F83D26D0D4B7}"/>
                </a:ext>
              </a:extLst>
            </p:cNvPr>
            <p:cNvSpPr/>
            <p:nvPr/>
          </p:nvSpPr>
          <p:spPr>
            <a:xfrm>
              <a:off x="11920211"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13" name="Isosceles Triangle 648">
              <a:extLst>
                <a:ext uri="{FF2B5EF4-FFF2-40B4-BE49-F238E27FC236}">
                  <a16:creationId xmlns:a16="http://schemas.microsoft.com/office/drawing/2014/main" id="{7772602A-D438-3A97-2680-52474BD1F953}"/>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14" name="Group 313">
            <a:extLst>
              <a:ext uri="{FF2B5EF4-FFF2-40B4-BE49-F238E27FC236}">
                <a16:creationId xmlns:a16="http://schemas.microsoft.com/office/drawing/2014/main" id="{B13E95A6-9B42-B29A-177B-B1CDF0269563}"/>
              </a:ext>
            </a:extLst>
          </p:cNvPr>
          <p:cNvGrpSpPr/>
          <p:nvPr/>
        </p:nvGrpSpPr>
        <p:grpSpPr>
          <a:xfrm>
            <a:off x="8253594" y="4191922"/>
            <a:ext cx="871904" cy="748695"/>
            <a:chOff x="8253594" y="4191922"/>
            <a:chExt cx="871904" cy="748695"/>
          </a:xfrm>
        </p:grpSpPr>
        <p:sp>
          <p:nvSpPr>
            <p:cNvPr id="315" name="Rectangle 314">
              <a:hlinkHover r:id="" action="ppaction://noaction" highlightClick="1"/>
              <a:extLst>
                <a:ext uri="{FF2B5EF4-FFF2-40B4-BE49-F238E27FC236}">
                  <a16:creationId xmlns:a16="http://schemas.microsoft.com/office/drawing/2014/main" id="{32584F18-B3F6-D7BF-5750-AFBA3BD1736E}"/>
                </a:ext>
              </a:extLst>
            </p:cNvPr>
            <p:cNvSpPr/>
            <p:nvPr/>
          </p:nvSpPr>
          <p:spPr>
            <a:xfrm>
              <a:off x="825359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DDoS Protection</a:t>
              </a:r>
            </a:p>
          </p:txBody>
        </p:sp>
        <p:sp>
          <p:nvSpPr>
            <p:cNvPr id="316" name="Oval 315">
              <a:extLst>
                <a:ext uri="{FF2B5EF4-FFF2-40B4-BE49-F238E27FC236}">
                  <a16:creationId xmlns:a16="http://schemas.microsoft.com/office/drawing/2014/main" id="{B61E4275-579E-A899-3999-C3D6F0E5543F}"/>
                </a:ext>
              </a:extLst>
            </p:cNvPr>
            <p:cNvSpPr/>
            <p:nvPr/>
          </p:nvSpPr>
          <p:spPr>
            <a:xfrm>
              <a:off x="8953395"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17" name="Isosceles Triangle 648">
              <a:extLst>
                <a:ext uri="{FF2B5EF4-FFF2-40B4-BE49-F238E27FC236}">
                  <a16:creationId xmlns:a16="http://schemas.microsoft.com/office/drawing/2014/main" id="{AF4C2F27-1562-233E-D1CA-08C72F2E3924}"/>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18" name="Group 317">
            <a:extLst>
              <a:ext uri="{FF2B5EF4-FFF2-40B4-BE49-F238E27FC236}">
                <a16:creationId xmlns:a16="http://schemas.microsoft.com/office/drawing/2014/main" id="{AF3A667E-AABF-A37D-AA2C-B76A29F5F2B0}"/>
              </a:ext>
            </a:extLst>
          </p:cNvPr>
          <p:cNvGrpSpPr/>
          <p:nvPr/>
        </p:nvGrpSpPr>
        <p:grpSpPr>
          <a:xfrm>
            <a:off x="9244674" y="4191922"/>
            <a:ext cx="871904" cy="748695"/>
            <a:chOff x="9244674" y="4191922"/>
            <a:chExt cx="871904" cy="748695"/>
          </a:xfrm>
        </p:grpSpPr>
        <p:sp>
          <p:nvSpPr>
            <p:cNvPr id="319" name="Rectangle 318">
              <a:hlinkHover r:id="" action="ppaction://noaction" highlightClick="1"/>
              <a:extLst>
                <a:ext uri="{FF2B5EF4-FFF2-40B4-BE49-F238E27FC236}">
                  <a16:creationId xmlns:a16="http://schemas.microsoft.com/office/drawing/2014/main" id="{68BE975F-7245-C56F-3F6C-BBF14F790F99}"/>
                </a:ext>
              </a:extLst>
            </p:cNvPr>
            <p:cNvSpPr/>
            <p:nvPr/>
          </p:nvSpPr>
          <p:spPr>
            <a:xfrm>
              <a:off x="924467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Policy</a:t>
              </a:r>
            </a:p>
          </p:txBody>
        </p:sp>
        <p:sp>
          <p:nvSpPr>
            <p:cNvPr id="320" name="Oval 319">
              <a:extLst>
                <a:ext uri="{FF2B5EF4-FFF2-40B4-BE49-F238E27FC236}">
                  <a16:creationId xmlns:a16="http://schemas.microsoft.com/office/drawing/2014/main" id="{B42423C7-FDDF-EF8E-7B65-DC5FE6868AA8}"/>
                </a:ext>
              </a:extLst>
            </p:cNvPr>
            <p:cNvSpPr/>
            <p:nvPr/>
          </p:nvSpPr>
          <p:spPr>
            <a:xfrm>
              <a:off x="9943180"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21" name="Isosceles Triangle 648">
              <a:extLst>
                <a:ext uri="{FF2B5EF4-FFF2-40B4-BE49-F238E27FC236}">
                  <a16:creationId xmlns:a16="http://schemas.microsoft.com/office/drawing/2014/main" id="{02926B50-C64D-CD12-B54D-90892A0B4372}"/>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22" name="Group 321">
            <a:extLst>
              <a:ext uri="{FF2B5EF4-FFF2-40B4-BE49-F238E27FC236}">
                <a16:creationId xmlns:a16="http://schemas.microsoft.com/office/drawing/2014/main" id="{3E5C34B4-533A-755F-9C0F-003D866B1F66}"/>
              </a:ext>
            </a:extLst>
          </p:cNvPr>
          <p:cNvGrpSpPr/>
          <p:nvPr/>
        </p:nvGrpSpPr>
        <p:grpSpPr>
          <a:xfrm>
            <a:off x="8253594" y="5012622"/>
            <a:ext cx="871904" cy="748695"/>
            <a:chOff x="8253594" y="5012622"/>
            <a:chExt cx="871904" cy="748695"/>
          </a:xfrm>
        </p:grpSpPr>
        <p:sp>
          <p:nvSpPr>
            <p:cNvPr id="323" name="Rectangle 322">
              <a:hlinkHover r:id="" action="ppaction://noaction" highlightClick="1"/>
              <a:extLst>
                <a:ext uri="{FF2B5EF4-FFF2-40B4-BE49-F238E27FC236}">
                  <a16:creationId xmlns:a16="http://schemas.microsoft.com/office/drawing/2014/main" id="{49D28297-58C7-0D53-EAFF-7C7D357CF065}"/>
                </a:ext>
              </a:extLst>
            </p:cNvPr>
            <p:cNvSpPr/>
            <p:nvPr/>
          </p:nvSpPr>
          <p:spPr>
            <a:xfrm>
              <a:off x="8253594"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Front Door</a:t>
              </a:r>
            </a:p>
          </p:txBody>
        </p:sp>
        <p:sp>
          <p:nvSpPr>
            <p:cNvPr id="324" name="Oval 323">
              <a:extLst>
                <a:ext uri="{FF2B5EF4-FFF2-40B4-BE49-F238E27FC236}">
                  <a16:creationId xmlns:a16="http://schemas.microsoft.com/office/drawing/2014/main" id="{A83B12AB-9196-9CDA-C955-0C62AC0E246E}"/>
                </a:ext>
              </a:extLst>
            </p:cNvPr>
            <p:cNvSpPr/>
            <p:nvPr/>
          </p:nvSpPr>
          <p:spPr>
            <a:xfrm>
              <a:off x="8953395"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25" name="Isosceles Triangle 648">
              <a:extLst>
                <a:ext uri="{FF2B5EF4-FFF2-40B4-BE49-F238E27FC236}">
                  <a16:creationId xmlns:a16="http://schemas.microsoft.com/office/drawing/2014/main" id="{4BAD42D5-84EE-A949-8551-7839DCE8A612}"/>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26" name="Group 325">
            <a:extLst>
              <a:ext uri="{FF2B5EF4-FFF2-40B4-BE49-F238E27FC236}">
                <a16:creationId xmlns:a16="http://schemas.microsoft.com/office/drawing/2014/main" id="{1BF01CAA-DBB3-6F6C-9D3A-60C9EB18A895}"/>
              </a:ext>
            </a:extLst>
          </p:cNvPr>
          <p:cNvGrpSpPr/>
          <p:nvPr/>
        </p:nvGrpSpPr>
        <p:grpSpPr>
          <a:xfrm>
            <a:off x="9258526" y="5012622"/>
            <a:ext cx="871904" cy="748695"/>
            <a:chOff x="9258526" y="5012622"/>
            <a:chExt cx="871904" cy="748695"/>
          </a:xfrm>
        </p:grpSpPr>
        <p:sp>
          <p:nvSpPr>
            <p:cNvPr id="327" name="Rectangle 326">
              <a:hlinkHover r:id="" action="ppaction://noaction" highlightClick="1"/>
              <a:extLst>
                <a:ext uri="{FF2B5EF4-FFF2-40B4-BE49-F238E27FC236}">
                  <a16:creationId xmlns:a16="http://schemas.microsoft.com/office/drawing/2014/main" id="{A065A2AE-B675-2880-D7FD-C2807FBB909B}"/>
                </a:ext>
              </a:extLst>
            </p:cNvPr>
            <p:cNvSpPr/>
            <p:nvPr/>
          </p:nvSpPr>
          <p:spPr>
            <a:xfrm>
              <a:off x="9258526"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Defender External Attack Surface Management</a:t>
              </a:r>
            </a:p>
          </p:txBody>
        </p:sp>
        <p:sp>
          <p:nvSpPr>
            <p:cNvPr id="328" name="Oval 327">
              <a:extLst>
                <a:ext uri="{FF2B5EF4-FFF2-40B4-BE49-F238E27FC236}">
                  <a16:creationId xmlns:a16="http://schemas.microsoft.com/office/drawing/2014/main" id="{AF64F8CA-B0D6-458D-7217-B93C360CE3AD}"/>
                </a:ext>
              </a:extLst>
            </p:cNvPr>
            <p:cNvSpPr/>
            <p:nvPr/>
          </p:nvSpPr>
          <p:spPr>
            <a:xfrm>
              <a:off x="9952705"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29" name="Isosceles Triangle 648">
              <a:extLst>
                <a:ext uri="{FF2B5EF4-FFF2-40B4-BE49-F238E27FC236}">
                  <a16:creationId xmlns:a16="http://schemas.microsoft.com/office/drawing/2014/main" id="{801D0388-66D6-6D5C-61FF-94A98FACDC84}"/>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30" name="Group 329">
            <a:extLst>
              <a:ext uri="{FF2B5EF4-FFF2-40B4-BE49-F238E27FC236}">
                <a16:creationId xmlns:a16="http://schemas.microsoft.com/office/drawing/2014/main" id="{C61B0379-3838-04E9-30A8-7932C9B8BC5D}"/>
              </a:ext>
            </a:extLst>
          </p:cNvPr>
          <p:cNvGrpSpPr/>
          <p:nvPr/>
        </p:nvGrpSpPr>
        <p:grpSpPr>
          <a:xfrm>
            <a:off x="7262509" y="4191922"/>
            <a:ext cx="871904" cy="748695"/>
            <a:chOff x="7262509" y="4191922"/>
            <a:chExt cx="871904" cy="748695"/>
          </a:xfrm>
        </p:grpSpPr>
        <p:sp>
          <p:nvSpPr>
            <p:cNvPr id="331" name="Rectangle 330">
              <a:hlinkHover r:id="" action="ppaction://noaction" highlightClick="1"/>
              <a:extLst>
                <a:ext uri="{FF2B5EF4-FFF2-40B4-BE49-F238E27FC236}">
                  <a16:creationId xmlns:a16="http://schemas.microsoft.com/office/drawing/2014/main" id="{0E4C8C40-6271-1111-BF9D-9B153B009AF6}"/>
                </a:ext>
              </a:extLst>
            </p:cNvPr>
            <p:cNvSpPr/>
            <p:nvPr/>
          </p:nvSpPr>
          <p:spPr>
            <a:xfrm>
              <a:off x="7262509"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Confidential Computing</a:t>
              </a:r>
            </a:p>
          </p:txBody>
        </p:sp>
        <p:sp>
          <p:nvSpPr>
            <p:cNvPr id="332" name="Oval 331">
              <a:extLst>
                <a:ext uri="{FF2B5EF4-FFF2-40B4-BE49-F238E27FC236}">
                  <a16:creationId xmlns:a16="http://schemas.microsoft.com/office/drawing/2014/main" id="{1F8748A1-4D65-9470-4650-C6F49AB48A31}"/>
                </a:ext>
              </a:extLst>
            </p:cNvPr>
            <p:cNvSpPr/>
            <p:nvPr/>
          </p:nvSpPr>
          <p:spPr>
            <a:xfrm>
              <a:off x="7961226"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33" name="Isosceles Triangle 648">
              <a:extLst>
                <a:ext uri="{FF2B5EF4-FFF2-40B4-BE49-F238E27FC236}">
                  <a16:creationId xmlns:a16="http://schemas.microsoft.com/office/drawing/2014/main" id="{395EDD63-82E4-D5F3-6896-49627A411FD2}"/>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34" name="Group 333">
            <a:extLst>
              <a:ext uri="{FF2B5EF4-FFF2-40B4-BE49-F238E27FC236}">
                <a16:creationId xmlns:a16="http://schemas.microsoft.com/office/drawing/2014/main" id="{2AA97539-D93B-C74D-DC7C-C45FD226AF37}"/>
              </a:ext>
            </a:extLst>
          </p:cNvPr>
          <p:cNvGrpSpPr/>
          <p:nvPr/>
        </p:nvGrpSpPr>
        <p:grpSpPr>
          <a:xfrm>
            <a:off x="7262509" y="5012622"/>
            <a:ext cx="871904" cy="748695"/>
            <a:chOff x="7262509" y="5012622"/>
            <a:chExt cx="871904" cy="748695"/>
          </a:xfrm>
        </p:grpSpPr>
        <p:sp>
          <p:nvSpPr>
            <p:cNvPr id="335" name="Rectangle 334">
              <a:hlinkHover r:id="" action="ppaction://noaction" highlightClick="1"/>
              <a:extLst>
                <a:ext uri="{FF2B5EF4-FFF2-40B4-BE49-F238E27FC236}">
                  <a16:creationId xmlns:a16="http://schemas.microsoft.com/office/drawing/2014/main" id="{BBF27175-B26E-B22A-483A-CDD55BCE2BB7}"/>
                </a:ext>
              </a:extLst>
            </p:cNvPr>
            <p:cNvSpPr/>
            <p:nvPr/>
          </p:nvSpPr>
          <p:spPr>
            <a:xfrm>
              <a:off x="7262509"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Arc</a:t>
              </a:r>
            </a:p>
          </p:txBody>
        </p:sp>
        <p:sp>
          <p:nvSpPr>
            <p:cNvPr id="336" name="Oval 335">
              <a:extLst>
                <a:ext uri="{FF2B5EF4-FFF2-40B4-BE49-F238E27FC236}">
                  <a16:creationId xmlns:a16="http://schemas.microsoft.com/office/drawing/2014/main" id="{72AC1D76-5753-1350-357F-6442ADDC7546}"/>
                </a:ext>
              </a:extLst>
            </p:cNvPr>
            <p:cNvSpPr/>
            <p:nvPr/>
          </p:nvSpPr>
          <p:spPr>
            <a:xfrm>
              <a:off x="7961226"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37" name="Isosceles Triangle 648">
              <a:extLst>
                <a:ext uri="{FF2B5EF4-FFF2-40B4-BE49-F238E27FC236}">
                  <a16:creationId xmlns:a16="http://schemas.microsoft.com/office/drawing/2014/main" id="{C80C365F-168D-A785-E604-96727B363251}"/>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38" name="Group 337">
            <a:extLst>
              <a:ext uri="{FF2B5EF4-FFF2-40B4-BE49-F238E27FC236}">
                <a16:creationId xmlns:a16="http://schemas.microsoft.com/office/drawing/2014/main" id="{2BA9D6BA-1FF1-2407-EEE3-293A68E9DAE0}"/>
              </a:ext>
            </a:extLst>
          </p:cNvPr>
          <p:cNvGrpSpPr/>
          <p:nvPr/>
        </p:nvGrpSpPr>
        <p:grpSpPr>
          <a:xfrm>
            <a:off x="5280339" y="4191922"/>
            <a:ext cx="871904" cy="748695"/>
            <a:chOff x="5280339" y="4191922"/>
            <a:chExt cx="871904" cy="748695"/>
          </a:xfrm>
        </p:grpSpPr>
        <p:sp>
          <p:nvSpPr>
            <p:cNvPr id="339" name="Rectangle 338">
              <a:hlinkHover r:id="" action="ppaction://noaction" highlightClick="1"/>
              <a:extLst>
                <a:ext uri="{FF2B5EF4-FFF2-40B4-BE49-F238E27FC236}">
                  <a16:creationId xmlns:a16="http://schemas.microsoft.com/office/drawing/2014/main" id="{BE382F60-F4CB-1F04-0F11-3E58D0D3A23A}"/>
                </a:ext>
              </a:extLst>
            </p:cNvPr>
            <p:cNvSpPr/>
            <p:nvPr/>
          </p:nvSpPr>
          <p:spPr>
            <a:xfrm>
              <a:off x="5280339"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Network Security Groups</a:t>
              </a:r>
            </a:p>
          </p:txBody>
        </p:sp>
        <p:sp>
          <p:nvSpPr>
            <p:cNvPr id="340" name="Oval 339">
              <a:extLst>
                <a:ext uri="{FF2B5EF4-FFF2-40B4-BE49-F238E27FC236}">
                  <a16:creationId xmlns:a16="http://schemas.microsoft.com/office/drawing/2014/main" id="{44594AFD-96CB-8AE9-260A-BBE321629E6F}"/>
                </a:ext>
              </a:extLst>
            </p:cNvPr>
            <p:cNvSpPr/>
            <p:nvPr/>
          </p:nvSpPr>
          <p:spPr>
            <a:xfrm>
              <a:off x="5977845"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41" name="Isosceles Triangle 648">
              <a:extLst>
                <a:ext uri="{FF2B5EF4-FFF2-40B4-BE49-F238E27FC236}">
                  <a16:creationId xmlns:a16="http://schemas.microsoft.com/office/drawing/2014/main" id="{72392523-D0B2-B25A-BF0E-7F0D2E60A2CF}"/>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42" name="Group 341">
            <a:extLst>
              <a:ext uri="{FF2B5EF4-FFF2-40B4-BE49-F238E27FC236}">
                <a16:creationId xmlns:a16="http://schemas.microsoft.com/office/drawing/2014/main" id="{CA9F6360-F5CE-5C8A-314B-142A5ECAA7DD}"/>
              </a:ext>
            </a:extLst>
          </p:cNvPr>
          <p:cNvGrpSpPr/>
          <p:nvPr/>
        </p:nvGrpSpPr>
        <p:grpSpPr>
          <a:xfrm>
            <a:off x="6271424" y="4191922"/>
            <a:ext cx="871904" cy="748695"/>
            <a:chOff x="6271424" y="4191922"/>
            <a:chExt cx="871904" cy="748695"/>
          </a:xfrm>
        </p:grpSpPr>
        <p:sp>
          <p:nvSpPr>
            <p:cNvPr id="343" name="Rectangle 342">
              <a:hlinkHover r:id="" action="ppaction://noaction" highlightClick="1"/>
              <a:extLst>
                <a:ext uri="{FF2B5EF4-FFF2-40B4-BE49-F238E27FC236}">
                  <a16:creationId xmlns:a16="http://schemas.microsoft.com/office/drawing/2014/main" id="{0842AE9E-6F47-B52C-03A7-F3DF07C07B37}"/>
                </a:ext>
              </a:extLst>
            </p:cNvPr>
            <p:cNvSpPr/>
            <p:nvPr/>
          </p:nvSpPr>
          <p:spPr>
            <a:xfrm>
              <a:off x="627142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Bastion</a:t>
              </a:r>
            </a:p>
          </p:txBody>
        </p:sp>
        <p:sp>
          <p:nvSpPr>
            <p:cNvPr id="344" name="Oval 343">
              <a:extLst>
                <a:ext uri="{FF2B5EF4-FFF2-40B4-BE49-F238E27FC236}">
                  <a16:creationId xmlns:a16="http://schemas.microsoft.com/office/drawing/2014/main" id="{A03DA32A-BBB3-6F6E-AAE5-C32B047E0610}"/>
                </a:ext>
              </a:extLst>
            </p:cNvPr>
            <p:cNvSpPr/>
            <p:nvPr/>
          </p:nvSpPr>
          <p:spPr>
            <a:xfrm>
              <a:off x="6970805"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45" name="Isosceles Triangle 648">
              <a:extLst>
                <a:ext uri="{FF2B5EF4-FFF2-40B4-BE49-F238E27FC236}">
                  <a16:creationId xmlns:a16="http://schemas.microsoft.com/office/drawing/2014/main" id="{B09CBBFB-33B4-9508-B41C-7FD70686A2DF}"/>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46" name="Group 345">
            <a:extLst>
              <a:ext uri="{FF2B5EF4-FFF2-40B4-BE49-F238E27FC236}">
                <a16:creationId xmlns:a16="http://schemas.microsoft.com/office/drawing/2014/main" id="{73143ACB-E98E-9887-7FC2-809C589315AB}"/>
              </a:ext>
            </a:extLst>
          </p:cNvPr>
          <p:cNvGrpSpPr/>
          <p:nvPr/>
        </p:nvGrpSpPr>
        <p:grpSpPr>
          <a:xfrm>
            <a:off x="5280339" y="5012622"/>
            <a:ext cx="871904" cy="748695"/>
            <a:chOff x="5280339" y="5012622"/>
            <a:chExt cx="871904" cy="748695"/>
          </a:xfrm>
        </p:grpSpPr>
        <p:sp>
          <p:nvSpPr>
            <p:cNvPr id="347" name="Rectangle 346">
              <a:hlinkHover r:id="" action="ppaction://noaction" highlightClick="1"/>
              <a:extLst>
                <a:ext uri="{FF2B5EF4-FFF2-40B4-BE49-F238E27FC236}">
                  <a16:creationId xmlns:a16="http://schemas.microsoft.com/office/drawing/2014/main" id="{8B786DDF-D114-094D-ADC7-5EE0F64C1161}"/>
                </a:ext>
              </a:extLst>
            </p:cNvPr>
            <p:cNvSpPr/>
            <p:nvPr/>
          </p:nvSpPr>
          <p:spPr>
            <a:xfrm>
              <a:off x="5280339"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Key Vault</a:t>
              </a:r>
            </a:p>
          </p:txBody>
        </p:sp>
        <p:sp>
          <p:nvSpPr>
            <p:cNvPr id="348" name="Oval 347">
              <a:extLst>
                <a:ext uri="{FF2B5EF4-FFF2-40B4-BE49-F238E27FC236}">
                  <a16:creationId xmlns:a16="http://schemas.microsoft.com/office/drawing/2014/main" id="{C98B74BF-6F54-19B7-0380-5A2324F89E7D}"/>
                </a:ext>
              </a:extLst>
            </p:cNvPr>
            <p:cNvSpPr/>
            <p:nvPr/>
          </p:nvSpPr>
          <p:spPr>
            <a:xfrm>
              <a:off x="5977845"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49" name="Isosceles Triangle 648">
              <a:extLst>
                <a:ext uri="{FF2B5EF4-FFF2-40B4-BE49-F238E27FC236}">
                  <a16:creationId xmlns:a16="http://schemas.microsoft.com/office/drawing/2014/main" id="{5CDD24AF-FE93-66BB-87CF-C858CEB05F46}"/>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50" name="Group 349">
            <a:extLst>
              <a:ext uri="{FF2B5EF4-FFF2-40B4-BE49-F238E27FC236}">
                <a16:creationId xmlns:a16="http://schemas.microsoft.com/office/drawing/2014/main" id="{A35636D8-D59F-C70C-FFD3-E42C3AB140CB}"/>
              </a:ext>
            </a:extLst>
          </p:cNvPr>
          <p:cNvGrpSpPr/>
          <p:nvPr/>
        </p:nvGrpSpPr>
        <p:grpSpPr>
          <a:xfrm>
            <a:off x="6271424" y="5012622"/>
            <a:ext cx="871904" cy="748695"/>
            <a:chOff x="6271424" y="5012622"/>
            <a:chExt cx="871904" cy="748695"/>
          </a:xfrm>
        </p:grpSpPr>
        <p:sp>
          <p:nvSpPr>
            <p:cNvPr id="351" name="Rectangle 350">
              <a:hlinkHover r:id="" action="ppaction://noaction" highlightClick="1"/>
              <a:extLst>
                <a:ext uri="{FF2B5EF4-FFF2-40B4-BE49-F238E27FC236}">
                  <a16:creationId xmlns:a16="http://schemas.microsoft.com/office/drawing/2014/main" id="{48438424-9F21-ADE2-352C-F8979BF58CE6}"/>
                </a:ext>
              </a:extLst>
            </p:cNvPr>
            <p:cNvSpPr/>
            <p:nvPr/>
          </p:nvSpPr>
          <p:spPr>
            <a:xfrm>
              <a:off x="6271424"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Web Application Firewall</a:t>
              </a:r>
            </a:p>
          </p:txBody>
        </p:sp>
        <p:sp>
          <p:nvSpPr>
            <p:cNvPr id="352" name="Oval 351">
              <a:extLst>
                <a:ext uri="{FF2B5EF4-FFF2-40B4-BE49-F238E27FC236}">
                  <a16:creationId xmlns:a16="http://schemas.microsoft.com/office/drawing/2014/main" id="{4F85E243-DA1A-401F-3C9B-ECF49AD4161F}"/>
                </a:ext>
              </a:extLst>
            </p:cNvPr>
            <p:cNvSpPr/>
            <p:nvPr/>
          </p:nvSpPr>
          <p:spPr>
            <a:xfrm>
              <a:off x="6967630"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53" name="Isosceles Triangle 648">
              <a:extLst>
                <a:ext uri="{FF2B5EF4-FFF2-40B4-BE49-F238E27FC236}">
                  <a16:creationId xmlns:a16="http://schemas.microsoft.com/office/drawing/2014/main" id="{27777E65-D0D2-1CCC-AAFB-955F86421935}"/>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54" name="Group 353">
            <a:extLst>
              <a:ext uri="{FF2B5EF4-FFF2-40B4-BE49-F238E27FC236}">
                <a16:creationId xmlns:a16="http://schemas.microsoft.com/office/drawing/2014/main" id="{1B72230A-82CC-D7DC-F5C6-6E70B464383C}"/>
              </a:ext>
            </a:extLst>
          </p:cNvPr>
          <p:cNvGrpSpPr/>
          <p:nvPr/>
        </p:nvGrpSpPr>
        <p:grpSpPr>
          <a:xfrm>
            <a:off x="9244679" y="3370808"/>
            <a:ext cx="871904" cy="748695"/>
            <a:chOff x="9244679" y="3370808"/>
            <a:chExt cx="871904" cy="748695"/>
          </a:xfrm>
        </p:grpSpPr>
        <p:sp>
          <p:nvSpPr>
            <p:cNvPr id="355" name="Rectangle 354">
              <a:extLst>
                <a:ext uri="{FF2B5EF4-FFF2-40B4-BE49-F238E27FC236}">
                  <a16:creationId xmlns:a16="http://schemas.microsoft.com/office/drawing/2014/main" id="{4D7D1963-A0BD-0324-BFEE-643435BA3AC5}"/>
                </a:ext>
              </a:extLst>
            </p:cNvPr>
            <p:cNvSpPr/>
            <p:nvPr/>
          </p:nvSpPr>
          <p:spPr>
            <a:xfrm>
              <a:off x="9244679" y="3370808"/>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Identity Protection\\\\\\\\\\\\\</a:t>
              </a:r>
            </a:p>
          </p:txBody>
        </p:sp>
        <p:sp>
          <p:nvSpPr>
            <p:cNvPr id="356" name="Rectangle 355">
              <a:extLst>
                <a:ext uri="{FF2B5EF4-FFF2-40B4-BE49-F238E27FC236}">
                  <a16:creationId xmlns:a16="http://schemas.microsoft.com/office/drawing/2014/main" id="{95EF3B9A-A224-D5A6-9D0C-A8894DE8E8F0}"/>
                </a:ext>
              </a:extLst>
            </p:cNvPr>
            <p:cNvSpPr/>
            <p:nvPr/>
          </p:nvSpPr>
          <p:spPr>
            <a:xfrm flipV="1">
              <a:off x="9987040" y="3378276"/>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57" name="Oval 15">
              <a:extLst>
                <a:ext uri="{FF2B5EF4-FFF2-40B4-BE49-F238E27FC236}">
                  <a16:creationId xmlns:a16="http://schemas.microsoft.com/office/drawing/2014/main" id="{B0F402B6-A744-DB5A-AFDD-4440B078D0B5}"/>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358" name="Straight Connector 357">
              <a:extLst>
                <a:ext uri="{FF2B5EF4-FFF2-40B4-BE49-F238E27FC236}">
                  <a16:creationId xmlns:a16="http://schemas.microsoft.com/office/drawing/2014/main" id="{A97F718B-9897-2840-F369-C76FA4A06450}"/>
                </a:ext>
              </a:extLst>
            </p:cNvPr>
            <p:cNvCxnSpPr>
              <a:cxnSpLocks/>
              <a:stCxn id="357" idx="0"/>
            </p:cNvCxnSpPr>
            <p:nvPr/>
          </p:nvCxnSpPr>
          <p:spPr>
            <a:xfrm flipV="1">
              <a:off x="10027039" y="3394869"/>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359" name="Straight Connector 358">
              <a:extLst>
                <a:ext uri="{FF2B5EF4-FFF2-40B4-BE49-F238E27FC236}">
                  <a16:creationId xmlns:a16="http://schemas.microsoft.com/office/drawing/2014/main" id="{772BF9F8-6BCD-5DB6-FACC-1A5620144CAC}"/>
                </a:ext>
              </a:extLst>
            </p:cNvPr>
            <p:cNvCxnSpPr>
              <a:cxnSpLocks/>
            </p:cNvCxnSpPr>
            <p:nvPr/>
          </p:nvCxnSpPr>
          <p:spPr>
            <a:xfrm>
              <a:off x="10033953" y="3394869"/>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360" name="Group 359">
            <a:extLst>
              <a:ext uri="{FF2B5EF4-FFF2-40B4-BE49-F238E27FC236}">
                <a16:creationId xmlns:a16="http://schemas.microsoft.com/office/drawing/2014/main" id="{357747C2-B914-37BB-E3EA-354AD2E82748}"/>
              </a:ext>
            </a:extLst>
          </p:cNvPr>
          <p:cNvGrpSpPr/>
          <p:nvPr/>
        </p:nvGrpSpPr>
        <p:grpSpPr>
          <a:xfrm>
            <a:off x="9244679" y="1729815"/>
            <a:ext cx="871904" cy="748695"/>
            <a:chOff x="9244679" y="1729815"/>
            <a:chExt cx="871904" cy="748695"/>
          </a:xfrm>
        </p:grpSpPr>
        <p:sp>
          <p:nvSpPr>
            <p:cNvPr id="361" name="Rectangle 360">
              <a:hlinkHover r:id="" action="ppaction://noaction" highlightClick="1"/>
              <a:extLst>
                <a:ext uri="{FF2B5EF4-FFF2-40B4-BE49-F238E27FC236}">
                  <a16:creationId xmlns:a16="http://schemas.microsoft.com/office/drawing/2014/main" id="{D14B6CC9-9816-CCA9-2D0D-C6E82DE969DE}"/>
                </a:ext>
              </a:extLst>
            </p:cNvPr>
            <p:cNvSpPr/>
            <p:nvPr/>
          </p:nvSpPr>
          <p:spPr>
            <a:xfrm>
              <a:off x="9244679" y="1729815"/>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Compliance Manager</a:t>
              </a:r>
            </a:p>
          </p:txBody>
        </p:sp>
        <p:sp>
          <p:nvSpPr>
            <p:cNvPr id="362" name="Rectangle 361">
              <a:extLst>
                <a:ext uri="{FF2B5EF4-FFF2-40B4-BE49-F238E27FC236}">
                  <a16:creationId xmlns:a16="http://schemas.microsoft.com/office/drawing/2014/main" id="{31899DFB-439F-9C28-E3EC-64F33A644974}"/>
                </a:ext>
              </a:extLst>
            </p:cNvPr>
            <p:cNvSpPr/>
            <p:nvPr/>
          </p:nvSpPr>
          <p:spPr>
            <a:xfrm flipV="1">
              <a:off x="9987040" y="1733514"/>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63" name="Oval 15">
              <a:extLst>
                <a:ext uri="{FF2B5EF4-FFF2-40B4-BE49-F238E27FC236}">
                  <a16:creationId xmlns:a16="http://schemas.microsoft.com/office/drawing/2014/main" id="{E7664FC4-29B4-0B2B-F3BD-9B0A12377492}"/>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364" name="Straight Connector 363">
              <a:extLst>
                <a:ext uri="{FF2B5EF4-FFF2-40B4-BE49-F238E27FC236}">
                  <a16:creationId xmlns:a16="http://schemas.microsoft.com/office/drawing/2014/main" id="{137483E9-E95A-1ED8-ED7A-CD52206E4A0A}"/>
                </a:ext>
              </a:extLst>
            </p:cNvPr>
            <p:cNvCxnSpPr>
              <a:cxnSpLocks/>
              <a:stCxn id="363" idx="0"/>
            </p:cNvCxnSpPr>
            <p:nvPr/>
          </p:nvCxnSpPr>
          <p:spPr>
            <a:xfrm flipV="1">
              <a:off x="10027039" y="1750107"/>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365" name="Straight Connector 364">
              <a:extLst>
                <a:ext uri="{FF2B5EF4-FFF2-40B4-BE49-F238E27FC236}">
                  <a16:creationId xmlns:a16="http://schemas.microsoft.com/office/drawing/2014/main" id="{7275CB30-12CD-6F03-23B4-8037B1A86B05}"/>
                </a:ext>
              </a:extLst>
            </p:cNvPr>
            <p:cNvCxnSpPr>
              <a:cxnSpLocks/>
            </p:cNvCxnSpPr>
            <p:nvPr/>
          </p:nvCxnSpPr>
          <p:spPr>
            <a:xfrm>
              <a:off x="10033953" y="1750107"/>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366" name="Group 365">
            <a:extLst>
              <a:ext uri="{FF2B5EF4-FFF2-40B4-BE49-F238E27FC236}">
                <a16:creationId xmlns:a16="http://schemas.microsoft.com/office/drawing/2014/main" id="{39805DE7-F815-7521-4D35-1018C9CC3A5C}"/>
              </a:ext>
            </a:extLst>
          </p:cNvPr>
          <p:cNvGrpSpPr/>
          <p:nvPr/>
        </p:nvGrpSpPr>
        <p:grpSpPr>
          <a:xfrm>
            <a:off x="9244679" y="2560817"/>
            <a:ext cx="871904" cy="748696"/>
            <a:chOff x="9244679" y="2560817"/>
            <a:chExt cx="871904" cy="748696"/>
          </a:xfrm>
        </p:grpSpPr>
        <p:sp>
          <p:nvSpPr>
            <p:cNvPr id="367" name="Rectangle 366">
              <a:extLst>
                <a:ext uri="{FF2B5EF4-FFF2-40B4-BE49-F238E27FC236}">
                  <a16:creationId xmlns:a16="http://schemas.microsoft.com/office/drawing/2014/main" id="{7E85BC6C-C7C9-757A-A14C-EAB4D2A9B206}"/>
                </a:ext>
              </a:extLst>
            </p:cNvPr>
            <p:cNvSpPr/>
            <p:nvPr/>
          </p:nvSpPr>
          <p:spPr>
            <a:xfrm>
              <a:off x="9244679"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Intune</a:t>
              </a:r>
            </a:p>
          </p:txBody>
        </p:sp>
        <p:sp>
          <p:nvSpPr>
            <p:cNvPr id="368" name="Right Triangle 367">
              <a:extLst>
                <a:ext uri="{FF2B5EF4-FFF2-40B4-BE49-F238E27FC236}">
                  <a16:creationId xmlns:a16="http://schemas.microsoft.com/office/drawing/2014/main" id="{36AE36AE-0FA1-576A-DCC1-B6C26E6E5D2F}"/>
                </a:ext>
              </a:extLst>
            </p:cNvPr>
            <p:cNvSpPr/>
            <p:nvPr/>
          </p:nvSpPr>
          <p:spPr>
            <a:xfrm rot="10800000">
              <a:off x="9970339" y="2560817"/>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69" name="Oval 27">
              <a:extLst>
                <a:ext uri="{FF2B5EF4-FFF2-40B4-BE49-F238E27FC236}">
                  <a16:creationId xmlns:a16="http://schemas.microsoft.com/office/drawing/2014/main" id="{35C29E8E-9591-155A-B722-F211F912A732}"/>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70" name="Oval 28">
              <a:extLst>
                <a:ext uri="{FF2B5EF4-FFF2-40B4-BE49-F238E27FC236}">
                  <a16:creationId xmlns:a16="http://schemas.microsoft.com/office/drawing/2014/main" id="{1B60550C-28D8-A9D1-57EC-E354F10EA0E9}"/>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71" name="Group 370">
            <a:extLst>
              <a:ext uri="{FF2B5EF4-FFF2-40B4-BE49-F238E27FC236}">
                <a16:creationId xmlns:a16="http://schemas.microsoft.com/office/drawing/2014/main" id="{7ED75065-7F4B-2F8B-60EB-727518561FD3}"/>
              </a:ext>
            </a:extLst>
          </p:cNvPr>
          <p:cNvGrpSpPr/>
          <p:nvPr/>
        </p:nvGrpSpPr>
        <p:grpSpPr>
          <a:xfrm>
            <a:off x="6001946" y="4225217"/>
            <a:ext cx="871904" cy="748695"/>
            <a:chOff x="3298169" y="909114"/>
            <a:chExt cx="871904" cy="748695"/>
          </a:xfrm>
        </p:grpSpPr>
        <p:sp>
          <p:nvSpPr>
            <p:cNvPr id="372" name="Rectangle 371">
              <a:extLst>
                <a:ext uri="{FF2B5EF4-FFF2-40B4-BE49-F238E27FC236}">
                  <a16:creationId xmlns:a16="http://schemas.microsoft.com/office/drawing/2014/main" id="{54B93E58-6BDF-2F10-E618-053B58FB1BAB}"/>
                </a:ext>
              </a:extLst>
            </p:cNvPr>
            <p:cNvSpPr/>
            <p:nvPr/>
          </p:nvSpPr>
          <p:spPr>
            <a:xfrm>
              <a:off x="3298169" y="909114"/>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373" name="Rectangle 372">
              <a:extLst>
                <a:ext uri="{FF2B5EF4-FFF2-40B4-BE49-F238E27FC236}">
                  <a16:creationId xmlns:a16="http://schemas.microsoft.com/office/drawing/2014/main" id="{0C183A61-2350-B783-E423-5A81DC9E9CE3}"/>
                </a:ext>
              </a:extLst>
            </p:cNvPr>
            <p:cNvSpPr/>
            <p:nvPr/>
          </p:nvSpPr>
          <p:spPr>
            <a:xfrm flipV="1">
              <a:off x="4043182"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4" name="Oval 15">
              <a:extLst>
                <a:ext uri="{FF2B5EF4-FFF2-40B4-BE49-F238E27FC236}">
                  <a16:creationId xmlns:a16="http://schemas.microsoft.com/office/drawing/2014/main" id="{5D5CBCA0-BBCB-0CB1-934C-81617E1CCFA7}"/>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75" name="Straight Connector 374">
              <a:extLst>
                <a:ext uri="{FF2B5EF4-FFF2-40B4-BE49-F238E27FC236}">
                  <a16:creationId xmlns:a16="http://schemas.microsoft.com/office/drawing/2014/main" id="{B963B7A0-A4D0-1EC0-5507-99570BCD1510}"/>
                </a:ext>
              </a:extLst>
            </p:cNvPr>
            <p:cNvCxnSpPr>
              <a:cxnSpLocks/>
              <a:stCxn id="374" idx="0"/>
            </p:cNvCxnSpPr>
            <p:nvPr/>
          </p:nvCxnSpPr>
          <p:spPr>
            <a:xfrm flipV="1">
              <a:off x="4083181"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76" name="Straight Connector 375">
              <a:extLst>
                <a:ext uri="{FF2B5EF4-FFF2-40B4-BE49-F238E27FC236}">
                  <a16:creationId xmlns:a16="http://schemas.microsoft.com/office/drawing/2014/main" id="{1028E98E-AD22-F53C-16EA-E222098F8F7D}"/>
                </a:ext>
              </a:extLst>
            </p:cNvPr>
            <p:cNvCxnSpPr>
              <a:cxnSpLocks/>
            </p:cNvCxnSpPr>
            <p:nvPr/>
          </p:nvCxnSpPr>
          <p:spPr>
            <a:xfrm>
              <a:off x="4090095"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77" name="Group 376">
            <a:extLst>
              <a:ext uri="{FF2B5EF4-FFF2-40B4-BE49-F238E27FC236}">
                <a16:creationId xmlns:a16="http://schemas.microsoft.com/office/drawing/2014/main" id="{AE81913E-F339-5E26-FA48-CEE0BB809512}"/>
              </a:ext>
            </a:extLst>
          </p:cNvPr>
          <p:cNvGrpSpPr/>
          <p:nvPr/>
        </p:nvGrpSpPr>
        <p:grpSpPr>
          <a:xfrm>
            <a:off x="2055313" y="2301020"/>
            <a:ext cx="871904" cy="748695"/>
            <a:chOff x="2307084" y="1729816"/>
            <a:chExt cx="871904" cy="748695"/>
          </a:xfrm>
        </p:grpSpPr>
        <p:sp>
          <p:nvSpPr>
            <p:cNvPr id="378" name="Rectangle 377">
              <a:extLst>
                <a:ext uri="{FF2B5EF4-FFF2-40B4-BE49-F238E27FC236}">
                  <a16:creationId xmlns:a16="http://schemas.microsoft.com/office/drawing/2014/main" id="{550FBBA2-240F-418A-1287-4D5C7A2C834B}"/>
                </a:ext>
              </a:extLst>
            </p:cNvPr>
            <p:cNvSpPr/>
            <p:nvPr/>
          </p:nvSpPr>
          <p:spPr>
            <a:xfrm>
              <a:off x="2307084" y="1729816"/>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Data Classification</a:t>
              </a:r>
            </a:p>
          </p:txBody>
        </p:sp>
        <p:sp>
          <p:nvSpPr>
            <p:cNvPr id="379" name="Rectangle 378">
              <a:extLst>
                <a:ext uri="{FF2B5EF4-FFF2-40B4-BE49-F238E27FC236}">
                  <a16:creationId xmlns:a16="http://schemas.microsoft.com/office/drawing/2014/main" id="{E45A53DB-30EF-234D-8160-D95B8423DA66}"/>
                </a:ext>
              </a:extLst>
            </p:cNvPr>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0" name="Oval 15">
              <a:extLst>
                <a:ext uri="{FF2B5EF4-FFF2-40B4-BE49-F238E27FC236}">
                  <a16:creationId xmlns:a16="http://schemas.microsoft.com/office/drawing/2014/main" id="{2C7F1B9B-EBEC-6455-EADF-C4BE066ACE00}"/>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81" name="Straight Connector 380">
              <a:extLst>
                <a:ext uri="{FF2B5EF4-FFF2-40B4-BE49-F238E27FC236}">
                  <a16:creationId xmlns:a16="http://schemas.microsoft.com/office/drawing/2014/main" id="{89B9044A-9B3F-C736-4934-2B0184AD02BB}"/>
                </a:ext>
              </a:extLst>
            </p:cNvPr>
            <p:cNvCxnSpPr>
              <a:cxnSpLocks/>
              <a:stCxn id="380"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82" name="Straight Connector 381">
              <a:extLst>
                <a:ext uri="{FF2B5EF4-FFF2-40B4-BE49-F238E27FC236}">
                  <a16:creationId xmlns:a16="http://schemas.microsoft.com/office/drawing/2014/main" id="{988AB8CD-0513-A6F6-94A0-BA667B079577}"/>
                </a:ext>
              </a:extLst>
            </p:cNvPr>
            <p:cNvCxnSpPr>
              <a:cxnSpLocks/>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89" name="Group 388">
            <a:extLst>
              <a:ext uri="{FF2B5EF4-FFF2-40B4-BE49-F238E27FC236}">
                <a16:creationId xmlns:a16="http://schemas.microsoft.com/office/drawing/2014/main" id="{49E6D3A6-DACA-A064-E1F3-A6462EA99C79}"/>
              </a:ext>
            </a:extLst>
          </p:cNvPr>
          <p:cNvGrpSpPr/>
          <p:nvPr/>
        </p:nvGrpSpPr>
        <p:grpSpPr>
          <a:xfrm>
            <a:off x="7358632" y="2991069"/>
            <a:ext cx="872935" cy="748695"/>
            <a:chOff x="6271424" y="909114"/>
            <a:chExt cx="872935" cy="748695"/>
          </a:xfrm>
        </p:grpSpPr>
        <p:sp>
          <p:nvSpPr>
            <p:cNvPr id="390" name="Rectangle 389">
              <a:extLst>
                <a:ext uri="{FF2B5EF4-FFF2-40B4-BE49-F238E27FC236}">
                  <a16:creationId xmlns:a16="http://schemas.microsoft.com/office/drawing/2014/main" id="{66A75239-18FC-1F58-2BC4-8E656BB60ED7}"/>
                </a:ext>
              </a:extLst>
            </p:cNvPr>
            <p:cNvSpPr/>
            <p:nvPr/>
          </p:nvSpPr>
          <p:spPr>
            <a:xfrm>
              <a:off x="6271424" y="909114"/>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On-premises Data Loss Prevention</a:t>
              </a:r>
            </a:p>
          </p:txBody>
        </p:sp>
        <p:sp>
          <p:nvSpPr>
            <p:cNvPr id="391" name="Rectangle 390">
              <a:extLst>
                <a:ext uri="{FF2B5EF4-FFF2-40B4-BE49-F238E27FC236}">
                  <a16:creationId xmlns:a16="http://schemas.microsoft.com/office/drawing/2014/main" id="{17A8FC10-96AC-B952-5FF3-7222684F4DDF}"/>
                </a:ext>
              </a:extLst>
            </p:cNvPr>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2" name="Oval 15">
              <a:extLst>
                <a:ext uri="{FF2B5EF4-FFF2-40B4-BE49-F238E27FC236}">
                  <a16:creationId xmlns:a16="http://schemas.microsoft.com/office/drawing/2014/main" id="{14183282-D4CB-7A4F-0D4C-98C2B628ECF5}"/>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93" name="Straight Connector 392">
              <a:extLst>
                <a:ext uri="{FF2B5EF4-FFF2-40B4-BE49-F238E27FC236}">
                  <a16:creationId xmlns:a16="http://schemas.microsoft.com/office/drawing/2014/main" id="{43B18A93-DE6D-716D-10B3-60A8D467770E}"/>
                </a:ext>
              </a:extLst>
            </p:cNvPr>
            <p:cNvCxnSpPr>
              <a:cxnSpLocks/>
              <a:stCxn id="392"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94" name="Straight Connector 393">
              <a:extLst>
                <a:ext uri="{FF2B5EF4-FFF2-40B4-BE49-F238E27FC236}">
                  <a16:creationId xmlns:a16="http://schemas.microsoft.com/office/drawing/2014/main" id="{3FBC9084-9399-EFE0-6F1F-CC3048243B2A}"/>
                </a:ext>
              </a:extLst>
            </p:cNvPr>
            <p:cNvCxnSpPr>
              <a:cxnSpLocks/>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DDBB35EA-9986-B92F-B6E8-791B99D1B526}"/>
              </a:ext>
            </a:extLst>
          </p:cNvPr>
          <p:cNvGrpSpPr/>
          <p:nvPr/>
        </p:nvGrpSpPr>
        <p:grpSpPr>
          <a:xfrm>
            <a:off x="9458550" y="1660117"/>
            <a:ext cx="871904" cy="748695"/>
            <a:chOff x="7262509" y="1729816"/>
            <a:chExt cx="871904" cy="748695"/>
          </a:xfrm>
        </p:grpSpPr>
        <p:sp>
          <p:nvSpPr>
            <p:cNvPr id="396" name="Rectangle 395">
              <a:extLst>
                <a:ext uri="{FF2B5EF4-FFF2-40B4-BE49-F238E27FC236}">
                  <a16:creationId xmlns:a16="http://schemas.microsoft.com/office/drawing/2014/main" id="{360BA7B8-262A-A01A-1095-C37402930EDC}"/>
                </a:ext>
              </a:extLst>
            </p:cNvPr>
            <p:cNvSpPr/>
            <p:nvPr/>
          </p:nvSpPr>
          <p:spPr>
            <a:xfrm>
              <a:off x="7262509" y="1729816"/>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397" name="Rectangle 396">
              <a:extLst>
                <a:ext uri="{FF2B5EF4-FFF2-40B4-BE49-F238E27FC236}">
                  <a16:creationId xmlns:a16="http://schemas.microsoft.com/office/drawing/2014/main" id="{37A8691C-7ED6-A309-4988-BB54090C4A65}"/>
                </a:ext>
              </a:extLst>
            </p:cNvPr>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8" name="Oval 15">
              <a:extLst>
                <a:ext uri="{FF2B5EF4-FFF2-40B4-BE49-F238E27FC236}">
                  <a16:creationId xmlns:a16="http://schemas.microsoft.com/office/drawing/2014/main" id="{A856BF82-6832-495F-CF0E-B1CC3D234B58}"/>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99" name="Straight Connector 398">
              <a:extLst>
                <a:ext uri="{FF2B5EF4-FFF2-40B4-BE49-F238E27FC236}">
                  <a16:creationId xmlns:a16="http://schemas.microsoft.com/office/drawing/2014/main" id="{D3F72A38-FA8A-B7FF-F565-0DEB01339398}"/>
                </a:ext>
              </a:extLst>
            </p:cNvPr>
            <p:cNvCxnSpPr>
              <a:cxnSpLocks/>
              <a:stCxn id="398"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grpSp>
      <p:grpSp>
        <p:nvGrpSpPr>
          <p:cNvPr id="400" name="Group 399">
            <a:extLst>
              <a:ext uri="{FF2B5EF4-FFF2-40B4-BE49-F238E27FC236}">
                <a16:creationId xmlns:a16="http://schemas.microsoft.com/office/drawing/2014/main" id="{C7B3B4CD-C69E-C916-2C23-C9CC629EE34E}"/>
              </a:ext>
            </a:extLst>
          </p:cNvPr>
          <p:cNvGrpSpPr/>
          <p:nvPr/>
        </p:nvGrpSpPr>
        <p:grpSpPr>
          <a:xfrm>
            <a:off x="7089304" y="4119475"/>
            <a:ext cx="871904" cy="748695"/>
            <a:chOff x="5280339" y="2550516"/>
            <a:chExt cx="871904" cy="748695"/>
          </a:xfrm>
        </p:grpSpPr>
        <p:sp>
          <p:nvSpPr>
            <p:cNvPr id="401" name="Rectangle 400">
              <a:extLst>
                <a:ext uri="{FF2B5EF4-FFF2-40B4-BE49-F238E27FC236}">
                  <a16:creationId xmlns:a16="http://schemas.microsoft.com/office/drawing/2014/main" id="{81294259-C30D-A4A8-7412-44D2F0B3F250}"/>
                </a:ext>
              </a:extLst>
            </p:cNvPr>
            <p:cNvSpPr/>
            <p:nvPr/>
          </p:nvSpPr>
          <p:spPr>
            <a:xfrm>
              <a:off x="5280339" y="2550516"/>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402" name="Rectangle 401">
              <a:extLst>
                <a:ext uri="{FF2B5EF4-FFF2-40B4-BE49-F238E27FC236}">
                  <a16:creationId xmlns:a16="http://schemas.microsoft.com/office/drawing/2014/main" id="{66BDCA9D-AB5D-88AB-E9CA-B2B59E2AA7B6}"/>
                </a:ext>
              </a:extLst>
            </p:cNvPr>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3" name="Oval 15">
              <a:extLst>
                <a:ext uri="{FF2B5EF4-FFF2-40B4-BE49-F238E27FC236}">
                  <a16:creationId xmlns:a16="http://schemas.microsoft.com/office/drawing/2014/main" id="{CC6EC52A-7450-6397-97EF-E783F11E8EBC}"/>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04" name="Straight Connector 403">
              <a:extLst>
                <a:ext uri="{FF2B5EF4-FFF2-40B4-BE49-F238E27FC236}">
                  <a16:creationId xmlns:a16="http://schemas.microsoft.com/office/drawing/2014/main" id="{69556E99-B0D2-BEFC-AD27-8E54497F4D28}"/>
                </a:ext>
              </a:extLst>
            </p:cNvPr>
            <p:cNvCxnSpPr>
              <a:cxnSpLocks/>
              <a:stCxn id="403"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05" name="Straight Connector 404">
              <a:extLst>
                <a:ext uri="{FF2B5EF4-FFF2-40B4-BE49-F238E27FC236}">
                  <a16:creationId xmlns:a16="http://schemas.microsoft.com/office/drawing/2014/main" id="{BC08C422-BC88-8E7F-D4C2-4F1B2AF9176A}"/>
                </a:ext>
              </a:extLst>
            </p:cNvPr>
            <p:cNvCxnSpPr>
              <a:cxnSpLocks/>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06" name="Group 405">
            <a:extLst>
              <a:ext uri="{FF2B5EF4-FFF2-40B4-BE49-F238E27FC236}">
                <a16:creationId xmlns:a16="http://schemas.microsoft.com/office/drawing/2014/main" id="{F0EF0BBF-7A7E-EC4D-69B8-6EC3AE6505AC}"/>
              </a:ext>
            </a:extLst>
          </p:cNvPr>
          <p:cNvGrpSpPr/>
          <p:nvPr/>
        </p:nvGrpSpPr>
        <p:grpSpPr>
          <a:xfrm>
            <a:off x="3910431" y="2951156"/>
            <a:ext cx="871904" cy="748695"/>
            <a:chOff x="11226844" y="1729816"/>
            <a:chExt cx="871904" cy="748695"/>
          </a:xfrm>
        </p:grpSpPr>
        <p:sp>
          <p:nvSpPr>
            <p:cNvPr id="407" name="Rectangle 406">
              <a:extLst>
                <a:ext uri="{FF2B5EF4-FFF2-40B4-BE49-F238E27FC236}">
                  <a16:creationId xmlns:a16="http://schemas.microsoft.com/office/drawing/2014/main" id="{DA0F2ECF-4A01-839B-96CF-367C14F25F62}"/>
                </a:ext>
              </a:extLst>
            </p:cNvPr>
            <p:cNvSpPr/>
            <p:nvPr/>
          </p:nvSpPr>
          <p:spPr>
            <a:xfrm>
              <a:off x="11226844" y="1729816"/>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408" name="Rectangle 407">
              <a:extLst>
                <a:ext uri="{FF2B5EF4-FFF2-40B4-BE49-F238E27FC236}">
                  <a16:creationId xmlns:a16="http://schemas.microsoft.com/office/drawing/2014/main" id="{8D5937CB-40F9-C023-57AC-FCE2CD8020D3}"/>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9" name="Oval 15">
              <a:extLst>
                <a:ext uri="{FF2B5EF4-FFF2-40B4-BE49-F238E27FC236}">
                  <a16:creationId xmlns:a16="http://schemas.microsoft.com/office/drawing/2014/main" id="{3E313A60-ED3A-8697-A122-AF6579297E3A}"/>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10" name="Straight Connector 409">
              <a:extLst>
                <a:ext uri="{FF2B5EF4-FFF2-40B4-BE49-F238E27FC236}">
                  <a16:creationId xmlns:a16="http://schemas.microsoft.com/office/drawing/2014/main" id="{3C603540-DFE7-0906-C6C6-C5D3D14547ED}"/>
                </a:ext>
              </a:extLst>
            </p:cNvPr>
            <p:cNvCxnSpPr>
              <a:cxnSpLocks/>
              <a:stCxn id="409"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11" name="Straight Connector 410">
              <a:extLst>
                <a:ext uri="{FF2B5EF4-FFF2-40B4-BE49-F238E27FC236}">
                  <a16:creationId xmlns:a16="http://schemas.microsoft.com/office/drawing/2014/main" id="{37FC112F-17A0-195A-DB97-71911F764EDD}"/>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12" name="Group 411">
            <a:extLst>
              <a:ext uri="{FF2B5EF4-FFF2-40B4-BE49-F238E27FC236}">
                <a16:creationId xmlns:a16="http://schemas.microsoft.com/office/drawing/2014/main" id="{81EFBF9A-0EF3-522C-B674-D9B74572653F}"/>
              </a:ext>
            </a:extLst>
          </p:cNvPr>
          <p:cNvGrpSpPr/>
          <p:nvPr/>
        </p:nvGrpSpPr>
        <p:grpSpPr>
          <a:xfrm>
            <a:off x="4302852" y="4007589"/>
            <a:ext cx="871904" cy="748695"/>
            <a:chOff x="1315999" y="909114"/>
            <a:chExt cx="871904" cy="748695"/>
          </a:xfrm>
        </p:grpSpPr>
        <p:sp>
          <p:nvSpPr>
            <p:cNvPr id="413" name="Rectangle 412">
              <a:extLst>
                <a:ext uri="{FF2B5EF4-FFF2-40B4-BE49-F238E27FC236}">
                  <a16:creationId xmlns:a16="http://schemas.microsoft.com/office/drawing/2014/main" id="{137A1CE4-62D7-5509-F7AA-17C8174DC19A}"/>
                </a:ext>
              </a:extLst>
            </p:cNvPr>
            <p:cNvSpPr/>
            <p:nvPr/>
          </p:nvSpPr>
          <p:spPr>
            <a:xfrm>
              <a:off x="1315999" y="909114"/>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414" name="Right Triangle 413">
              <a:extLst>
                <a:ext uri="{FF2B5EF4-FFF2-40B4-BE49-F238E27FC236}">
                  <a16:creationId xmlns:a16="http://schemas.microsoft.com/office/drawing/2014/main" id="{F69DD225-B69F-3F30-1E12-746FABBE8991}"/>
                </a:ext>
              </a:extLst>
            </p:cNvPr>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5" name="Oval 27">
              <a:extLst>
                <a:ext uri="{FF2B5EF4-FFF2-40B4-BE49-F238E27FC236}">
                  <a16:creationId xmlns:a16="http://schemas.microsoft.com/office/drawing/2014/main" id="{0E50C82F-91CB-3EA4-25E3-148B45EFE8C3}"/>
                </a:ext>
              </a:extLst>
            </p:cNvPr>
            <p:cNvSpPr/>
            <p:nvPr/>
          </p:nvSpPr>
          <p:spPr>
            <a:xfrm>
              <a:off x="2129579" y="918978"/>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6" name="Oval 28">
              <a:extLst>
                <a:ext uri="{FF2B5EF4-FFF2-40B4-BE49-F238E27FC236}">
                  <a16:creationId xmlns:a16="http://schemas.microsoft.com/office/drawing/2014/main" id="{94DAEC7B-D46B-5D64-AB01-2A5DC96543D1}"/>
                </a:ext>
              </a:extLst>
            </p:cNvPr>
            <p:cNvSpPr/>
            <p:nvPr/>
          </p:nvSpPr>
          <p:spPr>
            <a:xfrm>
              <a:off x="2126717" y="952692"/>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17" name="Group 416">
            <a:extLst>
              <a:ext uri="{FF2B5EF4-FFF2-40B4-BE49-F238E27FC236}">
                <a16:creationId xmlns:a16="http://schemas.microsoft.com/office/drawing/2014/main" id="{E59F075E-91AB-E84F-8A2B-F734240ED79A}"/>
              </a:ext>
            </a:extLst>
          </p:cNvPr>
          <p:cNvGrpSpPr/>
          <p:nvPr/>
        </p:nvGrpSpPr>
        <p:grpSpPr>
          <a:xfrm>
            <a:off x="3718332" y="1440043"/>
            <a:ext cx="872735" cy="749109"/>
            <a:chOff x="324914" y="1729402"/>
            <a:chExt cx="872735" cy="749109"/>
          </a:xfrm>
        </p:grpSpPr>
        <p:sp>
          <p:nvSpPr>
            <p:cNvPr id="418" name="Rectangle 417">
              <a:extLst>
                <a:ext uri="{FF2B5EF4-FFF2-40B4-BE49-F238E27FC236}">
                  <a16:creationId xmlns:a16="http://schemas.microsoft.com/office/drawing/2014/main" id="{A714EBD5-1AEF-5785-89FB-0F4F682D1F73}"/>
                </a:ext>
              </a:extLst>
            </p:cNvPr>
            <p:cNvSpPr/>
            <p:nvPr/>
          </p:nvSpPr>
          <p:spPr>
            <a:xfrm>
              <a:off x="324914" y="1729816"/>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419" name="Right Triangle 418">
              <a:extLst>
                <a:ext uri="{FF2B5EF4-FFF2-40B4-BE49-F238E27FC236}">
                  <a16:creationId xmlns:a16="http://schemas.microsoft.com/office/drawing/2014/main" id="{2F91457C-AF30-63DD-59DB-6098FD1BD866}"/>
                </a:ext>
              </a:extLst>
            </p:cNvPr>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0" name="Oval 27">
              <a:extLst>
                <a:ext uri="{FF2B5EF4-FFF2-40B4-BE49-F238E27FC236}">
                  <a16:creationId xmlns:a16="http://schemas.microsoft.com/office/drawing/2014/main" id="{27640273-2297-B744-C16A-457231E636D8}"/>
                </a:ext>
              </a:extLst>
            </p:cNvPr>
            <p:cNvSpPr/>
            <p:nvPr/>
          </p:nvSpPr>
          <p:spPr>
            <a:xfrm>
              <a:off x="1139325"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1" name="Oval 28">
              <a:extLst>
                <a:ext uri="{FF2B5EF4-FFF2-40B4-BE49-F238E27FC236}">
                  <a16:creationId xmlns:a16="http://schemas.microsoft.com/office/drawing/2014/main" id="{A33446C3-3806-CB0A-6B7C-8AFE501633CF}"/>
                </a:ext>
              </a:extLst>
            </p:cNvPr>
            <p:cNvSpPr/>
            <p:nvPr/>
          </p:nvSpPr>
          <p:spPr>
            <a:xfrm>
              <a:off x="1136463"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22" name="Group 421">
            <a:extLst>
              <a:ext uri="{FF2B5EF4-FFF2-40B4-BE49-F238E27FC236}">
                <a16:creationId xmlns:a16="http://schemas.microsoft.com/office/drawing/2014/main" id="{AF1B9950-378B-C4B5-426C-04C386A1C40C}"/>
              </a:ext>
            </a:extLst>
          </p:cNvPr>
          <p:cNvGrpSpPr/>
          <p:nvPr/>
        </p:nvGrpSpPr>
        <p:grpSpPr>
          <a:xfrm>
            <a:off x="5377932" y="3012676"/>
            <a:ext cx="871904" cy="749109"/>
            <a:chOff x="1315999" y="1729402"/>
            <a:chExt cx="871904" cy="749109"/>
          </a:xfrm>
        </p:grpSpPr>
        <p:sp>
          <p:nvSpPr>
            <p:cNvPr id="423" name="Rectangle 422">
              <a:extLst>
                <a:ext uri="{FF2B5EF4-FFF2-40B4-BE49-F238E27FC236}">
                  <a16:creationId xmlns:a16="http://schemas.microsoft.com/office/drawing/2014/main" id="{70FB3E77-4F69-7E00-627D-9BF091F12DC7}"/>
                </a:ext>
              </a:extLst>
            </p:cNvPr>
            <p:cNvSpPr/>
            <p:nvPr/>
          </p:nvSpPr>
          <p:spPr>
            <a:xfrm>
              <a:off x="1315999" y="1729816"/>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424" name="Right Triangle 423">
              <a:extLst>
                <a:ext uri="{FF2B5EF4-FFF2-40B4-BE49-F238E27FC236}">
                  <a16:creationId xmlns:a16="http://schemas.microsoft.com/office/drawing/2014/main" id="{C884166E-A6FD-5AF6-5F43-4239DDBD6AA8}"/>
                </a:ext>
              </a:extLst>
            </p:cNvPr>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5" name="Oval 27">
              <a:extLst>
                <a:ext uri="{FF2B5EF4-FFF2-40B4-BE49-F238E27FC236}">
                  <a16:creationId xmlns:a16="http://schemas.microsoft.com/office/drawing/2014/main" id="{4A465CCF-C8D5-F20E-7099-8D228A09C880}"/>
                </a:ext>
              </a:extLst>
            </p:cNvPr>
            <p:cNvSpPr/>
            <p:nvPr/>
          </p:nvSpPr>
          <p:spPr>
            <a:xfrm>
              <a:off x="2129579"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6" name="Oval 28">
              <a:extLst>
                <a:ext uri="{FF2B5EF4-FFF2-40B4-BE49-F238E27FC236}">
                  <a16:creationId xmlns:a16="http://schemas.microsoft.com/office/drawing/2014/main" id="{35FBDF3A-FC02-A5C2-B0F5-5364B70A06EA}"/>
                </a:ext>
              </a:extLst>
            </p:cNvPr>
            <p:cNvSpPr/>
            <p:nvPr/>
          </p:nvSpPr>
          <p:spPr>
            <a:xfrm>
              <a:off x="2126717"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27" name="Group 426">
            <a:extLst>
              <a:ext uri="{FF2B5EF4-FFF2-40B4-BE49-F238E27FC236}">
                <a16:creationId xmlns:a16="http://schemas.microsoft.com/office/drawing/2014/main" id="{67619EE4-6D73-38C7-1BDB-F6516D5FFDE0}"/>
              </a:ext>
            </a:extLst>
          </p:cNvPr>
          <p:cNvGrpSpPr/>
          <p:nvPr/>
        </p:nvGrpSpPr>
        <p:grpSpPr>
          <a:xfrm>
            <a:off x="7553355" y="1445197"/>
            <a:ext cx="871904" cy="748695"/>
            <a:chOff x="8253594" y="909114"/>
            <a:chExt cx="871904" cy="748695"/>
          </a:xfrm>
        </p:grpSpPr>
        <p:sp>
          <p:nvSpPr>
            <p:cNvPr id="428" name="Rectangle 427">
              <a:hlinkHover r:id="" action="ppaction://noaction" highlightClick="1"/>
              <a:extLst>
                <a:ext uri="{FF2B5EF4-FFF2-40B4-BE49-F238E27FC236}">
                  <a16:creationId xmlns:a16="http://schemas.microsoft.com/office/drawing/2014/main" id="{07CFCB95-5B8F-0396-2A7D-251A69E6CABF}"/>
                </a:ext>
              </a:extLst>
            </p:cNvPr>
            <p:cNvSpPr/>
            <p:nvPr/>
          </p:nvSpPr>
          <p:spPr>
            <a:xfrm>
              <a:off x="8253594" y="909114"/>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429" name="Right Triangle 428">
              <a:extLst>
                <a:ext uri="{FF2B5EF4-FFF2-40B4-BE49-F238E27FC236}">
                  <a16:creationId xmlns:a16="http://schemas.microsoft.com/office/drawing/2014/main" id="{A1B6D08B-4837-2017-1D46-BE99A087A4E7}"/>
                </a:ext>
              </a:extLst>
            </p:cNvPr>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0" name="Oval 27">
              <a:extLst>
                <a:ext uri="{FF2B5EF4-FFF2-40B4-BE49-F238E27FC236}">
                  <a16:creationId xmlns:a16="http://schemas.microsoft.com/office/drawing/2014/main" id="{99BAB3AB-3187-DFCC-E9DA-DEBE291A2FED}"/>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1" name="Oval 28">
              <a:extLst>
                <a:ext uri="{FF2B5EF4-FFF2-40B4-BE49-F238E27FC236}">
                  <a16:creationId xmlns:a16="http://schemas.microsoft.com/office/drawing/2014/main" id="{E5270CBF-6A71-EBE8-AB64-98AE2DC412EB}"/>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32" name="Group 431">
            <a:extLst>
              <a:ext uri="{FF2B5EF4-FFF2-40B4-BE49-F238E27FC236}">
                <a16:creationId xmlns:a16="http://schemas.microsoft.com/office/drawing/2014/main" id="{03FB6DA5-E599-ED80-E79C-BD4A27C9EEF8}"/>
              </a:ext>
            </a:extLst>
          </p:cNvPr>
          <p:cNvGrpSpPr/>
          <p:nvPr/>
        </p:nvGrpSpPr>
        <p:grpSpPr>
          <a:xfrm>
            <a:off x="9458550" y="3567026"/>
            <a:ext cx="871904" cy="748695"/>
            <a:chOff x="10235764" y="1729816"/>
            <a:chExt cx="871904" cy="748695"/>
          </a:xfrm>
        </p:grpSpPr>
        <p:sp>
          <p:nvSpPr>
            <p:cNvPr id="433" name="Rectangle 432">
              <a:hlinkHover r:id="" action="ppaction://noaction" highlightClick="1"/>
              <a:extLst>
                <a:ext uri="{FF2B5EF4-FFF2-40B4-BE49-F238E27FC236}">
                  <a16:creationId xmlns:a16="http://schemas.microsoft.com/office/drawing/2014/main" id="{EE3DF0BE-E871-5467-FDBB-9729DBE6D605}"/>
                </a:ext>
              </a:extLst>
            </p:cNvPr>
            <p:cNvSpPr/>
            <p:nvPr/>
          </p:nvSpPr>
          <p:spPr>
            <a:xfrm>
              <a:off x="10235764" y="1729816"/>
              <a:ext cx="871904" cy="748695"/>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434" name="Oval 433">
              <a:extLst>
                <a:ext uri="{FF2B5EF4-FFF2-40B4-BE49-F238E27FC236}">
                  <a16:creationId xmlns:a16="http://schemas.microsoft.com/office/drawing/2014/main" id="{91812DF1-971D-DC1D-CA8F-66A7A99D7966}"/>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5" name="Isosceles Triangle 648">
              <a:extLst>
                <a:ext uri="{FF2B5EF4-FFF2-40B4-BE49-F238E27FC236}">
                  <a16:creationId xmlns:a16="http://schemas.microsoft.com/office/drawing/2014/main" id="{2F7D6F5F-9B4E-39B1-575D-9153E5FFECBE}"/>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436" name="Rectangle 435">
            <a:extLst>
              <a:ext uri="{FF2B5EF4-FFF2-40B4-BE49-F238E27FC236}">
                <a16:creationId xmlns:a16="http://schemas.microsoft.com/office/drawing/2014/main" id="{51EB0E45-C080-3C1F-67BA-D1DB89303B99}"/>
              </a:ext>
            </a:extLst>
          </p:cNvPr>
          <p:cNvSpPr/>
          <p:nvPr/>
        </p:nvSpPr>
        <p:spPr>
          <a:xfrm>
            <a:off x="5174763" y="1015487"/>
            <a:ext cx="1845792" cy="523219"/>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1"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Rights Management Services</a:t>
            </a:r>
          </a:p>
        </p:txBody>
      </p:sp>
      <p:cxnSp>
        <p:nvCxnSpPr>
          <p:cNvPr id="437" name="Straight Arrow Connector 436">
            <a:extLst>
              <a:ext uri="{FF2B5EF4-FFF2-40B4-BE49-F238E27FC236}">
                <a16:creationId xmlns:a16="http://schemas.microsoft.com/office/drawing/2014/main" id="{DD84A60A-A9AC-1AF9-B408-0B25184586FC}"/>
              </a:ext>
            </a:extLst>
          </p:cNvPr>
          <p:cNvCxnSpPr>
            <a:cxnSpLocks/>
            <a:stCxn id="413" idx="0"/>
            <a:endCxn id="436" idx="2"/>
          </p:cNvCxnSpPr>
          <p:nvPr/>
        </p:nvCxnSpPr>
        <p:spPr>
          <a:xfrm flipV="1">
            <a:off x="4738804" y="1538706"/>
            <a:ext cx="1358855" cy="2468883"/>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38" name="Straight Arrow Connector 437">
            <a:extLst>
              <a:ext uri="{FF2B5EF4-FFF2-40B4-BE49-F238E27FC236}">
                <a16:creationId xmlns:a16="http://schemas.microsoft.com/office/drawing/2014/main" id="{E28A2E28-9F66-F012-399F-CB0490808557}"/>
              </a:ext>
            </a:extLst>
          </p:cNvPr>
          <p:cNvCxnSpPr>
            <a:cxnSpLocks/>
            <a:stCxn id="423" idx="0"/>
            <a:endCxn id="436" idx="2"/>
          </p:cNvCxnSpPr>
          <p:nvPr/>
        </p:nvCxnSpPr>
        <p:spPr>
          <a:xfrm flipV="1">
            <a:off x="5813884" y="1538706"/>
            <a:ext cx="283775" cy="1474384"/>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39" name="Straight Arrow Connector 438">
            <a:extLst>
              <a:ext uri="{FF2B5EF4-FFF2-40B4-BE49-F238E27FC236}">
                <a16:creationId xmlns:a16="http://schemas.microsoft.com/office/drawing/2014/main" id="{6DBF9C06-388F-0248-B765-AFFA820DB798}"/>
              </a:ext>
            </a:extLst>
          </p:cNvPr>
          <p:cNvCxnSpPr>
            <a:cxnSpLocks/>
            <a:stCxn id="418" idx="3"/>
            <a:endCxn id="436" idx="2"/>
          </p:cNvCxnSpPr>
          <p:nvPr/>
        </p:nvCxnSpPr>
        <p:spPr>
          <a:xfrm flipV="1">
            <a:off x="4590236" y="1538706"/>
            <a:ext cx="1507423" cy="276099"/>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40" name="Straight Arrow Connector 439">
            <a:extLst>
              <a:ext uri="{FF2B5EF4-FFF2-40B4-BE49-F238E27FC236}">
                <a16:creationId xmlns:a16="http://schemas.microsoft.com/office/drawing/2014/main" id="{E7B73D10-47D8-7ED0-2A00-D29B964DC1CE}"/>
              </a:ext>
            </a:extLst>
          </p:cNvPr>
          <p:cNvCxnSpPr>
            <a:cxnSpLocks/>
            <a:stCxn id="407" idx="0"/>
            <a:endCxn id="436" idx="2"/>
          </p:cNvCxnSpPr>
          <p:nvPr/>
        </p:nvCxnSpPr>
        <p:spPr>
          <a:xfrm flipV="1">
            <a:off x="4346383" y="1538706"/>
            <a:ext cx="1751276" cy="1412450"/>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41" name="Straight Arrow Connector 440">
            <a:extLst>
              <a:ext uri="{FF2B5EF4-FFF2-40B4-BE49-F238E27FC236}">
                <a16:creationId xmlns:a16="http://schemas.microsoft.com/office/drawing/2014/main" id="{5E1D4FA3-4DD4-2CA1-7661-CA32113F03C2}"/>
              </a:ext>
            </a:extLst>
          </p:cNvPr>
          <p:cNvCxnSpPr>
            <a:cxnSpLocks/>
            <a:stCxn id="428" idx="1"/>
            <a:endCxn id="436" idx="2"/>
          </p:cNvCxnSpPr>
          <p:nvPr/>
        </p:nvCxnSpPr>
        <p:spPr>
          <a:xfrm flipH="1" flipV="1">
            <a:off x="6097659" y="1538706"/>
            <a:ext cx="1455696" cy="280839"/>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42" name="Straight Arrow Connector 441">
            <a:extLst>
              <a:ext uri="{FF2B5EF4-FFF2-40B4-BE49-F238E27FC236}">
                <a16:creationId xmlns:a16="http://schemas.microsoft.com/office/drawing/2014/main" id="{BC7A644F-7A97-7EF0-41B1-4B375F54F080}"/>
              </a:ext>
            </a:extLst>
          </p:cNvPr>
          <p:cNvCxnSpPr>
            <a:cxnSpLocks/>
            <a:stCxn id="372" idx="0"/>
            <a:endCxn id="436" idx="2"/>
          </p:cNvCxnSpPr>
          <p:nvPr/>
        </p:nvCxnSpPr>
        <p:spPr>
          <a:xfrm flipH="1" flipV="1">
            <a:off x="6097659" y="1538706"/>
            <a:ext cx="340239" cy="2686511"/>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43" name="Straight Arrow Connector 442">
            <a:extLst>
              <a:ext uri="{FF2B5EF4-FFF2-40B4-BE49-F238E27FC236}">
                <a16:creationId xmlns:a16="http://schemas.microsoft.com/office/drawing/2014/main" id="{F43FFC5B-E401-DE65-CC61-4697EA230A98}"/>
              </a:ext>
            </a:extLst>
          </p:cNvPr>
          <p:cNvCxnSpPr>
            <a:cxnSpLocks/>
            <a:stCxn id="401" idx="0"/>
            <a:endCxn id="436" idx="2"/>
          </p:cNvCxnSpPr>
          <p:nvPr/>
        </p:nvCxnSpPr>
        <p:spPr>
          <a:xfrm flipH="1" flipV="1">
            <a:off x="6097659" y="1538706"/>
            <a:ext cx="1427597" cy="2580769"/>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44" name="Straight Arrow Connector 443">
            <a:extLst>
              <a:ext uri="{FF2B5EF4-FFF2-40B4-BE49-F238E27FC236}">
                <a16:creationId xmlns:a16="http://schemas.microsoft.com/office/drawing/2014/main" id="{84F100DF-81DB-F251-6275-D4AE70F0969A}"/>
              </a:ext>
            </a:extLst>
          </p:cNvPr>
          <p:cNvCxnSpPr>
            <a:cxnSpLocks/>
            <a:stCxn id="390" idx="0"/>
            <a:endCxn id="436" idx="2"/>
          </p:cNvCxnSpPr>
          <p:nvPr/>
        </p:nvCxnSpPr>
        <p:spPr>
          <a:xfrm flipH="1" flipV="1">
            <a:off x="6097659" y="1538706"/>
            <a:ext cx="1696925" cy="1452363"/>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grpSp>
        <p:nvGrpSpPr>
          <p:cNvPr id="445" name="Group 444">
            <a:extLst>
              <a:ext uri="{FF2B5EF4-FFF2-40B4-BE49-F238E27FC236}">
                <a16:creationId xmlns:a16="http://schemas.microsoft.com/office/drawing/2014/main" id="{52990E96-624F-DD4E-A078-478ED2C162FB}"/>
              </a:ext>
            </a:extLst>
          </p:cNvPr>
          <p:cNvGrpSpPr/>
          <p:nvPr/>
        </p:nvGrpSpPr>
        <p:grpSpPr>
          <a:xfrm>
            <a:off x="3054190" y="823307"/>
            <a:ext cx="6105817" cy="1646998"/>
            <a:chOff x="3054190" y="1149467"/>
            <a:chExt cx="6105817" cy="1320837"/>
          </a:xfrm>
        </p:grpSpPr>
        <p:sp>
          <p:nvSpPr>
            <p:cNvPr id="446" name="Oval 445">
              <a:extLst>
                <a:ext uri="{FF2B5EF4-FFF2-40B4-BE49-F238E27FC236}">
                  <a16:creationId xmlns:a16="http://schemas.microsoft.com/office/drawing/2014/main" id="{2DC1E7D2-85BF-95E2-8819-7479FADCDE97}"/>
                </a:ext>
              </a:extLst>
            </p:cNvPr>
            <p:cNvSpPr/>
            <p:nvPr/>
          </p:nvSpPr>
          <p:spPr>
            <a:xfrm>
              <a:off x="3054190" y="1149467"/>
              <a:ext cx="6105817" cy="1320837"/>
            </a:xfrm>
            <a:prstGeom prst="ellipse">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7" name="TextBox 446">
              <a:extLst>
                <a:ext uri="{FF2B5EF4-FFF2-40B4-BE49-F238E27FC236}">
                  <a16:creationId xmlns:a16="http://schemas.microsoft.com/office/drawing/2014/main" id="{BAA23DD6-94EA-7D8A-C82B-07EFC01BCC65}"/>
                </a:ext>
              </a:extLst>
            </p:cNvPr>
            <p:cNvSpPr txBox="1"/>
            <p:nvPr/>
          </p:nvSpPr>
          <p:spPr>
            <a:xfrm>
              <a:off x="3241206" y="1489911"/>
              <a:ext cx="385910"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200" b="1" i="0" u="none" strike="noStrike" kern="1200" cap="none" spc="0" normalizeH="0" baseline="0" noProof="0">
                  <a:ln>
                    <a:noFill/>
                  </a:ln>
                  <a:solidFill>
                    <a:srgbClr val="0078D7"/>
                  </a:solidFill>
                  <a:effectLst/>
                  <a:uLnTx/>
                  <a:uFillTx/>
                  <a:latin typeface="Calibri" panose="020F0502020204030204"/>
                  <a:ea typeface="+mn-ea"/>
                  <a:cs typeface="+mn-cs"/>
                </a:rPr>
                <a:t>1</a:t>
              </a:r>
              <a:endParaRPr kumimoji="0" lang="en-GB" sz="1800" b="1" i="0" u="none" strike="noStrike" kern="1200" cap="none" spc="0" normalizeH="0" baseline="0" noProof="0">
                <a:ln>
                  <a:noFill/>
                </a:ln>
                <a:solidFill>
                  <a:srgbClr val="0078D7"/>
                </a:solidFill>
                <a:effectLst/>
                <a:uLnTx/>
                <a:uFillTx/>
                <a:latin typeface="Calibri" panose="020F0502020204030204"/>
                <a:ea typeface="+mn-ea"/>
                <a:cs typeface="+mn-cs"/>
              </a:endParaRPr>
            </a:p>
          </p:txBody>
        </p:sp>
      </p:grpSp>
      <p:grpSp>
        <p:nvGrpSpPr>
          <p:cNvPr id="448" name="Group 447">
            <a:extLst>
              <a:ext uri="{FF2B5EF4-FFF2-40B4-BE49-F238E27FC236}">
                <a16:creationId xmlns:a16="http://schemas.microsoft.com/office/drawing/2014/main" id="{6EAD7963-C3D3-CC08-24E2-871ADD7CD583}"/>
              </a:ext>
            </a:extLst>
          </p:cNvPr>
          <p:cNvGrpSpPr/>
          <p:nvPr/>
        </p:nvGrpSpPr>
        <p:grpSpPr>
          <a:xfrm>
            <a:off x="2961171" y="2523625"/>
            <a:ext cx="6105817" cy="2813070"/>
            <a:chOff x="2961171" y="2523625"/>
            <a:chExt cx="6105817" cy="2813070"/>
          </a:xfrm>
        </p:grpSpPr>
        <p:sp>
          <p:nvSpPr>
            <p:cNvPr id="449" name="Oval 448">
              <a:extLst>
                <a:ext uri="{FF2B5EF4-FFF2-40B4-BE49-F238E27FC236}">
                  <a16:creationId xmlns:a16="http://schemas.microsoft.com/office/drawing/2014/main" id="{0BBCCF8F-0091-B735-228C-195C51F03EB8}"/>
                </a:ext>
              </a:extLst>
            </p:cNvPr>
            <p:cNvSpPr/>
            <p:nvPr/>
          </p:nvSpPr>
          <p:spPr>
            <a:xfrm>
              <a:off x="2961171" y="2523625"/>
              <a:ext cx="6105817" cy="2813070"/>
            </a:xfrm>
            <a:prstGeom prst="ellipse">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0" name="TextBox 449">
              <a:extLst>
                <a:ext uri="{FF2B5EF4-FFF2-40B4-BE49-F238E27FC236}">
                  <a16:creationId xmlns:a16="http://schemas.microsoft.com/office/drawing/2014/main" id="{12566097-DF83-1CE2-EDB4-20551B9FAB10}"/>
                </a:ext>
              </a:extLst>
            </p:cNvPr>
            <p:cNvSpPr txBox="1"/>
            <p:nvPr/>
          </p:nvSpPr>
          <p:spPr>
            <a:xfrm>
              <a:off x="3219472" y="3610390"/>
              <a:ext cx="385910"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200" b="1" i="0" u="none" strike="noStrike" kern="1200" cap="none" spc="0" normalizeH="0" baseline="0" noProof="0">
                  <a:ln>
                    <a:noFill/>
                  </a:ln>
                  <a:solidFill>
                    <a:srgbClr val="0078D7"/>
                  </a:solidFill>
                  <a:effectLst/>
                  <a:uLnTx/>
                  <a:uFillTx/>
                  <a:latin typeface="Calibri" panose="020F0502020204030204"/>
                  <a:ea typeface="+mn-ea"/>
                  <a:cs typeface="+mn-cs"/>
                </a:rPr>
                <a:t>2</a:t>
              </a:r>
              <a:endParaRPr kumimoji="0" lang="en-GB" sz="1800" b="1" i="0" u="none" strike="noStrike" kern="1200" cap="none" spc="0" normalizeH="0" baseline="0" noProof="0">
                <a:ln>
                  <a:noFill/>
                </a:ln>
                <a:solidFill>
                  <a:srgbClr val="0078D7"/>
                </a:solidFill>
                <a:effectLst/>
                <a:uLnTx/>
                <a:uFillTx/>
                <a:latin typeface="Calibri" panose="020F0502020204030204"/>
                <a:ea typeface="+mn-ea"/>
                <a:cs typeface="+mn-cs"/>
              </a:endParaRPr>
            </a:p>
          </p:txBody>
        </p:sp>
      </p:grpSp>
      <p:grpSp>
        <p:nvGrpSpPr>
          <p:cNvPr id="451" name="Group 450">
            <a:extLst>
              <a:ext uri="{FF2B5EF4-FFF2-40B4-BE49-F238E27FC236}">
                <a16:creationId xmlns:a16="http://schemas.microsoft.com/office/drawing/2014/main" id="{2013D5FE-C216-FC88-26C2-043A36897B69}"/>
              </a:ext>
            </a:extLst>
          </p:cNvPr>
          <p:cNvGrpSpPr/>
          <p:nvPr/>
        </p:nvGrpSpPr>
        <p:grpSpPr>
          <a:xfrm>
            <a:off x="1686032" y="1617069"/>
            <a:ext cx="1469665" cy="2137705"/>
            <a:chOff x="1641507" y="1117387"/>
            <a:chExt cx="1469665" cy="3050110"/>
          </a:xfrm>
        </p:grpSpPr>
        <p:sp>
          <p:nvSpPr>
            <p:cNvPr id="452" name="Oval 451">
              <a:extLst>
                <a:ext uri="{FF2B5EF4-FFF2-40B4-BE49-F238E27FC236}">
                  <a16:creationId xmlns:a16="http://schemas.microsoft.com/office/drawing/2014/main" id="{2132375B-2A43-2E82-D078-F82C6A369180}"/>
                </a:ext>
              </a:extLst>
            </p:cNvPr>
            <p:cNvSpPr/>
            <p:nvPr/>
          </p:nvSpPr>
          <p:spPr>
            <a:xfrm>
              <a:off x="1654358" y="1117387"/>
              <a:ext cx="1456814" cy="3050110"/>
            </a:xfrm>
            <a:prstGeom prst="ellipse">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3" name="TextBox 452">
              <a:extLst>
                <a:ext uri="{FF2B5EF4-FFF2-40B4-BE49-F238E27FC236}">
                  <a16:creationId xmlns:a16="http://schemas.microsoft.com/office/drawing/2014/main" id="{AE83703B-F6C9-4E79-FA22-B433D7A3EBFD}"/>
                </a:ext>
              </a:extLst>
            </p:cNvPr>
            <p:cNvSpPr txBox="1"/>
            <p:nvPr/>
          </p:nvSpPr>
          <p:spPr>
            <a:xfrm>
              <a:off x="1641507" y="2156054"/>
              <a:ext cx="385910"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200" b="1" i="0" u="none" strike="noStrike" kern="1200" cap="none" spc="0" normalizeH="0" baseline="0" noProof="0">
                  <a:ln>
                    <a:noFill/>
                  </a:ln>
                  <a:solidFill>
                    <a:srgbClr val="0078D7"/>
                  </a:solidFill>
                  <a:effectLst/>
                  <a:uLnTx/>
                  <a:uFillTx/>
                  <a:latin typeface="Calibri" panose="020F0502020204030204"/>
                  <a:ea typeface="+mn-ea"/>
                  <a:cs typeface="+mn-cs"/>
                </a:rPr>
                <a:t>3</a:t>
              </a:r>
              <a:endParaRPr kumimoji="0" lang="en-GB" sz="1800" b="1" i="0" u="none" strike="noStrike" kern="1200" cap="none" spc="0" normalizeH="0" baseline="0" noProof="0">
                <a:ln>
                  <a:noFill/>
                </a:ln>
                <a:solidFill>
                  <a:srgbClr val="0078D7"/>
                </a:solidFill>
                <a:effectLst/>
                <a:uLnTx/>
                <a:uFillTx/>
                <a:latin typeface="Calibri" panose="020F0502020204030204"/>
                <a:ea typeface="+mn-ea"/>
                <a:cs typeface="+mn-cs"/>
              </a:endParaRPr>
            </a:p>
          </p:txBody>
        </p:sp>
      </p:grpSp>
      <p:grpSp>
        <p:nvGrpSpPr>
          <p:cNvPr id="454" name="Group 453">
            <a:extLst>
              <a:ext uri="{FF2B5EF4-FFF2-40B4-BE49-F238E27FC236}">
                <a16:creationId xmlns:a16="http://schemas.microsoft.com/office/drawing/2014/main" id="{6B69AAC5-F46D-80DB-71F5-1C74D52A34E0}"/>
              </a:ext>
            </a:extLst>
          </p:cNvPr>
          <p:cNvGrpSpPr/>
          <p:nvPr/>
        </p:nvGrpSpPr>
        <p:grpSpPr>
          <a:xfrm>
            <a:off x="9182263" y="1052234"/>
            <a:ext cx="1490452" cy="3905642"/>
            <a:chOff x="9182263" y="1096684"/>
            <a:chExt cx="1490452" cy="3050110"/>
          </a:xfrm>
        </p:grpSpPr>
        <p:sp>
          <p:nvSpPr>
            <p:cNvPr id="455" name="Oval 454">
              <a:extLst>
                <a:ext uri="{FF2B5EF4-FFF2-40B4-BE49-F238E27FC236}">
                  <a16:creationId xmlns:a16="http://schemas.microsoft.com/office/drawing/2014/main" id="{B5F06051-E5FF-52E9-B64E-D2940E307201}"/>
                </a:ext>
              </a:extLst>
            </p:cNvPr>
            <p:cNvSpPr/>
            <p:nvPr/>
          </p:nvSpPr>
          <p:spPr>
            <a:xfrm>
              <a:off x="9182263" y="1096684"/>
              <a:ext cx="1456814" cy="3050110"/>
            </a:xfrm>
            <a:prstGeom prst="ellipse">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6" name="TextBox 455">
              <a:extLst>
                <a:ext uri="{FF2B5EF4-FFF2-40B4-BE49-F238E27FC236}">
                  <a16:creationId xmlns:a16="http://schemas.microsoft.com/office/drawing/2014/main" id="{963CB6C9-2F94-BE69-4182-A7FC56CCB153}"/>
                </a:ext>
              </a:extLst>
            </p:cNvPr>
            <p:cNvSpPr txBox="1"/>
            <p:nvPr/>
          </p:nvSpPr>
          <p:spPr>
            <a:xfrm>
              <a:off x="10286805" y="2338483"/>
              <a:ext cx="385910"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200" b="1" i="0" u="none" strike="noStrike" kern="1200" cap="none" spc="0" normalizeH="0" baseline="0" noProof="0">
                  <a:ln>
                    <a:noFill/>
                  </a:ln>
                  <a:solidFill>
                    <a:srgbClr val="0078D7"/>
                  </a:solidFill>
                  <a:effectLst/>
                  <a:uLnTx/>
                  <a:uFillTx/>
                  <a:latin typeface="Calibri" panose="020F0502020204030204"/>
                  <a:ea typeface="+mn-ea"/>
                  <a:cs typeface="+mn-cs"/>
                </a:rPr>
                <a:t>4</a:t>
              </a:r>
              <a:endParaRPr kumimoji="0" lang="en-GB" sz="1800" b="1" i="0" u="none" strike="noStrike" kern="1200" cap="none" spc="0" normalizeH="0" baseline="0" noProof="0">
                <a:ln>
                  <a:noFill/>
                </a:ln>
                <a:solidFill>
                  <a:srgbClr val="0078D7"/>
                </a:solidFill>
                <a:effectLst/>
                <a:uLnTx/>
                <a:uFillTx/>
                <a:latin typeface="Calibri" panose="020F0502020204030204"/>
                <a:ea typeface="+mn-ea"/>
                <a:cs typeface="+mn-cs"/>
              </a:endParaRPr>
            </a:p>
          </p:txBody>
        </p:sp>
      </p:grpSp>
      <p:grpSp>
        <p:nvGrpSpPr>
          <p:cNvPr id="2" name="Group 1">
            <a:extLst>
              <a:ext uri="{FF2B5EF4-FFF2-40B4-BE49-F238E27FC236}">
                <a16:creationId xmlns:a16="http://schemas.microsoft.com/office/drawing/2014/main" id="{91BEF7AE-89C5-A683-B018-0062DB1606FB}"/>
              </a:ext>
            </a:extLst>
          </p:cNvPr>
          <p:cNvGrpSpPr/>
          <p:nvPr/>
        </p:nvGrpSpPr>
        <p:grpSpPr>
          <a:xfrm>
            <a:off x="9458550" y="2613364"/>
            <a:ext cx="871904" cy="749109"/>
            <a:chOff x="3298169" y="1729402"/>
            <a:chExt cx="871904" cy="749109"/>
          </a:xfrm>
        </p:grpSpPr>
        <p:sp>
          <p:nvSpPr>
            <p:cNvPr id="3" name="Rectangle 2">
              <a:extLst>
                <a:ext uri="{FF2B5EF4-FFF2-40B4-BE49-F238E27FC236}">
                  <a16:creationId xmlns:a16="http://schemas.microsoft.com/office/drawing/2014/main" id="{5AC7B97A-9B0B-99F7-AD8B-D6319432D0CA}"/>
                </a:ext>
              </a:extLst>
            </p:cNvPr>
            <p:cNvSpPr/>
            <p:nvPr/>
          </p:nvSpPr>
          <p:spPr>
            <a:xfrm>
              <a:off x="3298169" y="1729816"/>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4" name="Right Triangle 3">
              <a:extLst>
                <a:ext uri="{FF2B5EF4-FFF2-40B4-BE49-F238E27FC236}">
                  <a16:creationId xmlns:a16="http://schemas.microsoft.com/office/drawing/2014/main" id="{A980884D-F981-242B-1BED-B0626E90AED3}"/>
                </a:ext>
              </a:extLst>
            </p:cNvPr>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Oval 27">
              <a:extLst>
                <a:ext uri="{FF2B5EF4-FFF2-40B4-BE49-F238E27FC236}">
                  <a16:creationId xmlns:a16="http://schemas.microsoft.com/office/drawing/2014/main" id="{131DBDD3-D422-1A7D-7335-1D714324C1D7}"/>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Oval 28">
              <a:extLst>
                <a:ext uri="{FF2B5EF4-FFF2-40B4-BE49-F238E27FC236}">
                  <a16:creationId xmlns:a16="http://schemas.microsoft.com/office/drawing/2014/main" id="{8CF131D4-AE64-82A5-073A-6512BCDE0B24}"/>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7" name="Rectangle 6">
            <a:extLst>
              <a:ext uri="{FF2B5EF4-FFF2-40B4-BE49-F238E27FC236}">
                <a16:creationId xmlns:a16="http://schemas.microsoft.com/office/drawing/2014/main" id="{4CE3E127-FC70-D662-F5E8-B4ACB6D34847}"/>
              </a:ext>
            </a:extLst>
          </p:cNvPr>
          <p:cNvSpPr/>
          <p:nvPr/>
        </p:nvSpPr>
        <p:spPr>
          <a:xfrm>
            <a:off x="2307084" y="88412"/>
            <a:ext cx="871904" cy="748695"/>
          </a:xfrm>
          <a:prstGeom prst="rect">
            <a:avLst/>
          </a:prstGeom>
          <a:solidFill>
            <a:srgbClr val="C6C6C6">
              <a:alpha val="15000"/>
            </a:srgbClr>
          </a:solidFill>
          <a:ln w="31750">
            <a:solidFill>
              <a:srgbClr val="0078D7">
                <a:alpha val="15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Information Barriers</a:t>
            </a:r>
          </a:p>
        </p:txBody>
      </p:sp>
      <p:pic>
        <p:nvPicPr>
          <p:cNvPr id="12" name="Picture 11">
            <a:hlinkClick r:id="rId8" action="ppaction://hlinksldjump"/>
            <a:extLst>
              <a:ext uri="{FF2B5EF4-FFF2-40B4-BE49-F238E27FC236}">
                <a16:creationId xmlns:a16="http://schemas.microsoft.com/office/drawing/2014/main" id="{247ECA95-A832-5F64-8E68-57DC355FE9E9}"/>
              </a:ext>
            </a:extLst>
          </p:cNvPr>
          <p:cNvPicPr>
            <a:picLocks noChangeAspect="1"/>
          </p:cNvPicPr>
          <p:nvPr/>
        </p:nvPicPr>
        <p:blipFill>
          <a:blip r:embed="rId9"/>
          <a:stretch>
            <a:fillRect/>
          </a:stretch>
        </p:blipFill>
        <p:spPr>
          <a:xfrm>
            <a:off x="0" y="0"/>
            <a:ext cx="211626" cy="6858000"/>
          </a:xfrm>
          <a:prstGeom prst="rect">
            <a:avLst/>
          </a:prstGeom>
        </p:spPr>
      </p:pic>
    </p:spTree>
    <p:extLst>
      <p:ext uri="{BB962C8B-B14F-4D97-AF65-F5344CB8AC3E}">
        <p14:creationId xmlns:p14="http://schemas.microsoft.com/office/powerpoint/2010/main" val="279176612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45"/>
                                        </p:tgtEl>
                                        <p:attrNameLst>
                                          <p:attrName>style.visibility</p:attrName>
                                        </p:attrNameLst>
                                      </p:cBhvr>
                                      <p:to>
                                        <p:strVal val="visible"/>
                                      </p:to>
                                    </p:set>
                                    <p:animEffect transition="in" filter="fade">
                                      <p:cBhvr>
                                        <p:cTn id="7" dur="500"/>
                                        <p:tgtEl>
                                          <p:spTgt spid="44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500"/>
                                        <p:tgtEl>
                                          <p:spTgt spid="445"/>
                                        </p:tgtEl>
                                      </p:cBhvr>
                                    </p:animEffect>
                                    <p:set>
                                      <p:cBhvr>
                                        <p:cTn id="12" dur="1" fill="hold">
                                          <p:stCondLst>
                                            <p:cond delay="499"/>
                                          </p:stCondLst>
                                        </p:cTn>
                                        <p:tgtEl>
                                          <p:spTgt spid="445"/>
                                        </p:tgtEl>
                                        <p:attrNameLst>
                                          <p:attrName>style.visibility</p:attrName>
                                        </p:attrNameLst>
                                      </p:cBhvr>
                                      <p:to>
                                        <p:strVal val="hidden"/>
                                      </p:to>
                                    </p:set>
                                  </p:childTnLst>
                                </p:cTn>
                              </p:par>
                            </p:childTnLst>
                          </p:cTn>
                        </p:par>
                        <p:par>
                          <p:cTn id="13" fill="hold">
                            <p:stCondLst>
                              <p:cond delay="500"/>
                            </p:stCondLst>
                            <p:childTnLst>
                              <p:par>
                                <p:cTn id="14" presetID="10" presetClass="entr" presetSubtype="0" fill="hold" nodeType="afterEffect">
                                  <p:stCondLst>
                                    <p:cond delay="0"/>
                                  </p:stCondLst>
                                  <p:childTnLst>
                                    <p:set>
                                      <p:cBhvr>
                                        <p:cTn id="15" dur="1" fill="hold">
                                          <p:stCondLst>
                                            <p:cond delay="0"/>
                                          </p:stCondLst>
                                        </p:cTn>
                                        <p:tgtEl>
                                          <p:spTgt spid="448"/>
                                        </p:tgtEl>
                                        <p:attrNameLst>
                                          <p:attrName>style.visibility</p:attrName>
                                        </p:attrNameLst>
                                      </p:cBhvr>
                                      <p:to>
                                        <p:strVal val="visible"/>
                                      </p:to>
                                    </p:set>
                                    <p:animEffect transition="in" filter="fade">
                                      <p:cBhvr>
                                        <p:cTn id="16" dur="500"/>
                                        <p:tgtEl>
                                          <p:spTgt spid="448"/>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xit" presetSubtype="0" fill="hold" nodeType="clickEffect">
                                  <p:stCondLst>
                                    <p:cond delay="0"/>
                                  </p:stCondLst>
                                  <p:childTnLst>
                                    <p:animEffect transition="out" filter="fade">
                                      <p:cBhvr>
                                        <p:cTn id="20" dur="500"/>
                                        <p:tgtEl>
                                          <p:spTgt spid="448"/>
                                        </p:tgtEl>
                                      </p:cBhvr>
                                    </p:animEffect>
                                    <p:set>
                                      <p:cBhvr>
                                        <p:cTn id="21" dur="1" fill="hold">
                                          <p:stCondLst>
                                            <p:cond delay="499"/>
                                          </p:stCondLst>
                                        </p:cTn>
                                        <p:tgtEl>
                                          <p:spTgt spid="448"/>
                                        </p:tgtEl>
                                        <p:attrNameLst>
                                          <p:attrName>style.visibility</p:attrName>
                                        </p:attrNameLst>
                                      </p:cBhvr>
                                      <p:to>
                                        <p:strVal val="hidden"/>
                                      </p:to>
                                    </p:set>
                                  </p:childTnLst>
                                </p:cTn>
                              </p:par>
                            </p:childTnLst>
                          </p:cTn>
                        </p:par>
                        <p:par>
                          <p:cTn id="22" fill="hold">
                            <p:stCondLst>
                              <p:cond delay="500"/>
                            </p:stCondLst>
                            <p:childTnLst>
                              <p:par>
                                <p:cTn id="23" presetID="10" presetClass="entr" presetSubtype="0" fill="hold" nodeType="afterEffect">
                                  <p:stCondLst>
                                    <p:cond delay="0"/>
                                  </p:stCondLst>
                                  <p:childTnLst>
                                    <p:set>
                                      <p:cBhvr>
                                        <p:cTn id="24" dur="1" fill="hold">
                                          <p:stCondLst>
                                            <p:cond delay="0"/>
                                          </p:stCondLst>
                                        </p:cTn>
                                        <p:tgtEl>
                                          <p:spTgt spid="451"/>
                                        </p:tgtEl>
                                        <p:attrNameLst>
                                          <p:attrName>style.visibility</p:attrName>
                                        </p:attrNameLst>
                                      </p:cBhvr>
                                      <p:to>
                                        <p:strVal val="visible"/>
                                      </p:to>
                                    </p:set>
                                    <p:animEffect transition="in" filter="fade">
                                      <p:cBhvr>
                                        <p:cTn id="25" dur="500"/>
                                        <p:tgtEl>
                                          <p:spTgt spid="451"/>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xit" presetSubtype="0" fill="hold" nodeType="clickEffect">
                                  <p:stCondLst>
                                    <p:cond delay="0"/>
                                  </p:stCondLst>
                                  <p:childTnLst>
                                    <p:animEffect transition="out" filter="fade">
                                      <p:cBhvr>
                                        <p:cTn id="29" dur="500"/>
                                        <p:tgtEl>
                                          <p:spTgt spid="451"/>
                                        </p:tgtEl>
                                      </p:cBhvr>
                                    </p:animEffect>
                                    <p:set>
                                      <p:cBhvr>
                                        <p:cTn id="30" dur="1" fill="hold">
                                          <p:stCondLst>
                                            <p:cond delay="499"/>
                                          </p:stCondLst>
                                        </p:cTn>
                                        <p:tgtEl>
                                          <p:spTgt spid="451"/>
                                        </p:tgtEl>
                                        <p:attrNameLst>
                                          <p:attrName>style.visibility</p:attrName>
                                        </p:attrNameLst>
                                      </p:cBhvr>
                                      <p:to>
                                        <p:strVal val="hidden"/>
                                      </p:to>
                                    </p:set>
                                  </p:childTnLst>
                                </p:cTn>
                              </p:par>
                            </p:childTnLst>
                          </p:cTn>
                        </p:par>
                        <p:par>
                          <p:cTn id="31" fill="hold">
                            <p:stCondLst>
                              <p:cond delay="500"/>
                            </p:stCondLst>
                            <p:childTnLst>
                              <p:par>
                                <p:cTn id="32" presetID="10" presetClass="entr" presetSubtype="0" fill="hold" nodeType="afterEffect">
                                  <p:stCondLst>
                                    <p:cond delay="0"/>
                                  </p:stCondLst>
                                  <p:childTnLst>
                                    <p:set>
                                      <p:cBhvr>
                                        <p:cTn id="33" dur="1" fill="hold">
                                          <p:stCondLst>
                                            <p:cond delay="0"/>
                                          </p:stCondLst>
                                        </p:cTn>
                                        <p:tgtEl>
                                          <p:spTgt spid="454"/>
                                        </p:tgtEl>
                                        <p:attrNameLst>
                                          <p:attrName>style.visibility</p:attrName>
                                        </p:attrNameLst>
                                      </p:cBhvr>
                                      <p:to>
                                        <p:strVal val="visible"/>
                                      </p:to>
                                    </p:set>
                                    <p:animEffect transition="in" filter="fade">
                                      <p:cBhvr>
                                        <p:cTn id="34" dur="500"/>
                                        <p:tgtEl>
                                          <p:spTgt spid="454"/>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xit" presetSubtype="0" fill="hold" nodeType="clickEffect">
                                  <p:stCondLst>
                                    <p:cond delay="0"/>
                                  </p:stCondLst>
                                  <p:childTnLst>
                                    <p:animEffect transition="out" filter="fade">
                                      <p:cBhvr>
                                        <p:cTn id="38" dur="500"/>
                                        <p:tgtEl>
                                          <p:spTgt spid="454"/>
                                        </p:tgtEl>
                                      </p:cBhvr>
                                    </p:animEffect>
                                    <p:set>
                                      <p:cBhvr>
                                        <p:cTn id="39" dur="1" fill="hold">
                                          <p:stCondLst>
                                            <p:cond delay="499"/>
                                          </p:stCondLst>
                                        </p:cTn>
                                        <p:tgtEl>
                                          <p:spTgt spid="45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1BA296F-B232-5267-3077-3776E414B77C}"/>
              </a:ext>
            </a:extLst>
          </p:cNvPr>
          <p:cNvSpPr/>
          <p:nvPr/>
        </p:nvSpPr>
        <p:spPr>
          <a:xfrm>
            <a:off x="2307084" y="88412"/>
            <a:ext cx="871904" cy="748695"/>
          </a:xfrm>
          <a:prstGeom prst="rect">
            <a:avLst/>
          </a:prstGeom>
          <a:solidFill>
            <a:srgbClr val="C6C6C6">
              <a:alpha val="15000"/>
            </a:srgbClr>
          </a:solidFill>
          <a:ln w="31750">
            <a:solidFill>
              <a:srgbClr val="0078D7">
                <a:alpha val="15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Information Barriers</a:t>
            </a:r>
          </a:p>
        </p:txBody>
      </p:sp>
      <p:sp>
        <p:nvSpPr>
          <p:cNvPr id="130" name="TextBox 129">
            <a:extLst>
              <a:ext uri="{FF2B5EF4-FFF2-40B4-BE49-F238E27FC236}">
                <a16:creationId xmlns:a16="http://schemas.microsoft.com/office/drawing/2014/main" id="{3CB17D68-FA41-4929-AA37-6FDF53B7BEF2}"/>
              </a:ext>
            </a:extLst>
          </p:cNvPr>
          <p:cNvSpPr txBox="1"/>
          <p:nvPr/>
        </p:nvSpPr>
        <p:spPr>
          <a:xfrm>
            <a:off x="1358718" y="109737"/>
            <a:ext cx="97192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Shared Signals and Context</a:t>
            </a:r>
          </a:p>
        </p:txBody>
      </p:sp>
      <p:sp>
        <p:nvSpPr>
          <p:cNvPr id="89" name="Rectangle 88">
            <a:hlinkClick r:id="rId3" action="ppaction://hlinksldjump"/>
            <a:hlinkHover r:id="rId3" action="ppaction://hlinksldjump"/>
            <a:extLst>
              <a:ext uri="{FF2B5EF4-FFF2-40B4-BE49-F238E27FC236}">
                <a16:creationId xmlns:a16="http://schemas.microsoft.com/office/drawing/2014/main" id="{FB5360D3-6A4A-4F55-8581-9C5CF5A814EA}"/>
              </a:ext>
            </a:extLst>
          </p:cNvPr>
          <p:cNvSpPr/>
          <p:nvPr/>
        </p:nvSpPr>
        <p:spPr>
          <a:xfrm>
            <a:off x="291937" y="5830526"/>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Configuration, Management and Use</a:t>
            </a:r>
          </a:p>
        </p:txBody>
      </p:sp>
      <p:sp>
        <p:nvSpPr>
          <p:cNvPr id="94" name="Rectangle 93">
            <a:hlinkClick r:id="rId4" action="ppaction://hlinksldjump"/>
            <a:hlinkHover r:id="rId4" action="ppaction://hlinksldjump"/>
            <a:extLst>
              <a:ext uri="{FF2B5EF4-FFF2-40B4-BE49-F238E27FC236}">
                <a16:creationId xmlns:a16="http://schemas.microsoft.com/office/drawing/2014/main" id="{139BF45E-9AF9-42FF-8218-27004474DF5F}"/>
              </a:ext>
            </a:extLst>
          </p:cNvPr>
          <p:cNvSpPr/>
          <p:nvPr/>
        </p:nvSpPr>
        <p:spPr>
          <a:xfrm>
            <a:off x="2678901" y="5830528"/>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Shared Encryption</a:t>
            </a:r>
          </a:p>
        </p:txBody>
      </p:sp>
      <p:sp>
        <p:nvSpPr>
          <p:cNvPr id="97" name="Rectangle 96">
            <a:hlinkClick r:id="rId5" action="ppaction://hlinksldjump"/>
            <a:hlinkHover r:id="rId5" action="ppaction://hlinksldjump"/>
            <a:extLst>
              <a:ext uri="{FF2B5EF4-FFF2-40B4-BE49-F238E27FC236}">
                <a16:creationId xmlns:a16="http://schemas.microsoft.com/office/drawing/2014/main" id="{6C597FB1-5031-40F4-BD42-D87CC15FE6D7}"/>
              </a:ext>
            </a:extLst>
          </p:cNvPr>
          <p:cNvSpPr/>
          <p:nvPr/>
        </p:nvSpPr>
        <p:spPr>
          <a:xfrm>
            <a:off x="5065865" y="5830527"/>
            <a:ext cx="2294261" cy="838226"/>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Shared Signals and Context</a:t>
            </a:r>
          </a:p>
        </p:txBody>
      </p:sp>
      <p:sp>
        <p:nvSpPr>
          <p:cNvPr id="98" name="Rectangle 97">
            <a:hlinkClick r:id="rId6" action="ppaction://hlinksldjump"/>
            <a:hlinkHover r:id="rId6" action="ppaction://hlinksldjump"/>
            <a:extLst>
              <a:ext uri="{FF2B5EF4-FFF2-40B4-BE49-F238E27FC236}">
                <a16:creationId xmlns:a16="http://schemas.microsoft.com/office/drawing/2014/main" id="{8BEDD48E-1414-4166-BF8E-1675D32D6602}"/>
              </a:ext>
            </a:extLst>
          </p:cNvPr>
          <p:cNvSpPr/>
          <p:nvPr/>
        </p:nvSpPr>
        <p:spPr>
          <a:xfrm>
            <a:off x="9839792" y="5827723"/>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All</a:t>
            </a:r>
          </a:p>
        </p:txBody>
      </p:sp>
      <p:sp>
        <p:nvSpPr>
          <p:cNvPr id="99" name="Rectangle 98">
            <a:hlinkClick r:id="rId7" action="ppaction://hlinksldjump"/>
            <a:hlinkHover r:id="rId7" action="ppaction://hlinksldjump"/>
            <a:extLst>
              <a:ext uri="{FF2B5EF4-FFF2-40B4-BE49-F238E27FC236}">
                <a16:creationId xmlns:a16="http://schemas.microsoft.com/office/drawing/2014/main" id="{118028ED-3E06-4883-9301-00BCE60D0F11}"/>
              </a:ext>
            </a:extLst>
          </p:cNvPr>
          <p:cNvSpPr/>
          <p:nvPr/>
        </p:nvSpPr>
        <p:spPr>
          <a:xfrm>
            <a:off x="7452829" y="5830526"/>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Information and Event Management + Security Orchestration And Response</a:t>
            </a:r>
          </a:p>
        </p:txBody>
      </p:sp>
      <p:grpSp>
        <p:nvGrpSpPr>
          <p:cNvPr id="9" name="Group 8">
            <a:extLst>
              <a:ext uri="{FF2B5EF4-FFF2-40B4-BE49-F238E27FC236}">
                <a16:creationId xmlns:a16="http://schemas.microsoft.com/office/drawing/2014/main" id="{E6940B55-13F6-F8A3-DB49-580F2F3CB9CD}"/>
              </a:ext>
            </a:extLst>
          </p:cNvPr>
          <p:cNvGrpSpPr/>
          <p:nvPr/>
        </p:nvGrpSpPr>
        <p:grpSpPr>
          <a:xfrm>
            <a:off x="4289254" y="4191922"/>
            <a:ext cx="871904" cy="748695"/>
            <a:chOff x="4289254" y="4191922"/>
            <a:chExt cx="871904" cy="748695"/>
          </a:xfrm>
        </p:grpSpPr>
        <p:sp>
          <p:nvSpPr>
            <p:cNvPr id="10" name="Rectangle 9">
              <a:extLst>
                <a:ext uri="{FF2B5EF4-FFF2-40B4-BE49-F238E27FC236}">
                  <a16:creationId xmlns:a16="http://schemas.microsoft.com/office/drawing/2014/main" id="{AB55297A-19C4-D994-AEED-62E76FD95C7F}"/>
                </a:ext>
              </a:extLst>
            </p:cNvPr>
            <p:cNvSpPr/>
            <p:nvPr/>
          </p:nvSpPr>
          <p:spPr>
            <a:xfrm>
              <a:off x="428925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Surface Secure Boot</a:t>
              </a:r>
            </a:p>
          </p:txBody>
        </p:sp>
        <p:sp>
          <p:nvSpPr>
            <p:cNvPr id="13" name="Cylinder 12">
              <a:extLst>
                <a:ext uri="{FF2B5EF4-FFF2-40B4-BE49-F238E27FC236}">
                  <a16:creationId xmlns:a16="http://schemas.microsoft.com/office/drawing/2014/main" id="{818696BC-11CC-BAF8-A523-D5B787470682}"/>
                </a:ext>
              </a:extLst>
            </p:cNvPr>
            <p:cNvSpPr/>
            <p:nvPr/>
          </p:nvSpPr>
          <p:spPr>
            <a:xfrm>
              <a:off x="5072324" y="4191922"/>
              <a:ext cx="88834" cy="133034"/>
            </a:xfrm>
            <a:prstGeom prst="can">
              <a:avLst/>
            </a:prstGeom>
            <a:solidFill>
              <a:srgbClr val="99330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18" name="Group 17">
            <a:extLst>
              <a:ext uri="{FF2B5EF4-FFF2-40B4-BE49-F238E27FC236}">
                <a16:creationId xmlns:a16="http://schemas.microsoft.com/office/drawing/2014/main" id="{ADCBCA48-9156-4806-B1CA-6DDF476F44C0}"/>
              </a:ext>
            </a:extLst>
          </p:cNvPr>
          <p:cNvGrpSpPr/>
          <p:nvPr/>
        </p:nvGrpSpPr>
        <p:grpSpPr>
          <a:xfrm>
            <a:off x="3298169" y="4191922"/>
            <a:ext cx="871904" cy="748695"/>
            <a:chOff x="3298169" y="4191922"/>
            <a:chExt cx="871904" cy="748695"/>
          </a:xfrm>
        </p:grpSpPr>
        <p:sp>
          <p:nvSpPr>
            <p:cNvPr id="27" name="Rectangle 26">
              <a:extLst>
                <a:ext uri="{FF2B5EF4-FFF2-40B4-BE49-F238E27FC236}">
                  <a16:creationId xmlns:a16="http://schemas.microsoft.com/office/drawing/2014/main" id="{C8C3F9C5-4A15-D252-D7C6-E163393F9F25}"/>
                </a:ext>
              </a:extLst>
            </p:cNvPr>
            <p:cNvSpPr/>
            <p:nvPr/>
          </p:nvSpPr>
          <p:spPr>
            <a:xfrm>
              <a:off x="3298169"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Pluton Security Processors</a:t>
              </a:r>
            </a:p>
          </p:txBody>
        </p:sp>
        <p:sp>
          <p:nvSpPr>
            <p:cNvPr id="28" name="Cylinder 27">
              <a:extLst>
                <a:ext uri="{FF2B5EF4-FFF2-40B4-BE49-F238E27FC236}">
                  <a16:creationId xmlns:a16="http://schemas.microsoft.com/office/drawing/2014/main" id="{CF1033F6-1BC4-DB3A-FBDE-B13F450242F6}"/>
                </a:ext>
              </a:extLst>
            </p:cNvPr>
            <p:cNvSpPr/>
            <p:nvPr/>
          </p:nvSpPr>
          <p:spPr>
            <a:xfrm>
              <a:off x="4081239" y="4191922"/>
              <a:ext cx="88834" cy="133034"/>
            </a:xfrm>
            <a:prstGeom prst="can">
              <a:avLst/>
            </a:prstGeom>
            <a:solidFill>
              <a:srgbClr val="99330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9" name="Group 28">
            <a:extLst>
              <a:ext uri="{FF2B5EF4-FFF2-40B4-BE49-F238E27FC236}">
                <a16:creationId xmlns:a16="http://schemas.microsoft.com/office/drawing/2014/main" id="{132F8B12-1C94-F563-9100-16DAB1F81011}"/>
              </a:ext>
            </a:extLst>
          </p:cNvPr>
          <p:cNvGrpSpPr/>
          <p:nvPr/>
        </p:nvGrpSpPr>
        <p:grpSpPr>
          <a:xfrm>
            <a:off x="4289254" y="5012622"/>
            <a:ext cx="871904" cy="748695"/>
            <a:chOff x="4289254" y="5012622"/>
            <a:chExt cx="871904" cy="748695"/>
          </a:xfrm>
        </p:grpSpPr>
        <p:sp>
          <p:nvSpPr>
            <p:cNvPr id="30" name="Rectangle 29">
              <a:extLst>
                <a:ext uri="{FF2B5EF4-FFF2-40B4-BE49-F238E27FC236}">
                  <a16:creationId xmlns:a16="http://schemas.microsoft.com/office/drawing/2014/main" id="{4907BB17-F4F8-BF0F-4B65-ECD29AE7850B}"/>
                </a:ext>
              </a:extLst>
            </p:cNvPr>
            <p:cNvSpPr/>
            <p:nvPr/>
          </p:nvSpPr>
          <p:spPr>
            <a:xfrm>
              <a:off x="4289254"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Device Firmware Configuration Interface</a:t>
              </a:r>
            </a:p>
          </p:txBody>
        </p:sp>
        <p:sp>
          <p:nvSpPr>
            <p:cNvPr id="31" name="Cylinder 30">
              <a:extLst>
                <a:ext uri="{FF2B5EF4-FFF2-40B4-BE49-F238E27FC236}">
                  <a16:creationId xmlns:a16="http://schemas.microsoft.com/office/drawing/2014/main" id="{657902BA-86FC-90E3-924E-65E39B9DE667}"/>
                </a:ext>
              </a:extLst>
            </p:cNvPr>
            <p:cNvSpPr/>
            <p:nvPr/>
          </p:nvSpPr>
          <p:spPr>
            <a:xfrm>
              <a:off x="5072324" y="5012622"/>
              <a:ext cx="88834" cy="133034"/>
            </a:xfrm>
            <a:prstGeom prst="can">
              <a:avLst/>
            </a:prstGeom>
            <a:solidFill>
              <a:srgbClr val="99330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4" name="Group 33">
            <a:extLst>
              <a:ext uri="{FF2B5EF4-FFF2-40B4-BE49-F238E27FC236}">
                <a16:creationId xmlns:a16="http://schemas.microsoft.com/office/drawing/2014/main" id="{D3A0690A-5F73-6533-3307-F7E340212F48}"/>
              </a:ext>
            </a:extLst>
          </p:cNvPr>
          <p:cNvGrpSpPr/>
          <p:nvPr/>
        </p:nvGrpSpPr>
        <p:grpSpPr>
          <a:xfrm>
            <a:off x="3298169" y="5012622"/>
            <a:ext cx="871904" cy="748695"/>
            <a:chOff x="3298169" y="5012622"/>
            <a:chExt cx="871904" cy="748695"/>
          </a:xfrm>
        </p:grpSpPr>
        <p:sp>
          <p:nvSpPr>
            <p:cNvPr id="37" name="Rectangle 36">
              <a:extLst>
                <a:ext uri="{FF2B5EF4-FFF2-40B4-BE49-F238E27FC236}">
                  <a16:creationId xmlns:a16="http://schemas.microsoft.com/office/drawing/2014/main" id="{E7F9CACF-AC58-6F77-C20E-349F7C079BE5}"/>
                </a:ext>
              </a:extLst>
            </p:cNvPr>
            <p:cNvSpPr/>
            <p:nvPr/>
          </p:nvSpPr>
          <p:spPr>
            <a:xfrm>
              <a:off x="3298169"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Surface Enterprise Management Mode</a:t>
              </a:r>
            </a:p>
          </p:txBody>
        </p:sp>
        <p:sp>
          <p:nvSpPr>
            <p:cNvPr id="38" name="Cylinder 37">
              <a:extLst>
                <a:ext uri="{FF2B5EF4-FFF2-40B4-BE49-F238E27FC236}">
                  <a16:creationId xmlns:a16="http://schemas.microsoft.com/office/drawing/2014/main" id="{A5B7A301-1E80-C8B7-882D-E3602995E283}"/>
                </a:ext>
              </a:extLst>
            </p:cNvPr>
            <p:cNvSpPr/>
            <p:nvPr/>
          </p:nvSpPr>
          <p:spPr>
            <a:xfrm>
              <a:off x="4081239" y="5012622"/>
              <a:ext cx="88834" cy="133034"/>
            </a:xfrm>
            <a:prstGeom prst="can">
              <a:avLst/>
            </a:prstGeom>
            <a:solidFill>
              <a:srgbClr val="99330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41" name="Group 40">
            <a:extLst>
              <a:ext uri="{FF2B5EF4-FFF2-40B4-BE49-F238E27FC236}">
                <a16:creationId xmlns:a16="http://schemas.microsoft.com/office/drawing/2014/main" id="{173532EE-BFD2-50BB-F14F-F40D86592758}"/>
              </a:ext>
            </a:extLst>
          </p:cNvPr>
          <p:cNvGrpSpPr/>
          <p:nvPr/>
        </p:nvGrpSpPr>
        <p:grpSpPr>
          <a:xfrm>
            <a:off x="325745" y="88412"/>
            <a:ext cx="871904" cy="748695"/>
            <a:chOff x="325745" y="88412"/>
            <a:chExt cx="871904" cy="748695"/>
          </a:xfrm>
        </p:grpSpPr>
        <p:sp>
          <p:nvSpPr>
            <p:cNvPr id="42" name="Rectangle 41">
              <a:extLst>
                <a:ext uri="{FF2B5EF4-FFF2-40B4-BE49-F238E27FC236}">
                  <a16:creationId xmlns:a16="http://schemas.microsoft.com/office/drawing/2014/main" id="{39D89948-AE51-AE7F-A605-D6B374E637AE}"/>
                </a:ext>
              </a:extLst>
            </p:cNvPr>
            <p:cNvSpPr/>
            <p:nvPr/>
          </p:nvSpPr>
          <p:spPr>
            <a:xfrm>
              <a:off x="325745" y="8841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Customer Lockbox</a:t>
              </a:r>
            </a:p>
          </p:txBody>
        </p:sp>
        <p:sp>
          <p:nvSpPr>
            <p:cNvPr id="44" name="Rectangle 43">
              <a:extLst>
                <a:ext uri="{FF2B5EF4-FFF2-40B4-BE49-F238E27FC236}">
                  <a16:creationId xmlns:a16="http://schemas.microsoft.com/office/drawing/2014/main" id="{4F51C02A-8C1D-EC95-91CB-0F42D18D8A6E}"/>
                </a:ext>
              </a:extLst>
            </p:cNvPr>
            <p:cNvSpPr/>
            <p:nvPr/>
          </p:nvSpPr>
          <p:spPr>
            <a:xfrm flipV="1">
              <a:off x="1076521" y="88412"/>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45" name="Oval 15">
              <a:extLst>
                <a:ext uri="{FF2B5EF4-FFF2-40B4-BE49-F238E27FC236}">
                  <a16:creationId xmlns:a16="http://schemas.microsoft.com/office/drawing/2014/main" id="{6CE2FBAA-E20B-D2DC-9242-1E50A6200B77}"/>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46" name="Straight Connector 45">
              <a:extLst>
                <a:ext uri="{FF2B5EF4-FFF2-40B4-BE49-F238E27FC236}">
                  <a16:creationId xmlns:a16="http://schemas.microsoft.com/office/drawing/2014/main" id="{5439020B-6635-CC60-1CFC-86C46E76D541}"/>
                </a:ext>
              </a:extLst>
            </p:cNvPr>
            <p:cNvCxnSpPr>
              <a:cxnSpLocks/>
              <a:stCxn id="45" idx="0"/>
            </p:cNvCxnSpPr>
            <p:nvPr/>
          </p:nvCxnSpPr>
          <p:spPr>
            <a:xfrm flipV="1">
              <a:off x="1116520" y="105005"/>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57" name="Straight Connector 56">
              <a:extLst>
                <a:ext uri="{FF2B5EF4-FFF2-40B4-BE49-F238E27FC236}">
                  <a16:creationId xmlns:a16="http://schemas.microsoft.com/office/drawing/2014/main" id="{FE7D69DD-E182-79FF-43D7-6EE8DBDEEBD8}"/>
                </a:ext>
              </a:extLst>
            </p:cNvPr>
            <p:cNvCxnSpPr>
              <a:cxnSpLocks/>
            </p:cNvCxnSpPr>
            <p:nvPr/>
          </p:nvCxnSpPr>
          <p:spPr>
            <a:xfrm>
              <a:off x="1123434" y="105005"/>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59" name="Group 58">
            <a:extLst>
              <a:ext uri="{FF2B5EF4-FFF2-40B4-BE49-F238E27FC236}">
                <a16:creationId xmlns:a16="http://schemas.microsoft.com/office/drawing/2014/main" id="{D186D4D1-DE13-BB81-403F-E5B4C22D4D75}"/>
              </a:ext>
            </a:extLst>
          </p:cNvPr>
          <p:cNvGrpSpPr/>
          <p:nvPr/>
        </p:nvGrpSpPr>
        <p:grpSpPr>
          <a:xfrm>
            <a:off x="1315999" y="88412"/>
            <a:ext cx="871904" cy="748695"/>
            <a:chOff x="1315999" y="88412"/>
            <a:chExt cx="871904" cy="748695"/>
          </a:xfrm>
        </p:grpSpPr>
        <p:sp>
          <p:nvSpPr>
            <p:cNvPr id="60" name="Rectangle 59">
              <a:extLst>
                <a:ext uri="{FF2B5EF4-FFF2-40B4-BE49-F238E27FC236}">
                  <a16:creationId xmlns:a16="http://schemas.microsoft.com/office/drawing/2014/main" id="{3FB8385B-D5B4-1E65-A655-1F068CCBB96B}"/>
                </a:ext>
              </a:extLst>
            </p:cNvPr>
            <p:cNvSpPr/>
            <p:nvPr/>
          </p:nvSpPr>
          <p:spPr>
            <a:xfrm>
              <a:off x="1315999" y="8841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Customer Key</a:t>
              </a:r>
            </a:p>
          </p:txBody>
        </p:sp>
        <p:sp>
          <p:nvSpPr>
            <p:cNvPr id="67" name="Rectangle 66">
              <a:extLst>
                <a:ext uri="{FF2B5EF4-FFF2-40B4-BE49-F238E27FC236}">
                  <a16:creationId xmlns:a16="http://schemas.microsoft.com/office/drawing/2014/main" id="{F31510CE-9DF7-1FDE-6E38-A92B8BFBF6F6}"/>
                </a:ext>
              </a:extLst>
            </p:cNvPr>
            <p:cNvSpPr/>
            <p:nvPr/>
          </p:nvSpPr>
          <p:spPr>
            <a:xfrm flipV="1">
              <a:off x="2065513" y="91975"/>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68" name="Oval 15">
              <a:extLst>
                <a:ext uri="{FF2B5EF4-FFF2-40B4-BE49-F238E27FC236}">
                  <a16:creationId xmlns:a16="http://schemas.microsoft.com/office/drawing/2014/main" id="{09DC712C-8AC4-E5B6-BE0C-6B889E0ADA90}"/>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69" name="Straight Connector 68">
              <a:extLst>
                <a:ext uri="{FF2B5EF4-FFF2-40B4-BE49-F238E27FC236}">
                  <a16:creationId xmlns:a16="http://schemas.microsoft.com/office/drawing/2014/main" id="{3315968B-4CBB-1F0A-D2A4-C29A3BA3E9DE}"/>
                </a:ext>
              </a:extLst>
            </p:cNvPr>
            <p:cNvCxnSpPr>
              <a:cxnSpLocks/>
              <a:stCxn id="68" idx="0"/>
            </p:cNvCxnSpPr>
            <p:nvPr/>
          </p:nvCxnSpPr>
          <p:spPr>
            <a:xfrm flipV="1">
              <a:off x="2105512" y="108568"/>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70" name="Straight Connector 69">
              <a:extLst>
                <a:ext uri="{FF2B5EF4-FFF2-40B4-BE49-F238E27FC236}">
                  <a16:creationId xmlns:a16="http://schemas.microsoft.com/office/drawing/2014/main" id="{7713A767-B36A-2826-4219-1E737321B62F}"/>
                </a:ext>
              </a:extLst>
            </p:cNvPr>
            <p:cNvCxnSpPr>
              <a:cxnSpLocks/>
            </p:cNvCxnSpPr>
            <p:nvPr/>
          </p:nvCxnSpPr>
          <p:spPr>
            <a:xfrm>
              <a:off x="2112426" y="108568"/>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71" name="Group 70">
            <a:extLst>
              <a:ext uri="{FF2B5EF4-FFF2-40B4-BE49-F238E27FC236}">
                <a16:creationId xmlns:a16="http://schemas.microsoft.com/office/drawing/2014/main" id="{FCA5B06C-5D35-7D12-7127-D3D7733B6153}"/>
              </a:ext>
            </a:extLst>
          </p:cNvPr>
          <p:cNvGrpSpPr/>
          <p:nvPr/>
        </p:nvGrpSpPr>
        <p:grpSpPr>
          <a:xfrm>
            <a:off x="3298169" y="909114"/>
            <a:ext cx="871904" cy="748695"/>
            <a:chOff x="3298169" y="909114"/>
            <a:chExt cx="871904" cy="748695"/>
          </a:xfrm>
        </p:grpSpPr>
        <p:sp>
          <p:nvSpPr>
            <p:cNvPr id="72" name="Rectangle 71">
              <a:extLst>
                <a:ext uri="{FF2B5EF4-FFF2-40B4-BE49-F238E27FC236}">
                  <a16:creationId xmlns:a16="http://schemas.microsoft.com/office/drawing/2014/main" id="{C321330F-0F0B-7B30-A428-3F8882E050FD}"/>
                </a:ext>
              </a:extLst>
            </p:cNvPr>
            <p:cNvSpPr/>
            <p:nvPr/>
          </p:nvSpPr>
          <p:spPr>
            <a:xfrm>
              <a:off x="3298169" y="909114"/>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Teams Data Loss Prevention</a:t>
              </a:r>
            </a:p>
          </p:txBody>
        </p:sp>
        <p:sp>
          <p:nvSpPr>
            <p:cNvPr id="73" name="Rectangle 72">
              <a:extLst>
                <a:ext uri="{FF2B5EF4-FFF2-40B4-BE49-F238E27FC236}">
                  <a16:creationId xmlns:a16="http://schemas.microsoft.com/office/drawing/2014/main" id="{D765ED51-E6CB-F25A-C654-9D979F69F5B7}"/>
                </a:ext>
              </a:extLst>
            </p:cNvPr>
            <p:cNvSpPr/>
            <p:nvPr/>
          </p:nvSpPr>
          <p:spPr>
            <a:xfrm flipV="1">
              <a:off x="4043182" y="919817"/>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74" name="Oval 15">
              <a:extLst>
                <a:ext uri="{FF2B5EF4-FFF2-40B4-BE49-F238E27FC236}">
                  <a16:creationId xmlns:a16="http://schemas.microsoft.com/office/drawing/2014/main" id="{B03241B1-1797-1C1D-BE21-DDB88B172C9C}"/>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75" name="Straight Connector 74">
              <a:extLst>
                <a:ext uri="{FF2B5EF4-FFF2-40B4-BE49-F238E27FC236}">
                  <a16:creationId xmlns:a16="http://schemas.microsoft.com/office/drawing/2014/main" id="{7CB0F867-A4DC-248D-8B70-38A2A5B14DF1}"/>
                </a:ext>
              </a:extLst>
            </p:cNvPr>
            <p:cNvCxnSpPr>
              <a:cxnSpLocks/>
              <a:stCxn id="74" idx="0"/>
            </p:cNvCxnSpPr>
            <p:nvPr/>
          </p:nvCxnSpPr>
          <p:spPr>
            <a:xfrm flipV="1">
              <a:off x="4083181" y="936410"/>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76" name="Straight Connector 75">
              <a:extLst>
                <a:ext uri="{FF2B5EF4-FFF2-40B4-BE49-F238E27FC236}">
                  <a16:creationId xmlns:a16="http://schemas.microsoft.com/office/drawing/2014/main" id="{AADA72CE-A803-659F-2307-8B81A10C126F}"/>
                </a:ext>
              </a:extLst>
            </p:cNvPr>
            <p:cNvCxnSpPr>
              <a:cxnSpLocks/>
            </p:cNvCxnSpPr>
            <p:nvPr/>
          </p:nvCxnSpPr>
          <p:spPr>
            <a:xfrm>
              <a:off x="4090095" y="936410"/>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09BDA122-9589-3F99-6CB7-F8600E39DB24}"/>
              </a:ext>
            </a:extLst>
          </p:cNvPr>
          <p:cNvGrpSpPr/>
          <p:nvPr/>
        </p:nvGrpSpPr>
        <p:grpSpPr>
          <a:xfrm>
            <a:off x="7262509" y="909114"/>
            <a:ext cx="880368" cy="748695"/>
            <a:chOff x="7262509" y="909114"/>
            <a:chExt cx="880368" cy="748695"/>
          </a:xfrm>
        </p:grpSpPr>
        <p:sp>
          <p:nvSpPr>
            <p:cNvPr id="78" name="Rectangle 77">
              <a:extLst>
                <a:ext uri="{FF2B5EF4-FFF2-40B4-BE49-F238E27FC236}">
                  <a16:creationId xmlns:a16="http://schemas.microsoft.com/office/drawing/2014/main" id="{CF74365D-BF33-3804-FD7A-BA39B78D459F}"/>
                </a:ext>
              </a:extLst>
            </p:cNvPr>
            <p:cNvSpPr/>
            <p:nvPr/>
          </p:nvSpPr>
          <p:spPr>
            <a:xfrm>
              <a:off x="7262509" y="909114"/>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Privileged Access Management</a:t>
              </a:r>
            </a:p>
          </p:txBody>
        </p:sp>
        <p:sp>
          <p:nvSpPr>
            <p:cNvPr id="79" name="Rectangle 78">
              <a:extLst>
                <a:ext uri="{FF2B5EF4-FFF2-40B4-BE49-F238E27FC236}">
                  <a16:creationId xmlns:a16="http://schemas.microsoft.com/office/drawing/2014/main" id="{A2486B43-44B4-18AB-3E25-014820F169A9}"/>
                </a:ext>
              </a:extLst>
            </p:cNvPr>
            <p:cNvSpPr/>
            <p:nvPr/>
          </p:nvSpPr>
          <p:spPr>
            <a:xfrm flipV="1">
              <a:off x="8021749" y="919817"/>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80" name="Oval 15">
              <a:extLst>
                <a:ext uri="{FF2B5EF4-FFF2-40B4-BE49-F238E27FC236}">
                  <a16:creationId xmlns:a16="http://schemas.microsoft.com/office/drawing/2014/main" id="{E4040DC9-819E-3456-1BA1-262396B0828A}"/>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81" name="Straight Connector 80">
              <a:extLst>
                <a:ext uri="{FF2B5EF4-FFF2-40B4-BE49-F238E27FC236}">
                  <a16:creationId xmlns:a16="http://schemas.microsoft.com/office/drawing/2014/main" id="{51E73CF3-1610-46C7-0778-F65BA39D8E6E}"/>
                </a:ext>
              </a:extLst>
            </p:cNvPr>
            <p:cNvCxnSpPr>
              <a:cxnSpLocks/>
              <a:stCxn id="80" idx="0"/>
            </p:cNvCxnSpPr>
            <p:nvPr/>
          </p:nvCxnSpPr>
          <p:spPr>
            <a:xfrm flipV="1">
              <a:off x="8061748" y="936410"/>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82" name="Straight Connector 81">
              <a:extLst>
                <a:ext uri="{FF2B5EF4-FFF2-40B4-BE49-F238E27FC236}">
                  <a16:creationId xmlns:a16="http://schemas.microsoft.com/office/drawing/2014/main" id="{9DDB60B6-87BB-CFA3-A7F7-DD2F26E5FF1F}"/>
                </a:ext>
              </a:extLst>
            </p:cNvPr>
            <p:cNvCxnSpPr>
              <a:cxnSpLocks/>
            </p:cNvCxnSpPr>
            <p:nvPr/>
          </p:nvCxnSpPr>
          <p:spPr>
            <a:xfrm>
              <a:off x="8068662" y="936410"/>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83" name="Group 82">
            <a:extLst>
              <a:ext uri="{FF2B5EF4-FFF2-40B4-BE49-F238E27FC236}">
                <a16:creationId xmlns:a16="http://schemas.microsoft.com/office/drawing/2014/main" id="{1C6D2D39-7B5E-8875-385C-4184F2B1D0F5}"/>
              </a:ext>
            </a:extLst>
          </p:cNvPr>
          <p:cNvGrpSpPr/>
          <p:nvPr/>
        </p:nvGrpSpPr>
        <p:grpSpPr>
          <a:xfrm>
            <a:off x="6271424" y="1729816"/>
            <a:ext cx="871904" cy="748695"/>
            <a:chOff x="6271424" y="1729816"/>
            <a:chExt cx="871904" cy="748695"/>
          </a:xfrm>
        </p:grpSpPr>
        <p:sp>
          <p:nvSpPr>
            <p:cNvPr id="84" name="Rectangle 83">
              <a:extLst>
                <a:ext uri="{FF2B5EF4-FFF2-40B4-BE49-F238E27FC236}">
                  <a16:creationId xmlns:a16="http://schemas.microsoft.com/office/drawing/2014/main" id="{E5AC15AE-52D4-3C19-E625-435E37F0B7C3}"/>
                </a:ext>
              </a:extLst>
            </p:cNvPr>
            <p:cNvSpPr/>
            <p:nvPr/>
          </p:nvSpPr>
          <p:spPr>
            <a:xfrm>
              <a:off x="6271424" y="1729816"/>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Audit (Premium)</a:t>
              </a:r>
            </a:p>
          </p:txBody>
        </p:sp>
        <p:sp>
          <p:nvSpPr>
            <p:cNvPr id="85" name="Rectangle 84">
              <a:extLst>
                <a:ext uri="{FF2B5EF4-FFF2-40B4-BE49-F238E27FC236}">
                  <a16:creationId xmlns:a16="http://schemas.microsoft.com/office/drawing/2014/main" id="{CF0A6BFD-2859-A824-3524-8FA76F7562E7}"/>
                </a:ext>
              </a:extLst>
            </p:cNvPr>
            <p:cNvSpPr/>
            <p:nvPr/>
          </p:nvSpPr>
          <p:spPr>
            <a:xfrm flipV="1">
              <a:off x="7010822" y="1729951"/>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87" name="Oval 15">
              <a:extLst>
                <a:ext uri="{FF2B5EF4-FFF2-40B4-BE49-F238E27FC236}">
                  <a16:creationId xmlns:a16="http://schemas.microsoft.com/office/drawing/2014/main" id="{216574FB-3D23-82F2-A2BB-85C6208F1029}"/>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88" name="Straight Connector 87">
              <a:extLst>
                <a:ext uri="{FF2B5EF4-FFF2-40B4-BE49-F238E27FC236}">
                  <a16:creationId xmlns:a16="http://schemas.microsoft.com/office/drawing/2014/main" id="{BCE4A037-418D-16B8-81F1-87C34E4BA73E}"/>
                </a:ext>
              </a:extLst>
            </p:cNvPr>
            <p:cNvCxnSpPr>
              <a:cxnSpLocks/>
              <a:stCxn id="87" idx="0"/>
            </p:cNvCxnSpPr>
            <p:nvPr/>
          </p:nvCxnSpPr>
          <p:spPr>
            <a:xfrm flipV="1">
              <a:off x="7050821" y="1746544"/>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90" name="Straight Connector 89">
              <a:extLst>
                <a:ext uri="{FF2B5EF4-FFF2-40B4-BE49-F238E27FC236}">
                  <a16:creationId xmlns:a16="http://schemas.microsoft.com/office/drawing/2014/main" id="{4250C5DD-6D14-D130-4674-039112F0DF99}"/>
                </a:ext>
              </a:extLst>
            </p:cNvPr>
            <p:cNvCxnSpPr>
              <a:cxnSpLocks/>
            </p:cNvCxnSpPr>
            <p:nvPr/>
          </p:nvCxnSpPr>
          <p:spPr>
            <a:xfrm>
              <a:off x="7057735" y="1746544"/>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517880C8-ABCA-89D1-69FF-636F0C1D9727}"/>
              </a:ext>
            </a:extLst>
          </p:cNvPr>
          <p:cNvGrpSpPr/>
          <p:nvPr/>
        </p:nvGrpSpPr>
        <p:grpSpPr>
          <a:xfrm>
            <a:off x="7262509" y="3370808"/>
            <a:ext cx="871904" cy="748695"/>
            <a:chOff x="7262509" y="3370808"/>
            <a:chExt cx="871904" cy="748695"/>
          </a:xfrm>
        </p:grpSpPr>
        <p:sp>
          <p:nvSpPr>
            <p:cNvPr id="92" name="Rectangle 91">
              <a:extLst>
                <a:ext uri="{FF2B5EF4-FFF2-40B4-BE49-F238E27FC236}">
                  <a16:creationId xmlns:a16="http://schemas.microsoft.com/office/drawing/2014/main" id="{00D10CA7-C651-75E6-F324-5099D7EB73E6}"/>
                </a:ext>
              </a:extLst>
            </p:cNvPr>
            <p:cNvSpPr/>
            <p:nvPr/>
          </p:nvSpPr>
          <p:spPr>
            <a:xfrm>
              <a:off x="7262509" y="3370808"/>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Privileged Identity Management</a:t>
              </a:r>
            </a:p>
          </p:txBody>
        </p:sp>
        <p:sp>
          <p:nvSpPr>
            <p:cNvPr id="104" name="Rectangle 103">
              <a:extLst>
                <a:ext uri="{FF2B5EF4-FFF2-40B4-BE49-F238E27FC236}">
                  <a16:creationId xmlns:a16="http://schemas.microsoft.com/office/drawing/2014/main" id="{1AF2166B-2869-87D9-B038-7026371210A3}"/>
                </a:ext>
              </a:extLst>
            </p:cNvPr>
            <p:cNvSpPr/>
            <p:nvPr/>
          </p:nvSpPr>
          <p:spPr>
            <a:xfrm flipV="1">
              <a:off x="7999814" y="3378276"/>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20" name="Oval 15">
              <a:extLst>
                <a:ext uri="{FF2B5EF4-FFF2-40B4-BE49-F238E27FC236}">
                  <a16:creationId xmlns:a16="http://schemas.microsoft.com/office/drawing/2014/main" id="{00B6466D-1665-B933-96FF-53919CC26822}"/>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21" name="Straight Connector 120">
              <a:extLst>
                <a:ext uri="{FF2B5EF4-FFF2-40B4-BE49-F238E27FC236}">
                  <a16:creationId xmlns:a16="http://schemas.microsoft.com/office/drawing/2014/main" id="{670DCB2F-3B72-D007-2624-D91813698900}"/>
                </a:ext>
              </a:extLst>
            </p:cNvPr>
            <p:cNvCxnSpPr>
              <a:cxnSpLocks/>
              <a:stCxn id="120" idx="0"/>
            </p:cNvCxnSpPr>
            <p:nvPr/>
          </p:nvCxnSpPr>
          <p:spPr>
            <a:xfrm flipV="1">
              <a:off x="8039813" y="3394869"/>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23" name="Straight Connector 122">
              <a:extLst>
                <a:ext uri="{FF2B5EF4-FFF2-40B4-BE49-F238E27FC236}">
                  <a16:creationId xmlns:a16="http://schemas.microsoft.com/office/drawing/2014/main" id="{4637CA7C-DBEE-63F2-3DA6-F41AF8B5EFDF}"/>
                </a:ext>
              </a:extLst>
            </p:cNvPr>
            <p:cNvCxnSpPr>
              <a:cxnSpLocks/>
            </p:cNvCxnSpPr>
            <p:nvPr/>
          </p:nvCxnSpPr>
          <p:spPr>
            <a:xfrm>
              <a:off x="8046727" y="3394869"/>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24" name="Group 123">
            <a:extLst>
              <a:ext uri="{FF2B5EF4-FFF2-40B4-BE49-F238E27FC236}">
                <a16:creationId xmlns:a16="http://schemas.microsoft.com/office/drawing/2014/main" id="{5EA9722C-283D-D451-8403-D25B45C27F3E}"/>
              </a:ext>
            </a:extLst>
          </p:cNvPr>
          <p:cNvGrpSpPr/>
          <p:nvPr/>
        </p:nvGrpSpPr>
        <p:grpSpPr>
          <a:xfrm>
            <a:off x="8253594" y="3370808"/>
            <a:ext cx="871904" cy="748695"/>
            <a:chOff x="8253594" y="3370808"/>
            <a:chExt cx="871904" cy="748695"/>
          </a:xfrm>
        </p:grpSpPr>
        <p:sp>
          <p:nvSpPr>
            <p:cNvPr id="126" name="Rectangle 125">
              <a:hlinkHover r:id="" action="ppaction://noaction" highlightClick="1"/>
              <a:extLst>
                <a:ext uri="{FF2B5EF4-FFF2-40B4-BE49-F238E27FC236}">
                  <a16:creationId xmlns:a16="http://schemas.microsoft.com/office/drawing/2014/main" id="{4802F980-9562-3685-C639-04D99BF61E7E}"/>
                </a:ext>
              </a:extLst>
            </p:cNvPr>
            <p:cNvSpPr/>
            <p:nvPr/>
          </p:nvSpPr>
          <p:spPr>
            <a:xfrm>
              <a:off x="8253594" y="3370808"/>
              <a:ext cx="871904" cy="748695"/>
            </a:xfrm>
            <a:prstGeom prst="rect">
              <a:avLst/>
            </a:prstGeom>
            <a:solidFill>
              <a:srgbClr val="C6C6C6">
                <a:alpha val="15000"/>
              </a:srgbClr>
            </a:solidFill>
            <a:ln w="31750" cap="flat" cmpd="sng" algn="ctr">
              <a:solidFill>
                <a:schemeClr val="accent1">
                  <a:shade val="50000"/>
                  <a:alpha val="15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Entra Identity Governance</a:t>
              </a:r>
            </a:p>
          </p:txBody>
        </p:sp>
        <p:sp>
          <p:nvSpPr>
            <p:cNvPr id="127" name="Rectangle 126">
              <a:extLst>
                <a:ext uri="{FF2B5EF4-FFF2-40B4-BE49-F238E27FC236}">
                  <a16:creationId xmlns:a16="http://schemas.microsoft.com/office/drawing/2014/main" id="{323DABCA-FA5A-4149-5131-49EA31E77C0D}"/>
                </a:ext>
              </a:extLst>
            </p:cNvPr>
            <p:cNvSpPr/>
            <p:nvPr/>
          </p:nvSpPr>
          <p:spPr>
            <a:xfrm flipV="1">
              <a:off x="8998048" y="3374713"/>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29" name="Oval 15">
              <a:extLst>
                <a:ext uri="{FF2B5EF4-FFF2-40B4-BE49-F238E27FC236}">
                  <a16:creationId xmlns:a16="http://schemas.microsoft.com/office/drawing/2014/main" id="{169DD2A9-B87F-F0B0-B6D0-DA78E67E4E72}"/>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31" name="Straight Connector 130">
              <a:extLst>
                <a:ext uri="{FF2B5EF4-FFF2-40B4-BE49-F238E27FC236}">
                  <a16:creationId xmlns:a16="http://schemas.microsoft.com/office/drawing/2014/main" id="{9701F9AA-6BBF-5F2C-F37D-82C5AE3AE84A}"/>
                </a:ext>
              </a:extLst>
            </p:cNvPr>
            <p:cNvCxnSpPr>
              <a:cxnSpLocks/>
              <a:stCxn id="129" idx="0"/>
            </p:cNvCxnSpPr>
            <p:nvPr/>
          </p:nvCxnSpPr>
          <p:spPr>
            <a:xfrm flipV="1">
              <a:off x="9038047" y="3391306"/>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32" name="Straight Connector 131">
              <a:extLst>
                <a:ext uri="{FF2B5EF4-FFF2-40B4-BE49-F238E27FC236}">
                  <a16:creationId xmlns:a16="http://schemas.microsoft.com/office/drawing/2014/main" id="{76966A69-89FF-3EF2-2ACE-F5A0F5B6735A}"/>
                </a:ext>
              </a:extLst>
            </p:cNvPr>
            <p:cNvCxnSpPr>
              <a:cxnSpLocks/>
            </p:cNvCxnSpPr>
            <p:nvPr/>
          </p:nvCxnSpPr>
          <p:spPr>
            <a:xfrm>
              <a:off x="9044961" y="3391306"/>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33" name="Group 132">
            <a:extLst>
              <a:ext uri="{FF2B5EF4-FFF2-40B4-BE49-F238E27FC236}">
                <a16:creationId xmlns:a16="http://schemas.microsoft.com/office/drawing/2014/main" id="{AE4DC72C-A8B8-9135-5B11-E43F27C802EA}"/>
              </a:ext>
            </a:extLst>
          </p:cNvPr>
          <p:cNvGrpSpPr/>
          <p:nvPr/>
        </p:nvGrpSpPr>
        <p:grpSpPr>
          <a:xfrm>
            <a:off x="324914" y="909114"/>
            <a:ext cx="871904" cy="748695"/>
            <a:chOff x="324914" y="909114"/>
            <a:chExt cx="871904" cy="748695"/>
          </a:xfrm>
        </p:grpSpPr>
        <p:sp>
          <p:nvSpPr>
            <p:cNvPr id="135" name="Rectangle 134">
              <a:extLst>
                <a:ext uri="{FF2B5EF4-FFF2-40B4-BE49-F238E27FC236}">
                  <a16:creationId xmlns:a16="http://schemas.microsoft.com/office/drawing/2014/main" id="{7CEF47A6-5C74-FB32-BE17-A9ACF651A427}"/>
                </a:ext>
              </a:extLst>
            </p:cNvPr>
            <p:cNvSpPr/>
            <p:nvPr/>
          </p:nvSpPr>
          <p:spPr>
            <a:xfrm>
              <a:off x="324914" y="909114"/>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Exchange Online Protection</a:t>
              </a:r>
            </a:p>
          </p:txBody>
        </p:sp>
        <p:sp>
          <p:nvSpPr>
            <p:cNvPr id="136" name="Right Triangle 135">
              <a:extLst>
                <a:ext uri="{FF2B5EF4-FFF2-40B4-BE49-F238E27FC236}">
                  <a16:creationId xmlns:a16="http://schemas.microsoft.com/office/drawing/2014/main" id="{3A3E5117-B5AA-B32E-8403-8ED99738CE7A}"/>
                </a:ext>
              </a:extLst>
            </p:cNvPr>
            <p:cNvSpPr/>
            <p:nvPr/>
          </p:nvSpPr>
          <p:spPr>
            <a:xfrm rot="10800000">
              <a:off x="1053755" y="911495"/>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37" name="Oval 27">
              <a:extLst>
                <a:ext uri="{FF2B5EF4-FFF2-40B4-BE49-F238E27FC236}">
                  <a16:creationId xmlns:a16="http://schemas.microsoft.com/office/drawing/2014/main" id="{04FFE23A-1B45-38F6-8A45-8E7877D3F5CD}"/>
                </a:ext>
              </a:extLst>
            </p:cNvPr>
            <p:cNvSpPr/>
            <p:nvPr/>
          </p:nvSpPr>
          <p:spPr>
            <a:xfrm>
              <a:off x="1136944" y="918978"/>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38" name="Oval 28">
              <a:extLst>
                <a:ext uri="{FF2B5EF4-FFF2-40B4-BE49-F238E27FC236}">
                  <a16:creationId xmlns:a16="http://schemas.microsoft.com/office/drawing/2014/main" id="{E6684312-A16C-72EA-59ED-1FDB834614A6}"/>
                </a:ext>
              </a:extLst>
            </p:cNvPr>
            <p:cNvSpPr/>
            <p:nvPr/>
          </p:nvSpPr>
          <p:spPr>
            <a:xfrm>
              <a:off x="1134082" y="952692"/>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140" name="Group 139">
            <a:extLst>
              <a:ext uri="{FF2B5EF4-FFF2-40B4-BE49-F238E27FC236}">
                <a16:creationId xmlns:a16="http://schemas.microsoft.com/office/drawing/2014/main" id="{1ECC4B87-661C-A31A-AFBE-55AB76125C74}"/>
              </a:ext>
            </a:extLst>
          </p:cNvPr>
          <p:cNvGrpSpPr/>
          <p:nvPr/>
        </p:nvGrpSpPr>
        <p:grpSpPr>
          <a:xfrm>
            <a:off x="324914" y="3371220"/>
            <a:ext cx="872735" cy="748695"/>
            <a:chOff x="324914" y="3371220"/>
            <a:chExt cx="872735" cy="748695"/>
          </a:xfrm>
        </p:grpSpPr>
        <p:sp>
          <p:nvSpPr>
            <p:cNvPr id="141" name="Rectangle 140">
              <a:extLst>
                <a:ext uri="{FF2B5EF4-FFF2-40B4-BE49-F238E27FC236}">
                  <a16:creationId xmlns:a16="http://schemas.microsoft.com/office/drawing/2014/main" id="{5EFEFF6C-FF7C-1B6D-822F-7432101CADF2}"/>
                </a:ext>
              </a:extLst>
            </p:cNvPr>
            <p:cNvSpPr/>
            <p:nvPr/>
          </p:nvSpPr>
          <p:spPr>
            <a:xfrm>
              <a:off x="324914" y="3371220"/>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Windows Hello</a:t>
              </a:r>
            </a:p>
          </p:txBody>
        </p:sp>
        <p:sp>
          <p:nvSpPr>
            <p:cNvPr id="143" name="Right Triangle 142">
              <a:extLst>
                <a:ext uri="{FF2B5EF4-FFF2-40B4-BE49-F238E27FC236}">
                  <a16:creationId xmlns:a16="http://schemas.microsoft.com/office/drawing/2014/main" id="{276C4C8E-0B1E-EE10-163D-B1956FE78F91}"/>
                </a:ext>
              </a:extLst>
            </p:cNvPr>
            <p:cNvSpPr/>
            <p:nvPr/>
          </p:nvSpPr>
          <p:spPr>
            <a:xfrm rot="10800000">
              <a:off x="1056136" y="3373189"/>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44" name="Oval 27">
              <a:extLst>
                <a:ext uri="{FF2B5EF4-FFF2-40B4-BE49-F238E27FC236}">
                  <a16:creationId xmlns:a16="http://schemas.microsoft.com/office/drawing/2014/main" id="{3BC375EC-3B63-FC61-0B94-D34029CB1B88}"/>
                </a:ext>
              </a:extLst>
            </p:cNvPr>
            <p:cNvSpPr/>
            <p:nvPr/>
          </p:nvSpPr>
          <p:spPr>
            <a:xfrm>
              <a:off x="1139325" y="3380672"/>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45" name="Oval 28">
              <a:extLst>
                <a:ext uri="{FF2B5EF4-FFF2-40B4-BE49-F238E27FC236}">
                  <a16:creationId xmlns:a16="http://schemas.microsoft.com/office/drawing/2014/main" id="{693310F0-DC71-73FC-4F16-E9AA0881EE2D}"/>
                </a:ext>
              </a:extLst>
            </p:cNvPr>
            <p:cNvSpPr/>
            <p:nvPr/>
          </p:nvSpPr>
          <p:spPr>
            <a:xfrm>
              <a:off x="1136463" y="3414386"/>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146" name="Group 145">
            <a:extLst>
              <a:ext uri="{FF2B5EF4-FFF2-40B4-BE49-F238E27FC236}">
                <a16:creationId xmlns:a16="http://schemas.microsoft.com/office/drawing/2014/main" id="{DE766B9F-323C-A73C-D4F1-21C5F2CC86AB}"/>
              </a:ext>
            </a:extLst>
          </p:cNvPr>
          <p:cNvGrpSpPr/>
          <p:nvPr/>
        </p:nvGrpSpPr>
        <p:grpSpPr>
          <a:xfrm>
            <a:off x="1315999" y="3370808"/>
            <a:ext cx="871904" cy="748695"/>
            <a:chOff x="1315999" y="3370808"/>
            <a:chExt cx="871904" cy="748695"/>
          </a:xfrm>
        </p:grpSpPr>
        <p:sp>
          <p:nvSpPr>
            <p:cNvPr id="147" name="Rectangle 146">
              <a:extLst>
                <a:ext uri="{FF2B5EF4-FFF2-40B4-BE49-F238E27FC236}">
                  <a16:creationId xmlns:a16="http://schemas.microsoft.com/office/drawing/2014/main" id="{2992C596-C87D-0332-1E8B-D7959B6F167C}"/>
                </a:ext>
              </a:extLst>
            </p:cNvPr>
            <p:cNvSpPr/>
            <p:nvPr/>
          </p:nvSpPr>
          <p:spPr>
            <a:xfrm>
              <a:off x="1315999" y="337080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Entra Verified ID</a:t>
              </a:r>
            </a:p>
          </p:txBody>
        </p:sp>
        <p:sp>
          <p:nvSpPr>
            <p:cNvPr id="148" name="Right Triangle 147">
              <a:extLst>
                <a:ext uri="{FF2B5EF4-FFF2-40B4-BE49-F238E27FC236}">
                  <a16:creationId xmlns:a16="http://schemas.microsoft.com/office/drawing/2014/main" id="{E0190316-B9EA-E2FC-E34A-A02B589BC03B}"/>
                </a:ext>
              </a:extLst>
            </p:cNvPr>
            <p:cNvSpPr/>
            <p:nvPr/>
          </p:nvSpPr>
          <p:spPr>
            <a:xfrm rot="10800000">
              <a:off x="2046390" y="3373189"/>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49" name="Oval 27">
              <a:extLst>
                <a:ext uri="{FF2B5EF4-FFF2-40B4-BE49-F238E27FC236}">
                  <a16:creationId xmlns:a16="http://schemas.microsoft.com/office/drawing/2014/main" id="{2DE7E3A4-8FA9-1AF1-A82D-9083F6FEE074}"/>
                </a:ext>
              </a:extLst>
            </p:cNvPr>
            <p:cNvSpPr/>
            <p:nvPr/>
          </p:nvSpPr>
          <p:spPr>
            <a:xfrm>
              <a:off x="2129579" y="3380672"/>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51" name="Oval 28">
              <a:extLst>
                <a:ext uri="{FF2B5EF4-FFF2-40B4-BE49-F238E27FC236}">
                  <a16:creationId xmlns:a16="http://schemas.microsoft.com/office/drawing/2014/main" id="{C6EB876C-92A6-B0B0-FAEE-E2EB19EB32C0}"/>
                </a:ext>
              </a:extLst>
            </p:cNvPr>
            <p:cNvSpPr/>
            <p:nvPr/>
          </p:nvSpPr>
          <p:spPr>
            <a:xfrm>
              <a:off x="2126717" y="3414386"/>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152" name="Group 151">
            <a:extLst>
              <a:ext uri="{FF2B5EF4-FFF2-40B4-BE49-F238E27FC236}">
                <a16:creationId xmlns:a16="http://schemas.microsoft.com/office/drawing/2014/main" id="{98272AD1-8EB5-61FA-A1B2-D81C986225AF}"/>
              </a:ext>
            </a:extLst>
          </p:cNvPr>
          <p:cNvGrpSpPr/>
          <p:nvPr/>
        </p:nvGrpSpPr>
        <p:grpSpPr>
          <a:xfrm>
            <a:off x="324914" y="4191096"/>
            <a:ext cx="872735" cy="749521"/>
            <a:chOff x="324914" y="4191096"/>
            <a:chExt cx="872735" cy="749521"/>
          </a:xfrm>
        </p:grpSpPr>
        <p:sp>
          <p:nvSpPr>
            <p:cNvPr id="153" name="Rectangle 152">
              <a:extLst>
                <a:ext uri="{FF2B5EF4-FFF2-40B4-BE49-F238E27FC236}">
                  <a16:creationId xmlns:a16="http://schemas.microsoft.com/office/drawing/2014/main" id="{6C0F94F9-490B-F494-CF5C-6746545F9EF8}"/>
                </a:ext>
              </a:extLst>
            </p:cNvPr>
            <p:cNvSpPr/>
            <p:nvPr/>
          </p:nvSpPr>
          <p:spPr>
            <a:xfrm>
              <a:off x="324914" y="4191922"/>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Passwordless Auth. (inc. FIDO 2.0)</a:t>
              </a:r>
            </a:p>
          </p:txBody>
        </p:sp>
        <p:sp>
          <p:nvSpPr>
            <p:cNvPr id="154" name="Right Triangle 153">
              <a:extLst>
                <a:ext uri="{FF2B5EF4-FFF2-40B4-BE49-F238E27FC236}">
                  <a16:creationId xmlns:a16="http://schemas.microsoft.com/office/drawing/2014/main" id="{45189670-3FF7-62B1-130A-AAE427187DE6}"/>
                </a:ext>
              </a:extLst>
            </p:cNvPr>
            <p:cNvSpPr/>
            <p:nvPr/>
          </p:nvSpPr>
          <p:spPr>
            <a:xfrm rot="10800000">
              <a:off x="1056136" y="4191096"/>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55" name="Oval 27">
              <a:extLst>
                <a:ext uri="{FF2B5EF4-FFF2-40B4-BE49-F238E27FC236}">
                  <a16:creationId xmlns:a16="http://schemas.microsoft.com/office/drawing/2014/main" id="{A769F9F1-3623-FB7E-4D3E-49CBA3FDA5D1}"/>
                </a:ext>
              </a:extLst>
            </p:cNvPr>
            <p:cNvSpPr/>
            <p:nvPr/>
          </p:nvSpPr>
          <p:spPr>
            <a:xfrm>
              <a:off x="1139325" y="4198579"/>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56" name="Oval 28">
              <a:extLst>
                <a:ext uri="{FF2B5EF4-FFF2-40B4-BE49-F238E27FC236}">
                  <a16:creationId xmlns:a16="http://schemas.microsoft.com/office/drawing/2014/main" id="{079C313D-DFBE-7CF1-64D5-939AF47A27B8}"/>
                </a:ext>
              </a:extLst>
            </p:cNvPr>
            <p:cNvSpPr/>
            <p:nvPr/>
          </p:nvSpPr>
          <p:spPr>
            <a:xfrm>
              <a:off x="1136463" y="4232293"/>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157" name="Group 156">
            <a:extLst>
              <a:ext uri="{FF2B5EF4-FFF2-40B4-BE49-F238E27FC236}">
                <a16:creationId xmlns:a16="http://schemas.microsoft.com/office/drawing/2014/main" id="{2B39BF3C-3C28-5199-B0E3-7888D8CF1967}"/>
              </a:ext>
            </a:extLst>
          </p:cNvPr>
          <p:cNvGrpSpPr/>
          <p:nvPr/>
        </p:nvGrpSpPr>
        <p:grpSpPr>
          <a:xfrm>
            <a:off x="1315999" y="2560818"/>
            <a:ext cx="871904" cy="748695"/>
            <a:chOff x="1315999" y="2560818"/>
            <a:chExt cx="871904" cy="748695"/>
          </a:xfrm>
        </p:grpSpPr>
        <p:sp>
          <p:nvSpPr>
            <p:cNvPr id="158" name="Rectangle 157">
              <a:extLst>
                <a:ext uri="{FF2B5EF4-FFF2-40B4-BE49-F238E27FC236}">
                  <a16:creationId xmlns:a16="http://schemas.microsoft.com/office/drawing/2014/main" id="{965276F0-3221-CB10-3418-10AECD355EE1}"/>
                </a:ext>
              </a:extLst>
            </p:cNvPr>
            <p:cNvSpPr/>
            <p:nvPr/>
          </p:nvSpPr>
          <p:spPr>
            <a:xfrm>
              <a:off x="1315999"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Credential Guard</a:t>
              </a:r>
            </a:p>
          </p:txBody>
        </p:sp>
        <p:sp>
          <p:nvSpPr>
            <p:cNvPr id="159" name="Right Triangle 158">
              <a:extLst>
                <a:ext uri="{FF2B5EF4-FFF2-40B4-BE49-F238E27FC236}">
                  <a16:creationId xmlns:a16="http://schemas.microsoft.com/office/drawing/2014/main" id="{29125591-9E52-C2AA-0379-9E64365FFD46}"/>
                </a:ext>
              </a:extLst>
            </p:cNvPr>
            <p:cNvSpPr/>
            <p:nvPr/>
          </p:nvSpPr>
          <p:spPr>
            <a:xfrm rot="10800000">
              <a:off x="2046390" y="2568549"/>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60" name="Oval 27">
              <a:extLst>
                <a:ext uri="{FF2B5EF4-FFF2-40B4-BE49-F238E27FC236}">
                  <a16:creationId xmlns:a16="http://schemas.microsoft.com/office/drawing/2014/main" id="{47C5CED8-162D-1973-B838-1872DD3B068F}"/>
                </a:ext>
              </a:extLst>
            </p:cNvPr>
            <p:cNvSpPr/>
            <p:nvPr/>
          </p:nvSpPr>
          <p:spPr>
            <a:xfrm>
              <a:off x="2129579" y="2576032"/>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61" name="Oval 28">
              <a:extLst>
                <a:ext uri="{FF2B5EF4-FFF2-40B4-BE49-F238E27FC236}">
                  <a16:creationId xmlns:a16="http://schemas.microsoft.com/office/drawing/2014/main" id="{EACE4CE4-F8FB-C488-02AA-F1DB784B4246}"/>
                </a:ext>
              </a:extLst>
            </p:cNvPr>
            <p:cNvSpPr/>
            <p:nvPr/>
          </p:nvSpPr>
          <p:spPr>
            <a:xfrm>
              <a:off x="2126717" y="2609746"/>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162" name="Group 161">
            <a:extLst>
              <a:ext uri="{FF2B5EF4-FFF2-40B4-BE49-F238E27FC236}">
                <a16:creationId xmlns:a16="http://schemas.microsoft.com/office/drawing/2014/main" id="{8158D650-80EF-3AF3-6826-AC12B4ACE17F}"/>
              </a:ext>
            </a:extLst>
          </p:cNvPr>
          <p:cNvGrpSpPr/>
          <p:nvPr/>
        </p:nvGrpSpPr>
        <p:grpSpPr>
          <a:xfrm>
            <a:off x="3294263" y="2560818"/>
            <a:ext cx="871904" cy="748695"/>
            <a:chOff x="3294263" y="2560818"/>
            <a:chExt cx="871904" cy="748695"/>
          </a:xfrm>
        </p:grpSpPr>
        <p:sp>
          <p:nvSpPr>
            <p:cNvPr id="163" name="Rectangle 162">
              <a:hlinkHover r:id="" action="ppaction://noaction" highlightClick="1"/>
              <a:extLst>
                <a:ext uri="{FF2B5EF4-FFF2-40B4-BE49-F238E27FC236}">
                  <a16:creationId xmlns:a16="http://schemas.microsoft.com/office/drawing/2014/main" id="{58ADAB8A-D1B9-2655-910D-DBF45F5B9F3D}"/>
                </a:ext>
              </a:extLst>
            </p:cNvPr>
            <p:cNvSpPr/>
            <p:nvPr/>
          </p:nvSpPr>
          <p:spPr>
            <a:xfrm>
              <a:off x="3294263"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Application Guard</a:t>
              </a:r>
            </a:p>
          </p:txBody>
        </p:sp>
        <p:sp>
          <p:nvSpPr>
            <p:cNvPr id="164" name="Right Triangle 163">
              <a:extLst>
                <a:ext uri="{FF2B5EF4-FFF2-40B4-BE49-F238E27FC236}">
                  <a16:creationId xmlns:a16="http://schemas.microsoft.com/office/drawing/2014/main" id="{26CDF146-1DA5-8E2A-6509-94EC0724BE32}"/>
                </a:ext>
              </a:extLst>
            </p:cNvPr>
            <p:cNvSpPr/>
            <p:nvPr/>
          </p:nvSpPr>
          <p:spPr>
            <a:xfrm rot="10800000">
              <a:off x="4017485" y="2568377"/>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165" name="Group 164">
              <a:extLst>
                <a:ext uri="{FF2B5EF4-FFF2-40B4-BE49-F238E27FC236}">
                  <a16:creationId xmlns:a16="http://schemas.microsoft.com/office/drawing/2014/main" id="{D9493C3D-D5F7-1136-D962-16688C127D60}"/>
                </a:ext>
              </a:extLst>
            </p:cNvPr>
            <p:cNvGrpSpPr/>
            <p:nvPr/>
          </p:nvGrpSpPr>
          <p:grpSpPr>
            <a:xfrm>
              <a:off x="4097812" y="2575860"/>
              <a:ext cx="45719" cy="75385"/>
              <a:chOff x="3883481" y="2057400"/>
              <a:chExt cx="1608363" cy="2652031"/>
            </a:xfrm>
            <a:solidFill>
              <a:srgbClr val="A6A6A6">
                <a:alpha val="15000"/>
              </a:srgbClr>
            </a:solidFill>
          </p:grpSpPr>
          <p:sp>
            <p:nvSpPr>
              <p:cNvPr id="166" name="Oval 27">
                <a:extLst>
                  <a:ext uri="{FF2B5EF4-FFF2-40B4-BE49-F238E27FC236}">
                    <a16:creationId xmlns:a16="http://schemas.microsoft.com/office/drawing/2014/main" id="{64263D4C-8EB1-479E-8B54-1740D8827CE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67" name="Oval 28">
                <a:extLst>
                  <a:ext uri="{FF2B5EF4-FFF2-40B4-BE49-F238E27FC236}">
                    <a16:creationId xmlns:a16="http://schemas.microsoft.com/office/drawing/2014/main" id="{1F3388DC-74A9-3635-B1C6-3F3B9ED4376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168" name="Group 167">
            <a:extLst>
              <a:ext uri="{FF2B5EF4-FFF2-40B4-BE49-F238E27FC236}">
                <a16:creationId xmlns:a16="http://schemas.microsoft.com/office/drawing/2014/main" id="{716E315B-FDCF-726C-AFFC-1CB7B3F8B326}"/>
              </a:ext>
            </a:extLst>
          </p:cNvPr>
          <p:cNvGrpSpPr/>
          <p:nvPr/>
        </p:nvGrpSpPr>
        <p:grpSpPr>
          <a:xfrm>
            <a:off x="2307084" y="4187682"/>
            <a:ext cx="871904" cy="752935"/>
            <a:chOff x="2307084" y="4187682"/>
            <a:chExt cx="871904" cy="752935"/>
          </a:xfrm>
        </p:grpSpPr>
        <p:sp>
          <p:nvSpPr>
            <p:cNvPr id="169" name="Rectangle 168">
              <a:extLst>
                <a:ext uri="{FF2B5EF4-FFF2-40B4-BE49-F238E27FC236}">
                  <a16:creationId xmlns:a16="http://schemas.microsoft.com/office/drawing/2014/main" id="{4D211715-7831-46D6-8A36-5820804DDF1E}"/>
                </a:ext>
              </a:extLst>
            </p:cNvPr>
            <p:cNvSpPr/>
            <p:nvPr/>
          </p:nvSpPr>
          <p:spPr>
            <a:xfrm>
              <a:off x="2307084" y="4191922"/>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AD Temporary Access Passwords</a:t>
              </a:r>
            </a:p>
          </p:txBody>
        </p:sp>
        <p:sp>
          <p:nvSpPr>
            <p:cNvPr id="170" name="Right Triangle 169">
              <a:extLst>
                <a:ext uri="{FF2B5EF4-FFF2-40B4-BE49-F238E27FC236}">
                  <a16:creationId xmlns:a16="http://schemas.microsoft.com/office/drawing/2014/main" id="{4DD1273C-9CE3-969D-EF5C-5D2E7ABD95A5}"/>
                </a:ext>
              </a:extLst>
            </p:cNvPr>
            <p:cNvSpPr/>
            <p:nvPr/>
          </p:nvSpPr>
          <p:spPr>
            <a:xfrm rot="10800000">
              <a:off x="3036801" y="4187682"/>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171" name="Group 170">
              <a:extLst>
                <a:ext uri="{FF2B5EF4-FFF2-40B4-BE49-F238E27FC236}">
                  <a16:creationId xmlns:a16="http://schemas.microsoft.com/office/drawing/2014/main" id="{B0D82F48-83C9-8FAE-3B5F-B1691E0AB354}"/>
                </a:ext>
              </a:extLst>
            </p:cNvPr>
            <p:cNvGrpSpPr/>
            <p:nvPr/>
          </p:nvGrpSpPr>
          <p:grpSpPr>
            <a:xfrm>
              <a:off x="3117128" y="4195165"/>
              <a:ext cx="45719" cy="75385"/>
              <a:chOff x="3883481" y="2057400"/>
              <a:chExt cx="1608363" cy="2652031"/>
            </a:xfrm>
            <a:solidFill>
              <a:srgbClr val="A6A6A6">
                <a:alpha val="15000"/>
              </a:srgbClr>
            </a:solidFill>
          </p:grpSpPr>
          <p:sp>
            <p:nvSpPr>
              <p:cNvPr id="172" name="Oval 27">
                <a:extLst>
                  <a:ext uri="{FF2B5EF4-FFF2-40B4-BE49-F238E27FC236}">
                    <a16:creationId xmlns:a16="http://schemas.microsoft.com/office/drawing/2014/main" id="{5661FB9A-39F9-7B53-07A2-BF4FAE41DDC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73" name="Oval 28">
                <a:extLst>
                  <a:ext uri="{FF2B5EF4-FFF2-40B4-BE49-F238E27FC236}">
                    <a16:creationId xmlns:a16="http://schemas.microsoft.com/office/drawing/2014/main" id="{C81AF053-EAE5-3793-3080-2CACEC440CC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174" name="Group 173">
            <a:extLst>
              <a:ext uri="{FF2B5EF4-FFF2-40B4-BE49-F238E27FC236}">
                <a16:creationId xmlns:a16="http://schemas.microsoft.com/office/drawing/2014/main" id="{C45FFC98-17A8-E7EF-12B7-B9A74A938E9F}"/>
              </a:ext>
            </a:extLst>
          </p:cNvPr>
          <p:cNvGrpSpPr/>
          <p:nvPr/>
        </p:nvGrpSpPr>
        <p:grpSpPr>
          <a:xfrm>
            <a:off x="4289254" y="2560818"/>
            <a:ext cx="871904" cy="748695"/>
            <a:chOff x="4289254" y="2560818"/>
            <a:chExt cx="871904" cy="748695"/>
          </a:xfrm>
        </p:grpSpPr>
        <p:sp>
          <p:nvSpPr>
            <p:cNvPr id="176" name="Rectangle 175">
              <a:extLst>
                <a:ext uri="{FF2B5EF4-FFF2-40B4-BE49-F238E27FC236}">
                  <a16:creationId xmlns:a16="http://schemas.microsoft.com/office/drawing/2014/main" id="{0D6D6CC2-E939-2D5B-6B1C-C726627C2402}"/>
                </a:ext>
              </a:extLst>
            </p:cNvPr>
            <p:cNvSpPr/>
            <p:nvPr/>
          </p:nvSpPr>
          <p:spPr>
            <a:xfrm>
              <a:off x="4289254"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Exploit Guard (ASR)</a:t>
              </a:r>
            </a:p>
          </p:txBody>
        </p:sp>
        <p:sp>
          <p:nvSpPr>
            <p:cNvPr id="177" name="Right Triangle 176">
              <a:extLst>
                <a:ext uri="{FF2B5EF4-FFF2-40B4-BE49-F238E27FC236}">
                  <a16:creationId xmlns:a16="http://schemas.microsoft.com/office/drawing/2014/main" id="{9BD5B895-BF41-AC95-DF2D-930218D8BA65}"/>
                </a:ext>
              </a:extLst>
            </p:cNvPr>
            <p:cNvSpPr/>
            <p:nvPr/>
          </p:nvSpPr>
          <p:spPr>
            <a:xfrm rot="10800000">
              <a:off x="5018198" y="2567613"/>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178" name="Group 177">
              <a:extLst>
                <a:ext uri="{FF2B5EF4-FFF2-40B4-BE49-F238E27FC236}">
                  <a16:creationId xmlns:a16="http://schemas.microsoft.com/office/drawing/2014/main" id="{6B31663B-D19E-BC85-C893-7B3719D16119}"/>
                </a:ext>
              </a:extLst>
            </p:cNvPr>
            <p:cNvGrpSpPr/>
            <p:nvPr/>
          </p:nvGrpSpPr>
          <p:grpSpPr>
            <a:xfrm>
              <a:off x="5098525" y="2575096"/>
              <a:ext cx="45719" cy="75385"/>
              <a:chOff x="3883481" y="2057400"/>
              <a:chExt cx="1608363" cy="2652031"/>
            </a:xfrm>
            <a:solidFill>
              <a:srgbClr val="A6A6A6">
                <a:alpha val="15000"/>
              </a:srgbClr>
            </a:solidFill>
          </p:grpSpPr>
          <p:sp>
            <p:nvSpPr>
              <p:cNvPr id="179" name="Oval 27">
                <a:extLst>
                  <a:ext uri="{FF2B5EF4-FFF2-40B4-BE49-F238E27FC236}">
                    <a16:creationId xmlns:a16="http://schemas.microsoft.com/office/drawing/2014/main" id="{E4A0CD9A-E95C-3419-437F-CB4DFF32E34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80" name="Oval 28">
                <a:extLst>
                  <a:ext uri="{FF2B5EF4-FFF2-40B4-BE49-F238E27FC236}">
                    <a16:creationId xmlns:a16="http://schemas.microsoft.com/office/drawing/2014/main" id="{2E507799-29BF-8CE4-9C89-CC3C69847C2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181" name="Group 180">
            <a:extLst>
              <a:ext uri="{FF2B5EF4-FFF2-40B4-BE49-F238E27FC236}">
                <a16:creationId xmlns:a16="http://schemas.microsoft.com/office/drawing/2014/main" id="{17D83D38-D676-B4B1-53CC-A7133F195204}"/>
              </a:ext>
            </a:extLst>
          </p:cNvPr>
          <p:cNvGrpSpPr/>
          <p:nvPr/>
        </p:nvGrpSpPr>
        <p:grpSpPr>
          <a:xfrm>
            <a:off x="5280339" y="1729816"/>
            <a:ext cx="871904" cy="748695"/>
            <a:chOff x="5280339" y="1729816"/>
            <a:chExt cx="871904" cy="748695"/>
          </a:xfrm>
        </p:grpSpPr>
        <p:sp>
          <p:nvSpPr>
            <p:cNvPr id="182" name="Rectangle 181">
              <a:extLst>
                <a:ext uri="{FF2B5EF4-FFF2-40B4-BE49-F238E27FC236}">
                  <a16:creationId xmlns:a16="http://schemas.microsoft.com/office/drawing/2014/main" id="{6BFEBB4F-29F2-2078-D4CF-18738E9986D4}"/>
                </a:ext>
              </a:extLst>
            </p:cNvPr>
            <p:cNvSpPr/>
            <p:nvPr/>
          </p:nvSpPr>
          <p:spPr>
            <a:xfrm>
              <a:off x="5280339" y="1729816"/>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Audit (Standard)</a:t>
              </a:r>
            </a:p>
          </p:txBody>
        </p:sp>
        <p:sp>
          <p:nvSpPr>
            <p:cNvPr id="183" name="Right Triangle 182">
              <a:extLst>
                <a:ext uri="{FF2B5EF4-FFF2-40B4-BE49-F238E27FC236}">
                  <a16:creationId xmlns:a16="http://schemas.microsoft.com/office/drawing/2014/main" id="{1CACE2FF-528A-6AE4-2CC4-8CD9764C2223}"/>
                </a:ext>
              </a:extLst>
            </p:cNvPr>
            <p:cNvSpPr/>
            <p:nvPr/>
          </p:nvSpPr>
          <p:spPr>
            <a:xfrm rot="10800000">
              <a:off x="6003472" y="1735417"/>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184" name="Group 183">
              <a:extLst>
                <a:ext uri="{FF2B5EF4-FFF2-40B4-BE49-F238E27FC236}">
                  <a16:creationId xmlns:a16="http://schemas.microsoft.com/office/drawing/2014/main" id="{675A56D7-5B20-B662-1BD8-45D151198184}"/>
                </a:ext>
              </a:extLst>
            </p:cNvPr>
            <p:cNvGrpSpPr/>
            <p:nvPr/>
          </p:nvGrpSpPr>
          <p:grpSpPr>
            <a:xfrm>
              <a:off x="6083799" y="1742900"/>
              <a:ext cx="45719" cy="75385"/>
              <a:chOff x="3883481" y="2057400"/>
              <a:chExt cx="1608363" cy="2652031"/>
            </a:xfrm>
            <a:solidFill>
              <a:srgbClr val="A6A6A6">
                <a:alpha val="15000"/>
              </a:srgbClr>
            </a:solidFill>
          </p:grpSpPr>
          <p:sp>
            <p:nvSpPr>
              <p:cNvPr id="185" name="Oval 27">
                <a:extLst>
                  <a:ext uri="{FF2B5EF4-FFF2-40B4-BE49-F238E27FC236}">
                    <a16:creationId xmlns:a16="http://schemas.microsoft.com/office/drawing/2014/main" id="{77D0F92B-8053-6DB4-19DB-8F151B3FD96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86" name="Oval 28">
                <a:extLst>
                  <a:ext uri="{FF2B5EF4-FFF2-40B4-BE49-F238E27FC236}">
                    <a16:creationId xmlns:a16="http://schemas.microsoft.com/office/drawing/2014/main" id="{461D658E-433B-9342-BF9D-B15DF283E11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187" name="Group 186">
            <a:extLst>
              <a:ext uri="{FF2B5EF4-FFF2-40B4-BE49-F238E27FC236}">
                <a16:creationId xmlns:a16="http://schemas.microsoft.com/office/drawing/2014/main" id="{95B19837-E858-A32A-C617-D729BC83336B}"/>
              </a:ext>
            </a:extLst>
          </p:cNvPr>
          <p:cNvGrpSpPr/>
          <p:nvPr/>
        </p:nvGrpSpPr>
        <p:grpSpPr>
          <a:xfrm>
            <a:off x="6271424" y="3370808"/>
            <a:ext cx="875456" cy="748695"/>
            <a:chOff x="6271424" y="3370808"/>
            <a:chExt cx="875456" cy="748695"/>
          </a:xfrm>
        </p:grpSpPr>
        <p:sp>
          <p:nvSpPr>
            <p:cNvPr id="189" name="Rectangle 188">
              <a:extLst>
                <a:ext uri="{FF2B5EF4-FFF2-40B4-BE49-F238E27FC236}">
                  <a16:creationId xmlns:a16="http://schemas.microsoft.com/office/drawing/2014/main" id="{072442DF-6193-EC1A-22DE-19FF65C923D5}"/>
                </a:ext>
              </a:extLst>
            </p:cNvPr>
            <p:cNvSpPr/>
            <p:nvPr/>
          </p:nvSpPr>
          <p:spPr>
            <a:xfrm>
              <a:off x="6271424" y="337080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Self Service Capabilities</a:t>
              </a:r>
            </a:p>
          </p:txBody>
        </p:sp>
        <p:sp>
          <p:nvSpPr>
            <p:cNvPr id="190" name="Right Triangle 189">
              <a:extLst>
                <a:ext uri="{FF2B5EF4-FFF2-40B4-BE49-F238E27FC236}">
                  <a16:creationId xmlns:a16="http://schemas.microsoft.com/office/drawing/2014/main" id="{41592AA6-C672-5F29-52E9-E517E1B7EFD7}"/>
                </a:ext>
              </a:extLst>
            </p:cNvPr>
            <p:cNvSpPr/>
            <p:nvPr/>
          </p:nvSpPr>
          <p:spPr>
            <a:xfrm rot="10800000">
              <a:off x="7005367" y="3373774"/>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192" name="Group 191">
              <a:extLst>
                <a:ext uri="{FF2B5EF4-FFF2-40B4-BE49-F238E27FC236}">
                  <a16:creationId xmlns:a16="http://schemas.microsoft.com/office/drawing/2014/main" id="{2B65C3EB-7468-14B4-EB27-0D24540E2E24}"/>
                </a:ext>
              </a:extLst>
            </p:cNvPr>
            <p:cNvGrpSpPr/>
            <p:nvPr/>
          </p:nvGrpSpPr>
          <p:grpSpPr>
            <a:xfrm>
              <a:off x="7085694" y="3381257"/>
              <a:ext cx="45719" cy="75385"/>
              <a:chOff x="3883481" y="2057400"/>
              <a:chExt cx="1608363" cy="2652031"/>
            </a:xfrm>
            <a:solidFill>
              <a:srgbClr val="A6A6A6">
                <a:alpha val="15000"/>
              </a:srgbClr>
            </a:solidFill>
          </p:grpSpPr>
          <p:sp>
            <p:nvSpPr>
              <p:cNvPr id="193" name="Oval 27">
                <a:extLst>
                  <a:ext uri="{FF2B5EF4-FFF2-40B4-BE49-F238E27FC236}">
                    <a16:creationId xmlns:a16="http://schemas.microsoft.com/office/drawing/2014/main" id="{A431EE8F-CB7C-08F6-198E-4AB5F71FE6D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95" name="Oval 28">
                <a:extLst>
                  <a:ext uri="{FF2B5EF4-FFF2-40B4-BE49-F238E27FC236}">
                    <a16:creationId xmlns:a16="http://schemas.microsoft.com/office/drawing/2014/main" id="{076C5162-7550-CDDB-9691-B9F57FAA0E5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196" name="Group 195">
            <a:extLst>
              <a:ext uri="{FF2B5EF4-FFF2-40B4-BE49-F238E27FC236}">
                <a16:creationId xmlns:a16="http://schemas.microsoft.com/office/drawing/2014/main" id="{9FF344E3-720B-FBDB-0FC7-97778E6ABB08}"/>
              </a:ext>
            </a:extLst>
          </p:cNvPr>
          <p:cNvGrpSpPr/>
          <p:nvPr/>
        </p:nvGrpSpPr>
        <p:grpSpPr>
          <a:xfrm>
            <a:off x="6271424" y="2560818"/>
            <a:ext cx="871904" cy="748695"/>
            <a:chOff x="6271424" y="2560818"/>
            <a:chExt cx="871904" cy="748695"/>
          </a:xfrm>
        </p:grpSpPr>
        <p:sp>
          <p:nvSpPr>
            <p:cNvPr id="198" name="Rectangle 197">
              <a:extLst>
                <a:ext uri="{FF2B5EF4-FFF2-40B4-BE49-F238E27FC236}">
                  <a16:creationId xmlns:a16="http://schemas.microsoft.com/office/drawing/2014/main" id="{AE3D6490-383F-10EC-B2BE-2B39BB693A50}"/>
                </a:ext>
              </a:extLst>
            </p:cNvPr>
            <p:cNvSpPr/>
            <p:nvPr/>
          </p:nvSpPr>
          <p:spPr>
            <a:xfrm>
              <a:off x="6271424"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System Guard</a:t>
              </a:r>
            </a:p>
          </p:txBody>
        </p:sp>
        <p:sp>
          <p:nvSpPr>
            <p:cNvPr id="199" name="Right Triangle 198">
              <a:extLst>
                <a:ext uri="{FF2B5EF4-FFF2-40B4-BE49-F238E27FC236}">
                  <a16:creationId xmlns:a16="http://schemas.microsoft.com/office/drawing/2014/main" id="{9FF34A4B-7ACA-50CE-56D0-0F5FE5872B61}"/>
                </a:ext>
              </a:extLst>
            </p:cNvPr>
            <p:cNvSpPr/>
            <p:nvPr/>
          </p:nvSpPr>
          <p:spPr>
            <a:xfrm rot="10800000">
              <a:off x="6996110" y="2567380"/>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00" name="Group 199">
              <a:extLst>
                <a:ext uri="{FF2B5EF4-FFF2-40B4-BE49-F238E27FC236}">
                  <a16:creationId xmlns:a16="http://schemas.microsoft.com/office/drawing/2014/main" id="{0C194EA7-F096-5113-2BBF-B6A9A70B71EF}"/>
                </a:ext>
              </a:extLst>
            </p:cNvPr>
            <p:cNvGrpSpPr/>
            <p:nvPr/>
          </p:nvGrpSpPr>
          <p:grpSpPr>
            <a:xfrm>
              <a:off x="7076437" y="2574863"/>
              <a:ext cx="45719" cy="75385"/>
              <a:chOff x="3883481" y="2057400"/>
              <a:chExt cx="1608363" cy="2652031"/>
            </a:xfrm>
            <a:solidFill>
              <a:srgbClr val="A6A6A6">
                <a:alpha val="15000"/>
              </a:srgbClr>
            </a:solidFill>
          </p:grpSpPr>
          <p:sp>
            <p:nvSpPr>
              <p:cNvPr id="201" name="Oval 27">
                <a:extLst>
                  <a:ext uri="{FF2B5EF4-FFF2-40B4-BE49-F238E27FC236}">
                    <a16:creationId xmlns:a16="http://schemas.microsoft.com/office/drawing/2014/main" id="{2169E612-0F6B-A3B2-EB24-031B0D5196D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02" name="Oval 28">
                <a:extLst>
                  <a:ext uri="{FF2B5EF4-FFF2-40B4-BE49-F238E27FC236}">
                    <a16:creationId xmlns:a16="http://schemas.microsoft.com/office/drawing/2014/main" id="{CE48B475-7758-B363-79C6-B33F7E923C6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03" name="Group 202">
            <a:extLst>
              <a:ext uri="{FF2B5EF4-FFF2-40B4-BE49-F238E27FC236}">
                <a16:creationId xmlns:a16="http://schemas.microsoft.com/office/drawing/2014/main" id="{F6D40B16-55B7-FBC7-0F9D-82907B9F7A48}"/>
              </a:ext>
            </a:extLst>
          </p:cNvPr>
          <p:cNvGrpSpPr/>
          <p:nvPr/>
        </p:nvGrpSpPr>
        <p:grpSpPr>
          <a:xfrm>
            <a:off x="7262509" y="2560818"/>
            <a:ext cx="871904" cy="748695"/>
            <a:chOff x="7262509" y="2560818"/>
            <a:chExt cx="871904" cy="748695"/>
          </a:xfrm>
        </p:grpSpPr>
        <p:sp>
          <p:nvSpPr>
            <p:cNvPr id="204" name="Rectangle 203">
              <a:extLst>
                <a:ext uri="{FF2B5EF4-FFF2-40B4-BE49-F238E27FC236}">
                  <a16:creationId xmlns:a16="http://schemas.microsoft.com/office/drawing/2014/main" id="{DBAAFDFD-6EFB-DE06-250B-40DF71C9874A}"/>
                </a:ext>
              </a:extLst>
            </p:cNvPr>
            <p:cNvSpPr/>
            <p:nvPr/>
          </p:nvSpPr>
          <p:spPr>
            <a:xfrm>
              <a:off x="7262509"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BitLocker</a:t>
              </a:r>
            </a:p>
          </p:txBody>
        </p:sp>
        <p:sp>
          <p:nvSpPr>
            <p:cNvPr id="205" name="Right Triangle 204">
              <a:extLst>
                <a:ext uri="{FF2B5EF4-FFF2-40B4-BE49-F238E27FC236}">
                  <a16:creationId xmlns:a16="http://schemas.microsoft.com/office/drawing/2014/main" id="{EDCE383F-89E9-9E3B-DA9A-F8E8FC1F0F16}"/>
                </a:ext>
              </a:extLst>
            </p:cNvPr>
            <p:cNvSpPr/>
            <p:nvPr/>
          </p:nvSpPr>
          <p:spPr>
            <a:xfrm rot="10800000">
              <a:off x="7986364" y="2567380"/>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06" name="Group 205">
              <a:extLst>
                <a:ext uri="{FF2B5EF4-FFF2-40B4-BE49-F238E27FC236}">
                  <a16:creationId xmlns:a16="http://schemas.microsoft.com/office/drawing/2014/main" id="{F49C6773-CF93-E503-2ACF-2C44EF37EE8F}"/>
                </a:ext>
              </a:extLst>
            </p:cNvPr>
            <p:cNvGrpSpPr/>
            <p:nvPr/>
          </p:nvGrpSpPr>
          <p:grpSpPr>
            <a:xfrm>
              <a:off x="8066691" y="2574863"/>
              <a:ext cx="45719" cy="75385"/>
              <a:chOff x="3883481" y="2057400"/>
              <a:chExt cx="1608363" cy="2652031"/>
            </a:xfrm>
            <a:solidFill>
              <a:srgbClr val="A6A6A6">
                <a:alpha val="15000"/>
              </a:srgbClr>
            </a:solidFill>
          </p:grpSpPr>
          <p:sp>
            <p:nvSpPr>
              <p:cNvPr id="207" name="Oval 27">
                <a:extLst>
                  <a:ext uri="{FF2B5EF4-FFF2-40B4-BE49-F238E27FC236}">
                    <a16:creationId xmlns:a16="http://schemas.microsoft.com/office/drawing/2014/main" id="{3CAC34EA-8B71-9977-8BE0-F37C3E882F3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08" name="Oval 28">
                <a:extLst>
                  <a:ext uri="{FF2B5EF4-FFF2-40B4-BE49-F238E27FC236}">
                    <a16:creationId xmlns:a16="http://schemas.microsoft.com/office/drawing/2014/main" id="{3236E0C9-BD43-4B1C-C6ED-C1693C74AB9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10" name="Group 209">
            <a:extLst>
              <a:ext uri="{FF2B5EF4-FFF2-40B4-BE49-F238E27FC236}">
                <a16:creationId xmlns:a16="http://schemas.microsoft.com/office/drawing/2014/main" id="{4CAF20A1-DEDC-38B5-F607-54EB2516FB91}"/>
              </a:ext>
            </a:extLst>
          </p:cNvPr>
          <p:cNvGrpSpPr/>
          <p:nvPr/>
        </p:nvGrpSpPr>
        <p:grpSpPr>
          <a:xfrm>
            <a:off x="8253594" y="2560818"/>
            <a:ext cx="871904" cy="748695"/>
            <a:chOff x="8253594" y="2560818"/>
            <a:chExt cx="871904" cy="748695"/>
          </a:xfrm>
        </p:grpSpPr>
        <p:sp>
          <p:nvSpPr>
            <p:cNvPr id="211" name="Rectangle 210">
              <a:extLst>
                <a:ext uri="{FF2B5EF4-FFF2-40B4-BE49-F238E27FC236}">
                  <a16:creationId xmlns:a16="http://schemas.microsoft.com/office/drawing/2014/main" id="{19C40DFE-C2BC-3359-524C-781FF488B25B}"/>
                </a:ext>
              </a:extLst>
            </p:cNvPr>
            <p:cNvSpPr/>
            <p:nvPr/>
          </p:nvSpPr>
          <p:spPr>
            <a:xfrm>
              <a:off x="8253594"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Application Control</a:t>
              </a:r>
            </a:p>
          </p:txBody>
        </p:sp>
        <p:sp>
          <p:nvSpPr>
            <p:cNvPr id="213" name="Right Triangle 212">
              <a:extLst>
                <a:ext uri="{FF2B5EF4-FFF2-40B4-BE49-F238E27FC236}">
                  <a16:creationId xmlns:a16="http://schemas.microsoft.com/office/drawing/2014/main" id="{58998F11-5C08-1653-9796-6059AE724917}"/>
                </a:ext>
              </a:extLst>
            </p:cNvPr>
            <p:cNvSpPr/>
            <p:nvPr/>
          </p:nvSpPr>
          <p:spPr>
            <a:xfrm rot="10800000">
              <a:off x="8976730" y="2567773"/>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14" name="Group 213">
              <a:extLst>
                <a:ext uri="{FF2B5EF4-FFF2-40B4-BE49-F238E27FC236}">
                  <a16:creationId xmlns:a16="http://schemas.microsoft.com/office/drawing/2014/main" id="{A420F251-FDA8-7606-A119-15A9CE41B23A}"/>
                </a:ext>
              </a:extLst>
            </p:cNvPr>
            <p:cNvGrpSpPr/>
            <p:nvPr/>
          </p:nvGrpSpPr>
          <p:grpSpPr>
            <a:xfrm>
              <a:off x="9057057" y="2575256"/>
              <a:ext cx="45719" cy="75385"/>
              <a:chOff x="3883481" y="2057400"/>
              <a:chExt cx="1608363" cy="2652031"/>
            </a:xfrm>
            <a:solidFill>
              <a:srgbClr val="A6A6A6">
                <a:alpha val="15000"/>
              </a:srgbClr>
            </a:solidFill>
          </p:grpSpPr>
          <p:sp>
            <p:nvSpPr>
              <p:cNvPr id="215" name="Oval 27">
                <a:extLst>
                  <a:ext uri="{FF2B5EF4-FFF2-40B4-BE49-F238E27FC236}">
                    <a16:creationId xmlns:a16="http://schemas.microsoft.com/office/drawing/2014/main" id="{519E980F-174E-9C4A-F040-EFA5FF78E0C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16" name="Oval 28">
                <a:extLst>
                  <a:ext uri="{FF2B5EF4-FFF2-40B4-BE49-F238E27FC236}">
                    <a16:creationId xmlns:a16="http://schemas.microsoft.com/office/drawing/2014/main" id="{C2D079A8-7C7A-F9CF-DC91-679AAF988FE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4B84149E-2F63-482A-CE76-591327D28FA1}"/>
              </a:ext>
            </a:extLst>
          </p:cNvPr>
          <p:cNvGrpSpPr/>
          <p:nvPr/>
        </p:nvGrpSpPr>
        <p:grpSpPr>
          <a:xfrm>
            <a:off x="324914" y="2550516"/>
            <a:ext cx="872735" cy="748697"/>
            <a:chOff x="324914" y="2550516"/>
            <a:chExt cx="872735" cy="748697"/>
          </a:xfrm>
        </p:grpSpPr>
        <p:sp>
          <p:nvSpPr>
            <p:cNvPr id="218" name="Rectangle 217">
              <a:hlinkHover r:id="" action="ppaction://noaction" highlightClick="1"/>
              <a:extLst>
                <a:ext uri="{FF2B5EF4-FFF2-40B4-BE49-F238E27FC236}">
                  <a16:creationId xmlns:a16="http://schemas.microsoft.com/office/drawing/2014/main" id="{D7FC5AAD-B01E-7E46-5D1E-49C9D623D251}"/>
                </a:ext>
              </a:extLst>
            </p:cNvPr>
            <p:cNvSpPr/>
            <p:nvPr/>
          </p:nvSpPr>
          <p:spPr>
            <a:xfrm>
              <a:off x="324914" y="2550518"/>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Windows 365</a:t>
              </a:r>
            </a:p>
          </p:txBody>
        </p:sp>
        <p:sp>
          <p:nvSpPr>
            <p:cNvPr id="219" name="Diamond 218">
              <a:extLst>
                <a:ext uri="{FF2B5EF4-FFF2-40B4-BE49-F238E27FC236}">
                  <a16:creationId xmlns:a16="http://schemas.microsoft.com/office/drawing/2014/main" id="{9821A2D9-6EB3-A771-71B8-C68760509005}"/>
                </a:ext>
              </a:extLst>
            </p:cNvPr>
            <p:cNvSpPr/>
            <p:nvPr/>
          </p:nvSpPr>
          <p:spPr>
            <a:xfrm>
              <a:off x="1040599" y="2550516"/>
              <a:ext cx="157050" cy="157050"/>
            </a:xfrm>
            <a:prstGeom prst="diamond">
              <a:avLst/>
            </a:prstGeom>
            <a:solidFill>
              <a:srgbClr val="00B05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20" name="Oval 219">
              <a:extLst>
                <a:ext uri="{FF2B5EF4-FFF2-40B4-BE49-F238E27FC236}">
                  <a16:creationId xmlns:a16="http://schemas.microsoft.com/office/drawing/2014/main" id="{F87CE1AF-C0B1-4B98-1977-45A75BFCA2FD}"/>
                </a:ext>
              </a:extLst>
            </p:cNvPr>
            <p:cNvSpPr/>
            <p:nvPr/>
          </p:nvSpPr>
          <p:spPr>
            <a:xfrm>
              <a:off x="1081949" y="2591638"/>
              <a:ext cx="68217" cy="76014"/>
            </a:xfrm>
            <a:prstGeom prst="ellipse">
              <a:avLst/>
            </a:prstGeom>
            <a:solidFill>
              <a:srgbClr val="00B05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21" name="Group 220">
            <a:extLst>
              <a:ext uri="{FF2B5EF4-FFF2-40B4-BE49-F238E27FC236}">
                <a16:creationId xmlns:a16="http://schemas.microsoft.com/office/drawing/2014/main" id="{1536B060-1F54-FD1C-8229-589DF6281ED6}"/>
              </a:ext>
            </a:extLst>
          </p:cNvPr>
          <p:cNvGrpSpPr/>
          <p:nvPr/>
        </p:nvGrpSpPr>
        <p:grpSpPr>
          <a:xfrm>
            <a:off x="10235764" y="1729816"/>
            <a:ext cx="871904" cy="748695"/>
            <a:chOff x="10235764" y="1729816"/>
            <a:chExt cx="871904" cy="748695"/>
          </a:xfrm>
        </p:grpSpPr>
        <p:sp>
          <p:nvSpPr>
            <p:cNvPr id="222" name="Rectangle 221">
              <a:hlinkHover r:id="" action="ppaction://noaction" highlightClick="1"/>
              <a:extLst>
                <a:ext uri="{FF2B5EF4-FFF2-40B4-BE49-F238E27FC236}">
                  <a16:creationId xmlns:a16="http://schemas.microsoft.com/office/drawing/2014/main" id="{4944DD6F-02AD-DF39-D34A-C6CE3194FF8B}"/>
                </a:ext>
              </a:extLst>
            </p:cNvPr>
            <p:cNvSpPr/>
            <p:nvPr/>
          </p:nvSpPr>
          <p:spPr>
            <a:xfrm>
              <a:off x="10235764" y="1729816"/>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(Azure)</a:t>
              </a:r>
            </a:p>
          </p:txBody>
        </p:sp>
        <p:sp>
          <p:nvSpPr>
            <p:cNvPr id="223" name="Oval 222">
              <a:extLst>
                <a:ext uri="{FF2B5EF4-FFF2-40B4-BE49-F238E27FC236}">
                  <a16:creationId xmlns:a16="http://schemas.microsoft.com/office/drawing/2014/main" id="{26924043-F2E0-F0E7-92AD-26966706AC22}"/>
                </a:ext>
              </a:extLst>
            </p:cNvPr>
            <p:cNvSpPr/>
            <p:nvPr/>
          </p:nvSpPr>
          <p:spPr>
            <a:xfrm>
              <a:off x="10936912" y="1741018"/>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24" name="Isosceles Triangle 648">
              <a:extLst>
                <a:ext uri="{FF2B5EF4-FFF2-40B4-BE49-F238E27FC236}">
                  <a16:creationId xmlns:a16="http://schemas.microsoft.com/office/drawing/2014/main" id="{EB31C86A-2DA8-19B4-2A4B-9C413EA65D60}"/>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25" name="Group 224">
            <a:extLst>
              <a:ext uri="{FF2B5EF4-FFF2-40B4-BE49-F238E27FC236}">
                <a16:creationId xmlns:a16="http://schemas.microsoft.com/office/drawing/2014/main" id="{33EC3F9A-752D-9BF8-D29B-2ED53AC21475}"/>
              </a:ext>
            </a:extLst>
          </p:cNvPr>
          <p:cNvGrpSpPr/>
          <p:nvPr/>
        </p:nvGrpSpPr>
        <p:grpSpPr>
          <a:xfrm>
            <a:off x="10235764" y="3370808"/>
            <a:ext cx="871904" cy="748695"/>
            <a:chOff x="10235764" y="3370808"/>
            <a:chExt cx="871904" cy="748695"/>
          </a:xfrm>
        </p:grpSpPr>
        <p:sp>
          <p:nvSpPr>
            <p:cNvPr id="226" name="Rectangle 225">
              <a:hlinkHover r:id="" action="ppaction://noaction" highlightClick="1"/>
              <a:extLst>
                <a:ext uri="{FF2B5EF4-FFF2-40B4-BE49-F238E27FC236}">
                  <a16:creationId xmlns:a16="http://schemas.microsoft.com/office/drawing/2014/main" id="{14694389-782F-330F-9385-8954A23CCCDC}"/>
                </a:ext>
              </a:extLst>
            </p:cNvPr>
            <p:cNvSpPr/>
            <p:nvPr/>
          </p:nvSpPr>
          <p:spPr>
            <a:xfrm>
              <a:off x="10235764" y="3370808"/>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Entra Permissions Management</a:t>
              </a:r>
            </a:p>
          </p:txBody>
        </p:sp>
        <p:sp>
          <p:nvSpPr>
            <p:cNvPr id="227" name="Oval 226">
              <a:extLst>
                <a:ext uri="{FF2B5EF4-FFF2-40B4-BE49-F238E27FC236}">
                  <a16:creationId xmlns:a16="http://schemas.microsoft.com/office/drawing/2014/main" id="{0427F4AB-7AEF-D82A-BC78-B082A6981A2F}"/>
                </a:ext>
              </a:extLst>
            </p:cNvPr>
            <p:cNvSpPr/>
            <p:nvPr/>
          </p:nvSpPr>
          <p:spPr>
            <a:xfrm>
              <a:off x="10933601" y="338217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28" name="Isosceles Triangle 648">
              <a:extLst>
                <a:ext uri="{FF2B5EF4-FFF2-40B4-BE49-F238E27FC236}">
                  <a16:creationId xmlns:a16="http://schemas.microsoft.com/office/drawing/2014/main" id="{E661959A-2CB0-9214-7980-04F05B002ADF}"/>
                </a:ext>
              </a:extLst>
            </p:cNvPr>
            <p:cNvSpPr/>
            <p:nvPr/>
          </p:nvSpPr>
          <p:spPr>
            <a:xfrm>
              <a:off x="10970020" y="339876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29" name="Group 228">
            <a:extLst>
              <a:ext uri="{FF2B5EF4-FFF2-40B4-BE49-F238E27FC236}">
                <a16:creationId xmlns:a16="http://schemas.microsoft.com/office/drawing/2014/main" id="{A6BFEA6A-D713-4170-6871-3EA2FB0C39AB}"/>
              </a:ext>
            </a:extLst>
          </p:cNvPr>
          <p:cNvGrpSpPr/>
          <p:nvPr/>
        </p:nvGrpSpPr>
        <p:grpSpPr>
          <a:xfrm>
            <a:off x="10235764" y="4191922"/>
            <a:ext cx="871904" cy="748695"/>
            <a:chOff x="10235764" y="4191922"/>
            <a:chExt cx="871904" cy="748695"/>
          </a:xfrm>
        </p:grpSpPr>
        <p:sp>
          <p:nvSpPr>
            <p:cNvPr id="230" name="Rectangle 229">
              <a:hlinkHover r:id="" action="ppaction://noaction" highlightClick="1"/>
              <a:extLst>
                <a:ext uri="{FF2B5EF4-FFF2-40B4-BE49-F238E27FC236}">
                  <a16:creationId xmlns:a16="http://schemas.microsoft.com/office/drawing/2014/main" id="{B89412C9-24EE-29C0-F875-F379EC7A3B57}"/>
                </a:ext>
              </a:extLst>
            </p:cNvPr>
            <p:cNvSpPr/>
            <p:nvPr/>
          </p:nvSpPr>
          <p:spPr>
            <a:xfrm>
              <a:off x="1023576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Firewall</a:t>
              </a:r>
            </a:p>
          </p:txBody>
        </p:sp>
        <p:sp>
          <p:nvSpPr>
            <p:cNvPr id="231" name="Oval 230">
              <a:extLst>
                <a:ext uri="{FF2B5EF4-FFF2-40B4-BE49-F238E27FC236}">
                  <a16:creationId xmlns:a16="http://schemas.microsoft.com/office/drawing/2014/main" id="{D7648342-EBB6-BE1E-E58C-8E18E8C890FB}"/>
                </a:ext>
              </a:extLst>
            </p:cNvPr>
            <p:cNvSpPr/>
            <p:nvPr/>
          </p:nvSpPr>
          <p:spPr>
            <a:xfrm>
              <a:off x="10933601"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32" name="Isosceles Triangle 648">
              <a:extLst>
                <a:ext uri="{FF2B5EF4-FFF2-40B4-BE49-F238E27FC236}">
                  <a16:creationId xmlns:a16="http://schemas.microsoft.com/office/drawing/2014/main" id="{BF4196FC-9B7B-11A9-AE77-A7632766BB4F}"/>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33" name="Group 232">
            <a:extLst>
              <a:ext uri="{FF2B5EF4-FFF2-40B4-BE49-F238E27FC236}">
                <a16:creationId xmlns:a16="http://schemas.microsoft.com/office/drawing/2014/main" id="{F1E90BB7-623A-82C7-7392-2156E57D221D}"/>
              </a:ext>
            </a:extLst>
          </p:cNvPr>
          <p:cNvGrpSpPr/>
          <p:nvPr/>
        </p:nvGrpSpPr>
        <p:grpSpPr>
          <a:xfrm>
            <a:off x="8253594" y="4191922"/>
            <a:ext cx="871904" cy="748695"/>
            <a:chOff x="8253594" y="4191922"/>
            <a:chExt cx="871904" cy="748695"/>
          </a:xfrm>
        </p:grpSpPr>
        <p:sp>
          <p:nvSpPr>
            <p:cNvPr id="234" name="Rectangle 233">
              <a:hlinkHover r:id="" action="ppaction://noaction" highlightClick="1"/>
              <a:extLst>
                <a:ext uri="{FF2B5EF4-FFF2-40B4-BE49-F238E27FC236}">
                  <a16:creationId xmlns:a16="http://schemas.microsoft.com/office/drawing/2014/main" id="{AADB2D34-2BF9-F865-7852-1FDB774C1567}"/>
                </a:ext>
              </a:extLst>
            </p:cNvPr>
            <p:cNvSpPr/>
            <p:nvPr/>
          </p:nvSpPr>
          <p:spPr>
            <a:xfrm>
              <a:off x="825359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DDoS Protection</a:t>
              </a:r>
            </a:p>
          </p:txBody>
        </p:sp>
        <p:sp>
          <p:nvSpPr>
            <p:cNvPr id="235" name="Oval 234">
              <a:extLst>
                <a:ext uri="{FF2B5EF4-FFF2-40B4-BE49-F238E27FC236}">
                  <a16:creationId xmlns:a16="http://schemas.microsoft.com/office/drawing/2014/main" id="{45F9B1C8-02EE-CA5E-7BBF-DB780BBEFC97}"/>
                </a:ext>
              </a:extLst>
            </p:cNvPr>
            <p:cNvSpPr/>
            <p:nvPr/>
          </p:nvSpPr>
          <p:spPr>
            <a:xfrm>
              <a:off x="8953395"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36" name="Isosceles Triangle 648">
              <a:extLst>
                <a:ext uri="{FF2B5EF4-FFF2-40B4-BE49-F238E27FC236}">
                  <a16:creationId xmlns:a16="http://schemas.microsoft.com/office/drawing/2014/main" id="{82221811-05CE-D464-9ED5-766F7BDD2637}"/>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37" name="Group 236">
            <a:extLst>
              <a:ext uri="{FF2B5EF4-FFF2-40B4-BE49-F238E27FC236}">
                <a16:creationId xmlns:a16="http://schemas.microsoft.com/office/drawing/2014/main" id="{60181925-58DB-B2BA-F138-6C7A77D2DA60}"/>
              </a:ext>
            </a:extLst>
          </p:cNvPr>
          <p:cNvGrpSpPr/>
          <p:nvPr/>
        </p:nvGrpSpPr>
        <p:grpSpPr>
          <a:xfrm>
            <a:off x="9244674" y="4191922"/>
            <a:ext cx="871904" cy="748695"/>
            <a:chOff x="9244674" y="4191922"/>
            <a:chExt cx="871904" cy="748695"/>
          </a:xfrm>
        </p:grpSpPr>
        <p:sp>
          <p:nvSpPr>
            <p:cNvPr id="238" name="Rectangle 237">
              <a:hlinkHover r:id="" action="ppaction://noaction" highlightClick="1"/>
              <a:extLst>
                <a:ext uri="{FF2B5EF4-FFF2-40B4-BE49-F238E27FC236}">
                  <a16:creationId xmlns:a16="http://schemas.microsoft.com/office/drawing/2014/main" id="{8F808485-519E-ED0E-44EE-734552ADE0F9}"/>
                </a:ext>
              </a:extLst>
            </p:cNvPr>
            <p:cNvSpPr/>
            <p:nvPr/>
          </p:nvSpPr>
          <p:spPr>
            <a:xfrm>
              <a:off x="924467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Policy</a:t>
              </a:r>
            </a:p>
          </p:txBody>
        </p:sp>
        <p:sp>
          <p:nvSpPr>
            <p:cNvPr id="239" name="Oval 238">
              <a:extLst>
                <a:ext uri="{FF2B5EF4-FFF2-40B4-BE49-F238E27FC236}">
                  <a16:creationId xmlns:a16="http://schemas.microsoft.com/office/drawing/2014/main" id="{2B6AAF17-EC53-E024-7D6D-E5CBC4886585}"/>
                </a:ext>
              </a:extLst>
            </p:cNvPr>
            <p:cNvSpPr/>
            <p:nvPr/>
          </p:nvSpPr>
          <p:spPr>
            <a:xfrm>
              <a:off x="9943180"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40" name="Isosceles Triangle 648">
              <a:extLst>
                <a:ext uri="{FF2B5EF4-FFF2-40B4-BE49-F238E27FC236}">
                  <a16:creationId xmlns:a16="http://schemas.microsoft.com/office/drawing/2014/main" id="{548B2D08-6F83-7A05-6A88-5D00090E5A95}"/>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41" name="Group 240">
            <a:extLst>
              <a:ext uri="{FF2B5EF4-FFF2-40B4-BE49-F238E27FC236}">
                <a16:creationId xmlns:a16="http://schemas.microsoft.com/office/drawing/2014/main" id="{A5A3B71C-7A64-993D-6628-6878913466DF}"/>
              </a:ext>
            </a:extLst>
          </p:cNvPr>
          <p:cNvGrpSpPr/>
          <p:nvPr/>
        </p:nvGrpSpPr>
        <p:grpSpPr>
          <a:xfrm>
            <a:off x="8253594" y="5012622"/>
            <a:ext cx="871904" cy="748695"/>
            <a:chOff x="8253594" y="5012622"/>
            <a:chExt cx="871904" cy="748695"/>
          </a:xfrm>
        </p:grpSpPr>
        <p:sp>
          <p:nvSpPr>
            <p:cNvPr id="242" name="Rectangle 241">
              <a:hlinkHover r:id="" action="ppaction://noaction" highlightClick="1"/>
              <a:extLst>
                <a:ext uri="{FF2B5EF4-FFF2-40B4-BE49-F238E27FC236}">
                  <a16:creationId xmlns:a16="http://schemas.microsoft.com/office/drawing/2014/main" id="{A1DD2944-224E-3379-93C8-0DFB67D2AB8E}"/>
                </a:ext>
              </a:extLst>
            </p:cNvPr>
            <p:cNvSpPr/>
            <p:nvPr/>
          </p:nvSpPr>
          <p:spPr>
            <a:xfrm>
              <a:off x="8253594"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Front Door</a:t>
              </a:r>
            </a:p>
          </p:txBody>
        </p:sp>
        <p:sp>
          <p:nvSpPr>
            <p:cNvPr id="243" name="Oval 242">
              <a:extLst>
                <a:ext uri="{FF2B5EF4-FFF2-40B4-BE49-F238E27FC236}">
                  <a16:creationId xmlns:a16="http://schemas.microsoft.com/office/drawing/2014/main" id="{509A777B-119F-958F-4EBF-BA6A2C870EDB}"/>
                </a:ext>
              </a:extLst>
            </p:cNvPr>
            <p:cNvSpPr/>
            <p:nvPr/>
          </p:nvSpPr>
          <p:spPr>
            <a:xfrm>
              <a:off x="8953395"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44" name="Isosceles Triangle 648">
              <a:extLst>
                <a:ext uri="{FF2B5EF4-FFF2-40B4-BE49-F238E27FC236}">
                  <a16:creationId xmlns:a16="http://schemas.microsoft.com/office/drawing/2014/main" id="{8F246E07-DCD1-911D-E26A-25B6938D9F4A}"/>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45" name="Group 244">
            <a:extLst>
              <a:ext uri="{FF2B5EF4-FFF2-40B4-BE49-F238E27FC236}">
                <a16:creationId xmlns:a16="http://schemas.microsoft.com/office/drawing/2014/main" id="{29749C9D-F907-D52D-6DC1-CD54999E4BC8}"/>
              </a:ext>
            </a:extLst>
          </p:cNvPr>
          <p:cNvGrpSpPr/>
          <p:nvPr/>
        </p:nvGrpSpPr>
        <p:grpSpPr>
          <a:xfrm>
            <a:off x="9258526" y="5012622"/>
            <a:ext cx="871904" cy="748695"/>
            <a:chOff x="9258526" y="5012622"/>
            <a:chExt cx="871904" cy="748695"/>
          </a:xfrm>
        </p:grpSpPr>
        <p:sp>
          <p:nvSpPr>
            <p:cNvPr id="246" name="Rectangle 245">
              <a:hlinkHover r:id="" action="ppaction://noaction" highlightClick="1"/>
              <a:extLst>
                <a:ext uri="{FF2B5EF4-FFF2-40B4-BE49-F238E27FC236}">
                  <a16:creationId xmlns:a16="http://schemas.microsoft.com/office/drawing/2014/main" id="{DA33CC31-6780-D5C8-B5CA-B1D69C71EE15}"/>
                </a:ext>
              </a:extLst>
            </p:cNvPr>
            <p:cNvSpPr/>
            <p:nvPr/>
          </p:nvSpPr>
          <p:spPr>
            <a:xfrm>
              <a:off x="9258526"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Defender External Attack Surface Management</a:t>
              </a:r>
            </a:p>
          </p:txBody>
        </p:sp>
        <p:sp>
          <p:nvSpPr>
            <p:cNvPr id="247" name="Oval 246">
              <a:extLst>
                <a:ext uri="{FF2B5EF4-FFF2-40B4-BE49-F238E27FC236}">
                  <a16:creationId xmlns:a16="http://schemas.microsoft.com/office/drawing/2014/main" id="{CA4BC36F-75DF-4803-15E3-DCC38A216F12}"/>
                </a:ext>
              </a:extLst>
            </p:cNvPr>
            <p:cNvSpPr/>
            <p:nvPr/>
          </p:nvSpPr>
          <p:spPr>
            <a:xfrm>
              <a:off x="9952705"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48" name="Isosceles Triangle 648">
              <a:extLst>
                <a:ext uri="{FF2B5EF4-FFF2-40B4-BE49-F238E27FC236}">
                  <a16:creationId xmlns:a16="http://schemas.microsoft.com/office/drawing/2014/main" id="{A9D1BABC-763C-34F2-2296-6B49C6DBFBF8}"/>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49" name="Group 248">
            <a:extLst>
              <a:ext uri="{FF2B5EF4-FFF2-40B4-BE49-F238E27FC236}">
                <a16:creationId xmlns:a16="http://schemas.microsoft.com/office/drawing/2014/main" id="{C178893A-B378-4A1F-758F-6E39623B0B95}"/>
              </a:ext>
            </a:extLst>
          </p:cNvPr>
          <p:cNvGrpSpPr/>
          <p:nvPr/>
        </p:nvGrpSpPr>
        <p:grpSpPr>
          <a:xfrm>
            <a:off x="7262509" y="4191922"/>
            <a:ext cx="871904" cy="748695"/>
            <a:chOff x="7262509" y="4191922"/>
            <a:chExt cx="871904" cy="748695"/>
          </a:xfrm>
        </p:grpSpPr>
        <p:sp>
          <p:nvSpPr>
            <p:cNvPr id="250" name="Rectangle 249">
              <a:hlinkHover r:id="" action="ppaction://noaction" highlightClick="1"/>
              <a:extLst>
                <a:ext uri="{FF2B5EF4-FFF2-40B4-BE49-F238E27FC236}">
                  <a16:creationId xmlns:a16="http://schemas.microsoft.com/office/drawing/2014/main" id="{EF4CBCD8-9751-0A59-623F-04DE983B08B3}"/>
                </a:ext>
              </a:extLst>
            </p:cNvPr>
            <p:cNvSpPr/>
            <p:nvPr/>
          </p:nvSpPr>
          <p:spPr>
            <a:xfrm>
              <a:off x="7262509"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Confidential Computing</a:t>
              </a:r>
            </a:p>
          </p:txBody>
        </p:sp>
        <p:sp>
          <p:nvSpPr>
            <p:cNvPr id="251" name="Oval 250">
              <a:extLst>
                <a:ext uri="{FF2B5EF4-FFF2-40B4-BE49-F238E27FC236}">
                  <a16:creationId xmlns:a16="http://schemas.microsoft.com/office/drawing/2014/main" id="{64E8976D-EBD9-C6F8-D2DF-247FFC5D2CFF}"/>
                </a:ext>
              </a:extLst>
            </p:cNvPr>
            <p:cNvSpPr/>
            <p:nvPr/>
          </p:nvSpPr>
          <p:spPr>
            <a:xfrm>
              <a:off x="7961226"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52" name="Isosceles Triangle 648">
              <a:extLst>
                <a:ext uri="{FF2B5EF4-FFF2-40B4-BE49-F238E27FC236}">
                  <a16:creationId xmlns:a16="http://schemas.microsoft.com/office/drawing/2014/main" id="{555A6CA4-31A7-7007-1B75-A3E7343DE805}"/>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53" name="Group 252">
            <a:extLst>
              <a:ext uri="{FF2B5EF4-FFF2-40B4-BE49-F238E27FC236}">
                <a16:creationId xmlns:a16="http://schemas.microsoft.com/office/drawing/2014/main" id="{1D7D047E-D2FD-E6C3-735D-ED8DFE4E00AC}"/>
              </a:ext>
            </a:extLst>
          </p:cNvPr>
          <p:cNvGrpSpPr/>
          <p:nvPr/>
        </p:nvGrpSpPr>
        <p:grpSpPr>
          <a:xfrm>
            <a:off x="7262509" y="5012622"/>
            <a:ext cx="871904" cy="748695"/>
            <a:chOff x="7262509" y="5012622"/>
            <a:chExt cx="871904" cy="748695"/>
          </a:xfrm>
        </p:grpSpPr>
        <p:sp>
          <p:nvSpPr>
            <p:cNvPr id="255" name="Rectangle 254">
              <a:hlinkHover r:id="" action="ppaction://noaction" highlightClick="1"/>
              <a:extLst>
                <a:ext uri="{FF2B5EF4-FFF2-40B4-BE49-F238E27FC236}">
                  <a16:creationId xmlns:a16="http://schemas.microsoft.com/office/drawing/2014/main" id="{1CDDC735-A6A3-5D6D-523E-49C47D393035}"/>
                </a:ext>
              </a:extLst>
            </p:cNvPr>
            <p:cNvSpPr/>
            <p:nvPr/>
          </p:nvSpPr>
          <p:spPr>
            <a:xfrm>
              <a:off x="7262509"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Arc</a:t>
              </a:r>
            </a:p>
          </p:txBody>
        </p:sp>
        <p:sp>
          <p:nvSpPr>
            <p:cNvPr id="256" name="Oval 255">
              <a:extLst>
                <a:ext uri="{FF2B5EF4-FFF2-40B4-BE49-F238E27FC236}">
                  <a16:creationId xmlns:a16="http://schemas.microsoft.com/office/drawing/2014/main" id="{C1AA0907-32B1-DBA8-AC9F-7342BA9836B0}"/>
                </a:ext>
              </a:extLst>
            </p:cNvPr>
            <p:cNvSpPr/>
            <p:nvPr/>
          </p:nvSpPr>
          <p:spPr>
            <a:xfrm>
              <a:off x="7961226"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57" name="Isosceles Triangle 648">
              <a:extLst>
                <a:ext uri="{FF2B5EF4-FFF2-40B4-BE49-F238E27FC236}">
                  <a16:creationId xmlns:a16="http://schemas.microsoft.com/office/drawing/2014/main" id="{95AFC229-8086-D999-3C1F-FB8871383CFC}"/>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58" name="Group 257">
            <a:extLst>
              <a:ext uri="{FF2B5EF4-FFF2-40B4-BE49-F238E27FC236}">
                <a16:creationId xmlns:a16="http://schemas.microsoft.com/office/drawing/2014/main" id="{DA9435EB-79CE-70AE-E29E-010808DBCD09}"/>
              </a:ext>
            </a:extLst>
          </p:cNvPr>
          <p:cNvGrpSpPr/>
          <p:nvPr/>
        </p:nvGrpSpPr>
        <p:grpSpPr>
          <a:xfrm>
            <a:off x="5280339" y="4191922"/>
            <a:ext cx="871904" cy="748695"/>
            <a:chOff x="5280339" y="4191922"/>
            <a:chExt cx="871904" cy="748695"/>
          </a:xfrm>
        </p:grpSpPr>
        <p:sp>
          <p:nvSpPr>
            <p:cNvPr id="259" name="Rectangle 258">
              <a:hlinkHover r:id="" action="ppaction://noaction" highlightClick="1"/>
              <a:extLst>
                <a:ext uri="{FF2B5EF4-FFF2-40B4-BE49-F238E27FC236}">
                  <a16:creationId xmlns:a16="http://schemas.microsoft.com/office/drawing/2014/main" id="{096395BB-1F30-73DF-705C-BCABC1071160}"/>
                </a:ext>
              </a:extLst>
            </p:cNvPr>
            <p:cNvSpPr/>
            <p:nvPr/>
          </p:nvSpPr>
          <p:spPr>
            <a:xfrm>
              <a:off x="5280339"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Network Security Groups</a:t>
              </a:r>
            </a:p>
          </p:txBody>
        </p:sp>
        <p:sp>
          <p:nvSpPr>
            <p:cNvPr id="261" name="Oval 260">
              <a:extLst>
                <a:ext uri="{FF2B5EF4-FFF2-40B4-BE49-F238E27FC236}">
                  <a16:creationId xmlns:a16="http://schemas.microsoft.com/office/drawing/2014/main" id="{7392A153-9C66-90B5-82DE-BA37DE457B22}"/>
                </a:ext>
              </a:extLst>
            </p:cNvPr>
            <p:cNvSpPr/>
            <p:nvPr/>
          </p:nvSpPr>
          <p:spPr>
            <a:xfrm>
              <a:off x="5977845"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62" name="Isosceles Triangle 648">
              <a:extLst>
                <a:ext uri="{FF2B5EF4-FFF2-40B4-BE49-F238E27FC236}">
                  <a16:creationId xmlns:a16="http://schemas.microsoft.com/office/drawing/2014/main" id="{394BFD53-81E3-AF53-2C65-74E04077D4B0}"/>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63" name="Group 262">
            <a:extLst>
              <a:ext uri="{FF2B5EF4-FFF2-40B4-BE49-F238E27FC236}">
                <a16:creationId xmlns:a16="http://schemas.microsoft.com/office/drawing/2014/main" id="{0E57C93F-E798-FEC3-F3A6-782D988025E9}"/>
              </a:ext>
            </a:extLst>
          </p:cNvPr>
          <p:cNvGrpSpPr/>
          <p:nvPr/>
        </p:nvGrpSpPr>
        <p:grpSpPr>
          <a:xfrm>
            <a:off x="6271424" y="4191922"/>
            <a:ext cx="871904" cy="748695"/>
            <a:chOff x="6271424" y="4191922"/>
            <a:chExt cx="871904" cy="748695"/>
          </a:xfrm>
        </p:grpSpPr>
        <p:sp>
          <p:nvSpPr>
            <p:cNvPr id="264" name="Rectangle 263">
              <a:hlinkHover r:id="" action="ppaction://noaction" highlightClick="1"/>
              <a:extLst>
                <a:ext uri="{FF2B5EF4-FFF2-40B4-BE49-F238E27FC236}">
                  <a16:creationId xmlns:a16="http://schemas.microsoft.com/office/drawing/2014/main" id="{F2A03AC6-DC24-31AD-F1D3-FA59BB6A6EBD}"/>
                </a:ext>
              </a:extLst>
            </p:cNvPr>
            <p:cNvSpPr/>
            <p:nvPr/>
          </p:nvSpPr>
          <p:spPr>
            <a:xfrm>
              <a:off x="627142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Bastion</a:t>
              </a:r>
            </a:p>
          </p:txBody>
        </p:sp>
        <p:sp>
          <p:nvSpPr>
            <p:cNvPr id="265" name="Oval 264">
              <a:extLst>
                <a:ext uri="{FF2B5EF4-FFF2-40B4-BE49-F238E27FC236}">
                  <a16:creationId xmlns:a16="http://schemas.microsoft.com/office/drawing/2014/main" id="{B0D29123-A83A-4CC5-55BC-550D0E90FF1D}"/>
                </a:ext>
              </a:extLst>
            </p:cNvPr>
            <p:cNvSpPr/>
            <p:nvPr/>
          </p:nvSpPr>
          <p:spPr>
            <a:xfrm>
              <a:off x="6970805"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66" name="Isosceles Triangle 648">
              <a:extLst>
                <a:ext uri="{FF2B5EF4-FFF2-40B4-BE49-F238E27FC236}">
                  <a16:creationId xmlns:a16="http://schemas.microsoft.com/office/drawing/2014/main" id="{18B619DC-5512-D889-9037-161605454F63}"/>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67" name="Group 266">
            <a:extLst>
              <a:ext uri="{FF2B5EF4-FFF2-40B4-BE49-F238E27FC236}">
                <a16:creationId xmlns:a16="http://schemas.microsoft.com/office/drawing/2014/main" id="{6E228DD2-2C23-68F3-8F9F-FF52C9D23A43}"/>
              </a:ext>
            </a:extLst>
          </p:cNvPr>
          <p:cNvGrpSpPr/>
          <p:nvPr/>
        </p:nvGrpSpPr>
        <p:grpSpPr>
          <a:xfrm>
            <a:off x="5280339" y="5012622"/>
            <a:ext cx="871904" cy="748695"/>
            <a:chOff x="5280339" y="5012622"/>
            <a:chExt cx="871904" cy="748695"/>
          </a:xfrm>
        </p:grpSpPr>
        <p:sp>
          <p:nvSpPr>
            <p:cNvPr id="268" name="Rectangle 267">
              <a:hlinkHover r:id="" action="ppaction://noaction" highlightClick="1"/>
              <a:extLst>
                <a:ext uri="{FF2B5EF4-FFF2-40B4-BE49-F238E27FC236}">
                  <a16:creationId xmlns:a16="http://schemas.microsoft.com/office/drawing/2014/main" id="{32218DDD-E5A0-4D86-27EF-8A5A2E80CFB8}"/>
                </a:ext>
              </a:extLst>
            </p:cNvPr>
            <p:cNvSpPr/>
            <p:nvPr/>
          </p:nvSpPr>
          <p:spPr>
            <a:xfrm>
              <a:off x="5280339"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Key Vault</a:t>
              </a:r>
            </a:p>
          </p:txBody>
        </p:sp>
        <p:sp>
          <p:nvSpPr>
            <p:cNvPr id="269" name="Oval 268">
              <a:extLst>
                <a:ext uri="{FF2B5EF4-FFF2-40B4-BE49-F238E27FC236}">
                  <a16:creationId xmlns:a16="http://schemas.microsoft.com/office/drawing/2014/main" id="{08F454A7-72A4-A8A1-9D2F-54F64703CDE3}"/>
                </a:ext>
              </a:extLst>
            </p:cNvPr>
            <p:cNvSpPr/>
            <p:nvPr/>
          </p:nvSpPr>
          <p:spPr>
            <a:xfrm>
              <a:off x="5977845"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70" name="Isosceles Triangle 648">
              <a:extLst>
                <a:ext uri="{FF2B5EF4-FFF2-40B4-BE49-F238E27FC236}">
                  <a16:creationId xmlns:a16="http://schemas.microsoft.com/office/drawing/2014/main" id="{53095F43-092F-BC5D-9D03-D0B294381314}"/>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71" name="Group 270">
            <a:extLst>
              <a:ext uri="{FF2B5EF4-FFF2-40B4-BE49-F238E27FC236}">
                <a16:creationId xmlns:a16="http://schemas.microsoft.com/office/drawing/2014/main" id="{47FB1BB5-76FC-8A5F-282A-7B9B243D5268}"/>
              </a:ext>
            </a:extLst>
          </p:cNvPr>
          <p:cNvGrpSpPr/>
          <p:nvPr/>
        </p:nvGrpSpPr>
        <p:grpSpPr>
          <a:xfrm>
            <a:off x="6271424" y="5012622"/>
            <a:ext cx="871904" cy="748695"/>
            <a:chOff x="6271424" y="5012622"/>
            <a:chExt cx="871904" cy="748695"/>
          </a:xfrm>
        </p:grpSpPr>
        <p:sp>
          <p:nvSpPr>
            <p:cNvPr id="272" name="Rectangle 271">
              <a:hlinkHover r:id="" action="ppaction://noaction" highlightClick="1"/>
              <a:extLst>
                <a:ext uri="{FF2B5EF4-FFF2-40B4-BE49-F238E27FC236}">
                  <a16:creationId xmlns:a16="http://schemas.microsoft.com/office/drawing/2014/main" id="{43596DC2-1AB8-0BFF-C1BD-5DB821028821}"/>
                </a:ext>
              </a:extLst>
            </p:cNvPr>
            <p:cNvSpPr/>
            <p:nvPr/>
          </p:nvSpPr>
          <p:spPr>
            <a:xfrm>
              <a:off x="6271424"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Web Application Firewall</a:t>
              </a:r>
            </a:p>
          </p:txBody>
        </p:sp>
        <p:sp>
          <p:nvSpPr>
            <p:cNvPr id="273" name="Oval 272">
              <a:extLst>
                <a:ext uri="{FF2B5EF4-FFF2-40B4-BE49-F238E27FC236}">
                  <a16:creationId xmlns:a16="http://schemas.microsoft.com/office/drawing/2014/main" id="{45852E45-6CAE-B924-2A63-BBCC1A4F897B}"/>
                </a:ext>
              </a:extLst>
            </p:cNvPr>
            <p:cNvSpPr/>
            <p:nvPr/>
          </p:nvSpPr>
          <p:spPr>
            <a:xfrm>
              <a:off x="6967630"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74" name="Isosceles Triangle 648">
              <a:extLst>
                <a:ext uri="{FF2B5EF4-FFF2-40B4-BE49-F238E27FC236}">
                  <a16:creationId xmlns:a16="http://schemas.microsoft.com/office/drawing/2014/main" id="{4F56891E-39EF-E9EE-66AE-E43BE7789CE5}"/>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76" name="Group 275">
            <a:extLst>
              <a:ext uri="{FF2B5EF4-FFF2-40B4-BE49-F238E27FC236}">
                <a16:creationId xmlns:a16="http://schemas.microsoft.com/office/drawing/2014/main" id="{0069B201-FE24-884C-CBC5-BFB2B09E2296}"/>
              </a:ext>
            </a:extLst>
          </p:cNvPr>
          <p:cNvGrpSpPr/>
          <p:nvPr/>
        </p:nvGrpSpPr>
        <p:grpSpPr>
          <a:xfrm>
            <a:off x="9244679" y="1729815"/>
            <a:ext cx="871904" cy="748695"/>
            <a:chOff x="9244679" y="1729815"/>
            <a:chExt cx="871904" cy="748695"/>
          </a:xfrm>
        </p:grpSpPr>
        <p:sp>
          <p:nvSpPr>
            <p:cNvPr id="277" name="Rectangle 276">
              <a:hlinkHover r:id="" action="ppaction://noaction" highlightClick="1"/>
              <a:extLst>
                <a:ext uri="{FF2B5EF4-FFF2-40B4-BE49-F238E27FC236}">
                  <a16:creationId xmlns:a16="http://schemas.microsoft.com/office/drawing/2014/main" id="{248FA40A-AF34-73FE-56F0-E0CEA639D4D9}"/>
                </a:ext>
              </a:extLst>
            </p:cNvPr>
            <p:cNvSpPr/>
            <p:nvPr/>
          </p:nvSpPr>
          <p:spPr>
            <a:xfrm>
              <a:off x="9244679" y="1729815"/>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Compliance Manager</a:t>
              </a:r>
            </a:p>
          </p:txBody>
        </p:sp>
        <p:sp>
          <p:nvSpPr>
            <p:cNvPr id="278" name="Rectangle 277">
              <a:extLst>
                <a:ext uri="{FF2B5EF4-FFF2-40B4-BE49-F238E27FC236}">
                  <a16:creationId xmlns:a16="http://schemas.microsoft.com/office/drawing/2014/main" id="{EC5BB1CA-F562-04F9-C27E-7C273F9A12C3}"/>
                </a:ext>
              </a:extLst>
            </p:cNvPr>
            <p:cNvSpPr/>
            <p:nvPr/>
          </p:nvSpPr>
          <p:spPr>
            <a:xfrm flipV="1">
              <a:off x="9987040" y="1733514"/>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79" name="Oval 15">
              <a:extLst>
                <a:ext uri="{FF2B5EF4-FFF2-40B4-BE49-F238E27FC236}">
                  <a16:creationId xmlns:a16="http://schemas.microsoft.com/office/drawing/2014/main" id="{571C0A1B-9EB9-8012-4942-18A8B2EBA325}"/>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280" name="Straight Connector 279">
              <a:extLst>
                <a:ext uri="{FF2B5EF4-FFF2-40B4-BE49-F238E27FC236}">
                  <a16:creationId xmlns:a16="http://schemas.microsoft.com/office/drawing/2014/main" id="{7D3F2174-43B8-1F45-5BE7-EA26DC04F630}"/>
                </a:ext>
              </a:extLst>
            </p:cNvPr>
            <p:cNvCxnSpPr>
              <a:cxnSpLocks/>
              <a:stCxn id="279" idx="0"/>
            </p:cNvCxnSpPr>
            <p:nvPr/>
          </p:nvCxnSpPr>
          <p:spPr>
            <a:xfrm flipV="1">
              <a:off x="10027039" y="1750107"/>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281" name="Straight Connector 280">
              <a:extLst>
                <a:ext uri="{FF2B5EF4-FFF2-40B4-BE49-F238E27FC236}">
                  <a16:creationId xmlns:a16="http://schemas.microsoft.com/office/drawing/2014/main" id="{5C4D8C76-2E93-20D7-4EC3-FBF491DC27AE}"/>
                </a:ext>
              </a:extLst>
            </p:cNvPr>
            <p:cNvCxnSpPr>
              <a:cxnSpLocks/>
            </p:cNvCxnSpPr>
            <p:nvPr/>
          </p:nvCxnSpPr>
          <p:spPr>
            <a:xfrm>
              <a:off x="10033953" y="1750107"/>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282" name="Group 281">
            <a:extLst>
              <a:ext uri="{FF2B5EF4-FFF2-40B4-BE49-F238E27FC236}">
                <a16:creationId xmlns:a16="http://schemas.microsoft.com/office/drawing/2014/main" id="{5D70D9C3-7F49-132A-CC21-1E486D0A559E}"/>
              </a:ext>
            </a:extLst>
          </p:cNvPr>
          <p:cNvGrpSpPr/>
          <p:nvPr/>
        </p:nvGrpSpPr>
        <p:grpSpPr>
          <a:xfrm>
            <a:off x="1560470" y="124621"/>
            <a:ext cx="871904" cy="748695"/>
            <a:chOff x="2307084" y="1729816"/>
            <a:chExt cx="871904" cy="748695"/>
          </a:xfrm>
        </p:grpSpPr>
        <p:sp>
          <p:nvSpPr>
            <p:cNvPr id="283" name="Rectangle 282">
              <a:extLst>
                <a:ext uri="{FF2B5EF4-FFF2-40B4-BE49-F238E27FC236}">
                  <a16:creationId xmlns:a16="http://schemas.microsoft.com/office/drawing/2014/main" id="{9EF05C9B-AE18-BD15-CF4E-7DDF4802135C}"/>
                </a:ext>
              </a:extLst>
            </p:cNvPr>
            <p:cNvSpPr/>
            <p:nvPr/>
          </p:nvSpPr>
          <p:spPr>
            <a:xfrm>
              <a:off x="2307084" y="1729816"/>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Data Classification</a:t>
              </a:r>
            </a:p>
          </p:txBody>
        </p:sp>
        <p:sp>
          <p:nvSpPr>
            <p:cNvPr id="284" name="Rectangle 283">
              <a:extLst>
                <a:ext uri="{FF2B5EF4-FFF2-40B4-BE49-F238E27FC236}">
                  <a16:creationId xmlns:a16="http://schemas.microsoft.com/office/drawing/2014/main" id="{56A47DB0-46E2-083A-2A5D-4ABDF120E9D3}"/>
                </a:ext>
              </a:extLst>
            </p:cNvPr>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5" name="Oval 15">
              <a:extLst>
                <a:ext uri="{FF2B5EF4-FFF2-40B4-BE49-F238E27FC236}">
                  <a16:creationId xmlns:a16="http://schemas.microsoft.com/office/drawing/2014/main" id="{80BF0761-9D44-6FBB-B4A3-105EFB9AD443}"/>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86" name="Straight Connector 285">
              <a:extLst>
                <a:ext uri="{FF2B5EF4-FFF2-40B4-BE49-F238E27FC236}">
                  <a16:creationId xmlns:a16="http://schemas.microsoft.com/office/drawing/2014/main" id="{40C14E36-FF86-EC34-DCE3-BB0D8A9F4E0A}"/>
                </a:ext>
              </a:extLst>
            </p:cNvPr>
            <p:cNvCxnSpPr>
              <a:cxnSpLocks/>
              <a:stCxn id="285"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87" name="Straight Connector 286">
              <a:extLst>
                <a:ext uri="{FF2B5EF4-FFF2-40B4-BE49-F238E27FC236}">
                  <a16:creationId xmlns:a16="http://schemas.microsoft.com/office/drawing/2014/main" id="{5CBB41F8-9BC8-9C53-C4BF-34466F8975CB}"/>
                </a:ext>
              </a:extLst>
            </p:cNvPr>
            <p:cNvCxnSpPr>
              <a:cxnSpLocks/>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94" name="Group 293">
            <a:extLst>
              <a:ext uri="{FF2B5EF4-FFF2-40B4-BE49-F238E27FC236}">
                <a16:creationId xmlns:a16="http://schemas.microsoft.com/office/drawing/2014/main" id="{C1D8C993-0730-FD97-92C0-B7971596D9DE}"/>
              </a:ext>
            </a:extLst>
          </p:cNvPr>
          <p:cNvGrpSpPr/>
          <p:nvPr/>
        </p:nvGrpSpPr>
        <p:grpSpPr>
          <a:xfrm>
            <a:off x="754680" y="4649761"/>
            <a:ext cx="872935" cy="748695"/>
            <a:chOff x="6271424" y="909114"/>
            <a:chExt cx="872935" cy="748695"/>
          </a:xfrm>
        </p:grpSpPr>
        <p:sp>
          <p:nvSpPr>
            <p:cNvPr id="295" name="Rectangle 294">
              <a:extLst>
                <a:ext uri="{FF2B5EF4-FFF2-40B4-BE49-F238E27FC236}">
                  <a16:creationId xmlns:a16="http://schemas.microsoft.com/office/drawing/2014/main" id="{92773810-0173-56CF-538B-C8171C9D84CB}"/>
                </a:ext>
              </a:extLst>
            </p:cNvPr>
            <p:cNvSpPr/>
            <p:nvPr/>
          </p:nvSpPr>
          <p:spPr>
            <a:xfrm>
              <a:off x="6271424" y="909114"/>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On-premises Data Loss Prevention</a:t>
              </a:r>
            </a:p>
          </p:txBody>
        </p:sp>
        <p:sp>
          <p:nvSpPr>
            <p:cNvPr id="296" name="Rectangle 295">
              <a:extLst>
                <a:ext uri="{FF2B5EF4-FFF2-40B4-BE49-F238E27FC236}">
                  <a16:creationId xmlns:a16="http://schemas.microsoft.com/office/drawing/2014/main" id="{57DF4D7B-0D2B-E687-6B3C-E3E9D2E16FF1}"/>
                </a:ext>
              </a:extLst>
            </p:cNvPr>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7" name="Oval 15">
              <a:extLst>
                <a:ext uri="{FF2B5EF4-FFF2-40B4-BE49-F238E27FC236}">
                  <a16:creationId xmlns:a16="http://schemas.microsoft.com/office/drawing/2014/main" id="{66178F85-FF30-2580-9F2A-54DCEF47DDD4}"/>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98" name="Straight Connector 297">
              <a:extLst>
                <a:ext uri="{FF2B5EF4-FFF2-40B4-BE49-F238E27FC236}">
                  <a16:creationId xmlns:a16="http://schemas.microsoft.com/office/drawing/2014/main" id="{B15DCFBD-98D7-FA45-95D8-9E46B427C735}"/>
                </a:ext>
              </a:extLst>
            </p:cNvPr>
            <p:cNvCxnSpPr>
              <a:cxnSpLocks/>
              <a:stCxn id="297"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99" name="Straight Connector 298">
              <a:extLst>
                <a:ext uri="{FF2B5EF4-FFF2-40B4-BE49-F238E27FC236}">
                  <a16:creationId xmlns:a16="http://schemas.microsoft.com/office/drawing/2014/main" id="{ED769F2D-C5DA-DC72-F369-287E652A4E77}"/>
                </a:ext>
              </a:extLst>
            </p:cNvPr>
            <p:cNvCxnSpPr>
              <a:cxnSpLocks/>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00" name="Group 299">
            <a:extLst>
              <a:ext uri="{FF2B5EF4-FFF2-40B4-BE49-F238E27FC236}">
                <a16:creationId xmlns:a16="http://schemas.microsoft.com/office/drawing/2014/main" id="{DFDD8321-E51B-F38C-9F6D-2CCEACF611BE}"/>
              </a:ext>
            </a:extLst>
          </p:cNvPr>
          <p:cNvGrpSpPr/>
          <p:nvPr/>
        </p:nvGrpSpPr>
        <p:grpSpPr>
          <a:xfrm>
            <a:off x="2996210" y="4585342"/>
            <a:ext cx="871904" cy="748695"/>
            <a:chOff x="5280339" y="2550516"/>
            <a:chExt cx="871904" cy="748695"/>
          </a:xfrm>
        </p:grpSpPr>
        <p:sp>
          <p:nvSpPr>
            <p:cNvPr id="301" name="Rectangle 300">
              <a:extLst>
                <a:ext uri="{FF2B5EF4-FFF2-40B4-BE49-F238E27FC236}">
                  <a16:creationId xmlns:a16="http://schemas.microsoft.com/office/drawing/2014/main" id="{34452951-04D4-F99C-7D47-970F0991CB6C}"/>
                </a:ext>
              </a:extLst>
            </p:cNvPr>
            <p:cNvSpPr/>
            <p:nvPr/>
          </p:nvSpPr>
          <p:spPr>
            <a:xfrm>
              <a:off x="5280339" y="2550516"/>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302" name="Rectangle 301">
              <a:extLst>
                <a:ext uri="{FF2B5EF4-FFF2-40B4-BE49-F238E27FC236}">
                  <a16:creationId xmlns:a16="http://schemas.microsoft.com/office/drawing/2014/main" id="{FEAD5B8D-4654-23A7-21AE-BA53F0AB401C}"/>
                </a:ext>
              </a:extLst>
            </p:cNvPr>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3" name="Oval 15">
              <a:extLst>
                <a:ext uri="{FF2B5EF4-FFF2-40B4-BE49-F238E27FC236}">
                  <a16:creationId xmlns:a16="http://schemas.microsoft.com/office/drawing/2014/main" id="{8B17E29A-3F51-4C5C-B1A1-8538B46F2B22}"/>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04" name="Straight Connector 303">
              <a:extLst>
                <a:ext uri="{FF2B5EF4-FFF2-40B4-BE49-F238E27FC236}">
                  <a16:creationId xmlns:a16="http://schemas.microsoft.com/office/drawing/2014/main" id="{749BE59A-5988-3E12-8F0C-6062A674100C}"/>
                </a:ext>
              </a:extLst>
            </p:cNvPr>
            <p:cNvCxnSpPr>
              <a:cxnSpLocks/>
              <a:stCxn id="303"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05" name="Straight Connector 304">
              <a:extLst>
                <a:ext uri="{FF2B5EF4-FFF2-40B4-BE49-F238E27FC236}">
                  <a16:creationId xmlns:a16="http://schemas.microsoft.com/office/drawing/2014/main" id="{85B24238-73D3-EEDF-2ED5-9574FD5A8CE7}"/>
                </a:ext>
              </a:extLst>
            </p:cNvPr>
            <p:cNvCxnSpPr>
              <a:cxnSpLocks/>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06" name="Group 305">
            <a:extLst>
              <a:ext uri="{FF2B5EF4-FFF2-40B4-BE49-F238E27FC236}">
                <a16:creationId xmlns:a16="http://schemas.microsoft.com/office/drawing/2014/main" id="{D0ADA2F4-E73D-3E27-143F-673F07CB8F56}"/>
              </a:ext>
            </a:extLst>
          </p:cNvPr>
          <p:cNvGrpSpPr/>
          <p:nvPr/>
        </p:nvGrpSpPr>
        <p:grpSpPr>
          <a:xfrm>
            <a:off x="3898390" y="3333653"/>
            <a:ext cx="871904" cy="748695"/>
            <a:chOff x="11226844" y="1729816"/>
            <a:chExt cx="871904" cy="748695"/>
          </a:xfrm>
        </p:grpSpPr>
        <p:sp>
          <p:nvSpPr>
            <p:cNvPr id="307" name="Rectangle 306">
              <a:extLst>
                <a:ext uri="{FF2B5EF4-FFF2-40B4-BE49-F238E27FC236}">
                  <a16:creationId xmlns:a16="http://schemas.microsoft.com/office/drawing/2014/main" id="{A3A11D02-F1B1-A361-3D6C-412349927141}"/>
                </a:ext>
              </a:extLst>
            </p:cNvPr>
            <p:cNvSpPr/>
            <p:nvPr/>
          </p:nvSpPr>
          <p:spPr>
            <a:xfrm>
              <a:off x="11226844" y="1729816"/>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308" name="Rectangle 307">
              <a:extLst>
                <a:ext uri="{FF2B5EF4-FFF2-40B4-BE49-F238E27FC236}">
                  <a16:creationId xmlns:a16="http://schemas.microsoft.com/office/drawing/2014/main" id="{E8750169-97A2-FB96-0EF1-B2B017DE2092}"/>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9" name="Oval 15">
              <a:extLst>
                <a:ext uri="{FF2B5EF4-FFF2-40B4-BE49-F238E27FC236}">
                  <a16:creationId xmlns:a16="http://schemas.microsoft.com/office/drawing/2014/main" id="{65D723A2-AFBE-F475-BA73-F5B9C73DB1FC}"/>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10" name="Straight Connector 309">
              <a:extLst>
                <a:ext uri="{FF2B5EF4-FFF2-40B4-BE49-F238E27FC236}">
                  <a16:creationId xmlns:a16="http://schemas.microsoft.com/office/drawing/2014/main" id="{7DF5A4B2-0317-853D-7B02-D138C7BFD1A9}"/>
                </a:ext>
              </a:extLst>
            </p:cNvPr>
            <p:cNvCxnSpPr>
              <a:cxnSpLocks/>
              <a:stCxn id="309"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11" name="Straight Connector 310">
              <a:extLst>
                <a:ext uri="{FF2B5EF4-FFF2-40B4-BE49-F238E27FC236}">
                  <a16:creationId xmlns:a16="http://schemas.microsoft.com/office/drawing/2014/main" id="{52DD7169-ECD8-047C-1E90-5FF2750E5A00}"/>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12" name="Group 311">
            <a:extLst>
              <a:ext uri="{FF2B5EF4-FFF2-40B4-BE49-F238E27FC236}">
                <a16:creationId xmlns:a16="http://schemas.microsoft.com/office/drawing/2014/main" id="{853CF3A4-A24B-C519-4765-B6E9BAD65258}"/>
              </a:ext>
            </a:extLst>
          </p:cNvPr>
          <p:cNvGrpSpPr/>
          <p:nvPr/>
        </p:nvGrpSpPr>
        <p:grpSpPr>
          <a:xfrm>
            <a:off x="5865020" y="3681771"/>
            <a:ext cx="871904" cy="748695"/>
            <a:chOff x="11226844" y="2550518"/>
            <a:chExt cx="871904" cy="748695"/>
          </a:xfrm>
        </p:grpSpPr>
        <p:sp>
          <p:nvSpPr>
            <p:cNvPr id="313" name="Rectangle 312">
              <a:hlinkHover r:id="" action="ppaction://noaction" highlightClick="1"/>
              <a:extLst>
                <a:ext uri="{FF2B5EF4-FFF2-40B4-BE49-F238E27FC236}">
                  <a16:creationId xmlns:a16="http://schemas.microsoft.com/office/drawing/2014/main" id="{D54F3446-7697-A9E6-F402-539C37F5CD50}"/>
                </a:ext>
              </a:extLst>
            </p:cNvPr>
            <p:cNvSpPr/>
            <p:nvPr/>
          </p:nvSpPr>
          <p:spPr>
            <a:xfrm>
              <a:off x="11226844" y="2550518"/>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a:t>
              </a:r>
            </a:p>
          </p:txBody>
        </p:sp>
        <p:sp>
          <p:nvSpPr>
            <p:cNvPr id="314" name="Rectangle 313">
              <a:extLst>
                <a:ext uri="{FF2B5EF4-FFF2-40B4-BE49-F238E27FC236}">
                  <a16:creationId xmlns:a16="http://schemas.microsoft.com/office/drawing/2014/main" id="{8B615522-BC70-0376-6FEA-EBDC170DA88E}"/>
                </a:ext>
              </a:extLst>
            </p:cNvPr>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5" name="Oval 15">
              <a:extLst>
                <a:ext uri="{FF2B5EF4-FFF2-40B4-BE49-F238E27FC236}">
                  <a16:creationId xmlns:a16="http://schemas.microsoft.com/office/drawing/2014/main" id="{0C666E8B-0565-B604-FB88-79194CD50291}"/>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16" name="Straight Connector 315">
              <a:extLst>
                <a:ext uri="{FF2B5EF4-FFF2-40B4-BE49-F238E27FC236}">
                  <a16:creationId xmlns:a16="http://schemas.microsoft.com/office/drawing/2014/main" id="{54C37E26-E323-7970-FC38-6720DFD668C4}"/>
                </a:ext>
              </a:extLst>
            </p:cNvPr>
            <p:cNvCxnSpPr>
              <a:cxnSpLocks/>
              <a:stCxn id="315"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17" name="Straight Connector 316">
              <a:extLst>
                <a:ext uri="{FF2B5EF4-FFF2-40B4-BE49-F238E27FC236}">
                  <a16:creationId xmlns:a16="http://schemas.microsoft.com/office/drawing/2014/main" id="{B76B56EC-FEB1-93BE-29E7-2545169AD0AC}"/>
                </a:ext>
              </a:extLst>
            </p:cNvPr>
            <p:cNvCxnSpPr>
              <a:cxnSpLocks/>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18" name="Group 317">
            <a:extLst>
              <a:ext uri="{FF2B5EF4-FFF2-40B4-BE49-F238E27FC236}">
                <a16:creationId xmlns:a16="http://schemas.microsoft.com/office/drawing/2014/main" id="{746590CE-CD21-2297-7167-3433932C761E}"/>
              </a:ext>
            </a:extLst>
          </p:cNvPr>
          <p:cNvGrpSpPr/>
          <p:nvPr/>
        </p:nvGrpSpPr>
        <p:grpSpPr>
          <a:xfrm>
            <a:off x="807868" y="3711014"/>
            <a:ext cx="871904" cy="748695"/>
            <a:chOff x="1315999" y="909114"/>
            <a:chExt cx="871904" cy="748695"/>
          </a:xfrm>
        </p:grpSpPr>
        <p:sp>
          <p:nvSpPr>
            <p:cNvPr id="319" name="Rectangle 318">
              <a:extLst>
                <a:ext uri="{FF2B5EF4-FFF2-40B4-BE49-F238E27FC236}">
                  <a16:creationId xmlns:a16="http://schemas.microsoft.com/office/drawing/2014/main" id="{FA946149-819A-DE23-0DB8-1076D4BDB0C3}"/>
                </a:ext>
              </a:extLst>
            </p:cNvPr>
            <p:cNvSpPr/>
            <p:nvPr/>
          </p:nvSpPr>
          <p:spPr>
            <a:xfrm>
              <a:off x="1315999" y="909114"/>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321" name="Right Triangle 320">
              <a:extLst>
                <a:ext uri="{FF2B5EF4-FFF2-40B4-BE49-F238E27FC236}">
                  <a16:creationId xmlns:a16="http://schemas.microsoft.com/office/drawing/2014/main" id="{EB5191C3-D13F-B62E-0417-DE7CBBF8E5BE}"/>
                </a:ext>
              </a:extLst>
            </p:cNvPr>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 name="Oval 27">
              <a:extLst>
                <a:ext uri="{FF2B5EF4-FFF2-40B4-BE49-F238E27FC236}">
                  <a16:creationId xmlns:a16="http://schemas.microsoft.com/office/drawing/2014/main" id="{5CB8D674-61F5-6B4E-FDE5-DFA8DE0310FA}"/>
                </a:ext>
              </a:extLst>
            </p:cNvPr>
            <p:cNvSpPr/>
            <p:nvPr/>
          </p:nvSpPr>
          <p:spPr>
            <a:xfrm>
              <a:off x="2129579" y="918978"/>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3" name="Oval 28">
              <a:extLst>
                <a:ext uri="{FF2B5EF4-FFF2-40B4-BE49-F238E27FC236}">
                  <a16:creationId xmlns:a16="http://schemas.microsoft.com/office/drawing/2014/main" id="{DCFD7CB8-5EBC-1F2C-583F-D27D47CB91FB}"/>
                </a:ext>
              </a:extLst>
            </p:cNvPr>
            <p:cNvSpPr/>
            <p:nvPr/>
          </p:nvSpPr>
          <p:spPr>
            <a:xfrm>
              <a:off x="2126717" y="952692"/>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4" name="Group 323">
            <a:extLst>
              <a:ext uri="{FF2B5EF4-FFF2-40B4-BE49-F238E27FC236}">
                <a16:creationId xmlns:a16="http://schemas.microsoft.com/office/drawing/2014/main" id="{9D798CC9-F486-BDA8-5E13-9D05C131463B}"/>
              </a:ext>
            </a:extLst>
          </p:cNvPr>
          <p:cNvGrpSpPr/>
          <p:nvPr/>
        </p:nvGrpSpPr>
        <p:grpSpPr>
          <a:xfrm>
            <a:off x="2934924" y="2618701"/>
            <a:ext cx="872735" cy="749109"/>
            <a:chOff x="324914" y="1729402"/>
            <a:chExt cx="872735" cy="749109"/>
          </a:xfrm>
        </p:grpSpPr>
        <p:sp>
          <p:nvSpPr>
            <p:cNvPr id="325" name="Rectangle 324">
              <a:extLst>
                <a:ext uri="{FF2B5EF4-FFF2-40B4-BE49-F238E27FC236}">
                  <a16:creationId xmlns:a16="http://schemas.microsoft.com/office/drawing/2014/main" id="{6E5EC401-214B-E5C1-3248-DCA0A6356833}"/>
                </a:ext>
              </a:extLst>
            </p:cNvPr>
            <p:cNvSpPr/>
            <p:nvPr/>
          </p:nvSpPr>
          <p:spPr>
            <a:xfrm>
              <a:off x="324914" y="1729816"/>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326" name="Right Triangle 325">
              <a:extLst>
                <a:ext uri="{FF2B5EF4-FFF2-40B4-BE49-F238E27FC236}">
                  <a16:creationId xmlns:a16="http://schemas.microsoft.com/office/drawing/2014/main" id="{0F0C2628-ABE4-CA58-3FF3-55316D8F896E}"/>
                </a:ext>
              </a:extLst>
            </p:cNvPr>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7" name="Oval 27">
              <a:extLst>
                <a:ext uri="{FF2B5EF4-FFF2-40B4-BE49-F238E27FC236}">
                  <a16:creationId xmlns:a16="http://schemas.microsoft.com/office/drawing/2014/main" id="{E3121FA5-8DF6-89E3-7AC0-0CAB272B6729}"/>
                </a:ext>
              </a:extLst>
            </p:cNvPr>
            <p:cNvSpPr/>
            <p:nvPr/>
          </p:nvSpPr>
          <p:spPr>
            <a:xfrm>
              <a:off x="1139325"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8" name="Oval 28">
              <a:extLst>
                <a:ext uri="{FF2B5EF4-FFF2-40B4-BE49-F238E27FC236}">
                  <a16:creationId xmlns:a16="http://schemas.microsoft.com/office/drawing/2014/main" id="{C2ED27ED-B878-1504-21D4-E1FF1446F258}"/>
                </a:ext>
              </a:extLst>
            </p:cNvPr>
            <p:cNvSpPr/>
            <p:nvPr/>
          </p:nvSpPr>
          <p:spPr>
            <a:xfrm>
              <a:off x="1136463"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9" name="Group 328">
            <a:extLst>
              <a:ext uri="{FF2B5EF4-FFF2-40B4-BE49-F238E27FC236}">
                <a16:creationId xmlns:a16="http://schemas.microsoft.com/office/drawing/2014/main" id="{4A75844E-B669-17FF-BD26-6A9DE3BC4C8E}"/>
              </a:ext>
            </a:extLst>
          </p:cNvPr>
          <p:cNvGrpSpPr/>
          <p:nvPr/>
        </p:nvGrpSpPr>
        <p:grpSpPr>
          <a:xfrm>
            <a:off x="1875196" y="3309306"/>
            <a:ext cx="871904" cy="749109"/>
            <a:chOff x="1315999" y="1729402"/>
            <a:chExt cx="871904" cy="749109"/>
          </a:xfrm>
        </p:grpSpPr>
        <p:sp>
          <p:nvSpPr>
            <p:cNvPr id="330" name="Rectangle 329">
              <a:extLst>
                <a:ext uri="{FF2B5EF4-FFF2-40B4-BE49-F238E27FC236}">
                  <a16:creationId xmlns:a16="http://schemas.microsoft.com/office/drawing/2014/main" id="{BA27D2E9-9823-0F3C-3B29-66C55A0B91E9}"/>
                </a:ext>
              </a:extLst>
            </p:cNvPr>
            <p:cNvSpPr/>
            <p:nvPr/>
          </p:nvSpPr>
          <p:spPr>
            <a:xfrm>
              <a:off x="1315999" y="1729816"/>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332" name="Right Triangle 331">
              <a:extLst>
                <a:ext uri="{FF2B5EF4-FFF2-40B4-BE49-F238E27FC236}">
                  <a16:creationId xmlns:a16="http://schemas.microsoft.com/office/drawing/2014/main" id="{E6A56ADC-37E6-017B-EFA8-255DAD5A9164}"/>
                </a:ext>
              </a:extLst>
            </p:cNvPr>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3" name="Oval 27">
              <a:extLst>
                <a:ext uri="{FF2B5EF4-FFF2-40B4-BE49-F238E27FC236}">
                  <a16:creationId xmlns:a16="http://schemas.microsoft.com/office/drawing/2014/main" id="{8E8E8C77-FA3C-C44F-0A12-22987D862211}"/>
                </a:ext>
              </a:extLst>
            </p:cNvPr>
            <p:cNvSpPr/>
            <p:nvPr/>
          </p:nvSpPr>
          <p:spPr>
            <a:xfrm>
              <a:off x="2129579"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5" name="Oval 28">
              <a:extLst>
                <a:ext uri="{FF2B5EF4-FFF2-40B4-BE49-F238E27FC236}">
                  <a16:creationId xmlns:a16="http://schemas.microsoft.com/office/drawing/2014/main" id="{6C9C312C-B149-ECE2-7130-F2B275F1AF32}"/>
                </a:ext>
              </a:extLst>
            </p:cNvPr>
            <p:cNvSpPr/>
            <p:nvPr/>
          </p:nvSpPr>
          <p:spPr>
            <a:xfrm>
              <a:off x="2126717"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36" name="Group 335">
            <a:extLst>
              <a:ext uri="{FF2B5EF4-FFF2-40B4-BE49-F238E27FC236}">
                <a16:creationId xmlns:a16="http://schemas.microsoft.com/office/drawing/2014/main" id="{27C1F454-7142-7AE9-30FB-C60235878271}"/>
              </a:ext>
            </a:extLst>
          </p:cNvPr>
          <p:cNvGrpSpPr/>
          <p:nvPr/>
        </p:nvGrpSpPr>
        <p:grpSpPr>
          <a:xfrm>
            <a:off x="331650" y="2672363"/>
            <a:ext cx="871904" cy="748695"/>
            <a:chOff x="4289254" y="1729816"/>
            <a:chExt cx="871904" cy="748695"/>
          </a:xfrm>
        </p:grpSpPr>
        <p:sp>
          <p:nvSpPr>
            <p:cNvPr id="337" name="Rectangle 336">
              <a:extLst>
                <a:ext uri="{FF2B5EF4-FFF2-40B4-BE49-F238E27FC236}">
                  <a16:creationId xmlns:a16="http://schemas.microsoft.com/office/drawing/2014/main" id="{11D05690-C90F-588B-260F-21AFB1007514}"/>
                </a:ext>
              </a:extLst>
            </p:cNvPr>
            <p:cNvSpPr/>
            <p:nvPr/>
          </p:nvSpPr>
          <p:spPr>
            <a:xfrm>
              <a:off x="4289254" y="1729816"/>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339" name="Right Triangle 338">
              <a:extLst>
                <a:ext uri="{FF2B5EF4-FFF2-40B4-BE49-F238E27FC236}">
                  <a16:creationId xmlns:a16="http://schemas.microsoft.com/office/drawing/2014/main" id="{8127A519-B7FD-258B-ED33-07D06B7DA8F2}"/>
                </a:ext>
              </a:extLst>
            </p:cNvPr>
            <p:cNvSpPr/>
            <p:nvPr/>
          </p:nvSpPr>
          <p:spPr>
            <a:xfrm rot="10800000">
              <a:off x="5013435"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40" name="Group 339">
              <a:extLst>
                <a:ext uri="{FF2B5EF4-FFF2-40B4-BE49-F238E27FC236}">
                  <a16:creationId xmlns:a16="http://schemas.microsoft.com/office/drawing/2014/main" id="{B01C6C30-27F2-9EF0-145D-AE2818C4DD04}"/>
                </a:ext>
              </a:extLst>
            </p:cNvPr>
            <p:cNvGrpSpPr/>
            <p:nvPr/>
          </p:nvGrpSpPr>
          <p:grpSpPr>
            <a:xfrm>
              <a:off x="5093762" y="1742900"/>
              <a:ext cx="45719" cy="75385"/>
              <a:chOff x="3883481" y="2057400"/>
              <a:chExt cx="1608363" cy="2652031"/>
            </a:xfrm>
            <a:solidFill>
              <a:srgbClr val="A6A6A6"/>
            </a:solidFill>
          </p:grpSpPr>
          <p:sp>
            <p:nvSpPr>
              <p:cNvPr id="341" name="Oval 27">
                <a:extLst>
                  <a:ext uri="{FF2B5EF4-FFF2-40B4-BE49-F238E27FC236}">
                    <a16:creationId xmlns:a16="http://schemas.microsoft.com/office/drawing/2014/main" id="{5BFD7FA6-5A10-62F9-A5DD-C0CE5B4CA98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2" name="Oval 28">
                <a:extLst>
                  <a:ext uri="{FF2B5EF4-FFF2-40B4-BE49-F238E27FC236}">
                    <a16:creationId xmlns:a16="http://schemas.microsoft.com/office/drawing/2014/main" id="{1F22E31C-A5A6-221A-836B-83F52231445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3" name="Group 342">
            <a:extLst>
              <a:ext uri="{FF2B5EF4-FFF2-40B4-BE49-F238E27FC236}">
                <a16:creationId xmlns:a16="http://schemas.microsoft.com/office/drawing/2014/main" id="{E43817EA-8DFA-D857-5795-C13EAC9C6B2E}"/>
              </a:ext>
            </a:extLst>
          </p:cNvPr>
          <p:cNvGrpSpPr/>
          <p:nvPr/>
        </p:nvGrpSpPr>
        <p:grpSpPr>
          <a:xfrm>
            <a:off x="1585073" y="2210728"/>
            <a:ext cx="871904" cy="748695"/>
            <a:chOff x="8253594" y="1729816"/>
            <a:chExt cx="871904" cy="748695"/>
          </a:xfrm>
        </p:grpSpPr>
        <p:sp>
          <p:nvSpPr>
            <p:cNvPr id="345" name="Rectangle 344">
              <a:extLst>
                <a:ext uri="{FF2B5EF4-FFF2-40B4-BE49-F238E27FC236}">
                  <a16:creationId xmlns:a16="http://schemas.microsoft.com/office/drawing/2014/main" id="{B5369F7A-1F3A-2948-0A4D-6A490F070730}"/>
                </a:ext>
              </a:extLst>
            </p:cNvPr>
            <p:cNvSpPr/>
            <p:nvPr/>
          </p:nvSpPr>
          <p:spPr>
            <a:xfrm>
              <a:off x="8253594" y="1729816"/>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346" name="Rectangle 345">
              <a:extLst>
                <a:ext uri="{FF2B5EF4-FFF2-40B4-BE49-F238E27FC236}">
                  <a16:creationId xmlns:a16="http://schemas.microsoft.com/office/drawing/2014/main" id="{B3C58B24-3876-1390-15DA-3D07497F2B50}"/>
                </a:ext>
              </a:extLst>
            </p:cNvPr>
            <p:cNvSpPr/>
            <p:nvPr/>
          </p:nvSpPr>
          <p:spPr>
            <a:xfrm flipV="1">
              <a:off x="8998048"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7" name="Oval 15">
              <a:extLst>
                <a:ext uri="{FF2B5EF4-FFF2-40B4-BE49-F238E27FC236}">
                  <a16:creationId xmlns:a16="http://schemas.microsoft.com/office/drawing/2014/main" id="{30B918B7-CF90-00F5-DB79-2096BB812E46}"/>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48" name="Straight Connector 347">
              <a:extLst>
                <a:ext uri="{FF2B5EF4-FFF2-40B4-BE49-F238E27FC236}">
                  <a16:creationId xmlns:a16="http://schemas.microsoft.com/office/drawing/2014/main" id="{D706AB22-CD2C-1100-32B7-0F9917D964CD}"/>
                </a:ext>
              </a:extLst>
            </p:cNvPr>
            <p:cNvCxnSpPr>
              <a:cxnSpLocks/>
              <a:stCxn id="347" idx="0"/>
            </p:cNvCxnSpPr>
            <p:nvPr/>
          </p:nvCxnSpPr>
          <p:spPr>
            <a:xfrm flipV="1">
              <a:off x="9038047"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49" name="Straight Connector 348">
              <a:extLst>
                <a:ext uri="{FF2B5EF4-FFF2-40B4-BE49-F238E27FC236}">
                  <a16:creationId xmlns:a16="http://schemas.microsoft.com/office/drawing/2014/main" id="{8C2F129C-6955-CC81-2575-B2A8DC0383B7}"/>
                </a:ext>
              </a:extLst>
            </p:cNvPr>
            <p:cNvCxnSpPr>
              <a:cxnSpLocks/>
            </p:cNvCxnSpPr>
            <p:nvPr/>
          </p:nvCxnSpPr>
          <p:spPr>
            <a:xfrm>
              <a:off x="9044961"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50" name="Group 349">
            <a:extLst>
              <a:ext uri="{FF2B5EF4-FFF2-40B4-BE49-F238E27FC236}">
                <a16:creationId xmlns:a16="http://schemas.microsoft.com/office/drawing/2014/main" id="{F22E136E-460F-3051-5980-6405FBC014D5}"/>
              </a:ext>
            </a:extLst>
          </p:cNvPr>
          <p:cNvGrpSpPr/>
          <p:nvPr/>
        </p:nvGrpSpPr>
        <p:grpSpPr>
          <a:xfrm>
            <a:off x="1996422" y="4660156"/>
            <a:ext cx="871904" cy="748695"/>
            <a:chOff x="8253594" y="909114"/>
            <a:chExt cx="871904" cy="748695"/>
          </a:xfrm>
        </p:grpSpPr>
        <p:sp>
          <p:nvSpPr>
            <p:cNvPr id="351" name="Rectangle 350">
              <a:hlinkHover r:id="" action="ppaction://noaction" highlightClick="1"/>
              <a:extLst>
                <a:ext uri="{FF2B5EF4-FFF2-40B4-BE49-F238E27FC236}">
                  <a16:creationId xmlns:a16="http://schemas.microsoft.com/office/drawing/2014/main" id="{B5F55250-81F6-B27C-4933-06D9B8969FAD}"/>
                </a:ext>
              </a:extLst>
            </p:cNvPr>
            <p:cNvSpPr/>
            <p:nvPr/>
          </p:nvSpPr>
          <p:spPr>
            <a:xfrm>
              <a:off x="8253594" y="909114"/>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352" name="Right Triangle 351">
              <a:extLst>
                <a:ext uri="{FF2B5EF4-FFF2-40B4-BE49-F238E27FC236}">
                  <a16:creationId xmlns:a16="http://schemas.microsoft.com/office/drawing/2014/main" id="{7C7E24DC-88C6-6F0B-30E3-75CD189A9B6C}"/>
                </a:ext>
              </a:extLst>
            </p:cNvPr>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3" name="Oval 27">
              <a:extLst>
                <a:ext uri="{FF2B5EF4-FFF2-40B4-BE49-F238E27FC236}">
                  <a16:creationId xmlns:a16="http://schemas.microsoft.com/office/drawing/2014/main" id="{93C5DB64-6137-6D90-CEB7-B84436748BF2}"/>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4" name="Oval 28">
              <a:extLst>
                <a:ext uri="{FF2B5EF4-FFF2-40B4-BE49-F238E27FC236}">
                  <a16:creationId xmlns:a16="http://schemas.microsoft.com/office/drawing/2014/main" id="{9E5210E4-4FB9-8E4A-A61D-AEDDAD0FF642}"/>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55" name="Group 354">
            <a:extLst>
              <a:ext uri="{FF2B5EF4-FFF2-40B4-BE49-F238E27FC236}">
                <a16:creationId xmlns:a16="http://schemas.microsoft.com/office/drawing/2014/main" id="{EAE26C90-D784-B194-5821-97D47E55B1AA}"/>
              </a:ext>
            </a:extLst>
          </p:cNvPr>
          <p:cNvGrpSpPr/>
          <p:nvPr/>
        </p:nvGrpSpPr>
        <p:grpSpPr>
          <a:xfrm>
            <a:off x="4958808" y="903191"/>
            <a:ext cx="871904" cy="748695"/>
            <a:chOff x="2307084" y="909114"/>
            <a:chExt cx="871904" cy="748695"/>
          </a:xfrm>
        </p:grpSpPr>
        <p:sp>
          <p:nvSpPr>
            <p:cNvPr id="356" name="Rectangle 355">
              <a:extLst>
                <a:ext uri="{FF2B5EF4-FFF2-40B4-BE49-F238E27FC236}">
                  <a16:creationId xmlns:a16="http://schemas.microsoft.com/office/drawing/2014/main" id="{9725FF0C-33C5-50AD-1AFE-3E900C9E847A}"/>
                </a:ext>
              </a:extLst>
            </p:cNvPr>
            <p:cNvSpPr/>
            <p:nvPr/>
          </p:nvSpPr>
          <p:spPr>
            <a:xfrm>
              <a:off x="2307084" y="909114"/>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357" name="Rectangle 356">
              <a:extLst>
                <a:ext uri="{FF2B5EF4-FFF2-40B4-BE49-F238E27FC236}">
                  <a16:creationId xmlns:a16="http://schemas.microsoft.com/office/drawing/2014/main" id="{608684E4-7DEF-6C55-5855-1B76F9E1C715}"/>
                </a:ext>
              </a:extLst>
            </p:cNvPr>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8" name="Oval 15">
              <a:extLst>
                <a:ext uri="{FF2B5EF4-FFF2-40B4-BE49-F238E27FC236}">
                  <a16:creationId xmlns:a16="http://schemas.microsoft.com/office/drawing/2014/main" id="{F78DD249-8FC4-F09E-41A8-9DBD5400EDBE}"/>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59" name="Straight Connector 358">
              <a:extLst>
                <a:ext uri="{FF2B5EF4-FFF2-40B4-BE49-F238E27FC236}">
                  <a16:creationId xmlns:a16="http://schemas.microsoft.com/office/drawing/2014/main" id="{FEE1FE85-85B0-0E54-5926-052477E322E6}"/>
                </a:ext>
              </a:extLst>
            </p:cNvPr>
            <p:cNvCxnSpPr>
              <a:cxnSpLocks/>
              <a:stCxn id="358"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60" name="Straight Connector 359">
              <a:extLst>
                <a:ext uri="{FF2B5EF4-FFF2-40B4-BE49-F238E27FC236}">
                  <a16:creationId xmlns:a16="http://schemas.microsoft.com/office/drawing/2014/main" id="{D0EEA8DA-9221-7873-39AA-FBE8AF324DDE}"/>
                </a:ext>
              </a:extLst>
            </p:cNvPr>
            <p:cNvCxnSpPr>
              <a:cxnSpLocks/>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61" name="Group 360">
            <a:extLst>
              <a:ext uri="{FF2B5EF4-FFF2-40B4-BE49-F238E27FC236}">
                <a16:creationId xmlns:a16="http://schemas.microsoft.com/office/drawing/2014/main" id="{B593AB43-4B7F-5FC6-D4BD-7934CD64A213}"/>
              </a:ext>
            </a:extLst>
          </p:cNvPr>
          <p:cNvGrpSpPr/>
          <p:nvPr/>
        </p:nvGrpSpPr>
        <p:grpSpPr>
          <a:xfrm>
            <a:off x="5279026" y="1990761"/>
            <a:ext cx="871904" cy="748695"/>
            <a:chOff x="11226844" y="909114"/>
            <a:chExt cx="871904" cy="748695"/>
          </a:xfrm>
        </p:grpSpPr>
        <p:sp>
          <p:nvSpPr>
            <p:cNvPr id="362" name="Rectangle 361">
              <a:extLst>
                <a:ext uri="{FF2B5EF4-FFF2-40B4-BE49-F238E27FC236}">
                  <a16:creationId xmlns:a16="http://schemas.microsoft.com/office/drawing/2014/main" id="{D41E4A4E-8FF0-7EFE-3AB5-E07E345F0B0F}"/>
                </a:ext>
              </a:extLst>
            </p:cNvPr>
            <p:cNvSpPr/>
            <p:nvPr/>
          </p:nvSpPr>
          <p:spPr>
            <a:xfrm>
              <a:off x="11226844" y="909114"/>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363" name="Rectangle 362">
              <a:extLst>
                <a:ext uri="{FF2B5EF4-FFF2-40B4-BE49-F238E27FC236}">
                  <a16:creationId xmlns:a16="http://schemas.microsoft.com/office/drawing/2014/main" id="{7BD00FAA-5201-E5D7-8ACA-41EA65526190}"/>
                </a:ext>
              </a:extLst>
            </p:cNvPr>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4" name="Oval 15">
              <a:extLst>
                <a:ext uri="{FF2B5EF4-FFF2-40B4-BE49-F238E27FC236}">
                  <a16:creationId xmlns:a16="http://schemas.microsoft.com/office/drawing/2014/main" id="{AD5B109A-2A02-6C9C-2239-5344F556DC9C}"/>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65" name="Straight Connector 364">
              <a:extLst>
                <a:ext uri="{FF2B5EF4-FFF2-40B4-BE49-F238E27FC236}">
                  <a16:creationId xmlns:a16="http://schemas.microsoft.com/office/drawing/2014/main" id="{FFF8833C-331B-3710-2E13-655514B686DC}"/>
                </a:ext>
              </a:extLst>
            </p:cNvPr>
            <p:cNvCxnSpPr>
              <a:cxnSpLocks/>
              <a:stCxn id="364"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66" name="Straight Connector 365">
              <a:extLst>
                <a:ext uri="{FF2B5EF4-FFF2-40B4-BE49-F238E27FC236}">
                  <a16:creationId xmlns:a16="http://schemas.microsoft.com/office/drawing/2014/main" id="{A55DDC88-A588-F97C-7E58-5D11497B5F24}"/>
                </a:ext>
              </a:extLst>
            </p:cNvPr>
            <p:cNvCxnSpPr>
              <a:cxnSpLocks/>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67" name="Group 366">
            <a:extLst>
              <a:ext uri="{FF2B5EF4-FFF2-40B4-BE49-F238E27FC236}">
                <a16:creationId xmlns:a16="http://schemas.microsoft.com/office/drawing/2014/main" id="{BDB72D40-8D9E-EBDD-C110-51B5A17B281D}"/>
              </a:ext>
            </a:extLst>
          </p:cNvPr>
          <p:cNvGrpSpPr/>
          <p:nvPr/>
        </p:nvGrpSpPr>
        <p:grpSpPr>
          <a:xfrm>
            <a:off x="7074466" y="3157490"/>
            <a:ext cx="871904" cy="748695"/>
            <a:chOff x="11226844" y="3371220"/>
            <a:chExt cx="871904" cy="748695"/>
          </a:xfrm>
        </p:grpSpPr>
        <p:sp>
          <p:nvSpPr>
            <p:cNvPr id="368" name="Rectangle 367">
              <a:extLst>
                <a:ext uri="{FF2B5EF4-FFF2-40B4-BE49-F238E27FC236}">
                  <a16:creationId xmlns:a16="http://schemas.microsoft.com/office/drawing/2014/main" id="{49391645-E6D7-B1BC-F7F8-F0A612527EA1}"/>
                </a:ext>
              </a:extLst>
            </p:cNvPr>
            <p:cNvSpPr/>
            <p:nvPr/>
          </p:nvSpPr>
          <p:spPr>
            <a:xfrm>
              <a:off x="11226844" y="3371220"/>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Identity</a:t>
              </a:r>
            </a:p>
          </p:txBody>
        </p:sp>
        <p:sp>
          <p:nvSpPr>
            <p:cNvPr id="369" name="Rectangle 368">
              <a:extLst>
                <a:ext uri="{FF2B5EF4-FFF2-40B4-BE49-F238E27FC236}">
                  <a16:creationId xmlns:a16="http://schemas.microsoft.com/office/drawing/2014/main" id="{301B33B9-8D8D-2E61-926D-7A960C9C1A3E}"/>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5" name="Oval 15">
              <a:extLst>
                <a:ext uri="{FF2B5EF4-FFF2-40B4-BE49-F238E27FC236}">
                  <a16:creationId xmlns:a16="http://schemas.microsoft.com/office/drawing/2014/main" id="{A06FDB4C-7072-1B9A-6736-AE03B2E15699}"/>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76" name="Straight Connector 375">
              <a:extLst>
                <a:ext uri="{FF2B5EF4-FFF2-40B4-BE49-F238E27FC236}">
                  <a16:creationId xmlns:a16="http://schemas.microsoft.com/office/drawing/2014/main" id="{093658F1-1397-C3C2-8F1A-0A39E16825E8}"/>
                </a:ext>
              </a:extLst>
            </p:cNvPr>
            <p:cNvCxnSpPr>
              <a:cxnSpLocks/>
              <a:stCxn id="375"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77" name="Straight Connector 376">
              <a:extLst>
                <a:ext uri="{FF2B5EF4-FFF2-40B4-BE49-F238E27FC236}">
                  <a16:creationId xmlns:a16="http://schemas.microsoft.com/office/drawing/2014/main" id="{322548FD-45A4-7CE1-808B-ED87ED7A4E07}"/>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78" name="Group 377">
            <a:extLst>
              <a:ext uri="{FF2B5EF4-FFF2-40B4-BE49-F238E27FC236}">
                <a16:creationId xmlns:a16="http://schemas.microsoft.com/office/drawing/2014/main" id="{CDF00E7C-B136-AE81-3EE5-ABBB5C995870}"/>
              </a:ext>
            </a:extLst>
          </p:cNvPr>
          <p:cNvGrpSpPr/>
          <p:nvPr/>
        </p:nvGrpSpPr>
        <p:grpSpPr>
          <a:xfrm>
            <a:off x="5567520" y="5004671"/>
            <a:ext cx="871904" cy="748695"/>
            <a:chOff x="2307084" y="2560818"/>
            <a:chExt cx="871904" cy="748695"/>
          </a:xfrm>
        </p:grpSpPr>
        <p:sp>
          <p:nvSpPr>
            <p:cNvPr id="379" name="Rectangle 378">
              <a:extLst>
                <a:ext uri="{FF2B5EF4-FFF2-40B4-BE49-F238E27FC236}">
                  <a16:creationId xmlns:a16="http://schemas.microsoft.com/office/drawing/2014/main" id="{81FC1CAD-1C75-4CD3-2C69-D755415768B3}"/>
                </a:ext>
              </a:extLst>
            </p:cNvPr>
            <p:cNvSpPr/>
            <p:nvPr/>
          </p:nvSpPr>
          <p:spPr>
            <a:xfrm>
              <a:off x="2307084" y="2560818"/>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380" name="Right Triangle 379">
              <a:extLst>
                <a:ext uri="{FF2B5EF4-FFF2-40B4-BE49-F238E27FC236}">
                  <a16:creationId xmlns:a16="http://schemas.microsoft.com/office/drawing/2014/main" id="{638364CE-E7B2-6420-6CAF-FC82A741FB99}"/>
                </a:ext>
              </a:extLst>
            </p:cNvPr>
            <p:cNvSpPr/>
            <p:nvPr/>
          </p:nvSpPr>
          <p:spPr>
            <a:xfrm rot="10800000">
              <a:off x="3031994"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81" name="Group 380">
              <a:extLst>
                <a:ext uri="{FF2B5EF4-FFF2-40B4-BE49-F238E27FC236}">
                  <a16:creationId xmlns:a16="http://schemas.microsoft.com/office/drawing/2014/main" id="{9DE3FCCE-7D60-1774-2660-34FCDF747AA7}"/>
                </a:ext>
              </a:extLst>
            </p:cNvPr>
            <p:cNvGrpSpPr/>
            <p:nvPr/>
          </p:nvGrpSpPr>
          <p:grpSpPr>
            <a:xfrm>
              <a:off x="3112321" y="2575860"/>
              <a:ext cx="45719" cy="75385"/>
              <a:chOff x="3883481" y="2057400"/>
              <a:chExt cx="1608363" cy="2652031"/>
            </a:xfrm>
            <a:solidFill>
              <a:srgbClr val="A6A6A6"/>
            </a:solidFill>
          </p:grpSpPr>
          <p:sp>
            <p:nvSpPr>
              <p:cNvPr id="382" name="Oval 27">
                <a:extLst>
                  <a:ext uri="{FF2B5EF4-FFF2-40B4-BE49-F238E27FC236}">
                    <a16:creationId xmlns:a16="http://schemas.microsoft.com/office/drawing/2014/main" id="{A8CED6EF-D02F-CFE8-A87B-1B82CDA71C6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3" name="Oval 28">
                <a:extLst>
                  <a:ext uri="{FF2B5EF4-FFF2-40B4-BE49-F238E27FC236}">
                    <a16:creationId xmlns:a16="http://schemas.microsoft.com/office/drawing/2014/main" id="{6AB036D4-D5AD-F918-A564-149544EC110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84" name="Group 383">
            <a:extLst>
              <a:ext uri="{FF2B5EF4-FFF2-40B4-BE49-F238E27FC236}">
                <a16:creationId xmlns:a16="http://schemas.microsoft.com/office/drawing/2014/main" id="{78D62F62-7448-A182-CFA5-591B92DEAC29}"/>
              </a:ext>
            </a:extLst>
          </p:cNvPr>
          <p:cNvGrpSpPr/>
          <p:nvPr/>
        </p:nvGrpSpPr>
        <p:grpSpPr>
          <a:xfrm>
            <a:off x="7262358" y="4261852"/>
            <a:ext cx="871904" cy="748695"/>
            <a:chOff x="8253594" y="2560818"/>
            <a:chExt cx="871904" cy="748695"/>
          </a:xfrm>
        </p:grpSpPr>
        <p:sp>
          <p:nvSpPr>
            <p:cNvPr id="385" name="Rectangle 384">
              <a:extLst>
                <a:ext uri="{FF2B5EF4-FFF2-40B4-BE49-F238E27FC236}">
                  <a16:creationId xmlns:a16="http://schemas.microsoft.com/office/drawing/2014/main" id="{1BE87FA2-CE62-6F82-19AB-4EE3D4D0EE03}"/>
                </a:ext>
              </a:extLst>
            </p:cNvPr>
            <p:cNvSpPr/>
            <p:nvPr/>
          </p:nvSpPr>
          <p:spPr>
            <a:xfrm>
              <a:off x="8253594" y="2560818"/>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386" name="Right Triangle 385">
              <a:extLst>
                <a:ext uri="{FF2B5EF4-FFF2-40B4-BE49-F238E27FC236}">
                  <a16:creationId xmlns:a16="http://schemas.microsoft.com/office/drawing/2014/main" id="{C5803A44-E0AA-ECCA-DF19-662BCC8542A8}"/>
                </a:ext>
              </a:extLst>
            </p:cNvPr>
            <p:cNvSpPr/>
            <p:nvPr/>
          </p:nvSpPr>
          <p:spPr>
            <a:xfrm rot="10800000">
              <a:off x="8976730" y="256777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87" name="Group 386">
              <a:extLst>
                <a:ext uri="{FF2B5EF4-FFF2-40B4-BE49-F238E27FC236}">
                  <a16:creationId xmlns:a16="http://schemas.microsoft.com/office/drawing/2014/main" id="{D3ED71F3-1FA3-B6D6-CCD2-80205C445C1E}"/>
                </a:ext>
              </a:extLst>
            </p:cNvPr>
            <p:cNvGrpSpPr/>
            <p:nvPr/>
          </p:nvGrpSpPr>
          <p:grpSpPr>
            <a:xfrm>
              <a:off x="9057057" y="2575256"/>
              <a:ext cx="45719" cy="75385"/>
              <a:chOff x="3883481" y="2057400"/>
              <a:chExt cx="1608363" cy="2652031"/>
            </a:xfrm>
            <a:solidFill>
              <a:srgbClr val="A6A6A6"/>
            </a:solidFill>
          </p:grpSpPr>
          <p:sp>
            <p:nvSpPr>
              <p:cNvPr id="388" name="Oval 27">
                <a:extLst>
                  <a:ext uri="{FF2B5EF4-FFF2-40B4-BE49-F238E27FC236}">
                    <a16:creationId xmlns:a16="http://schemas.microsoft.com/office/drawing/2014/main" id="{9CB5A27B-DAFC-3E4B-5346-6229DB08AEC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9" name="Oval 28">
                <a:extLst>
                  <a:ext uri="{FF2B5EF4-FFF2-40B4-BE49-F238E27FC236}">
                    <a16:creationId xmlns:a16="http://schemas.microsoft.com/office/drawing/2014/main" id="{AE705163-B113-D768-533B-4A55A6008A8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90" name="Group 389">
            <a:extLst>
              <a:ext uri="{FF2B5EF4-FFF2-40B4-BE49-F238E27FC236}">
                <a16:creationId xmlns:a16="http://schemas.microsoft.com/office/drawing/2014/main" id="{FDFD1C72-B868-88F0-25A2-CAE7F56652E2}"/>
              </a:ext>
            </a:extLst>
          </p:cNvPr>
          <p:cNvGrpSpPr/>
          <p:nvPr/>
        </p:nvGrpSpPr>
        <p:grpSpPr>
          <a:xfrm>
            <a:off x="6100231" y="756192"/>
            <a:ext cx="871904" cy="748695"/>
            <a:chOff x="10243575" y="88412"/>
            <a:chExt cx="871904" cy="748695"/>
          </a:xfrm>
        </p:grpSpPr>
        <p:sp>
          <p:nvSpPr>
            <p:cNvPr id="391" name="Rectangle 390">
              <a:hlinkHover r:id="" action="ppaction://noaction" highlightClick="1"/>
              <a:extLst>
                <a:ext uri="{FF2B5EF4-FFF2-40B4-BE49-F238E27FC236}">
                  <a16:creationId xmlns:a16="http://schemas.microsoft.com/office/drawing/2014/main" id="{4F7F950A-F13D-A726-429F-42796607D877}"/>
                </a:ext>
              </a:extLst>
            </p:cNvPr>
            <p:cNvSpPr/>
            <p:nvPr/>
          </p:nvSpPr>
          <p:spPr>
            <a:xfrm>
              <a:off x="10243575" y="88412"/>
              <a:ext cx="871904" cy="748695"/>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392" name="Diamond 391">
              <a:extLst>
                <a:ext uri="{FF2B5EF4-FFF2-40B4-BE49-F238E27FC236}">
                  <a16:creationId xmlns:a16="http://schemas.microsoft.com/office/drawing/2014/main" id="{C597A110-23D9-2A24-E78E-8353F57BCD6D}"/>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3" name="Oval 392">
              <a:extLst>
                <a:ext uri="{FF2B5EF4-FFF2-40B4-BE49-F238E27FC236}">
                  <a16:creationId xmlns:a16="http://schemas.microsoft.com/office/drawing/2014/main" id="{C6F3BA1D-C6CD-7CA5-B8DA-091AD104E0AA}"/>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94" name="Group 393">
            <a:extLst>
              <a:ext uri="{FF2B5EF4-FFF2-40B4-BE49-F238E27FC236}">
                <a16:creationId xmlns:a16="http://schemas.microsoft.com/office/drawing/2014/main" id="{B74C71F9-3BDF-4D6E-5D39-99AC22A8BB73}"/>
              </a:ext>
            </a:extLst>
          </p:cNvPr>
          <p:cNvGrpSpPr/>
          <p:nvPr/>
        </p:nvGrpSpPr>
        <p:grpSpPr>
          <a:xfrm>
            <a:off x="7323166" y="1108469"/>
            <a:ext cx="871904" cy="748695"/>
            <a:chOff x="11226844" y="88412"/>
            <a:chExt cx="871904" cy="748695"/>
          </a:xfrm>
        </p:grpSpPr>
        <p:sp>
          <p:nvSpPr>
            <p:cNvPr id="395" name="Rectangle 394">
              <a:hlinkHover r:id="" action="ppaction://noaction" highlightClick="1"/>
              <a:extLst>
                <a:ext uri="{FF2B5EF4-FFF2-40B4-BE49-F238E27FC236}">
                  <a16:creationId xmlns:a16="http://schemas.microsoft.com/office/drawing/2014/main" id="{D4DB873E-74AA-2F83-DB59-83CE7979FA66}"/>
                </a:ext>
              </a:extLst>
            </p:cNvPr>
            <p:cNvSpPr/>
            <p:nvPr/>
          </p:nvSpPr>
          <p:spPr>
            <a:xfrm>
              <a:off x="11226844" y="88412"/>
              <a:ext cx="871904" cy="748695"/>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396" name="Oval 395">
              <a:extLst>
                <a:ext uri="{FF2B5EF4-FFF2-40B4-BE49-F238E27FC236}">
                  <a16:creationId xmlns:a16="http://schemas.microsoft.com/office/drawing/2014/main" id="{6345C998-7FFA-93E5-1000-ED5BADBD0F8A}"/>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7" name="Isosceles Triangle 648">
              <a:extLst>
                <a:ext uri="{FF2B5EF4-FFF2-40B4-BE49-F238E27FC236}">
                  <a16:creationId xmlns:a16="http://schemas.microsoft.com/office/drawing/2014/main" id="{EDE385D2-5A75-67ED-867A-DDB640A94E39}"/>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98" name="Group 397">
            <a:extLst>
              <a:ext uri="{FF2B5EF4-FFF2-40B4-BE49-F238E27FC236}">
                <a16:creationId xmlns:a16="http://schemas.microsoft.com/office/drawing/2014/main" id="{41A18152-EB74-3F05-EB35-9670FF35220F}"/>
              </a:ext>
            </a:extLst>
          </p:cNvPr>
          <p:cNvGrpSpPr/>
          <p:nvPr/>
        </p:nvGrpSpPr>
        <p:grpSpPr>
          <a:xfrm>
            <a:off x="8476793" y="4411978"/>
            <a:ext cx="871904" cy="748695"/>
            <a:chOff x="11226844" y="4191922"/>
            <a:chExt cx="871904" cy="748695"/>
          </a:xfrm>
        </p:grpSpPr>
        <p:sp>
          <p:nvSpPr>
            <p:cNvPr id="399" name="Rectangle 398">
              <a:hlinkHover r:id="" action="ppaction://noaction" highlightClick="1"/>
              <a:extLst>
                <a:ext uri="{FF2B5EF4-FFF2-40B4-BE49-F238E27FC236}">
                  <a16:creationId xmlns:a16="http://schemas.microsoft.com/office/drawing/2014/main" id="{FC58D918-AD90-3FC6-8A81-343EC85A6F10}"/>
                </a:ext>
              </a:extLst>
            </p:cNvPr>
            <p:cNvSpPr/>
            <p:nvPr/>
          </p:nvSpPr>
          <p:spPr>
            <a:xfrm>
              <a:off x="11226844" y="4191922"/>
              <a:ext cx="871904" cy="748695"/>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400" name="Oval 399">
              <a:extLst>
                <a:ext uri="{FF2B5EF4-FFF2-40B4-BE49-F238E27FC236}">
                  <a16:creationId xmlns:a16="http://schemas.microsoft.com/office/drawing/2014/main" id="{A1CAC615-5507-D661-01FB-F88F233582A3}"/>
                </a:ext>
              </a:extLst>
            </p:cNvPr>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1" name="Isosceles Triangle 648">
              <a:extLst>
                <a:ext uri="{FF2B5EF4-FFF2-40B4-BE49-F238E27FC236}">
                  <a16:creationId xmlns:a16="http://schemas.microsoft.com/office/drawing/2014/main" id="{2F4FCB9E-2820-091C-AE61-7C8CA01A96E9}"/>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02" name="Group 401">
            <a:extLst>
              <a:ext uri="{FF2B5EF4-FFF2-40B4-BE49-F238E27FC236}">
                <a16:creationId xmlns:a16="http://schemas.microsoft.com/office/drawing/2014/main" id="{765CB3ED-5323-5220-6B66-C27AE1B907A0}"/>
              </a:ext>
            </a:extLst>
          </p:cNvPr>
          <p:cNvGrpSpPr/>
          <p:nvPr/>
        </p:nvGrpSpPr>
        <p:grpSpPr>
          <a:xfrm>
            <a:off x="8643229" y="3322066"/>
            <a:ext cx="871904" cy="748695"/>
            <a:chOff x="11226844" y="5012622"/>
            <a:chExt cx="871904" cy="748695"/>
          </a:xfrm>
        </p:grpSpPr>
        <p:sp>
          <p:nvSpPr>
            <p:cNvPr id="403" name="Rectangle 402">
              <a:hlinkHover r:id="" action="ppaction://noaction" highlightClick="1"/>
              <a:extLst>
                <a:ext uri="{FF2B5EF4-FFF2-40B4-BE49-F238E27FC236}">
                  <a16:creationId xmlns:a16="http://schemas.microsoft.com/office/drawing/2014/main" id="{418606A1-C651-3CAF-7DF6-80020749DB39}"/>
                </a:ext>
              </a:extLst>
            </p:cNvPr>
            <p:cNvSpPr/>
            <p:nvPr/>
          </p:nvSpPr>
          <p:spPr>
            <a:xfrm>
              <a:off x="11226844" y="5012622"/>
              <a:ext cx="871904" cy="748695"/>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a:t>
              </a:r>
            </a:p>
          </p:txBody>
        </p:sp>
        <p:sp>
          <p:nvSpPr>
            <p:cNvPr id="404" name="Oval 403">
              <a:extLst>
                <a:ext uri="{FF2B5EF4-FFF2-40B4-BE49-F238E27FC236}">
                  <a16:creationId xmlns:a16="http://schemas.microsoft.com/office/drawing/2014/main" id="{38698BD4-DE8B-3A89-D45F-F1E6E4B71EA7}"/>
                </a:ext>
              </a:extLst>
            </p:cNvPr>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5" name="Isosceles Triangle 648">
              <a:extLst>
                <a:ext uri="{FF2B5EF4-FFF2-40B4-BE49-F238E27FC236}">
                  <a16:creationId xmlns:a16="http://schemas.microsoft.com/office/drawing/2014/main" id="{498D32D3-F3FC-CF04-B9B2-2E95DCBBD926}"/>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06" name="Group 405">
            <a:extLst>
              <a:ext uri="{FF2B5EF4-FFF2-40B4-BE49-F238E27FC236}">
                <a16:creationId xmlns:a16="http://schemas.microsoft.com/office/drawing/2014/main" id="{2D219405-538A-7CC0-994D-27B579BCFB54}"/>
              </a:ext>
            </a:extLst>
          </p:cNvPr>
          <p:cNvGrpSpPr/>
          <p:nvPr/>
        </p:nvGrpSpPr>
        <p:grpSpPr>
          <a:xfrm>
            <a:off x="8612024" y="2434526"/>
            <a:ext cx="871904" cy="748695"/>
            <a:chOff x="9244679" y="3370808"/>
            <a:chExt cx="871904" cy="748695"/>
          </a:xfrm>
        </p:grpSpPr>
        <p:sp>
          <p:nvSpPr>
            <p:cNvPr id="407" name="Rectangle 406">
              <a:extLst>
                <a:ext uri="{FF2B5EF4-FFF2-40B4-BE49-F238E27FC236}">
                  <a16:creationId xmlns:a16="http://schemas.microsoft.com/office/drawing/2014/main" id="{445BF8E8-EB9C-D5C4-D737-6C85C5C66496}"/>
                </a:ext>
              </a:extLst>
            </p:cNvPr>
            <p:cNvSpPr/>
            <p:nvPr/>
          </p:nvSpPr>
          <p:spPr>
            <a:xfrm>
              <a:off x="9244679" y="3370808"/>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408" name="Rectangle 407">
              <a:extLst>
                <a:ext uri="{FF2B5EF4-FFF2-40B4-BE49-F238E27FC236}">
                  <a16:creationId xmlns:a16="http://schemas.microsoft.com/office/drawing/2014/main" id="{2E702527-67A1-B483-D555-22557CBBF9B8}"/>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9" name="Oval 15">
              <a:extLst>
                <a:ext uri="{FF2B5EF4-FFF2-40B4-BE49-F238E27FC236}">
                  <a16:creationId xmlns:a16="http://schemas.microsoft.com/office/drawing/2014/main" id="{C8F3C4FB-D653-3CA3-0038-82B001CF134C}"/>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10" name="Straight Connector 409">
              <a:extLst>
                <a:ext uri="{FF2B5EF4-FFF2-40B4-BE49-F238E27FC236}">
                  <a16:creationId xmlns:a16="http://schemas.microsoft.com/office/drawing/2014/main" id="{5573C12A-6ABB-0600-2D03-7D3E7A4F55CF}"/>
                </a:ext>
              </a:extLst>
            </p:cNvPr>
            <p:cNvCxnSpPr>
              <a:cxnSpLocks/>
              <a:stCxn id="409"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11" name="Straight Connector 410">
              <a:extLst>
                <a:ext uri="{FF2B5EF4-FFF2-40B4-BE49-F238E27FC236}">
                  <a16:creationId xmlns:a16="http://schemas.microsoft.com/office/drawing/2014/main" id="{B8629D54-5085-1070-EC35-B0E58C944D2E}"/>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12" name="Group 411">
            <a:extLst>
              <a:ext uri="{FF2B5EF4-FFF2-40B4-BE49-F238E27FC236}">
                <a16:creationId xmlns:a16="http://schemas.microsoft.com/office/drawing/2014/main" id="{29B7DAA6-1E8A-7A63-488D-A2FFB8429AC1}"/>
              </a:ext>
            </a:extLst>
          </p:cNvPr>
          <p:cNvGrpSpPr/>
          <p:nvPr/>
        </p:nvGrpSpPr>
        <p:grpSpPr>
          <a:xfrm>
            <a:off x="8437316" y="774261"/>
            <a:ext cx="871904" cy="750682"/>
            <a:chOff x="2307084" y="3368821"/>
            <a:chExt cx="871904" cy="750682"/>
          </a:xfrm>
        </p:grpSpPr>
        <p:sp>
          <p:nvSpPr>
            <p:cNvPr id="413" name="Rectangle 412">
              <a:extLst>
                <a:ext uri="{FF2B5EF4-FFF2-40B4-BE49-F238E27FC236}">
                  <a16:creationId xmlns:a16="http://schemas.microsoft.com/office/drawing/2014/main" id="{3112D491-B817-AC47-C52D-2D9B70982C6D}"/>
                </a:ext>
              </a:extLst>
            </p:cNvPr>
            <p:cNvSpPr/>
            <p:nvPr/>
          </p:nvSpPr>
          <p:spPr>
            <a:xfrm>
              <a:off x="2307084" y="3370808"/>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414" name="Right Triangle 413">
              <a:extLst>
                <a:ext uri="{FF2B5EF4-FFF2-40B4-BE49-F238E27FC236}">
                  <a16:creationId xmlns:a16="http://schemas.microsoft.com/office/drawing/2014/main" id="{9D9065C7-4066-460A-F7D8-FF041F647726}"/>
                </a:ext>
              </a:extLst>
            </p:cNvPr>
            <p:cNvSpPr/>
            <p:nvPr/>
          </p:nvSpPr>
          <p:spPr>
            <a:xfrm rot="10800000">
              <a:off x="3031994" y="33688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15" name="Group 414">
              <a:extLst>
                <a:ext uri="{FF2B5EF4-FFF2-40B4-BE49-F238E27FC236}">
                  <a16:creationId xmlns:a16="http://schemas.microsoft.com/office/drawing/2014/main" id="{F7CEED43-1646-A1CA-1EC6-107B9793D989}"/>
                </a:ext>
              </a:extLst>
            </p:cNvPr>
            <p:cNvGrpSpPr/>
            <p:nvPr/>
          </p:nvGrpSpPr>
          <p:grpSpPr>
            <a:xfrm>
              <a:off x="3112321" y="3376304"/>
              <a:ext cx="45719" cy="75385"/>
              <a:chOff x="3883481" y="2057400"/>
              <a:chExt cx="1608363" cy="2652031"/>
            </a:xfrm>
            <a:solidFill>
              <a:srgbClr val="A6A6A6"/>
            </a:solidFill>
          </p:grpSpPr>
          <p:sp>
            <p:nvSpPr>
              <p:cNvPr id="416" name="Oval 27">
                <a:extLst>
                  <a:ext uri="{FF2B5EF4-FFF2-40B4-BE49-F238E27FC236}">
                    <a16:creationId xmlns:a16="http://schemas.microsoft.com/office/drawing/2014/main" id="{F4D7C615-DBA8-50C3-9C2F-9D632BCAD22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7" name="Oval 28">
                <a:extLst>
                  <a:ext uri="{FF2B5EF4-FFF2-40B4-BE49-F238E27FC236}">
                    <a16:creationId xmlns:a16="http://schemas.microsoft.com/office/drawing/2014/main" id="{6351C063-46B4-20FB-6C6A-D021F95728E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18" name="Group 417">
            <a:extLst>
              <a:ext uri="{FF2B5EF4-FFF2-40B4-BE49-F238E27FC236}">
                <a16:creationId xmlns:a16="http://schemas.microsoft.com/office/drawing/2014/main" id="{FAB9618F-9287-137C-9CA1-41078FC4A7FE}"/>
              </a:ext>
            </a:extLst>
          </p:cNvPr>
          <p:cNvGrpSpPr/>
          <p:nvPr/>
        </p:nvGrpSpPr>
        <p:grpSpPr>
          <a:xfrm>
            <a:off x="9746556" y="1603501"/>
            <a:ext cx="871904" cy="750682"/>
            <a:chOff x="3298169" y="3368821"/>
            <a:chExt cx="871904" cy="750682"/>
          </a:xfrm>
        </p:grpSpPr>
        <p:sp>
          <p:nvSpPr>
            <p:cNvPr id="419" name="Rectangle 418">
              <a:extLst>
                <a:ext uri="{FF2B5EF4-FFF2-40B4-BE49-F238E27FC236}">
                  <a16:creationId xmlns:a16="http://schemas.microsoft.com/office/drawing/2014/main" id="{5D5970FC-D39E-554A-7647-C1403F7A2D77}"/>
                </a:ext>
              </a:extLst>
            </p:cNvPr>
            <p:cNvSpPr/>
            <p:nvPr/>
          </p:nvSpPr>
          <p:spPr>
            <a:xfrm>
              <a:off x="3298169" y="3370808"/>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420" name="Right Triangle 419">
              <a:extLst>
                <a:ext uri="{FF2B5EF4-FFF2-40B4-BE49-F238E27FC236}">
                  <a16:creationId xmlns:a16="http://schemas.microsoft.com/office/drawing/2014/main" id="{BC36DF89-5EA1-62BB-4C2A-9A98CA0CC13A}"/>
                </a:ext>
              </a:extLst>
            </p:cNvPr>
            <p:cNvSpPr/>
            <p:nvPr/>
          </p:nvSpPr>
          <p:spPr>
            <a:xfrm rot="10800000">
              <a:off x="4022248" y="33688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21" name="Group 420">
              <a:extLst>
                <a:ext uri="{FF2B5EF4-FFF2-40B4-BE49-F238E27FC236}">
                  <a16:creationId xmlns:a16="http://schemas.microsoft.com/office/drawing/2014/main" id="{24FACF28-3561-BF06-46A8-22E23A6C2394}"/>
                </a:ext>
              </a:extLst>
            </p:cNvPr>
            <p:cNvGrpSpPr/>
            <p:nvPr/>
          </p:nvGrpSpPr>
          <p:grpSpPr>
            <a:xfrm>
              <a:off x="4102575" y="3376304"/>
              <a:ext cx="45719" cy="75385"/>
              <a:chOff x="3883481" y="2057400"/>
              <a:chExt cx="1608363" cy="2652031"/>
            </a:xfrm>
            <a:solidFill>
              <a:srgbClr val="A6A6A6"/>
            </a:solidFill>
          </p:grpSpPr>
          <p:sp>
            <p:nvSpPr>
              <p:cNvPr id="422" name="Oval 27">
                <a:extLst>
                  <a:ext uri="{FF2B5EF4-FFF2-40B4-BE49-F238E27FC236}">
                    <a16:creationId xmlns:a16="http://schemas.microsoft.com/office/drawing/2014/main" id="{5FF49FCF-1938-3E72-9A82-780CCB1B474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3" name="Oval 28">
                <a:extLst>
                  <a:ext uri="{FF2B5EF4-FFF2-40B4-BE49-F238E27FC236}">
                    <a16:creationId xmlns:a16="http://schemas.microsoft.com/office/drawing/2014/main" id="{EBD538EF-5904-F25C-AEFD-C1489EA1778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24" name="Group 423">
            <a:extLst>
              <a:ext uri="{FF2B5EF4-FFF2-40B4-BE49-F238E27FC236}">
                <a16:creationId xmlns:a16="http://schemas.microsoft.com/office/drawing/2014/main" id="{DB141E14-0597-8A7A-6815-EB25B8277C8E}"/>
              </a:ext>
            </a:extLst>
          </p:cNvPr>
          <p:cNvGrpSpPr/>
          <p:nvPr/>
        </p:nvGrpSpPr>
        <p:grpSpPr>
          <a:xfrm>
            <a:off x="4546757" y="4351675"/>
            <a:ext cx="871904" cy="748695"/>
            <a:chOff x="10240105" y="2560818"/>
            <a:chExt cx="871904" cy="748695"/>
          </a:xfrm>
        </p:grpSpPr>
        <p:sp>
          <p:nvSpPr>
            <p:cNvPr id="425" name="Rectangle 424">
              <a:extLst>
                <a:ext uri="{FF2B5EF4-FFF2-40B4-BE49-F238E27FC236}">
                  <a16:creationId xmlns:a16="http://schemas.microsoft.com/office/drawing/2014/main" id="{042D8510-BE76-37F1-C71C-A9084E611C5A}"/>
                </a:ext>
              </a:extLst>
            </p:cNvPr>
            <p:cNvSpPr/>
            <p:nvPr/>
          </p:nvSpPr>
          <p:spPr>
            <a:xfrm>
              <a:off x="10240105" y="2560818"/>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426" name="Right Triangle 425">
              <a:extLst>
                <a:ext uri="{FF2B5EF4-FFF2-40B4-BE49-F238E27FC236}">
                  <a16:creationId xmlns:a16="http://schemas.microsoft.com/office/drawing/2014/main" id="{18A79351-1422-3813-483E-ABF7AA73117B}"/>
                </a:ext>
              </a:extLst>
            </p:cNvPr>
            <p:cNvSpPr/>
            <p:nvPr/>
          </p:nvSpPr>
          <p:spPr>
            <a:xfrm rot="10800000">
              <a:off x="10962978" y="25647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7" name="Oval 27">
              <a:extLst>
                <a:ext uri="{FF2B5EF4-FFF2-40B4-BE49-F238E27FC236}">
                  <a16:creationId xmlns:a16="http://schemas.microsoft.com/office/drawing/2014/main" id="{3CA0062E-85C5-8F8D-A1A8-1C61E4126C92}"/>
                </a:ext>
              </a:extLst>
            </p:cNvPr>
            <p:cNvSpPr/>
            <p:nvPr/>
          </p:nvSpPr>
          <p:spPr>
            <a:xfrm>
              <a:off x="11046167" y="2572272"/>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8" name="Oval 28">
              <a:extLst>
                <a:ext uri="{FF2B5EF4-FFF2-40B4-BE49-F238E27FC236}">
                  <a16:creationId xmlns:a16="http://schemas.microsoft.com/office/drawing/2014/main" id="{39F3A4A6-2206-B741-0B86-5B9027805AB2}"/>
                </a:ext>
              </a:extLst>
            </p:cNvPr>
            <p:cNvSpPr/>
            <p:nvPr/>
          </p:nvSpPr>
          <p:spPr>
            <a:xfrm>
              <a:off x="11043305" y="2605986"/>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29" name="Group 428">
            <a:extLst>
              <a:ext uri="{FF2B5EF4-FFF2-40B4-BE49-F238E27FC236}">
                <a16:creationId xmlns:a16="http://schemas.microsoft.com/office/drawing/2014/main" id="{8FF3D022-D640-9D7C-DC74-66EF745648DB}"/>
              </a:ext>
            </a:extLst>
          </p:cNvPr>
          <p:cNvGrpSpPr/>
          <p:nvPr/>
        </p:nvGrpSpPr>
        <p:grpSpPr>
          <a:xfrm>
            <a:off x="9671791" y="3830127"/>
            <a:ext cx="871904" cy="748696"/>
            <a:chOff x="9244679" y="2560817"/>
            <a:chExt cx="871904" cy="748696"/>
          </a:xfrm>
        </p:grpSpPr>
        <p:sp>
          <p:nvSpPr>
            <p:cNvPr id="430" name="Rectangle 429">
              <a:extLst>
                <a:ext uri="{FF2B5EF4-FFF2-40B4-BE49-F238E27FC236}">
                  <a16:creationId xmlns:a16="http://schemas.microsoft.com/office/drawing/2014/main" id="{F2FE25A9-1809-D1B7-FEA4-5742A8475458}"/>
                </a:ext>
              </a:extLst>
            </p:cNvPr>
            <p:cNvSpPr/>
            <p:nvPr/>
          </p:nvSpPr>
          <p:spPr>
            <a:xfrm>
              <a:off x="9244679" y="2560818"/>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431" name="Right Triangle 430">
              <a:extLst>
                <a:ext uri="{FF2B5EF4-FFF2-40B4-BE49-F238E27FC236}">
                  <a16:creationId xmlns:a16="http://schemas.microsoft.com/office/drawing/2014/main" id="{7A287FDD-EC63-018E-81EF-70D24921C86A}"/>
                </a:ext>
              </a:extLst>
            </p:cNvPr>
            <p:cNvSpPr/>
            <p:nvPr/>
          </p:nvSpPr>
          <p:spPr>
            <a:xfrm rot="10800000">
              <a:off x="9970339" y="25608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2" name="Oval 27">
              <a:extLst>
                <a:ext uri="{FF2B5EF4-FFF2-40B4-BE49-F238E27FC236}">
                  <a16:creationId xmlns:a16="http://schemas.microsoft.com/office/drawing/2014/main" id="{81E775A7-7B09-937D-3971-804CB40C4CAA}"/>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3" name="Oval 28">
              <a:extLst>
                <a:ext uri="{FF2B5EF4-FFF2-40B4-BE49-F238E27FC236}">
                  <a16:creationId xmlns:a16="http://schemas.microsoft.com/office/drawing/2014/main" id="{0729AE77-5883-D9CA-790B-AD2CD42A79DE}"/>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34" name="Group 433">
            <a:extLst>
              <a:ext uri="{FF2B5EF4-FFF2-40B4-BE49-F238E27FC236}">
                <a16:creationId xmlns:a16="http://schemas.microsoft.com/office/drawing/2014/main" id="{3B35C175-54DC-AE3C-3E8E-72E2FFBEF362}"/>
              </a:ext>
            </a:extLst>
          </p:cNvPr>
          <p:cNvGrpSpPr/>
          <p:nvPr/>
        </p:nvGrpSpPr>
        <p:grpSpPr>
          <a:xfrm>
            <a:off x="3131627" y="1215492"/>
            <a:ext cx="871904" cy="748695"/>
            <a:chOff x="4289254" y="909114"/>
            <a:chExt cx="871904" cy="748695"/>
          </a:xfrm>
        </p:grpSpPr>
        <p:sp>
          <p:nvSpPr>
            <p:cNvPr id="435" name="Rectangle 434">
              <a:extLst>
                <a:ext uri="{FF2B5EF4-FFF2-40B4-BE49-F238E27FC236}">
                  <a16:creationId xmlns:a16="http://schemas.microsoft.com/office/drawing/2014/main" id="{96136AB7-8634-CC88-3BD8-A29AC08863BE}"/>
                </a:ext>
              </a:extLst>
            </p:cNvPr>
            <p:cNvSpPr/>
            <p:nvPr/>
          </p:nvSpPr>
          <p:spPr>
            <a:xfrm>
              <a:off x="4289254" y="909114"/>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436" name="Rectangle 435">
              <a:extLst>
                <a:ext uri="{FF2B5EF4-FFF2-40B4-BE49-F238E27FC236}">
                  <a16:creationId xmlns:a16="http://schemas.microsoft.com/office/drawing/2014/main" id="{0E2D41B3-9CB8-BF18-C948-AA1F5C21B04E}"/>
                </a:ext>
              </a:extLst>
            </p:cNvPr>
            <p:cNvSpPr/>
            <p:nvPr/>
          </p:nvSpPr>
          <p:spPr>
            <a:xfrm flipV="1">
              <a:off x="5036005"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7" name="Oval 15">
              <a:extLst>
                <a:ext uri="{FF2B5EF4-FFF2-40B4-BE49-F238E27FC236}">
                  <a16:creationId xmlns:a16="http://schemas.microsoft.com/office/drawing/2014/main" id="{45AD34F6-2A36-3832-7EE6-17FCDCDB6B84}"/>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38" name="Straight Connector 437">
              <a:extLst>
                <a:ext uri="{FF2B5EF4-FFF2-40B4-BE49-F238E27FC236}">
                  <a16:creationId xmlns:a16="http://schemas.microsoft.com/office/drawing/2014/main" id="{DC02B7F2-E2EB-7DA0-67B0-2FF36518CD1D}"/>
                </a:ext>
              </a:extLst>
            </p:cNvPr>
            <p:cNvCxnSpPr>
              <a:cxnSpLocks/>
              <a:stCxn id="437" idx="0"/>
            </p:cNvCxnSpPr>
            <p:nvPr/>
          </p:nvCxnSpPr>
          <p:spPr>
            <a:xfrm flipV="1">
              <a:off x="5076004"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39" name="Straight Connector 438">
              <a:extLst>
                <a:ext uri="{FF2B5EF4-FFF2-40B4-BE49-F238E27FC236}">
                  <a16:creationId xmlns:a16="http://schemas.microsoft.com/office/drawing/2014/main" id="{818A5A48-D003-AE46-EB25-BC4E15E72E7C}"/>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40" name="Group 439">
            <a:extLst>
              <a:ext uri="{FF2B5EF4-FFF2-40B4-BE49-F238E27FC236}">
                <a16:creationId xmlns:a16="http://schemas.microsoft.com/office/drawing/2014/main" id="{C608A779-A588-9476-914F-851068FB9A8D}"/>
              </a:ext>
            </a:extLst>
          </p:cNvPr>
          <p:cNvGrpSpPr/>
          <p:nvPr/>
        </p:nvGrpSpPr>
        <p:grpSpPr>
          <a:xfrm>
            <a:off x="1839172" y="1178367"/>
            <a:ext cx="871904" cy="748695"/>
            <a:chOff x="5280339" y="909114"/>
            <a:chExt cx="871904" cy="748695"/>
          </a:xfrm>
        </p:grpSpPr>
        <p:sp>
          <p:nvSpPr>
            <p:cNvPr id="441" name="Rectangle 440">
              <a:extLst>
                <a:ext uri="{FF2B5EF4-FFF2-40B4-BE49-F238E27FC236}">
                  <a16:creationId xmlns:a16="http://schemas.microsoft.com/office/drawing/2014/main" id="{E68F5802-BF75-9AB4-FFC1-453107BC17AF}"/>
                </a:ext>
              </a:extLst>
            </p:cNvPr>
            <p:cNvSpPr/>
            <p:nvPr/>
          </p:nvSpPr>
          <p:spPr>
            <a:xfrm>
              <a:off x="5280339" y="909114"/>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442" name="Rectangle 441">
              <a:extLst>
                <a:ext uri="{FF2B5EF4-FFF2-40B4-BE49-F238E27FC236}">
                  <a16:creationId xmlns:a16="http://schemas.microsoft.com/office/drawing/2014/main" id="{D5A2650C-4D05-4A83-0D9B-E023E23685AE}"/>
                </a:ext>
              </a:extLst>
            </p:cNvPr>
            <p:cNvSpPr/>
            <p:nvPr/>
          </p:nvSpPr>
          <p:spPr>
            <a:xfrm flipV="1">
              <a:off x="6024997"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3" name="Oval 15">
              <a:extLst>
                <a:ext uri="{FF2B5EF4-FFF2-40B4-BE49-F238E27FC236}">
                  <a16:creationId xmlns:a16="http://schemas.microsoft.com/office/drawing/2014/main" id="{99CC16D2-B6DC-B6B2-F3A7-582D9FFAADDF}"/>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44" name="Straight Connector 443">
              <a:extLst>
                <a:ext uri="{FF2B5EF4-FFF2-40B4-BE49-F238E27FC236}">
                  <a16:creationId xmlns:a16="http://schemas.microsoft.com/office/drawing/2014/main" id="{4886508E-A414-F1BB-FEB3-C83FA15CB917}"/>
                </a:ext>
              </a:extLst>
            </p:cNvPr>
            <p:cNvCxnSpPr>
              <a:cxnSpLocks/>
              <a:stCxn id="443" idx="0"/>
            </p:cNvCxnSpPr>
            <p:nvPr/>
          </p:nvCxnSpPr>
          <p:spPr>
            <a:xfrm flipV="1">
              <a:off x="6064996"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45" name="Straight Connector 444">
              <a:extLst>
                <a:ext uri="{FF2B5EF4-FFF2-40B4-BE49-F238E27FC236}">
                  <a16:creationId xmlns:a16="http://schemas.microsoft.com/office/drawing/2014/main" id="{6A298E26-8DFD-8AB5-FF5B-206B56BD2E46}"/>
                </a:ext>
              </a:extLst>
            </p:cNvPr>
            <p:cNvCxnSpPr>
              <a:cxnSpLocks/>
            </p:cNvCxnSpPr>
            <p:nvPr/>
          </p:nvCxnSpPr>
          <p:spPr>
            <a:xfrm>
              <a:off x="6071910"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7A9C2CAF-F3E1-204B-67F8-C9C9A2BDA273}"/>
              </a:ext>
            </a:extLst>
          </p:cNvPr>
          <p:cNvGrpSpPr/>
          <p:nvPr/>
        </p:nvGrpSpPr>
        <p:grpSpPr>
          <a:xfrm>
            <a:off x="415474" y="253008"/>
            <a:ext cx="871904" cy="748695"/>
            <a:chOff x="7262509" y="1729816"/>
            <a:chExt cx="871904" cy="748695"/>
          </a:xfrm>
        </p:grpSpPr>
        <p:sp>
          <p:nvSpPr>
            <p:cNvPr id="447" name="Rectangle 446">
              <a:extLst>
                <a:ext uri="{FF2B5EF4-FFF2-40B4-BE49-F238E27FC236}">
                  <a16:creationId xmlns:a16="http://schemas.microsoft.com/office/drawing/2014/main" id="{99A01CC0-602D-DF28-4DE2-3D8F35299080}"/>
                </a:ext>
              </a:extLst>
            </p:cNvPr>
            <p:cNvSpPr/>
            <p:nvPr/>
          </p:nvSpPr>
          <p:spPr>
            <a:xfrm>
              <a:off x="7262509" y="1729816"/>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448" name="Rectangle 447">
              <a:extLst>
                <a:ext uri="{FF2B5EF4-FFF2-40B4-BE49-F238E27FC236}">
                  <a16:creationId xmlns:a16="http://schemas.microsoft.com/office/drawing/2014/main" id="{D0644189-1332-B8F8-9BAA-87A0013EC53D}"/>
                </a:ext>
              </a:extLst>
            </p:cNvPr>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9" name="Oval 15">
              <a:extLst>
                <a:ext uri="{FF2B5EF4-FFF2-40B4-BE49-F238E27FC236}">
                  <a16:creationId xmlns:a16="http://schemas.microsoft.com/office/drawing/2014/main" id="{D301B49E-1C6A-CBEB-8E7B-84D18C3BD59C}"/>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50" name="Straight Connector 449">
              <a:extLst>
                <a:ext uri="{FF2B5EF4-FFF2-40B4-BE49-F238E27FC236}">
                  <a16:creationId xmlns:a16="http://schemas.microsoft.com/office/drawing/2014/main" id="{8D4D55E2-8CC3-E110-7448-21796928E49D}"/>
                </a:ext>
              </a:extLst>
            </p:cNvPr>
            <p:cNvCxnSpPr>
              <a:cxnSpLocks/>
              <a:stCxn id="449"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grpSp>
      <p:grpSp>
        <p:nvGrpSpPr>
          <p:cNvPr id="451" name="Group 450">
            <a:extLst>
              <a:ext uri="{FF2B5EF4-FFF2-40B4-BE49-F238E27FC236}">
                <a16:creationId xmlns:a16="http://schemas.microsoft.com/office/drawing/2014/main" id="{AD5127F7-29A6-143E-BAAA-451DF24FF52F}"/>
              </a:ext>
            </a:extLst>
          </p:cNvPr>
          <p:cNvGrpSpPr/>
          <p:nvPr/>
        </p:nvGrpSpPr>
        <p:grpSpPr>
          <a:xfrm>
            <a:off x="792585" y="1295618"/>
            <a:ext cx="871904" cy="748695"/>
            <a:chOff x="10235764" y="909114"/>
            <a:chExt cx="871904" cy="748695"/>
          </a:xfrm>
        </p:grpSpPr>
        <p:sp>
          <p:nvSpPr>
            <p:cNvPr id="452" name="Rectangle 451">
              <a:hlinkHover r:id="" action="ppaction://noaction" highlightClick="1"/>
              <a:extLst>
                <a:ext uri="{FF2B5EF4-FFF2-40B4-BE49-F238E27FC236}">
                  <a16:creationId xmlns:a16="http://schemas.microsoft.com/office/drawing/2014/main" id="{8AEF5AEB-EE7D-1F90-457D-2A4CF056A174}"/>
                </a:ext>
              </a:extLst>
            </p:cNvPr>
            <p:cNvSpPr/>
            <p:nvPr/>
          </p:nvSpPr>
          <p:spPr>
            <a:xfrm>
              <a:off x="10235764" y="909114"/>
              <a:ext cx="871904" cy="748695"/>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453" name="Diamond 452">
              <a:extLst>
                <a:ext uri="{FF2B5EF4-FFF2-40B4-BE49-F238E27FC236}">
                  <a16:creationId xmlns:a16="http://schemas.microsoft.com/office/drawing/2014/main" id="{94BF9406-9CB5-2602-4BB2-A7BDD6510FC0}"/>
                </a:ext>
              </a:extLst>
            </p:cNvPr>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4" name="Oval 453">
              <a:extLst>
                <a:ext uri="{FF2B5EF4-FFF2-40B4-BE49-F238E27FC236}">
                  <a16:creationId xmlns:a16="http://schemas.microsoft.com/office/drawing/2014/main" id="{4776E7A7-0DEC-ED0F-8035-37BD27A61A82}"/>
                </a:ext>
              </a:extLst>
            </p:cNvPr>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cxnSp>
        <p:nvCxnSpPr>
          <p:cNvPr id="456" name="Straight Arrow Connector 455">
            <a:extLst>
              <a:ext uri="{FF2B5EF4-FFF2-40B4-BE49-F238E27FC236}">
                <a16:creationId xmlns:a16="http://schemas.microsoft.com/office/drawing/2014/main" id="{B6377438-F142-5368-3F88-216306030594}"/>
              </a:ext>
            </a:extLst>
          </p:cNvPr>
          <p:cNvCxnSpPr>
            <a:cxnSpLocks/>
            <a:stCxn id="325" idx="3"/>
            <a:endCxn id="307" idx="1"/>
          </p:cNvCxnSpPr>
          <p:nvPr/>
        </p:nvCxnSpPr>
        <p:spPr>
          <a:xfrm>
            <a:off x="3806828" y="2993463"/>
            <a:ext cx="91562" cy="714538"/>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57" name="Straight Arrow Connector 456">
            <a:extLst>
              <a:ext uri="{FF2B5EF4-FFF2-40B4-BE49-F238E27FC236}">
                <a16:creationId xmlns:a16="http://schemas.microsoft.com/office/drawing/2014/main" id="{B73670F8-FEBF-7FF1-B18B-2C0C6F0CD8A5}"/>
              </a:ext>
            </a:extLst>
          </p:cNvPr>
          <p:cNvCxnSpPr>
            <a:cxnSpLocks/>
            <a:stCxn id="325" idx="1"/>
            <a:endCxn id="345" idx="3"/>
          </p:cNvCxnSpPr>
          <p:nvPr/>
        </p:nvCxnSpPr>
        <p:spPr>
          <a:xfrm flipH="1" flipV="1">
            <a:off x="2456977" y="2585076"/>
            <a:ext cx="477947" cy="408387"/>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58" name="Straight Arrow Connector 457">
            <a:extLst>
              <a:ext uri="{FF2B5EF4-FFF2-40B4-BE49-F238E27FC236}">
                <a16:creationId xmlns:a16="http://schemas.microsoft.com/office/drawing/2014/main" id="{F5CC5F49-D02C-FC3F-1971-37E7E96E17EE}"/>
              </a:ext>
            </a:extLst>
          </p:cNvPr>
          <p:cNvCxnSpPr>
            <a:cxnSpLocks/>
            <a:stCxn id="337" idx="3"/>
            <a:endCxn id="345" idx="1"/>
          </p:cNvCxnSpPr>
          <p:nvPr/>
        </p:nvCxnSpPr>
        <p:spPr>
          <a:xfrm flipV="1">
            <a:off x="1203554" y="2585076"/>
            <a:ext cx="381519" cy="461635"/>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59" name="Straight Arrow Connector 458">
            <a:extLst>
              <a:ext uri="{FF2B5EF4-FFF2-40B4-BE49-F238E27FC236}">
                <a16:creationId xmlns:a16="http://schemas.microsoft.com/office/drawing/2014/main" id="{331AD4D0-82CA-E9E9-C6CD-C2D3E6B26DB3}"/>
              </a:ext>
            </a:extLst>
          </p:cNvPr>
          <p:cNvCxnSpPr>
            <a:cxnSpLocks/>
            <a:stCxn id="337" idx="3"/>
            <a:endCxn id="325" idx="1"/>
          </p:cNvCxnSpPr>
          <p:nvPr/>
        </p:nvCxnSpPr>
        <p:spPr>
          <a:xfrm flipV="1">
            <a:off x="1203554" y="2993463"/>
            <a:ext cx="1731370" cy="53248"/>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60" name="Straight Arrow Connector 459">
            <a:extLst>
              <a:ext uri="{FF2B5EF4-FFF2-40B4-BE49-F238E27FC236}">
                <a16:creationId xmlns:a16="http://schemas.microsoft.com/office/drawing/2014/main" id="{8A3103C1-8773-D308-3F85-3434158D848D}"/>
              </a:ext>
            </a:extLst>
          </p:cNvPr>
          <p:cNvCxnSpPr>
            <a:cxnSpLocks/>
            <a:stCxn id="325" idx="0"/>
            <a:endCxn id="8" idx="2"/>
          </p:cNvCxnSpPr>
          <p:nvPr/>
        </p:nvCxnSpPr>
        <p:spPr>
          <a:xfrm flipH="1" flipV="1">
            <a:off x="3054415" y="833032"/>
            <a:ext cx="316461" cy="1786083"/>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61" name="Straight Arrow Connector 460">
            <a:extLst>
              <a:ext uri="{FF2B5EF4-FFF2-40B4-BE49-F238E27FC236}">
                <a16:creationId xmlns:a16="http://schemas.microsoft.com/office/drawing/2014/main" id="{CEF80BAD-BE3F-44AB-DB9B-E2D8056E6E53}"/>
              </a:ext>
            </a:extLst>
          </p:cNvPr>
          <p:cNvCxnSpPr>
            <a:cxnSpLocks/>
            <a:stCxn id="325" idx="0"/>
            <a:endCxn id="283" idx="3"/>
          </p:cNvCxnSpPr>
          <p:nvPr/>
        </p:nvCxnSpPr>
        <p:spPr>
          <a:xfrm flipH="1" flipV="1">
            <a:off x="2432374" y="498969"/>
            <a:ext cx="938502" cy="2120146"/>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62" name="Straight Arrow Connector 461">
            <a:extLst>
              <a:ext uri="{FF2B5EF4-FFF2-40B4-BE49-F238E27FC236}">
                <a16:creationId xmlns:a16="http://schemas.microsoft.com/office/drawing/2014/main" id="{6C5A51A0-F660-E2A6-7EA5-F957D61DCCFF}"/>
              </a:ext>
            </a:extLst>
          </p:cNvPr>
          <p:cNvCxnSpPr>
            <a:cxnSpLocks/>
            <a:stCxn id="441" idx="0"/>
            <a:endCxn id="283" idx="2"/>
          </p:cNvCxnSpPr>
          <p:nvPr/>
        </p:nvCxnSpPr>
        <p:spPr>
          <a:xfrm flipH="1" flipV="1">
            <a:off x="1996422" y="873316"/>
            <a:ext cx="278702" cy="305051"/>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63" name="Straight Arrow Connector 462">
            <a:extLst>
              <a:ext uri="{FF2B5EF4-FFF2-40B4-BE49-F238E27FC236}">
                <a16:creationId xmlns:a16="http://schemas.microsoft.com/office/drawing/2014/main" id="{F88473C7-519C-E48B-6D65-2F44BA2BD8DE}"/>
              </a:ext>
            </a:extLst>
          </p:cNvPr>
          <p:cNvCxnSpPr>
            <a:cxnSpLocks/>
            <a:stCxn id="441" idx="0"/>
            <a:endCxn id="8" idx="2"/>
          </p:cNvCxnSpPr>
          <p:nvPr/>
        </p:nvCxnSpPr>
        <p:spPr>
          <a:xfrm flipV="1">
            <a:off x="2275124" y="833032"/>
            <a:ext cx="779291" cy="345335"/>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64" name="Straight Arrow Connector 463">
            <a:extLst>
              <a:ext uri="{FF2B5EF4-FFF2-40B4-BE49-F238E27FC236}">
                <a16:creationId xmlns:a16="http://schemas.microsoft.com/office/drawing/2014/main" id="{987978FE-71F5-826D-DDD1-BC6DC778676B}"/>
              </a:ext>
            </a:extLst>
          </p:cNvPr>
          <p:cNvCxnSpPr>
            <a:cxnSpLocks/>
            <a:endCxn id="435" idx="2"/>
          </p:cNvCxnSpPr>
          <p:nvPr/>
        </p:nvCxnSpPr>
        <p:spPr>
          <a:xfrm flipV="1">
            <a:off x="3447882" y="1964187"/>
            <a:ext cx="119697" cy="673750"/>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65" name="Straight Arrow Connector 464">
            <a:extLst>
              <a:ext uri="{FF2B5EF4-FFF2-40B4-BE49-F238E27FC236}">
                <a16:creationId xmlns:a16="http://schemas.microsoft.com/office/drawing/2014/main" id="{6F064A04-FE0D-FF6A-5007-7ACC4E98FC39}"/>
              </a:ext>
            </a:extLst>
          </p:cNvPr>
          <p:cNvCxnSpPr>
            <a:cxnSpLocks/>
            <a:stCxn id="435" idx="0"/>
            <a:endCxn id="8" idx="2"/>
          </p:cNvCxnSpPr>
          <p:nvPr/>
        </p:nvCxnSpPr>
        <p:spPr>
          <a:xfrm flipH="1" flipV="1">
            <a:off x="3054415" y="833032"/>
            <a:ext cx="513164" cy="382460"/>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66" name="Straight Arrow Connector 465">
            <a:extLst>
              <a:ext uri="{FF2B5EF4-FFF2-40B4-BE49-F238E27FC236}">
                <a16:creationId xmlns:a16="http://schemas.microsoft.com/office/drawing/2014/main" id="{FFBE500E-B9AA-3155-2AC3-695683828B1E}"/>
              </a:ext>
            </a:extLst>
          </p:cNvPr>
          <p:cNvCxnSpPr>
            <a:cxnSpLocks/>
            <a:stCxn id="435" idx="0"/>
            <a:endCxn id="283" idx="2"/>
          </p:cNvCxnSpPr>
          <p:nvPr/>
        </p:nvCxnSpPr>
        <p:spPr>
          <a:xfrm flipH="1" flipV="1">
            <a:off x="1996422" y="873316"/>
            <a:ext cx="1571157" cy="342176"/>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67" name="Straight Arrow Connector 466">
            <a:extLst>
              <a:ext uri="{FF2B5EF4-FFF2-40B4-BE49-F238E27FC236}">
                <a16:creationId xmlns:a16="http://schemas.microsoft.com/office/drawing/2014/main" id="{7C13E6FC-3D01-FD88-6D11-04ED39773700}"/>
              </a:ext>
            </a:extLst>
          </p:cNvPr>
          <p:cNvCxnSpPr>
            <a:cxnSpLocks/>
            <a:stCxn id="337" idx="0"/>
            <a:endCxn id="447" idx="2"/>
          </p:cNvCxnSpPr>
          <p:nvPr/>
        </p:nvCxnSpPr>
        <p:spPr>
          <a:xfrm flipV="1">
            <a:off x="767602" y="1001703"/>
            <a:ext cx="83824" cy="1670660"/>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68" name="Straight Arrow Connector 467">
            <a:extLst>
              <a:ext uri="{FF2B5EF4-FFF2-40B4-BE49-F238E27FC236}">
                <a16:creationId xmlns:a16="http://schemas.microsoft.com/office/drawing/2014/main" id="{1FA0E6D8-28EC-9C2E-DACE-A0762728411B}"/>
              </a:ext>
            </a:extLst>
          </p:cNvPr>
          <p:cNvCxnSpPr>
            <a:cxnSpLocks/>
            <a:stCxn id="345" idx="0"/>
            <a:endCxn id="447" idx="2"/>
          </p:cNvCxnSpPr>
          <p:nvPr/>
        </p:nvCxnSpPr>
        <p:spPr>
          <a:xfrm flipH="1" flipV="1">
            <a:off x="851426" y="1001703"/>
            <a:ext cx="1169599" cy="1209025"/>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69" name="Straight Arrow Connector 468">
            <a:extLst>
              <a:ext uri="{FF2B5EF4-FFF2-40B4-BE49-F238E27FC236}">
                <a16:creationId xmlns:a16="http://schemas.microsoft.com/office/drawing/2014/main" id="{ADFC7B0C-FF20-698C-F555-66FE6843713C}"/>
              </a:ext>
            </a:extLst>
          </p:cNvPr>
          <p:cNvCxnSpPr>
            <a:cxnSpLocks/>
            <a:stCxn id="319" idx="0"/>
            <a:endCxn id="447" idx="2"/>
          </p:cNvCxnSpPr>
          <p:nvPr/>
        </p:nvCxnSpPr>
        <p:spPr>
          <a:xfrm flipH="1" flipV="1">
            <a:off x="851426" y="1001703"/>
            <a:ext cx="392394" cy="2709311"/>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70" name="Straight Arrow Connector 469">
            <a:extLst>
              <a:ext uri="{FF2B5EF4-FFF2-40B4-BE49-F238E27FC236}">
                <a16:creationId xmlns:a16="http://schemas.microsoft.com/office/drawing/2014/main" id="{8831E0EE-BCD9-380A-1572-4CC2977524F2}"/>
              </a:ext>
            </a:extLst>
          </p:cNvPr>
          <p:cNvCxnSpPr>
            <a:cxnSpLocks/>
            <a:stCxn id="330" idx="3"/>
            <a:endCxn id="325" idx="2"/>
          </p:cNvCxnSpPr>
          <p:nvPr/>
        </p:nvCxnSpPr>
        <p:spPr>
          <a:xfrm flipV="1">
            <a:off x="2747100" y="3367810"/>
            <a:ext cx="623776" cy="316258"/>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71" name="Straight Arrow Connector 470">
            <a:extLst>
              <a:ext uri="{FF2B5EF4-FFF2-40B4-BE49-F238E27FC236}">
                <a16:creationId xmlns:a16="http://schemas.microsoft.com/office/drawing/2014/main" id="{232AAEC1-A43B-6A5E-3613-33ABCC56B56F}"/>
              </a:ext>
            </a:extLst>
          </p:cNvPr>
          <p:cNvCxnSpPr>
            <a:cxnSpLocks/>
            <a:stCxn id="301" idx="0"/>
            <a:endCxn id="325" idx="2"/>
          </p:cNvCxnSpPr>
          <p:nvPr/>
        </p:nvCxnSpPr>
        <p:spPr>
          <a:xfrm flipH="1" flipV="1">
            <a:off x="3370876" y="3367810"/>
            <a:ext cx="61286" cy="1217532"/>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72" name="Straight Arrow Connector 471">
            <a:extLst>
              <a:ext uri="{FF2B5EF4-FFF2-40B4-BE49-F238E27FC236}">
                <a16:creationId xmlns:a16="http://schemas.microsoft.com/office/drawing/2014/main" id="{EB623E47-2D7B-9F4F-1003-52BED1776897}"/>
              </a:ext>
            </a:extLst>
          </p:cNvPr>
          <p:cNvCxnSpPr>
            <a:cxnSpLocks/>
            <a:stCxn id="351" idx="0"/>
            <a:endCxn id="325" idx="2"/>
          </p:cNvCxnSpPr>
          <p:nvPr/>
        </p:nvCxnSpPr>
        <p:spPr>
          <a:xfrm flipV="1">
            <a:off x="2432374" y="3367810"/>
            <a:ext cx="938502" cy="1292346"/>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73" name="Straight Arrow Connector 472">
            <a:extLst>
              <a:ext uri="{FF2B5EF4-FFF2-40B4-BE49-F238E27FC236}">
                <a16:creationId xmlns:a16="http://schemas.microsoft.com/office/drawing/2014/main" id="{1FD2E864-3687-57BB-1026-E5A8CAB99447}"/>
              </a:ext>
            </a:extLst>
          </p:cNvPr>
          <p:cNvCxnSpPr>
            <a:cxnSpLocks/>
            <a:stCxn id="295" idx="3"/>
            <a:endCxn id="325" idx="2"/>
          </p:cNvCxnSpPr>
          <p:nvPr/>
        </p:nvCxnSpPr>
        <p:spPr>
          <a:xfrm flipV="1">
            <a:off x="1626584" y="3367810"/>
            <a:ext cx="1744292" cy="1656299"/>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74" name="Straight Arrow Connector 473">
            <a:extLst>
              <a:ext uri="{FF2B5EF4-FFF2-40B4-BE49-F238E27FC236}">
                <a16:creationId xmlns:a16="http://schemas.microsoft.com/office/drawing/2014/main" id="{36EF2A1C-5ED6-0678-DC7D-E78708FC9826}"/>
              </a:ext>
            </a:extLst>
          </p:cNvPr>
          <p:cNvCxnSpPr>
            <a:cxnSpLocks/>
            <a:stCxn id="295" idx="3"/>
            <a:endCxn id="351" idx="1"/>
          </p:cNvCxnSpPr>
          <p:nvPr/>
        </p:nvCxnSpPr>
        <p:spPr>
          <a:xfrm>
            <a:off x="1626584" y="5024109"/>
            <a:ext cx="369838" cy="10395"/>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75" name="Straight Arrow Connector 474">
            <a:extLst>
              <a:ext uri="{FF2B5EF4-FFF2-40B4-BE49-F238E27FC236}">
                <a16:creationId xmlns:a16="http://schemas.microsoft.com/office/drawing/2014/main" id="{5EE9F08E-F8FC-78D7-15C4-3FD57E1589FF}"/>
              </a:ext>
            </a:extLst>
          </p:cNvPr>
          <p:cNvCxnSpPr>
            <a:cxnSpLocks/>
            <a:stCxn id="319" idx="0"/>
            <a:endCxn id="325" idx="1"/>
          </p:cNvCxnSpPr>
          <p:nvPr/>
        </p:nvCxnSpPr>
        <p:spPr>
          <a:xfrm flipV="1">
            <a:off x="1243820" y="2993463"/>
            <a:ext cx="1691104" cy="717551"/>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76" name="Straight Arrow Connector 475">
            <a:extLst>
              <a:ext uri="{FF2B5EF4-FFF2-40B4-BE49-F238E27FC236}">
                <a16:creationId xmlns:a16="http://schemas.microsoft.com/office/drawing/2014/main" id="{F9D1C426-4614-90DE-7C9A-B809DEB676F9}"/>
              </a:ext>
            </a:extLst>
          </p:cNvPr>
          <p:cNvCxnSpPr>
            <a:cxnSpLocks/>
            <a:stCxn id="452" idx="2"/>
            <a:endCxn id="337" idx="0"/>
          </p:cNvCxnSpPr>
          <p:nvPr/>
        </p:nvCxnSpPr>
        <p:spPr>
          <a:xfrm flipH="1">
            <a:off x="767602" y="2044313"/>
            <a:ext cx="460935" cy="628050"/>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77" name="Straight Arrow Connector 476">
            <a:extLst>
              <a:ext uri="{FF2B5EF4-FFF2-40B4-BE49-F238E27FC236}">
                <a16:creationId xmlns:a16="http://schemas.microsoft.com/office/drawing/2014/main" id="{0A9F28FD-3E08-7A6B-9EC2-A04A0A41BAD0}"/>
              </a:ext>
            </a:extLst>
          </p:cNvPr>
          <p:cNvCxnSpPr>
            <a:cxnSpLocks/>
            <a:stCxn id="452" idx="2"/>
            <a:endCxn id="345" idx="0"/>
          </p:cNvCxnSpPr>
          <p:nvPr/>
        </p:nvCxnSpPr>
        <p:spPr>
          <a:xfrm>
            <a:off x="1228537" y="2044313"/>
            <a:ext cx="792488" cy="166415"/>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78" name="Straight Arrow Connector 477">
            <a:extLst>
              <a:ext uri="{FF2B5EF4-FFF2-40B4-BE49-F238E27FC236}">
                <a16:creationId xmlns:a16="http://schemas.microsoft.com/office/drawing/2014/main" id="{7F8C74C6-EB23-748C-153E-A5982956B4CB}"/>
              </a:ext>
            </a:extLst>
          </p:cNvPr>
          <p:cNvCxnSpPr>
            <a:cxnSpLocks/>
            <a:stCxn id="452" idx="3"/>
            <a:endCxn id="325" idx="0"/>
          </p:cNvCxnSpPr>
          <p:nvPr/>
        </p:nvCxnSpPr>
        <p:spPr>
          <a:xfrm>
            <a:off x="1664489" y="1669966"/>
            <a:ext cx="1706387" cy="949149"/>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79" name="Straight Arrow Connector 478">
            <a:extLst>
              <a:ext uri="{FF2B5EF4-FFF2-40B4-BE49-F238E27FC236}">
                <a16:creationId xmlns:a16="http://schemas.microsoft.com/office/drawing/2014/main" id="{F37163AB-7CDD-0E7D-1446-9B775E670021}"/>
              </a:ext>
            </a:extLst>
          </p:cNvPr>
          <p:cNvCxnSpPr>
            <a:cxnSpLocks/>
            <a:stCxn id="441" idx="3"/>
            <a:endCxn id="435" idx="1"/>
          </p:cNvCxnSpPr>
          <p:nvPr/>
        </p:nvCxnSpPr>
        <p:spPr>
          <a:xfrm>
            <a:off x="2711076" y="1552715"/>
            <a:ext cx="420551" cy="37125"/>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480" name="Group 479">
            <a:extLst>
              <a:ext uri="{FF2B5EF4-FFF2-40B4-BE49-F238E27FC236}">
                <a16:creationId xmlns:a16="http://schemas.microsoft.com/office/drawing/2014/main" id="{89C1499E-41DE-93CE-5325-87BFAA16ECA7}"/>
              </a:ext>
            </a:extLst>
          </p:cNvPr>
          <p:cNvGrpSpPr/>
          <p:nvPr/>
        </p:nvGrpSpPr>
        <p:grpSpPr>
          <a:xfrm>
            <a:off x="10535773" y="725466"/>
            <a:ext cx="871904" cy="749521"/>
            <a:chOff x="1315999" y="4191096"/>
            <a:chExt cx="871904" cy="749521"/>
          </a:xfrm>
        </p:grpSpPr>
        <p:sp>
          <p:nvSpPr>
            <p:cNvPr id="481" name="Rectangle 480">
              <a:extLst>
                <a:ext uri="{FF2B5EF4-FFF2-40B4-BE49-F238E27FC236}">
                  <a16:creationId xmlns:a16="http://schemas.microsoft.com/office/drawing/2014/main" id="{FB50E2AB-AF32-6E41-BA58-81334E6B7568}"/>
                </a:ext>
              </a:extLst>
            </p:cNvPr>
            <p:cNvSpPr/>
            <p:nvPr/>
          </p:nvSpPr>
          <p:spPr>
            <a:xfrm>
              <a:off x="1315999" y="4191922"/>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482" name="Right Triangle 481">
              <a:extLst>
                <a:ext uri="{FF2B5EF4-FFF2-40B4-BE49-F238E27FC236}">
                  <a16:creationId xmlns:a16="http://schemas.microsoft.com/office/drawing/2014/main" id="{FFDAFBA0-F483-4282-2A70-2D640225EADA}"/>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3" name="Oval 27">
              <a:extLst>
                <a:ext uri="{FF2B5EF4-FFF2-40B4-BE49-F238E27FC236}">
                  <a16:creationId xmlns:a16="http://schemas.microsoft.com/office/drawing/2014/main" id="{69D51945-C172-66F8-6A4B-E13B6839A534}"/>
                </a:ext>
              </a:extLst>
            </p:cNvPr>
            <p:cNvSpPr/>
            <p:nvPr/>
          </p:nvSpPr>
          <p:spPr>
            <a:xfrm>
              <a:off x="2129579" y="4198579"/>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4" name="Oval 28">
              <a:extLst>
                <a:ext uri="{FF2B5EF4-FFF2-40B4-BE49-F238E27FC236}">
                  <a16:creationId xmlns:a16="http://schemas.microsoft.com/office/drawing/2014/main" id="{30C461C4-9253-6A1C-26A6-8E5650A23ABE}"/>
                </a:ext>
              </a:extLst>
            </p:cNvPr>
            <p:cNvSpPr/>
            <p:nvPr/>
          </p:nvSpPr>
          <p:spPr>
            <a:xfrm>
              <a:off x="2126717" y="4232293"/>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85" name="Group 484">
            <a:extLst>
              <a:ext uri="{FF2B5EF4-FFF2-40B4-BE49-F238E27FC236}">
                <a16:creationId xmlns:a16="http://schemas.microsoft.com/office/drawing/2014/main" id="{55E07DB9-CFAC-64B7-9712-E75124845483}"/>
              </a:ext>
            </a:extLst>
          </p:cNvPr>
          <p:cNvGrpSpPr/>
          <p:nvPr/>
        </p:nvGrpSpPr>
        <p:grpSpPr>
          <a:xfrm>
            <a:off x="11194701" y="1834393"/>
            <a:ext cx="871904" cy="750682"/>
            <a:chOff x="5280339" y="3368821"/>
            <a:chExt cx="871904" cy="750682"/>
          </a:xfrm>
        </p:grpSpPr>
        <p:sp>
          <p:nvSpPr>
            <p:cNvPr id="486" name="Rectangle 485">
              <a:extLst>
                <a:ext uri="{FF2B5EF4-FFF2-40B4-BE49-F238E27FC236}">
                  <a16:creationId xmlns:a16="http://schemas.microsoft.com/office/drawing/2014/main" id="{9AE7925D-3C2A-0CAA-AD50-2B8017C17791}"/>
                </a:ext>
              </a:extLst>
            </p:cNvPr>
            <p:cNvSpPr/>
            <p:nvPr/>
          </p:nvSpPr>
          <p:spPr>
            <a:xfrm>
              <a:off x="5280339" y="3370808"/>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t>
              </a:r>
              <a:r>
                <a:rPr lang="en-GB" sz="800">
                  <a:solidFill>
                    <a:srgbClr val="1F4E79"/>
                  </a:solidFill>
                  <a:latin typeface="Century Gothic" panose="020B0502020202020204" pitchFamily="34" charset="0"/>
                </a:rPr>
                <a:t>Application </a:t>
              </a: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Proxy</a:t>
              </a:r>
            </a:p>
          </p:txBody>
        </p:sp>
        <p:sp>
          <p:nvSpPr>
            <p:cNvPr id="487" name="Right Triangle 486">
              <a:extLst>
                <a:ext uri="{FF2B5EF4-FFF2-40B4-BE49-F238E27FC236}">
                  <a16:creationId xmlns:a16="http://schemas.microsoft.com/office/drawing/2014/main" id="{1326E70B-5817-80A3-4375-0B935632D4FF}"/>
                </a:ext>
              </a:extLst>
            </p:cNvPr>
            <p:cNvSpPr/>
            <p:nvPr/>
          </p:nvSpPr>
          <p:spPr>
            <a:xfrm rot="10800000">
              <a:off x="6009373" y="33688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88" name="Group 487">
              <a:extLst>
                <a:ext uri="{FF2B5EF4-FFF2-40B4-BE49-F238E27FC236}">
                  <a16:creationId xmlns:a16="http://schemas.microsoft.com/office/drawing/2014/main" id="{5022386E-572A-2F9A-CEEB-F39E719E3772}"/>
                </a:ext>
              </a:extLst>
            </p:cNvPr>
            <p:cNvGrpSpPr/>
            <p:nvPr/>
          </p:nvGrpSpPr>
          <p:grpSpPr>
            <a:xfrm>
              <a:off x="6089700" y="3376304"/>
              <a:ext cx="45719" cy="75385"/>
              <a:chOff x="3883481" y="2057400"/>
              <a:chExt cx="1608363" cy="2652031"/>
            </a:xfrm>
            <a:solidFill>
              <a:srgbClr val="A6A6A6"/>
            </a:solidFill>
          </p:grpSpPr>
          <p:sp>
            <p:nvSpPr>
              <p:cNvPr id="489" name="Oval 27">
                <a:extLst>
                  <a:ext uri="{FF2B5EF4-FFF2-40B4-BE49-F238E27FC236}">
                    <a16:creationId xmlns:a16="http://schemas.microsoft.com/office/drawing/2014/main" id="{77A8A2A6-55F8-8546-7BF3-BE0293DE8DC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0" name="Oval 28">
                <a:extLst>
                  <a:ext uri="{FF2B5EF4-FFF2-40B4-BE49-F238E27FC236}">
                    <a16:creationId xmlns:a16="http://schemas.microsoft.com/office/drawing/2014/main" id="{3882457B-F5DB-5823-E34F-F6D1E3A286C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91" name="Group 490">
            <a:extLst>
              <a:ext uri="{FF2B5EF4-FFF2-40B4-BE49-F238E27FC236}">
                <a16:creationId xmlns:a16="http://schemas.microsoft.com/office/drawing/2014/main" id="{95FAAE80-8EDB-BF35-DE54-603D2A45C6AE}"/>
              </a:ext>
            </a:extLst>
          </p:cNvPr>
          <p:cNvGrpSpPr/>
          <p:nvPr/>
        </p:nvGrpSpPr>
        <p:grpSpPr>
          <a:xfrm>
            <a:off x="11144087" y="3322066"/>
            <a:ext cx="871904" cy="748695"/>
            <a:chOff x="10235764" y="5012622"/>
            <a:chExt cx="871904" cy="748695"/>
          </a:xfrm>
        </p:grpSpPr>
        <p:sp>
          <p:nvSpPr>
            <p:cNvPr id="492" name="Rectangle 491">
              <a:hlinkHover r:id="" action="ppaction://noaction" highlightClick="1"/>
              <a:extLst>
                <a:ext uri="{FF2B5EF4-FFF2-40B4-BE49-F238E27FC236}">
                  <a16:creationId xmlns:a16="http://schemas.microsoft.com/office/drawing/2014/main" id="{1E576B99-17FD-33EB-B3F3-CB6BC498A10D}"/>
                </a:ext>
              </a:extLst>
            </p:cNvPr>
            <p:cNvSpPr/>
            <p:nvPr/>
          </p:nvSpPr>
          <p:spPr>
            <a:xfrm>
              <a:off x="10235764" y="5012622"/>
              <a:ext cx="871904" cy="748695"/>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493" name="Oval 492">
              <a:extLst>
                <a:ext uri="{FF2B5EF4-FFF2-40B4-BE49-F238E27FC236}">
                  <a16:creationId xmlns:a16="http://schemas.microsoft.com/office/drawing/2014/main" id="{8199C5FD-0EC0-9BD5-FFF7-9C351699C9E1}"/>
                </a:ext>
              </a:extLst>
            </p:cNvPr>
            <p:cNvSpPr/>
            <p:nvPr/>
          </p:nvSpPr>
          <p:spPr>
            <a:xfrm>
              <a:off x="109304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4" name="Isosceles Triangle 648">
              <a:extLst>
                <a:ext uri="{FF2B5EF4-FFF2-40B4-BE49-F238E27FC236}">
                  <a16:creationId xmlns:a16="http://schemas.microsoft.com/office/drawing/2014/main" id="{3F1ED69B-E691-3CCE-F4A3-E1EAFB019972}"/>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cxnSp>
        <p:nvCxnSpPr>
          <p:cNvPr id="496" name="Straight Arrow Connector 495">
            <a:extLst>
              <a:ext uri="{FF2B5EF4-FFF2-40B4-BE49-F238E27FC236}">
                <a16:creationId xmlns:a16="http://schemas.microsoft.com/office/drawing/2014/main" id="{E306A18E-DF30-805F-FA9C-D101A24DB53A}"/>
              </a:ext>
            </a:extLst>
          </p:cNvPr>
          <p:cNvCxnSpPr>
            <a:cxnSpLocks/>
            <a:stCxn id="407" idx="1"/>
            <a:endCxn id="362" idx="3"/>
          </p:cNvCxnSpPr>
          <p:nvPr/>
        </p:nvCxnSpPr>
        <p:spPr>
          <a:xfrm flipH="1" flipV="1">
            <a:off x="6150930" y="2365109"/>
            <a:ext cx="2461094" cy="443765"/>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97" name="Straight Arrow Connector 496">
            <a:extLst>
              <a:ext uri="{FF2B5EF4-FFF2-40B4-BE49-F238E27FC236}">
                <a16:creationId xmlns:a16="http://schemas.microsoft.com/office/drawing/2014/main" id="{E37B7133-7D6D-AB8E-1013-A0490A305677}"/>
              </a:ext>
            </a:extLst>
          </p:cNvPr>
          <p:cNvCxnSpPr>
            <a:cxnSpLocks/>
            <a:stCxn id="307" idx="0"/>
            <a:endCxn id="362" idx="1"/>
          </p:cNvCxnSpPr>
          <p:nvPr/>
        </p:nvCxnSpPr>
        <p:spPr>
          <a:xfrm flipV="1">
            <a:off x="4334342" y="2365109"/>
            <a:ext cx="944684" cy="968544"/>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98" name="Straight Arrow Connector 497">
            <a:extLst>
              <a:ext uri="{FF2B5EF4-FFF2-40B4-BE49-F238E27FC236}">
                <a16:creationId xmlns:a16="http://schemas.microsoft.com/office/drawing/2014/main" id="{F1D28D70-796B-B5E2-6D1D-CBAA291A08EC}"/>
              </a:ext>
            </a:extLst>
          </p:cNvPr>
          <p:cNvCxnSpPr>
            <a:cxnSpLocks/>
            <a:stCxn id="362" idx="0"/>
            <a:endCxn id="356" idx="2"/>
          </p:cNvCxnSpPr>
          <p:nvPr/>
        </p:nvCxnSpPr>
        <p:spPr>
          <a:xfrm flipH="1" flipV="1">
            <a:off x="5394760" y="1651886"/>
            <a:ext cx="320218" cy="338875"/>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99" name="Straight Arrow Connector 498">
            <a:extLst>
              <a:ext uri="{FF2B5EF4-FFF2-40B4-BE49-F238E27FC236}">
                <a16:creationId xmlns:a16="http://schemas.microsoft.com/office/drawing/2014/main" id="{C50D0BC1-91F4-3EB0-9134-ECC78C31FB7D}"/>
              </a:ext>
            </a:extLst>
          </p:cNvPr>
          <p:cNvCxnSpPr>
            <a:cxnSpLocks/>
            <a:stCxn id="313" idx="0"/>
            <a:endCxn id="362" idx="2"/>
          </p:cNvCxnSpPr>
          <p:nvPr/>
        </p:nvCxnSpPr>
        <p:spPr>
          <a:xfrm flipH="1" flipV="1">
            <a:off x="5714978" y="2739456"/>
            <a:ext cx="585994" cy="942315"/>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0" name="Straight Arrow Connector 499">
            <a:extLst>
              <a:ext uri="{FF2B5EF4-FFF2-40B4-BE49-F238E27FC236}">
                <a16:creationId xmlns:a16="http://schemas.microsoft.com/office/drawing/2014/main" id="{DB2B448F-01C3-78C0-41D1-7C05DC7DB04E}"/>
              </a:ext>
            </a:extLst>
          </p:cNvPr>
          <p:cNvCxnSpPr>
            <a:cxnSpLocks/>
            <a:stCxn id="313" idx="1"/>
            <a:endCxn id="307" idx="3"/>
          </p:cNvCxnSpPr>
          <p:nvPr/>
        </p:nvCxnSpPr>
        <p:spPr>
          <a:xfrm flipH="1" flipV="1">
            <a:off x="4770294" y="3708001"/>
            <a:ext cx="1094726" cy="348118"/>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1" name="Straight Arrow Connector 500">
            <a:extLst>
              <a:ext uri="{FF2B5EF4-FFF2-40B4-BE49-F238E27FC236}">
                <a16:creationId xmlns:a16="http://schemas.microsoft.com/office/drawing/2014/main" id="{9C1549BE-3964-3503-8F9E-61123FE9E504}"/>
              </a:ext>
            </a:extLst>
          </p:cNvPr>
          <p:cNvCxnSpPr>
            <a:cxnSpLocks/>
            <a:stCxn id="313" idx="0"/>
            <a:endCxn id="395" idx="2"/>
          </p:cNvCxnSpPr>
          <p:nvPr/>
        </p:nvCxnSpPr>
        <p:spPr>
          <a:xfrm flipV="1">
            <a:off x="6300972" y="1857164"/>
            <a:ext cx="1458146" cy="1824607"/>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2" name="Straight Arrow Connector 501">
            <a:extLst>
              <a:ext uri="{FF2B5EF4-FFF2-40B4-BE49-F238E27FC236}">
                <a16:creationId xmlns:a16="http://schemas.microsoft.com/office/drawing/2014/main" id="{010E504F-C814-AB6B-80B4-E9F4127FBAA0}"/>
              </a:ext>
            </a:extLst>
          </p:cNvPr>
          <p:cNvCxnSpPr>
            <a:cxnSpLocks/>
            <a:stCxn id="395" idx="2"/>
            <a:endCxn id="307" idx="3"/>
          </p:cNvCxnSpPr>
          <p:nvPr/>
        </p:nvCxnSpPr>
        <p:spPr>
          <a:xfrm flipH="1">
            <a:off x="4770294" y="1857164"/>
            <a:ext cx="2988824" cy="1850837"/>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3" name="Straight Arrow Connector 502">
            <a:extLst>
              <a:ext uri="{FF2B5EF4-FFF2-40B4-BE49-F238E27FC236}">
                <a16:creationId xmlns:a16="http://schemas.microsoft.com/office/drawing/2014/main" id="{A49B3FC1-B4B5-00BE-CB8E-A3C6B29E40E2}"/>
              </a:ext>
            </a:extLst>
          </p:cNvPr>
          <p:cNvCxnSpPr>
            <a:cxnSpLocks/>
            <a:stCxn id="368" idx="0"/>
            <a:endCxn id="395" idx="2"/>
          </p:cNvCxnSpPr>
          <p:nvPr/>
        </p:nvCxnSpPr>
        <p:spPr>
          <a:xfrm flipV="1">
            <a:off x="7510418" y="1857164"/>
            <a:ext cx="248700" cy="1300326"/>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4" name="Straight Arrow Connector 503">
            <a:extLst>
              <a:ext uri="{FF2B5EF4-FFF2-40B4-BE49-F238E27FC236}">
                <a16:creationId xmlns:a16="http://schemas.microsoft.com/office/drawing/2014/main" id="{50DB6131-728C-60F1-FA13-B6B79D5A8556}"/>
              </a:ext>
            </a:extLst>
          </p:cNvPr>
          <p:cNvCxnSpPr>
            <a:cxnSpLocks/>
            <a:stCxn id="407" idx="0"/>
            <a:endCxn id="395" idx="2"/>
          </p:cNvCxnSpPr>
          <p:nvPr/>
        </p:nvCxnSpPr>
        <p:spPr>
          <a:xfrm flipH="1" flipV="1">
            <a:off x="7759118" y="1857164"/>
            <a:ext cx="1288858" cy="57736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5" name="Straight Arrow Connector 504">
            <a:extLst>
              <a:ext uri="{FF2B5EF4-FFF2-40B4-BE49-F238E27FC236}">
                <a16:creationId xmlns:a16="http://schemas.microsoft.com/office/drawing/2014/main" id="{3D192225-E04C-CB4C-46A5-6B77459DF393}"/>
              </a:ext>
            </a:extLst>
          </p:cNvPr>
          <p:cNvCxnSpPr>
            <a:cxnSpLocks/>
            <a:stCxn id="407" idx="1"/>
            <a:endCxn id="307" idx="3"/>
          </p:cNvCxnSpPr>
          <p:nvPr/>
        </p:nvCxnSpPr>
        <p:spPr>
          <a:xfrm flipH="1">
            <a:off x="4770294" y="2808874"/>
            <a:ext cx="3841730" cy="899127"/>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6" name="Straight Arrow Connector 505">
            <a:extLst>
              <a:ext uri="{FF2B5EF4-FFF2-40B4-BE49-F238E27FC236}">
                <a16:creationId xmlns:a16="http://schemas.microsoft.com/office/drawing/2014/main" id="{6FBD3DBE-3ACC-641F-DE64-4BCAC4850D13}"/>
              </a:ext>
            </a:extLst>
          </p:cNvPr>
          <p:cNvCxnSpPr>
            <a:cxnSpLocks/>
            <a:stCxn id="385" idx="0"/>
            <a:endCxn id="313" idx="3"/>
          </p:cNvCxnSpPr>
          <p:nvPr/>
        </p:nvCxnSpPr>
        <p:spPr>
          <a:xfrm flipH="1" flipV="1">
            <a:off x="6736924" y="4056119"/>
            <a:ext cx="961386" cy="205733"/>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7" name="Straight Arrow Connector 506">
            <a:extLst>
              <a:ext uri="{FF2B5EF4-FFF2-40B4-BE49-F238E27FC236}">
                <a16:creationId xmlns:a16="http://schemas.microsoft.com/office/drawing/2014/main" id="{1909A133-553A-0CF2-438E-77C24EF448A2}"/>
              </a:ext>
            </a:extLst>
          </p:cNvPr>
          <p:cNvCxnSpPr>
            <a:cxnSpLocks/>
            <a:stCxn id="379" idx="0"/>
            <a:endCxn id="313" idx="2"/>
          </p:cNvCxnSpPr>
          <p:nvPr/>
        </p:nvCxnSpPr>
        <p:spPr>
          <a:xfrm flipV="1">
            <a:off x="6003472" y="4430466"/>
            <a:ext cx="297500" cy="574205"/>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8" name="Straight Arrow Connector 507">
            <a:extLst>
              <a:ext uri="{FF2B5EF4-FFF2-40B4-BE49-F238E27FC236}">
                <a16:creationId xmlns:a16="http://schemas.microsoft.com/office/drawing/2014/main" id="{38A1BCAA-BC95-3349-1812-C53E86B7EF40}"/>
              </a:ext>
            </a:extLst>
          </p:cNvPr>
          <p:cNvCxnSpPr>
            <a:cxnSpLocks/>
            <a:stCxn id="313" idx="1"/>
            <a:endCxn id="425" idx="3"/>
          </p:cNvCxnSpPr>
          <p:nvPr/>
        </p:nvCxnSpPr>
        <p:spPr>
          <a:xfrm flipH="1">
            <a:off x="5418661" y="4056119"/>
            <a:ext cx="446359" cy="669904"/>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9" name="Straight Arrow Connector 508">
            <a:extLst>
              <a:ext uri="{FF2B5EF4-FFF2-40B4-BE49-F238E27FC236}">
                <a16:creationId xmlns:a16="http://schemas.microsoft.com/office/drawing/2014/main" id="{CB0FDC3C-B0B1-F4FF-3980-40BF50883B27}"/>
              </a:ext>
            </a:extLst>
          </p:cNvPr>
          <p:cNvCxnSpPr>
            <a:cxnSpLocks/>
            <a:stCxn id="379" idx="1"/>
            <a:endCxn id="425" idx="3"/>
          </p:cNvCxnSpPr>
          <p:nvPr/>
        </p:nvCxnSpPr>
        <p:spPr>
          <a:xfrm flipH="1" flipV="1">
            <a:off x="5418661" y="4726023"/>
            <a:ext cx="148859" cy="652996"/>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10" name="Straight Arrow Connector 509">
            <a:extLst>
              <a:ext uri="{FF2B5EF4-FFF2-40B4-BE49-F238E27FC236}">
                <a16:creationId xmlns:a16="http://schemas.microsoft.com/office/drawing/2014/main" id="{2FA0722F-CEE0-18FE-F017-765BE40DCEA5}"/>
              </a:ext>
            </a:extLst>
          </p:cNvPr>
          <p:cNvCxnSpPr>
            <a:cxnSpLocks/>
            <a:stCxn id="362" idx="2"/>
            <a:endCxn id="307" idx="0"/>
          </p:cNvCxnSpPr>
          <p:nvPr/>
        </p:nvCxnSpPr>
        <p:spPr>
          <a:xfrm flipH="1">
            <a:off x="4334342" y="2739456"/>
            <a:ext cx="1380636" cy="594197"/>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11" name="Straight Arrow Connector 510">
            <a:extLst>
              <a:ext uri="{FF2B5EF4-FFF2-40B4-BE49-F238E27FC236}">
                <a16:creationId xmlns:a16="http://schemas.microsoft.com/office/drawing/2014/main" id="{1522C633-7AD5-2883-072E-9941FD8EEABA}"/>
              </a:ext>
            </a:extLst>
          </p:cNvPr>
          <p:cNvCxnSpPr>
            <a:cxnSpLocks/>
            <a:stCxn id="313" idx="0"/>
            <a:endCxn id="391" idx="2"/>
          </p:cNvCxnSpPr>
          <p:nvPr/>
        </p:nvCxnSpPr>
        <p:spPr>
          <a:xfrm flipV="1">
            <a:off x="6300972" y="1504887"/>
            <a:ext cx="235211" cy="2176884"/>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12" name="Straight Arrow Connector 511">
            <a:extLst>
              <a:ext uri="{FF2B5EF4-FFF2-40B4-BE49-F238E27FC236}">
                <a16:creationId xmlns:a16="http://schemas.microsoft.com/office/drawing/2014/main" id="{B56F7C6F-F6E3-76F5-D2EE-5C5DD16D7C38}"/>
              </a:ext>
            </a:extLst>
          </p:cNvPr>
          <p:cNvCxnSpPr>
            <a:cxnSpLocks/>
            <a:stCxn id="362" idx="3"/>
            <a:endCxn id="391" idx="2"/>
          </p:cNvCxnSpPr>
          <p:nvPr/>
        </p:nvCxnSpPr>
        <p:spPr>
          <a:xfrm flipV="1">
            <a:off x="6150930" y="1504887"/>
            <a:ext cx="385253" cy="86022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13" name="Straight Arrow Connector 512">
            <a:extLst>
              <a:ext uri="{FF2B5EF4-FFF2-40B4-BE49-F238E27FC236}">
                <a16:creationId xmlns:a16="http://schemas.microsoft.com/office/drawing/2014/main" id="{F3096169-DDA1-91C7-3972-CE7837549AD4}"/>
              </a:ext>
            </a:extLst>
          </p:cNvPr>
          <p:cNvCxnSpPr>
            <a:cxnSpLocks/>
            <a:stCxn id="391" idx="1"/>
            <a:endCxn id="356" idx="3"/>
          </p:cNvCxnSpPr>
          <p:nvPr/>
        </p:nvCxnSpPr>
        <p:spPr>
          <a:xfrm flipH="1">
            <a:off x="5830712" y="1130540"/>
            <a:ext cx="269519" cy="146999"/>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14" name="Straight Arrow Connector 513">
            <a:extLst>
              <a:ext uri="{FF2B5EF4-FFF2-40B4-BE49-F238E27FC236}">
                <a16:creationId xmlns:a16="http://schemas.microsoft.com/office/drawing/2014/main" id="{7D514292-2585-4588-6C2B-F61447FA8899}"/>
              </a:ext>
            </a:extLst>
          </p:cNvPr>
          <p:cNvCxnSpPr>
            <a:cxnSpLocks/>
            <a:stCxn id="395" idx="1"/>
            <a:endCxn id="356" idx="3"/>
          </p:cNvCxnSpPr>
          <p:nvPr/>
        </p:nvCxnSpPr>
        <p:spPr>
          <a:xfrm flipH="1" flipV="1">
            <a:off x="5830712" y="1277539"/>
            <a:ext cx="1492454" cy="205278"/>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15" name="Straight Arrow Connector 514">
            <a:extLst>
              <a:ext uri="{FF2B5EF4-FFF2-40B4-BE49-F238E27FC236}">
                <a16:creationId xmlns:a16="http://schemas.microsoft.com/office/drawing/2014/main" id="{E8C86BD7-B52A-FC65-44BB-12D233CF2BC6}"/>
              </a:ext>
            </a:extLst>
          </p:cNvPr>
          <p:cNvCxnSpPr>
            <a:cxnSpLocks/>
            <a:stCxn id="385" idx="1"/>
            <a:endCxn id="425" idx="3"/>
          </p:cNvCxnSpPr>
          <p:nvPr/>
        </p:nvCxnSpPr>
        <p:spPr>
          <a:xfrm flipH="1">
            <a:off x="5418661" y="4636200"/>
            <a:ext cx="1843697" cy="89823"/>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16" name="Straight Arrow Connector 515">
            <a:extLst>
              <a:ext uri="{FF2B5EF4-FFF2-40B4-BE49-F238E27FC236}">
                <a16:creationId xmlns:a16="http://schemas.microsoft.com/office/drawing/2014/main" id="{B84F409B-37C8-8084-C998-8F8AE66713E0}"/>
              </a:ext>
            </a:extLst>
          </p:cNvPr>
          <p:cNvCxnSpPr>
            <a:cxnSpLocks/>
            <a:stCxn id="403" idx="1"/>
            <a:endCxn id="313" idx="3"/>
          </p:cNvCxnSpPr>
          <p:nvPr/>
        </p:nvCxnSpPr>
        <p:spPr>
          <a:xfrm flipH="1">
            <a:off x="6736924" y="3696414"/>
            <a:ext cx="1906305" cy="359705"/>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17" name="Straight Arrow Connector 516">
            <a:extLst>
              <a:ext uri="{FF2B5EF4-FFF2-40B4-BE49-F238E27FC236}">
                <a16:creationId xmlns:a16="http://schemas.microsoft.com/office/drawing/2014/main" id="{FC0D57B1-B2A9-B427-A6A2-40E72D490100}"/>
              </a:ext>
            </a:extLst>
          </p:cNvPr>
          <p:cNvCxnSpPr>
            <a:cxnSpLocks/>
            <a:stCxn id="368" idx="1"/>
            <a:endCxn id="313" idx="3"/>
          </p:cNvCxnSpPr>
          <p:nvPr/>
        </p:nvCxnSpPr>
        <p:spPr>
          <a:xfrm flipH="1">
            <a:off x="6736924" y="3531838"/>
            <a:ext cx="337542" cy="524281"/>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18" name="Straight Arrow Connector 517">
            <a:extLst>
              <a:ext uri="{FF2B5EF4-FFF2-40B4-BE49-F238E27FC236}">
                <a16:creationId xmlns:a16="http://schemas.microsoft.com/office/drawing/2014/main" id="{0ECEC027-0A2F-5A2D-9EF0-8F9BCB4C07B1}"/>
              </a:ext>
            </a:extLst>
          </p:cNvPr>
          <p:cNvCxnSpPr>
            <a:cxnSpLocks/>
            <a:stCxn id="368" idx="1"/>
            <a:endCxn id="307" idx="3"/>
          </p:cNvCxnSpPr>
          <p:nvPr/>
        </p:nvCxnSpPr>
        <p:spPr>
          <a:xfrm flipH="1">
            <a:off x="4770294" y="3531838"/>
            <a:ext cx="2304172" cy="176163"/>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19" name="Straight Arrow Connector 518">
            <a:extLst>
              <a:ext uri="{FF2B5EF4-FFF2-40B4-BE49-F238E27FC236}">
                <a16:creationId xmlns:a16="http://schemas.microsoft.com/office/drawing/2014/main" id="{16829734-AF68-3889-4D9C-061033356F89}"/>
              </a:ext>
            </a:extLst>
          </p:cNvPr>
          <p:cNvCxnSpPr>
            <a:cxnSpLocks/>
            <a:stCxn id="407" idx="1"/>
            <a:endCxn id="368" idx="3"/>
          </p:cNvCxnSpPr>
          <p:nvPr/>
        </p:nvCxnSpPr>
        <p:spPr>
          <a:xfrm flipH="1">
            <a:off x="7946370" y="2808874"/>
            <a:ext cx="665654" cy="722964"/>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20" name="Straight Arrow Connector 519">
            <a:extLst>
              <a:ext uri="{FF2B5EF4-FFF2-40B4-BE49-F238E27FC236}">
                <a16:creationId xmlns:a16="http://schemas.microsoft.com/office/drawing/2014/main" id="{67949FC8-4FAD-39BC-68DB-37C0CC01CE0A}"/>
              </a:ext>
            </a:extLst>
          </p:cNvPr>
          <p:cNvCxnSpPr>
            <a:cxnSpLocks/>
            <a:stCxn id="399" idx="0"/>
            <a:endCxn id="403" idx="2"/>
          </p:cNvCxnSpPr>
          <p:nvPr/>
        </p:nvCxnSpPr>
        <p:spPr>
          <a:xfrm flipV="1">
            <a:off x="8912745" y="4070761"/>
            <a:ext cx="166436" cy="341217"/>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21" name="Straight Arrow Connector 520">
            <a:extLst>
              <a:ext uri="{FF2B5EF4-FFF2-40B4-BE49-F238E27FC236}">
                <a16:creationId xmlns:a16="http://schemas.microsoft.com/office/drawing/2014/main" id="{82834FDD-5299-62E7-B2C5-370CB2C66387}"/>
              </a:ext>
            </a:extLst>
          </p:cNvPr>
          <p:cNvCxnSpPr>
            <a:cxnSpLocks/>
            <a:stCxn id="399" idx="1"/>
            <a:endCxn id="395" idx="2"/>
          </p:cNvCxnSpPr>
          <p:nvPr/>
        </p:nvCxnSpPr>
        <p:spPr>
          <a:xfrm flipH="1" flipV="1">
            <a:off x="7759118" y="1857164"/>
            <a:ext cx="717675" cy="292916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22" name="Straight Arrow Connector 521">
            <a:extLst>
              <a:ext uri="{FF2B5EF4-FFF2-40B4-BE49-F238E27FC236}">
                <a16:creationId xmlns:a16="http://schemas.microsoft.com/office/drawing/2014/main" id="{73FC913E-905E-1E39-8B7A-43810D22A95B}"/>
              </a:ext>
            </a:extLst>
          </p:cNvPr>
          <p:cNvCxnSpPr>
            <a:cxnSpLocks/>
            <a:stCxn id="403" idx="1"/>
            <a:endCxn id="395" idx="2"/>
          </p:cNvCxnSpPr>
          <p:nvPr/>
        </p:nvCxnSpPr>
        <p:spPr>
          <a:xfrm flipH="1" flipV="1">
            <a:off x="7759118" y="1857164"/>
            <a:ext cx="884111" cy="1839250"/>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23" name="Straight Arrow Connector 522">
            <a:extLst>
              <a:ext uri="{FF2B5EF4-FFF2-40B4-BE49-F238E27FC236}">
                <a16:creationId xmlns:a16="http://schemas.microsoft.com/office/drawing/2014/main" id="{F4436ADF-121E-A827-9CA5-6DDA7AC8DAB4}"/>
              </a:ext>
            </a:extLst>
          </p:cNvPr>
          <p:cNvCxnSpPr>
            <a:cxnSpLocks/>
            <a:stCxn id="395" idx="1"/>
            <a:endCxn id="391" idx="3"/>
          </p:cNvCxnSpPr>
          <p:nvPr/>
        </p:nvCxnSpPr>
        <p:spPr>
          <a:xfrm flipH="1" flipV="1">
            <a:off x="6972135" y="1130540"/>
            <a:ext cx="351031" cy="352277"/>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24" name="Straight Arrow Connector 523">
            <a:extLst>
              <a:ext uri="{FF2B5EF4-FFF2-40B4-BE49-F238E27FC236}">
                <a16:creationId xmlns:a16="http://schemas.microsoft.com/office/drawing/2014/main" id="{811D0471-AA0E-BAB4-FFAC-530CE2734B52}"/>
              </a:ext>
            </a:extLst>
          </p:cNvPr>
          <p:cNvCxnSpPr>
            <a:cxnSpLocks/>
            <a:stCxn id="407" idx="0"/>
            <a:endCxn id="413" idx="2"/>
          </p:cNvCxnSpPr>
          <p:nvPr/>
        </p:nvCxnSpPr>
        <p:spPr>
          <a:xfrm flipH="1" flipV="1">
            <a:off x="8873268" y="1524943"/>
            <a:ext cx="174708" cy="909583"/>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25" name="Straight Arrow Connector 524">
            <a:extLst>
              <a:ext uri="{FF2B5EF4-FFF2-40B4-BE49-F238E27FC236}">
                <a16:creationId xmlns:a16="http://schemas.microsoft.com/office/drawing/2014/main" id="{C4170804-D256-9E73-237F-CFAC1AD6F0A9}"/>
              </a:ext>
            </a:extLst>
          </p:cNvPr>
          <p:cNvCxnSpPr>
            <a:cxnSpLocks/>
            <a:stCxn id="313" idx="1"/>
            <a:endCxn id="301" idx="3"/>
          </p:cNvCxnSpPr>
          <p:nvPr/>
        </p:nvCxnSpPr>
        <p:spPr>
          <a:xfrm flipH="1">
            <a:off x="3868114" y="4056119"/>
            <a:ext cx="1996906" cy="903571"/>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26" name="Straight Arrow Connector 525">
            <a:extLst>
              <a:ext uri="{FF2B5EF4-FFF2-40B4-BE49-F238E27FC236}">
                <a16:creationId xmlns:a16="http://schemas.microsoft.com/office/drawing/2014/main" id="{7B602689-F1D0-318C-89BB-856E11247CA3}"/>
              </a:ext>
            </a:extLst>
          </p:cNvPr>
          <p:cNvCxnSpPr>
            <a:cxnSpLocks/>
            <a:stCxn id="430" idx="1"/>
            <a:endCxn id="313" idx="3"/>
          </p:cNvCxnSpPr>
          <p:nvPr/>
        </p:nvCxnSpPr>
        <p:spPr>
          <a:xfrm flipH="1" flipV="1">
            <a:off x="6736924" y="4056119"/>
            <a:ext cx="2934867" cy="148357"/>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527" name="Group 526">
            <a:extLst>
              <a:ext uri="{FF2B5EF4-FFF2-40B4-BE49-F238E27FC236}">
                <a16:creationId xmlns:a16="http://schemas.microsoft.com/office/drawing/2014/main" id="{A14DE603-C8F9-A3CA-78EA-999535CF762F}"/>
              </a:ext>
            </a:extLst>
          </p:cNvPr>
          <p:cNvGrpSpPr/>
          <p:nvPr/>
        </p:nvGrpSpPr>
        <p:grpSpPr>
          <a:xfrm>
            <a:off x="10662881" y="4315242"/>
            <a:ext cx="871904" cy="748695"/>
            <a:chOff x="4289254" y="3370808"/>
            <a:chExt cx="871904" cy="748695"/>
          </a:xfrm>
        </p:grpSpPr>
        <p:sp>
          <p:nvSpPr>
            <p:cNvPr id="528" name="Rectangle 527">
              <a:extLst>
                <a:ext uri="{FF2B5EF4-FFF2-40B4-BE49-F238E27FC236}">
                  <a16:creationId xmlns:a16="http://schemas.microsoft.com/office/drawing/2014/main" id="{07215C2C-5113-208B-5F68-D6B05E32A950}"/>
                </a:ext>
              </a:extLst>
            </p:cNvPr>
            <p:cNvSpPr/>
            <p:nvPr/>
          </p:nvSpPr>
          <p:spPr>
            <a:xfrm>
              <a:off x="4289254" y="3370808"/>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529" name="Right Triangle 528">
              <a:extLst>
                <a:ext uri="{FF2B5EF4-FFF2-40B4-BE49-F238E27FC236}">
                  <a16:creationId xmlns:a16="http://schemas.microsoft.com/office/drawing/2014/main" id="{552E587F-EEC0-9E14-70B7-50A5A54FC5E9}"/>
                </a:ext>
              </a:extLst>
            </p:cNvPr>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30" name="Group 529">
              <a:extLst>
                <a:ext uri="{FF2B5EF4-FFF2-40B4-BE49-F238E27FC236}">
                  <a16:creationId xmlns:a16="http://schemas.microsoft.com/office/drawing/2014/main" id="{5C9F2B72-236A-2018-E28B-5FCB286BAB1C}"/>
                </a:ext>
              </a:extLst>
            </p:cNvPr>
            <p:cNvGrpSpPr/>
            <p:nvPr/>
          </p:nvGrpSpPr>
          <p:grpSpPr>
            <a:xfrm>
              <a:off x="5098569" y="3381257"/>
              <a:ext cx="45719" cy="75385"/>
              <a:chOff x="3883481" y="2057400"/>
              <a:chExt cx="1608363" cy="2652031"/>
            </a:xfrm>
            <a:solidFill>
              <a:srgbClr val="A6A6A6"/>
            </a:solidFill>
          </p:grpSpPr>
          <p:sp>
            <p:nvSpPr>
              <p:cNvPr id="531" name="Oval 27">
                <a:extLst>
                  <a:ext uri="{FF2B5EF4-FFF2-40B4-BE49-F238E27FC236}">
                    <a16:creationId xmlns:a16="http://schemas.microsoft.com/office/drawing/2014/main" id="{677F243D-7AFE-2DD9-25D4-17D96A67573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2" name="Oval 28">
                <a:extLst>
                  <a:ext uri="{FF2B5EF4-FFF2-40B4-BE49-F238E27FC236}">
                    <a16:creationId xmlns:a16="http://schemas.microsoft.com/office/drawing/2014/main" id="{32D72FE0-41E6-ECA1-27DF-E0EE76ABEE5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534" name="Straight Arrow Connector 533">
            <a:extLst>
              <a:ext uri="{FF2B5EF4-FFF2-40B4-BE49-F238E27FC236}">
                <a16:creationId xmlns:a16="http://schemas.microsoft.com/office/drawing/2014/main" id="{8E8C2947-E6ED-8418-1A31-7620F9AF7076}"/>
              </a:ext>
            </a:extLst>
          </p:cNvPr>
          <p:cNvCxnSpPr>
            <a:cxnSpLocks/>
            <a:stCxn id="430" idx="0"/>
            <a:endCxn id="419" idx="2"/>
          </p:cNvCxnSpPr>
          <p:nvPr/>
        </p:nvCxnSpPr>
        <p:spPr>
          <a:xfrm flipV="1">
            <a:off x="10107743" y="2354183"/>
            <a:ext cx="74765" cy="1475945"/>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35" name="Straight Arrow Connector 534">
            <a:extLst>
              <a:ext uri="{FF2B5EF4-FFF2-40B4-BE49-F238E27FC236}">
                <a16:creationId xmlns:a16="http://schemas.microsoft.com/office/drawing/2014/main" id="{DEB78A1A-E71E-4DCA-A217-1D2EE63A6A8B}"/>
              </a:ext>
            </a:extLst>
          </p:cNvPr>
          <p:cNvCxnSpPr>
            <a:cxnSpLocks/>
            <a:stCxn id="307" idx="3"/>
            <a:endCxn id="419" idx="1"/>
          </p:cNvCxnSpPr>
          <p:nvPr/>
        </p:nvCxnSpPr>
        <p:spPr>
          <a:xfrm flipV="1">
            <a:off x="4770294" y="1979836"/>
            <a:ext cx="4976262" cy="1728165"/>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36" name="Straight Arrow Connector 535">
            <a:extLst>
              <a:ext uri="{FF2B5EF4-FFF2-40B4-BE49-F238E27FC236}">
                <a16:creationId xmlns:a16="http://schemas.microsoft.com/office/drawing/2014/main" id="{B0D8FD92-65E2-33A1-3C5A-863CE47EC161}"/>
              </a:ext>
            </a:extLst>
          </p:cNvPr>
          <p:cNvCxnSpPr>
            <a:cxnSpLocks/>
            <a:stCxn id="492" idx="0"/>
            <a:endCxn id="419" idx="2"/>
          </p:cNvCxnSpPr>
          <p:nvPr/>
        </p:nvCxnSpPr>
        <p:spPr>
          <a:xfrm flipH="1" flipV="1">
            <a:off x="10182508" y="2354183"/>
            <a:ext cx="1397531" cy="967883"/>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37" name="Straight Arrow Connector 536">
            <a:extLst>
              <a:ext uri="{FF2B5EF4-FFF2-40B4-BE49-F238E27FC236}">
                <a16:creationId xmlns:a16="http://schemas.microsoft.com/office/drawing/2014/main" id="{4262A2CE-0BA3-96F3-1A7B-533BA7632268}"/>
              </a:ext>
            </a:extLst>
          </p:cNvPr>
          <p:cNvCxnSpPr>
            <a:cxnSpLocks/>
            <a:stCxn id="430" idx="3"/>
            <a:endCxn id="492" idx="1"/>
          </p:cNvCxnSpPr>
          <p:nvPr/>
        </p:nvCxnSpPr>
        <p:spPr>
          <a:xfrm flipV="1">
            <a:off x="10543695" y="3696414"/>
            <a:ext cx="600392" cy="50806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38" name="Straight Arrow Connector 537">
            <a:extLst>
              <a:ext uri="{FF2B5EF4-FFF2-40B4-BE49-F238E27FC236}">
                <a16:creationId xmlns:a16="http://schemas.microsoft.com/office/drawing/2014/main" id="{E10FA5AB-D7F0-ACE6-BA2B-1E758DE1C4CE}"/>
              </a:ext>
            </a:extLst>
          </p:cNvPr>
          <p:cNvCxnSpPr>
            <a:cxnSpLocks/>
            <a:stCxn id="419" idx="2"/>
            <a:endCxn id="528" idx="0"/>
          </p:cNvCxnSpPr>
          <p:nvPr/>
        </p:nvCxnSpPr>
        <p:spPr>
          <a:xfrm>
            <a:off x="10182508" y="2354183"/>
            <a:ext cx="916325" cy="1961059"/>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39" name="Straight Arrow Connector 538">
            <a:extLst>
              <a:ext uri="{FF2B5EF4-FFF2-40B4-BE49-F238E27FC236}">
                <a16:creationId xmlns:a16="http://schemas.microsoft.com/office/drawing/2014/main" id="{9C404C7D-CFAC-EE45-F7CE-19FBA97C72C3}"/>
              </a:ext>
            </a:extLst>
          </p:cNvPr>
          <p:cNvCxnSpPr>
            <a:cxnSpLocks/>
            <a:stCxn id="492" idx="2"/>
            <a:endCxn id="528" idx="3"/>
          </p:cNvCxnSpPr>
          <p:nvPr/>
        </p:nvCxnSpPr>
        <p:spPr>
          <a:xfrm flipH="1">
            <a:off x="11534785" y="4070761"/>
            <a:ext cx="45254" cy="618829"/>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40" name="Straight Arrow Connector 539">
            <a:extLst>
              <a:ext uri="{FF2B5EF4-FFF2-40B4-BE49-F238E27FC236}">
                <a16:creationId xmlns:a16="http://schemas.microsoft.com/office/drawing/2014/main" id="{EB076829-AB3A-18BE-4728-8134C9C2FE63}"/>
              </a:ext>
            </a:extLst>
          </p:cNvPr>
          <p:cNvCxnSpPr>
            <a:cxnSpLocks/>
            <a:stCxn id="481" idx="1"/>
            <a:endCxn id="419" idx="0"/>
          </p:cNvCxnSpPr>
          <p:nvPr/>
        </p:nvCxnSpPr>
        <p:spPr>
          <a:xfrm flipH="1">
            <a:off x="10182508" y="1100640"/>
            <a:ext cx="353265" cy="504848"/>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41" name="Straight Arrow Connector 540">
            <a:extLst>
              <a:ext uri="{FF2B5EF4-FFF2-40B4-BE49-F238E27FC236}">
                <a16:creationId xmlns:a16="http://schemas.microsoft.com/office/drawing/2014/main" id="{5978FB62-99D2-DF4E-9173-8DA1F66221E2}"/>
              </a:ext>
            </a:extLst>
          </p:cNvPr>
          <p:cNvCxnSpPr>
            <a:cxnSpLocks/>
            <a:stCxn id="486" idx="1"/>
            <a:endCxn id="419" idx="3"/>
          </p:cNvCxnSpPr>
          <p:nvPr/>
        </p:nvCxnSpPr>
        <p:spPr>
          <a:xfrm flipH="1" flipV="1">
            <a:off x="10618460" y="1979836"/>
            <a:ext cx="576241" cy="23089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42" name="Straight Arrow Connector 541">
            <a:extLst>
              <a:ext uri="{FF2B5EF4-FFF2-40B4-BE49-F238E27FC236}">
                <a16:creationId xmlns:a16="http://schemas.microsoft.com/office/drawing/2014/main" id="{1DFBB816-D9E7-E3EE-D97A-CB65B22ABC6B}"/>
              </a:ext>
            </a:extLst>
          </p:cNvPr>
          <p:cNvCxnSpPr>
            <a:cxnSpLocks/>
            <a:stCxn id="492" idx="0"/>
            <a:endCxn id="481" idx="2"/>
          </p:cNvCxnSpPr>
          <p:nvPr/>
        </p:nvCxnSpPr>
        <p:spPr>
          <a:xfrm flipH="1" flipV="1">
            <a:off x="10971725" y="1474987"/>
            <a:ext cx="608314" cy="1847079"/>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43" name="Straight Arrow Connector 542">
            <a:extLst>
              <a:ext uri="{FF2B5EF4-FFF2-40B4-BE49-F238E27FC236}">
                <a16:creationId xmlns:a16="http://schemas.microsoft.com/office/drawing/2014/main" id="{83A8B084-9635-A640-C3E9-0E18B8AD978F}"/>
              </a:ext>
            </a:extLst>
          </p:cNvPr>
          <p:cNvCxnSpPr>
            <a:cxnSpLocks/>
            <a:stCxn id="492" idx="0"/>
            <a:endCxn id="486" idx="2"/>
          </p:cNvCxnSpPr>
          <p:nvPr/>
        </p:nvCxnSpPr>
        <p:spPr>
          <a:xfrm flipV="1">
            <a:off x="11580039" y="2585075"/>
            <a:ext cx="50614" cy="736991"/>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44" name="Straight Arrow Connector 543">
            <a:extLst>
              <a:ext uri="{FF2B5EF4-FFF2-40B4-BE49-F238E27FC236}">
                <a16:creationId xmlns:a16="http://schemas.microsoft.com/office/drawing/2014/main" id="{C6DD6CAD-AE73-5D6D-384B-BA4E6F3F6019}"/>
              </a:ext>
            </a:extLst>
          </p:cNvPr>
          <p:cNvCxnSpPr>
            <a:cxnSpLocks/>
            <a:stCxn id="486" idx="2"/>
            <a:endCxn id="528" idx="0"/>
          </p:cNvCxnSpPr>
          <p:nvPr/>
        </p:nvCxnSpPr>
        <p:spPr>
          <a:xfrm flipH="1">
            <a:off x="11098833" y="2585075"/>
            <a:ext cx="531820" cy="1730167"/>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45" name="Straight Arrow Connector 544">
            <a:extLst>
              <a:ext uri="{FF2B5EF4-FFF2-40B4-BE49-F238E27FC236}">
                <a16:creationId xmlns:a16="http://schemas.microsoft.com/office/drawing/2014/main" id="{19488DF2-6BC5-67B4-32A3-FB31D50081E7}"/>
              </a:ext>
            </a:extLst>
          </p:cNvPr>
          <p:cNvCxnSpPr>
            <a:cxnSpLocks/>
            <a:stCxn id="481" idx="2"/>
            <a:endCxn id="528" idx="0"/>
          </p:cNvCxnSpPr>
          <p:nvPr/>
        </p:nvCxnSpPr>
        <p:spPr>
          <a:xfrm>
            <a:off x="10971725" y="1474987"/>
            <a:ext cx="127108" cy="2840255"/>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46" name="Rectangle 545">
            <a:extLst>
              <a:ext uri="{FF2B5EF4-FFF2-40B4-BE49-F238E27FC236}">
                <a16:creationId xmlns:a16="http://schemas.microsoft.com/office/drawing/2014/main" id="{81C2BD7A-573B-9C2D-01E8-C25C817941AA}"/>
              </a:ext>
            </a:extLst>
          </p:cNvPr>
          <p:cNvSpPr/>
          <p:nvPr/>
        </p:nvSpPr>
        <p:spPr>
          <a:xfrm>
            <a:off x="356476" y="0"/>
            <a:ext cx="4474700" cy="5512700"/>
          </a:xfrm>
          <a:prstGeom prst="rect">
            <a:avLst/>
          </a:prstGeom>
          <a:noFill/>
          <a:ln w="41275" cap="rnd">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7" name="TextBox 546">
            <a:extLst>
              <a:ext uri="{FF2B5EF4-FFF2-40B4-BE49-F238E27FC236}">
                <a16:creationId xmlns:a16="http://schemas.microsoft.com/office/drawing/2014/main" id="{FEAE7167-CADD-48F2-FFB4-1C46C2292631}"/>
              </a:ext>
            </a:extLst>
          </p:cNvPr>
          <p:cNvSpPr txBox="1"/>
          <p:nvPr/>
        </p:nvSpPr>
        <p:spPr>
          <a:xfrm>
            <a:off x="1315999" y="5514226"/>
            <a:ext cx="22429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white"/>
                </a:solidFill>
                <a:effectLst/>
                <a:uLnTx/>
                <a:uFillTx/>
                <a:latin typeface="Century Gothic" panose="020B0502020202020204" pitchFamily="34" charset="0"/>
                <a:ea typeface="+mn-ea"/>
                <a:cs typeface="+mn-cs"/>
              </a:rPr>
              <a:t>Shared Metadata</a:t>
            </a: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 </a:t>
            </a:r>
          </a:p>
        </p:txBody>
      </p:sp>
      <p:sp>
        <p:nvSpPr>
          <p:cNvPr id="548" name="Rectangle 547">
            <a:extLst>
              <a:ext uri="{FF2B5EF4-FFF2-40B4-BE49-F238E27FC236}">
                <a16:creationId xmlns:a16="http://schemas.microsoft.com/office/drawing/2014/main" id="{9B6C42F6-49B2-E7EB-4DA3-BA80601EE8AC}"/>
              </a:ext>
            </a:extLst>
          </p:cNvPr>
          <p:cNvSpPr/>
          <p:nvPr/>
        </p:nvSpPr>
        <p:spPr>
          <a:xfrm>
            <a:off x="3872519" y="679371"/>
            <a:ext cx="5734872" cy="4473142"/>
          </a:xfrm>
          <a:prstGeom prst="rect">
            <a:avLst/>
          </a:prstGeom>
          <a:noFill/>
          <a:ln w="41275" cap="rnd">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9" name="TextBox 548">
            <a:extLst>
              <a:ext uri="{FF2B5EF4-FFF2-40B4-BE49-F238E27FC236}">
                <a16:creationId xmlns:a16="http://schemas.microsoft.com/office/drawing/2014/main" id="{38E61111-E2FD-C50D-1E15-14D0A42706B9}"/>
              </a:ext>
            </a:extLst>
          </p:cNvPr>
          <p:cNvSpPr txBox="1"/>
          <p:nvPr/>
        </p:nvSpPr>
        <p:spPr>
          <a:xfrm>
            <a:off x="6544422" y="5218817"/>
            <a:ext cx="306526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white"/>
                </a:solidFill>
                <a:effectLst/>
                <a:uLnTx/>
                <a:uFillTx/>
                <a:latin typeface="Century Gothic" panose="020B0502020202020204" pitchFamily="34" charset="0"/>
                <a:ea typeface="+mn-ea"/>
                <a:cs typeface="+mn-cs"/>
              </a:rPr>
              <a:t>Intelligent Security Graph</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37543E42-111E-2003-55DB-92F539AEC32A}"/>
              </a:ext>
            </a:extLst>
          </p:cNvPr>
          <p:cNvSpPr/>
          <p:nvPr/>
        </p:nvSpPr>
        <p:spPr>
          <a:xfrm>
            <a:off x="9585218" y="546100"/>
            <a:ext cx="2529161" cy="4606413"/>
          </a:xfrm>
          <a:prstGeom prst="rect">
            <a:avLst/>
          </a:prstGeom>
          <a:noFill/>
          <a:ln w="41275" cap="rnd">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1" name="TextBox 550">
            <a:extLst>
              <a:ext uri="{FF2B5EF4-FFF2-40B4-BE49-F238E27FC236}">
                <a16:creationId xmlns:a16="http://schemas.microsoft.com/office/drawing/2014/main" id="{9120C330-2FF4-E112-9522-C202EC25B2A1}"/>
              </a:ext>
            </a:extLst>
          </p:cNvPr>
          <p:cNvSpPr txBox="1"/>
          <p:nvPr/>
        </p:nvSpPr>
        <p:spPr>
          <a:xfrm>
            <a:off x="9536653" y="5197627"/>
            <a:ext cx="273985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white"/>
                </a:solidFill>
                <a:effectLst/>
                <a:uLnTx/>
                <a:uFillTx/>
                <a:latin typeface="Century Gothic" panose="020B0502020202020204" pitchFamily="34" charset="0"/>
                <a:ea typeface="+mn-ea"/>
                <a:cs typeface="+mn-cs"/>
              </a:rPr>
              <a:t>Azure Active Directory</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0625259C-B2A9-99D1-049C-8CCB1E915272}"/>
              </a:ext>
            </a:extLst>
          </p:cNvPr>
          <p:cNvGrpSpPr/>
          <p:nvPr/>
        </p:nvGrpSpPr>
        <p:grpSpPr>
          <a:xfrm>
            <a:off x="2618463" y="83923"/>
            <a:ext cx="871904" cy="749109"/>
            <a:chOff x="3298169" y="1729402"/>
            <a:chExt cx="871904" cy="749109"/>
          </a:xfrm>
        </p:grpSpPr>
        <p:sp>
          <p:nvSpPr>
            <p:cNvPr id="8" name="Rectangle 7">
              <a:extLst>
                <a:ext uri="{FF2B5EF4-FFF2-40B4-BE49-F238E27FC236}">
                  <a16:creationId xmlns:a16="http://schemas.microsoft.com/office/drawing/2014/main" id="{7D6A69A7-EB75-73B8-FD3A-56380588AEC5}"/>
                </a:ext>
              </a:extLst>
            </p:cNvPr>
            <p:cNvSpPr/>
            <p:nvPr/>
          </p:nvSpPr>
          <p:spPr>
            <a:xfrm>
              <a:off x="3298169" y="1729816"/>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11" name="Right Triangle 10">
              <a:extLst>
                <a:ext uri="{FF2B5EF4-FFF2-40B4-BE49-F238E27FC236}">
                  <a16:creationId xmlns:a16="http://schemas.microsoft.com/office/drawing/2014/main" id="{BC58F3F7-AA3B-436D-F993-525810634E60}"/>
                </a:ext>
              </a:extLst>
            </p:cNvPr>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Oval 27">
              <a:extLst>
                <a:ext uri="{FF2B5EF4-FFF2-40B4-BE49-F238E27FC236}">
                  <a16:creationId xmlns:a16="http://schemas.microsoft.com/office/drawing/2014/main" id="{CA9071BC-8F59-0FC6-4516-5042C7738FA2}"/>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Oval 28">
              <a:extLst>
                <a:ext uri="{FF2B5EF4-FFF2-40B4-BE49-F238E27FC236}">
                  <a16:creationId xmlns:a16="http://schemas.microsoft.com/office/drawing/2014/main" id="{70804EF4-F7A3-84EC-C981-C456028CD348}"/>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cxnSp>
        <p:nvCxnSpPr>
          <p:cNvPr id="19" name="Straight Arrow Connector 18">
            <a:extLst>
              <a:ext uri="{FF2B5EF4-FFF2-40B4-BE49-F238E27FC236}">
                <a16:creationId xmlns:a16="http://schemas.microsoft.com/office/drawing/2014/main" id="{4D8810F5-73F4-4519-4EE4-9A0230A13344}"/>
              </a:ext>
            </a:extLst>
          </p:cNvPr>
          <p:cNvCxnSpPr>
            <a:cxnSpLocks/>
            <a:stCxn id="447" idx="3"/>
            <a:endCxn id="8" idx="2"/>
          </p:cNvCxnSpPr>
          <p:nvPr/>
        </p:nvCxnSpPr>
        <p:spPr>
          <a:xfrm>
            <a:off x="1287378" y="627356"/>
            <a:ext cx="1767037" cy="205676"/>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26" name="Straight Arrow Connector 25">
            <a:extLst>
              <a:ext uri="{FF2B5EF4-FFF2-40B4-BE49-F238E27FC236}">
                <a16:creationId xmlns:a16="http://schemas.microsoft.com/office/drawing/2014/main" id="{E4DF0590-C7E7-F2EC-AF7F-F5F37F23E6FB}"/>
              </a:ext>
            </a:extLst>
          </p:cNvPr>
          <p:cNvCxnSpPr>
            <a:cxnSpLocks/>
            <a:stCxn id="447" idx="3"/>
            <a:endCxn id="283" idx="2"/>
          </p:cNvCxnSpPr>
          <p:nvPr/>
        </p:nvCxnSpPr>
        <p:spPr>
          <a:xfrm>
            <a:off x="1287378" y="627356"/>
            <a:ext cx="709044" cy="245960"/>
          </a:xfrm>
          <a:prstGeom prst="straightConnector1">
            <a:avLst/>
          </a:prstGeom>
          <a:ln w="50800">
            <a:solidFill>
              <a:srgbClr val="0078D4"/>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8" name="Straight Arrow Connector 107">
            <a:extLst>
              <a:ext uri="{FF2B5EF4-FFF2-40B4-BE49-F238E27FC236}">
                <a16:creationId xmlns:a16="http://schemas.microsoft.com/office/drawing/2014/main" id="{39D7C7F2-6E05-317F-311C-195315519772}"/>
              </a:ext>
            </a:extLst>
          </p:cNvPr>
          <p:cNvCxnSpPr>
            <a:cxnSpLocks/>
            <a:stCxn id="368" idx="1"/>
            <a:endCxn id="362" idx="2"/>
          </p:cNvCxnSpPr>
          <p:nvPr/>
        </p:nvCxnSpPr>
        <p:spPr>
          <a:xfrm flipH="1" flipV="1">
            <a:off x="5714978" y="2739456"/>
            <a:ext cx="1359488" cy="79238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pic>
        <p:nvPicPr>
          <p:cNvPr id="3" name="Picture 2">
            <a:hlinkClick r:id="rId8" action="ppaction://hlinksldjump"/>
            <a:extLst>
              <a:ext uri="{FF2B5EF4-FFF2-40B4-BE49-F238E27FC236}">
                <a16:creationId xmlns:a16="http://schemas.microsoft.com/office/drawing/2014/main" id="{6F4AD6D4-DD04-16F8-6FFC-357BC247530E}"/>
              </a:ext>
            </a:extLst>
          </p:cNvPr>
          <p:cNvPicPr>
            <a:picLocks noChangeAspect="1"/>
          </p:cNvPicPr>
          <p:nvPr/>
        </p:nvPicPr>
        <p:blipFill>
          <a:blip r:embed="rId9"/>
          <a:stretch>
            <a:fillRect/>
          </a:stretch>
        </p:blipFill>
        <p:spPr>
          <a:xfrm>
            <a:off x="0" y="0"/>
            <a:ext cx="211626" cy="6858000"/>
          </a:xfrm>
          <a:prstGeom prst="rect">
            <a:avLst/>
          </a:prstGeom>
        </p:spPr>
      </p:pic>
    </p:spTree>
    <p:extLst>
      <p:ext uri="{BB962C8B-B14F-4D97-AF65-F5344CB8AC3E}">
        <p14:creationId xmlns:p14="http://schemas.microsoft.com/office/powerpoint/2010/main" val="418530023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7"/>
                                        </p:tgtEl>
                                        <p:attrNameLst>
                                          <p:attrName>style.visibility</p:attrName>
                                        </p:attrNameLst>
                                      </p:cBhvr>
                                      <p:to>
                                        <p:strVal val="visible"/>
                                      </p:to>
                                    </p:set>
                                    <p:animEffect transition="in" filter="fade">
                                      <p:cBhvr>
                                        <p:cTn id="7" dur="500"/>
                                        <p:tgtEl>
                                          <p:spTgt spid="54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46"/>
                                        </p:tgtEl>
                                        <p:attrNameLst>
                                          <p:attrName>style.visibility</p:attrName>
                                        </p:attrNameLst>
                                      </p:cBhvr>
                                      <p:to>
                                        <p:strVal val="visible"/>
                                      </p:to>
                                    </p:set>
                                    <p:animEffect transition="in" filter="fade">
                                      <p:cBhvr>
                                        <p:cTn id="10" dur="500"/>
                                        <p:tgtEl>
                                          <p:spTgt spid="546"/>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xit" presetSubtype="0" fill="hold" grpId="1" nodeType="clickEffect">
                                  <p:stCondLst>
                                    <p:cond delay="0"/>
                                  </p:stCondLst>
                                  <p:childTnLst>
                                    <p:animEffect transition="out" filter="fade">
                                      <p:cBhvr>
                                        <p:cTn id="14" dur="500"/>
                                        <p:tgtEl>
                                          <p:spTgt spid="547"/>
                                        </p:tgtEl>
                                      </p:cBhvr>
                                    </p:animEffect>
                                    <p:set>
                                      <p:cBhvr>
                                        <p:cTn id="15" dur="1" fill="hold">
                                          <p:stCondLst>
                                            <p:cond delay="499"/>
                                          </p:stCondLst>
                                        </p:cTn>
                                        <p:tgtEl>
                                          <p:spTgt spid="547"/>
                                        </p:tgtEl>
                                        <p:attrNameLst>
                                          <p:attrName>style.visibility</p:attrName>
                                        </p:attrNameLst>
                                      </p:cBhvr>
                                      <p:to>
                                        <p:strVal val="hidden"/>
                                      </p:to>
                                    </p:set>
                                  </p:childTnLst>
                                </p:cTn>
                              </p:par>
                              <p:par>
                                <p:cTn id="16" presetID="10" presetClass="exit" presetSubtype="0" fill="hold" grpId="1" nodeType="withEffect">
                                  <p:stCondLst>
                                    <p:cond delay="0"/>
                                  </p:stCondLst>
                                  <p:childTnLst>
                                    <p:animEffect transition="out" filter="fade">
                                      <p:cBhvr>
                                        <p:cTn id="17" dur="500"/>
                                        <p:tgtEl>
                                          <p:spTgt spid="546"/>
                                        </p:tgtEl>
                                      </p:cBhvr>
                                    </p:animEffect>
                                    <p:set>
                                      <p:cBhvr>
                                        <p:cTn id="18" dur="1" fill="hold">
                                          <p:stCondLst>
                                            <p:cond delay="499"/>
                                          </p:stCondLst>
                                        </p:cTn>
                                        <p:tgtEl>
                                          <p:spTgt spid="546"/>
                                        </p:tgtEl>
                                        <p:attrNameLst>
                                          <p:attrName>style.visibility</p:attrName>
                                        </p:attrNameLst>
                                      </p:cBhvr>
                                      <p:to>
                                        <p:strVal val="hidden"/>
                                      </p:to>
                                    </p:set>
                                  </p:childTnLst>
                                </p:cTn>
                              </p:par>
                            </p:childTnLst>
                          </p:cTn>
                        </p:par>
                        <p:par>
                          <p:cTn id="19" fill="hold">
                            <p:stCondLst>
                              <p:cond delay="500"/>
                            </p:stCondLst>
                            <p:childTnLst>
                              <p:par>
                                <p:cTn id="20" presetID="10" presetClass="entr" presetSubtype="0" fill="hold" grpId="0" nodeType="afterEffect">
                                  <p:stCondLst>
                                    <p:cond delay="0"/>
                                  </p:stCondLst>
                                  <p:childTnLst>
                                    <p:set>
                                      <p:cBhvr>
                                        <p:cTn id="21" dur="1" fill="hold">
                                          <p:stCondLst>
                                            <p:cond delay="0"/>
                                          </p:stCondLst>
                                        </p:cTn>
                                        <p:tgtEl>
                                          <p:spTgt spid="548"/>
                                        </p:tgtEl>
                                        <p:attrNameLst>
                                          <p:attrName>style.visibility</p:attrName>
                                        </p:attrNameLst>
                                      </p:cBhvr>
                                      <p:to>
                                        <p:strVal val="visible"/>
                                      </p:to>
                                    </p:set>
                                    <p:animEffect transition="in" filter="fade">
                                      <p:cBhvr>
                                        <p:cTn id="22" dur="500"/>
                                        <p:tgtEl>
                                          <p:spTgt spid="548"/>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549"/>
                                        </p:tgtEl>
                                        <p:attrNameLst>
                                          <p:attrName>style.visibility</p:attrName>
                                        </p:attrNameLst>
                                      </p:cBhvr>
                                      <p:to>
                                        <p:strVal val="visible"/>
                                      </p:to>
                                    </p:set>
                                    <p:animEffect transition="in" filter="fade">
                                      <p:cBhvr>
                                        <p:cTn id="25" dur="500"/>
                                        <p:tgtEl>
                                          <p:spTgt spid="549"/>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xit" presetSubtype="0" fill="hold" grpId="1" nodeType="clickEffect">
                                  <p:stCondLst>
                                    <p:cond delay="0"/>
                                  </p:stCondLst>
                                  <p:childTnLst>
                                    <p:animEffect transition="out" filter="fade">
                                      <p:cBhvr>
                                        <p:cTn id="29" dur="500"/>
                                        <p:tgtEl>
                                          <p:spTgt spid="548"/>
                                        </p:tgtEl>
                                      </p:cBhvr>
                                    </p:animEffect>
                                    <p:set>
                                      <p:cBhvr>
                                        <p:cTn id="30" dur="1" fill="hold">
                                          <p:stCondLst>
                                            <p:cond delay="499"/>
                                          </p:stCondLst>
                                        </p:cTn>
                                        <p:tgtEl>
                                          <p:spTgt spid="548"/>
                                        </p:tgtEl>
                                        <p:attrNameLst>
                                          <p:attrName>style.visibility</p:attrName>
                                        </p:attrNameLst>
                                      </p:cBhvr>
                                      <p:to>
                                        <p:strVal val="hidden"/>
                                      </p:to>
                                    </p:set>
                                  </p:childTnLst>
                                </p:cTn>
                              </p:par>
                              <p:par>
                                <p:cTn id="31" presetID="10" presetClass="exit" presetSubtype="0" fill="hold" grpId="1" nodeType="withEffect">
                                  <p:stCondLst>
                                    <p:cond delay="0"/>
                                  </p:stCondLst>
                                  <p:childTnLst>
                                    <p:animEffect transition="out" filter="fade">
                                      <p:cBhvr>
                                        <p:cTn id="32" dur="500"/>
                                        <p:tgtEl>
                                          <p:spTgt spid="549"/>
                                        </p:tgtEl>
                                      </p:cBhvr>
                                    </p:animEffect>
                                    <p:set>
                                      <p:cBhvr>
                                        <p:cTn id="33" dur="1" fill="hold">
                                          <p:stCondLst>
                                            <p:cond delay="499"/>
                                          </p:stCondLst>
                                        </p:cTn>
                                        <p:tgtEl>
                                          <p:spTgt spid="549"/>
                                        </p:tgtEl>
                                        <p:attrNameLst>
                                          <p:attrName>style.visibility</p:attrName>
                                        </p:attrNameLst>
                                      </p:cBhvr>
                                      <p:to>
                                        <p:strVal val="hidden"/>
                                      </p:to>
                                    </p:set>
                                  </p:childTnLst>
                                </p:cTn>
                              </p:par>
                            </p:childTnLst>
                          </p:cTn>
                        </p:par>
                        <p:par>
                          <p:cTn id="34" fill="hold">
                            <p:stCondLst>
                              <p:cond delay="500"/>
                            </p:stCondLst>
                            <p:childTnLst>
                              <p:par>
                                <p:cTn id="35" presetID="10" presetClass="entr" presetSubtype="0" fill="hold" grpId="0" nodeType="afterEffect">
                                  <p:stCondLst>
                                    <p:cond delay="0"/>
                                  </p:stCondLst>
                                  <p:childTnLst>
                                    <p:set>
                                      <p:cBhvr>
                                        <p:cTn id="36" dur="1" fill="hold">
                                          <p:stCondLst>
                                            <p:cond delay="0"/>
                                          </p:stCondLst>
                                        </p:cTn>
                                        <p:tgtEl>
                                          <p:spTgt spid="550"/>
                                        </p:tgtEl>
                                        <p:attrNameLst>
                                          <p:attrName>style.visibility</p:attrName>
                                        </p:attrNameLst>
                                      </p:cBhvr>
                                      <p:to>
                                        <p:strVal val="visible"/>
                                      </p:to>
                                    </p:set>
                                    <p:animEffect transition="in" filter="fade">
                                      <p:cBhvr>
                                        <p:cTn id="37" dur="500"/>
                                        <p:tgtEl>
                                          <p:spTgt spid="550"/>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551"/>
                                        </p:tgtEl>
                                        <p:attrNameLst>
                                          <p:attrName>style.visibility</p:attrName>
                                        </p:attrNameLst>
                                      </p:cBhvr>
                                      <p:to>
                                        <p:strVal val="visible"/>
                                      </p:to>
                                    </p:set>
                                    <p:animEffect transition="in" filter="fade">
                                      <p:cBhvr>
                                        <p:cTn id="40" dur="500"/>
                                        <p:tgtEl>
                                          <p:spTgt spid="551"/>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xit" presetSubtype="0" fill="hold" grpId="1" nodeType="clickEffect">
                                  <p:stCondLst>
                                    <p:cond delay="0"/>
                                  </p:stCondLst>
                                  <p:childTnLst>
                                    <p:animEffect transition="out" filter="fade">
                                      <p:cBhvr>
                                        <p:cTn id="44" dur="500"/>
                                        <p:tgtEl>
                                          <p:spTgt spid="550"/>
                                        </p:tgtEl>
                                      </p:cBhvr>
                                    </p:animEffect>
                                    <p:set>
                                      <p:cBhvr>
                                        <p:cTn id="45" dur="1" fill="hold">
                                          <p:stCondLst>
                                            <p:cond delay="499"/>
                                          </p:stCondLst>
                                        </p:cTn>
                                        <p:tgtEl>
                                          <p:spTgt spid="550"/>
                                        </p:tgtEl>
                                        <p:attrNameLst>
                                          <p:attrName>style.visibility</p:attrName>
                                        </p:attrNameLst>
                                      </p:cBhvr>
                                      <p:to>
                                        <p:strVal val="hidden"/>
                                      </p:to>
                                    </p:set>
                                  </p:childTnLst>
                                </p:cTn>
                              </p:par>
                              <p:par>
                                <p:cTn id="46" presetID="10" presetClass="exit" presetSubtype="0" fill="hold" grpId="1" nodeType="withEffect">
                                  <p:stCondLst>
                                    <p:cond delay="0"/>
                                  </p:stCondLst>
                                  <p:childTnLst>
                                    <p:animEffect transition="out" filter="fade">
                                      <p:cBhvr>
                                        <p:cTn id="47" dur="500"/>
                                        <p:tgtEl>
                                          <p:spTgt spid="551"/>
                                        </p:tgtEl>
                                      </p:cBhvr>
                                    </p:animEffect>
                                    <p:set>
                                      <p:cBhvr>
                                        <p:cTn id="48" dur="1" fill="hold">
                                          <p:stCondLst>
                                            <p:cond delay="499"/>
                                          </p:stCondLst>
                                        </p:cTn>
                                        <p:tgtEl>
                                          <p:spTgt spid="55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P spid="546" grpId="1" animBg="1"/>
      <p:bldP spid="547" grpId="0"/>
      <p:bldP spid="547" grpId="1"/>
      <p:bldP spid="548" grpId="0" animBg="1"/>
      <p:bldP spid="548" grpId="1" animBg="1"/>
      <p:bldP spid="549" grpId="0"/>
      <p:bldP spid="549" grpId="1"/>
      <p:bldP spid="550" grpId="0" animBg="1"/>
      <p:bldP spid="550" grpId="1" animBg="1"/>
      <p:bldP spid="551" grpId="0"/>
      <p:bldP spid="551" grpId="1"/>
    </p:bldLst>
  </p:timing>
</p:sld>
</file>

<file path=ppt/slides/slide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F7C42629-BD28-9F9C-C515-C6DC1DB1409B}"/>
              </a:ext>
            </a:extLst>
          </p:cNvPr>
          <p:cNvGrpSpPr/>
          <p:nvPr/>
        </p:nvGrpSpPr>
        <p:grpSpPr>
          <a:xfrm>
            <a:off x="3298169" y="1729402"/>
            <a:ext cx="871904" cy="749109"/>
            <a:chOff x="3298169" y="1729402"/>
            <a:chExt cx="871904" cy="749109"/>
          </a:xfrm>
        </p:grpSpPr>
        <p:sp>
          <p:nvSpPr>
            <p:cNvPr id="3" name="Rectangle 2">
              <a:extLst>
                <a:ext uri="{FF2B5EF4-FFF2-40B4-BE49-F238E27FC236}">
                  <a16:creationId xmlns:a16="http://schemas.microsoft.com/office/drawing/2014/main" id="{CE2B7971-F4FD-6818-468E-8F619F82DDCD}"/>
                </a:ext>
              </a:extLst>
            </p:cNvPr>
            <p:cNvSpPr/>
            <p:nvPr/>
          </p:nvSpPr>
          <p:spPr>
            <a:xfrm>
              <a:off x="3298169" y="1729816"/>
              <a:ext cx="871904" cy="748695"/>
            </a:xfrm>
            <a:prstGeom prst="rect">
              <a:avLst/>
            </a:prstGeom>
            <a:solidFill>
              <a:srgbClr val="C6C6C6">
                <a:alpha val="15000"/>
              </a:srgbClr>
            </a:solidFill>
            <a:ln>
              <a:solidFill>
                <a:schemeClr val="bg1">
                  <a:lumMod val="65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eDiscovery (Standard)</a:t>
              </a:r>
            </a:p>
          </p:txBody>
        </p:sp>
        <p:sp>
          <p:nvSpPr>
            <p:cNvPr id="4" name="Right Triangle 3">
              <a:extLst>
                <a:ext uri="{FF2B5EF4-FFF2-40B4-BE49-F238E27FC236}">
                  <a16:creationId xmlns:a16="http://schemas.microsoft.com/office/drawing/2014/main" id="{C9C72C5F-7759-C1C7-231A-EE09AD05FCED}"/>
                </a:ext>
              </a:extLst>
            </p:cNvPr>
            <p:cNvSpPr/>
            <p:nvPr/>
          </p:nvSpPr>
          <p:spPr>
            <a:xfrm rot="10800000">
              <a:off x="4022248" y="1729402"/>
              <a:ext cx="141513" cy="141513"/>
            </a:xfrm>
            <a:prstGeom prst="rtTriangle">
              <a:avLst/>
            </a:prstGeom>
            <a:solidFill>
              <a:srgbClr val="A6A6A6">
                <a:alpha val="15000"/>
              </a:srgbClr>
            </a:solidFill>
            <a:ln w="0">
              <a:solidFill>
                <a:schemeClr val="bg1">
                  <a:lumMod val="65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Oval 27">
              <a:extLst>
                <a:ext uri="{FF2B5EF4-FFF2-40B4-BE49-F238E27FC236}">
                  <a16:creationId xmlns:a16="http://schemas.microsoft.com/office/drawing/2014/main" id="{91491CA0-3613-8BCD-268E-A9B2676DAF8D}"/>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bg1">
                  <a:lumMod val="65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Oval 28">
              <a:extLst>
                <a:ext uri="{FF2B5EF4-FFF2-40B4-BE49-F238E27FC236}">
                  <a16:creationId xmlns:a16="http://schemas.microsoft.com/office/drawing/2014/main" id="{17649098-43D0-7D34-BC61-0428148661FD}"/>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bg1">
                  <a:lumMod val="65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3CB17D68-FA41-4929-AA37-6FDF53B7BEF2}"/>
              </a:ext>
            </a:extLst>
          </p:cNvPr>
          <p:cNvSpPr txBox="1"/>
          <p:nvPr/>
        </p:nvSpPr>
        <p:spPr>
          <a:xfrm>
            <a:off x="3294263" y="71489"/>
            <a:ext cx="5818944"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Security Information and Event Management &amp; Security Orchestration And Response (SIEM+SOAR)</a:t>
            </a:r>
          </a:p>
        </p:txBody>
      </p:sp>
      <p:sp>
        <p:nvSpPr>
          <p:cNvPr id="89" name="Rectangle 88">
            <a:hlinkClick r:id="rId3" action="ppaction://hlinksldjump"/>
            <a:hlinkHover r:id="rId3" action="ppaction://hlinksldjump"/>
            <a:extLst>
              <a:ext uri="{FF2B5EF4-FFF2-40B4-BE49-F238E27FC236}">
                <a16:creationId xmlns:a16="http://schemas.microsoft.com/office/drawing/2014/main" id="{E74039F2-8E32-4843-97FD-0443DDF261A3}"/>
              </a:ext>
            </a:extLst>
          </p:cNvPr>
          <p:cNvSpPr/>
          <p:nvPr/>
        </p:nvSpPr>
        <p:spPr>
          <a:xfrm>
            <a:off x="291937" y="5830526"/>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Configuration, Management and Use</a:t>
            </a:r>
          </a:p>
        </p:txBody>
      </p:sp>
      <p:sp>
        <p:nvSpPr>
          <p:cNvPr id="94" name="Rectangle 93">
            <a:hlinkClick r:id="rId4" action="ppaction://hlinksldjump"/>
            <a:hlinkHover r:id="rId4" action="ppaction://hlinksldjump"/>
            <a:extLst>
              <a:ext uri="{FF2B5EF4-FFF2-40B4-BE49-F238E27FC236}">
                <a16:creationId xmlns:a16="http://schemas.microsoft.com/office/drawing/2014/main" id="{F163F59B-1298-4014-B903-44E0FCB512D2}"/>
              </a:ext>
            </a:extLst>
          </p:cNvPr>
          <p:cNvSpPr/>
          <p:nvPr/>
        </p:nvSpPr>
        <p:spPr>
          <a:xfrm>
            <a:off x="2678901" y="5830528"/>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Shared Encryption</a:t>
            </a:r>
          </a:p>
        </p:txBody>
      </p:sp>
      <p:sp>
        <p:nvSpPr>
          <p:cNvPr id="97" name="Rectangle 96">
            <a:hlinkClick r:id="rId5" action="ppaction://hlinksldjump"/>
            <a:hlinkHover r:id="rId5" action="ppaction://hlinksldjump"/>
            <a:extLst>
              <a:ext uri="{FF2B5EF4-FFF2-40B4-BE49-F238E27FC236}">
                <a16:creationId xmlns:a16="http://schemas.microsoft.com/office/drawing/2014/main" id="{6157B5BE-C06C-4FA1-AE6D-8CA9A8040A22}"/>
              </a:ext>
            </a:extLst>
          </p:cNvPr>
          <p:cNvSpPr/>
          <p:nvPr/>
        </p:nvSpPr>
        <p:spPr>
          <a:xfrm>
            <a:off x="5065865" y="5830527"/>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Shared Signals and Context</a:t>
            </a:r>
          </a:p>
        </p:txBody>
      </p:sp>
      <p:sp>
        <p:nvSpPr>
          <p:cNvPr id="98" name="Rectangle 97">
            <a:hlinkClick r:id="rId6" action="ppaction://hlinksldjump"/>
            <a:hlinkHover r:id="rId6" action="ppaction://hlinksldjump"/>
            <a:extLst>
              <a:ext uri="{FF2B5EF4-FFF2-40B4-BE49-F238E27FC236}">
                <a16:creationId xmlns:a16="http://schemas.microsoft.com/office/drawing/2014/main" id="{E27573B0-1C61-4262-9761-0A33741B540D}"/>
              </a:ext>
            </a:extLst>
          </p:cNvPr>
          <p:cNvSpPr/>
          <p:nvPr/>
        </p:nvSpPr>
        <p:spPr>
          <a:xfrm>
            <a:off x="9839792" y="5827723"/>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All</a:t>
            </a:r>
          </a:p>
        </p:txBody>
      </p:sp>
      <p:sp>
        <p:nvSpPr>
          <p:cNvPr id="99" name="Rectangle 98">
            <a:hlinkClick r:id="rId7" action="ppaction://hlinksldjump"/>
            <a:hlinkHover r:id="rId7" action="ppaction://hlinksldjump"/>
            <a:extLst>
              <a:ext uri="{FF2B5EF4-FFF2-40B4-BE49-F238E27FC236}">
                <a16:creationId xmlns:a16="http://schemas.microsoft.com/office/drawing/2014/main" id="{A0C5C401-1DA4-4C51-AE96-F6A9A611A5E2}"/>
              </a:ext>
            </a:extLst>
          </p:cNvPr>
          <p:cNvSpPr/>
          <p:nvPr/>
        </p:nvSpPr>
        <p:spPr>
          <a:xfrm>
            <a:off x="7452829" y="5830526"/>
            <a:ext cx="2294261" cy="838226"/>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Information and Event Management + Security Orchestration And Response</a:t>
            </a:r>
          </a:p>
        </p:txBody>
      </p:sp>
      <p:grpSp>
        <p:nvGrpSpPr>
          <p:cNvPr id="9" name="Group 8">
            <a:extLst>
              <a:ext uri="{FF2B5EF4-FFF2-40B4-BE49-F238E27FC236}">
                <a16:creationId xmlns:a16="http://schemas.microsoft.com/office/drawing/2014/main" id="{043F9845-8286-E81E-D5EB-20BCEC7C1746}"/>
              </a:ext>
            </a:extLst>
          </p:cNvPr>
          <p:cNvGrpSpPr/>
          <p:nvPr/>
        </p:nvGrpSpPr>
        <p:grpSpPr>
          <a:xfrm>
            <a:off x="4289254" y="4191922"/>
            <a:ext cx="871904" cy="748695"/>
            <a:chOff x="4289254" y="4191922"/>
            <a:chExt cx="871904" cy="748695"/>
          </a:xfrm>
        </p:grpSpPr>
        <p:sp>
          <p:nvSpPr>
            <p:cNvPr id="10" name="Rectangle 9">
              <a:extLst>
                <a:ext uri="{FF2B5EF4-FFF2-40B4-BE49-F238E27FC236}">
                  <a16:creationId xmlns:a16="http://schemas.microsoft.com/office/drawing/2014/main" id="{D61507B2-516E-092E-A82A-A24F9D019DF3}"/>
                </a:ext>
              </a:extLst>
            </p:cNvPr>
            <p:cNvSpPr/>
            <p:nvPr/>
          </p:nvSpPr>
          <p:spPr>
            <a:xfrm>
              <a:off x="428925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Surface Secure Boot</a:t>
              </a:r>
            </a:p>
          </p:txBody>
        </p:sp>
        <p:sp>
          <p:nvSpPr>
            <p:cNvPr id="11" name="Cylinder 10">
              <a:extLst>
                <a:ext uri="{FF2B5EF4-FFF2-40B4-BE49-F238E27FC236}">
                  <a16:creationId xmlns:a16="http://schemas.microsoft.com/office/drawing/2014/main" id="{BBF8DD09-7420-65E0-21E3-3BD826E9B466}"/>
                </a:ext>
              </a:extLst>
            </p:cNvPr>
            <p:cNvSpPr/>
            <p:nvPr/>
          </p:nvSpPr>
          <p:spPr>
            <a:xfrm>
              <a:off x="5072324" y="4191922"/>
              <a:ext cx="88834" cy="133034"/>
            </a:xfrm>
            <a:prstGeom prst="can">
              <a:avLst/>
            </a:prstGeom>
            <a:solidFill>
              <a:srgbClr val="99330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13" name="Group 12">
            <a:extLst>
              <a:ext uri="{FF2B5EF4-FFF2-40B4-BE49-F238E27FC236}">
                <a16:creationId xmlns:a16="http://schemas.microsoft.com/office/drawing/2014/main" id="{C8A75375-9DBD-EDB6-496F-903FD238E76A}"/>
              </a:ext>
            </a:extLst>
          </p:cNvPr>
          <p:cNvGrpSpPr/>
          <p:nvPr/>
        </p:nvGrpSpPr>
        <p:grpSpPr>
          <a:xfrm>
            <a:off x="3298169" y="4191922"/>
            <a:ext cx="871904" cy="748695"/>
            <a:chOff x="3298169" y="4191922"/>
            <a:chExt cx="871904" cy="748695"/>
          </a:xfrm>
        </p:grpSpPr>
        <p:sp>
          <p:nvSpPr>
            <p:cNvPr id="15" name="Rectangle 14">
              <a:extLst>
                <a:ext uri="{FF2B5EF4-FFF2-40B4-BE49-F238E27FC236}">
                  <a16:creationId xmlns:a16="http://schemas.microsoft.com/office/drawing/2014/main" id="{09D15B06-877C-47BC-9107-A542D2AF4ECA}"/>
                </a:ext>
              </a:extLst>
            </p:cNvPr>
            <p:cNvSpPr/>
            <p:nvPr/>
          </p:nvSpPr>
          <p:spPr>
            <a:xfrm>
              <a:off x="3298169"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Pluton Security Processors</a:t>
              </a:r>
            </a:p>
          </p:txBody>
        </p:sp>
        <p:sp>
          <p:nvSpPr>
            <p:cNvPr id="16" name="Cylinder 15">
              <a:extLst>
                <a:ext uri="{FF2B5EF4-FFF2-40B4-BE49-F238E27FC236}">
                  <a16:creationId xmlns:a16="http://schemas.microsoft.com/office/drawing/2014/main" id="{4CE89119-8F87-D846-3EDE-F73170BA43EF}"/>
                </a:ext>
              </a:extLst>
            </p:cNvPr>
            <p:cNvSpPr/>
            <p:nvPr/>
          </p:nvSpPr>
          <p:spPr>
            <a:xfrm>
              <a:off x="4081239" y="4191922"/>
              <a:ext cx="88834" cy="133034"/>
            </a:xfrm>
            <a:prstGeom prst="can">
              <a:avLst/>
            </a:prstGeom>
            <a:solidFill>
              <a:srgbClr val="99330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18" name="Group 17">
            <a:extLst>
              <a:ext uri="{FF2B5EF4-FFF2-40B4-BE49-F238E27FC236}">
                <a16:creationId xmlns:a16="http://schemas.microsoft.com/office/drawing/2014/main" id="{5032D3F9-F033-D8F7-8F06-A04A321E05B2}"/>
              </a:ext>
            </a:extLst>
          </p:cNvPr>
          <p:cNvGrpSpPr/>
          <p:nvPr/>
        </p:nvGrpSpPr>
        <p:grpSpPr>
          <a:xfrm>
            <a:off x="4289254" y="5012622"/>
            <a:ext cx="871904" cy="748695"/>
            <a:chOff x="4289254" y="5012622"/>
            <a:chExt cx="871904" cy="748695"/>
          </a:xfrm>
        </p:grpSpPr>
        <p:sp>
          <p:nvSpPr>
            <p:cNvPr id="27" name="Rectangle 26">
              <a:extLst>
                <a:ext uri="{FF2B5EF4-FFF2-40B4-BE49-F238E27FC236}">
                  <a16:creationId xmlns:a16="http://schemas.microsoft.com/office/drawing/2014/main" id="{78396FD6-FA9C-64F3-B391-0EC35D71753F}"/>
                </a:ext>
              </a:extLst>
            </p:cNvPr>
            <p:cNvSpPr/>
            <p:nvPr/>
          </p:nvSpPr>
          <p:spPr>
            <a:xfrm>
              <a:off x="4289254"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Device Firmware Configuration Interface</a:t>
              </a:r>
            </a:p>
          </p:txBody>
        </p:sp>
        <p:sp>
          <p:nvSpPr>
            <p:cNvPr id="28" name="Cylinder 27">
              <a:extLst>
                <a:ext uri="{FF2B5EF4-FFF2-40B4-BE49-F238E27FC236}">
                  <a16:creationId xmlns:a16="http://schemas.microsoft.com/office/drawing/2014/main" id="{FECD7A06-ACC6-7C68-3B3D-2D7C8B5A5EEC}"/>
                </a:ext>
              </a:extLst>
            </p:cNvPr>
            <p:cNvSpPr/>
            <p:nvPr/>
          </p:nvSpPr>
          <p:spPr>
            <a:xfrm>
              <a:off x="5072324" y="5012622"/>
              <a:ext cx="88834" cy="133034"/>
            </a:xfrm>
            <a:prstGeom prst="can">
              <a:avLst/>
            </a:prstGeom>
            <a:solidFill>
              <a:srgbClr val="99330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9" name="Group 28">
            <a:extLst>
              <a:ext uri="{FF2B5EF4-FFF2-40B4-BE49-F238E27FC236}">
                <a16:creationId xmlns:a16="http://schemas.microsoft.com/office/drawing/2014/main" id="{43B882A1-4981-4C17-88DE-00EAB584BAAC}"/>
              </a:ext>
            </a:extLst>
          </p:cNvPr>
          <p:cNvGrpSpPr/>
          <p:nvPr/>
        </p:nvGrpSpPr>
        <p:grpSpPr>
          <a:xfrm>
            <a:off x="3298169" y="5012622"/>
            <a:ext cx="871904" cy="748695"/>
            <a:chOff x="3298169" y="5012622"/>
            <a:chExt cx="871904" cy="748695"/>
          </a:xfrm>
        </p:grpSpPr>
        <p:sp>
          <p:nvSpPr>
            <p:cNvPr id="30" name="Rectangle 29">
              <a:extLst>
                <a:ext uri="{FF2B5EF4-FFF2-40B4-BE49-F238E27FC236}">
                  <a16:creationId xmlns:a16="http://schemas.microsoft.com/office/drawing/2014/main" id="{41576419-66BF-041E-E615-8123B9747BCB}"/>
                </a:ext>
              </a:extLst>
            </p:cNvPr>
            <p:cNvSpPr/>
            <p:nvPr/>
          </p:nvSpPr>
          <p:spPr>
            <a:xfrm>
              <a:off x="3298169"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Surface Enterprise Management Mode</a:t>
              </a:r>
            </a:p>
          </p:txBody>
        </p:sp>
        <p:sp>
          <p:nvSpPr>
            <p:cNvPr id="31" name="Cylinder 30">
              <a:extLst>
                <a:ext uri="{FF2B5EF4-FFF2-40B4-BE49-F238E27FC236}">
                  <a16:creationId xmlns:a16="http://schemas.microsoft.com/office/drawing/2014/main" id="{ECD68C13-D304-F8DA-666B-C4329EEDCC94}"/>
                </a:ext>
              </a:extLst>
            </p:cNvPr>
            <p:cNvSpPr/>
            <p:nvPr/>
          </p:nvSpPr>
          <p:spPr>
            <a:xfrm>
              <a:off x="4081239" y="5012622"/>
              <a:ext cx="88834" cy="133034"/>
            </a:xfrm>
            <a:prstGeom prst="can">
              <a:avLst/>
            </a:prstGeom>
            <a:solidFill>
              <a:srgbClr val="99330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4" name="Group 33">
            <a:extLst>
              <a:ext uri="{FF2B5EF4-FFF2-40B4-BE49-F238E27FC236}">
                <a16:creationId xmlns:a16="http://schemas.microsoft.com/office/drawing/2014/main" id="{6559AAD1-CD33-5D1A-C0AB-1CB0E4F5CDAD}"/>
              </a:ext>
            </a:extLst>
          </p:cNvPr>
          <p:cNvGrpSpPr/>
          <p:nvPr/>
        </p:nvGrpSpPr>
        <p:grpSpPr>
          <a:xfrm>
            <a:off x="325745" y="88412"/>
            <a:ext cx="871904" cy="748695"/>
            <a:chOff x="325745" y="88412"/>
            <a:chExt cx="871904" cy="748695"/>
          </a:xfrm>
        </p:grpSpPr>
        <p:sp>
          <p:nvSpPr>
            <p:cNvPr id="37" name="Rectangle 36">
              <a:extLst>
                <a:ext uri="{FF2B5EF4-FFF2-40B4-BE49-F238E27FC236}">
                  <a16:creationId xmlns:a16="http://schemas.microsoft.com/office/drawing/2014/main" id="{9786D1DA-C702-C896-A1CE-78B3C99C9932}"/>
                </a:ext>
              </a:extLst>
            </p:cNvPr>
            <p:cNvSpPr/>
            <p:nvPr/>
          </p:nvSpPr>
          <p:spPr>
            <a:xfrm>
              <a:off x="325745" y="8841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Customer Lockbox</a:t>
              </a:r>
            </a:p>
          </p:txBody>
        </p:sp>
        <p:sp>
          <p:nvSpPr>
            <p:cNvPr id="38" name="Rectangle 37">
              <a:extLst>
                <a:ext uri="{FF2B5EF4-FFF2-40B4-BE49-F238E27FC236}">
                  <a16:creationId xmlns:a16="http://schemas.microsoft.com/office/drawing/2014/main" id="{43A9B7EB-361D-E4E5-7A2B-5CBEA1259BF5}"/>
                </a:ext>
              </a:extLst>
            </p:cNvPr>
            <p:cNvSpPr/>
            <p:nvPr/>
          </p:nvSpPr>
          <p:spPr>
            <a:xfrm flipV="1">
              <a:off x="1076521" y="88412"/>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41" name="Oval 15">
              <a:extLst>
                <a:ext uri="{FF2B5EF4-FFF2-40B4-BE49-F238E27FC236}">
                  <a16:creationId xmlns:a16="http://schemas.microsoft.com/office/drawing/2014/main" id="{F160B606-72AB-CB37-0D65-A2D5D624906A}"/>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42" name="Straight Connector 41">
              <a:extLst>
                <a:ext uri="{FF2B5EF4-FFF2-40B4-BE49-F238E27FC236}">
                  <a16:creationId xmlns:a16="http://schemas.microsoft.com/office/drawing/2014/main" id="{79D7009F-AC45-5CA7-E001-C29E427A080D}"/>
                </a:ext>
              </a:extLst>
            </p:cNvPr>
            <p:cNvCxnSpPr>
              <a:cxnSpLocks/>
              <a:stCxn id="41" idx="0"/>
            </p:cNvCxnSpPr>
            <p:nvPr/>
          </p:nvCxnSpPr>
          <p:spPr>
            <a:xfrm flipV="1">
              <a:off x="1116520" y="105005"/>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43" name="Straight Connector 42">
              <a:extLst>
                <a:ext uri="{FF2B5EF4-FFF2-40B4-BE49-F238E27FC236}">
                  <a16:creationId xmlns:a16="http://schemas.microsoft.com/office/drawing/2014/main" id="{25DEC0FF-6850-ED92-BC9C-2F022F51A5FD}"/>
                </a:ext>
              </a:extLst>
            </p:cNvPr>
            <p:cNvCxnSpPr>
              <a:cxnSpLocks/>
            </p:cNvCxnSpPr>
            <p:nvPr/>
          </p:nvCxnSpPr>
          <p:spPr>
            <a:xfrm>
              <a:off x="1123434" y="105005"/>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44" name="Group 43">
            <a:extLst>
              <a:ext uri="{FF2B5EF4-FFF2-40B4-BE49-F238E27FC236}">
                <a16:creationId xmlns:a16="http://schemas.microsoft.com/office/drawing/2014/main" id="{29D1F14B-D173-A13A-6E5E-786BE8080419}"/>
              </a:ext>
            </a:extLst>
          </p:cNvPr>
          <p:cNvGrpSpPr/>
          <p:nvPr/>
        </p:nvGrpSpPr>
        <p:grpSpPr>
          <a:xfrm>
            <a:off x="1315999" y="88412"/>
            <a:ext cx="871904" cy="748695"/>
            <a:chOff x="1315999" y="88412"/>
            <a:chExt cx="871904" cy="748695"/>
          </a:xfrm>
        </p:grpSpPr>
        <p:sp>
          <p:nvSpPr>
            <p:cNvPr id="45" name="Rectangle 44">
              <a:extLst>
                <a:ext uri="{FF2B5EF4-FFF2-40B4-BE49-F238E27FC236}">
                  <a16:creationId xmlns:a16="http://schemas.microsoft.com/office/drawing/2014/main" id="{53ACFD9F-A7A2-ACB6-CAED-59B9CDDDC5ED}"/>
                </a:ext>
              </a:extLst>
            </p:cNvPr>
            <p:cNvSpPr/>
            <p:nvPr/>
          </p:nvSpPr>
          <p:spPr>
            <a:xfrm>
              <a:off x="1315999" y="8841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Customer Key</a:t>
              </a:r>
            </a:p>
          </p:txBody>
        </p:sp>
        <p:sp>
          <p:nvSpPr>
            <p:cNvPr id="46" name="Rectangle 45">
              <a:extLst>
                <a:ext uri="{FF2B5EF4-FFF2-40B4-BE49-F238E27FC236}">
                  <a16:creationId xmlns:a16="http://schemas.microsoft.com/office/drawing/2014/main" id="{8A766A4A-0CB7-2F52-7FA6-F4FDC3B8EFB0}"/>
                </a:ext>
              </a:extLst>
            </p:cNvPr>
            <p:cNvSpPr/>
            <p:nvPr/>
          </p:nvSpPr>
          <p:spPr>
            <a:xfrm flipV="1">
              <a:off x="2065513" y="91975"/>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58" name="Oval 15">
              <a:extLst>
                <a:ext uri="{FF2B5EF4-FFF2-40B4-BE49-F238E27FC236}">
                  <a16:creationId xmlns:a16="http://schemas.microsoft.com/office/drawing/2014/main" id="{397FA6D4-B466-5FA3-BC5C-EE459BA7649A}"/>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73" name="Straight Connector 72">
              <a:extLst>
                <a:ext uri="{FF2B5EF4-FFF2-40B4-BE49-F238E27FC236}">
                  <a16:creationId xmlns:a16="http://schemas.microsoft.com/office/drawing/2014/main" id="{A905F37E-C2C9-CFFB-5D17-AC43050767F6}"/>
                </a:ext>
              </a:extLst>
            </p:cNvPr>
            <p:cNvCxnSpPr>
              <a:cxnSpLocks/>
              <a:stCxn id="58" idx="0"/>
            </p:cNvCxnSpPr>
            <p:nvPr/>
          </p:nvCxnSpPr>
          <p:spPr>
            <a:xfrm flipV="1">
              <a:off x="2105512" y="108568"/>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74" name="Straight Connector 73">
              <a:extLst>
                <a:ext uri="{FF2B5EF4-FFF2-40B4-BE49-F238E27FC236}">
                  <a16:creationId xmlns:a16="http://schemas.microsoft.com/office/drawing/2014/main" id="{35396076-605F-DBE5-35FB-BE4F2A96C09E}"/>
                </a:ext>
              </a:extLst>
            </p:cNvPr>
            <p:cNvCxnSpPr>
              <a:cxnSpLocks/>
            </p:cNvCxnSpPr>
            <p:nvPr/>
          </p:nvCxnSpPr>
          <p:spPr>
            <a:xfrm>
              <a:off x="2112426" y="108568"/>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76" name="Group 75">
            <a:extLst>
              <a:ext uri="{FF2B5EF4-FFF2-40B4-BE49-F238E27FC236}">
                <a16:creationId xmlns:a16="http://schemas.microsoft.com/office/drawing/2014/main" id="{CD52BC59-B6AC-9CCF-DE67-4D453B91D719}"/>
              </a:ext>
            </a:extLst>
          </p:cNvPr>
          <p:cNvGrpSpPr/>
          <p:nvPr/>
        </p:nvGrpSpPr>
        <p:grpSpPr>
          <a:xfrm>
            <a:off x="3298169" y="909114"/>
            <a:ext cx="871904" cy="748695"/>
            <a:chOff x="3298169" y="909114"/>
            <a:chExt cx="871904" cy="748695"/>
          </a:xfrm>
        </p:grpSpPr>
        <p:sp>
          <p:nvSpPr>
            <p:cNvPr id="77" name="Rectangle 76">
              <a:extLst>
                <a:ext uri="{FF2B5EF4-FFF2-40B4-BE49-F238E27FC236}">
                  <a16:creationId xmlns:a16="http://schemas.microsoft.com/office/drawing/2014/main" id="{0F3BC889-FF39-5FCC-E39A-1DBC12FB8C6D}"/>
                </a:ext>
              </a:extLst>
            </p:cNvPr>
            <p:cNvSpPr/>
            <p:nvPr/>
          </p:nvSpPr>
          <p:spPr>
            <a:xfrm>
              <a:off x="3298169" y="909114"/>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Teams Data Loss Prevention</a:t>
              </a:r>
            </a:p>
          </p:txBody>
        </p:sp>
        <p:sp>
          <p:nvSpPr>
            <p:cNvPr id="79" name="Rectangle 78">
              <a:extLst>
                <a:ext uri="{FF2B5EF4-FFF2-40B4-BE49-F238E27FC236}">
                  <a16:creationId xmlns:a16="http://schemas.microsoft.com/office/drawing/2014/main" id="{2868DAED-7350-2D1B-6100-5F295D37A7DB}"/>
                </a:ext>
              </a:extLst>
            </p:cNvPr>
            <p:cNvSpPr/>
            <p:nvPr/>
          </p:nvSpPr>
          <p:spPr>
            <a:xfrm flipV="1">
              <a:off x="4043182" y="919817"/>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80" name="Oval 15">
              <a:extLst>
                <a:ext uri="{FF2B5EF4-FFF2-40B4-BE49-F238E27FC236}">
                  <a16:creationId xmlns:a16="http://schemas.microsoft.com/office/drawing/2014/main" id="{A8FD463E-A2FD-9C59-1080-937CCF003039}"/>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81" name="Straight Connector 80">
              <a:extLst>
                <a:ext uri="{FF2B5EF4-FFF2-40B4-BE49-F238E27FC236}">
                  <a16:creationId xmlns:a16="http://schemas.microsoft.com/office/drawing/2014/main" id="{66070CD0-4C27-E570-0F4A-85ED4FADA1C2}"/>
                </a:ext>
              </a:extLst>
            </p:cNvPr>
            <p:cNvCxnSpPr>
              <a:cxnSpLocks/>
              <a:stCxn id="80" idx="0"/>
            </p:cNvCxnSpPr>
            <p:nvPr/>
          </p:nvCxnSpPr>
          <p:spPr>
            <a:xfrm flipV="1">
              <a:off x="4083181" y="936410"/>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82" name="Straight Connector 81">
              <a:extLst>
                <a:ext uri="{FF2B5EF4-FFF2-40B4-BE49-F238E27FC236}">
                  <a16:creationId xmlns:a16="http://schemas.microsoft.com/office/drawing/2014/main" id="{C463C069-F781-3F84-2D6E-64A744AC474D}"/>
                </a:ext>
              </a:extLst>
            </p:cNvPr>
            <p:cNvCxnSpPr>
              <a:cxnSpLocks/>
            </p:cNvCxnSpPr>
            <p:nvPr/>
          </p:nvCxnSpPr>
          <p:spPr>
            <a:xfrm>
              <a:off x="4090095" y="936410"/>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2AF0F2ED-7A5E-AA8F-6E1F-A2245D9FC2D7}"/>
              </a:ext>
            </a:extLst>
          </p:cNvPr>
          <p:cNvGrpSpPr/>
          <p:nvPr/>
        </p:nvGrpSpPr>
        <p:grpSpPr>
          <a:xfrm>
            <a:off x="2307084" y="1729816"/>
            <a:ext cx="871904" cy="748695"/>
            <a:chOff x="2307084" y="1729816"/>
            <a:chExt cx="871904" cy="748695"/>
          </a:xfrm>
        </p:grpSpPr>
        <p:sp>
          <p:nvSpPr>
            <p:cNvPr id="106" name="Rectangle 105">
              <a:extLst>
                <a:ext uri="{FF2B5EF4-FFF2-40B4-BE49-F238E27FC236}">
                  <a16:creationId xmlns:a16="http://schemas.microsoft.com/office/drawing/2014/main" id="{2D8D4AD7-73CF-4EB4-E776-5C3981FA276D}"/>
                </a:ext>
              </a:extLst>
            </p:cNvPr>
            <p:cNvSpPr/>
            <p:nvPr/>
          </p:nvSpPr>
          <p:spPr>
            <a:xfrm>
              <a:off x="2307084" y="1729816"/>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Advanced Data Classification</a:t>
              </a:r>
            </a:p>
          </p:txBody>
        </p:sp>
        <p:sp>
          <p:nvSpPr>
            <p:cNvPr id="107" name="Rectangle 106">
              <a:extLst>
                <a:ext uri="{FF2B5EF4-FFF2-40B4-BE49-F238E27FC236}">
                  <a16:creationId xmlns:a16="http://schemas.microsoft.com/office/drawing/2014/main" id="{D49E5942-A3C9-980A-8146-3C6467901752}"/>
                </a:ext>
              </a:extLst>
            </p:cNvPr>
            <p:cNvSpPr/>
            <p:nvPr/>
          </p:nvSpPr>
          <p:spPr>
            <a:xfrm flipV="1">
              <a:off x="3054190" y="1738225"/>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08" name="Oval 15">
              <a:extLst>
                <a:ext uri="{FF2B5EF4-FFF2-40B4-BE49-F238E27FC236}">
                  <a16:creationId xmlns:a16="http://schemas.microsoft.com/office/drawing/2014/main" id="{1E97B89F-AA15-0056-AA38-E34044EA92CB}"/>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09" name="Straight Connector 108">
              <a:extLst>
                <a:ext uri="{FF2B5EF4-FFF2-40B4-BE49-F238E27FC236}">
                  <a16:creationId xmlns:a16="http://schemas.microsoft.com/office/drawing/2014/main" id="{17C6B88A-63BD-B3C8-7342-1194A6B55BB7}"/>
                </a:ext>
              </a:extLst>
            </p:cNvPr>
            <p:cNvCxnSpPr>
              <a:cxnSpLocks/>
              <a:stCxn id="108" idx="0"/>
            </p:cNvCxnSpPr>
            <p:nvPr/>
          </p:nvCxnSpPr>
          <p:spPr>
            <a:xfrm flipV="1">
              <a:off x="3094189" y="1754818"/>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10" name="Straight Connector 109">
              <a:extLst>
                <a:ext uri="{FF2B5EF4-FFF2-40B4-BE49-F238E27FC236}">
                  <a16:creationId xmlns:a16="http://schemas.microsoft.com/office/drawing/2014/main" id="{E903B0E4-5B8A-49B3-859F-DEDA1BA962DD}"/>
                </a:ext>
              </a:extLst>
            </p:cNvPr>
            <p:cNvCxnSpPr>
              <a:cxnSpLocks/>
            </p:cNvCxnSpPr>
            <p:nvPr/>
          </p:nvCxnSpPr>
          <p:spPr>
            <a:xfrm>
              <a:off x="3101103" y="1754818"/>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17" name="Group 116">
            <a:extLst>
              <a:ext uri="{FF2B5EF4-FFF2-40B4-BE49-F238E27FC236}">
                <a16:creationId xmlns:a16="http://schemas.microsoft.com/office/drawing/2014/main" id="{58896DFD-734A-AFD4-76EE-12801C032DFF}"/>
              </a:ext>
            </a:extLst>
          </p:cNvPr>
          <p:cNvGrpSpPr/>
          <p:nvPr/>
        </p:nvGrpSpPr>
        <p:grpSpPr>
          <a:xfrm>
            <a:off x="4289254" y="909114"/>
            <a:ext cx="871904" cy="748695"/>
            <a:chOff x="4289254" y="909114"/>
            <a:chExt cx="871904" cy="748695"/>
          </a:xfrm>
        </p:grpSpPr>
        <p:sp>
          <p:nvSpPr>
            <p:cNvPr id="118" name="Rectangle 117">
              <a:extLst>
                <a:ext uri="{FF2B5EF4-FFF2-40B4-BE49-F238E27FC236}">
                  <a16:creationId xmlns:a16="http://schemas.microsoft.com/office/drawing/2014/main" id="{930EF935-AD6A-8313-37AC-CB3BCCF9EE7F}"/>
                </a:ext>
              </a:extLst>
            </p:cNvPr>
            <p:cNvSpPr/>
            <p:nvPr/>
          </p:nvSpPr>
          <p:spPr>
            <a:xfrm>
              <a:off x="4289254" y="909114"/>
              <a:ext cx="871904" cy="748695"/>
            </a:xfrm>
            <a:prstGeom prst="rect">
              <a:avLst/>
            </a:prstGeom>
            <a:solidFill>
              <a:srgbClr val="C6C6C6">
                <a:alpha val="15000"/>
              </a:srgbClr>
            </a:solidFill>
            <a:ln w="31750" cap="flat" cmpd="sng" algn="ctr">
              <a:solidFill>
                <a:schemeClr val="accent1">
                  <a:shade val="50000"/>
                  <a:alpha val="15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Insider Risk Management</a:t>
              </a:r>
            </a:p>
          </p:txBody>
        </p:sp>
        <p:sp>
          <p:nvSpPr>
            <p:cNvPr id="119" name="Rectangle 118">
              <a:extLst>
                <a:ext uri="{FF2B5EF4-FFF2-40B4-BE49-F238E27FC236}">
                  <a16:creationId xmlns:a16="http://schemas.microsoft.com/office/drawing/2014/main" id="{679FBF5A-B865-ED22-7A64-FE0614F55092}"/>
                </a:ext>
              </a:extLst>
            </p:cNvPr>
            <p:cNvSpPr/>
            <p:nvPr/>
          </p:nvSpPr>
          <p:spPr>
            <a:xfrm flipV="1">
              <a:off x="5036005" y="916254"/>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20" name="Oval 15">
              <a:extLst>
                <a:ext uri="{FF2B5EF4-FFF2-40B4-BE49-F238E27FC236}">
                  <a16:creationId xmlns:a16="http://schemas.microsoft.com/office/drawing/2014/main" id="{E3A41000-E8C4-9527-8C15-1C6EC54A2941}"/>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21" name="Straight Connector 120">
              <a:extLst>
                <a:ext uri="{FF2B5EF4-FFF2-40B4-BE49-F238E27FC236}">
                  <a16:creationId xmlns:a16="http://schemas.microsoft.com/office/drawing/2014/main" id="{8DA93C22-F1C1-2981-4123-07CCD05D4962}"/>
                </a:ext>
              </a:extLst>
            </p:cNvPr>
            <p:cNvCxnSpPr>
              <a:cxnSpLocks/>
              <a:stCxn id="120" idx="0"/>
            </p:cNvCxnSpPr>
            <p:nvPr/>
          </p:nvCxnSpPr>
          <p:spPr>
            <a:xfrm flipV="1">
              <a:off x="5076004" y="932847"/>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22" name="Straight Connector 121">
              <a:extLst>
                <a:ext uri="{FF2B5EF4-FFF2-40B4-BE49-F238E27FC236}">
                  <a16:creationId xmlns:a16="http://schemas.microsoft.com/office/drawing/2014/main" id="{202AC8C0-4761-C3A1-D521-BA69122CD71F}"/>
                </a:ext>
              </a:extLst>
            </p:cNvPr>
            <p:cNvCxnSpPr>
              <a:cxnSpLocks/>
            </p:cNvCxnSpPr>
            <p:nvPr/>
          </p:nvCxnSpPr>
          <p:spPr>
            <a:xfrm>
              <a:off x="5082918" y="932847"/>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23" name="Group 122">
            <a:extLst>
              <a:ext uri="{FF2B5EF4-FFF2-40B4-BE49-F238E27FC236}">
                <a16:creationId xmlns:a16="http://schemas.microsoft.com/office/drawing/2014/main" id="{7E19A2DB-ECCF-892D-E890-68DD54A95A6E}"/>
              </a:ext>
            </a:extLst>
          </p:cNvPr>
          <p:cNvGrpSpPr/>
          <p:nvPr/>
        </p:nvGrpSpPr>
        <p:grpSpPr>
          <a:xfrm>
            <a:off x="5280339" y="909114"/>
            <a:ext cx="871904" cy="748695"/>
            <a:chOff x="5280339" y="909114"/>
            <a:chExt cx="871904" cy="748695"/>
          </a:xfrm>
        </p:grpSpPr>
        <p:sp>
          <p:nvSpPr>
            <p:cNvPr id="124" name="Rectangle 123">
              <a:extLst>
                <a:ext uri="{FF2B5EF4-FFF2-40B4-BE49-F238E27FC236}">
                  <a16:creationId xmlns:a16="http://schemas.microsoft.com/office/drawing/2014/main" id="{B4BFDF03-0082-CF53-E10A-FBEEDCBCBCAC}"/>
                </a:ext>
              </a:extLst>
            </p:cNvPr>
            <p:cNvSpPr/>
            <p:nvPr/>
          </p:nvSpPr>
          <p:spPr>
            <a:xfrm>
              <a:off x="5280339" y="909114"/>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Comms Compliance</a:t>
              </a:r>
            </a:p>
          </p:txBody>
        </p:sp>
        <p:sp>
          <p:nvSpPr>
            <p:cNvPr id="125" name="Rectangle 124">
              <a:extLst>
                <a:ext uri="{FF2B5EF4-FFF2-40B4-BE49-F238E27FC236}">
                  <a16:creationId xmlns:a16="http://schemas.microsoft.com/office/drawing/2014/main" id="{31AB60F9-F8A8-A863-29EC-4F56A159CAD9}"/>
                </a:ext>
              </a:extLst>
            </p:cNvPr>
            <p:cNvSpPr/>
            <p:nvPr/>
          </p:nvSpPr>
          <p:spPr>
            <a:xfrm flipV="1">
              <a:off x="6024997" y="919817"/>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26" name="Oval 15">
              <a:extLst>
                <a:ext uri="{FF2B5EF4-FFF2-40B4-BE49-F238E27FC236}">
                  <a16:creationId xmlns:a16="http://schemas.microsoft.com/office/drawing/2014/main" id="{9786BCE6-73AC-848C-3756-8A46ACCF7259}"/>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27" name="Straight Connector 126">
              <a:extLst>
                <a:ext uri="{FF2B5EF4-FFF2-40B4-BE49-F238E27FC236}">
                  <a16:creationId xmlns:a16="http://schemas.microsoft.com/office/drawing/2014/main" id="{5366A100-B1CB-85F7-4A4B-79372C706AC3}"/>
                </a:ext>
              </a:extLst>
            </p:cNvPr>
            <p:cNvCxnSpPr>
              <a:cxnSpLocks/>
              <a:stCxn id="126" idx="0"/>
            </p:cNvCxnSpPr>
            <p:nvPr/>
          </p:nvCxnSpPr>
          <p:spPr>
            <a:xfrm flipV="1">
              <a:off x="6064996" y="936410"/>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28" name="Straight Connector 127">
              <a:extLst>
                <a:ext uri="{FF2B5EF4-FFF2-40B4-BE49-F238E27FC236}">
                  <a16:creationId xmlns:a16="http://schemas.microsoft.com/office/drawing/2014/main" id="{52E2F22E-E2BF-0D56-E6C0-592DAB5B15AC}"/>
                </a:ext>
              </a:extLst>
            </p:cNvPr>
            <p:cNvCxnSpPr>
              <a:cxnSpLocks/>
            </p:cNvCxnSpPr>
            <p:nvPr/>
          </p:nvCxnSpPr>
          <p:spPr>
            <a:xfrm>
              <a:off x="6071910" y="936410"/>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29" name="Group 128">
            <a:extLst>
              <a:ext uri="{FF2B5EF4-FFF2-40B4-BE49-F238E27FC236}">
                <a16:creationId xmlns:a16="http://schemas.microsoft.com/office/drawing/2014/main" id="{6736BD42-9ED2-7B52-86F8-65CE863DBAD3}"/>
              </a:ext>
            </a:extLst>
          </p:cNvPr>
          <p:cNvGrpSpPr/>
          <p:nvPr/>
        </p:nvGrpSpPr>
        <p:grpSpPr>
          <a:xfrm>
            <a:off x="6271424" y="909114"/>
            <a:ext cx="872935" cy="748695"/>
            <a:chOff x="6271424" y="909114"/>
            <a:chExt cx="872935" cy="748695"/>
          </a:xfrm>
        </p:grpSpPr>
        <p:sp>
          <p:nvSpPr>
            <p:cNvPr id="131" name="Rectangle 130">
              <a:extLst>
                <a:ext uri="{FF2B5EF4-FFF2-40B4-BE49-F238E27FC236}">
                  <a16:creationId xmlns:a16="http://schemas.microsoft.com/office/drawing/2014/main" id="{CF6CC7C6-923F-683D-ABF4-B51691EF154B}"/>
                </a:ext>
              </a:extLst>
            </p:cNvPr>
            <p:cNvSpPr/>
            <p:nvPr/>
          </p:nvSpPr>
          <p:spPr>
            <a:xfrm>
              <a:off x="6271424" y="909114"/>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On-premises Data Loss Prevention</a:t>
              </a:r>
            </a:p>
          </p:txBody>
        </p:sp>
        <p:sp>
          <p:nvSpPr>
            <p:cNvPr id="132" name="Rectangle 131">
              <a:extLst>
                <a:ext uri="{FF2B5EF4-FFF2-40B4-BE49-F238E27FC236}">
                  <a16:creationId xmlns:a16="http://schemas.microsoft.com/office/drawing/2014/main" id="{F925883D-44DD-16F2-842F-91C195ECCE35}"/>
                </a:ext>
              </a:extLst>
            </p:cNvPr>
            <p:cNvSpPr/>
            <p:nvPr/>
          </p:nvSpPr>
          <p:spPr>
            <a:xfrm flipV="1">
              <a:off x="7023231" y="916254"/>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33" name="Oval 15">
              <a:extLst>
                <a:ext uri="{FF2B5EF4-FFF2-40B4-BE49-F238E27FC236}">
                  <a16:creationId xmlns:a16="http://schemas.microsoft.com/office/drawing/2014/main" id="{31B3F113-BB39-629D-43FB-147853B5CE0E}"/>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34" name="Straight Connector 133">
              <a:extLst>
                <a:ext uri="{FF2B5EF4-FFF2-40B4-BE49-F238E27FC236}">
                  <a16:creationId xmlns:a16="http://schemas.microsoft.com/office/drawing/2014/main" id="{60444C81-B711-84DA-3BF9-FBF74361DBC3}"/>
                </a:ext>
              </a:extLst>
            </p:cNvPr>
            <p:cNvCxnSpPr>
              <a:cxnSpLocks/>
              <a:stCxn id="133" idx="0"/>
            </p:cNvCxnSpPr>
            <p:nvPr/>
          </p:nvCxnSpPr>
          <p:spPr>
            <a:xfrm flipV="1">
              <a:off x="7063230" y="932847"/>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35" name="Straight Connector 134">
              <a:extLst>
                <a:ext uri="{FF2B5EF4-FFF2-40B4-BE49-F238E27FC236}">
                  <a16:creationId xmlns:a16="http://schemas.microsoft.com/office/drawing/2014/main" id="{1CD68BD8-69C1-A60E-29E9-892DF187A146}"/>
                </a:ext>
              </a:extLst>
            </p:cNvPr>
            <p:cNvCxnSpPr>
              <a:cxnSpLocks/>
            </p:cNvCxnSpPr>
            <p:nvPr/>
          </p:nvCxnSpPr>
          <p:spPr>
            <a:xfrm>
              <a:off x="7070144" y="932847"/>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36" name="Group 135">
            <a:extLst>
              <a:ext uri="{FF2B5EF4-FFF2-40B4-BE49-F238E27FC236}">
                <a16:creationId xmlns:a16="http://schemas.microsoft.com/office/drawing/2014/main" id="{B515C72E-817A-1BC7-BE89-0769184E89E6}"/>
              </a:ext>
            </a:extLst>
          </p:cNvPr>
          <p:cNvGrpSpPr/>
          <p:nvPr/>
        </p:nvGrpSpPr>
        <p:grpSpPr>
          <a:xfrm>
            <a:off x="7262509" y="909114"/>
            <a:ext cx="880368" cy="748695"/>
            <a:chOff x="7262509" y="909114"/>
            <a:chExt cx="880368" cy="748695"/>
          </a:xfrm>
        </p:grpSpPr>
        <p:sp>
          <p:nvSpPr>
            <p:cNvPr id="137" name="Rectangle 136">
              <a:extLst>
                <a:ext uri="{FF2B5EF4-FFF2-40B4-BE49-F238E27FC236}">
                  <a16:creationId xmlns:a16="http://schemas.microsoft.com/office/drawing/2014/main" id="{57587D9B-58FB-2616-2FC1-9419783626B5}"/>
                </a:ext>
              </a:extLst>
            </p:cNvPr>
            <p:cNvSpPr/>
            <p:nvPr/>
          </p:nvSpPr>
          <p:spPr>
            <a:xfrm>
              <a:off x="7262509" y="909114"/>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Privileged Access Management</a:t>
              </a:r>
            </a:p>
          </p:txBody>
        </p:sp>
        <p:sp>
          <p:nvSpPr>
            <p:cNvPr id="138" name="Rectangle 137">
              <a:extLst>
                <a:ext uri="{FF2B5EF4-FFF2-40B4-BE49-F238E27FC236}">
                  <a16:creationId xmlns:a16="http://schemas.microsoft.com/office/drawing/2014/main" id="{D038B31B-9CE1-87F6-A6A4-43FCCB343315}"/>
                </a:ext>
              </a:extLst>
            </p:cNvPr>
            <p:cNvSpPr/>
            <p:nvPr/>
          </p:nvSpPr>
          <p:spPr>
            <a:xfrm flipV="1">
              <a:off x="8021749" y="919817"/>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39" name="Oval 15">
              <a:extLst>
                <a:ext uri="{FF2B5EF4-FFF2-40B4-BE49-F238E27FC236}">
                  <a16:creationId xmlns:a16="http://schemas.microsoft.com/office/drawing/2014/main" id="{A9EA318A-3F38-E6CF-5F37-3147DECC6897}"/>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40" name="Straight Connector 139">
              <a:extLst>
                <a:ext uri="{FF2B5EF4-FFF2-40B4-BE49-F238E27FC236}">
                  <a16:creationId xmlns:a16="http://schemas.microsoft.com/office/drawing/2014/main" id="{E95B76F7-E434-6502-7817-34723BC3092A}"/>
                </a:ext>
              </a:extLst>
            </p:cNvPr>
            <p:cNvCxnSpPr>
              <a:cxnSpLocks/>
              <a:stCxn id="139" idx="0"/>
            </p:cNvCxnSpPr>
            <p:nvPr/>
          </p:nvCxnSpPr>
          <p:spPr>
            <a:xfrm flipV="1">
              <a:off x="8061748" y="936410"/>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41" name="Straight Connector 140">
              <a:extLst>
                <a:ext uri="{FF2B5EF4-FFF2-40B4-BE49-F238E27FC236}">
                  <a16:creationId xmlns:a16="http://schemas.microsoft.com/office/drawing/2014/main" id="{D57F3B91-F3D1-0D8B-500E-7B01FEC5FE32}"/>
                </a:ext>
              </a:extLst>
            </p:cNvPr>
            <p:cNvCxnSpPr>
              <a:cxnSpLocks/>
            </p:cNvCxnSpPr>
            <p:nvPr/>
          </p:nvCxnSpPr>
          <p:spPr>
            <a:xfrm>
              <a:off x="8068662" y="936410"/>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48" name="Group 147">
            <a:extLst>
              <a:ext uri="{FF2B5EF4-FFF2-40B4-BE49-F238E27FC236}">
                <a16:creationId xmlns:a16="http://schemas.microsoft.com/office/drawing/2014/main" id="{92F38744-DF5C-0D3A-99A2-77419428B77D}"/>
              </a:ext>
            </a:extLst>
          </p:cNvPr>
          <p:cNvGrpSpPr/>
          <p:nvPr/>
        </p:nvGrpSpPr>
        <p:grpSpPr>
          <a:xfrm>
            <a:off x="7262509" y="1729816"/>
            <a:ext cx="871904" cy="748695"/>
            <a:chOff x="7262509" y="1729816"/>
            <a:chExt cx="871904" cy="748695"/>
          </a:xfrm>
        </p:grpSpPr>
        <p:sp>
          <p:nvSpPr>
            <p:cNvPr id="149" name="Rectangle 148">
              <a:extLst>
                <a:ext uri="{FF2B5EF4-FFF2-40B4-BE49-F238E27FC236}">
                  <a16:creationId xmlns:a16="http://schemas.microsoft.com/office/drawing/2014/main" id="{59646BA0-86AF-A0D0-0B2F-23478D55177D}"/>
                </a:ext>
              </a:extLst>
            </p:cNvPr>
            <p:cNvSpPr/>
            <p:nvPr/>
          </p:nvSpPr>
          <p:spPr>
            <a:xfrm>
              <a:off x="7262509" y="1729816"/>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eDiscovery (Premium)</a:t>
              </a:r>
            </a:p>
          </p:txBody>
        </p:sp>
        <p:sp>
          <p:nvSpPr>
            <p:cNvPr id="150" name="Rectangle 149">
              <a:extLst>
                <a:ext uri="{FF2B5EF4-FFF2-40B4-BE49-F238E27FC236}">
                  <a16:creationId xmlns:a16="http://schemas.microsoft.com/office/drawing/2014/main" id="{19235C72-17E7-9F09-7F39-E2F6F6C440D5}"/>
                </a:ext>
              </a:extLst>
            </p:cNvPr>
            <p:cNvSpPr/>
            <p:nvPr/>
          </p:nvSpPr>
          <p:spPr>
            <a:xfrm flipV="1">
              <a:off x="8009340" y="1733514"/>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51" name="Oval 15">
              <a:extLst>
                <a:ext uri="{FF2B5EF4-FFF2-40B4-BE49-F238E27FC236}">
                  <a16:creationId xmlns:a16="http://schemas.microsoft.com/office/drawing/2014/main" id="{1E55AEB0-4109-5464-477C-F2A55576C4D0}"/>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52" name="Straight Connector 151">
              <a:extLst>
                <a:ext uri="{FF2B5EF4-FFF2-40B4-BE49-F238E27FC236}">
                  <a16:creationId xmlns:a16="http://schemas.microsoft.com/office/drawing/2014/main" id="{EC89EEFE-819C-1A41-5CC8-FC25E59D4E36}"/>
                </a:ext>
              </a:extLst>
            </p:cNvPr>
            <p:cNvCxnSpPr>
              <a:cxnSpLocks/>
              <a:stCxn id="151" idx="0"/>
            </p:cNvCxnSpPr>
            <p:nvPr/>
          </p:nvCxnSpPr>
          <p:spPr>
            <a:xfrm flipV="1">
              <a:off x="8049339" y="1750107"/>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53" name="Straight Connector 152">
              <a:extLst>
                <a:ext uri="{FF2B5EF4-FFF2-40B4-BE49-F238E27FC236}">
                  <a16:creationId xmlns:a16="http://schemas.microsoft.com/office/drawing/2014/main" id="{E783273C-01F8-AE26-075A-9992E4A596FE}"/>
                </a:ext>
              </a:extLst>
            </p:cNvPr>
            <p:cNvCxnSpPr>
              <a:cxnSpLocks/>
            </p:cNvCxnSpPr>
            <p:nvPr/>
          </p:nvCxnSpPr>
          <p:spPr>
            <a:xfrm>
              <a:off x="8056253" y="1750107"/>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54" name="Group 153">
            <a:extLst>
              <a:ext uri="{FF2B5EF4-FFF2-40B4-BE49-F238E27FC236}">
                <a16:creationId xmlns:a16="http://schemas.microsoft.com/office/drawing/2014/main" id="{8BC02F82-71B5-B156-FEF6-56A0DB3B831B}"/>
              </a:ext>
            </a:extLst>
          </p:cNvPr>
          <p:cNvGrpSpPr/>
          <p:nvPr/>
        </p:nvGrpSpPr>
        <p:grpSpPr>
          <a:xfrm>
            <a:off x="8253594" y="1729816"/>
            <a:ext cx="871904" cy="748695"/>
            <a:chOff x="8253594" y="1729816"/>
            <a:chExt cx="871904" cy="748695"/>
          </a:xfrm>
        </p:grpSpPr>
        <p:sp>
          <p:nvSpPr>
            <p:cNvPr id="155" name="Rectangle 154">
              <a:extLst>
                <a:ext uri="{FF2B5EF4-FFF2-40B4-BE49-F238E27FC236}">
                  <a16:creationId xmlns:a16="http://schemas.microsoft.com/office/drawing/2014/main" id="{7563A1CC-7966-E587-751C-CB671905880D}"/>
                </a:ext>
              </a:extLst>
            </p:cNvPr>
            <p:cNvSpPr/>
            <p:nvPr/>
          </p:nvSpPr>
          <p:spPr>
            <a:xfrm>
              <a:off x="8253594" y="1729816"/>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Records Management</a:t>
              </a:r>
            </a:p>
          </p:txBody>
        </p:sp>
        <p:sp>
          <p:nvSpPr>
            <p:cNvPr id="156" name="Rectangle 155">
              <a:extLst>
                <a:ext uri="{FF2B5EF4-FFF2-40B4-BE49-F238E27FC236}">
                  <a16:creationId xmlns:a16="http://schemas.microsoft.com/office/drawing/2014/main" id="{C09C8848-CBF6-B965-C634-EC2E7AA1A346}"/>
                </a:ext>
              </a:extLst>
            </p:cNvPr>
            <p:cNvSpPr/>
            <p:nvPr/>
          </p:nvSpPr>
          <p:spPr>
            <a:xfrm flipV="1">
              <a:off x="8998048" y="1729951"/>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57" name="Oval 15">
              <a:extLst>
                <a:ext uri="{FF2B5EF4-FFF2-40B4-BE49-F238E27FC236}">
                  <a16:creationId xmlns:a16="http://schemas.microsoft.com/office/drawing/2014/main" id="{A82C750F-3D89-29EE-FD68-0C5268F752EA}"/>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58" name="Straight Connector 157">
              <a:extLst>
                <a:ext uri="{FF2B5EF4-FFF2-40B4-BE49-F238E27FC236}">
                  <a16:creationId xmlns:a16="http://schemas.microsoft.com/office/drawing/2014/main" id="{8F67049C-D52B-5FB8-788C-49C518EAD34F}"/>
                </a:ext>
              </a:extLst>
            </p:cNvPr>
            <p:cNvCxnSpPr>
              <a:cxnSpLocks/>
              <a:stCxn id="157" idx="0"/>
            </p:cNvCxnSpPr>
            <p:nvPr/>
          </p:nvCxnSpPr>
          <p:spPr>
            <a:xfrm flipV="1">
              <a:off x="9038047" y="1746544"/>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59" name="Straight Connector 158">
              <a:extLst>
                <a:ext uri="{FF2B5EF4-FFF2-40B4-BE49-F238E27FC236}">
                  <a16:creationId xmlns:a16="http://schemas.microsoft.com/office/drawing/2014/main" id="{548C6328-E3E6-34AE-6C99-133371CE56EC}"/>
                </a:ext>
              </a:extLst>
            </p:cNvPr>
            <p:cNvCxnSpPr>
              <a:cxnSpLocks/>
            </p:cNvCxnSpPr>
            <p:nvPr/>
          </p:nvCxnSpPr>
          <p:spPr>
            <a:xfrm>
              <a:off x="9044961" y="1746544"/>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60" name="Group 159">
            <a:extLst>
              <a:ext uri="{FF2B5EF4-FFF2-40B4-BE49-F238E27FC236}">
                <a16:creationId xmlns:a16="http://schemas.microsoft.com/office/drawing/2014/main" id="{830E6691-FC4A-4076-DAE1-F03F4476CF53}"/>
              </a:ext>
            </a:extLst>
          </p:cNvPr>
          <p:cNvGrpSpPr/>
          <p:nvPr/>
        </p:nvGrpSpPr>
        <p:grpSpPr>
          <a:xfrm>
            <a:off x="7262509" y="3370808"/>
            <a:ext cx="871904" cy="748695"/>
            <a:chOff x="7262509" y="3370808"/>
            <a:chExt cx="871904" cy="748695"/>
          </a:xfrm>
        </p:grpSpPr>
        <p:sp>
          <p:nvSpPr>
            <p:cNvPr id="161" name="Rectangle 160">
              <a:extLst>
                <a:ext uri="{FF2B5EF4-FFF2-40B4-BE49-F238E27FC236}">
                  <a16:creationId xmlns:a16="http://schemas.microsoft.com/office/drawing/2014/main" id="{40F3A197-26AF-1945-29C9-093FDE7CD280}"/>
                </a:ext>
              </a:extLst>
            </p:cNvPr>
            <p:cNvSpPr/>
            <p:nvPr/>
          </p:nvSpPr>
          <p:spPr>
            <a:xfrm>
              <a:off x="7262509" y="3370808"/>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Privileged Identity Management</a:t>
              </a:r>
            </a:p>
          </p:txBody>
        </p:sp>
        <p:sp>
          <p:nvSpPr>
            <p:cNvPr id="162" name="Rectangle 161">
              <a:extLst>
                <a:ext uri="{FF2B5EF4-FFF2-40B4-BE49-F238E27FC236}">
                  <a16:creationId xmlns:a16="http://schemas.microsoft.com/office/drawing/2014/main" id="{FBDD55F4-5159-A69D-878E-F3ED6FFB6D2A}"/>
                </a:ext>
              </a:extLst>
            </p:cNvPr>
            <p:cNvSpPr/>
            <p:nvPr/>
          </p:nvSpPr>
          <p:spPr>
            <a:xfrm flipV="1">
              <a:off x="7999814" y="3378276"/>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63" name="Oval 15">
              <a:extLst>
                <a:ext uri="{FF2B5EF4-FFF2-40B4-BE49-F238E27FC236}">
                  <a16:creationId xmlns:a16="http://schemas.microsoft.com/office/drawing/2014/main" id="{2AFD6285-A203-9C14-1CBA-4C4CC957865C}"/>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64" name="Straight Connector 163">
              <a:extLst>
                <a:ext uri="{FF2B5EF4-FFF2-40B4-BE49-F238E27FC236}">
                  <a16:creationId xmlns:a16="http://schemas.microsoft.com/office/drawing/2014/main" id="{D9E5CF13-6915-E78F-5C2E-24D3C23E1921}"/>
                </a:ext>
              </a:extLst>
            </p:cNvPr>
            <p:cNvCxnSpPr>
              <a:cxnSpLocks/>
              <a:stCxn id="163" idx="0"/>
            </p:cNvCxnSpPr>
            <p:nvPr/>
          </p:nvCxnSpPr>
          <p:spPr>
            <a:xfrm flipV="1">
              <a:off x="8039813" y="3394869"/>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65" name="Straight Connector 164">
              <a:extLst>
                <a:ext uri="{FF2B5EF4-FFF2-40B4-BE49-F238E27FC236}">
                  <a16:creationId xmlns:a16="http://schemas.microsoft.com/office/drawing/2014/main" id="{07F15C7A-8B02-AC13-56FA-594044DA25B1}"/>
                </a:ext>
              </a:extLst>
            </p:cNvPr>
            <p:cNvCxnSpPr>
              <a:cxnSpLocks/>
            </p:cNvCxnSpPr>
            <p:nvPr/>
          </p:nvCxnSpPr>
          <p:spPr>
            <a:xfrm>
              <a:off x="8046727" y="3394869"/>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2A5E1D51-A5E7-BA03-94E3-448F00083E78}"/>
              </a:ext>
            </a:extLst>
          </p:cNvPr>
          <p:cNvGrpSpPr/>
          <p:nvPr/>
        </p:nvGrpSpPr>
        <p:grpSpPr>
          <a:xfrm>
            <a:off x="8253594" y="3370808"/>
            <a:ext cx="871904" cy="748695"/>
            <a:chOff x="8253594" y="3370808"/>
            <a:chExt cx="871904" cy="748695"/>
          </a:xfrm>
        </p:grpSpPr>
        <p:sp>
          <p:nvSpPr>
            <p:cNvPr id="167" name="Rectangle 166">
              <a:hlinkHover r:id="" action="ppaction://noaction" highlightClick="1"/>
              <a:extLst>
                <a:ext uri="{FF2B5EF4-FFF2-40B4-BE49-F238E27FC236}">
                  <a16:creationId xmlns:a16="http://schemas.microsoft.com/office/drawing/2014/main" id="{8734E513-BCB1-F842-0E2E-9C4CD30B8585}"/>
                </a:ext>
              </a:extLst>
            </p:cNvPr>
            <p:cNvSpPr/>
            <p:nvPr/>
          </p:nvSpPr>
          <p:spPr>
            <a:xfrm>
              <a:off x="8253594" y="3370808"/>
              <a:ext cx="871904" cy="748695"/>
            </a:xfrm>
            <a:prstGeom prst="rect">
              <a:avLst/>
            </a:prstGeom>
            <a:solidFill>
              <a:srgbClr val="C6C6C6">
                <a:alpha val="15000"/>
              </a:srgbClr>
            </a:solidFill>
            <a:ln w="31750" cap="flat" cmpd="sng" algn="ctr">
              <a:solidFill>
                <a:schemeClr val="accent1">
                  <a:shade val="50000"/>
                  <a:alpha val="15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Entra Identity Governance</a:t>
              </a:r>
            </a:p>
          </p:txBody>
        </p:sp>
        <p:sp>
          <p:nvSpPr>
            <p:cNvPr id="168" name="Rectangle 167">
              <a:extLst>
                <a:ext uri="{FF2B5EF4-FFF2-40B4-BE49-F238E27FC236}">
                  <a16:creationId xmlns:a16="http://schemas.microsoft.com/office/drawing/2014/main" id="{2610FEC9-246A-6701-F590-DA548068B7CF}"/>
                </a:ext>
              </a:extLst>
            </p:cNvPr>
            <p:cNvSpPr/>
            <p:nvPr/>
          </p:nvSpPr>
          <p:spPr>
            <a:xfrm flipV="1">
              <a:off x="8998048" y="3374713"/>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69" name="Oval 15">
              <a:extLst>
                <a:ext uri="{FF2B5EF4-FFF2-40B4-BE49-F238E27FC236}">
                  <a16:creationId xmlns:a16="http://schemas.microsoft.com/office/drawing/2014/main" id="{1C7026BA-0F87-61EB-A5F1-E526EA0B2929}"/>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70" name="Straight Connector 169">
              <a:extLst>
                <a:ext uri="{FF2B5EF4-FFF2-40B4-BE49-F238E27FC236}">
                  <a16:creationId xmlns:a16="http://schemas.microsoft.com/office/drawing/2014/main" id="{BFFB32EA-1DFA-EED2-8AB3-BB54E7F0D6F4}"/>
                </a:ext>
              </a:extLst>
            </p:cNvPr>
            <p:cNvCxnSpPr>
              <a:cxnSpLocks/>
              <a:stCxn id="169" idx="0"/>
            </p:cNvCxnSpPr>
            <p:nvPr/>
          </p:nvCxnSpPr>
          <p:spPr>
            <a:xfrm flipV="1">
              <a:off x="9038047" y="3391306"/>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71" name="Straight Connector 170">
              <a:extLst>
                <a:ext uri="{FF2B5EF4-FFF2-40B4-BE49-F238E27FC236}">
                  <a16:creationId xmlns:a16="http://schemas.microsoft.com/office/drawing/2014/main" id="{39BBE300-ADF1-E270-FDB0-7E7318244720}"/>
                </a:ext>
              </a:extLst>
            </p:cNvPr>
            <p:cNvCxnSpPr>
              <a:cxnSpLocks/>
            </p:cNvCxnSpPr>
            <p:nvPr/>
          </p:nvCxnSpPr>
          <p:spPr>
            <a:xfrm>
              <a:off x="9044961" y="3391306"/>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72" name="Group 171">
            <a:extLst>
              <a:ext uri="{FF2B5EF4-FFF2-40B4-BE49-F238E27FC236}">
                <a16:creationId xmlns:a16="http://schemas.microsoft.com/office/drawing/2014/main" id="{18576902-FCE7-7191-C1F1-97202AE2BE17}"/>
              </a:ext>
            </a:extLst>
          </p:cNvPr>
          <p:cNvGrpSpPr/>
          <p:nvPr/>
        </p:nvGrpSpPr>
        <p:grpSpPr>
          <a:xfrm>
            <a:off x="5280339" y="2550516"/>
            <a:ext cx="871904" cy="748695"/>
            <a:chOff x="5280339" y="2550516"/>
            <a:chExt cx="871904" cy="748695"/>
          </a:xfrm>
        </p:grpSpPr>
        <p:sp>
          <p:nvSpPr>
            <p:cNvPr id="173" name="Rectangle 172">
              <a:extLst>
                <a:ext uri="{FF2B5EF4-FFF2-40B4-BE49-F238E27FC236}">
                  <a16:creationId xmlns:a16="http://schemas.microsoft.com/office/drawing/2014/main" id="{5FF2EDBB-52AB-E12E-DA79-B204506DBBEE}"/>
                </a:ext>
              </a:extLst>
            </p:cNvPr>
            <p:cNvSpPr/>
            <p:nvPr/>
          </p:nvSpPr>
          <p:spPr>
            <a:xfrm>
              <a:off x="5280339" y="2550516"/>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Endpoint Data Loss Prevention</a:t>
              </a:r>
            </a:p>
          </p:txBody>
        </p:sp>
        <p:sp>
          <p:nvSpPr>
            <p:cNvPr id="174" name="Rectangle 173">
              <a:extLst>
                <a:ext uri="{FF2B5EF4-FFF2-40B4-BE49-F238E27FC236}">
                  <a16:creationId xmlns:a16="http://schemas.microsoft.com/office/drawing/2014/main" id="{42A43576-D7A3-7C63-65CE-0F31F617E0FB}"/>
                </a:ext>
              </a:extLst>
            </p:cNvPr>
            <p:cNvSpPr/>
            <p:nvPr/>
          </p:nvSpPr>
          <p:spPr>
            <a:xfrm flipV="1">
              <a:off x="6031115" y="2553449"/>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75" name="Oval 15">
              <a:extLst>
                <a:ext uri="{FF2B5EF4-FFF2-40B4-BE49-F238E27FC236}">
                  <a16:creationId xmlns:a16="http://schemas.microsoft.com/office/drawing/2014/main" id="{0EB04BD2-941D-DA7D-32F2-D2CEE4ABF5F0}"/>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176" name="Straight Connector 175">
              <a:extLst>
                <a:ext uri="{FF2B5EF4-FFF2-40B4-BE49-F238E27FC236}">
                  <a16:creationId xmlns:a16="http://schemas.microsoft.com/office/drawing/2014/main" id="{5E874FD9-D9D4-DEC8-7024-6EA53E084F58}"/>
                </a:ext>
              </a:extLst>
            </p:cNvPr>
            <p:cNvCxnSpPr>
              <a:cxnSpLocks/>
              <a:stCxn id="175" idx="0"/>
            </p:cNvCxnSpPr>
            <p:nvPr/>
          </p:nvCxnSpPr>
          <p:spPr>
            <a:xfrm flipV="1">
              <a:off x="6071114" y="2570042"/>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177" name="Straight Connector 176">
              <a:extLst>
                <a:ext uri="{FF2B5EF4-FFF2-40B4-BE49-F238E27FC236}">
                  <a16:creationId xmlns:a16="http://schemas.microsoft.com/office/drawing/2014/main" id="{2774DB76-4D6F-670F-9A02-9040FBD89F6A}"/>
                </a:ext>
              </a:extLst>
            </p:cNvPr>
            <p:cNvCxnSpPr>
              <a:cxnSpLocks/>
            </p:cNvCxnSpPr>
            <p:nvPr/>
          </p:nvCxnSpPr>
          <p:spPr>
            <a:xfrm>
              <a:off x="6078028" y="2570042"/>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196" name="Group 195">
            <a:extLst>
              <a:ext uri="{FF2B5EF4-FFF2-40B4-BE49-F238E27FC236}">
                <a16:creationId xmlns:a16="http://schemas.microsoft.com/office/drawing/2014/main" id="{E8488100-458C-36B4-3F02-6512D4CDF06F}"/>
              </a:ext>
            </a:extLst>
          </p:cNvPr>
          <p:cNvGrpSpPr/>
          <p:nvPr/>
        </p:nvGrpSpPr>
        <p:grpSpPr>
          <a:xfrm>
            <a:off x="1315999" y="909114"/>
            <a:ext cx="871904" cy="748695"/>
            <a:chOff x="1315999" y="909114"/>
            <a:chExt cx="871904" cy="748695"/>
          </a:xfrm>
        </p:grpSpPr>
        <p:sp>
          <p:nvSpPr>
            <p:cNvPr id="197" name="Rectangle 196">
              <a:extLst>
                <a:ext uri="{FF2B5EF4-FFF2-40B4-BE49-F238E27FC236}">
                  <a16:creationId xmlns:a16="http://schemas.microsoft.com/office/drawing/2014/main" id="{0EE29CAF-CF0D-8ECB-2AD6-8CBFA23CD651}"/>
                </a:ext>
              </a:extLst>
            </p:cNvPr>
            <p:cNvSpPr/>
            <p:nvPr/>
          </p:nvSpPr>
          <p:spPr>
            <a:xfrm>
              <a:off x="1315999" y="909114"/>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Data Loss Prevention</a:t>
              </a:r>
            </a:p>
          </p:txBody>
        </p:sp>
        <p:sp>
          <p:nvSpPr>
            <p:cNvPr id="198" name="Right Triangle 197">
              <a:extLst>
                <a:ext uri="{FF2B5EF4-FFF2-40B4-BE49-F238E27FC236}">
                  <a16:creationId xmlns:a16="http://schemas.microsoft.com/office/drawing/2014/main" id="{2D5A9E3B-3986-D0B6-BFB4-BFB2BB613527}"/>
                </a:ext>
              </a:extLst>
            </p:cNvPr>
            <p:cNvSpPr/>
            <p:nvPr/>
          </p:nvSpPr>
          <p:spPr>
            <a:xfrm rot="10800000">
              <a:off x="2046390" y="911495"/>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199" name="Oval 27">
              <a:extLst>
                <a:ext uri="{FF2B5EF4-FFF2-40B4-BE49-F238E27FC236}">
                  <a16:creationId xmlns:a16="http://schemas.microsoft.com/office/drawing/2014/main" id="{753DD545-6E12-BEC0-0867-C8666AC967E8}"/>
                </a:ext>
              </a:extLst>
            </p:cNvPr>
            <p:cNvSpPr/>
            <p:nvPr/>
          </p:nvSpPr>
          <p:spPr>
            <a:xfrm>
              <a:off x="2129579" y="918978"/>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00" name="Oval 28">
              <a:extLst>
                <a:ext uri="{FF2B5EF4-FFF2-40B4-BE49-F238E27FC236}">
                  <a16:creationId xmlns:a16="http://schemas.microsoft.com/office/drawing/2014/main" id="{2C8D8C38-A8AA-6042-FED8-0C3271CC9AEE}"/>
                </a:ext>
              </a:extLst>
            </p:cNvPr>
            <p:cNvSpPr/>
            <p:nvPr/>
          </p:nvSpPr>
          <p:spPr>
            <a:xfrm>
              <a:off x="2126717" y="952692"/>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01" name="Group 200">
            <a:extLst>
              <a:ext uri="{FF2B5EF4-FFF2-40B4-BE49-F238E27FC236}">
                <a16:creationId xmlns:a16="http://schemas.microsoft.com/office/drawing/2014/main" id="{A26F7826-AE8E-9B2C-A960-98078F548E8A}"/>
              </a:ext>
            </a:extLst>
          </p:cNvPr>
          <p:cNvGrpSpPr/>
          <p:nvPr/>
        </p:nvGrpSpPr>
        <p:grpSpPr>
          <a:xfrm>
            <a:off x="324914" y="909114"/>
            <a:ext cx="871904" cy="748695"/>
            <a:chOff x="324914" y="909114"/>
            <a:chExt cx="871904" cy="748695"/>
          </a:xfrm>
        </p:grpSpPr>
        <p:sp>
          <p:nvSpPr>
            <p:cNvPr id="202" name="Rectangle 201">
              <a:extLst>
                <a:ext uri="{FF2B5EF4-FFF2-40B4-BE49-F238E27FC236}">
                  <a16:creationId xmlns:a16="http://schemas.microsoft.com/office/drawing/2014/main" id="{DC878199-AD68-53C1-D228-D98D3A18748C}"/>
                </a:ext>
              </a:extLst>
            </p:cNvPr>
            <p:cNvSpPr/>
            <p:nvPr/>
          </p:nvSpPr>
          <p:spPr>
            <a:xfrm>
              <a:off x="324914" y="909114"/>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Exchange Online Protection</a:t>
              </a:r>
            </a:p>
          </p:txBody>
        </p:sp>
        <p:sp>
          <p:nvSpPr>
            <p:cNvPr id="203" name="Right Triangle 202">
              <a:extLst>
                <a:ext uri="{FF2B5EF4-FFF2-40B4-BE49-F238E27FC236}">
                  <a16:creationId xmlns:a16="http://schemas.microsoft.com/office/drawing/2014/main" id="{8B88CFEE-C959-A241-0FB2-BB19D564BBE6}"/>
                </a:ext>
              </a:extLst>
            </p:cNvPr>
            <p:cNvSpPr/>
            <p:nvPr/>
          </p:nvSpPr>
          <p:spPr>
            <a:xfrm rot="10800000">
              <a:off x="1053755" y="911495"/>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04" name="Oval 27">
              <a:extLst>
                <a:ext uri="{FF2B5EF4-FFF2-40B4-BE49-F238E27FC236}">
                  <a16:creationId xmlns:a16="http://schemas.microsoft.com/office/drawing/2014/main" id="{4F585101-8B33-3CF7-317B-1CCAFBEB0B22}"/>
                </a:ext>
              </a:extLst>
            </p:cNvPr>
            <p:cNvSpPr/>
            <p:nvPr/>
          </p:nvSpPr>
          <p:spPr>
            <a:xfrm>
              <a:off x="1136944" y="918978"/>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05" name="Oval 28">
              <a:extLst>
                <a:ext uri="{FF2B5EF4-FFF2-40B4-BE49-F238E27FC236}">
                  <a16:creationId xmlns:a16="http://schemas.microsoft.com/office/drawing/2014/main" id="{3122DA8C-E76A-A8F7-B5B0-3E539B25A274}"/>
                </a:ext>
              </a:extLst>
            </p:cNvPr>
            <p:cNvSpPr/>
            <p:nvPr/>
          </p:nvSpPr>
          <p:spPr>
            <a:xfrm>
              <a:off x="1134082" y="952692"/>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06" name="Group 205">
            <a:extLst>
              <a:ext uri="{FF2B5EF4-FFF2-40B4-BE49-F238E27FC236}">
                <a16:creationId xmlns:a16="http://schemas.microsoft.com/office/drawing/2014/main" id="{7914CBAC-2978-0C7D-BC2D-EC2C173DF0F2}"/>
              </a:ext>
            </a:extLst>
          </p:cNvPr>
          <p:cNvGrpSpPr/>
          <p:nvPr/>
        </p:nvGrpSpPr>
        <p:grpSpPr>
          <a:xfrm>
            <a:off x="324914" y="1729402"/>
            <a:ext cx="872735" cy="749109"/>
            <a:chOff x="324914" y="1729402"/>
            <a:chExt cx="872735" cy="749109"/>
          </a:xfrm>
        </p:grpSpPr>
        <p:sp>
          <p:nvSpPr>
            <p:cNvPr id="207" name="Rectangle 206">
              <a:extLst>
                <a:ext uri="{FF2B5EF4-FFF2-40B4-BE49-F238E27FC236}">
                  <a16:creationId xmlns:a16="http://schemas.microsoft.com/office/drawing/2014/main" id="{F78B15C8-11BE-86A6-51EA-FE23AB81188A}"/>
                </a:ext>
              </a:extLst>
            </p:cNvPr>
            <p:cNvSpPr/>
            <p:nvPr/>
          </p:nvSpPr>
          <p:spPr>
            <a:xfrm>
              <a:off x="324914" y="1729816"/>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Information Protection</a:t>
              </a:r>
            </a:p>
          </p:txBody>
        </p:sp>
        <p:sp>
          <p:nvSpPr>
            <p:cNvPr id="208" name="Right Triangle 207">
              <a:extLst>
                <a:ext uri="{FF2B5EF4-FFF2-40B4-BE49-F238E27FC236}">
                  <a16:creationId xmlns:a16="http://schemas.microsoft.com/office/drawing/2014/main" id="{C4F2589D-BCF1-25F8-FBC0-7011A2C297B6}"/>
                </a:ext>
              </a:extLst>
            </p:cNvPr>
            <p:cNvSpPr/>
            <p:nvPr/>
          </p:nvSpPr>
          <p:spPr>
            <a:xfrm rot="10800000">
              <a:off x="1056136" y="1729402"/>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09" name="Oval 27">
              <a:extLst>
                <a:ext uri="{FF2B5EF4-FFF2-40B4-BE49-F238E27FC236}">
                  <a16:creationId xmlns:a16="http://schemas.microsoft.com/office/drawing/2014/main" id="{A8040B8A-7E37-B617-B9F4-DFD9AFF38FFE}"/>
                </a:ext>
              </a:extLst>
            </p:cNvPr>
            <p:cNvSpPr/>
            <p:nvPr/>
          </p:nvSpPr>
          <p:spPr>
            <a:xfrm>
              <a:off x="1139325"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10" name="Oval 28">
              <a:extLst>
                <a:ext uri="{FF2B5EF4-FFF2-40B4-BE49-F238E27FC236}">
                  <a16:creationId xmlns:a16="http://schemas.microsoft.com/office/drawing/2014/main" id="{C1FA158D-1AF8-EB0F-994E-E7B71C7FCD41}"/>
                </a:ext>
              </a:extLst>
            </p:cNvPr>
            <p:cNvSpPr/>
            <p:nvPr/>
          </p:nvSpPr>
          <p:spPr>
            <a:xfrm>
              <a:off x="1136463"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11" name="Group 210">
            <a:extLst>
              <a:ext uri="{FF2B5EF4-FFF2-40B4-BE49-F238E27FC236}">
                <a16:creationId xmlns:a16="http://schemas.microsoft.com/office/drawing/2014/main" id="{1079FCAF-B04F-E94C-757E-B4DD6C38D415}"/>
              </a:ext>
            </a:extLst>
          </p:cNvPr>
          <p:cNvGrpSpPr/>
          <p:nvPr/>
        </p:nvGrpSpPr>
        <p:grpSpPr>
          <a:xfrm>
            <a:off x="1315999" y="1729402"/>
            <a:ext cx="871904" cy="749109"/>
            <a:chOff x="1315999" y="1729402"/>
            <a:chExt cx="871904" cy="749109"/>
          </a:xfrm>
        </p:grpSpPr>
        <p:sp>
          <p:nvSpPr>
            <p:cNvPr id="212" name="Rectangle 211">
              <a:extLst>
                <a:ext uri="{FF2B5EF4-FFF2-40B4-BE49-F238E27FC236}">
                  <a16:creationId xmlns:a16="http://schemas.microsoft.com/office/drawing/2014/main" id="{4F6A1B1A-6EB6-E5B8-0741-F8FCB69566AF}"/>
                </a:ext>
              </a:extLst>
            </p:cNvPr>
            <p:cNvSpPr/>
            <p:nvPr/>
          </p:nvSpPr>
          <p:spPr>
            <a:xfrm>
              <a:off x="1315999" y="1729816"/>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Message Encryption</a:t>
              </a:r>
            </a:p>
          </p:txBody>
        </p:sp>
        <p:sp>
          <p:nvSpPr>
            <p:cNvPr id="213" name="Right Triangle 212">
              <a:extLst>
                <a:ext uri="{FF2B5EF4-FFF2-40B4-BE49-F238E27FC236}">
                  <a16:creationId xmlns:a16="http://schemas.microsoft.com/office/drawing/2014/main" id="{1BABBC4D-BB4F-EC10-2DFE-550E17A878FC}"/>
                </a:ext>
              </a:extLst>
            </p:cNvPr>
            <p:cNvSpPr/>
            <p:nvPr/>
          </p:nvSpPr>
          <p:spPr>
            <a:xfrm rot="10800000">
              <a:off x="2046390" y="1729402"/>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14" name="Oval 27">
              <a:extLst>
                <a:ext uri="{FF2B5EF4-FFF2-40B4-BE49-F238E27FC236}">
                  <a16:creationId xmlns:a16="http://schemas.microsoft.com/office/drawing/2014/main" id="{F87352F0-C100-F52B-FEA8-BB99F34DC04F}"/>
                </a:ext>
              </a:extLst>
            </p:cNvPr>
            <p:cNvSpPr/>
            <p:nvPr/>
          </p:nvSpPr>
          <p:spPr>
            <a:xfrm>
              <a:off x="2129579"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15" name="Oval 28">
              <a:extLst>
                <a:ext uri="{FF2B5EF4-FFF2-40B4-BE49-F238E27FC236}">
                  <a16:creationId xmlns:a16="http://schemas.microsoft.com/office/drawing/2014/main" id="{4495B81F-4D17-AA3A-9EAB-D1706A69CCBF}"/>
                </a:ext>
              </a:extLst>
            </p:cNvPr>
            <p:cNvSpPr/>
            <p:nvPr/>
          </p:nvSpPr>
          <p:spPr>
            <a:xfrm>
              <a:off x="2126717"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16" name="Group 215">
            <a:extLst>
              <a:ext uri="{FF2B5EF4-FFF2-40B4-BE49-F238E27FC236}">
                <a16:creationId xmlns:a16="http://schemas.microsoft.com/office/drawing/2014/main" id="{7936C915-ED8C-1F43-23B0-3177C6137969}"/>
              </a:ext>
            </a:extLst>
          </p:cNvPr>
          <p:cNvGrpSpPr/>
          <p:nvPr/>
        </p:nvGrpSpPr>
        <p:grpSpPr>
          <a:xfrm>
            <a:off x="324914" y="3371220"/>
            <a:ext cx="872735" cy="748695"/>
            <a:chOff x="324914" y="3371220"/>
            <a:chExt cx="872735" cy="748695"/>
          </a:xfrm>
        </p:grpSpPr>
        <p:sp>
          <p:nvSpPr>
            <p:cNvPr id="217" name="Rectangle 216">
              <a:extLst>
                <a:ext uri="{FF2B5EF4-FFF2-40B4-BE49-F238E27FC236}">
                  <a16:creationId xmlns:a16="http://schemas.microsoft.com/office/drawing/2014/main" id="{E258CABA-5B8C-560A-B84E-89E483C7ACAF}"/>
                </a:ext>
              </a:extLst>
            </p:cNvPr>
            <p:cNvSpPr/>
            <p:nvPr/>
          </p:nvSpPr>
          <p:spPr>
            <a:xfrm>
              <a:off x="324914" y="3371220"/>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Windows Hello</a:t>
              </a:r>
            </a:p>
          </p:txBody>
        </p:sp>
        <p:sp>
          <p:nvSpPr>
            <p:cNvPr id="218" name="Right Triangle 217">
              <a:extLst>
                <a:ext uri="{FF2B5EF4-FFF2-40B4-BE49-F238E27FC236}">
                  <a16:creationId xmlns:a16="http://schemas.microsoft.com/office/drawing/2014/main" id="{96CCA431-BBA7-E377-84D3-EB2C6A3E0B2D}"/>
                </a:ext>
              </a:extLst>
            </p:cNvPr>
            <p:cNvSpPr/>
            <p:nvPr/>
          </p:nvSpPr>
          <p:spPr>
            <a:xfrm rot="10800000">
              <a:off x="1056136" y="3373189"/>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19" name="Oval 27">
              <a:extLst>
                <a:ext uri="{FF2B5EF4-FFF2-40B4-BE49-F238E27FC236}">
                  <a16:creationId xmlns:a16="http://schemas.microsoft.com/office/drawing/2014/main" id="{A157D1AC-AEEA-3050-D17E-F3A3BDE00EED}"/>
                </a:ext>
              </a:extLst>
            </p:cNvPr>
            <p:cNvSpPr/>
            <p:nvPr/>
          </p:nvSpPr>
          <p:spPr>
            <a:xfrm>
              <a:off x="1139325" y="3380672"/>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20" name="Oval 28">
              <a:extLst>
                <a:ext uri="{FF2B5EF4-FFF2-40B4-BE49-F238E27FC236}">
                  <a16:creationId xmlns:a16="http://schemas.microsoft.com/office/drawing/2014/main" id="{C7DBBA57-4FD7-09F5-417B-147EB582CDE3}"/>
                </a:ext>
              </a:extLst>
            </p:cNvPr>
            <p:cNvSpPr/>
            <p:nvPr/>
          </p:nvSpPr>
          <p:spPr>
            <a:xfrm>
              <a:off x="1136463" y="3414386"/>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21" name="Group 220">
            <a:extLst>
              <a:ext uri="{FF2B5EF4-FFF2-40B4-BE49-F238E27FC236}">
                <a16:creationId xmlns:a16="http://schemas.microsoft.com/office/drawing/2014/main" id="{23B71937-EDAB-0872-3DF3-F94F7BDC13CB}"/>
              </a:ext>
            </a:extLst>
          </p:cNvPr>
          <p:cNvGrpSpPr/>
          <p:nvPr/>
        </p:nvGrpSpPr>
        <p:grpSpPr>
          <a:xfrm>
            <a:off x="1315999" y="3370808"/>
            <a:ext cx="871904" cy="748695"/>
            <a:chOff x="1315999" y="3370808"/>
            <a:chExt cx="871904" cy="748695"/>
          </a:xfrm>
        </p:grpSpPr>
        <p:sp>
          <p:nvSpPr>
            <p:cNvPr id="222" name="Rectangle 221">
              <a:extLst>
                <a:ext uri="{FF2B5EF4-FFF2-40B4-BE49-F238E27FC236}">
                  <a16:creationId xmlns:a16="http://schemas.microsoft.com/office/drawing/2014/main" id="{6A2E0E93-5DCA-1A52-5361-8072870EAED9}"/>
                </a:ext>
              </a:extLst>
            </p:cNvPr>
            <p:cNvSpPr/>
            <p:nvPr/>
          </p:nvSpPr>
          <p:spPr>
            <a:xfrm>
              <a:off x="1315999" y="337080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Entra Verified ID</a:t>
              </a:r>
            </a:p>
          </p:txBody>
        </p:sp>
        <p:sp>
          <p:nvSpPr>
            <p:cNvPr id="223" name="Right Triangle 222">
              <a:extLst>
                <a:ext uri="{FF2B5EF4-FFF2-40B4-BE49-F238E27FC236}">
                  <a16:creationId xmlns:a16="http://schemas.microsoft.com/office/drawing/2014/main" id="{A0C631A1-4ED2-BB98-FF8E-6E56A69AE7DB}"/>
                </a:ext>
              </a:extLst>
            </p:cNvPr>
            <p:cNvSpPr/>
            <p:nvPr/>
          </p:nvSpPr>
          <p:spPr>
            <a:xfrm rot="10800000">
              <a:off x="2046390" y="3373189"/>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24" name="Oval 27">
              <a:extLst>
                <a:ext uri="{FF2B5EF4-FFF2-40B4-BE49-F238E27FC236}">
                  <a16:creationId xmlns:a16="http://schemas.microsoft.com/office/drawing/2014/main" id="{3DB504F4-66FC-D605-776F-D9A960BDDF21}"/>
                </a:ext>
              </a:extLst>
            </p:cNvPr>
            <p:cNvSpPr/>
            <p:nvPr/>
          </p:nvSpPr>
          <p:spPr>
            <a:xfrm>
              <a:off x="2129579" y="3380672"/>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25" name="Oval 28">
              <a:extLst>
                <a:ext uri="{FF2B5EF4-FFF2-40B4-BE49-F238E27FC236}">
                  <a16:creationId xmlns:a16="http://schemas.microsoft.com/office/drawing/2014/main" id="{968B0062-0152-04E7-A114-64D00ACA7C0B}"/>
                </a:ext>
              </a:extLst>
            </p:cNvPr>
            <p:cNvSpPr/>
            <p:nvPr/>
          </p:nvSpPr>
          <p:spPr>
            <a:xfrm>
              <a:off x="2126717" y="3414386"/>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26" name="Group 225">
            <a:extLst>
              <a:ext uri="{FF2B5EF4-FFF2-40B4-BE49-F238E27FC236}">
                <a16:creationId xmlns:a16="http://schemas.microsoft.com/office/drawing/2014/main" id="{68298B05-DC23-F88B-90CE-DC9AD32EB4E2}"/>
              </a:ext>
            </a:extLst>
          </p:cNvPr>
          <p:cNvGrpSpPr/>
          <p:nvPr/>
        </p:nvGrpSpPr>
        <p:grpSpPr>
          <a:xfrm>
            <a:off x="324914" y="4191096"/>
            <a:ext cx="872735" cy="749521"/>
            <a:chOff x="324914" y="4191096"/>
            <a:chExt cx="872735" cy="749521"/>
          </a:xfrm>
        </p:grpSpPr>
        <p:sp>
          <p:nvSpPr>
            <p:cNvPr id="227" name="Rectangle 226">
              <a:extLst>
                <a:ext uri="{FF2B5EF4-FFF2-40B4-BE49-F238E27FC236}">
                  <a16:creationId xmlns:a16="http://schemas.microsoft.com/office/drawing/2014/main" id="{5ABE126D-D977-052B-CF82-7DFF25E58B46}"/>
                </a:ext>
              </a:extLst>
            </p:cNvPr>
            <p:cNvSpPr/>
            <p:nvPr/>
          </p:nvSpPr>
          <p:spPr>
            <a:xfrm>
              <a:off x="324914" y="4191922"/>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Passwordless Auth. (inc. FIDO 2.0)</a:t>
              </a:r>
            </a:p>
          </p:txBody>
        </p:sp>
        <p:sp>
          <p:nvSpPr>
            <p:cNvPr id="228" name="Right Triangle 227">
              <a:extLst>
                <a:ext uri="{FF2B5EF4-FFF2-40B4-BE49-F238E27FC236}">
                  <a16:creationId xmlns:a16="http://schemas.microsoft.com/office/drawing/2014/main" id="{A142B58C-2FBF-FBB6-A0ED-EB8E5F5DF123}"/>
                </a:ext>
              </a:extLst>
            </p:cNvPr>
            <p:cNvSpPr/>
            <p:nvPr/>
          </p:nvSpPr>
          <p:spPr>
            <a:xfrm rot="10800000">
              <a:off x="1056136" y="4191096"/>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29" name="Oval 27">
              <a:extLst>
                <a:ext uri="{FF2B5EF4-FFF2-40B4-BE49-F238E27FC236}">
                  <a16:creationId xmlns:a16="http://schemas.microsoft.com/office/drawing/2014/main" id="{D15C0165-1329-1AB5-B5BC-A21EB65DD5E2}"/>
                </a:ext>
              </a:extLst>
            </p:cNvPr>
            <p:cNvSpPr/>
            <p:nvPr/>
          </p:nvSpPr>
          <p:spPr>
            <a:xfrm>
              <a:off x="1139325" y="4198579"/>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30" name="Oval 28">
              <a:extLst>
                <a:ext uri="{FF2B5EF4-FFF2-40B4-BE49-F238E27FC236}">
                  <a16:creationId xmlns:a16="http://schemas.microsoft.com/office/drawing/2014/main" id="{79CA91F7-6B49-85B0-C755-AAC496001CED}"/>
                </a:ext>
              </a:extLst>
            </p:cNvPr>
            <p:cNvSpPr/>
            <p:nvPr/>
          </p:nvSpPr>
          <p:spPr>
            <a:xfrm>
              <a:off x="1136463" y="4232293"/>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31" name="Group 230">
            <a:extLst>
              <a:ext uri="{FF2B5EF4-FFF2-40B4-BE49-F238E27FC236}">
                <a16:creationId xmlns:a16="http://schemas.microsoft.com/office/drawing/2014/main" id="{079049D6-63A1-59A5-A0DB-726C1EDE9B6E}"/>
              </a:ext>
            </a:extLst>
          </p:cNvPr>
          <p:cNvGrpSpPr/>
          <p:nvPr/>
        </p:nvGrpSpPr>
        <p:grpSpPr>
          <a:xfrm>
            <a:off x="1315999" y="4191096"/>
            <a:ext cx="871904" cy="749521"/>
            <a:chOff x="1315999" y="4191096"/>
            <a:chExt cx="871904" cy="749521"/>
          </a:xfrm>
        </p:grpSpPr>
        <p:sp>
          <p:nvSpPr>
            <p:cNvPr id="232" name="Rectangle 231">
              <a:extLst>
                <a:ext uri="{FF2B5EF4-FFF2-40B4-BE49-F238E27FC236}">
                  <a16:creationId xmlns:a16="http://schemas.microsoft.com/office/drawing/2014/main" id="{38C124E5-1BA0-EA70-360A-1DF58FFF5B8D}"/>
                </a:ext>
              </a:extLst>
            </p:cNvPr>
            <p:cNvSpPr/>
            <p:nvPr/>
          </p:nvSpPr>
          <p:spPr>
            <a:xfrm>
              <a:off x="1315999" y="4191922"/>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AD SaaS SSO (Federation)</a:t>
              </a:r>
            </a:p>
          </p:txBody>
        </p:sp>
        <p:sp>
          <p:nvSpPr>
            <p:cNvPr id="233" name="Right Triangle 232">
              <a:extLst>
                <a:ext uri="{FF2B5EF4-FFF2-40B4-BE49-F238E27FC236}">
                  <a16:creationId xmlns:a16="http://schemas.microsoft.com/office/drawing/2014/main" id="{092D5CE6-CAAB-0084-8F48-D863F3D5A6FD}"/>
                </a:ext>
              </a:extLst>
            </p:cNvPr>
            <p:cNvSpPr/>
            <p:nvPr/>
          </p:nvSpPr>
          <p:spPr>
            <a:xfrm rot="10800000">
              <a:off x="2046390" y="4191096"/>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34" name="Oval 27">
              <a:extLst>
                <a:ext uri="{FF2B5EF4-FFF2-40B4-BE49-F238E27FC236}">
                  <a16:creationId xmlns:a16="http://schemas.microsoft.com/office/drawing/2014/main" id="{BB173761-EEC4-FDCD-7773-64EA4FBC7849}"/>
                </a:ext>
              </a:extLst>
            </p:cNvPr>
            <p:cNvSpPr/>
            <p:nvPr/>
          </p:nvSpPr>
          <p:spPr>
            <a:xfrm>
              <a:off x="2129579" y="4198579"/>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35" name="Oval 28">
              <a:extLst>
                <a:ext uri="{FF2B5EF4-FFF2-40B4-BE49-F238E27FC236}">
                  <a16:creationId xmlns:a16="http://schemas.microsoft.com/office/drawing/2014/main" id="{364EF7AE-78F6-32A6-573A-2ED0040D08CA}"/>
                </a:ext>
              </a:extLst>
            </p:cNvPr>
            <p:cNvSpPr/>
            <p:nvPr/>
          </p:nvSpPr>
          <p:spPr>
            <a:xfrm>
              <a:off x="2126717" y="4232293"/>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36" name="Group 235">
            <a:extLst>
              <a:ext uri="{FF2B5EF4-FFF2-40B4-BE49-F238E27FC236}">
                <a16:creationId xmlns:a16="http://schemas.microsoft.com/office/drawing/2014/main" id="{C8118155-BCFD-65E3-B3FB-568E891B2906}"/>
              </a:ext>
            </a:extLst>
          </p:cNvPr>
          <p:cNvGrpSpPr/>
          <p:nvPr/>
        </p:nvGrpSpPr>
        <p:grpSpPr>
          <a:xfrm>
            <a:off x="1315999" y="2560818"/>
            <a:ext cx="871904" cy="748695"/>
            <a:chOff x="1315999" y="2560818"/>
            <a:chExt cx="871904" cy="748695"/>
          </a:xfrm>
        </p:grpSpPr>
        <p:sp>
          <p:nvSpPr>
            <p:cNvPr id="237" name="Rectangle 236">
              <a:extLst>
                <a:ext uri="{FF2B5EF4-FFF2-40B4-BE49-F238E27FC236}">
                  <a16:creationId xmlns:a16="http://schemas.microsoft.com/office/drawing/2014/main" id="{1B3F9278-5C52-C348-0CBC-63A18CA846C0}"/>
                </a:ext>
              </a:extLst>
            </p:cNvPr>
            <p:cNvSpPr/>
            <p:nvPr/>
          </p:nvSpPr>
          <p:spPr>
            <a:xfrm>
              <a:off x="1315999"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Credential Guard</a:t>
              </a:r>
            </a:p>
          </p:txBody>
        </p:sp>
        <p:sp>
          <p:nvSpPr>
            <p:cNvPr id="238" name="Right Triangle 237">
              <a:extLst>
                <a:ext uri="{FF2B5EF4-FFF2-40B4-BE49-F238E27FC236}">
                  <a16:creationId xmlns:a16="http://schemas.microsoft.com/office/drawing/2014/main" id="{94DBB631-FAD6-00F3-34CE-A8DF7DB49584}"/>
                </a:ext>
              </a:extLst>
            </p:cNvPr>
            <p:cNvSpPr/>
            <p:nvPr/>
          </p:nvSpPr>
          <p:spPr>
            <a:xfrm rot="10800000">
              <a:off x="2046390" y="2568549"/>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39" name="Oval 27">
              <a:extLst>
                <a:ext uri="{FF2B5EF4-FFF2-40B4-BE49-F238E27FC236}">
                  <a16:creationId xmlns:a16="http://schemas.microsoft.com/office/drawing/2014/main" id="{99749011-BDBF-F8EA-2DD6-39E9FCF0C932}"/>
                </a:ext>
              </a:extLst>
            </p:cNvPr>
            <p:cNvSpPr/>
            <p:nvPr/>
          </p:nvSpPr>
          <p:spPr>
            <a:xfrm>
              <a:off x="2129579" y="2576032"/>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40" name="Oval 28">
              <a:extLst>
                <a:ext uri="{FF2B5EF4-FFF2-40B4-BE49-F238E27FC236}">
                  <a16:creationId xmlns:a16="http://schemas.microsoft.com/office/drawing/2014/main" id="{3F726821-5CE6-E189-6C64-9369E2A515C0}"/>
                </a:ext>
              </a:extLst>
            </p:cNvPr>
            <p:cNvSpPr/>
            <p:nvPr/>
          </p:nvSpPr>
          <p:spPr>
            <a:xfrm>
              <a:off x="2126717" y="2609746"/>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241" name="Group 240">
            <a:extLst>
              <a:ext uri="{FF2B5EF4-FFF2-40B4-BE49-F238E27FC236}">
                <a16:creationId xmlns:a16="http://schemas.microsoft.com/office/drawing/2014/main" id="{7A6E27A5-4E9C-1A09-E512-2D6A5D6F1CD8}"/>
              </a:ext>
            </a:extLst>
          </p:cNvPr>
          <p:cNvGrpSpPr/>
          <p:nvPr/>
        </p:nvGrpSpPr>
        <p:grpSpPr>
          <a:xfrm>
            <a:off x="2307084" y="2560818"/>
            <a:ext cx="871904" cy="748695"/>
            <a:chOff x="2307084" y="2560818"/>
            <a:chExt cx="871904" cy="748695"/>
          </a:xfrm>
        </p:grpSpPr>
        <p:sp>
          <p:nvSpPr>
            <p:cNvPr id="242" name="Rectangle 241">
              <a:extLst>
                <a:ext uri="{FF2B5EF4-FFF2-40B4-BE49-F238E27FC236}">
                  <a16:creationId xmlns:a16="http://schemas.microsoft.com/office/drawing/2014/main" id="{23CA9A41-8D90-2B22-8E8F-334A0D795542}"/>
                </a:ext>
              </a:extLst>
            </p:cNvPr>
            <p:cNvSpPr/>
            <p:nvPr/>
          </p:nvSpPr>
          <p:spPr>
            <a:xfrm>
              <a:off x="2307084"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Firewall</a:t>
              </a:r>
            </a:p>
          </p:txBody>
        </p:sp>
        <p:sp>
          <p:nvSpPr>
            <p:cNvPr id="243" name="Right Triangle 242">
              <a:extLst>
                <a:ext uri="{FF2B5EF4-FFF2-40B4-BE49-F238E27FC236}">
                  <a16:creationId xmlns:a16="http://schemas.microsoft.com/office/drawing/2014/main" id="{8EB2B567-2CCD-4449-1A64-62D263D60217}"/>
                </a:ext>
              </a:extLst>
            </p:cNvPr>
            <p:cNvSpPr/>
            <p:nvPr/>
          </p:nvSpPr>
          <p:spPr>
            <a:xfrm rot="10800000">
              <a:off x="3031994" y="2568377"/>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44" name="Group 243">
              <a:extLst>
                <a:ext uri="{FF2B5EF4-FFF2-40B4-BE49-F238E27FC236}">
                  <a16:creationId xmlns:a16="http://schemas.microsoft.com/office/drawing/2014/main" id="{DC0840FD-7491-1E5B-F90B-A677CD12D8E7}"/>
                </a:ext>
              </a:extLst>
            </p:cNvPr>
            <p:cNvGrpSpPr/>
            <p:nvPr/>
          </p:nvGrpSpPr>
          <p:grpSpPr>
            <a:xfrm>
              <a:off x="3112321" y="2575860"/>
              <a:ext cx="45719" cy="75385"/>
              <a:chOff x="3883481" y="2057400"/>
              <a:chExt cx="1608363" cy="2652031"/>
            </a:xfrm>
            <a:solidFill>
              <a:srgbClr val="A6A6A6">
                <a:alpha val="15000"/>
              </a:srgbClr>
            </a:solidFill>
          </p:grpSpPr>
          <p:sp>
            <p:nvSpPr>
              <p:cNvPr id="245" name="Oval 27">
                <a:extLst>
                  <a:ext uri="{FF2B5EF4-FFF2-40B4-BE49-F238E27FC236}">
                    <a16:creationId xmlns:a16="http://schemas.microsoft.com/office/drawing/2014/main" id="{2D6F1C04-CC38-AADB-FC0B-94AC9DD6293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46" name="Oval 28">
                <a:extLst>
                  <a:ext uri="{FF2B5EF4-FFF2-40B4-BE49-F238E27FC236}">
                    <a16:creationId xmlns:a16="http://schemas.microsoft.com/office/drawing/2014/main" id="{C2C64D11-736A-05CE-F867-69D03817C99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47" name="Group 246">
            <a:extLst>
              <a:ext uri="{FF2B5EF4-FFF2-40B4-BE49-F238E27FC236}">
                <a16:creationId xmlns:a16="http://schemas.microsoft.com/office/drawing/2014/main" id="{E299998B-50C0-8466-7C42-FF3E7C913F77}"/>
              </a:ext>
            </a:extLst>
          </p:cNvPr>
          <p:cNvGrpSpPr/>
          <p:nvPr/>
        </p:nvGrpSpPr>
        <p:grpSpPr>
          <a:xfrm>
            <a:off x="3294263" y="2560818"/>
            <a:ext cx="871904" cy="748695"/>
            <a:chOff x="3294263" y="2560818"/>
            <a:chExt cx="871904" cy="748695"/>
          </a:xfrm>
        </p:grpSpPr>
        <p:sp>
          <p:nvSpPr>
            <p:cNvPr id="248" name="Rectangle 247">
              <a:hlinkHover r:id="" action="ppaction://noaction" highlightClick="1"/>
              <a:extLst>
                <a:ext uri="{FF2B5EF4-FFF2-40B4-BE49-F238E27FC236}">
                  <a16:creationId xmlns:a16="http://schemas.microsoft.com/office/drawing/2014/main" id="{0524CDDE-6FC2-9AEC-BBB7-444B41F237FC}"/>
                </a:ext>
              </a:extLst>
            </p:cNvPr>
            <p:cNvSpPr/>
            <p:nvPr/>
          </p:nvSpPr>
          <p:spPr>
            <a:xfrm>
              <a:off x="3294263"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Application Guard</a:t>
              </a:r>
            </a:p>
          </p:txBody>
        </p:sp>
        <p:sp>
          <p:nvSpPr>
            <p:cNvPr id="249" name="Right Triangle 248">
              <a:extLst>
                <a:ext uri="{FF2B5EF4-FFF2-40B4-BE49-F238E27FC236}">
                  <a16:creationId xmlns:a16="http://schemas.microsoft.com/office/drawing/2014/main" id="{E872F870-2E80-9945-3D8C-D0830B6852F7}"/>
                </a:ext>
              </a:extLst>
            </p:cNvPr>
            <p:cNvSpPr/>
            <p:nvPr/>
          </p:nvSpPr>
          <p:spPr>
            <a:xfrm rot="10800000">
              <a:off x="4017485" y="2568377"/>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50" name="Group 249">
              <a:extLst>
                <a:ext uri="{FF2B5EF4-FFF2-40B4-BE49-F238E27FC236}">
                  <a16:creationId xmlns:a16="http://schemas.microsoft.com/office/drawing/2014/main" id="{F7275354-2EE0-2DA7-597D-CE9E8052671E}"/>
                </a:ext>
              </a:extLst>
            </p:cNvPr>
            <p:cNvGrpSpPr/>
            <p:nvPr/>
          </p:nvGrpSpPr>
          <p:grpSpPr>
            <a:xfrm>
              <a:off x="4097812" y="2575860"/>
              <a:ext cx="45719" cy="75385"/>
              <a:chOff x="3883481" y="2057400"/>
              <a:chExt cx="1608363" cy="2652031"/>
            </a:xfrm>
            <a:solidFill>
              <a:srgbClr val="A6A6A6">
                <a:alpha val="15000"/>
              </a:srgbClr>
            </a:solidFill>
          </p:grpSpPr>
          <p:sp>
            <p:nvSpPr>
              <p:cNvPr id="251" name="Oval 27">
                <a:extLst>
                  <a:ext uri="{FF2B5EF4-FFF2-40B4-BE49-F238E27FC236}">
                    <a16:creationId xmlns:a16="http://schemas.microsoft.com/office/drawing/2014/main" id="{602DAB44-322C-9159-0F3B-0CE50FCF20B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52" name="Oval 28">
                <a:extLst>
                  <a:ext uri="{FF2B5EF4-FFF2-40B4-BE49-F238E27FC236}">
                    <a16:creationId xmlns:a16="http://schemas.microsoft.com/office/drawing/2014/main" id="{0E2FC2A2-D61F-7FDF-F640-831D86EE430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53" name="Group 252">
            <a:extLst>
              <a:ext uri="{FF2B5EF4-FFF2-40B4-BE49-F238E27FC236}">
                <a16:creationId xmlns:a16="http://schemas.microsoft.com/office/drawing/2014/main" id="{FC2C4FC3-D082-F159-5528-522C86DF9ACF}"/>
              </a:ext>
            </a:extLst>
          </p:cNvPr>
          <p:cNvGrpSpPr/>
          <p:nvPr/>
        </p:nvGrpSpPr>
        <p:grpSpPr>
          <a:xfrm>
            <a:off x="2307084" y="3370808"/>
            <a:ext cx="871904" cy="748695"/>
            <a:chOff x="2307084" y="3370808"/>
            <a:chExt cx="871904" cy="748695"/>
          </a:xfrm>
        </p:grpSpPr>
        <p:sp>
          <p:nvSpPr>
            <p:cNvPr id="254" name="Rectangle 253">
              <a:extLst>
                <a:ext uri="{FF2B5EF4-FFF2-40B4-BE49-F238E27FC236}">
                  <a16:creationId xmlns:a16="http://schemas.microsoft.com/office/drawing/2014/main" id="{0E7B62BF-885D-423F-9F1A-9B4871ECEC66}"/>
                </a:ext>
              </a:extLst>
            </p:cNvPr>
            <p:cNvSpPr/>
            <p:nvPr/>
          </p:nvSpPr>
          <p:spPr>
            <a:xfrm>
              <a:off x="2307084" y="337080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Password Protection</a:t>
              </a:r>
            </a:p>
          </p:txBody>
        </p:sp>
        <p:sp>
          <p:nvSpPr>
            <p:cNvPr id="255" name="Right Triangle 254">
              <a:extLst>
                <a:ext uri="{FF2B5EF4-FFF2-40B4-BE49-F238E27FC236}">
                  <a16:creationId xmlns:a16="http://schemas.microsoft.com/office/drawing/2014/main" id="{1D566F8C-A795-9B27-60EB-895D8E303345}"/>
                </a:ext>
              </a:extLst>
            </p:cNvPr>
            <p:cNvSpPr/>
            <p:nvPr/>
          </p:nvSpPr>
          <p:spPr>
            <a:xfrm rot="10800000">
              <a:off x="3031994" y="3381521"/>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56" name="Group 255">
              <a:extLst>
                <a:ext uri="{FF2B5EF4-FFF2-40B4-BE49-F238E27FC236}">
                  <a16:creationId xmlns:a16="http://schemas.microsoft.com/office/drawing/2014/main" id="{EA50525E-2958-EFD3-5491-1F77F56771E4}"/>
                </a:ext>
              </a:extLst>
            </p:cNvPr>
            <p:cNvGrpSpPr/>
            <p:nvPr/>
          </p:nvGrpSpPr>
          <p:grpSpPr>
            <a:xfrm>
              <a:off x="3112321" y="3389004"/>
              <a:ext cx="45719" cy="75385"/>
              <a:chOff x="3883481" y="2057400"/>
              <a:chExt cx="1608363" cy="2652031"/>
            </a:xfrm>
            <a:solidFill>
              <a:srgbClr val="A6A6A6">
                <a:alpha val="15000"/>
              </a:srgbClr>
            </a:solidFill>
          </p:grpSpPr>
          <p:sp>
            <p:nvSpPr>
              <p:cNvPr id="257" name="Oval 27">
                <a:extLst>
                  <a:ext uri="{FF2B5EF4-FFF2-40B4-BE49-F238E27FC236}">
                    <a16:creationId xmlns:a16="http://schemas.microsoft.com/office/drawing/2014/main" id="{C00F7537-D63D-0E6F-0003-992217FC937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58" name="Oval 28">
                <a:extLst>
                  <a:ext uri="{FF2B5EF4-FFF2-40B4-BE49-F238E27FC236}">
                    <a16:creationId xmlns:a16="http://schemas.microsoft.com/office/drawing/2014/main" id="{9236A96B-2CE7-C466-D9FB-3FA5ACF5E9B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59" name="Group 258">
            <a:extLst>
              <a:ext uri="{FF2B5EF4-FFF2-40B4-BE49-F238E27FC236}">
                <a16:creationId xmlns:a16="http://schemas.microsoft.com/office/drawing/2014/main" id="{2714D3E1-EB5A-7F2F-444A-3BED8F94EB76}"/>
              </a:ext>
            </a:extLst>
          </p:cNvPr>
          <p:cNvGrpSpPr/>
          <p:nvPr/>
        </p:nvGrpSpPr>
        <p:grpSpPr>
          <a:xfrm>
            <a:off x="3298169" y="3370808"/>
            <a:ext cx="871904" cy="748695"/>
            <a:chOff x="3298169" y="3370808"/>
            <a:chExt cx="871904" cy="748695"/>
          </a:xfrm>
        </p:grpSpPr>
        <p:sp>
          <p:nvSpPr>
            <p:cNvPr id="260" name="Rectangle 259">
              <a:extLst>
                <a:ext uri="{FF2B5EF4-FFF2-40B4-BE49-F238E27FC236}">
                  <a16:creationId xmlns:a16="http://schemas.microsoft.com/office/drawing/2014/main" id="{A9D29C2A-C39F-D961-BC3B-8721FD4F4A4C}"/>
                </a:ext>
              </a:extLst>
            </p:cNvPr>
            <p:cNvSpPr/>
            <p:nvPr/>
          </p:nvSpPr>
          <p:spPr>
            <a:xfrm>
              <a:off x="3298169" y="337080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AD Conditional Access</a:t>
              </a:r>
            </a:p>
          </p:txBody>
        </p:sp>
        <p:sp>
          <p:nvSpPr>
            <p:cNvPr id="261" name="Right Triangle 260">
              <a:extLst>
                <a:ext uri="{FF2B5EF4-FFF2-40B4-BE49-F238E27FC236}">
                  <a16:creationId xmlns:a16="http://schemas.microsoft.com/office/drawing/2014/main" id="{5B193644-9175-F7AD-536E-01AB65A3D0EB}"/>
                </a:ext>
              </a:extLst>
            </p:cNvPr>
            <p:cNvSpPr/>
            <p:nvPr/>
          </p:nvSpPr>
          <p:spPr>
            <a:xfrm rot="10800000">
              <a:off x="4022248" y="3381521"/>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62" name="Group 261">
              <a:extLst>
                <a:ext uri="{FF2B5EF4-FFF2-40B4-BE49-F238E27FC236}">
                  <a16:creationId xmlns:a16="http://schemas.microsoft.com/office/drawing/2014/main" id="{2C203F07-FBD9-DEE9-2C03-DAAFF28B4B90}"/>
                </a:ext>
              </a:extLst>
            </p:cNvPr>
            <p:cNvGrpSpPr/>
            <p:nvPr/>
          </p:nvGrpSpPr>
          <p:grpSpPr>
            <a:xfrm>
              <a:off x="4102575" y="3389004"/>
              <a:ext cx="45719" cy="75385"/>
              <a:chOff x="3883481" y="2057400"/>
              <a:chExt cx="1608363" cy="2652031"/>
            </a:xfrm>
            <a:solidFill>
              <a:srgbClr val="A6A6A6">
                <a:alpha val="15000"/>
              </a:srgbClr>
            </a:solidFill>
          </p:grpSpPr>
          <p:sp>
            <p:nvSpPr>
              <p:cNvPr id="263" name="Oval 27">
                <a:extLst>
                  <a:ext uri="{FF2B5EF4-FFF2-40B4-BE49-F238E27FC236}">
                    <a16:creationId xmlns:a16="http://schemas.microsoft.com/office/drawing/2014/main" id="{C81F1A44-5DAF-62FE-4910-AA2E895F06C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64" name="Oval 28">
                <a:extLst>
                  <a:ext uri="{FF2B5EF4-FFF2-40B4-BE49-F238E27FC236}">
                    <a16:creationId xmlns:a16="http://schemas.microsoft.com/office/drawing/2014/main" id="{CED0AE44-158E-78DF-F647-EA04AA60309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65" name="Group 264">
            <a:extLst>
              <a:ext uri="{FF2B5EF4-FFF2-40B4-BE49-F238E27FC236}">
                <a16:creationId xmlns:a16="http://schemas.microsoft.com/office/drawing/2014/main" id="{31047D00-29D9-E932-59F8-C39900C55A25}"/>
              </a:ext>
            </a:extLst>
          </p:cNvPr>
          <p:cNvGrpSpPr/>
          <p:nvPr/>
        </p:nvGrpSpPr>
        <p:grpSpPr>
          <a:xfrm>
            <a:off x="2307084" y="4187682"/>
            <a:ext cx="871904" cy="752935"/>
            <a:chOff x="2307084" y="4187682"/>
            <a:chExt cx="871904" cy="752935"/>
          </a:xfrm>
        </p:grpSpPr>
        <p:sp>
          <p:nvSpPr>
            <p:cNvPr id="266" name="Rectangle 265">
              <a:extLst>
                <a:ext uri="{FF2B5EF4-FFF2-40B4-BE49-F238E27FC236}">
                  <a16:creationId xmlns:a16="http://schemas.microsoft.com/office/drawing/2014/main" id="{9D7E14A4-A91D-C68F-4B43-6F7C423D3592}"/>
                </a:ext>
              </a:extLst>
            </p:cNvPr>
            <p:cNvSpPr/>
            <p:nvPr/>
          </p:nvSpPr>
          <p:spPr>
            <a:xfrm>
              <a:off x="2307084" y="4191922"/>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AD Temporary Access Passwords</a:t>
              </a:r>
            </a:p>
          </p:txBody>
        </p:sp>
        <p:sp>
          <p:nvSpPr>
            <p:cNvPr id="267" name="Right Triangle 266">
              <a:extLst>
                <a:ext uri="{FF2B5EF4-FFF2-40B4-BE49-F238E27FC236}">
                  <a16:creationId xmlns:a16="http://schemas.microsoft.com/office/drawing/2014/main" id="{497B8BF9-1C09-1F0A-FFE2-3C2AF7D7D1BA}"/>
                </a:ext>
              </a:extLst>
            </p:cNvPr>
            <p:cNvSpPr/>
            <p:nvPr/>
          </p:nvSpPr>
          <p:spPr>
            <a:xfrm rot="10800000">
              <a:off x="3036801" y="4187682"/>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68" name="Group 267">
              <a:extLst>
                <a:ext uri="{FF2B5EF4-FFF2-40B4-BE49-F238E27FC236}">
                  <a16:creationId xmlns:a16="http://schemas.microsoft.com/office/drawing/2014/main" id="{ED4FB818-7582-18B6-AE9E-4B056617DB73}"/>
                </a:ext>
              </a:extLst>
            </p:cNvPr>
            <p:cNvGrpSpPr/>
            <p:nvPr/>
          </p:nvGrpSpPr>
          <p:grpSpPr>
            <a:xfrm>
              <a:off x="3117128" y="4195165"/>
              <a:ext cx="45719" cy="75385"/>
              <a:chOff x="3883481" y="2057400"/>
              <a:chExt cx="1608363" cy="2652031"/>
            </a:xfrm>
            <a:solidFill>
              <a:srgbClr val="A6A6A6">
                <a:alpha val="15000"/>
              </a:srgbClr>
            </a:solidFill>
          </p:grpSpPr>
          <p:sp>
            <p:nvSpPr>
              <p:cNvPr id="269" name="Oval 27">
                <a:extLst>
                  <a:ext uri="{FF2B5EF4-FFF2-40B4-BE49-F238E27FC236}">
                    <a16:creationId xmlns:a16="http://schemas.microsoft.com/office/drawing/2014/main" id="{6E69FD7E-7CF4-110A-317B-9343944835B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70" name="Oval 28">
                <a:extLst>
                  <a:ext uri="{FF2B5EF4-FFF2-40B4-BE49-F238E27FC236}">
                    <a16:creationId xmlns:a16="http://schemas.microsoft.com/office/drawing/2014/main" id="{15D2DBD2-390C-64DF-FA66-B28BCC17E2E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71" name="Group 270">
            <a:extLst>
              <a:ext uri="{FF2B5EF4-FFF2-40B4-BE49-F238E27FC236}">
                <a16:creationId xmlns:a16="http://schemas.microsoft.com/office/drawing/2014/main" id="{318FCD79-49AC-BAC9-802C-B6B4BCE92125}"/>
              </a:ext>
            </a:extLst>
          </p:cNvPr>
          <p:cNvGrpSpPr/>
          <p:nvPr/>
        </p:nvGrpSpPr>
        <p:grpSpPr>
          <a:xfrm>
            <a:off x="4289254" y="1729816"/>
            <a:ext cx="871904" cy="748695"/>
            <a:chOff x="4289254" y="1729816"/>
            <a:chExt cx="871904" cy="748695"/>
          </a:xfrm>
        </p:grpSpPr>
        <p:sp>
          <p:nvSpPr>
            <p:cNvPr id="272" name="Rectangle 271">
              <a:extLst>
                <a:ext uri="{FF2B5EF4-FFF2-40B4-BE49-F238E27FC236}">
                  <a16:creationId xmlns:a16="http://schemas.microsoft.com/office/drawing/2014/main" id="{C29474A4-3F15-A84B-D2F0-716212B27A11}"/>
                </a:ext>
              </a:extLst>
            </p:cNvPr>
            <p:cNvSpPr/>
            <p:nvPr/>
          </p:nvSpPr>
          <p:spPr>
            <a:xfrm>
              <a:off x="4289254" y="1729816"/>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Data Lifecycle Management</a:t>
              </a:r>
            </a:p>
          </p:txBody>
        </p:sp>
        <p:sp>
          <p:nvSpPr>
            <p:cNvPr id="273" name="Right Triangle 272">
              <a:extLst>
                <a:ext uri="{FF2B5EF4-FFF2-40B4-BE49-F238E27FC236}">
                  <a16:creationId xmlns:a16="http://schemas.microsoft.com/office/drawing/2014/main" id="{798ABA5C-E662-AAF8-F3FA-E067EAAD691B}"/>
                </a:ext>
              </a:extLst>
            </p:cNvPr>
            <p:cNvSpPr/>
            <p:nvPr/>
          </p:nvSpPr>
          <p:spPr>
            <a:xfrm rot="10800000">
              <a:off x="5013435" y="1735417"/>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74" name="Group 273">
              <a:extLst>
                <a:ext uri="{FF2B5EF4-FFF2-40B4-BE49-F238E27FC236}">
                  <a16:creationId xmlns:a16="http://schemas.microsoft.com/office/drawing/2014/main" id="{51E18443-2802-0CD9-D656-5A13194D8797}"/>
                </a:ext>
              </a:extLst>
            </p:cNvPr>
            <p:cNvGrpSpPr/>
            <p:nvPr/>
          </p:nvGrpSpPr>
          <p:grpSpPr>
            <a:xfrm>
              <a:off x="5093762" y="1742900"/>
              <a:ext cx="45719" cy="75385"/>
              <a:chOff x="3883481" y="2057400"/>
              <a:chExt cx="1608363" cy="2652031"/>
            </a:xfrm>
            <a:solidFill>
              <a:srgbClr val="A6A6A6">
                <a:alpha val="15000"/>
              </a:srgbClr>
            </a:solidFill>
          </p:grpSpPr>
          <p:sp>
            <p:nvSpPr>
              <p:cNvPr id="275" name="Oval 27">
                <a:extLst>
                  <a:ext uri="{FF2B5EF4-FFF2-40B4-BE49-F238E27FC236}">
                    <a16:creationId xmlns:a16="http://schemas.microsoft.com/office/drawing/2014/main" id="{DB417E74-6A41-9D93-994B-1C21E0BE397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76" name="Oval 28">
                <a:extLst>
                  <a:ext uri="{FF2B5EF4-FFF2-40B4-BE49-F238E27FC236}">
                    <a16:creationId xmlns:a16="http://schemas.microsoft.com/office/drawing/2014/main" id="{1EF66187-3B0E-A6DA-C9AC-B9CD8B51623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77" name="Group 276">
            <a:extLst>
              <a:ext uri="{FF2B5EF4-FFF2-40B4-BE49-F238E27FC236}">
                <a16:creationId xmlns:a16="http://schemas.microsoft.com/office/drawing/2014/main" id="{FF40AD1B-184C-1048-B8F1-FEC044986D1E}"/>
              </a:ext>
            </a:extLst>
          </p:cNvPr>
          <p:cNvGrpSpPr/>
          <p:nvPr/>
        </p:nvGrpSpPr>
        <p:grpSpPr>
          <a:xfrm>
            <a:off x="4289254" y="2560818"/>
            <a:ext cx="871904" cy="748695"/>
            <a:chOff x="4289254" y="2560818"/>
            <a:chExt cx="871904" cy="748695"/>
          </a:xfrm>
        </p:grpSpPr>
        <p:sp>
          <p:nvSpPr>
            <p:cNvPr id="278" name="Rectangle 277">
              <a:extLst>
                <a:ext uri="{FF2B5EF4-FFF2-40B4-BE49-F238E27FC236}">
                  <a16:creationId xmlns:a16="http://schemas.microsoft.com/office/drawing/2014/main" id="{DC7C0FA1-348E-D8EE-A5A2-862DEA8D0491}"/>
                </a:ext>
              </a:extLst>
            </p:cNvPr>
            <p:cNvSpPr/>
            <p:nvPr/>
          </p:nvSpPr>
          <p:spPr>
            <a:xfrm>
              <a:off x="4289254"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Exploit Guard (ASR)</a:t>
              </a:r>
            </a:p>
          </p:txBody>
        </p:sp>
        <p:sp>
          <p:nvSpPr>
            <p:cNvPr id="279" name="Right Triangle 278">
              <a:extLst>
                <a:ext uri="{FF2B5EF4-FFF2-40B4-BE49-F238E27FC236}">
                  <a16:creationId xmlns:a16="http://schemas.microsoft.com/office/drawing/2014/main" id="{BAA81419-12A3-E1C4-CE62-EBA1B34A2F0E}"/>
                </a:ext>
              </a:extLst>
            </p:cNvPr>
            <p:cNvSpPr/>
            <p:nvPr/>
          </p:nvSpPr>
          <p:spPr>
            <a:xfrm rot="10800000">
              <a:off x="5018198" y="2567613"/>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80" name="Group 279">
              <a:extLst>
                <a:ext uri="{FF2B5EF4-FFF2-40B4-BE49-F238E27FC236}">
                  <a16:creationId xmlns:a16="http://schemas.microsoft.com/office/drawing/2014/main" id="{C73B48C0-FD87-DB55-9DD9-11C6496D89F3}"/>
                </a:ext>
              </a:extLst>
            </p:cNvPr>
            <p:cNvGrpSpPr/>
            <p:nvPr/>
          </p:nvGrpSpPr>
          <p:grpSpPr>
            <a:xfrm>
              <a:off x="5098525" y="2575096"/>
              <a:ext cx="45719" cy="75385"/>
              <a:chOff x="3883481" y="2057400"/>
              <a:chExt cx="1608363" cy="2652031"/>
            </a:xfrm>
            <a:solidFill>
              <a:srgbClr val="A6A6A6">
                <a:alpha val="15000"/>
              </a:srgbClr>
            </a:solidFill>
          </p:grpSpPr>
          <p:sp>
            <p:nvSpPr>
              <p:cNvPr id="281" name="Oval 27">
                <a:extLst>
                  <a:ext uri="{FF2B5EF4-FFF2-40B4-BE49-F238E27FC236}">
                    <a16:creationId xmlns:a16="http://schemas.microsoft.com/office/drawing/2014/main" id="{482793E2-1B5F-C610-134A-7F0C5764C67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82" name="Oval 28">
                <a:extLst>
                  <a:ext uri="{FF2B5EF4-FFF2-40B4-BE49-F238E27FC236}">
                    <a16:creationId xmlns:a16="http://schemas.microsoft.com/office/drawing/2014/main" id="{43E5B1A5-F497-D2D9-D9CF-8BC0B5462CC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83" name="Group 282">
            <a:extLst>
              <a:ext uri="{FF2B5EF4-FFF2-40B4-BE49-F238E27FC236}">
                <a16:creationId xmlns:a16="http://schemas.microsoft.com/office/drawing/2014/main" id="{727306B1-A889-9CE1-3769-4E6AC554F7FF}"/>
              </a:ext>
            </a:extLst>
          </p:cNvPr>
          <p:cNvGrpSpPr/>
          <p:nvPr/>
        </p:nvGrpSpPr>
        <p:grpSpPr>
          <a:xfrm>
            <a:off x="4289254" y="3370808"/>
            <a:ext cx="871904" cy="748695"/>
            <a:chOff x="4289254" y="3370808"/>
            <a:chExt cx="871904" cy="748695"/>
          </a:xfrm>
        </p:grpSpPr>
        <p:sp>
          <p:nvSpPr>
            <p:cNvPr id="284" name="Rectangle 283">
              <a:extLst>
                <a:ext uri="{FF2B5EF4-FFF2-40B4-BE49-F238E27FC236}">
                  <a16:creationId xmlns:a16="http://schemas.microsoft.com/office/drawing/2014/main" id="{80361D55-EBE7-D88E-D612-54CCFE3D59C7}"/>
                </a:ext>
              </a:extLst>
            </p:cNvPr>
            <p:cNvSpPr/>
            <p:nvPr/>
          </p:nvSpPr>
          <p:spPr>
            <a:xfrm>
              <a:off x="4289254" y="337080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AD MFA</a:t>
              </a:r>
            </a:p>
          </p:txBody>
        </p:sp>
        <p:sp>
          <p:nvSpPr>
            <p:cNvPr id="285" name="Right Triangle 284">
              <a:extLst>
                <a:ext uri="{FF2B5EF4-FFF2-40B4-BE49-F238E27FC236}">
                  <a16:creationId xmlns:a16="http://schemas.microsoft.com/office/drawing/2014/main" id="{6E4ACDBE-9EFB-F29C-A215-414579BB94F9}"/>
                </a:ext>
              </a:extLst>
            </p:cNvPr>
            <p:cNvSpPr/>
            <p:nvPr/>
          </p:nvSpPr>
          <p:spPr>
            <a:xfrm rot="10800000">
              <a:off x="5018242" y="3373774"/>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86" name="Group 285">
              <a:extLst>
                <a:ext uri="{FF2B5EF4-FFF2-40B4-BE49-F238E27FC236}">
                  <a16:creationId xmlns:a16="http://schemas.microsoft.com/office/drawing/2014/main" id="{8656C80A-6383-5067-25DC-38A6D470F3E7}"/>
                </a:ext>
              </a:extLst>
            </p:cNvPr>
            <p:cNvGrpSpPr/>
            <p:nvPr/>
          </p:nvGrpSpPr>
          <p:grpSpPr>
            <a:xfrm>
              <a:off x="5098569" y="3381257"/>
              <a:ext cx="45719" cy="75385"/>
              <a:chOff x="3883481" y="2057400"/>
              <a:chExt cx="1608363" cy="2652031"/>
            </a:xfrm>
            <a:solidFill>
              <a:srgbClr val="A6A6A6">
                <a:alpha val="15000"/>
              </a:srgbClr>
            </a:solidFill>
          </p:grpSpPr>
          <p:sp>
            <p:nvSpPr>
              <p:cNvPr id="287" name="Oval 27">
                <a:extLst>
                  <a:ext uri="{FF2B5EF4-FFF2-40B4-BE49-F238E27FC236}">
                    <a16:creationId xmlns:a16="http://schemas.microsoft.com/office/drawing/2014/main" id="{AFF7B16D-F1E2-3042-C55D-2BFF071C83B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288" name="Oval 28">
                <a:extLst>
                  <a:ext uri="{FF2B5EF4-FFF2-40B4-BE49-F238E27FC236}">
                    <a16:creationId xmlns:a16="http://schemas.microsoft.com/office/drawing/2014/main" id="{F55F4143-4813-7177-3835-14C8F101C31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295" name="Group 294">
            <a:extLst>
              <a:ext uri="{FF2B5EF4-FFF2-40B4-BE49-F238E27FC236}">
                <a16:creationId xmlns:a16="http://schemas.microsoft.com/office/drawing/2014/main" id="{A6066CC6-5DE9-B5CC-FC6E-C3734EE162A8}"/>
              </a:ext>
            </a:extLst>
          </p:cNvPr>
          <p:cNvGrpSpPr/>
          <p:nvPr/>
        </p:nvGrpSpPr>
        <p:grpSpPr>
          <a:xfrm>
            <a:off x="5280339" y="3370808"/>
            <a:ext cx="871904" cy="748695"/>
            <a:chOff x="5280339" y="3370808"/>
            <a:chExt cx="871904" cy="748695"/>
          </a:xfrm>
        </p:grpSpPr>
        <p:sp>
          <p:nvSpPr>
            <p:cNvPr id="296" name="Rectangle 295">
              <a:extLst>
                <a:ext uri="{FF2B5EF4-FFF2-40B4-BE49-F238E27FC236}">
                  <a16:creationId xmlns:a16="http://schemas.microsoft.com/office/drawing/2014/main" id="{A9D2884B-12C4-2049-99BC-1A52D3A27B7D}"/>
                </a:ext>
              </a:extLst>
            </p:cNvPr>
            <p:cNvSpPr/>
            <p:nvPr/>
          </p:nvSpPr>
          <p:spPr>
            <a:xfrm>
              <a:off x="5280339" y="337080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Active Directory App Proxy</a:t>
              </a:r>
            </a:p>
          </p:txBody>
        </p:sp>
        <p:sp>
          <p:nvSpPr>
            <p:cNvPr id="297" name="Right Triangle 296">
              <a:extLst>
                <a:ext uri="{FF2B5EF4-FFF2-40B4-BE49-F238E27FC236}">
                  <a16:creationId xmlns:a16="http://schemas.microsoft.com/office/drawing/2014/main" id="{86939EAF-65E0-7A13-4AEB-06819DDBA838}"/>
                </a:ext>
              </a:extLst>
            </p:cNvPr>
            <p:cNvSpPr/>
            <p:nvPr/>
          </p:nvSpPr>
          <p:spPr>
            <a:xfrm rot="10800000">
              <a:off x="6009373" y="3381521"/>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298" name="Group 297">
              <a:extLst>
                <a:ext uri="{FF2B5EF4-FFF2-40B4-BE49-F238E27FC236}">
                  <a16:creationId xmlns:a16="http://schemas.microsoft.com/office/drawing/2014/main" id="{C3FCAD55-B839-6179-27C6-0FE56737E5FF}"/>
                </a:ext>
              </a:extLst>
            </p:cNvPr>
            <p:cNvGrpSpPr/>
            <p:nvPr/>
          </p:nvGrpSpPr>
          <p:grpSpPr>
            <a:xfrm>
              <a:off x="6089700" y="3389004"/>
              <a:ext cx="45719" cy="75385"/>
              <a:chOff x="3883481" y="2057400"/>
              <a:chExt cx="1608363" cy="2652031"/>
            </a:xfrm>
            <a:solidFill>
              <a:srgbClr val="A6A6A6">
                <a:alpha val="15000"/>
              </a:srgbClr>
            </a:solidFill>
          </p:grpSpPr>
          <p:sp>
            <p:nvSpPr>
              <p:cNvPr id="299" name="Oval 27">
                <a:extLst>
                  <a:ext uri="{FF2B5EF4-FFF2-40B4-BE49-F238E27FC236}">
                    <a16:creationId xmlns:a16="http://schemas.microsoft.com/office/drawing/2014/main" id="{4BB6DAE3-820C-356D-561D-70E4DA5D37B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00" name="Oval 28">
                <a:extLst>
                  <a:ext uri="{FF2B5EF4-FFF2-40B4-BE49-F238E27FC236}">
                    <a16:creationId xmlns:a16="http://schemas.microsoft.com/office/drawing/2014/main" id="{EA33695F-31FB-9C47-548B-009D6357967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301" name="Group 300">
            <a:extLst>
              <a:ext uri="{FF2B5EF4-FFF2-40B4-BE49-F238E27FC236}">
                <a16:creationId xmlns:a16="http://schemas.microsoft.com/office/drawing/2014/main" id="{6E88C9F6-DF27-F901-F34D-B98C3487581A}"/>
              </a:ext>
            </a:extLst>
          </p:cNvPr>
          <p:cNvGrpSpPr/>
          <p:nvPr/>
        </p:nvGrpSpPr>
        <p:grpSpPr>
          <a:xfrm>
            <a:off x="6271424" y="3370808"/>
            <a:ext cx="875456" cy="748695"/>
            <a:chOff x="6271424" y="3370808"/>
            <a:chExt cx="875456" cy="748695"/>
          </a:xfrm>
        </p:grpSpPr>
        <p:sp>
          <p:nvSpPr>
            <p:cNvPr id="302" name="Rectangle 301">
              <a:extLst>
                <a:ext uri="{FF2B5EF4-FFF2-40B4-BE49-F238E27FC236}">
                  <a16:creationId xmlns:a16="http://schemas.microsoft.com/office/drawing/2014/main" id="{00B6E93C-6073-85ED-4862-1EBAB6B3B3D6}"/>
                </a:ext>
              </a:extLst>
            </p:cNvPr>
            <p:cNvSpPr/>
            <p:nvPr/>
          </p:nvSpPr>
          <p:spPr>
            <a:xfrm>
              <a:off x="6271424" y="337080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Self Service Capabilities</a:t>
              </a:r>
            </a:p>
          </p:txBody>
        </p:sp>
        <p:sp>
          <p:nvSpPr>
            <p:cNvPr id="303" name="Right Triangle 302">
              <a:extLst>
                <a:ext uri="{FF2B5EF4-FFF2-40B4-BE49-F238E27FC236}">
                  <a16:creationId xmlns:a16="http://schemas.microsoft.com/office/drawing/2014/main" id="{907BAD4D-25F3-E805-B702-A18480828262}"/>
                </a:ext>
              </a:extLst>
            </p:cNvPr>
            <p:cNvSpPr/>
            <p:nvPr/>
          </p:nvSpPr>
          <p:spPr>
            <a:xfrm rot="10800000">
              <a:off x="7005367" y="3373774"/>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304" name="Group 303">
              <a:extLst>
                <a:ext uri="{FF2B5EF4-FFF2-40B4-BE49-F238E27FC236}">
                  <a16:creationId xmlns:a16="http://schemas.microsoft.com/office/drawing/2014/main" id="{DD9EAF07-8373-5A64-B11B-C6E56ABCAEB1}"/>
                </a:ext>
              </a:extLst>
            </p:cNvPr>
            <p:cNvGrpSpPr/>
            <p:nvPr/>
          </p:nvGrpSpPr>
          <p:grpSpPr>
            <a:xfrm>
              <a:off x="7085694" y="3381257"/>
              <a:ext cx="45719" cy="75385"/>
              <a:chOff x="3883481" y="2057400"/>
              <a:chExt cx="1608363" cy="2652031"/>
            </a:xfrm>
            <a:solidFill>
              <a:srgbClr val="A6A6A6">
                <a:alpha val="15000"/>
              </a:srgbClr>
            </a:solidFill>
          </p:grpSpPr>
          <p:sp>
            <p:nvSpPr>
              <p:cNvPr id="305" name="Oval 27">
                <a:extLst>
                  <a:ext uri="{FF2B5EF4-FFF2-40B4-BE49-F238E27FC236}">
                    <a16:creationId xmlns:a16="http://schemas.microsoft.com/office/drawing/2014/main" id="{C530F2D0-8351-5D9C-560E-A20C14DE40C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06" name="Oval 28">
                <a:extLst>
                  <a:ext uri="{FF2B5EF4-FFF2-40B4-BE49-F238E27FC236}">
                    <a16:creationId xmlns:a16="http://schemas.microsoft.com/office/drawing/2014/main" id="{85ACDC7E-FEC8-4ADA-7F29-181648EDAC4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307" name="Group 306">
            <a:extLst>
              <a:ext uri="{FF2B5EF4-FFF2-40B4-BE49-F238E27FC236}">
                <a16:creationId xmlns:a16="http://schemas.microsoft.com/office/drawing/2014/main" id="{4936B622-C27D-0A5A-A4AB-86CCF0AC05F0}"/>
              </a:ext>
            </a:extLst>
          </p:cNvPr>
          <p:cNvGrpSpPr/>
          <p:nvPr/>
        </p:nvGrpSpPr>
        <p:grpSpPr>
          <a:xfrm>
            <a:off x="6271424" y="2560818"/>
            <a:ext cx="871904" cy="748695"/>
            <a:chOff x="6271424" y="2560818"/>
            <a:chExt cx="871904" cy="748695"/>
          </a:xfrm>
        </p:grpSpPr>
        <p:sp>
          <p:nvSpPr>
            <p:cNvPr id="308" name="Rectangle 307">
              <a:extLst>
                <a:ext uri="{FF2B5EF4-FFF2-40B4-BE49-F238E27FC236}">
                  <a16:creationId xmlns:a16="http://schemas.microsoft.com/office/drawing/2014/main" id="{B786994C-0600-B08A-0F14-782A9C1943AC}"/>
                </a:ext>
              </a:extLst>
            </p:cNvPr>
            <p:cNvSpPr/>
            <p:nvPr/>
          </p:nvSpPr>
          <p:spPr>
            <a:xfrm>
              <a:off x="6271424"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System Guard</a:t>
              </a:r>
            </a:p>
          </p:txBody>
        </p:sp>
        <p:sp>
          <p:nvSpPr>
            <p:cNvPr id="309" name="Right Triangle 308">
              <a:extLst>
                <a:ext uri="{FF2B5EF4-FFF2-40B4-BE49-F238E27FC236}">
                  <a16:creationId xmlns:a16="http://schemas.microsoft.com/office/drawing/2014/main" id="{42652BFC-5C43-E367-941A-6812F3DF2476}"/>
                </a:ext>
              </a:extLst>
            </p:cNvPr>
            <p:cNvSpPr/>
            <p:nvPr/>
          </p:nvSpPr>
          <p:spPr>
            <a:xfrm rot="10800000">
              <a:off x="6996110" y="2567380"/>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310" name="Group 309">
              <a:extLst>
                <a:ext uri="{FF2B5EF4-FFF2-40B4-BE49-F238E27FC236}">
                  <a16:creationId xmlns:a16="http://schemas.microsoft.com/office/drawing/2014/main" id="{C17B265B-168D-9ABC-C011-B263FEFC44AB}"/>
                </a:ext>
              </a:extLst>
            </p:cNvPr>
            <p:cNvGrpSpPr/>
            <p:nvPr/>
          </p:nvGrpSpPr>
          <p:grpSpPr>
            <a:xfrm>
              <a:off x="7076437" y="2574863"/>
              <a:ext cx="45719" cy="75385"/>
              <a:chOff x="3883481" y="2057400"/>
              <a:chExt cx="1608363" cy="2652031"/>
            </a:xfrm>
            <a:solidFill>
              <a:srgbClr val="A6A6A6">
                <a:alpha val="15000"/>
              </a:srgbClr>
            </a:solidFill>
          </p:grpSpPr>
          <p:sp>
            <p:nvSpPr>
              <p:cNvPr id="311" name="Oval 27">
                <a:extLst>
                  <a:ext uri="{FF2B5EF4-FFF2-40B4-BE49-F238E27FC236}">
                    <a16:creationId xmlns:a16="http://schemas.microsoft.com/office/drawing/2014/main" id="{9818E4BE-3862-8FC6-E726-9B5864B6483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12" name="Oval 28">
                <a:extLst>
                  <a:ext uri="{FF2B5EF4-FFF2-40B4-BE49-F238E27FC236}">
                    <a16:creationId xmlns:a16="http://schemas.microsoft.com/office/drawing/2014/main" id="{1FF5312A-D9EF-E4C1-2000-4237E1FAED9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313" name="Group 312">
            <a:extLst>
              <a:ext uri="{FF2B5EF4-FFF2-40B4-BE49-F238E27FC236}">
                <a16:creationId xmlns:a16="http://schemas.microsoft.com/office/drawing/2014/main" id="{58147793-1504-66C1-0FF7-BF07E4FE6683}"/>
              </a:ext>
            </a:extLst>
          </p:cNvPr>
          <p:cNvGrpSpPr/>
          <p:nvPr/>
        </p:nvGrpSpPr>
        <p:grpSpPr>
          <a:xfrm>
            <a:off x="7262509" y="2560818"/>
            <a:ext cx="871904" cy="748695"/>
            <a:chOff x="7262509" y="2560818"/>
            <a:chExt cx="871904" cy="748695"/>
          </a:xfrm>
        </p:grpSpPr>
        <p:sp>
          <p:nvSpPr>
            <p:cNvPr id="314" name="Rectangle 313">
              <a:extLst>
                <a:ext uri="{FF2B5EF4-FFF2-40B4-BE49-F238E27FC236}">
                  <a16:creationId xmlns:a16="http://schemas.microsoft.com/office/drawing/2014/main" id="{4CC1CA3A-6AE2-723D-41DA-CCDA47265386}"/>
                </a:ext>
              </a:extLst>
            </p:cNvPr>
            <p:cNvSpPr/>
            <p:nvPr/>
          </p:nvSpPr>
          <p:spPr>
            <a:xfrm>
              <a:off x="7262509"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BitLocker</a:t>
              </a:r>
            </a:p>
          </p:txBody>
        </p:sp>
        <p:sp>
          <p:nvSpPr>
            <p:cNvPr id="315" name="Right Triangle 314">
              <a:extLst>
                <a:ext uri="{FF2B5EF4-FFF2-40B4-BE49-F238E27FC236}">
                  <a16:creationId xmlns:a16="http://schemas.microsoft.com/office/drawing/2014/main" id="{C87C63A7-7ABC-A524-07B4-F69A358520EE}"/>
                </a:ext>
              </a:extLst>
            </p:cNvPr>
            <p:cNvSpPr/>
            <p:nvPr/>
          </p:nvSpPr>
          <p:spPr>
            <a:xfrm rot="10800000">
              <a:off x="7986364" y="2567380"/>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316" name="Group 315">
              <a:extLst>
                <a:ext uri="{FF2B5EF4-FFF2-40B4-BE49-F238E27FC236}">
                  <a16:creationId xmlns:a16="http://schemas.microsoft.com/office/drawing/2014/main" id="{F0D965FB-69D7-1D9C-BB61-3E2D0BFC73EB}"/>
                </a:ext>
              </a:extLst>
            </p:cNvPr>
            <p:cNvGrpSpPr/>
            <p:nvPr/>
          </p:nvGrpSpPr>
          <p:grpSpPr>
            <a:xfrm>
              <a:off x="8066691" y="2574863"/>
              <a:ext cx="45719" cy="75385"/>
              <a:chOff x="3883481" y="2057400"/>
              <a:chExt cx="1608363" cy="2652031"/>
            </a:xfrm>
            <a:solidFill>
              <a:srgbClr val="A6A6A6">
                <a:alpha val="15000"/>
              </a:srgbClr>
            </a:solidFill>
          </p:grpSpPr>
          <p:sp>
            <p:nvSpPr>
              <p:cNvPr id="317" name="Oval 27">
                <a:extLst>
                  <a:ext uri="{FF2B5EF4-FFF2-40B4-BE49-F238E27FC236}">
                    <a16:creationId xmlns:a16="http://schemas.microsoft.com/office/drawing/2014/main" id="{19B15BB8-D44B-C81B-2A41-648E913ED31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18" name="Oval 28">
                <a:extLst>
                  <a:ext uri="{FF2B5EF4-FFF2-40B4-BE49-F238E27FC236}">
                    <a16:creationId xmlns:a16="http://schemas.microsoft.com/office/drawing/2014/main" id="{B84BE67B-3062-B211-0EA9-1C33F42C828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319" name="Group 318">
            <a:extLst>
              <a:ext uri="{FF2B5EF4-FFF2-40B4-BE49-F238E27FC236}">
                <a16:creationId xmlns:a16="http://schemas.microsoft.com/office/drawing/2014/main" id="{75157383-7568-87DD-462F-E08C7F93E56B}"/>
              </a:ext>
            </a:extLst>
          </p:cNvPr>
          <p:cNvGrpSpPr/>
          <p:nvPr/>
        </p:nvGrpSpPr>
        <p:grpSpPr>
          <a:xfrm>
            <a:off x="8253594" y="2560818"/>
            <a:ext cx="871904" cy="748695"/>
            <a:chOff x="8253594" y="2560818"/>
            <a:chExt cx="871904" cy="748695"/>
          </a:xfrm>
        </p:grpSpPr>
        <p:sp>
          <p:nvSpPr>
            <p:cNvPr id="320" name="Rectangle 319">
              <a:extLst>
                <a:ext uri="{FF2B5EF4-FFF2-40B4-BE49-F238E27FC236}">
                  <a16:creationId xmlns:a16="http://schemas.microsoft.com/office/drawing/2014/main" id="{90753EA8-3D4B-022B-3D22-A637595199F8}"/>
                </a:ext>
              </a:extLst>
            </p:cNvPr>
            <p:cNvSpPr/>
            <p:nvPr/>
          </p:nvSpPr>
          <p:spPr>
            <a:xfrm>
              <a:off x="8253594"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Defender Application Control</a:t>
              </a:r>
            </a:p>
          </p:txBody>
        </p:sp>
        <p:sp>
          <p:nvSpPr>
            <p:cNvPr id="321" name="Right Triangle 320">
              <a:extLst>
                <a:ext uri="{FF2B5EF4-FFF2-40B4-BE49-F238E27FC236}">
                  <a16:creationId xmlns:a16="http://schemas.microsoft.com/office/drawing/2014/main" id="{21BDCECD-6F50-0DC8-D6F0-685A0034BA12}"/>
                </a:ext>
              </a:extLst>
            </p:cNvPr>
            <p:cNvSpPr/>
            <p:nvPr/>
          </p:nvSpPr>
          <p:spPr>
            <a:xfrm rot="10800000">
              <a:off x="8976730" y="2567773"/>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nvGrpSpPr>
            <p:cNvPr id="322" name="Group 321">
              <a:extLst>
                <a:ext uri="{FF2B5EF4-FFF2-40B4-BE49-F238E27FC236}">
                  <a16:creationId xmlns:a16="http://schemas.microsoft.com/office/drawing/2014/main" id="{22FDD7AB-7DA7-C1A7-9948-3FE065AF8EC9}"/>
                </a:ext>
              </a:extLst>
            </p:cNvPr>
            <p:cNvGrpSpPr/>
            <p:nvPr/>
          </p:nvGrpSpPr>
          <p:grpSpPr>
            <a:xfrm>
              <a:off x="9057057" y="2575256"/>
              <a:ext cx="45719" cy="75385"/>
              <a:chOff x="3883481" y="2057400"/>
              <a:chExt cx="1608363" cy="2652031"/>
            </a:xfrm>
            <a:solidFill>
              <a:srgbClr val="A6A6A6">
                <a:alpha val="15000"/>
              </a:srgbClr>
            </a:solidFill>
          </p:grpSpPr>
          <p:sp>
            <p:nvSpPr>
              <p:cNvPr id="323" name="Oval 27">
                <a:extLst>
                  <a:ext uri="{FF2B5EF4-FFF2-40B4-BE49-F238E27FC236}">
                    <a16:creationId xmlns:a16="http://schemas.microsoft.com/office/drawing/2014/main" id="{66D955E6-35EC-FEF2-F96C-10262670479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24" name="Oval 28">
                <a:extLst>
                  <a:ext uri="{FF2B5EF4-FFF2-40B4-BE49-F238E27FC236}">
                    <a16:creationId xmlns:a16="http://schemas.microsoft.com/office/drawing/2014/main" id="{5AFA56BB-52E2-DD07-7350-3977D5BF487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grpSp>
        <p:nvGrpSpPr>
          <p:cNvPr id="325" name="Group 324">
            <a:extLst>
              <a:ext uri="{FF2B5EF4-FFF2-40B4-BE49-F238E27FC236}">
                <a16:creationId xmlns:a16="http://schemas.microsoft.com/office/drawing/2014/main" id="{BB03D865-EC65-1EAB-6024-8913540575B6}"/>
              </a:ext>
            </a:extLst>
          </p:cNvPr>
          <p:cNvGrpSpPr/>
          <p:nvPr/>
        </p:nvGrpSpPr>
        <p:grpSpPr>
          <a:xfrm>
            <a:off x="8253594" y="909114"/>
            <a:ext cx="871904" cy="748695"/>
            <a:chOff x="8253594" y="909114"/>
            <a:chExt cx="871904" cy="748695"/>
          </a:xfrm>
        </p:grpSpPr>
        <p:sp>
          <p:nvSpPr>
            <p:cNvPr id="326" name="Rectangle 325">
              <a:hlinkHover r:id="" action="ppaction://noaction" highlightClick="1"/>
              <a:extLst>
                <a:ext uri="{FF2B5EF4-FFF2-40B4-BE49-F238E27FC236}">
                  <a16:creationId xmlns:a16="http://schemas.microsoft.com/office/drawing/2014/main" id="{FD7EAF6E-AD52-B41C-056D-041015570FBC}"/>
                </a:ext>
              </a:extLst>
            </p:cNvPr>
            <p:cNvSpPr/>
            <p:nvPr/>
          </p:nvSpPr>
          <p:spPr>
            <a:xfrm>
              <a:off x="8253594" y="909114"/>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Labelling Scanner</a:t>
              </a:r>
            </a:p>
          </p:txBody>
        </p:sp>
        <p:sp>
          <p:nvSpPr>
            <p:cNvPr id="327" name="Right Triangle 326">
              <a:extLst>
                <a:ext uri="{FF2B5EF4-FFF2-40B4-BE49-F238E27FC236}">
                  <a16:creationId xmlns:a16="http://schemas.microsoft.com/office/drawing/2014/main" id="{07992F72-ED58-38F8-534F-2AAD2E7E0E72}"/>
                </a:ext>
              </a:extLst>
            </p:cNvPr>
            <p:cNvSpPr/>
            <p:nvPr/>
          </p:nvSpPr>
          <p:spPr>
            <a:xfrm rot="10800000">
              <a:off x="8971968" y="916801"/>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28" name="Oval 27">
              <a:extLst>
                <a:ext uri="{FF2B5EF4-FFF2-40B4-BE49-F238E27FC236}">
                  <a16:creationId xmlns:a16="http://schemas.microsoft.com/office/drawing/2014/main" id="{584D391F-96FF-E559-BCF0-FD07F17618BA}"/>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29" name="Oval 28">
              <a:extLst>
                <a:ext uri="{FF2B5EF4-FFF2-40B4-BE49-F238E27FC236}">
                  <a16:creationId xmlns:a16="http://schemas.microsoft.com/office/drawing/2014/main" id="{274C65EB-8002-5C12-1896-FA20740DA21D}"/>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30" name="Group 329">
            <a:extLst>
              <a:ext uri="{FF2B5EF4-FFF2-40B4-BE49-F238E27FC236}">
                <a16:creationId xmlns:a16="http://schemas.microsoft.com/office/drawing/2014/main" id="{BB8FD33D-EE6E-4CC8-904E-160757080960}"/>
              </a:ext>
            </a:extLst>
          </p:cNvPr>
          <p:cNvGrpSpPr/>
          <p:nvPr/>
        </p:nvGrpSpPr>
        <p:grpSpPr>
          <a:xfrm>
            <a:off x="10240105" y="2560818"/>
            <a:ext cx="871904" cy="748695"/>
            <a:chOff x="10240105" y="2560818"/>
            <a:chExt cx="871904" cy="748695"/>
          </a:xfrm>
        </p:grpSpPr>
        <p:sp>
          <p:nvSpPr>
            <p:cNvPr id="331" name="Rectangle 330">
              <a:extLst>
                <a:ext uri="{FF2B5EF4-FFF2-40B4-BE49-F238E27FC236}">
                  <a16:creationId xmlns:a16="http://schemas.microsoft.com/office/drawing/2014/main" id="{CCEFC70A-5169-99BF-A8FF-0B48B6BE6BA8}"/>
                </a:ext>
              </a:extLst>
            </p:cNvPr>
            <p:cNvSpPr/>
            <p:nvPr/>
          </p:nvSpPr>
          <p:spPr>
            <a:xfrm>
              <a:off x="10240105"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Defender for Endpoints P1 (Clients Only)</a:t>
              </a:r>
            </a:p>
          </p:txBody>
        </p:sp>
        <p:sp>
          <p:nvSpPr>
            <p:cNvPr id="332" name="Right Triangle 331">
              <a:extLst>
                <a:ext uri="{FF2B5EF4-FFF2-40B4-BE49-F238E27FC236}">
                  <a16:creationId xmlns:a16="http://schemas.microsoft.com/office/drawing/2014/main" id="{CA1EB76F-7AFF-58EE-31DB-85B717B0E394}"/>
                </a:ext>
              </a:extLst>
            </p:cNvPr>
            <p:cNvSpPr/>
            <p:nvPr/>
          </p:nvSpPr>
          <p:spPr>
            <a:xfrm rot="10800000">
              <a:off x="10962978" y="2564789"/>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33" name="Oval 27">
              <a:extLst>
                <a:ext uri="{FF2B5EF4-FFF2-40B4-BE49-F238E27FC236}">
                  <a16:creationId xmlns:a16="http://schemas.microsoft.com/office/drawing/2014/main" id="{81ACD49B-1D67-69F0-6BDD-5866FEAFADC6}"/>
                </a:ext>
              </a:extLst>
            </p:cNvPr>
            <p:cNvSpPr/>
            <p:nvPr/>
          </p:nvSpPr>
          <p:spPr>
            <a:xfrm>
              <a:off x="11046167" y="2572272"/>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34" name="Oval 28">
              <a:extLst>
                <a:ext uri="{FF2B5EF4-FFF2-40B4-BE49-F238E27FC236}">
                  <a16:creationId xmlns:a16="http://schemas.microsoft.com/office/drawing/2014/main" id="{2A13ADE4-B09D-D76A-0D1B-5B3807DF7C0E}"/>
                </a:ext>
              </a:extLst>
            </p:cNvPr>
            <p:cNvSpPr/>
            <p:nvPr/>
          </p:nvSpPr>
          <p:spPr>
            <a:xfrm>
              <a:off x="11043305" y="2605986"/>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35" name="Group 334">
            <a:extLst>
              <a:ext uri="{FF2B5EF4-FFF2-40B4-BE49-F238E27FC236}">
                <a16:creationId xmlns:a16="http://schemas.microsoft.com/office/drawing/2014/main" id="{CE50F1D5-BF35-AE60-EA12-B60DBE243E24}"/>
              </a:ext>
            </a:extLst>
          </p:cNvPr>
          <p:cNvGrpSpPr/>
          <p:nvPr/>
        </p:nvGrpSpPr>
        <p:grpSpPr>
          <a:xfrm>
            <a:off x="324914" y="2550516"/>
            <a:ext cx="872735" cy="748697"/>
            <a:chOff x="324914" y="2550516"/>
            <a:chExt cx="872735" cy="748697"/>
          </a:xfrm>
        </p:grpSpPr>
        <p:sp>
          <p:nvSpPr>
            <p:cNvPr id="336" name="Rectangle 335">
              <a:hlinkHover r:id="" action="ppaction://noaction" highlightClick="1"/>
              <a:extLst>
                <a:ext uri="{FF2B5EF4-FFF2-40B4-BE49-F238E27FC236}">
                  <a16:creationId xmlns:a16="http://schemas.microsoft.com/office/drawing/2014/main" id="{B2354410-B737-D76C-CB9F-4DA17AB2074D}"/>
                </a:ext>
              </a:extLst>
            </p:cNvPr>
            <p:cNvSpPr/>
            <p:nvPr/>
          </p:nvSpPr>
          <p:spPr>
            <a:xfrm>
              <a:off x="324914" y="2550518"/>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Windows 365</a:t>
              </a:r>
            </a:p>
          </p:txBody>
        </p:sp>
        <p:sp>
          <p:nvSpPr>
            <p:cNvPr id="337" name="Diamond 336">
              <a:extLst>
                <a:ext uri="{FF2B5EF4-FFF2-40B4-BE49-F238E27FC236}">
                  <a16:creationId xmlns:a16="http://schemas.microsoft.com/office/drawing/2014/main" id="{1EA7CD65-BC8F-C750-AFB3-2B48C16DE4DC}"/>
                </a:ext>
              </a:extLst>
            </p:cNvPr>
            <p:cNvSpPr/>
            <p:nvPr/>
          </p:nvSpPr>
          <p:spPr>
            <a:xfrm>
              <a:off x="1040599" y="2550516"/>
              <a:ext cx="157050" cy="157050"/>
            </a:xfrm>
            <a:prstGeom prst="diamond">
              <a:avLst/>
            </a:prstGeom>
            <a:solidFill>
              <a:srgbClr val="00B05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38" name="Oval 337">
              <a:extLst>
                <a:ext uri="{FF2B5EF4-FFF2-40B4-BE49-F238E27FC236}">
                  <a16:creationId xmlns:a16="http://schemas.microsoft.com/office/drawing/2014/main" id="{68AA062B-6D3D-5479-4FCA-0B218C46E1A0}"/>
                </a:ext>
              </a:extLst>
            </p:cNvPr>
            <p:cNvSpPr/>
            <p:nvPr/>
          </p:nvSpPr>
          <p:spPr>
            <a:xfrm>
              <a:off x="1081949" y="2591638"/>
              <a:ext cx="68217" cy="76014"/>
            </a:xfrm>
            <a:prstGeom prst="ellipse">
              <a:avLst/>
            </a:prstGeom>
            <a:solidFill>
              <a:srgbClr val="00B05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39" name="Group 338">
            <a:extLst>
              <a:ext uri="{FF2B5EF4-FFF2-40B4-BE49-F238E27FC236}">
                <a16:creationId xmlns:a16="http://schemas.microsoft.com/office/drawing/2014/main" id="{7EE78C23-65CD-2982-9E2C-AEA926F9E437}"/>
              </a:ext>
            </a:extLst>
          </p:cNvPr>
          <p:cNvGrpSpPr/>
          <p:nvPr/>
        </p:nvGrpSpPr>
        <p:grpSpPr>
          <a:xfrm>
            <a:off x="10235764" y="909114"/>
            <a:ext cx="871904" cy="748695"/>
            <a:chOff x="10235764" y="909114"/>
            <a:chExt cx="871904" cy="748695"/>
          </a:xfrm>
        </p:grpSpPr>
        <p:sp>
          <p:nvSpPr>
            <p:cNvPr id="340" name="Rectangle 339">
              <a:hlinkHover r:id="" action="ppaction://noaction" highlightClick="1"/>
              <a:extLst>
                <a:ext uri="{FF2B5EF4-FFF2-40B4-BE49-F238E27FC236}">
                  <a16:creationId xmlns:a16="http://schemas.microsoft.com/office/drawing/2014/main" id="{2CDA5BE5-152A-7D68-C970-C2D8B19500F6}"/>
                </a:ext>
              </a:extLst>
            </p:cNvPr>
            <p:cNvSpPr/>
            <p:nvPr/>
          </p:nvSpPr>
          <p:spPr>
            <a:xfrm>
              <a:off x="10235764" y="909114"/>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Priva</a:t>
              </a:r>
            </a:p>
          </p:txBody>
        </p:sp>
        <p:sp>
          <p:nvSpPr>
            <p:cNvPr id="341" name="Diamond 340">
              <a:extLst>
                <a:ext uri="{FF2B5EF4-FFF2-40B4-BE49-F238E27FC236}">
                  <a16:creationId xmlns:a16="http://schemas.microsoft.com/office/drawing/2014/main" id="{23339C86-DC1B-08E0-6CA1-5CDC08AA00E5}"/>
                </a:ext>
              </a:extLst>
            </p:cNvPr>
            <p:cNvSpPr/>
            <p:nvPr/>
          </p:nvSpPr>
          <p:spPr>
            <a:xfrm>
              <a:off x="10950447" y="917674"/>
              <a:ext cx="157050" cy="157050"/>
            </a:xfrm>
            <a:prstGeom prst="diamond">
              <a:avLst/>
            </a:prstGeom>
            <a:solidFill>
              <a:srgbClr val="00B05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42" name="Oval 341">
              <a:extLst>
                <a:ext uri="{FF2B5EF4-FFF2-40B4-BE49-F238E27FC236}">
                  <a16:creationId xmlns:a16="http://schemas.microsoft.com/office/drawing/2014/main" id="{C391C782-D19F-247E-87DC-74BBCC559B29}"/>
                </a:ext>
              </a:extLst>
            </p:cNvPr>
            <p:cNvSpPr/>
            <p:nvPr/>
          </p:nvSpPr>
          <p:spPr>
            <a:xfrm>
              <a:off x="10991797" y="958796"/>
              <a:ext cx="68217" cy="76014"/>
            </a:xfrm>
            <a:prstGeom prst="ellipse">
              <a:avLst/>
            </a:prstGeom>
            <a:solidFill>
              <a:srgbClr val="00B05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43" name="Group 342">
            <a:extLst>
              <a:ext uri="{FF2B5EF4-FFF2-40B4-BE49-F238E27FC236}">
                <a16:creationId xmlns:a16="http://schemas.microsoft.com/office/drawing/2014/main" id="{474E19DA-A4CE-6F95-3BDC-6FAF1EC03BBF}"/>
              </a:ext>
            </a:extLst>
          </p:cNvPr>
          <p:cNvGrpSpPr/>
          <p:nvPr/>
        </p:nvGrpSpPr>
        <p:grpSpPr>
          <a:xfrm>
            <a:off x="10243575" y="88412"/>
            <a:ext cx="871904" cy="748695"/>
            <a:chOff x="10243575" y="88412"/>
            <a:chExt cx="871904" cy="748695"/>
          </a:xfrm>
        </p:grpSpPr>
        <p:sp>
          <p:nvSpPr>
            <p:cNvPr id="344" name="Rectangle 343">
              <a:hlinkHover r:id="" action="ppaction://noaction" highlightClick="1"/>
              <a:extLst>
                <a:ext uri="{FF2B5EF4-FFF2-40B4-BE49-F238E27FC236}">
                  <a16:creationId xmlns:a16="http://schemas.microsoft.com/office/drawing/2014/main" id="{DD492B5E-86BA-1989-139F-06B84266FC35}"/>
                </a:ext>
              </a:extLst>
            </p:cNvPr>
            <p:cNvSpPr/>
            <p:nvPr/>
          </p:nvSpPr>
          <p:spPr>
            <a:xfrm>
              <a:off x="10243575" y="8841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Defender Threat Intelligence</a:t>
              </a:r>
            </a:p>
          </p:txBody>
        </p:sp>
        <p:sp>
          <p:nvSpPr>
            <p:cNvPr id="345" name="Diamond 344">
              <a:extLst>
                <a:ext uri="{FF2B5EF4-FFF2-40B4-BE49-F238E27FC236}">
                  <a16:creationId xmlns:a16="http://schemas.microsoft.com/office/drawing/2014/main" id="{61DB1700-92DA-1E3C-D7C5-6BAB6102FD98}"/>
                </a:ext>
              </a:extLst>
            </p:cNvPr>
            <p:cNvSpPr/>
            <p:nvPr/>
          </p:nvSpPr>
          <p:spPr>
            <a:xfrm>
              <a:off x="10950447" y="91299"/>
              <a:ext cx="157050" cy="157050"/>
            </a:xfrm>
            <a:prstGeom prst="diamond">
              <a:avLst/>
            </a:prstGeom>
            <a:solidFill>
              <a:srgbClr val="00B05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46" name="Oval 345">
              <a:extLst>
                <a:ext uri="{FF2B5EF4-FFF2-40B4-BE49-F238E27FC236}">
                  <a16:creationId xmlns:a16="http://schemas.microsoft.com/office/drawing/2014/main" id="{19D01366-A7BB-FD51-DB3E-D4775B2EFB90}"/>
                </a:ext>
              </a:extLst>
            </p:cNvPr>
            <p:cNvSpPr/>
            <p:nvPr/>
          </p:nvSpPr>
          <p:spPr>
            <a:xfrm>
              <a:off x="10991797" y="132421"/>
              <a:ext cx="68217" cy="76014"/>
            </a:xfrm>
            <a:prstGeom prst="ellipse">
              <a:avLst/>
            </a:prstGeom>
            <a:solidFill>
              <a:srgbClr val="00B05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57" name="Group 356">
            <a:extLst>
              <a:ext uri="{FF2B5EF4-FFF2-40B4-BE49-F238E27FC236}">
                <a16:creationId xmlns:a16="http://schemas.microsoft.com/office/drawing/2014/main" id="{102BA5D9-B38D-45EF-AF22-D9C5DBF28824}"/>
              </a:ext>
            </a:extLst>
          </p:cNvPr>
          <p:cNvGrpSpPr/>
          <p:nvPr/>
        </p:nvGrpSpPr>
        <p:grpSpPr>
          <a:xfrm>
            <a:off x="10235764" y="1729816"/>
            <a:ext cx="871904" cy="748695"/>
            <a:chOff x="10235764" y="1729816"/>
            <a:chExt cx="871904" cy="748695"/>
          </a:xfrm>
        </p:grpSpPr>
        <p:sp>
          <p:nvSpPr>
            <p:cNvPr id="358" name="Rectangle 357">
              <a:hlinkHover r:id="" action="ppaction://noaction" highlightClick="1"/>
              <a:extLst>
                <a:ext uri="{FF2B5EF4-FFF2-40B4-BE49-F238E27FC236}">
                  <a16:creationId xmlns:a16="http://schemas.microsoft.com/office/drawing/2014/main" id="{F284242F-A17F-EB82-D865-0C12E6C207B5}"/>
                </a:ext>
              </a:extLst>
            </p:cNvPr>
            <p:cNvSpPr/>
            <p:nvPr/>
          </p:nvSpPr>
          <p:spPr>
            <a:xfrm>
              <a:off x="10235764" y="1729816"/>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(Azure)</a:t>
              </a:r>
            </a:p>
          </p:txBody>
        </p:sp>
        <p:sp>
          <p:nvSpPr>
            <p:cNvPr id="359" name="Oval 358">
              <a:extLst>
                <a:ext uri="{FF2B5EF4-FFF2-40B4-BE49-F238E27FC236}">
                  <a16:creationId xmlns:a16="http://schemas.microsoft.com/office/drawing/2014/main" id="{0CDE1F84-891B-E7D7-E52C-4BBAAE7FD044}"/>
                </a:ext>
              </a:extLst>
            </p:cNvPr>
            <p:cNvSpPr/>
            <p:nvPr/>
          </p:nvSpPr>
          <p:spPr>
            <a:xfrm>
              <a:off x="10936912" y="1741018"/>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60" name="Isosceles Triangle 648">
              <a:extLst>
                <a:ext uri="{FF2B5EF4-FFF2-40B4-BE49-F238E27FC236}">
                  <a16:creationId xmlns:a16="http://schemas.microsoft.com/office/drawing/2014/main" id="{2C7FF5BE-C576-C2B6-F125-72634380D817}"/>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61" name="Group 360">
            <a:extLst>
              <a:ext uri="{FF2B5EF4-FFF2-40B4-BE49-F238E27FC236}">
                <a16:creationId xmlns:a16="http://schemas.microsoft.com/office/drawing/2014/main" id="{ACA59F48-64E6-EAB8-4A08-473227BD29F1}"/>
              </a:ext>
            </a:extLst>
          </p:cNvPr>
          <p:cNvGrpSpPr/>
          <p:nvPr/>
        </p:nvGrpSpPr>
        <p:grpSpPr>
          <a:xfrm>
            <a:off x="10235764" y="3370808"/>
            <a:ext cx="871904" cy="748695"/>
            <a:chOff x="10235764" y="3370808"/>
            <a:chExt cx="871904" cy="748695"/>
          </a:xfrm>
        </p:grpSpPr>
        <p:sp>
          <p:nvSpPr>
            <p:cNvPr id="362" name="Rectangle 361">
              <a:hlinkHover r:id="" action="ppaction://noaction" highlightClick="1"/>
              <a:extLst>
                <a:ext uri="{FF2B5EF4-FFF2-40B4-BE49-F238E27FC236}">
                  <a16:creationId xmlns:a16="http://schemas.microsoft.com/office/drawing/2014/main" id="{4207EBA8-C53B-FBD4-CC52-CE2A6DF3F36D}"/>
                </a:ext>
              </a:extLst>
            </p:cNvPr>
            <p:cNvSpPr/>
            <p:nvPr/>
          </p:nvSpPr>
          <p:spPr>
            <a:xfrm>
              <a:off x="10235764" y="3370808"/>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Entra Permissions Management</a:t>
              </a:r>
            </a:p>
          </p:txBody>
        </p:sp>
        <p:sp>
          <p:nvSpPr>
            <p:cNvPr id="363" name="Oval 362">
              <a:extLst>
                <a:ext uri="{FF2B5EF4-FFF2-40B4-BE49-F238E27FC236}">
                  <a16:creationId xmlns:a16="http://schemas.microsoft.com/office/drawing/2014/main" id="{BE0C9972-5D75-18D6-E4B6-D0A832F14ABA}"/>
                </a:ext>
              </a:extLst>
            </p:cNvPr>
            <p:cNvSpPr/>
            <p:nvPr/>
          </p:nvSpPr>
          <p:spPr>
            <a:xfrm>
              <a:off x="10933601" y="338217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64" name="Isosceles Triangle 648">
              <a:extLst>
                <a:ext uri="{FF2B5EF4-FFF2-40B4-BE49-F238E27FC236}">
                  <a16:creationId xmlns:a16="http://schemas.microsoft.com/office/drawing/2014/main" id="{04A8160C-4479-D2C9-E644-27CFE0B07B84}"/>
                </a:ext>
              </a:extLst>
            </p:cNvPr>
            <p:cNvSpPr/>
            <p:nvPr/>
          </p:nvSpPr>
          <p:spPr>
            <a:xfrm>
              <a:off x="10970020" y="339876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65" name="Group 364">
            <a:extLst>
              <a:ext uri="{FF2B5EF4-FFF2-40B4-BE49-F238E27FC236}">
                <a16:creationId xmlns:a16="http://schemas.microsoft.com/office/drawing/2014/main" id="{9270337A-7CF4-3BD5-70F5-90BBCCF626D8}"/>
              </a:ext>
            </a:extLst>
          </p:cNvPr>
          <p:cNvGrpSpPr/>
          <p:nvPr/>
        </p:nvGrpSpPr>
        <p:grpSpPr>
          <a:xfrm>
            <a:off x="10235764" y="4191922"/>
            <a:ext cx="871904" cy="748695"/>
            <a:chOff x="10235764" y="4191922"/>
            <a:chExt cx="871904" cy="748695"/>
          </a:xfrm>
        </p:grpSpPr>
        <p:sp>
          <p:nvSpPr>
            <p:cNvPr id="366" name="Rectangle 365">
              <a:hlinkHover r:id="" action="ppaction://noaction" highlightClick="1"/>
              <a:extLst>
                <a:ext uri="{FF2B5EF4-FFF2-40B4-BE49-F238E27FC236}">
                  <a16:creationId xmlns:a16="http://schemas.microsoft.com/office/drawing/2014/main" id="{4EC88AE3-9E07-8C14-0344-DFE1D6F267BB}"/>
                </a:ext>
              </a:extLst>
            </p:cNvPr>
            <p:cNvSpPr/>
            <p:nvPr/>
          </p:nvSpPr>
          <p:spPr>
            <a:xfrm>
              <a:off x="1023576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Firewall</a:t>
              </a:r>
            </a:p>
          </p:txBody>
        </p:sp>
        <p:sp>
          <p:nvSpPr>
            <p:cNvPr id="367" name="Oval 366">
              <a:extLst>
                <a:ext uri="{FF2B5EF4-FFF2-40B4-BE49-F238E27FC236}">
                  <a16:creationId xmlns:a16="http://schemas.microsoft.com/office/drawing/2014/main" id="{0D808E73-8BB9-10AE-9DDF-74CEA285C7A7}"/>
                </a:ext>
              </a:extLst>
            </p:cNvPr>
            <p:cNvSpPr/>
            <p:nvPr/>
          </p:nvSpPr>
          <p:spPr>
            <a:xfrm>
              <a:off x="10933601"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68" name="Isosceles Triangle 648">
              <a:extLst>
                <a:ext uri="{FF2B5EF4-FFF2-40B4-BE49-F238E27FC236}">
                  <a16:creationId xmlns:a16="http://schemas.microsoft.com/office/drawing/2014/main" id="{C202F575-A333-1815-F02B-BFFDDEE732FF}"/>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73" name="Group 372">
            <a:extLst>
              <a:ext uri="{FF2B5EF4-FFF2-40B4-BE49-F238E27FC236}">
                <a16:creationId xmlns:a16="http://schemas.microsoft.com/office/drawing/2014/main" id="{A3D62F61-29D9-F989-5203-A593CC5029C6}"/>
              </a:ext>
            </a:extLst>
          </p:cNvPr>
          <p:cNvGrpSpPr/>
          <p:nvPr/>
        </p:nvGrpSpPr>
        <p:grpSpPr>
          <a:xfrm>
            <a:off x="10235764" y="5012622"/>
            <a:ext cx="871904" cy="748695"/>
            <a:chOff x="10235764" y="5012622"/>
            <a:chExt cx="871904" cy="748695"/>
          </a:xfrm>
        </p:grpSpPr>
        <p:sp>
          <p:nvSpPr>
            <p:cNvPr id="374" name="Rectangle 373">
              <a:hlinkHover r:id="" action="ppaction://noaction" highlightClick="1"/>
              <a:extLst>
                <a:ext uri="{FF2B5EF4-FFF2-40B4-BE49-F238E27FC236}">
                  <a16:creationId xmlns:a16="http://schemas.microsoft.com/office/drawing/2014/main" id="{460FE42A-5C69-8CF6-A2F9-B8D9CCCBC5D5}"/>
                </a:ext>
              </a:extLst>
            </p:cNvPr>
            <p:cNvSpPr/>
            <p:nvPr/>
          </p:nvSpPr>
          <p:spPr>
            <a:xfrm>
              <a:off x="10235764"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AD External Identities</a:t>
              </a:r>
            </a:p>
          </p:txBody>
        </p:sp>
        <p:sp>
          <p:nvSpPr>
            <p:cNvPr id="375" name="Oval 374">
              <a:extLst>
                <a:ext uri="{FF2B5EF4-FFF2-40B4-BE49-F238E27FC236}">
                  <a16:creationId xmlns:a16="http://schemas.microsoft.com/office/drawing/2014/main" id="{1588678F-8600-B406-89B3-85BE24472239}"/>
                </a:ext>
              </a:extLst>
            </p:cNvPr>
            <p:cNvSpPr/>
            <p:nvPr/>
          </p:nvSpPr>
          <p:spPr>
            <a:xfrm>
              <a:off x="10930426"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76" name="Isosceles Triangle 648">
              <a:extLst>
                <a:ext uri="{FF2B5EF4-FFF2-40B4-BE49-F238E27FC236}">
                  <a16:creationId xmlns:a16="http://schemas.microsoft.com/office/drawing/2014/main" id="{DEA7E639-71F1-1BB6-237C-762E3E3AF4A7}"/>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77" name="Group 376">
            <a:extLst>
              <a:ext uri="{FF2B5EF4-FFF2-40B4-BE49-F238E27FC236}">
                <a16:creationId xmlns:a16="http://schemas.microsoft.com/office/drawing/2014/main" id="{DB1D6952-1E8D-B04B-3830-F2C920A19A16}"/>
              </a:ext>
            </a:extLst>
          </p:cNvPr>
          <p:cNvGrpSpPr/>
          <p:nvPr/>
        </p:nvGrpSpPr>
        <p:grpSpPr>
          <a:xfrm>
            <a:off x="11920211" y="5025322"/>
            <a:ext cx="162953" cy="116411"/>
            <a:chOff x="11920211" y="5025322"/>
            <a:chExt cx="162953" cy="116411"/>
          </a:xfrm>
        </p:grpSpPr>
        <p:sp>
          <p:nvSpPr>
            <p:cNvPr id="379" name="Oval 378">
              <a:extLst>
                <a:ext uri="{FF2B5EF4-FFF2-40B4-BE49-F238E27FC236}">
                  <a16:creationId xmlns:a16="http://schemas.microsoft.com/office/drawing/2014/main" id="{5CCB44E8-C8FE-8C5B-A422-641FEC3E61BB}"/>
                </a:ext>
              </a:extLst>
            </p:cNvPr>
            <p:cNvSpPr/>
            <p:nvPr/>
          </p:nvSpPr>
          <p:spPr>
            <a:xfrm>
              <a:off x="11920211"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80" name="Isosceles Triangle 648">
              <a:extLst>
                <a:ext uri="{FF2B5EF4-FFF2-40B4-BE49-F238E27FC236}">
                  <a16:creationId xmlns:a16="http://schemas.microsoft.com/office/drawing/2014/main" id="{BC5B0DA5-3C47-F3D4-2492-B76BA9E50C9A}"/>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81" name="Group 380">
            <a:extLst>
              <a:ext uri="{FF2B5EF4-FFF2-40B4-BE49-F238E27FC236}">
                <a16:creationId xmlns:a16="http://schemas.microsoft.com/office/drawing/2014/main" id="{9E4CA3B0-1C18-6170-8354-E3EFAF7D1D11}"/>
              </a:ext>
            </a:extLst>
          </p:cNvPr>
          <p:cNvGrpSpPr/>
          <p:nvPr/>
        </p:nvGrpSpPr>
        <p:grpSpPr>
          <a:xfrm>
            <a:off x="8253594" y="4191922"/>
            <a:ext cx="871904" cy="748695"/>
            <a:chOff x="8253594" y="4191922"/>
            <a:chExt cx="871904" cy="748695"/>
          </a:xfrm>
        </p:grpSpPr>
        <p:sp>
          <p:nvSpPr>
            <p:cNvPr id="382" name="Rectangle 381">
              <a:hlinkHover r:id="" action="ppaction://noaction" highlightClick="1"/>
              <a:extLst>
                <a:ext uri="{FF2B5EF4-FFF2-40B4-BE49-F238E27FC236}">
                  <a16:creationId xmlns:a16="http://schemas.microsoft.com/office/drawing/2014/main" id="{C2714135-D9E6-1816-70BD-AF4E02E71D07}"/>
                </a:ext>
              </a:extLst>
            </p:cNvPr>
            <p:cNvSpPr/>
            <p:nvPr/>
          </p:nvSpPr>
          <p:spPr>
            <a:xfrm>
              <a:off x="825359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DDoS Protection</a:t>
              </a:r>
            </a:p>
          </p:txBody>
        </p:sp>
        <p:sp>
          <p:nvSpPr>
            <p:cNvPr id="383" name="Oval 382">
              <a:extLst>
                <a:ext uri="{FF2B5EF4-FFF2-40B4-BE49-F238E27FC236}">
                  <a16:creationId xmlns:a16="http://schemas.microsoft.com/office/drawing/2014/main" id="{B169AA66-C181-CD61-B225-55C0839E08BA}"/>
                </a:ext>
              </a:extLst>
            </p:cNvPr>
            <p:cNvSpPr/>
            <p:nvPr/>
          </p:nvSpPr>
          <p:spPr>
            <a:xfrm>
              <a:off x="8953395"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84" name="Isosceles Triangle 648">
              <a:extLst>
                <a:ext uri="{FF2B5EF4-FFF2-40B4-BE49-F238E27FC236}">
                  <a16:creationId xmlns:a16="http://schemas.microsoft.com/office/drawing/2014/main" id="{0E9D650A-9316-22F6-571F-A1B9805DD3BE}"/>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85" name="Group 384">
            <a:extLst>
              <a:ext uri="{FF2B5EF4-FFF2-40B4-BE49-F238E27FC236}">
                <a16:creationId xmlns:a16="http://schemas.microsoft.com/office/drawing/2014/main" id="{7E78D012-468A-D797-8A49-252C3BD96AE2}"/>
              </a:ext>
            </a:extLst>
          </p:cNvPr>
          <p:cNvGrpSpPr/>
          <p:nvPr/>
        </p:nvGrpSpPr>
        <p:grpSpPr>
          <a:xfrm>
            <a:off x="9244674" y="4191922"/>
            <a:ext cx="871904" cy="748695"/>
            <a:chOff x="9244674" y="4191922"/>
            <a:chExt cx="871904" cy="748695"/>
          </a:xfrm>
        </p:grpSpPr>
        <p:sp>
          <p:nvSpPr>
            <p:cNvPr id="386" name="Rectangle 385">
              <a:hlinkHover r:id="" action="ppaction://noaction" highlightClick="1"/>
              <a:extLst>
                <a:ext uri="{FF2B5EF4-FFF2-40B4-BE49-F238E27FC236}">
                  <a16:creationId xmlns:a16="http://schemas.microsoft.com/office/drawing/2014/main" id="{0C7433E1-494A-7B08-C1D0-5F32AD673DA1}"/>
                </a:ext>
              </a:extLst>
            </p:cNvPr>
            <p:cNvSpPr/>
            <p:nvPr/>
          </p:nvSpPr>
          <p:spPr>
            <a:xfrm>
              <a:off x="924467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Policy</a:t>
              </a:r>
            </a:p>
          </p:txBody>
        </p:sp>
        <p:sp>
          <p:nvSpPr>
            <p:cNvPr id="387" name="Oval 386">
              <a:extLst>
                <a:ext uri="{FF2B5EF4-FFF2-40B4-BE49-F238E27FC236}">
                  <a16:creationId xmlns:a16="http://schemas.microsoft.com/office/drawing/2014/main" id="{B58BE241-3359-C542-B337-8927014B735B}"/>
                </a:ext>
              </a:extLst>
            </p:cNvPr>
            <p:cNvSpPr/>
            <p:nvPr/>
          </p:nvSpPr>
          <p:spPr>
            <a:xfrm>
              <a:off x="9943180"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88" name="Isosceles Triangle 648">
              <a:extLst>
                <a:ext uri="{FF2B5EF4-FFF2-40B4-BE49-F238E27FC236}">
                  <a16:creationId xmlns:a16="http://schemas.microsoft.com/office/drawing/2014/main" id="{74F4C2A3-4A70-0F3B-C9B1-3D47B0452EFF}"/>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89" name="Group 388">
            <a:extLst>
              <a:ext uri="{FF2B5EF4-FFF2-40B4-BE49-F238E27FC236}">
                <a16:creationId xmlns:a16="http://schemas.microsoft.com/office/drawing/2014/main" id="{99B86714-A94C-64B3-4C61-3E62C5CE849F}"/>
              </a:ext>
            </a:extLst>
          </p:cNvPr>
          <p:cNvGrpSpPr/>
          <p:nvPr/>
        </p:nvGrpSpPr>
        <p:grpSpPr>
          <a:xfrm>
            <a:off x="8253594" y="5012622"/>
            <a:ext cx="871904" cy="748695"/>
            <a:chOff x="8253594" y="5012622"/>
            <a:chExt cx="871904" cy="748695"/>
          </a:xfrm>
        </p:grpSpPr>
        <p:sp>
          <p:nvSpPr>
            <p:cNvPr id="390" name="Rectangle 389">
              <a:hlinkHover r:id="" action="ppaction://noaction" highlightClick="1"/>
              <a:extLst>
                <a:ext uri="{FF2B5EF4-FFF2-40B4-BE49-F238E27FC236}">
                  <a16:creationId xmlns:a16="http://schemas.microsoft.com/office/drawing/2014/main" id="{9A2F8088-4823-7C07-1B1B-2E4B03A7658B}"/>
                </a:ext>
              </a:extLst>
            </p:cNvPr>
            <p:cNvSpPr/>
            <p:nvPr/>
          </p:nvSpPr>
          <p:spPr>
            <a:xfrm>
              <a:off x="8253594"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Front Door</a:t>
              </a:r>
            </a:p>
          </p:txBody>
        </p:sp>
        <p:sp>
          <p:nvSpPr>
            <p:cNvPr id="391" name="Oval 390">
              <a:extLst>
                <a:ext uri="{FF2B5EF4-FFF2-40B4-BE49-F238E27FC236}">
                  <a16:creationId xmlns:a16="http://schemas.microsoft.com/office/drawing/2014/main" id="{DBEB0990-E640-8301-5C3C-2E4491369DFA}"/>
                </a:ext>
              </a:extLst>
            </p:cNvPr>
            <p:cNvSpPr/>
            <p:nvPr/>
          </p:nvSpPr>
          <p:spPr>
            <a:xfrm>
              <a:off x="8953395"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92" name="Isosceles Triangle 648">
              <a:extLst>
                <a:ext uri="{FF2B5EF4-FFF2-40B4-BE49-F238E27FC236}">
                  <a16:creationId xmlns:a16="http://schemas.microsoft.com/office/drawing/2014/main" id="{DF6BA976-026A-9883-CE5D-99BB9E93F792}"/>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93" name="Group 392">
            <a:extLst>
              <a:ext uri="{FF2B5EF4-FFF2-40B4-BE49-F238E27FC236}">
                <a16:creationId xmlns:a16="http://schemas.microsoft.com/office/drawing/2014/main" id="{84466532-D274-E728-B41B-6C079DF5B1E8}"/>
              </a:ext>
            </a:extLst>
          </p:cNvPr>
          <p:cNvGrpSpPr/>
          <p:nvPr/>
        </p:nvGrpSpPr>
        <p:grpSpPr>
          <a:xfrm>
            <a:off x="9258526" y="5012622"/>
            <a:ext cx="871904" cy="748695"/>
            <a:chOff x="9258526" y="5012622"/>
            <a:chExt cx="871904" cy="748695"/>
          </a:xfrm>
        </p:grpSpPr>
        <p:sp>
          <p:nvSpPr>
            <p:cNvPr id="394" name="Rectangle 393">
              <a:hlinkHover r:id="" action="ppaction://noaction" highlightClick="1"/>
              <a:extLst>
                <a:ext uri="{FF2B5EF4-FFF2-40B4-BE49-F238E27FC236}">
                  <a16:creationId xmlns:a16="http://schemas.microsoft.com/office/drawing/2014/main" id="{1AF2AA44-2785-83B1-0D20-7B636F4F349D}"/>
                </a:ext>
              </a:extLst>
            </p:cNvPr>
            <p:cNvSpPr/>
            <p:nvPr/>
          </p:nvSpPr>
          <p:spPr>
            <a:xfrm>
              <a:off x="9258526"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Defender External Attack Surface Management</a:t>
              </a:r>
            </a:p>
          </p:txBody>
        </p:sp>
        <p:sp>
          <p:nvSpPr>
            <p:cNvPr id="395" name="Oval 394">
              <a:extLst>
                <a:ext uri="{FF2B5EF4-FFF2-40B4-BE49-F238E27FC236}">
                  <a16:creationId xmlns:a16="http://schemas.microsoft.com/office/drawing/2014/main" id="{54608143-AEBC-B5D0-50C3-0FF161E321C1}"/>
                </a:ext>
              </a:extLst>
            </p:cNvPr>
            <p:cNvSpPr/>
            <p:nvPr/>
          </p:nvSpPr>
          <p:spPr>
            <a:xfrm>
              <a:off x="9952705"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396" name="Isosceles Triangle 648">
              <a:extLst>
                <a:ext uri="{FF2B5EF4-FFF2-40B4-BE49-F238E27FC236}">
                  <a16:creationId xmlns:a16="http://schemas.microsoft.com/office/drawing/2014/main" id="{436AEE99-E142-359A-28DD-4EEB7586E1E0}"/>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397" name="Group 396">
            <a:extLst>
              <a:ext uri="{FF2B5EF4-FFF2-40B4-BE49-F238E27FC236}">
                <a16:creationId xmlns:a16="http://schemas.microsoft.com/office/drawing/2014/main" id="{0DA99749-04F8-DC3B-3CA4-FD59CE5DD6F7}"/>
              </a:ext>
            </a:extLst>
          </p:cNvPr>
          <p:cNvGrpSpPr/>
          <p:nvPr/>
        </p:nvGrpSpPr>
        <p:grpSpPr>
          <a:xfrm>
            <a:off x="7262509" y="4191922"/>
            <a:ext cx="871904" cy="748695"/>
            <a:chOff x="7262509" y="4191922"/>
            <a:chExt cx="871904" cy="748695"/>
          </a:xfrm>
        </p:grpSpPr>
        <p:sp>
          <p:nvSpPr>
            <p:cNvPr id="398" name="Rectangle 397">
              <a:hlinkHover r:id="" action="ppaction://noaction" highlightClick="1"/>
              <a:extLst>
                <a:ext uri="{FF2B5EF4-FFF2-40B4-BE49-F238E27FC236}">
                  <a16:creationId xmlns:a16="http://schemas.microsoft.com/office/drawing/2014/main" id="{7A1DB642-8A5C-9555-39E0-1F5BF34619CC}"/>
                </a:ext>
              </a:extLst>
            </p:cNvPr>
            <p:cNvSpPr/>
            <p:nvPr/>
          </p:nvSpPr>
          <p:spPr>
            <a:xfrm>
              <a:off x="7262509"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Confidential Computing</a:t>
              </a:r>
            </a:p>
          </p:txBody>
        </p:sp>
        <p:sp>
          <p:nvSpPr>
            <p:cNvPr id="399" name="Oval 398">
              <a:extLst>
                <a:ext uri="{FF2B5EF4-FFF2-40B4-BE49-F238E27FC236}">
                  <a16:creationId xmlns:a16="http://schemas.microsoft.com/office/drawing/2014/main" id="{DA951BEC-C710-482F-363F-F5FD3AED9365}"/>
                </a:ext>
              </a:extLst>
            </p:cNvPr>
            <p:cNvSpPr/>
            <p:nvPr/>
          </p:nvSpPr>
          <p:spPr>
            <a:xfrm>
              <a:off x="7961226"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400" name="Isosceles Triangle 648">
              <a:extLst>
                <a:ext uri="{FF2B5EF4-FFF2-40B4-BE49-F238E27FC236}">
                  <a16:creationId xmlns:a16="http://schemas.microsoft.com/office/drawing/2014/main" id="{5CA34917-9BC6-09A2-DF22-B1FDE9B7EF10}"/>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401" name="Group 400">
            <a:extLst>
              <a:ext uri="{FF2B5EF4-FFF2-40B4-BE49-F238E27FC236}">
                <a16:creationId xmlns:a16="http://schemas.microsoft.com/office/drawing/2014/main" id="{8401B862-E998-8638-B669-86237ED826CC}"/>
              </a:ext>
            </a:extLst>
          </p:cNvPr>
          <p:cNvGrpSpPr/>
          <p:nvPr/>
        </p:nvGrpSpPr>
        <p:grpSpPr>
          <a:xfrm>
            <a:off x="7262509" y="5012622"/>
            <a:ext cx="871904" cy="748695"/>
            <a:chOff x="7262509" y="5012622"/>
            <a:chExt cx="871904" cy="748695"/>
          </a:xfrm>
        </p:grpSpPr>
        <p:sp>
          <p:nvSpPr>
            <p:cNvPr id="402" name="Rectangle 401">
              <a:hlinkHover r:id="" action="ppaction://noaction" highlightClick="1"/>
              <a:extLst>
                <a:ext uri="{FF2B5EF4-FFF2-40B4-BE49-F238E27FC236}">
                  <a16:creationId xmlns:a16="http://schemas.microsoft.com/office/drawing/2014/main" id="{FD6E1496-9848-A6DF-2268-1D8F09ABA6EC}"/>
                </a:ext>
              </a:extLst>
            </p:cNvPr>
            <p:cNvSpPr/>
            <p:nvPr/>
          </p:nvSpPr>
          <p:spPr>
            <a:xfrm>
              <a:off x="7262509"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Arc</a:t>
              </a:r>
            </a:p>
          </p:txBody>
        </p:sp>
        <p:sp>
          <p:nvSpPr>
            <p:cNvPr id="403" name="Oval 402">
              <a:extLst>
                <a:ext uri="{FF2B5EF4-FFF2-40B4-BE49-F238E27FC236}">
                  <a16:creationId xmlns:a16="http://schemas.microsoft.com/office/drawing/2014/main" id="{E6E52514-98E5-98E8-5925-F955DF70A0C9}"/>
                </a:ext>
              </a:extLst>
            </p:cNvPr>
            <p:cNvSpPr/>
            <p:nvPr/>
          </p:nvSpPr>
          <p:spPr>
            <a:xfrm>
              <a:off x="7961226"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404" name="Isosceles Triangle 648">
              <a:extLst>
                <a:ext uri="{FF2B5EF4-FFF2-40B4-BE49-F238E27FC236}">
                  <a16:creationId xmlns:a16="http://schemas.microsoft.com/office/drawing/2014/main" id="{5909ED90-C6EA-8B63-4858-DDB47E056127}"/>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405" name="Group 404">
            <a:extLst>
              <a:ext uri="{FF2B5EF4-FFF2-40B4-BE49-F238E27FC236}">
                <a16:creationId xmlns:a16="http://schemas.microsoft.com/office/drawing/2014/main" id="{C768E094-FBC9-A070-CCB8-BB4BBFDDBB9E}"/>
              </a:ext>
            </a:extLst>
          </p:cNvPr>
          <p:cNvGrpSpPr/>
          <p:nvPr/>
        </p:nvGrpSpPr>
        <p:grpSpPr>
          <a:xfrm>
            <a:off x="5280339" y="4191922"/>
            <a:ext cx="871904" cy="748695"/>
            <a:chOff x="5280339" y="4191922"/>
            <a:chExt cx="871904" cy="748695"/>
          </a:xfrm>
        </p:grpSpPr>
        <p:sp>
          <p:nvSpPr>
            <p:cNvPr id="406" name="Rectangle 405">
              <a:hlinkHover r:id="" action="ppaction://noaction" highlightClick="1"/>
              <a:extLst>
                <a:ext uri="{FF2B5EF4-FFF2-40B4-BE49-F238E27FC236}">
                  <a16:creationId xmlns:a16="http://schemas.microsoft.com/office/drawing/2014/main" id="{FEBAE450-D426-D336-6623-937BB62B628C}"/>
                </a:ext>
              </a:extLst>
            </p:cNvPr>
            <p:cNvSpPr/>
            <p:nvPr/>
          </p:nvSpPr>
          <p:spPr>
            <a:xfrm>
              <a:off x="5280339"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Network Security Groups</a:t>
              </a:r>
            </a:p>
          </p:txBody>
        </p:sp>
        <p:sp>
          <p:nvSpPr>
            <p:cNvPr id="407" name="Oval 406">
              <a:extLst>
                <a:ext uri="{FF2B5EF4-FFF2-40B4-BE49-F238E27FC236}">
                  <a16:creationId xmlns:a16="http://schemas.microsoft.com/office/drawing/2014/main" id="{FAE1D230-06CB-65FD-0ED6-F68C725A6D3B}"/>
                </a:ext>
              </a:extLst>
            </p:cNvPr>
            <p:cNvSpPr/>
            <p:nvPr/>
          </p:nvSpPr>
          <p:spPr>
            <a:xfrm>
              <a:off x="5977845"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408" name="Isosceles Triangle 648">
              <a:extLst>
                <a:ext uri="{FF2B5EF4-FFF2-40B4-BE49-F238E27FC236}">
                  <a16:creationId xmlns:a16="http://schemas.microsoft.com/office/drawing/2014/main" id="{99053E39-BA3F-77AC-EAD9-B296CF72B137}"/>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409" name="Group 408">
            <a:extLst>
              <a:ext uri="{FF2B5EF4-FFF2-40B4-BE49-F238E27FC236}">
                <a16:creationId xmlns:a16="http://schemas.microsoft.com/office/drawing/2014/main" id="{098255C1-633A-188A-2076-5F2FC89B016F}"/>
              </a:ext>
            </a:extLst>
          </p:cNvPr>
          <p:cNvGrpSpPr/>
          <p:nvPr/>
        </p:nvGrpSpPr>
        <p:grpSpPr>
          <a:xfrm>
            <a:off x="6271424" y="4191922"/>
            <a:ext cx="871904" cy="748695"/>
            <a:chOff x="6271424" y="4191922"/>
            <a:chExt cx="871904" cy="748695"/>
          </a:xfrm>
        </p:grpSpPr>
        <p:sp>
          <p:nvSpPr>
            <p:cNvPr id="410" name="Rectangle 409">
              <a:hlinkHover r:id="" action="ppaction://noaction" highlightClick="1"/>
              <a:extLst>
                <a:ext uri="{FF2B5EF4-FFF2-40B4-BE49-F238E27FC236}">
                  <a16:creationId xmlns:a16="http://schemas.microsoft.com/office/drawing/2014/main" id="{9BD7A808-26C2-1A68-DD89-AA1B5E3B4324}"/>
                </a:ext>
              </a:extLst>
            </p:cNvPr>
            <p:cNvSpPr/>
            <p:nvPr/>
          </p:nvSpPr>
          <p:spPr>
            <a:xfrm>
              <a:off x="6271424" y="41919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Bastion</a:t>
              </a:r>
            </a:p>
          </p:txBody>
        </p:sp>
        <p:sp>
          <p:nvSpPr>
            <p:cNvPr id="411" name="Oval 410">
              <a:extLst>
                <a:ext uri="{FF2B5EF4-FFF2-40B4-BE49-F238E27FC236}">
                  <a16:creationId xmlns:a16="http://schemas.microsoft.com/office/drawing/2014/main" id="{76B17AE7-80CF-C155-2D76-7776A2E5ABBE}"/>
                </a:ext>
              </a:extLst>
            </p:cNvPr>
            <p:cNvSpPr/>
            <p:nvPr/>
          </p:nvSpPr>
          <p:spPr>
            <a:xfrm>
              <a:off x="6970805" y="4204475"/>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412" name="Isosceles Triangle 648">
              <a:extLst>
                <a:ext uri="{FF2B5EF4-FFF2-40B4-BE49-F238E27FC236}">
                  <a16:creationId xmlns:a16="http://schemas.microsoft.com/office/drawing/2014/main" id="{85ED28A0-0773-968C-B742-A68D56D71336}"/>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413" name="Group 412">
            <a:extLst>
              <a:ext uri="{FF2B5EF4-FFF2-40B4-BE49-F238E27FC236}">
                <a16:creationId xmlns:a16="http://schemas.microsoft.com/office/drawing/2014/main" id="{A4029CCA-EFBE-96DE-3BC3-A1D7AD685175}"/>
              </a:ext>
            </a:extLst>
          </p:cNvPr>
          <p:cNvGrpSpPr/>
          <p:nvPr/>
        </p:nvGrpSpPr>
        <p:grpSpPr>
          <a:xfrm>
            <a:off x="5280339" y="5012622"/>
            <a:ext cx="871904" cy="748695"/>
            <a:chOff x="5280339" y="5012622"/>
            <a:chExt cx="871904" cy="748695"/>
          </a:xfrm>
        </p:grpSpPr>
        <p:sp>
          <p:nvSpPr>
            <p:cNvPr id="414" name="Rectangle 413">
              <a:hlinkHover r:id="" action="ppaction://noaction" highlightClick="1"/>
              <a:extLst>
                <a:ext uri="{FF2B5EF4-FFF2-40B4-BE49-F238E27FC236}">
                  <a16:creationId xmlns:a16="http://schemas.microsoft.com/office/drawing/2014/main" id="{8E0FCD52-932E-5B10-D90E-315508E74292}"/>
                </a:ext>
              </a:extLst>
            </p:cNvPr>
            <p:cNvSpPr/>
            <p:nvPr/>
          </p:nvSpPr>
          <p:spPr>
            <a:xfrm>
              <a:off x="5280339"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Key Vault</a:t>
              </a:r>
            </a:p>
          </p:txBody>
        </p:sp>
        <p:sp>
          <p:nvSpPr>
            <p:cNvPr id="415" name="Oval 414">
              <a:extLst>
                <a:ext uri="{FF2B5EF4-FFF2-40B4-BE49-F238E27FC236}">
                  <a16:creationId xmlns:a16="http://schemas.microsoft.com/office/drawing/2014/main" id="{D6DED569-E24A-76E3-59EB-D1EDC9903F3C}"/>
                </a:ext>
              </a:extLst>
            </p:cNvPr>
            <p:cNvSpPr/>
            <p:nvPr/>
          </p:nvSpPr>
          <p:spPr>
            <a:xfrm>
              <a:off x="5977845"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416" name="Isosceles Triangle 648">
              <a:extLst>
                <a:ext uri="{FF2B5EF4-FFF2-40B4-BE49-F238E27FC236}">
                  <a16:creationId xmlns:a16="http://schemas.microsoft.com/office/drawing/2014/main" id="{FBA1EC0F-3FC0-98E8-B841-F3F762AB3EB9}"/>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417" name="Group 416">
            <a:extLst>
              <a:ext uri="{FF2B5EF4-FFF2-40B4-BE49-F238E27FC236}">
                <a16:creationId xmlns:a16="http://schemas.microsoft.com/office/drawing/2014/main" id="{E46C116C-0E49-B9A4-4D84-0461F6AA9074}"/>
              </a:ext>
            </a:extLst>
          </p:cNvPr>
          <p:cNvGrpSpPr/>
          <p:nvPr/>
        </p:nvGrpSpPr>
        <p:grpSpPr>
          <a:xfrm>
            <a:off x="6271424" y="5012622"/>
            <a:ext cx="871904" cy="748695"/>
            <a:chOff x="6271424" y="5012622"/>
            <a:chExt cx="871904" cy="748695"/>
          </a:xfrm>
        </p:grpSpPr>
        <p:sp>
          <p:nvSpPr>
            <p:cNvPr id="418" name="Rectangle 417">
              <a:hlinkHover r:id="" action="ppaction://noaction" highlightClick="1"/>
              <a:extLst>
                <a:ext uri="{FF2B5EF4-FFF2-40B4-BE49-F238E27FC236}">
                  <a16:creationId xmlns:a16="http://schemas.microsoft.com/office/drawing/2014/main" id="{5F0094AC-F974-857E-F2F7-3A4E2ED710D6}"/>
                </a:ext>
              </a:extLst>
            </p:cNvPr>
            <p:cNvSpPr/>
            <p:nvPr/>
          </p:nvSpPr>
          <p:spPr>
            <a:xfrm>
              <a:off x="6271424" y="5012622"/>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Azure Web Application Firewall</a:t>
              </a:r>
            </a:p>
          </p:txBody>
        </p:sp>
        <p:sp>
          <p:nvSpPr>
            <p:cNvPr id="419" name="Oval 418">
              <a:extLst>
                <a:ext uri="{FF2B5EF4-FFF2-40B4-BE49-F238E27FC236}">
                  <a16:creationId xmlns:a16="http://schemas.microsoft.com/office/drawing/2014/main" id="{19AD8A07-38DB-5DC7-9B4A-7E92088794D1}"/>
                </a:ext>
              </a:extLst>
            </p:cNvPr>
            <p:cNvSpPr/>
            <p:nvPr/>
          </p:nvSpPr>
          <p:spPr>
            <a:xfrm>
              <a:off x="6967630" y="5025322"/>
              <a:ext cx="162953" cy="116411"/>
            </a:xfrm>
            <a:prstGeom prst="ellipse">
              <a:avLst/>
            </a:prstGeom>
            <a:solidFill>
              <a:srgbClr val="7030A0">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420" name="Isosceles Triangle 648">
              <a:extLst>
                <a:ext uri="{FF2B5EF4-FFF2-40B4-BE49-F238E27FC236}">
                  <a16:creationId xmlns:a16="http://schemas.microsoft.com/office/drawing/2014/main" id="{A83BD24D-3FB0-DA1B-23C3-C9B99C780B10}"/>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427" name="Group 426">
            <a:extLst>
              <a:ext uri="{FF2B5EF4-FFF2-40B4-BE49-F238E27FC236}">
                <a16:creationId xmlns:a16="http://schemas.microsoft.com/office/drawing/2014/main" id="{9C9DECF8-8894-DDCA-FCC2-15278074870E}"/>
              </a:ext>
            </a:extLst>
          </p:cNvPr>
          <p:cNvGrpSpPr/>
          <p:nvPr/>
        </p:nvGrpSpPr>
        <p:grpSpPr>
          <a:xfrm>
            <a:off x="9244679" y="1729815"/>
            <a:ext cx="871904" cy="748695"/>
            <a:chOff x="9244679" y="1729815"/>
            <a:chExt cx="871904" cy="748695"/>
          </a:xfrm>
        </p:grpSpPr>
        <p:sp>
          <p:nvSpPr>
            <p:cNvPr id="428" name="Rectangle 427">
              <a:hlinkHover r:id="" action="ppaction://noaction" highlightClick="1"/>
              <a:extLst>
                <a:ext uri="{FF2B5EF4-FFF2-40B4-BE49-F238E27FC236}">
                  <a16:creationId xmlns:a16="http://schemas.microsoft.com/office/drawing/2014/main" id="{6764C605-B531-F676-CAE4-0622ADAF3AF3}"/>
                </a:ext>
              </a:extLst>
            </p:cNvPr>
            <p:cNvSpPr/>
            <p:nvPr/>
          </p:nvSpPr>
          <p:spPr>
            <a:xfrm>
              <a:off x="9244679" y="1729815"/>
              <a:ext cx="871904" cy="748695"/>
            </a:xfrm>
            <a:prstGeom prst="rect">
              <a:avLst/>
            </a:prstGeom>
            <a:solidFill>
              <a:srgbClr val="C6C6C6">
                <a:alpha val="15000"/>
              </a:srgbClr>
            </a:solidFill>
            <a:ln w="31750">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Compliance Manager</a:t>
              </a:r>
            </a:p>
          </p:txBody>
        </p:sp>
        <p:sp>
          <p:nvSpPr>
            <p:cNvPr id="429" name="Rectangle 428">
              <a:extLst>
                <a:ext uri="{FF2B5EF4-FFF2-40B4-BE49-F238E27FC236}">
                  <a16:creationId xmlns:a16="http://schemas.microsoft.com/office/drawing/2014/main" id="{96DF346A-BE9E-B050-2986-B1B7C6B44BAF}"/>
                </a:ext>
              </a:extLst>
            </p:cNvPr>
            <p:cNvSpPr/>
            <p:nvPr/>
          </p:nvSpPr>
          <p:spPr>
            <a:xfrm flipV="1">
              <a:off x="9987040" y="1733514"/>
              <a:ext cx="121128" cy="121128"/>
            </a:xfrm>
            <a:prstGeom prst="rect">
              <a:avLst/>
            </a:prstGeom>
            <a:solidFill>
              <a:srgbClr val="0078D7">
                <a:alpha val="15000"/>
              </a:srgbClr>
            </a:solidFill>
            <a:ln w="127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430" name="Oval 15">
              <a:extLst>
                <a:ext uri="{FF2B5EF4-FFF2-40B4-BE49-F238E27FC236}">
                  <a16:creationId xmlns:a16="http://schemas.microsoft.com/office/drawing/2014/main" id="{403E8063-E529-54AE-3D49-88478FD1D2D9}"/>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cxnSp>
          <p:nvCxnSpPr>
            <p:cNvPr id="431" name="Straight Connector 430">
              <a:extLst>
                <a:ext uri="{FF2B5EF4-FFF2-40B4-BE49-F238E27FC236}">
                  <a16:creationId xmlns:a16="http://schemas.microsoft.com/office/drawing/2014/main" id="{E61772DC-7A40-6B08-6C0D-778794B00318}"/>
                </a:ext>
              </a:extLst>
            </p:cNvPr>
            <p:cNvCxnSpPr>
              <a:cxnSpLocks/>
              <a:stCxn id="430" idx="0"/>
            </p:cNvCxnSpPr>
            <p:nvPr/>
          </p:nvCxnSpPr>
          <p:spPr>
            <a:xfrm flipV="1">
              <a:off x="10027039" y="1750107"/>
              <a:ext cx="6914" cy="32192"/>
            </a:xfrm>
            <a:prstGeom prst="line">
              <a:avLst/>
            </a:prstGeom>
            <a:ln w="6350" cap="rnd">
              <a:solidFill>
                <a:schemeClr val="accent1">
                  <a:shade val="50000"/>
                  <a:alpha val="15000"/>
                </a:schemeClr>
              </a:solidFill>
            </a:ln>
          </p:spPr>
          <p:style>
            <a:lnRef idx="1">
              <a:schemeClr val="dk1"/>
            </a:lnRef>
            <a:fillRef idx="0">
              <a:schemeClr val="dk1"/>
            </a:fillRef>
            <a:effectRef idx="0">
              <a:schemeClr val="dk1"/>
            </a:effectRef>
            <a:fontRef idx="minor">
              <a:schemeClr val="tx1"/>
            </a:fontRef>
          </p:style>
        </p:cxnSp>
        <p:cxnSp>
          <p:nvCxnSpPr>
            <p:cNvPr id="432" name="Straight Connector 431">
              <a:extLst>
                <a:ext uri="{FF2B5EF4-FFF2-40B4-BE49-F238E27FC236}">
                  <a16:creationId xmlns:a16="http://schemas.microsoft.com/office/drawing/2014/main" id="{9A933532-4439-3024-49D7-884719C5E18B}"/>
                </a:ext>
              </a:extLst>
            </p:cNvPr>
            <p:cNvCxnSpPr>
              <a:cxnSpLocks/>
            </p:cNvCxnSpPr>
            <p:nvPr/>
          </p:nvCxnSpPr>
          <p:spPr>
            <a:xfrm>
              <a:off x="10033953" y="1750107"/>
              <a:ext cx="31918" cy="0"/>
            </a:xfrm>
            <a:prstGeom prst="line">
              <a:avLst/>
            </a:prstGeom>
            <a:ln w="6350" cap="flat">
              <a:solidFill>
                <a:schemeClr val="accent1">
                  <a:shade val="50000"/>
                  <a:alpha val="15000"/>
                </a:schemeClr>
              </a:solidFill>
            </a:ln>
          </p:spPr>
          <p:style>
            <a:lnRef idx="1">
              <a:schemeClr val="accent1"/>
            </a:lnRef>
            <a:fillRef idx="0">
              <a:schemeClr val="accent1"/>
            </a:fillRef>
            <a:effectRef idx="0">
              <a:schemeClr val="accent1"/>
            </a:effectRef>
            <a:fontRef idx="minor">
              <a:schemeClr val="tx1"/>
            </a:fontRef>
          </p:style>
        </p:cxnSp>
      </p:grpSp>
      <p:grpSp>
        <p:nvGrpSpPr>
          <p:cNvPr id="433" name="Group 432">
            <a:extLst>
              <a:ext uri="{FF2B5EF4-FFF2-40B4-BE49-F238E27FC236}">
                <a16:creationId xmlns:a16="http://schemas.microsoft.com/office/drawing/2014/main" id="{1B7F3A49-0A34-3E86-E923-5612A254FFFF}"/>
              </a:ext>
            </a:extLst>
          </p:cNvPr>
          <p:cNvGrpSpPr/>
          <p:nvPr/>
        </p:nvGrpSpPr>
        <p:grpSpPr>
          <a:xfrm>
            <a:off x="9244679" y="2560817"/>
            <a:ext cx="871904" cy="748696"/>
            <a:chOff x="9244679" y="2560817"/>
            <a:chExt cx="871904" cy="748696"/>
          </a:xfrm>
        </p:grpSpPr>
        <p:sp>
          <p:nvSpPr>
            <p:cNvPr id="434" name="Rectangle 433">
              <a:extLst>
                <a:ext uri="{FF2B5EF4-FFF2-40B4-BE49-F238E27FC236}">
                  <a16:creationId xmlns:a16="http://schemas.microsoft.com/office/drawing/2014/main" id="{17A01AA5-A4DF-9819-6044-04CDB128798C}"/>
                </a:ext>
              </a:extLst>
            </p:cNvPr>
            <p:cNvSpPr/>
            <p:nvPr/>
          </p:nvSpPr>
          <p:spPr>
            <a:xfrm>
              <a:off x="9244679" y="2560818"/>
              <a:ext cx="871904" cy="748695"/>
            </a:xfrm>
            <a:prstGeom prst="rect">
              <a:avLst/>
            </a:prstGeom>
            <a:solidFill>
              <a:srgbClr val="C6C6C6">
                <a:alpha val="15000"/>
              </a:srgbClr>
            </a:solidFill>
            <a:ln>
              <a:solidFill>
                <a:schemeClr val="accent1">
                  <a:shade val="50000"/>
                  <a:alpha val="1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Intune</a:t>
              </a:r>
            </a:p>
          </p:txBody>
        </p:sp>
        <p:sp>
          <p:nvSpPr>
            <p:cNvPr id="435" name="Right Triangle 434">
              <a:extLst>
                <a:ext uri="{FF2B5EF4-FFF2-40B4-BE49-F238E27FC236}">
                  <a16:creationId xmlns:a16="http://schemas.microsoft.com/office/drawing/2014/main" id="{0B132037-55D1-A679-31B9-A713F1C75CFF}"/>
                </a:ext>
              </a:extLst>
            </p:cNvPr>
            <p:cNvSpPr/>
            <p:nvPr/>
          </p:nvSpPr>
          <p:spPr>
            <a:xfrm rot="10800000">
              <a:off x="9970339" y="2560817"/>
              <a:ext cx="141513" cy="141513"/>
            </a:xfrm>
            <a:prstGeom prst="rtTriangle">
              <a:avLst/>
            </a:prstGeom>
            <a:solidFill>
              <a:srgbClr val="A6A6A6">
                <a:alpha val="15000"/>
              </a:srgbClr>
            </a:solidFill>
            <a:ln w="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436" name="Oval 27">
              <a:extLst>
                <a:ext uri="{FF2B5EF4-FFF2-40B4-BE49-F238E27FC236}">
                  <a16:creationId xmlns:a16="http://schemas.microsoft.com/office/drawing/2014/main" id="{52F33A51-9E91-2A67-E048-E69937788D14}"/>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sp>
          <p:nvSpPr>
            <p:cNvPr id="437" name="Oval 28">
              <a:extLst>
                <a:ext uri="{FF2B5EF4-FFF2-40B4-BE49-F238E27FC236}">
                  <a16:creationId xmlns:a16="http://schemas.microsoft.com/office/drawing/2014/main" id="{C5BA7DA3-ED49-EEE9-DDE4-D6D0CAF22894}"/>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15000"/>
              </a:srgbClr>
            </a:solidFill>
            <a:ln w="6350">
              <a:solidFill>
                <a:schemeClr val="accent1">
                  <a:shade val="50000"/>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alpha val="15000"/>
                  </a:prstClr>
                </a:solidFill>
                <a:effectLst/>
                <a:uLnTx/>
                <a:uFillTx/>
                <a:latin typeface="Calibri" panose="020F0502020204030204"/>
                <a:ea typeface="+mn-ea"/>
                <a:cs typeface="+mn-cs"/>
              </a:endParaRPr>
            </a:p>
          </p:txBody>
        </p:sp>
      </p:grpSp>
      <p:grpSp>
        <p:nvGrpSpPr>
          <p:cNvPr id="438" name="Group 437">
            <a:extLst>
              <a:ext uri="{FF2B5EF4-FFF2-40B4-BE49-F238E27FC236}">
                <a16:creationId xmlns:a16="http://schemas.microsoft.com/office/drawing/2014/main" id="{8F7F3D68-617C-3DD6-D208-0D87EC09B2C6}"/>
              </a:ext>
            </a:extLst>
          </p:cNvPr>
          <p:cNvGrpSpPr/>
          <p:nvPr/>
        </p:nvGrpSpPr>
        <p:grpSpPr>
          <a:xfrm>
            <a:off x="428495" y="3636493"/>
            <a:ext cx="871904" cy="748695"/>
            <a:chOff x="2307084" y="909114"/>
            <a:chExt cx="871904" cy="748695"/>
          </a:xfrm>
        </p:grpSpPr>
        <p:sp>
          <p:nvSpPr>
            <p:cNvPr id="439" name="Rectangle 438">
              <a:extLst>
                <a:ext uri="{FF2B5EF4-FFF2-40B4-BE49-F238E27FC236}">
                  <a16:creationId xmlns:a16="http://schemas.microsoft.com/office/drawing/2014/main" id="{1DF59C71-9887-25AE-BB73-3A09E592BE72}"/>
                </a:ext>
              </a:extLst>
            </p:cNvPr>
            <p:cNvSpPr/>
            <p:nvPr/>
          </p:nvSpPr>
          <p:spPr>
            <a:xfrm>
              <a:off x="2307084" y="909114"/>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440" name="Rectangle 439">
              <a:extLst>
                <a:ext uri="{FF2B5EF4-FFF2-40B4-BE49-F238E27FC236}">
                  <a16:creationId xmlns:a16="http://schemas.microsoft.com/office/drawing/2014/main" id="{E6D8DC68-901E-FC96-39DC-B004FAC6DC48}"/>
                </a:ext>
              </a:extLst>
            </p:cNvPr>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1" name="Oval 15">
              <a:extLst>
                <a:ext uri="{FF2B5EF4-FFF2-40B4-BE49-F238E27FC236}">
                  <a16:creationId xmlns:a16="http://schemas.microsoft.com/office/drawing/2014/main" id="{851CBF8F-FDB5-79B7-319B-9076989F2A7B}"/>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42" name="Straight Connector 441">
              <a:extLst>
                <a:ext uri="{FF2B5EF4-FFF2-40B4-BE49-F238E27FC236}">
                  <a16:creationId xmlns:a16="http://schemas.microsoft.com/office/drawing/2014/main" id="{6C962214-F559-BC6F-EC43-FCC071DED37F}"/>
                </a:ext>
              </a:extLst>
            </p:cNvPr>
            <p:cNvCxnSpPr>
              <a:cxnSpLocks/>
              <a:stCxn id="441"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43" name="Straight Connector 442">
              <a:extLst>
                <a:ext uri="{FF2B5EF4-FFF2-40B4-BE49-F238E27FC236}">
                  <a16:creationId xmlns:a16="http://schemas.microsoft.com/office/drawing/2014/main" id="{00667816-8AD9-B7AF-3AC4-9AB5477886AD}"/>
                </a:ext>
              </a:extLst>
            </p:cNvPr>
            <p:cNvCxnSpPr>
              <a:cxnSpLocks/>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44" name="Group 443">
            <a:extLst>
              <a:ext uri="{FF2B5EF4-FFF2-40B4-BE49-F238E27FC236}">
                <a16:creationId xmlns:a16="http://schemas.microsoft.com/office/drawing/2014/main" id="{CFC707B8-3FFC-E2A8-C6BD-BEBB1CCD5902}"/>
              </a:ext>
            </a:extLst>
          </p:cNvPr>
          <p:cNvGrpSpPr/>
          <p:nvPr/>
        </p:nvGrpSpPr>
        <p:grpSpPr>
          <a:xfrm>
            <a:off x="7216703" y="3636493"/>
            <a:ext cx="871904" cy="748695"/>
            <a:chOff x="6271424" y="1729816"/>
            <a:chExt cx="871904" cy="748695"/>
          </a:xfrm>
        </p:grpSpPr>
        <p:sp>
          <p:nvSpPr>
            <p:cNvPr id="445" name="Rectangle 444">
              <a:extLst>
                <a:ext uri="{FF2B5EF4-FFF2-40B4-BE49-F238E27FC236}">
                  <a16:creationId xmlns:a16="http://schemas.microsoft.com/office/drawing/2014/main" id="{57D9150A-4D5F-457B-8921-F87E18D9117C}"/>
                </a:ext>
              </a:extLst>
            </p:cNvPr>
            <p:cNvSpPr/>
            <p:nvPr/>
          </p:nvSpPr>
          <p:spPr>
            <a:xfrm>
              <a:off x="6271424" y="1729816"/>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446" name="Rectangle 445">
              <a:extLst>
                <a:ext uri="{FF2B5EF4-FFF2-40B4-BE49-F238E27FC236}">
                  <a16:creationId xmlns:a16="http://schemas.microsoft.com/office/drawing/2014/main" id="{2F517C79-CBA6-91A1-9180-18F76F205225}"/>
                </a:ext>
              </a:extLst>
            </p:cNvPr>
            <p:cNvSpPr/>
            <p:nvPr/>
          </p:nvSpPr>
          <p:spPr>
            <a:xfrm flipV="1">
              <a:off x="7010822"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7" name="Oval 15">
              <a:extLst>
                <a:ext uri="{FF2B5EF4-FFF2-40B4-BE49-F238E27FC236}">
                  <a16:creationId xmlns:a16="http://schemas.microsoft.com/office/drawing/2014/main" id="{1C875A3E-A559-FA96-2E06-F154792E0125}"/>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48" name="Straight Connector 447">
              <a:extLst>
                <a:ext uri="{FF2B5EF4-FFF2-40B4-BE49-F238E27FC236}">
                  <a16:creationId xmlns:a16="http://schemas.microsoft.com/office/drawing/2014/main" id="{6788A5A7-C38A-1D67-15FF-7864DF8F848D}"/>
                </a:ext>
              </a:extLst>
            </p:cNvPr>
            <p:cNvCxnSpPr>
              <a:cxnSpLocks/>
              <a:stCxn id="447" idx="0"/>
            </p:cNvCxnSpPr>
            <p:nvPr/>
          </p:nvCxnSpPr>
          <p:spPr>
            <a:xfrm flipV="1">
              <a:off x="7050821"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49" name="Straight Connector 448">
              <a:extLst>
                <a:ext uri="{FF2B5EF4-FFF2-40B4-BE49-F238E27FC236}">
                  <a16:creationId xmlns:a16="http://schemas.microsoft.com/office/drawing/2014/main" id="{158A4398-D324-E894-109A-ED125BCF655C}"/>
                </a:ext>
              </a:extLst>
            </p:cNvPr>
            <p:cNvCxnSpPr>
              <a:cxnSpLocks/>
            </p:cNvCxnSpPr>
            <p:nvPr/>
          </p:nvCxnSpPr>
          <p:spPr>
            <a:xfrm>
              <a:off x="7057735"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50" name="Group 449">
            <a:extLst>
              <a:ext uri="{FF2B5EF4-FFF2-40B4-BE49-F238E27FC236}">
                <a16:creationId xmlns:a16="http://schemas.microsoft.com/office/drawing/2014/main" id="{C4D9B843-B350-B080-59D4-A4A04CD9E720}"/>
              </a:ext>
            </a:extLst>
          </p:cNvPr>
          <p:cNvGrpSpPr/>
          <p:nvPr/>
        </p:nvGrpSpPr>
        <p:grpSpPr>
          <a:xfrm>
            <a:off x="5277215" y="3636493"/>
            <a:ext cx="871904" cy="748695"/>
            <a:chOff x="9244679" y="3370808"/>
            <a:chExt cx="871904" cy="748695"/>
          </a:xfrm>
        </p:grpSpPr>
        <p:sp>
          <p:nvSpPr>
            <p:cNvPr id="451" name="Rectangle 450">
              <a:extLst>
                <a:ext uri="{FF2B5EF4-FFF2-40B4-BE49-F238E27FC236}">
                  <a16:creationId xmlns:a16="http://schemas.microsoft.com/office/drawing/2014/main" id="{34C5CAF1-DA25-AA7E-C858-DAD8118B58D5}"/>
                </a:ext>
              </a:extLst>
            </p:cNvPr>
            <p:cNvSpPr/>
            <p:nvPr/>
          </p:nvSpPr>
          <p:spPr>
            <a:xfrm>
              <a:off x="9244679" y="3370808"/>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452" name="Rectangle 451">
              <a:extLst>
                <a:ext uri="{FF2B5EF4-FFF2-40B4-BE49-F238E27FC236}">
                  <a16:creationId xmlns:a16="http://schemas.microsoft.com/office/drawing/2014/main" id="{72CD3814-2B0F-355C-F965-57BA2EA4747D}"/>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3" name="Oval 15">
              <a:extLst>
                <a:ext uri="{FF2B5EF4-FFF2-40B4-BE49-F238E27FC236}">
                  <a16:creationId xmlns:a16="http://schemas.microsoft.com/office/drawing/2014/main" id="{7DC1E89E-1F66-7887-9F61-69981D2A0CAC}"/>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54" name="Straight Connector 453">
              <a:extLst>
                <a:ext uri="{FF2B5EF4-FFF2-40B4-BE49-F238E27FC236}">
                  <a16:creationId xmlns:a16="http://schemas.microsoft.com/office/drawing/2014/main" id="{3DB494E2-01E1-0948-A93F-6049E122AFFB}"/>
                </a:ext>
              </a:extLst>
            </p:cNvPr>
            <p:cNvCxnSpPr>
              <a:cxnSpLocks/>
              <a:stCxn id="453"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55" name="Straight Connector 454">
              <a:extLst>
                <a:ext uri="{FF2B5EF4-FFF2-40B4-BE49-F238E27FC236}">
                  <a16:creationId xmlns:a16="http://schemas.microsoft.com/office/drawing/2014/main" id="{21FA65B5-88A8-862D-BDAC-911C82DFEA7C}"/>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56" name="Group 455">
            <a:extLst>
              <a:ext uri="{FF2B5EF4-FFF2-40B4-BE49-F238E27FC236}">
                <a16:creationId xmlns:a16="http://schemas.microsoft.com/office/drawing/2014/main" id="{5EBCD8E4-2211-980F-388A-446DD862D89A}"/>
              </a:ext>
            </a:extLst>
          </p:cNvPr>
          <p:cNvGrpSpPr/>
          <p:nvPr/>
        </p:nvGrpSpPr>
        <p:grpSpPr>
          <a:xfrm>
            <a:off x="1398239" y="3636493"/>
            <a:ext cx="871904" cy="748695"/>
            <a:chOff x="11226844" y="909114"/>
            <a:chExt cx="871904" cy="748695"/>
          </a:xfrm>
        </p:grpSpPr>
        <p:sp>
          <p:nvSpPr>
            <p:cNvPr id="457" name="Rectangle 456">
              <a:extLst>
                <a:ext uri="{FF2B5EF4-FFF2-40B4-BE49-F238E27FC236}">
                  <a16:creationId xmlns:a16="http://schemas.microsoft.com/office/drawing/2014/main" id="{878F7D1C-EF53-2812-4365-B1A898C2C1F8}"/>
                </a:ext>
              </a:extLst>
            </p:cNvPr>
            <p:cNvSpPr/>
            <p:nvPr/>
          </p:nvSpPr>
          <p:spPr>
            <a:xfrm>
              <a:off x="11226844" y="909114"/>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458" name="Rectangle 457">
              <a:extLst>
                <a:ext uri="{FF2B5EF4-FFF2-40B4-BE49-F238E27FC236}">
                  <a16:creationId xmlns:a16="http://schemas.microsoft.com/office/drawing/2014/main" id="{D719C6AB-77E1-4D78-07D3-6A26F7E91A49}"/>
                </a:ext>
              </a:extLst>
            </p:cNvPr>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9" name="Oval 15">
              <a:extLst>
                <a:ext uri="{FF2B5EF4-FFF2-40B4-BE49-F238E27FC236}">
                  <a16:creationId xmlns:a16="http://schemas.microsoft.com/office/drawing/2014/main" id="{D181E982-38FF-4ADE-29E6-EEDDA3C23E02}"/>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60" name="Straight Connector 459">
              <a:extLst>
                <a:ext uri="{FF2B5EF4-FFF2-40B4-BE49-F238E27FC236}">
                  <a16:creationId xmlns:a16="http://schemas.microsoft.com/office/drawing/2014/main" id="{588A41BC-E2FF-C8C3-3BDD-472987580CB6}"/>
                </a:ext>
              </a:extLst>
            </p:cNvPr>
            <p:cNvCxnSpPr>
              <a:cxnSpLocks/>
              <a:stCxn id="459"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61" name="Straight Connector 460">
              <a:extLst>
                <a:ext uri="{FF2B5EF4-FFF2-40B4-BE49-F238E27FC236}">
                  <a16:creationId xmlns:a16="http://schemas.microsoft.com/office/drawing/2014/main" id="{518919BD-21BE-A357-1DEE-B08361FDAAE8}"/>
                </a:ext>
              </a:extLst>
            </p:cNvPr>
            <p:cNvCxnSpPr>
              <a:cxnSpLocks/>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62" name="Group 461">
            <a:extLst>
              <a:ext uri="{FF2B5EF4-FFF2-40B4-BE49-F238E27FC236}">
                <a16:creationId xmlns:a16="http://schemas.microsoft.com/office/drawing/2014/main" id="{1A6036CF-F10C-95AF-5D2F-DC52842BDFF7}"/>
              </a:ext>
            </a:extLst>
          </p:cNvPr>
          <p:cNvGrpSpPr/>
          <p:nvPr/>
        </p:nvGrpSpPr>
        <p:grpSpPr>
          <a:xfrm>
            <a:off x="3337727" y="3636493"/>
            <a:ext cx="871904" cy="748695"/>
            <a:chOff x="11226844" y="1729816"/>
            <a:chExt cx="871904" cy="748695"/>
          </a:xfrm>
        </p:grpSpPr>
        <p:sp>
          <p:nvSpPr>
            <p:cNvPr id="463" name="Rectangle 462">
              <a:extLst>
                <a:ext uri="{FF2B5EF4-FFF2-40B4-BE49-F238E27FC236}">
                  <a16:creationId xmlns:a16="http://schemas.microsoft.com/office/drawing/2014/main" id="{C4C1FFD2-FB54-1C20-0000-48970DA951CB}"/>
                </a:ext>
              </a:extLst>
            </p:cNvPr>
            <p:cNvSpPr/>
            <p:nvPr/>
          </p:nvSpPr>
          <p:spPr>
            <a:xfrm>
              <a:off x="11226844" y="1729816"/>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464" name="Rectangle 463">
              <a:extLst>
                <a:ext uri="{FF2B5EF4-FFF2-40B4-BE49-F238E27FC236}">
                  <a16:creationId xmlns:a16="http://schemas.microsoft.com/office/drawing/2014/main" id="{469D25D4-C324-BEBD-FB1F-FA90E984BE2F}"/>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5" name="Oval 15">
              <a:extLst>
                <a:ext uri="{FF2B5EF4-FFF2-40B4-BE49-F238E27FC236}">
                  <a16:creationId xmlns:a16="http://schemas.microsoft.com/office/drawing/2014/main" id="{FB89FFFC-EF3A-FC7C-0547-AC01EA40DB16}"/>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66" name="Straight Connector 465">
              <a:extLst>
                <a:ext uri="{FF2B5EF4-FFF2-40B4-BE49-F238E27FC236}">
                  <a16:creationId xmlns:a16="http://schemas.microsoft.com/office/drawing/2014/main" id="{07645543-03B5-8258-17F0-C37F7DD6294F}"/>
                </a:ext>
              </a:extLst>
            </p:cNvPr>
            <p:cNvCxnSpPr>
              <a:cxnSpLocks/>
              <a:stCxn id="465"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67" name="Straight Connector 466">
              <a:extLst>
                <a:ext uri="{FF2B5EF4-FFF2-40B4-BE49-F238E27FC236}">
                  <a16:creationId xmlns:a16="http://schemas.microsoft.com/office/drawing/2014/main" id="{DB14B7F5-3673-B919-58E2-37837B63049B}"/>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68" name="Group 467">
            <a:extLst>
              <a:ext uri="{FF2B5EF4-FFF2-40B4-BE49-F238E27FC236}">
                <a16:creationId xmlns:a16="http://schemas.microsoft.com/office/drawing/2014/main" id="{80C0B784-E711-FBB8-08D0-C9FA75E2AB48}"/>
              </a:ext>
            </a:extLst>
          </p:cNvPr>
          <p:cNvGrpSpPr/>
          <p:nvPr/>
        </p:nvGrpSpPr>
        <p:grpSpPr>
          <a:xfrm>
            <a:off x="2367983" y="3636493"/>
            <a:ext cx="871904" cy="748695"/>
            <a:chOff x="11226844" y="2550518"/>
            <a:chExt cx="871904" cy="748695"/>
          </a:xfrm>
        </p:grpSpPr>
        <p:sp>
          <p:nvSpPr>
            <p:cNvPr id="469" name="Rectangle 468">
              <a:hlinkHover r:id="" action="ppaction://noaction" highlightClick="1"/>
              <a:extLst>
                <a:ext uri="{FF2B5EF4-FFF2-40B4-BE49-F238E27FC236}">
                  <a16:creationId xmlns:a16="http://schemas.microsoft.com/office/drawing/2014/main" id="{FA88EEE0-17D8-CECA-574E-51189838DABA}"/>
                </a:ext>
              </a:extLst>
            </p:cNvPr>
            <p:cNvSpPr/>
            <p:nvPr/>
          </p:nvSpPr>
          <p:spPr>
            <a:xfrm>
              <a:off x="11226844" y="2550518"/>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a:t>
              </a:r>
              <a:endPar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470" name="Rectangle 469">
              <a:extLst>
                <a:ext uri="{FF2B5EF4-FFF2-40B4-BE49-F238E27FC236}">
                  <a16:creationId xmlns:a16="http://schemas.microsoft.com/office/drawing/2014/main" id="{9CD1DCBE-53FD-5699-1A0C-D6DEE79F9A50}"/>
                </a:ext>
              </a:extLst>
            </p:cNvPr>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1" name="Oval 15">
              <a:extLst>
                <a:ext uri="{FF2B5EF4-FFF2-40B4-BE49-F238E27FC236}">
                  <a16:creationId xmlns:a16="http://schemas.microsoft.com/office/drawing/2014/main" id="{58088930-7C46-4944-7100-AEB8515B2191}"/>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72" name="Straight Connector 471">
              <a:extLst>
                <a:ext uri="{FF2B5EF4-FFF2-40B4-BE49-F238E27FC236}">
                  <a16:creationId xmlns:a16="http://schemas.microsoft.com/office/drawing/2014/main" id="{4E29B404-0F19-64AB-C4DA-89923141131D}"/>
                </a:ext>
              </a:extLst>
            </p:cNvPr>
            <p:cNvCxnSpPr>
              <a:cxnSpLocks/>
              <a:stCxn id="471"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73" name="Straight Connector 472">
              <a:extLst>
                <a:ext uri="{FF2B5EF4-FFF2-40B4-BE49-F238E27FC236}">
                  <a16:creationId xmlns:a16="http://schemas.microsoft.com/office/drawing/2014/main" id="{2D38812C-7C0A-4BE5-3C66-70D5D502C46A}"/>
                </a:ext>
              </a:extLst>
            </p:cNvPr>
            <p:cNvCxnSpPr>
              <a:cxnSpLocks/>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74" name="Group 473">
            <a:extLst>
              <a:ext uri="{FF2B5EF4-FFF2-40B4-BE49-F238E27FC236}">
                <a16:creationId xmlns:a16="http://schemas.microsoft.com/office/drawing/2014/main" id="{CC4BA529-E7CA-3DC2-9D71-B4F14F98E018}"/>
              </a:ext>
            </a:extLst>
          </p:cNvPr>
          <p:cNvGrpSpPr/>
          <p:nvPr/>
        </p:nvGrpSpPr>
        <p:grpSpPr>
          <a:xfrm>
            <a:off x="4307471" y="3636493"/>
            <a:ext cx="871904" cy="748695"/>
            <a:chOff x="11226844" y="3371220"/>
            <a:chExt cx="871904" cy="748695"/>
          </a:xfrm>
        </p:grpSpPr>
        <p:sp>
          <p:nvSpPr>
            <p:cNvPr id="475" name="Rectangle 474">
              <a:extLst>
                <a:ext uri="{FF2B5EF4-FFF2-40B4-BE49-F238E27FC236}">
                  <a16:creationId xmlns:a16="http://schemas.microsoft.com/office/drawing/2014/main" id="{A0F57AC8-2D0F-6239-082A-BFB13BC2DF9B}"/>
                </a:ext>
              </a:extLst>
            </p:cNvPr>
            <p:cNvSpPr/>
            <p:nvPr/>
          </p:nvSpPr>
          <p:spPr>
            <a:xfrm>
              <a:off x="11226844" y="3371220"/>
              <a:ext cx="871904" cy="748695"/>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476" name="Rectangle 475">
              <a:extLst>
                <a:ext uri="{FF2B5EF4-FFF2-40B4-BE49-F238E27FC236}">
                  <a16:creationId xmlns:a16="http://schemas.microsoft.com/office/drawing/2014/main" id="{99751450-FA69-68ED-A1B2-65A78C0420D4}"/>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7" name="Oval 15">
              <a:extLst>
                <a:ext uri="{FF2B5EF4-FFF2-40B4-BE49-F238E27FC236}">
                  <a16:creationId xmlns:a16="http://schemas.microsoft.com/office/drawing/2014/main" id="{ED86E3F2-DD1B-9249-0C25-BD8D0110A85A}"/>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78" name="Straight Connector 477">
              <a:extLst>
                <a:ext uri="{FF2B5EF4-FFF2-40B4-BE49-F238E27FC236}">
                  <a16:creationId xmlns:a16="http://schemas.microsoft.com/office/drawing/2014/main" id="{93FCDA61-7E14-88F0-4206-138378C13FB0}"/>
                </a:ext>
              </a:extLst>
            </p:cNvPr>
            <p:cNvCxnSpPr>
              <a:cxnSpLocks/>
              <a:stCxn id="477"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79" name="Straight Connector 478">
              <a:extLst>
                <a:ext uri="{FF2B5EF4-FFF2-40B4-BE49-F238E27FC236}">
                  <a16:creationId xmlns:a16="http://schemas.microsoft.com/office/drawing/2014/main" id="{7D61B6E7-5FE0-A01D-25F6-E5F11C79EC6B}"/>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80" name="Group 479">
            <a:extLst>
              <a:ext uri="{FF2B5EF4-FFF2-40B4-BE49-F238E27FC236}">
                <a16:creationId xmlns:a16="http://schemas.microsoft.com/office/drawing/2014/main" id="{5B0F8624-1EBC-1702-FE61-42FFC2B71EC8}"/>
              </a:ext>
            </a:extLst>
          </p:cNvPr>
          <p:cNvGrpSpPr/>
          <p:nvPr/>
        </p:nvGrpSpPr>
        <p:grpSpPr>
          <a:xfrm>
            <a:off x="6246959" y="3636493"/>
            <a:ext cx="871904" cy="748695"/>
            <a:chOff x="5280339" y="1729816"/>
            <a:chExt cx="871904" cy="748695"/>
          </a:xfrm>
        </p:grpSpPr>
        <p:sp>
          <p:nvSpPr>
            <p:cNvPr id="481" name="Rectangle 480">
              <a:extLst>
                <a:ext uri="{FF2B5EF4-FFF2-40B4-BE49-F238E27FC236}">
                  <a16:creationId xmlns:a16="http://schemas.microsoft.com/office/drawing/2014/main" id="{A5B255C1-0CF0-CC01-86B4-AAFEAA769290}"/>
                </a:ext>
              </a:extLst>
            </p:cNvPr>
            <p:cNvSpPr/>
            <p:nvPr/>
          </p:nvSpPr>
          <p:spPr>
            <a:xfrm>
              <a:off x="5280339" y="1729816"/>
              <a:ext cx="871904" cy="748695"/>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482" name="Right Triangle 481">
              <a:extLst>
                <a:ext uri="{FF2B5EF4-FFF2-40B4-BE49-F238E27FC236}">
                  <a16:creationId xmlns:a16="http://schemas.microsoft.com/office/drawing/2014/main" id="{64D16C23-06A2-A79E-3420-C5737AAEF351}"/>
                </a:ext>
              </a:extLst>
            </p:cNvPr>
            <p:cNvSpPr/>
            <p:nvPr/>
          </p:nvSpPr>
          <p:spPr>
            <a:xfrm rot="10800000">
              <a:off x="6003472"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83" name="Group 482">
              <a:extLst>
                <a:ext uri="{FF2B5EF4-FFF2-40B4-BE49-F238E27FC236}">
                  <a16:creationId xmlns:a16="http://schemas.microsoft.com/office/drawing/2014/main" id="{0345AF55-C481-FA3A-E3DD-E052DE4174FB}"/>
                </a:ext>
              </a:extLst>
            </p:cNvPr>
            <p:cNvGrpSpPr/>
            <p:nvPr/>
          </p:nvGrpSpPr>
          <p:grpSpPr>
            <a:xfrm>
              <a:off x="6083799" y="1742900"/>
              <a:ext cx="45719" cy="75385"/>
              <a:chOff x="3883481" y="2057400"/>
              <a:chExt cx="1608363" cy="2652031"/>
            </a:xfrm>
            <a:solidFill>
              <a:srgbClr val="A6A6A6"/>
            </a:solidFill>
          </p:grpSpPr>
          <p:sp>
            <p:nvSpPr>
              <p:cNvPr id="484" name="Oval 27">
                <a:extLst>
                  <a:ext uri="{FF2B5EF4-FFF2-40B4-BE49-F238E27FC236}">
                    <a16:creationId xmlns:a16="http://schemas.microsoft.com/office/drawing/2014/main" id="{F0AC2426-85EB-B8A6-D821-B177715DA11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5" name="Oval 28">
                <a:extLst>
                  <a:ext uri="{FF2B5EF4-FFF2-40B4-BE49-F238E27FC236}">
                    <a16:creationId xmlns:a16="http://schemas.microsoft.com/office/drawing/2014/main" id="{5FF2F630-CEBC-7D4F-423F-59049F934E7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86" name="Group 485">
            <a:extLst>
              <a:ext uri="{FF2B5EF4-FFF2-40B4-BE49-F238E27FC236}">
                <a16:creationId xmlns:a16="http://schemas.microsoft.com/office/drawing/2014/main" id="{E03AB40E-6A2D-3A78-A313-01F3082CD520}"/>
              </a:ext>
            </a:extLst>
          </p:cNvPr>
          <p:cNvGrpSpPr/>
          <p:nvPr/>
        </p:nvGrpSpPr>
        <p:grpSpPr>
          <a:xfrm>
            <a:off x="9270262" y="3636493"/>
            <a:ext cx="871904" cy="748695"/>
            <a:chOff x="11226844" y="4191922"/>
            <a:chExt cx="871904" cy="748695"/>
          </a:xfrm>
        </p:grpSpPr>
        <p:sp>
          <p:nvSpPr>
            <p:cNvPr id="487" name="Rectangle 486">
              <a:hlinkHover r:id="" action="ppaction://noaction" highlightClick="1"/>
              <a:extLst>
                <a:ext uri="{FF2B5EF4-FFF2-40B4-BE49-F238E27FC236}">
                  <a16:creationId xmlns:a16="http://schemas.microsoft.com/office/drawing/2014/main" id="{DF784053-C2F4-0F25-0702-0F97F3FCA632}"/>
                </a:ext>
              </a:extLst>
            </p:cNvPr>
            <p:cNvSpPr/>
            <p:nvPr/>
          </p:nvSpPr>
          <p:spPr>
            <a:xfrm>
              <a:off x="11226844" y="4191922"/>
              <a:ext cx="871904" cy="748695"/>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488" name="Oval 487">
              <a:extLst>
                <a:ext uri="{FF2B5EF4-FFF2-40B4-BE49-F238E27FC236}">
                  <a16:creationId xmlns:a16="http://schemas.microsoft.com/office/drawing/2014/main" id="{D75F1AE4-3543-C56E-28CD-D629A2245DED}"/>
                </a:ext>
              </a:extLst>
            </p:cNvPr>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9" name="Isosceles Triangle 648">
              <a:extLst>
                <a:ext uri="{FF2B5EF4-FFF2-40B4-BE49-F238E27FC236}">
                  <a16:creationId xmlns:a16="http://schemas.microsoft.com/office/drawing/2014/main" id="{978BC7F2-7717-8654-2DA7-86AF1BF16B6C}"/>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90" name="Group 489">
            <a:extLst>
              <a:ext uri="{FF2B5EF4-FFF2-40B4-BE49-F238E27FC236}">
                <a16:creationId xmlns:a16="http://schemas.microsoft.com/office/drawing/2014/main" id="{CEDEE4CC-F319-D0C9-1AD9-F74BF6C72959}"/>
              </a:ext>
            </a:extLst>
          </p:cNvPr>
          <p:cNvGrpSpPr/>
          <p:nvPr/>
        </p:nvGrpSpPr>
        <p:grpSpPr>
          <a:xfrm>
            <a:off x="8300515" y="3636493"/>
            <a:ext cx="871904" cy="748695"/>
            <a:chOff x="11226844" y="5012622"/>
            <a:chExt cx="871904" cy="748695"/>
          </a:xfrm>
        </p:grpSpPr>
        <p:sp>
          <p:nvSpPr>
            <p:cNvPr id="491" name="Rectangle 490">
              <a:hlinkHover r:id="" action="ppaction://noaction" highlightClick="1"/>
              <a:extLst>
                <a:ext uri="{FF2B5EF4-FFF2-40B4-BE49-F238E27FC236}">
                  <a16:creationId xmlns:a16="http://schemas.microsoft.com/office/drawing/2014/main" id="{AA2C5327-0C5F-C117-C5FA-A54A5F5DAD65}"/>
                </a:ext>
              </a:extLst>
            </p:cNvPr>
            <p:cNvSpPr/>
            <p:nvPr/>
          </p:nvSpPr>
          <p:spPr>
            <a:xfrm>
              <a:off x="11226844" y="5012622"/>
              <a:ext cx="871904" cy="748695"/>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a:t>
              </a:r>
            </a:p>
          </p:txBody>
        </p:sp>
        <p:sp>
          <p:nvSpPr>
            <p:cNvPr id="492" name="Oval 491">
              <a:extLst>
                <a:ext uri="{FF2B5EF4-FFF2-40B4-BE49-F238E27FC236}">
                  <a16:creationId xmlns:a16="http://schemas.microsoft.com/office/drawing/2014/main" id="{5BFC3028-90E8-6244-F513-19534058E2E0}"/>
                </a:ext>
              </a:extLst>
            </p:cNvPr>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3" name="Isosceles Triangle 648">
              <a:extLst>
                <a:ext uri="{FF2B5EF4-FFF2-40B4-BE49-F238E27FC236}">
                  <a16:creationId xmlns:a16="http://schemas.microsoft.com/office/drawing/2014/main" id="{A85613D6-214F-71C8-F303-2F97DB1E2171}"/>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494" name="Rectangle 493">
            <a:hlinkHover r:id="" action="ppaction://noaction" highlightClick="1"/>
            <a:extLst>
              <a:ext uri="{FF2B5EF4-FFF2-40B4-BE49-F238E27FC236}">
                <a16:creationId xmlns:a16="http://schemas.microsoft.com/office/drawing/2014/main" id="{BF123E64-5526-111B-A57D-194D5DBF7C80}"/>
              </a:ext>
            </a:extLst>
          </p:cNvPr>
          <p:cNvSpPr/>
          <p:nvPr/>
        </p:nvSpPr>
        <p:spPr>
          <a:xfrm>
            <a:off x="10349033" y="3647196"/>
            <a:ext cx="1656177" cy="737991"/>
          </a:xfrm>
          <a:prstGeom prst="rect">
            <a:avLst/>
          </a:prstGeom>
          <a:solidFill>
            <a:srgbClr val="FFFFCC"/>
          </a:solidFill>
          <a:ln w="444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3</a:t>
            </a:r>
            <a:r>
              <a:rPr kumimoji="0" lang="en-GB" sz="950" b="0" i="0" u="none" strike="noStrike" kern="1200" cap="none" spc="0" normalizeH="0" baseline="30000" noProof="0">
                <a:ln>
                  <a:noFill/>
                </a:ln>
                <a:solidFill>
                  <a:srgbClr val="1F4E79"/>
                </a:solidFill>
                <a:effectLst/>
                <a:uLnTx/>
                <a:uFillTx/>
                <a:latin typeface="Century Gothic" panose="020B0502020202020204" pitchFamily="34" charset="0"/>
                <a:ea typeface="+mn-ea"/>
                <a:cs typeface="+mn-cs"/>
              </a:rPr>
              <a:t>rd</a:t>
            </a:r>
            <a:r>
              <a:rPr kumimoji="0" lang="en-GB" sz="9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 Party Events and Logs (i.e. Firewalls, Proxies, Apps etc.)</a:t>
            </a:r>
          </a:p>
        </p:txBody>
      </p:sp>
      <p:grpSp>
        <p:nvGrpSpPr>
          <p:cNvPr id="495" name="Group 494">
            <a:extLst>
              <a:ext uri="{FF2B5EF4-FFF2-40B4-BE49-F238E27FC236}">
                <a16:creationId xmlns:a16="http://schemas.microsoft.com/office/drawing/2014/main" id="{454D9F61-AECF-7326-2EC0-5EAA9A40D4F0}"/>
              </a:ext>
            </a:extLst>
          </p:cNvPr>
          <p:cNvGrpSpPr/>
          <p:nvPr/>
        </p:nvGrpSpPr>
        <p:grpSpPr>
          <a:xfrm>
            <a:off x="5780900" y="1396806"/>
            <a:ext cx="871904" cy="748695"/>
            <a:chOff x="11226844" y="88412"/>
            <a:chExt cx="871904" cy="748695"/>
          </a:xfrm>
        </p:grpSpPr>
        <p:sp>
          <p:nvSpPr>
            <p:cNvPr id="496" name="Rectangle 495">
              <a:hlinkHover r:id="" action="ppaction://noaction" highlightClick="1"/>
              <a:extLst>
                <a:ext uri="{FF2B5EF4-FFF2-40B4-BE49-F238E27FC236}">
                  <a16:creationId xmlns:a16="http://schemas.microsoft.com/office/drawing/2014/main" id="{DC917CF2-658B-10EA-C2BE-D46AF0710B49}"/>
                </a:ext>
              </a:extLst>
            </p:cNvPr>
            <p:cNvSpPr/>
            <p:nvPr/>
          </p:nvSpPr>
          <p:spPr>
            <a:xfrm>
              <a:off x="11226844" y="88412"/>
              <a:ext cx="871904" cy="748695"/>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497" name="Oval 496">
              <a:extLst>
                <a:ext uri="{FF2B5EF4-FFF2-40B4-BE49-F238E27FC236}">
                  <a16:creationId xmlns:a16="http://schemas.microsoft.com/office/drawing/2014/main" id="{A5C2041A-CAA4-B65F-0120-9E1B7FF55429}"/>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8" name="Isosceles Triangle 648">
              <a:extLst>
                <a:ext uri="{FF2B5EF4-FFF2-40B4-BE49-F238E27FC236}">
                  <a16:creationId xmlns:a16="http://schemas.microsoft.com/office/drawing/2014/main" id="{8A0010E5-9571-AB6C-BEDE-B503C687EFFB}"/>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cxnSp>
        <p:nvCxnSpPr>
          <p:cNvPr id="499" name="Straight Arrow Connector 498">
            <a:extLst>
              <a:ext uri="{FF2B5EF4-FFF2-40B4-BE49-F238E27FC236}">
                <a16:creationId xmlns:a16="http://schemas.microsoft.com/office/drawing/2014/main" id="{8A94E850-65EE-2BDC-A399-4E3ED7632C03}"/>
              </a:ext>
            </a:extLst>
          </p:cNvPr>
          <p:cNvCxnSpPr>
            <a:cxnSpLocks/>
            <a:stCxn id="439" idx="0"/>
            <a:endCxn id="496" idx="2"/>
          </p:cNvCxnSpPr>
          <p:nvPr/>
        </p:nvCxnSpPr>
        <p:spPr>
          <a:xfrm flipV="1">
            <a:off x="864447" y="2145501"/>
            <a:ext cx="5352405" cy="149099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0" name="Straight Arrow Connector 499">
            <a:extLst>
              <a:ext uri="{FF2B5EF4-FFF2-40B4-BE49-F238E27FC236}">
                <a16:creationId xmlns:a16="http://schemas.microsoft.com/office/drawing/2014/main" id="{289DF15B-B570-10DA-A95E-78F4F560B148}"/>
              </a:ext>
            </a:extLst>
          </p:cNvPr>
          <p:cNvCxnSpPr>
            <a:cxnSpLocks/>
            <a:stCxn id="457" idx="0"/>
            <a:endCxn id="496" idx="2"/>
          </p:cNvCxnSpPr>
          <p:nvPr/>
        </p:nvCxnSpPr>
        <p:spPr>
          <a:xfrm flipV="1">
            <a:off x="1834191" y="2145501"/>
            <a:ext cx="4382661" cy="149099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1" name="Straight Arrow Connector 500">
            <a:extLst>
              <a:ext uri="{FF2B5EF4-FFF2-40B4-BE49-F238E27FC236}">
                <a16:creationId xmlns:a16="http://schemas.microsoft.com/office/drawing/2014/main" id="{9FC96B7B-5624-4697-179E-F855159C7132}"/>
              </a:ext>
            </a:extLst>
          </p:cNvPr>
          <p:cNvCxnSpPr>
            <a:cxnSpLocks/>
            <a:stCxn id="469" idx="0"/>
            <a:endCxn id="496" idx="2"/>
          </p:cNvCxnSpPr>
          <p:nvPr/>
        </p:nvCxnSpPr>
        <p:spPr>
          <a:xfrm flipV="1">
            <a:off x="2803935" y="2145501"/>
            <a:ext cx="3412917" cy="149099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2" name="Straight Arrow Connector 501">
            <a:extLst>
              <a:ext uri="{FF2B5EF4-FFF2-40B4-BE49-F238E27FC236}">
                <a16:creationId xmlns:a16="http://schemas.microsoft.com/office/drawing/2014/main" id="{331D78B1-8CE4-4C8F-3CCA-42E61A9FA923}"/>
              </a:ext>
            </a:extLst>
          </p:cNvPr>
          <p:cNvCxnSpPr>
            <a:cxnSpLocks/>
            <a:stCxn id="463" idx="0"/>
            <a:endCxn id="496" idx="2"/>
          </p:cNvCxnSpPr>
          <p:nvPr/>
        </p:nvCxnSpPr>
        <p:spPr>
          <a:xfrm flipV="1">
            <a:off x="3773679" y="2145501"/>
            <a:ext cx="2443173" cy="149099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3" name="Straight Arrow Connector 502">
            <a:extLst>
              <a:ext uri="{FF2B5EF4-FFF2-40B4-BE49-F238E27FC236}">
                <a16:creationId xmlns:a16="http://schemas.microsoft.com/office/drawing/2014/main" id="{9B0BAABE-0EF0-CA1D-6FE6-62D4D5B007CB}"/>
              </a:ext>
            </a:extLst>
          </p:cNvPr>
          <p:cNvCxnSpPr>
            <a:cxnSpLocks/>
            <a:stCxn id="475" idx="0"/>
            <a:endCxn id="496" idx="2"/>
          </p:cNvCxnSpPr>
          <p:nvPr/>
        </p:nvCxnSpPr>
        <p:spPr>
          <a:xfrm flipV="1">
            <a:off x="4743423" y="2145501"/>
            <a:ext cx="1473429" cy="149099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4" name="Straight Arrow Connector 503">
            <a:extLst>
              <a:ext uri="{FF2B5EF4-FFF2-40B4-BE49-F238E27FC236}">
                <a16:creationId xmlns:a16="http://schemas.microsoft.com/office/drawing/2014/main" id="{FF26687C-9B52-1299-79C3-8F99512377A5}"/>
              </a:ext>
            </a:extLst>
          </p:cNvPr>
          <p:cNvCxnSpPr>
            <a:cxnSpLocks/>
            <a:stCxn id="451" idx="0"/>
            <a:endCxn id="496" idx="2"/>
          </p:cNvCxnSpPr>
          <p:nvPr/>
        </p:nvCxnSpPr>
        <p:spPr>
          <a:xfrm flipV="1">
            <a:off x="5713167" y="2145501"/>
            <a:ext cx="503685" cy="149099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5" name="Straight Arrow Connector 504">
            <a:extLst>
              <a:ext uri="{FF2B5EF4-FFF2-40B4-BE49-F238E27FC236}">
                <a16:creationId xmlns:a16="http://schemas.microsoft.com/office/drawing/2014/main" id="{7BF4B04C-7478-09B2-6A0E-433CCD440A1D}"/>
              </a:ext>
            </a:extLst>
          </p:cNvPr>
          <p:cNvCxnSpPr>
            <a:cxnSpLocks/>
            <a:stCxn id="481" idx="0"/>
            <a:endCxn id="496" idx="2"/>
          </p:cNvCxnSpPr>
          <p:nvPr/>
        </p:nvCxnSpPr>
        <p:spPr>
          <a:xfrm flipH="1" flipV="1">
            <a:off x="6216852" y="2145501"/>
            <a:ext cx="466059" cy="149099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6" name="Straight Arrow Connector 505">
            <a:extLst>
              <a:ext uri="{FF2B5EF4-FFF2-40B4-BE49-F238E27FC236}">
                <a16:creationId xmlns:a16="http://schemas.microsoft.com/office/drawing/2014/main" id="{C56A6951-88B6-5D38-4298-F69A0DB3EC9B}"/>
              </a:ext>
            </a:extLst>
          </p:cNvPr>
          <p:cNvCxnSpPr>
            <a:cxnSpLocks/>
            <a:stCxn id="445" idx="0"/>
            <a:endCxn id="496" idx="2"/>
          </p:cNvCxnSpPr>
          <p:nvPr/>
        </p:nvCxnSpPr>
        <p:spPr>
          <a:xfrm flipH="1" flipV="1">
            <a:off x="6216852" y="2145501"/>
            <a:ext cx="1435803" cy="149099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7" name="Straight Arrow Connector 506">
            <a:extLst>
              <a:ext uri="{FF2B5EF4-FFF2-40B4-BE49-F238E27FC236}">
                <a16:creationId xmlns:a16="http://schemas.microsoft.com/office/drawing/2014/main" id="{BE78DBFC-4F9F-E782-F838-2144EB2DC0F0}"/>
              </a:ext>
            </a:extLst>
          </p:cNvPr>
          <p:cNvCxnSpPr>
            <a:cxnSpLocks/>
            <a:stCxn id="491" idx="0"/>
            <a:endCxn id="496" idx="2"/>
          </p:cNvCxnSpPr>
          <p:nvPr/>
        </p:nvCxnSpPr>
        <p:spPr>
          <a:xfrm flipH="1" flipV="1">
            <a:off x="6216852" y="2145501"/>
            <a:ext cx="2519615" cy="149099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8" name="Straight Arrow Connector 507">
            <a:extLst>
              <a:ext uri="{FF2B5EF4-FFF2-40B4-BE49-F238E27FC236}">
                <a16:creationId xmlns:a16="http://schemas.microsoft.com/office/drawing/2014/main" id="{8E493F3D-B358-604F-CBEC-0BAD0EA7C809}"/>
              </a:ext>
            </a:extLst>
          </p:cNvPr>
          <p:cNvCxnSpPr>
            <a:cxnSpLocks/>
            <a:stCxn id="487" idx="0"/>
            <a:endCxn id="496" idx="2"/>
          </p:cNvCxnSpPr>
          <p:nvPr/>
        </p:nvCxnSpPr>
        <p:spPr>
          <a:xfrm flipH="1" flipV="1">
            <a:off x="6216852" y="2145501"/>
            <a:ext cx="3489362" cy="1490992"/>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9" name="Straight Arrow Connector 508">
            <a:extLst>
              <a:ext uri="{FF2B5EF4-FFF2-40B4-BE49-F238E27FC236}">
                <a16:creationId xmlns:a16="http://schemas.microsoft.com/office/drawing/2014/main" id="{7467C743-37E7-C42A-75E4-09F645B116AC}"/>
              </a:ext>
            </a:extLst>
          </p:cNvPr>
          <p:cNvCxnSpPr>
            <a:cxnSpLocks/>
            <a:stCxn id="494" idx="0"/>
            <a:endCxn id="496" idx="2"/>
          </p:cNvCxnSpPr>
          <p:nvPr/>
        </p:nvCxnSpPr>
        <p:spPr>
          <a:xfrm flipH="1" flipV="1">
            <a:off x="6216852" y="2145501"/>
            <a:ext cx="4960270" cy="1501695"/>
          </a:xfrm>
          <a:prstGeom prst="straightConnector1">
            <a:avLst/>
          </a:prstGeom>
          <a:ln w="50800">
            <a:solidFill>
              <a:srgbClr val="0078D7"/>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685EAF47-B8C8-6A1D-2E87-98A856022DCF}"/>
              </a:ext>
            </a:extLst>
          </p:cNvPr>
          <p:cNvSpPr/>
          <p:nvPr/>
        </p:nvSpPr>
        <p:spPr>
          <a:xfrm>
            <a:off x="2307084" y="88412"/>
            <a:ext cx="871904" cy="748695"/>
          </a:xfrm>
          <a:prstGeom prst="rect">
            <a:avLst/>
          </a:prstGeom>
          <a:solidFill>
            <a:srgbClr val="C6C6C6">
              <a:alpha val="15000"/>
            </a:srgbClr>
          </a:solidFill>
          <a:ln w="31750">
            <a:solidFill>
              <a:srgbClr val="0078D7">
                <a:alpha val="15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alpha val="15000"/>
                  </a:srgbClr>
                </a:solidFill>
                <a:effectLst/>
                <a:uLnTx/>
                <a:uFillTx/>
                <a:latin typeface="Century Gothic" panose="020B0502020202020204" pitchFamily="34" charset="0"/>
                <a:ea typeface="+mn-ea"/>
                <a:cs typeface="+mn-cs"/>
              </a:rPr>
              <a:t>Microsoft Purview Information Barriers</a:t>
            </a:r>
          </a:p>
        </p:txBody>
      </p:sp>
      <p:grpSp>
        <p:nvGrpSpPr>
          <p:cNvPr id="8" name="Group 7">
            <a:extLst>
              <a:ext uri="{FF2B5EF4-FFF2-40B4-BE49-F238E27FC236}">
                <a16:creationId xmlns:a16="http://schemas.microsoft.com/office/drawing/2014/main" id="{CCF2603B-D2D0-33B8-76A7-0FFA1F740748}"/>
              </a:ext>
            </a:extLst>
          </p:cNvPr>
          <p:cNvGrpSpPr/>
          <p:nvPr/>
        </p:nvGrpSpPr>
        <p:grpSpPr>
          <a:xfrm>
            <a:off x="7771593" y="1405821"/>
            <a:ext cx="871904" cy="748695"/>
            <a:chOff x="10235764" y="1729816"/>
            <a:chExt cx="871904" cy="748695"/>
          </a:xfrm>
        </p:grpSpPr>
        <p:sp>
          <p:nvSpPr>
            <p:cNvPr id="12" name="Rectangle 11">
              <a:hlinkHover r:id="" action="ppaction://noaction" highlightClick="1"/>
              <a:extLst>
                <a:ext uri="{FF2B5EF4-FFF2-40B4-BE49-F238E27FC236}">
                  <a16:creationId xmlns:a16="http://schemas.microsoft.com/office/drawing/2014/main" id="{2E2A8245-FC8F-C018-6784-0FFDE59CBD81}"/>
                </a:ext>
              </a:extLst>
            </p:cNvPr>
            <p:cNvSpPr/>
            <p:nvPr/>
          </p:nvSpPr>
          <p:spPr>
            <a:xfrm>
              <a:off x="10235764" y="1729816"/>
              <a:ext cx="871904" cy="748695"/>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t>
              </a:r>
              <a:r>
                <a:rPr lang="en-GB" sz="800">
                  <a:solidFill>
                    <a:srgbClr val="1F4E79"/>
                  </a:solidFill>
                  <a:latin typeface="Century Gothic" panose="020B0502020202020204" pitchFamily="34" charset="0"/>
                </a:rPr>
                <a:t>Data Explorer (Security Data Lake)</a:t>
              </a:r>
              <a:endParaRPr kumimoji="0" lang="en-GB" sz="8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4" name="Oval 13">
              <a:extLst>
                <a:ext uri="{FF2B5EF4-FFF2-40B4-BE49-F238E27FC236}">
                  <a16:creationId xmlns:a16="http://schemas.microsoft.com/office/drawing/2014/main" id="{7B6E52A2-46AE-12DA-A49B-C328146CDFC7}"/>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4D4708DF-E9E3-F33A-686F-F8EAFB545DE8}"/>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19" name="Picture 18">
            <a:hlinkClick r:id="rId8" action="ppaction://hlinksldjump"/>
            <a:extLst>
              <a:ext uri="{FF2B5EF4-FFF2-40B4-BE49-F238E27FC236}">
                <a16:creationId xmlns:a16="http://schemas.microsoft.com/office/drawing/2014/main" id="{0D55BFCB-E814-AB97-C861-1ABBFBED18A8}"/>
              </a:ext>
            </a:extLst>
          </p:cNvPr>
          <p:cNvPicPr>
            <a:picLocks noChangeAspect="1"/>
          </p:cNvPicPr>
          <p:nvPr/>
        </p:nvPicPr>
        <p:blipFill>
          <a:blip r:embed="rId9"/>
          <a:stretch>
            <a:fillRect/>
          </a:stretch>
        </p:blipFill>
        <p:spPr>
          <a:xfrm>
            <a:off x="0" y="0"/>
            <a:ext cx="211626" cy="6858000"/>
          </a:xfrm>
          <a:prstGeom prst="rect">
            <a:avLst/>
          </a:prstGeom>
        </p:spPr>
      </p:pic>
    </p:spTree>
    <p:extLst>
      <p:ext uri="{BB962C8B-B14F-4D97-AF65-F5344CB8AC3E}">
        <p14:creationId xmlns:p14="http://schemas.microsoft.com/office/powerpoint/2010/main" val="277825487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99"/>
                                        </p:tgtEl>
                                        <p:attrNameLst>
                                          <p:attrName>style.visibility</p:attrName>
                                        </p:attrNameLst>
                                      </p:cBhvr>
                                      <p:to>
                                        <p:strVal val="visible"/>
                                      </p:to>
                                    </p:set>
                                    <p:animEffect transition="in" filter="fade">
                                      <p:cBhvr>
                                        <p:cTn id="7" dur="250"/>
                                        <p:tgtEl>
                                          <p:spTgt spid="499"/>
                                        </p:tgtEl>
                                      </p:cBhvr>
                                    </p:animEffect>
                                  </p:childTnLst>
                                </p:cTn>
                              </p:par>
                            </p:childTnLst>
                          </p:cTn>
                        </p:par>
                        <p:par>
                          <p:cTn id="8" fill="hold">
                            <p:stCondLst>
                              <p:cond delay="250"/>
                            </p:stCondLst>
                            <p:childTnLst>
                              <p:par>
                                <p:cTn id="9" presetID="10" presetClass="entr" presetSubtype="0" fill="hold" nodeType="afterEffect">
                                  <p:stCondLst>
                                    <p:cond delay="0"/>
                                  </p:stCondLst>
                                  <p:childTnLst>
                                    <p:set>
                                      <p:cBhvr>
                                        <p:cTn id="10" dur="1" fill="hold">
                                          <p:stCondLst>
                                            <p:cond delay="0"/>
                                          </p:stCondLst>
                                        </p:cTn>
                                        <p:tgtEl>
                                          <p:spTgt spid="500"/>
                                        </p:tgtEl>
                                        <p:attrNameLst>
                                          <p:attrName>style.visibility</p:attrName>
                                        </p:attrNameLst>
                                      </p:cBhvr>
                                      <p:to>
                                        <p:strVal val="visible"/>
                                      </p:to>
                                    </p:set>
                                    <p:animEffect transition="in" filter="fade">
                                      <p:cBhvr>
                                        <p:cTn id="11" dur="250"/>
                                        <p:tgtEl>
                                          <p:spTgt spid="500"/>
                                        </p:tgtEl>
                                      </p:cBhvr>
                                    </p:animEffect>
                                  </p:childTnLst>
                                </p:cTn>
                              </p:par>
                            </p:childTnLst>
                          </p:cTn>
                        </p:par>
                        <p:par>
                          <p:cTn id="12" fill="hold">
                            <p:stCondLst>
                              <p:cond delay="500"/>
                            </p:stCondLst>
                            <p:childTnLst>
                              <p:par>
                                <p:cTn id="13" presetID="10" presetClass="entr" presetSubtype="0" fill="hold" nodeType="afterEffect">
                                  <p:stCondLst>
                                    <p:cond delay="0"/>
                                  </p:stCondLst>
                                  <p:childTnLst>
                                    <p:set>
                                      <p:cBhvr>
                                        <p:cTn id="14" dur="1" fill="hold">
                                          <p:stCondLst>
                                            <p:cond delay="0"/>
                                          </p:stCondLst>
                                        </p:cTn>
                                        <p:tgtEl>
                                          <p:spTgt spid="501"/>
                                        </p:tgtEl>
                                        <p:attrNameLst>
                                          <p:attrName>style.visibility</p:attrName>
                                        </p:attrNameLst>
                                      </p:cBhvr>
                                      <p:to>
                                        <p:strVal val="visible"/>
                                      </p:to>
                                    </p:set>
                                    <p:animEffect transition="in" filter="fade">
                                      <p:cBhvr>
                                        <p:cTn id="15" dur="250"/>
                                        <p:tgtEl>
                                          <p:spTgt spid="501"/>
                                        </p:tgtEl>
                                      </p:cBhvr>
                                    </p:animEffect>
                                  </p:childTnLst>
                                </p:cTn>
                              </p:par>
                            </p:childTnLst>
                          </p:cTn>
                        </p:par>
                        <p:par>
                          <p:cTn id="16" fill="hold">
                            <p:stCondLst>
                              <p:cond delay="750"/>
                            </p:stCondLst>
                            <p:childTnLst>
                              <p:par>
                                <p:cTn id="17" presetID="10" presetClass="entr" presetSubtype="0" fill="hold" nodeType="afterEffect">
                                  <p:stCondLst>
                                    <p:cond delay="0"/>
                                  </p:stCondLst>
                                  <p:childTnLst>
                                    <p:set>
                                      <p:cBhvr>
                                        <p:cTn id="18" dur="1" fill="hold">
                                          <p:stCondLst>
                                            <p:cond delay="0"/>
                                          </p:stCondLst>
                                        </p:cTn>
                                        <p:tgtEl>
                                          <p:spTgt spid="502"/>
                                        </p:tgtEl>
                                        <p:attrNameLst>
                                          <p:attrName>style.visibility</p:attrName>
                                        </p:attrNameLst>
                                      </p:cBhvr>
                                      <p:to>
                                        <p:strVal val="visible"/>
                                      </p:to>
                                    </p:set>
                                    <p:animEffect transition="in" filter="fade">
                                      <p:cBhvr>
                                        <p:cTn id="19" dur="250"/>
                                        <p:tgtEl>
                                          <p:spTgt spid="502"/>
                                        </p:tgtEl>
                                      </p:cBhvr>
                                    </p:animEffect>
                                  </p:childTnLst>
                                </p:cTn>
                              </p:par>
                            </p:childTnLst>
                          </p:cTn>
                        </p:par>
                        <p:par>
                          <p:cTn id="20" fill="hold">
                            <p:stCondLst>
                              <p:cond delay="1000"/>
                            </p:stCondLst>
                            <p:childTnLst>
                              <p:par>
                                <p:cTn id="21" presetID="10" presetClass="entr" presetSubtype="0" fill="hold" nodeType="afterEffect">
                                  <p:stCondLst>
                                    <p:cond delay="0"/>
                                  </p:stCondLst>
                                  <p:childTnLst>
                                    <p:set>
                                      <p:cBhvr>
                                        <p:cTn id="22" dur="1" fill="hold">
                                          <p:stCondLst>
                                            <p:cond delay="0"/>
                                          </p:stCondLst>
                                        </p:cTn>
                                        <p:tgtEl>
                                          <p:spTgt spid="503"/>
                                        </p:tgtEl>
                                        <p:attrNameLst>
                                          <p:attrName>style.visibility</p:attrName>
                                        </p:attrNameLst>
                                      </p:cBhvr>
                                      <p:to>
                                        <p:strVal val="visible"/>
                                      </p:to>
                                    </p:set>
                                    <p:animEffect transition="in" filter="fade">
                                      <p:cBhvr>
                                        <p:cTn id="23" dur="250"/>
                                        <p:tgtEl>
                                          <p:spTgt spid="503"/>
                                        </p:tgtEl>
                                      </p:cBhvr>
                                    </p:animEffect>
                                  </p:childTnLst>
                                </p:cTn>
                              </p:par>
                            </p:childTnLst>
                          </p:cTn>
                        </p:par>
                        <p:par>
                          <p:cTn id="24" fill="hold">
                            <p:stCondLst>
                              <p:cond delay="1250"/>
                            </p:stCondLst>
                            <p:childTnLst>
                              <p:par>
                                <p:cTn id="25" presetID="10" presetClass="entr" presetSubtype="0" fill="hold" nodeType="afterEffect">
                                  <p:stCondLst>
                                    <p:cond delay="0"/>
                                  </p:stCondLst>
                                  <p:childTnLst>
                                    <p:set>
                                      <p:cBhvr>
                                        <p:cTn id="26" dur="1" fill="hold">
                                          <p:stCondLst>
                                            <p:cond delay="0"/>
                                          </p:stCondLst>
                                        </p:cTn>
                                        <p:tgtEl>
                                          <p:spTgt spid="504"/>
                                        </p:tgtEl>
                                        <p:attrNameLst>
                                          <p:attrName>style.visibility</p:attrName>
                                        </p:attrNameLst>
                                      </p:cBhvr>
                                      <p:to>
                                        <p:strVal val="visible"/>
                                      </p:to>
                                    </p:set>
                                    <p:animEffect transition="in" filter="fade">
                                      <p:cBhvr>
                                        <p:cTn id="27" dur="250"/>
                                        <p:tgtEl>
                                          <p:spTgt spid="504"/>
                                        </p:tgtEl>
                                      </p:cBhvr>
                                    </p:animEffect>
                                  </p:childTnLst>
                                </p:cTn>
                              </p:par>
                            </p:childTnLst>
                          </p:cTn>
                        </p:par>
                        <p:par>
                          <p:cTn id="28" fill="hold">
                            <p:stCondLst>
                              <p:cond delay="1500"/>
                            </p:stCondLst>
                            <p:childTnLst>
                              <p:par>
                                <p:cTn id="29" presetID="10" presetClass="entr" presetSubtype="0" fill="hold" nodeType="afterEffect">
                                  <p:stCondLst>
                                    <p:cond delay="0"/>
                                  </p:stCondLst>
                                  <p:childTnLst>
                                    <p:set>
                                      <p:cBhvr>
                                        <p:cTn id="30" dur="1" fill="hold">
                                          <p:stCondLst>
                                            <p:cond delay="0"/>
                                          </p:stCondLst>
                                        </p:cTn>
                                        <p:tgtEl>
                                          <p:spTgt spid="505"/>
                                        </p:tgtEl>
                                        <p:attrNameLst>
                                          <p:attrName>style.visibility</p:attrName>
                                        </p:attrNameLst>
                                      </p:cBhvr>
                                      <p:to>
                                        <p:strVal val="visible"/>
                                      </p:to>
                                    </p:set>
                                    <p:animEffect transition="in" filter="fade">
                                      <p:cBhvr>
                                        <p:cTn id="31" dur="250"/>
                                        <p:tgtEl>
                                          <p:spTgt spid="505"/>
                                        </p:tgtEl>
                                      </p:cBhvr>
                                    </p:animEffect>
                                  </p:childTnLst>
                                </p:cTn>
                              </p:par>
                            </p:childTnLst>
                          </p:cTn>
                        </p:par>
                        <p:par>
                          <p:cTn id="32" fill="hold">
                            <p:stCondLst>
                              <p:cond delay="1750"/>
                            </p:stCondLst>
                            <p:childTnLst>
                              <p:par>
                                <p:cTn id="33" presetID="10" presetClass="entr" presetSubtype="0" fill="hold" nodeType="afterEffect">
                                  <p:stCondLst>
                                    <p:cond delay="0"/>
                                  </p:stCondLst>
                                  <p:childTnLst>
                                    <p:set>
                                      <p:cBhvr>
                                        <p:cTn id="34" dur="1" fill="hold">
                                          <p:stCondLst>
                                            <p:cond delay="0"/>
                                          </p:stCondLst>
                                        </p:cTn>
                                        <p:tgtEl>
                                          <p:spTgt spid="506"/>
                                        </p:tgtEl>
                                        <p:attrNameLst>
                                          <p:attrName>style.visibility</p:attrName>
                                        </p:attrNameLst>
                                      </p:cBhvr>
                                      <p:to>
                                        <p:strVal val="visible"/>
                                      </p:to>
                                    </p:set>
                                    <p:animEffect transition="in" filter="fade">
                                      <p:cBhvr>
                                        <p:cTn id="35" dur="250"/>
                                        <p:tgtEl>
                                          <p:spTgt spid="506"/>
                                        </p:tgtEl>
                                      </p:cBhvr>
                                    </p:animEffect>
                                  </p:childTnLst>
                                </p:cTn>
                              </p:par>
                            </p:childTnLst>
                          </p:cTn>
                        </p:par>
                        <p:par>
                          <p:cTn id="36" fill="hold">
                            <p:stCondLst>
                              <p:cond delay="2000"/>
                            </p:stCondLst>
                            <p:childTnLst>
                              <p:par>
                                <p:cTn id="37" presetID="10" presetClass="entr" presetSubtype="0" fill="hold" nodeType="afterEffect">
                                  <p:stCondLst>
                                    <p:cond delay="0"/>
                                  </p:stCondLst>
                                  <p:childTnLst>
                                    <p:set>
                                      <p:cBhvr>
                                        <p:cTn id="38" dur="1" fill="hold">
                                          <p:stCondLst>
                                            <p:cond delay="0"/>
                                          </p:stCondLst>
                                        </p:cTn>
                                        <p:tgtEl>
                                          <p:spTgt spid="507"/>
                                        </p:tgtEl>
                                        <p:attrNameLst>
                                          <p:attrName>style.visibility</p:attrName>
                                        </p:attrNameLst>
                                      </p:cBhvr>
                                      <p:to>
                                        <p:strVal val="visible"/>
                                      </p:to>
                                    </p:set>
                                    <p:animEffect transition="in" filter="fade">
                                      <p:cBhvr>
                                        <p:cTn id="39" dur="250"/>
                                        <p:tgtEl>
                                          <p:spTgt spid="507"/>
                                        </p:tgtEl>
                                      </p:cBhvr>
                                    </p:animEffect>
                                  </p:childTnLst>
                                </p:cTn>
                              </p:par>
                            </p:childTnLst>
                          </p:cTn>
                        </p:par>
                        <p:par>
                          <p:cTn id="40" fill="hold">
                            <p:stCondLst>
                              <p:cond delay="2250"/>
                            </p:stCondLst>
                            <p:childTnLst>
                              <p:par>
                                <p:cTn id="41" presetID="10" presetClass="entr" presetSubtype="0" fill="hold" nodeType="afterEffect">
                                  <p:stCondLst>
                                    <p:cond delay="0"/>
                                  </p:stCondLst>
                                  <p:childTnLst>
                                    <p:set>
                                      <p:cBhvr>
                                        <p:cTn id="42" dur="1" fill="hold">
                                          <p:stCondLst>
                                            <p:cond delay="0"/>
                                          </p:stCondLst>
                                        </p:cTn>
                                        <p:tgtEl>
                                          <p:spTgt spid="508"/>
                                        </p:tgtEl>
                                        <p:attrNameLst>
                                          <p:attrName>style.visibility</p:attrName>
                                        </p:attrNameLst>
                                      </p:cBhvr>
                                      <p:to>
                                        <p:strVal val="visible"/>
                                      </p:to>
                                    </p:set>
                                    <p:animEffect transition="in" filter="fade">
                                      <p:cBhvr>
                                        <p:cTn id="43" dur="250"/>
                                        <p:tgtEl>
                                          <p:spTgt spid="508"/>
                                        </p:tgtEl>
                                      </p:cBhvr>
                                    </p:animEffect>
                                  </p:childTnLst>
                                </p:cTn>
                              </p:par>
                            </p:childTnLst>
                          </p:cTn>
                        </p:par>
                        <p:par>
                          <p:cTn id="44" fill="hold">
                            <p:stCondLst>
                              <p:cond delay="2500"/>
                            </p:stCondLst>
                            <p:childTnLst>
                              <p:par>
                                <p:cTn id="45" presetID="10" presetClass="entr" presetSubtype="0" fill="hold" nodeType="afterEffect">
                                  <p:stCondLst>
                                    <p:cond delay="0"/>
                                  </p:stCondLst>
                                  <p:childTnLst>
                                    <p:set>
                                      <p:cBhvr>
                                        <p:cTn id="46" dur="1" fill="hold">
                                          <p:stCondLst>
                                            <p:cond delay="0"/>
                                          </p:stCondLst>
                                        </p:cTn>
                                        <p:tgtEl>
                                          <p:spTgt spid="509"/>
                                        </p:tgtEl>
                                        <p:attrNameLst>
                                          <p:attrName>style.visibility</p:attrName>
                                        </p:attrNameLst>
                                      </p:cBhvr>
                                      <p:to>
                                        <p:strVal val="visible"/>
                                      </p:to>
                                    </p:set>
                                    <p:animEffect transition="in" filter="fade">
                                      <p:cBhvr>
                                        <p:cTn id="47" dur="250"/>
                                        <p:tgtEl>
                                          <p:spTgt spid="5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274871" y="2675272"/>
            <a:ext cx="97192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Built Together, Not Bolted On</a:t>
            </a:r>
          </a:p>
        </p:txBody>
      </p:sp>
      <p:grpSp>
        <p:nvGrpSpPr>
          <p:cNvPr id="6" name="Group 5">
            <a:extLst>
              <a:ext uri="{FF2B5EF4-FFF2-40B4-BE49-F238E27FC236}">
                <a16:creationId xmlns:a16="http://schemas.microsoft.com/office/drawing/2014/main" id="{A499C80D-E925-195F-429A-61953923D1A3}"/>
              </a:ext>
            </a:extLst>
          </p:cNvPr>
          <p:cNvGrpSpPr/>
          <p:nvPr/>
        </p:nvGrpSpPr>
        <p:grpSpPr>
          <a:xfrm>
            <a:off x="595798" y="3965315"/>
            <a:ext cx="383344" cy="329174"/>
            <a:chOff x="4289254" y="4191922"/>
            <a:chExt cx="871904" cy="748695"/>
          </a:xfrm>
        </p:grpSpPr>
        <p:sp>
          <p:nvSpPr>
            <p:cNvPr id="8" name="Rectangle 7">
              <a:extLst>
                <a:ext uri="{FF2B5EF4-FFF2-40B4-BE49-F238E27FC236}">
                  <a16:creationId xmlns:a16="http://schemas.microsoft.com/office/drawing/2014/main" id="{E2B5FDE2-92BD-056F-A0E3-24F2A35D4B67}"/>
                </a:ext>
              </a:extLst>
            </p:cNvPr>
            <p:cNvSpPr/>
            <p:nvPr/>
          </p:nvSpPr>
          <p:spPr>
            <a:xfrm>
              <a:off x="4289254"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10" name="Cylinder 9">
              <a:extLst>
                <a:ext uri="{FF2B5EF4-FFF2-40B4-BE49-F238E27FC236}">
                  <a16:creationId xmlns:a16="http://schemas.microsoft.com/office/drawing/2014/main" id="{C9ADE836-098D-734E-C96B-FFDCDCCB3793}"/>
                </a:ext>
              </a:extLst>
            </p:cNvPr>
            <p:cNvSpPr/>
            <p:nvPr/>
          </p:nvSpPr>
          <p:spPr>
            <a:xfrm>
              <a:off x="5072324"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 name="Group 11">
            <a:extLst>
              <a:ext uri="{FF2B5EF4-FFF2-40B4-BE49-F238E27FC236}">
                <a16:creationId xmlns:a16="http://schemas.microsoft.com/office/drawing/2014/main" id="{6A2B22C3-E589-AB6C-FEDA-EE52DE6F92F3}"/>
              </a:ext>
            </a:extLst>
          </p:cNvPr>
          <p:cNvGrpSpPr/>
          <p:nvPr/>
        </p:nvGrpSpPr>
        <p:grpSpPr>
          <a:xfrm>
            <a:off x="1595430" y="5195079"/>
            <a:ext cx="383344" cy="329174"/>
            <a:chOff x="3298169" y="4191922"/>
            <a:chExt cx="871904" cy="748695"/>
          </a:xfrm>
        </p:grpSpPr>
        <p:sp>
          <p:nvSpPr>
            <p:cNvPr id="14" name="Rectangle 13">
              <a:extLst>
                <a:ext uri="{FF2B5EF4-FFF2-40B4-BE49-F238E27FC236}">
                  <a16:creationId xmlns:a16="http://schemas.microsoft.com/office/drawing/2014/main" id="{E3A9CF60-ED84-1318-1E6D-E7EB8AE00B8F}"/>
                </a:ext>
              </a:extLst>
            </p:cNvPr>
            <p:cNvSpPr/>
            <p:nvPr/>
          </p:nvSpPr>
          <p:spPr>
            <a:xfrm>
              <a:off x="3298169"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16" name="Cylinder 15">
              <a:extLst>
                <a:ext uri="{FF2B5EF4-FFF2-40B4-BE49-F238E27FC236}">
                  <a16:creationId xmlns:a16="http://schemas.microsoft.com/office/drawing/2014/main" id="{E5C5A3B2-F3E1-F198-50A5-D7CADDDA64DC}"/>
                </a:ext>
              </a:extLst>
            </p:cNvPr>
            <p:cNvSpPr/>
            <p:nvPr/>
          </p:nvSpPr>
          <p:spPr>
            <a:xfrm>
              <a:off x="4081239"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 name="Group 18">
            <a:extLst>
              <a:ext uri="{FF2B5EF4-FFF2-40B4-BE49-F238E27FC236}">
                <a16:creationId xmlns:a16="http://schemas.microsoft.com/office/drawing/2014/main" id="{10AC73FB-C3CB-4C4F-10E2-EF996EDBDDAC}"/>
              </a:ext>
            </a:extLst>
          </p:cNvPr>
          <p:cNvGrpSpPr/>
          <p:nvPr/>
        </p:nvGrpSpPr>
        <p:grpSpPr>
          <a:xfrm>
            <a:off x="2924532" y="5257899"/>
            <a:ext cx="383344" cy="329174"/>
            <a:chOff x="4289254" y="5012622"/>
            <a:chExt cx="871904" cy="748695"/>
          </a:xfrm>
        </p:grpSpPr>
        <p:sp>
          <p:nvSpPr>
            <p:cNvPr id="21" name="Rectangle 20">
              <a:extLst>
                <a:ext uri="{FF2B5EF4-FFF2-40B4-BE49-F238E27FC236}">
                  <a16:creationId xmlns:a16="http://schemas.microsoft.com/office/drawing/2014/main" id="{DDD295A5-7273-DB58-D3FD-C66DB0440102}"/>
                </a:ext>
              </a:extLst>
            </p:cNvPr>
            <p:cNvSpPr/>
            <p:nvPr/>
          </p:nvSpPr>
          <p:spPr>
            <a:xfrm>
              <a:off x="4289254"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22" name="Cylinder 21">
              <a:extLst>
                <a:ext uri="{FF2B5EF4-FFF2-40B4-BE49-F238E27FC236}">
                  <a16:creationId xmlns:a16="http://schemas.microsoft.com/office/drawing/2014/main" id="{5C5FBC74-79F6-96D7-BDD7-84BEF2071859}"/>
                </a:ext>
              </a:extLst>
            </p:cNvPr>
            <p:cNvSpPr/>
            <p:nvPr/>
          </p:nvSpPr>
          <p:spPr>
            <a:xfrm>
              <a:off x="5072324"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4" name="Group 23">
            <a:extLst>
              <a:ext uri="{FF2B5EF4-FFF2-40B4-BE49-F238E27FC236}">
                <a16:creationId xmlns:a16="http://schemas.microsoft.com/office/drawing/2014/main" id="{6E24156E-3544-F8D9-D052-FFC789BD29B4}"/>
              </a:ext>
            </a:extLst>
          </p:cNvPr>
          <p:cNvGrpSpPr/>
          <p:nvPr/>
        </p:nvGrpSpPr>
        <p:grpSpPr>
          <a:xfrm>
            <a:off x="11448708" y="1700218"/>
            <a:ext cx="383344" cy="329174"/>
            <a:chOff x="3298169" y="5012622"/>
            <a:chExt cx="871904" cy="748695"/>
          </a:xfrm>
        </p:grpSpPr>
        <p:sp>
          <p:nvSpPr>
            <p:cNvPr id="26" name="Rectangle 25">
              <a:extLst>
                <a:ext uri="{FF2B5EF4-FFF2-40B4-BE49-F238E27FC236}">
                  <a16:creationId xmlns:a16="http://schemas.microsoft.com/office/drawing/2014/main" id="{C1F65A9B-9802-F648-7895-991DF12F13B8}"/>
                </a:ext>
              </a:extLst>
            </p:cNvPr>
            <p:cNvSpPr/>
            <p:nvPr/>
          </p:nvSpPr>
          <p:spPr>
            <a:xfrm>
              <a:off x="3298169"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29" name="Cylinder 28">
              <a:extLst>
                <a:ext uri="{FF2B5EF4-FFF2-40B4-BE49-F238E27FC236}">
                  <a16:creationId xmlns:a16="http://schemas.microsoft.com/office/drawing/2014/main" id="{3B5D08A6-1C15-723B-93B4-61E8187553BE}"/>
                </a:ext>
              </a:extLst>
            </p:cNvPr>
            <p:cNvSpPr/>
            <p:nvPr/>
          </p:nvSpPr>
          <p:spPr>
            <a:xfrm>
              <a:off x="4081239"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 name="Group 31">
            <a:extLst>
              <a:ext uri="{FF2B5EF4-FFF2-40B4-BE49-F238E27FC236}">
                <a16:creationId xmlns:a16="http://schemas.microsoft.com/office/drawing/2014/main" id="{8586874D-99A2-6F28-74EF-944865E62014}"/>
              </a:ext>
            </a:extLst>
          </p:cNvPr>
          <p:cNvGrpSpPr/>
          <p:nvPr/>
        </p:nvGrpSpPr>
        <p:grpSpPr>
          <a:xfrm>
            <a:off x="3367054" y="5275653"/>
            <a:ext cx="383344" cy="329174"/>
            <a:chOff x="325745" y="88412"/>
            <a:chExt cx="871904" cy="748695"/>
          </a:xfrm>
        </p:grpSpPr>
        <p:sp>
          <p:nvSpPr>
            <p:cNvPr id="33" name="Rectangle 32">
              <a:extLst>
                <a:ext uri="{FF2B5EF4-FFF2-40B4-BE49-F238E27FC236}">
                  <a16:creationId xmlns:a16="http://schemas.microsoft.com/office/drawing/2014/main" id="{7AAB50D8-0045-9402-9134-2F9CA3F4A778}"/>
                </a:ext>
              </a:extLst>
            </p:cNvPr>
            <p:cNvSpPr/>
            <p:nvPr/>
          </p:nvSpPr>
          <p:spPr>
            <a:xfrm>
              <a:off x="325745"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35" name="Rectangle 34">
              <a:extLst>
                <a:ext uri="{FF2B5EF4-FFF2-40B4-BE49-F238E27FC236}">
                  <a16:creationId xmlns:a16="http://schemas.microsoft.com/office/drawing/2014/main" id="{2B5DB5FA-9129-4C56-4CFC-9CD75F98473D}"/>
                </a:ext>
              </a:extLst>
            </p:cNvPr>
            <p:cNvSpPr/>
            <p:nvPr/>
          </p:nvSpPr>
          <p:spPr>
            <a:xfrm flipV="1">
              <a:off x="1076521" y="88412"/>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 name="Oval 15">
              <a:extLst>
                <a:ext uri="{FF2B5EF4-FFF2-40B4-BE49-F238E27FC236}">
                  <a16:creationId xmlns:a16="http://schemas.microsoft.com/office/drawing/2014/main" id="{6BFDD81D-9B29-FB16-C2C4-2A82D0D83DA2}"/>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7" name="Straight Connector 36">
              <a:extLst>
                <a:ext uri="{FF2B5EF4-FFF2-40B4-BE49-F238E27FC236}">
                  <a16:creationId xmlns:a16="http://schemas.microsoft.com/office/drawing/2014/main" id="{A24BEC17-C513-F7AC-32B0-17DDFF698B17}"/>
                </a:ext>
              </a:extLst>
            </p:cNvPr>
            <p:cNvCxnSpPr>
              <a:cxnSpLocks/>
              <a:stCxn id="36" idx="0"/>
            </p:cNvCxnSpPr>
            <p:nvPr/>
          </p:nvCxnSpPr>
          <p:spPr>
            <a:xfrm flipV="1">
              <a:off x="1116520" y="105005"/>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9" name="Straight Connector 38">
              <a:extLst>
                <a:ext uri="{FF2B5EF4-FFF2-40B4-BE49-F238E27FC236}">
                  <a16:creationId xmlns:a16="http://schemas.microsoft.com/office/drawing/2014/main" id="{577BC3C4-ED4F-F6F3-D9A1-17E063E40348}"/>
                </a:ext>
              </a:extLst>
            </p:cNvPr>
            <p:cNvCxnSpPr>
              <a:cxnSpLocks/>
            </p:cNvCxnSpPr>
            <p:nvPr/>
          </p:nvCxnSpPr>
          <p:spPr>
            <a:xfrm>
              <a:off x="1123434" y="105005"/>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A8A5E144-44B1-4DD8-E4B7-9D27A23DA26C}"/>
              </a:ext>
            </a:extLst>
          </p:cNvPr>
          <p:cNvGrpSpPr/>
          <p:nvPr/>
        </p:nvGrpSpPr>
        <p:grpSpPr>
          <a:xfrm>
            <a:off x="2038137" y="321158"/>
            <a:ext cx="383344" cy="329174"/>
            <a:chOff x="1315999" y="88412"/>
            <a:chExt cx="871904" cy="748695"/>
          </a:xfrm>
        </p:grpSpPr>
        <p:sp>
          <p:nvSpPr>
            <p:cNvPr id="41" name="Rectangle 40">
              <a:extLst>
                <a:ext uri="{FF2B5EF4-FFF2-40B4-BE49-F238E27FC236}">
                  <a16:creationId xmlns:a16="http://schemas.microsoft.com/office/drawing/2014/main" id="{0BB6126F-0D8F-6493-0045-43285E871F4B}"/>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42" name="Rectangle 41">
              <a:extLst>
                <a:ext uri="{FF2B5EF4-FFF2-40B4-BE49-F238E27FC236}">
                  <a16:creationId xmlns:a16="http://schemas.microsoft.com/office/drawing/2014/main" id="{8DB7C89C-577F-8BC6-87D8-1E7EAE2EC452}"/>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 name="Oval 15">
              <a:extLst>
                <a:ext uri="{FF2B5EF4-FFF2-40B4-BE49-F238E27FC236}">
                  <a16:creationId xmlns:a16="http://schemas.microsoft.com/office/drawing/2014/main" id="{1EB8FC91-7A46-A6C7-11A1-67AD50D86D22}"/>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4" name="Straight Connector 43">
              <a:extLst>
                <a:ext uri="{FF2B5EF4-FFF2-40B4-BE49-F238E27FC236}">
                  <a16:creationId xmlns:a16="http://schemas.microsoft.com/office/drawing/2014/main" id="{6BCFBE5A-DB9F-45B7-5F4E-8FCE14C1EA22}"/>
                </a:ext>
              </a:extLst>
            </p:cNvPr>
            <p:cNvCxnSpPr>
              <a:cxnSpLocks/>
              <a:stCxn id="43"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6" name="Straight Connector 45">
              <a:extLst>
                <a:ext uri="{FF2B5EF4-FFF2-40B4-BE49-F238E27FC236}">
                  <a16:creationId xmlns:a16="http://schemas.microsoft.com/office/drawing/2014/main" id="{69B52C72-CF12-7658-6C62-C864F0FB80AB}"/>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7" name="Group 46">
            <a:extLst>
              <a:ext uri="{FF2B5EF4-FFF2-40B4-BE49-F238E27FC236}">
                <a16:creationId xmlns:a16="http://schemas.microsoft.com/office/drawing/2014/main" id="{3658D0D4-9755-CED7-B44A-4CE9AFB64D31}"/>
              </a:ext>
            </a:extLst>
          </p:cNvPr>
          <p:cNvGrpSpPr/>
          <p:nvPr/>
        </p:nvGrpSpPr>
        <p:grpSpPr>
          <a:xfrm>
            <a:off x="3366912" y="258338"/>
            <a:ext cx="383344" cy="329174"/>
            <a:chOff x="3298169" y="909114"/>
            <a:chExt cx="871904" cy="748695"/>
          </a:xfrm>
        </p:grpSpPr>
        <p:sp>
          <p:nvSpPr>
            <p:cNvPr id="48" name="Rectangle 47">
              <a:extLst>
                <a:ext uri="{FF2B5EF4-FFF2-40B4-BE49-F238E27FC236}">
                  <a16:creationId xmlns:a16="http://schemas.microsoft.com/office/drawing/2014/main" id="{7C63ED36-4E91-63F8-2BA0-472BB9AFF462}"/>
                </a:ext>
              </a:extLst>
            </p:cNvPr>
            <p:cNvSpPr/>
            <p:nvPr/>
          </p:nvSpPr>
          <p:spPr>
            <a:xfrm>
              <a:off x="329816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49" name="Rectangle 48">
              <a:extLst>
                <a:ext uri="{FF2B5EF4-FFF2-40B4-BE49-F238E27FC236}">
                  <a16:creationId xmlns:a16="http://schemas.microsoft.com/office/drawing/2014/main" id="{D0EB0238-C25C-7340-9E6A-70AE7A950609}"/>
                </a:ext>
              </a:extLst>
            </p:cNvPr>
            <p:cNvSpPr/>
            <p:nvPr/>
          </p:nvSpPr>
          <p:spPr>
            <a:xfrm flipV="1">
              <a:off x="4043182"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Oval 15">
              <a:extLst>
                <a:ext uri="{FF2B5EF4-FFF2-40B4-BE49-F238E27FC236}">
                  <a16:creationId xmlns:a16="http://schemas.microsoft.com/office/drawing/2014/main" id="{B4577CFC-606C-EEEA-B43A-405E6CCF0441}"/>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1" name="Straight Connector 50">
              <a:extLst>
                <a:ext uri="{FF2B5EF4-FFF2-40B4-BE49-F238E27FC236}">
                  <a16:creationId xmlns:a16="http://schemas.microsoft.com/office/drawing/2014/main" id="{3C304867-798B-79E4-C96A-1A2198389595}"/>
                </a:ext>
              </a:extLst>
            </p:cNvPr>
            <p:cNvCxnSpPr>
              <a:cxnSpLocks/>
              <a:stCxn id="50" idx="0"/>
            </p:cNvCxnSpPr>
            <p:nvPr/>
          </p:nvCxnSpPr>
          <p:spPr>
            <a:xfrm flipV="1">
              <a:off x="4083181"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2" name="Straight Connector 51">
              <a:extLst>
                <a:ext uri="{FF2B5EF4-FFF2-40B4-BE49-F238E27FC236}">
                  <a16:creationId xmlns:a16="http://schemas.microsoft.com/office/drawing/2014/main" id="{1B48B981-CEF8-7695-BB0F-55017F560B1D}"/>
                </a:ext>
              </a:extLst>
            </p:cNvPr>
            <p:cNvCxnSpPr>
              <a:cxnSpLocks/>
            </p:cNvCxnSpPr>
            <p:nvPr/>
          </p:nvCxnSpPr>
          <p:spPr>
            <a:xfrm>
              <a:off x="4090095"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5C8D9D00-2392-C329-FCCA-2E659E4BA9B4}"/>
              </a:ext>
            </a:extLst>
          </p:cNvPr>
          <p:cNvGrpSpPr/>
          <p:nvPr/>
        </p:nvGrpSpPr>
        <p:grpSpPr>
          <a:xfrm>
            <a:off x="2481062" y="300218"/>
            <a:ext cx="383344" cy="329174"/>
            <a:chOff x="2307084" y="909114"/>
            <a:chExt cx="871904" cy="748695"/>
          </a:xfrm>
        </p:grpSpPr>
        <p:sp>
          <p:nvSpPr>
            <p:cNvPr id="54" name="Rectangle 53">
              <a:extLst>
                <a:ext uri="{FF2B5EF4-FFF2-40B4-BE49-F238E27FC236}">
                  <a16:creationId xmlns:a16="http://schemas.microsoft.com/office/drawing/2014/main" id="{CD9E3F55-0F2E-4F40-003B-501DB7C7D1FB}"/>
                </a:ext>
              </a:extLst>
            </p:cNvPr>
            <p:cNvSpPr/>
            <p:nvPr/>
          </p:nvSpPr>
          <p:spPr>
            <a:xfrm>
              <a:off x="230708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5" name="Rectangle 54">
              <a:extLst>
                <a:ext uri="{FF2B5EF4-FFF2-40B4-BE49-F238E27FC236}">
                  <a16:creationId xmlns:a16="http://schemas.microsoft.com/office/drawing/2014/main" id="{C5656900-463A-F18C-DD8D-70330AFAF254}"/>
                </a:ext>
              </a:extLst>
            </p:cNvPr>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 name="Oval 15">
              <a:extLst>
                <a:ext uri="{FF2B5EF4-FFF2-40B4-BE49-F238E27FC236}">
                  <a16:creationId xmlns:a16="http://schemas.microsoft.com/office/drawing/2014/main" id="{C7CDEBAF-C991-067E-7694-8CEB3E69C658}"/>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8" name="Straight Connector 57">
              <a:extLst>
                <a:ext uri="{FF2B5EF4-FFF2-40B4-BE49-F238E27FC236}">
                  <a16:creationId xmlns:a16="http://schemas.microsoft.com/office/drawing/2014/main" id="{B0EE5772-65DD-D284-196F-23D32319AD2B}"/>
                </a:ext>
              </a:extLst>
            </p:cNvPr>
            <p:cNvCxnSpPr>
              <a:cxnSpLocks/>
              <a:stCxn id="56"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1" name="Straight Connector 60">
              <a:extLst>
                <a:ext uri="{FF2B5EF4-FFF2-40B4-BE49-F238E27FC236}">
                  <a16:creationId xmlns:a16="http://schemas.microsoft.com/office/drawing/2014/main" id="{41E59A3E-2C96-DC5A-8E4F-5E8C8B2F07EC}"/>
                </a:ext>
              </a:extLst>
            </p:cNvPr>
            <p:cNvCxnSpPr>
              <a:cxnSpLocks/>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2" name="Group 61">
            <a:extLst>
              <a:ext uri="{FF2B5EF4-FFF2-40B4-BE49-F238E27FC236}">
                <a16:creationId xmlns:a16="http://schemas.microsoft.com/office/drawing/2014/main" id="{0BF2783C-CE53-45C5-D7D3-88B35E78CC41}"/>
              </a:ext>
            </a:extLst>
          </p:cNvPr>
          <p:cNvGrpSpPr/>
          <p:nvPr/>
        </p:nvGrpSpPr>
        <p:grpSpPr>
          <a:xfrm>
            <a:off x="2923987" y="279278"/>
            <a:ext cx="383344" cy="329174"/>
            <a:chOff x="2307084" y="1729816"/>
            <a:chExt cx="871904" cy="748695"/>
          </a:xfrm>
        </p:grpSpPr>
        <p:sp>
          <p:nvSpPr>
            <p:cNvPr id="63" name="Rectangle 62">
              <a:extLst>
                <a:ext uri="{FF2B5EF4-FFF2-40B4-BE49-F238E27FC236}">
                  <a16:creationId xmlns:a16="http://schemas.microsoft.com/office/drawing/2014/main" id="{558DA5DF-34BF-849B-797D-B83E033B8486}"/>
                </a:ext>
              </a:extLst>
            </p:cNvPr>
            <p:cNvSpPr/>
            <p:nvPr/>
          </p:nvSpPr>
          <p:spPr>
            <a:xfrm>
              <a:off x="230708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Data Classification</a:t>
              </a:r>
            </a:p>
          </p:txBody>
        </p:sp>
        <p:sp>
          <p:nvSpPr>
            <p:cNvPr id="64" name="Rectangle 63">
              <a:extLst>
                <a:ext uri="{FF2B5EF4-FFF2-40B4-BE49-F238E27FC236}">
                  <a16:creationId xmlns:a16="http://schemas.microsoft.com/office/drawing/2014/main" id="{6CAF452E-AA0F-A0E5-6372-A5CC54AD0A1B}"/>
                </a:ext>
              </a:extLst>
            </p:cNvPr>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Oval 15">
              <a:extLst>
                <a:ext uri="{FF2B5EF4-FFF2-40B4-BE49-F238E27FC236}">
                  <a16:creationId xmlns:a16="http://schemas.microsoft.com/office/drawing/2014/main" id="{297211DE-421E-C8A1-CEB4-6F548791BC99}"/>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6" name="Straight Connector 65">
              <a:extLst>
                <a:ext uri="{FF2B5EF4-FFF2-40B4-BE49-F238E27FC236}">
                  <a16:creationId xmlns:a16="http://schemas.microsoft.com/office/drawing/2014/main" id="{0E83D718-2FDD-2A36-93A8-90781A46A09F}"/>
                </a:ext>
              </a:extLst>
            </p:cNvPr>
            <p:cNvCxnSpPr>
              <a:cxnSpLocks/>
              <a:stCxn id="65"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5" name="Straight Connector 114">
              <a:extLst>
                <a:ext uri="{FF2B5EF4-FFF2-40B4-BE49-F238E27FC236}">
                  <a16:creationId xmlns:a16="http://schemas.microsoft.com/office/drawing/2014/main" id="{2D604143-6437-7B98-0FCA-373295CB488D}"/>
                </a:ext>
              </a:extLst>
            </p:cNvPr>
            <p:cNvCxnSpPr>
              <a:cxnSpLocks/>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9" name="Group 128">
            <a:extLst>
              <a:ext uri="{FF2B5EF4-FFF2-40B4-BE49-F238E27FC236}">
                <a16:creationId xmlns:a16="http://schemas.microsoft.com/office/drawing/2014/main" id="{ECCCCBBF-35BD-D6DF-CB40-15FE2B5605F8}"/>
              </a:ext>
            </a:extLst>
          </p:cNvPr>
          <p:cNvGrpSpPr/>
          <p:nvPr/>
        </p:nvGrpSpPr>
        <p:grpSpPr>
          <a:xfrm>
            <a:off x="4252762" y="216458"/>
            <a:ext cx="383344" cy="329174"/>
            <a:chOff x="4289254" y="909114"/>
            <a:chExt cx="871904" cy="748695"/>
          </a:xfrm>
        </p:grpSpPr>
        <p:sp>
          <p:nvSpPr>
            <p:cNvPr id="132" name="Rectangle 131">
              <a:extLst>
                <a:ext uri="{FF2B5EF4-FFF2-40B4-BE49-F238E27FC236}">
                  <a16:creationId xmlns:a16="http://schemas.microsoft.com/office/drawing/2014/main" id="{6BEAFD77-3EB6-9C51-372D-81976CFAA08E}"/>
                </a:ext>
              </a:extLst>
            </p:cNvPr>
            <p:cNvSpPr/>
            <p:nvPr/>
          </p:nvSpPr>
          <p:spPr>
            <a:xfrm>
              <a:off x="4289254"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134" name="Rectangle 133">
              <a:extLst>
                <a:ext uri="{FF2B5EF4-FFF2-40B4-BE49-F238E27FC236}">
                  <a16:creationId xmlns:a16="http://schemas.microsoft.com/office/drawing/2014/main" id="{A6387779-7773-BA84-5540-E7A205251B32}"/>
                </a:ext>
              </a:extLst>
            </p:cNvPr>
            <p:cNvSpPr/>
            <p:nvPr/>
          </p:nvSpPr>
          <p:spPr>
            <a:xfrm flipV="1">
              <a:off x="5036005"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Oval 15">
              <a:extLst>
                <a:ext uri="{FF2B5EF4-FFF2-40B4-BE49-F238E27FC236}">
                  <a16:creationId xmlns:a16="http://schemas.microsoft.com/office/drawing/2014/main" id="{4B2370C7-4DE2-62BF-FAAD-9CD2A854832D}"/>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8" name="Straight Connector 137">
              <a:extLst>
                <a:ext uri="{FF2B5EF4-FFF2-40B4-BE49-F238E27FC236}">
                  <a16:creationId xmlns:a16="http://schemas.microsoft.com/office/drawing/2014/main" id="{0D0B1FCA-EF03-EA30-16CF-EB8C8C9C79B2}"/>
                </a:ext>
              </a:extLst>
            </p:cNvPr>
            <p:cNvCxnSpPr>
              <a:cxnSpLocks/>
              <a:stCxn id="136" idx="0"/>
            </p:cNvCxnSpPr>
            <p:nvPr/>
          </p:nvCxnSpPr>
          <p:spPr>
            <a:xfrm flipV="1">
              <a:off x="5076004"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0" name="Straight Connector 139">
              <a:extLst>
                <a:ext uri="{FF2B5EF4-FFF2-40B4-BE49-F238E27FC236}">
                  <a16:creationId xmlns:a16="http://schemas.microsoft.com/office/drawing/2014/main" id="{78426404-6558-271B-401D-6DA1CC3A90A4}"/>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2" name="Group 141">
            <a:extLst>
              <a:ext uri="{FF2B5EF4-FFF2-40B4-BE49-F238E27FC236}">
                <a16:creationId xmlns:a16="http://schemas.microsoft.com/office/drawing/2014/main" id="{305A32E6-5DBA-F6A7-32B2-9252782E313C}"/>
              </a:ext>
            </a:extLst>
          </p:cNvPr>
          <p:cNvGrpSpPr/>
          <p:nvPr/>
        </p:nvGrpSpPr>
        <p:grpSpPr>
          <a:xfrm>
            <a:off x="6024462" y="153638"/>
            <a:ext cx="383344" cy="329174"/>
            <a:chOff x="5280339" y="909114"/>
            <a:chExt cx="871904" cy="748695"/>
          </a:xfrm>
        </p:grpSpPr>
        <p:sp>
          <p:nvSpPr>
            <p:cNvPr id="144" name="Rectangle 143">
              <a:extLst>
                <a:ext uri="{FF2B5EF4-FFF2-40B4-BE49-F238E27FC236}">
                  <a16:creationId xmlns:a16="http://schemas.microsoft.com/office/drawing/2014/main" id="{1BD9F6A2-A497-B544-8F1C-A3CDA35B9DB5}"/>
                </a:ext>
              </a:extLst>
            </p:cNvPr>
            <p:cNvSpPr/>
            <p:nvPr/>
          </p:nvSpPr>
          <p:spPr>
            <a:xfrm>
              <a:off x="528033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146" name="Rectangle 145">
              <a:extLst>
                <a:ext uri="{FF2B5EF4-FFF2-40B4-BE49-F238E27FC236}">
                  <a16:creationId xmlns:a16="http://schemas.microsoft.com/office/drawing/2014/main" id="{8CCD2227-53D5-A13D-A067-34517F719DF5}"/>
                </a:ext>
              </a:extLst>
            </p:cNvPr>
            <p:cNvSpPr/>
            <p:nvPr/>
          </p:nvSpPr>
          <p:spPr>
            <a:xfrm flipV="1">
              <a:off x="6024997"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8" name="Oval 15">
              <a:extLst>
                <a:ext uri="{FF2B5EF4-FFF2-40B4-BE49-F238E27FC236}">
                  <a16:creationId xmlns:a16="http://schemas.microsoft.com/office/drawing/2014/main" id="{AC5CE370-E907-117F-0E50-8FBCA3D13BF3}"/>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9" name="Straight Connector 148">
              <a:extLst>
                <a:ext uri="{FF2B5EF4-FFF2-40B4-BE49-F238E27FC236}">
                  <a16:creationId xmlns:a16="http://schemas.microsoft.com/office/drawing/2014/main" id="{6951F69B-ED09-0CA0-0FD4-346ABDC0F194}"/>
                </a:ext>
              </a:extLst>
            </p:cNvPr>
            <p:cNvCxnSpPr>
              <a:cxnSpLocks/>
              <a:stCxn id="148" idx="0"/>
            </p:cNvCxnSpPr>
            <p:nvPr/>
          </p:nvCxnSpPr>
          <p:spPr>
            <a:xfrm flipV="1">
              <a:off x="6064996"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0" name="Straight Connector 149">
              <a:extLst>
                <a:ext uri="{FF2B5EF4-FFF2-40B4-BE49-F238E27FC236}">
                  <a16:creationId xmlns:a16="http://schemas.microsoft.com/office/drawing/2014/main" id="{A9BC0643-5C78-BCFA-CE3F-88137663EBA9}"/>
                </a:ext>
              </a:extLst>
            </p:cNvPr>
            <p:cNvCxnSpPr>
              <a:cxnSpLocks/>
            </p:cNvCxnSpPr>
            <p:nvPr/>
          </p:nvCxnSpPr>
          <p:spPr>
            <a:xfrm>
              <a:off x="6071910"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0" name="Group 159">
            <a:extLst>
              <a:ext uri="{FF2B5EF4-FFF2-40B4-BE49-F238E27FC236}">
                <a16:creationId xmlns:a16="http://schemas.microsoft.com/office/drawing/2014/main" id="{B14A1029-3141-91B0-F89E-E7BFC79D1F19}"/>
              </a:ext>
            </a:extLst>
          </p:cNvPr>
          <p:cNvGrpSpPr/>
          <p:nvPr/>
        </p:nvGrpSpPr>
        <p:grpSpPr>
          <a:xfrm>
            <a:off x="6910312" y="195518"/>
            <a:ext cx="383800" cy="329174"/>
            <a:chOff x="6271424" y="909114"/>
            <a:chExt cx="872935" cy="748695"/>
          </a:xfrm>
        </p:grpSpPr>
        <p:sp>
          <p:nvSpPr>
            <p:cNvPr id="162" name="Rectangle 161">
              <a:extLst>
                <a:ext uri="{FF2B5EF4-FFF2-40B4-BE49-F238E27FC236}">
                  <a16:creationId xmlns:a16="http://schemas.microsoft.com/office/drawing/2014/main" id="{C9C5101D-256D-72A7-A2C7-0CA8403D25A7}"/>
                </a:ext>
              </a:extLst>
            </p:cNvPr>
            <p:cNvSpPr/>
            <p:nvPr/>
          </p:nvSpPr>
          <p:spPr>
            <a:xfrm>
              <a:off x="627142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4" name="Rectangle 163">
              <a:extLst>
                <a:ext uri="{FF2B5EF4-FFF2-40B4-BE49-F238E27FC236}">
                  <a16:creationId xmlns:a16="http://schemas.microsoft.com/office/drawing/2014/main" id="{5DED6C4D-04BB-2586-949D-A4C23AC9DAA1}"/>
                </a:ext>
              </a:extLst>
            </p:cNvPr>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Oval 15">
              <a:extLst>
                <a:ext uri="{FF2B5EF4-FFF2-40B4-BE49-F238E27FC236}">
                  <a16:creationId xmlns:a16="http://schemas.microsoft.com/office/drawing/2014/main" id="{C246C5C7-AE23-FE98-4D1F-A1701E74BA6D}"/>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8" name="Straight Connector 167">
              <a:extLst>
                <a:ext uri="{FF2B5EF4-FFF2-40B4-BE49-F238E27FC236}">
                  <a16:creationId xmlns:a16="http://schemas.microsoft.com/office/drawing/2014/main" id="{216FA115-E454-8CAF-5D38-6375D73F4D2D}"/>
                </a:ext>
              </a:extLst>
            </p:cNvPr>
            <p:cNvCxnSpPr>
              <a:cxnSpLocks/>
              <a:stCxn id="166"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0" name="Straight Connector 169">
              <a:extLst>
                <a:ext uri="{FF2B5EF4-FFF2-40B4-BE49-F238E27FC236}">
                  <a16:creationId xmlns:a16="http://schemas.microsoft.com/office/drawing/2014/main" id="{920DBD0A-8BF0-FA14-9F8A-8F516A7A3DA3}"/>
                </a:ext>
              </a:extLst>
            </p:cNvPr>
            <p:cNvCxnSpPr>
              <a:cxnSpLocks/>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2" name="Group 171">
            <a:extLst>
              <a:ext uri="{FF2B5EF4-FFF2-40B4-BE49-F238E27FC236}">
                <a16:creationId xmlns:a16="http://schemas.microsoft.com/office/drawing/2014/main" id="{58FE1C9B-26B1-647E-13D8-36D1FBFC195B}"/>
              </a:ext>
            </a:extLst>
          </p:cNvPr>
          <p:cNvGrpSpPr/>
          <p:nvPr/>
        </p:nvGrpSpPr>
        <p:grpSpPr>
          <a:xfrm>
            <a:off x="7796618" y="237398"/>
            <a:ext cx="387068" cy="329174"/>
            <a:chOff x="7262509" y="909114"/>
            <a:chExt cx="880368" cy="748695"/>
          </a:xfrm>
        </p:grpSpPr>
        <p:sp>
          <p:nvSpPr>
            <p:cNvPr id="174" name="Rectangle 173">
              <a:extLst>
                <a:ext uri="{FF2B5EF4-FFF2-40B4-BE49-F238E27FC236}">
                  <a16:creationId xmlns:a16="http://schemas.microsoft.com/office/drawing/2014/main" id="{777AFEFA-A447-DAF7-18A4-BEC392D3C531}"/>
                </a:ext>
              </a:extLst>
            </p:cNvPr>
            <p:cNvSpPr/>
            <p:nvPr/>
          </p:nvSpPr>
          <p:spPr>
            <a:xfrm>
              <a:off x="726250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176" name="Rectangle 175">
              <a:extLst>
                <a:ext uri="{FF2B5EF4-FFF2-40B4-BE49-F238E27FC236}">
                  <a16:creationId xmlns:a16="http://schemas.microsoft.com/office/drawing/2014/main" id="{81CA20E8-E636-1EEB-E402-3CBCD4C46221}"/>
                </a:ext>
              </a:extLst>
            </p:cNvPr>
            <p:cNvSpPr/>
            <p:nvPr/>
          </p:nvSpPr>
          <p:spPr>
            <a:xfrm flipV="1">
              <a:off x="8021749"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 name="Oval 15">
              <a:extLst>
                <a:ext uri="{FF2B5EF4-FFF2-40B4-BE49-F238E27FC236}">
                  <a16:creationId xmlns:a16="http://schemas.microsoft.com/office/drawing/2014/main" id="{93FBD8AC-CAD1-5E28-970C-81D409793C15}"/>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8" name="Straight Connector 177">
              <a:extLst>
                <a:ext uri="{FF2B5EF4-FFF2-40B4-BE49-F238E27FC236}">
                  <a16:creationId xmlns:a16="http://schemas.microsoft.com/office/drawing/2014/main" id="{404C3A29-944F-47EE-08F2-978B0F311B5A}"/>
                </a:ext>
              </a:extLst>
            </p:cNvPr>
            <p:cNvCxnSpPr>
              <a:cxnSpLocks/>
              <a:stCxn id="177" idx="0"/>
            </p:cNvCxnSpPr>
            <p:nvPr/>
          </p:nvCxnSpPr>
          <p:spPr>
            <a:xfrm flipV="1">
              <a:off x="8061748"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0" name="Straight Connector 179">
              <a:extLst>
                <a:ext uri="{FF2B5EF4-FFF2-40B4-BE49-F238E27FC236}">
                  <a16:creationId xmlns:a16="http://schemas.microsoft.com/office/drawing/2014/main" id="{17949B67-4C78-DB77-515E-A0A98C4AEF7A}"/>
                </a:ext>
              </a:extLst>
            </p:cNvPr>
            <p:cNvCxnSpPr>
              <a:cxnSpLocks/>
            </p:cNvCxnSpPr>
            <p:nvPr/>
          </p:nvCxnSpPr>
          <p:spPr>
            <a:xfrm>
              <a:off x="8068662"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2" name="Group 181">
            <a:extLst>
              <a:ext uri="{FF2B5EF4-FFF2-40B4-BE49-F238E27FC236}">
                <a16:creationId xmlns:a16="http://schemas.microsoft.com/office/drawing/2014/main" id="{60813293-D9B2-354A-5ACA-20A609FF13C4}"/>
              </a:ext>
            </a:extLst>
          </p:cNvPr>
          <p:cNvGrpSpPr/>
          <p:nvPr/>
        </p:nvGrpSpPr>
        <p:grpSpPr>
          <a:xfrm>
            <a:off x="7353693" y="216458"/>
            <a:ext cx="383344" cy="329174"/>
            <a:chOff x="6271424" y="1729816"/>
            <a:chExt cx="871904" cy="748695"/>
          </a:xfrm>
        </p:grpSpPr>
        <p:sp>
          <p:nvSpPr>
            <p:cNvPr id="184" name="Rectangle 183">
              <a:extLst>
                <a:ext uri="{FF2B5EF4-FFF2-40B4-BE49-F238E27FC236}">
                  <a16:creationId xmlns:a16="http://schemas.microsoft.com/office/drawing/2014/main" id="{CC5CE191-531C-3F14-8DC8-4DB2E0A97933}"/>
                </a:ext>
              </a:extLst>
            </p:cNvPr>
            <p:cNvSpPr/>
            <p:nvPr/>
          </p:nvSpPr>
          <p:spPr>
            <a:xfrm>
              <a:off x="627142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188" name="Rectangle 187">
              <a:extLst>
                <a:ext uri="{FF2B5EF4-FFF2-40B4-BE49-F238E27FC236}">
                  <a16:creationId xmlns:a16="http://schemas.microsoft.com/office/drawing/2014/main" id="{6AD8128A-51C6-F45B-477E-2F5CF3419F49}"/>
                </a:ext>
              </a:extLst>
            </p:cNvPr>
            <p:cNvSpPr/>
            <p:nvPr/>
          </p:nvSpPr>
          <p:spPr>
            <a:xfrm flipV="1">
              <a:off x="7010822"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Oval 15">
              <a:extLst>
                <a:ext uri="{FF2B5EF4-FFF2-40B4-BE49-F238E27FC236}">
                  <a16:creationId xmlns:a16="http://schemas.microsoft.com/office/drawing/2014/main" id="{434DA409-877F-564C-B1BB-04D658AA4733}"/>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2" name="Straight Connector 191">
              <a:extLst>
                <a:ext uri="{FF2B5EF4-FFF2-40B4-BE49-F238E27FC236}">
                  <a16:creationId xmlns:a16="http://schemas.microsoft.com/office/drawing/2014/main" id="{2A7D8E8B-D6DA-729A-945A-FDF6DF51F439}"/>
                </a:ext>
              </a:extLst>
            </p:cNvPr>
            <p:cNvCxnSpPr>
              <a:cxnSpLocks/>
              <a:stCxn id="190" idx="0"/>
            </p:cNvCxnSpPr>
            <p:nvPr/>
          </p:nvCxnSpPr>
          <p:spPr>
            <a:xfrm flipV="1">
              <a:off x="7050821"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4" name="Straight Connector 193">
              <a:extLst>
                <a:ext uri="{FF2B5EF4-FFF2-40B4-BE49-F238E27FC236}">
                  <a16:creationId xmlns:a16="http://schemas.microsoft.com/office/drawing/2014/main" id="{9250DCA9-E929-CBDC-206D-879304DF8541}"/>
                </a:ext>
              </a:extLst>
            </p:cNvPr>
            <p:cNvCxnSpPr>
              <a:cxnSpLocks/>
            </p:cNvCxnSpPr>
            <p:nvPr/>
          </p:nvCxnSpPr>
          <p:spPr>
            <a:xfrm>
              <a:off x="7057735"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6" name="Group 195">
            <a:extLst>
              <a:ext uri="{FF2B5EF4-FFF2-40B4-BE49-F238E27FC236}">
                <a16:creationId xmlns:a16="http://schemas.microsoft.com/office/drawing/2014/main" id="{4690925E-6A70-3546-02F9-E4BB6EA929D1}"/>
              </a:ext>
            </a:extLst>
          </p:cNvPr>
          <p:cNvGrpSpPr/>
          <p:nvPr/>
        </p:nvGrpSpPr>
        <p:grpSpPr>
          <a:xfrm>
            <a:off x="8243267" y="258338"/>
            <a:ext cx="383344" cy="329174"/>
            <a:chOff x="7262509" y="1729816"/>
            <a:chExt cx="871904" cy="748695"/>
          </a:xfrm>
        </p:grpSpPr>
        <p:sp>
          <p:nvSpPr>
            <p:cNvPr id="197" name="Rectangle 196">
              <a:extLst>
                <a:ext uri="{FF2B5EF4-FFF2-40B4-BE49-F238E27FC236}">
                  <a16:creationId xmlns:a16="http://schemas.microsoft.com/office/drawing/2014/main" id="{F9EEAB17-3D5A-0701-E188-E5D5D65D6D07}"/>
                </a:ext>
              </a:extLst>
            </p:cNvPr>
            <p:cNvSpPr/>
            <p:nvPr/>
          </p:nvSpPr>
          <p:spPr>
            <a:xfrm>
              <a:off x="7262509"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198" name="Rectangle 197">
              <a:extLst>
                <a:ext uri="{FF2B5EF4-FFF2-40B4-BE49-F238E27FC236}">
                  <a16:creationId xmlns:a16="http://schemas.microsoft.com/office/drawing/2014/main" id="{618A12B1-2A6F-CF29-F871-8163BA5A16AC}"/>
                </a:ext>
              </a:extLst>
            </p:cNvPr>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 name="Oval 15">
              <a:extLst>
                <a:ext uri="{FF2B5EF4-FFF2-40B4-BE49-F238E27FC236}">
                  <a16:creationId xmlns:a16="http://schemas.microsoft.com/office/drawing/2014/main" id="{6072B85A-F430-603B-7168-DFCA8FC0BE2A}"/>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0" name="Straight Connector 199">
              <a:extLst>
                <a:ext uri="{FF2B5EF4-FFF2-40B4-BE49-F238E27FC236}">
                  <a16:creationId xmlns:a16="http://schemas.microsoft.com/office/drawing/2014/main" id="{CC3844B6-645C-72F1-1A9C-A505AA45AFD9}"/>
                </a:ext>
              </a:extLst>
            </p:cNvPr>
            <p:cNvCxnSpPr>
              <a:cxnSpLocks/>
              <a:stCxn id="199"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01" name="Straight Connector 200">
              <a:extLst>
                <a:ext uri="{FF2B5EF4-FFF2-40B4-BE49-F238E27FC236}">
                  <a16:creationId xmlns:a16="http://schemas.microsoft.com/office/drawing/2014/main" id="{A999F81F-77C9-8FE0-8F39-BB3D7522E795}"/>
                </a:ext>
              </a:extLst>
            </p:cNvPr>
            <p:cNvCxnSpPr>
              <a:cxnSpLocks/>
            </p:cNvCxnSpPr>
            <p:nvPr/>
          </p:nvCxnSpPr>
          <p:spPr>
            <a:xfrm>
              <a:off x="80562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02" name="Group 201">
            <a:extLst>
              <a:ext uri="{FF2B5EF4-FFF2-40B4-BE49-F238E27FC236}">
                <a16:creationId xmlns:a16="http://schemas.microsoft.com/office/drawing/2014/main" id="{8CFF71CD-DA5E-FDAC-D300-5F5B4F19CE41}"/>
              </a:ext>
            </a:extLst>
          </p:cNvPr>
          <p:cNvGrpSpPr/>
          <p:nvPr/>
        </p:nvGrpSpPr>
        <p:grpSpPr>
          <a:xfrm>
            <a:off x="9581384" y="5234303"/>
            <a:ext cx="383344" cy="329174"/>
            <a:chOff x="8253594" y="1729816"/>
            <a:chExt cx="871904" cy="748695"/>
          </a:xfrm>
        </p:grpSpPr>
        <p:sp>
          <p:nvSpPr>
            <p:cNvPr id="203" name="Rectangle 202">
              <a:extLst>
                <a:ext uri="{FF2B5EF4-FFF2-40B4-BE49-F238E27FC236}">
                  <a16:creationId xmlns:a16="http://schemas.microsoft.com/office/drawing/2014/main" id="{CEEF5958-E504-F23D-1680-7E65AA124927}"/>
                </a:ext>
              </a:extLst>
            </p:cNvPr>
            <p:cNvSpPr/>
            <p:nvPr/>
          </p:nvSpPr>
          <p:spPr>
            <a:xfrm>
              <a:off x="825359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204" name="Rectangle 203">
              <a:extLst>
                <a:ext uri="{FF2B5EF4-FFF2-40B4-BE49-F238E27FC236}">
                  <a16:creationId xmlns:a16="http://schemas.microsoft.com/office/drawing/2014/main" id="{E238743F-B947-5B40-3A83-FF5F2ADBED8E}"/>
                </a:ext>
              </a:extLst>
            </p:cNvPr>
            <p:cNvSpPr/>
            <p:nvPr/>
          </p:nvSpPr>
          <p:spPr>
            <a:xfrm flipV="1">
              <a:off x="8998048"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5" name="Oval 15">
              <a:extLst>
                <a:ext uri="{FF2B5EF4-FFF2-40B4-BE49-F238E27FC236}">
                  <a16:creationId xmlns:a16="http://schemas.microsoft.com/office/drawing/2014/main" id="{695C02C1-8FAB-D600-AD45-78ADB9D8A555}"/>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6" name="Straight Connector 205">
              <a:extLst>
                <a:ext uri="{FF2B5EF4-FFF2-40B4-BE49-F238E27FC236}">
                  <a16:creationId xmlns:a16="http://schemas.microsoft.com/office/drawing/2014/main" id="{DB5D3AFB-15AF-6385-1591-C8F642CC4571}"/>
                </a:ext>
              </a:extLst>
            </p:cNvPr>
            <p:cNvCxnSpPr>
              <a:cxnSpLocks/>
              <a:stCxn id="205" idx="0"/>
            </p:cNvCxnSpPr>
            <p:nvPr/>
          </p:nvCxnSpPr>
          <p:spPr>
            <a:xfrm flipV="1">
              <a:off x="9038047"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07" name="Straight Connector 206">
              <a:extLst>
                <a:ext uri="{FF2B5EF4-FFF2-40B4-BE49-F238E27FC236}">
                  <a16:creationId xmlns:a16="http://schemas.microsoft.com/office/drawing/2014/main" id="{3CC3009A-CBD8-BA2E-ACC4-AAC814AA4392}"/>
                </a:ext>
              </a:extLst>
            </p:cNvPr>
            <p:cNvCxnSpPr>
              <a:cxnSpLocks/>
            </p:cNvCxnSpPr>
            <p:nvPr/>
          </p:nvCxnSpPr>
          <p:spPr>
            <a:xfrm>
              <a:off x="9044961"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08" name="Group 207">
            <a:extLst>
              <a:ext uri="{FF2B5EF4-FFF2-40B4-BE49-F238E27FC236}">
                <a16:creationId xmlns:a16="http://schemas.microsoft.com/office/drawing/2014/main" id="{9493B91E-5660-E7E8-9FA2-1315E13AB4C9}"/>
              </a:ext>
            </a:extLst>
          </p:cNvPr>
          <p:cNvGrpSpPr/>
          <p:nvPr/>
        </p:nvGrpSpPr>
        <p:grpSpPr>
          <a:xfrm>
            <a:off x="11518235" y="2453909"/>
            <a:ext cx="383344" cy="329174"/>
            <a:chOff x="9244679" y="1729815"/>
            <a:chExt cx="871904" cy="748695"/>
          </a:xfrm>
        </p:grpSpPr>
        <p:sp>
          <p:nvSpPr>
            <p:cNvPr id="209" name="Rectangle 208">
              <a:hlinkHover r:id="" action="ppaction://noaction" highlightClick="1"/>
              <a:extLst>
                <a:ext uri="{FF2B5EF4-FFF2-40B4-BE49-F238E27FC236}">
                  <a16:creationId xmlns:a16="http://schemas.microsoft.com/office/drawing/2014/main" id="{FDB492A7-5170-D69A-7D66-729AAB0062BB}"/>
                </a:ext>
              </a:extLst>
            </p:cNvPr>
            <p:cNvSpPr/>
            <p:nvPr/>
          </p:nvSpPr>
          <p:spPr>
            <a:xfrm>
              <a:off x="9244679" y="1729815"/>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210" name="Rectangle 209">
              <a:extLst>
                <a:ext uri="{FF2B5EF4-FFF2-40B4-BE49-F238E27FC236}">
                  <a16:creationId xmlns:a16="http://schemas.microsoft.com/office/drawing/2014/main" id="{D96AFA2C-8D78-D116-A562-FEA049FFD082}"/>
                </a:ext>
              </a:extLst>
            </p:cNvPr>
            <p:cNvSpPr/>
            <p:nvPr/>
          </p:nvSpPr>
          <p:spPr>
            <a:xfrm flipV="1">
              <a:off x="99870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1" name="Oval 15">
              <a:extLst>
                <a:ext uri="{FF2B5EF4-FFF2-40B4-BE49-F238E27FC236}">
                  <a16:creationId xmlns:a16="http://schemas.microsoft.com/office/drawing/2014/main" id="{57BEA05B-AC7A-F7F8-80F4-A78A6C6486ED}"/>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12" name="Straight Connector 211">
              <a:extLst>
                <a:ext uri="{FF2B5EF4-FFF2-40B4-BE49-F238E27FC236}">
                  <a16:creationId xmlns:a16="http://schemas.microsoft.com/office/drawing/2014/main" id="{145D581E-2C78-3875-C5C0-0BE82125FA16}"/>
                </a:ext>
              </a:extLst>
            </p:cNvPr>
            <p:cNvCxnSpPr>
              <a:cxnSpLocks/>
              <a:stCxn id="211" idx="0"/>
            </p:cNvCxnSpPr>
            <p:nvPr/>
          </p:nvCxnSpPr>
          <p:spPr>
            <a:xfrm flipV="1">
              <a:off x="100270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13" name="Straight Connector 212">
              <a:extLst>
                <a:ext uri="{FF2B5EF4-FFF2-40B4-BE49-F238E27FC236}">
                  <a16:creationId xmlns:a16="http://schemas.microsoft.com/office/drawing/2014/main" id="{933F2BD4-7B9E-5FA0-F3AF-A7C84436E5D6}"/>
                </a:ext>
              </a:extLst>
            </p:cNvPr>
            <p:cNvCxnSpPr>
              <a:cxnSpLocks/>
            </p:cNvCxnSpPr>
            <p:nvPr/>
          </p:nvCxnSpPr>
          <p:spPr>
            <a:xfrm>
              <a:off x="100339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14" name="Group 213">
            <a:extLst>
              <a:ext uri="{FF2B5EF4-FFF2-40B4-BE49-F238E27FC236}">
                <a16:creationId xmlns:a16="http://schemas.microsoft.com/office/drawing/2014/main" id="{F6A6C8ED-871C-1A15-6459-6E04BFC8CF83}"/>
              </a:ext>
            </a:extLst>
          </p:cNvPr>
          <p:cNvGrpSpPr/>
          <p:nvPr/>
        </p:nvGrpSpPr>
        <p:grpSpPr>
          <a:xfrm>
            <a:off x="6913402" y="5362599"/>
            <a:ext cx="383344" cy="329174"/>
            <a:chOff x="7262509" y="3370808"/>
            <a:chExt cx="871904" cy="748695"/>
          </a:xfrm>
        </p:grpSpPr>
        <p:sp>
          <p:nvSpPr>
            <p:cNvPr id="215" name="Rectangle 214">
              <a:extLst>
                <a:ext uri="{FF2B5EF4-FFF2-40B4-BE49-F238E27FC236}">
                  <a16:creationId xmlns:a16="http://schemas.microsoft.com/office/drawing/2014/main" id="{5CCD2EBF-F858-236A-CDE7-B1720B04EBE2}"/>
                </a:ext>
              </a:extLst>
            </p:cNvPr>
            <p:cNvSpPr/>
            <p:nvPr/>
          </p:nvSpPr>
          <p:spPr>
            <a:xfrm>
              <a:off x="726250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216" name="Rectangle 215">
              <a:extLst>
                <a:ext uri="{FF2B5EF4-FFF2-40B4-BE49-F238E27FC236}">
                  <a16:creationId xmlns:a16="http://schemas.microsoft.com/office/drawing/2014/main" id="{F1D91398-B3DA-C519-D5B3-9E54E2317646}"/>
                </a:ext>
              </a:extLst>
            </p:cNvPr>
            <p:cNvSpPr/>
            <p:nvPr/>
          </p:nvSpPr>
          <p:spPr>
            <a:xfrm flipV="1">
              <a:off x="7999814"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7" name="Oval 15">
              <a:extLst>
                <a:ext uri="{FF2B5EF4-FFF2-40B4-BE49-F238E27FC236}">
                  <a16:creationId xmlns:a16="http://schemas.microsoft.com/office/drawing/2014/main" id="{7DEC2ED7-436A-5355-B95D-9A541FFC5339}"/>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18" name="Straight Connector 217">
              <a:extLst>
                <a:ext uri="{FF2B5EF4-FFF2-40B4-BE49-F238E27FC236}">
                  <a16:creationId xmlns:a16="http://schemas.microsoft.com/office/drawing/2014/main" id="{365A2ACA-33F4-80C4-F11E-F83396A67EEF}"/>
                </a:ext>
              </a:extLst>
            </p:cNvPr>
            <p:cNvCxnSpPr>
              <a:cxnSpLocks/>
              <a:stCxn id="217" idx="0"/>
            </p:cNvCxnSpPr>
            <p:nvPr/>
          </p:nvCxnSpPr>
          <p:spPr>
            <a:xfrm flipV="1">
              <a:off x="8039813"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19" name="Straight Connector 218">
              <a:extLst>
                <a:ext uri="{FF2B5EF4-FFF2-40B4-BE49-F238E27FC236}">
                  <a16:creationId xmlns:a16="http://schemas.microsoft.com/office/drawing/2014/main" id="{4B2116D3-981B-3EA3-452D-74931FCF07D9}"/>
                </a:ext>
              </a:extLst>
            </p:cNvPr>
            <p:cNvCxnSpPr>
              <a:cxnSpLocks/>
            </p:cNvCxnSpPr>
            <p:nvPr/>
          </p:nvCxnSpPr>
          <p:spPr>
            <a:xfrm>
              <a:off x="8046727"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0" name="Group 219">
            <a:extLst>
              <a:ext uri="{FF2B5EF4-FFF2-40B4-BE49-F238E27FC236}">
                <a16:creationId xmlns:a16="http://schemas.microsoft.com/office/drawing/2014/main" id="{A3E1B1D9-E29B-F463-227E-8A0D58E7F38E}"/>
              </a:ext>
            </a:extLst>
          </p:cNvPr>
          <p:cNvGrpSpPr/>
          <p:nvPr/>
        </p:nvGrpSpPr>
        <p:grpSpPr>
          <a:xfrm>
            <a:off x="4702948" y="5348835"/>
            <a:ext cx="383344" cy="329174"/>
            <a:chOff x="8253594" y="3370808"/>
            <a:chExt cx="871904" cy="748695"/>
          </a:xfrm>
        </p:grpSpPr>
        <p:sp>
          <p:nvSpPr>
            <p:cNvPr id="221" name="Rectangle 220">
              <a:hlinkHover r:id="" action="ppaction://noaction" highlightClick="1"/>
              <a:extLst>
                <a:ext uri="{FF2B5EF4-FFF2-40B4-BE49-F238E27FC236}">
                  <a16:creationId xmlns:a16="http://schemas.microsoft.com/office/drawing/2014/main" id="{CD4C4D6B-56AE-670F-B233-CC6FA4EE3650}"/>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a:t>
              </a:r>
            </a:p>
          </p:txBody>
        </p:sp>
        <p:sp>
          <p:nvSpPr>
            <p:cNvPr id="222" name="Rectangle 221">
              <a:extLst>
                <a:ext uri="{FF2B5EF4-FFF2-40B4-BE49-F238E27FC236}">
                  <a16:creationId xmlns:a16="http://schemas.microsoft.com/office/drawing/2014/main" id="{EC2268E3-E3AF-E219-C9F5-4F8CB5287122}"/>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 name="Oval 15">
              <a:extLst>
                <a:ext uri="{FF2B5EF4-FFF2-40B4-BE49-F238E27FC236}">
                  <a16:creationId xmlns:a16="http://schemas.microsoft.com/office/drawing/2014/main" id="{1C48F6BD-73A3-FF61-68C7-638BAB337E1C}"/>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4" name="Straight Connector 223">
              <a:extLst>
                <a:ext uri="{FF2B5EF4-FFF2-40B4-BE49-F238E27FC236}">
                  <a16:creationId xmlns:a16="http://schemas.microsoft.com/office/drawing/2014/main" id="{DCC1996C-18F8-13BD-F62B-7E9483931BFB}"/>
                </a:ext>
              </a:extLst>
            </p:cNvPr>
            <p:cNvCxnSpPr>
              <a:cxnSpLocks/>
              <a:stCxn id="223"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5" name="Straight Connector 224">
              <a:extLst>
                <a:ext uri="{FF2B5EF4-FFF2-40B4-BE49-F238E27FC236}">
                  <a16:creationId xmlns:a16="http://schemas.microsoft.com/office/drawing/2014/main" id="{244F1601-3B6C-7C1A-7EC2-4AED34743A49}"/>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6" name="Group 225">
            <a:extLst>
              <a:ext uri="{FF2B5EF4-FFF2-40B4-BE49-F238E27FC236}">
                <a16:creationId xmlns:a16="http://schemas.microsoft.com/office/drawing/2014/main" id="{1853F2E9-11F8-DDD6-6F6A-277444A515A4}"/>
              </a:ext>
            </a:extLst>
          </p:cNvPr>
          <p:cNvGrpSpPr/>
          <p:nvPr/>
        </p:nvGrpSpPr>
        <p:grpSpPr>
          <a:xfrm>
            <a:off x="7356435" y="5339919"/>
            <a:ext cx="383344" cy="329174"/>
            <a:chOff x="9244679" y="3370808"/>
            <a:chExt cx="871904" cy="748695"/>
          </a:xfrm>
        </p:grpSpPr>
        <p:sp>
          <p:nvSpPr>
            <p:cNvPr id="227" name="Rectangle 226">
              <a:extLst>
                <a:ext uri="{FF2B5EF4-FFF2-40B4-BE49-F238E27FC236}">
                  <a16:creationId xmlns:a16="http://schemas.microsoft.com/office/drawing/2014/main" id="{D1592681-507C-DAE0-6A3D-1F1272DE47B1}"/>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228" name="Rectangle 227">
              <a:extLst>
                <a:ext uri="{FF2B5EF4-FFF2-40B4-BE49-F238E27FC236}">
                  <a16:creationId xmlns:a16="http://schemas.microsoft.com/office/drawing/2014/main" id="{5AFA46F9-3D67-3A34-FC9F-F511919940CF}"/>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Oval 15">
              <a:extLst>
                <a:ext uri="{FF2B5EF4-FFF2-40B4-BE49-F238E27FC236}">
                  <a16:creationId xmlns:a16="http://schemas.microsoft.com/office/drawing/2014/main" id="{18610ECB-85EA-F730-36BE-3AF3F45ADB6A}"/>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0" name="Straight Connector 229">
              <a:extLst>
                <a:ext uri="{FF2B5EF4-FFF2-40B4-BE49-F238E27FC236}">
                  <a16:creationId xmlns:a16="http://schemas.microsoft.com/office/drawing/2014/main" id="{8A985B78-B856-26C7-A7BF-7644D7D2B243}"/>
                </a:ext>
              </a:extLst>
            </p:cNvPr>
            <p:cNvCxnSpPr>
              <a:cxnSpLocks/>
              <a:stCxn id="229"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1" name="Straight Connector 230">
              <a:extLst>
                <a:ext uri="{FF2B5EF4-FFF2-40B4-BE49-F238E27FC236}">
                  <a16:creationId xmlns:a16="http://schemas.microsoft.com/office/drawing/2014/main" id="{1F01D6DC-D531-1B06-E57E-949C0639CFC3}"/>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2" name="Group 231">
            <a:extLst>
              <a:ext uri="{FF2B5EF4-FFF2-40B4-BE49-F238E27FC236}">
                <a16:creationId xmlns:a16="http://schemas.microsoft.com/office/drawing/2014/main" id="{D53C6E24-9A77-9546-7E05-90054F9AE44A}"/>
              </a:ext>
            </a:extLst>
          </p:cNvPr>
          <p:cNvGrpSpPr/>
          <p:nvPr/>
        </p:nvGrpSpPr>
        <p:grpSpPr>
          <a:xfrm>
            <a:off x="6478228" y="5388714"/>
            <a:ext cx="383344" cy="329174"/>
            <a:chOff x="5280339" y="2550516"/>
            <a:chExt cx="871904" cy="748695"/>
          </a:xfrm>
        </p:grpSpPr>
        <p:sp>
          <p:nvSpPr>
            <p:cNvPr id="233" name="Rectangle 232">
              <a:extLst>
                <a:ext uri="{FF2B5EF4-FFF2-40B4-BE49-F238E27FC236}">
                  <a16:creationId xmlns:a16="http://schemas.microsoft.com/office/drawing/2014/main" id="{D75D1554-9832-9A19-B517-39AF6FBD5D07}"/>
                </a:ext>
              </a:extLst>
            </p:cNvPr>
            <p:cNvSpPr/>
            <p:nvPr/>
          </p:nvSpPr>
          <p:spPr>
            <a:xfrm>
              <a:off x="5280339" y="25505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234" name="Rectangle 233">
              <a:extLst>
                <a:ext uri="{FF2B5EF4-FFF2-40B4-BE49-F238E27FC236}">
                  <a16:creationId xmlns:a16="http://schemas.microsoft.com/office/drawing/2014/main" id="{4532B563-E99B-08E6-F3EA-3102FE46D427}"/>
                </a:ext>
              </a:extLst>
            </p:cNvPr>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5" name="Oval 15">
              <a:extLst>
                <a:ext uri="{FF2B5EF4-FFF2-40B4-BE49-F238E27FC236}">
                  <a16:creationId xmlns:a16="http://schemas.microsoft.com/office/drawing/2014/main" id="{F8681EBD-E5BE-90FB-B0D8-1321463A2454}"/>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6" name="Straight Connector 235">
              <a:extLst>
                <a:ext uri="{FF2B5EF4-FFF2-40B4-BE49-F238E27FC236}">
                  <a16:creationId xmlns:a16="http://schemas.microsoft.com/office/drawing/2014/main" id="{DB5187D4-127E-AE0B-2D1F-0F2FCA993AA0}"/>
                </a:ext>
              </a:extLst>
            </p:cNvPr>
            <p:cNvCxnSpPr>
              <a:cxnSpLocks/>
              <a:stCxn id="235"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7" name="Straight Connector 236">
              <a:extLst>
                <a:ext uri="{FF2B5EF4-FFF2-40B4-BE49-F238E27FC236}">
                  <a16:creationId xmlns:a16="http://schemas.microsoft.com/office/drawing/2014/main" id="{FB4842EC-ABAF-0A4F-887B-D83B291A3405}"/>
                </a:ext>
              </a:extLst>
            </p:cNvPr>
            <p:cNvCxnSpPr>
              <a:cxnSpLocks/>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8" name="Group 237">
            <a:extLst>
              <a:ext uri="{FF2B5EF4-FFF2-40B4-BE49-F238E27FC236}">
                <a16:creationId xmlns:a16="http://schemas.microsoft.com/office/drawing/2014/main" id="{31E8134D-A2AD-1155-3DDC-022D3FB0DDBE}"/>
              </a:ext>
            </a:extLst>
          </p:cNvPr>
          <p:cNvGrpSpPr/>
          <p:nvPr/>
        </p:nvGrpSpPr>
        <p:grpSpPr>
          <a:xfrm>
            <a:off x="9571264" y="317115"/>
            <a:ext cx="383344" cy="329174"/>
            <a:chOff x="11226844" y="909114"/>
            <a:chExt cx="871904" cy="748695"/>
          </a:xfrm>
        </p:grpSpPr>
        <p:sp>
          <p:nvSpPr>
            <p:cNvPr id="239" name="Rectangle 238">
              <a:extLst>
                <a:ext uri="{FF2B5EF4-FFF2-40B4-BE49-F238E27FC236}">
                  <a16:creationId xmlns:a16="http://schemas.microsoft.com/office/drawing/2014/main" id="{4AECAEA9-547C-6643-189B-36CFB5B0ED05}"/>
                </a:ext>
              </a:extLst>
            </p:cNvPr>
            <p:cNvSpPr/>
            <p:nvPr/>
          </p:nvSpPr>
          <p:spPr>
            <a:xfrm>
              <a:off x="1122684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40" name="Rectangle 239">
              <a:extLst>
                <a:ext uri="{FF2B5EF4-FFF2-40B4-BE49-F238E27FC236}">
                  <a16:creationId xmlns:a16="http://schemas.microsoft.com/office/drawing/2014/main" id="{A8DC8A5D-A335-1BC3-7F39-ACA193C41800}"/>
                </a:ext>
              </a:extLst>
            </p:cNvPr>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1" name="Oval 15">
              <a:extLst>
                <a:ext uri="{FF2B5EF4-FFF2-40B4-BE49-F238E27FC236}">
                  <a16:creationId xmlns:a16="http://schemas.microsoft.com/office/drawing/2014/main" id="{59CCA5FD-3684-1E88-BDD6-25A201B38A4E}"/>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3" name="Straight Connector 242">
              <a:extLst>
                <a:ext uri="{FF2B5EF4-FFF2-40B4-BE49-F238E27FC236}">
                  <a16:creationId xmlns:a16="http://schemas.microsoft.com/office/drawing/2014/main" id="{D536F983-5749-4E34-7F3B-C3EC58449F18}"/>
                </a:ext>
              </a:extLst>
            </p:cNvPr>
            <p:cNvCxnSpPr>
              <a:cxnSpLocks/>
              <a:stCxn id="241"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44" name="Straight Connector 243">
              <a:extLst>
                <a:ext uri="{FF2B5EF4-FFF2-40B4-BE49-F238E27FC236}">
                  <a16:creationId xmlns:a16="http://schemas.microsoft.com/office/drawing/2014/main" id="{0D8D2D6C-F1CB-A40F-F41D-6C318D3D4CFB}"/>
                </a:ext>
              </a:extLst>
            </p:cNvPr>
            <p:cNvCxnSpPr>
              <a:cxnSpLocks/>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46" name="Group 245">
            <a:extLst>
              <a:ext uri="{FF2B5EF4-FFF2-40B4-BE49-F238E27FC236}">
                <a16:creationId xmlns:a16="http://schemas.microsoft.com/office/drawing/2014/main" id="{39F4D9E6-52AB-2E0F-162A-995242CA8975}"/>
              </a:ext>
            </a:extLst>
          </p:cNvPr>
          <p:cNvGrpSpPr/>
          <p:nvPr/>
        </p:nvGrpSpPr>
        <p:grpSpPr>
          <a:xfrm>
            <a:off x="2041816" y="5221127"/>
            <a:ext cx="383344" cy="329174"/>
            <a:chOff x="11226844" y="1729816"/>
            <a:chExt cx="871904" cy="748695"/>
          </a:xfrm>
        </p:grpSpPr>
        <p:sp>
          <p:nvSpPr>
            <p:cNvPr id="248" name="Rectangle 247">
              <a:extLst>
                <a:ext uri="{FF2B5EF4-FFF2-40B4-BE49-F238E27FC236}">
                  <a16:creationId xmlns:a16="http://schemas.microsoft.com/office/drawing/2014/main" id="{1744B541-2752-F4B2-96B2-A350F7B66EC1}"/>
                </a:ext>
              </a:extLst>
            </p:cNvPr>
            <p:cNvSpPr/>
            <p:nvPr/>
          </p:nvSpPr>
          <p:spPr>
            <a:xfrm>
              <a:off x="1122684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49" name="Rectangle 248">
              <a:extLst>
                <a:ext uri="{FF2B5EF4-FFF2-40B4-BE49-F238E27FC236}">
                  <a16:creationId xmlns:a16="http://schemas.microsoft.com/office/drawing/2014/main" id="{FD25A591-777D-0FED-88E3-EF5E3B30810B}"/>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0" name="Oval 15">
              <a:extLst>
                <a:ext uri="{FF2B5EF4-FFF2-40B4-BE49-F238E27FC236}">
                  <a16:creationId xmlns:a16="http://schemas.microsoft.com/office/drawing/2014/main" id="{3A9890BC-C0CF-007F-E425-3064B2DB637E}"/>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54" name="Straight Connector 253">
              <a:extLst>
                <a:ext uri="{FF2B5EF4-FFF2-40B4-BE49-F238E27FC236}">
                  <a16:creationId xmlns:a16="http://schemas.microsoft.com/office/drawing/2014/main" id="{E62472BB-9B47-7740-F3C5-CF70ACE6F38B}"/>
                </a:ext>
              </a:extLst>
            </p:cNvPr>
            <p:cNvCxnSpPr>
              <a:cxnSpLocks/>
              <a:stCxn id="250"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60" name="Straight Connector 259">
              <a:extLst>
                <a:ext uri="{FF2B5EF4-FFF2-40B4-BE49-F238E27FC236}">
                  <a16:creationId xmlns:a16="http://schemas.microsoft.com/office/drawing/2014/main" id="{9963172E-8BA3-3CF3-8E4B-B66A6E32AD30}"/>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64" name="Group 263">
            <a:extLst>
              <a:ext uri="{FF2B5EF4-FFF2-40B4-BE49-F238E27FC236}">
                <a16:creationId xmlns:a16="http://schemas.microsoft.com/office/drawing/2014/main" id="{A065065A-5C54-8C65-DDFB-312E4A9CFF09}"/>
              </a:ext>
            </a:extLst>
          </p:cNvPr>
          <p:cNvGrpSpPr/>
          <p:nvPr/>
        </p:nvGrpSpPr>
        <p:grpSpPr>
          <a:xfrm>
            <a:off x="11518235" y="3214899"/>
            <a:ext cx="383344" cy="329174"/>
            <a:chOff x="11226844" y="2550518"/>
            <a:chExt cx="871904" cy="748695"/>
          </a:xfrm>
        </p:grpSpPr>
        <p:sp>
          <p:nvSpPr>
            <p:cNvPr id="266" name="Rectangle 265">
              <a:hlinkHover r:id="" action="ppaction://noaction" highlightClick="1"/>
              <a:extLst>
                <a:ext uri="{FF2B5EF4-FFF2-40B4-BE49-F238E27FC236}">
                  <a16:creationId xmlns:a16="http://schemas.microsoft.com/office/drawing/2014/main" id="{1AFFD920-1B14-A81E-0EB0-DB2970D18144}"/>
                </a:ext>
              </a:extLst>
            </p:cNvPr>
            <p:cNvSpPr/>
            <p:nvPr/>
          </p:nvSpPr>
          <p:spPr>
            <a:xfrm>
              <a:off x="11226844" y="255051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Endpoints P2 </a:t>
              </a:r>
            </a:p>
          </p:txBody>
        </p:sp>
        <p:sp>
          <p:nvSpPr>
            <p:cNvPr id="267" name="Rectangle 266">
              <a:extLst>
                <a:ext uri="{FF2B5EF4-FFF2-40B4-BE49-F238E27FC236}">
                  <a16:creationId xmlns:a16="http://schemas.microsoft.com/office/drawing/2014/main" id="{2FC9A2C7-A088-B8B6-6DA0-953950046035}"/>
                </a:ext>
              </a:extLst>
            </p:cNvPr>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8" name="Oval 15">
              <a:extLst>
                <a:ext uri="{FF2B5EF4-FFF2-40B4-BE49-F238E27FC236}">
                  <a16:creationId xmlns:a16="http://schemas.microsoft.com/office/drawing/2014/main" id="{6B49D7C9-912B-B404-D60D-157BD01AD6C2}"/>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70" name="Straight Connector 269">
              <a:extLst>
                <a:ext uri="{FF2B5EF4-FFF2-40B4-BE49-F238E27FC236}">
                  <a16:creationId xmlns:a16="http://schemas.microsoft.com/office/drawing/2014/main" id="{0AF27C14-B09F-DFDA-E529-82882DA25326}"/>
                </a:ext>
              </a:extLst>
            </p:cNvPr>
            <p:cNvCxnSpPr>
              <a:cxnSpLocks/>
              <a:stCxn id="268"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72" name="Straight Connector 271">
              <a:extLst>
                <a:ext uri="{FF2B5EF4-FFF2-40B4-BE49-F238E27FC236}">
                  <a16:creationId xmlns:a16="http://schemas.microsoft.com/office/drawing/2014/main" id="{D14EE137-90C9-A340-0F4E-C84C7B7EC67F}"/>
                </a:ext>
              </a:extLst>
            </p:cNvPr>
            <p:cNvCxnSpPr>
              <a:cxnSpLocks/>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74" name="Group 273">
            <a:extLst>
              <a:ext uri="{FF2B5EF4-FFF2-40B4-BE49-F238E27FC236}">
                <a16:creationId xmlns:a16="http://schemas.microsoft.com/office/drawing/2014/main" id="{15FEEA5A-CC17-4A52-E72A-961658B9BE42}"/>
              </a:ext>
            </a:extLst>
          </p:cNvPr>
          <p:cNvGrpSpPr/>
          <p:nvPr/>
        </p:nvGrpSpPr>
        <p:grpSpPr>
          <a:xfrm>
            <a:off x="8693464" y="285563"/>
            <a:ext cx="383344" cy="329174"/>
            <a:chOff x="11226844" y="3371220"/>
            <a:chExt cx="871904" cy="748695"/>
          </a:xfrm>
        </p:grpSpPr>
        <p:sp>
          <p:nvSpPr>
            <p:cNvPr id="276" name="Rectangle 275">
              <a:extLst>
                <a:ext uri="{FF2B5EF4-FFF2-40B4-BE49-F238E27FC236}">
                  <a16:creationId xmlns:a16="http://schemas.microsoft.com/office/drawing/2014/main" id="{4944752A-C35B-ED2E-8DDD-A6E2CB49A5F6}"/>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278" name="Rectangle 277">
              <a:extLst>
                <a:ext uri="{FF2B5EF4-FFF2-40B4-BE49-F238E27FC236}">
                  <a16:creationId xmlns:a16="http://schemas.microsoft.com/office/drawing/2014/main" id="{DB32AC91-D52C-731D-3E86-38D94BFB0689}"/>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0" name="Oval 15">
              <a:extLst>
                <a:ext uri="{FF2B5EF4-FFF2-40B4-BE49-F238E27FC236}">
                  <a16:creationId xmlns:a16="http://schemas.microsoft.com/office/drawing/2014/main" id="{5FC61176-C7B0-59B3-7B13-9844561F4727}"/>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82" name="Straight Connector 281">
              <a:extLst>
                <a:ext uri="{FF2B5EF4-FFF2-40B4-BE49-F238E27FC236}">
                  <a16:creationId xmlns:a16="http://schemas.microsoft.com/office/drawing/2014/main" id="{48273260-BBC2-2A89-92C9-B7833316ED0A}"/>
                </a:ext>
              </a:extLst>
            </p:cNvPr>
            <p:cNvCxnSpPr>
              <a:cxnSpLocks/>
              <a:stCxn id="280"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84" name="Straight Connector 283">
              <a:extLst>
                <a:ext uri="{FF2B5EF4-FFF2-40B4-BE49-F238E27FC236}">
                  <a16:creationId xmlns:a16="http://schemas.microsoft.com/office/drawing/2014/main" id="{51DA86C0-EA65-4BE7-0CDD-A2DEB64C672D}"/>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85" name="Group 284">
            <a:extLst>
              <a:ext uri="{FF2B5EF4-FFF2-40B4-BE49-F238E27FC236}">
                <a16:creationId xmlns:a16="http://schemas.microsoft.com/office/drawing/2014/main" id="{C32931D7-2ACD-7ECF-0ED2-9BD411F83FED}"/>
              </a:ext>
            </a:extLst>
          </p:cNvPr>
          <p:cNvGrpSpPr/>
          <p:nvPr/>
        </p:nvGrpSpPr>
        <p:grpSpPr>
          <a:xfrm>
            <a:off x="709362" y="527625"/>
            <a:ext cx="383344" cy="329174"/>
            <a:chOff x="324914" y="909114"/>
            <a:chExt cx="871904" cy="748695"/>
          </a:xfrm>
        </p:grpSpPr>
        <p:sp>
          <p:nvSpPr>
            <p:cNvPr id="286" name="Rectangle 285">
              <a:extLst>
                <a:ext uri="{FF2B5EF4-FFF2-40B4-BE49-F238E27FC236}">
                  <a16:creationId xmlns:a16="http://schemas.microsoft.com/office/drawing/2014/main" id="{29288861-55DE-01E5-E708-CB8A6896EA0A}"/>
                </a:ext>
              </a:extLst>
            </p:cNvPr>
            <p:cNvSpPr/>
            <p:nvPr/>
          </p:nvSpPr>
          <p:spPr>
            <a:xfrm>
              <a:off x="32491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288" name="Right Triangle 287">
              <a:extLst>
                <a:ext uri="{FF2B5EF4-FFF2-40B4-BE49-F238E27FC236}">
                  <a16:creationId xmlns:a16="http://schemas.microsoft.com/office/drawing/2014/main" id="{A5734270-1D00-EDF4-7AFE-E1BE43418063}"/>
                </a:ext>
              </a:extLst>
            </p:cNvPr>
            <p:cNvSpPr/>
            <p:nvPr/>
          </p:nvSpPr>
          <p:spPr>
            <a:xfrm rot="10800000">
              <a:off x="1053755"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89" name="Group 288">
              <a:extLst>
                <a:ext uri="{FF2B5EF4-FFF2-40B4-BE49-F238E27FC236}">
                  <a16:creationId xmlns:a16="http://schemas.microsoft.com/office/drawing/2014/main" id="{186A9D47-114E-92B4-08E3-2A1447587838}"/>
                </a:ext>
              </a:extLst>
            </p:cNvPr>
            <p:cNvGrpSpPr/>
            <p:nvPr/>
          </p:nvGrpSpPr>
          <p:grpSpPr>
            <a:xfrm>
              <a:off x="1134082" y="918978"/>
              <a:ext cx="45719" cy="75385"/>
              <a:chOff x="3883481" y="2057400"/>
              <a:chExt cx="1608363" cy="2652031"/>
            </a:xfrm>
            <a:solidFill>
              <a:srgbClr val="A6A6A6"/>
            </a:solidFill>
          </p:grpSpPr>
          <p:sp>
            <p:nvSpPr>
              <p:cNvPr id="290" name="Oval 27">
                <a:extLst>
                  <a:ext uri="{FF2B5EF4-FFF2-40B4-BE49-F238E27FC236}">
                    <a16:creationId xmlns:a16="http://schemas.microsoft.com/office/drawing/2014/main" id="{DDDCC04A-3E2E-839F-C04B-2BB8773D1C0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2" name="Oval 28">
                <a:extLst>
                  <a:ext uri="{FF2B5EF4-FFF2-40B4-BE49-F238E27FC236}">
                    <a16:creationId xmlns:a16="http://schemas.microsoft.com/office/drawing/2014/main" id="{646390F2-ADDD-1E31-40A7-0F808249372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94" name="Group 293">
            <a:extLst>
              <a:ext uri="{FF2B5EF4-FFF2-40B4-BE49-F238E27FC236}">
                <a16:creationId xmlns:a16="http://schemas.microsoft.com/office/drawing/2014/main" id="{C2767893-0A50-3AC8-EB7D-656ED2AB1124}"/>
              </a:ext>
            </a:extLst>
          </p:cNvPr>
          <p:cNvGrpSpPr/>
          <p:nvPr/>
        </p:nvGrpSpPr>
        <p:grpSpPr>
          <a:xfrm>
            <a:off x="569762" y="2056649"/>
            <a:ext cx="383344" cy="329174"/>
            <a:chOff x="1315999" y="909114"/>
            <a:chExt cx="871904" cy="748695"/>
          </a:xfrm>
        </p:grpSpPr>
        <p:sp>
          <p:nvSpPr>
            <p:cNvPr id="296" name="Rectangle 295">
              <a:extLst>
                <a:ext uri="{FF2B5EF4-FFF2-40B4-BE49-F238E27FC236}">
                  <a16:creationId xmlns:a16="http://schemas.microsoft.com/office/drawing/2014/main" id="{95B1255C-3ADE-0FF2-0122-4E723E90D102}"/>
                </a:ext>
              </a:extLst>
            </p:cNvPr>
            <p:cNvSpPr/>
            <p:nvPr/>
          </p:nvSpPr>
          <p:spPr>
            <a:xfrm>
              <a:off x="1315999"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298" name="Right Triangle 297">
              <a:extLst>
                <a:ext uri="{FF2B5EF4-FFF2-40B4-BE49-F238E27FC236}">
                  <a16:creationId xmlns:a16="http://schemas.microsoft.com/office/drawing/2014/main" id="{59BB42F3-AF8A-7743-06AB-17371065379B}"/>
                </a:ext>
              </a:extLst>
            </p:cNvPr>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00" name="Group 299">
              <a:extLst>
                <a:ext uri="{FF2B5EF4-FFF2-40B4-BE49-F238E27FC236}">
                  <a16:creationId xmlns:a16="http://schemas.microsoft.com/office/drawing/2014/main" id="{5A0202E7-ECFD-3AD3-3359-E5E7B19F909E}"/>
                </a:ext>
              </a:extLst>
            </p:cNvPr>
            <p:cNvGrpSpPr/>
            <p:nvPr/>
          </p:nvGrpSpPr>
          <p:grpSpPr>
            <a:xfrm>
              <a:off x="2126717" y="918978"/>
              <a:ext cx="45719" cy="75385"/>
              <a:chOff x="3883481" y="2057400"/>
              <a:chExt cx="1608363" cy="2652031"/>
            </a:xfrm>
            <a:solidFill>
              <a:srgbClr val="A6A6A6"/>
            </a:solidFill>
          </p:grpSpPr>
          <p:sp>
            <p:nvSpPr>
              <p:cNvPr id="301" name="Oval 27">
                <a:extLst>
                  <a:ext uri="{FF2B5EF4-FFF2-40B4-BE49-F238E27FC236}">
                    <a16:creationId xmlns:a16="http://schemas.microsoft.com/office/drawing/2014/main" id="{CCBAABE0-AA3A-EF9C-71B5-67B079ECCF5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2" name="Oval 28">
                <a:extLst>
                  <a:ext uri="{FF2B5EF4-FFF2-40B4-BE49-F238E27FC236}">
                    <a16:creationId xmlns:a16="http://schemas.microsoft.com/office/drawing/2014/main" id="{91CF9BC4-6018-7009-9FF0-629B53BE5F5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04" name="Group 303">
            <a:extLst>
              <a:ext uri="{FF2B5EF4-FFF2-40B4-BE49-F238E27FC236}">
                <a16:creationId xmlns:a16="http://schemas.microsoft.com/office/drawing/2014/main" id="{12C52B8E-C7CD-5293-5AD6-AEADD4BAC8D3}"/>
              </a:ext>
            </a:extLst>
          </p:cNvPr>
          <p:cNvGrpSpPr/>
          <p:nvPr/>
        </p:nvGrpSpPr>
        <p:grpSpPr>
          <a:xfrm>
            <a:off x="674462" y="909835"/>
            <a:ext cx="383710" cy="329356"/>
            <a:chOff x="324914" y="1729402"/>
            <a:chExt cx="872735" cy="749109"/>
          </a:xfrm>
        </p:grpSpPr>
        <p:sp>
          <p:nvSpPr>
            <p:cNvPr id="306" name="Rectangle 305">
              <a:extLst>
                <a:ext uri="{FF2B5EF4-FFF2-40B4-BE49-F238E27FC236}">
                  <a16:creationId xmlns:a16="http://schemas.microsoft.com/office/drawing/2014/main" id="{F4753888-45EA-B846-C2CD-6731315EFEE9}"/>
                </a:ext>
              </a:extLst>
            </p:cNvPr>
            <p:cNvSpPr/>
            <p:nvPr/>
          </p:nvSpPr>
          <p:spPr>
            <a:xfrm>
              <a:off x="32491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308" name="Right Triangle 307">
              <a:extLst>
                <a:ext uri="{FF2B5EF4-FFF2-40B4-BE49-F238E27FC236}">
                  <a16:creationId xmlns:a16="http://schemas.microsoft.com/office/drawing/2014/main" id="{D25F7121-7193-05F1-4AD1-F19D006C4E6A}"/>
                </a:ext>
              </a:extLst>
            </p:cNvPr>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10" name="Group 309">
              <a:extLst>
                <a:ext uri="{FF2B5EF4-FFF2-40B4-BE49-F238E27FC236}">
                  <a16:creationId xmlns:a16="http://schemas.microsoft.com/office/drawing/2014/main" id="{5DE38196-ECD6-17EB-5E63-A61ABD9789FF}"/>
                </a:ext>
              </a:extLst>
            </p:cNvPr>
            <p:cNvGrpSpPr/>
            <p:nvPr/>
          </p:nvGrpSpPr>
          <p:grpSpPr>
            <a:xfrm>
              <a:off x="1136463" y="1736885"/>
              <a:ext cx="45719" cy="75385"/>
              <a:chOff x="3883481" y="2057400"/>
              <a:chExt cx="1608363" cy="2652031"/>
            </a:xfrm>
            <a:solidFill>
              <a:srgbClr val="A6A6A6"/>
            </a:solidFill>
          </p:grpSpPr>
          <p:sp>
            <p:nvSpPr>
              <p:cNvPr id="312" name="Oval 27">
                <a:extLst>
                  <a:ext uri="{FF2B5EF4-FFF2-40B4-BE49-F238E27FC236}">
                    <a16:creationId xmlns:a16="http://schemas.microsoft.com/office/drawing/2014/main" id="{26AA9291-7857-7B78-DDD0-6933905B4F9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4" name="Oval 28">
                <a:extLst>
                  <a:ext uri="{FF2B5EF4-FFF2-40B4-BE49-F238E27FC236}">
                    <a16:creationId xmlns:a16="http://schemas.microsoft.com/office/drawing/2014/main" id="{1E892113-7892-FEA6-0935-1615CD507AF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16" name="Group 315">
            <a:extLst>
              <a:ext uri="{FF2B5EF4-FFF2-40B4-BE49-F238E27FC236}">
                <a16:creationId xmlns:a16="http://schemas.microsoft.com/office/drawing/2014/main" id="{1F5CF17E-FEB6-1FAB-C24A-EA49E01DFF24}"/>
              </a:ext>
            </a:extLst>
          </p:cNvPr>
          <p:cNvGrpSpPr/>
          <p:nvPr/>
        </p:nvGrpSpPr>
        <p:grpSpPr>
          <a:xfrm>
            <a:off x="8687041" y="5266438"/>
            <a:ext cx="383346" cy="329356"/>
            <a:chOff x="1315999" y="1729402"/>
            <a:chExt cx="871904" cy="749109"/>
          </a:xfrm>
        </p:grpSpPr>
        <p:sp>
          <p:nvSpPr>
            <p:cNvPr id="318" name="Rectangle 317">
              <a:extLst>
                <a:ext uri="{FF2B5EF4-FFF2-40B4-BE49-F238E27FC236}">
                  <a16:creationId xmlns:a16="http://schemas.microsoft.com/office/drawing/2014/main" id="{65CF5611-BA7B-3F96-BC39-A57B59128EAC}"/>
                </a:ext>
              </a:extLst>
            </p:cNvPr>
            <p:cNvSpPr/>
            <p:nvPr/>
          </p:nvSpPr>
          <p:spPr>
            <a:xfrm>
              <a:off x="131599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320" name="Right Triangle 319">
              <a:extLst>
                <a:ext uri="{FF2B5EF4-FFF2-40B4-BE49-F238E27FC236}">
                  <a16:creationId xmlns:a16="http://schemas.microsoft.com/office/drawing/2014/main" id="{D36CF3FE-A3D1-5C52-FA41-AEAEB16D7A31}"/>
                </a:ext>
              </a:extLst>
            </p:cNvPr>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22" name="Group 321">
              <a:extLst>
                <a:ext uri="{FF2B5EF4-FFF2-40B4-BE49-F238E27FC236}">
                  <a16:creationId xmlns:a16="http://schemas.microsoft.com/office/drawing/2014/main" id="{CC170DF0-ACD7-8897-6B31-4F01AB5742FF}"/>
                </a:ext>
              </a:extLst>
            </p:cNvPr>
            <p:cNvGrpSpPr/>
            <p:nvPr/>
          </p:nvGrpSpPr>
          <p:grpSpPr>
            <a:xfrm>
              <a:off x="2126717" y="1736885"/>
              <a:ext cx="45719" cy="75385"/>
              <a:chOff x="3883481" y="2057400"/>
              <a:chExt cx="1608363" cy="2652031"/>
            </a:xfrm>
            <a:solidFill>
              <a:srgbClr val="A6A6A6"/>
            </a:solidFill>
          </p:grpSpPr>
          <p:sp>
            <p:nvSpPr>
              <p:cNvPr id="324" name="Oval 27">
                <a:extLst>
                  <a:ext uri="{FF2B5EF4-FFF2-40B4-BE49-F238E27FC236}">
                    <a16:creationId xmlns:a16="http://schemas.microsoft.com/office/drawing/2014/main" id="{44EF0FF4-04EE-9D2C-1BC5-628D2384FB5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6" name="Oval 28">
                <a:extLst>
                  <a:ext uri="{FF2B5EF4-FFF2-40B4-BE49-F238E27FC236}">
                    <a16:creationId xmlns:a16="http://schemas.microsoft.com/office/drawing/2014/main" id="{65D5A0E0-F77E-BA4F-37E7-9426C9E6CF3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8" name="Group 327">
            <a:extLst>
              <a:ext uri="{FF2B5EF4-FFF2-40B4-BE49-F238E27FC236}">
                <a16:creationId xmlns:a16="http://schemas.microsoft.com/office/drawing/2014/main" id="{AEDB97F3-26C4-7EF8-6D78-39EADC019ED0}"/>
              </a:ext>
            </a:extLst>
          </p:cNvPr>
          <p:cNvGrpSpPr/>
          <p:nvPr/>
        </p:nvGrpSpPr>
        <p:grpSpPr>
          <a:xfrm>
            <a:off x="534862" y="2438859"/>
            <a:ext cx="383712" cy="329174"/>
            <a:chOff x="324914" y="3371220"/>
            <a:chExt cx="872735" cy="748695"/>
          </a:xfrm>
        </p:grpSpPr>
        <p:sp>
          <p:nvSpPr>
            <p:cNvPr id="330" name="Rectangle 329">
              <a:extLst>
                <a:ext uri="{FF2B5EF4-FFF2-40B4-BE49-F238E27FC236}">
                  <a16:creationId xmlns:a16="http://schemas.microsoft.com/office/drawing/2014/main" id="{456F0DE1-2804-A5B2-91CA-0FDD71374562}"/>
                </a:ext>
              </a:extLst>
            </p:cNvPr>
            <p:cNvSpPr/>
            <p:nvPr/>
          </p:nvSpPr>
          <p:spPr>
            <a:xfrm>
              <a:off x="324914" y="3371220"/>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332" name="Right Triangle 331">
              <a:extLst>
                <a:ext uri="{FF2B5EF4-FFF2-40B4-BE49-F238E27FC236}">
                  <a16:creationId xmlns:a16="http://schemas.microsoft.com/office/drawing/2014/main" id="{DD2D19FC-BC0F-383A-14A9-C2214DCFC658}"/>
                </a:ext>
              </a:extLst>
            </p:cNvPr>
            <p:cNvSpPr/>
            <p:nvPr/>
          </p:nvSpPr>
          <p:spPr>
            <a:xfrm rot="10800000">
              <a:off x="1056136"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34" name="Group 333">
              <a:extLst>
                <a:ext uri="{FF2B5EF4-FFF2-40B4-BE49-F238E27FC236}">
                  <a16:creationId xmlns:a16="http://schemas.microsoft.com/office/drawing/2014/main" id="{AAC54362-8633-A114-E098-AE1913C34ADD}"/>
                </a:ext>
              </a:extLst>
            </p:cNvPr>
            <p:cNvGrpSpPr/>
            <p:nvPr/>
          </p:nvGrpSpPr>
          <p:grpSpPr>
            <a:xfrm>
              <a:off x="1136463" y="3380672"/>
              <a:ext cx="45719" cy="75385"/>
              <a:chOff x="3883481" y="2057400"/>
              <a:chExt cx="1608363" cy="2652031"/>
            </a:xfrm>
            <a:solidFill>
              <a:srgbClr val="A6A6A6"/>
            </a:solidFill>
          </p:grpSpPr>
          <p:sp>
            <p:nvSpPr>
              <p:cNvPr id="336" name="Oval 27">
                <a:extLst>
                  <a:ext uri="{FF2B5EF4-FFF2-40B4-BE49-F238E27FC236}">
                    <a16:creationId xmlns:a16="http://schemas.microsoft.com/office/drawing/2014/main" id="{E1A1BBCB-038D-B602-E0F6-9AE24866CB4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Oval 28">
                <a:extLst>
                  <a:ext uri="{FF2B5EF4-FFF2-40B4-BE49-F238E27FC236}">
                    <a16:creationId xmlns:a16="http://schemas.microsoft.com/office/drawing/2014/main" id="{24ECB226-688F-3FA2-C689-7C5EE07BB76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8" name="Group 337">
            <a:extLst>
              <a:ext uri="{FF2B5EF4-FFF2-40B4-BE49-F238E27FC236}">
                <a16:creationId xmlns:a16="http://schemas.microsoft.com/office/drawing/2014/main" id="{5816C6E8-C5B9-21CD-0234-EAD6FDF2E3DC}"/>
              </a:ext>
            </a:extLst>
          </p:cNvPr>
          <p:cNvGrpSpPr/>
          <p:nvPr/>
        </p:nvGrpSpPr>
        <p:grpSpPr>
          <a:xfrm>
            <a:off x="708878" y="5124608"/>
            <a:ext cx="383344" cy="329174"/>
            <a:chOff x="1315999" y="3370808"/>
            <a:chExt cx="871904" cy="748695"/>
          </a:xfrm>
        </p:grpSpPr>
        <p:sp>
          <p:nvSpPr>
            <p:cNvPr id="339" name="Rectangle 338">
              <a:extLst>
                <a:ext uri="{FF2B5EF4-FFF2-40B4-BE49-F238E27FC236}">
                  <a16:creationId xmlns:a16="http://schemas.microsoft.com/office/drawing/2014/main" id="{4BE49A19-A40C-D7C0-77CD-64DC508FB74B}"/>
                </a:ext>
              </a:extLst>
            </p:cNvPr>
            <p:cNvSpPr/>
            <p:nvPr/>
          </p:nvSpPr>
          <p:spPr>
            <a:xfrm>
              <a:off x="131599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340" name="Right Triangle 339">
              <a:extLst>
                <a:ext uri="{FF2B5EF4-FFF2-40B4-BE49-F238E27FC236}">
                  <a16:creationId xmlns:a16="http://schemas.microsoft.com/office/drawing/2014/main" id="{69BB01BD-265C-C520-77DF-57A66C2E757E}"/>
                </a:ext>
              </a:extLst>
            </p:cNvPr>
            <p:cNvSpPr/>
            <p:nvPr/>
          </p:nvSpPr>
          <p:spPr>
            <a:xfrm rot="10800000">
              <a:off x="2046390"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41" name="Group 340">
              <a:extLst>
                <a:ext uri="{FF2B5EF4-FFF2-40B4-BE49-F238E27FC236}">
                  <a16:creationId xmlns:a16="http://schemas.microsoft.com/office/drawing/2014/main" id="{3714FCCE-2D3B-7ABA-0F84-CEDE993C6A03}"/>
                </a:ext>
              </a:extLst>
            </p:cNvPr>
            <p:cNvGrpSpPr/>
            <p:nvPr/>
          </p:nvGrpSpPr>
          <p:grpSpPr>
            <a:xfrm>
              <a:off x="2126717" y="3380672"/>
              <a:ext cx="45719" cy="75385"/>
              <a:chOff x="3883481" y="2057400"/>
              <a:chExt cx="1608363" cy="2652031"/>
            </a:xfrm>
            <a:solidFill>
              <a:srgbClr val="A6A6A6"/>
            </a:solidFill>
          </p:grpSpPr>
          <p:sp>
            <p:nvSpPr>
              <p:cNvPr id="342" name="Oval 27">
                <a:extLst>
                  <a:ext uri="{FF2B5EF4-FFF2-40B4-BE49-F238E27FC236}">
                    <a16:creationId xmlns:a16="http://schemas.microsoft.com/office/drawing/2014/main" id="{532AECEE-14C0-11AF-D626-E1ED520DCF0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3" name="Oval 28">
                <a:extLst>
                  <a:ext uri="{FF2B5EF4-FFF2-40B4-BE49-F238E27FC236}">
                    <a16:creationId xmlns:a16="http://schemas.microsoft.com/office/drawing/2014/main" id="{F6FD5F0A-57C1-1A1A-AA11-AC2BEB7392B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4" name="Group 343">
            <a:extLst>
              <a:ext uri="{FF2B5EF4-FFF2-40B4-BE49-F238E27FC236}">
                <a16:creationId xmlns:a16="http://schemas.microsoft.com/office/drawing/2014/main" id="{7777357A-04CA-6DF5-DF28-81BD2A0D551C}"/>
              </a:ext>
            </a:extLst>
          </p:cNvPr>
          <p:cNvGrpSpPr/>
          <p:nvPr/>
        </p:nvGrpSpPr>
        <p:grpSpPr>
          <a:xfrm>
            <a:off x="534862" y="3203279"/>
            <a:ext cx="383712" cy="329538"/>
            <a:chOff x="324914" y="4191096"/>
            <a:chExt cx="872735" cy="749521"/>
          </a:xfrm>
        </p:grpSpPr>
        <p:sp>
          <p:nvSpPr>
            <p:cNvPr id="345" name="Rectangle 344">
              <a:extLst>
                <a:ext uri="{FF2B5EF4-FFF2-40B4-BE49-F238E27FC236}">
                  <a16:creationId xmlns:a16="http://schemas.microsoft.com/office/drawing/2014/main" id="{7BE9D17A-05C4-128C-0945-8F1022C9E7F2}"/>
                </a:ext>
              </a:extLst>
            </p:cNvPr>
            <p:cNvSpPr/>
            <p:nvPr/>
          </p:nvSpPr>
          <p:spPr>
            <a:xfrm>
              <a:off x="32491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Passwordless Auth. (inc. FIDO 2.0)</a:t>
              </a:r>
            </a:p>
          </p:txBody>
        </p:sp>
        <p:sp>
          <p:nvSpPr>
            <p:cNvPr id="346" name="Right Triangle 345">
              <a:extLst>
                <a:ext uri="{FF2B5EF4-FFF2-40B4-BE49-F238E27FC236}">
                  <a16:creationId xmlns:a16="http://schemas.microsoft.com/office/drawing/2014/main" id="{BA48DDC8-0337-9E1B-FB6F-1C78D9273F55}"/>
                </a:ext>
              </a:extLst>
            </p:cNvPr>
            <p:cNvSpPr/>
            <p:nvPr/>
          </p:nvSpPr>
          <p:spPr>
            <a:xfrm rot="10800000">
              <a:off x="1056136"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47" name="Group 346">
              <a:extLst>
                <a:ext uri="{FF2B5EF4-FFF2-40B4-BE49-F238E27FC236}">
                  <a16:creationId xmlns:a16="http://schemas.microsoft.com/office/drawing/2014/main" id="{CBFB0EFE-A37C-23DD-0AF2-91F2B2E03A6B}"/>
                </a:ext>
              </a:extLst>
            </p:cNvPr>
            <p:cNvGrpSpPr/>
            <p:nvPr/>
          </p:nvGrpSpPr>
          <p:grpSpPr>
            <a:xfrm>
              <a:off x="1136463" y="4198579"/>
              <a:ext cx="45719" cy="75385"/>
              <a:chOff x="3883481" y="2057400"/>
              <a:chExt cx="1608363" cy="2652031"/>
            </a:xfrm>
            <a:solidFill>
              <a:srgbClr val="A6A6A6"/>
            </a:solidFill>
          </p:grpSpPr>
          <p:sp>
            <p:nvSpPr>
              <p:cNvPr id="348" name="Oval 27">
                <a:extLst>
                  <a:ext uri="{FF2B5EF4-FFF2-40B4-BE49-F238E27FC236}">
                    <a16:creationId xmlns:a16="http://schemas.microsoft.com/office/drawing/2014/main" id="{F402C238-DB53-2C5F-72F5-E34E2525101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9" name="Oval 28">
                <a:extLst>
                  <a:ext uri="{FF2B5EF4-FFF2-40B4-BE49-F238E27FC236}">
                    <a16:creationId xmlns:a16="http://schemas.microsoft.com/office/drawing/2014/main" id="{F9E2171A-70FA-2A04-2226-1EAD016085D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50" name="Group 349">
            <a:extLst>
              <a:ext uri="{FF2B5EF4-FFF2-40B4-BE49-F238E27FC236}">
                <a16:creationId xmlns:a16="http://schemas.microsoft.com/office/drawing/2014/main" id="{67DF6664-E1E9-5E27-5E98-FDF5479DE010}"/>
              </a:ext>
            </a:extLst>
          </p:cNvPr>
          <p:cNvGrpSpPr/>
          <p:nvPr/>
        </p:nvGrpSpPr>
        <p:grpSpPr>
          <a:xfrm>
            <a:off x="569762" y="3585853"/>
            <a:ext cx="383344" cy="329538"/>
            <a:chOff x="1315999" y="4191096"/>
            <a:chExt cx="871904" cy="749521"/>
          </a:xfrm>
        </p:grpSpPr>
        <p:sp>
          <p:nvSpPr>
            <p:cNvPr id="351" name="Rectangle 350">
              <a:extLst>
                <a:ext uri="{FF2B5EF4-FFF2-40B4-BE49-F238E27FC236}">
                  <a16:creationId xmlns:a16="http://schemas.microsoft.com/office/drawing/2014/main" id="{15A38703-5FA9-9C4B-8988-F03626384DD2}"/>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352" name="Right Triangle 351">
              <a:extLst>
                <a:ext uri="{FF2B5EF4-FFF2-40B4-BE49-F238E27FC236}">
                  <a16:creationId xmlns:a16="http://schemas.microsoft.com/office/drawing/2014/main" id="{D1D4B902-E958-538D-2B82-F5AFEABEE50C}"/>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53" name="Group 352">
              <a:extLst>
                <a:ext uri="{FF2B5EF4-FFF2-40B4-BE49-F238E27FC236}">
                  <a16:creationId xmlns:a16="http://schemas.microsoft.com/office/drawing/2014/main" id="{5D03F9B8-2B4E-8DC4-D713-C6D47286D5AE}"/>
                </a:ext>
              </a:extLst>
            </p:cNvPr>
            <p:cNvGrpSpPr/>
            <p:nvPr/>
          </p:nvGrpSpPr>
          <p:grpSpPr>
            <a:xfrm>
              <a:off x="2126717" y="4198579"/>
              <a:ext cx="45719" cy="75385"/>
              <a:chOff x="3883481" y="2057400"/>
              <a:chExt cx="1608363" cy="2652031"/>
            </a:xfrm>
            <a:solidFill>
              <a:srgbClr val="A6A6A6"/>
            </a:solidFill>
          </p:grpSpPr>
          <p:sp>
            <p:nvSpPr>
              <p:cNvPr id="354" name="Oval 27">
                <a:extLst>
                  <a:ext uri="{FF2B5EF4-FFF2-40B4-BE49-F238E27FC236}">
                    <a16:creationId xmlns:a16="http://schemas.microsoft.com/office/drawing/2014/main" id="{A61F5C70-9924-8E44-AD37-5704DA3654A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5" name="Oval 28">
                <a:extLst>
                  <a:ext uri="{FF2B5EF4-FFF2-40B4-BE49-F238E27FC236}">
                    <a16:creationId xmlns:a16="http://schemas.microsoft.com/office/drawing/2014/main" id="{0A0539D4-C469-9611-64A8-820557DC7C9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56" name="Group 355">
            <a:extLst>
              <a:ext uri="{FF2B5EF4-FFF2-40B4-BE49-F238E27FC236}">
                <a16:creationId xmlns:a16="http://schemas.microsoft.com/office/drawing/2014/main" id="{A4E37D66-537D-45F0-0502-DE2B7B564EB9}"/>
              </a:ext>
            </a:extLst>
          </p:cNvPr>
          <p:cNvGrpSpPr/>
          <p:nvPr/>
        </p:nvGrpSpPr>
        <p:grpSpPr>
          <a:xfrm>
            <a:off x="674462" y="4733029"/>
            <a:ext cx="383344" cy="329174"/>
            <a:chOff x="1315999" y="2560818"/>
            <a:chExt cx="871904" cy="748695"/>
          </a:xfrm>
        </p:grpSpPr>
        <p:sp>
          <p:nvSpPr>
            <p:cNvPr id="357" name="Rectangle 356">
              <a:extLst>
                <a:ext uri="{FF2B5EF4-FFF2-40B4-BE49-F238E27FC236}">
                  <a16:creationId xmlns:a16="http://schemas.microsoft.com/office/drawing/2014/main" id="{99BF603B-EA1A-96C6-5EB2-6E91B644AAF0}"/>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358" name="Right Triangle 357">
              <a:extLst>
                <a:ext uri="{FF2B5EF4-FFF2-40B4-BE49-F238E27FC236}">
                  <a16:creationId xmlns:a16="http://schemas.microsoft.com/office/drawing/2014/main" id="{F2BB322C-C981-1366-1284-539C09DE975A}"/>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59" name="Group 358">
              <a:extLst>
                <a:ext uri="{FF2B5EF4-FFF2-40B4-BE49-F238E27FC236}">
                  <a16:creationId xmlns:a16="http://schemas.microsoft.com/office/drawing/2014/main" id="{27C15358-44BB-3CD1-5E9D-4489A9AB66D1}"/>
                </a:ext>
              </a:extLst>
            </p:cNvPr>
            <p:cNvGrpSpPr/>
            <p:nvPr/>
          </p:nvGrpSpPr>
          <p:grpSpPr>
            <a:xfrm>
              <a:off x="2126717" y="2576032"/>
              <a:ext cx="45719" cy="75385"/>
              <a:chOff x="3883481" y="2057400"/>
              <a:chExt cx="1608363" cy="2652031"/>
            </a:xfrm>
            <a:solidFill>
              <a:srgbClr val="A6A6A6"/>
            </a:solidFill>
          </p:grpSpPr>
          <p:sp>
            <p:nvSpPr>
              <p:cNvPr id="360" name="Oval 27">
                <a:extLst>
                  <a:ext uri="{FF2B5EF4-FFF2-40B4-BE49-F238E27FC236}">
                    <a16:creationId xmlns:a16="http://schemas.microsoft.com/office/drawing/2014/main" id="{7744455F-BC08-4A50-0818-56550CCBB13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1" name="Oval 28">
                <a:extLst>
                  <a:ext uri="{FF2B5EF4-FFF2-40B4-BE49-F238E27FC236}">
                    <a16:creationId xmlns:a16="http://schemas.microsoft.com/office/drawing/2014/main" id="{65A5146E-2417-16C5-A9BC-88EDD4A112C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62" name="Group 361">
            <a:extLst>
              <a:ext uri="{FF2B5EF4-FFF2-40B4-BE49-F238E27FC236}">
                <a16:creationId xmlns:a16="http://schemas.microsoft.com/office/drawing/2014/main" id="{FE82C651-DF58-4B27-832C-385C4888119A}"/>
              </a:ext>
            </a:extLst>
          </p:cNvPr>
          <p:cNvGrpSpPr/>
          <p:nvPr/>
        </p:nvGrpSpPr>
        <p:grpSpPr>
          <a:xfrm>
            <a:off x="10900817" y="363038"/>
            <a:ext cx="383344" cy="329174"/>
            <a:chOff x="2307084" y="2560818"/>
            <a:chExt cx="871904" cy="748695"/>
          </a:xfrm>
        </p:grpSpPr>
        <p:sp>
          <p:nvSpPr>
            <p:cNvPr id="363" name="Rectangle 362">
              <a:extLst>
                <a:ext uri="{FF2B5EF4-FFF2-40B4-BE49-F238E27FC236}">
                  <a16:creationId xmlns:a16="http://schemas.microsoft.com/office/drawing/2014/main" id="{C019F194-F873-497D-DB1D-75FBC6A66AF5}"/>
                </a:ext>
              </a:extLst>
            </p:cNvPr>
            <p:cNvSpPr/>
            <p:nvPr/>
          </p:nvSpPr>
          <p:spPr>
            <a:xfrm>
              <a:off x="230708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364" name="Right Triangle 363">
              <a:extLst>
                <a:ext uri="{FF2B5EF4-FFF2-40B4-BE49-F238E27FC236}">
                  <a16:creationId xmlns:a16="http://schemas.microsoft.com/office/drawing/2014/main" id="{4A3E7DF8-4ADD-5834-039B-7E048DA19DFA}"/>
                </a:ext>
              </a:extLst>
            </p:cNvPr>
            <p:cNvSpPr/>
            <p:nvPr/>
          </p:nvSpPr>
          <p:spPr>
            <a:xfrm rot="10800000">
              <a:off x="3031994"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65" name="Group 364">
              <a:extLst>
                <a:ext uri="{FF2B5EF4-FFF2-40B4-BE49-F238E27FC236}">
                  <a16:creationId xmlns:a16="http://schemas.microsoft.com/office/drawing/2014/main" id="{14BB9D46-7DD5-9319-42F1-1071D2A7F4B4}"/>
                </a:ext>
              </a:extLst>
            </p:cNvPr>
            <p:cNvGrpSpPr/>
            <p:nvPr/>
          </p:nvGrpSpPr>
          <p:grpSpPr>
            <a:xfrm>
              <a:off x="3112321" y="2575860"/>
              <a:ext cx="45719" cy="75385"/>
              <a:chOff x="3883481" y="2057400"/>
              <a:chExt cx="1608363" cy="2652031"/>
            </a:xfrm>
            <a:solidFill>
              <a:srgbClr val="A6A6A6"/>
            </a:solidFill>
          </p:grpSpPr>
          <p:sp>
            <p:nvSpPr>
              <p:cNvPr id="366" name="Oval 27">
                <a:extLst>
                  <a:ext uri="{FF2B5EF4-FFF2-40B4-BE49-F238E27FC236}">
                    <a16:creationId xmlns:a16="http://schemas.microsoft.com/office/drawing/2014/main" id="{02793FD0-51C7-E13C-A16C-72C502051BA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7" name="Oval 28">
                <a:extLst>
                  <a:ext uri="{FF2B5EF4-FFF2-40B4-BE49-F238E27FC236}">
                    <a16:creationId xmlns:a16="http://schemas.microsoft.com/office/drawing/2014/main" id="{1C764160-2A52-80BB-E526-1E3A0629916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68" name="Group 367">
            <a:extLst>
              <a:ext uri="{FF2B5EF4-FFF2-40B4-BE49-F238E27FC236}">
                <a16:creationId xmlns:a16="http://schemas.microsoft.com/office/drawing/2014/main" id="{AD697B4C-CDBE-6588-C6DA-7F369A45D505}"/>
              </a:ext>
            </a:extLst>
          </p:cNvPr>
          <p:cNvGrpSpPr/>
          <p:nvPr/>
        </p:nvGrpSpPr>
        <p:grpSpPr>
          <a:xfrm>
            <a:off x="1152396" y="5174139"/>
            <a:ext cx="383344" cy="329174"/>
            <a:chOff x="3294263" y="2560818"/>
            <a:chExt cx="871904" cy="748695"/>
          </a:xfrm>
        </p:grpSpPr>
        <p:sp>
          <p:nvSpPr>
            <p:cNvPr id="369" name="Rectangle 368">
              <a:hlinkHover r:id="" action="ppaction://noaction" highlightClick="1"/>
              <a:extLst>
                <a:ext uri="{FF2B5EF4-FFF2-40B4-BE49-F238E27FC236}">
                  <a16:creationId xmlns:a16="http://schemas.microsoft.com/office/drawing/2014/main" id="{ABC54CC8-B4B2-230A-F27A-FEE242E9BE3E}"/>
                </a:ext>
              </a:extLst>
            </p:cNvPr>
            <p:cNvSpPr/>
            <p:nvPr/>
          </p:nvSpPr>
          <p:spPr>
            <a:xfrm>
              <a:off x="3294263"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Guard</a:t>
              </a:r>
            </a:p>
          </p:txBody>
        </p:sp>
        <p:sp>
          <p:nvSpPr>
            <p:cNvPr id="370" name="Right Triangle 369">
              <a:extLst>
                <a:ext uri="{FF2B5EF4-FFF2-40B4-BE49-F238E27FC236}">
                  <a16:creationId xmlns:a16="http://schemas.microsoft.com/office/drawing/2014/main" id="{0670E8F7-F096-FE13-399B-3063BF4AEB98}"/>
                </a:ext>
              </a:extLst>
            </p:cNvPr>
            <p:cNvSpPr/>
            <p:nvPr/>
          </p:nvSpPr>
          <p:spPr>
            <a:xfrm rot="10800000">
              <a:off x="4017485"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71" name="Group 370">
              <a:extLst>
                <a:ext uri="{FF2B5EF4-FFF2-40B4-BE49-F238E27FC236}">
                  <a16:creationId xmlns:a16="http://schemas.microsoft.com/office/drawing/2014/main" id="{41A20F14-C00C-A542-0972-F2263AE8FA92}"/>
                </a:ext>
              </a:extLst>
            </p:cNvPr>
            <p:cNvGrpSpPr/>
            <p:nvPr/>
          </p:nvGrpSpPr>
          <p:grpSpPr>
            <a:xfrm>
              <a:off x="4097812" y="2575860"/>
              <a:ext cx="45719" cy="75385"/>
              <a:chOff x="3883481" y="2057400"/>
              <a:chExt cx="1608363" cy="2652031"/>
            </a:xfrm>
            <a:solidFill>
              <a:srgbClr val="A6A6A6"/>
            </a:solidFill>
          </p:grpSpPr>
          <p:sp>
            <p:nvSpPr>
              <p:cNvPr id="372" name="Oval 27">
                <a:extLst>
                  <a:ext uri="{FF2B5EF4-FFF2-40B4-BE49-F238E27FC236}">
                    <a16:creationId xmlns:a16="http://schemas.microsoft.com/office/drawing/2014/main" id="{8F7528D8-8D1D-840C-C399-D46FB4F15C1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3" name="Oval 28">
                <a:extLst>
                  <a:ext uri="{FF2B5EF4-FFF2-40B4-BE49-F238E27FC236}">
                    <a16:creationId xmlns:a16="http://schemas.microsoft.com/office/drawing/2014/main" id="{28FBA2ED-3AD4-8AD6-0864-9F07A69A3C1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74" name="Group 373">
            <a:extLst>
              <a:ext uri="{FF2B5EF4-FFF2-40B4-BE49-F238E27FC236}">
                <a16:creationId xmlns:a16="http://schemas.microsoft.com/office/drawing/2014/main" id="{899C478A-C1BC-8CC5-BD67-49F695BBEE82}"/>
              </a:ext>
            </a:extLst>
          </p:cNvPr>
          <p:cNvGrpSpPr/>
          <p:nvPr/>
        </p:nvGrpSpPr>
        <p:grpSpPr>
          <a:xfrm>
            <a:off x="1595212" y="342098"/>
            <a:ext cx="383344" cy="329174"/>
            <a:chOff x="2307084" y="3370808"/>
            <a:chExt cx="871904" cy="748695"/>
          </a:xfrm>
        </p:grpSpPr>
        <p:sp>
          <p:nvSpPr>
            <p:cNvPr id="375" name="Rectangle 374">
              <a:extLst>
                <a:ext uri="{FF2B5EF4-FFF2-40B4-BE49-F238E27FC236}">
                  <a16:creationId xmlns:a16="http://schemas.microsoft.com/office/drawing/2014/main" id="{2BD90AE7-FB16-F063-2CE9-E339AC4254E4}"/>
                </a:ext>
              </a:extLst>
            </p:cNvPr>
            <p:cNvSpPr/>
            <p:nvPr/>
          </p:nvSpPr>
          <p:spPr>
            <a:xfrm>
              <a:off x="230708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376" name="Right Triangle 375">
              <a:extLst>
                <a:ext uri="{FF2B5EF4-FFF2-40B4-BE49-F238E27FC236}">
                  <a16:creationId xmlns:a16="http://schemas.microsoft.com/office/drawing/2014/main" id="{C3B4F690-8311-9892-352E-E9D896CB8FB3}"/>
                </a:ext>
              </a:extLst>
            </p:cNvPr>
            <p:cNvSpPr/>
            <p:nvPr/>
          </p:nvSpPr>
          <p:spPr>
            <a:xfrm rot="10800000">
              <a:off x="3031994"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77" name="Group 376">
              <a:extLst>
                <a:ext uri="{FF2B5EF4-FFF2-40B4-BE49-F238E27FC236}">
                  <a16:creationId xmlns:a16="http://schemas.microsoft.com/office/drawing/2014/main" id="{E3BF757C-F77B-EA4E-1252-1CE894A1CAAB}"/>
                </a:ext>
              </a:extLst>
            </p:cNvPr>
            <p:cNvGrpSpPr/>
            <p:nvPr/>
          </p:nvGrpSpPr>
          <p:grpSpPr>
            <a:xfrm>
              <a:off x="3112321" y="3389004"/>
              <a:ext cx="45719" cy="75385"/>
              <a:chOff x="3883481" y="2057400"/>
              <a:chExt cx="1608363" cy="2652031"/>
            </a:xfrm>
            <a:solidFill>
              <a:srgbClr val="A6A6A6"/>
            </a:solidFill>
          </p:grpSpPr>
          <p:sp>
            <p:nvSpPr>
              <p:cNvPr id="378" name="Oval 27">
                <a:extLst>
                  <a:ext uri="{FF2B5EF4-FFF2-40B4-BE49-F238E27FC236}">
                    <a16:creationId xmlns:a16="http://schemas.microsoft.com/office/drawing/2014/main" id="{7C22C440-084B-F1B4-EA30-ED7E6D442A0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9" name="Oval 28">
                <a:extLst>
                  <a:ext uri="{FF2B5EF4-FFF2-40B4-BE49-F238E27FC236}">
                    <a16:creationId xmlns:a16="http://schemas.microsoft.com/office/drawing/2014/main" id="{362C6AC0-5171-B605-06D3-B30F612C700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80" name="Group 379">
            <a:extLst>
              <a:ext uri="{FF2B5EF4-FFF2-40B4-BE49-F238E27FC236}">
                <a16:creationId xmlns:a16="http://schemas.microsoft.com/office/drawing/2014/main" id="{ABECD373-B3A2-5CAB-4CB2-B2EC52242C74}"/>
              </a:ext>
            </a:extLst>
          </p:cNvPr>
          <p:cNvGrpSpPr/>
          <p:nvPr/>
        </p:nvGrpSpPr>
        <p:grpSpPr>
          <a:xfrm>
            <a:off x="11467801" y="2078238"/>
            <a:ext cx="383344" cy="329174"/>
            <a:chOff x="3298169" y="3370808"/>
            <a:chExt cx="871904" cy="748695"/>
          </a:xfrm>
        </p:grpSpPr>
        <p:sp>
          <p:nvSpPr>
            <p:cNvPr id="381" name="Rectangle 380">
              <a:extLst>
                <a:ext uri="{FF2B5EF4-FFF2-40B4-BE49-F238E27FC236}">
                  <a16:creationId xmlns:a16="http://schemas.microsoft.com/office/drawing/2014/main" id="{A000D376-3008-70EA-66A8-5F8145B7352F}"/>
                </a:ext>
              </a:extLst>
            </p:cNvPr>
            <p:cNvSpPr/>
            <p:nvPr/>
          </p:nvSpPr>
          <p:spPr>
            <a:xfrm>
              <a:off x="329816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382" name="Right Triangle 381">
              <a:extLst>
                <a:ext uri="{FF2B5EF4-FFF2-40B4-BE49-F238E27FC236}">
                  <a16:creationId xmlns:a16="http://schemas.microsoft.com/office/drawing/2014/main" id="{D3957A16-3117-9683-3B38-C64DD64BF45F}"/>
                </a:ext>
              </a:extLst>
            </p:cNvPr>
            <p:cNvSpPr/>
            <p:nvPr/>
          </p:nvSpPr>
          <p:spPr>
            <a:xfrm rot="10800000">
              <a:off x="4022248"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83" name="Group 382">
              <a:extLst>
                <a:ext uri="{FF2B5EF4-FFF2-40B4-BE49-F238E27FC236}">
                  <a16:creationId xmlns:a16="http://schemas.microsoft.com/office/drawing/2014/main" id="{D3F1D698-53D0-822D-6FB7-56DFF6FE6628}"/>
                </a:ext>
              </a:extLst>
            </p:cNvPr>
            <p:cNvGrpSpPr/>
            <p:nvPr/>
          </p:nvGrpSpPr>
          <p:grpSpPr>
            <a:xfrm>
              <a:off x="4102575" y="3389004"/>
              <a:ext cx="45719" cy="75385"/>
              <a:chOff x="3883481" y="2057400"/>
              <a:chExt cx="1608363" cy="2652031"/>
            </a:xfrm>
            <a:solidFill>
              <a:srgbClr val="A6A6A6"/>
            </a:solidFill>
          </p:grpSpPr>
          <p:sp>
            <p:nvSpPr>
              <p:cNvPr id="384" name="Oval 27">
                <a:extLst>
                  <a:ext uri="{FF2B5EF4-FFF2-40B4-BE49-F238E27FC236}">
                    <a16:creationId xmlns:a16="http://schemas.microsoft.com/office/drawing/2014/main" id="{4DF7802C-4A70-E2D7-5D78-0603C61033B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5" name="Oval 28">
                <a:extLst>
                  <a:ext uri="{FF2B5EF4-FFF2-40B4-BE49-F238E27FC236}">
                    <a16:creationId xmlns:a16="http://schemas.microsoft.com/office/drawing/2014/main" id="{EA724BC5-D879-432B-4A12-9D6DA24C1C5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86" name="Group 385">
            <a:extLst>
              <a:ext uri="{FF2B5EF4-FFF2-40B4-BE49-F238E27FC236}">
                <a16:creationId xmlns:a16="http://schemas.microsoft.com/office/drawing/2014/main" id="{ACB518DF-417E-FAF4-9CE3-41FD537EE33A}"/>
              </a:ext>
            </a:extLst>
          </p:cNvPr>
          <p:cNvGrpSpPr/>
          <p:nvPr/>
        </p:nvGrpSpPr>
        <p:grpSpPr>
          <a:xfrm>
            <a:off x="2485715" y="5243068"/>
            <a:ext cx="383344" cy="331037"/>
            <a:chOff x="2307082" y="4187682"/>
            <a:chExt cx="871903" cy="752933"/>
          </a:xfrm>
        </p:grpSpPr>
        <p:sp>
          <p:nvSpPr>
            <p:cNvPr id="387" name="Rectangle 386">
              <a:extLst>
                <a:ext uri="{FF2B5EF4-FFF2-40B4-BE49-F238E27FC236}">
                  <a16:creationId xmlns:a16="http://schemas.microsoft.com/office/drawing/2014/main" id="{5AC8CD75-C490-79C4-7DEC-661579B00E1D}"/>
                </a:ext>
              </a:extLst>
            </p:cNvPr>
            <p:cNvSpPr/>
            <p:nvPr/>
          </p:nvSpPr>
          <p:spPr>
            <a:xfrm>
              <a:off x="2307082" y="4191920"/>
              <a:ext cx="871903"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388" name="Right Triangle 387">
              <a:extLst>
                <a:ext uri="{FF2B5EF4-FFF2-40B4-BE49-F238E27FC236}">
                  <a16:creationId xmlns:a16="http://schemas.microsoft.com/office/drawing/2014/main" id="{FB6A25A3-024A-E1C4-364F-7053E1576EF2}"/>
                </a:ext>
              </a:extLst>
            </p:cNvPr>
            <p:cNvSpPr/>
            <p:nvPr/>
          </p:nvSpPr>
          <p:spPr>
            <a:xfrm rot="10800000">
              <a:off x="3036801" y="418768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89" name="Group 388">
              <a:extLst>
                <a:ext uri="{FF2B5EF4-FFF2-40B4-BE49-F238E27FC236}">
                  <a16:creationId xmlns:a16="http://schemas.microsoft.com/office/drawing/2014/main" id="{14B13D00-309C-2B75-3CAD-9873E04407C0}"/>
                </a:ext>
              </a:extLst>
            </p:cNvPr>
            <p:cNvGrpSpPr/>
            <p:nvPr/>
          </p:nvGrpSpPr>
          <p:grpSpPr>
            <a:xfrm>
              <a:off x="3117128" y="4195165"/>
              <a:ext cx="45719" cy="75385"/>
              <a:chOff x="3883481" y="2057400"/>
              <a:chExt cx="1608363" cy="2652031"/>
            </a:xfrm>
            <a:solidFill>
              <a:srgbClr val="A6A6A6"/>
            </a:solidFill>
          </p:grpSpPr>
          <p:sp>
            <p:nvSpPr>
              <p:cNvPr id="390" name="Oval 27">
                <a:extLst>
                  <a:ext uri="{FF2B5EF4-FFF2-40B4-BE49-F238E27FC236}">
                    <a16:creationId xmlns:a16="http://schemas.microsoft.com/office/drawing/2014/main" id="{BD0C7A19-5E2B-2C02-2000-557458F7018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1" name="Oval 28">
                <a:extLst>
                  <a:ext uri="{FF2B5EF4-FFF2-40B4-BE49-F238E27FC236}">
                    <a16:creationId xmlns:a16="http://schemas.microsoft.com/office/drawing/2014/main" id="{78BB3281-461B-5079-54BD-EF305C06AB4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92" name="Group 391">
            <a:extLst>
              <a:ext uri="{FF2B5EF4-FFF2-40B4-BE49-F238E27FC236}">
                <a16:creationId xmlns:a16="http://schemas.microsoft.com/office/drawing/2014/main" id="{F600482B-0F30-33A6-BE7A-58559C2FE1A3}"/>
              </a:ext>
            </a:extLst>
          </p:cNvPr>
          <p:cNvGrpSpPr/>
          <p:nvPr/>
        </p:nvGrpSpPr>
        <p:grpSpPr>
          <a:xfrm>
            <a:off x="4695687" y="195518"/>
            <a:ext cx="383344" cy="329174"/>
            <a:chOff x="4289254" y="1729816"/>
            <a:chExt cx="871904" cy="748695"/>
          </a:xfrm>
        </p:grpSpPr>
        <p:sp>
          <p:nvSpPr>
            <p:cNvPr id="393" name="Rectangle 392">
              <a:extLst>
                <a:ext uri="{FF2B5EF4-FFF2-40B4-BE49-F238E27FC236}">
                  <a16:creationId xmlns:a16="http://schemas.microsoft.com/office/drawing/2014/main" id="{832ADA2F-6A17-FBA1-4A31-0C9B56111B86}"/>
                </a:ext>
              </a:extLst>
            </p:cNvPr>
            <p:cNvSpPr/>
            <p:nvPr/>
          </p:nvSpPr>
          <p:spPr>
            <a:xfrm>
              <a:off x="428925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394" name="Right Triangle 393">
              <a:extLst>
                <a:ext uri="{FF2B5EF4-FFF2-40B4-BE49-F238E27FC236}">
                  <a16:creationId xmlns:a16="http://schemas.microsoft.com/office/drawing/2014/main" id="{1445EA92-FEE1-CD65-4F59-370B12C5827F}"/>
                </a:ext>
              </a:extLst>
            </p:cNvPr>
            <p:cNvSpPr/>
            <p:nvPr/>
          </p:nvSpPr>
          <p:spPr>
            <a:xfrm rot="10800000">
              <a:off x="5013435"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95" name="Group 394">
              <a:extLst>
                <a:ext uri="{FF2B5EF4-FFF2-40B4-BE49-F238E27FC236}">
                  <a16:creationId xmlns:a16="http://schemas.microsoft.com/office/drawing/2014/main" id="{E812A61A-55FE-C406-71A0-5D49ED2809B7}"/>
                </a:ext>
              </a:extLst>
            </p:cNvPr>
            <p:cNvGrpSpPr/>
            <p:nvPr/>
          </p:nvGrpSpPr>
          <p:grpSpPr>
            <a:xfrm>
              <a:off x="5093762" y="1742900"/>
              <a:ext cx="45719" cy="75385"/>
              <a:chOff x="3883481" y="2057400"/>
              <a:chExt cx="1608363" cy="2652031"/>
            </a:xfrm>
            <a:solidFill>
              <a:srgbClr val="A6A6A6"/>
            </a:solidFill>
          </p:grpSpPr>
          <p:sp>
            <p:nvSpPr>
              <p:cNvPr id="396" name="Oval 27">
                <a:extLst>
                  <a:ext uri="{FF2B5EF4-FFF2-40B4-BE49-F238E27FC236}">
                    <a16:creationId xmlns:a16="http://schemas.microsoft.com/office/drawing/2014/main" id="{A8F88218-5B90-202A-11D1-43ADEC3583E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7" name="Oval 28">
                <a:extLst>
                  <a:ext uri="{FF2B5EF4-FFF2-40B4-BE49-F238E27FC236}">
                    <a16:creationId xmlns:a16="http://schemas.microsoft.com/office/drawing/2014/main" id="{020AD9E4-29C9-9DF4-9CA8-A8412BFC349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98" name="Group 397">
            <a:extLst>
              <a:ext uri="{FF2B5EF4-FFF2-40B4-BE49-F238E27FC236}">
                <a16:creationId xmlns:a16="http://schemas.microsoft.com/office/drawing/2014/main" id="{A5FF542D-7AB1-1AA6-5DE0-F6AAA8F903FE}"/>
              </a:ext>
            </a:extLst>
          </p:cNvPr>
          <p:cNvGrpSpPr/>
          <p:nvPr/>
        </p:nvGrpSpPr>
        <p:grpSpPr>
          <a:xfrm>
            <a:off x="628940" y="4359059"/>
            <a:ext cx="383344" cy="329174"/>
            <a:chOff x="4289254" y="2560818"/>
            <a:chExt cx="871904" cy="748695"/>
          </a:xfrm>
        </p:grpSpPr>
        <p:sp>
          <p:nvSpPr>
            <p:cNvPr id="399" name="Rectangle 398">
              <a:extLst>
                <a:ext uri="{FF2B5EF4-FFF2-40B4-BE49-F238E27FC236}">
                  <a16:creationId xmlns:a16="http://schemas.microsoft.com/office/drawing/2014/main" id="{E25DDBA6-4430-C166-5B12-E5A3EDBF1427}"/>
                </a:ext>
              </a:extLst>
            </p:cNvPr>
            <p:cNvSpPr/>
            <p:nvPr/>
          </p:nvSpPr>
          <p:spPr>
            <a:xfrm>
              <a:off x="428925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400" name="Right Triangle 399">
              <a:extLst>
                <a:ext uri="{FF2B5EF4-FFF2-40B4-BE49-F238E27FC236}">
                  <a16:creationId xmlns:a16="http://schemas.microsoft.com/office/drawing/2014/main" id="{88115F64-D41C-6E40-C4C2-3C9FBFF2F5DD}"/>
                </a:ext>
              </a:extLst>
            </p:cNvPr>
            <p:cNvSpPr/>
            <p:nvPr/>
          </p:nvSpPr>
          <p:spPr>
            <a:xfrm rot="10800000">
              <a:off x="5018198" y="256761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01" name="Group 400">
              <a:extLst>
                <a:ext uri="{FF2B5EF4-FFF2-40B4-BE49-F238E27FC236}">
                  <a16:creationId xmlns:a16="http://schemas.microsoft.com/office/drawing/2014/main" id="{2AF0DED2-17D4-1109-2518-3E2F387AF57D}"/>
                </a:ext>
              </a:extLst>
            </p:cNvPr>
            <p:cNvGrpSpPr/>
            <p:nvPr/>
          </p:nvGrpSpPr>
          <p:grpSpPr>
            <a:xfrm>
              <a:off x="5098525" y="2575096"/>
              <a:ext cx="45719" cy="75385"/>
              <a:chOff x="3883481" y="2057400"/>
              <a:chExt cx="1608363" cy="2652031"/>
            </a:xfrm>
            <a:solidFill>
              <a:srgbClr val="A6A6A6"/>
            </a:solidFill>
          </p:grpSpPr>
          <p:sp>
            <p:nvSpPr>
              <p:cNvPr id="402" name="Oval 27">
                <a:extLst>
                  <a:ext uri="{FF2B5EF4-FFF2-40B4-BE49-F238E27FC236}">
                    <a16:creationId xmlns:a16="http://schemas.microsoft.com/office/drawing/2014/main" id="{FA528E90-FE9D-1E24-1275-2B0C9E63FDA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3" name="Oval 28">
                <a:extLst>
                  <a:ext uri="{FF2B5EF4-FFF2-40B4-BE49-F238E27FC236}">
                    <a16:creationId xmlns:a16="http://schemas.microsoft.com/office/drawing/2014/main" id="{241AD8E9-149B-AA44-317C-8401904C3FE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04" name="Group 403">
            <a:extLst>
              <a:ext uri="{FF2B5EF4-FFF2-40B4-BE49-F238E27FC236}">
                <a16:creationId xmlns:a16="http://schemas.microsoft.com/office/drawing/2014/main" id="{3581ED84-B72F-58DB-A966-1885F7B6CAB4}"/>
              </a:ext>
            </a:extLst>
          </p:cNvPr>
          <p:cNvGrpSpPr/>
          <p:nvPr/>
        </p:nvGrpSpPr>
        <p:grpSpPr>
          <a:xfrm>
            <a:off x="11439603" y="3981128"/>
            <a:ext cx="383344" cy="329174"/>
            <a:chOff x="4289254" y="3370808"/>
            <a:chExt cx="871904" cy="748695"/>
          </a:xfrm>
        </p:grpSpPr>
        <p:sp>
          <p:nvSpPr>
            <p:cNvPr id="405" name="Rectangle 404">
              <a:extLst>
                <a:ext uri="{FF2B5EF4-FFF2-40B4-BE49-F238E27FC236}">
                  <a16:creationId xmlns:a16="http://schemas.microsoft.com/office/drawing/2014/main" id="{F9665BFD-6CE0-5E73-F6E1-EF49E0EAA641}"/>
                </a:ext>
              </a:extLst>
            </p:cNvPr>
            <p:cNvSpPr/>
            <p:nvPr/>
          </p:nvSpPr>
          <p:spPr>
            <a:xfrm>
              <a:off x="428925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406" name="Right Triangle 405">
              <a:extLst>
                <a:ext uri="{FF2B5EF4-FFF2-40B4-BE49-F238E27FC236}">
                  <a16:creationId xmlns:a16="http://schemas.microsoft.com/office/drawing/2014/main" id="{E635CF22-EAEA-7DB4-1BE8-F3BFCB1A8C38}"/>
                </a:ext>
              </a:extLst>
            </p:cNvPr>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07" name="Group 406">
              <a:extLst>
                <a:ext uri="{FF2B5EF4-FFF2-40B4-BE49-F238E27FC236}">
                  <a16:creationId xmlns:a16="http://schemas.microsoft.com/office/drawing/2014/main" id="{09F05E23-F66E-9057-A51B-58678BB93A52}"/>
                </a:ext>
              </a:extLst>
            </p:cNvPr>
            <p:cNvGrpSpPr/>
            <p:nvPr/>
          </p:nvGrpSpPr>
          <p:grpSpPr>
            <a:xfrm>
              <a:off x="5098569" y="3381257"/>
              <a:ext cx="45719" cy="75385"/>
              <a:chOff x="3883481" y="2057400"/>
              <a:chExt cx="1608363" cy="2652031"/>
            </a:xfrm>
            <a:solidFill>
              <a:srgbClr val="A6A6A6"/>
            </a:solidFill>
          </p:grpSpPr>
          <p:sp>
            <p:nvSpPr>
              <p:cNvPr id="408" name="Oval 27">
                <a:extLst>
                  <a:ext uri="{FF2B5EF4-FFF2-40B4-BE49-F238E27FC236}">
                    <a16:creationId xmlns:a16="http://schemas.microsoft.com/office/drawing/2014/main" id="{6544CEA4-7E9F-8865-1195-98F818EDD29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9" name="Oval 28">
                <a:extLst>
                  <a:ext uri="{FF2B5EF4-FFF2-40B4-BE49-F238E27FC236}">
                    <a16:creationId xmlns:a16="http://schemas.microsoft.com/office/drawing/2014/main" id="{9C4B1544-5F54-D4EE-A1D3-180F4D7E4CB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10" name="Group 409">
            <a:extLst>
              <a:ext uri="{FF2B5EF4-FFF2-40B4-BE49-F238E27FC236}">
                <a16:creationId xmlns:a16="http://schemas.microsoft.com/office/drawing/2014/main" id="{81F6C618-EAD9-326B-8C12-B6683A82E659}"/>
              </a:ext>
            </a:extLst>
          </p:cNvPr>
          <p:cNvGrpSpPr/>
          <p:nvPr/>
        </p:nvGrpSpPr>
        <p:grpSpPr>
          <a:xfrm>
            <a:off x="6467387" y="174578"/>
            <a:ext cx="383344" cy="329174"/>
            <a:chOff x="5280339" y="1729816"/>
            <a:chExt cx="871904" cy="748695"/>
          </a:xfrm>
        </p:grpSpPr>
        <p:sp>
          <p:nvSpPr>
            <p:cNvPr id="411" name="Rectangle 410">
              <a:extLst>
                <a:ext uri="{FF2B5EF4-FFF2-40B4-BE49-F238E27FC236}">
                  <a16:creationId xmlns:a16="http://schemas.microsoft.com/office/drawing/2014/main" id="{45CF5D28-CE2D-5D7E-7756-F7221199280E}"/>
                </a:ext>
              </a:extLst>
            </p:cNvPr>
            <p:cNvSpPr/>
            <p:nvPr/>
          </p:nvSpPr>
          <p:spPr>
            <a:xfrm>
              <a:off x="528033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412" name="Right Triangle 411">
              <a:extLst>
                <a:ext uri="{FF2B5EF4-FFF2-40B4-BE49-F238E27FC236}">
                  <a16:creationId xmlns:a16="http://schemas.microsoft.com/office/drawing/2014/main" id="{E2A26E9F-0CE2-A023-3B50-5AD55E1CFEDD}"/>
                </a:ext>
              </a:extLst>
            </p:cNvPr>
            <p:cNvSpPr/>
            <p:nvPr/>
          </p:nvSpPr>
          <p:spPr>
            <a:xfrm rot="10800000">
              <a:off x="6003472"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13" name="Group 412">
              <a:extLst>
                <a:ext uri="{FF2B5EF4-FFF2-40B4-BE49-F238E27FC236}">
                  <a16:creationId xmlns:a16="http://schemas.microsoft.com/office/drawing/2014/main" id="{33908658-553D-D6F5-5B55-8072C99B1124}"/>
                </a:ext>
              </a:extLst>
            </p:cNvPr>
            <p:cNvGrpSpPr/>
            <p:nvPr/>
          </p:nvGrpSpPr>
          <p:grpSpPr>
            <a:xfrm>
              <a:off x="6083799" y="1742900"/>
              <a:ext cx="45719" cy="75385"/>
              <a:chOff x="3883481" y="2057400"/>
              <a:chExt cx="1608363" cy="2652031"/>
            </a:xfrm>
            <a:solidFill>
              <a:srgbClr val="A6A6A6"/>
            </a:solidFill>
          </p:grpSpPr>
          <p:sp>
            <p:nvSpPr>
              <p:cNvPr id="414" name="Oval 27">
                <a:extLst>
                  <a:ext uri="{FF2B5EF4-FFF2-40B4-BE49-F238E27FC236}">
                    <a16:creationId xmlns:a16="http://schemas.microsoft.com/office/drawing/2014/main" id="{56F61E36-546E-7B03-E6CD-B98DC631E7E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5" name="Oval 28">
                <a:extLst>
                  <a:ext uri="{FF2B5EF4-FFF2-40B4-BE49-F238E27FC236}">
                    <a16:creationId xmlns:a16="http://schemas.microsoft.com/office/drawing/2014/main" id="{94606001-6310-9D82-A488-2F25F6CE710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16" name="Group 415">
            <a:extLst>
              <a:ext uri="{FF2B5EF4-FFF2-40B4-BE49-F238E27FC236}">
                <a16:creationId xmlns:a16="http://schemas.microsoft.com/office/drawing/2014/main" id="{4D621912-BADF-4B6A-CB5C-769417BA391C}"/>
              </a:ext>
            </a:extLst>
          </p:cNvPr>
          <p:cNvGrpSpPr/>
          <p:nvPr/>
        </p:nvGrpSpPr>
        <p:grpSpPr>
          <a:xfrm>
            <a:off x="1153119" y="375155"/>
            <a:ext cx="383344" cy="329174"/>
            <a:chOff x="5280339" y="3370808"/>
            <a:chExt cx="871904" cy="748695"/>
          </a:xfrm>
        </p:grpSpPr>
        <p:sp>
          <p:nvSpPr>
            <p:cNvPr id="417" name="Rectangle 416">
              <a:extLst>
                <a:ext uri="{FF2B5EF4-FFF2-40B4-BE49-F238E27FC236}">
                  <a16:creationId xmlns:a16="http://schemas.microsoft.com/office/drawing/2014/main" id="{2D4FF82F-286C-6F97-CA04-5535D760D42E}"/>
                </a:ext>
              </a:extLst>
            </p:cNvPr>
            <p:cNvSpPr/>
            <p:nvPr/>
          </p:nvSpPr>
          <p:spPr>
            <a:xfrm>
              <a:off x="528033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 Proxy</a:t>
              </a:r>
            </a:p>
          </p:txBody>
        </p:sp>
        <p:sp>
          <p:nvSpPr>
            <p:cNvPr id="418" name="Right Triangle 417">
              <a:extLst>
                <a:ext uri="{FF2B5EF4-FFF2-40B4-BE49-F238E27FC236}">
                  <a16:creationId xmlns:a16="http://schemas.microsoft.com/office/drawing/2014/main" id="{71877541-668E-91DC-EA9F-08D8977F4B97}"/>
                </a:ext>
              </a:extLst>
            </p:cNvPr>
            <p:cNvSpPr/>
            <p:nvPr/>
          </p:nvSpPr>
          <p:spPr>
            <a:xfrm rot="10800000">
              <a:off x="6009373"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19" name="Group 418">
              <a:extLst>
                <a:ext uri="{FF2B5EF4-FFF2-40B4-BE49-F238E27FC236}">
                  <a16:creationId xmlns:a16="http://schemas.microsoft.com/office/drawing/2014/main" id="{7DD47EB7-6948-ED57-945C-E21FEEA57F59}"/>
                </a:ext>
              </a:extLst>
            </p:cNvPr>
            <p:cNvGrpSpPr/>
            <p:nvPr/>
          </p:nvGrpSpPr>
          <p:grpSpPr>
            <a:xfrm>
              <a:off x="6089700" y="3389004"/>
              <a:ext cx="45719" cy="75385"/>
              <a:chOff x="3883481" y="2057400"/>
              <a:chExt cx="1608363" cy="2652031"/>
            </a:xfrm>
            <a:solidFill>
              <a:srgbClr val="A6A6A6"/>
            </a:solidFill>
          </p:grpSpPr>
          <p:sp>
            <p:nvSpPr>
              <p:cNvPr id="420" name="Oval 27">
                <a:extLst>
                  <a:ext uri="{FF2B5EF4-FFF2-40B4-BE49-F238E27FC236}">
                    <a16:creationId xmlns:a16="http://schemas.microsoft.com/office/drawing/2014/main" id="{71AAD069-02E9-0BE4-644E-5C3F27B2C38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1" name="Oval 28">
                <a:extLst>
                  <a:ext uri="{FF2B5EF4-FFF2-40B4-BE49-F238E27FC236}">
                    <a16:creationId xmlns:a16="http://schemas.microsoft.com/office/drawing/2014/main" id="{63A3FF12-1EB0-3B5B-61D6-BDD71ABC8D2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22" name="Group 421">
            <a:extLst>
              <a:ext uri="{FF2B5EF4-FFF2-40B4-BE49-F238E27FC236}">
                <a16:creationId xmlns:a16="http://schemas.microsoft.com/office/drawing/2014/main" id="{9CE8B118-C898-DC47-272F-493E46C25C2D}"/>
              </a:ext>
            </a:extLst>
          </p:cNvPr>
          <p:cNvGrpSpPr/>
          <p:nvPr/>
        </p:nvGrpSpPr>
        <p:grpSpPr>
          <a:xfrm>
            <a:off x="11517453" y="2844898"/>
            <a:ext cx="384908" cy="329174"/>
            <a:chOff x="6271424" y="3370808"/>
            <a:chExt cx="875456" cy="748695"/>
          </a:xfrm>
        </p:grpSpPr>
        <p:sp>
          <p:nvSpPr>
            <p:cNvPr id="423" name="Rectangle 422">
              <a:extLst>
                <a:ext uri="{FF2B5EF4-FFF2-40B4-BE49-F238E27FC236}">
                  <a16:creationId xmlns:a16="http://schemas.microsoft.com/office/drawing/2014/main" id="{3AE03319-C45D-16E4-A6E6-80C44F4761DE}"/>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424" name="Right Triangle 423">
              <a:extLst>
                <a:ext uri="{FF2B5EF4-FFF2-40B4-BE49-F238E27FC236}">
                  <a16:creationId xmlns:a16="http://schemas.microsoft.com/office/drawing/2014/main" id="{0E0257D4-9E15-2A71-0E90-34636FF9E9B2}"/>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25" name="Group 424">
              <a:extLst>
                <a:ext uri="{FF2B5EF4-FFF2-40B4-BE49-F238E27FC236}">
                  <a16:creationId xmlns:a16="http://schemas.microsoft.com/office/drawing/2014/main" id="{5EFDB08E-4F03-5502-CCC4-5480F1B5D1BA}"/>
                </a:ext>
              </a:extLst>
            </p:cNvPr>
            <p:cNvGrpSpPr/>
            <p:nvPr/>
          </p:nvGrpSpPr>
          <p:grpSpPr>
            <a:xfrm>
              <a:off x="7085694" y="3381257"/>
              <a:ext cx="45719" cy="75385"/>
              <a:chOff x="3883481" y="2057400"/>
              <a:chExt cx="1608363" cy="2652031"/>
            </a:xfrm>
            <a:solidFill>
              <a:srgbClr val="A6A6A6"/>
            </a:solidFill>
          </p:grpSpPr>
          <p:sp>
            <p:nvSpPr>
              <p:cNvPr id="426" name="Oval 27">
                <a:extLst>
                  <a:ext uri="{FF2B5EF4-FFF2-40B4-BE49-F238E27FC236}">
                    <a16:creationId xmlns:a16="http://schemas.microsoft.com/office/drawing/2014/main" id="{711281CE-0A93-319C-F9E6-2888252CD7A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7" name="Oval 28">
                <a:extLst>
                  <a:ext uri="{FF2B5EF4-FFF2-40B4-BE49-F238E27FC236}">
                    <a16:creationId xmlns:a16="http://schemas.microsoft.com/office/drawing/2014/main" id="{5E852F04-30F3-2AAB-1E0C-117005F836D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28" name="Group 427">
            <a:extLst>
              <a:ext uri="{FF2B5EF4-FFF2-40B4-BE49-F238E27FC236}">
                <a16:creationId xmlns:a16="http://schemas.microsoft.com/office/drawing/2014/main" id="{4720D9B7-06B6-D893-622F-CF30CACF920A}"/>
              </a:ext>
            </a:extLst>
          </p:cNvPr>
          <p:cNvGrpSpPr/>
          <p:nvPr/>
        </p:nvGrpSpPr>
        <p:grpSpPr>
          <a:xfrm>
            <a:off x="5139702" y="5362599"/>
            <a:ext cx="383344" cy="329174"/>
            <a:chOff x="6271424" y="2560818"/>
            <a:chExt cx="871904" cy="748695"/>
          </a:xfrm>
        </p:grpSpPr>
        <p:sp>
          <p:nvSpPr>
            <p:cNvPr id="429" name="Rectangle 428">
              <a:extLst>
                <a:ext uri="{FF2B5EF4-FFF2-40B4-BE49-F238E27FC236}">
                  <a16:creationId xmlns:a16="http://schemas.microsoft.com/office/drawing/2014/main" id="{5FBF7DBE-72E1-C8D7-982E-B1BF7316DB46}"/>
                </a:ext>
              </a:extLst>
            </p:cNvPr>
            <p:cNvSpPr/>
            <p:nvPr/>
          </p:nvSpPr>
          <p:spPr>
            <a:xfrm>
              <a:off x="627142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430" name="Right Triangle 429">
              <a:extLst>
                <a:ext uri="{FF2B5EF4-FFF2-40B4-BE49-F238E27FC236}">
                  <a16:creationId xmlns:a16="http://schemas.microsoft.com/office/drawing/2014/main" id="{31442835-01D7-AE51-7C3C-AEC89797ADFE}"/>
                </a:ext>
              </a:extLst>
            </p:cNvPr>
            <p:cNvSpPr/>
            <p:nvPr/>
          </p:nvSpPr>
          <p:spPr>
            <a:xfrm rot="10800000">
              <a:off x="6996110"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31" name="Group 430">
              <a:extLst>
                <a:ext uri="{FF2B5EF4-FFF2-40B4-BE49-F238E27FC236}">
                  <a16:creationId xmlns:a16="http://schemas.microsoft.com/office/drawing/2014/main" id="{2D49A18C-D788-10A5-36FF-64EE850054F7}"/>
                </a:ext>
              </a:extLst>
            </p:cNvPr>
            <p:cNvGrpSpPr/>
            <p:nvPr/>
          </p:nvGrpSpPr>
          <p:grpSpPr>
            <a:xfrm>
              <a:off x="7076437" y="2574863"/>
              <a:ext cx="45719" cy="75385"/>
              <a:chOff x="3883481" y="2057400"/>
              <a:chExt cx="1608363" cy="2652031"/>
            </a:xfrm>
            <a:solidFill>
              <a:srgbClr val="A6A6A6"/>
            </a:solidFill>
          </p:grpSpPr>
          <p:sp>
            <p:nvSpPr>
              <p:cNvPr id="432" name="Oval 27">
                <a:extLst>
                  <a:ext uri="{FF2B5EF4-FFF2-40B4-BE49-F238E27FC236}">
                    <a16:creationId xmlns:a16="http://schemas.microsoft.com/office/drawing/2014/main" id="{9A0E22D0-9029-1086-1EA0-FFBAD5F9042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3" name="Oval 28">
                <a:extLst>
                  <a:ext uri="{FF2B5EF4-FFF2-40B4-BE49-F238E27FC236}">
                    <a16:creationId xmlns:a16="http://schemas.microsoft.com/office/drawing/2014/main" id="{854ABA42-74D4-7572-6BA1-7ACE09B7EA0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34" name="Group 433">
            <a:extLst>
              <a:ext uri="{FF2B5EF4-FFF2-40B4-BE49-F238E27FC236}">
                <a16:creationId xmlns:a16="http://schemas.microsoft.com/office/drawing/2014/main" id="{52830666-3274-7AD8-39DE-3E7FBA68F16E}"/>
              </a:ext>
            </a:extLst>
          </p:cNvPr>
          <p:cNvGrpSpPr/>
          <p:nvPr/>
        </p:nvGrpSpPr>
        <p:grpSpPr>
          <a:xfrm>
            <a:off x="9134524" y="5247830"/>
            <a:ext cx="383344" cy="329174"/>
            <a:chOff x="7262509" y="2560818"/>
            <a:chExt cx="871904" cy="748695"/>
          </a:xfrm>
        </p:grpSpPr>
        <p:sp>
          <p:nvSpPr>
            <p:cNvPr id="435" name="Rectangle 434">
              <a:extLst>
                <a:ext uri="{FF2B5EF4-FFF2-40B4-BE49-F238E27FC236}">
                  <a16:creationId xmlns:a16="http://schemas.microsoft.com/office/drawing/2014/main" id="{E61EC482-A475-B499-CE4F-F214628EAD7C}"/>
                </a:ext>
              </a:extLst>
            </p:cNvPr>
            <p:cNvSpPr/>
            <p:nvPr/>
          </p:nvSpPr>
          <p:spPr>
            <a:xfrm>
              <a:off x="726250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436" name="Right Triangle 435">
              <a:extLst>
                <a:ext uri="{FF2B5EF4-FFF2-40B4-BE49-F238E27FC236}">
                  <a16:creationId xmlns:a16="http://schemas.microsoft.com/office/drawing/2014/main" id="{9FED3770-E22A-BAFE-5937-B57E5005384D}"/>
                </a:ext>
              </a:extLst>
            </p:cNvPr>
            <p:cNvSpPr/>
            <p:nvPr/>
          </p:nvSpPr>
          <p:spPr>
            <a:xfrm rot="10800000">
              <a:off x="7986364"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37" name="Group 436">
              <a:extLst>
                <a:ext uri="{FF2B5EF4-FFF2-40B4-BE49-F238E27FC236}">
                  <a16:creationId xmlns:a16="http://schemas.microsoft.com/office/drawing/2014/main" id="{B074E56F-C11F-4775-8E29-B02ABDAAA7AB}"/>
                </a:ext>
              </a:extLst>
            </p:cNvPr>
            <p:cNvGrpSpPr/>
            <p:nvPr/>
          </p:nvGrpSpPr>
          <p:grpSpPr>
            <a:xfrm>
              <a:off x="8066691" y="2574863"/>
              <a:ext cx="45719" cy="75385"/>
              <a:chOff x="3883481" y="2057400"/>
              <a:chExt cx="1608363" cy="2652031"/>
            </a:xfrm>
            <a:solidFill>
              <a:srgbClr val="A6A6A6"/>
            </a:solidFill>
          </p:grpSpPr>
          <p:sp>
            <p:nvSpPr>
              <p:cNvPr id="438" name="Oval 27">
                <a:extLst>
                  <a:ext uri="{FF2B5EF4-FFF2-40B4-BE49-F238E27FC236}">
                    <a16:creationId xmlns:a16="http://schemas.microsoft.com/office/drawing/2014/main" id="{D1F22E86-8610-6487-D551-21A3714C110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9" name="Oval 28">
                <a:extLst>
                  <a:ext uri="{FF2B5EF4-FFF2-40B4-BE49-F238E27FC236}">
                    <a16:creationId xmlns:a16="http://schemas.microsoft.com/office/drawing/2014/main" id="{61CCB214-FB32-B113-01EC-5D6A9233EE0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40" name="Group 439">
            <a:extLst>
              <a:ext uri="{FF2B5EF4-FFF2-40B4-BE49-F238E27FC236}">
                <a16:creationId xmlns:a16="http://schemas.microsoft.com/office/drawing/2014/main" id="{4C2FC83A-4AAC-585E-42A0-01CDDB172813}"/>
              </a:ext>
            </a:extLst>
          </p:cNvPr>
          <p:cNvGrpSpPr/>
          <p:nvPr/>
        </p:nvGrpSpPr>
        <p:grpSpPr>
          <a:xfrm>
            <a:off x="10015162" y="5215186"/>
            <a:ext cx="383344" cy="329174"/>
            <a:chOff x="8253594" y="2560818"/>
            <a:chExt cx="871904" cy="748695"/>
          </a:xfrm>
        </p:grpSpPr>
        <p:sp>
          <p:nvSpPr>
            <p:cNvPr id="441" name="Rectangle 440">
              <a:extLst>
                <a:ext uri="{FF2B5EF4-FFF2-40B4-BE49-F238E27FC236}">
                  <a16:creationId xmlns:a16="http://schemas.microsoft.com/office/drawing/2014/main" id="{A9ABCEEB-13DC-703F-42D9-5C107CA59BD0}"/>
                </a:ext>
              </a:extLst>
            </p:cNvPr>
            <p:cNvSpPr/>
            <p:nvPr/>
          </p:nvSpPr>
          <p:spPr>
            <a:xfrm>
              <a:off x="825359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442" name="Right Triangle 441">
              <a:extLst>
                <a:ext uri="{FF2B5EF4-FFF2-40B4-BE49-F238E27FC236}">
                  <a16:creationId xmlns:a16="http://schemas.microsoft.com/office/drawing/2014/main" id="{0CE73AB1-9236-23AD-91DA-47A6B1139B98}"/>
                </a:ext>
              </a:extLst>
            </p:cNvPr>
            <p:cNvSpPr/>
            <p:nvPr/>
          </p:nvSpPr>
          <p:spPr>
            <a:xfrm rot="10800000">
              <a:off x="8976730" y="256777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43" name="Group 442">
              <a:extLst>
                <a:ext uri="{FF2B5EF4-FFF2-40B4-BE49-F238E27FC236}">
                  <a16:creationId xmlns:a16="http://schemas.microsoft.com/office/drawing/2014/main" id="{C5A00181-8BA7-0215-7ACA-61ADA25554AD}"/>
                </a:ext>
              </a:extLst>
            </p:cNvPr>
            <p:cNvGrpSpPr/>
            <p:nvPr/>
          </p:nvGrpSpPr>
          <p:grpSpPr>
            <a:xfrm>
              <a:off x="9057057" y="2575256"/>
              <a:ext cx="45719" cy="75385"/>
              <a:chOff x="3883481" y="2057400"/>
              <a:chExt cx="1608363" cy="2652031"/>
            </a:xfrm>
            <a:solidFill>
              <a:srgbClr val="A6A6A6"/>
            </a:solidFill>
          </p:grpSpPr>
          <p:sp>
            <p:nvSpPr>
              <p:cNvPr id="444" name="Oval 27">
                <a:extLst>
                  <a:ext uri="{FF2B5EF4-FFF2-40B4-BE49-F238E27FC236}">
                    <a16:creationId xmlns:a16="http://schemas.microsoft.com/office/drawing/2014/main" id="{E0D86897-7E01-DEF0-905B-0F31D7FBABD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5" name="Oval 28">
                <a:extLst>
                  <a:ext uri="{FF2B5EF4-FFF2-40B4-BE49-F238E27FC236}">
                    <a16:creationId xmlns:a16="http://schemas.microsoft.com/office/drawing/2014/main" id="{841FD209-DEB3-7374-E8E9-FB15D33516D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46" name="Group 445">
            <a:extLst>
              <a:ext uri="{FF2B5EF4-FFF2-40B4-BE49-F238E27FC236}">
                <a16:creationId xmlns:a16="http://schemas.microsoft.com/office/drawing/2014/main" id="{35CF36DC-46F0-9E7C-4FDD-DD2251954CE7}"/>
              </a:ext>
            </a:extLst>
          </p:cNvPr>
          <p:cNvGrpSpPr/>
          <p:nvPr/>
        </p:nvGrpSpPr>
        <p:grpSpPr>
          <a:xfrm>
            <a:off x="11374782" y="4734777"/>
            <a:ext cx="383344" cy="329174"/>
            <a:chOff x="8253594" y="909114"/>
            <a:chExt cx="871904" cy="748695"/>
          </a:xfrm>
        </p:grpSpPr>
        <p:sp>
          <p:nvSpPr>
            <p:cNvPr id="447" name="Rectangle 446">
              <a:hlinkHover r:id="" action="ppaction://noaction" highlightClick="1"/>
              <a:extLst>
                <a:ext uri="{FF2B5EF4-FFF2-40B4-BE49-F238E27FC236}">
                  <a16:creationId xmlns:a16="http://schemas.microsoft.com/office/drawing/2014/main" id="{07AEA73C-8844-2E2A-7EDB-6DD39FB1352D}"/>
                </a:ext>
              </a:extLst>
            </p:cNvPr>
            <p:cNvSpPr/>
            <p:nvPr/>
          </p:nvSpPr>
          <p:spPr>
            <a:xfrm>
              <a:off x="825359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448" name="Right Triangle 447">
              <a:extLst>
                <a:ext uri="{FF2B5EF4-FFF2-40B4-BE49-F238E27FC236}">
                  <a16:creationId xmlns:a16="http://schemas.microsoft.com/office/drawing/2014/main" id="{4BFB0D28-DFCA-7D5F-A094-8804FE0462BF}"/>
                </a:ext>
              </a:extLst>
            </p:cNvPr>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9" name="Oval 27">
              <a:extLst>
                <a:ext uri="{FF2B5EF4-FFF2-40B4-BE49-F238E27FC236}">
                  <a16:creationId xmlns:a16="http://schemas.microsoft.com/office/drawing/2014/main" id="{9D955980-AB50-B424-8474-8A85BD8E9B51}"/>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0" name="Oval 28">
              <a:extLst>
                <a:ext uri="{FF2B5EF4-FFF2-40B4-BE49-F238E27FC236}">
                  <a16:creationId xmlns:a16="http://schemas.microsoft.com/office/drawing/2014/main" id="{13FE31DF-EA5C-6AB4-C0B6-6A492366D3C7}"/>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51" name="Group 450">
            <a:extLst>
              <a:ext uri="{FF2B5EF4-FFF2-40B4-BE49-F238E27FC236}">
                <a16:creationId xmlns:a16="http://schemas.microsoft.com/office/drawing/2014/main" id="{1965DFA9-6337-AE53-8986-D01F85840973}"/>
              </a:ext>
            </a:extLst>
          </p:cNvPr>
          <p:cNvGrpSpPr/>
          <p:nvPr/>
        </p:nvGrpSpPr>
        <p:grpSpPr>
          <a:xfrm>
            <a:off x="11413535" y="4356384"/>
            <a:ext cx="383344" cy="329174"/>
            <a:chOff x="10240105" y="2560818"/>
            <a:chExt cx="871904" cy="748695"/>
          </a:xfrm>
        </p:grpSpPr>
        <p:sp>
          <p:nvSpPr>
            <p:cNvPr id="452" name="Rectangle 451">
              <a:extLst>
                <a:ext uri="{FF2B5EF4-FFF2-40B4-BE49-F238E27FC236}">
                  <a16:creationId xmlns:a16="http://schemas.microsoft.com/office/drawing/2014/main" id="{8CF52E13-6A6A-F26F-1FA1-FD29E52C28C1}"/>
                </a:ext>
              </a:extLst>
            </p:cNvPr>
            <p:cNvSpPr/>
            <p:nvPr/>
          </p:nvSpPr>
          <p:spPr>
            <a:xfrm>
              <a:off x="10240105"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453" name="Right Triangle 452">
              <a:extLst>
                <a:ext uri="{FF2B5EF4-FFF2-40B4-BE49-F238E27FC236}">
                  <a16:creationId xmlns:a16="http://schemas.microsoft.com/office/drawing/2014/main" id="{13A45629-AD00-7620-83DD-B57BE9DD8686}"/>
                </a:ext>
              </a:extLst>
            </p:cNvPr>
            <p:cNvSpPr/>
            <p:nvPr/>
          </p:nvSpPr>
          <p:spPr>
            <a:xfrm rot="10800000">
              <a:off x="10962978" y="25647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54" name="Group 453">
              <a:extLst>
                <a:ext uri="{FF2B5EF4-FFF2-40B4-BE49-F238E27FC236}">
                  <a16:creationId xmlns:a16="http://schemas.microsoft.com/office/drawing/2014/main" id="{38E81E62-6539-C651-B2B1-D01F5CBE19E8}"/>
                </a:ext>
              </a:extLst>
            </p:cNvPr>
            <p:cNvGrpSpPr/>
            <p:nvPr/>
          </p:nvGrpSpPr>
          <p:grpSpPr>
            <a:xfrm>
              <a:off x="11043305" y="2572272"/>
              <a:ext cx="45719" cy="75385"/>
              <a:chOff x="3883481" y="2057400"/>
              <a:chExt cx="1608363" cy="2652031"/>
            </a:xfrm>
            <a:solidFill>
              <a:srgbClr val="A6A6A6"/>
            </a:solidFill>
          </p:grpSpPr>
          <p:sp>
            <p:nvSpPr>
              <p:cNvPr id="455" name="Oval 27">
                <a:extLst>
                  <a:ext uri="{FF2B5EF4-FFF2-40B4-BE49-F238E27FC236}">
                    <a16:creationId xmlns:a16="http://schemas.microsoft.com/office/drawing/2014/main" id="{8798D149-8B9B-AC37-1649-34C8FEDA7A5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6" name="Oval 28">
                <a:extLst>
                  <a:ext uri="{FF2B5EF4-FFF2-40B4-BE49-F238E27FC236}">
                    <a16:creationId xmlns:a16="http://schemas.microsoft.com/office/drawing/2014/main" id="{F14DD9FD-1F28-F011-162D-19B9AC6BD06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57" name="Group 456">
            <a:extLst>
              <a:ext uri="{FF2B5EF4-FFF2-40B4-BE49-F238E27FC236}">
                <a16:creationId xmlns:a16="http://schemas.microsoft.com/office/drawing/2014/main" id="{C00FD21E-656E-FB7B-50FC-DBE9921024C7}"/>
              </a:ext>
            </a:extLst>
          </p:cNvPr>
          <p:cNvGrpSpPr/>
          <p:nvPr/>
        </p:nvGrpSpPr>
        <p:grpSpPr>
          <a:xfrm>
            <a:off x="639562" y="1292227"/>
            <a:ext cx="383712" cy="329176"/>
            <a:chOff x="324914" y="2550516"/>
            <a:chExt cx="872735" cy="748697"/>
          </a:xfrm>
        </p:grpSpPr>
        <p:sp>
          <p:nvSpPr>
            <p:cNvPr id="458" name="Rectangle 457">
              <a:hlinkHover r:id="" action="ppaction://noaction" highlightClick="1"/>
              <a:extLst>
                <a:ext uri="{FF2B5EF4-FFF2-40B4-BE49-F238E27FC236}">
                  <a16:creationId xmlns:a16="http://schemas.microsoft.com/office/drawing/2014/main" id="{3B2ADA20-6E15-D8A0-3EC4-AF22F0217E8C}"/>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459" name="Group 458">
              <a:extLst>
                <a:ext uri="{FF2B5EF4-FFF2-40B4-BE49-F238E27FC236}">
                  <a16:creationId xmlns:a16="http://schemas.microsoft.com/office/drawing/2014/main" id="{21983299-EB94-5646-4FE4-345FE55D8354}"/>
                </a:ext>
              </a:extLst>
            </p:cNvPr>
            <p:cNvGrpSpPr/>
            <p:nvPr/>
          </p:nvGrpSpPr>
          <p:grpSpPr>
            <a:xfrm>
              <a:off x="1040599" y="2550516"/>
              <a:ext cx="157050" cy="157050"/>
              <a:chOff x="1040599" y="2550516"/>
              <a:chExt cx="157050" cy="157050"/>
            </a:xfrm>
          </p:grpSpPr>
          <p:sp>
            <p:nvSpPr>
              <p:cNvPr id="460" name="Diamond 459">
                <a:extLst>
                  <a:ext uri="{FF2B5EF4-FFF2-40B4-BE49-F238E27FC236}">
                    <a16:creationId xmlns:a16="http://schemas.microsoft.com/office/drawing/2014/main" id="{D6EEFA44-7182-985D-CAF2-363627A0ABDE}"/>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1" name="Oval 460">
                <a:extLst>
                  <a:ext uri="{FF2B5EF4-FFF2-40B4-BE49-F238E27FC236}">
                    <a16:creationId xmlns:a16="http://schemas.microsoft.com/office/drawing/2014/main" id="{36058F53-7318-590D-0BDF-F37B897669AA}"/>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62" name="Group 461">
            <a:extLst>
              <a:ext uri="{FF2B5EF4-FFF2-40B4-BE49-F238E27FC236}">
                <a16:creationId xmlns:a16="http://schemas.microsoft.com/office/drawing/2014/main" id="{B3D1FFC5-5A1B-7F66-F2E5-8B2D445FFD46}"/>
              </a:ext>
            </a:extLst>
          </p:cNvPr>
          <p:cNvGrpSpPr/>
          <p:nvPr/>
        </p:nvGrpSpPr>
        <p:grpSpPr>
          <a:xfrm>
            <a:off x="11343735" y="551434"/>
            <a:ext cx="383344" cy="329174"/>
            <a:chOff x="10235764" y="909114"/>
            <a:chExt cx="871904" cy="748695"/>
          </a:xfrm>
        </p:grpSpPr>
        <p:sp>
          <p:nvSpPr>
            <p:cNvPr id="463" name="Rectangle 462">
              <a:hlinkHover r:id="" action="ppaction://noaction" highlightClick="1"/>
              <a:extLst>
                <a:ext uri="{FF2B5EF4-FFF2-40B4-BE49-F238E27FC236}">
                  <a16:creationId xmlns:a16="http://schemas.microsoft.com/office/drawing/2014/main" id="{D218AA3E-9D68-40AA-13FF-F449227ED5C3}"/>
                </a:ext>
              </a:extLst>
            </p:cNvPr>
            <p:cNvSpPr/>
            <p:nvPr/>
          </p:nvSpPr>
          <p:spPr>
            <a:xfrm>
              <a:off x="10235764" y="909114"/>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464" name="Diamond 463">
              <a:extLst>
                <a:ext uri="{FF2B5EF4-FFF2-40B4-BE49-F238E27FC236}">
                  <a16:creationId xmlns:a16="http://schemas.microsoft.com/office/drawing/2014/main" id="{0B6E41B3-598F-CC7F-60B4-A248DAC554F5}"/>
                </a:ext>
              </a:extLst>
            </p:cNvPr>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5" name="Oval 464">
              <a:extLst>
                <a:ext uri="{FF2B5EF4-FFF2-40B4-BE49-F238E27FC236}">
                  <a16:creationId xmlns:a16="http://schemas.microsoft.com/office/drawing/2014/main" id="{F3091D96-17A8-B648-5A99-5F26501C3161}"/>
                </a:ext>
              </a:extLst>
            </p:cNvPr>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66" name="Group 465">
            <a:extLst>
              <a:ext uri="{FF2B5EF4-FFF2-40B4-BE49-F238E27FC236}">
                <a16:creationId xmlns:a16="http://schemas.microsoft.com/office/drawing/2014/main" id="{4C293397-92DF-71E7-069D-8C7B98A0ADFB}"/>
              </a:ext>
            </a:extLst>
          </p:cNvPr>
          <p:cNvGrpSpPr/>
          <p:nvPr/>
        </p:nvGrpSpPr>
        <p:grpSpPr>
          <a:xfrm>
            <a:off x="10014967" y="321158"/>
            <a:ext cx="383344" cy="329174"/>
            <a:chOff x="10243575" y="88412"/>
            <a:chExt cx="871904" cy="748695"/>
          </a:xfrm>
        </p:grpSpPr>
        <p:sp>
          <p:nvSpPr>
            <p:cNvPr id="467" name="Rectangle 466">
              <a:hlinkHover r:id="" action="ppaction://noaction" highlightClick="1"/>
              <a:extLst>
                <a:ext uri="{FF2B5EF4-FFF2-40B4-BE49-F238E27FC236}">
                  <a16:creationId xmlns:a16="http://schemas.microsoft.com/office/drawing/2014/main" id="{F87F066E-D01D-1563-5807-654298B5DC47}"/>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468" name="Diamond 467">
              <a:extLst>
                <a:ext uri="{FF2B5EF4-FFF2-40B4-BE49-F238E27FC236}">
                  <a16:creationId xmlns:a16="http://schemas.microsoft.com/office/drawing/2014/main" id="{24198DFE-0B6D-4ECA-F02A-5AE31B720879}"/>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9" name="Oval 468">
              <a:extLst>
                <a:ext uri="{FF2B5EF4-FFF2-40B4-BE49-F238E27FC236}">
                  <a16:creationId xmlns:a16="http://schemas.microsoft.com/office/drawing/2014/main" id="{0CCE30A0-21B6-7B8F-3641-ECC869EB6E28}"/>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70" name="Group 469">
            <a:extLst>
              <a:ext uri="{FF2B5EF4-FFF2-40B4-BE49-F238E27FC236}">
                <a16:creationId xmlns:a16="http://schemas.microsoft.com/office/drawing/2014/main" id="{404231D6-3B99-4E8E-EA08-B749C41F5210}"/>
              </a:ext>
            </a:extLst>
          </p:cNvPr>
          <p:cNvGrpSpPr/>
          <p:nvPr/>
        </p:nvGrpSpPr>
        <p:grpSpPr>
          <a:xfrm>
            <a:off x="5581537" y="153638"/>
            <a:ext cx="383344" cy="329174"/>
            <a:chOff x="11226844" y="88412"/>
            <a:chExt cx="871904" cy="748695"/>
          </a:xfrm>
        </p:grpSpPr>
        <p:sp>
          <p:nvSpPr>
            <p:cNvPr id="471" name="Rectangle 470">
              <a:hlinkHover r:id="" action="ppaction://noaction" highlightClick="1"/>
              <a:extLst>
                <a:ext uri="{FF2B5EF4-FFF2-40B4-BE49-F238E27FC236}">
                  <a16:creationId xmlns:a16="http://schemas.microsoft.com/office/drawing/2014/main" id="{2B39AE3C-E1A4-27AC-15A7-2A15BD9A0919}"/>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472" name="Oval 471">
              <a:extLst>
                <a:ext uri="{FF2B5EF4-FFF2-40B4-BE49-F238E27FC236}">
                  <a16:creationId xmlns:a16="http://schemas.microsoft.com/office/drawing/2014/main" id="{8DB4A2D0-AFED-D8BA-6BB4-7A377AC0C8C9}"/>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3" name="Isosceles Triangle 648">
              <a:extLst>
                <a:ext uri="{FF2B5EF4-FFF2-40B4-BE49-F238E27FC236}">
                  <a16:creationId xmlns:a16="http://schemas.microsoft.com/office/drawing/2014/main" id="{56DA47E1-13E8-27AB-1022-39E68D295F18}"/>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74" name="Group 473">
            <a:extLst>
              <a:ext uri="{FF2B5EF4-FFF2-40B4-BE49-F238E27FC236}">
                <a16:creationId xmlns:a16="http://schemas.microsoft.com/office/drawing/2014/main" id="{9A523A3A-0038-9D0B-F020-8BFD4B4728E2}"/>
              </a:ext>
            </a:extLst>
          </p:cNvPr>
          <p:cNvGrpSpPr/>
          <p:nvPr/>
        </p:nvGrpSpPr>
        <p:grpSpPr>
          <a:xfrm>
            <a:off x="11378635" y="931929"/>
            <a:ext cx="383344" cy="329174"/>
            <a:chOff x="10235764" y="1729816"/>
            <a:chExt cx="871904" cy="748695"/>
          </a:xfrm>
        </p:grpSpPr>
        <p:sp>
          <p:nvSpPr>
            <p:cNvPr id="475" name="Rectangle 474">
              <a:hlinkHover r:id="" action="ppaction://noaction" highlightClick="1"/>
              <a:extLst>
                <a:ext uri="{FF2B5EF4-FFF2-40B4-BE49-F238E27FC236}">
                  <a16:creationId xmlns:a16="http://schemas.microsoft.com/office/drawing/2014/main" id="{310630F7-823A-B624-FAF5-D9E15C7B3B93}"/>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476" name="Oval 475">
              <a:extLst>
                <a:ext uri="{FF2B5EF4-FFF2-40B4-BE49-F238E27FC236}">
                  <a16:creationId xmlns:a16="http://schemas.microsoft.com/office/drawing/2014/main" id="{5D3E7EB5-FC83-551F-4728-AAA0A7049D4A}"/>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7" name="Isosceles Triangle 648">
              <a:extLst>
                <a:ext uri="{FF2B5EF4-FFF2-40B4-BE49-F238E27FC236}">
                  <a16:creationId xmlns:a16="http://schemas.microsoft.com/office/drawing/2014/main" id="{E142BBC3-E32E-B4F3-565F-EA2CA67DA42B}"/>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78" name="Group 477">
            <a:extLst>
              <a:ext uri="{FF2B5EF4-FFF2-40B4-BE49-F238E27FC236}">
                <a16:creationId xmlns:a16="http://schemas.microsoft.com/office/drawing/2014/main" id="{3320B8EA-7C82-4E12-2753-48D7350B9D09}"/>
              </a:ext>
            </a:extLst>
          </p:cNvPr>
          <p:cNvGrpSpPr/>
          <p:nvPr/>
        </p:nvGrpSpPr>
        <p:grpSpPr>
          <a:xfrm>
            <a:off x="604662" y="1678776"/>
            <a:ext cx="383344" cy="329174"/>
            <a:chOff x="10235764" y="3370808"/>
            <a:chExt cx="871904" cy="748695"/>
          </a:xfrm>
        </p:grpSpPr>
        <p:sp>
          <p:nvSpPr>
            <p:cNvPr id="479" name="Rectangle 478">
              <a:hlinkHover r:id="" action="ppaction://noaction" highlightClick="1"/>
              <a:extLst>
                <a:ext uri="{FF2B5EF4-FFF2-40B4-BE49-F238E27FC236}">
                  <a16:creationId xmlns:a16="http://schemas.microsoft.com/office/drawing/2014/main" id="{EFB9F49A-49E7-592E-E683-768592245978}"/>
                </a:ext>
              </a:extLst>
            </p:cNvPr>
            <p:cNvSpPr/>
            <p:nvPr/>
          </p:nvSpPr>
          <p:spPr>
            <a:xfrm>
              <a:off x="10235764" y="337080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Permissions Management</a:t>
              </a:r>
            </a:p>
          </p:txBody>
        </p:sp>
        <p:sp>
          <p:nvSpPr>
            <p:cNvPr id="480" name="Oval 479">
              <a:extLst>
                <a:ext uri="{FF2B5EF4-FFF2-40B4-BE49-F238E27FC236}">
                  <a16:creationId xmlns:a16="http://schemas.microsoft.com/office/drawing/2014/main" id="{AFF74DC4-B480-6068-E468-52DC27156230}"/>
                </a:ext>
              </a:extLst>
            </p:cNvPr>
            <p:cNvSpPr/>
            <p:nvPr/>
          </p:nvSpPr>
          <p:spPr>
            <a:xfrm>
              <a:off x="10933601" y="338217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1" name="Isosceles Triangle 648">
              <a:extLst>
                <a:ext uri="{FF2B5EF4-FFF2-40B4-BE49-F238E27FC236}">
                  <a16:creationId xmlns:a16="http://schemas.microsoft.com/office/drawing/2014/main" id="{0806A110-132F-C032-8CB8-6F9426615C2F}"/>
                </a:ext>
              </a:extLst>
            </p:cNvPr>
            <p:cNvSpPr/>
            <p:nvPr/>
          </p:nvSpPr>
          <p:spPr>
            <a:xfrm>
              <a:off x="10970020" y="339876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82" name="Group 481">
            <a:extLst>
              <a:ext uri="{FF2B5EF4-FFF2-40B4-BE49-F238E27FC236}">
                <a16:creationId xmlns:a16="http://schemas.microsoft.com/office/drawing/2014/main" id="{694BB00F-179E-E045-ACA1-3F70D84F58D3}"/>
              </a:ext>
            </a:extLst>
          </p:cNvPr>
          <p:cNvGrpSpPr/>
          <p:nvPr/>
        </p:nvGrpSpPr>
        <p:grpSpPr>
          <a:xfrm>
            <a:off x="10900708" y="5174139"/>
            <a:ext cx="383344" cy="329174"/>
            <a:chOff x="10235764" y="4191922"/>
            <a:chExt cx="871904" cy="748695"/>
          </a:xfrm>
        </p:grpSpPr>
        <p:sp>
          <p:nvSpPr>
            <p:cNvPr id="483" name="Rectangle 482">
              <a:hlinkHover r:id="" action="ppaction://noaction" highlightClick="1"/>
              <a:extLst>
                <a:ext uri="{FF2B5EF4-FFF2-40B4-BE49-F238E27FC236}">
                  <a16:creationId xmlns:a16="http://schemas.microsoft.com/office/drawing/2014/main" id="{913FCAE3-34D4-7194-2796-61D48F74BC0B}"/>
                </a:ext>
              </a:extLst>
            </p:cNvPr>
            <p:cNvSpPr/>
            <p:nvPr/>
          </p:nvSpPr>
          <p:spPr>
            <a:xfrm>
              <a:off x="1023576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484" name="Oval 483">
              <a:extLst>
                <a:ext uri="{FF2B5EF4-FFF2-40B4-BE49-F238E27FC236}">
                  <a16:creationId xmlns:a16="http://schemas.microsoft.com/office/drawing/2014/main" id="{A271AF5E-F889-9543-60E0-C94666FE7210}"/>
                </a:ext>
              </a:extLst>
            </p:cNvPr>
            <p:cNvSpPr/>
            <p:nvPr/>
          </p:nvSpPr>
          <p:spPr>
            <a:xfrm>
              <a:off x="10933601"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5" name="Isosceles Triangle 648">
              <a:extLst>
                <a:ext uri="{FF2B5EF4-FFF2-40B4-BE49-F238E27FC236}">
                  <a16:creationId xmlns:a16="http://schemas.microsoft.com/office/drawing/2014/main" id="{A6636306-CCC6-43EE-626F-26EE58FF684F}"/>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86" name="Group 485">
            <a:extLst>
              <a:ext uri="{FF2B5EF4-FFF2-40B4-BE49-F238E27FC236}">
                <a16:creationId xmlns:a16="http://schemas.microsoft.com/office/drawing/2014/main" id="{299852EC-A474-DF05-D0FA-0F855564AB81}"/>
              </a:ext>
            </a:extLst>
          </p:cNvPr>
          <p:cNvGrpSpPr/>
          <p:nvPr/>
        </p:nvGrpSpPr>
        <p:grpSpPr>
          <a:xfrm>
            <a:off x="3808165" y="5298551"/>
            <a:ext cx="383344" cy="329174"/>
            <a:chOff x="11226844" y="4191922"/>
            <a:chExt cx="871904" cy="748695"/>
          </a:xfrm>
        </p:grpSpPr>
        <p:sp>
          <p:nvSpPr>
            <p:cNvPr id="487" name="Rectangle 486">
              <a:hlinkHover r:id="" action="ppaction://noaction" highlightClick="1"/>
              <a:extLst>
                <a:ext uri="{FF2B5EF4-FFF2-40B4-BE49-F238E27FC236}">
                  <a16:creationId xmlns:a16="http://schemas.microsoft.com/office/drawing/2014/main" id="{64FC4EA0-6578-1F43-801C-8D71D7573079}"/>
                </a:ext>
              </a:extLst>
            </p:cNvPr>
            <p:cNvSpPr/>
            <p:nvPr/>
          </p:nvSpPr>
          <p:spPr>
            <a:xfrm>
              <a:off x="1122684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488" name="Oval 487">
              <a:extLst>
                <a:ext uri="{FF2B5EF4-FFF2-40B4-BE49-F238E27FC236}">
                  <a16:creationId xmlns:a16="http://schemas.microsoft.com/office/drawing/2014/main" id="{34EC8BDC-28ED-93C7-377F-AB74B3F2831A}"/>
                </a:ext>
              </a:extLst>
            </p:cNvPr>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9" name="Isosceles Triangle 648">
              <a:extLst>
                <a:ext uri="{FF2B5EF4-FFF2-40B4-BE49-F238E27FC236}">
                  <a16:creationId xmlns:a16="http://schemas.microsoft.com/office/drawing/2014/main" id="{30E160A6-01CF-B7AE-C320-46E210789CD6}"/>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90" name="Group 489">
            <a:extLst>
              <a:ext uri="{FF2B5EF4-FFF2-40B4-BE49-F238E27FC236}">
                <a16:creationId xmlns:a16="http://schemas.microsoft.com/office/drawing/2014/main" id="{11E77AC0-C316-87A7-C209-2FA4B5510534}"/>
              </a:ext>
            </a:extLst>
          </p:cNvPr>
          <p:cNvGrpSpPr/>
          <p:nvPr/>
        </p:nvGrpSpPr>
        <p:grpSpPr>
          <a:xfrm>
            <a:off x="11343735" y="5117373"/>
            <a:ext cx="383344" cy="329174"/>
            <a:chOff x="10235764" y="5012622"/>
            <a:chExt cx="871904" cy="748695"/>
          </a:xfrm>
        </p:grpSpPr>
        <p:sp>
          <p:nvSpPr>
            <p:cNvPr id="491" name="Rectangle 490">
              <a:hlinkHover r:id="" action="ppaction://noaction" highlightClick="1"/>
              <a:extLst>
                <a:ext uri="{FF2B5EF4-FFF2-40B4-BE49-F238E27FC236}">
                  <a16:creationId xmlns:a16="http://schemas.microsoft.com/office/drawing/2014/main" id="{9D94EAEC-833E-88B4-7C82-64E8F673C2DF}"/>
                </a:ext>
              </a:extLst>
            </p:cNvPr>
            <p:cNvSpPr/>
            <p:nvPr/>
          </p:nvSpPr>
          <p:spPr>
            <a:xfrm>
              <a:off x="1023576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492" name="Oval 491">
              <a:extLst>
                <a:ext uri="{FF2B5EF4-FFF2-40B4-BE49-F238E27FC236}">
                  <a16:creationId xmlns:a16="http://schemas.microsoft.com/office/drawing/2014/main" id="{E9AF80F1-D650-5C61-8149-C0D8DE54085F}"/>
                </a:ext>
              </a:extLst>
            </p:cNvPr>
            <p:cNvSpPr/>
            <p:nvPr/>
          </p:nvSpPr>
          <p:spPr>
            <a:xfrm>
              <a:off x="109304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3" name="Isosceles Triangle 648">
              <a:extLst>
                <a:ext uri="{FF2B5EF4-FFF2-40B4-BE49-F238E27FC236}">
                  <a16:creationId xmlns:a16="http://schemas.microsoft.com/office/drawing/2014/main" id="{406017EF-2DE1-1E81-43C8-0E0DC47C0CB8}"/>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94" name="Group 493">
            <a:extLst>
              <a:ext uri="{FF2B5EF4-FFF2-40B4-BE49-F238E27FC236}">
                <a16:creationId xmlns:a16="http://schemas.microsoft.com/office/drawing/2014/main" id="{0C93DC04-8CD7-55C7-73CD-6D7F43F406B3}"/>
              </a:ext>
            </a:extLst>
          </p:cNvPr>
          <p:cNvGrpSpPr/>
          <p:nvPr/>
        </p:nvGrpSpPr>
        <p:grpSpPr>
          <a:xfrm>
            <a:off x="11483021" y="3602766"/>
            <a:ext cx="383344" cy="329174"/>
            <a:chOff x="11226844" y="5012622"/>
            <a:chExt cx="871904" cy="748695"/>
          </a:xfrm>
        </p:grpSpPr>
        <p:sp>
          <p:nvSpPr>
            <p:cNvPr id="495" name="Rectangle 494">
              <a:hlinkHover r:id="" action="ppaction://noaction" highlightClick="1"/>
              <a:extLst>
                <a:ext uri="{FF2B5EF4-FFF2-40B4-BE49-F238E27FC236}">
                  <a16:creationId xmlns:a16="http://schemas.microsoft.com/office/drawing/2014/main" id="{5C7B81D8-9FC6-C456-95E3-BB23E698B91C}"/>
                </a:ext>
              </a:extLst>
            </p:cNvPr>
            <p:cNvSpPr/>
            <p:nvPr/>
          </p:nvSpPr>
          <p:spPr>
            <a:xfrm>
              <a:off x="1122684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a:t>
              </a:r>
            </a:p>
          </p:txBody>
        </p:sp>
        <p:sp>
          <p:nvSpPr>
            <p:cNvPr id="496" name="Oval 495">
              <a:extLst>
                <a:ext uri="{FF2B5EF4-FFF2-40B4-BE49-F238E27FC236}">
                  <a16:creationId xmlns:a16="http://schemas.microsoft.com/office/drawing/2014/main" id="{6F1DD37A-B38B-2A02-4D9C-BFB01DCD0028}"/>
                </a:ext>
              </a:extLst>
            </p:cNvPr>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7" name="Isosceles Triangle 648">
              <a:extLst>
                <a:ext uri="{FF2B5EF4-FFF2-40B4-BE49-F238E27FC236}">
                  <a16:creationId xmlns:a16="http://schemas.microsoft.com/office/drawing/2014/main" id="{7D2A0E6D-5319-8188-CA10-74C3A61509FA}"/>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98" name="Group 497">
            <a:extLst>
              <a:ext uri="{FF2B5EF4-FFF2-40B4-BE49-F238E27FC236}">
                <a16:creationId xmlns:a16="http://schemas.microsoft.com/office/drawing/2014/main" id="{ACCD0EA7-CA20-5D34-F988-AFDA6E382810}"/>
              </a:ext>
            </a:extLst>
          </p:cNvPr>
          <p:cNvGrpSpPr/>
          <p:nvPr/>
        </p:nvGrpSpPr>
        <p:grpSpPr>
          <a:xfrm>
            <a:off x="4251843" y="5329207"/>
            <a:ext cx="383344" cy="329174"/>
            <a:chOff x="8253594" y="4191922"/>
            <a:chExt cx="871904" cy="748695"/>
          </a:xfrm>
        </p:grpSpPr>
        <p:sp>
          <p:nvSpPr>
            <p:cNvPr id="499" name="Rectangle 498">
              <a:hlinkHover r:id="" action="ppaction://noaction" highlightClick="1"/>
              <a:extLst>
                <a:ext uri="{FF2B5EF4-FFF2-40B4-BE49-F238E27FC236}">
                  <a16:creationId xmlns:a16="http://schemas.microsoft.com/office/drawing/2014/main" id="{5215D97E-B7A4-5285-5FF8-5DA16E11C10F}"/>
                </a:ext>
              </a:extLst>
            </p:cNvPr>
            <p:cNvSpPr/>
            <p:nvPr/>
          </p:nvSpPr>
          <p:spPr>
            <a:xfrm>
              <a:off x="825359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500" name="Oval 499">
              <a:extLst>
                <a:ext uri="{FF2B5EF4-FFF2-40B4-BE49-F238E27FC236}">
                  <a16:creationId xmlns:a16="http://schemas.microsoft.com/office/drawing/2014/main" id="{78F0528D-EF7E-93B4-7C9D-B45F656284F3}"/>
                </a:ext>
              </a:extLst>
            </p:cNvPr>
            <p:cNvSpPr/>
            <p:nvPr/>
          </p:nvSpPr>
          <p:spPr>
            <a:xfrm>
              <a:off x="895339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1" name="Isosceles Triangle 648">
              <a:extLst>
                <a:ext uri="{FF2B5EF4-FFF2-40B4-BE49-F238E27FC236}">
                  <a16:creationId xmlns:a16="http://schemas.microsoft.com/office/drawing/2014/main" id="{B82ABB9F-D36F-1C1B-D0D6-1D466E1132A6}"/>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02" name="Group 501">
            <a:extLst>
              <a:ext uri="{FF2B5EF4-FFF2-40B4-BE49-F238E27FC236}">
                <a16:creationId xmlns:a16="http://schemas.microsoft.com/office/drawing/2014/main" id="{72D1A285-B31A-FC7D-5828-65A6E6A0098E}"/>
              </a:ext>
            </a:extLst>
          </p:cNvPr>
          <p:cNvGrpSpPr/>
          <p:nvPr/>
        </p:nvGrpSpPr>
        <p:grpSpPr>
          <a:xfrm>
            <a:off x="9134308" y="296175"/>
            <a:ext cx="383344" cy="329174"/>
            <a:chOff x="9244674" y="4191922"/>
            <a:chExt cx="871904" cy="748695"/>
          </a:xfrm>
        </p:grpSpPr>
        <p:sp>
          <p:nvSpPr>
            <p:cNvPr id="503" name="Rectangle 502">
              <a:hlinkHover r:id="" action="ppaction://noaction" highlightClick="1"/>
              <a:extLst>
                <a:ext uri="{FF2B5EF4-FFF2-40B4-BE49-F238E27FC236}">
                  <a16:creationId xmlns:a16="http://schemas.microsoft.com/office/drawing/2014/main" id="{7FEC7A77-2D20-1449-6681-F4A770FFD478}"/>
                </a:ext>
              </a:extLst>
            </p:cNvPr>
            <p:cNvSpPr/>
            <p:nvPr/>
          </p:nvSpPr>
          <p:spPr>
            <a:xfrm>
              <a:off x="924467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504" name="Oval 503">
              <a:extLst>
                <a:ext uri="{FF2B5EF4-FFF2-40B4-BE49-F238E27FC236}">
                  <a16:creationId xmlns:a16="http://schemas.microsoft.com/office/drawing/2014/main" id="{77C8A4DD-9AF9-0D6F-111E-B5D40823352F}"/>
                </a:ext>
              </a:extLst>
            </p:cNvPr>
            <p:cNvSpPr/>
            <p:nvPr/>
          </p:nvSpPr>
          <p:spPr>
            <a:xfrm>
              <a:off x="9943180"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5" name="Isosceles Triangle 648">
              <a:extLst>
                <a:ext uri="{FF2B5EF4-FFF2-40B4-BE49-F238E27FC236}">
                  <a16:creationId xmlns:a16="http://schemas.microsoft.com/office/drawing/2014/main" id="{4F49E545-BA75-DEBF-3F76-422EC0DB7F0F}"/>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06" name="Group 505">
            <a:extLst>
              <a:ext uri="{FF2B5EF4-FFF2-40B4-BE49-F238E27FC236}">
                <a16:creationId xmlns:a16="http://schemas.microsoft.com/office/drawing/2014/main" id="{BEA3CE1A-3EE9-8931-1E9A-C1985AF106F6}"/>
              </a:ext>
            </a:extLst>
          </p:cNvPr>
          <p:cNvGrpSpPr/>
          <p:nvPr/>
        </p:nvGrpSpPr>
        <p:grpSpPr>
          <a:xfrm>
            <a:off x="10458147" y="5204356"/>
            <a:ext cx="383344" cy="329174"/>
            <a:chOff x="8253594" y="5012622"/>
            <a:chExt cx="871904" cy="748695"/>
          </a:xfrm>
        </p:grpSpPr>
        <p:sp>
          <p:nvSpPr>
            <p:cNvPr id="507" name="Rectangle 506">
              <a:hlinkHover r:id="" action="ppaction://noaction" highlightClick="1"/>
              <a:extLst>
                <a:ext uri="{FF2B5EF4-FFF2-40B4-BE49-F238E27FC236}">
                  <a16:creationId xmlns:a16="http://schemas.microsoft.com/office/drawing/2014/main" id="{55D83A8D-CC3F-9FCE-6DDF-584BB28C0183}"/>
                </a:ext>
              </a:extLst>
            </p:cNvPr>
            <p:cNvSpPr/>
            <p:nvPr/>
          </p:nvSpPr>
          <p:spPr>
            <a:xfrm>
              <a:off x="825359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508" name="Oval 507">
              <a:extLst>
                <a:ext uri="{FF2B5EF4-FFF2-40B4-BE49-F238E27FC236}">
                  <a16:creationId xmlns:a16="http://schemas.microsoft.com/office/drawing/2014/main" id="{C590D36D-EA3C-C755-2480-05779F383FAC}"/>
                </a:ext>
              </a:extLst>
            </p:cNvPr>
            <p:cNvSpPr/>
            <p:nvPr/>
          </p:nvSpPr>
          <p:spPr>
            <a:xfrm>
              <a:off x="895339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9" name="Isosceles Triangle 648">
              <a:extLst>
                <a:ext uri="{FF2B5EF4-FFF2-40B4-BE49-F238E27FC236}">
                  <a16:creationId xmlns:a16="http://schemas.microsoft.com/office/drawing/2014/main" id="{699E7E93-FCBD-DD27-BFBD-92C737D8A771}"/>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0" name="Group 509">
            <a:extLst>
              <a:ext uri="{FF2B5EF4-FFF2-40B4-BE49-F238E27FC236}">
                <a16:creationId xmlns:a16="http://schemas.microsoft.com/office/drawing/2014/main" id="{8A95D90C-9670-7FF6-80E9-9F03A23A4CDF}"/>
              </a:ext>
            </a:extLst>
          </p:cNvPr>
          <p:cNvGrpSpPr/>
          <p:nvPr/>
        </p:nvGrpSpPr>
        <p:grpSpPr>
          <a:xfrm>
            <a:off x="11410760" y="1312446"/>
            <a:ext cx="383344" cy="329174"/>
            <a:chOff x="9258526" y="5012622"/>
            <a:chExt cx="871904" cy="748695"/>
          </a:xfrm>
        </p:grpSpPr>
        <p:sp>
          <p:nvSpPr>
            <p:cNvPr id="511" name="Rectangle 510">
              <a:hlinkHover r:id="" action="ppaction://noaction" highlightClick="1"/>
              <a:extLst>
                <a:ext uri="{FF2B5EF4-FFF2-40B4-BE49-F238E27FC236}">
                  <a16:creationId xmlns:a16="http://schemas.microsoft.com/office/drawing/2014/main" id="{2A0B9FBA-012A-7E4C-EE63-E317EFD79C42}"/>
                </a:ext>
              </a:extLst>
            </p:cNvPr>
            <p:cNvSpPr/>
            <p:nvPr/>
          </p:nvSpPr>
          <p:spPr>
            <a:xfrm>
              <a:off x="9258526"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512" name="Oval 511">
              <a:extLst>
                <a:ext uri="{FF2B5EF4-FFF2-40B4-BE49-F238E27FC236}">
                  <a16:creationId xmlns:a16="http://schemas.microsoft.com/office/drawing/2014/main" id="{66A91E60-62FB-86EE-D315-3DAFFE177801}"/>
                </a:ext>
              </a:extLst>
            </p:cNvPr>
            <p:cNvSpPr/>
            <p:nvPr/>
          </p:nvSpPr>
          <p:spPr>
            <a:xfrm>
              <a:off x="995270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3" name="Isosceles Triangle 648">
              <a:extLst>
                <a:ext uri="{FF2B5EF4-FFF2-40B4-BE49-F238E27FC236}">
                  <a16:creationId xmlns:a16="http://schemas.microsoft.com/office/drawing/2014/main" id="{B909CEAE-6657-07AC-1214-A33A53AB9480}"/>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4" name="Group 513">
            <a:extLst>
              <a:ext uri="{FF2B5EF4-FFF2-40B4-BE49-F238E27FC236}">
                <a16:creationId xmlns:a16="http://schemas.microsoft.com/office/drawing/2014/main" id="{CB93BFFF-7F21-4541-7D1C-FBC72E22B787}"/>
              </a:ext>
            </a:extLst>
          </p:cNvPr>
          <p:cNvGrpSpPr/>
          <p:nvPr/>
        </p:nvGrpSpPr>
        <p:grpSpPr>
          <a:xfrm>
            <a:off x="7799470" y="5320719"/>
            <a:ext cx="383344" cy="329174"/>
            <a:chOff x="7262509" y="4191922"/>
            <a:chExt cx="871904" cy="748695"/>
          </a:xfrm>
        </p:grpSpPr>
        <p:sp>
          <p:nvSpPr>
            <p:cNvPr id="515" name="Rectangle 514">
              <a:hlinkHover r:id="" action="ppaction://noaction" highlightClick="1"/>
              <a:extLst>
                <a:ext uri="{FF2B5EF4-FFF2-40B4-BE49-F238E27FC236}">
                  <a16:creationId xmlns:a16="http://schemas.microsoft.com/office/drawing/2014/main" id="{6EFAFFFD-201A-93AF-5E90-32F7C2157FD5}"/>
                </a:ext>
              </a:extLst>
            </p:cNvPr>
            <p:cNvSpPr/>
            <p:nvPr/>
          </p:nvSpPr>
          <p:spPr>
            <a:xfrm>
              <a:off x="726250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516" name="Oval 515">
              <a:extLst>
                <a:ext uri="{FF2B5EF4-FFF2-40B4-BE49-F238E27FC236}">
                  <a16:creationId xmlns:a16="http://schemas.microsoft.com/office/drawing/2014/main" id="{8406681C-1449-66FE-F1F6-02F3BA9E8787}"/>
                </a:ext>
              </a:extLst>
            </p:cNvPr>
            <p:cNvSpPr/>
            <p:nvPr/>
          </p:nvSpPr>
          <p:spPr>
            <a:xfrm>
              <a:off x="796122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7" name="Isosceles Triangle 648">
              <a:extLst>
                <a:ext uri="{FF2B5EF4-FFF2-40B4-BE49-F238E27FC236}">
                  <a16:creationId xmlns:a16="http://schemas.microsoft.com/office/drawing/2014/main" id="{8709927E-9325-03B7-4563-F67BBBCA1E94}"/>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8" name="Group 517">
            <a:extLst>
              <a:ext uri="{FF2B5EF4-FFF2-40B4-BE49-F238E27FC236}">
                <a16:creationId xmlns:a16="http://schemas.microsoft.com/office/drawing/2014/main" id="{CAF8092C-444D-B36C-6C4F-3FFBECE11B82}"/>
              </a:ext>
            </a:extLst>
          </p:cNvPr>
          <p:cNvGrpSpPr/>
          <p:nvPr/>
        </p:nvGrpSpPr>
        <p:grpSpPr>
          <a:xfrm>
            <a:off x="8242504" y="5299779"/>
            <a:ext cx="383344" cy="329174"/>
            <a:chOff x="7262509" y="5012622"/>
            <a:chExt cx="871904" cy="748695"/>
          </a:xfrm>
        </p:grpSpPr>
        <p:sp>
          <p:nvSpPr>
            <p:cNvPr id="519" name="Rectangle 518">
              <a:hlinkHover r:id="" action="ppaction://noaction" highlightClick="1"/>
              <a:extLst>
                <a:ext uri="{FF2B5EF4-FFF2-40B4-BE49-F238E27FC236}">
                  <a16:creationId xmlns:a16="http://schemas.microsoft.com/office/drawing/2014/main" id="{0A73901F-DA34-E1CA-C976-FF4F3C095785}"/>
                </a:ext>
              </a:extLst>
            </p:cNvPr>
            <p:cNvSpPr/>
            <p:nvPr/>
          </p:nvSpPr>
          <p:spPr>
            <a:xfrm>
              <a:off x="726250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520" name="Oval 519">
              <a:extLst>
                <a:ext uri="{FF2B5EF4-FFF2-40B4-BE49-F238E27FC236}">
                  <a16:creationId xmlns:a16="http://schemas.microsoft.com/office/drawing/2014/main" id="{265C2350-86C6-8166-A90F-EF081C67E13D}"/>
                </a:ext>
              </a:extLst>
            </p:cNvPr>
            <p:cNvSpPr/>
            <p:nvPr/>
          </p:nvSpPr>
          <p:spPr>
            <a:xfrm>
              <a:off x="79612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1" name="Isosceles Triangle 648">
              <a:extLst>
                <a:ext uri="{FF2B5EF4-FFF2-40B4-BE49-F238E27FC236}">
                  <a16:creationId xmlns:a16="http://schemas.microsoft.com/office/drawing/2014/main" id="{A3609F16-1DD1-AF54-3F28-D14C39E2333B}"/>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2" name="Group 521">
            <a:extLst>
              <a:ext uri="{FF2B5EF4-FFF2-40B4-BE49-F238E27FC236}">
                <a16:creationId xmlns:a16="http://schemas.microsoft.com/office/drawing/2014/main" id="{AFD489D8-2079-5793-A5C9-A6DA5BDD1C8E}"/>
              </a:ext>
            </a:extLst>
          </p:cNvPr>
          <p:cNvGrpSpPr/>
          <p:nvPr/>
        </p:nvGrpSpPr>
        <p:grpSpPr>
          <a:xfrm>
            <a:off x="499962" y="2821069"/>
            <a:ext cx="383344" cy="329174"/>
            <a:chOff x="5280339" y="4191922"/>
            <a:chExt cx="871904" cy="748695"/>
          </a:xfrm>
        </p:grpSpPr>
        <p:sp>
          <p:nvSpPr>
            <p:cNvPr id="523" name="Rectangle 522">
              <a:hlinkHover r:id="" action="ppaction://noaction" highlightClick="1"/>
              <a:extLst>
                <a:ext uri="{FF2B5EF4-FFF2-40B4-BE49-F238E27FC236}">
                  <a16:creationId xmlns:a16="http://schemas.microsoft.com/office/drawing/2014/main" id="{2B8F8F8C-4DEB-DF51-95F6-15BB3B6D1EF3}"/>
                </a:ext>
              </a:extLst>
            </p:cNvPr>
            <p:cNvSpPr/>
            <p:nvPr/>
          </p:nvSpPr>
          <p:spPr>
            <a:xfrm>
              <a:off x="528033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524" name="Oval 523">
              <a:extLst>
                <a:ext uri="{FF2B5EF4-FFF2-40B4-BE49-F238E27FC236}">
                  <a16:creationId xmlns:a16="http://schemas.microsoft.com/office/drawing/2014/main" id="{8C2E0413-375F-394F-7C1A-A98B9AFDC0B2}"/>
                </a:ext>
              </a:extLst>
            </p:cNvPr>
            <p:cNvSpPr/>
            <p:nvPr/>
          </p:nvSpPr>
          <p:spPr>
            <a:xfrm>
              <a:off x="597784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5" name="Isosceles Triangle 648">
              <a:extLst>
                <a:ext uri="{FF2B5EF4-FFF2-40B4-BE49-F238E27FC236}">
                  <a16:creationId xmlns:a16="http://schemas.microsoft.com/office/drawing/2014/main" id="{2BC4D574-71F8-8069-1DF3-6B85C010FEE7}"/>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6" name="Group 525">
            <a:extLst>
              <a:ext uri="{FF2B5EF4-FFF2-40B4-BE49-F238E27FC236}">
                <a16:creationId xmlns:a16="http://schemas.microsoft.com/office/drawing/2014/main" id="{0CB64AC1-7850-99AC-11A2-9F9543460F67}"/>
              </a:ext>
            </a:extLst>
          </p:cNvPr>
          <p:cNvGrpSpPr/>
          <p:nvPr/>
        </p:nvGrpSpPr>
        <p:grpSpPr>
          <a:xfrm>
            <a:off x="5582736" y="5383539"/>
            <a:ext cx="383344" cy="329174"/>
            <a:chOff x="6271424" y="4191922"/>
            <a:chExt cx="871904" cy="748695"/>
          </a:xfrm>
        </p:grpSpPr>
        <p:sp>
          <p:nvSpPr>
            <p:cNvPr id="527" name="Rectangle 526">
              <a:hlinkHover r:id="" action="ppaction://noaction" highlightClick="1"/>
              <a:extLst>
                <a:ext uri="{FF2B5EF4-FFF2-40B4-BE49-F238E27FC236}">
                  <a16:creationId xmlns:a16="http://schemas.microsoft.com/office/drawing/2014/main" id="{D3CA3999-40C5-C829-38CC-4D54D16E625E}"/>
                </a:ext>
              </a:extLst>
            </p:cNvPr>
            <p:cNvSpPr/>
            <p:nvPr/>
          </p:nvSpPr>
          <p:spPr>
            <a:xfrm>
              <a:off x="627142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528" name="Oval 527">
              <a:extLst>
                <a:ext uri="{FF2B5EF4-FFF2-40B4-BE49-F238E27FC236}">
                  <a16:creationId xmlns:a16="http://schemas.microsoft.com/office/drawing/2014/main" id="{4DF1C2AB-F54D-A8C0-1A9E-9DD7EF1DFFAD}"/>
                </a:ext>
              </a:extLst>
            </p:cNvPr>
            <p:cNvSpPr/>
            <p:nvPr/>
          </p:nvSpPr>
          <p:spPr>
            <a:xfrm>
              <a:off x="697080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9" name="Isosceles Triangle 648">
              <a:extLst>
                <a:ext uri="{FF2B5EF4-FFF2-40B4-BE49-F238E27FC236}">
                  <a16:creationId xmlns:a16="http://schemas.microsoft.com/office/drawing/2014/main" id="{B175FB0C-3192-5FF4-A1A9-D05BD516D051}"/>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0" name="Group 529">
            <a:extLst>
              <a:ext uri="{FF2B5EF4-FFF2-40B4-BE49-F238E27FC236}">
                <a16:creationId xmlns:a16="http://schemas.microsoft.com/office/drawing/2014/main" id="{1899F65B-9B10-0BA4-84D4-393D5C7832A2}"/>
              </a:ext>
            </a:extLst>
          </p:cNvPr>
          <p:cNvGrpSpPr/>
          <p:nvPr/>
        </p:nvGrpSpPr>
        <p:grpSpPr>
          <a:xfrm>
            <a:off x="5138612" y="174578"/>
            <a:ext cx="383344" cy="329174"/>
            <a:chOff x="5280339" y="5012622"/>
            <a:chExt cx="871904" cy="748695"/>
          </a:xfrm>
        </p:grpSpPr>
        <p:sp>
          <p:nvSpPr>
            <p:cNvPr id="531" name="Rectangle 530">
              <a:hlinkHover r:id="" action="ppaction://noaction" highlightClick="1"/>
              <a:extLst>
                <a:ext uri="{FF2B5EF4-FFF2-40B4-BE49-F238E27FC236}">
                  <a16:creationId xmlns:a16="http://schemas.microsoft.com/office/drawing/2014/main" id="{BF1D7538-7C3B-B10E-6843-E562B80F4F71}"/>
                </a:ext>
              </a:extLst>
            </p:cNvPr>
            <p:cNvSpPr/>
            <p:nvPr/>
          </p:nvSpPr>
          <p:spPr>
            <a:xfrm>
              <a:off x="528033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532" name="Oval 531">
              <a:extLst>
                <a:ext uri="{FF2B5EF4-FFF2-40B4-BE49-F238E27FC236}">
                  <a16:creationId xmlns:a16="http://schemas.microsoft.com/office/drawing/2014/main" id="{0D0A6861-CAC9-BDA6-BFE6-32B2C6F96180}"/>
                </a:ext>
              </a:extLst>
            </p:cNvPr>
            <p:cNvSpPr/>
            <p:nvPr/>
          </p:nvSpPr>
          <p:spPr>
            <a:xfrm>
              <a:off x="597784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3" name="Isosceles Triangle 648">
              <a:extLst>
                <a:ext uri="{FF2B5EF4-FFF2-40B4-BE49-F238E27FC236}">
                  <a16:creationId xmlns:a16="http://schemas.microsoft.com/office/drawing/2014/main" id="{BCD07779-276F-00EB-4513-66FE87461066}"/>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4" name="Group 533">
            <a:extLst>
              <a:ext uri="{FF2B5EF4-FFF2-40B4-BE49-F238E27FC236}">
                <a16:creationId xmlns:a16="http://schemas.microsoft.com/office/drawing/2014/main" id="{084087F4-4B59-D61F-6CCB-65BC1B3DA569}"/>
              </a:ext>
            </a:extLst>
          </p:cNvPr>
          <p:cNvGrpSpPr/>
          <p:nvPr/>
        </p:nvGrpSpPr>
        <p:grpSpPr>
          <a:xfrm>
            <a:off x="6025770" y="5404479"/>
            <a:ext cx="383344" cy="329174"/>
            <a:chOff x="6271424" y="5012622"/>
            <a:chExt cx="871904" cy="748695"/>
          </a:xfrm>
        </p:grpSpPr>
        <p:sp>
          <p:nvSpPr>
            <p:cNvPr id="535" name="Rectangle 534">
              <a:hlinkHover r:id="" action="ppaction://noaction" highlightClick="1"/>
              <a:extLst>
                <a:ext uri="{FF2B5EF4-FFF2-40B4-BE49-F238E27FC236}">
                  <a16:creationId xmlns:a16="http://schemas.microsoft.com/office/drawing/2014/main" id="{19182324-3C48-3165-AF84-2CAEBB9C57E8}"/>
                </a:ext>
              </a:extLst>
            </p:cNvPr>
            <p:cNvSpPr/>
            <p:nvPr/>
          </p:nvSpPr>
          <p:spPr>
            <a:xfrm>
              <a:off x="627142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536" name="Oval 535">
              <a:extLst>
                <a:ext uri="{FF2B5EF4-FFF2-40B4-BE49-F238E27FC236}">
                  <a16:creationId xmlns:a16="http://schemas.microsoft.com/office/drawing/2014/main" id="{706AA6D7-E6D4-196E-4F27-142EAAE31747}"/>
                </a:ext>
              </a:extLst>
            </p:cNvPr>
            <p:cNvSpPr/>
            <p:nvPr/>
          </p:nvSpPr>
          <p:spPr>
            <a:xfrm>
              <a:off x="6967630"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7" name="Isosceles Triangle 648">
              <a:extLst>
                <a:ext uri="{FF2B5EF4-FFF2-40B4-BE49-F238E27FC236}">
                  <a16:creationId xmlns:a16="http://schemas.microsoft.com/office/drawing/2014/main" id="{E46F1EC8-AA2A-582F-78AF-7FD7711A5380}"/>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8" name="Group 537">
            <a:extLst>
              <a:ext uri="{FF2B5EF4-FFF2-40B4-BE49-F238E27FC236}">
                <a16:creationId xmlns:a16="http://schemas.microsoft.com/office/drawing/2014/main" id="{E93E3CE2-FC10-A6B4-FBFB-1D727A769690}"/>
              </a:ext>
            </a:extLst>
          </p:cNvPr>
          <p:cNvGrpSpPr/>
          <p:nvPr/>
        </p:nvGrpSpPr>
        <p:grpSpPr>
          <a:xfrm>
            <a:off x="10457892" y="342098"/>
            <a:ext cx="383344" cy="329174"/>
            <a:chOff x="9244679" y="2560817"/>
            <a:chExt cx="871904" cy="748696"/>
          </a:xfrm>
        </p:grpSpPr>
        <p:sp>
          <p:nvSpPr>
            <p:cNvPr id="539" name="Rectangle 538">
              <a:extLst>
                <a:ext uri="{FF2B5EF4-FFF2-40B4-BE49-F238E27FC236}">
                  <a16:creationId xmlns:a16="http://schemas.microsoft.com/office/drawing/2014/main" id="{ADB5E3D3-E2AE-A228-D016-6D71D2A07C52}"/>
                </a:ext>
              </a:extLst>
            </p:cNvPr>
            <p:cNvSpPr/>
            <p:nvPr/>
          </p:nvSpPr>
          <p:spPr>
            <a:xfrm>
              <a:off x="924467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540" name="Right Triangle 539">
              <a:extLst>
                <a:ext uri="{FF2B5EF4-FFF2-40B4-BE49-F238E27FC236}">
                  <a16:creationId xmlns:a16="http://schemas.microsoft.com/office/drawing/2014/main" id="{7B3A5124-CA12-1327-0DD0-81E6F08DCDF3}"/>
                </a:ext>
              </a:extLst>
            </p:cNvPr>
            <p:cNvSpPr/>
            <p:nvPr/>
          </p:nvSpPr>
          <p:spPr>
            <a:xfrm rot="10800000">
              <a:off x="9970339" y="25608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1" name="Oval 27">
              <a:extLst>
                <a:ext uri="{FF2B5EF4-FFF2-40B4-BE49-F238E27FC236}">
                  <a16:creationId xmlns:a16="http://schemas.microsoft.com/office/drawing/2014/main" id="{7C95E22B-2B8A-4CE5-0B9D-CED2E36556A8}"/>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2" name="Oval 28">
              <a:extLst>
                <a:ext uri="{FF2B5EF4-FFF2-40B4-BE49-F238E27FC236}">
                  <a16:creationId xmlns:a16="http://schemas.microsoft.com/office/drawing/2014/main" id="{2C97F7CD-0481-5DFA-A531-9C3ED396F2D2}"/>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543" name="Rectangle 542">
            <a:hlinkClick r:id="rId3" action="ppaction://hlinksldjump"/>
            <a:hlinkHover r:id="rId3" action="ppaction://hlinksldjump"/>
            <a:extLst>
              <a:ext uri="{FF2B5EF4-FFF2-40B4-BE49-F238E27FC236}">
                <a16:creationId xmlns:a16="http://schemas.microsoft.com/office/drawing/2014/main" id="{4768F353-4243-1E9D-F09A-0B41497A9FB4}"/>
              </a:ext>
            </a:extLst>
          </p:cNvPr>
          <p:cNvSpPr/>
          <p:nvPr/>
        </p:nvSpPr>
        <p:spPr>
          <a:xfrm>
            <a:off x="291937" y="5830526"/>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Configuration, Management and Use</a:t>
            </a:r>
          </a:p>
        </p:txBody>
      </p:sp>
      <p:sp>
        <p:nvSpPr>
          <p:cNvPr id="544" name="Rectangle 543">
            <a:hlinkClick r:id="rId4" action="ppaction://hlinksldjump"/>
            <a:hlinkHover r:id="rId4" action="ppaction://hlinksldjump"/>
            <a:extLst>
              <a:ext uri="{FF2B5EF4-FFF2-40B4-BE49-F238E27FC236}">
                <a16:creationId xmlns:a16="http://schemas.microsoft.com/office/drawing/2014/main" id="{20EEFEC9-B545-772E-2F0E-B7EB10F79B92}"/>
              </a:ext>
            </a:extLst>
          </p:cNvPr>
          <p:cNvSpPr/>
          <p:nvPr/>
        </p:nvSpPr>
        <p:spPr>
          <a:xfrm>
            <a:off x="2678901" y="5830528"/>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Shared Encryption</a:t>
            </a:r>
          </a:p>
        </p:txBody>
      </p:sp>
      <p:sp>
        <p:nvSpPr>
          <p:cNvPr id="545" name="Rectangle 544">
            <a:hlinkClick r:id="rId5" action="ppaction://hlinksldjump"/>
            <a:hlinkHover r:id="rId5" action="ppaction://hlinksldjump"/>
            <a:extLst>
              <a:ext uri="{FF2B5EF4-FFF2-40B4-BE49-F238E27FC236}">
                <a16:creationId xmlns:a16="http://schemas.microsoft.com/office/drawing/2014/main" id="{63BCCB36-F996-3B70-B70A-40BC8D57ECDD}"/>
              </a:ext>
            </a:extLst>
          </p:cNvPr>
          <p:cNvSpPr/>
          <p:nvPr/>
        </p:nvSpPr>
        <p:spPr>
          <a:xfrm>
            <a:off x="5065865" y="5830527"/>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Shared Signals and Context</a:t>
            </a:r>
          </a:p>
        </p:txBody>
      </p:sp>
      <p:sp>
        <p:nvSpPr>
          <p:cNvPr id="546" name="Rectangle 545">
            <a:hlinkClick r:id="rId6" action="ppaction://hlinksldjump"/>
            <a:hlinkHover r:id="rId6" action="ppaction://hlinksldjump"/>
            <a:extLst>
              <a:ext uri="{FF2B5EF4-FFF2-40B4-BE49-F238E27FC236}">
                <a16:creationId xmlns:a16="http://schemas.microsoft.com/office/drawing/2014/main" id="{FF6B8EA3-9E50-5E23-5868-47A024CFDB94}"/>
              </a:ext>
            </a:extLst>
          </p:cNvPr>
          <p:cNvSpPr/>
          <p:nvPr/>
        </p:nvSpPr>
        <p:spPr>
          <a:xfrm>
            <a:off x="9839792" y="5827723"/>
            <a:ext cx="2294261" cy="838226"/>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All</a:t>
            </a:r>
          </a:p>
        </p:txBody>
      </p:sp>
      <p:sp>
        <p:nvSpPr>
          <p:cNvPr id="547" name="Rectangle 546">
            <a:hlinkClick r:id="rId7" action="ppaction://hlinksldjump"/>
            <a:hlinkHover r:id="rId7" action="ppaction://hlinksldjump"/>
            <a:extLst>
              <a:ext uri="{FF2B5EF4-FFF2-40B4-BE49-F238E27FC236}">
                <a16:creationId xmlns:a16="http://schemas.microsoft.com/office/drawing/2014/main" id="{3C87A720-6E2B-3C3A-1047-296ED36B73BA}"/>
              </a:ext>
            </a:extLst>
          </p:cNvPr>
          <p:cNvSpPr/>
          <p:nvPr/>
        </p:nvSpPr>
        <p:spPr>
          <a:xfrm>
            <a:off x="7452829" y="5830526"/>
            <a:ext cx="2294261" cy="838226"/>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Information and Event Management + Security Orchestration And Response</a:t>
            </a:r>
          </a:p>
        </p:txBody>
      </p:sp>
      <p:cxnSp>
        <p:nvCxnSpPr>
          <p:cNvPr id="548" name="Straight Connector 547">
            <a:extLst>
              <a:ext uri="{FF2B5EF4-FFF2-40B4-BE49-F238E27FC236}">
                <a16:creationId xmlns:a16="http://schemas.microsoft.com/office/drawing/2014/main" id="{0B6C287E-4BB0-0A0A-8CD6-72F5C66A8A21}"/>
              </a:ext>
            </a:extLst>
          </p:cNvPr>
          <p:cNvCxnSpPr>
            <a:cxnSpLocks/>
            <a:stCxn id="306" idx="3"/>
            <a:endCxn id="286" idx="3"/>
          </p:cNvCxnSpPr>
          <p:nvPr/>
        </p:nvCxnSpPr>
        <p:spPr>
          <a:xfrm flipV="1">
            <a:off x="1057807" y="692212"/>
            <a:ext cx="34899" cy="382392"/>
          </a:xfrm>
          <a:prstGeom prst="line">
            <a:avLst/>
          </a:prstGeom>
        </p:spPr>
        <p:style>
          <a:lnRef idx="1">
            <a:schemeClr val="accent1"/>
          </a:lnRef>
          <a:fillRef idx="0">
            <a:schemeClr val="accent1"/>
          </a:fillRef>
          <a:effectRef idx="0">
            <a:schemeClr val="accent1"/>
          </a:effectRef>
          <a:fontRef idx="minor">
            <a:schemeClr val="tx1"/>
          </a:fontRef>
        </p:style>
      </p:cxnSp>
      <p:cxnSp>
        <p:nvCxnSpPr>
          <p:cNvPr id="549" name="Straight Connector 548">
            <a:extLst>
              <a:ext uri="{FF2B5EF4-FFF2-40B4-BE49-F238E27FC236}">
                <a16:creationId xmlns:a16="http://schemas.microsoft.com/office/drawing/2014/main" id="{93A4A103-6406-06A6-4FE2-D14DD6DB0404}"/>
              </a:ext>
            </a:extLst>
          </p:cNvPr>
          <p:cNvCxnSpPr>
            <a:cxnSpLocks/>
            <a:stCxn id="306" idx="3"/>
            <a:endCxn id="48" idx="2"/>
          </p:cNvCxnSpPr>
          <p:nvPr/>
        </p:nvCxnSpPr>
        <p:spPr>
          <a:xfrm flipV="1">
            <a:off x="1057807" y="587512"/>
            <a:ext cx="2500777" cy="48709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217DDA7F-B421-89E2-F612-78660C23ACBA}"/>
              </a:ext>
            </a:extLst>
          </p:cNvPr>
          <p:cNvCxnSpPr>
            <a:cxnSpLocks/>
            <a:stCxn id="306" idx="3"/>
            <a:endCxn id="28" idx="2"/>
          </p:cNvCxnSpPr>
          <p:nvPr/>
        </p:nvCxnSpPr>
        <p:spPr>
          <a:xfrm flipV="1">
            <a:off x="1057807" y="563802"/>
            <a:ext cx="2945485" cy="51080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9652A5DD-AE6A-8E6A-FB19-218C6FF58A9B}"/>
              </a:ext>
            </a:extLst>
          </p:cNvPr>
          <p:cNvCxnSpPr>
            <a:cxnSpLocks/>
            <a:stCxn id="306" idx="3"/>
            <a:endCxn id="132" idx="2"/>
          </p:cNvCxnSpPr>
          <p:nvPr/>
        </p:nvCxnSpPr>
        <p:spPr>
          <a:xfrm flipV="1">
            <a:off x="1057807" y="545632"/>
            <a:ext cx="3386627" cy="52897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ACC9B836-B121-DD37-66E2-076285C64553}"/>
              </a:ext>
            </a:extLst>
          </p:cNvPr>
          <p:cNvCxnSpPr>
            <a:cxnSpLocks/>
            <a:stCxn id="306" idx="3"/>
            <a:endCxn id="144" idx="2"/>
          </p:cNvCxnSpPr>
          <p:nvPr/>
        </p:nvCxnSpPr>
        <p:spPr>
          <a:xfrm flipV="1">
            <a:off x="1057807" y="482812"/>
            <a:ext cx="5158327" cy="59179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3" name="Straight Connector 552">
            <a:extLst>
              <a:ext uri="{FF2B5EF4-FFF2-40B4-BE49-F238E27FC236}">
                <a16:creationId xmlns:a16="http://schemas.microsoft.com/office/drawing/2014/main" id="{5B82898C-8986-95E2-8303-0F6DBD63D1A5}"/>
              </a:ext>
            </a:extLst>
          </p:cNvPr>
          <p:cNvCxnSpPr>
            <a:cxnSpLocks/>
            <a:endCxn id="162" idx="2"/>
          </p:cNvCxnSpPr>
          <p:nvPr/>
        </p:nvCxnSpPr>
        <p:spPr>
          <a:xfrm flipV="1">
            <a:off x="1099141" y="524692"/>
            <a:ext cx="6002845" cy="544401"/>
          </a:xfrm>
          <a:prstGeom prst="line">
            <a:avLst/>
          </a:prstGeom>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694F8A7E-B3BB-D3A9-B5C3-518F40CFB733}"/>
              </a:ext>
            </a:extLst>
          </p:cNvPr>
          <p:cNvCxnSpPr>
            <a:cxnSpLocks/>
            <a:stCxn id="306" idx="3"/>
            <a:endCxn id="197" idx="2"/>
          </p:cNvCxnSpPr>
          <p:nvPr/>
        </p:nvCxnSpPr>
        <p:spPr>
          <a:xfrm flipV="1">
            <a:off x="1057807" y="587512"/>
            <a:ext cx="7377132" cy="48709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0F5F3F1D-22CA-3395-AE81-DBE1AD2BD6AA}"/>
              </a:ext>
            </a:extLst>
          </p:cNvPr>
          <p:cNvCxnSpPr>
            <a:cxnSpLocks/>
            <a:stCxn id="306" idx="3"/>
            <a:endCxn id="447" idx="1"/>
          </p:cNvCxnSpPr>
          <p:nvPr/>
        </p:nvCxnSpPr>
        <p:spPr>
          <a:xfrm>
            <a:off x="1057807" y="1074604"/>
            <a:ext cx="10316975" cy="3824760"/>
          </a:xfrm>
          <a:prstGeom prst="line">
            <a:avLst/>
          </a:prstGeom>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1E515A8D-3D70-AB87-9B4D-56BF774B86A3}"/>
              </a:ext>
            </a:extLst>
          </p:cNvPr>
          <p:cNvCxnSpPr>
            <a:cxnSpLocks/>
            <a:stCxn id="306" idx="3"/>
            <a:endCxn id="203" idx="0"/>
          </p:cNvCxnSpPr>
          <p:nvPr/>
        </p:nvCxnSpPr>
        <p:spPr>
          <a:xfrm>
            <a:off x="1057807" y="1074604"/>
            <a:ext cx="8715249" cy="4159699"/>
          </a:xfrm>
          <a:prstGeom prst="line">
            <a:avLst/>
          </a:prstGeom>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2FC242A9-4F5C-00F7-3684-274891510CC5}"/>
              </a:ext>
            </a:extLst>
          </p:cNvPr>
          <p:cNvCxnSpPr>
            <a:cxnSpLocks/>
            <a:stCxn id="306" idx="3"/>
            <a:endCxn id="463" idx="1"/>
          </p:cNvCxnSpPr>
          <p:nvPr/>
        </p:nvCxnSpPr>
        <p:spPr>
          <a:xfrm flipV="1">
            <a:off x="1057807" y="716021"/>
            <a:ext cx="10285928" cy="358583"/>
          </a:xfrm>
          <a:prstGeom prst="line">
            <a:avLst/>
          </a:prstGeom>
        </p:spPr>
        <p:style>
          <a:lnRef idx="1">
            <a:schemeClr val="accent1"/>
          </a:lnRef>
          <a:fillRef idx="0">
            <a:schemeClr val="accent1"/>
          </a:fillRef>
          <a:effectRef idx="0">
            <a:schemeClr val="accent1"/>
          </a:effectRef>
          <a:fontRef idx="minor">
            <a:schemeClr val="tx1"/>
          </a:fontRef>
        </p:style>
      </p:cxnSp>
      <p:cxnSp>
        <p:nvCxnSpPr>
          <p:cNvPr id="558" name="Straight Connector 557">
            <a:extLst>
              <a:ext uri="{FF2B5EF4-FFF2-40B4-BE49-F238E27FC236}">
                <a16:creationId xmlns:a16="http://schemas.microsoft.com/office/drawing/2014/main" id="{4E11FDA2-98B8-4B64-8864-7C954BBB120D}"/>
              </a:ext>
            </a:extLst>
          </p:cNvPr>
          <p:cNvCxnSpPr>
            <a:cxnSpLocks/>
            <a:stCxn id="306" idx="3"/>
            <a:endCxn id="475" idx="1"/>
          </p:cNvCxnSpPr>
          <p:nvPr/>
        </p:nvCxnSpPr>
        <p:spPr>
          <a:xfrm>
            <a:off x="1057807" y="1074604"/>
            <a:ext cx="10320828" cy="2191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9" name="Straight Connector 558">
            <a:extLst>
              <a:ext uri="{FF2B5EF4-FFF2-40B4-BE49-F238E27FC236}">
                <a16:creationId xmlns:a16="http://schemas.microsoft.com/office/drawing/2014/main" id="{AFBA8FF9-68F6-2B33-EE74-4158404CBAD0}"/>
              </a:ext>
            </a:extLst>
          </p:cNvPr>
          <p:cNvCxnSpPr>
            <a:cxnSpLocks/>
            <a:stCxn id="306" idx="3"/>
            <a:endCxn id="248" idx="0"/>
          </p:cNvCxnSpPr>
          <p:nvPr/>
        </p:nvCxnSpPr>
        <p:spPr>
          <a:xfrm>
            <a:off x="1057807" y="1074604"/>
            <a:ext cx="1175681" cy="4146523"/>
          </a:xfrm>
          <a:prstGeom prst="line">
            <a:avLst/>
          </a:prstGeom>
        </p:spPr>
        <p:style>
          <a:lnRef idx="1">
            <a:schemeClr val="accent1"/>
          </a:lnRef>
          <a:fillRef idx="0">
            <a:schemeClr val="accent1"/>
          </a:fillRef>
          <a:effectRef idx="0">
            <a:schemeClr val="accent1"/>
          </a:effectRef>
          <a:fontRef idx="minor">
            <a:schemeClr val="tx1"/>
          </a:fontRef>
        </p:style>
      </p:cxnSp>
      <p:cxnSp>
        <p:nvCxnSpPr>
          <p:cNvPr id="560" name="Straight Connector 559">
            <a:extLst>
              <a:ext uri="{FF2B5EF4-FFF2-40B4-BE49-F238E27FC236}">
                <a16:creationId xmlns:a16="http://schemas.microsoft.com/office/drawing/2014/main" id="{DDB7C0D0-3233-D130-523A-773D5233D783}"/>
              </a:ext>
            </a:extLst>
          </p:cNvPr>
          <p:cNvCxnSpPr>
            <a:cxnSpLocks/>
            <a:stCxn id="306" idx="3"/>
            <a:endCxn id="209" idx="1"/>
          </p:cNvCxnSpPr>
          <p:nvPr/>
        </p:nvCxnSpPr>
        <p:spPr>
          <a:xfrm>
            <a:off x="1057807" y="1074604"/>
            <a:ext cx="10460428" cy="1543892"/>
          </a:xfrm>
          <a:prstGeom prst="line">
            <a:avLst/>
          </a:prstGeom>
        </p:spPr>
        <p:style>
          <a:lnRef idx="1">
            <a:schemeClr val="accent1"/>
          </a:lnRef>
          <a:fillRef idx="0">
            <a:schemeClr val="accent1"/>
          </a:fillRef>
          <a:effectRef idx="0">
            <a:schemeClr val="accent1"/>
          </a:effectRef>
          <a:fontRef idx="minor">
            <a:schemeClr val="tx1"/>
          </a:fontRef>
        </p:style>
      </p:cxnSp>
      <p:cxnSp>
        <p:nvCxnSpPr>
          <p:cNvPr id="561" name="Straight Connector 560">
            <a:extLst>
              <a:ext uri="{FF2B5EF4-FFF2-40B4-BE49-F238E27FC236}">
                <a16:creationId xmlns:a16="http://schemas.microsoft.com/office/drawing/2014/main" id="{2B76EAEF-30E3-124A-1BAE-B4E2EB86A96C}"/>
              </a:ext>
            </a:extLst>
          </p:cNvPr>
          <p:cNvCxnSpPr>
            <a:cxnSpLocks/>
            <a:stCxn id="306" idx="3"/>
            <a:endCxn id="266" idx="1"/>
          </p:cNvCxnSpPr>
          <p:nvPr/>
        </p:nvCxnSpPr>
        <p:spPr>
          <a:xfrm>
            <a:off x="1057807" y="1074604"/>
            <a:ext cx="10460428" cy="23048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62" name="Straight Connector 561">
            <a:extLst>
              <a:ext uri="{FF2B5EF4-FFF2-40B4-BE49-F238E27FC236}">
                <a16:creationId xmlns:a16="http://schemas.microsoft.com/office/drawing/2014/main" id="{B9424922-B21C-2070-7719-6FCF4DBECEF7}"/>
              </a:ext>
            </a:extLst>
          </p:cNvPr>
          <p:cNvCxnSpPr>
            <a:cxnSpLocks/>
            <a:stCxn id="306" idx="3"/>
            <a:endCxn id="495" idx="1"/>
          </p:cNvCxnSpPr>
          <p:nvPr/>
        </p:nvCxnSpPr>
        <p:spPr>
          <a:xfrm>
            <a:off x="1057807" y="1074604"/>
            <a:ext cx="10425214" cy="2692749"/>
          </a:xfrm>
          <a:prstGeom prst="line">
            <a:avLst/>
          </a:prstGeom>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36F8C4E3-E226-FDC3-2BF0-5E16B62E4AA5}"/>
              </a:ext>
            </a:extLst>
          </p:cNvPr>
          <p:cNvCxnSpPr>
            <a:cxnSpLocks/>
            <a:stCxn id="306" idx="3"/>
            <a:endCxn id="491" idx="1"/>
          </p:cNvCxnSpPr>
          <p:nvPr/>
        </p:nvCxnSpPr>
        <p:spPr>
          <a:xfrm>
            <a:off x="1057807" y="1074604"/>
            <a:ext cx="10285928" cy="4207356"/>
          </a:xfrm>
          <a:prstGeom prst="line">
            <a:avLst/>
          </a:prstGeom>
        </p:spPr>
        <p:style>
          <a:lnRef idx="1">
            <a:schemeClr val="accent1"/>
          </a:lnRef>
          <a:fillRef idx="0">
            <a:schemeClr val="accent1"/>
          </a:fillRef>
          <a:effectRef idx="0">
            <a:schemeClr val="accent1"/>
          </a:effectRef>
          <a:fontRef idx="minor">
            <a:schemeClr val="tx1"/>
          </a:fontRef>
        </p:style>
      </p:cxnSp>
      <p:cxnSp>
        <p:nvCxnSpPr>
          <p:cNvPr id="564" name="Straight Connector 563">
            <a:extLst>
              <a:ext uri="{FF2B5EF4-FFF2-40B4-BE49-F238E27FC236}">
                <a16:creationId xmlns:a16="http://schemas.microsoft.com/office/drawing/2014/main" id="{6626370E-A857-24BB-0B2A-519172796273}"/>
              </a:ext>
            </a:extLst>
          </p:cNvPr>
          <p:cNvCxnSpPr>
            <a:cxnSpLocks/>
            <a:stCxn id="306" idx="3"/>
            <a:endCxn id="233" idx="0"/>
          </p:cNvCxnSpPr>
          <p:nvPr/>
        </p:nvCxnSpPr>
        <p:spPr>
          <a:xfrm>
            <a:off x="1057807" y="1074604"/>
            <a:ext cx="5612093" cy="4314110"/>
          </a:xfrm>
          <a:prstGeom prst="line">
            <a:avLst/>
          </a:prstGeom>
        </p:spPr>
        <p:style>
          <a:lnRef idx="1">
            <a:schemeClr val="accent1"/>
          </a:lnRef>
          <a:fillRef idx="0">
            <a:schemeClr val="accent1"/>
          </a:fillRef>
          <a:effectRef idx="0">
            <a:schemeClr val="accent1"/>
          </a:effectRef>
          <a:fontRef idx="minor">
            <a:schemeClr val="tx1"/>
          </a:fontRef>
        </p:style>
      </p:cxnSp>
      <p:cxnSp>
        <p:nvCxnSpPr>
          <p:cNvPr id="565" name="Straight Connector 564">
            <a:extLst>
              <a:ext uri="{FF2B5EF4-FFF2-40B4-BE49-F238E27FC236}">
                <a16:creationId xmlns:a16="http://schemas.microsoft.com/office/drawing/2014/main" id="{9043C6DA-8343-4591-B31F-66B0636D3F24}"/>
              </a:ext>
            </a:extLst>
          </p:cNvPr>
          <p:cNvCxnSpPr>
            <a:cxnSpLocks/>
            <a:stCxn id="306" idx="3"/>
            <a:endCxn id="318" idx="0"/>
          </p:cNvCxnSpPr>
          <p:nvPr/>
        </p:nvCxnSpPr>
        <p:spPr>
          <a:xfrm>
            <a:off x="1057807" y="1074604"/>
            <a:ext cx="7820907" cy="4192016"/>
          </a:xfrm>
          <a:prstGeom prst="line">
            <a:avLst/>
          </a:prstGeom>
        </p:spPr>
        <p:style>
          <a:lnRef idx="1">
            <a:schemeClr val="accent1"/>
          </a:lnRef>
          <a:fillRef idx="0">
            <a:schemeClr val="accent1"/>
          </a:fillRef>
          <a:effectRef idx="0">
            <a:schemeClr val="accent1"/>
          </a:effectRef>
          <a:fontRef idx="minor">
            <a:schemeClr val="tx1"/>
          </a:fontRef>
        </p:style>
      </p:cxnSp>
      <p:cxnSp>
        <p:nvCxnSpPr>
          <p:cNvPr id="566" name="Straight Connector 565">
            <a:extLst>
              <a:ext uri="{FF2B5EF4-FFF2-40B4-BE49-F238E27FC236}">
                <a16:creationId xmlns:a16="http://schemas.microsoft.com/office/drawing/2014/main" id="{4FDABB36-07B4-D004-8139-328577A714D0}"/>
              </a:ext>
            </a:extLst>
          </p:cNvPr>
          <p:cNvCxnSpPr>
            <a:cxnSpLocks/>
            <a:stCxn id="306" idx="3"/>
            <a:endCxn id="296" idx="3"/>
          </p:cNvCxnSpPr>
          <p:nvPr/>
        </p:nvCxnSpPr>
        <p:spPr>
          <a:xfrm flipH="1">
            <a:off x="953106" y="1074604"/>
            <a:ext cx="104701" cy="1146632"/>
          </a:xfrm>
          <a:prstGeom prst="line">
            <a:avLst/>
          </a:prstGeom>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F60DFAD1-E5F2-7670-3087-29F6C53626C9}"/>
              </a:ext>
            </a:extLst>
          </p:cNvPr>
          <p:cNvCxnSpPr>
            <a:cxnSpLocks/>
            <a:stCxn id="306" idx="3"/>
            <a:endCxn id="381" idx="1"/>
          </p:cNvCxnSpPr>
          <p:nvPr/>
        </p:nvCxnSpPr>
        <p:spPr>
          <a:xfrm>
            <a:off x="1057807" y="1074604"/>
            <a:ext cx="10409994" cy="1168221"/>
          </a:xfrm>
          <a:prstGeom prst="line">
            <a:avLst/>
          </a:prstGeom>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58560BD1-9416-12B2-DA8E-E8BD96B21A11}"/>
              </a:ext>
            </a:extLst>
          </p:cNvPr>
          <p:cNvCxnSpPr>
            <a:cxnSpLocks/>
            <a:stCxn id="458" idx="3"/>
            <a:endCxn id="539" idx="2"/>
          </p:cNvCxnSpPr>
          <p:nvPr/>
        </p:nvCxnSpPr>
        <p:spPr>
          <a:xfrm flipV="1">
            <a:off x="1022909" y="671272"/>
            <a:ext cx="9626655" cy="785544"/>
          </a:xfrm>
          <a:prstGeom prst="line">
            <a:avLst/>
          </a:prstGeom>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63F3F02E-5C97-7CB0-D972-D761AF3AEFFF}"/>
              </a:ext>
            </a:extLst>
          </p:cNvPr>
          <p:cNvCxnSpPr>
            <a:cxnSpLocks/>
            <a:stCxn id="458" idx="3"/>
            <a:endCxn id="381" idx="1"/>
          </p:cNvCxnSpPr>
          <p:nvPr/>
        </p:nvCxnSpPr>
        <p:spPr>
          <a:xfrm>
            <a:off x="1022909" y="1456816"/>
            <a:ext cx="10444892" cy="786009"/>
          </a:xfrm>
          <a:prstGeom prst="line">
            <a:avLst/>
          </a:prstGeom>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C9AC1200-C2E9-ACE2-2D2E-9F4BB81CFE2B}"/>
              </a:ext>
            </a:extLst>
          </p:cNvPr>
          <p:cNvCxnSpPr>
            <a:cxnSpLocks/>
            <a:stCxn id="381" idx="1"/>
            <a:endCxn id="375" idx="2"/>
          </p:cNvCxnSpPr>
          <p:nvPr/>
        </p:nvCxnSpPr>
        <p:spPr>
          <a:xfrm flipH="1" flipV="1">
            <a:off x="1786884" y="671272"/>
            <a:ext cx="9680917" cy="1571553"/>
          </a:xfrm>
          <a:prstGeom prst="line">
            <a:avLst/>
          </a:prstGeom>
        </p:spPr>
        <p:style>
          <a:lnRef idx="1">
            <a:schemeClr val="accent1"/>
          </a:lnRef>
          <a:fillRef idx="0">
            <a:schemeClr val="accent1"/>
          </a:fillRef>
          <a:effectRef idx="0">
            <a:schemeClr val="accent1"/>
          </a:effectRef>
          <a:fontRef idx="minor">
            <a:schemeClr val="tx1"/>
          </a:fontRef>
        </p:style>
      </p:cxnSp>
      <p:cxnSp>
        <p:nvCxnSpPr>
          <p:cNvPr id="571" name="Straight Connector 570">
            <a:extLst>
              <a:ext uri="{FF2B5EF4-FFF2-40B4-BE49-F238E27FC236}">
                <a16:creationId xmlns:a16="http://schemas.microsoft.com/office/drawing/2014/main" id="{FB9B0C84-238A-4D6E-6777-992F6A14BEAB}"/>
              </a:ext>
            </a:extLst>
          </p:cNvPr>
          <p:cNvCxnSpPr>
            <a:cxnSpLocks/>
            <a:stCxn id="381" idx="1"/>
            <a:endCxn id="471" idx="2"/>
          </p:cNvCxnSpPr>
          <p:nvPr/>
        </p:nvCxnSpPr>
        <p:spPr>
          <a:xfrm flipH="1" flipV="1">
            <a:off x="5773209" y="482812"/>
            <a:ext cx="5694592" cy="1760013"/>
          </a:xfrm>
          <a:prstGeom prst="line">
            <a:avLst/>
          </a:prstGeom>
        </p:spPr>
        <p:style>
          <a:lnRef idx="1">
            <a:schemeClr val="accent1"/>
          </a:lnRef>
          <a:fillRef idx="0">
            <a:schemeClr val="accent1"/>
          </a:fillRef>
          <a:effectRef idx="0">
            <a:schemeClr val="accent1"/>
          </a:effectRef>
          <a:fontRef idx="minor">
            <a:schemeClr val="tx1"/>
          </a:fontRef>
        </p:style>
      </p:cxnSp>
      <p:cxnSp>
        <p:nvCxnSpPr>
          <p:cNvPr id="572" name="Straight Connector 571">
            <a:extLst>
              <a:ext uri="{FF2B5EF4-FFF2-40B4-BE49-F238E27FC236}">
                <a16:creationId xmlns:a16="http://schemas.microsoft.com/office/drawing/2014/main" id="{DC64F910-91BB-84EA-29CA-26CA6AA17B4B}"/>
              </a:ext>
            </a:extLst>
          </p:cNvPr>
          <p:cNvCxnSpPr>
            <a:cxnSpLocks/>
            <a:stCxn id="306" idx="3"/>
            <a:endCxn id="471" idx="2"/>
          </p:cNvCxnSpPr>
          <p:nvPr/>
        </p:nvCxnSpPr>
        <p:spPr>
          <a:xfrm flipV="1">
            <a:off x="1057807" y="482812"/>
            <a:ext cx="4715402" cy="591792"/>
          </a:xfrm>
          <a:prstGeom prst="line">
            <a:avLst/>
          </a:prstGeom>
        </p:spPr>
        <p:style>
          <a:lnRef idx="1">
            <a:schemeClr val="accent1"/>
          </a:lnRef>
          <a:fillRef idx="0">
            <a:schemeClr val="accent1"/>
          </a:fillRef>
          <a:effectRef idx="0">
            <a:schemeClr val="accent1"/>
          </a:effectRef>
          <a:fontRef idx="minor">
            <a:schemeClr val="tx1"/>
          </a:fontRef>
        </p:style>
      </p:cxnSp>
      <p:cxnSp>
        <p:nvCxnSpPr>
          <p:cNvPr id="573" name="Straight Connector 572">
            <a:extLst>
              <a:ext uri="{FF2B5EF4-FFF2-40B4-BE49-F238E27FC236}">
                <a16:creationId xmlns:a16="http://schemas.microsoft.com/office/drawing/2014/main" id="{187FC239-28D6-7682-4AC7-E09FDD3FF044}"/>
              </a:ext>
            </a:extLst>
          </p:cNvPr>
          <p:cNvCxnSpPr>
            <a:cxnSpLocks/>
            <a:stCxn id="471" idx="2"/>
            <a:endCxn id="411" idx="2"/>
          </p:cNvCxnSpPr>
          <p:nvPr/>
        </p:nvCxnSpPr>
        <p:spPr>
          <a:xfrm>
            <a:off x="5773209" y="482812"/>
            <a:ext cx="885850" cy="20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574" name="Straight Connector 573">
            <a:extLst>
              <a:ext uri="{FF2B5EF4-FFF2-40B4-BE49-F238E27FC236}">
                <a16:creationId xmlns:a16="http://schemas.microsoft.com/office/drawing/2014/main" id="{03C4C068-F029-0C9F-A960-EF8788B51934}"/>
              </a:ext>
            </a:extLst>
          </p:cNvPr>
          <p:cNvCxnSpPr>
            <a:cxnSpLocks/>
            <a:stCxn id="381" idx="1"/>
            <a:endCxn id="266" idx="1"/>
          </p:cNvCxnSpPr>
          <p:nvPr/>
        </p:nvCxnSpPr>
        <p:spPr>
          <a:xfrm>
            <a:off x="11467801" y="2242825"/>
            <a:ext cx="50434" cy="1136661"/>
          </a:xfrm>
          <a:prstGeom prst="line">
            <a:avLst/>
          </a:prstGeom>
        </p:spPr>
        <p:style>
          <a:lnRef idx="1">
            <a:schemeClr val="accent1"/>
          </a:lnRef>
          <a:fillRef idx="0">
            <a:schemeClr val="accent1"/>
          </a:fillRef>
          <a:effectRef idx="0">
            <a:schemeClr val="accent1"/>
          </a:effectRef>
          <a:fontRef idx="minor">
            <a:schemeClr val="tx1"/>
          </a:fontRef>
        </p:style>
      </p:cxnSp>
      <p:cxnSp>
        <p:nvCxnSpPr>
          <p:cNvPr id="575" name="Straight Connector 574">
            <a:extLst>
              <a:ext uri="{FF2B5EF4-FFF2-40B4-BE49-F238E27FC236}">
                <a16:creationId xmlns:a16="http://schemas.microsoft.com/office/drawing/2014/main" id="{5AB63BBC-063F-BD3F-D9B7-CB84188577DB}"/>
              </a:ext>
            </a:extLst>
          </p:cNvPr>
          <p:cNvCxnSpPr>
            <a:cxnSpLocks/>
            <a:stCxn id="381" idx="1"/>
            <a:endCxn id="351" idx="3"/>
          </p:cNvCxnSpPr>
          <p:nvPr/>
        </p:nvCxnSpPr>
        <p:spPr>
          <a:xfrm flipH="1">
            <a:off x="953106" y="2242825"/>
            <a:ext cx="10514695" cy="15079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76" name="Straight Connector 575">
            <a:extLst>
              <a:ext uri="{FF2B5EF4-FFF2-40B4-BE49-F238E27FC236}">
                <a16:creationId xmlns:a16="http://schemas.microsoft.com/office/drawing/2014/main" id="{70587EFC-CE2B-4717-EBBC-D9DBA1C6A158}"/>
              </a:ext>
            </a:extLst>
          </p:cNvPr>
          <p:cNvCxnSpPr>
            <a:cxnSpLocks/>
            <a:stCxn id="381" idx="1"/>
            <a:endCxn id="539" idx="2"/>
          </p:cNvCxnSpPr>
          <p:nvPr/>
        </p:nvCxnSpPr>
        <p:spPr>
          <a:xfrm flipH="1" flipV="1">
            <a:off x="10649564" y="671272"/>
            <a:ext cx="818237" cy="1571553"/>
          </a:xfrm>
          <a:prstGeom prst="line">
            <a:avLst/>
          </a:prstGeom>
        </p:spPr>
        <p:style>
          <a:lnRef idx="1">
            <a:schemeClr val="accent1"/>
          </a:lnRef>
          <a:fillRef idx="0">
            <a:schemeClr val="accent1"/>
          </a:fillRef>
          <a:effectRef idx="0">
            <a:schemeClr val="accent1"/>
          </a:effectRef>
          <a:fontRef idx="minor">
            <a:schemeClr val="tx1"/>
          </a:fontRef>
        </p:style>
      </p:cxnSp>
      <p:cxnSp>
        <p:nvCxnSpPr>
          <p:cNvPr id="577" name="Straight Connector 576">
            <a:extLst>
              <a:ext uri="{FF2B5EF4-FFF2-40B4-BE49-F238E27FC236}">
                <a16:creationId xmlns:a16="http://schemas.microsoft.com/office/drawing/2014/main" id="{2F311ED9-EF89-DBE5-959D-AAA432FD32C8}"/>
              </a:ext>
            </a:extLst>
          </p:cNvPr>
          <p:cNvCxnSpPr>
            <a:cxnSpLocks/>
            <a:stCxn id="381" idx="1"/>
            <a:endCxn id="162" idx="2"/>
          </p:cNvCxnSpPr>
          <p:nvPr/>
        </p:nvCxnSpPr>
        <p:spPr>
          <a:xfrm flipH="1" flipV="1">
            <a:off x="7101986" y="524692"/>
            <a:ext cx="4365815" cy="1718133"/>
          </a:xfrm>
          <a:prstGeom prst="line">
            <a:avLst/>
          </a:prstGeom>
        </p:spPr>
        <p:style>
          <a:lnRef idx="1">
            <a:schemeClr val="accent1"/>
          </a:lnRef>
          <a:fillRef idx="0">
            <a:schemeClr val="accent1"/>
          </a:fillRef>
          <a:effectRef idx="0">
            <a:schemeClr val="accent1"/>
          </a:effectRef>
          <a:fontRef idx="minor">
            <a:schemeClr val="tx1"/>
          </a:fontRef>
        </p:style>
      </p:cxnSp>
      <p:cxnSp>
        <p:nvCxnSpPr>
          <p:cNvPr id="578" name="Straight Connector 577">
            <a:extLst>
              <a:ext uri="{FF2B5EF4-FFF2-40B4-BE49-F238E27FC236}">
                <a16:creationId xmlns:a16="http://schemas.microsoft.com/office/drawing/2014/main" id="{E2216240-F3AB-CB7F-3587-1EA720ABA778}"/>
              </a:ext>
            </a:extLst>
          </p:cNvPr>
          <p:cNvCxnSpPr>
            <a:cxnSpLocks/>
            <a:stCxn id="381" idx="1"/>
            <a:endCxn id="458" idx="3"/>
          </p:cNvCxnSpPr>
          <p:nvPr/>
        </p:nvCxnSpPr>
        <p:spPr>
          <a:xfrm flipH="1" flipV="1">
            <a:off x="1022909" y="1456816"/>
            <a:ext cx="10444892" cy="786009"/>
          </a:xfrm>
          <a:prstGeom prst="line">
            <a:avLst/>
          </a:prstGeom>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34918B9A-0F44-C45C-CCC9-7203D1B5900F}"/>
              </a:ext>
            </a:extLst>
          </p:cNvPr>
          <p:cNvCxnSpPr>
            <a:cxnSpLocks/>
            <a:stCxn id="345" idx="3"/>
            <a:endCxn id="381" idx="1"/>
          </p:cNvCxnSpPr>
          <p:nvPr/>
        </p:nvCxnSpPr>
        <p:spPr>
          <a:xfrm flipV="1">
            <a:off x="918209" y="2242825"/>
            <a:ext cx="10549592" cy="1125405"/>
          </a:xfrm>
          <a:prstGeom prst="line">
            <a:avLst/>
          </a:prstGeom>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DBC80593-8E4F-7F28-31DF-79A9DF4789FE}"/>
              </a:ext>
            </a:extLst>
          </p:cNvPr>
          <p:cNvCxnSpPr>
            <a:cxnSpLocks/>
            <a:stCxn id="387" idx="0"/>
            <a:endCxn id="381" idx="1"/>
          </p:cNvCxnSpPr>
          <p:nvPr/>
        </p:nvCxnSpPr>
        <p:spPr>
          <a:xfrm flipV="1">
            <a:off x="2677386" y="2242825"/>
            <a:ext cx="8790415" cy="3002108"/>
          </a:xfrm>
          <a:prstGeom prst="line">
            <a:avLst/>
          </a:prstGeom>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ADC5E5E6-7BB4-B949-7C57-344750220293}"/>
              </a:ext>
            </a:extLst>
          </p:cNvPr>
          <p:cNvCxnSpPr>
            <a:cxnSpLocks/>
            <a:stCxn id="387" idx="0"/>
            <a:endCxn id="345" idx="3"/>
          </p:cNvCxnSpPr>
          <p:nvPr/>
        </p:nvCxnSpPr>
        <p:spPr>
          <a:xfrm flipH="1" flipV="1">
            <a:off x="918209" y="3368230"/>
            <a:ext cx="1759177" cy="1876703"/>
          </a:xfrm>
          <a:prstGeom prst="line">
            <a:avLst/>
          </a:prstGeom>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2D9E54BD-A63F-8497-550A-BBA6B81A9F35}"/>
              </a:ext>
            </a:extLst>
          </p:cNvPr>
          <p:cNvCxnSpPr>
            <a:cxnSpLocks/>
            <a:stCxn id="405" idx="1"/>
            <a:endCxn id="381" idx="1"/>
          </p:cNvCxnSpPr>
          <p:nvPr/>
        </p:nvCxnSpPr>
        <p:spPr>
          <a:xfrm flipV="1">
            <a:off x="11439603" y="2242825"/>
            <a:ext cx="28198" cy="190289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3" name="Straight Connector 582">
            <a:extLst>
              <a:ext uri="{FF2B5EF4-FFF2-40B4-BE49-F238E27FC236}">
                <a16:creationId xmlns:a16="http://schemas.microsoft.com/office/drawing/2014/main" id="{F374FF62-B0DA-FB02-FAD8-B9BC3266B77F}"/>
              </a:ext>
            </a:extLst>
          </p:cNvPr>
          <p:cNvCxnSpPr>
            <a:cxnSpLocks/>
            <a:stCxn id="417" idx="2"/>
            <a:endCxn id="381" idx="1"/>
          </p:cNvCxnSpPr>
          <p:nvPr/>
        </p:nvCxnSpPr>
        <p:spPr>
          <a:xfrm>
            <a:off x="1344791" y="704329"/>
            <a:ext cx="10123010" cy="1538496"/>
          </a:xfrm>
          <a:prstGeom prst="line">
            <a:avLst/>
          </a:prstGeom>
        </p:spPr>
        <p:style>
          <a:lnRef idx="1">
            <a:schemeClr val="accent1"/>
          </a:lnRef>
          <a:fillRef idx="0">
            <a:schemeClr val="accent1"/>
          </a:fillRef>
          <a:effectRef idx="0">
            <a:schemeClr val="accent1"/>
          </a:effectRef>
          <a:fontRef idx="minor">
            <a:schemeClr val="tx1"/>
          </a:fontRef>
        </p:style>
      </p:cxnSp>
      <p:cxnSp>
        <p:nvCxnSpPr>
          <p:cNvPr id="584" name="Straight Connector 583">
            <a:extLst>
              <a:ext uri="{FF2B5EF4-FFF2-40B4-BE49-F238E27FC236}">
                <a16:creationId xmlns:a16="http://schemas.microsoft.com/office/drawing/2014/main" id="{429EE1E7-6240-9864-0369-87535B5FC9F5}"/>
              </a:ext>
            </a:extLst>
          </p:cNvPr>
          <p:cNvCxnSpPr>
            <a:cxnSpLocks/>
            <a:stCxn id="527" idx="0"/>
            <a:endCxn id="381" idx="1"/>
          </p:cNvCxnSpPr>
          <p:nvPr/>
        </p:nvCxnSpPr>
        <p:spPr>
          <a:xfrm flipV="1">
            <a:off x="5774408" y="2242825"/>
            <a:ext cx="5693393" cy="3140714"/>
          </a:xfrm>
          <a:prstGeom prst="line">
            <a:avLst/>
          </a:prstGeom>
        </p:spPr>
        <p:style>
          <a:lnRef idx="1">
            <a:schemeClr val="accent1"/>
          </a:lnRef>
          <a:fillRef idx="0">
            <a:schemeClr val="accent1"/>
          </a:fillRef>
          <a:effectRef idx="0">
            <a:schemeClr val="accent1"/>
          </a:effectRef>
          <a:fontRef idx="minor">
            <a:schemeClr val="tx1"/>
          </a:fontRef>
        </p:style>
      </p:cxnSp>
      <p:cxnSp>
        <p:nvCxnSpPr>
          <p:cNvPr id="585" name="Straight Connector 584">
            <a:extLst>
              <a:ext uri="{FF2B5EF4-FFF2-40B4-BE49-F238E27FC236}">
                <a16:creationId xmlns:a16="http://schemas.microsoft.com/office/drawing/2014/main" id="{4148D439-4793-8C9F-0B0A-700AA399AAE8}"/>
              </a:ext>
            </a:extLst>
          </p:cNvPr>
          <p:cNvCxnSpPr>
            <a:cxnSpLocks/>
            <a:stCxn id="423" idx="1"/>
            <a:endCxn id="381" idx="1"/>
          </p:cNvCxnSpPr>
          <p:nvPr/>
        </p:nvCxnSpPr>
        <p:spPr>
          <a:xfrm flipH="1" flipV="1">
            <a:off x="11467801" y="2242825"/>
            <a:ext cx="49652" cy="76666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6" name="Straight Connector 585">
            <a:extLst>
              <a:ext uri="{FF2B5EF4-FFF2-40B4-BE49-F238E27FC236}">
                <a16:creationId xmlns:a16="http://schemas.microsoft.com/office/drawing/2014/main" id="{93C684D9-B24C-ED77-6A4A-3ED0DD98712A}"/>
              </a:ext>
            </a:extLst>
          </p:cNvPr>
          <p:cNvCxnSpPr>
            <a:cxnSpLocks/>
            <a:stCxn id="215" idx="0"/>
            <a:endCxn id="381" idx="1"/>
          </p:cNvCxnSpPr>
          <p:nvPr/>
        </p:nvCxnSpPr>
        <p:spPr>
          <a:xfrm flipV="1">
            <a:off x="7105074" y="2242825"/>
            <a:ext cx="4362727" cy="3119774"/>
          </a:xfrm>
          <a:prstGeom prst="line">
            <a:avLst/>
          </a:prstGeom>
        </p:spPr>
        <p:style>
          <a:lnRef idx="1">
            <a:schemeClr val="accent1"/>
          </a:lnRef>
          <a:fillRef idx="0">
            <a:schemeClr val="accent1"/>
          </a:fillRef>
          <a:effectRef idx="0">
            <a:schemeClr val="accent1"/>
          </a:effectRef>
          <a:fontRef idx="minor">
            <a:schemeClr val="tx1"/>
          </a:fontRef>
        </p:style>
      </p:cxnSp>
      <p:cxnSp>
        <p:nvCxnSpPr>
          <p:cNvPr id="587" name="Straight Connector 586">
            <a:extLst>
              <a:ext uri="{FF2B5EF4-FFF2-40B4-BE49-F238E27FC236}">
                <a16:creationId xmlns:a16="http://schemas.microsoft.com/office/drawing/2014/main" id="{CB4FEA59-37F2-A3E9-31DB-651AE7EFA68F}"/>
              </a:ext>
            </a:extLst>
          </p:cNvPr>
          <p:cNvCxnSpPr>
            <a:cxnSpLocks/>
            <a:stCxn id="221" idx="0"/>
            <a:endCxn id="381" idx="1"/>
          </p:cNvCxnSpPr>
          <p:nvPr/>
        </p:nvCxnSpPr>
        <p:spPr>
          <a:xfrm flipV="1">
            <a:off x="4894620" y="2242825"/>
            <a:ext cx="6573181" cy="310601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8" name="Straight Connector 587">
            <a:extLst>
              <a:ext uri="{FF2B5EF4-FFF2-40B4-BE49-F238E27FC236}">
                <a16:creationId xmlns:a16="http://schemas.microsoft.com/office/drawing/2014/main" id="{1735EC62-7992-0F3C-F9AF-06836FC2E3FE}"/>
              </a:ext>
            </a:extLst>
          </p:cNvPr>
          <p:cNvCxnSpPr>
            <a:cxnSpLocks/>
            <a:stCxn id="227" idx="0"/>
            <a:endCxn id="381" idx="1"/>
          </p:cNvCxnSpPr>
          <p:nvPr/>
        </p:nvCxnSpPr>
        <p:spPr>
          <a:xfrm flipV="1">
            <a:off x="7548107" y="2242825"/>
            <a:ext cx="3919694" cy="3097094"/>
          </a:xfrm>
          <a:prstGeom prst="line">
            <a:avLst/>
          </a:prstGeom>
        </p:spPr>
        <p:style>
          <a:lnRef idx="1">
            <a:schemeClr val="accent1"/>
          </a:lnRef>
          <a:fillRef idx="0">
            <a:schemeClr val="accent1"/>
          </a:fillRef>
          <a:effectRef idx="0">
            <a:schemeClr val="accent1"/>
          </a:effectRef>
          <a:fontRef idx="minor">
            <a:schemeClr val="tx1"/>
          </a:fontRef>
        </p:style>
      </p:cxnSp>
      <p:cxnSp>
        <p:nvCxnSpPr>
          <p:cNvPr id="589" name="Straight Connector 588">
            <a:extLst>
              <a:ext uri="{FF2B5EF4-FFF2-40B4-BE49-F238E27FC236}">
                <a16:creationId xmlns:a16="http://schemas.microsoft.com/office/drawing/2014/main" id="{406E0E91-80B4-B718-DF89-C47206B8D557}"/>
              </a:ext>
            </a:extLst>
          </p:cNvPr>
          <p:cNvCxnSpPr>
            <a:cxnSpLocks/>
            <a:stCxn id="381" idx="1"/>
            <a:endCxn id="248" idx="0"/>
          </p:cNvCxnSpPr>
          <p:nvPr/>
        </p:nvCxnSpPr>
        <p:spPr>
          <a:xfrm flipH="1">
            <a:off x="2233488" y="2242825"/>
            <a:ext cx="9234313" cy="2978302"/>
          </a:xfrm>
          <a:prstGeom prst="line">
            <a:avLst/>
          </a:prstGeom>
        </p:spPr>
        <p:style>
          <a:lnRef idx="1">
            <a:schemeClr val="accent1"/>
          </a:lnRef>
          <a:fillRef idx="0">
            <a:schemeClr val="accent1"/>
          </a:fillRef>
          <a:effectRef idx="0">
            <a:schemeClr val="accent1"/>
          </a:effectRef>
          <a:fontRef idx="minor">
            <a:schemeClr val="tx1"/>
          </a:fontRef>
        </p:style>
      </p:cxnSp>
      <p:cxnSp>
        <p:nvCxnSpPr>
          <p:cNvPr id="590" name="Straight Connector 589">
            <a:extLst>
              <a:ext uri="{FF2B5EF4-FFF2-40B4-BE49-F238E27FC236}">
                <a16:creationId xmlns:a16="http://schemas.microsoft.com/office/drawing/2014/main" id="{40FE7EF4-2C73-B715-C1BF-33AC909B6984}"/>
              </a:ext>
            </a:extLst>
          </p:cNvPr>
          <p:cNvCxnSpPr>
            <a:cxnSpLocks/>
            <a:stCxn id="479" idx="3"/>
            <a:endCxn id="215" idx="0"/>
          </p:cNvCxnSpPr>
          <p:nvPr/>
        </p:nvCxnSpPr>
        <p:spPr>
          <a:xfrm>
            <a:off x="988006" y="1843363"/>
            <a:ext cx="6117068" cy="3519236"/>
          </a:xfrm>
          <a:prstGeom prst="line">
            <a:avLst/>
          </a:prstGeom>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AC2299F5-1BF7-3E16-FC08-3CF8DD675B61}"/>
              </a:ext>
            </a:extLst>
          </p:cNvPr>
          <p:cNvCxnSpPr>
            <a:cxnSpLocks/>
            <a:stCxn id="296" idx="3"/>
            <a:endCxn id="63" idx="2"/>
          </p:cNvCxnSpPr>
          <p:nvPr/>
        </p:nvCxnSpPr>
        <p:spPr>
          <a:xfrm flipV="1">
            <a:off x="953106" y="608452"/>
            <a:ext cx="2162553" cy="1612784"/>
          </a:xfrm>
          <a:prstGeom prst="line">
            <a:avLst/>
          </a:prstGeom>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B785B66D-91C1-2066-DC1B-26C7E7779B8F}"/>
              </a:ext>
            </a:extLst>
          </p:cNvPr>
          <p:cNvCxnSpPr>
            <a:cxnSpLocks/>
            <a:stCxn id="296" idx="3"/>
            <a:endCxn id="48" idx="2"/>
          </p:cNvCxnSpPr>
          <p:nvPr/>
        </p:nvCxnSpPr>
        <p:spPr>
          <a:xfrm flipV="1">
            <a:off x="953106" y="587512"/>
            <a:ext cx="2605478" cy="1633724"/>
          </a:xfrm>
          <a:prstGeom prst="line">
            <a:avLst/>
          </a:prstGeom>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1EC44EB4-B5FA-44A3-7217-150A946B89E5}"/>
              </a:ext>
            </a:extLst>
          </p:cNvPr>
          <p:cNvCxnSpPr>
            <a:cxnSpLocks/>
            <a:stCxn id="296" idx="3"/>
            <a:endCxn id="28" idx="2"/>
          </p:cNvCxnSpPr>
          <p:nvPr/>
        </p:nvCxnSpPr>
        <p:spPr>
          <a:xfrm flipV="1">
            <a:off x="953106" y="563802"/>
            <a:ext cx="3050186" cy="1657434"/>
          </a:xfrm>
          <a:prstGeom prst="line">
            <a:avLst/>
          </a:prstGeom>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B9AC31DF-EDB1-7637-1191-FD088E2B59D9}"/>
              </a:ext>
            </a:extLst>
          </p:cNvPr>
          <p:cNvCxnSpPr>
            <a:cxnSpLocks/>
            <a:stCxn id="296" idx="3"/>
            <a:endCxn id="132" idx="2"/>
          </p:cNvCxnSpPr>
          <p:nvPr/>
        </p:nvCxnSpPr>
        <p:spPr>
          <a:xfrm flipV="1">
            <a:off x="953106" y="545632"/>
            <a:ext cx="3491328" cy="1675604"/>
          </a:xfrm>
          <a:prstGeom prst="line">
            <a:avLst/>
          </a:prstGeom>
        </p:spPr>
        <p:style>
          <a:lnRef idx="1">
            <a:schemeClr val="accent1"/>
          </a:lnRef>
          <a:fillRef idx="0">
            <a:schemeClr val="accent1"/>
          </a:fillRef>
          <a:effectRef idx="0">
            <a:schemeClr val="accent1"/>
          </a:effectRef>
          <a:fontRef idx="minor">
            <a:schemeClr val="tx1"/>
          </a:fontRef>
        </p:style>
      </p:cxnSp>
      <p:cxnSp>
        <p:nvCxnSpPr>
          <p:cNvPr id="595" name="Straight Connector 594">
            <a:extLst>
              <a:ext uri="{FF2B5EF4-FFF2-40B4-BE49-F238E27FC236}">
                <a16:creationId xmlns:a16="http://schemas.microsoft.com/office/drawing/2014/main" id="{728E7BCF-9362-1EFE-6F64-0FEB97DDF997}"/>
              </a:ext>
            </a:extLst>
          </p:cNvPr>
          <p:cNvCxnSpPr>
            <a:cxnSpLocks/>
            <a:stCxn id="296" idx="3"/>
            <a:endCxn id="471" idx="2"/>
          </p:cNvCxnSpPr>
          <p:nvPr/>
        </p:nvCxnSpPr>
        <p:spPr>
          <a:xfrm flipV="1">
            <a:off x="953106" y="482812"/>
            <a:ext cx="4820103" cy="1738424"/>
          </a:xfrm>
          <a:prstGeom prst="line">
            <a:avLst/>
          </a:prstGeom>
        </p:spPr>
        <p:style>
          <a:lnRef idx="1">
            <a:schemeClr val="accent1"/>
          </a:lnRef>
          <a:fillRef idx="0">
            <a:schemeClr val="accent1"/>
          </a:fillRef>
          <a:effectRef idx="0">
            <a:schemeClr val="accent1"/>
          </a:effectRef>
          <a:fontRef idx="minor">
            <a:schemeClr val="tx1"/>
          </a:fontRef>
        </p:style>
      </p:cxnSp>
      <p:cxnSp>
        <p:nvCxnSpPr>
          <p:cNvPr id="596" name="Straight Connector 595">
            <a:extLst>
              <a:ext uri="{FF2B5EF4-FFF2-40B4-BE49-F238E27FC236}">
                <a16:creationId xmlns:a16="http://schemas.microsoft.com/office/drawing/2014/main" id="{738D42B9-734C-D0C0-ED60-5ABF3934E2C7}"/>
              </a:ext>
            </a:extLst>
          </p:cNvPr>
          <p:cNvCxnSpPr>
            <a:cxnSpLocks/>
            <a:stCxn id="296" idx="3"/>
            <a:endCxn id="144" idx="2"/>
          </p:cNvCxnSpPr>
          <p:nvPr/>
        </p:nvCxnSpPr>
        <p:spPr>
          <a:xfrm flipV="1">
            <a:off x="953106" y="482812"/>
            <a:ext cx="5263028" cy="1738424"/>
          </a:xfrm>
          <a:prstGeom prst="line">
            <a:avLst/>
          </a:prstGeom>
        </p:spPr>
        <p:style>
          <a:lnRef idx="1">
            <a:schemeClr val="accent1"/>
          </a:lnRef>
          <a:fillRef idx="0">
            <a:schemeClr val="accent1"/>
          </a:fillRef>
          <a:effectRef idx="0">
            <a:schemeClr val="accent1"/>
          </a:effectRef>
          <a:fontRef idx="minor">
            <a:schemeClr val="tx1"/>
          </a:fontRef>
        </p:style>
      </p:cxnSp>
      <p:cxnSp>
        <p:nvCxnSpPr>
          <p:cNvPr id="597" name="Straight Connector 596">
            <a:extLst>
              <a:ext uri="{FF2B5EF4-FFF2-40B4-BE49-F238E27FC236}">
                <a16:creationId xmlns:a16="http://schemas.microsoft.com/office/drawing/2014/main" id="{A0E7DF1B-0C3D-CB2C-CDB1-A200B3A7CF9B}"/>
              </a:ext>
            </a:extLst>
          </p:cNvPr>
          <p:cNvCxnSpPr>
            <a:cxnSpLocks/>
            <a:stCxn id="296" idx="3"/>
            <a:endCxn id="411" idx="2"/>
          </p:cNvCxnSpPr>
          <p:nvPr/>
        </p:nvCxnSpPr>
        <p:spPr>
          <a:xfrm flipV="1">
            <a:off x="953106" y="503752"/>
            <a:ext cx="5705953" cy="1717484"/>
          </a:xfrm>
          <a:prstGeom prst="line">
            <a:avLst/>
          </a:prstGeom>
        </p:spPr>
        <p:style>
          <a:lnRef idx="1">
            <a:schemeClr val="accent1"/>
          </a:lnRef>
          <a:fillRef idx="0">
            <a:schemeClr val="accent1"/>
          </a:fillRef>
          <a:effectRef idx="0">
            <a:schemeClr val="accent1"/>
          </a:effectRef>
          <a:fontRef idx="minor">
            <a:schemeClr val="tx1"/>
          </a:fontRef>
        </p:style>
      </p:cxnSp>
      <p:cxnSp>
        <p:nvCxnSpPr>
          <p:cNvPr id="598" name="Straight Connector 597">
            <a:extLst>
              <a:ext uri="{FF2B5EF4-FFF2-40B4-BE49-F238E27FC236}">
                <a16:creationId xmlns:a16="http://schemas.microsoft.com/office/drawing/2014/main" id="{E6FE1606-9FBF-B8D5-DC59-7D0F6954BA0E}"/>
              </a:ext>
            </a:extLst>
          </p:cNvPr>
          <p:cNvCxnSpPr>
            <a:cxnSpLocks/>
            <a:stCxn id="296" idx="3"/>
            <a:endCxn id="162" idx="2"/>
          </p:cNvCxnSpPr>
          <p:nvPr/>
        </p:nvCxnSpPr>
        <p:spPr>
          <a:xfrm flipV="1">
            <a:off x="953106" y="524692"/>
            <a:ext cx="6148880" cy="1696544"/>
          </a:xfrm>
          <a:prstGeom prst="line">
            <a:avLst/>
          </a:prstGeom>
        </p:spPr>
        <p:style>
          <a:lnRef idx="1">
            <a:schemeClr val="accent1"/>
          </a:lnRef>
          <a:fillRef idx="0">
            <a:schemeClr val="accent1"/>
          </a:fillRef>
          <a:effectRef idx="0">
            <a:schemeClr val="accent1"/>
          </a:effectRef>
          <a:fontRef idx="minor">
            <a:schemeClr val="tx1"/>
          </a:fontRef>
        </p:style>
      </p:cxnSp>
      <p:cxnSp>
        <p:nvCxnSpPr>
          <p:cNvPr id="599" name="Straight Connector 598">
            <a:extLst>
              <a:ext uri="{FF2B5EF4-FFF2-40B4-BE49-F238E27FC236}">
                <a16:creationId xmlns:a16="http://schemas.microsoft.com/office/drawing/2014/main" id="{9CEE436C-BFE0-8C27-B3C0-AA9189224278}"/>
              </a:ext>
            </a:extLst>
          </p:cNvPr>
          <p:cNvCxnSpPr>
            <a:cxnSpLocks/>
            <a:stCxn id="296" idx="3"/>
            <a:endCxn id="184" idx="2"/>
          </p:cNvCxnSpPr>
          <p:nvPr/>
        </p:nvCxnSpPr>
        <p:spPr>
          <a:xfrm flipV="1">
            <a:off x="953106" y="545632"/>
            <a:ext cx="6592259" cy="1675604"/>
          </a:xfrm>
          <a:prstGeom prst="line">
            <a:avLst/>
          </a:prstGeom>
        </p:spPr>
        <p:style>
          <a:lnRef idx="1">
            <a:schemeClr val="accent1"/>
          </a:lnRef>
          <a:fillRef idx="0">
            <a:schemeClr val="accent1"/>
          </a:fillRef>
          <a:effectRef idx="0">
            <a:schemeClr val="accent1"/>
          </a:effectRef>
          <a:fontRef idx="minor">
            <a:schemeClr val="tx1"/>
          </a:fontRef>
        </p:style>
      </p:cxnSp>
      <p:cxnSp>
        <p:nvCxnSpPr>
          <p:cNvPr id="600" name="Straight Connector 599">
            <a:extLst>
              <a:ext uri="{FF2B5EF4-FFF2-40B4-BE49-F238E27FC236}">
                <a16:creationId xmlns:a16="http://schemas.microsoft.com/office/drawing/2014/main" id="{910FE1B6-D5D5-11FE-A846-F9ABA71C07DA}"/>
              </a:ext>
            </a:extLst>
          </p:cNvPr>
          <p:cNvCxnSpPr>
            <a:cxnSpLocks/>
            <a:stCxn id="296" idx="3"/>
            <a:endCxn id="197" idx="2"/>
          </p:cNvCxnSpPr>
          <p:nvPr/>
        </p:nvCxnSpPr>
        <p:spPr>
          <a:xfrm flipV="1">
            <a:off x="953106" y="587512"/>
            <a:ext cx="7481833" cy="1633724"/>
          </a:xfrm>
          <a:prstGeom prst="line">
            <a:avLst/>
          </a:prstGeom>
        </p:spPr>
        <p:style>
          <a:lnRef idx="1">
            <a:schemeClr val="accent1"/>
          </a:lnRef>
          <a:fillRef idx="0">
            <a:schemeClr val="accent1"/>
          </a:fillRef>
          <a:effectRef idx="0">
            <a:schemeClr val="accent1"/>
          </a:effectRef>
          <a:fontRef idx="minor">
            <a:schemeClr val="tx1"/>
          </a:fontRef>
        </p:style>
      </p:cxnSp>
      <p:cxnSp>
        <p:nvCxnSpPr>
          <p:cNvPr id="601" name="Straight Connector 600">
            <a:extLst>
              <a:ext uri="{FF2B5EF4-FFF2-40B4-BE49-F238E27FC236}">
                <a16:creationId xmlns:a16="http://schemas.microsoft.com/office/drawing/2014/main" id="{80A8BFAB-C47D-C8AB-7500-28764C1A17F3}"/>
              </a:ext>
            </a:extLst>
          </p:cNvPr>
          <p:cNvCxnSpPr>
            <a:cxnSpLocks/>
            <a:stCxn id="296" idx="3"/>
            <a:endCxn id="447" idx="1"/>
          </p:cNvCxnSpPr>
          <p:nvPr/>
        </p:nvCxnSpPr>
        <p:spPr>
          <a:xfrm>
            <a:off x="953106" y="2221236"/>
            <a:ext cx="10421676" cy="2678128"/>
          </a:xfrm>
          <a:prstGeom prst="line">
            <a:avLst/>
          </a:prstGeom>
        </p:spPr>
        <p:style>
          <a:lnRef idx="1">
            <a:schemeClr val="accent1"/>
          </a:lnRef>
          <a:fillRef idx="0">
            <a:schemeClr val="accent1"/>
          </a:fillRef>
          <a:effectRef idx="0">
            <a:schemeClr val="accent1"/>
          </a:effectRef>
          <a:fontRef idx="minor">
            <a:schemeClr val="tx1"/>
          </a:fontRef>
        </p:style>
      </p:cxnSp>
      <p:cxnSp>
        <p:nvCxnSpPr>
          <p:cNvPr id="602" name="Straight Connector 601">
            <a:extLst>
              <a:ext uri="{FF2B5EF4-FFF2-40B4-BE49-F238E27FC236}">
                <a16:creationId xmlns:a16="http://schemas.microsoft.com/office/drawing/2014/main" id="{FD183078-3C77-8DC6-40F2-F0EB9881C90C}"/>
              </a:ext>
            </a:extLst>
          </p:cNvPr>
          <p:cNvCxnSpPr>
            <a:cxnSpLocks/>
            <a:stCxn id="296" idx="3"/>
            <a:endCxn id="475" idx="1"/>
          </p:cNvCxnSpPr>
          <p:nvPr/>
        </p:nvCxnSpPr>
        <p:spPr>
          <a:xfrm flipV="1">
            <a:off x="953106" y="1096516"/>
            <a:ext cx="10425529" cy="112472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37385867-2CCB-A6E1-19F9-BF5EB2C39F0C}"/>
              </a:ext>
            </a:extLst>
          </p:cNvPr>
          <p:cNvCxnSpPr>
            <a:cxnSpLocks/>
            <a:stCxn id="296" idx="3"/>
            <a:endCxn id="209" idx="1"/>
          </p:cNvCxnSpPr>
          <p:nvPr/>
        </p:nvCxnSpPr>
        <p:spPr>
          <a:xfrm>
            <a:off x="953106" y="2221236"/>
            <a:ext cx="10565129" cy="39726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F2D2BD8B-3B9A-35AD-7633-F4934EC0FA13}"/>
              </a:ext>
            </a:extLst>
          </p:cNvPr>
          <p:cNvCxnSpPr>
            <a:cxnSpLocks/>
            <a:stCxn id="296" idx="3"/>
            <a:endCxn id="266" idx="1"/>
          </p:cNvCxnSpPr>
          <p:nvPr/>
        </p:nvCxnSpPr>
        <p:spPr>
          <a:xfrm>
            <a:off x="953106" y="2221236"/>
            <a:ext cx="10565129" cy="115825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01CB89B3-A3ED-DBEC-CE70-8FDB21EA06B0}"/>
              </a:ext>
            </a:extLst>
          </p:cNvPr>
          <p:cNvCxnSpPr>
            <a:cxnSpLocks/>
            <a:stCxn id="296" idx="3"/>
            <a:endCxn id="221" idx="0"/>
          </p:cNvCxnSpPr>
          <p:nvPr/>
        </p:nvCxnSpPr>
        <p:spPr>
          <a:xfrm>
            <a:off x="953106" y="2221236"/>
            <a:ext cx="3941514" cy="3127599"/>
          </a:xfrm>
          <a:prstGeom prst="line">
            <a:avLst/>
          </a:prstGeom>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02657570-C61C-3ED8-BAC4-BBA1256E038E}"/>
              </a:ext>
            </a:extLst>
          </p:cNvPr>
          <p:cNvCxnSpPr>
            <a:cxnSpLocks/>
            <a:stCxn id="296" idx="3"/>
            <a:endCxn id="405" idx="1"/>
          </p:cNvCxnSpPr>
          <p:nvPr/>
        </p:nvCxnSpPr>
        <p:spPr>
          <a:xfrm>
            <a:off x="953106" y="2221236"/>
            <a:ext cx="10486497" cy="1924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607" name="Straight Connector 606">
            <a:extLst>
              <a:ext uri="{FF2B5EF4-FFF2-40B4-BE49-F238E27FC236}">
                <a16:creationId xmlns:a16="http://schemas.microsoft.com/office/drawing/2014/main" id="{1099AA10-25BD-EC2F-EDD5-D69A9D1F7068}"/>
              </a:ext>
            </a:extLst>
          </p:cNvPr>
          <p:cNvCxnSpPr>
            <a:cxnSpLocks/>
            <a:stCxn id="330" idx="3"/>
            <a:endCxn id="405" idx="1"/>
          </p:cNvCxnSpPr>
          <p:nvPr/>
        </p:nvCxnSpPr>
        <p:spPr>
          <a:xfrm>
            <a:off x="918209" y="2603446"/>
            <a:ext cx="10521394" cy="1542269"/>
          </a:xfrm>
          <a:prstGeom prst="line">
            <a:avLst/>
          </a:prstGeom>
        </p:spPr>
        <p:style>
          <a:lnRef idx="1">
            <a:schemeClr val="accent1"/>
          </a:lnRef>
          <a:fillRef idx="0">
            <a:schemeClr val="accent1"/>
          </a:fillRef>
          <a:effectRef idx="0">
            <a:schemeClr val="accent1"/>
          </a:effectRef>
          <a:fontRef idx="minor">
            <a:schemeClr val="tx1"/>
          </a:fontRef>
        </p:style>
      </p:cxnSp>
      <p:cxnSp>
        <p:nvCxnSpPr>
          <p:cNvPr id="608" name="Straight Connector 607">
            <a:extLst>
              <a:ext uri="{FF2B5EF4-FFF2-40B4-BE49-F238E27FC236}">
                <a16:creationId xmlns:a16="http://schemas.microsoft.com/office/drawing/2014/main" id="{BAEBC4D1-2D6F-66FB-A07D-35BC3E79725D}"/>
              </a:ext>
            </a:extLst>
          </p:cNvPr>
          <p:cNvCxnSpPr>
            <a:cxnSpLocks/>
            <a:stCxn id="330" idx="3"/>
            <a:endCxn id="539" idx="2"/>
          </p:cNvCxnSpPr>
          <p:nvPr/>
        </p:nvCxnSpPr>
        <p:spPr>
          <a:xfrm flipV="1">
            <a:off x="918209" y="671272"/>
            <a:ext cx="9731355" cy="1932174"/>
          </a:xfrm>
          <a:prstGeom prst="line">
            <a:avLst/>
          </a:prstGeom>
        </p:spPr>
        <p:style>
          <a:lnRef idx="1">
            <a:schemeClr val="accent1"/>
          </a:lnRef>
          <a:fillRef idx="0">
            <a:schemeClr val="accent1"/>
          </a:fillRef>
          <a:effectRef idx="0">
            <a:schemeClr val="accent1"/>
          </a:effectRef>
          <a:fontRef idx="minor">
            <a:schemeClr val="tx1"/>
          </a:fontRef>
        </p:style>
      </p:cxnSp>
      <p:cxnSp>
        <p:nvCxnSpPr>
          <p:cNvPr id="609" name="Straight Connector 608">
            <a:extLst>
              <a:ext uri="{FF2B5EF4-FFF2-40B4-BE49-F238E27FC236}">
                <a16:creationId xmlns:a16="http://schemas.microsoft.com/office/drawing/2014/main" id="{AEF13CB9-69B6-C905-AA48-C3D5BA575874}"/>
              </a:ext>
            </a:extLst>
          </p:cNvPr>
          <p:cNvCxnSpPr>
            <a:cxnSpLocks/>
            <a:stCxn id="330" idx="3"/>
            <a:endCxn id="345" idx="3"/>
          </p:cNvCxnSpPr>
          <p:nvPr/>
        </p:nvCxnSpPr>
        <p:spPr>
          <a:xfrm>
            <a:off x="918209" y="2603446"/>
            <a:ext cx="0" cy="764784"/>
          </a:xfrm>
          <a:prstGeom prst="line">
            <a:avLst/>
          </a:prstGeom>
        </p:spPr>
        <p:style>
          <a:lnRef idx="1">
            <a:schemeClr val="accent1"/>
          </a:lnRef>
          <a:fillRef idx="0">
            <a:schemeClr val="accent1"/>
          </a:fillRef>
          <a:effectRef idx="0">
            <a:schemeClr val="accent1"/>
          </a:effectRef>
          <a:fontRef idx="minor">
            <a:schemeClr val="tx1"/>
          </a:fontRef>
        </p:style>
      </p:cxnSp>
      <p:cxnSp>
        <p:nvCxnSpPr>
          <p:cNvPr id="610" name="Straight Connector 609">
            <a:extLst>
              <a:ext uri="{FF2B5EF4-FFF2-40B4-BE49-F238E27FC236}">
                <a16:creationId xmlns:a16="http://schemas.microsoft.com/office/drawing/2014/main" id="{E1DE75AB-C078-2D35-50F3-3E0D056CDD01}"/>
              </a:ext>
            </a:extLst>
          </p:cNvPr>
          <p:cNvCxnSpPr>
            <a:cxnSpLocks/>
            <a:stCxn id="495" idx="1"/>
            <a:endCxn id="523" idx="3"/>
          </p:cNvCxnSpPr>
          <p:nvPr/>
        </p:nvCxnSpPr>
        <p:spPr>
          <a:xfrm flipH="1" flipV="1">
            <a:off x="883306" y="2985656"/>
            <a:ext cx="10599715" cy="781697"/>
          </a:xfrm>
          <a:prstGeom prst="line">
            <a:avLst/>
          </a:prstGeom>
        </p:spPr>
        <p:style>
          <a:lnRef idx="1">
            <a:schemeClr val="accent1"/>
          </a:lnRef>
          <a:fillRef idx="0">
            <a:schemeClr val="accent1"/>
          </a:fillRef>
          <a:effectRef idx="0">
            <a:schemeClr val="accent1"/>
          </a:effectRef>
          <a:fontRef idx="minor">
            <a:schemeClr val="tx1"/>
          </a:fontRef>
        </p:style>
      </p:cxnSp>
      <p:cxnSp>
        <p:nvCxnSpPr>
          <p:cNvPr id="611" name="Straight Connector 610">
            <a:extLst>
              <a:ext uri="{FF2B5EF4-FFF2-40B4-BE49-F238E27FC236}">
                <a16:creationId xmlns:a16="http://schemas.microsoft.com/office/drawing/2014/main" id="{12BD5BC7-3C54-8C2D-AA3F-C26549DD6DC6}"/>
              </a:ext>
            </a:extLst>
          </p:cNvPr>
          <p:cNvCxnSpPr>
            <a:cxnSpLocks/>
            <a:stCxn id="487" idx="0"/>
            <a:endCxn id="523" idx="3"/>
          </p:cNvCxnSpPr>
          <p:nvPr/>
        </p:nvCxnSpPr>
        <p:spPr>
          <a:xfrm flipH="1" flipV="1">
            <a:off x="883306" y="2985656"/>
            <a:ext cx="3116531" cy="2312895"/>
          </a:xfrm>
          <a:prstGeom prst="line">
            <a:avLst/>
          </a:prstGeom>
        </p:spPr>
        <p:style>
          <a:lnRef idx="1">
            <a:schemeClr val="accent1"/>
          </a:lnRef>
          <a:fillRef idx="0">
            <a:schemeClr val="accent1"/>
          </a:fillRef>
          <a:effectRef idx="0">
            <a:schemeClr val="accent1"/>
          </a:effectRef>
          <a:fontRef idx="minor">
            <a:schemeClr val="tx1"/>
          </a:fontRef>
        </p:style>
      </p:cxnSp>
      <p:cxnSp>
        <p:nvCxnSpPr>
          <p:cNvPr id="612" name="Straight Connector 611">
            <a:extLst>
              <a:ext uri="{FF2B5EF4-FFF2-40B4-BE49-F238E27FC236}">
                <a16:creationId xmlns:a16="http://schemas.microsoft.com/office/drawing/2014/main" id="{6A9A7E5B-1160-622A-684E-14C92ED897D8}"/>
              </a:ext>
            </a:extLst>
          </p:cNvPr>
          <p:cNvCxnSpPr>
            <a:cxnSpLocks/>
            <a:stCxn id="483" idx="0"/>
            <a:endCxn id="523" idx="3"/>
          </p:cNvCxnSpPr>
          <p:nvPr/>
        </p:nvCxnSpPr>
        <p:spPr>
          <a:xfrm flipH="1" flipV="1">
            <a:off x="883306" y="2985656"/>
            <a:ext cx="10209074" cy="2188483"/>
          </a:xfrm>
          <a:prstGeom prst="line">
            <a:avLst/>
          </a:prstGeom>
        </p:spPr>
        <p:style>
          <a:lnRef idx="1">
            <a:schemeClr val="accent1"/>
          </a:lnRef>
          <a:fillRef idx="0">
            <a:schemeClr val="accent1"/>
          </a:fillRef>
          <a:effectRef idx="0">
            <a:schemeClr val="accent1"/>
          </a:effectRef>
          <a:fontRef idx="minor">
            <a:schemeClr val="tx1"/>
          </a:fontRef>
        </p:style>
      </p:cxnSp>
      <p:cxnSp>
        <p:nvCxnSpPr>
          <p:cNvPr id="613" name="Straight Connector 612">
            <a:extLst>
              <a:ext uri="{FF2B5EF4-FFF2-40B4-BE49-F238E27FC236}">
                <a16:creationId xmlns:a16="http://schemas.microsoft.com/office/drawing/2014/main" id="{491CCA0C-2592-D866-78F2-5E87446BDAA6}"/>
              </a:ext>
            </a:extLst>
          </p:cNvPr>
          <p:cNvCxnSpPr>
            <a:cxnSpLocks/>
            <a:stCxn id="535" idx="0"/>
            <a:endCxn id="523" idx="3"/>
          </p:cNvCxnSpPr>
          <p:nvPr/>
        </p:nvCxnSpPr>
        <p:spPr>
          <a:xfrm flipH="1" flipV="1">
            <a:off x="883306" y="2985656"/>
            <a:ext cx="5334136" cy="2418823"/>
          </a:xfrm>
          <a:prstGeom prst="line">
            <a:avLst/>
          </a:prstGeom>
        </p:spPr>
        <p:style>
          <a:lnRef idx="1">
            <a:schemeClr val="accent1"/>
          </a:lnRef>
          <a:fillRef idx="0">
            <a:schemeClr val="accent1"/>
          </a:fillRef>
          <a:effectRef idx="0">
            <a:schemeClr val="accent1"/>
          </a:effectRef>
          <a:fontRef idx="minor">
            <a:schemeClr val="tx1"/>
          </a:fontRef>
        </p:style>
      </p:cxnSp>
      <p:cxnSp>
        <p:nvCxnSpPr>
          <p:cNvPr id="614" name="Straight Connector 613">
            <a:extLst>
              <a:ext uri="{FF2B5EF4-FFF2-40B4-BE49-F238E27FC236}">
                <a16:creationId xmlns:a16="http://schemas.microsoft.com/office/drawing/2014/main" id="{24E83241-71E0-CB55-4FF1-9E5ADF9A1DB3}"/>
              </a:ext>
            </a:extLst>
          </p:cNvPr>
          <p:cNvCxnSpPr>
            <a:cxnSpLocks/>
            <a:stCxn id="527" idx="0"/>
            <a:endCxn id="523" idx="3"/>
          </p:cNvCxnSpPr>
          <p:nvPr/>
        </p:nvCxnSpPr>
        <p:spPr>
          <a:xfrm flipH="1" flipV="1">
            <a:off x="883306" y="2985656"/>
            <a:ext cx="4891102" cy="2397883"/>
          </a:xfrm>
          <a:prstGeom prst="line">
            <a:avLst/>
          </a:prstGeom>
        </p:spPr>
        <p:style>
          <a:lnRef idx="1">
            <a:schemeClr val="accent1"/>
          </a:lnRef>
          <a:fillRef idx="0">
            <a:schemeClr val="accent1"/>
          </a:fillRef>
          <a:effectRef idx="0">
            <a:schemeClr val="accent1"/>
          </a:effectRef>
          <a:fontRef idx="minor">
            <a:schemeClr val="tx1"/>
          </a:fontRef>
        </p:style>
      </p:cxnSp>
      <p:cxnSp>
        <p:nvCxnSpPr>
          <p:cNvPr id="615" name="Straight Connector 614">
            <a:extLst>
              <a:ext uri="{FF2B5EF4-FFF2-40B4-BE49-F238E27FC236}">
                <a16:creationId xmlns:a16="http://schemas.microsoft.com/office/drawing/2014/main" id="{FC1D77A2-BE8B-DF40-BDE3-FB816268A4AE}"/>
              </a:ext>
            </a:extLst>
          </p:cNvPr>
          <p:cNvCxnSpPr>
            <a:cxnSpLocks/>
            <a:stCxn id="471" idx="2"/>
            <a:endCxn id="523" idx="3"/>
          </p:cNvCxnSpPr>
          <p:nvPr/>
        </p:nvCxnSpPr>
        <p:spPr>
          <a:xfrm flipH="1">
            <a:off x="883306" y="482812"/>
            <a:ext cx="4889903" cy="2502844"/>
          </a:xfrm>
          <a:prstGeom prst="line">
            <a:avLst/>
          </a:prstGeom>
        </p:spPr>
        <p:style>
          <a:lnRef idx="1">
            <a:schemeClr val="accent1"/>
          </a:lnRef>
          <a:fillRef idx="0">
            <a:schemeClr val="accent1"/>
          </a:fillRef>
          <a:effectRef idx="0">
            <a:schemeClr val="accent1"/>
          </a:effectRef>
          <a:fontRef idx="minor">
            <a:schemeClr val="tx1"/>
          </a:fontRef>
        </p:style>
      </p:cxnSp>
      <p:cxnSp>
        <p:nvCxnSpPr>
          <p:cNvPr id="616" name="Straight Connector 615">
            <a:extLst>
              <a:ext uri="{FF2B5EF4-FFF2-40B4-BE49-F238E27FC236}">
                <a16:creationId xmlns:a16="http://schemas.microsoft.com/office/drawing/2014/main" id="{0A26800A-E4BC-628D-1B82-2B6A4444D0AC}"/>
              </a:ext>
            </a:extLst>
          </p:cNvPr>
          <p:cNvCxnSpPr>
            <a:cxnSpLocks/>
            <a:stCxn id="351" idx="3"/>
            <a:endCxn id="405" idx="1"/>
          </p:cNvCxnSpPr>
          <p:nvPr/>
        </p:nvCxnSpPr>
        <p:spPr>
          <a:xfrm>
            <a:off x="953106" y="3750804"/>
            <a:ext cx="10486497" cy="394911"/>
          </a:xfrm>
          <a:prstGeom prst="line">
            <a:avLst/>
          </a:prstGeom>
        </p:spPr>
        <p:style>
          <a:lnRef idx="1">
            <a:schemeClr val="accent1"/>
          </a:lnRef>
          <a:fillRef idx="0">
            <a:schemeClr val="accent1"/>
          </a:fillRef>
          <a:effectRef idx="0">
            <a:schemeClr val="accent1"/>
          </a:effectRef>
          <a:fontRef idx="minor">
            <a:schemeClr val="tx1"/>
          </a:fontRef>
        </p:style>
      </p:cxnSp>
      <p:cxnSp>
        <p:nvCxnSpPr>
          <p:cNvPr id="617" name="Straight Connector 616">
            <a:extLst>
              <a:ext uri="{FF2B5EF4-FFF2-40B4-BE49-F238E27FC236}">
                <a16:creationId xmlns:a16="http://schemas.microsoft.com/office/drawing/2014/main" id="{916AA2C9-B6DA-4B12-21D6-32571B7E8C34}"/>
              </a:ext>
            </a:extLst>
          </p:cNvPr>
          <p:cNvCxnSpPr>
            <a:cxnSpLocks/>
            <a:stCxn id="351" idx="3"/>
            <a:endCxn id="417" idx="2"/>
          </p:cNvCxnSpPr>
          <p:nvPr/>
        </p:nvCxnSpPr>
        <p:spPr>
          <a:xfrm flipV="1">
            <a:off x="953106" y="704329"/>
            <a:ext cx="391685" cy="3046475"/>
          </a:xfrm>
          <a:prstGeom prst="line">
            <a:avLst/>
          </a:prstGeom>
        </p:spPr>
        <p:style>
          <a:lnRef idx="1">
            <a:schemeClr val="accent1"/>
          </a:lnRef>
          <a:fillRef idx="0">
            <a:schemeClr val="accent1"/>
          </a:fillRef>
          <a:effectRef idx="0">
            <a:schemeClr val="accent1"/>
          </a:effectRef>
          <a:fontRef idx="minor">
            <a:schemeClr val="tx1"/>
          </a:fontRef>
        </p:style>
      </p:cxnSp>
      <p:cxnSp>
        <p:nvCxnSpPr>
          <p:cNvPr id="618" name="Straight Connector 617">
            <a:extLst>
              <a:ext uri="{FF2B5EF4-FFF2-40B4-BE49-F238E27FC236}">
                <a16:creationId xmlns:a16="http://schemas.microsoft.com/office/drawing/2014/main" id="{39F0F506-F314-DB6D-4A4F-750B32B267AB}"/>
              </a:ext>
            </a:extLst>
          </p:cNvPr>
          <p:cNvCxnSpPr>
            <a:cxnSpLocks/>
            <a:stCxn id="318" idx="0"/>
            <a:endCxn id="286" idx="3"/>
          </p:cNvCxnSpPr>
          <p:nvPr/>
        </p:nvCxnSpPr>
        <p:spPr>
          <a:xfrm flipH="1" flipV="1">
            <a:off x="1092706" y="692212"/>
            <a:ext cx="7786008" cy="4574408"/>
          </a:xfrm>
          <a:prstGeom prst="line">
            <a:avLst/>
          </a:prstGeom>
        </p:spPr>
        <p:style>
          <a:lnRef idx="1">
            <a:schemeClr val="accent1"/>
          </a:lnRef>
          <a:fillRef idx="0">
            <a:schemeClr val="accent1"/>
          </a:fillRef>
          <a:effectRef idx="0">
            <a:schemeClr val="accent1"/>
          </a:effectRef>
          <a:fontRef idx="minor">
            <a:schemeClr val="tx1"/>
          </a:fontRef>
        </p:style>
      </p:cxnSp>
      <p:cxnSp>
        <p:nvCxnSpPr>
          <p:cNvPr id="619" name="Straight Connector 618">
            <a:extLst>
              <a:ext uri="{FF2B5EF4-FFF2-40B4-BE49-F238E27FC236}">
                <a16:creationId xmlns:a16="http://schemas.microsoft.com/office/drawing/2014/main" id="{F6624FD0-07F9-E9B6-3AC8-CB59869A2A6C}"/>
              </a:ext>
            </a:extLst>
          </p:cNvPr>
          <p:cNvCxnSpPr>
            <a:cxnSpLocks/>
            <a:stCxn id="387" idx="0"/>
            <a:endCxn id="405" idx="1"/>
          </p:cNvCxnSpPr>
          <p:nvPr/>
        </p:nvCxnSpPr>
        <p:spPr>
          <a:xfrm flipV="1">
            <a:off x="2677386" y="4145715"/>
            <a:ext cx="8762217" cy="1099218"/>
          </a:xfrm>
          <a:prstGeom prst="line">
            <a:avLst/>
          </a:prstGeom>
        </p:spPr>
        <p:style>
          <a:lnRef idx="1">
            <a:schemeClr val="accent1"/>
          </a:lnRef>
          <a:fillRef idx="0">
            <a:schemeClr val="accent1"/>
          </a:fillRef>
          <a:effectRef idx="0">
            <a:schemeClr val="accent1"/>
          </a:effectRef>
          <a:fontRef idx="minor">
            <a:schemeClr val="tx1"/>
          </a:fontRef>
        </p:style>
      </p:cxnSp>
      <p:cxnSp>
        <p:nvCxnSpPr>
          <p:cNvPr id="620" name="Straight Connector 619">
            <a:extLst>
              <a:ext uri="{FF2B5EF4-FFF2-40B4-BE49-F238E27FC236}">
                <a16:creationId xmlns:a16="http://schemas.microsoft.com/office/drawing/2014/main" id="{C8D8C642-8790-1C3F-2586-514D91A647EA}"/>
              </a:ext>
            </a:extLst>
          </p:cNvPr>
          <p:cNvCxnSpPr>
            <a:cxnSpLocks/>
            <a:stCxn id="369" idx="0"/>
            <a:endCxn id="539" idx="2"/>
          </p:cNvCxnSpPr>
          <p:nvPr/>
        </p:nvCxnSpPr>
        <p:spPr>
          <a:xfrm flipV="1">
            <a:off x="1344068" y="671272"/>
            <a:ext cx="9305496" cy="4502867"/>
          </a:xfrm>
          <a:prstGeom prst="line">
            <a:avLst/>
          </a:prstGeom>
        </p:spPr>
        <p:style>
          <a:lnRef idx="1">
            <a:schemeClr val="accent1"/>
          </a:lnRef>
          <a:fillRef idx="0">
            <a:schemeClr val="accent1"/>
          </a:fillRef>
          <a:effectRef idx="0">
            <a:schemeClr val="accent1"/>
          </a:effectRef>
          <a:fontRef idx="minor">
            <a:schemeClr val="tx1"/>
          </a:fontRef>
        </p:style>
      </p:cxnSp>
      <p:cxnSp>
        <p:nvCxnSpPr>
          <p:cNvPr id="621" name="Straight Connector 620">
            <a:extLst>
              <a:ext uri="{FF2B5EF4-FFF2-40B4-BE49-F238E27FC236}">
                <a16:creationId xmlns:a16="http://schemas.microsoft.com/office/drawing/2014/main" id="{8CC7D4CA-6278-5396-7484-471FC4ED75EF}"/>
              </a:ext>
            </a:extLst>
          </p:cNvPr>
          <p:cNvCxnSpPr>
            <a:cxnSpLocks/>
            <a:stCxn id="21" idx="0"/>
            <a:endCxn id="539" idx="2"/>
          </p:cNvCxnSpPr>
          <p:nvPr/>
        </p:nvCxnSpPr>
        <p:spPr>
          <a:xfrm flipV="1">
            <a:off x="3116204" y="671272"/>
            <a:ext cx="7533360" cy="4586627"/>
          </a:xfrm>
          <a:prstGeom prst="line">
            <a:avLst/>
          </a:prstGeom>
        </p:spPr>
        <p:style>
          <a:lnRef idx="1">
            <a:schemeClr val="accent1"/>
          </a:lnRef>
          <a:fillRef idx="0">
            <a:schemeClr val="accent1"/>
          </a:fillRef>
          <a:effectRef idx="0">
            <a:schemeClr val="accent1"/>
          </a:effectRef>
          <a:fontRef idx="minor">
            <a:schemeClr val="tx1"/>
          </a:fontRef>
        </p:style>
      </p:cxnSp>
      <p:cxnSp>
        <p:nvCxnSpPr>
          <p:cNvPr id="622" name="Straight Connector 621">
            <a:extLst>
              <a:ext uri="{FF2B5EF4-FFF2-40B4-BE49-F238E27FC236}">
                <a16:creationId xmlns:a16="http://schemas.microsoft.com/office/drawing/2014/main" id="{41174D0C-E7FB-2D69-E66D-9DCBFD93E67D}"/>
              </a:ext>
            </a:extLst>
          </p:cNvPr>
          <p:cNvCxnSpPr>
            <a:cxnSpLocks/>
            <a:stCxn id="399" idx="3"/>
            <a:endCxn id="539" idx="2"/>
          </p:cNvCxnSpPr>
          <p:nvPr/>
        </p:nvCxnSpPr>
        <p:spPr>
          <a:xfrm flipV="1">
            <a:off x="1012284" y="671272"/>
            <a:ext cx="9637280" cy="3852374"/>
          </a:xfrm>
          <a:prstGeom prst="line">
            <a:avLst/>
          </a:prstGeom>
        </p:spPr>
        <p:style>
          <a:lnRef idx="1">
            <a:schemeClr val="accent1"/>
          </a:lnRef>
          <a:fillRef idx="0">
            <a:schemeClr val="accent1"/>
          </a:fillRef>
          <a:effectRef idx="0">
            <a:schemeClr val="accent1"/>
          </a:effectRef>
          <a:fontRef idx="minor">
            <a:schemeClr val="tx1"/>
          </a:fontRef>
        </p:style>
      </p:cxnSp>
      <p:cxnSp>
        <p:nvCxnSpPr>
          <p:cNvPr id="623" name="Straight Connector 622">
            <a:extLst>
              <a:ext uri="{FF2B5EF4-FFF2-40B4-BE49-F238E27FC236}">
                <a16:creationId xmlns:a16="http://schemas.microsoft.com/office/drawing/2014/main" id="{8208FD9B-965F-E2D9-CB6B-62337E2439DE}"/>
              </a:ext>
            </a:extLst>
          </p:cNvPr>
          <p:cNvCxnSpPr>
            <a:cxnSpLocks/>
            <a:stCxn id="399" idx="3"/>
            <a:endCxn id="452" idx="1"/>
          </p:cNvCxnSpPr>
          <p:nvPr/>
        </p:nvCxnSpPr>
        <p:spPr>
          <a:xfrm flipV="1">
            <a:off x="1012284" y="4520971"/>
            <a:ext cx="10401251" cy="2675"/>
          </a:xfrm>
          <a:prstGeom prst="line">
            <a:avLst/>
          </a:prstGeom>
        </p:spPr>
        <p:style>
          <a:lnRef idx="1">
            <a:schemeClr val="accent1"/>
          </a:lnRef>
          <a:fillRef idx="0">
            <a:schemeClr val="accent1"/>
          </a:fillRef>
          <a:effectRef idx="0">
            <a:schemeClr val="accent1"/>
          </a:effectRef>
          <a:fontRef idx="minor">
            <a:schemeClr val="tx1"/>
          </a:fontRef>
        </p:style>
      </p:cxnSp>
      <p:cxnSp>
        <p:nvCxnSpPr>
          <p:cNvPr id="624" name="Straight Connector 623">
            <a:extLst>
              <a:ext uri="{FF2B5EF4-FFF2-40B4-BE49-F238E27FC236}">
                <a16:creationId xmlns:a16="http://schemas.microsoft.com/office/drawing/2014/main" id="{72BC05AC-A78B-78E6-9019-D337700A29DF}"/>
              </a:ext>
            </a:extLst>
          </p:cNvPr>
          <p:cNvCxnSpPr>
            <a:cxnSpLocks/>
            <a:stCxn id="399" idx="3"/>
            <a:endCxn id="266" idx="1"/>
          </p:cNvCxnSpPr>
          <p:nvPr/>
        </p:nvCxnSpPr>
        <p:spPr>
          <a:xfrm flipV="1">
            <a:off x="1012284" y="3379486"/>
            <a:ext cx="10505951" cy="1144160"/>
          </a:xfrm>
          <a:prstGeom prst="line">
            <a:avLst/>
          </a:prstGeom>
        </p:spPr>
        <p:style>
          <a:lnRef idx="1">
            <a:schemeClr val="accent1"/>
          </a:lnRef>
          <a:fillRef idx="0">
            <a:schemeClr val="accent1"/>
          </a:fillRef>
          <a:effectRef idx="0">
            <a:schemeClr val="accent1"/>
          </a:effectRef>
          <a:fontRef idx="minor">
            <a:schemeClr val="tx1"/>
          </a:fontRef>
        </p:style>
      </p:cxnSp>
      <p:cxnSp>
        <p:nvCxnSpPr>
          <p:cNvPr id="625" name="Straight Connector 624">
            <a:extLst>
              <a:ext uri="{FF2B5EF4-FFF2-40B4-BE49-F238E27FC236}">
                <a16:creationId xmlns:a16="http://schemas.microsoft.com/office/drawing/2014/main" id="{9EAC818D-F9E1-EE2E-88C5-F1C4588EC582}"/>
              </a:ext>
            </a:extLst>
          </p:cNvPr>
          <p:cNvCxnSpPr>
            <a:cxnSpLocks/>
            <a:stCxn id="429" idx="0"/>
            <a:endCxn id="539" idx="2"/>
          </p:cNvCxnSpPr>
          <p:nvPr/>
        </p:nvCxnSpPr>
        <p:spPr>
          <a:xfrm flipV="1">
            <a:off x="5331374" y="671272"/>
            <a:ext cx="5318190" cy="4691327"/>
          </a:xfrm>
          <a:prstGeom prst="line">
            <a:avLst/>
          </a:prstGeom>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ECF53252-6EF6-85AC-7902-E1B04A0308D2}"/>
              </a:ext>
            </a:extLst>
          </p:cNvPr>
          <p:cNvCxnSpPr>
            <a:cxnSpLocks/>
            <a:stCxn id="233" idx="0"/>
            <a:endCxn id="266" idx="1"/>
          </p:cNvCxnSpPr>
          <p:nvPr/>
        </p:nvCxnSpPr>
        <p:spPr>
          <a:xfrm flipV="1">
            <a:off x="6669900" y="3379486"/>
            <a:ext cx="4848335" cy="2009228"/>
          </a:xfrm>
          <a:prstGeom prst="line">
            <a:avLst/>
          </a:prstGeom>
        </p:spPr>
        <p:style>
          <a:lnRef idx="1">
            <a:schemeClr val="accent1"/>
          </a:lnRef>
          <a:fillRef idx="0">
            <a:schemeClr val="accent1"/>
          </a:fillRef>
          <a:effectRef idx="0">
            <a:schemeClr val="accent1"/>
          </a:effectRef>
          <a:fontRef idx="minor">
            <a:schemeClr val="tx1"/>
          </a:fontRef>
        </p:style>
      </p:cxnSp>
      <p:cxnSp>
        <p:nvCxnSpPr>
          <p:cNvPr id="627" name="Straight Connector 626">
            <a:extLst>
              <a:ext uri="{FF2B5EF4-FFF2-40B4-BE49-F238E27FC236}">
                <a16:creationId xmlns:a16="http://schemas.microsoft.com/office/drawing/2014/main" id="{C4A376A7-A82D-B475-1F8E-DA5F89183CCB}"/>
              </a:ext>
            </a:extLst>
          </p:cNvPr>
          <p:cNvCxnSpPr>
            <a:cxnSpLocks/>
            <a:stCxn id="63" idx="2"/>
            <a:endCxn id="233" idx="0"/>
          </p:cNvCxnSpPr>
          <p:nvPr/>
        </p:nvCxnSpPr>
        <p:spPr>
          <a:xfrm>
            <a:off x="3115659" y="608452"/>
            <a:ext cx="3554241" cy="4780262"/>
          </a:xfrm>
          <a:prstGeom prst="line">
            <a:avLst/>
          </a:prstGeom>
        </p:spPr>
        <p:style>
          <a:lnRef idx="1">
            <a:schemeClr val="accent1"/>
          </a:lnRef>
          <a:fillRef idx="0">
            <a:schemeClr val="accent1"/>
          </a:fillRef>
          <a:effectRef idx="0">
            <a:schemeClr val="accent1"/>
          </a:effectRef>
          <a:fontRef idx="minor">
            <a:schemeClr val="tx1"/>
          </a:fontRef>
        </p:style>
      </p:cxnSp>
      <p:cxnSp>
        <p:nvCxnSpPr>
          <p:cNvPr id="628" name="Straight Connector 627">
            <a:extLst>
              <a:ext uri="{FF2B5EF4-FFF2-40B4-BE49-F238E27FC236}">
                <a16:creationId xmlns:a16="http://schemas.microsoft.com/office/drawing/2014/main" id="{2690915E-F9D3-E002-AB35-51AFCD0F0885}"/>
              </a:ext>
            </a:extLst>
          </p:cNvPr>
          <p:cNvCxnSpPr>
            <a:cxnSpLocks/>
            <a:stCxn id="48" idx="2"/>
            <a:endCxn id="233" idx="0"/>
          </p:cNvCxnSpPr>
          <p:nvPr/>
        </p:nvCxnSpPr>
        <p:spPr>
          <a:xfrm>
            <a:off x="3558584" y="587512"/>
            <a:ext cx="3111316" cy="4801202"/>
          </a:xfrm>
          <a:prstGeom prst="line">
            <a:avLst/>
          </a:prstGeom>
        </p:spPr>
        <p:style>
          <a:lnRef idx="1">
            <a:schemeClr val="accent1"/>
          </a:lnRef>
          <a:fillRef idx="0">
            <a:schemeClr val="accent1"/>
          </a:fillRef>
          <a:effectRef idx="0">
            <a:schemeClr val="accent1"/>
          </a:effectRef>
          <a:fontRef idx="minor">
            <a:schemeClr val="tx1"/>
          </a:fontRef>
        </p:style>
      </p:cxnSp>
      <p:cxnSp>
        <p:nvCxnSpPr>
          <p:cNvPr id="629" name="Straight Connector 628">
            <a:extLst>
              <a:ext uri="{FF2B5EF4-FFF2-40B4-BE49-F238E27FC236}">
                <a16:creationId xmlns:a16="http://schemas.microsoft.com/office/drawing/2014/main" id="{111D0CD9-88DC-97C2-0FA0-38A5459B08EE}"/>
              </a:ext>
            </a:extLst>
          </p:cNvPr>
          <p:cNvCxnSpPr>
            <a:cxnSpLocks/>
            <a:stCxn id="28" idx="2"/>
            <a:endCxn id="233" idx="0"/>
          </p:cNvCxnSpPr>
          <p:nvPr/>
        </p:nvCxnSpPr>
        <p:spPr>
          <a:xfrm>
            <a:off x="4003292" y="563802"/>
            <a:ext cx="2666608" cy="4824912"/>
          </a:xfrm>
          <a:prstGeom prst="line">
            <a:avLst/>
          </a:prstGeom>
        </p:spPr>
        <p:style>
          <a:lnRef idx="1">
            <a:schemeClr val="accent1"/>
          </a:lnRef>
          <a:fillRef idx="0">
            <a:schemeClr val="accent1"/>
          </a:fillRef>
          <a:effectRef idx="0">
            <a:schemeClr val="accent1"/>
          </a:effectRef>
          <a:fontRef idx="minor">
            <a:schemeClr val="tx1"/>
          </a:fontRef>
        </p:style>
      </p:cxnSp>
      <p:cxnSp>
        <p:nvCxnSpPr>
          <p:cNvPr id="630" name="Straight Connector 629">
            <a:extLst>
              <a:ext uri="{FF2B5EF4-FFF2-40B4-BE49-F238E27FC236}">
                <a16:creationId xmlns:a16="http://schemas.microsoft.com/office/drawing/2014/main" id="{F82C6550-BA80-A6FB-FB5C-440A2FF3FF8D}"/>
              </a:ext>
            </a:extLst>
          </p:cNvPr>
          <p:cNvCxnSpPr>
            <a:cxnSpLocks/>
            <a:stCxn id="132" idx="2"/>
            <a:endCxn id="233" idx="0"/>
          </p:cNvCxnSpPr>
          <p:nvPr/>
        </p:nvCxnSpPr>
        <p:spPr>
          <a:xfrm>
            <a:off x="4444434" y="545632"/>
            <a:ext cx="2225466" cy="4843082"/>
          </a:xfrm>
          <a:prstGeom prst="line">
            <a:avLst/>
          </a:prstGeom>
        </p:spPr>
        <p:style>
          <a:lnRef idx="1">
            <a:schemeClr val="accent1"/>
          </a:lnRef>
          <a:fillRef idx="0">
            <a:schemeClr val="accent1"/>
          </a:fillRef>
          <a:effectRef idx="0">
            <a:schemeClr val="accent1"/>
          </a:effectRef>
          <a:fontRef idx="minor">
            <a:schemeClr val="tx1"/>
          </a:fontRef>
        </p:style>
      </p:cxnSp>
      <p:cxnSp>
        <p:nvCxnSpPr>
          <p:cNvPr id="631" name="Straight Connector 630">
            <a:extLst>
              <a:ext uri="{FF2B5EF4-FFF2-40B4-BE49-F238E27FC236}">
                <a16:creationId xmlns:a16="http://schemas.microsoft.com/office/drawing/2014/main" id="{3B85663B-5D4D-E963-2E21-A9A818883213}"/>
              </a:ext>
            </a:extLst>
          </p:cNvPr>
          <p:cNvCxnSpPr>
            <a:cxnSpLocks/>
            <a:stCxn id="144" idx="2"/>
            <a:endCxn id="233" idx="0"/>
          </p:cNvCxnSpPr>
          <p:nvPr/>
        </p:nvCxnSpPr>
        <p:spPr>
          <a:xfrm>
            <a:off x="6216134" y="482812"/>
            <a:ext cx="453766" cy="4905902"/>
          </a:xfrm>
          <a:prstGeom prst="line">
            <a:avLst/>
          </a:prstGeom>
        </p:spPr>
        <p:style>
          <a:lnRef idx="1">
            <a:schemeClr val="accent1"/>
          </a:lnRef>
          <a:fillRef idx="0">
            <a:schemeClr val="accent1"/>
          </a:fillRef>
          <a:effectRef idx="0">
            <a:schemeClr val="accent1"/>
          </a:effectRef>
          <a:fontRef idx="minor">
            <a:schemeClr val="tx1"/>
          </a:fontRef>
        </p:style>
      </p:cxnSp>
      <p:cxnSp>
        <p:nvCxnSpPr>
          <p:cNvPr id="632" name="Straight Connector 631">
            <a:extLst>
              <a:ext uri="{FF2B5EF4-FFF2-40B4-BE49-F238E27FC236}">
                <a16:creationId xmlns:a16="http://schemas.microsoft.com/office/drawing/2014/main" id="{BA7EE416-6314-6D87-9A30-F36095AFEA3F}"/>
              </a:ext>
            </a:extLst>
          </p:cNvPr>
          <p:cNvCxnSpPr>
            <a:cxnSpLocks/>
            <a:stCxn id="162" idx="2"/>
            <a:endCxn id="233" idx="0"/>
          </p:cNvCxnSpPr>
          <p:nvPr/>
        </p:nvCxnSpPr>
        <p:spPr>
          <a:xfrm flipH="1">
            <a:off x="6669900" y="524692"/>
            <a:ext cx="432086" cy="4864022"/>
          </a:xfrm>
          <a:prstGeom prst="line">
            <a:avLst/>
          </a:prstGeom>
        </p:spPr>
        <p:style>
          <a:lnRef idx="1">
            <a:schemeClr val="accent1"/>
          </a:lnRef>
          <a:fillRef idx="0">
            <a:schemeClr val="accent1"/>
          </a:fillRef>
          <a:effectRef idx="0">
            <a:schemeClr val="accent1"/>
          </a:effectRef>
          <a:fontRef idx="minor">
            <a:schemeClr val="tx1"/>
          </a:fontRef>
        </p:style>
      </p:cxnSp>
      <p:cxnSp>
        <p:nvCxnSpPr>
          <p:cNvPr id="633" name="Straight Connector 632">
            <a:extLst>
              <a:ext uri="{FF2B5EF4-FFF2-40B4-BE49-F238E27FC236}">
                <a16:creationId xmlns:a16="http://schemas.microsoft.com/office/drawing/2014/main" id="{ABDA4EE7-1360-27BF-4032-C08563AE3C90}"/>
              </a:ext>
            </a:extLst>
          </p:cNvPr>
          <p:cNvCxnSpPr>
            <a:cxnSpLocks/>
            <a:stCxn id="539" idx="2"/>
            <a:endCxn id="233" idx="0"/>
          </p:cNvCxnSpPr>
          <p:nvPr/>
        </p:nvCxnSpPr>
        <p:spPr>
          <a:xfrm flipH="1">
            <a:off x="6669900" y="671272"/>
            <a:ext cx="3979664" cy="4717442"/>
          </a:xfrm>
          <a:prstGeom prst="line">
            <a:avLst/>
          </a:prstGeom>
        </p:spPr>
        <p:style>
          <a:lnRef idx="1">
            <a:schemeClr val="accent1"/>
          </a:lnRef>
          <a:fillRef idx="0">
            <a:schemeClr val="accent1"/>
          </a:fillRef>
          <a:effectRef idx="0">
            <a:schemeClr val="accent1"/>
          </a:effectRef>
          <a:fontRef idx="minor">
            <a:schemeClr val="tx1"/>
          </a:fontRef>
        </p:style>
      </p:cxnSp>
      <p:cxnSp>
        <p:nvCxnSpPr>
          <p:cNvPr id="634" name="Straight Connector 633">
            <a:extLst>
              <a:ext uri="{FF2B5EF4-FFF2-40B4-BE49-F238E27FC236}">
                <a16:creationId xmlns:a16="http://schemas.microsoft.com/office/drawing/2014/main" id="{5F4CD08B-4B2D-A6BE-17BD-E8829B32E731}"/>
              </a:ext>
            </a:extLst>
          </p:cNvPr>
          <p:cNvCxnSpPr>
            <a:cxnSpLocks/>
            <a:stCxn id="296" idx="3"/>
            <a:endCxn id="233" idx="0"/>
          </p:cNvCxnSpPr>
          <p:nvPr/>
        </p:nvCxnSpPr>
        <p:spPr>
          <a:xfrm>
            <a:off x="953106" y="2221236"/>
            <a:ext cx="5716794" cy="3167478"/>
          </a:xfrm>
          <a:prstGeom prst="line">
            <a:avLst/>
          </a:prstGeom>
        </p:spPr>
        <p:style>
          <a:lnRef idx="1">
            <a:schemeClr val="accent1"/>
          </a:lnRef>
          <a:fillRef idx="0">
            <a:schemeClr val="accent1"/>
          </a:fillRef>
          <a:effectRef idx="0">
            <a:schemeClr val="accent1"/>
          </a:effectRef>
          <a:fontRef idx="minor">
            <a:schemeClr val="tx1"/>
          </a:fontRef>
        </p:style>
      </p:cxnSp>
      <p:cxnSp>
        <p:nvCxnSpPr>
          <p:cNvPr id="635" name="Straight Connector 634">
            <a:extLst>
              <a:ext uri="{FF2B5EF4-FFF2-40B4-BE49-F238E27FC236}">
                <a16:creationId xmlns:a16="http://schemas.microsoft.com/office/drawing/2014/main" id="{0756EB15-A435-C007-3C0C-83E9FF93E860}"/>
              </a:ext>
            </a:extLst>
          </p:cNvPr>
          <p:cNvCxnSpPr>
            <a:cxnSpLocks/>
            <a:stCxn id="417" idx="2"/>
            <a:endCxn id="491" idx="0"/>
          </p:cNvCxnSpPr>
          <p:nvPr/>
        </p:nvCxnSpPr>
        <p:spPr>
          <a:xfrm>
            <a:off x="1344791" y="704329"/>
            <a:ext cx="10190616" cy="4413044"/>
          </a:xfrm>
          <a:prstGeom prst="line">
            <a:avLst/>
          </a:prstGeom>
        </p:spPr>
        <p:style>
          <a:lnRef idx="1">
            <a:schemeClr val="accent1"/>
          </a:lnRef>
          <a:fillRef idx="0">
            <a:schemeClr val="accent1"/>
          </a:fillRef>
          <a:effectRef idx="0">
            <a:schemeClr val="accent1"/>
          </a:effectRef>
          <a:fontRef idx="minor">
            <a:schemeClr val="tx1"/>
          </a:fontRef>
        </p:style>
      </p:cxnSp>
      <p:cxnSp>
        <p:nvCxnSpPr>
          <p:cNvPr id="636" name="Straight Connector 635">
            <a:extLst>
              <a:ext uri="{FF2B5EF4-FFF2-40B4-BE49-F238E27FC236}">
                <a16:creationId xmlns:a16="http://schemas.microsoft.com/office/drawing/2014/main" id="{3424D3E8-F147-4315-55FF-CA4209A7279F}"/>
              </a:ext>
            </a:extLst>
          </p:cNvPr>
          <p:cNvCxnSpPr>
            <a:cxnSpLocks/>
            <a:stCxn id="417" idx="2"/>
            <a:endCxn id="405" idx="1"/>
          </p:cNvCxnSpPr>
          <p:nvPr/>
        </p:nvCxnSpPr>
        <p:spPr>
          <a:xfrm>
            <a:off x="1344791" y="704329"/>
            <a:ext cx="10094812" cy="3441386"/>
          </a:xfrm>
          <a:prstGeom prst="line">
            <a:avLst/>
          </a:prstGeom>
        </p:spPr>
        <p:style>
          <a:lnRef idx="1">
            <a:schemeClr val="accent1"/>
          </a:lnRef>
          <a:fillRef idx="0">
            <a:schemeClr val="accent1"/>
          </a:fillRef>
          <a:effectRef idx="0">
            <a:schemeClr val="accent1"/>
          </a:effectRef>
          <a:fontRef idx="minor">
            <a:schemeClr val="tx1"/>
          </a:fontRef>
        </p:style>
      </p:cxnSp>
      <p:cxnSp>
        <p:nvCxnSpPr>
          <p:cNvPr id="637" name="Straight Connector 636">
            <a:extLst>
              <a:ext uri="{FF2B5EF4-FFF2-40B4-BE49-F238E27FC236}">
                <a16:creationId xmlns:a16="http://schemas.microsoft.com/office/drawing/2014/main" id="{6C2B01A5-2F43-3F5C-24ED-8CFBE8A4F593}"/>
              </a:ext>
            </a:extLst>
          </p:cNvPr>
          <p:cNvCxnSpPr>
            <a:cxnSpLocks/>
            <a:stCxn id="233" idx="0"/>
            <a:endCxn id="248" idx="0"/>
          </p:cNvCxnSpPr>
          <p:nvPr/>
        </p:nvCxnSpPr>
        <p:spPr>
          <a:xfrm flipH="1" flipV="1">
            <a:off x="2233488" y="5221127"/>
            <a:ext cx="4436412" cy="167587"/>
          </a:xfrm>
          <a:prstGeom prst="line">
            <a:avLst/>
          </a:prstGeom>
        </p:spPr>
        <p:style>
          <a:lnRef idx="1">
            <a:schemeClr val="accent1"/>
          </a:lnRef>
          <a:fillRef idx="0">
            <a:schemeClr val="accent1"/>
          </a:fillRef>
          <a:effectRef idx="0">
            <a:schemeClr val="accent1"/>
          </a:effectRef>
          <a:fontRef idx="minor">
            <a:schemeClr val="tx1"/>
          </a:fontRef>
        </p:style>
      </p:cxnSp>
      <p:cxnSp>
        <p:nvCxnSpPr>
          <p:cNvPr id="638" name="Straight Connector 637">
            <a:extLst>
              <a:ext uri="{FF2B5EF4-FFF2-40B4-BE49-F238E27FC236}">
                <a16:creationId xmlns:a16="http://schemas.microsoft.com/office/drawing/2014/main" id="{D31DEDB9-81DE-C632-B8FD-37250D8192F0}"/>
              </a:ext>
            </a:extLst>
          </p:cNvPr>
          <p:cNvCxnSpPr>
            <a:cxnSpLocks/>
            <a:stCxn id="345" idx="3"/>
            <a:endCxn id="417" idx="2"/>
          </p:cNvCxnSpPr>
          <p:nvPr/>
        </p:nvCxnSpPr>
        <p:spPr>
          <a:xfrm flipV="1">
            <a:off x="918209" y="704329"/>
            <a:ext cx="426582" cy="2663901"/>
          </a:xfrm>
          <a:prstGeom prst="line">
            <a:avLst/>
          </a:prstGeom>
        </p:spPr>
        <p:style>
          <a:lnRef idx="1">
            <a:schemeClr val="accent1"/>
          </a:lnRef>
          <a:fillRef idx="0">
            <a:schemeClr val="accent1"/>
          </a:fillRef>
          <a:effectRef idx="0">
            <a:schemeClr val="accent1"/>
          </a:effectRef>
          <a:fontRef idx="minor">
            <a:schemeClr val="tx1"/>
          </a:fontRef>
        </p:style>
      </p:cxnSp>
      <p:cxnSp>
        <p:nvCxnSpPr>
          <p:cNvPr id="639" name="Straight Connector 638">
            <a:extLst>
              <a:ext uri="{FF2B5EF4-FFF2-40B4-BE49-F238E27FC236}">
                <a16:creationId xmlns:a16="http://schemas.microsoft.com/office/drawing/2014/main" id="{B44723FB-CC76-9BDF-E9F4-9E88F906A991}"/>
              </a:ext>
            </a:extLst>
          </p:cNvPr>
          <p:cNvCxnSpPr>
            <a:cxnSpLocks/>
            <a:stCxn id="417" idx="2"/>
            <a:endCxn id="423" idx="1"/>
          </p:cNvCxnSpPr>
          <p:nvPr/>
        </p:nvCxnSpPr>
        <p:spPr>
          <a:xfrm>
            <a:off x="1344791" y="704329"/>
            <a:ext cx="10172662" cy="2305156"/>
          </a:xfrm>
          <a:prstGeom prst="line">
            <a:avLst/>
          </a:prstGeom>
        </p:spPr>
        <p:style>
          <a:lnRef idx="1">
            <a:schemeClr val="accent1"/>
          </a:lnRef>
          <a:fillRef idx="0">
            <a:schemeClr val="accent1"/>
          </a:fillRef>
          <a:effectRef idx="0">
            <a:schemeClr val="accent1"/>
          </a:effectRef>
          <a:fontRef idx="minor">
            <a:schemeClr val="tx1"/>
          </a:fontRef>
        </p:style>
      </p:cxnSp>
      <p:cxnSp>
        <p:nvCxnSpPr>
          <p:cNvPr id="640" name="Straight Connector 639">
            <a:extLst>
              <a:ext uri="{FF2B5EF4-FFF2-40B4-BE49-F238E27FC236}">
                <a16:creationId xmlns:a16="http://schemas.microsoft.com/office/drawing/2014/main" id="{E579034B-283F-BB87-AFA1-732A0FD267DA}"/>
              </a:ext>
            </a:extLst>
          </p:cNvPr>
          <p:cNvCxnSpPr>
            <a:cxnSpLocks/>
            <a:stCxn id="429" idx="0"/>
            <a:endCxn id="369" idx="0"/>
          </p:cNvCxnSpPr>
          <p:nvPr/>
        </p:nvCxnSpPr>
        <p:spPr>
          <a:xfrm flipH="1" flipV="1">
            <a:off x="1344068" y="5174139"/>
            <a:ext cx="3987306" cy="188460"/>
          </a:xfrm>
          <a:prstGeom prst="line">
            <a:avLst/>
          </a:prstGeom>
        </p:spPr>
        <p:style>
          <a:lnRef idx="1">
            <a:schemeClr val="accent1"/>
          </a:lnRef>
          <a:fillRef idx="0">
            <a:schemeClr val="accent1"/>
          </a:fillRef>
          <a:effectRef idx="0">
            <a:schemeClr val="accent1"/>
          </a:effectRef>
          <a:fontRef idx="minor">
            <a:schemeClr val="tx1"/>
          </a:fontRef>
        </p:style>
      </p:cxnSp>
      <p:cxnSp>
        <p:nvCxnSpPr>
          <p:cNvPr id="641" name="Straight Connector 640">
            <a:extLst>
              <a:ext uri="{FF2B5EF4-FFF2-40B4-BE49-F238E27FC236}">
                <a16:creationId xmlns:a16="http://schemas.microsoft.com/office/drawing/2014/main" id="{AC8F0898-616B-62E8-088A-66CA03C3BA9E}"/>
              </a:ext>
            </a:extLst>
          </p:cNvPr>
          <p:cNvCxnSpPr>
            <a:cxnSpLocks/>
            <a:stCxn id="429" idx="0"/>
            <a:endCxn id="357" idx="3"/>
          </p:cNvCxnSpPr>
          <p:nvPr/>
        </p:nvCxnSpPr>
        <p:spPr>
          <a:xfrm flipH="1" flipV="1">
            <a:off x="1057806" y="4897616"/>
            <a:ext cx="4273568" cy="464983"/>
          </a:xfrm>
          <a:prstGeom prst="line">
            <a:avLst/>
          </a:prstGeom>
        </p:spPr>
        <p:style>
          <a:lnRef idx="1">
            <a:schemeClr val="accent1"/>
          </a:lnRef>
          <a:fillRef idx="0">
            <a:schemeClr val="accent1"/>
          </a:fillRef>
          <a:effectRef idx="0">
            <a:schemeClr val="accent1"/>
          </a:effectRef>
          <a:fontRef idx="minor">
            <a:schemeClr val="tx1"/>
          </a:fontRef>
        </p:style>
      </p:cxnSp>
      <p:cxnSp>
        <p:nvCxnSpPr>
          <p:cNvPr id="642" name="Straight Connector 641">
            <a:extLst>
              <a:ext uri="{FF2B5EF4-FFF2-40B4-BE49-F238E27FC236}">
                <a16:creationId xmlns:a16="http://schemas.microsoft.com/office/drawing/2014/main" id="{7457C21B-6D6C-F555-2C12-F272D35FE4FB}"/>
              </a:ext>
            </a:extLst>
          </p:cNvPr>
          <p:cNvCxnSpPr>
            <a:cxnSpLocks/>
            <a:stCxn id="539" idx="2"/>
            <a:endCxn id="357" idx="3"/>
          </p:cNvCxnSpPr>
          <p:nvPr/>
        </p:nvCxnSpPr>
        <p:spPr>
          <a:xfrm flipH="1">
            <a:off x="1057806" y="671272"/>
            <a:ext cx="9591758" cy="4226344"/>
          </a:xfrm>
          <a:prstGeom prst="line">
            <a:avLst/>
          </a:prstGeom>
        </p:spPr>
        <p:style>
          <a:lnRef idx="1">
            <a:schemeClr val="accent1"/>
          </a:lnRef>
          <a:fillRef idx="0">
            <a:schemeClr val="accent1"/>
          </a:fillRef>
          <a:effectRef idx="0">
            <a:schemeClr val="accent1"/>
          </a:effectRef>
          <a:fontRef idx="minor">
            <a:schemeClr val="tx1"/>
          </a:fontRef>
        </p:style>
      </p:cxnSp>
      <p:cxnSp>
        <p:nvCxnSpPr>
          <p:cNvPr id="643" name="Straight Connector 642">
            <a:extLst>
              <a:ext uri="{FF2B5EF4-FFF2-40B4-BE49-F238E27FC236}">
                <a16:creationId xmlns:a16="http://schemas.microsoft.com/office/drawing/2014/main" id="{5F76361F-72F3-2D4C-5E6D-DA616CD31781}"/>
              </a:ext>
            </a:extLst>
          </p:cNvPr>
          <p:cNvCxnSpPr>
            <a:cxnSpLocks/>
            <a:stCxn id="405" idx="1"/>
            <a:endCxn id="215" idx="0"/>
          </p:cNvCxnSpPr>
          <p:nvPr/>
        </p:nvCxnSpPr>
        <p:spPr>
          <a:xfrm flipH="1">
            <a:off x="7105074" y="4145715"/>
            <a:ext cx="4334529" cy="1216884"/>
          </a:xfrm>
          <a:prstGeom prst="line">
            <a:avLst/>
          </a:prstGeom>
        </p:spPr>
        <p:style>
          <a:lnRef idx="1">
            <a:schemeClr val="accent1"/>
          </a:lnRef>
          <a:fillRef idx="0">
            <a:schemeClr val="accent1"/>
          </a:fillRef>
          <a:effectRef idx="0">
            <a:schemeClr val="accent1"/>
          </a:effectRef>
          <a:fontRef idx="minor">
            <a:schemeClr val="tx1"/>
          </a:fontRef>
        </p:style>
      </p:cxnSp>
      <p:cxnSp>
        <p:nvCxnSpPr>
          <p:cNvPr id="644" name="Straight Connector 643">
            <a:extLst>
              <a:ext uri="{FF2B5EF4-FFF2-40B4-BE49-F238E27FC236}">
                <a16:creationId xmlns:a16="http://schemas.microsoft.com/office/drawing/2014/main" id="{E697C7CB-0110-5A2F-FFBD-364A1AB20A25}"/>
              </a:ext>
            </a:extLst>
          </p:cNvPr>
          <p:cNvCxnSpPr>
            <a:cxnSpLocks/>
            <a:stCxn id="248" idx="0"/>
            <a:endCxn id="215" idx="0"/>
          </p:cNvCxnSpPr>
          <p:nvPr/>
        </p:nvCxnSpPr>
        <p:spPr>
          <a:xfrm>
            <a:off x="2233488" y="5221127"/>
            <a:ext cx="4871586" cy="141472"/>
          </a:xfrm>
          <a:prstGeom prst="line">
            <a:avLst/>
          </a:prstGeom>
        </p:spPr>
        <p:style>
          <a:lnRef idx="1">
            <a:schemeClr val="accent1"/>
          </a:lnRef>
          <a:fillRef idx="0">
            <a:schemeClr val="accent1"/>
          </a:fillRef>
          <a:effectRef idx="0">
            <a:schemeClr val="accent1"/>
          </a:effectRef>
          <a:fontRef idx="minor">
            <a:schemeClr val="tx1"/>
          </a:fontRef>
        </p:style>
      </p:cxnSp>
      <p:cxnSp>
        <p:nvCxnSpPr>
          <p:cNvPr id="645" name="Straight Connector 644">
            <a:extLst>
              <a:ext uri="{FF2B5EF4-FFF2-40B4-BE49-F238E27FC236}">
                <a16:creationId xmlns:a16="http://schemas.microsoft.com/office/drawing/2014/main" id="{03D6AC42-1F11-80CB-3587-D8DF69000427}"/>
              </a:ext>
            </a:extLst>
          </p:cNvPr>
          <p:cNvCxnSpPr>
            <a:cxnSpLocks/>
            <a:stCxn id="227" idx="0"/>
            <a:endCxn id="215" idx="0"/>
          </p:cNvCxnSpPr>
          <p:nvPr/>
        </p:nvCxnSpPr>
        <p:spPr>
          <a:xfrm flipH="1">
            <a:off x="7105074" y="5339919"/>
            <a:ext cx="443033" cy="22680"/>
          </a:xfrm>
          <a:prstGeom prst="line">
            <a:avLst/>
          </a:prstGeom>
        </p:spPr>
        <p:style>
          <a:lnRef idx="1">
            <a:schemeClr val="accent1"/>
          </a:lnRef>
          <a:fillRef idx="0">
            <a:schemeClr val="accent1"/>
          </a:fillRef>
          <a:effectRef idx="0">
            <a:schemeClr val="accent1"/>
          </a:effectRef>
          <a:fontRef idx="minor">
            <a:schemeClr val="tx1"/>
          </a:fontRef>
        </p:style>
      </p:cxnSp>
      <p:cxnSp>
        <p:nvCxnSpPr>
          <p:cNvPr id="646" name="Straight Connector 645">
            <a:extLst>
              <a:ext uri="{FF2B5EF4-FFF2-40B4-BE49-F238E27FC236}">
                <a16:creationId xmlns:a16="http://schemas.microsoft.com/office/drawing/2014/main" id="{A773ACDF-A5B7-AC69-951E-7D47D09D09ED}"/>
              </a:ext>
            </a:extLst>
          </p:cNvPr>
          <p:cNvCxnSpPr>
            <a:cxnSpLocks/>
            <a:stCxn id="527" idx="0"/>
            <a:endCxn id="215" idx="0"/>
          </p:cNvCxnSpPr>
          <p:nvPr/>
        </p:nvCxnSpPr>
        <p:spPr>
          <a:xfrm flipV="1">
            <a:off x="5774408" y="5362599"/>
            <a:ext cx="1330666" cy="20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647" name="Straight Connector 646">
            <a:extLst>
              <a:ext uri="{FF2B5EF4-FFF2-40B4-BE49-F238E27FC236}">
                <a16:creationId xmlns:a16="http://schemas.microsoft.com/office/drawing/2014/main" id="{32110A31-DD93-6BA8-9D64-DDB6A33566DD}"/>
              </a:ext>
            </a:extLst>
          </p:cNvPr>
          <p:cNvCxnSpPr>
            <a:cxnSpLocks/>
            <a:stCxn id="215" idx="0"/>
            <a:endCxn id="174" idx="2"/>
          </p:cNvCxnSpPr>
          <p:nvPr/>
        </p:nvCxnSpPr>
        <p:spPr>
          <a:xfrm flipV="1">
            <a:off x="7105074" y="566572"/>
            <a:ext cx="883218" cy="4796027"/>
          </a:xfrm>
          <a:prstGeom prst="line">
            <a:avLst/>
          </a:prstGeom>
        </p:spPr>
        <p:style>
          <a:lnRef idx="1">
            <a:schemeClr val="accent1"/>
          </a:lnRef>
          <a:fillRef idx="0">
            <a:schemeClr val="accent1"/>
          </a:fillRef>
          <a:effectRef idx="0">
            <a:schemeClr val="accent1"/>
          </a:effectRef>
          <a:fontRef idx="minor">
            <a:schemeClr val="tx1"/>
          </a:fontRef>
        </p:style>
      </p:cxnSp>
      <p:cxnSp>
        <p:nvCxnSpPr>
          <p:cNvPr id="648" name="Straight Connector 647">
            <a:extLst>
              <a:ext uri="{FF2B5EF4-FFF2-40B4-BE49-F238E27FC236}">
                <a16:creationId xmlns:a16="http://schemas.microsoft.com/office/drawing/2014/main" id="{B7FB9572-0021-DE4D-F785-F0555854F128}"/>
              </a:ext>
            </a:extLst>
          </p:cNvPr>
          <p:cNvCxnSpPr>
            <a:cxnSpLocks/>
            <a:stCxn id="215" idx="0"/>
            <a:endCxn id="381" idx="1"/>
          </p:cNvCxnSpPr>
          <p:nvPr/>
        </p:nvCxnSpPr>
        <p:spPr>
          <a:xfrm flipV="1">
            <a:off x="7105074" y="2242825"/>
            <a:ext cx="4362727" cy="3119774"/>
          </a:xfrm>
          <a:prstGeom prst="line">
            <a:avLst/>
          </a:prstGeom>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089123F3-E043-3798-97F6-57A901A8C717}"/>
              </a:ext>
            </a:extLst>
          </p:cNvPr>
          <p:cNvCxnSpPr>
            <a:cxnSpLocks/>
            <a:stCxn id="8" idx="3"/>
            <a:endCxn id="14" idx="0"/>
          </p:cNvCxnSpPr>
          <p:nvPr/>
        </p:nvCxnSpPr>
        <p:spPr>
          <a:xfrm>
            <a:off x="979142" y="4129902"/>
            <a:ext cx="807960" cy="1065177"/>
          </a:xfrm>
          <a:prstGeom prst="line">
            <a:avLst/>
          </a:prstGeom>
        </p:spPr>
        <p:style>
          <a:lnRef idx="1">
            <a:schemeClr val="accent1"/>
          </a:lnRef>
          <a:fillRef idx="0">
            <a:schemeClr val="accent1"/>
          </a:fillRef>
          <a:effectRef idx="0">
            <a:schemeClr val="accent1"/>
          </a:effectRef>
          <a:fontRef idx="minor">
            <a:schemeClr val="tx1"/>
          </a:fontRef>
        </p:style>
      </p:cxnSp>
      <p:cxnSp>
        <p:nvCxnSpPr>
          <p:cNvPr id="650" name="Straight Connector 649">
            <a:extLst>
              <a:ext uri="{FF2B5EF4-FFF2-40B4-BE49-F238E27FC236}">
                <a16:creationId xmlns:a16="http://schemas.microsoft.com/office/drawing/2014/main" id="{835CB9D8-6487-E882-D4EF-D68125AF90CE}"/>
              </a:ext>
            </a:extLst>
          </p:cNvPr>
          <p:cNvCxnSpPr>
            <a:cxnSpLocks/>
            <a:stCxn id="21" idx="0"/>
            <a:endCxn id="8" idx="3"/>
          </p:cNvCxnSpPr>
          <p:nvPr/>
        </p:nvCxnSpPr>
        <p:spPr>
          <a:xfrm flipH="1" flipV="1">
            <a:off x="979142" y="4129902"/>
            <a:ext cx="2137062" cy="1127997"/>
          </a:xfrm>
          <a:prstGeom prst="line">
            <a:avLst/>
          </a:prstGeom>
        </p:spPr>
        <p:style>
          <a:lnRef idx="1">
            <a:schemeClr val="accent1"/>
          </a:lnRef>
          <a:fillRef idx="0">
            <a:schemeClr val="accent1"/>
          </a:fillRef>
          <a:effectRef idx="0">
            <a:schemeClr val="accent1"/>
          </a:effectRef>
          <a:fontRef idx="minor">
            <a:schemeClr val="tx1"/>
          </a:fontRef>
        </p:style>
      </p:cxnSp>
      <p:cxnSp>
        <p:nvCxnSpPr>
          <p:cNvPr id="651" name="Straight Connector 650">
            <a:extLst>
              <a:ext uri="{FF2B5EF4-FFF2-40B4-BE49-F238E27FC236}">
                <a16:creationId xmlns:a16="http://schemas.microsoft.com/office/drawing/2014/main" id="{77B49402-7737-A9F1-7647-1BE1C227CFBC}"/>
              </a:ext>
            </a:extLst>
          </p:cNvPr>
          <p:cNvCxnSpPr>
            <a:cxnSpLocks/>
            <a:stCxn id="26" idx="1"/>
            <a:endCxn id="8" idx="3"/>
          </p:cNvCxnSpPr>
          <p:nvPr/>
        </p:nvCxnSpPr>
        <p:spPr>
          <a:xfrm flipH="1">
            <a:off x="979142" y="1864805"/>
            <a:ext cx="10469566" cy="2265097"/>
          </a:xfrm>
          <a:prstGeom prst="line">
            <a:avLst/>
          </a:prstGeom>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E3A01689-1350-835F-410B-699B39679000}"/>
              </a:ext>
            </a:extLst>
          </p:cNvPr>
          <p:cNvCxnSpPr>
            <a:cxnSpLocks/>
            <a:stCxn id="452" idx="1"/>
            <a:endCxn id="357" idx="3"/>
          </p:cNvCxnSpPr>
          <p:nvPr/>
        </p:nvCxnSpPr>
        <p:spPr>
          <a:xfrm flipH="1">
            <a:off x="1057806" y="4520971"/>
            <a:ext cx="10355729" cy="376645"/>
          </a:xfrm>
          <a:prstGeom prst="line">
            <a:avLst/>
          </a:prstGeom>
        </p:spPr>
        <p:style>
          <a:lnRef idx="1">
            <a:schemeClr val="accent1"/>
          </a:lnRef>
          <a:fillRef idx="0">
            <a:schemeClr val="accent1"/>
          </a:fillRef>
          <a:effectRef idx="0">
            <a:schemeClr val="accent1"/>
          </a:effectRef>
          <a:fontRef idx="minor">
            <a:schemeClr val="tx1"/>
          </a:fontRef>
        </p:style>
      </p:cxnSp>
      <p:cxnSp>
        <p:nvCxnSpPr>
          <p:cNvPr id="653" name="Straight Connector 652">
            <a:extLst>
              <a:ext uri="{FF2B5EF4-FFF2-40B4-BE49-F238E27FC236}">
                <a16:creationId xmlns:a16="http://schemas.microsoft.com/office/drawing/2014/main" id="{008FB4BA-F294-D8F1-4A18-FF56DA11672E}"/>
              </a:ext>
            </a:extLst>
          </p:cNvPr>
          <p:cNvCxnSpPr>
            <a:cxnSpLocks/>
            <a:stCxn id="266" idx="1"/>
            <a:endCxn id="357" idx="3"/>
          </p:cNvCxnSpPr>
          <p:nvPr/>
        </p:nvCxnSpPr>
        <p:spPr>
          <a:xfrm flipH="1">
            <a:off x="1057806" y="3379486"/>
            <a:ext cx="10460429" cy="1518130"/>
          </a:xfrm>
          <a:prstGeom prst="line">
            <a:avLst/>
          </a:prstGeom>
        </p:spPr>
        <p:style>
          <a:lnRef idx="1">
            <a:schemeClr val="accent1"/>
          </a:lnRef>
          <a:fillRef idx="0">
            <a:schemeClr val="accent1"/>
          </a:fillRef>
          <a:effectRef idx="0">
            <a:schemeClr val="accent1"/>
          </a:effectRef>
          <a:fontRef idx="minor">
            <a:schemeClr val="tx1"/>
          </a:fontRef>
        </p:style>
      </p:cxnSp>
      <p:cxnSp>
        <p:nvCxnSpPr>
          <p:cNvPr id="654" name="Straight Connector 653">
            <a:extLst>
              <a:ext uri="{FF2B5EF4-FFF2-40B4-BE49-F238E27FC236}">
                <a16:creationId xmlns:a16="http://schemas.microsoft.com/office/drawing/2014/main" id="{FD66FECC-50C3-BFC0-F8F9-30D903E7B563}"/>
              </a:ext>
            </a:extLst>
          </p:cNvPr>
          <p:cNvCxnSpPr>
            <a:cxnSpLocks/>
            <a:stCxn id="357" idx="3"/>
            <a:endCxn id="276" idx="2"/>
          </p:cNvCxnSpPr>
          <p:nvPr/>
        </p:nvCxnSpPr>
        <p:spPr>
          <a:xfrm flipV="1">
            <a:off x="1057806" y="614737"/>
            <a:ext cx="7827330" cy="4282879"/>
          </a:xfrm>
          <a:prstGeom prst="line">
            <a:avLst/>
          </a:prstGeom>
        </p:spPr>
        <p:style>
          <a:lnRef idx="1">
            <a:schemeClr val="accent1"/>
          </a:lnRef>
          <a:fillRef idx="0">
            <a:schemeClr val="accent1"/>
          </a:fillRef>
          <a:effectRef idx="0">
            <a:schemeClr val="accent1"/>
          </a:effectRef>
          <a:fontRef idx="minor">
            <a:schemeClr val="tx1"/>
          </a:fontRef>
        </p:style>
      </p:cxnSp>
      <p:cxnSp>
        <p:nvCxnSpPr>
          <p:cNvPr id="655" name="Straight Connector 654">
            <a:extLst>
              <a:ext uri="{FF2B5EF4-FFF2-40B4-BE49-F238E27FC236}">
                <a16:creationId xmlns:a16="http://schemas.microsoft.com/office/drawing/2014/main" id="{5489749A-4BB9-3191-2038-1BEDDE8757BA}"/>
              </a:ext>
            </a:extLst>
          </p:cNvPr>
          <p:cNvCxnSpPr>
            <a:cxnSpLocks/>
            <a:stCxn id="266" idx="1"/>
            <a:endCxn id="276" idx="2"/>
          </p:cNvCxnSpPr>
          <p:nvPr/>
        </p:nvCxnSpPr>
        <p:spPr>
          <a:xfrm flipH="1" flipV="1">
            <a:off x="8885136" y="614737"/>
            <a:ext cx="2633099" cy="2764749"/>
          </a:xfrm>
          <a:prstGeom prst="line">
            <a:avLst/>
          </a:prstGeom>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186E24ED-7972-289A-75A7-0395764EDA28}"/>
              </a:ext>
            </a:extLst>
          </p:cNvPr>
          <p:cNvCxnSpPr>
            <a:cxnSpLocks/>
            <a:stCxn id="248" idx="0"/>
            <a:endCxn id="276" idx="2"/>
          </p:cNvCxnSpPr>
          <p:nvPr/>
        </p:nvCxnSpPr>
        <p:spPr>
          <a:xfrm flipV="1">
            <a:off x="2233488" y="614737"/>
            <a:ext cx="6651648" cy="4606390"/>
          </a:xfrm>
          <a:prstGeom prst="line">
            <a:avLst/>
          </a:prstGeom>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9FE56EC5-4D9F-2E29-4643-C6D42564EF67}"/>
              </a:ext>
            </a:extLst>
          </p:cNvPr>
          <p:cNvCxnSpPr>
            <a:cxnSpLocks/>
            <a:stCxn id="381" idx="1"/>
            <a:endCxn id="174" idx="2"/>
          </p:cNvCxnSpPr>
          <p:nvPr/>
        </p:nvCxnSpPr>
        <p:spPr>
          <a:xfrm flipH="1" flipV="1">
            <a:off x="7988292" y="566572"/>
            <a:ext cx="3479509" cy="1676253"/>
          </a:xfrm>
          <a:prstGeom prst="line">
            <a:avLst/>
          </a:prstGeom>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8D031E02-50F2-98A9-ED9D-29E4800D35FB}"/>
              </a:ext>
            </a:extLst>
          </p:cNvPr>
          <p:cNvCxnSpPr>
            <a:cxnSpLocks/>
            <a:stCxn id="471" idx="2"/>
            <a:endCxn id="174" idx="2"/>
          </p:cNvCxnSpPr>
          <p:nvPr/>
        </p:nvCxnSpPr>
        <p:spPr>
          <a:xfrm>
            <a:off x="5773209" y="482812"/>
            <a:ext cx="2215083" cy="83760"/>
          </a:xfrm>
          <a:prstGeom prst="line">
            <a:avLst/>
          </a:prstGeom>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8C0DC9AF-FE2B-46CE-0A9B-2CC96B299A39}"/>
              </a:ext>
            </a:extLst>
          </p:cNvPr>
          <p:cNvCxnSpPr>
            <a:cxnSpLocks/>
            <a:stCxn id="248" idx="0"/>
            <a:endCxn id="471" idx="2"/>
          </p:cNvCxnSpPr>
          <p:nvPr/>
        </p:nvCxnSpPr>
        <p:spPr>
          <a:xfrm flipV="1">
            <a:off x="2233488" y="482812"/>
            <a:ext cx="3539721" cy="4738315"/>
          </a:xfrm>
          <a:prstGeom prst="line">
            <a:avLst/>
          </a:prstGeom>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B0D90AAF-D378-6A10-51A7-E23E75E4E650}"/>
              </a:ext>
            </a:extLst>
          </p:cNvPr>
          <p:cNvCxnSpPr>
            <a:cxnSpLocks/>
            <a:stCxn id="435" idx="0"/>
            <a:endCxn id="539" idx="2"/>
          </p:cNvCxnSpPr>
          <p:nvPr/>
        </p:nvCxnSpPr>
        <p:spPr>
          <a:xfrm flipV="1">
            <a:off x="9326196" y="671272"/>
            <a:ext cx="1323368" cy="4576558"/>
          </a:xfrm>
          <a:prstGeom prst="line">
            <a:avLst/>
          </a:prstGeom>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5D5E6116-5406-B923-B1B0-8B89539C7C50}"/>
              </a:ext>
            </a:extLst>
          </p:cNvPr>
          <p:cNvCxnSpPr>
            <a:cxnSpLocks/>
            <a:stCxn id="63" idx="2"/>
            <a:endCxn id="475" idx="1"/>
          </p:cNvCxnSpPr>
          <p:nvPr/>
        </p:nvCxnSpPr>
        <p:spPr>
          <a:xfrm>
            <a:off x="3115659" y="608452"/>
            <a:ext cx="8262976" cy="488064"/>
          </a:xfrm>
          <a:prstGeom prst="line">
            <a:avLst/>
          </a:prstGeom>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8E4C02B9-D5C7-2D3D-FD27-B42E86B6EED3}"/>
              </a:ext>
            </a:extLst>
          </p:cNvPr>
          <p:cNvCxnSpPr>
            <a:cxnSpLocks/>
            <a:stCxn id="28" idx="2"/>
            <a:endCxn id="475" idx="1"/>
          </p:cNvCxnSpPr>
          <p:nvPr/>
        </p:nvCxnSpPr>
        <p:spPr>
          <a:xfrm>
            <a:off x="4003292" y="563802"/>
            <a:ext cx="7375343" cy="532714"/>
          </a:xfrm>
          <a:prstGeom prst="line">
            <a:avLst/>
          </a:prstGeom>
        </p:spPr>
        <p:style>
          <a:lnRef idx="1">
            <a:schemeClr val="accent1"/>
          </a:lnRef>
          <a:fillRef idx="0">
            <a:schemeClr val="accent1"/>
          </a:fillRef>
          <a:effectRef idx="0">
            <a:schemeClr val="accent1"/>
          </a:effectRef>
          <a:fontRef idx="minor">
            <a:schemeClr val="tx1"/>
          </a:fontRef>
        </p:style>
      </p:cxnSp>
      <p:cxnSp>
        <p:nvCxnSpPr>
          <p:cNvPr id="663" name="Straight Connector 662">
            <a:extLst>
              <a:ext uri="{FF2B5EF4-FFF2-40B4-BE49-F238E27FC236}">
                <a16:creationId xmlns:a16="http://schemas.microsoft.com/office/drawing/2014/main" id="{0005B37E-22BE-9008-8C60-1F9161694CBE}"/>
              </a:ext>
            </a:extLst>
          </p:cNvPr>
          <p:cNvCxnSpPr>
            <a:cxnSpLocks/>
            <a:stCxn id="132" idx="2"/>
            <a:endCxn id="475" idx="1"/>
          </p:cNvCxnSpPr>
          <p:nvPr/>
        </p:nvCxnSpPr>
        <p:spPr>
          <a:xfrm>
            <a:off x="4444434" y="545632"/>
            <a:ext cx="6934201" cy="550884"/>
          </a:xfrm>
          <a:prstGeom prst="line">
            <a:avLst/>
          </a:prstGeom>
        </p:spPr>
        <p:style>
          <a:lnRef idx="1">
            <a:schemeClr val="accent1"/>
          </a:lnRef>
          <a:fillRef idx="0">
            <a:schemeClr val="accent1"/>
          </a:fillRef>
          <a:effectRef idx="0">
            <a:schemeClr val="accent1"/>
          </a:effectRef>
          <a:fontRef idx="minor">
            <a:schemeClr val="tx1"/>
          </a:fontRef>
        </p:style>
      </p:cxnSp>
      <p:cxnSp>
        <p:nvCxnSpPr>
          <p:cNvPr id="664" name="Straight Connector 663">
            <a:extLst>
              <a:ext uri="{FF2B5EF4-FFF2-40B4-BE49-F238E27FC236}">
                <a16:creationId xmlns:a16="http://schemas.microsoft.com/office/drawing/2014/main" id="{D7F3F33A-200A-524C-D08E-465A7967607A}"/>
              </a:ext>
            </a:extLst>
          </p:cNvPr>
          <p:cNvCxnSpPr>
            <a:cxnSpLocks/>
            <a:stCxn id="531" idx="2"/>
            <a:endCxn id="475" idx="1"/>
          </p:cNvCxnSpPr>
          <p:nvPr/>
        </p:nvCxnSpPr>
        <p:spPr>
          <a:xfrm>
            <a:off x="5330284" y="503752"/>
            <a:ext cx="6048351" cy="592764"/>
          </a:xfrm>
          <a:prstGeom prst="line">
            <a:avLst/>
          </a:prstGeom>
        </p:spPr>
        <p:style>
          <a:lnRef idx="1">
            <a:schemeClr val="accent1"/>
          </a:lnRef>
          <a:fillRef idx="0">
            <a:schemeClr val="accent1"/>
          </a:fillRef>
          <a:effectRef idx="0">
            <a:schemeClr val="accent1"/>
          </a:effectRef>
          <a:fontRef idx="minor">
            <a:schemeClr val="tx1"/>
          </a:fontRef>
        </p:style>
      </p:cxnSp>
      <p:cxnSp>
        <p:nvCxnSpPr>
          <p:cNvPr id="665" name="Straight Connector 664">
            <a:extLst>
              <a:ext uri="{FF2B5EF4-FFF2-40B4-BE49-F238E27FC236}">
                <a16:creationId xmlns:a16="http://schemas.microsoft.com/office/drawing/2014/main" id="{8A1B2957-CE0F-DE75-0952-B29AA00DEA9B}"/>
              </a:ext>
            </a:extLst>
          </p:cNvPr>
          <p:cNvCxnSpPr>
            <a:cxnSpLocks/>
            <a:stCxn id="132" idx="2"/>
            <a:endCxn id="475" idx="1"/>
          </p:cNvCxnSpPr>
          <p:nvPr/>
        </p:nvCxnSpPr>
        <p:spPr>
          <a:xfrm>
            <a:off x="4444434" y="545632"/>
            <a:ext cx="6934201" cy="550884"/>
          </a:xfrm>
          <a:prstGeom prst="line">
            <a:avLst/>
          </a:prstGeom>
        </p:spPr>
        <p:style>
          <a:lnRef idx="1">
            <a:schemeClr val="accent1"/>
          </a:lnRef>
          <a:fillRef idx="0">
            <a:schemeClr val="accent1"/>
          </a:fillRef>
          <a:effectRef idx="0">
            <a:schemeClr val="accent1"/>
          </a:effectRef>
          <a:fontRef idx="minor">
            <a:schemeClr val="tx1"/>
          </a:fontRef>
        </p:style>
      </p:cxnSp>
      <p:cxnSp>
        <p:nvCxnSpPr>
          <p:cNvPr id="666" name="Straight Connector 665">
            <a:extLst>
              <a:ext uri="{FF2B5EF4-FFF2-40B4-BE49-F238E27FC236}">
                <a16:creationId xmlns:a16="http://schemas.microsoft.com/office/drawing/2014/main" id="{74F026DC-3E1C-61B4-EE8F-AD7AA1F6D147}"/>
              </a:ext>
            </a:extLst>
          </p:cNvPr>
          <p:cNvCxnSpPr>
            <a:cxnSpLocks/>
            <a:stCxn id="519" idx="0"/>
            <a:endCxn id="495" idx="1"/>
          </p:cNvCxnSpPr>
          <p:nvPr/>
        </p:nvCxnSpPr>
        <p:spPr>
          <a:xfrm flipV="1">
            <a:off x="8434176" y="3767353"/>
            <a:ext cx="3048845" cy="1532426"/>
          </a:xfrm>
          <a:prstGeom prst="line">
            <a:avLst/>
          </a:prstGeom>
        </p:spPr>
        <p:style>
          <a:lnRef idx="1">
            <a:schemeClr val="accent1"/>
          </a:lnRef>
          <a:fillRef idx="0">
            <a:schemeClr val="accent1"/>
          </a:fillRef>
          <a:effectRef idx="0">
            <a:schemeClr val="accent1"/>
          </a:effectRef>
          <a:fontRef idx="minor">
            <a:schemeClr val="tx1"/>
          </a:fontRef>
        </p:style>
      </p:cxnSp>
      <p:cxnSp>
        <p:nvCxnSpPr>
          <p:cNvPr id="667" name="Straight Connector 666">
            <a:extLst>
              <a:ext uri="{FF2B5EF4-FFF2-40B4-BE49-F238E27FC236}">
                <a16:creationId xmlns:a16="http://schemas.microsoft.com/office/drawing/2014/main" id="{92B4E15E-266E-DBA6-4732-32FEB2F55D1D}"/>
              </a:ext>
            </a:extLst>
          </p:cNvPr>
          <p:cNvCxnSpPr>
            <a:cxnSpLocks/>
            <a:stCxn id="221" idx="0"/>
            <a:endCxn id="417" idx="2"/>
          </p:cNvCxnSpPr>
          <p:nvPr/>
        </p:nvCxnSpPr>
        <p:spPr>
          <a:xfrm flipH="1" flipV="1">
            <a:off x="1344791" y="704329"/>
            <a:ext cx="3549829" cy="4644506"/>
          </a:xfrm>
          <a:prstGeom prst="line">
            <a:avLst/>
          </a:prstGeom>
        </p:spPr>
        <p:style>
          <a:lnRef idx="1">
            <a:schemeClr val="accent1"/>
          </a:lnRef>
          <a:fillRef idx="0">
            <a:schemeClr val="accent1"/>
          </a:fillRef>
          <a:effectRef idx="0">
            <a:schemeClr val="accent1"/>
          </a:effectRef>
          <a:fontRef idx="minor">
            <a:schemeClr val="tx1"/>
          </a:fontRef>
        </p:style>
      </p:cxnSp>
      <p:cxnSp>
        <p:nvCxnSpPr>
          <p:cNvPr id="668" name="Straight Connector 667">
            <a:extLst>
              <a:ext uri="{FF2B5EF4-FFF2-40B4-BE49-F238E27FC236}">
                <a16:creationId xmlns:a16="http://schemas.microsoft.com/office/drawing/2014/main" id="{E1220F3D-ABE5-902C-5F3D-FCCC1B538099}"/>
              </a:ext>
            </a:extLst>
          </p:cNvPr>
          <p:cNvCxnSpPr>
            <a:cxnSpLocks/>
            <a:stCxn id="515" idx="0"/>
            <a:endCxn id="531" idx="2"/>
          </p:cNvCxnSpPr>
          <p:nvPr/>
        </p:nvCxnSpPr>
        <p:spPr>
          <a:xfrm flipH="1" flipV="1">
            <a:off x="5330284" y="503752"/>
            <a:ext cx="2660858" cy="4816967"/>
          </a:xfrm>
          <a:prstGeom prst="line">
            <a:avLst/>
          </a:prstGeom>
        </p:spPr>
        <p:style>
          <a:lnRef idx="1">
            <a:schemeClr val="accent1"/>
          </a:lnRef>
          <a:fillRef idx="0">
            <a:schemeClr val="accent1"/>
          </a:fillRef>
          <a:effectRef idx="0">
            <a:schemeClr val="accent1"/>
          </a:effectRef>
          <a:fontRef idx="minor">
            <a:schemeClr val="tx1"/>
          </a:fontRef>
        </p:style>
      </p:cxnSp>
      <p:cxnSp>
        <p:nvCxnSpPr>
          <p:cNvPr id="669" name="Straight Connector 668">
            <a:extLst>
              <a:ext uri="{FF2B5EF4-FFF2-40B4-BE49-F238E27FC236}">
                <a16:creationId xmlns:a16="http://schemas.microsoft.com/office/drawing/2014/main" id="{07BFB33C-A8AC-2851-3306-37DCB982C342}"/>
              </a:ext>
            </a:extLst>
          </p:cNvPr>
          <p:cNvCxnSpPr>
            <a:cxnSpLocks/>
            <a:stCxn id="515" idx="0"/>
            <a:endCxn id="471" idx="2"/>
          </p:cNvCxnSpPr>
          <p:nvPr/>
        </p:nvCxnSpPr>
        <p:spPr>
          <a:xfrm flipH="1" flipV="1">
            <a:off x="5773209" y="482812"/>
            <a:ext cx="2217933" cy="4837907"/>
          </a:xfrm>
          <a:prstGeom prst="line">
            <a:avLst/>
          </a:prstGeom>
        </p:spPr>
        <p:style>
          <a:lnRef idx="1">
            <a:schemeClr val="accent1"/>
          </a:lnRef>
          <a:fillRef idx="0">
            <a:schemeClr val="accent1"/>
          </a:fillRef>
          <a:effectRef idx="0">
            <a:schemeClr val="accent1"/>
          </a:effectRef>
          <a:fontRef idx="minor">
            <a:schemeClr val="tx1"/>
          </a:fontRef>
        </p:style>
      </p:cxnSp>
      <p:cxnSp>
        <p:nvCxnSpPr>
          <p:cNvPr id="670" name="Straight Connector 669">
            <a:extLst>
              <a:ext uri="{FF2B5EF4-FFF2-40B4-BE49-F238E27FC236}">
                <a16:creationId xmlns:a16="http://schemas.microsoft.com/office/drawing/2014/main" id="{8794A765-9DF8-F697-9C8F-0B1696811755}"/>
              </a:ext>
            </a:extLst>
          </p:cNvPr>
          <p:cNvCxnSpPr>
            <a:cxnSpLocks/>
            <a:stCxn id="519" idx="0"/>
            <a:endCxn id="471" idx="2"/>
          </p:cNvCxnSpPr>
          <p:nvPr/>
        </p:nvCxnSpPr>
        <p:spPr>
          <a:xfrm flipH="1" flipV="1">
            <a:off x="5773209" y="482812"/>
            <a:ext cx="2660967" cy="4816967"/>
          </a:xfrm>
          <a:prstGeom prst="line">
            <a:avLst/>
          </a:prstGeom>
        </p:spPr>
        <p:style>
          <a:lnRef idx="1">
            <a:schemeClr val="accent1"/>
          </a:lnRef>
          <a:fillRef idx="0">
            <a:schemeClr val="accent1"/>
          </a:fillRef>
          <a:effectRef idx="0">
            <a:schemeClr val="accent1"/>
          </a:effectRef>
          <a:fontRef idx="minor">
            <a:schemeClr val="tx1"/>
          </a:fontRef>
        </p:style>
      </p:cxnSp>
      <p:cxnSp>
        <p:nvCxnSpPr>
          <p:cNvPr id="671" name="Straight Connector 670">
            <a:extLst>
              <a:ext uri="{FF2B5EF4-FFF2-40B4-BE49-F238E27FC236}">
                <a16:creationId xmlns:a16="http://schemas.microsoft.com/office/drawing/2014/main" id="{26688ADB-38D1-3808-01AA-6FEA8DD0C833}"/>
              </a:ext>
            </a:extLst>
          </p:cNvPr>
          <p:cNvCxnSpPr>
            <a:cxnSpLocks/>
            <a:stCxn id="221" idx="0"/>
            <a:endCxn id="471" idx="2"/>
          </p:cNvCxnSpPr>
          <p:nvPr/>
        </p:nvCxnSpPr>
        <p:spPr>
          <a:xfrm flipV="1">
            <a:off x="4894620" y="482812"/>
            <a:ext cx="878589" cy="4866023"/>
          </a:xfrm>
          <a:prstGeom prst="line">
            <a:avLst/>
          </a:prstGeom>
        </p:spPr>
        <p:style>
          <a:lnRef idx="1">
            <a:schemeClr val="accent1"/>
          </a:lnRef>
          <a:fillRef idx="0">
            <a:schemeClr val="accent1"/>
          </a:fillRef>
          <a:effectRef idx="0">
            <a:schemeClr val="accent1"/>
          </a:effectRef>
          <a:fontRef idx="minor">
            <a:schemeClr val="tx1"/>
          </a:fontRef>
        </p:style>
      </p:cxnSp>
      <p:cxnSp>
        <p:nvCxnSpPr>
          <p:cNvPr id="672" name="Straight Connector 671">
            <a:extLst>
              <a:ext uri="{FF2B5EF4-FFF2-40B4-BE49-F238E27FC236}">
                <a16:creationId xmlns:a16="http://schemas.microsoft.com/office/drawing/2014/main" id="{72E4E3C8-5C22-A7D0-4A62-6E33C4202354}"/>
              </a:ext>
            </a:extLst>
          </p:cNvPr>
          <p:cNvCxnSpPr>
            <a:cxnSpLocks/>
            <a:stCxn id="221" idx="0"/>
            <a:endCxn id="375" idx="2"/>
          </p:cNvCxnSpPr>
          <p:nvPr/>
        </p:nvCxnSpPr>
        <p:spPr>
          <a:xfrm flipH="1" flipV="1">
            <a:off x="1786884" y="671272"/>
            <a:ext cx="3107736" cy="4677563"/>
          </a:xfrm>
          <a:prstGeom prst="line">
            <a:avLst/>
          </a:prstGeom>
        </p:spPr>
        <p:style>
          <a:lnRef idx="1">
            <a:schemeClr val="accent1"/>
          </a:lnRef>
          <a:fillRef idx="0">
            <a:schemeClr val="accent1"/>
          </a:fillRef>
          <a:effectRef idx="0">
            <a:schemeClr val="accent1"/>
          </a:effectRef>
          <a:fontRef idx="minor">
            <a:schemeClr val="tx1"/>
          </a:fontRef>
        </p:style>
      </p:cxnSp>
      <p:cxnSp>
        <p:nvCxnSpPr>
          <p:cNvPr id="673" name="Straight Connector 672">
            <a:extLst>
              <a:ext uri="{FF2B5EF4-FFF2-40B4-BE49-F238E27FC236}">
                <a16:creationId xmlns:a16="http://schemas.microsoft.com/office/drawing/2014/main" id="{006710FB-BD5C-8281-86D4-9690F50431D3}"/>
              </a:ext>
            </a:extLst>
          </p:cNvPr>
          <p:cNvCxnSpPr>
            <a:cxnSpLocks/>
            <a:stCxn id="221" idx="0"/>
            <a:endCxn id="458" idx="3"/>
          </p:cNvCxnSpPr>
          <p:nvPr/>
        </p:nvCxnSpPr>
        <p:spPr>
          <a:xfrm flipH="1" flipV="1">
            <a:off x="1022909" y="1456816"/>
            <a:ext cx="3871711" cy="3892019"/>
          </a:xfrm>
          <a:prstGeom prst="line">
            <a:avLst/>
          </a:prstGeom>
        </p:spPr>
        <p:style>
          <a:lnRef idx="1">
            <a:schemeClr val="accent1"/>
          </a:lnRef>
          <a:fillRef idx="0">
            <a:schemeClr val="accent1"/>
          </a:fillRef>
          <a:effectRef idx="0">
            <a:schemeClr val="accent1"/>
          </a:effectRef>
          <a:fontRef idx="minor">
            <a:schemeClr val="tx1"/>
          </a:fontRef>
        </p:style>
      </p:cxnSp>
      <p:cxnSp>
        <p:nvCxnSpPr>
          <p:cNvPr id="674" name="Straight Connector 673">
            <a:extLst>
              <a:ext uri="{FF2B5EF4-FFF2-40B4-BE49-F238E27FC236}">
                <a16:creationId xmlns:a16="http://schemas.microsoft.com/office/drawing/2014/main" id="{65995283-B32B-B52E-37DC-6C5C9A829382}"/>
              </a:ext>
            </a:extLst>
          </p:cNvPr>
          <p:cNvCxnSpPr>
            <a:cxnSpLocks/>
            <a:stCxn id="221" idx="0"/>
            <a:endCxn id="345" idx="3"/>
          </p:cNvCxnSpPr>
          <p:nvPr/>
        </p:nvCxnSpPr>
        <p:spPr>
          <a:xfrm flipH="1" flipV="1">
            <a:off x="918209" y="3368230"/>
            <a:ext cx="3976411" cy="1980605"/>
          </a:xfrm>
          <a:prstGeom prst="line">
            <a:avLst/>
          </a:prstGeom>
        </p:spPr>
        <p:style>
          <a:lnRef idx="1">
            <a:schemeClr val="accent1"/>
          </a:lnRef>
          <a:fillRef idx="0">
            <a:schemeClr val="accent1"/>
          </a:fillRef>
          <a:effectRef idx="0">
            <a:schemeClr val="accent1"/>
          </a:effectRef>
          <a:fontRef idx="minor">
            <a:schemeClr val="tx1"/>
          </a:fontRef>
        </p:style>
      </p:cxnSp>
      <p:cxnSp>
        <p:nvCxnSpPr>
          <p:cNvPr id="675" name="Straight Connector 674">
            <a:extLst>
              <a:ext uri="{FF2B5EF4-FFF2-40B4-BE49-F238E27FC236}">
                <a16:creationId xmlns:a16="http://schemas.microsoft.com/office/drawing/2014/main" id="{0F41D2A6-1A51-CA54-EF93-6E747374F19D}"/>
              </a:ext>
            </a:extLst>
          </p:cNvPr>
          <p:cNvCxnSpPr>
            <a:cxnSpLocks/>
            <a:stCxn id="503" idx="2"/>
            <a:endCxn id="495" idx="1"/>
          </p:cNvCxnSpPr>
          <p:nvPr/>
        </p:nvCxnSpPr>
        <p:spPr>
          <a:xfrm>
            <a:off x="9325980" y="625349"/>
            <a:ext cx="2157041" cy="3142004"/>
          </a:xfrm>
          <a:prstGeom prst="line">
            <a:avLst/>
          </a:prstGeom>
        </p:spPr>
        <p:style>
          <a:lnRef idx="1">
            <a:schemeClr val="accent1"/>
          </a:lnRef>
          <a:fillRef idx="0">
            <a:schemeClr val="accent1"/>
          </a:fillRef>
          <a:effectRef idx="0">
            <a:schemeClr val="accent1"/>
          </a:effectRef>
          <a:fontRef idx="minor">
            <a:schemeClr val="tx1"/>
          </a:fontRef>
        </p:style>
      </p:cxnSp>
      <p:cxnSp>
        <p:nvCxnSpPr>
          <p:cNvPr id="676" name="Straight Connector 675">
            <a:extLst>
              <a:ext uri="{FF2B5EF4-FFF2-40B4-BE49-F238E27FC236}">
                <a16:creationId xmlns:a16="http://schemas.microsoft.com/office/drawing/2014/main" id="{F85EA096-30F7-9FCD-3AE7-C8D4A646E86C}"/>
              </a:ext>
            </a:extLst>
          </p:cNvPr>
          <p:cNvCxnSpPr>
            <a:cxnSpLocks/>
            <a:stCxn id="503" idx="2"/>
            <a:endCxn id="483" idx="0"/>
          </p:cNvCxnSpPr>
          <p:nvPr/>
        </p:nvCxnSpPr>
        <p:spPr>
          <a:xfrm>
            <a:off x="9325980" y="625349"/>
            <a:ext cx="1766400" cy="4548790"/>
          </a:xfrm>
          <a:prstGeom prst="line">
            <a:avLst/>
          </a:prstGeom>
        </p:spPr>
        <p:style>
          <a:lnRef idx="1">
            <a:schemeClr val="accent1"/>
          </a:lnRef>
          <a:fillRef idx="0">
            <a:schemeClr val="accent1"/>
          </a:fillRef>
          <a:effectRef idx="0">
            <a:schemeClr val="accent1"/>
          </a:effectRef>
          <a:fontRef idx="minor">
            <a:schemeClr val="tx1"/>
          </a:fontRef>
        </p:style>
      </p:cxnSp>
      <p:cxnSp>
        <p:nvCxnSpPr>
          <p:cNvPr id="677" name="Straight Connector 676">
            <a:extLst>
              <a:ext uri="{FF2B5EF4-FFF2-40B4-BE49-F238E27FC236}">
                <a16:creationId xmlns:a16="http://schemas.microsoft.com/office/drawing/2014/main" id="{C5A429F8-96A6-E29D-7B22-4EDE45B8BF51}"/>
              </a:ext>
            </a:extLst>
          </p:cNvPr>
          <p:cNvCxnSpPr>
            <a:cxnSpLocks/>
            <a:stCxn id="483" idx="0"/>
            <a:endCxn id="495" idx="1"/>
          </p:cNvCxnSpPr>
          <p:nvPr/>
        </p:nvCxnSpPr>
        <p:spPr>
          <a:xfrm flipV="1">
            <a:off x="11092380" y="3767353"/>
            <a:ext cx="390641" cy="1406786"/>
          </a:xfrm>
          <a:prstGeom prst="line">
            <a:avLst/>
          </a:prstGeom>
        </p:spPr>
        <p:style>
          <a:lnRef idx="1">
            <a:schemeClr val="accent1"/>
          </a:lnRef>
          <a:fillRef idx="0">
            <a:schemeClr val="accent1"/>
          </a:fillRef>
          <a:effectRef idx="0">
            <a:schemeClr val="accent1"/>
          </a:effectRef>
          <a:fontRef idx="minor">
            <a:schemeClr val="tx1"/>
          </a:fontRef>
        </p:style>
      </p:cxnSp>
      <p:cxnSp>
        <p:nvCxnSpPr>
          <p:cNvPr id="678" name="Straight Connector 677">
            <a:extLst>
              <a:ext uri="{FF2B5EF4-FFF2-40B4-BE49-F238E27FC236}">
                <a16:creationId xmlns:a16="http://schemas.microsoft.com/office/drawing/2014/main" id="{59CEC792-A5D5-94F1-51A2-2DAFFA5F3E22}"/>
              </a:ext>
            </a:extLst>
          </p:cNvPr>
          <p:cNvCxnSpPr>
            <a:cxnSpLocks/>
            <a:stCxn id="471" idx="2"/>
            <a:endCxn id="495" idx="1"/>
          </p:cNvCxnSpPr>
          <p:nvPr/>
        </p:nvCxnSpPr>
        <p:spPr>
          <a:xfrm>
            <a:off x="5773209" y="482812"/>
            <a:ext cx="5709812" cy="3284541"/>
          </a:xfrm>
          <a:prstGeom prst="line">
            <a:avLst/>
          </a:prstGeom>
        </p:spPr>
        <p:style>
          <a:lnRef idx="1">
            <a:schemeClr val="accent1"/>
          </a:lnRef>
          <a:fillRef idx="0">
            <a:schemeClr val="accent1"/>
          </a:fillRef>
          <a:effectRef idx="0">
            <a:schemeClr val="accent1"/>
          </a:effectRef>
          <a:fontRef idx="minor">
            <a:schemeClr val="tx1"/>
          </a:fontRef>
        </p:style>
      </p:cxnSp>
      <p:cxnSp>
        <p:nvCxnSpPr>
          <p:cNvPr id="679" name="Straight Connector 678">
            <a:extLst>
              <a:ext uri="{FF2B5EF4-FFF2-40B4-BE49-F238E27FC236}">
                <a16:creationId xmlns:a16="http://schemas.microsoft.com/office/drawing/2014/main" id="{E7E41255-EAF9-7F77-CD5B-943B40025D76}"/>
              </a:ext>
            </a:extLst>
          </p:cNvPr>
          <p:cNvCxnSpPr>
            <a:cxnSpLocks/>
            <a:stCxn id="471" idx="2"/>
            <a:endCxn id="503" idx="2"/>
          </p:cNvCxnSpPr>
          <p:nvPr/>
        </p:nvCxnSpPr>
        <p:spPr>
          <a:xfrm>
            <a:off x="5773209" y="482812"/>
            <a:ext cx="3552771" cy="142537"/>
          </a:xfrm>
          <a:prstGeom prst="line">
            <a:avLst/>
          </a:prstGeom>
        </p:spPr>
        <p:style>
          <a:lnRef idx="1">
            <a:schemeClr val="accent1"/>
          </a:lnRef>
          <a:fillRef idx="0">
            <a:schemeClr val="accent1"/>
          </a:fillRef>
          <a:effectRef idx="0">
            <a:schemeClr val="accent1"/>
          </a:effectRef>
          <a:fontRef idx="minor">
            <a:schemeClr val="tx1"/>
          </a:fontRef>
        </p:style>
      </p:cxnSp>
      <p:cxnSp>
        <p:nvCxnSpPr>
          <p:cNvPr id="680" name="Straight Connector 679">
            <a:extLst>
              <a:ext uri="{FF2B5EF4-FFF2-40B4-BE49-F238E27FC236}">
                <a16:creationId xmlns:a16="http://schemas.microsoft.com/office/drawing/2014/main" id="{A9AE3188-DBEB-EAB7-610E-EEE1F7CE28B6}"/>
              </a:ext>
            </a:extLst>
          </p:cNvPr>
          <p:cNvCxnSpPr>
            <a:cxnSpLocks/>
            <a:stCxn id="531" idx="2"/>
            <a:endCxn id="503" idx="2"/>
          </p:cNvCxnSpPr>
          <p:nvPr/>
        </p:nvCxnSpPr>
        <p:spPr>
          <a:xfrm>
            <a:off x="5330284" y="503752"/>
            <a:ext cx="3995696" cy="121597"/>
          </a:xfrm>
          <a:prstGeom prst="line">
            <a:avLst/>
          </a:prstGeom>
        </p:spPr>
        <p:style>
          <a:lnRef idx="1">
            <a:schemeClr val="accent1"/>
          </a:lnRef>
          <a:fillRef idx="0">
            <a:schemeClr val="accent1"/>
          </a:fillRef>
          <a:effectRef idx="0">
            <a:schemeClr val="accent1"/>
          </a:effectRef>
          <a:fontRef idx="minor">
            <a:schemeClr val="tx1"/>
          </a:fontRef>
        </p:style>
      </p:cxnSp>
      <p:cxnSp>
        <p:nvCxnSpPr>
          <p:cNvPr id="681" name="Straight Connector 680">
            <a:extLst>
              <a:ext uri="{FF2B5EF4-FFF2-40B4-BE49-F238E27FC236}">
                <a16:creationId xmlns:a16="http://schemas.microsoft.com/office/drawing/2014/main" id="{77EAEAF9-5362-4772-3A9A-84860F6B3441}"/>
              </a:ext>
            </a:extLst>
          </p:cNvPr>
          <p:cNvCxnSpPr>
            <a:cxnSpLocks/>
            <a:stCxn id="519" idx="0"/>
            <a:endCxn id="503" idx="2"/>
          </p:cNvCxnSpPr>
          <p:nvPr/>
        </p:nvCxnSpPr>
        <p:spPr>
          <a:xfrm flipV="1">
            <a:off x="8434176" y="625349"/>
            <a:ext cx="891804" cy="467443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2" name="Straight Connector 681">
            <a:extLst>
              <a:ext uri="{FF2B5EF4-FFF2-40B4-BE49-F238E27FC236}">
                <a16:creationId xmlns:a16="http://schemas.microsoft.com/office/drawing/2014/main" id="{B6ECDA5B-AA5C-9AC4-6651-E8B418279766}"/>
              </a:ext>
            </a:extLst>
          </p:cNvPr>
          <p:cNvCxnSpPr>
            <a:cxnSpLocks/>
            <a:stCxn id="527" idx="0"/>
            <a:endCxn id="503" idx="2"/>
          </p:cNvCxnSpPr>
          <p:nvPr/>
        </p:nvCxnSpPr>
        <p:spPr>
          <a:xfrm flipV="1">
            <a:off x="5774408" y="625349"/>
            <a:ext cx="3551572" cy="475819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3" name="Straight Connector 682">
            <a:extLst>
              <a:ext uri="{FF2B5EF4-FFF2-40B4-BE49-F238E27FC236}">
                <a16:creationId xmlns:a16="http://schemas.microsoft.com/office/drawing/2014/main" id="{3CDA67BE-01BB-D12E-B36D-EB7B68694771}"/>
              </a:ext>
            </a:extLst>
          </p:cNvPr>
          <p:cNvCxnSpPr>
            <a:cxnSpLocks/>
            <a:stCxn id="499" idx="0"/>
            <a:endCxn id="503" idx="2"/>
          </p:cNvCxnSpPr>
          <p:nvPr/>
        </p:nvCxnSpPr>
        <p:spPr>
          <a:xfrm flipV="1">
            <a:off x="4443515" y="625349"/>
            <a:ext cx="4882465" cy="4703858"/>
          </a:xfrm>
          <a:prstGeom prst="line">
            <a:avLst/>
          </a:prstGeom>
        </p:spPr>
        <p:style>
          <a:lnRef idx="1">
            <a:schemeClr val="accent1"/>
          </a:lnRef>
          <a:fillRef idx="0">
            <a:schemeClr val="accent1"/>
          </a:fillRef>
          <a:effectRef idx="0">
            <a:schemeClr val="accent1"/>
          </a:effectRef>
          <a:fontRef idx="minor">
            <a:schemeClr val="tx1"/>
          </a:fontRef>
        </p:style>
      </p:cxnSp>
      <p:cxnSp>
        <p:nvCxnSpPr>
          <p:cNvPr id="684" name="Straight Connector 683">
            <a:extLst>
              <a:ext uri="{FF2B5EF4-FFF2-40B4-BE49-F238E27FC236}">
                <a16:creationId xmlns:a16="http://schemas.microsoft.com/office/drawing/2014/main" id="{26CDCAC3-0E99-04A4-2ED8-95524BDC9EAE}"/>
              </a:ext>
            </a:extLst>
          </p:cNvPr>
          <p:cNvCxnSpPr>
            <a:cxnSpLocks/>
            <a:stCxn id="523" idx="3"/>
            <a:endCxn id="503" idx="2"/>
          </p:cNvCxnSpPr>
          <p:nvPr/>
        </p:nvCxnSpPr>
        <p:spPr>
          <a:xfrm flipV="1">
            <a:off x="883306" y="625349"/>
            <a:ext cx="8442674" cy="2360307"/>
          </a:xfrm>
          <a:prstGeom prst="line">
            <a:avLst/>
          </a:prstGeom>
        </p:spPr>
        <p:style>
          <a:lnRef idx="1">
            <a:schemeClr val="accent1"/>
          </a:lnRef>
          <a:fillRef idx="0">
            <a:schemeClr val="accent1"/>
          </a:fillRef>
          <a:effectRef idx="0">
            <a:schemeClr val="accent1"/>
          </a:effectRef>
          <a:fontRef idx="minor">
            <a:schemeClr val="tx1"/>
          </a:fontRef>
        </p:style>
      </p:cxnSp>
      <p:cxnSp>
        <p:nvCxnSpPr>
          <p:cNvPr id="685" name="Straight Connector 684">
            <a:extLst>
              <a:ext uri="{FF2B5EF4-FFF2-40B4-BE49-F238E27FC236}">
                <a16:creationId xmlns:a16="http://schemas.microsoft.com/office/drawing/2014/main" id="{5975E49F-81DA-8E54-7243-690243F44DB6}"/>
              </a:ext>
            </a:extLst>
          </p:cNvPr>
          <p:cNvCxnSpPr>
            <a:cxnSpLocks/>
            <a:stCxn id="351" idx="3"/>
            <a:endCxn id="423" idx="1"/>
          </p:cNvCxnSpPr>
          <p:nvPr/>
        </p:nvCxnSpPr>
        <p:spPr>
          <a:xfrm flipV="1">
            <a:off x="953106" y="3009485"/>
            <a:ext cx="10564347" cy="741319"/>
          </a:xfrm>
          <a:prstGeom prst="line">
            <a:avLst/>
          </a:prstGeom>
        </p:spPr>
        <p:style>
          <a:lnRef idx="1">
            <a:schemeClr val="accent1"/>
          </a:lnRef>
          <a:fillRef idx="0">
            <a:schemeClr val="accent1"/>
          </a:fillRef>
          <a:effectRef idx="0">
            <a:schemeClr val="accent1"/>
          </a:effectRef>
          <a:fontRef idx="minor">
            <a:schemeClr val="tx1"/>
          </a:fontRef>
        </p:style>
      </p:cxnSp>
      <p:cxnSp>
        <p:nvCxnSpPr>
          <p:cNvPr id="686" name="Straight Connector 685">
            <a:extLst>
              <a:ext uri="{FF2B5EF4-FFF2-40B4-BE49-F238E27FC236}">
                <a16:creationId xmlns:a16="http://schemas.microsoft.com/office/drawing/2014/main" id="{EDA725F0-927E-582F-12B6-A6ED0CE24D83}"/>
              </a:ext>
            </a:extLst>
          </p:cNvPr>
          <p:cNvCxnSpPr>
            <a:cxnSpLocks/>
            <a:stCxn id="221" idx="0"/>
            <a:endCxn id="351" idx="3"/>
          </p:cNvCxnSpPr>
          <p:nvPr/>
        </p:nvCxnSpPr>
        <p:spPr>
          <a:xfrm flipH="1" flipV="1">
            <a:off x="953106" y="3750804"/>
            <a:ext cx="3941514" cy="1598031"/>
          </a:xfrm>
          <a:prstGeom prst="line">
            <a:avLst/>
          </a:prstGeom>
        </p:spPr>
        <p:style>
          <a:lnRef idx="1">
            <a:schemeClr val="accent1"/>
          </a:lnRef>
          <a:fillRef idx="0">
            <a:schemeClr val="accent1"/>
          </a:fillRef>
          <a:effectRef idx="0">
            <a:schemeClr val="accent1"/>
          </a:effectRef>
          <a:fontRef idx="minor">
            <a:schemeClr val="tx1"/>
          </a:fontRef>
        </p:style>
      </p:cxnSp>
      <p:cxnSp>
        <p:nvCxnSpPr>
          <p:cNvPr id="687" name="Straight Connector 686">
            <a:extLst>
              <a:ext uri="{FF2B5EF4-FFF2-40B4-BE49-F238E27FC236}">
                <a16:creationId xmlns:a16="http://schemas.microsoft.com/office/drawing/2014/main" id="{6767CB67-CF95-6E82-BD8B-AE2B6AF1CDF3}"/>
              </a:ext>
            </a:extLst>
          </p:cNvPr>
          <p:cNvCxnSpPr>
            <a:cxnSpLocks/>
            <a:stCxn id="429" idx="0"/>
            <a:endCxn id="452" idx="1"/>
          </p:cNvCxnSpPr>
          <p:nvPr/>
        </p:nvCxnSpPr>
        <p:spPr>
          <a:xfrm flipV="1">
            <a:off x="5331374" y="4520971"/>
            <a:ext cx="6082161" cy="841628"/>
          </a:xfrm>
          <a:prstGeom prst="line">
            <a:avLst/>
          </a:prstGeom>
        </p:spPr>
        <p:style>
          <a:lnRef idx="1">
            <a:schemeClr val="accent1"/>
          </a:lnRef>
          <a:fillRef idx="0">
            <a:schemeClr val="accent1"/>
          </a:fillRef>
          <a:effectRef idx="0">
            <a:schemeClr val="accent1"/>
          </a:effectRef>
          <a:fontRef idx="minor">
            <a:schemeClr val="tx1"/>
          </a:fontRef>
        </p:style>
      </p:cxnSp>
      <p:cxnSp>
        <p:nvCxnSpPr>
          <p:cNvPr id="688" name="Straight Connector 687">
            <a:extLst>
              <a:ext uri="{FF2B5EF4-FFF2-40B4-BE49-F238E27FC236}">
                <a16:creationId xmlns:a16="http://schemas.microsoft.com/office/drawing/2014/main" id="{EBF0A6E4-179D-A1E4-2027-20C9D9854F93}"/>
              </a:ext>
            </a:extLst>
          </p:cNvPr>
          <p:cNvCxnSpPr>
            <a:cxnSpLocks/>
            <a:stCxn id="429" idx="0"/>
            <a:endCxn id="266" idx="1"/>
          </p:cNvCxnSpPr>
          <p:nvPr/>
        </p:nvCxnSpPr>
        <p:spPr>
          <a:xfrm flipV="1">
            <a:off x="5331374" y="3379486"/>
            <a:ext cx="6186861" cy="1983113"/>
          </a:xfrm>
          <a:prstGeom prst="line">
            <a:avLst/>
          </a:prstGeom>
        </p:spPr>
        <p:style>
          <a:lnRef idx="1">
            <a:schemeClr val="accent1"/>
          </a:lnRef>
          <a:fillRef idx="0">
            <a:schemeClr val="accent1"/>
          </a:fillRef>
          <a:effectRef idx="0">
            <a:schemeClr val="accent1"/>
          </a:effectRef>
          <a:fontRef idx="minor">
            <a:schemeClr val="tx1"/>
          </a:fontRef>
        </p:style>
      </p:cxnSp>
      <p:cxnSp>
        <p:nvCxnSpPr>
          <p:cNvPr id="689" name="Straight Connector 688">
            <a:extLst>
              <a:ext uri="{FF2B5EF4-FFF2-40B4-BE49-F238E27FC236}">
                <a16:creationId xmlns:a16="http://schemas.microsoft.com/office/drawing/2014/main" id="{D5391379-24F3-2CF6-8D0F-4F58007BB82B}"/>
              </a:ext>
            </a:extLst>
          </p:cNvPr>
          <p:cNvCxnSpPr>
            <a:cxnSpLocks/>
            <a:stCxn id="495" idx="1"/>
            <a:endCxn id="266" idx="1"/>
          </p:cNvCxnSpPr>
          <p:nvPr/>
        </p:nvCxnSpPr>
        <p:spPr>
          <a:xfrm flipV="1">
            <a:off x="11483021" y="3379486"/>
            <a:ext cx="35214" cy="387867"/>
          </a:xfrm>
          <a:prstGeom prst="line">
            <a:avLst/>
          </a:prstGeom>
        </p:spPr>
        <p:style>
          <a:lnRef idx="1">
            <a:schemeClr val="accent1"/>
          </a:lnRef>
          <a:fillRef idx="0">
            <a:schemeClr val="accent1"/>
          </a:fillRef>
          <a:effectRef idx="0">
            <a:schemeClr val="accent1"/>
          </a:effectRef>
          <a:fontRef idx="minor">
            <a:schemeClr val="tx1"/>
          </a:fontRef>
        </p:style>
      </p:cxnSp>
      <p:cxnSp>
        <p:nvCxnSpPr>
          <p:cNvPr id="690" name="Straight Connector 689">
            <a:extLst>
              <a:ext uri="{FF2B5EF4-FFF2-40B4-BE49-F238E27FC236}">
                <a16:creationId xmlns:a16="http://schemas.microsoft.com/office/drawing/2014/main" id="{712D8490-94B1-8D97-690C-0A42B8D8F4FA}"/>
              </a:ext>
            </a:extLst>
          </p:cNvPr>
          <p:cNvCxnSpPr>
            <a:cxnSpLocks/>
            <a:endCxn id="203" idx="0"/>
          </p:cNvCxnSpPr>
          <p:nvPr/>
        </p:nvCxnSpPr>
        <p:spPr>
          <a:xfrm>
            <a:off x="3130249" y="603892"/>
            <a:ext cx="6642807" cy="4630411"/>
          </a:xfrm>
          <a:prstGeom prst="line">
            <a:avLst/>
          </a:prstGeom>
        </p:spPr>
        <p:style>
          <a:lnRef idx="1">
            <a:schemeClr val="accent1"/>
          </a:lnRef>
          <a:fillRef idx="0">
            <a:schemeClr val="accent1"/>
          </a:fillRef>
          <a:effectRef idx="0">
            <a:schemeClr val="accent1"/>
          </a:effectRef>
          <a:fontRef idx="minor">
            <a:schemeClr val="tx1"/>
          </a:fontRef>
        </p:style>
      </p:cxnSp>
      <p:cxnSp>
        <p:nvCxnSpPr>
          <p:cNvPr id="691" name="Straight Connector 690">
            <a:extLst>
              <a:ext uri="{FF2B5EF4-FFF2-40B4-BE49-F238E27FC236}">
                <a16:creationId xmlns:a16="http://schemas.microsoft.com/office/drawing/2014/main" id="{6BB33D19-8E4A-8A42-48F7-4B8EEBDCF771}"/>
              </a:ext>
            </a:extLst>
          </p:cNvPr>
          <p:cNvCxnSpPr>
            <a:cxnSpLocks/>
            <a:stCxn id="28" idx="2"/>
            <a:endCxn id="203" idx="0"/>
          </p:cNvCxnSpPr>
          <p:nvPr/>
        </p:nvCxnSpPr>
        <p:spPr>
          <a:xfrm>
            <a:off x="4003292" y="563802"/>
            <a:ext cx="5769764" cy="4670501"/>
          </a:xfrm>
          <a:prstGeom prst="line">
            <a:avLst/>
          </a:prstGeom>
        </p:spPr>
        <p:style>
          <a:lnRef idx="1">
            <a:schemeClr val="accent1"/>
          </a:lnRef>
          <a:fillRef idx="0">
            <a:schemeClr val="accent1"/>
          </a:fillRef>
          <a:effectRef idx="0">
            <a:schemeClr val="accent1"/>
          </a:effectRef>
          <a:fontRef idx="minor">
            <a:schemeClr val="tx1"/>
          </a:fontRef>
        </p:style>
      </p:cxnSp>
      <p:cxnSp>
        <p:nvCxnSpPr>
          <p:cNvPr id="692" name="Straight Connector 691">
            <a:extLst>
              <a:ext uri="{FF2B5EF4-FFF2-40B4-BE49-F238E27FC236}">
                <a16:creationId xmlns:a16="http://schemas.microsoft.com/office/drawing/2014/main" id="{F2A1B184-9895-6707-BCCE-E97E0BA62072}"/>
              </a:ext>
            </a:extLst>
          </p:cNvPr>
          <p:cNvCxnSpPr>
            <a:cxnSpLocks/>
            <a:stCxn id="393" idx="2"/>
            <a:endCxn id="203" idx="0"/>
          </p:cNvCxnSpPr>
          <p:nvPr/>
        </p:nvCxnSpPr>
        <p:spPr>
          <a:xfrm>
            <a:off x="4887359" y="524692"/>
            <a:ext cx="4885697" cy="4709611"/>
          </a:xfrm>
          <a:prstGeom prst="line">
            <a:avLst/>
          </a:prstGeom>
        </p:spPr>
        <p:style>
          <a:lnRef idx="1">
            <a:schemeClr val="accent1"/>
          </a:lnRef>
          <a:fillRef idx="0">
            <a:schemeClr val="accent1"/>
          </a:fillRef>
          <a:effectRef idx="0">
            <a:schemeClr val="accent1"/>
          </a:effectRef>
          <a:fontRef idx="minor">
            <a:schemeClr val="tx1"/>
          </a:fontRef>
        </p:style>
      </p:cxnSp>
      <p:cxnSp>
        <p:nvCxnSpPr>
          <p:cNvPr id="693" name="Straight Connector 692">
            <a:extLst>
              <a:ext uri="{FF2B5EF4-FFF2-40B4-BE49-F238E27FC236}">
                <a16:creationId xmlns:a16="http://schemas.microsoft.com/office/drawing/2014/main" id="{942BF68E-B444-C23F-31AF-F3F43F51F974}"/>
              </a:ext>
            </a:extLst>
          </p:cNvPr>
          <p:cNvCxnSpPr>
            <a:cxnSpLocks/>
            <a:stCxn id="209" idx="1"/>
            <a:endCxn id="203" idx="0"/>
          </p:cNvCxnSpPr>
          <p:nvPr/>
        </p:nvCxnSpPr>
        <p:spPr>
          <a:xfrm flipH="1">
            <a:off x="9773056" y="2618496"/>
            <a:ext cx="1745179" cy="2615807"/>
          </a:xfrm>
          <a:prstGeom prst="line">
            <a:avLst/>
          </a:prstGeom>
        </p:spPr>
        <p:style>
          <a:lnRef idx="1">
            <a:schemeClr val="accent1"/>
          </a:lnRef>
          <a:fillRef idx="0">
            <a:schemeClr val="accent1"/>
          </a:fillRef>
          <a:effectRef idx="0">
            <a:schemeClr val="accent1"/>
          </a:effectRef>
          <a:fontRef idx="minor">
            <a:schemeClr val="tx1"/>
          </a:fontRef>
        </p:style>
      </p:cxnSp>
      <p:cxnSp>
        <p:nvCxnSpPr>
          <p:cNvPr id="694" name="Straight Connector 693">
            <a:extLst>
              <a:ext uri="{FF2B5EF4-FFF2-40B4-BE49-F238E27FC236}">
                <a16:creationId xmlns:a16="http://schemas.microsoft.com/office/drawing/2014/main" id="{66D3ECDB-7C6E-6C35-1A65-BA5334A8144C}"/>
              </a:ext>
            </a:extLst>
          </p:cNvPr>
          <p:cNvCxnSpPr>
            <a:cxnSpLocks/>
            <a:stCxn id="475" idx="1"/>
            <a:endCxn id="203" idx="0"/>
          </p:cNvCxnSpPr>
          <p:nvPr/>
        </p:nvCxnSpPr>
        <p:spPr>
          <a:xfrm flipH="1">
            <a:off x="9773056" y="1096516"/>
            <a:ext cx="1605579" cy="4137787"/>
          </a:xfrm>
          <a:prstGeom prst="line">
            <a:avLst/>
          </a:prstGeom>
        </p:spPr>
        <p:style>
          <a:lnRef idx="1">
            <a:schemeClr val="accent1"/>
          </a:lnRef>
          <a:fillRef idx="0">
            <a:schemeClr val="accent1"/>
          </a:fillRef>
          <a:effectRef idx="0">
            <a:schemeClr val="accent1"/>
          </a:effectRef>
          <a:fontRef idx="minor">
            <a:schemeClr val="tx1"/>
          </a:fontRef>
        </p:style>
      </p:cxnSp>
      <p:cxnSp>
        <p:nvCxnSpPr>
          <p:cNvPr id="695" name="Straight Connector 694">
            <a:extLst>
              <a:ext uri="{FF2B5EF4-FFF2-40B4-BE49-F238E27FC236}">
                <a16:creationId xmlns:a16="http://schemas.microsoft.com/office/drawing/2014/main" id="{CE282A73-F227-9F9C-D601-69C79F9751EE}"/>
              </a:ext>
            </a:extLst>
          </p:cNvPr>
          <p:cNvCxnSpPr>
            <a:cxnSpLocks/>
            <a:stCxn id="463" idx="1"/>
            <a:endCxn id="203" idx="0"/>
          </p:cNvCxnSpPr>
          <p:nvPr/>
        </p:nvCxnSpPr>
        <p:spPr>
          <a:xfrm flipH="1">
            <a:off x="9773056" y="716021"/>
            <a:ext cx="1570679" cy="4518282"/>
          </a:xfrm>
          <a:prstGeom prst="line">
            <a:avLst/>
          </a:prstGeom>
        </p:spPr>
        <p:style>
          <a:lnRef idx="1">
            <a:schemeClr val="accent1"/>
          </a:lnRef>
          <a:fillRef idx="0">
            <a:schemeClr val="accent1"/>
          </a:fillRef>
          <a:effectRef idx="0">
            <a:schemeClr val="accent1"/>
          </a:effectRef>
          <a:fontRef idx="minor">
            <a:schemeClr val="tx1"/>
          </a:fontRef>
        </p:style>
      </p:cxnSp>
      <p:cxnSp>
        <p:nvCxnSpPr>
          <p:cNvPr id="696" name="Straight Connector 695">
            <a:extLst>
              <a:ext uri="{FF2B5EF4-FFF2-40B4-BE49-F238E27FC236}">
                <a16:creationId xmlns:a16="http://schemas.microsoft.com/office/drawing/2014/main" id="{5457AA59-47A5-854F-0706-FE92AACAE460}"/>
              </a:ext>
            </a:extLst>
          </p:cNvPr>
          <p:cNvCxnSpPr>
            <a:cxnSpLocks/>
            <a:stCxn id="467" idx="2"/>
            <a:endCxn id="266" idx="1"/>
          </p:cNvCxnSpPr>
          <p:nvPr/>
        </p:nvCxnSpPr>
        <p:spPr>
          <a:xfrm>
            <a:off x="10206639" y="650332"/>
            <a:ext cx="1311596" cy="2729154"/>
          </a:xfrm>
          <a:prstGeom prst="line">
            <a:avLst/>
          </a:prstGeom>
        </p:spPr>
        <p:style>
          <a:lnRef idx="1">
            <a:schemeClr val="accent1"/>
          </a:lnRef>
          <a:fillRef idx="0">
            <a:schemeClr val="accent1"/>
          </a:fillRef>
          <a:effectRef idx="0">
            <a:schemeClr val="accent1"/>
          </a:effectRef>
          <a:fontRef idx="minor">
            <a:schemeClr val="tx1"/>
          </a:fontRef>
        </p:style>
      </p:cxnSp>
      <p:cxnSp>
        <p:nvCxnSpPr>
          <p:cNvPr id="697" name="Straight Connector 696">
            <a:extLst>
              <a:ext uri="{FF2B5EF4-FFF2-40B4-BE49-F238E27FC236}">
                <a16:creationId xmlns:a16="http://schemas.microsoft.com/office/drawing/2014/main" id="{7CF49129-9039-745C-D568-DE840340626B}"/>
              </a:ext>
            </a:extLst>
          </p:cNvPr>
          <p:cNvCxnSpPr>
            <a:cxnSpLocks/>
            <a:stCxn id="467" idx="2"/>
            <a:endCxn id="495" idx="1"/>
          </p:cNvCxnSpPr>
          <p:nvPr/>
        </p:nvCxnSpPr>
        <p:spPr>
          <a:xfrm>
            <a:off x="10206639" y="650332"/>
            <a:ext cx="1276382" cy="3117021"/>
          </a:xfrm>
          <a:prstGeom prst="line">
            <a:avLst/>
          </a:prstGeom>
        </p:spPr>
        <p:style>
          <a:lnRef idx="1">
            <a:schemeClr val="accent1"/>
          </a:lnRef>
          <a:fillRef idx="0">
            <a:schemeClr val="accent1"/>
          </a:fillRef>
          <a:effectRef idx="0">
            <a:schemeClr val="accent1"/>
          </a:effectRef>
          <a:fontRef idx="minor">
            <a:schemeClr val="tx1"/>
          </a:fontRef>
        </p:style>
      </p:cxnSp>
      <p:cxnSp>
        <p:nvCxnSpPr>
          <p:cNvPr id="698" name="Straight Connector 697">
            <a:extLst>
              <a:ext uri="{FF2B5EF4-FFF2-40B4-BE49-F238E27FC236}">
                <a16:creationId xmlns:a16="http://schemas.microsoft.com/office/drawing/2014/main" id="{9E38193C-3C5F-919A-632A-0D209DAE3B16}"/>
              </a:ext>
            </a:extLst>
          </p:cNvPr>
          <p:cNvCxnSpPr>
            <a:cxnSpLocks/>
            <a:stCxn id="467" idx="2"/>
            <a:endCxn id="248" idx="0"/>
          </p:cNvCxnSpPr>
          <p:nvPr/>
        </p:nvCxnSpPr>
        <p:spPr>
          <a:xfrm flipH="1">
            <a:off x="2233488" y="650332"/>
            <a:ext cx="7973151" cy="4570795"/>
          </a:xfrm>
          <a:prstGeom prst="line">
            <a:avLst/>
          </a:prstGeom>
        </p:spPr>
        <p:style>
          <a:lnRef idx="1">
            <a:schemeClr val="accent1"/>
          </a:lnRef>
          <a:fillRef idx="0">
            <a:schemeClr val="accent1"/>
          </a:fillRef>
          <a:effectRef idx="0">
            <a:schemeClr val="accent1"/>
          </a:effectRef>
          <a:fontRef idx="minor">
            <a:schemeClr val="tx1"/>
          </a:fontRef>
        </p:style>
      </p:cxnSp>
      <p:cxnSp>
        <p:nvCxnSpPr>
          <p:cNvPr id="699" name="Straight Connector 698">
            <a:extLst>
              <a:ext uri="{FF2B5EF4-FFF2-40B4-BE49-F238E27FC236}">
                <a16:creationId xmlns:a16="http://schemas.microsoft.com/office/drawing/2014/main" id="{C933B03D-A547-6101-7EA6-8F521AE7EEF0}"/>
              </a:ext>
            </a:extLst>
          </p:cNvPr>
          <p:cNvCxnSpPr>
            <a:cxnSpLocks/>
            <a:stCxn id="467" idx="2"/>
            <a:endCxn id="276" idx="2"/>
          </p:cNvCxnSpPr>
          <p:nvPr/>
        </p:nvCxnSpPr>
        <p:spPr>
          <a:xfrm flipH="1" flipV="1">
            <a:off x="8885136" y="614737"/>
            <a:ext cx="1321503" cy="35595"/>
          </a:xfrm>
          <a:prstGeom prst="line">
            <a:avLst/>
          </a:prstGeom>
        </p:spPr>
        <p:style>
          <a:lnRef idx="1">
            <a:schemeClr val="accent1"/>
          </a:lnRef>
          <a:fillRef idx="0">
            <a:schemeClr val="accent1"/>
          </a:fillRef>
          <a:effectRef idx="0">
            <a:schemeClr val="accent1"/>
          </a:effectRef>
          <a:fontRef idx="minor">
            <a:schemeClr val="tx1"/>
          </a:fontRef>
        </p:style>
      </p:cxnSp>
      <p:cxnSp>
        <p:nvCxnSpPr>
          <p:cNvPr id="700" name="Straight Connector 699">
            <a:extLst>
              <a:ext uri="{FF2B5EF4-FFF2-40B4-BE49-F238E27FC236}">
                <a16:creationId xmlns:a16="http://schemas.microsoft.com/office/drawing/2014/main" id="{9CC1E4F9-FCBB-5400-1B24-92EAA903A0E0}"/>
              </a:ext>
            </a:extLst>
          </p:cNvPr>
          <p:cNvCxnSpPr>
            <a:cxnSpLocks/>
            <a:stCxn id="363" idx="2"/>
            <a:endCxn id="539" idx="2"/>
          </p:cNvCxnSpPr>
          <p:nvPr/>
        </p:nvCxnSpPr>
        <p:spPr>
          <a:xfrm flipH="1" flipV="1">
            <a:off x="10649564" y="671272"/>
            <a:ext cx="442925" cy="20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701" name="Straight Connector 700">
            <a:extLst>
              <a:ext uri="{FF2B5EF4-FFF2-40B4-BE49-F238E27FC236}">
                <a16:creationId xmlns:a16="http://schemas.microsoft.com/office/drawing/2014/main" id="{D4B1985D-8B33-CF62-74C7-81EFCEEC21DB}"/>
              </a:ext>
            </a:extLst>
          </p:cNvPr>
          <p:cNvCxnSpPr>
            <a:cxnSpLocks/>
            <a:stCxn id="266" idx="1"/>
            <a:endCxn id="363" idx="2"/>
          </p:cNvCxnSpPr>
          <p:nvPr/>
        </p:nvCxnSpPr>
        <p:spPr>
          <a:xfrm flipH="1" flipV="1">
            <a:off x="11092489" y="692212"/>
            <a:ext cx="425746" cy="26872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02" name="Straight Connector 701">
            <a:extLst>
              <a:ext uri="{FF2B5EF4-FFF2-40B4-BE49-F238E27FC236}">
                <a16:creationId xmlns:a16="http://schemas.microsoft.com/office/drawing/2014/main" id="{A4E75CEC-6C30-B347-E62A-929ABF5ACF2D}"/>
              </a:ext>
            </a:extLst>
          </p:cNvPr>
          <p:cNvCxnSpPr>
            <a:cxnSpLocks/>
            <a:stCxn id="452" idx="1"/>
            <a:endCxn id="363" idx="2"/>
          </p:cNvCxnSpPr>
          <p:nvPr/>
        </p:nvCxnSpPr>
        <p:spPr>
          <a:xfrm flipH="1" flipV="1">
            <a:off x="11092489" y="692212"/>
            <a:ext cx="321046" cy="3828759"/>
          </a:xfrm>
          <a:prstGeom prst="line">
            <a:avLst/>
          </a:prstGeom>
        </p:spPr>
        <p:style>
          <a:lnRef idx="1">
            <a:schemeClr val="accent1"/>
          </a:lnRef>
          <a:fillRef idx="0">
            <a:schemeClr val="accent1"/>
          </a:fillRef>
          <a:effectRef idx="0">
            <a:schemeClr val="accent1"/>
          </a:effectRef>
          <a:fontRef idx="minor">
            <a:schemeClr val="tx1"/>
          </a:fontRef>
        </p:style>
      </p:cxnSp>
      <p:cxnSp>
        <p:nvCxnSpPr>
          <p:cNvPr id="703" name="Straight Connector 702">
            <a:extLst>
              <a:ext uri="{FF2B5EF4-FFF2-40B4-BE49-F238E27FC236}">
                <a16:creationId xmlns:a16="http://schemas.microsoft.com/office/drawing/2014/main" id="{A466073C-FAE4-4531-ACF5-B323A9E0C6C5}"/>
              </a:ext>
            </a:extLst>
          </p:cNvPr>
          <p:cNvCxnSpPr>
            <a:cxnSpLocks/>
            <a:stCxn id="495" idx="1"/>
            <a:endCxn id="363" idx="2"/>
          </p:cNvCxnSpPr>
          <p:nvPr/>
        </p:nvCxnSpPr>
        <p:spPr>
          <a:xfrm flipH="1" flipV="1">
            <a:off x="11092489" y="692212"/>
            <a:ext cx="390532" cy="3075141"/>
          </a:xfrm>
          <a:prstGeom prst="line">
            <a:avLst/>
          </a:prstGeom>
        </p:spPr>
        <p:style>
          <a:lnRef idx="1">
            <a:schemeClr val="accent1"/>
          </a:lnRef>
          <a:fillRef idx="0">
            <a:schemeClr val="accent1"/>
          </a:fillRef>
          <a:effectRef idx="0">
            <a:schemeClr val="accent1"/>
          </a:effectRef>
          <a:fontRef idx="minor">
            <a:schemeClr val="tx1"/>
          </a:fontRef>
        </p:style>
      </p:cxnSp>
      <p:cxnSp>
        <p:nvCxnSpPr>
          <p:cNvPr id="704" name="Straight Connector 703">
            <a:extLst>
              <a:ext uri="{FF2B5EF4-FFF2-40B4-BE49-F238E27FC236}">
                <a16:creationId xmlns:a16="http://schemas.microsoft.com/office/drawing/2014/main" id="{8D7FD93A-7E51-0D0F-B1A9-6400E62BFB27}"/>
              </a:ext>
            </a:extLst>
          </p:cNvPr>
          <p:cNvCxnSpPr>
            <a:cxnSpLocks/>
            <a:stCxn id="399" idx="3"/>
            <a:endCxn id="363" idx="2"/>
          </p:cNvCxnSpPr>
          <p:nvPr/>
        </p:nvCxnSpPr>
        <p:spPr>
          <a:xfrm flipV="1">
            <a:off x="1012284" y="692212"/>
            <a:ext cx="10080205" cy="3831434"/>
          </a:xfrm>
          <a:prstGeom prst="line">
            <a:avLst/>
          </a:prstGeom>
        </p:spPr>
        <p:style>
          <a:lnRef idx="1">
            <a:schemeClr val="accent1"/>
          </a:lnRef>
          <a:fillRef idx="0">
            <a:schemeClr val="accent1"/>
          </a:fillRef>
          <a:effectRef idx="0">
            <a:schemeClr val="accent1"/>
          </a:effectRef>
          <a:fontRef idx="minor">
            <a:schemeClr val="tx1"/>
          </a:fontRef>
        </p:style>
      </p:cxnSp>
      <p:cxnSp>
        <p:nvCxnSpPr>
          <p:cNvPr id="705" name="Straight Connector 704">
            <a:extLst>
              <a:ext uri="{FF2B5EF4-FFF2-40B4-BE49-F238E27FC236}">
                <a16:creationId xmlns:a16="http://schemas.microsoft.com/office/drawing/2014/main" id="{4A064EA8-2A74-F86C-B43E-F615E996F8D3}"/>
              </a:ext>
            </a:extLst>
          </p:cNvPr>
          <p:cNvCxnSpPr>
            <a:cxnSpLocks/>
            <a:stCxn id="507" idx="0"/>
            <a:endCxn id="503" idx="2"/>
          </p:cNvCxnSpPr>
          <p:nvPr/>
        </p:nvCxnSpPr>
        <p:spPr>
          <a:xfrm flipH="1" flipV="1">
            <a:off x="9325980" y="625349"/>
            <a:ext cx="1323839" cy="4579007"/>
          </a:xfrm>
          <a:prstGeom prst="line">
            <a:avLst/>
          </a:prstGeom>
        </p:spPr>
        <p:style>
          <a:lnRef idx="1">
            <a:schemeClr val="accent1"/>
          </a:lnRef>
          <a:fillRef idx="0">
            <a:schemeClr val="accent1"/>
          </a:fillRef>
          <a:effectRef idx="0">
            <a:schemeClr val="accent1"/>
          </a:effectRef>
          <a:fontRef idx="minor">
            <a:schemeClr val="tx1"/>
          </a:fontRef>
        </p:style>
      </p:cxnSp>
      <p:cxnSp>
        <p:nvCxnSpPr>
          <p:cNvPr id="706" name="Straight Connector 705">
            <a:extLst>
              <a:ext uri="{FF2B5EF4-FFF2-40B4-BE49-F238E27FC236}">
                <a16:creationId xmlns:a16="http://schemas.microsoft.com/office/drawing/2014/main" id="{E4E9F2E3-926E-BF3F-7A4A-DB3426FBE273}"/>
              </a:ext>
            </a:extLst>
          </p:cNvPr>
          <p:cNvCxnSpPr>
            <a:cxnSpLocks/>
            <a:stCxn id="511" idx="1"/>
            <a:endCxn id="467" idx="2"/>
          </p:cNvCxnSpPr>
          <p:nvPr/>
        </p:nvCxnSpPr>
        <p:spPr>
          <a:xfrm flipH="1" flipV="1">
            <a:off x="10206639" y="650332"/>
            <a:ext cx="1204121" cy="826701"/>
          </a:xfrm>
          <a:prstGeom prst="line">
            <a:avLst/>
          </a:prstGeom>
        </p:spPr>
        <p:style>
          <a:lnRef idx="1">
            <a:schemeClr val="accent1"/>
          </a:lnRef>
          <a:fillRef idx="0">
            <a:schemeClr val="accent1"/>
          </a:fillRef>
          <a:effectRef idx="0">
            <a:schemeClr val="accent1"/>
          </a:effectRef>
          <a:fontRef idx="minor">
            <a:schemeClr val="tx1"/>
          </a:fontRef>
        </p:style>
      </p:cxnSp>
      <p:cxnSp>
        <p:nvCxnSpPr>
          <p:cNvPr id="707" name="Straight Connector 706">
            <a:extLst>
              <a:ext uri="{FF2B5EF4-FFF2-40B4-BE49-F238E27FC236}">
                <a16:creationId xmlns:a16="http://schemas.microsoft.com/office/drawing/2014/main" id="{126ADC5A-7737-2BC2-6E04-A2EBCF1853D2}"/>
              </a:ext>
            </a:extLst>
          </p:cNvPr>
          <p:cNvCxnSpPr>
            <a:cxnSpLocks/>
            <a:stCxn id="511" idx="1"/>
            <a:endCxn id="471" idx="2"/>
          </p:cNvCxnSpPr>
          <p:nvPr/>
        </p:nvCxnSpPr>
        <p:spPr>
          <a:xfrm flipH="1" flipV="1">
            <a:off x="5773209" y="482812"/>
            <a:ext cx="5637551" cy="994221"/>
          </a:xfrm>
          <a:prstGeom prst="line">
            <a:avLst/>
          </a:prstGeom>
        </p:spPr>
        <p:style>
          <a:lnRef idx="1">
            <a:schemeClr val="accent1"/>
          </a:lnRef>
          <a:fillRef idx="0">
            <a:schemeClr val="accent1"/>
          </a:fillRef>
          <a:effectRef idx="0">
            <a:schemeClr val="accent1"/>
          </a:effectRef>
          <a:fontRef idx="minor">
            <a:schemeClr val="tx1"/>
          </a:fontRef>
        </p:style>
      </p:cxnSp>
      <p:cxnSp>
        <p:nvCxnSpPr>
          <p:cNvPr id="708" name="Straight Connector 707">
            <a:extLst>
              <a:ext uri="{FF2B5EF4-FFF2-40B4-BE49-F238E27FC236}">
                <a16:creationId xmlns:a16="http://schemas.microsoft.com/office/drawing/2014/main" id="{A2689F9E-22D2-134C-F1B9-EFF66A38A933}"/>
              </a:ext>
            </a:extLst>
          </p:cNvPr>
          <p:cNvCxnSpPr>
            <a:cxnSpLocks/>
            <a:stCxn id="209" idx="1"/>
            <a:endCxn id="393" idx="2"/>
          </p:cNvCxnSpPr>
          <p:nvPr/>
        </p:nvCxnSpPr>
        <p:spPr>
          <a:xfrm flipH="1" flipV="1">
            <a:off x="4887359" y="524692"/>
            <a:ext cx="6630876" cy="2093804"/>
          </a:xfrm>
          <a:prstGeom prst="line">
            <a:avLst/>
          </a:prstGeom>
        </p:spPr>
        <p:style>
          <a:lnRef idx="1">
            <a:schemeClr val="accent1"/>
          </a:lnRef>
          <a:fillRef idx="0">
            <a:schemeClr val="accent1"/>
          </a:fillRef>
          <a:effectRef idx="0">
            <a:schemeClr val="accent1"/>
          </a:effectRef>
          <a:fontRef idx="minor">
            <a:schemeClr val="tx1"/>
          </a:fontRef>
        </p:style>
      </p:cxnSp>
      <p:cxnSp>
        <p:nvCxnSpPr>
          <p:cNvPr id="709" name="Straight Connector 708">
            <a:extLst>
              <a:ext uri="{FF2B5EF4-FFF2-40B4-BE49-F238E27FC236}">
                <a16:creationId xmlns:a16="http://schemas.microsoft.com/office/drawing/2014/main" id="{D212EDC6-5EAD-2B5D-E59F-94341B2E9D13}"/>
              </a:ext>
            </a:extLst>
          </p:cNvPr>
          <p:cNvCxnSpPr>
            <a:cxnSpLocks/>
            <a:stCxn id="209" idx="1"/>
            <a:endCxn id="248" idx="0"/>
          </p:cNvCxnSpPr>
          <p:nvPr/>
        </p:nvCxnSpPr>
        <p:spPr>
          <a:xfrm flipH="1">
            <a:off x="2233488" y="2618496"/>
            <a:ext cx="9284747" cy="2602631"/>
          </a:xfrm>
          <a:prstGeom prst="line">
            <a:avLst/>
          </a:prstGeom>
        </p:spPr>
        <p:style>
          <a:lnRef idx="1">
            <a:schemeClr val="accent1"/>
          </a:lnRef>
          <a:fillRef idx="0">
            <a:schemeClr val="accent1"/>
          </a:fillRef>
          <a:effectRef idx="0">
            <a:schemeClr val="accent1"/>
          </a:effectRef>
          <a:fontRef idx="minor">
            <a:schemeClr val="tx1"/>
          </a:fontRef>
        </p:style>
      </p:cxnSp>
      <p:cxnSp>
        <p:nvCxnSpPr>
          <p:cNvPr id="710" name="Straight Connector 709">
            <a:extLst>
              <a:ext uri="{FF2B5EF4-FFF2-40B4-BE49-F238E27FC236}">
                <a16:creationId xmlns:a16="http://schemas.microsoft.com/office/drawing/2014/main" id="{3095BB78-CE24-8AEB-DD8A-3D13C99370F1}"/>
              </a:ext>
            </a:extLst>
          </p:cNvPr>
          <p:cNvCxnSpPr>
            <a:cxnSpLocks/>
            <a:stCxn id="209" idx="1"/>
            <a:endCxn id="33" idx="0"/>
          </p:cNvCxnSpPr>
          <p:nvPr/>
        </p:nvCxnSpPr>
        <p:spPr>
          <a:xfrm flipH="1">
            <a:off x="3558726" y="2618496"/>
            <a:ext cx="7959509" cy="2657157"/>
          </a:xfrm>
          <a:prstGeom prst="line">
            <a:avLst/>
          </a:prstGeom>
        </p:spPr>
        <p:style>
          <a:lnRef idx="1">
            <a:schemeClr val="accent1"/>
          </a:lnRef>
          <a:fillRef idx="0">
            <a:schemeClr val="accent1"/>
          </a:fillRef>
          <a:effectRef idx="0">
            <a:schemeClr val="accent1"/>
          </a:effectRef>
          <a:fontRef idx="minor">
            <a:schemeClr val="tx1"/>
          </a:fontRef>
        </p:style>
      </p:cxnSp>
      <p:cxnSp>
        <p:nvCxnSpPr>
          <p:cNvPr id="711" name="Straight Connector 710">
            <a:extLst>
              <a:ext uri="{FF2B5EF4-FFF2-40B4-BE49-F238E27FC236}">
                <a16:creationId xmlns:a16="http://schemas.microsoft.com/office/drawing/2014/main" id="{D12FCE56-57F4-8C1C-8B4A-C679377BF8A4}"/>
              </a:ext>
            </a:extLst>
          </p:cNvPr>
          <p:cNvCxnSpPr>
            <a:cxnSpLocks/>
            <a:stCxn id="209" idx="1"/>
            <a:endCxn id="221" idx="0"/>
          </p:cNvCxnSpPr>
          <p:nvPr/>
        </p:nvCxnSpPr>
        <p:spPr>
          <a:xfrm flipH="1">
            <a:off x="4894620" y="2618496"/>
            <a:ext cx="6623615" cy="2730339"/>
          </a:xfrm>
          <a:prstGeom prst="line">
            <a:avLst/>
          </a:prstGeom>
        </p:spPr>
        <p:style>
          <a:lnRef idx="1">
            <a:schemeClr val="accent1"/>
          </a:lnRef>
          <a:fillRef idx="0">
            <a:schemeClr val="accent1"/>
          </a:fillRef>
          <a:effectRef idx="0">
            <a:schemeClr val="accent1"/>
          </a:effectRef>
          <a:fontRef idx="minor">
            <a:schemeClr val="tx1"/>
          </a:fontRef>
        </p:style>
      </p:cxnSp>
      <p:cxnSp>
        <p:nvCxnSpPr>
          <p:cNvPr id="712" name="Straight Connector 711">
            <a:extLst>
              <a:ext uri="{FF2B5EF4-FFF2-40B4-BE49-F238E27FC236}">
                <a16:creationId xmlns:a16="http://schemas.microsoft.com/office/drawing/2014/main" id="{C0DAA314-E43E-CC08-BE6C-02372938FFD4}"/>
              </a:ext>
            </a:extLst>
          </p:cNvPr>
          <p:cNvCxnSpPr>
            <a:cxnSpLocks/>
            <a:stCxn id="209" idx="1"/>
            <a:endCxn id="318" idx="0"/>
          </p:cNvCxnSpPr>
          <p:nvPr/>
        </p:nvCxnSpPr>
        <p:spPr>
          <a:xfrm flipH="1">
            <a:off x="8878714" y="2618496"/>
            <a:ext cx="2639521" cy="2648124"/>
          </a:xfrm>
          <a:prstGeom prst="line">
            <a:avLst/>
          </a:prstGeom>
        </p:spPr>
        <p:style>
          <a:lnRef idx="1">
            <a:schemeClr val="accent1"/>
          </a:lnRef>
          <a:fillRef idx="0">
            <a:schemeClr val="accent1"/>
          </a:fillRef>
          <a:effectRef idx="0">
            <a:schemeClr val="accent1"/>
          </a:effectRef>
          <a:fontRef idx="minor">
            <a:schemeClr val="tx1"/>
          </a:fontRef>
        </p:style>
      </p:cxnSp>
      <p:cxnSp>
        <p:nvCxnSpPr>
          <p:cNvPr id="713" name="Straight Connector 712">
            <a:extLst>
              <a:ext uri="{FF2B5EF4-FFF2-40B4-BE49-F238E27FC236}">
                <a16:creationId xmlns:a16="http://schemas.microsoft.com/office/drawing/2014/main" id="{09F243F8-5FDD-229C-1ADE-328F6EBE8FAA}"/>
              </a:ext>
            </a:extLst>
          </p:cNvPr>
          <p:cNvCxnSpPr>
            <a:cxnSpLocks/>
            <a:stCxn id="209" idx="1"/>
            <a:endCxn id="215" idx="0"/>
          </p:cNvCxnSpPr>
          <p:nvPr/>
        </p:nvCxnSpPr>
        <p:spPr>
          <a:xfrm flipH="1">
            <a:off x="7105074" y="2618496"/>
            <a:ext cx="4413161" cy="2744103"/>
          </a:xfrm>
          <a:prstGeom prst="line">
            <a:avLst/>
          </a:prstGeom>
        </p:spPr>
        <p:style>
          <a:lnRef idx="1">
            <a:schemeClr val="accent1"/>
          </a:lnRef>
          <a:fillRef idx="0">
            <a:schemeClr val="accent1"/>
          </a:fillRef>
          <a:effectRef idx="0">
            <a:schemeClr val="accent1"/>
          </a:effectRef>
          <a:fontRef idx="minor">
            <a:schemeClr val="tx1"/>
          </a:fontRef>
        </p:style>
      </p:cxnSp>
      <p:cxnSp>
        <p:nvCxnSpPr>
          <p:cNvPr id="714" name="Straight Connector 713">
            <a:extLst>
              <a:ext uri="{FF2B5EF4-FFF2-40B4-BE49-F238E27FC236}">
                <a16:creationId xmlns:a16="http://schemas.microsoft.com/office/drawing/2014/main" id="{3BCB262F-5102-D103-9642-00D3EA6963F9}"/>
              </a:ext>
            </a:extLst>
          </p:cNvPr>
          <p:cNvCxnSpPr>
            <a:cxnSpLocks/>
            <a:stCxn id="209" idx="1"/>
            <a:endCxn id="233" idx="0"/>
          </p:cNvCxnSpPr>
          <p:nvPr/>
        </p:nvCxnSpPr>
        <p:spPr>
          <a:xfrm flipH="1">
            <a:off x="6669900" y="2618496"/>
            <a:ext cx="4848335" cy="2770218"/>
          </a:xfrm>
          <a:prstGeom prst="line">
            <a:avLst/>
          </a:prstGeom>
        </p:spPr>
        <p:style>
          <a:lnRef idx="1">
            <a:schemeClr val="accent1"/>
          </a:lnRef>
          <a:fillRef idx="0">
            <a:schemeClr val="accent1"/>
          </a:fillRef>
          <a:effectRef idx="0">
            <a:schemeClr val="accent1"/>
          </a:effectRef>
          <a:fontRef idx="minor">
            <a:schemeClr val="tx1"/>
          </a:fontRef>
        </p:style>
      </p:cxnSp>
      <p:cxnSp>
        <p:nvCxnSpPr>
          <p:cNvPr id="715" name="Straight Connector 714">
            <a:extLst>
              <a:ext uri="{FF2B5EF4-FFF2-40B4-BE49-F238E27FC236}">
                <a16:creationId xmlns:a16="http://schemas.microsoft.com/office/drawing/2014/main" id="{EF8532D6-E392-0A0F-D712-B44A48656B94}"/>
              </a:ext>
            </a:extLst>
          </p:cNvPr>
          <p:cNvCxnSpPr>
            <a:cxnSpLocks/>
            <a:stCxn id="209" idx="1"/>
            <a:endCxn id="447" idx="1"/>
          </p:cNvCxnSpPr>
          <p:nvPr/>
        </p:nvCxnSpPr>
        <p:spPr>
          <a:xfrm flipH="1">
            <a:off x="11374782" y="2618496"/>
            <a:ext cx="143453" cy="2280868"/>
          </a:xfrm>
          <a:prstGeom prst="line">
            <a:avLst/>
          </a:prstGeom>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25DCDD9B-004B-6C77-4931-4F05BBC075C1}"/>
              </a:ext>
            </a:extLst>
          </p:cNvPr>
          <p:cNvGrpSpPr/>
          <p:nvPr/>
        </p:nvGrpSpPr>
        <p:grpSpPr>
          <a:xfrm>
            <a:off x="3798686" y="212222"/>
            <a:ext cx="409212" cy="351580"/>
            <a:chOff x="3298169" y="1729402"/>
            <a:chExt cx="871904" cy="749109"/>
          </a:xfrm>
        </p:grpSpPr>
        <p:sp>
          <p:nvSpPr>
            <p:cNvPr id="28" name="Rectangle 27">
              <a:extLst>
                <a:ext uri="{FF2B5EF4-FFF2-40B4-BE49-F238E27FC236}">
                  <a16:creationId xmlns:a16="http://schemas.microsoft.com/office/drawing/2014/main" id="{05985400-E9ED-D329-5191-35180FA12549}"/>
                </a:ext>
              </a:extLst>
            </p:cNvPr>
            <p:cNvSpPr/>
            <p:nvPr/>
          </p:nvSpPr>
          <p:spPr>
            <a:xfrm>
              <a:off x="329816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30" name="Right Triangle 29">
              <a:extLst>
                <a:ext uri="{FF2B5EF4-FFF2-40B4-BE49-F238E27FC236}">
                  <a16:creationId xmlns:a16="http://schemas.microsoft.com/office/drawing/2014/main" id="{34E2B316-B577-91A0-E6A0-C0D7CD989D99}"/>
                </a:ext>
              </a:extLst>
            </p:cNvPr>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Oval 27">
              <a:extLst>
                <a:ext uri="{FF2B5EF4-FFF2-40B4-BE49-F238E27FC236}">
                  <a16:creationId xmlns:a16="http://schemas.microsoft.com/office/drawing/2014/main" id="{EF0699F2-A785-E7EE-BFBA-BF114F0A6908}"/>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 name="Oval 28">
              <a:extLst>
                <a:ext uri="{FF2B5EF4-FFF2-40B4-BE49-F238E27FC236}">
                  <a16:creationId xmlns:a16="http://schemas.microsoft.com/office/drawing/2014/main" id="{99309A19-5155-53F1-C6C9-CFA9EE03B068}"/>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cxnSp>
        <p:nvCxnSpPr>
          <p:cNvPr id="67" name="Straight Connector 66">
            <a:extLst>
              <a:ext uri="{FF2B5EF4-FFF2-40B4-BE49-F238E27FC236}">
                <a16:creationId xmlns:a16="http://schemas.microsoft.com/office/drawing/2014/main" id="{0C5C1BCF-5E0D-03FE-86CC-05C12BF73EB0}"/>
              </a:ext>
            </a:extLst>
          </p:cNvPr>
          <p:cNvCxnSpPr>
            <a:cxnSpLocks/>
            <a:stCxn id="435" idx="0"/>
            <a:endCxn id="233" idx="0"/>
          </p:cNvCxnSpPr>
          <p:nvPr/>
        </p:nvCxnSpPr>
        <p:spPr>
          <a:xfrm flipH="1">
            <a:off x="6669900" y="5247830"/>
            <a:ext cx="2656296" cy="140884"/>
          </a:xfrm>
          <a:prstGeom prst="line">
            <a:avLst/>
          </a:prstGeom>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B6A943A9-9505-58E8-C4CB-FCB3F629A11F}"/>
              </a:ext>
            </a:extLst>
          </p:cNvPr>
          <p:cNvCxnSpPr>
            <a:cxnSpLocks/>
            <a:stCxn id="441" idx="0"/>
            <a:endCxn id="539" idx="2"/>
          </p:cNvCxnSpPr>
          <p:nvPr/>
        </p:nvCxnSpPr>
        <p:spPr>
          <a:xfrm flipV="1">
            <a:off x="10206834" y="671272"/>
            <a:ext cx="442730" cy="4543914"/>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45777EE6-D4EB-14DC-CD39-9DD181134FEC}"/>
              </a:ext>
            </a:extLst>
          </p:cNvPr>
          <p:cNvCxnSpPr>
            <a:cxnSpLocks/>
            <a:stCxn id="441" idx="0"/>
            <a:endCxn id="266" idx="1"/>
          </p:cNvCxnSpPr>
          <p:nvPr/>
        </p:nvCxnSpPr>
        <p:spPr>
          <a:xfrm flipV="1">
            <a:off x="10206834" y="3379486"/>
            <a:ext cx="1311401" cy="1835700"/>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83AE8475-7771-9D96-A196-1049CE2FCB28}"/>
              </a:ext>
            </a:extLst>
          </p:cNvPr>
          <p:cNvCxnSpPr>
            <a:cxnSpLocks/>
            <a:stCxn id="441" idx="0"/>
            <a:endCxn id="495" idx="1"/>
          </p:cNvCxnSpPr>
          <p:nvPr/>
        </p:nvCxnSpPr>
        <p:spPr>
          <a:xfrm flipV="1">
            <a:off x="10206834" y="3767353"/>
            <a:ext cx="1276187" cy="1447833"/>
          </a:xfrm>
          <a:prstGeom prst="line">
            <a:avLst/>
          </a:prstGeom>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438FE119-6890-756C-F732-0F1084809128}"/>
              </a:ext>
            </a:extLst>
          </p:cNvPr>
          <p:cNvCxnSpPr>
            <a:cxnSpLocks/>
            <a:stCxn id="441" idx="0"/>
            <a:endCxn id="452" idx="1"/>
          </p:cNvCxnSpPr>
          <p:nvPr/>
        </p:nvCxnSpPr>
        <p:spPr>
          <a:xfrm flipV="1">
            <a:off x="10206834" y="4520971"/>
            <a:ext cx="1206701" cy="694215"/>
          </a:xfrm>
          <a:prstGeom prst="line">
            <a:avLst/>
          </a:prstGeom>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A561C011-B82D-5BAE-9543-1B00D25148DC}"/>
              </a:ext>
            </a:extLst>
          </p:cNvPr>
          <p:cNvSpPr txBox="1"/>
          <p:nvPr/>
        </p:nvSpPr>
        <p:spPr>
          <a:xfrm>
            <a:off x="6920547" y="189247"/>
            <a:ext cx="468423" cy="600164"/>
          </a:xfrm>
          <a:prstGeom prst="rect">
            <a:avLst/>
          </a:prstGeom>
          <a:noFill/>
        </p:spPr>
        <p:txBody>
          <a:bodyPr wrap="square" rtlCol="0">
            <a:spAutoFit/>
          </a:bodyPr>
          <a:lstStyle/>
          <a:p>
            <a:r>
              <a:rPr lang="en-US" sz="300" kern="0">
                <a:solidFill>
                  <a:srgbClr val="1F4E79"/>
                </a:solidFill>
                <a:latin typeface="Century Gothic" panose="020B0502020202020204" pitchFamily="34" charset="0"/>
              </a:rPr>
              <a:t>Microsoft Purview Endpoint DLP (on‑prem scenarios)</a:t>
            </a:r>
            <a:endParaRPr lang="en-GB" sz="300" kern="0">
              <a:solidFill>
                <a:srgbClr val="1F4E79"/>
              </a:solidFill>
              <a:latin typeface="Century Gothic" panose="020B0502020202020204" pitchFamily="34" charset="0"/>
            </a:endParaRPr>
          </a:p>
          <a:p>
            <a:endParaRPr lang="en-US"/>
          </a:p>
        </p:txBody>
      </p:sp>
      <p:pic>
        <p:nvPicPr>
          <p:cNvPr id="2" name="Picture 1">
            <a:hlinkClick r:id="rId8" action="ppaction://hlinksldjump"/>
            <a:extLst>
              <a:ext uri="{FF2B5EF4-FFF2-40B4-BE49-F238E27FC236}">
                <a16:creationId xmlns:a16="http://schemas.microsoft.com/office/drawing/2014/main" id="{70961BF2-B3EC-241F-9486-E745E56F07DC}"/>
              </a:ext>
            </a:extLst>
          </p:cNvPr>
          <p:cNvPicPr>
            <a:picLocks noChangeAspect="1"/>
          </p:cNvPicPr>
          <p:nvPr/>
        </p:nvPicPr>
        <p:blipFill>
          <a:blip r:embed="rId9"/>
          <a:stretch>
            <a:fillRect/>
          </a:stretch>
        </p:blipFill>
        <p:spPr>
          <a:xfrm>
            <a:off x="0" y="0"/>
            <a:ext cx="211626" cy="6858000"/>
          </a:xfrm>
          <a:prstGeom prst="rect">
            <a:avLst/>
          </a:prstGeom>
        </p:spPr>
      </p:pic>
    </p:spTree>
    <p:extLst>
      <p:ext uri="{BB962C8B-B14F-4D97-AF65-F5344CB8AC3E}">
        <p14:creationId xmlns:p14="http://schemas.microsoft.com/office/powerpoint/2010/main" val="93824639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0"/>
                                        </p:tgtEl>
                                        <p:attrNameLst>
                                          <p:attrName>style.visibility</p:attrName>
                                        </p:attrNameLst>
                                      </p:cBhvr>
                                      <p:to>
                                        <p:strVal val="visible"/>
                                      </p:to>
                                    </p:set>
                                    <p:animEffect transition="in" filter="fade">
                                      <p:cBhvr>
                                        <p:cTn id="7" dur="500"/>
                                        <p:tgtEl>
                                          <p:spTgt spid="130"/>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548"/>
                                        </p:tgtEl>
                                        <p:attrNameLst>
                                          <p:attrName>style.visibility</p:attrName>
                                        </p:attrNameLst>
                                      </p:cBhvr>
                                      <p:to>
                                        <p:strVal val="visible"/>
                                      </p:to>
                                    </p:set>
                                    <p:animEffect transition="in" filter="fade">
                                      <p:cBhvr>
                                        <p:cTn id="11" dur="100"/>
                                        <p:tgtEl>
                                          <p:spTgt spid="548"/>
                                        </p:tgtEl>
                                      </p:cBhvr>
                                    </p:animEffect>
                                  </p:childTnLst>
                                </p:cTn>
                              </p:par>
                            </p:childTnLst>
                          </p:cTn>
                        </p:par>
                        <p:par>
                          <p:cTn id="12" fill="hold">
                            <p:stCondLst>
                              <p:cond delay="600"/>
                            </p:stCondLst>
                            <p:childTnLst>
                              <p:par>
                                <p:cTn id="13" presetID="10" presetClass="entr" presetSubtype="0" fill="hold" nodeType="afterEffect">
                                  <p:stCondLst>
                                    <p:cond delay="0"/>
                                  </p:stCondLst>
                                  <p:childTnLst>
                                    <p:set>
                                      <p:cBhvr>
                                        <p:cTn id="14" dur="1" fill="hold">
                                          <p:stCondLst>
                                            <p:cond delay="0"/>
                                          </p:stCondLst>
                                        </p:cTn>
                                        <p:tgtEl>
                                          <p:spTgt spid="549"/>
                                        </p:tgtEl>
                                        <p:attrNameLst>
                                          <p:attrName>style.visibility</p:attrName>
                                        </p:attrNameLst>
                                      </p:cBhvr>
                                      <p:to>
                                        <p:strVal val="visible"/>
                                      </p:to>
                                    </p:set>
                                    <p:animEffect transition="in" filter="fade">
                                      <p:cBhvr>
                                        <p:cTn id="15" dur="100"/>
                                        <p:tgtEl>
                                          <p:spTgt spid="549"/>
                                        </p:tgtEl>
                                      </p:cBhvr>
                                    </p:animEffect>
                                  </p:childTnLst>
                                </p:cTn>
                              </p:par>
                            </p:childTnLst>
                          </p:cTn>
                        </p:par>
                        <p:par>
                          <p:cTn id="16" fill="hold">
                            <p:stCondLst>
                              <p:cond delay="700"/>
                            </p:stCondLst>
                            <p:childTnLst>
                              <p:par>
                                <p:cTn id="17" presetID="10" presetClass="entr" presetSubtype="0" fill="hold" nodeType="afterEffect">
                                  <p:stCondLst>
                                    <p:cond delay="0"/>
                                  </p:stCondLst>
                                  <p:childTnLst>
                                    <p:set>
                                      <p:cBhvr>
                                        <p:cTn id="18" dur="1" fill="hold">
                                          <p:stCondLst>
                                            <p:cond delay="0"/>
                                          </p:stCondLst>
                                        </p:cTn>
                                        <p:tgtEl>
                                          <p:spTgt spid="550"/>
                                        </p:tgtEl>
                                        <p:attrNameLst>
                                          <p:attrName>style.visibility</p:attrName>
                                        </p:attrNameLst>
                                      </p:cBhvr>
                                      <p:to>
                                        <p:strVal val="visible"/>
                                      </p:to>
                                    </p:set>
                                    <p:animEffect transition="in" filter="fade">
                                      <p:cBhvr>
                                        <p:cTn id="19" dur="100"/>
                                        <p:tgtEl>
                                          <p:spTgt spid="550"/>
                                        </p:tgtEl>
                                      </p:cBhvr>
                                    </p:animEffect>
                                  </p:childTnLst>
                                </p:cTn>
                              </p:par>
                            </p:childTnLst>
                          </p:cTn>
                        </p:par>
                        <p:par>
                          <p:cTn id="20" fill="hold">
                            <p:stCondLst>
                              <p:cond delay="800"/>
                            </p:stCondLst>
                            <p:childTnLst>
                              <p:par>
                                <p:cTn id="21" presetID="10" presetClass="entr" presetSubtype="0" fill="hold" nodeType="afterEffect">
                                  <p:stCondLst>
                                    <p:cond delay="0"/>
                                  </p:stCondLst>
                                  <p:childTnLst>
                                    <p:set>
                                      <p:cBhvr>
                                        <p:cTn id="22" dur="1" fill="hold">
                                          <p:stCondLst>
                                            <p:cond delay="0"/>
                                          </p:stCondLst>
                                        </p:cTn>
                                        <p:tgtEl>
                                          <p:spTgt spid="551"/>
                                        </p:tgtEl>
                                        <p:attrNameLst>
                                          <p:attrName>style.visibility</p:attrName>
                                        </p:attrNameLst>
                                      </p:cBhvr>
                                      <p:to>
                                        <p:strVal val="visible"/>
                                      </p:to>
                                    </p:set>
                                    <p:animEffect transition="in" filter="fade">
                                      <p:cBhvr>
                                        <p:cTn id="23" dur="100"/>
                                        <p:tgtEl>
                                          <p:spTgt spid="551"/>
                                        </p:tgtEl>
                                      </p:cBhvr>
                                    </p:animEffect>
                                  </p:childTnLst>
                                </p:cTn>
                              </p:par>
                            </p:childTnLst>
                          </p:cTn>
                        </p:par>
                        <p:par>
                          <p:cTn id="24" fill="hold">
                            <p:stCondLst>
                              <p:cond delay="900"/>
                            </p:stCondLst>
                            <p:childTnLst>
                              <p:par>
                                <p:cTn id="25" presetID="10" presetClass="entr" presetSubtype="0" fill="hold" nodeType="afterEffect">
                                  <p:stCondLst>
                                    <p:cond delay="0"/>
                                  </p:stCondLst>
                                  <p:childTnLst>
                                    <p:set>
                                      <p:cBhvr>
                                        <p:cTn id="26" dur="1" fill="hold">
                                          <p:stCondLst>
                                            <p:cond delay="0"/>
                                          </p:stCondLst>
                                        </p:cTn>
                                        <p:tgtEl>
                                          <p:spTgt spid="552"/>
                                        </p:tgtEl>
                                        <p:attrNameLst>
                                          <p:attrName>style.visibility</p:attrName>
                                        </p:attrNameLst>
                                      </p:cBhvr>
                                      <p:to>
                                        <p:strVal val="visible"/>
                                      </p:to>
                                    </p:set>
                                    <p:animEffect transition="in" filter="fade">
                                      <p:cBhvr>
                                        <p:cTn id="27" dur="100"/>
                                        <p:tgtEl>
                                          <p:spTgt spid="552"/>
                                        </p:tgtEl>
                                      </p:cBhvr>
                                    </p:animEffect>
                                  </p:childTnLst>
                                </p:cTn>
                              </p:par>
                            </p:childTnLst>
                          </p:cTn>
                        </p:par>
                        <p:par>
                          <p:cTn id="28" fill="hold">
                            <p:stCondLst>
                              <p:cond delay="1000"/>
                            </p:stCondLst>
                            <p:childTnLst>
                              <p:par>
                                <p:cTn id="29" presetID="10" presetClass="entr" presetSubtype="0" fill="hold" nodeType="afterEffect">
                                  <p:stCondLst>
                                    <p:cond delay="0"/>
                                  </p:stCondLst>
                                  <p:childTnLst>
                                    <p:set>
                                      <p:cBhvr>
                                        <p:cTn id="30" dur="1" fill="hold">
                                          <p:stCondLst>
                                            <p:cond delay="0"/>
                                          </p:stCondLst>
                                        </p:cTn>
                                        <p:tgtEl>
                                          <p:spTgt spid="553"/>
                                        </p:tgtEl>
                                        <p:attrNameLst>
                                          <p:attrName>style.visibility</p:attrName>
                                        </p:attrNameLst>
                                      </p:cBhvr>
                                      <p:to>
                                        <p:strVal val="visible"/>
                                      </p:to>
                                    </p:set>
                                    <p:animEffect transition="in" filter="fade">
                                      <p:cBhvr>
                                        <p:cTn id="31" dur="100"/>
                                        <p:tgtEl>
                                          <p:spTgt spid="553"/>
                                        </p:tgtEl>
                                      </p:cBhvr>
                                    </p:animEffect>
                                  </p:childTnLst>
                                </p:cTn>
                              </p:par>
                            </p:childTnLst>
                          </p:cTn>
                        </p:par>
                        <p:par>
                          <p:cTn id="32" fill="hold">
                            <p:stCondLst>
                              <p:cond delay="1100"/>
                            </p:stCondLst>
                            <p:childTnLst>
                              <p:par>
                                <p:cTn id="33" presetID="10" presetClass="entr" presetSubtype="0" fill="hold" nodeType="afterEffect">
                                  <p:stCondLst>
                                    <p:cond delay="0"/>
                                  </p:stCondLst>
                                  <p:childTnLst>
                                    <p:set>
                                      <p:cBhvr>
                                        <p:cTn id="34" dur="1" fill="hold">
                                          <p:stCondLst>
                                            <p:cond delay="0"/>
                                          </p:stCondLst>
                                        </p:cTn>
                                        <p:tgtEl>
                                          <p:spTgt spid="554"/>
                                        </p:tgtEl>
                                        <p:attrNameLst>
                                          <p:attrName>style.visibility</p:attrName>
                                        </p:attrNameLst>
                                      </p:cBhvr>
                                      <p:to>
                                        <p:strVal val="visible"/>
                                      </p:to>
                                    </p:set>
                                    <p:animEffect transition="in" filter="fade">
                                      <p:cBhvr>
                                        <p:cTn id="35" dur="100"/>
                                        <p:tgtEl>
                                          <p:spTgt spid="554"/>
                                        </p:tgtEl>
                                      </p:cBhvr>
                                    </p:animEffect>
                                  </p:childTnLst>
                                </p:cTn>
                              </p:par>
                            </p:childTnLst>
                          </p:cTn>
                        </p:par>
                        <p:par>
                          <p:cTn id="36" fill="hold">
                            <p:stCondLst>
                              <p:cond delay="1200"/>
                            </p:stCondLst>
                            <p:childTnLst>
                              <p:par>
                                <p:cTn id="37" presetID="10" presetClass="entr" presetSubtype="0" fill="hold" nodeType="afterEffect">
                                  <p:stCondLst>
                                    <p:cond delay="0"/>
                                  </p:stCondLst>
                                  <p:childTnLst>
                                    <p:set>
                                      <p:cBhvr>
                                        <p:cTn id="38" dur="1" fill="hold">
                                          <p:stCondLst>
                                            <p:cond delay="0"/>
                                          </p:stCondLst>
                                        </p:cTn>
                                        <p:tgtEl>
                                          <p:spTgt spid="555"/>
                                        </p:tgtEl>
                                        <p:attrNameLst>
                                          <p:attrName>style.visibility</p:attrName>
                                        </p:attrNameLst>
                                      </p:cBhvr>
                                      <p:to>
                                        <p:strVal val="visible"/>
                                      </p:to>
                                    </p:set>
                                    <p:animEffect transition="in" filter="fade">
                                      <p:cBhvr>
                                        <p:cTn id="39" dur="100"/>
                                        <p:tgtEl>
                                          <p:spTgt spid="555"/>
                                        </p:tgtEl>
                                      </p:cBhvr>
                                    </p:animEffect>
                                  </p:childTnLst>
                                </p:cTn>
                              </p:par>
                            </p:childTnLst>
                          </p:cTn>
                        </p:par>
                        <p:par>
                          <p:cTn id="40" fill="hold">
                            <p:stCondLst>
                              <p:cond delay="1300"/>
                            </p:stCondLst>
                            <p:childTnLst>
                              <p:par>
                                <p:cTn id="41" presetID="10" presetClass="entr" presetSubtype="0" fill="hold" nodeType="afterEffect">
                                  <p:stCondLst>
                                    <p:cond delay="0"/>
                                  </p:stCondLst>
                                  <p:childTnLst>
                                    <p:set>
                                      <p:cBhvr>
                                        <p:cTn id="42" dur="1" fill="hold">
                                          <p:stCondLst>
                                            <p:cond delay="0"/>
                                          </p:stCondLst>
                                        </p:cTn>
                                        <p:tgtEl>
                                          <p:spTgt spid="556"/>
                                        </p:tgtEl>
                                        <p:attrNameLst>
                                          <p:attrName>style.visibility</p:attrName>
                                        </p:attrNameLst>
                                      </p:cBhvr>
                                      <p:to>
                                        <p:strVal val="visible"/>
                                      </p:to>
                                    </p:set>
                                    <p:animEffect transition="in" filter="fade">
                                      <p:cBhvr>
                                        <p:cTn id="43" dur="100"/>
                                        <p:tgtEl>
                                          <p:spTgt spid="556"/>
                                        </p:tgtEl>
                                      </p:cBhvr>
                                    </p:animEffect>
                                  </p:childTnLst>
                                </p:cTn>
                              </p:par>
                            </p:childTnLst>
                          </p:cTn>
                        </p:par>
                        <p:par>
                          <p:cTn id="44" fill="hold">
                            <p:stCondLst>
                              <p:cond delay="1400"/>
                            </p:stCondLst>
                            <p:childTnLst>
                              <p:par>
                                <p:cTn id="45" presetID="10" presetClass="entr" presetSubtype="0" fill="hold" nodeType="afterEffect">
                                  <p:stCondLst>
                                    <p:cond delay="0"/>
                                  </p:stCondLst>
                                  <p:childTnLst>
                                    <p:set>
                                      <p:cBhvr>
                                        <p:cTn id="46" dur="1" fill="hold">
                                          <p:stCondLst>
                                            <p:cond delay="0"/>
                                          </p:stCondLst>
                                        </p:cTn>
                                        <p:tgtEl>
                                          <p:spTgt spid="557"/>
                                        </p:tgtEl>
                                        <p:attrNameLst>
                                          <p:attrName>style.visibility</p:attrName>
                                        </p:attrNameLst>
                                      </p:cBhvr>
                                      <p:to>
                                        <p:strVal val="visible"/>
                                      </p:to>
                                    </p:set>
                                    <p:animEffect transition="in" filter="fade">
                                      <p:cBhvr>
                                        <p:cTn id="47" dur="100"/>
                                        <p:tgtEl>
                                          <p:spTgt spid="557"/>
                                        </p:tgtEl>
                                      </p:cBhvr>
                                    </p:animEffect>
                                  </p:childTnLst>
                                </p:cTn>
                              </p:par>
                            </p:childTnLst>
                          </p:cTn>
                        </p:par>
                        <p:par>
                          <p:cTn id="48" fill="hold">
                            <p:stCondLst>
                              <p:cond delay="1500"/>
                            </p:stCondLst>
                            <p:childTnLst>
                              <p:par>
                                <p:cTn id="49" presetID="10" presetClass="entr" presetSubtype="0" fill="hold" nodeType="afterEffect">
                                  <p:stCondLst>
                                    <p:cond delay="0"/>
                                  </p:stCondLst>
                                  <p:childTnLst>
                                    <p:set>
                                      <p:cBhvr>
                                        <p:cTn id="50" dur="1" fill="hold">
                                          <p:stCondLst>
                                            <p:cond delay="0"/>
                                          </p:stCondLst>
                                        </p:cTn>
                                        <p:tgtEl>
                                          <p:spTgt spid="558"/>
                                        </p:tgtEl>
                                        <p:attrNameLst>
                                          <p:attrName>style.visibility</p:attrName>
                                        </p:attrNameLst>
                                      </p:cBhvr>
                                      <p:to>
                                        <p:strVal val="visible"/>
                                      </p:to>
                                    </p:set>
                                    <p:animEffect transition="in" filter="fade">
                                      <p:cBhvr>
                                        <p:cTn id="51" dur="100"/>
                                        <p:tgtEl>
                                          <p:spTgt spid="558"/>
                                        </p:tgtEl>
                                      </p:cBhvr>
                                    </p:animEffect>
                                  </p:childTnLst>
                                </p:cTn>
                              </p:par>
                            </p:childTnLst>
                          </p:cTn>
                        </p:par>
                        <p:par>
                          <p:cTn id="52" fill="hold">
                            <p:stCondLst>
                              <p:cond delay="1600"/>
                            </p:stCondLst>
                            <p:childTnLst>
                              <p:par>
                                <p:cTn id="53" presetID="10" presetClass="entr" presetSubtype="0" fill="hold" nodeType="afterEffect">
                                  <p:stCondLst>
                                    <p:cond delay="0"/>
                                  </p:stCondLst>
                                  <p:childTnLst>
                                    <p:set>
                                      <p:cBhvr>
                                        <p:cTn id="54" dur="1" fill="hold">
                                          <p:stCondLst>
                                            <p:cond delay="0"/>
                                          </p:stCondLst>
                                        </p:cTn>
                                        <p:tgtEl>
                                          <p:spTgt spid="559"/>
                                        </p:tgtEl>
                                        <p:attrNameLst>
                                          <p:attrName>style.visibility</p:attrName>
                                        </p:attrNameLst>
                                      </p:cBhvr>
                                      <p:to>
                                        <p:strVal val="visible"/>
                                      </p:to>
                                    </p:set>
                                    <p:animEffect transition="in" filter="fade">
                                      <p:cBhvr>
                                        <p:cTn id="55" dur="100"/>
                                        <p:tgtEl>
                                          <p:spTgt spid="559"/>
                                        </p:tgtEl>
                                      </p:cBhvr>
                                    </p:animEffect>
                                  </p:childTnLst>
                                </p:cTn>
                              </p:par>
                            </p:childTnLst>
                          </p:cTn>
                        </p:par>
                        <p:par>
                          <p:cTn id="56" fill="hold">
                            <p:stCondLst>
                              <p:cond delay="1700"/>
                            </p:stCondLst>
                            <p:childTnLst>
                              <p:par>
                                <p:cTn id="57" presetID="10" presetClass="entr" presetSubtype="0" fill="hold" nodeType="afterEffect">
                                  <p:stCondLst>
                                    <p:cond delay="0"/>
                                  </p:stCondLst>
                                  <p:childTnLst>
                                    <p:set>
                                      <p:cBhvr>
                                        <p:cTn id="58" dur="1" fill="hold">
                                          <p:stCondLst>
                                            <p:cond delay="0"/>
                                          </p:stCondLst>
                                        </p:cTn>
                                        <p:tgtEl>
                                          <p:spTgt spid="560"/>
                                        </p:tgtEl>
                                        <p:attrNameLst>
                                          <p:attrName>style.visibility</p:attrName>
                                        </p:attrNameLst>
                                      </p:cBhvr>
                                      <p:to>
                                        <p:strVal val="visible"/>
                                      </p:to>
                                    </p:set>
                                    <p:animEffect transition="in" filter="fade">
                                      <p:cBhvr>
                                        <p:cTn id="59" dur="100"/>
                                        <p:tgtEl>
                                          <p:spTgt spid="560"/>
                                        </p:tgtEl>
                                      </p:cBhvr>
                                    </p:animEffect>
                                  </p:childTnLst>
                                </p:cTn>
                              </p:par>
                            </p:childTnLst>
                          </p:cTn>
                        </p:par>
                        <p:par>
                          <p:cTn id="60" fill="hold">
                            <p:stCondLst>
                              <p:cond delay="1800"/>
                            </p:stCondLst>
                            <p:childTnLst>
                              <p:par>
                                <p:cTn id="61" presetID="10" presetClass="entr" presetSubtype="0" fill="hold" nodeType="afterEffect">
                                  <p:stCondLst>
                                    <p:cond delay="0"/>
                                  </p:stCondLst>
                                  <p:childTnLst>
                                    <p:set>
                                      <p:cBhvr>
                                        <p:cTn id="62" dur="1" fill="hold">
                                          <p:stCondLst>
                                            <p:cond delay="0"/>
                                          </p:stCondLst>
                                        </p:cTn>
                                        <p:tgtEl>
                                          <p:spTgt spid="561"/>
                                        </p:tgtEl>
                                        <p:attrNameLst>
                                          <p:attrName>style.visibility</p:attrName>
                                        </p:attrNameLst>
                                      </p:cBhvr>
                                      <p:to>
                                        <p:strVal val="visible"/>
                                      </p:to>
                                    </p:set>
                                    <p:animEffect transition="in" filter="fade">
                                      <p:cBhvr>
                                        <p:cTn id="63" dur="100"/>
                                        <p:tgtEl>
                                          <p:spTgt spid="561"/>
                                        </p:tgtEl>
                                      </p:cBhvr>
                                    </p:animEffect>
                                  </p:childTnLst>
                                </p:cTn>
                              </p:par>
                            </p:childTnLst>
                          </p:cTn>
                        </p:par>
                        <p:par>
                          <p:cTn id="64" fill="hold">
                            <p:stCondLst>
                              <p:cond delay="1900"/>
                            </p:stCondLst>
                            <p:childTnLst>
                              <p:par>
                                <p:cTn id="65" presetID="10" presetClass="entr" presetSubtype="0" fill="hold" nodeType="afterEffect">
                                  <p:stCondLst>
                                    <p:cond delay="0"/>
                                  </p:stCondLst>
                                  <p:childTnLst>
                                    <p:set>
                                      <p:cBhvr>
                                        <p:cTn id="66" dur="1" fill="hold">
                                          <p:stCondLst>
                                            <p:cond delay="0"/>
                                          </p:stCondLst>
                                        </p:cTn>
                                        <p:tgtEl>
                                          <p:spTgt spid="562"/>
                                        </p:tgtEl>
                                        <p:attrNameLst>
                                          <p:attrName>style.visibility</p:attrName>
                                        </p:attrNameLst>
                                      </p:cBhvr>
                                      <p:to>
                                        <p:strVal val="visible"/>
                                      </p:to>
                                    </p:set>
                                    <p:animEffect transition="in" filter="fade">
                                      <p:cBhvr>
                                        <p:cTn id="67" dur="100"/>
                                        <p:tgtEl>
                                          <p:spTgt spid="562"/>
                                        </p:tgtEl>
                                      </p:cBhvr>
                                    </p:animEffect>
                                  </p:childTnLst>
                                </p:cTn>
                              </p:par>
                            </p:childTnLst>
                          </p:cTn>
                        </p:par>
                        <p:par>
                          <p:cTn id="68" fill="hold">
                            <p:stCondLst>
                              <p:cond delay="2000"/>
                            </p:stCondLst>
                            <p:childTnLst>
                              <p:par>
                                <p:cTn id="69" presetID="10" presetClass="entr" presetSubtype="0" fill="hold" nodeType="afterEffect">
                                  <p:stCondLst>
                                    <p:cond delay="0"/>
                                  </p:stCondLst>
                                  <p:childTnLst>
                                    <p:set>
                                      <p:cBhvr>
                                        <p:cTn id="70" dur="1" fill="hold">
                                          <p:stCondLst>
                                            <p:cond delay="0"/>
                                          </p:stCondLst>
                                        </p:cTn>
                                        <p:tgtEl>
                                          <p:spTgt spid="563"/>
                                        </p:tgtEl>
                                        <p:attrNameLst>
                                          <p:attrName>style.visibility</p:attrName>
                                        </p:attrNameLst>
                                      </p:cBhvr>
                                      <p:to>
                                        <p:strVal val="visible"/>
                                      </p:to>
                                    </p:set>
                                    <p:animEffect transition="in" filter="fade">
                                      <p:cBhvr>
                                        <p:cTn id="71" dur="100"/>
                                        <p:tgtEl>
                                          <p:spTgt spid="563"/>
                                        </p:tgtEl>
                                      </p:cBhvr>
                                    </p:animEffect>
                                  </p:childTnLst>
                                </p:cTn>
                              </p:par>
                            </p:childTnLst>
                          </p:cTn>
                        </p:par>
                        <p:par>
                          <p:cTn id="72" fill="hold">
                            <p:stCondLst>
                              <p:cond delay="2100"/>
                            </p:stCondLst>
                            <p:childTnLst>
                              <p:par>
                                <p:cTn id="73" presetID="10" presetClass="entr" presetSubtype="0" fill="hold" nodeType="afterEffect">
                                  <p:stCondLst>
                                    <p:cond delay="0"/>
                                  </p:stCondLst>
                                  <p:childTnLst>
                                    <p:set>
                                      <p:cBhvr>
                                        <p:cTn id="74" dur="1" fill="hold">
                                          <p:stCondLst>
                                            <p:cond delay="0"/>
                                          </p:stCondLst>
                                        </p:cTn>
                                        <p:tgtEl>
                                          <p:spTgt spid="564"/>
                                        </p:tgtEl>
                                        <p:attrNameLst>
                                          <p:attrName>style.visibility</p:attrName>
                                        </p:attrNameLst>
                                      </p:cBhvr>
                                      <p:to>
                                        <p:strVal val="visible"/>
                                      </p:to>
                                    </p:set>
                                    <p:animEffect transition="in" filter="fade">
                                      <p:cBhvr>
                                        <p:cTn id="75" dur="100"/>
                                        <p:tgtEl>
                                          <p:spTgt spid="564"/>
                                        </p:tgtEl>
                                      </p:cBhvr>
                                    </p:animEffect>
                                  </p:childTnLst>
                                </p:cTn>
                              </p:par>
                            </p:childTnLst>
                          </p:cTn>
                        </p:par>
                        <p:par>
                          <p:cTn id="76" fill="hold">
                            <p:stCondLst>
                              <p:cond delay="2200"/>
                            </p:stCondLst>
                            <p:childTnLst>
                              <p:par>
                                <p:cTn id="77" presetID="10" presetClass="entr" presetSubtype="0" fill="hold" nodeType="afterEffect">
                                  <p:stCondLst>
                                    <p:cond delay="0"/>
                                  </p:stCondLst>
                                  <p:childTnLst>
                                    <p:set>
                                      <p:cBhvr>
                                        <p:cTn id="78" dur="1" fill="hold">
                                          <p:stCondLst>
                                            <p:cond delay="0"/>
                                          </p:stCondLst>
                                        </p:cTn>
                                        <p:tgtEl>
                                          <p:spTgt spid="565"/>
                                        </p:tgtEl>
                                        <p:attrNameLst>
                                          <p:attrName>style.visibility</p:attrName>
                                        </p:attrNameLst>
                                      </p:cBhvr>
                                      <p:to>
                                        <p:strVal val="visible"/>
                                      </p:to>
                                    </p:set>
                                    <p:animEffect transition="in" filter="fade">
                                      <p:cBhvr>
                                        <p:cTn id="79" dur="100"/>
                                        <p:tgtEl>
                                          <p:spTgt spid="565"/>
                                        </p:tgtEl>
                                      </p:cBhvr>
                                    </p:animEffect>
                                  </p:childTnLst>
                                </p:cTn>
                              </p:par>
                            </p:childTnLst>
                          </p:cTn>
                        </p:par>
                        <p:par>
                          <p:cTn id="80" fill="hold">
                            <p:stCondLst>
                              <p:cond delay="2300"/>
                            </p:stCondLst>
                            <p:childTnLst>
                              <p:par>
                                <p:cTn id="81" presetID="10" presetClass="entr" presetSubtype="0" fill="hold" nodeType="afterEffect">
                                  <p:stCondLst>
                                    <p:cond delay="0"/>
                                  </p:stCondLst>
                                  <p:childTnLst>
                                    <p:set>
                                      <p:cBhvr>
                                        <p:cTn id="82" dur="1" fill="hold">
                                          <p:stCondLst>
                                            <p:cond delay="0"/>
                                          </p:stCondLst>
                                        </p:cTn>
                                        <p:tgtEl>
                                          <p:spTgt spid="566"/>
                                        </p:tgtEl>
                                        <p:attrNameLst>
                                          <p:attrName>style.visibility</p:attrName>
                                        </p:attrNameLst>
                                      </p:cBhvr>
                                      <p:to>
                                        <p:strVal val="visible"/>
                                      </p:to>
                                    </p:set>
                                    <p:animEffect transition="in" filter="fade">
                                      <p:cBhvr>
                                        <p:cTn id="83" dur="100"/>
                                        <p:tgtEl>
                                          <p:spTgt spid="566"/>
                                        </p:tgtEl>
                                      </p:cBhvr>
                                    </p:animEffect>
                                  </p:childTnLst>
                                </p:cTn>
                              </p:par>
                            </p:childTnLst>
                          </p:cTn>
                        </p:par>
                        <p:par>
                          <p:cTn id="84" fill="hold">
                            <p:stCondLst>
                              <p:cond delay="2400"/>
                            </p:stCondLst>
                            <p:childTnLst>
                              <p:par>
                                <p:cTn id="85" presetID="10" presetClass="entr" presetSubtype="0" fill="hold" nodeType="afterEffect">
                                  <p:stCondLst>
                                    <p:cond delay="0"/>
                                  </p:stCondLst>
                                  <p:childTnLst>
                                    <p:set>
                                      <p:cBhvr>
                                        <p:cTn id="86" dur="1" fill="hold">
                                          <p:stCondLst>
                                            <p:cond delay="0"/>
                                          </p:stCondLst>
                                        </p:cTn>
                                        <p:tgtEl>
                                          <p:spTgt spid="567"/>
                                        </p:tgtEl>
                                        <p:attrNameLst>
                                          <p:attrName>style.visibility</p:attrName>
                                        </p:attrNameLst>
                                      </p:cBhvr>
                                      <p:to>
                                        <p:strVal val="visible"/>
                                      </p:to>
                                    </p:set>
                                    <p:animEffect transition="in" filter="fade">
                                      <p:cBhvr>
                                        <p:cTn id="87" dur="100"/>
                                        <p:tgtEl>
                                          <p:spTgt spid="567"/>
                                        </p:tgtEl>
                                      </p:cBhvr>
                                    </p:animEffect>
                                  </p:childTnLst>
                                </p:cTn>
                              </p:par>
                            </p:childTnLst>
                          </p:cTn>
                        </p:par>
                        <p:par>
                          <p:cTn id="88" fill="hold">
                            <p:stCondLst>
                              <p:cond delay="2500"/>
                            </p:stCondLst>
                            <p:childTnLst>
                              <p:par>
                                <p:cTn id="89" presetID="10" presetClass="entr" presetSubtype="0" fill="hold" nodeType="afterEffect">
                                  <p:stCondLst>
                                    <p:cond delay="0"/>
                                  </p:stCondLst>
                                  <p:childTnLst>
                                    <p:set>
                                      <p:cBhvr>
                                        <p:cTn id="90" dur="1" fill="hold">
                                          <p:stCondLst>
                                            <p:cond delay="0"/>
                                          </p:stCondLst>
                                        </p:cTn>
                                        <p:tgtEl>
                                          <p:spTgt spid="568"/>
                                        </p:tgtEl>
                                        <p:attrNameLst>
                                          <p:attrName>style.visibility</p:attrName>
                                        </p:attrNameLst>
                                      </p:cBhvr>
                                      <p:to>
                                        <p:strVal val="visible"/>
                                      </p:to>
                                    </p:set>
                                    <p:animEffect transition="in" filter="fade">
                                      <p:cBhvr>
                                        <p:cTn id="91" dur="100"/>
                                        <p:tgtEl>
                                          <p:spTgt spid="568"/>
                                        </p:tgtEl>
                                      </p:cBhvr>
                                    </p:animEffect>
                                  </p:childTnLst>
                                </p:cTn>
                              </p:par>
                            </p:childTnLst>
                          </p:cTn>
                        </p:par>
                        <p:par>
                          <p:cTn id="92" fill="hold">
                            <p:stCondLst>
                              <p:cond delay="2600"/>
                            </p:stCondLst>
                            <p:childTnLst>
                              <p:par>
                                <p:cTn id="93" presetID="10" presetClass="entr" presetSubtype="0" fill="hold" nodeType="afterEffect">
                                  <p:stCondLst>
                                    <p:cond delay="0"/>
                                  </p:stCondLst>
                                  <p:childTnLst>
                                    <p:set>
                                      <p:cBhvr>
                                        <p:cTn id="94" dur="1" fill="hold">
                                          <p:stCondLst>
                                            <p:cond delay="0"/>
                                          </p:stCondLst>
                                        </p:cTn>
                                        <p:tgtEl>
                                          <p:spTgt spid="569"/>
                                        </p:tgtEl>
                                        <p:attrNameLst>
                                          <p:attrName>style.visibility</p:attrName>
                                        </p:attrNameLst>
                                      </p:cBhvr>
                                      <p:to>
                                        <p:strVal val="visible"/>
                                      </p:to>
                                    </p:set>
                                    <p:animEffect transition="in" filter="fade">
                                      <p:cBhvr>
                                        <p:cTn id="95" dur="100"/>
                                        <p:tgtEl>
                                          <p:spTgt spid="569"/>
                                        </p:tgtEl>
                                      </p:cBhvr>
                                    </p:animEffect>
                                  </p:childTnLst>
                                </p:cTn>
                              </p:par>
                            </p:childTnLst>
                          </p:cTn>
                        </p:par>
                        <p:par>
                          <p:cTn id="96" fill="hold">
                            <p:stCondLst>
                              <p:cond delay="2700"/>
                            </p:stCondLst>
                            <p:childTnLst>
                              <p:par>
                                <p:cTn id="97" presetID="10" presetClass="entr" presetSubtype="0" fill="hold" nodeType="afterEffect">
                                  <p:stCondLst>
                                    <p:cond delay="0"/>
                                  </p:stCondLst>
                                  <p:childTnLst>
                                    <p:set>
                                      <p:cBhvr>
                                        <p:cTn id="98" dur="1" fill="hold">
                                          <p:stCondLst>
                                            <p:cond delay="0"/>
                                          </p:stCondLst>
                                        </p:cTn>
                                        <p:tgtEl>
                                          <p:spTgt spid="570"/>
                                        </p:tgtEl>
                                        <p:attrNameLst>
                                          <p:attrName>style.visibility</p:attrName>
                                        </p:attrNameLst>
                                      </p:cBhvr>
                                      <p:to>
                                        <p:strVal val="visible"/>
                                      </p:to>
                                    </p:set>
                                    <p:animEffect transition="in" filter="fade">
                                      <p:cBhvr>
                                        <p:cTn id="99" dur="100"/>
                                        <p:tgtEl>
                                          <p:spTgt spid="570"/>
                                        </p:tgtEl>
                                      </p:cBhvr>
                                    </p:animEffect>
                                  </p:childTnLst>
                                </p:cTn>
                              </p:par>
                            </p:childTnLst>
                          </p:cTn>
                        </p:par>
                        <p:par>
                          <p:cTn id="100" fill="hold">
                            <p:stCondLst>
                              <p:cond delay="2800"/>
                            </p:stCondLst>
                            <p:childTnLst>
                              <p:par>
                                <p:cTn id="101" presetID="10" presetClass="entr" presetSubtype="0" fill="hold" nodeType="afterEffect">
                                  <p:stCondLst>
                                    <p:cond delay="0"/>
                                  </p:stCondLst>
                                  <p:childTnLst>
                                    <p:set>
                                      <p:cBhvr>
                                        <p:cTn id="102" dur="1" fill="hold">
                                          <p:stCondLst>
                                            <p:cond delay="0"/>
                                          </p:stCondLst>
                                        </p:cTn>
                                        <p:tgtEl>
                                          <p:spTgt spid="571"/>
                                        </p:tgtEl>
                                        <p:attrNameLst>
                                          <p:attrName>style.visibility</p:attrName>
                                        </p:attrNameLst>
                                      </p:cBhvr>
                                      <p:to>
                                        <p:strVal val="visible"/>
                                      </p:to>
                                    </p:set>
                                    <p:animEffect transition="in" filter="fade">
                                      <p:cBhvr>
                                        <p:cTn id="103" dur="100"/>
                                        <p:tgtEl>
                                          <p:spTgt spid="571"/>
                                        </p:tgtEl>
                                      </p:cBhvr>
                                    </p:animEffect>
                                  </p:childTnLst>
                                </p:cTn>
                              </p:par>
                            </p:childTnLst>
                          </p:cTn>
                        </p:par>
                        <p:par>
                          <p:cTn id="104" fill="hold">
                            <p:stCondLst>
                              <p:cond delay="2900"/>
                            </p:stCondLst>
                            <p:childTnLst>
                              <p:par>
                                <p:cTn id="105" presetID="10" presetClass="entr" presetSubtype="0" fill="hold" nodeType="afterEffect">
                                  <p:stCondLst>
                                    <p:cond delay="0"/>
                                  </p:stCondLst>
                                  <p:childTnLst>
                                    <p:set>
                                      <p:cBhvr>
                                        <p:cTn id="106" dur="1" fill="hold">
                                          <p:stCondLst>
                                            <p:cond delay="0"/>
                                          </p:stCondLst>
                                        </p:cTn>
                                        <p:tgtEl>
                                          <p:spTgt spid="572"/>
                                        </p:tgtEl>
                                        <p:attrNameLst>
                                          <p:attrName>style.visibility</p:attrName>
                                        </p:attrNameLst>
                                      </p:cBhvr>
                                      <p:to>
                                        <p:strVal val="visible"/>
                                      </p:to>
                                    </p:set>
                                    <p:animEffect transition="in" filter="fade">
                                      <p:cBhvr>
                                        <p:cTn id="107" dur="100"/>
                                        <p:tgtEl>
                                          <p:spTgt spid="572"/>
                                        </p:tgtEl>
                                      </p:cBhvr>
                                    </p:animEffect>
                                  </p:childTnLst>
                                </p:cTn>
                              </p:par>
                            </p:childTnLst>
                          </p:cTn>
                        </p:par>
                        <p:par>
                          <p:cTn id="108" fill="hold">
                            <p:stCondLst>
                              <p:cond delay="3000"/>
                            </p:stCondLst>
                            <p:childTnLst>
                              <p:par>
                                <p:cTn id="109" presetID="10" presetClass="entr" presetSubtype="0" fill="hold" nodeType="afterEffect">
                                  <p:stCondLst>
                                    <p:cond delay="0"/>
                                  </p:stCondLst>
                                  <p:childTnLst>
                                    <p:set>
                                      <p:cBhvr>
                                        <p:cTn id="110" dur="1" fill="hold">
                                          <p:stCondLst>
                                            <p:cond delay="0"/>
                                          </p:stCondLst>
                                        </p:cTn>
                                        <p:tgtEl>
                                          <p:spTgt spid="573"/>
                                        </p:tgtEl>
                                        <p:attrNameLst>
                                          <p:attrName>style.visibility</p:attrName>
                                        </p:attrNameLst>
                                      </p:cBhvr>
                                      <p:to>
                                        <p:strVal val="visible"/>
                                      </p:to>
                                    </p:set>
                                    <p:animEffect transition="in" filter="fade">
                                      <p:cBhvr>
                                        <p:cTn id="111" dur="100"/>
                                        <p:tgtEl>
                                          <p:spTgt spid="573"/>
                                        </p:tgtEl>
                                      </p:cBhvr>
                                    </p:animEffect>
                                  </p:childTnLst>
                                </p:cTn>
                              </p:par>
                            </p:childTnLst>
                          </p:cTn>
                        </p:par>
                        <p:par>
                          <p:cTn id="112" fill="hold">
                            <p:stCondLst>
                              <p:cond delay="3100"/>
                            </p:stCondLst>
                            <p:childTnLst>
                              <p:par>
                                <p:cTn id="113" presetID="10" presetClass="entr" presetSubtype="0" fill="hold" nodeType="afterEffect">
                                  <p:stCondLst>
                                    <p:cond delay="0"/>
                                  </p:stCondLst>
                                  <p:childTnLst>
                                    <p:set>
                                      <p:cBhvr>
                                        <p:cTn id="114" dur="1" fill="hold">
                                          <p:stCondLst>
                                            <p:cond delay="0"/>
                                          </p:stCondLst>
                                        </p:cTn>
                                        <p:tgtEl>
                                          <p:spTgt spid="574"/>
                                        </p:tgtEl>
                                        <p:attrNameLst>
                                          <p:attrName>style.visibility</p:attrName>
                                        </p:attrNameLst>
                                      </p:cBhvr>
                                      <p:to>
                                        <p:strVal val="visible"/>
                                      </p:to>
                                    </p:set>
                                    <p:animEffect transition="in" filter="fade">
                                      <p:cBhvr>
                                        <p:cTn id="115" dur="100"/>
                                        <p:tgtEl>
                                          <p:spTgt spid="574"/>
                                        </p:tgtEl>
                                      </p:cBhvr>
                                    </p:animEffect>
                                  </p:childTnLst>
                                </p:cTn>
                              </p:par>
                            </p:childTnLst>
                          </p:cTn>
                        </p:par>
                        <p:par>
                          <p:cTn id="116" fill="hold">
                            <p:stCondLst>
                              <p:cond delay="3200"/>
                            </p:stCondLst>
                            <p:childTnLst>
                              <p:par>
                                <p:cTn id="117" presetID="10" presetClass="entr" presetSubtype="0" fill="hold" nodeType="afterEffect">
                                  <p:stCondLst>
                                    <p:cond delay="0"/>
                                  </p:stCondLst>
                                  <p:childTnLst>
                                    <p:set>
                                      <p:cBhvr>
                                        <p:cTn id="118" dur="1" fill="hold">
                                          <p:stCondLst>
                                            <p:cond delay="0"/>
                                          </p:stCondLst>
                                        </p:cTn>
                                        <p:tgtEl>
                                          <p:spTgt spid="575"/>
                                        </p:tgtEl>
                                        <p:attrNameLst>
                                          <p:attrName>style.visibility</p:attrName>
                                        </p:attrNameLst>
                                      </p:cBhvr>
                                      <p:to>
                                        <p:strVal val="visible"/>
                                      </p:to>
                                    </p:set>
                                    <p:animEffect transition="in" filter="fade">
                                      <p:cBhvr>
                                        <p:cTn id="119" dur="100"/>
                                        <p:tgtEl>
                                          <p:spTgt spid="575"/>
                                        </p:tgtEl>
                                      </p:cBhvr>
                                    </p:animEffect>
                                  </p:childTnLst>
                                </p:cTn>
                              </p:par>
                            </p:childTnLst>
                          </p:cTn>
                        </p:par>
                        <p:par>
                          <p:cTn id="120" fill="hold">
                            <p:stCondLst>
                              <p:cond delay="3300"/>
                            </p:stCondLst>
                            <p:childTnLst>
                              <p:par>
                                <p:cTn id="121" presetID="10" presetClass="entr" presetSubtype="0" fill="hold" nodeType="afterEffect">
                                  <p:stCondLst>
                                    <p:cond delay="0"/>
                                  </p:stCondLst>
                                  <p:childTnLst>
                                    <p:set>
                                      <p:cBhvr>
                                        <p:cTn id="122" dur="1" fill="hold">
                                          <p:stCondLst>
                                            <p:cond delay="0"/>
                                          </p:stCondLst>
                                        </p:cTn>
                                        <p:tgtEl>
                                          <p:spTgt spid="576"/>
                                        </p:tgtEl>
                                        <p:attrNameLst>
                                          <p:attrName>style.visibility</p:attrName>
                                        </p:attrNameLst>
                                      </p:cBhvr>
                                      <p:to>
                                        <p:strVal val="visible"/>
                                      </p:to>
                                    </p:set>
                                    <p:animEffect transition="in" filter="fade">
                                      <p:cBhvr>
                                        <p:cTn id="123" dur="100"/>
                                        <p:tgtEl>
                                          <p:spTgt spid="576"/>
                                        </p:tgtEl>
                                      </p:cBhvr>
                                    </p:animEffect>
                                  </p:childTnLst>
                                </p:cTn>
                              </p:par>
                            </p:childTnLst>
                          </p:cTn>
                        </p:par>
                        <p:par>
                          <p:cTn id="124" fill="hold">
                            <p:stCondLst>
                              <p:cond delay="3400"/>
                            </p:stCondLst>
                            <p:childTnLst>
                              <p:par>
                                <p:cTn id="125" presetID="10" presetClass="entr" presetSubtype="0" fill="hold" nodeType="afterEffect">
                                  <p:stCondLst>
                                    <p:cond delay="0"/>
                                  </p:stCondLst>
                                  <p:childTnLst>
                                    <p:set>
                                      <p:cBhvr>
                                        <p:cTn id="126" dur="1" fill="hold">
                                          <p:stCondLst>
                                            <p:cond delay="0"/>
                                          </p:stCondLst>
                                        </p:cTn>
                                        <p:tgtEl>
                                          <p:spTgt spid="577"/>
                                        </p:tgtEl>
                                        <p:attrNameLst>
                                          <p:attrName>style.visibility</p:attrName>
                                        </p:attrNameLst>
                                      </p:cBhvr>
                                      <p:to>
                                        <p:strVal val="visible"/>
                                      </p:to>
                                    </p:set>
                                    <p:animEffect transition="in" filter="fade">
                                      <p:cBhvr>
                                        <p:cTn id="127" dur="100"/>
                                        <p:tgtEl>
                                          <p:spTgt spid="577"/>
                                        </p:tgtEl>
                                      </p:cBhvr>
                                    </p:animEffect>
                                  </p:childTnLst>
                                </p:cTn>
                              </p:par>
                            </p:childTnLst>
                          </p:cTn>
                        </p:par>
                        <p:par>
                          <p:cTn id="128" fill="hold">
                            <p:stCondLst>
                              <p:cond delay="3500"/>
                            </p:stCondLst>
                            <p:childTnLst>
                              <p:par>
                                <p:cTn id="129" presetID="10" presetClass="entr" presetSubtype="0" fill="hold" nodeType="afterEffect">
                                  <p:stCondLst>
                                    <p:cond delay="0"/>
                                  </p:stCondLst>
                                  <p:childTnLst>
                                    <p:set>
                                      <p:cBhvr>
                                        <p:cTn id="130" dur="1" fill="hold">
                                          <p:stCondLst>
                                            <p:cond delay="0"/>
                                          </p:stCondLst>
                                        </p:cTn>
                                        <p:tgtEl>
                                          <p:spTgt spid="578"/>
                                        </p:tgtEl>
                                        <p:attrNameLst>
                                          <p:attrName>style.visibility</p:attrName>
                                        </p:attrNameLst>
                                      </p:cBhvr>
                                      <p:to>
                                        <p:strVal val="visible"/>
                                      </p:to>
                                    </p:set>
                                    <p:animEffect transition="in" filter="fade">
                                      <p:cBhvr>
                                        <p:cTn id="131" dur="100"/>
                                        <p:tgtEl>
                                          <p:spTgt spid="578"/>
                                        </p:tgtEl>
                                      </p:cBhvr>
                                    </p:animEffect>
                                  </p:childTnLst>
                                </p:cTn>
                              </p:par>
                            </p:childTnLst>
                          </p:cTn>
                        </p:par>
                        <p:par>
                          <p:cTn id="132" fill="hold">
                            <p:stCondLst>
                              <p:cond delay="3600"/>
                            </p:stCondLst>
                            <p:childTnLst>
                              <p:par>
                                <p:cTn id="133" presetID="10" presetClass="entr" presetSubtype="0" fill="hold" nodeType="afterEffect">
                                  <p:stCondLst>
                                    <p:cond delay="0"/>
                                  </p:stCondLst>
                                  <p:childTnLst>
                                    <p:set>
                                      <p:cBhvr>
                                        <p:cTn id="134" dur="1" fill="hold">
                                          <p:stCondLst>
                                            <p:cond delay="0"/>
                                          </p:stCondLst>
                                        </p:cTn>
                                        <p:tgtEl>
                                          <p:spTgt spid="579"/>
                                        </p:tgtEl>
                                        <p:attrNameLst>
                                          <p:attrName>style.visibility</p:attrName>
                                        </p:attrNameLst>
                                      </p:cBhvr>
                                      <p:to>
                                        <p:strVal val="visible"/>
                                      </p:to>
                                    </p:set>
                                    <p:animEffect transition="in" filter="fade">
                                      <p:cBhvr>
                                        <p:cTn id="135" dur="100"/>
                                        <p:tgtEl>
                                          <p:spTgt spid="579"/>
                                        </p:tgtEl>
                                      </p:cBhvr>
                                    </p:animEffect>
                                  </p:childTnLst>
                                </p:cTn>
                              </p:par>
                            </p:childTnLst>
                          </p:cTn>
                        </p:par>
                        <p:par>
                          <p:cTn id="136" fill="hold">
                            <p:stCondLst>
                              <p:cond delay="3700"/>
                            </p:stCondLst>
                            <p:childTnLst>
                              <p:par>
                                <p:cTn id="137" presetID="10" presetClass="entr" presetSubtype="0" fill="hold" nodeType="afterEffect">
                                  <p:stCondLst>
                                    <p:cond delay="0"/>
                                  </p:stCondLst>
                                  <p:childTnLst>
                                    <p:set>
                                      <p:cBhvr>
                                        <p:cTn id="138" dur="1" fill="hold">
                                          <p:stCondLst>
                                            <p:cond delay="0"/>
                                          </p:stCondLst>
                                        </p:cTn>
                                        <p:tgtEl>
                                          <p:spTgt spid="580"/>
                                        </p:tgtEl>
                                        <p:attrNameLst>
                                          <p:attrName>style.visibility</p:attrName>
                                        </p:attrNameLst>
                                      </p:cBhvr>
                                      <p:to>
                                        <p:strVal val="visible"/>
                                      </p:to>
                                    </p:set>
                                    <p:animEffect transition="in" filter="fade">
                                      <p:cBhvr>
                                        <p:cTn id="139" dur="100"/>
                                        <p:tgtEl>
                                          <p:spTgt spid="580"/>
                                        </p:tgtEl>
                                      </p:cBhvr>
                                    </p:animEffect>
                                  </p:childTnLst>
                                </p:cTn>
                              </p:par>
                            </p:childTnLst>
                          </p:cTn>
                        </p:par>
                        <p:par>
                          <p:cTn id="140" fill="hold">
                            <p:stCondLst>
                              <p:cond delay="3800"/>
                            </p:stCondLst>
                            <p:childTnLst>
                              <p:par>
                                <p:cTn id="141" presetID="10" presetClass="entr" presetSubtype="0" fill="hold" nodeType="afterEffect">
                                  <p:stCondLst>
                                    <p:cond delay="0"/>
                                  </p:stCondLst>
                                  <p:childTnLst>
                                    <p:set>
                                      <p:cBhvr>
                                        <p:cTn id="142" dur="1" fill="hold">
                                          <p:stCondLst>
                                            <p:cond delay="0"/>
                                          </p:stCondLst>
                                        </p:cTn>
                                        <p:tgtEl>
                                          <p:spTgt spid="581"/>
                                        </p:tgtEl>
                                        <p:attrNameLst>
                                          <p:attrName>style.visibility</p:attrName>
                                        </p:attrNameLst>
                                      </p:cBhvr>
                                      <p:to>
                                        <p:strVal val="visible"/>
                                      </p:to>
                                    </p:set>
                                    <p:animEffect transition="in" filter="fade">
                                      <p:cBhvr>
                                        <p:cTn id="143" dur="100"/>
                                        <p:tgtEl>
                                          <p:spTgt spid="581"/>
                                        </p:tgtEl>
                                      </p:cBhvr>
                                    </p:animEffect>
                                  </p:childTnLst>
                                </p:cTn>
                              </p:par>
                            </p:childTnLst>
                          </p:cTn>
                        </p:par>
                        <p:par>
                          <p:cTn id="144" fill="hold">
                            <p:stCondLst>
                              <p:cond delay="3900"/>
                            </p:stCondLst>
                            <p:childTnLst>
                              <p:par>
                                <p:cTn id="145" presetID="10" presetClass="entr" presetSubtype="0" fill="hold" nodeType="afterEffect">
                                  <p:stCondLst>
                                    <p:cond delay="0"/>
                                  </p:stCondLst>
                                  <p:childTnLst>
                                    <p:set>
                                      <p:cBhvr>
                                        <p:cTn id="146" dur="1" fill="hold">
                                          <p:stCondLst>
                                            <p:cond delay="0"/>
                                          </p:stCondLst>
                                        </p:cTn>
                                        <p:tgtEl>
                                          <p:spTgt spid="582"/>
                                        </p:tgtEl>
                                        <p:attrNameLst>
                                          <p:attrName>style.visibility</p:attrName>
                                        </p:attrNameLst>
                                      </p:cBhvr>
                                      <p:to>
                                        <p:strVal val="visible"/>
                                      </p:to>
                                    </p:set>
                                    <p:animEffect transition="in" filter="fade">
                                      <p:cBhvr>
                                        <p:cTn id="147" dur="100"/>
                                        <p:tgtEl>
                                          <p:spTgt spid="582"/>
                                        </p:tgtEl>
                                      </p:cBhvr>
                                    </p:animEffect>
                                  </p:childTnLst>
                                </p:cTn>
                              </p:par>
                            </p:childTnLst>
                          </p:cTn>
                        </p:par>
                        <p:par>
                          <p:cTn id="148" fill="hold">
                            <p:stCondLst>
                              <p:cond delay="4000"/>
                            </p:stCondLst>
                            <p:childTnLst>
                              <p:par>
                                <p:cTn id="149" presetID="10" presetClass="entr" presetSubtype="0" fill="hold" nodeType="afterEffect">
                                  <p:stCondLst>
                                    <p:cond delay="0"/>
                                  </p:stCondLst>
                                  <p:childTnLst>
                                    <p:set>
                                      <p:cBhvr>
                                        <p:cTn id="150" dur="1" fill="hold">
                                          <p:stCondLst>
                                            <p:cond delay="0"/>
                                          </p:stCondLst>
                                        </p:cTn>
                                        <p:tgtEl>
                                          <p:spTgt spid="583"/>
                                        </p:tgtEl>
                                        <p:attrNameLst>
                                          <p:attrName>style.visibility</p:attrName>
                                        </p:attrNameLst>
                                      </p:cBhvr>
                                      <p:to>
                                        <p:strVal val="visible"/>
                                      </p:to>
                                    </p:set>
                                    <p:animEffect transition="in" filter="fade">
                                      <p:cBhvr>
                                        <p:cTn id="151" dur="100"/>
                                        <p:tgtEl>
                                          <p:spTgt spid="583"/>
                                        </p:tgtEl>
                                      </p:cBhvr>
                                    </p:animEffect>
                                  </p:childTnLst>
                                </p:cTn>
                              </p:par>
                            </p:childTnLst>
                          </p:cTn>
                        </p:par>
                        <p:par>
                          <p:cTn id="152" fill="hold">
                            <p:stCondLst>
                              <p:cond delay="4100"/>
                            </p:stCondLst>
                            <p:childTnLst>
                              <p:par>
                                <p:cTn id="153" presetID="10" presetClass="entr" presetSubtype="0" fill="hold" nodeType="afterEffect">
                                  <p:stCondLst>
                                    <p:cond delay="0"/>
                                  </p:stCondLst>
                                  <p:childTnLst>
                                    <p:set>
                                      <p:cBhvr>
                                        <p:cTn id="154" dur="1" fill="hold">
                                          <p:stCondLst>
                                            <p:cond delay="0"/>
                                          </p:stCondLst>
                                        </p:cTn>
                                        <p:tgtEl>
                                          <p:spTgt spid="584"/>
                                        </p:tgtEl>
                                        <p:attrNameLst>
                                          <p:attrName>style.visibility</p:attrName>
                                        </p:attrNameLst>
                                      </p:cBhvr>
                                      <p:to>
                                        <p:strVal val="visible"/>
                                      </p:to>
                                    </p:set>
                                    <p:animEffect transition="in" filter="fade">
                                      <p:cBhvr>
                                        <p:cTn id="155" dur="100"/>
                                        <p:tgtEl>
                                          <p:spTgt spid="584"/>
                                        </p:tgtEl>
                                      </p:cBhvr>
                                    </p:animEffect>
                                  </p:childTnLst>
                                </p:cTn>
                              </p:par>
                            </p:childTnLst>
                          </p:cTn>
                        </p:par>
                        <p:par>
                          <p:cTn id="156" fill="hold">
                            <p:stCondLst>
                              <p:cond delay="4200"/>
                            </p:stCondLst>
                            <p:childTnLst>
                              <p:par>
                                <p:cTn id="157" presetID="10" presetClass="entr" presetSubtype="0" fill="hold" nodeType="afterEffect">
                                  <p:stCondLst>
                                    <p:cond delay="0"/>
                                  </p:stCondLst>
                                  <p:childTnLst>
                                    <p:set>
                                      <p:cBhvr>
                                        <p:cTn id="158" dur="1" fill="hold">
                                          <p:stCondLst>
                                            <p:cond delay="0"/>
                                          </p:stCondLst>
                                        </p:cTn>
                                        <p:tgtEl>
                                          <p:spTgt spid="585"/>
                                        </p:tgtEl>
                                        <p:attrNameLst>
                                          <p:attrName>style.visibility</p:attrName>
                                        </p:attrNameLst>
                                      </p:cBhvr>
                                      <p:to>
                                        <p:strVal val="visible"/>
                                      </p:to>
                                    </p:set>
                                    <p:animEffect transition="in" filter="fade">
                                      <p:cBhvr>
                                        <p:cTn id="159" dur="100"/>
                                        <p:tgtEl>
                                          <p:spTgt spid="585"/>
                                        </p:tgtEl>
                                      </p:cBhvr>
                                    </p:animEffect>
                                  </p:childTnLst>
                                </p:cTn>
                              </p:par>
                            </p:childTnLst>
                          </p:cTn>
                        </p:par>
                        <p:par>
                          <p:cTn id="160" fill="hold">
                            <p:stCondLst>
                              <p:cond delay="4300"/>
                            </p:stCondLst>
                            <p:childTnLst>
                              <p:par>
                                <p:cTn id="161" presetID="10" presetClass="entr" presetSubtype="0" fill="hold" nodeType="afterEffect">
                                  <p:stCondLst>
                                    <p:cond delay="0"/>
                                  </p:stCondLst>
                                  <p:childTnLst>
                                    <p:set>
                                      <p:cBhvr>
                                        <p:cTn id="162" dur="1" fill="hold">
                                          <p:stCondLst>
                                            <p:cond delay="0"/>
                                          </p:stCondLst>
                                        </p:cTn>
                                        <p:tgtEl>
                                          <p:spTgt spid="586"/>
                                        </p:tgtEl>
                                        <p:attrNameLst>
                                          <p:attrName>style.visibility</p:attrName>
                                        </p:attrNameLst>
                                      </p:cBhvr>
                                      <p:to>
                                        <p:strVal val="visible"/>
                                      </p:to>
                                    </p:set>
                                    <p:animEffect transition="in" filter="fade">
                                      <p:cBhvr>
                                        <p:cTn id="163" dur="100"/>
                                        <p:tgtEl>
                                          <p:spTgt spid="586"/>
                                        </p:tgtEl>
                                      </p:cBhvr>
                                    </p:animEffect>
                                  </p:childTnLst>
                                </p:cTn>
                              </p:par>
                            </p:childTnLst>
                          </p:cTn>
                        </p:par>
                        <p:par>
                          <p:cTn id="164" fill="hold">
                            <p:stCondLst>
                              <p:cond delay="4400"/>
                            </p:stCondLst>
                            <p:childTnLst>
                              <p:par>
                                <p:cTn id="165" presetID="10" presetClass="entr" presetSubtype="0" fill="hold" nodeType="afterEffect">
                                  <p:stCondLst>
                                    <p:cond delay="0"/>
                                  </p:stCondLst>
                                  <p:childTnLst>
                                    <p:set>
                                      <p:cBhvr>
                                        <p:cTn id="166" dur="1" fill="hold">
                                          <p:stCondLst>
                                            <p:cond delay="0"/>
                                          </p:stCondLst>
                                        </p:cTn>
                                        <p:tgtEl>
                                          <p:spTgt spid="587"/>
                                        </p:tgtEl>
                                        <p:attrNameLst>
                                          <p:attrName>style.visibility</p:attrName>
                                        </p:attrNameLst>
                                      </p:cBhvr>
                                      <p:to>
                                        <p:strVal val="visible"/>
                                      </p:to>
                                    </p:set>
                                    <p:animEffect transition="in" filter="fade">
                                      <p:cBhvr>
                                        <p:cTn id="167" dur="100"/>
                                        <p:tgtEl>
                                          <p:spTgt spid="587"/>
                                        </p:tgtEl>
                                      </p:cBhvr>
                                    </p:animEffect>
                                  </p:childTnLst>
                                </p:cTn>
                              </p:par>
                            </p:childTnLst>
                          </p:cTn>
                        </p:par>
                        <p:par>
                          <p:cTn id="168" fill="hold">
                            <p:stCondLst>
                              <p:cond delay="4500"/>
                            </p:stCondLst>
                            <p:childTnLst>
                              <p:par>
                                <p:cTn id="169" presetID="10" presetClass="entr" presetSubtype="0" fill="hold" nodeType="afterEffect">
                                  <p:stCondLst>
                                    <p:cond delay="0"/>
                                  </p:stCondLst>
                                  <p:childTnLst>
                                    <p:set>
                                      <p:cBhvr>
                                        <p:cTn id="170" dur="1" fill="hold">
                                          <p:stCondLst>
                                            <p:cond delay="0"/>
                                          </p:stCondLst>
                                        </p:cTn>
                                        <p:tgtEl>
                                          <p:spTgt spid="588"/>
                                        </p:tgtEl>
                                        <p:attrNameLst>
                                          <p:attrName>style.visibility</p:attrName>
                                        </p:attrNameLst>
                                      </p:cBhvr>
                                      <p:to>
                                        <p:strVal val="visible"/>
                                      </p:to>
                                    </p:set>
                                    <p:animEffect transition="in" filter="fade">
                                      <p:cBhvr>
                                        <p:cTn id="171" dur="100"/>
                                        <p:tgtEl>
                                          <p:spTgt spid="588"/>
                                        </p:tgtEl>
                                      </p:cBhvr>
                                    </p:animEffect>
                                  </p:childTnLst>
                                </p:cTn>
                              </p:par>
                            </p:childTnLst>
                          </p:cTn>
                        </p:par>
                        <p:par>
                          <p:cTn id="172" fill="hold">
                            <p:stCondLst>
                              <p:cond delay="4600"/>
                            </p:stCondLst>
                            <p:childTnLst>
                              <p:par>
                                <p:cTn id="173" presetID="10" presetClass="entr" presetSubtype="0" fill="hold" nodeType="afterEffect">
                                  <p:stCondLst>
                                    <p:cond delay="0"/>
                                  </p:stCondLst>
                                  <p:childTnLst>
                                    <p:set>
                                      <p:cBhvr>
                                        <p:cTn id="174" dur="1" fill="hold">
                                          <p:stCondLst>
                                            <p:cond delay="0"/>
                                          </p:stCondLst>
                                        </p:cTn>
                                        <p:tgtEl>
                                          <p:spTgt spid="589"/>
                                        </p:tgtEl>
                                        <p:attrNameLst>
                                          <p:attrName>style.visibility</p:attrName>
                                        </p:attrNameLst>
                                      </p:cBhvr>
                                      <p:to>
                                        <p:strVal val="visible"/>
                                      </p:to>
                                    </p:set>
                                    <p:animEffect transition="in" filter="fade">
                                      <p:cBhvr>
                                        <p:cTn id="175" dur="100"/>
                                        <p:tgtEl>
                                          <p:spTgt spid="589"/>
                                        </p:tgtEl>
                                      </p:cBhvr>
                                    </p:animEffect>
                                  </p:childTnLst>
                                </p:cTn>
                              </p:par>
                            </p:childTnLst>
                          </p:cTn>
                        </p:par>
                        <p:par>
                          <p:cTn id="176" fill="hold">
                            <p:stCondLst>
                              <p:cond delay="4700"/>
                            </p:stCondLst>
                            <p:childTnLst>
                              <p:par>
                                <p:cTn id="177" presetID="10" presetClass="entr" presetSubtype="0" fill="hold" nodeType="afterEffect">
                                  <p:stCondLst>
                                    <p:cond delay="0"/>
                                  </p:stCondLst>
                                  <p:childTnLst>
                                    <p:set>
                                      <p:cBhvr>
                                        <p:cTn id="178" dur="1" fill="hold">
                                          <p:stCondLst>
                                            <p:cond delay="0"/>
                                          </p:stCondLst>
                                        </p:cTn>
                                        <p:tgtEl>
                                          <p:spTgt spid="590"/>
                                        </p:tgtEl>
                                        <p:attrNameLst>
                                          <p:attrName>style.visibility</p:attrName>
                                        </p:attrNameLst>
                                      </p:cBhvr>
                                      <p:to>
                                        <p:strVal val="visible"/>
                                      </p:to>
                                    </p:set>
                                    <p:animEffect transition="in" filter="fade">
                                      <p:cBhvr>
                                        <p:cTn id="179" dur="100"/>
                                        <p:tgtEl>
                                          <p:spTgt spid="590"/>
                                        </p:tgtEl>
                                      </p:cBhvr>
                                    </p:animEffect>
                                  </p:childTnLst>
                                </p:cTn>
                              </p:par>
                            </p:childTnLst>
                          </p:cTn>
                        </p:par>
                        <p:par>
                          <p:cTn id="180" fill="hold">
                            <p:stCondLst>
                              <p:cond delay="4800"/>
                            </p:stCondLst>
                            <p:childTnLst>
                              <p:par>
                                <p:cTn id="181" presetID="10" presetClass="entr" presetSubtype="0" fill="hold" nodeType="afterEffect">
                                  <p:stCondLst>
                                    <p:cond delay="0"/>
                                  </p:stCondLst>
                                  <p:childTnLst>
                                    <p:set>
                                      <p:cBhvr>
                                        <p:cTn id="182" dur="1" fill="hold">
                                          <p:stCondLst>
                                            <p:cond delay="0"/>
                                          </p:stCondLst>
                                        </p:cTn>
                                        <p:tgtEl>
                                          <p:spTgt spid="591"/>
                                        </p:tgtEl>
                                        <p:attrNameLst>
                                          <p:attrName>style.visibility</p:attrName>
                                        </p:attrNameLst>
                                      </p:cBhvr>
                                      <p:to>
                                        <p:strVal val="visible"/>
                                      </p:to>
                                    </p:set>
                                    <p:animEffect transition="in" filter="fade">
                                      <p:cBhvr>
                                        <p:cTn id="183" dur="100"/>
                                        <p:tgtEl>
                                          <p:spTgt spid="591"/>
                                        </p:tgtEl>
                                      </p:cBhvr>
                                    </p:animEffect>
                                  </p:childTnLst>
                                </p:cTn>
                              </p:par>
                            </p:childTnLst>
                          </p:cTn>
                        </p:par>
                        <p:par>
                          <p:cTn id="184" fill="hold">
                            <p:stCondLst>
                              <p:cond delay="4900"/>
                            </p:stCondLst>
                            <p:childTnLst>
                              <p:par>
                                <p:cTn id="185" presetID="10" presetClass="entr" presetSubtype="0" fill="hold" nodeType="afterEffect">
                                  <p:stCondLst>
                                    <p:cond delay="0"/>
                                  </p:stCondLst>
                                  <p:childTnLst>
                                    <p:set>
                                      <p:cBhvr>
                                        <p:cTn id="186" dur="1" fill="hold">
                                          <p:stCondLst>
                                            <p:cond delay="0"/>
                                          </p:stCondLst>
                                        </p:cTn>
                                        <p:tgtEl>
                                          <p:spTgt spid="592"/>
                                        </p:tgtEl>
                                        <p:attrNameLst>
                                          <p:attrName>style.visibility</p:attrName>
                                        </p:attrNameLst>
                                      </p:cBhvr>
                                      <p:to>
                                        <p:strVal val="visible"/>
                                      </p:to>
                                    </p:set>
                                    <p:animEffect transition="in" filter="fade">
                                      <p:cBhvr>
                                        <p:cTn id="187" dur="100"/>
                                        <p:tgtEl>
                                          <p:spTgt spid="592"/>
                                        </p:tgtEl>
                                      </p:cBhvr>
                                    </p:animEffect>
                                  </p:childTnLst>
                                </p:cTn>
                              </p:par>
                            </p:childTnLst>
                          </p:cTn>
                        </p:par>
                        <p:par>
                          <p:cTn id="188" fill="hold">
                            <p:stCondLst>
                              <p:cond delay="5000"/>
                            </p:stCondLst>
                            <p:childTnLst>
                              <p:par>
                                <p:cTn id="189" presetID="10" presetClass="entr" presetSubtype="0" fill="hold" nodeType="afterEffect">
                                  <p:stCondLst>
                                    <p:cond delay="0"/>
                                  </p:stCondLst>
                                  <p:childTnLst>
                                    <p:set>
                                      <p:cBhvr>
                                        <p:cTn id="190" dur="1" fill="hold">
                                          <p:stCondLst>
                                            <p:cond delay="0"/>
                                          </p:stCondLst>
                                        </p:cTn>
                                        <p:tgtEl>
                                          <p:spTgt spid="593"/>
                                        </p:tgtEl>
                                        <p:attrNameLst>
                                          <p:attrName>style.visibility</p:attrName>
                                        </p:attrNameLst>
                                      </p:cBhvr>
                                      <p:to>
                                        <p:strVal val="visible"/>
                                      </p:to>
                                    </p:set>
                                    <p:animEffect transition="in" filter="fade">
                                      <p:cBhvr>
                                        <p:cTn id="191" dur="100"/>
                                        <p:tgtEl>
                                          <p:spTgt spid="593"/>
                                        </p:tgtEl>
                                      </p:cBhvr>
                                    </p:animEffect>
                                  </p:childTnLst>
                                </p:cTn>
                              </p:par>
                            </p:childTnLst>
                          </p:cTn>
                        </p:par>
                        <p:par>
                          <p:cTn id="192" fill="hold">
                            <p:stCondLst>
                              <p:cond delay="5100"/>
                            </p:stCondLst>
                            <p:childTnLst>
                              <p:par>
                                <p:cTn id="193" presetID="10" presetClass="entr" presetSubtype="0" fill="hold" nodeType="afterEffect">
                                  <p:stCondLst>
                                    <p:cond delay="0"/>
                                  </p:stCondLst>
                                  <p:childTnLst>
                                    <p:set>
                                      <p:cBhvr>
                                        <p:cTn id="194" dur="1" fill="hold">
                                          <p:stCondLst>
                                            <p:cond delay="0"/>
                                          </p:stCondLst>
                                        </p:cTn>
                                        <p:tgtEl>
                                          <p:spTgt spid="594"/>
                                        </p:tgtEl>
                                        <p:attrNameLst>
                                          <p:attrName>style.visibility</p:attrName>
                                        </p:attrNameLst>
                                      </p:cBhvr>
                                      <p:to>
                                        <p:strVal val="visible"/>
                                      </p:to>
                                    </p:set>
                                    <p:animEffect transition="in" filter="fade">
                                      <p:cBhvr>
                                        <p:cTn id="195" dur="100"/>
                                        <p:tgtEl>
                                          <p:spTgt spid="594"/>
                                        </p:tgtEl>
                                      </p:cBhvr>
                                    </p:animEffect>
                                  </p:childTnLst>
                                </p:cTn>
                              </p:par>
                            </p:childTnLst>
                          </p:cTn>
                        </p:par>
                        <p:par>
                          <p:cTn id="196" fill="hold">
                            <p:stCondLst>
                              <p:cond delay="5200"/>
                            </p:stCondLst>
                            <p:childTnLst>
                              <p:par>
                                <p:cTn id="197" presetID="10" presetClass="entr" presetSubtype="0" fill="hold" nodeType="afterEffect">
                                  <p:stCondLst>
                                    <p:cond delay="0"/>
                                  </p:stCondLst>
                                  <p:childTnLst>
                                    <p:set>
                                      <p:cBhvr>
                                        <p:cTn id="198" dur="1" fill="hold">
                                          <p:stCondLst>
                                            <p:cond delay="0"/>
                                          </p:stCondLst>
                                        </p:cTn>
                                        <p:tgtEl>
                                          <p:spTgt spid="595"/>
                                        </p:tgtEl>
                                        <p:attrNameLst>
                                          <p:attrName>style.visibility</p:attrName>
                                        </p:attrNameLst>
                                      </p:cBhvr>
                                      <p:to>
                                        <p:strVal val="visible"/>
                                      </p:to>
                                    </p:set>
                                    <p:animEffect transition="in" filter="fade">
                                      <p:cBhvr>
                                        <p:cTn id="199" dur="100"/>
                                        <p:tgtEl>
                                          <p:spTgt spid="595"/>
                                        </p:tgtEl>
                                      </p:cBhvr>
                                    </p:animEffect>
                                  </p:childTnLst>
                                </p:cTn>
                              </p:par>
                            </p:childTnLst>
                          </p:cTn>
                        </p:par>
                        <p:par>
                          <p:cTn id="200" fill="hold">
                            <p:stCondLst>
                              <p:cond delay="5300"/>
                            </p:stCondLst>
                            <p:childTnLst>
                              <p:par>
                                <p:cTn id="201" presetID="10" presetClass="entr" presetSubtype="0" fill="hold" nodeType="afterEffect">
                                  <p:stCondLst>
                                    <p:cond delay="0"/>
                                  </p:stCondLst>
                                  <p:childTnLst>
                                    <p:set>
                                      <p:cBhvr>
                                        <p:cTn id="202" dur="1" fill="hold">
                                          <p:stCondLst>
                                            <p:cond delay="0"/>
                                          </p:stCondLst>
                                        </p:cTn>
                                        <p:tgtEl>
                                          <p:spTgt spid="596"/>
                                        </p:tgtEl>
                                        <p:attrNameLst>
                                          <p:attrName>style.visibility</p:attrName>
                                        </p:attrNameLst>
                                      </p:cBhvr>
                                      <p:to>
                                        <p:strVal val="visible"/>
                                      </p:to>
                                    </p:set>
                                    <p:animEffect transition="in" filter="fade">
                                      <p:cBhvr>
                                        <p:cTn id="203" dur="100"/>
                                        <p:tgtEl>
                                          <p:spTgt spid="596"/>
                                        </p:tgtEl>
                                      </p:cBhvr>
                                    </p:animEffect>
                                  </p:childTnLst>
                                </p:cTn>
                              </p:par>
                            </p:childTnLst>
                          </p:cTn>
                        </p:par>
                        <p:par>
                          <p:cTn id="204" fill="hold">
                            <p:stCondLst>
                              <p:cond delay="5400"/>
                            </p:stCondLst>
                            <p:childTnLst>
                              <p:par>
                                <p:cTn id="205" presetID="10" presetClass="entr" presetSubtype="0" fill="hold" nodeType="afterEffect">
                                  <p:stCondLst>
                                    <p:cond delay="0"/>
                                  </p:stCondLst>
                                  <p:childTnLst>
                                    <p:set>
                                      <p:cBhvr>
                                        <p:cTn id="206" dur="1" fill="hold">
                                          <p:stCondLst>
                                            <p:cond delay="0"/>
                                          </p:stCondLst>
                                        </p:cTn>
                                        <p:tgtEl>
                                          <p:spTgt spid="597"/>
                                        </p:tgtEl>
                                        <p:attrNameLst>
                                          <p:attrName>style.visibility</p:attrName>
                                        </p:attrNameLst>
                                      </p:cBhvr>
                                      <p:to>
                                        <p:strVal val="visible"/>
                                      </p:to>
                                    </p:set>
                                    <p:animEffect transition="in" filter="fade">
                                      <p:cBhvr>
                                        <p:cTn id="207" dur="100"/>
                                        <p:tgtEl>
                                          <p:spTgt spid="597"/>
                                        </p:tgtEl>
                                      </p:cBhvr>
                                    </p:animEffect>
                                  </p:childTnLst>
                                </p:cTn>
                              </p:par>
                            </p:childTnLst>
                          </p:cTn>
                        </p:par>
                        <p:par>
                          <p:cTn id="208" fill="hold">
                            <p:stCondLst>
                              <p:cond delay="5500"/>
                            </p:stCondLst>
                            <p:childTnLst>
                              <p:par>
                                <p:cTn id="209" presetID="10" presetClass="entr" presetSubtype="0" fill="hold" nodeType="afterEffect">
                                  <p:stCondLst>
                                    <p:cond delay="0"/>
                                  </p:stCondLst>
                                  <p:childTnLst>
                                    <p:set>
                                      <p:cBhvr>
                                        <p:cTn id="210" dur="1" fill="hold">
                                          <p:stCondLst>
                                            <p:cond delay="0"/>
                                          </p:stCondLst>
                                        </p:cTn>
                                        <p:tgtEl>
                                          <p:spTgt spid="598"/>
                                        </p:tgtEl>
                                        <p:attrNameLst>
                                          <p:attrName>style.visibility</p:attrName>
                                        </p:attrNameLst>
                                      </p:cBhvr>
                                      <p:to>
                                        <p:strVal val="visible"/>
                                      </p:to>
                                    </p:set>
                                    <p:animEffect transition="in" filter="fade">
                                      <p:cBhvr>
                                        <p:cTn id="211" dur="100"/>
                                        <p:tgtEl>
                                          <p:spTgt spid="598"/>
                                        </p:tgtEl>
                                      </p:cBhvr>
                                    </p:animEffect>
                                  </p:childTnLst>
                                </p:cTn>
                              </p:par>
                            </p:childTnLst>
                          </p:cTn>
                        </p:par>
                        <p:par>
                          <p:cTn id="212" fill="hold">
                            <p:stCondLst>
                              <p:cond delay="5600"/>
                            </p:stCondLst>
                            <p:childTnLst>
                              <p:par>
                                <p:cTn id="213" presetID="10" presetClass="entr" presetSubtype="0" fill="hold" nodeType="afterEffect">
                                  <p:stCondLst>
                                    <p:cond delay="0"/>
                                  </p:stCondLst>
                                  <p:childTnLst>
                                    <p:set>
                                      <p:cBhvr>
                                        <p:cTn id="214" dur="1" fill="hold">
                                          <p:stCondLst>
                                            <p:cond delay="0"/>
                                          </p:stCondLst>
                                        </p:cTn>
                                        <p:tgtEl>
                                          <p:spTgt spid="599"/>
                                        </p:tgtEl>
                                        <p:attrNameLst>
                                          <p:attrName>style.visibility</p:attrName>
                                        </p:attrNameLst>
                                      </p:cBhvr>
                                      <p:to>
                                        <p:strVal val="visible"/>
                                      </p:to>
                                    </p:set>
                                    <p:animEffect transition="in" filter="fade">
                                      <p:cBhvr>
                                        <p:cTn id="215" dur="100"/>
                                        <p:tgtEl>
                                          <p:spTgt spid="599"/>
                                        </p:tgtEl>
                                      </p:cBhvr>
                                    </p:animEffect>
                                  </p:childTnLst>
                                </p:cTn>
                              </p:par>
                            </p:childTnLst>
                          </p:cTn>
                        </p:par>
                        <p:par>
                          <p:cTn id="216" fill="hold">
                            <p:stCondLst>
                              <p:cond delay="5700"/>
                            </p:stCondLst>
                            <p:childTnLst>
                              <p:par>
                                <p:cTn id="217" presetID="10" presetClass="entr" presetSubtype="0" fill="hold" nodeType="afterEffect">
                                  <p:stCondLst>
                                    <p:cond delay="0"/>
                                  </p:stCondLst>
                                  <p:childTnLst>
                                    <p:set>
                                      <p:cBhvr>
                                        <p:cTn id="218" dur="1" fill="hold">
                                          <p:stCondLst>
                                            <p:cond delay="0"/>
                                          </p:stCondLst>
                                        </p:cTn>
                                        <p:tgtEl>
                                          <p:spTgt spid="600"/>
                                        </p:tgtEl>
                                        <p:attrNameLst>
                                          <p:attrName>style.visibility</p:attrName>
                                        </p:attrNameLst>
                                      </p:cBhvr>
                                      <p:to>
                                        <p:strVal val="visible"/>
                                      </p:to>
                                    </p:set>
                                    <p:animEffect transition="in" filter="fade">
                                      <p:cBhvr>
                                        <p:cTn id="219" dur="100"/>
                                        <p:tgtEl>
                                          <p:spTgt spid="600"/>
                                        </p:tgtEl>
                                      </p:cBhvr>
                                    </p:animEffect>
                                  </p:childTnLst>
                                </p:cTn>
                              </p:par>
                            </p:childTnLst>
                          </p:cTn>
                        </p:par>
                        <p:par>
                          <p:cTn id="220" fill="hold">
                            <p:stCondLst>
                              <p:cond delay="5800"/>
                            </p:stCondLst>
                            <p:childTnLst>
                              <p:par>
                                <p:cTn id="221" presetID="10" presetClass="entr" presetSubtype="0" fill="hold" nodeType="afterEffect">
                                  <p:stCondLst>
                                    <p:cond delay="0"/>
                                  </p:stCondLst>
                                  <p:childTnLst>
                                    <p:set>
                                      <p:cBhvr>
                                        <p:cTn id="222" dur="1" fill="hold">
                                          <p:stCondLst>
                                            <p:cond delay="0"/>
                                          </p:stCondLst>
                                        </p:cTn>
                                        <p:tgtEl>
                                          <p:spTgt spid="601"/>
                                        </p:tgtEl>
                                        <p:attrNameLst>
                                          <p:attrName>style.visibility</p:attrName>
                                        </p:attrNameLst>
                                      </p:cBhvr>
                                      <p:to>
                                        <p:strVal val="visible"/>
                                      </p:to>
                                    </p:set>
                                    <p:animEffect transition="in" filter="fade">
                                      <p:cBhvr>
                                        <p:cTn id="223" dur="100"/>
                                        <p:tgtEl>
                                          <p:spTgt spid="601"/>
                                        </p:tgtEl>
                                      </p:cBhvr>
                                    </p:animEffect>
                                  </p:childTnLst>
                                </p:cTn>
                              </p:par>
                            </p:childTnLst>
                          </p:cTn>
                        </p:par>
                        <p:par>
                          <p:cTn id="224" fill="hold">
                            <p:stCondLst>
                              <p:cond delay="5900"/>
                            </p:stCondLst>
                            <p:childTnLst>
                              <p:par>
                                <p:cTn id="225" presetID="10" presetClass="entr" presetSubtype="0" fill="hold" nodeType="afterEffect">
                                  <p:stCondLst>
                                    <p:cond delay="0"/>
                                  </p:stCondLst>
                                  <p:childTnLst>
                                    <p:set>
                                      <p:cBhvr>
                                        <p:cTn id="226" dur="1" fill="hold">
                                          <p:stCondLst>
                                            <p:cond delay="0"/>
                                          </p:stCondLst>
                                        </p:cTn>
                                        <p:tgtEl>
                                          <p:spTgt spid="602"/>
                                        </p:tgtEl>
                                        <p:attrNameLst>
                                          <p:attrName>style.visibility</p:attrName>
                                        </p:attrNameLst>
                                      </p:cBhvr>
                                      <p:to>
                                        <p:strVal val="visible"/>
                                      </p:to>
                                    </p:set>
                                    <p:animEffect transition="in" filter="fade">
                                      <p:cBhvr>
                                        <p:cTn id="227" dur="100"/>
                                        <p:tgtEl>
                                          <p:spTgt spid="602"/>
                                        </p:tgtEl>
                                      </p:cBhvr>
                                    </p:animEffect>
                                  </p:childTnLst>
                                </p:cTn>
                              </p:par>
                            </p:childTnLst>
                          </p:cTn>
                        </p:par>
                        <p:par>
                          <p:cTn id="228" fill="hold">
                            <p:stCondLst>
                              <p:cond delay="6000"/>
                            </p:stCondLst>
                            <p:childTnLst>
                              <p:par>
                                <p:cTn id="229" presetID="10" presetClass="entr" presetSubtype="0" fill="hold" nodeType="afterEffect">
                                  <p:stCondLst>
                                    <p:cond delay="0"/>
                                  </p:stCondLst>
                                  <p:childTnLst>
                                    <p:set>
                                      <p:cBhvr>
                                        <p:cTn id="230" dur="1" fill="hold">
                                          <p:stCondLst>
                                            <p:cond delay="0"/>
                                          </p:stCondLst>
                                        </p:cTn>
                                        <p:tgtEl>
                                          <p:spTgt spid="603"/>
                                        </p:tgtEl>
                                        <p:attrNameLst>
                                          <p:attrName>style.visibility</p:attrName>
                                        </p:attrNameLst>
                                      </p:cBhvr>
                                      <p:to>
                                        <p:strVal val="visible"/>
                                      </p:to>
                                    </p:set>
                                    <p:animEffect transition="in" filter="fade">
                                      <p:cBhvr>
                                        <p:cTn id="231" dur="100"/>
                                        <p:tgtEl>
                                          <p:spTgt spid="603"/>
                                        </p:tgtEl>
                                      </p:cBhvr>
                                    </p:animEffect>
                                  </p:childTnLst>
                                </p:cTn>
                              </p:par>
                            </p:childTnLst>
                          </p:cTn>
                        </p:par>
                        <p:par>
                          <p:cTn id="232" fill="hold">
                            <p:stCondLst>
                              <p:cond delay="6100"/>
                            </p:stCondLst>
                            <p:childTnLst>
                              <p:par>
                                <p:cTn id="233" presetID="10" presetClass="entr" presetSubtype="0" fill="hold" nodeType="afterEffect">
                                  <p:stCondLst>
                                    <p:cond delay="0"/>
                                  </p:stCondLst>
                                  <p:childTnLst>
                                    <p:set>
                                      <p:cBhvr>
                                        <p:cTn id="234" dur="1" fill="hold">
                                          <p:stCondLst>
                                            <p:cond delay="0"/>
                                          </p:stCondLst>
                                        </p:cTn>
                                        <p:tgtEl>
                                          <p:spTgt spid="604"/>
                                        </p:tgtEl>
                                        <p:attrNameLst>
                                          <p:attrName>style.visibility</p:attrName>
                                        </p:attrNameLst>
                                      </p:cBhvr>
                                      <p:to>
                                        <p:strVal val="visible"/>
                                      </p:to>
                                    </p:set>
                                    <p:animEffect transition="in" filter="fade">
                                      <p:cBhvr>
                                        <p:cTn id="235" dur="100"/>
                                        <p:tgtEl>
                                          <p:spTgt spid="604"/>
                                        </p:tgtEl>
                                      </p:cBhvr>
                                    </p:animEffect>
                                  </p:childTnLst>
                                </p:cTn>
                              </p:par>
                            </p:childTnLst>
                          </p:cTn>
                        </p:par>
                        <p:par>
                          <p:cTn id="236" fill="hold">
                            <p:stCondLst>
                              <p:cond delay="6200"/>
                            </p:stCondLst>
                            <p:childTnLst>
                              <p:par>
                                <p:cTn id="237" presetID="10" presetClass="entr" presetSubtype="0" fill="hold" nodeType="afterEffect">
                                  <p:stCondLst>
                                    <p:cond delay="0"/>
                                  </p:stCondLst>
                                  <p:childTnLst>
                                    <p:set>
                                      <p:cBhvr>
                                        <p:cTn id="238" dur="1" fill="hold">
                                          <p:stCondLst>
                                            <p:cond delay="0"/>
                                          </p:stCondLst>
                                        </p:cTn>
                                        <p:tgtEl>
                                          <p:spTgt spid="605"/>
                                        </p:tgtEl>
                                        <p:attrNameLst>
                                          <p:attrName>style.visibility</p:attrName>
                                        </p:attrNameLst>
                                      </p:cBhvr>
                                      <p:to>
                                        <p:strVal val="visible"/>
                                      </p:to>
                                    </p:set>
                                    <p:animEffect transition="in" filter="fade">
                                      <p:cBhvr>
                                        <p:cTn id="239" dur="100"/>
                                        <p:tgtEl>
                                          <p:spTgt spid="605"/>
                                        </p:tgtEl>
                                      </p:cBhvr>
                                    </p:animEffect>
                                  </p:childTnLst>
                                </p:cTn>
                              </p:par>
                            </p:childTnLst>
                          </p:cTn>
                        </p:par>
                        <p:par>
                          <p:cTn id="240" fill="hold">
                            <p:stCondLst>
                              <p:cond delay="6300"/>
                            </p:stCondLst>
                            <p:childTnLst>
                              <p:par>
                                <p:cTn id="241" presetID="10" presetClass="entr" presetSubtype="0" fill="hold" nodeType="afterEffect">
                                  <p:stCondLst>
                                    <p:cond delay="0"/>
                                  </p:stCondLst>
                                  <p:childTnLst>
                                    <p:set>
                                      <p:cBhvr>
                                        <p:cTn id="242" dur="1" fill="hold">
                                          <p:stCondLst>
                                            <p:cond delay="0"/>
                                          </p:stCondLst>
                                        </p:cTn>
                                        <p:tgtEl>
                                          <p:spTgt spid="606"/>
                                        </p:tgtEl>
                                        <p:attrNameLst>
                                          <p:attrName>style.visibility</p:attrName>
                                        </p:attrNameLst>
                                      </p:cBhvr>
                                      <p:to>
                                        <p:strVal val="visible"/>
                                      </p:to>
                                    </p:set>
                                    <p:animEffect transition="in" filter="fade">
                                      <p:cBhvr>
                                        <p:cTn id="243" dur="100"/>
                                        <p:tgtEl>
                                          <p:spTgt spid="606"/>
                                        </p:tgtEl>
                                      </p:cBhvr>
                                    </p:animEffect>
                                  </p:childTnLst>
                                </p:cTn>
                              </p:par>
                            </p:childTnLst>
                          </p:cTn>
                        </p:par>
                        <p:par>
                          <p:cTn id="244" fill="hold">
                            <p:stCondLst>
                              <p:cond delay="6400"/>
                            </p:stCondLst>
                            <p:childTnLst>
                              <p:par>
                                <p:cTn id="245" presetID="10" presetClass="entr" presetSubtype="0" fill="hold" nodeType="afterEffect">
                                  <p:stCondLst>
                                    <p:cond delay="0"/>
                                  </p:stCondLst>
                                  <p:childTnLst>
                                    <p:set>
                                      <p:cBhvr>
                                        <p:cTn id="246" dur="1" fill="hold">
                                          <p:stCondLst>
                                            <p:cond delay="0"/>
                                          </p:stCondLst>
                                        </p:cTn>
                                        <p:tgtEl>
                                          <p:spTgt spid="607"/>
                                        </p:tgtEl>
                                        <p:attrNameLst>
                                          <p:attrName>style.visibility</p:attrName>
                                        </p:attrNameLst>
                                      </p:cBhvr>
                                      <p:to>
                                        <p:strVal val="visible"/>
                                      </p:to>
                                    </p:set>
                                    <p:animEffect transition="in" filter="fade">
                                      <p:cBhvr>
                                        <p:cTn id="247" dur="100"/>
                                        <p:tgtEl>
                                          <p:spTgt spid="607"/>
                                        </p:tgtEl>
                                      </p:cBhvr>
                                    </p:animEffect>
                                  </p:childTnLst>
                                </p:cTn>
                              </p:par>
                            </p:childTnLst>
                          </p:cTn>
                        </p:par>
                        <p:par>
                          <p:cTn id="248" fill="hold">
                            <p:stCondLst>
                              <p:cond delay="6500"/>
                            </p:stCondLst>
                            <p:childTnLst>
                              <p:par>
                                <p:cTn id="249" presetID="10" presetClass="entr" presetSubtype="0" fill="hold" nodeType="afterEffect">
                                  <p:stCondLst>
                                    <p:cond delay="0"/>
                                  </p:stCondLst>
                                  <p:childTnLst>
                                    <p:set>
                                      <p:cBhvr>
                                        <p:cTn id="250" dur="1" fill="hold">
                                          <p:stCondLst>
                                            <p:cond delay="0"/>
                                          </p:stCondLst>
                                        </p:cTn>
                                        <p:tgtEl>
                                          <p:spTgt spid="608"/>
                                        </p:tgtEl>
                                        <p:attrNameLst>
                                          <p:attrName>style.visibility</p:attrName>
                                        </p:attrNameLst>
                                      </p:cBhvr>
                                      <p:to>
                                        <p:strVal val="visible"/>
                                      </p:to>
                                    </p:set>
                                    <p:animEffect transition="in" filter="fade">
                                      <p:cBhvr>
                                        <p:cTn id="251" dur="100"/>
                                        <p:tgtEl>
                                          <p:spTgt spid="608"/>
                                        </p:tgtEl>
                                      </p:cBhvr>
                                    </p:animEffect>
                                  </p:childTnLst>
                                </p:cTn>
                              </p:par>
                            </p:childTnLst>
                          </p:cTn>
                        </p:par>
                        <p:par>
                          <p:cTn id="252" fill="hold">
                            <p:stCondLst>
                              <p:cond delay="6600"/>
                            </p:stCondLst>
                            <p:childTnLst>
                              <p:par>
                                <p:cTn id="253" presetID="10" presetClass="entr" presetSubtype="0" fill="hold" nodeType="afterEffect">
                                  <p:stCondLst>
                                    <p:cond delay="0"/>
                                  </p:stCondLst>
                                  <p:childTnLst>
                                    <p:set>
                                      <p:cBhvr>
                                        <p:cTn id="254" dur="1" fill="hold">
                                          <p:stCondLst>
                                            <p:cond delay="0"/>
                                          </p:stCondLst>
                                        </p:cTn>
                                        <p:tgtEl>
                                          <p:spTgt spid="609"/>
                                        </p:tgtEl>
                                        <p:attrNameLst>
                                          <p:attrName>style.visibility</p:attrName>
                                        </p:attrNameLst>
                                      </p:cBhvr>
                                      <p:to>
                                        <p:strVal val="visible"/>
                                      </p:to>
                                    </p:set>
                                    <p:animEffect transition="in" filter="fade">
                                      <p:cBhvr>
                                        <p:cTn id="255" dur="100"/>
                                        <p:tgtEl>
                                          <p:spTgt spid="609"/>
                                        </p:tgtEl>
                                      </p:cBhvr>
                                    </p:animEffect>
                                  </p:childTnLst>
                                </p:cTn>
                              </p:par>
                            </p:childTnLst>
                          </p:cTn>
                        </p:par>
                        <p:par>
                          <p:cTn id="256" fill="hold">
                            <p:stCondLst>
                              <p:cond delay="6700"/>
                            </p:stCondLst>
                            <p:childTnLst>
                              <p:par>
                                <p:cTn id="257" presetID="10" presetClass="entr" presetSubtype="0" fill="hold" nodeType="afterEffect">
                                  <p:stCondLst>
                                    <p:cond delay="0"/>
                                  </p:stCondLst>
                                  <p:childTnLst>
                                    <p:set>
                                      <p:cBhvr>
                                        <p:cTn id="258" dur="1" fill="hold">
                                          <p:stCondLst>
                                            <p:cond delay="0"/>
                                          </p:stCondLst>
                                        </p:cTn>
                                        <p:tgtEl>
                                          <p:spTgt spid="610"/>
                                        </p:tgtEl>
                                        <p:attrNameLst>
                                          <p:attrName>style.visibility</p:attrName>
                                        </p:attrNameLst>
                                      </p:cBhvr>
                                      <p:to>
                                        <p:strVal val="visible"/>
                                      </p:to>
                                    </p:set>
                                    <p:animEffect transition="in" filter="fade">
                                      <p:cBhvr>
                                        <p:cTn id="259" dur="100"/>
                                        <p:tgtEl>
                                          <p:spTgt spid="610"/>
                                        </p:tgtEl>
                                      </p:cBhvr>
                                    </p:animEffect>
                                  </p:childTnLst>
                                </p:cTn>
                              </p:par>
                            </p:childTnLst>
                          </p:cTn>
                        </p:par>
                        <p:par>
                          <p:cTn id="260" fill="hold">
                            <p:stCondLst>
                              <p:cond delay="6800"/>
                            </p:stCondLst>
                            <p:childTnLst>
                              <p:par>
                                <p:cTn id="261" presetID="10" presetClass="entr" presetSubtype="0" fill="hold" nodeType="afterEffect">
                                  <p:stCondLst>
                                    <p:cond delay="0"/>
                                  </p:stCondLst>
                                  <p:childTnLst>
                                    <p:set>
                                      <p:cBhvr>
                                        <p:cTn id="262" dur="1" fill="hold">
                                          <p:stCondLst>
                                            <p:cond delay="0"/>
                                          </p:stCondLst>
                                        </p:cTn>
                                        <p:tgtEl>
                                          <p:spTgt spid="611"/>
                                        </p:tgtEl>
                                        <p:attrNameLst>
                                          <p:attrName>style.visibility</p:attrName>
                                        </p:attrNameLst>
                                      </p:cBhvr>
                                      <p:to>
                                        <p:strVal val="visible"/>
                                      </p:to>
                                    </p:set>
                                    <p:animEffect transition="in" filter="fade">
                                      <p:cBhvr>
                                        <p:cTn id="263" dur="100"/>
                                        <p:tgtEl>
                                          <p:spTgt spid="611"/>
                                        </p:tgtEl>
                                      </p:cBhvr>
                                    </p:animEffect>
                                  </p:childTnLst>
                                </p:cTn>
                              </p:par>
                            </p:childTnLst>
                          </p:cTn>
                        </p:par>
                        <p:par>
                          <p:cTn id="264" fill="hold">
                            <p:stCondLst>
                              <p:cond delay="6900"/>
                            </p:stCondLst>
                            <p:childTnLst>
                              <p:par>
                                <p:cTn id="265" presetID="10" presetClass="entr" presetSubtype="0" fill="hold" nodeType="afterEffect">
                                  <p:stCondLst>
                                    <p:cond delay="0"/>
                                  </p:stCondLst>
                                  <p:childTnLst>
                                    <p:set>
                                      <p:cBhvr>
                                        <p:cTn id="266" dur="1" fill="hold">
                                          <p:stCondLst>
                                            <p:cond delay="0"/>
                                          </p:stCondLst>
                                        </p:cTn>
                                        <p:tgtEl>
                                          <p:spTgt spid="612"/>
                                        </p:tgtEl>
                                        <p:attrNameLst>
                                          <p:attrName>style.visibility</p:attrName>
                                        </p:attrNameLst>
                                      </p:cBhvr>
                                      <p:to>
                                        <p:strVal val="visible"/>
                                      </p:to>
                                    </p:set>
                                    <p:animEffect transition="in" filter="fade">
                                      <p:cBhvr>
                                        <p:cTn id="267" dur="100"/>
                                        <p:tgtEl>
                                          <p:spTgt spid="612"/>
                                        </p:tgtEl>
                                      </p:cBhvr>
                                    </p:animEffect>
                                  </p:childTnLst>
                                </p:cTn>
                              </p:par>
                            </p:childTnLst>
                          </p:cTn>
                        </p:par>
                        <p:par>
                          <p:cTn id="268" fill="hold">
                            <p:stCondLst>
                              <p:cond delay="7000"/>
                            </p:stCondLst>
                            <p:childTnLst>
                              <p:par>
                                <p:cTn id="269" presetID="10" presetClass="entr" presetSubtype="0" fill="hold" nodeType="afterEffect">
                                  <p:stCondLst>
                                    <p:cond delay="0"/>
                                  </p:stCondLst>
                                  <p:childTnLst>
                                    <p:set>
                                      <p:cBhvr>
                                        <p:cTn id="270" dur="1" fill="hold">
                                          <p:stCondLst>
                                            <p:cond delay="0"/>
                                          </p:stCondLst>
                                        </p:cTn>
                                        <p:tgtEl>
                                          <p:spTgt spid="613"/>
                                        </p:tgtEl>
                                        <p:attrNameLst>
                                          <p:attrName>style.visibility</p:attrName>
                                        </p:attrNameLst>
                                      </p:cBhvr>
                                      <p:to>
                                        <p:strVal val="visible"/>
                                      </p:to>
                                    </p:set>
                                    <p:animEffect transition="in" filter="fade">
                                      <p:cBhvr>
                                        <p:cTn id="271" dur="100"/>
                                        <p:tgtEl>
                                          <p:spTgt spid="613"/>
                                        </p:tgtEl>
                                      </p:cBhvr>
                                    </p:animEffect>
                                  </p:childTnLst>
                                </p:cTn>
                              </p:par>
                            </p:childTnLst>
                          </p:cTn>
                        </p:par>
                        <p:par>
                          <p:cTn id="272" fill="hold">
                            <p:stCondLst>
                              <p:cond delay="7100"/>
                            </p:stCondLst>
                            <p:childTnLst>
                              <p:par>
                                <p:cTn id="273" presetID="10" presetClass="entr" presetSubtype="0" fill="hold" nodeType="afterEffect">
                                  <p:stCondLst>
                                    <p:cond delay="0"/>
                                  </p:stCondLst>
                                  <p:childTnLst>
                                    <p:set>
                                      <p:cBhvr>
                                        <p:cTn id="274" dur="1" fill="hold">
                                          <p:stCondLst>
                                            <p:cond delay="0"/>
                                          </p:stCondLst>
                                        </p:cTn>
                                        <p:tgtEl>
                                          <p:spTgt spid="614"/>
                                        </p:tgtEl>
                                        <p:attrNameLst>
                                          <p:attrName>style.visibility</p:attrName>
                                        </p:attrNameLst>
                                      </p:cBhvr>
                                      <p:to>
                                        <p:strVal val="visible"/>
                                      </p:to>
                                    </p:set>
                                    <p:animEffect transition="in" filter="fade">
                                      <p:cBhvr>
                                        <p:cTn id="275" dur="100"/>
                                        <p:tgtEl>
                                          <p:spTgt spid="614"/>
                                        </p:tgtEl>
                                      </p:cBhvr>
                                    </p:animEffect>
                                  </p:childTnLst>
                                </p:cTn>
                              </p:par>
                            </p:childTnLst>
                          </p:cTn>
                        </p:par>
                        <p:par>
                          <p:cTn id="276" fill="hold">
                            <p:stCondLst>
                              <p:cond delay="7200"/>
                            </p:stCondLst>
                            <p:childTnLst>
                              <p:par>
                                <p:cTn id="277" presetID="10" presetClass="entr" presetSubtype="0" fill="hold" nodeType="afterEffect">
                                  <p:stCondLst>
                                    <p:cond delay="0"/>
                                  </p:stCondLst>
                                  <p:childTnLst>
                                    <p:set>
                                      <p:cBhvr>
                                        <p:cTn id="278" dur="1" fill="hold">
                                          <p:stCondLst>
                                            <p:cond delay="0"/>
                                          </p:stCondLst>
                                        </p:cTn>
                                        <p:tgtEl>
                                          <p:spTgt spid="615"/>
                                        </p:tgtEl>
                                        <p:attrNameLst>
                                          <p:attrName>style.visibility</p:attrName>
                                        </p:attrNameLst>
                                      </p:cBhvr>
                                      <p:to>
                                        <p:strVal val="visible"/>
                                      </p:to>
                                    </p:set>
                                    <p:animEffect transition="in" filter="fade">
                                      <p:cBhvr>
                                        <p:cTn id="279" dur="100"/>
                                        <p:tgtEl>
                                          <p:spTgt spid="615"/>
                                        </p:tgtEl>
                                      </p:cBhvr>
                                    </p:animEffect>
                                  </p:childTnLst>
                                </p:cTn>
                              </p:par>
                            </p:childTnLst>
                          </p:cTn>
                        </p:par>
                        <p:par>
                          <p:cTn id="280" fill="hold">
                            <p:stCondLst>
                              <p:cond delay="7300"/>
                            </p:stCondLst>
                            <p:childTnLst>
                              <p:par>
                                <p:cTn id="281" presetID="10" presetClass="entr" presetSubtype="0" fill="hold" nodeType="afterEffect">
                                  <p:stCondLst>
                                    <p:cond delay="0"/>
                                  </p:stCondLst>
                                  <p:childTnLst>
                                    <p:set>
                                      <p:cBhvr>
                                        <p:cTn id="282" dur="1" fill="hold">
                                          <p:stCondLst>
                                            <p:cond delay="0"/>
                                          </p:stCondLst>
                                        </p:cTn>
                                        <p:tgtEl>
                                          <p:spTgt spid="616"/>
                                        </p:tgtEl>
                                        <p:attrNameLst>
                                          <p:attrName>style.visibility</p:attrName>
                                        </p:attrNameLst>
                                      </p:cBhvr>
                                      <p:to>
                                        <p:strVal val="visible"/>
                                      </p:to>
                                    </p:set>
                                    <p:animEffect transition="in" filter="fade">
                                      <p:cBhvr>
                                        <p:cTn id="283" dur="100"/>
                                        <p:tgtEl>
                                          <p:spTgt spid="616"/>
                                        </p:tgtEl>
                                      </p:cBhvr>
                                    </p:animEffect>
                                  </p:childTnLst>
                                </p:cTn>
                              </p:par>
                            </p:childTnLst>
                          </p:cTn>
                        </p:par>
                        <p:par>
                          <p:cTn id="284" fill="hold">
                            <p:stCondLst>
                              <p:cond delay="7400"/>
                            </p:stCondLst>
                            <p:childTnLst>
                              <p:par>
                                <p:cTn id="285" presetID="10" presetClass="entr" presetSubtype="0" fill="hold" nodeType="afterEffect">
                                  <p:stCondLst>
                                    <p:cond delay="0"/>
                                  </p:stCondLst>
                                  <p:childTnLst>
                                    <p:set>
                                      <p:cBhvr>
                                        <p:cTn id="286" dur="1" fill="hold">
                                          <p:stCondLst>
                                            <p:cond delay="0"/>
                                          </p:stCondLst>
                                        </p:cTn>
                                        <p:tgtEl>
                                          <p:spTgt spid="617"/>
                                        </p:tgtEl>
                                        <p:attrNameLst>
                                          <p:attrName>style.visibility</p:attrName>
                                        </p:attrNameLst>
                                      </p:cBhvr>
                                      <p:to>
                                        <p:strVal val="visible"/>
                                      </p:to>
                                    </p:set>
                                    <p:animEffect transition="in" filter="fade">
                                      <p:cBhvr>
                                        <p:cTn id="287" dur="100"/>
                                        <p:tgtEl>
                                          <p:spTgt spid="617"/>
                                        </p:tgtEl>
                                      </p:cBhvr>
                                    </p:animEffect>
                                  </p:childTnLst>
                                </p:cTn>
                              </p:par>
                            </p:childTnLst>
                          </p:cTn>
                        </p:par>
                        <p:par>
                          <p:cTn id="288" fill="hold">
                            <p:stCondLst>
                              <p:cond delay="7500"/>
                            </p:stCondLst>
                            <p:childTnLst>
                              <p:par>
                                <p:cTn id="289" presetID="10" presetClass="entr" presetSubtype="0" fill="hold" nodeType="afterEffect">
                                  <p:stCondLst>
                                    <p:cond delay="0"/>
                                  </p:stCondLst>
                                  <p:childTnLst>
                                    <p:set>
                                      <p:cBhvr>
                                        <p:cTn id="290" dur="1" fill="hold">
                                          <p:stCondLst>
                                            <p:cond delay="0"/>
                                          </p:stCondLst>
                                        </p:cTn>
                                        <p:tgtEl>
                                          <p:spTgt spid="618"/>
                                        </p:tgtEl>
                                        <p:attrNameLst>
                                          <p:attrName>style.visibility</p:attrName>
                                        </p:attrNameLst>
                                      </p:cBhvr>
                                      <p:to>
                                        <p:strVal val="visible"/>
                                      </p:to>
                                    </p:set>
                                    <p:animEffect transition="in" filter="fade">
                                      <p:cBhvr>
                                        <p:cTn id="291" dur="100"/>
                                        <p:tgtEl>
                                          <p:spTgt spid="618"/>
                                        </p:tgtEl>
                                      </p:cBhvr>
                                    </p:animEffect>
                                  </p:childTnLst>
                                </p:cTn>
                              </p:par>
                            </p:childTnLst>
                          </p:cTn>
                        </p:par>
                        <p:par>
                          <p:cTn id="292" fill="hold">
                            <p:stCondLst>
                              <p:cond delay="7600"/>
                            </p:stCondLst>
                            <p:childTnLst>
                              <p:par>
                                <p:cTn id="293" presetID="10" presetClass="entr" presetSubtype="0" fill="hold" nodeType="afterEffect">
                                  <p:stCondLst>
                                    <p:cond delay="0"/>
                                  </p:stCondLst>
                                  <p:childTnLst>
                                    <p:set>
                                      <p:cBhvr>
                                        <p:cTn id="294" dur="1" fill="hold">
                                          <p:stCondLst>
                                            <p:cond delay="0"/>
                                          </p:stCondLst>
                                        </p:cTn>
                                        <p:tgtEl>
                                          <p:spTgt spid="619"/>
                                        </p:tgtEl>
                                        <p:attrNameLst>
                                          <p:attrName>style.visibility</p:attrName>
                                        </p:attrNameLst>
                                      </p:cBhvr>
                                      <p:to>
                                        <p:strVal val="visible"/>
                                      </p:to>
                                    </p:set>
                                    <p:animEffect transition="in" filter="fade">
                                      <p:cBhvr>
                                        <p:cTn id="295" dur="100"/>
                                        <p:tgtEl>
                                          <p:spTgt spid="619"/>
                                        </p:tgtEl>
                                      </p:cBhvr>
                                    </p:animEffect>
                                  </p:childTnLst>
                                </p:cTn>
                              </p:par>
                            </p:childTnLst>
                          </p:cTn>
                        </p:par>
                        <p:par>
                          <p:cTn id="296" fill="hold">
                            <p:stCondLst>
                              <p:cond delay="7700"/>
                            </p:stCondLst>
                            <p:childTnLst>
                              <p:par>
                                <p:cTn id="297" presetID="10" presetClass="entr" presetSubtype="0" fill="hold" nodeType="afterEffect">
                                  <p:stCondLst>
                                    <p:cond delay="0"/>
                                  </p:stCondLst>
                                  <p:childTnLst>
                                    <p:set>
                                      <p:cBhvr>
                                        <p:cTn id="298" dur="1" fill="hold">
                                          <p:stCondLst>
                                            <p:cond delay="0"/>
                                          </p:stCondLst>
                                        </p:cTn>
                                        <p:tgtEl>
                                          <p:spTgt spid="620"/>
                                        </p:tgtEl>
                                        <p:attrNameLst>
                                          <p:attrName>style.visibility</p:attrName>
                                        </p:attrNameLst>
                                      </p:cBhvr>
                                      <p:to>
                                        <p:strVal val="visible"/>
                                      </p:to>
                                    </p:set>
                                    <p:animEffect transition="in" filter="fade">
                                      <p:cBhvr>
                                        <p:cTn id="299" dur="100"/>
                                        <p:tgtEl>
                                          <p:spTgt spid="620"/>
                                        </p:tgtEl>
                                      </p:cBhvr>
                                    </p:animEffect>
                                  </p:childTnLst>
                                </p:cTn>
                              </p:par>
                            </p:childTnLst>
                          </p:cTn>
                        </p:par>
                        <p:par>
                          <p:cTn id="300" fill="hold">
                            <p:stCondLst>
                              <p:cond delay="7800"/>
                            </p:stCondLst>
                            <p:childTnLst>
                              <p:par>
                                <p:cTn id="301" presetID="10" presetClass="entr" presetSubtype="0" fill="hold" nodeType="afterEffect">
                                  <p:stCondLst>
                                    <p:cond delay="0"/>
                                  </p:stCondLst>
                                  <p:childTnLst>
                                    <p:set>
                                      <p:cBhvr>
                                        <p:cTn id="302" dur="1" fill="hold">
                                          <p:stCondLst>
                                            <p:cond delay="0"/>
                                          </p:stCondLst>
                                        </p:cTn>
                                        <p:tgtEl>
                                          <p:spTgt spid="621"/>
                                        </p:tgtEl>
                                        <p:attrNameLst>
                                          <p:attrName>style.visibility</p:attrName>
                                        </p:attrNameLst>
                                      </p:cBhvr>
                                      <p:to>
                                        <p:strVal val="visible"/>
                                      </p:to>
                                    </p:set>
                                    <p:animEffect transition="in" filter="fade">
                                      <p:cBhvr>
                                        <p:cTn id="303" dur="100"/>
                                        <p:tgtEl>
                                          <p:spTgt spid="621"/>
                                        </p:tgtEl>
                                      </p:cBhvr>
                                    </p:animEffect>
                                  </p:childTnLst>
                                </p:cTn>
                              </p:par>
                            </p:childTnLst>
                          </p:cTn>
                        </p:par>
                        <p:par>
                          <p:cTn id="304" fill="hold">
                            <p:stCondLst>
                              <p:cond delay="7900"/>
                            </p:stCondLst>
                            <p:childTnLst>
                              <p:par>
                                <p:cTn id="305" presetID="10" presetClass="entr" presetSubtype="0" fill="hold" nodeType="afterEffect">
                                  <p:stCondLst>
                                    <p:cond delay="0"/>
                                  </p:stCondLst>
                                  <p:childTnLst>
                                    <p:set>
                                      <p:cBhvr>
                                        <p:cTn id="306" dur="1" fill="hold">
                                          <p:stCondLst>
                                            <p:cond delay="0"/>
                                          </p:stCondLst>
                                        </p:cTn>
                                        <p:tgtEl>
                                          <p:spTgt spid="622"/>
                                        </p:tgtEl>
                                        <p:attrNameLst>
                                          <p:attrName>style.visibility</p:attrName>
                                        </p:attrNameLst>
                                      </p:cBhvr>
                                      <p:to>
                                        <p:strVal val="visible"/>
                                      </p:to>
                                    </p:set>
                                    <p:animEffect transition="in" filter="fade">
                                      <p:cBhvr>
                                        <p:cTn id="307" dur="100"/>
                                        <p:tgtEl>
                                          <p:spTgt spid="622"/>
                                        </p:tgtEl>
                                      </p:cBhvr>
                                    </p:animEffect>
                                  </p:childTnLst>
                                </p:cTn>
                              </p:par>
                            </p:childTnLst>
                          </p:cTn>
                        </p:par>
                        <p:par>
                          <p:cTn id="308" fill="hold">
                            <p:stCondLst>
                              <p:cond delay="8000"/>
                            </p:stCondLst>
                            <p:childTnLst>
                              <p:par>
                                <p:cTn id="309" presetID="10" presetClass="entr" presetSubtype="0" fill="hold" nodeType="afterEffect">
                                  <p:stCondLst>
                                    <p:cond delay="0"/>
                                  </p:stCondLst>
                                  <p:childTnLst>
                                    <p:set>
                                      <p:cBhvr>
                                        <p:cTn id="310" dur="1" fill="hold">
                                          <p:stCondLst>
                                            <p:cond delay="0"/>
                                          </p:stCondLst>
                                        </p:cTn>
                                        <p:tgtEl>
                                          <p:spTgt spid="623"/>
                                        </p:tgtEl>
                                        <p:attrNameLst>
                                          <p:attrName>style.visibility</p:attrName>
                                        </p:attrNameLst>
                                      </p:cBhvr>
                                      <p:to>
                                        <p:strVal val="visible"/>
                                      </p:to>
                                    </p:set>
                                    <p:animEffect transition="in" filter="fade">
                                      <p:cBhvr>
                                        <p:cTn id="311" dur="100"/>
                                        <p:tgtEl>
                                          <p:spTgt spid="623"/>
                                        </p:tgtEl>
                                      </p:cBhvr>
                                    </p:animEffect>
                                  </p:childTnLst>
                                </p:cTn>
                              </p:par>
                            </p:childTnLst>
                          </p:cTn>
                        </p:par>
                        <p:par>
                          <p:cTn id="312" fill="hold">
                            <p:stCondLst>
                              <p:cond delay="8100"/>
                            </p:stCondLst>
                            <p:childTnLst>
                              <p:par>
                                <p:cTn id="313" presetID="10" presetClass="entr" presetSubtype="0" fill="hold" nodeType="afterEffect">
                                  <p:stCondLst>
                                    <p:cond delay="0"/>
                                  </p:stCondLst>
                                  <p:childTnLst>
                                    <p:set>
                                      <p:cBhvr>
                                        <p:cTn id="314" dur="1" fill="hold">
                                          <p:stCondLst>
                                            <p:cond delay="0"/>
                                          </p:stCondLst>
                                        </p:cTn>
                                        <p:tgtEl>
                                          <p:spTgt spid="624"/>
                                        </p:tgtEl>
                                        <p:attrNameLst>
                                          <p:attrName>style.visibility</p:attrName>
                                        </p:attrNameLst>
                                      </p:cBhvr>
                                      <p:to>
                                        <p:strVal val="visible"/>
                                      </p:to>
                                    </p:set>
                                    <p:animEffect transition="in" filter="fade">
                                      <p:cBhvr>
                                        <p:cTn id="315" dur="100"/>
                                        <p:tgtEl>
                                          <p:spTgt spid="624"/>
                                        </p:tgtEl>
                                      </p:cBhvr>
                                    </p:animEffect>
                                  </p:childTnLst>
                                </p:cTn>
                              </p:par>
                            </p:childTnLst>
                          </p:cTn>
                        </p:par>
                        <p:par>
                          <p:cTn id="316" fill="hold">
                            <p:stCondLst>
                              <p:cond delay="8200"/>
                            </p:stCondLst>
                            <p:childTnLst>
                              <p:par>
                                <p:cTn id="317" presetID="10" presetClass="entr" presetSubtype="0" fill="hold" nodeType="afterEffect">
                                  <p:stCondLst>
                                    <p:cond delay="0"/>
                                  </p:stCondLst>
                                  <p:childTnLst>
                                    <p:set>
                                      <p:cBhvr>
                                        <p:cTn id="318" dur="1" fill="hold">
                                          <p:stCondLst>
                                            <p:cond delay="0"/>
                                          </p:stCondLst>
                                        </p:cTn>
                                        <p:tgtEl>
                                          <p:spTgt spid="625"/>
                                        </p:tgtEl>
                                        <p:attrNameLst>
                                          <p:attrName>style.visibility</p:attrName>
                                        </p:attrNameLst>
                                      </p:cBhvr>
                                      <p:to>
                                        <p:strVal val="visible"/>
                                      </p:to>
                                    </p:set>
                                    <p:animEffect transition="in" filter="fade">
                                      <p:cBhvr>
                                        <p:cTn id="319" dur="100"/>
                                        <p:tgtEl>
                                          <p:spTgt spid="625"/>
                                        </p:tgtEl>
                                      </p:cBhvr>
                                    </p:animEffect>
                                  </p:childTnLst>
                                </p:cTn>
                              </p:par>
                            </p:childTnLst>
                          </p:cTn>
                        </p:par>
                        <p:par>
                          <p:cTn id="320" fill="hold">
                            <p:stCondLst>
                              <p:cond delay="8300"/>
                            </p:stCondLst>
                            <p:childTnLst>
                              <p:par>
                                <p:cTn id="321" presetID="10" presetClass="entr" presetSubtype="0" fill="hold" nodeType="afterEffect">
                                  <p:stCondLst>
                                    <p:cond delay="0"/>
                                  </p:stCondLst>
                                  <p:childTnLst>
                                    <p:set>
                                      <p:cBhvr>
                                        <p:cTn id="322" dur="1" fill="hold">
                                          <p:stCondLst>
                                            <p:cond delay="0"/>
                                          </p:stCondLst>
                                        </p:cTn>
                                        <p:tgtEl>
                                          <p:spTgt spid="626"/>
                                        </p:tgtEl>
                                        <p:attrNameLst>
                                          <p:attrName>style.visibility</p:attrName>
                                        </p:attrNameLst>
                                      </p:cBhvr>
                                      <p:to>
                                        <p:strVal val="visible"/>
                                      </p:to>
                                    </p:set>
                                    <p:animEffect transition="in" filter="fade">
                                      <p:cBhvr>
                                        <p:cTn id="323" dur="100"/>
                                        <p:tgtEl>
                                          <p:spTgt spid="626"/>
                                        </p:tgtEl>
                                      </p:cBhvr>
                                    </p:animEffect>
                                  </p:childTnLst>
                                </p:cTn>
                              </p:par>
                            </p:childTnLst>
                          </p:cTn>
                        </p:par>
                        <p:par>
                          <p:cTn id="324" fill="hold">
                            <p:stCondLst>
                              <p:cond delay="8400"/>
                            </p:stCondLst>
                            <p:childTnLst>
                              <p:par>
                                <p:cTn id="325" presetID="10" presetClass="entr" presetSubtype="0" fill="hold" nodeType="afterEffect">
                                  <p:stCondLst>
                                    <p:cond delay="0"/>
                                  </p:stCondLst>
                                  <p:childTnLst>
                                    <p:set>
                                      <p:cBhvr>
                                        <p:cTn id="326" dur="1" fill="hold">
                                          <p:stCondLst>
                                            <p:cond delay="0"/>
                                          </p:stCondLst>
                                        </p:cTn>
                                        <p:tgtEl>
                                          <p:spTgt spid="627"/>
                                        </p:tgtEl>
                                        <p:attrNameLst>
                                          <p:attrName>style.visibility</p:attrName>
                                        </p:attrNameLst>
                                      </p:cBhvr>
                                      <p:to>
                                        <p:strVal val="visible"/>
                                      </p:to>
                                    </p:set>
                                    <p:animEffect transition="in" filter="fade">
                                      <p:cBhvr>
                                        <p:cTn id="327" dur="100"/>
                                        <p:tgtEl>
                                          <p:spTgt spid="627"/>
                                        </p:tgtEl>
                                      </p:cBhvr>
                                    </p:animEffect>
                                  </p:childTnLst>
                                </p:cTn>
                              </p:par>
                            </p:childTnLst>
                          </p:cTn>
                        </p:par>
                        <p:par>
                          <p:cTn id="328" fill="hold">
                            <p:stCondLst>
                              <p:cond delay="8500"/>
                            </p:stCondLst>
                            <p:childTnLst>
                              <p:par>
                                <p:cTn id="329" presetID="10" presetClass="entr" presetSubtype="0" fill="hold" nodeType="afterEffect">
                                  <p:stCondLst>
                                    <p:cond delay="0"/>
                                  </p:stCondLst>
                                  <p:childTnLst>
                                    <p:set>
                                      <p:cBhvr>
                                        <p:cTn id="330" dur="1" fill="hold">
                                          <p:stCondLst>
                                            <p:cond delay="0"/>
                                          </p:stCondLst>
                                        </p:cTn>
                                        <p:tgtEl>
                                          <p:spTgt spid="628"/>
                                        </p:tgtEl>
                                        <p:attrNameLst>
                                          <p:attrName>style.visibility</p:attrName>
                                        </p:attrNameLst>
                                      </p:cBhvr>
                                      <p:to>
                                        <p:strVal val="visible"/>
                                      </p:to>
                                    </p:set>
                                    <p:animEffect transition="in" filter="fade">
                                      <p:cBhvr>
                                        <p:cTn id="331" dur="100"/>
                                        <p:tgtEl>
                                          <p:spTgt spid="628"/>
                                        </p:tgtEl>
                                      </p:cBhvr>
                                    </p:animEffect>
                                  </p:childTnLst>
                                </p:cTn>
                              </p:par>
                            </p:childTnLst>
                          </p:cTn>
                        </p:par>
                        <p:par>
                          <p:cTn id="332" fill="hold">
                            <p:stCondLst>
                              <p:cond delay="8600"/>
                            </p:stCondLst>
                            <p:childTnLst>
                              <p:par>
                                <p:cTn id="333" presetID="10" presetClass="entr" presetSubtype="0" fill="hold" nodeType="afterEffect">
                                  <p:stCondLst>
                                    <p:cond delay="0"/>
                                  </p:stCondLst>
                                  <p:childTnLst>
                                    <p:set>
                                      <p:cBhvr>
                                        <p:cTn id="334" dur="1" fill="hold">
                                          <p:stCondLst>
                                            <p:cond delay="0"/>
                                          </p:stCondLst>
                                        </p:cTn>
                                        <p:tgtEl>
                                          <p:spTgt spid="629"/>
                                        </p:tgtEl>
                                        <p:attrNameLst>
                                          <p:attrName>style.visibility</p:attrName>
                                        </p:attrNameLst>
                                      </p:cBhvr>
                                      <p:to>
                                        <p:strVal val="visible"/>
                                      </p:to>
                                    </p:set>
                                    <p:animEffect transition="in" filter="fade">
                                      <p:cBhvr>
                                        <p:cTn id="335" dur="100"/>
                                        <p:tgtEl>
                                          <p:spTgt spid="629"/>
                                        </p:tgtEl>
                                      </p:cBhvr>
                                    </p:animEffect>
                                  </p:childTnLst>
                                </p:cTn>
                              </p:par>
                            </p:childTnLst>
                          </p:cTn>
                        </p:par>
                        <p:par>
                          <p:cTn id="336" fill="hold">
                            <p:stCondLst>
                              <p:cond delay="8700"/>
                            </p:stCondLst>
                            <p:childTnLst>
                              <p:par>
                                <p:cTn id="337" presetID="10" presetClass="entr" presetSubtype="0" fill="hold" nodeType="afterEffect">
                                  <p:stCondLst>
                                    <p:cond delay="0"/>
                                  </p:stCondLst>
                                  <p:childTnLst>
                                    <p:set>
                                      <p:cBhvr>
                                        <p:cTn id="338" dur="1" fill="hold">
                                          <p:stCondLst>
                                            <p:cond delay="0"/>
                                          </p:stCondLst>
                                        </p:cTn>
                                        <p:tgtEl>
                                          <p:spTgt spid="630"/>
                                        </p:tgtEl>
                                        <p:attrNameLst>
                                          <p:attrName>style.visibility</p:attrName>
                                        </p:attrNameLst>
                                      </p:cBhvr>
                                      <p:to>
                                        <p:strVal val="visible"/>
                                      </p:to>
                                    </p:set>
                                    <p:animEffect transition="in" filter="fade">
                                      <p:cBhvr>
                                        <p:cTn id="339" dur="100"/>
                                        <p:tgtEl>
                                          <p:spTgt spid="630"/>
                                        </p:tgtEl>
                                      </p:cBhvr>
                                    </p:animEffect>
                                  </p:childTnLst>
                                </p:cTn>
                              </p:par>
                            </p:childTnLst>
                          </p:cTn>
                        </p:par>
                        <p:par>
                          <p:cTn id="340" fill="hold">
                            <p:stCondLst>
                              <p:cond delay="8800"/>
                            </p:stCondLst>
                            <p:childTnLst>
                              <p:par>
                                <p:cTn id="341" presetID="10" presetClass="entr" presetSubtype="0" fill="hold" nodeType="afterEffect">
                                  <p:stCondLst>
                                    <p:cond delay="0"/>
                                  </p:stCondLst>
                                  <p:childTnLst>
                                    <p:set>
                                      <p:cBhvr>
                                        <p:cTn id="342" dur="1" fill="hold">
                                          <p:stCondLst>
                                            <p:cond delay="0"/>
                                          </p:stCondLst>
                                        </p:cTn>
                                        <p:tgtEl>
                                          <p:spTgt spid="631"/>
                                        </p:tgtEl>
                                        <p:attrNameLst>
                                          <p:attrName>style.visibility</p:attrName>
                                        </p:attrNameLst>
                                      </p:cBhvr>
                                      <p:to>
                                        <p:strVal val="visible"/>
                                      </p:to>
                                    </p:set>
                                    <p:animEffect transition="in" filter="fade">
                                      <p:cBhvr>
                                        <p:cTn id="343" dur="100"/>
                                        <p:tgtEl>
                                          <p:spTgt spid="631"/>
                                        </p:tgtEl>
                                      </p:cBhvr>
                                    </p:animEffect>
                                  </p:childTnLst>
                                </p:cTn>
                              </p:par>
                            </p:childTnLst>
                          </p:cTn>
                        </p:par>
                        <p:par>
                          <p:cTn id="344" fill="hold">
                            <p:stCondLst>
                              <p:cond delay="8900"/>
                            </p:stCondLst>
                            <p:childTnLst>
                              <p:par>
                                <p:cTn id="345" presetID="10" presetClass="entr" presetSubtype="0" fill="hold" nodeType="afterEffect">
                                  <p:stCondLst>
                                    <p:cond delay="0"/>
                                  </p:stCondLst>
                                  <p:childTnLst>
                                    <p:set>
                                      <p:cBhvr>
                                        <p:cTn id="346" dur="1" fill="hold">
                                          <p:stCondLst>
                                            <p:cond delay="0"/>
                                          </p:stCondLst>
                                        </p:cTn>
                                        <p:tgtEl>
                                          <p:spTgt spid="632"/>
                                        </p:tgtEl>
                                        <p:attrNameLst>
                                          <p:attrName>style.visibility</p:attrName>
                                        </p:attrNameLst>
                                      </p:cBhvr>
                                      <p:to>
                                        <p:strVal val="visible"/>
                                      </p:to>
                                    </p:set>
                                    <p:animEffect transition="in" filter="fade">
                                      <p:cBhvr>
                                        <p:cTn id="347" dur="100"/>
                                        <p:tgtEl>
                                          <p:spTgt spid="632"/>
                                        </p:tgtEl>
                                      </p:cBhvr>
                                    </p:animEffect>
                                  </p:childTnLst>
                                </p:cTn>
                              </p:par>
                            </p:childTnLst>
                          </p:cTn>
                        </p:par>
                        <p:par>
                          <p:cTn id="348" fill="hold">
                            <p:stCondLst>
                              <p:cond delay="9000"/>
                            </p:stCondLst>
                            <p:childTnLst>
                              <p:par>
                                <p:cTn id="349" presetID="10" presetClass="entr" presetSubtype="0" fill="hold" nodeType="afterEffect">
                                  <p:stCondLst>
                                    <p:cond delay="0"/>
                                  </p:stCondLst>
                                  <p:childTnLst>
                                    <p:set>
                                      <p:cBhvr>
                                        <p:cTn id="350" dur="1" fill="hold">
                                          <p:stCondLst>
                                            <p:cond delay="0"/>
                                          </p:stCondLst>
                                        </p:cTn>
                                        <p:tgtEl>
                                          <p:spTgt spid="633"/>
                                        </p:tgtEl>
                                        <p:attrNameLst>
                                          <p:attrName>style.visibility</p:attrName>
                                        </p:attrNameLst>
                                      </p:cBhvr>
                                      <p:to>
                                        <p:strVal val="visible"/>
                                      </p:to>
                                    </p:set>
                                    <p:animEffect transition="in" filter="fade">
                                      <p:cBhvr>
                                        <p:cTn id="351" dur="100"/>
                                        <p:tgtEl>
                                          <p:spTgt spid="633"/>
                                        </p:tgtEl>
                                      </p:cBhvr>
                                    </p:animEffect>
                                  </p:childTnLst>
                                </p:cTn>
                              </p:par>
                            </p:childTnLst>
                          </p:cTn>
                        </p:par>
                        <p:par>
                          <p:cTn id="352" fill="hold">
                            <p:stCondLst>
                              <p:cond delay="9100"/>
                            </p:stCondLst>
                            <p:childTnLst>
                              <p:par>
                                <p:cTn id="353" presetID="10" presetClass="entr" presetSubtype="0" fill="hold" nodeType="afterEffect">
                                  <p:stCondLst>
                                    <p:cond delay="0"/>
                                  </p:stCondLst>
                                  <p:childTnLst>
                                    <p:set>
                                      <p:cBhvr>
                                        <p:cTn id="354" dur="1" fill="hold">
                                          <p:stCondLst>
                                            <p:cond delay="0"/>
                                          </p:stCondLst>
                                        </p:cTn>
                                        <p:tgtEl>
                                          <p:spTgt spid="634"/>
                                        </p:tgtEl>
                                        <p:attrNameLst>
                                          <p:attrName>style.visibility</p:attrName>
                                        </p:attrNameLst>
                                      </p:cBhvr>
                                      <p:to>
                                        <p:strVal val="visible"/>
                                      </p:to>
                                    </p:set>
                                    <p:animEffect transition="in" filter="fade">
                                      <p:cBhvr>
                                        <p:cTn id="355" dur="100"/>
                                        <p:tgtEl>
                                          <p:spTgt spid="634"/>
                                        </p:tgtEl>
                                      </p:cBhvr>
                                    </p:animEffect>
                                  </p:childTnLst>
                                </p:cTn>
                              </p:par>
                            </p:childTnLst>
                          </p:cTn>
                        </p:par>
                        <p:par>
                          <p:cTn id="356" fill="hold">
                            <p:stCondLst>
                              <p:cond delay="9200"/>
                            </p:stCondLst>
                            <p:childTnLst>
                              <p:par>
                                <p:cTn id="357" presetID="10" presetClass="entr" presetSubtype="0" fill="hold" nodeType="afterEffect">
                                  <p:stCondLst>
                                    <p:cond delay="0"/>
                                  </p:stCondLst>
                                  <p:childTnLst>
                                    <p:set>
                                      <p:cBhvr>
                                        <p:cTn id="358" dur="1" fill="hold">
                                          <p:stCondLst>
                                            <p:cond delay="0"/>
                                          </p:stCondLst>
                                        </p:cTn>
                                        <p:tgtEl>
                                          <p:spTgt spid="635"/>
                                        </p:tgtEl>
                                        <p:attrNameLst>
                                          <p:attrName>style.visibility</p:attrName>
                                        </p:attrNameLst>
                                      </p:cBhvr>
                                      <p:to>
                                        <p:strVal val="visible"/>
                                      </p:to>
                                    </p:set>
                                    <p:animEffect transition="in" filter="fade">
                                      <p:cBhvr>
                                        <p:cTn id="359" dur="100"/>
                                        <p:tgtEl>
                                          <p:spTgt spid="635"/>
                                        </p:tgtEl>
                                      </p:cBhvr>
                                    </p:animEffect>
                                  </p:childTnLst>
                                </p:cTn>
                              </p:par>
                            </p:childTnLst>
                          </p:cTn>
                        </p:par>
                        <p:par>
                          <p:cTn id="360" fill="hold">
                            <p:stCondLst>
                              <p:cond delay="9300"/>
                            </p:stCondLst>
                            <p:childTnLst>
                              <p:par>
                                <p:cTn id="361" presetID="10" presetClass="entr" presetSubtype="0" fill="hold" nodeType="afterEffect">
                                  <p:stCondLst>
                                    <p:cond delay="0"/>
                                  </p:stCondLst>
                                  <p:childTnLst>
                                    <p:set>
                                      <p:cBhvr>
                                        <p:cTn id="362" dur="1" fill="hold">
                                          <p:stCondLst>
                                            <p:cond delay="0"/>
                                          </p:stCondLst>
                                        </p:cTn>
                                        <p:tgtEl>
                                          <p:spTgt spid="636"/>
                                        </p:tgtEl>
                                        <p:attrNameLst>
                                          <p:attrName>style.visibility</p:attrName>
                                        </p:attrNameLst>
                                      </p:cBhvr>
                                      <p:to>
                                        <p:strVal val="visible"/>
                                      </p:to>
                                    </p:set>
                                    <p:animEffect transition="in" filter="fade">
                                      <p:cBhvr>
                                        <p:cTn id="363" dur="100"/>
                                        <p:tgtEl>
                                          <p:spTgt spid="636"/>
                                        </p:tgtEl>
                                      </p:cBhvr>
                                    </p:animEffect>
                                  </p:childTnLst>
                                </p:cTn>
                              </p:par>
                            </p:childTnLst>
                          </p:cTn>
                        </p:par>
                        <p:par>
                          <p:cTn id="364" fill="hold">
                            <p:stCondLst>
                              <p:cond delay="9400"/>
                            </p:stCondLst>
                            <p:childTnLst>
                              <p:par>
                                <p:cTn id="365" presetID="10" presetClass="entr" presetSubtype="0" fill="hold" nodeType="afterEffect">
                                  <p:stCondLst>
                                    <p:cond delay="0"/>
                                  </p:stCondLst>
                                  <p:childTnLst>
                                    <p:set>
                                      <p:cBhvr>
                                        <p:cTn id="366" dur="1" fill="hold">
                                          <p:stCondLst>
                                            <p:cond delay="0"/>
                                          </p:stCondLst>
                                        </p:cTn>
                                        <p:tgtEl>
                                          <p:spTgt spid="637"/>
                                        </p:tgtEl>
                                        <p:attrNameLst>
                                          <p:attrName>style.visibility</p:attrName>
                                        </p:attrNameLst>
                                      </p:cBhvr>
                                      <p:to>
                                        <p:strVal val="visible"/>
                                      </p:to>
                                    </p:set>
                                    <p:animEffect transition="in" filter="fade">
                                      <p:cBhvr>
                                        <p:cTn id="367" dur="100"/>
                                        <p:tgtEl>
                                          <p:spTgt spid="637"/>
                                        </p:tgtEl>
                                      </p:cBhvr>
                                    </p:animEffect>
                                  </p:childTnLst>
                                </p:cTn>
                              </p:par>
                            </p:childTnLst>
                          </p:cTn>
                        </p:par>
                        <p:par>
                          <p:cTn id="368" fill="hold">
                            <p:stCondLst>
                              <p:cond delay="9500"/>
                            </p:stCondLst>
                            <p:childTnLst>
                              <p:par>
                                <p:cTn id="369" presetID="10" presetClass="entr" presetSubtype="0" fill="hold" nodeType="afterEffect">
                                  <p:stCondLst>
                                    <p:cond delay="0"/>
                                  </p:stCondLst>
                                  <p:childTnLst>
                                    <p:set>
                                      <p:cBhvr>
                                        <p:cTn id="370" dur="1" fill="hold">
                                          <p:stCondLst>
                                            <p:cond delay="0"/>
                                          </p:stCondLst>
                                        </p:cTn>
                                        <p:tgtEl>
                                          <p:spTgt spid="638"/>
                                        </p:tgtEl>
                                        <p:attrNameLst>
                                          <p:attrName>style.visibility</p:attrName>
                                        </p:attrNameLst>
                                      </p:cBhvr>
                                      <p:to>
                                        <p:strVal val="visible"/>
                                      </p:to>
                                    </p:set>
                                    <p:animEffect transition="in" filter="fade">
                                      <p:cBhvr>
                                        <p:cTn id="371" dur="100"/>
                                        <p:tgtEl>
                                          <p:spTgt spid="638"/>
                                        </p:tgtEl>
                                      </p:cBhvr>
                                    </p:animEffect>
                                  </p:childTnLst>
                                </p:cTn>
                              </p:par>
                            </p:childTnLst>
                          </p:cTn>
                        </p:par>
                        <p:par>
                          <p:cTn id="372" fill="hold">
                            <p:stCondLst>
                              <p:cond delay="9600"/>
                            </p:stCondLst>
                            <p:childTnLst>
                              <p:par>
                                <p:cTn id="373" presetID="10" presetClass="entr" presetSubtype="0" fill="hold" nodeType="afterEffect">
                                  <p:stCondLst>
                                    <p:cond delay="0"/>
                                  </p:stCondLst>
                                  <p:childTnLst>
                                    <p:set>
                                      <p:cBhvr>
                                        <p:cTn id="374" dur="1" fill="hold">
                                          <p:stCondLst>
                                            <p:cond delay="0"/>
                                          </p:stCondLst>
                                        </p:cTn>
                                        <p:tgtEl>
                                          <p:spTgt spid="639"/>
                                        </p:tgtEl>
                                        <p:attrNameLst>
                                          <p:attrName>style.visibility</p:attrName>
                                        </p:attrNameLst>
                                      </p:cBhvr>
                                      <p:to>
                                        <p:strVal val="visible"/>
                                      </p:to>
                                    </p:set>
                                    <p:animEffect transition="in" filter="fade">
                                      <p:cBhvr>
                                        <p:cTn id="375" dur="100"/>
                                        <p:tgtEl>
                                          <p:spTgt spid="639"/>
                                        </p:tgtEl>
                                      </p:cBhvr>
                                    </p:animEffect>
                                  </p:childTnLst>
                                </p:cTn>
                              </p:par>
                            </p:childTnLst>
                          </p:cTn>
                        </p:par>
                        <p:par>
                          <p:cTn id="376" fill="hold">
                            <p:stCondLst>
                              <p:cond delay="9700"/>
                            </p:stCondLst>
                            <p:childTnLst>
                              <p:par>
                                <p:cTn id="377" presetID="10" presetClass="entr" presetSubtype="0" fill="hold" nodeType="afterEffect">
                                  <p:stCondLst>
                                    <p:cond delay="0"/>
                                  </p:stCondLst>
                                  <p:childTnLst>
                                    <p:set>
                                      <p:cBhvr>
                                        <p:cTn id="378" dur="1" fill="hold">
                                          <p:stCondLst>
                                            <p:cond delay="0"/>
                                          </p:stCondLst>
                                        </p:cTn>
                                        <p:tgtEl>
                                          <p:spTgt spid="640"/>
                                        </p:tgtEl>
                                        <p:attrNameLst>
                                          <p:attrName>style.visibility</p:attrName>
                                        </p:attrNameLst>
                                      </p:cBhvr>
                                      <p:to>
                                        <p:strVal val="visible"/>
                                      </p:to>
                                    </p:set>
                                    <p:animEffect transition="in" filter="fade">
                                      <p:cBhvr>
                                        <p:cTn id="379" dur="100"/>
                                        <p:tgtEl>
                                          <p:spTgt spid="640"/>
                                        </p:tgtEl>
                                      </p:cBhvr>
                                    </p:animEffect>
                                  </p:childTnLst>
                                </p:cTn>
                              </p:par>
                            </p:childTnLst>
                          </p:cTn>
                        </p:par>
                        <p:par>
                          <p:cTn id="380" fill="hold">
                            <p:stCondLst>
                              <p:cond delay="9800"/>
                            </p:stCondLst>
                            <p:childTnLst>
                              <p:par>
                                <p:cTn id="381" presetID="10" presetClass="entr" presetSubtype="0" fill="hold" nodeType="afterEffect">
                                  <p:stCondLst>
                                    <p:cond delay="0"/>
                                  </p:stCondLst>
                                  <p:childTnLst>
                                    <p:set>
                                      <p:cBhvr>
                                        <p:cTn id="382" dur="1" fill="hold">
                                          <p:stCondLst>
                                            <p:cond delay="0"/>
                                          </p:stCondLst>
                                        </p:cTn>
                                        <p:tgtEl>
                                          <p:spTgt spid="641"/>
                                        </p:tgtEl>
                                        <p:attrNameLst>
                                          <p:attrName>style.visibility</p:attrName>
                                        </p:attrNameLst>
                                      </p:cBhvr>
                                      <p:to>
                                        <p:strVal val="visible"/>
                                      </p:to>
                                    </p:set>
                                    <p:animEffect transition="in" filter="fade">
                                      <p:cBhvr>
                                        <p:cTn id="383" dur="100"/>
                                        <p:tgtEl>
                                          <p:spTgt spid="641"/>
                                        </p:tgtEl>
                                      </p:cBhvr>
                                    </p:animEffect>
                                  </p:childTnLst>
                                </p:cTn>
                              </p:par>
                            </p:childTnLst>
                          </p:cTn>
                        </p:par>
                        <p:par>
                          <p:cTn id="384" fill="hold">
                            <p:stCondLst>
                              <p:cond delay="9900"/>
                            </p:stCondLst>
                            <p:childTnLst>
                              <p:par>
                                <p:cTn id="385" presetID="10" presetClass="entr" presetSubtype="0" fill="hold" nodeType="afterEffect">
                                  <p:stCondLst>
                                    <p:cond delay="0"/>
                                  </p:stCondLst>
                                  <p:childTnLst>
                                    <p:set>
                                      <p:cBhvr>
                                        <p:cTn id="386" dur="1" fill="hold">
                                          <p:stCondLst>
                                            <p:cond delay="0"/>
                                          </p:stCondLst>
                                        </p:cTn>
                                        <p:tgtEl>
                                          <p:spTgt spid="642"/>
                                        </p:tgtEl>
                                        <p:attrNameLst>
                                          <p:attrName>style.visibility</p:attrName>
                                        </p:attrNameLst>
                                      </p:cBhvr>
                                      <p:to>
                                        <p:strVal val="visible"/>
                                      </p:to>
                                    </p:set>
                                    <p:animEffect transition="in" filter="fade">
                                      <p:cBhvr>
                                        <p:cTn id="387" dur="100"/>
                                        <p:tgtEl>
                                          <p:spTgt spid="642"/>
                                        </p:tgtEl>
                                      </p:cBhvr>
                                    </p:animEffect>
                                  </p:childTnLst>
                                </p:cTn>
                              </p:par>
                            </p:childTnLst>
                          </p:cTn>
                        </p:par>
                        <p:par>
                          <p:cTn id="388" fill="hold">
                            <p:stCondLst>
                              <p:cond delay="10000"/>
                            </p:stCondLst>
                            <p:childTnLst>
                              <p:par>
                                <p:cTn id="389" presetID="10" presetClass="entr" presetSubtype="0" fill="hold" nodeType="afterEffect">
                                  <p:stCondLst>
                                    <p:cond delay="0"/>
                                  </p:stCondLst>
                                  <p:childTnLst>
                                    <p:set>
                                      <p:cBhvr>
                                        <p:cTn id="390" dur="1" fill="hold">
                                          <p:stCondLst>
                                            <p:cond delay="0"/>
                                          </p:stCondLst>
                                        </p:cTn>
                                        <p:tgtEl>
                                          <p:spTgt spid="643"/>
                                        </p:tgtEl>
                                        <p:attrNameLst>
                                          <p:attrName>style.visibility</p:attrName>
                                        </p:attrNameLst>
                                      </p:cBhvr>
                                      <p:to>
                                        <p:strVal val="visible"/>
                                      </p:to>
                                    </p:set>
                                    <p:animEffect transition="in" filter="fade">
                                      <p:cBhvr>
                                        <p:cTn id="391" dur="100"/>
                                        <p:tgtEl>
                                          <p:spTgt spid="643"/>
                                        </p:tgtEl>
                                      </p:cBhvr>
                                    </p:animEffect>
                                  </p:childTnLst>
                                </p:cTn>
                              </p:par>
                            </p:childTnLst>
                          </p:cTn>
                        </p:par>
                        <p:par>
                          <p:cTn id="392" fill="hold">
                            <p:stCondLst>
                              <p:cond delay="10100"/>
                            </p:stCondLst>
                            <p:childTnLst>
                              <p:par>
                                <p:cTn id="393" presetID="10" presetClass="entr" presetSubtype="0" fill="hold" nodeType="afterEffect">
                                  <p:stCondLst>
                                    <p:cond delay="0"/>
                                  </p:stCondLst>
                                  <p:childTnLst>
                                    <p:set>
                                      <p:cBhvr>
                                        <p:cTn id="394" dur="1" fill="hold">
                                          <p:stCondLst>
                                            <p:cond delay="0"/>
                                          </p:stCondLst>
                                        </p:cTn>
                                        <p:tgtEl>
                                          <p:spTgt spid="644"/>
                                        </p:tgtEl>
                                        <p:attrNameLst>
                                          <p:attrName>style.visibility</p:attrName>
                                        </p:attrNameLst>
                                      </p:cBhvr>
                                      <p:to>
                                        <p:strVal val="visible"/>
                                      </p:to>
                                    </p:set>
                                    <p:animEffect transition="in" filter="fade">
                                      <p:cBhvr>
                                        <p:cTn id="395" dur="100"/>
                                        <p:tgtEl>
                                          <p:spTgt spid="644"/>
                                        </p:tgtEl>
                                      </p:cBhvr>
                                    </p:animEffect>
                                  </p:childTnLst>
                                </p:cTn>
                              </p:par>
                            </p:childTnLst>
                          </p:cTn>
                        </p:par>
                        <p:par>
                          <p:cTn id="396" fill="hold">
                            <p:stCondLst>
                              <p:cond delay="10200"/>
                            </p:stCondLst>
                            <p:childTnLst>
                              <p:par>
                                <p:cTn id="397" presetID="10" presetClass="entr" presetSubtype="0" fill="hold" nodeType="afterEffect">
                                  <p:stCondLst>
                                    <p:cond delay="0"/>
                                  </p:stCondLst>
                                  <p:childTnLst>
                                    <p:set>
                                      <p:cBhvr>
                                        <p:cTn id="398" dur="1" fill="hold">
                                          <p:stCondLst>
                                            <p:cond delay="0"/>
                                          </p:stCondLst>
                                        </p:cTn>
                                        <p:tgtEl>
                                          <p:spTgt spid="645"/>
                                        </p:tgtEl>
                                        <p:attrNameLst>
                                          <p:attrName>style.visibility</p:attrName>
                                        </p:attrNameLst>
                                      </p:cBhvr>
                                      <p:to>
                                        <p:strVal val="visible"/>
                                      </p:to>
                                    </p:set>
                                    <p:animEffect transition="in" filter="fade">
                                      <p:cBhvr>
                                        <p:cTn id="399" dur="100"/>
                                        <p:tgtEl>
                                          <p:spTgt spid="645"/>
                                        </p:tgtEl>
                                      </p:cBhvr>
                                    </p:animEffect>
                                  </p:childTnLst>
                                </p:cTn>
                              </p:par>
                            </p:childTnLst>
                          </p:cTn>
                        </p:par>
                        <p:par>
                          <p:cTn id="400" fill="hold">
                            <p:stCondLst>
                              <p:cond delay="10300"/>
                            </p:stCondLst>
                            <p:childTnLst>
                              <p:par>
                                <p:cTn id="401" presetID="10" presetClass="entr" presetSubtype="0" fill="hold" nodeType="afterEffect">
                                  <p:stCondLst>
                                    <p:cond delay="0"/>
                                  </p:stCondLst>
                                  <p:childTnLst>
                                    <p:set>
                                      <p:cBhvr>
                                        <p:cTn id="402" dur="1" fill="hold">
                                          <p:stCondLst>
                                            <p:cond delay="0"/>
                                          </p:stCondLst>
                                        </p:cTn>
                                        <p:tgtEl>
                                          <p:spTgt spid="646"/>
                                        </p:tgtEl>
                                        <p:attrNameLst>
                                          <p:attrName>style.visibility</p:attrName>
                                        </p:attrNameLst>
                                      </p:cBhvr>
                                      <p:to>
                                        <p:strVal val="visible"/>
                                      </p:to>
                                    </p:set>
                                    <p:animEffect transition="in" filter="fade">
                                      <p:cBhvr>
                                        <p:cTn id="403" dur="100"/>
                                        <p:tgtEl>
                                          <p:spTgt spid="646"/>
                                        </p:tgtEl>
                                      </p:cBhvr>
                                    </p:animEffect>
                                  </p:childTnLst>
                                </p:cTn>
                              </p:par>
                            </p:childTnLst>
                          </p:cTn>
                        </p:par>
                        <p:par>
                          <p:cTn id="404" fill="hold">
                            <p:stCondLst>
                              <p:cond delay="10400"/>
                            </p:stCondLst>
                            <p:childTnLst>
                              <p:par>
                                <p:cTn id="405" presetID="10" presetClass="entr" presetSubtype="0" fill="hold" nodeType="afterEffect">
                                  <p:stCondLst>
                                    <p:cond delay="0"/>
                                  </p:stCondLst>
                                  <p:childTnLst>
                                    <p:set>
                                      <p:cBhvr>
                                        <p:cTn id="406" dur="1" fill="hold">
                                          <p:stCondLst>
                                            <p:cond delay="0"/>
                                          </p:stCondLst>
                                        </p:cTn>
                                        <p:tgtEl>
                                          <p:spTgt spid="647"/>
                                        </p:tgtEl>
                                        <p:attrNameLst>
                                          <p:attrName>style.visibility</p:attrName>
                                        </p:attrNameLst>
                                      </p:cBhvr>
                                      <p:to>
                                        <p:strVal val="visible"/>
                                      </p:to>
                                    </p:set>
                                    <p:animEffect transition="in" filter="fade">
                                      <p:cBhvr>
                                        <p:cTn id="407" dur="100"/>
                                        <p:tgtEl>
                                          <p:spTgt spid="647"/>
                                        </p:tgtEl>
                                      </p:cBhvr>
                                    </p:animEffect>
                                  </p:childTnLst>
                                </p:cTn>
                              </p:par>
                            </p:childTnLst>
                          </p:cTn>
                        </p:par>
                        <p:par>
                          <p:cTn id="408" fill="hold">
                            <p:stCondLst>
                              <p:cond delay="10500"/>
                            </p:stCondLst>
                            <p:childTnLst>
                              <p:par>
                                <p:cTn id="409" presetID="10" presetClass="entr" presetSubtype="0" fill="hold" nodeType="afterEffect">
                                  <p:stCondLst>
                                    <p:cond delay="0"/>
                                  </p:stCondLst>
                                  <p:childTnLst>
                                    <p:set>
                                      <p:cBhvr>
                                        <p:cTn id="410" dur="1" fill="hold">
                                          <p:stCondLst>
                                            <p:cond delay="0"/>
                                          </p:stCondLst>
                                        </p:cTn>
                                        <p:tgtEl>
                                          <p:spTgt spid="648"/>
                                        </p:tgtEl>
                                        <p:attrNameLst>
                                          <p:attrName>style.visibility</p:attrName>
                                        </p:attrNameLst>
                                      </p:cBhvr>
                                      <p:to>
                                        <p:strVal val="visible"/>
                                      </p:to>
                                    </p:set>
                                    <p:animEffect transition="in" filter="fade">
                                      <p:cBhvr>
                                        <p:cTn id="411" dur="100"/>
                                        <p:tgtEl>
                                          <p:spTgt spid="648"/>
                                        </p:tgtEl>
                                      </p:cBhvr>
                                    </p:animEffect>
                                  </p:childTnLst>
                                </p:cTn>
                              </p:par>
                            </p:childTnLst>
                          </p:cTn>
                        </p:par>
                        <p:par>
                          <p:cTn id="412" fill="hold">
                            <p:stCondLst>
                              <p:cond delay="10600"/>
                            </p:stCondLst>
                            <p:childTnLst>
                              <p:par>
                                <p:cTn id="413" presetID="10" presetClass="entr" presetSubtype="0" fill="hold" nodeType="afterEffect">
                                  <p:stCondLst>
                                    <p:cond delay="0"/>
                                  </p:stCondLst>
                                  <p:childTnLst>
                                    <p:set>
                                      <p:cBhvr>
                                        <p:cTn id="414" dur="1" fill="hold">
                                          <p:stCondLst>
                                            <p:cond delay="0"/>
                                          </p:stCondLst>
                                        </p:cTn>
                                        <p:tgtEl>
                                          <p:spTgt spid="649"/>
                                        </p:tgtEl>
                                        <p:attrNameLst>
                                          <p:attrName>style.visibility</p:attrName>
                                        </p:attrNameLst>
                                      </p:cBhvr>
                                      <p:to>
                                        <p:strVal val="visible"/>
                                      </p:to>
                                    </p:set>
                                    <p:animEffect transition="in" filter="fade">
                                      <p:cBhvr>
                                        <p:cTn id="415" dur="100"/>
                                        <p:tgtEl>
                                          <p:spTgt spid="649"/>
                                        </p:tgtEl>
                                      </p:cBhvr>
                                    </p:animEffect>
                                  </p:childTnLst>
                                </p:cTn>
                              </p:par>
                            </p:childTnLst>
                          </p:cTn>
                        </p:par>
                        <p:par>
                          <p:cTn id="416" fill="hold">
                            <p:stCondLst>
                              <p:cond delay="10700"/>
                            </p:stCondLst>
                            <p:childTnLst>
                              <p:par>
                                <p:cTn id="417" presetID="10" presetClass="entr" presetSubtype="0" fill="hold" nodeType="afterEffect">
                                  <p:stCondLst>
                                    <p:cond delay="0"/>
                                  </p:stCondLst>
                                  <p:childTnLst>
                                    <p:set>
                                      <p:cBhvr>
                                        <p:cTn id="418" dur="1" fill="hold">
                                          <p:stCondLst>
                                            <p:cond delay="0"/>
                                          </p:stCondLst>
                                        </p:cTn>
                                        <p:tgtEl>
                                          <p:spTgt spid="650"/>
                                        </p:tgtEl>
                                        <p:attrNameLst>
                                          <p:attrName>style.visibility</p:attrName>
                                        </p:attrNameLst>
                                      </p:cBhvr>
                                      <p:to>
                                        <p:strVal val="visible"/>
                                      </p:to>
                                    </p:set>
                                    <p:animEffect transition="in" filter="fade">
                                      <p:cBhvr>
                                        <p:cTn id="419" dur="100"/>
                                        <p:tgtEl>
                                          <p:spTgt spid="650"/>
                                        </p:tgtEl>
                                      </p:cBhvr>
                                    </p:animEffect>
                                  </p:childTnLst>
                                </p:cTn>
                              </p:par>
                            </p:childTnLst>
                          </p:cTn>
                        </p:par>
                        <p:par>
                          <p:cTn id="420" fill="hold">
                            <p:stCondLst>
                              <p:cond delay="10800"/>
                            </p:stCondLst>
                            <p:childTnLst>
                              <p:par>
                                <p:cTn id="421" presetID="10" presetClass="entr" presetSubtype="0" fill="hold" nodeType="afterEffect">
                                  <p:stCondLst>
                                    <p:cond delay="0"/>
                                  </p:stCondLst>
                                  <p:childTnLst>
                                    <p:set>
                                      <p:cBhvr>
                                        <p:cTn id="422" dur="1" fill="hold">
                                          <p:stCondLst>
                                            <p:cond delay="0"/>
                                          </p:stCondLst>
                                        </p:cTn>
                                        <p:tgtEl>
                                          <p:spTgt spid="651"/>
                                        </p:tgtEl>
                                        <p:attrNameLst>
                                          <p:attrName>style.visibility</p:attrName>
                                        </p:attrNameLst>
                                      </p:cBhvr>
                                      <p:to>
                                        <p:strVal val="visible"/>
                                      </p:to>
                                    </p:set>
                                    <p:animEffect transition="in" filter="fade">
                                      <p:cBhvr>
                                        <p:cTn id="423" dur="100"/>
                                        <p:tgtEl>
                                          <p:spTgt spid="651"/>
                                        </p:tgtEl>
                                      </p:cBhvr>
                                    </p:animEffect>
                                  </p:childTnLst>
                                </p:cTn>
                              </p:par>
                            </p:childTnLst>
                          </p:cTn>
                        </p:par>
                        <p:par>
                          <p:cTn id="424" fill="hold">
                            <p:stCondLst>
                              <p:cond delay="10900"/>
                            </p:stCondLst>
                            <p:childTnLst>
                              <p:par>
                                <p:cTn id="425" presetID="10" presetClass="entr" presetSubtype="0" fill="hold" nodeType="afterEffect">
                                  <p:stCondLst>
                                    <p:cond delay="0"/>
                                  </p:stCondLst>
                                  <p:childTnLst>
                                    <p:set>
                                      <p:cBhvr>
                                        <p:cTn id="426" dur="1" fill="hold">
                                          <p:stCondLst>
                                            <p:cond delay="0"/>
                                          </p:stCondLst>
                                        </p:cTn>
                                        <p:tgtEl>
                                          <p:spTgt spid="652"/>
                                        </p:tgtEl>
                                        <p:attrNameLst>
                                          <p:attrName>style.visibility</p:attrName>
                                        </p:attrNameLst>
                                      </p:cBhvr>
                                      <p:to>
                                        <p:strVal val="visible"/>
                                      </p:to>
                                    </p:set>
                                    <p:animEffect transition="in" filter="fade">
                                      <p:cBhvr>
                                        <p:cTn id="427" dur="100"/>
                                        <p:tgtEl>
                                          <p:spTgt spid="652"/>
                                        </p:tgtEl>
                                      </p:cBhvr>
                                    </p:animEffect>
                                  </p:childTnLst>
                                </p:cTn>
                              </p:par>
                            </p:childTnLst>
                          </p:cTn>
                        </p:par>
                        <p:par>
                          <p:cTn id="428" fill="hold">
                            <p:stCondLst>
                              <p:cond delay="11000"/>
                            </p:stCondLst>
                            <p:childTnLst>
                              <p:par>
                                <p:cTn id="429" presetID="10" presetClass="entr" presetSubtype="0" fill="hold" nodeType="afterEffect">
                                  <p:stCondLst>
                                    <p:cond delay="0"/>
                                  </p:stCondLst>
                                  <p:childTnLst>
                                    <p:set>
                                      <p:cBhvr>
                                        <p:cTn id="430" dur="1" fill="hold">
                                          <p:stCondLst>
                                            <p:cond delay="0"/>
                                          </p:stCondLst>
                                        </p:cTn>
                                        <p:tgtEl>
                                          <p:spTgt spid="653"/>
                                        </p:tgtEl>
                                        <p:attrNameLst>
                                          <p:attrName>style.visibility</p:attrName>
                                        </p:attrNameLst>
                                      </p:cBhvr>
                                      <p:to>
                                        <p:strVal val="visible"/>
                                      </p:to>
                                    </p:set>
                                    <p:animEffect transition="in" filter="fade">
                                      <p:cBhvr>
                                        <p:cTn id="431" dur="100"/>
                                        <p:tgtEl>
                                          <p:spTgt spid="653"/>
                                        </p:tgtEl>
                                      </p:cBhvr>
                                    </p:animEffect>
                                  </p:childTnLst>
                                </p:cTn>
                              </p:par>
                            </p:childTnLst>
                          </p:cTn>
                        </p:par>
                        <p:par>
                          <p:cTn id="432" fill="hold">
                            <p:stCondLst>
                              <p:cond delay="11100"/>
                            </p:stCondLst>
                            <p:childTnLst>
                              <p:par>
                                <p:cTn id="433" presetID="10" presetClass="entr" presetSubtype="0" fill="hold" nodeType="afterEffect">
                                  <p:stCondLst>
                                    <p:cond delay="0"/>
                                  </p:stCondLst>
                                  <p:childTnLst>
                                    <p:set>
                                      <p:cBhvr>
                                        <p:cTn id="434" dur="1" fill="hold">
                                          <p:stCondLst>
                                            <p:cond delay="0"/>
                                          </p:stCondLst>
                                        </p:cTn>
                                        <p:tgtEl>
                                          <p:spTgt spid="654"/>
                                        </p:tgtEl>
                                        <p:attrNameLst>
                                          <p:attrName>style.visibility</p:attrName>
                                        </p:attrNameLst>
                                      </p:cBhvr>
                                      <p:to>
                                        <p:strVal val="visible"/>
                                      </p:to>
                                    </p:set>
                                    <p:animEffect transition="in" filter="fade">
                                      <p:cBhvr>
                                        <p:cTn id="435" dur="100"/>
                                        <p:tgtEl>
                                          <p:spTgt spid="654"/>
                                        </p:tgtEl>
                                      </p:cBhvr>
                                    </p:animEffect>
                                  </p:childTnLst>
                                </p:cTn>
                              </p:par>
                            </p:childTnLst>
                          </p:cTn>
                        </p:par>
                        <p:par>
                          <p:cTn id="436" fill="hold">
                            <p:stCondLst>
                              <p:cond delay="11200"/>
                            </p:stCondLst>
                            <p:childTnLst>
                              <p:par>
                                <p:cTn id="437" presetID="10" presetClass="entr" presetSubtype="0" fill="hold" nodeType="afterEffect">
                                  <p:stCondLst>
                                    <p:cond delay="0"/>
                                  </p:stCondLst>
                                  <p:childTnLst>
                                    <p:set>
                                      <p:cBhvr>
                                        <p:cTn id="438" dur="1" fill="hold">
                                          <p:stCondLst>
                                            <p:cond delay="0"/>
                                          </p:stCondLst>
                                        </p:cTn>
                                        <p:tgtEl>
                                          <p:spTgt spid="655"/>
                                        </p:tgtEl>
                                        <p:attrNameLst>
                                          <p:attrName>style.visibility</p:attrName>
                                        </p:attrNameLst>
                                      </p:cBhvr>
                                      <p:to>
                                        <p:strVal val="visible"/>
                                      </p:to>
                                    </p:set>
                                    <p:animEffect transition="in" filter="fade">
                                      <p:cBhvr>
                                        <p:cTn id="439" dur="100"/>
                                        <p:tgtEl>
                                          <p:spTgt spid="655"/>
                                        </p:tgtEl>
                                      </p:cBhvr>
                                    </p:animEffect>
                                  </p:childTnLst>
                                </p:cTn>
                              </p:par>
                            </p:childTnLst>
                          </p:cTn>
                        </p:par>
                        <p:par>
                          <p:cTn id="440" fill="hold">
                            <p:stCondLst>
                              <p:cond delay="11300"/>
                            </p:stCondLst>
                            <p:childTnLst>
                              <p:par>
                                <p:cTn id="441" presetID="10" presetClass="entr" presetSubtype="0" fill="hold" nodeType="afterEffect">
                                  <p:stCondLst>
                                    <p:cond delay="0"/>
                                  </p:stCondLst>
                                  <p:childTnLst>
                                    <p:set>
                                      <p:cBhvr>
                                        <p:cTn id="442" dur="1" fill="hold">
                                          <p:stCondLst>
                                            <p:cond delay="0"/>
                                          </p:stCondLst>
                                        </p:cTn>
                                        <p:tgtEl>
                                          <p:spTgt spid="656"/>
                                        </p:tgtEl>
                                        <p:attrNameLst>
                                          <p:attrName>style.visibility</p:attrName>
                                        </p:attrNameLst>
                                      </p:cBhvr>
                                      <p:to>
                                        <p:strVal val="visible"/>
                                      </p:to>
                                    </p:set>
                                    <p:animEffect transition="in" filter="fade">
                                      <p:cBhvr>
                                        <p:cTn id="443" dur="100"/>
                                        <p:tgtEl>
                                          <p:spTgt spid="656"/>
                                        </p:tgtEl>
                                      </p:cBhvr>
                                    </p:animEffect>
                                  </p:childTnLst>
                                </p:cTn>
                              </p:par>
                            </p:childTnLst>
                          </p:cTn>
                        </p:par>
                        <p:par>
                          <p:cTn id="444" fill="hold">
                            <p:stCondLst>
                              <p:cond delay="11400"/>
                            </p:stCondLst>
                            <p:childTnLst>
                              <p:par>
                                <p:cTn id="445" presetID="10" presetClass="entr" presetSubtype="0" fill="hold" nodeType="afterEffect">
                                  <p:stCondLst>
                                    <p:cond delay="0"/>
                                  </p:stCondLst>
                                  <p:childTnLst>
                                    <p:set>
                                      <p:cBhvr>
                                        <p:cTn id="446" dur="1" fill="hold">
                                          <p:stCondLst>
                                            <p:cond delay="0"/>
                                          </p:stCondLst>
                                        </p:cTn>
                                        <p:tgtEl>
                                          <p:spTgt spid="657"/>
                                        </p:tgtEl>
                                        <p:attrNameLst>
                                          <p:attrName>style.visibility</p:attrName>
                                        </p:attrNameLst>
                                      </p:cBhvr>
                                      <p:to>
                                        <p:strVal val="visible"/>
                                      </p:to>
                                    </p:set>
                                    <p:animEffect transition="in" filter="fade">
                                      <p:cBhvr>
                                        <p:cTn id="447" dur="100"/>
                                        <p:tgtEl>
                                          <p:spTgt spid="657"/>
                                        </p:tgtEl>
                                      </p:cBhvr>
                                    </p:animEffect>
                                  </p:childTnLst>
                                </p:cTn>
                              </p:par>
                            </p:childTnLst>
                          </p:cTn>
                        </p:par>
                        <p:par>
                          <p:cTn id="448" fill="hold">
                            <p:stCondLst>
                              <p:cond delay="11500"/>
                            </p:stCondLst>
                            <p:childTnLst>
                              <p:par>
                                <p:cTn id="449" presetID="10" presetClass="entr" presetSubtype="0" fill="hold" nodeType="afterEffect">
                                  <p:stCondLst>
                                    <p:cond delay="0"/>
                                  </p:stCondLst>
                                  <p:childTnLst>
                                    <p:set>
                                      <p:cBhvr>
                                        <p:cTn id="450" dur="1" fill="hold">
                                          <p:stCondLst>
                                            <p:cond delay="0"/>
                                          </p:stCondLst>
                                        </p:cTn>
                                        <p:tgtEl>
                                          <p:spTgt spid="658"/>
                                        </p:tgtEl>
                                        <p:attrNameLst>
                                          <p:attrName>style.visibility</p:attrName>
                                        </p:attrNameLst>
                                      </p:cBhvr>
                                      <p:to>
                                        <p:strVal val="visible"/>
                                      </p:to>
                                    </p:set>
                                    <p:animEffect transition="in" filter="fade">
                                      <p:cBhvr>
                                        <p:cTn id="451" dur="100"/>
                                        <p:tgtEl>
                                          <p:spTgt spid="658"/>
                                        </p:tgtEl>
                                      </p:cBhvr>
                                    </p:animEffect>
                                  </p:childTnLst>
                                </p:cTn>
                              </p:par>
                            </p:childTnLst>
                          </p:cTn>
                        </p:par>
                        <p:par>
                          <p:cTn id="452" fill="hold">
                            <p:stCondLst>
                              <p:cond delay="11600"/>
                            </p:stCondLst>
                            <p:childTnLst>
                              <p:par>
                                <p:cTn id="453" presetID="10" presetClass="entr" presetSubtype="0" fill="hold" nodeType="afterEffect">
                                  <p:stCondLst>
                                    <p:cond delay="0"/>
                                  </p:stCondLst>
                                  <p:childTnLst>
                                    <p:set>
                                      <p:cBhvr>
                                        <p:cTn id="454" dur="1" fill="hold">
                                          <p:stCondLst>
                                            <p:cond delay="0"/>
                                          </p:stCondLst>
                                        </p:cTn>
                                        <p:tgtEl>
                                          <p:spTgt spid="659"/>
                                        </p:tgtEl>
                                        <p:attrNameLst>
                                          <p:attrName>style.visibility</p:attrName>
                                        </p:attrNameLst>
                                      </p:cBhvr>
                                      <p:to>
                                        <p:strVal val="visible"/>
                                      </p:to>
                                    </p:set>
                                    <p:animEffect transition="in" filter="fade">
                                      <p:cBhvr>
                                        <p:cTn id="455" dur="100"/>
                                        <p:tgtEl>
                                          <p:spTgt spid="659"/>
                                        </p:tgtEl>
                                      </p:cBhvr>
                                    </p:animEffect>
                                  </p:childTnLst>
                                </p:cTn>
                              </p:par>
                            </p:childTnLst>
                          </p:cTn>
                        </p:par>
                        <p:par>
                          <p:cTn id="456" fill="hold">
                            <p:stCondLst>
                              <p:cond delay="11700"/>
                            </p:stCondLst>
                            <p:childTnLst>
                              <p:par>
                                <p:cTn id="457" presetID="10" presetClass="entr" presetSubtype="0" fill="hold" nodeType="afterEffect">
                                  <p:stCondLst>
                                    <p:cond delay="0"/>
                                  </p:stCondLst>
                                  <p:childTnLst>
                                    <p:set>
                                      <p:cBhvr>
                                        <p:cTn id="458" dur="1" fill="hold">
                                          <p:stCondLst>
                                            <p:cond delay="0"/>
                                          </p:stCondLst>
                                        </p:cTn>
                                        <p:tgtEl>
                                          <p:spTgt spid="660"/>
                                        </p:tgtEl>
                                        <p:attrNameLst>
                                          <p:attrName>style.visibility</p:attrName>
                                        </p:attrNameLst>
                                      </p:cBhvr>
                                      <p:to>
                                        <p:strVal val="visible"/>
                                      </p:to>
                                    </p:set>
                                    <p:animEffect transition="in" filter="fade">
                                      <p:cBhvr>
                                        <p:cTn id="459" dur="100"/>
                                        <p:tgtEl>
                                          <p:spTgt spid="660"/>
                                        </p:tgtEl>
                                      </p:cBhvr>
                                    </p:animEffect>
                                  </p:childTnLst>
                                </p:cTn>
                              </p:par>
                            </p:childTnLst>
                          </p:cTn>
                        </p:par>
                        <p:par>
                          <p:cTn id="460" fill="hold">
                            <p:stCondLst>
                              <p:cond delay="11800"/>
                            </p:stCondLst>
                            <p:childTnLst>
                              <p:par>
                                <p:cTn id="461" presetID="10" presetClass="entr" presetSubtype="0" fill="hold" nodeType="afterEffect">
                                  <p:stCondLst>
                                    <p:cond delay="0"/>
                                  </p:stCondLst>
                                  <p:childTnLst>
                                    <p:set>
                                      <p:cBhvr>
                                        <p:cTn id="462" dur="1" fill="hold">
                                          <p:stCondLst>
                                            <p:cond delay="0"/>
                                          </p:stCondLst>
                                        </p:cTn>
                                        <p:tgtEl>
                                          <p:spTgt spid="661"/>
                                        </p:tgtEl>
                                        <p:attrNameLst>
                                          <p:attrName>style.visibility</p:attrName>
                                        </p:attrNameLst>
                                      </p:cBhvr>
                                      <p:to>
                                        <p:strVal val="visible"/>
                                      </p:to>
                                    </p:set>
                                    <p:animEffect transition="in" filter="fade">
                                      <p:cBhvr>
                                        <p:cTn id="463" dur="100"/>
                                        <p:tgtEl>
                                          <p:spTgt spid="661"/>
                                        </p:tgtEl>
                                      </p:cBhvr>
                                    </p:animEffect>
                                  </p:childTnLst>
                                </p:cTn>
                              </p:par>
                            </p:childTnLst>
                          </p:cTn>
                        </p:par>
                        <p:par>
                          <p:cTn id="464" fill="hold">
                            <p:stCondLst>
                              <p:cond delay="11900"/>
                            </p:stCondLst>
                            <p:childTnLst>
                              <p:par>
                                <p:cTn id="465" presetID="10" presetClass="entr" presetSubtype="0" fill="hold" nodeType="afterEffect">
                                  <p:stCondLst>
                                    <p:cond delay="0"/>
                                  </p:stCondLst>
                                  <p:childTnLst>
                                    <p:set>
                                      <p:cBhvr>
                                        <p:cTn id="466" dur="1" fill="hold">
                                          <p:stCondLst>
                                            <p:cond delay="0"/>
                                          </p:stCondLst>
                                        </p:cTn>
                                        <p:tgtEl>
                                          <p:spTgt spid="662"/>
                                        </p:tgtEl>
                                        <p:attrNameLst>
                                          <p:attrName>style.visibility</p:attrName>
                                        </p:attrNameLst>
                                      </p:cBhvr>
                                      <p:to>
                                        <p:strVal val="visible"/>
                                      </p:to>
                                    </p:set>
                                    <p:animEffect transition="in" filter="fade">
                                      <p:cBhvr>
                                        <p:cTn id="467" dur="100"/>
                                        <p:tgtEl>
                                          <p:spTgt spid="662"/>
                                        </p:tgtEl>
                                      </p:cBhvr>
                                    </p:animEffect>
                                  </p:childTnLst>
                                </p:cTn>
                              </p:par>
                            </p:childTnLst>
                          </p:cTn>
                        </p:par>
                        <p:par>
                          <p:cTn id="468" fill="hold">
                            <p:stCondLst>
                              <p:cond delay="12000"/>
                            </p:stCondLst>
                            <p:childTnLst>
                              <p:par>
                                <p:cTn id="469" presetID="10" presetClass="entr" presetSubtype="0" fill="hold" nodeType="afterEffect">
                                  <p:stCondLst>
                                    <p:cond delay="0"/>
                                  </p:stCondLst>
                                  <p:childTnLst>
                                    <p:set>
                                      <p:cBhvr>
                                        <p:cTn id="470" dur="1" fill="hold">
                                          <p:stCondLst>
                                            <p:cond delay="0"/>
                                          </p:stCondLst>
                                        </p:cTn>
                                        <p:tgtEl>
                                          <p:spTgt spid="663"/>
                                        </p:tgtEl>
                                        <p:attrNameLst>
                                          <p:attrName>style.visibility</p:attrName>
                                        </p:attrNameLst>
                                      </p:cBhvr>
                                      <p:to>
                                        <p:strVal val="visible"/>
                                      </p:to>
                                    </p:set>
                                    <p:animEffect transition="in" filter="fade">
                                      <p:cBhvr>
                                        <p:cTn id="471" dur="100"/>
                                        <p:tgtEl>
                                          <p:spTgt spid="663"/>
                                        </p:tgtEl>
                                      </p:cBhvr>
                                    </p:animEffect>
                                  </p:childTnLst>
                                </p:cTn>
                              </p:par>
                            </p:childTnLst>
                          </p:cTn>
                        </p:par>
                        <p:par>
                          <p:cTn id="472" fill="hold">
                            <p:stCondLst>
                              <p:cond delay="12100"/>
                            </p:stCondLst>
                            <p:childTnLst>
                              <p:par>
                                <p:cTn id="473" presetID="10" presetClass="entr" presetSubtype="0" fill="hold" nodeType="afterEffect">
                                  <p:stCondLst>
                                    <p:cond delay="0"/>
                                  </p:stCondLst>
                                  <p:childTnLst>
                                    <p:set>
                                      <p:cBhvr>
                                        <p:cTn id="474" dur="1" fill="hold">
                                          <p:stCondLst>
                                            <p:cond delay="0"/>
                                          </p:stCondLst>
                                        </p:cTn>
                                        <p:tgtEl>
                                          <p:spTgt spid="664"/>
                                        </p:tgtEl>
                                        <p:attrNameLst>
                                          <p:attrName>style.visibility</p:attrName>
                                        </p:attrNameLst>
                                      </p:cBhvr>
                                      <p:to>
                                        <p:strVal val="visible"/>
                                      </p:to>
                                    </p:set>
                                    <p:animEffect transition="in" filter="fade">
                                      <p:cBhvr>
                                        <p:cTn id="475" dur="100"/>
                                        <p:tgtEl>
                                          <p:spTgt spid="664"/>
                                        </p:tgtEl>
                                      </p:cBhvr>
                                    </p:animEffect>
                                  </p:childTnLst>
                                </p:cTn>
                              </p:par>
                            </p:childTnLst>
                          </p:cTn>
                        </p:par>
                        <p:par>
                          <p:cTn id="476" fill="hold">
                            <p:stCondLst>
                              <p:cond delay="12200"/>
                            </p:stCondLst>
                            <p:childTnLst>
                              <p:par>
                                <p:cTn id="477" presetID="10" presetClass="entr" presetSubtype="0" fill="hold" nodeType="afterEffect">
                                  <p:stCondLst>
                                    <p:cond delay="0"/>
                                  </p:stCondLst>
                                  <p:childTnLst>
                                    <p:set>
                                      <p:cBhvr>
                                        <p:cTn id="478" dur="1" fill="hold">
                                          <p:stCondLst>
                                            <p:cond delay="0"/>
                                          </p:stCondLst>
                                        </p:cTn>
                                        <p:tgtEl>
                                          <p:spTgt spid="665"/>
                                        </p:tgtEl>
                                        <p:attrNameLst>
                                          <p:attrName>style.visibility</p:attrName>
                                        </p:attrNameLst>
                                      </p:cBhvr>
                                      <p:to>
                                        <p:strVal val="visible"/>
                                      </p:to>
                                    </p:set>
                                    <p:animEffect transition="in" filter="fade">
                                      <p:cBhvr>
                                        <p:cTn id="479" dur="100"/>
                                        <p:tgtEl>
                                          <p:spTgt spid="665"/>
                                        </p:tgtEl>
                                      </p:cBhvr>
                                    </p:animEffect>
                                  </p:childTnLst>
                                </p:cTn>
                              </p:par>
                            </p:childTnLst>
                          </p:cTn>
                        </p:par>
                        <p:par>
                          <p:cTn id="480" fill="hold">
                            <p:stCondLst>
                              <p:cond delay="12300"/>
                            </p:stCondLst>
                            <p:childTnLst>
                              <p:par>
                                <p:cTn id="481" presetID="10" presetClass="entr" presetSubtype="0" fill="hold" nodeType="afterEffect">
                                  <p:stCondLst>
                                    <p:cond delay="0"/>
                                  </p:stCondLst>
                                  <p:childTnLst>
                                    <p:set>
                                      <p:cBhvr>
                                        <p:cTn id="482" dur="1" fill="hold">
                                          <p:stCondLst>
                                            <p:cond delay="0"/>
                                          </p:stCondLst>
                                        </p:cTn>
                                        <p:tgtEl>
                                          <p:spTgt spid="666"/>
                                        </p:tgtEl>
                                        <p:attrNameLst>
                                          <p:attrName>style.visibility</p:attrName>
                                        </p:attrNameLst>
                                      </p:cBhvr>
                                      <p:to>
                                        <p:strVal val="visible"/>
                                      </p:to>
                                    </p:set>
                                    <p:animEffect transition="in" filter="fade">
                                      <p:cBhvr>
                                        <p:cTn id="483" dur="100"/>
                                        <p:tgtEl>
                                          <p:spTgt spid="666"/>
                                        </p:tgtEl>
                                      </p:cBhvr>
                                    </p:animEffect>
                                  </p:childTnLst>
                                </p:cTn>
                              </p:par>
                            </p:childTnLst>
                          </p:cTn>
                        </p:par>
                        <p:par>
                          <p:cTn id="484" fill="hold">
                            <p:stCondLst>
                              <p:cond delay="12400"/>
                            </p:stCondLst>
                            <p:childTnLst>
                              <p:par>
                                <p:cTn id="485" presetID="10" presetClass="entr" presetSubtype="0" fill="hold" nodeType="afterEffect">
                                  <p:stCondLst>
                                    <p:cond delay="0"/>
                                  </p:stCondLst>
                                  <p:childTnLst>
                                    <p:set>
                                      <p:cBhvr>
                                        <p:cTn id="486" dur="1" fill="hold">
                                          <p:stCondLst>
                                            <p:cond delay="0"/>
                                          </p:stCondLst>
                                        </p:cTn>
                                        <p:tgtEl>
                                          <p:spTgt spid="667"/>
                                        </p:tgtEl>
                                        <p:attrNameLst>
                                          <p:attrName>style.visibility</p:attrName>
                                        </p:attrNameLst>
                                      </p:cBhvr>
                                      <p:to>
                                        <p:strVal val="visible"/>
                                      </p:to>
                                    </p:set>
                                    <p:animEffect transition="in" filter="fade">
                                      <p:cBhvr>
                                        <p:cTn id="487" dur="100"/>
                                        <p:tgtEl>
                                          <p:spTgt spid="667"/>
                                        </p:tgtEl>
                                      </p:cBhvr>
                                    </p:animEffect>
                                  </p:childTnLst>
                                </p:cTn>
                              </p:par>
                            </p:childTnLst>
                          </p:cTn>
                        </p:par>
                        <p:par>
                          <p:cTn id="488" fill="hold">
                            <p:stCondLst>
                              <p:cond delay="12500"/>
                            </p:stCondLst>
                            <p:childTnLst>
                              <p:par>
                                <p:cTn id="489" presetID="10" presetClass="entr" presetSubtype="0" fill="hold" nodeType="afterEffect">
                                  <p:stCondLst>
                                    <p:cond delay="0"/>
                                  </p:stCondLst>
                                  <p:childTnLst>
                                    <p:set>
                                      <p:cBhvr>
                                        <p:cTn id="490" dur="1" fill="hold">
                                          <p:stCondLst>
                                            <p:cond delay="0"/>
                                          </p:stCondLst>
                                        </p:cTn>
                                        <p:tgtEl>
                                          <p:spTgt spid="668"/>
                                        </p:tgtEl>
                                        <p:attrNameLst>
                                          <p:attrName>style.visibility</p:attrName>
                                        </p:attrNameLst>
                                      </p:cBhvr>
                                      <p:to>
                                        <p:strVal val="visible"/>
                                      </p:to>
                                    </p:set>
                                    <p:animEffect transition="in" filter="fade">
                                      <p:cBhvr>
                                        <p:cTn id="491" dur="100"/>
                                        <p:tgtEl>
                                          <p:spTgt spid="668"/>
                                        </p:tgtEl>
                                      </p:cBhvr>
                                    </p:animEffect>
                                  </p:childTnLst>
                                </p:cTn>
                              </p:par>
                            </p:childTnLst>
                          </p:cTn>
                        </p:par>
                        <p:par>
                          <p:cTn id="492" fill="hold">
                            <p:stCondLst>
                              <p:cond delay="12600"/>
                            </p:stCondLst>
                            <p:childTnLst>
                              <p:par>
                                <p:cTn id="493" presetID="10" presetClass="entr" presetSubtype="0" fill="hold" nodeType="afterEffect">
                                  <p:stCondLst>
                                    <p:cond delay="0"/>
                                  </p:stCondLst>
                                  <p:childTnLst>
                                    <p:set>
                                      <p:cBhvr>
                                        <p:cTn id="494" dur="1" fill="hold">
                                          <p:stCondLst>
                                            <p:cond delay="0"/>
                                          </p:stCondLst>
                                        </p:cTn>
                                        <p:tgtEl>
                                          <p:spTgt spid="669"/>
                                        </p:tgtEl>
                                        <p:attrNameLst>
                                          <p:attrName>style.visibility</p:attrName>
                                        </p:attrNameLst>
                                      </p:cBhvr>
                                      <p:to>
                                        <p:strVal val="visible"/>
                                      </p:to>
                                    </p:set>
                                    <p:animEffect transition="in" filter="fade">
                                      <p:cBhvr>
                                        <p:cTn id="495" dur="100"/>
                                        <p:tgtEl>
                                          <p:spTgt spid="669"/>
                                        </p:tgtEl>
                                      </p:cBhvr>
                                    </p:animEffect>
                                  </p:childTnLst>
                                </p:cTn>
                              </p:par>
                            </p:childTnLst>
                          </p:cTn>
                        </p:par>
                        <p:par>
                          <p:cTn id="496" fill="hold">
                            <p:stCondLst>
                              <p:cond delay="12700"/>
                            </p:stCondLst>
                            <p:childTnLst>
                              <p:par>
                                <p:cTn id="497" presetID="10" presetClass="entr" presetSubtype="0" fill="hold" nodeType="afterEffect">
                                  <p:stCondLst>
                                    <p:cond delay="0"/>
                                  </p:stCondLst>
                                  <p:childTnLst>
                                    <p:set>
                                      <p:cBhvr>
                                        <p:cTn id="498" dur="1" fill="hold">
                                          <p:stCondLst>
                                            <p:cond delay="0"/>
                                          </p:stCondLst>
                                        </p:cTn>
                                        <p:tgtEl>
                                          <p:spTgt spid="670"/>
                                        </p:tgtEl>
                                        <p:attrNameLst>
                                          <p:attrName>style.visibility</p:attrName>
                                        </p:attrNameLst>
                                      </p:cBhvr>
                                      <p:to>
                                        <p:strVal val="visible"/>
                                      </p:to>
                                    </p:set>
                                    <p:animEffect transition="in" filter="fade">
                                      <p:cBhvr>
                                        <p:cTn id="499" dur="100"/>
                                        <p:tgtEl>
                                          <p:spTgt spid="670"/>
                                        </p:tgtEl>
                                      </p:cBhvr>
                                    </p:animEffect>
                                  </p:childTnLst>
                                </p:cTn>
                              </p:par>
                            </p:childTnLst>
                          </p:cTn>
                        </p:par>
                        <p:par>
                          <p:cTn id="500" fill="hold">
                            <p:stCondLst>
                              <p:cond delay="12800"/>
                            </p:stCondLst>
                            <p:childTnLst>
                              <p:par>
                                <p:cTn id="501" presetID="10" presetClass="entr" presetSubtype="0" fill="hold" nodeType="afterEffect">
                                  <p:stCondLst>
                                    <p:cond delay="0"/>
                                  </p:stCondLst>
                                  <p:childTnLst>
                                    <p:set>
                                      <p:cBhvr>
                                        <p:cTn id="502" dur="1" fill="hold">
                                          <p:stCondLst>
                                            <p:cond delay="0"/>
                                          </p:stCondLst>
                                        </p:cTn>
                                        <p:tgtEl>
                                          <p:spTgt spid="671"/>
                                        </p:tgtEl>
                                        <p:attrNameLst>
                                          <p:attrName>style.visibility</p:attrName>
                                        </p:attrNameLst>
                                      </p:cBhvr>
                                      <p:to>
                                        <p:strVal val="visible"/>
                                      </p:to>
                                    </p:set>
                                    <p:animEffect transition="in" filter="fade">
                                      <p:cBhvr>
                                        <p:cTn id="503" dur="100"/>
                                        <p:tgtEl>
                                          <p:spTgt spid="671"/>
                                        </p:tgtEl>
                                      </p:cBhvr>
                                    </p:animEffect>
                                  </p:childTnLst>
                                </p:cTn>
                              </p:par>
                            </p:childTnLst>
                          </p:cTn>
                        </p:par>
                        <p:par>
                          <p:cTn id="504" fill="hold">
                            <p:stCondLst>
                              <p:cond delay="12900"/>
                            </p:stCondLst>
                            <p:childTnLst>
                              <p:par>
                                <p:cTn id="505" presetID="10" presetClass="entr" presetSubtype="0" fill="hold" nodeType="afterEffect">
                                  <p:stCondLst>
                                    <p:cond delay="0"/>
                                  </p:stCondLst>
                                  <p:childTnLst>
                                    <p:set>
                                      <p:cBhvr>
                                        <p:cTn id="506" dur="1" fill="hold">
                                          <p:stCondLst>
                                            <p:cond delay="0"/>
                                          </p:stCondLst>
                                        </p:cTn>
                                        <p:tgtEl>
                                          <p:spTgt spid="672"/>
                                        </p:tgtEl>
                                        <p:attrNameLst>
                                          <p:attrName>style.visibility</p:attrName>
                                        </p:attrNameLst>
                                      </p:cBhvr>
                                      <p:to>
                                        <p:strVal val="visible"/>
                                      </p:to>
                                    </p:set>
                                    <p:animEffect transition="in" filter="fade">
                                      <p:cBhvr>
                                        <p:cTn id="507" dur="100"/>
                                        <p:tgtEl>
                                          <p:spTgt spid="672"/>
                                        </p:tgtEl>
                                      </p:cBhvr>
                                    </p:animEffect>
                                  </p:childTnLst>
                                </p:cTn>
                              </p:par>
                            </p:childTnLst>
                          </p:cTn>
                        </p:par>
                        <p:par>
                          <p:cTn id="508" fill="hold">
                            <p:stCondLst>
                              <p:cond delay="13000"/>
                            </p:stCondLst>
                            <p:childTnLst>
                              <p:par>
                                <p:cTn id="509" presetID="10" presetClass="entr" presetSubtype="0" fill="hold" nodeType="afterEffect">
                                  <p:stCondLst>
                                    <p:cond delay="0"/>
                                  </p:stCondLst>
                                  <p:childTnLst>
                                    <p:set>
                                      <p:cBhvr>
                                        <p:cTn id="510" dur="1" fill="hold">
                                          <p:stCondLst>
                                            <p:cond delay="0"/>
                                          </p:stCondLst>
                                        </p:cTn>
                                        <p:tgtEl>
                                          <p:spTgt spid="673"/>
                                        </p:tgtEl>
                                        <p:attrNameLst>
                                          <p:attrName>style.visibility</p:attrName>
                                        </p:attrNameLst>
                                      </p:cBhvr>
                                      <p:to>
                                        <p:strVal val="visible"/>
                                      </p:to>
                                    </p:set>
                                    <p:animEffect transition="in" filter="fade">
                                      <p:cBhvr>
                                        <p:cTn id="511" dur="100"/>
                                        <p:tgtEl>
                                          <p:spTgt spid="673"/>
                                        </p:tgtEl>
                                      </p:cBhvr>
                                    </p:animEffect>
                                  </p:childTnLst>
                                </p:cTn>
                              </p:par>
                            </p:childTnLst>
                          </p:cTn>
                        </p:par>
                        <p:par>
                          <p:cTn id="512" fill="hold">
                            <p:stCondLst>
                              <p:cond delay="13100"/>
                            </p:stCondLst>
                            <p:childTnLst>
                              <p:par>
                                <p:cTn id="513" presetID="10" presetClass="entr" presetSubtype="0" fill="hold" nodeType="afterEffect">
                                  <p:stCondLst>
                                    <p:cond delay="0"/>
                                  </p:stCondLst>
                                  <p:childTnLst>
                                    <p:set>
                                      <p:cBhvr>
                                        <p:cTn id="514" dur="1" fill="hold">
                                          <p:stCondLst>
                                            <p:cond delay="0"/>
                                          </p:stCondLst>
                                        </p:cTn>
                                        <p:tgtEl>
                                          <p:spTgt spid="714"/>
                                        </p:tgtEl>
                                        <p:attrNameLst>
                                          <p:attrName>style.visibility</p:attrName>
                                        </p:attrNameLst>
                                      </p:cBhvr>
                                      <p:to>
                                        <p:strVal val="visible"/>
                                      </p:to>
                                    </p:set>
                                    <p:animEffect transition="in" filter="fade">
                                      <p:cBhvr>
                                        <p:cTn id="515" dur="100"/>
                                        <p:tgtEl>
                                          <p:spTgt spid="714"/>
                                        </p:tgtEl>
                                      </p:cBhvr>
                                    </p:animEffect>
                                  </p:childTnLst>
                                </p:cTn>
                              </p:par>
                            </p:childTnLst>
                          </p:cTn>
                        </p:par>
                        <p:par>
                          <p:cTn id="516" fill="hold">
                            <p:stCondLst>
                              <p:cond delay="13200"/>
                            </p:stCondLst>
                            <p:childTnLst>
                              <p:par>
                                <p:cTn id="517" presetID="10" presetClass="entr" presetSubtype="0" fill="hold" nodeType="afterEffect">
                                  <p:stCondLst>
                                    <p:cond delay="0"/>
                                  </p:stCondLst>
                                  <p:childTnLst>
                                    <p:set>
                                      <p:cBhvr>
                                        <p:cTn id="518" dur="1" fill="hold">
                                          <p:stCondLst>
                                            <p:cond delay="0"/>
                                          </p:stCondLst>
                                        </p:cTn>
                                        <p:tgtEl>
                                          <p:spTgt spid="674"/>
                                        </p:tgtEl>
                                        <p:attrNameLst>
                                          <p:attrName>style.visibility</p:attrName>
                                        </p:attrNameLst>
                                      </p:cBhvr>
                                      <p:to>
                                        <p:strVal val="visible"/>
                                      </p:to>
                                    </p:set>
                                    <p:animEffect transition="in" filter="fade">
                                      <p:cBhvr>
                                        <p:cTn id="519" dur="100"/>
                                        <p:tgtEl>
                                          <p:spTgt spid="674"/>
                                        </p:tgtEl>
                                      </p:cBhvr>
                                    </p:animEffect>
                                  </p:childTnLst>
                                </p:cTn>
                              </p:par>
                            </p:childTnLst>
                          </p:cTn>
                        </p:par>
                        <p:par>
                          <p:cTn id="520" fill="hold">
                            <p:stCondLst>
                              <p:cond delay="13300"/>
                            </p:stCondLst>
                            <p:childTnLst>
                              <p:par>
                                <p:cTn id="521" presetID="10" presetClass="entr" presetSubtype="0" fill="hold" nodeType="afterEffect">
                                  <p:stCondLst>
                                    <p:cond delay="0"/>
                                  </p:stCondLst>
                                  <p:childTnLst>
                                    <p:set>
                                      <p:cBhvr>
                                        <p:cTn id="522" dur="1" fill="hold">
                                          <p:stCondLst>
                                            <p:cond delay="0"/>
                                          </p:stCondLst>
                                        </p:cTn>
                                        <p:tgtEl>
                                          <p:spTgt spid="675"/>
                                        </p:tgtEl>
                                        <p:attrNameLst>
                                          <p:attrName>style.visibility</p:attrName>
                                        </p:attrNameLst>
                                      </p:cBhvr>
                                      <p:to>
                                        <p:strVal val="visible"/>
                                      </p:to>
                                    </p:set>
                                    <p:animEffect transition="in" filter="fade">
                                      <p:cBhvr>
                                        <p:cTn id="523" dur="100"/>
                                        <p:tgtEl>
                                          <p:spTgt spid="675"/>
                                        </p:tgtEl>
                                      </p:cBhvr>
                                    </p:animEffect>
                                  </p:childTnLst>
                                </p:cTn>
                              </p:par>
                            </p:childTnLst>
                          </p:cTn>
                        </p:par>
                        <p:par>
                          <p:cTn id="524" fill="hold">
                            <p:stCondLst>
                              <p:cond delay="13400"/>
                            </p:stCondLst>
                            <p:childTnLst>
                              <p:par>
                                <p:cTn id="525" presetID="10" presetClass="entr" presetSubtype="0" fill="hold" nodeType="afterEffect">
                                  <p:stCondLst>
                                    <p:cond delay="0"/>
                                  </p:stCondLst>
                                  <p:childTnLst>
                                    <p:set>
                                      <p:cBhvr>
                                        <p:cTn id="526" dur="1" fill="hold">
                                          <p:stCondLst>
                                            <p:cond delay="0"/>
                                          </p:stCondLst>
                                        </p:cTn>
                                        <p:tgtEl>
                                          <p:spTgt spid="676"/>
                                        </p:tgtEl>
                                        <p:attrNameLst>
                                          <p:attrName>style.visibility</p:attrName>
                                        </p:attrNameLst>
                                      </p:cBhvr>
                                      <p:to>
                                        <p:strVal val="visible"/>
                                      </p:to>
                                    </p:set>
                                    <p:animEffect transition="in" filter="fade">
                                      <p:cBhvr>
                                        <p:cTn id="527" dur="100"/>
                                        <p:tgtEl>
                                          <p:spTgt spid="676"/>
                                        </p:tgtEl>
                                      </p:cBhvr>
                                    </p:animEffect>
                                  </p:childTnLst>
                                </p:cTn>
                              </p:par>
                            </p:childTnLst>
                          </p:cTn>
                        </p:par>
                        <p:par>
                          <p:cTn id="528" fill="hold">
                            <p:stCondLst>
                              <p:cond delay="13500"/>
                            </p:stCondLst>
                            <p:childTnLst>
                              <p:par>
                                <p:cTn id="529" presetID="10" presetClass="entr" presetSubtype="0" fill="hold" nodeType="afterEffect">
                                  <p:stCondLst>
                                    <p:cond delay="0"/>
                                  </p:stCondLst>
                                  <p:childTnLst>
                                    <p:set>
                                      <p:cBhvr>
                                        <p:cTn id="530" dur="1" fill="hold">
                                          <p:stCondLst>
                                            <p:cond delay="0"/>
                                          </p:stCondLst>
                                        </p:cTn>
                                        <p:tgtEl>
                                          <p:spTgt spid="677"/>
                                        </p:tgtEl>
                                        <p:attrNameLst>
                                          <p:attrName>style.visibility</p:attrName>
                                        </p:attrNameLst>
                                      </p:cBhvr>
                                      <p:to>
                                        <p:strVal val="visible"/>
                                      </p:to>
                                    </p:set>
                                    <p:animEffect transition="in" filter="fade">
                                      <p:cBhvr>
                                        <p:cTn id="531" dur="100"/>
                                        <p:tgtEl>
                                          <p:spTgt spid="677"/>
                                        </p:tgtEl>
                                      </p:cBhvr>
                                    </p:animEffect>
                                  </p:childTnLst>
                                </p:cTn>
                              </p:par>
                            </p:childTnLst>
                          </p:cTn>
                        </p:par>
                        <p:par>
                          <p:cTn id="532" fill="hold">
                            <p:stCondLst>
                              <p:cond delay="13600"/>
                            </p:stCondLst>
                            <p:childTnLst>
                              <p:par>
                                <p:cTn id="533" presetID="10" presetClass="entr" presetSubtype="0" fill="hold" nodeType="afterEffect">
                                  <p:stCondLst>
                                    <p:cond delay="0"/>
                                  </p:stCondLst>
                                  <p:childTnLst>
                                    <p:set>
                                      <p:cBhvr>
                                        <p:cTn id="534" dur="1" fill="hold">
                                          <p:stCondLst>
                                            <p:cond delay="0"/>
                                          </p:stCondLst>
                                        </p:cTn>
                                        <p:tgtEl>
                                          <p:spTgt spid="678"/>
                                        </p:tgtEl>
                                        <p:attrNameLst>
                                          <p:attrName>style.visibility</p:attrName>
                                        </p:attrNameLst>
                                      </p:cBhvr>
                                      <p:to>
                                        <p:strVal val="visible"/>
                                      </p:to>
                                    </p:set>
                                    <p:animEffect transition="in" filter="fade">
                                      <p:cBhvr>
                                        <p:cTn id="535" dur="100"/>
                                        <p:tgtEl>
                                          <p:spTgt spid="678"/>
                                        </p:tgtEl>
                                      </p:cBhvr>
                                    </p:animEffect>
                                  </p:childTnLst>
                                </p:cTn>
                              </p:par>
                            </p:childTnLst>
                          </p:cTn>
                        </p:par>
                        <p:par>
                          <p:cTn id="536" fill="hold">
                            <p:stCondLst>
                              <p:cond delay="13700"/>
                            </p:stCondLst>
                            <p:childTnLst>
                              <p:par>
                                <p:cTn id="537" presetID="10" presetClass="entr" presetSubtype="0" fill="hold" nodeType="afterEffect">
                                  <p:stCondLst>
                                    <p:cond delay="0"/>
                                  </p:stCondLst>
                                  <p:childTnLst>
                                    <p:set>
                                      <p:cBhvr>
                                        <p:cTn id="538" dur="1" fill="hold">
                                          <p:stCondLst>
                                            <p:cond delay="0"/>
                                          </p:stCondLst>
                                        </p:cTn>
                                        <p:tgtEl>
                                          <p:spTgt spid="679"/>
                                        </p:tgtEl>
                                        <p:attrNameLst>
                                          <p:attrName>style.visibility</p:attrName>
                                        </p:attrNameLst>
                                      </p:cBhvr>
                                      <p:to>
                                        <p:strVal val="visible"/>
                                      </p:to>
                                    </p:set>
                                    <p:animEffect transition="in" filter="fade">
                                      <p:cBhvr>
                                        <p:cTn id="539" dur="100"/>
                                        <p:tgtEl>
                                          <p:spTgt spid="679"/>
                                        </p:tgtEl>
                                      </p:cBhvr>
                                    </p:animEffect>
                                  </p:childTnLst>
                                </p:cTn>
                              </p:par>
                            </p:childTnLst>
                          </p:cTn>
                        </p:par>
                        <p:par>
                          <p:cTn id="540" fill="hold">
                            <p:stCondLst>
                              <p:cond delay="13800"/>
                            </p:stCondLst>
                            <p:childTnLst>
                              <p:par>
                                <p:cTn id="541" presetID="10" presetClass="entr" presetSubtype="0" fill="hold" nodeType="afterEffect">
                                  <p:stCondLst>
                                    <p:cond delay="0"/>
                                  </p:stCondLst>
                                  <p:childTnLst>
                                    <p:set>
                                      <p:cBhvr>
                                        <p:cTn id="542" dur="1" fill="hold">
                                          <p:stCondLst>
                                            <p:cond delay="0"/>
                                          </p:stCondLst>
                                        </p:cTn>
                                        <p:tgtEl>
                                          <p:spTgt spid="680"/>
                                        </p:tgtEl>
                                        <p:attrNameLst>
                                          <p:attrName>style.visibility</p:attrName>
                                        </p:attrNameLst>
                                      </p:cBhvr>
                                      <p:to>
                                        <p:strVal val="visible"/>
                                      </p:to>
                                    </p:set>
                                    <p:animEffect transition="in" filter="fade">
                                      <p:cBhvr>
                                        <p:cTn id="543" dur="100"/>
                                        <p:tgtEl>
                                          <p:spTgt spid="680"/>
                                        </p:tgtEl>
                                      </p:cBhvr>
                                    </p:animEffect>
                                  </p:childTnLst>
                                </p:cTn>
                              </p:par>
                            </p:childTnLst>
                          </p:cTn>
                        </p:par>
                        <p:par>
                          <p:cTn id="544" fill="hold">
                            <p:stCondLst>
                              <p:cond delay="13900"/>
                            </p:stCondLst>
                            <p:childTnLst>
                              <p:par>
                                <p:cTn id="545" presetID="10" presetClass="entr" presetSubtype="0" fill="hold" nodeType="afterEffect">
                                  <p:stCondLst>
                                    <p:cond delay="0"/>
                                  </p:stCondLst>
                                  <p:childTnLst>
                                    <p:set>
                                      <p:cBhvr>
                                        <p:cTn id="546" dur="1" fill="hold">
                                          <p:stCondLst>
                                            <p:cond delay="0"/>
                                          </p:stCondLst>
                                        </p:cTn>
                                        <p:tgtEl>
                                          <p:spTgt spid="681"/>
                                        </p:tgtEl>
                                        <p:attrNameLst>
                                          <p:attrName>style.visibility</p:attrName>
                                        </p:attrNameLst>
                                      </p:cBhvr>
                                      <p:to>
                                        <p:strVal val="visible"/>
                                      </p:to>
                                    </p:set>
                                    <p:animEffect transition="in" filter="fade">
                                      <p:cBhvr>
                                        <p:cTn id="547" dur="100"/>
                                        <p:tgtEl>
                                          <p:spTgt spid="681"/>
                                        </p:tgtEl>
                                      </p:cBhvr>
                                    </p:animEffect>
                                  </p:childTnLst>
                                </p:cTn>
                              </p:par>
                            </p:childTnLst>
                          </p:cTn>
                        </p:par>
                        <p:par>
                          <p:cTn id="548" fill="hold">
                            <p:stCondLst>
                              <p:cond delay="14000"/>
                            </p:stCondLst>
                            <p:childTnLst>
                              <p:par>
                                <p:cTn id="549" presetID="10" presetClass="entr" presetSubtype="0" fill="hold" nodeType="afterEffect">
                                  <p:stCondLst>
                                    <p:cond delay="0"/>
                                  </p:stCondLst>
                                  <p:childTnLst>
                                    <p:set>
                                      <p:cBhvr>
                                        <p:cTn id="550" dur="1" fill="hold">
                                          <p:stCondLst>
                                            <p:cond delay="0"/>
                                          </p:stCondLst>
                                        </p:cTn>
                                        <p:tgtEl>
                                          <p:spTgt spid="682"/>
                                        </p:tgtEl>
                                        <p:attrNameLst>
                                          <p:attrName>style.visibility</p:attrName>
                                        </p:attrNameLst>
                                      </p:cBhvr>
                                      <p:to>
                                        <p:strVal val="visible"/>
                                      </p:to>
                                    </p:set>
                                    <p:animEffect transition="in" filter="fade">
                                      <p:cBhvr>
                                        <p:cTn id="551" dur="100"/>
                                        <p:tgtEl>
                                          <p:spTgt spid="682"/>
                                        </p:tgtEl>
                                      </p:cBhvr>
                                    </p:animEffect>
                                  </p:childTnLst>
                                </p:cTn>
                              </p:par>
                            </p:childTnLst>
                          </p:cTn>
                        </p:par>
                        <p:par>
                          <p:cTn id="552" fill="hold">
                            <p:stCondLst>
                              <p:cond delay="14100"/>
                            </p:stCondLst>
                            <p:childTnLst>
                              <p:par>
                                <p:cTn id="553" presetID="10" presetClass="entr" presetSubtype="0" fill="hold" nodeType="afterEffect">
                                  <p:stCondLst>
                                    <p:cond delay="0"/>
                                  </p:stCondLst>
                                  <p:childTnLst>
                                    <p:set>
                                      <p:cBhvr>
                                        <p:cTn id="554" dur="1" fill="hold">
                                          <p:stCondLst>
                                            <p:cond delay="0"/>
                                          </p:stCondLst>
                                        </p:cTn>
                                        <p:tgtEl>
                                          <p:spTgt spid="683"/>
                                        </p:tgtEl>
                                        <p:attrNameLst>
                                          <p:attrName>style.visibility</p:attrName>
                                        </p:attrNameLst>
                                      </p:cBhvr>
                                      <p:to>
                                        <p:strVal val="visible"/>
                                      </p:to>
                                    </p:set>
                                    <p:animEffect transition="in" filter="fade">
                                      <p:cBhvr>
                                        <p:cTn id="555" dur="100"/>
                                        <p:tgtEl>
                                          <p:spTgt spid="683"/>
                                        </p:tgtEl>
                                      </p:cBhvr>
                                    </p:animEffect>
                                  </p:childTnLst>
                                </p:cTn>
                              </p:par>
                            </p:childTnLst>
                          </p:cTn>
                        </p:par>
                        <p:par>
                          <p:cTn id="556" fill="hold">
                            <p:stCondLst>
                              <p:cond delay="14200"/>
                            </p:stCondLst>
                            <p:childTnLst>
                              <p:par>
                                <p:cTn id="557" presetID="10" presetClass="entr" presetSubtype="0" fill="hold" nodeType="afterEffect">
                                  <p:stCondLst>
                                    <p:cond delay="0"/>
                                  </p:stCondLst>
                                  <p:childTnLst>
                                    <p:set>
                                      <p:cBhvr>
                                        <p:cTn id="558" dur="1" fill="hold">
                                          <p:stCondLst>
                                            <p:cond delay="0"/>
                                          </p:stCondLst>
                                        </p:cTn>
                                        <p:tgtEl>
                                          <p:spTgt spid="684"/>
                                        </p:tgtEl>
                                        <p:attrNameLst>
                                          <p:attrName>style.visibility</p:attrName>
                                        </p:attrNameLst>
                                      </p:cBhvr>
                                      <p:to>
                                        <p:strVal val="visible"/>
                                      </p:to>
                                    </p:set>
                                    <p:animEffect transition="in" filter="fade">
                                      <p:cBhvr>
                                        <p:cTn id="559" dur="100"/>
                                        <p:tgtEl>
                                          <p:spTgt spid="684"/>
                                        </p:tgtEl>
                                      </p:cBhvr>
                                    </p:animEffect>
                                  </p:childTnLst>
                                </p:cTn>
                              </p:par>
                            </p:childTnLst>
                          </p:cTn>
                        </p:par>
                        <p:par>
                          <p:cTn id="560" fill="hold">
                            <p:stCondLst>
                              <p:cond delay="14300"/>
                            </p:stCondLst>
                            <p:childTnLst>
                              <p:par>
                                <p:cTn id="561" presetID="10" presetClass="entr" presetSubtype="0" fill="hold" nodeType="afterEffect">
                                  <p:stCondLst>
                                    <p:cond delay="0"/>
                                  </p:stCondLst>
                                  <p:childTnLst>
                                    <p:set>
                                      <p:cBhvr>
                                        <p:cTn id="562" dur="1" fill="hold">
                                          <p:stCondLst>
                                            <p:cond delay="0"/>
                                          </p:stCondLst>
                                        </p:cTn>
                                        <p:tgtEl>
                                          <p:spTgt spid="685"/>
                                        </p:tgtEl>
                                        <p:attrNameLst>
                                          <p:attrName>style.visibility</p:attrName>
                                        </p:attrNameLst>
                                      </p:cBhvr>
                                      <p:to>
                                        <p:strVal val="visible"/>
                                      </p:to>
                                    </p:set>
                                    <p:animEffect transition="in" filter="fade">
                                      <p:cBhvr>
                                        <p:cTn id="563" dur="100"/>
                                        <p:tgtEl>
                                          <p:spTgt spid="685"/>
                                        </p:tgtEl>
                                      </p:cBhvr>
                                    </p:animEffect>
                                  </p:childTnLst>
                                </p:cTn>
                              </p:par>
                            </p:childTnLst>
                          </p:cTn>
                        </p:par>
                        <p:par>
                          <p:cTn id="564" fill="hold">
                            <p:stCondLst>
                              <p:cond delay="14400"/>
                            </p:stCondLst>
                            <p:childTnLst>
                              <p:par>
                                <p:cTn id="565" presetID="10" presetClass="entr" presetSubtype="0" fill="hold" nodeType="afterEffect">
                                  <p:stCondLst>
                                    <p:cond delay="0"/>
                                  </p:stCondLst>
                                  <p:childTnLst>
                                    <p:set>
                                      <p:cBhvr>
                                        <p:cTn id="566" dur="1" fill="hold">
                                          <p:stCondLst>
                                            <p:cond delay="0"/>
                                          </p:stCondLst>
                                        </p:cTn>
                                        <p:tgtEl>
                                          <p:spTgt spid="686"/>
                                        </p:tgtEl>
                                        <p:attrNameLst>
                                          <p:attrName>style.visibility</p:attrName>
                                        </p:attrNameLst>
                                      </p:cBhvr>
                                      <p:to>
                                        <p:strVal val="visible"/>
                                      </p:to>
                                    </p:set>
                                    <p:animEffect transition="in" filter="fade">
                                      <p:cBhvr>
                                        <p:cTn id="567" dur="100"/>
                                        <p:tgtEl>
                                          <p:spTgt spid="686"/>
                                        </p:tgtEl>
                                      </p:cBhvr>
                                    </p:animEffect>
                                  </p:childTnLst>
                                </p:cTn>
                              </p:par>
                            </p:childTnLst>
                          </p:cTn>
                        </p:par>
                        <p:par>
                          <p:cTn id="568" fill="hold">
                            <p:stCondLst>
                              <p:cond delay="14500"/>
                            </p:stCondLst>
                            <p:childTnLst>
                              <p:par>
                                <p:cTn id="569" presetID="10" presetClass="entr" presetSubtype="0" fill="hold" nodeType="afterEffect">
                                  <p:stCondLst>
                                    <p:cond delay="0"/>
                                  </p:stCondLst>
                                  <p:childTnLst>
                                    <p:set>
                                      <p:cBhvr>
                                        <p:cTn id="570" dur="1" fill="hold">
                                          <p:stCondLst>
                                            <p:cond delay="0"/>
                                          </p:stCondLst>
                                        </p:cTn>
                                        <p:tgtEl>
                                          <p:spTgt spid="687"/>
                                        </p:tgtEl>
                                        <p:attrNameLst>
                                          <p:attrName>style.visibility</p:attrName>
                                        </p:attrNameLst>
                                      </p:cBhvr>
                                      <p:to>
                                        <p:strVal val="visible"/>
                                      </p:to>
                                    </p:set>
                                    <p:animEffect transition="in" filter="fade">
                                      <p:cBhvr>
                                        <p:cTn id="571" dur="100"/>
                                        <p:tgtEl>
                                          <p:spTgt spid="687"/>
                                        </p:tgtEl>
                                      </p:cBhvr>
                                    </p:animEffect>
                                  </p:childTnLst>
                                </p:cTn>
                              </p:par>
                            </p:childTnLst>
                          </p:cTn>
                        </p:par>
                        <p:par>
                          <p:cTn id="572" fill="hold">
                            <p:stCondLst>
                              <p:cond delay="14600"/>
                            </p:stCondLst>
                            <p:childTnLst>
                              <p:par>
                                <p:cTn id="573" presetID="10" presetClass="entr" presetSubtype="0" fill="hold" nodeType="afterEffect">
                                  <p:stCondLst>
                                    <p:cond delay="0"/>
                                  </p:stCondLst>
                                  <p:childTnLst>
                                    <p:set>
                                      <p:cBhvr>
                                        <p:cTn id="574" dur="1" fill="hold">
                                          <p:stCondLst>
                                            <p:cond delay="0"/>
                                          </p:stCondLst>
                                        </p:cTn>
                                        <p:tgtEl>
                                          <p:spTgt spid="688"/>
                                        </p:tgtEl>
                                        <p:attrNameLst>
                                          <p:attrName>style.visibility</p:attrName>
                                        </p:attrNameLst>
                                      </p:cBhvr>
                                      <p:to>
                                        <p:strVal val="visible"/>
                                      </p:to>
                                    </p:set>
                                    <p:animEffect transition="in" filter="fade">
                                      <p:cBhvr>
                                        <p:cTn id="575" dur="100"/>
                                        <p:tgtEl>
                                          <p:spTgt spid="688"/>
                                        </p:tgtEl>
                                      </p:cBhvr>
                                    </p:animEffect>
                                  </p:childTnLst>
                                </p:cTn>
                              </p:par>
                            </p:childTnLst>
                          </p:cTn>
                        </p:par>
                        <p:par>
                          <p:cTn id="576" fill="hold">
                            <p:stCondLst>
                              <p:cond delay="14700"/>
                            </p:stCondLst>
                            <p:childTnLst>
                              <p:par>
                                <p:cTn id="577" presetID="10" presetClass="entr" presetSubtype="0" fill="hold" nodeType="afterEffect">
                                  <p:stCondLst>
                                    <p:cond delay="0"/>
                                  </p:stCondLst>
                                  <p:childTnLst>
                                    <p:set>
                                      <p:cBhvr>
                                        <p:cTn id="578" dur="1" fill="hold">
                                          <p:stCondLst>
                                            <p:cond delay="0"/>
                                          </p:stCondLst>
                                        </p:cTn>
                                        <p:tgtEl>
                                          <p:spTgt spid="689"/>
                                        </p:tgtEl>
                                        <p:attrNameLst>
                                          <p:attrName>style.visibility</p:attrName>
                                        </p:attrNameLst>
                                      </p:cBhvr>
                                      <p:to>
                                        <p:strVal val="visible"/>
                                      </p:to>
                                    </p:set>
                                    <p:animEffect transition="in" filter="fade">
                                      <p:cBhvr>
                                        <p:cTn id="579" dur="100"/>
                                        <p:tgtEl>
                                          <p:spTgt spid="689"/>
                                        </p:tgtEl>
                                      </p:cBhvr>
                                    </p:animEffect>
                                  </p:childTnLst>
                                </p:cTn>
                              </p:par>
                            </p:childTnLst>
                          </p:cTn>
                        </p:par>
                        <p:par>
                          <p:cTn id="580" fill="hold">
                            <p:stCondLst>
                              <p:cond delay="14800"/>
                            </p:stCondLst>
                            <p:childTnLst>
                              <p:par>
                                <p:cTn id="581" presetID="10" presetClass="entr" presetSubtype="0" fill="hold" nodeType="afterEffect">
                                  <p:stCondLst>
                                    <p:cond delay="0"/>
                                  </p:stCondLst>
                                  <p:childTnLst>
                                    <p:set>
                                      <p:cBhvr>
                                        <p:cTn id="582" dur="1" fill="hold">
                                          <p:stCondLst>
                                            <p:cond delay="0"/>
                                          </p:stCondLst>
                                        </p:cTn>
                                        <p:tgtEl>
                                          <p:spTgt spid="690"/>
                                        </p:tgtEl>
                                        <p:attrNameLst>
                                          <p:attrName>style.visibility</p:attrName>
                                        </p:attrNameLst>
                                      </p:cBhvr>
                                      <p:to>
                                        <p:strVal val="visible"/>
                                      </p:to>
                                    </p:set>
                                    <p:animEffect transition="in" filter="fade">
                                      <p:cBhvr>
                                        <p:cTn id="583" dur="100"/>
                                        <p:tgtEl>
                                          <p:spTgt spid="690"/>
                                        </p:tgtEl>
                                      </p:cBhvr>
                                    </p:animEffect>
                                  </p:childTnLst>
                                </p:cTn>
                              </p:par>
                            </p:childTnLst>
                          </p:cTn>
                        </p:par>
                        <p:par>
                          <p:cTn id="584" fill="hold">
                            <p:stCondLst>
                              <p:cond delay="14900"/>
                            </p:stCondLst>
                            <p:childTnLst>
                              <p:par>
                                <p:cTn id="585" presetID="10" presetClass="entr" presetSubtype="0" fill="hold" nodeType="afterEffect">
                                  <p:stCondLst>
                                    <p:cond delay="0"/>
                                  </p:stCondLst>
                                  <p:childTnLst>
                                    <p:set>
                                      <p:cBhvr>
                                        <p:cTn id="586" dur="1" fill="hold">
                                          <p:stCondLst>
                                            <p:cond delay="0"/>
                                          </p:stCondLst>
                                        </p:cTn>
                                        <p:tgtEl>
                                          <p:spTgt spid="691"/>
                                        </p:tgtEl>
                                        <p:attrNameLst>
                                          <p:attrName>style.visibility</p:attrName>
                                        </p:attrNameLst>
                                      </p:cBhvr>
                                      <p:to>
                                        <p:strVal val="visible"/>
                                      </p:to>
                                    </p:set>
                                    <p:animEffect transition="in" filter="fade">
                                      <p:cBhvr>
                                        <p:cTn id="587" dur="100"/>
                                        <p:tgtEl>
                                          <p:spTgt spid="691"/>
                                        </p:tgtEl>
                                      </p:cBhvr>
                                    </p:animEffect>
                                  </p:childTnLst>
                                </p:cTn>
                              </p:par>
                            </p:childTnLst>
                          </p:cTn>
                        </p:par>
                        <p:par>
                          <p:cTn id="588" fill="hold">
                            <p:stCondLst>
                              <p:cond delay="15000"/>
                            </p:stCondLst>
                            <p:childTnLst>
                              <p:par>
                                <p:cTn id="589" presetID="10" presetClass="entr" presetSubtype="0" fill="hold" nodeType="afterEffect">
                                  <p:stCondLst>
                                    <p:cond delay="0"/>
                                  </p:stCondLst>
                                  <p:childTnLst>
                                    <p:set>
                                      <p:cBhvr>
                                        <p:cTn id="590" dur="1" fill="hold">
                                          <p:stCondLst>
                                            <p:cond delay="0"/>
                                          </p:stCondLst>
                                        </p:cTn>
                                        <p:tgtEl>
                                          <p:spTgt spid="692"/>
                                        </p:tgtEl>
                                        <p:attrNameLst>
                                          <p:attrName>style.visibility</p:attrName>
                                        </p:attrNameLst>
                                      </p:cBhvr>
                                      <p:to>
                                        <p:strVal val="visible"/>
                                      </p:to>
                                    </p:set>
                                    <p:animEffect transition="in" filter="fade">
                                      <p:cBhvr>
                                        <p:cTn id="591" dur="100"/>
                                        <p:tgtEl>
                                          <p:spTgt spid="692"/>
                                        </p:tgtEl>
                                      </p:cBhvr>
                                    </p:animEffect>
                                  </p:childTnLst>
                                </p:cTn>
                              </p:par>
                            </p:childTnLst>
                          </p:cTn>
                        </p:par>
                        <p:par>
                          <p:cTn id="592" fill="hold">
                            <p:stCondLst>
                              <p:cond delay="15100"/>
                            </p:stCondLst>
                            <p:childTnLst>
                              <p:par>
                                <p:cTn id="593" presetID="10" presetClass="entr" presetSubtype="0" fill="hold" nodeType="afterEffect">
                                  <p:stCondLst>
                                    <p:cond delay="0"/>
                                  </p:stCondLst>
                                  <p:childTnLst>
                                    <p:set>
                                      <p:cBhvr>
                                        <p:cTn id="594" dur="1" fill="hold">
                                          <p:stCondLst>
                                            <p:cond delay="0"/>
                                          </p:stCondLst>
                                        </p:cTn>
                                        <p:tgtEl>
                                          <p:spTgt spid="693"/>
                                        </p:tgtEl>
                                        <p:attrNameLst>
                                          <p:attrName>style.visibility</p:attrName>
                                        </p:attrNameLst>
                                      </p:cBhvr>
                                      <p:to>
                                        <p:strVal val="visible"/>
                                      </p:to>
                                    </p:set>
                                    <p:animEffect transition="in" filter="fade">
                                      <p:cBhvr>
                                        <p:cTn id="595" dur="100"/>
                                        <p:tgtEl>
                                          <p:spTgt spid="693"/>
                                        </p:tgtEl>
                                      </p:cBhvr>
                                    </p:animEffect>
                                  </p:childTnLst>
                                </p:cTn>
                              </p:par>
                            </p:childTnLst>
                          </p:cTn>
                        </p:par>
                        <p:par>
                          <p:cTn id="596" fill="hold">
                            <p:stCondLst>
                              <p:cond delay="15200"/>
                            </p:stCondLst>
                            <p:childTnLst>
                              <p:par>
                                <p:cTn id="597" presetID="10" presetClass="entr" presetSubtype="0" fill="hold" nodeType="afterEffect">
                                  <p:stCondLst>
                                    <p:cond delay="0"/>
                                  </p:stCondLst>
                                  <p:childTnLst>
                                    <p:set>
                                      <p:cBhvr>
                                        <p:cTn id="598" dur="1" fill="hold">
                                          <p:stCondLst>
                                            <p:cond delay="0"/>
                                          </p:stCondLst>
                                        </p:cTn>
                                        <p:tgtEl>
                                          <p:spTgt spid="694"/>
                                        </p:tgtEl>
                                        <p:attrNameLst>
                                          <p:attrName>style.visibility</p:attrName>
                                        </p:attrNameLst>
                                      </p:cBhvr>
                                      <p:to>
                                        <p:strVal val="visible"/>
                                      </p:to>
                                    </p:set>
                                    <p:animEffect transition="in" filter="fade">
                                      <p:cBhvr>
                                        <p:cTn id="599" dur="100"/>
                                        <p:tgtEl>
                                          <p:spTgt spid="694"/>
                                        </p:tgtEl>
                                      </p:cBhvr>
                                    </p:animEffect>
                                  </p:childTnLst>
                                </p:cTn>
                              </p:par>
                            </p:childTnLst>
                          </p:cTn>
                        </p:par>
                        <p:par>
                          <p:cTn id="600" fill="hold">
                            <p:stCondLst>
                              <p:cond delay="15300"/>
                            </p:stCondLst>
                            <p:childTnLst>
                              <p:par>
                                <p:cTn id="601" presetID="10" presetClass="entr" presetSubtype="0" fill="hold" nodeType="afterEffect">
                                  <p:stCondLst>
                                    <p:cond delay="0"/>
                                  </p:stCondLst>
                                  <p:childTnLst>
                                    <p:set>
                                      <p:cBhvr>
                                        <p:cTn id="602" dur="1" fill="hold">
                                          <p:stCondLst>
                                            <p:cond delay="0"/>
                                          </p:stCondLst>
                                        </p:cTn>
                                        <p:tgtEl>
                                          <p:spTgt spid="695"/>
                                        </p:tgtEl>
                                        <p:attrNameLst>
                                          <p:attrName>style.visibility</p:attrName>
                                        </p:attrNameLst>
                                      </p:cBhvr>
                                      <p:to>
                                        <p:strVal val="visible"/>
                                      </p:to>
                                    </p:set>
                                    <p:animEffect transition="in" filter="fade">
                                      <p:cBhvr>
                                        <p:cTn id="603" dur="100"/>
                                        <p:tgtEl>
                                          <p:spTgt spid="695"/>
                                        </p:tgtEl>
                                      </p:cBhvr>
                                    </p:animEffect>
                                  </p:childTnLst>
                                </p:cTn>
                              </p:par>
                            </p:childTnLst>
                          </p:cTn>
                        </p:par>
                        <p:par>
                          <p:cTn id="604" fill="hold">
                            <p:stCondLst>
                              <p:cond delay="15400"/>
                            </p:stCondLst>
                            <p:childTnLst>
                              <p:par>
                                <p:cTn id="605" presetID="10" presetClass="entr" presetSubtype="0" fill="hold" nodeType="afterEffect">
                                  <p:stCondLst>
                                    <p:cond delay="0"/>
                                  </p:stCondLst>
                                  <p:childTnLst>
                                    <p:set>
                                      <p:cBhvr>
                                        <p:cTn id="606" dur="1" fill="hold">
                                          <p:stCondLst>
                                            <p:cond delay="0"/>
                                          </p:stCondLst>
                                        </p:cTn>
                                        <p:tgtEl>
                                          <p:spTgt spid="696"/>
                                        </p:tgtEl>
                                        <p:attrNameLst>
                                          <p:attrName>style.visibility</p:attrName>
                                        </p:attrNameLst>
                                      </p:cBhvr>
                                      <p:to>
                                        <p:strVal val="visible"/>
                                      </p:to>
                                    </p:set>
                                    <p:animEffect transition="in" filter="fade">
                                      <p:cBhvr>
                                        <p:cTn id="607" dur="100"/>
                                        <p:tgtEl>
                                          <p:spTgt spid="696"/>
                                        </p:tgtEl>
                                      </p:cBhvr>
                                    </p:animEffect>
                                  </p:childTnLst>
                                </p:cTn>
                              </p:par>
                            </p:childTnLst>
                          </p:cTn>
                        </p:par>
                        <p:par>
                          <p:cTn id="608" fill="hold">
                            <p:stCondLst>
                              <p:cond delay="15500"/>
                            </p:stCondLst>
                            <p:childTnLst>
                              <p:par>
                                <p:cTn id="609" presetID="10" presetClass="entr" presetSubtype="0" fill="hold" nodeType="afterEffect">
                                  <p:stCondLst>
                                    <p:cond delay="0"/>
                                  </p:stCondLst>
                                  <p:childTnLst>
                                    <p:set>
                                      <p:cBhvr>
                                        <p:cTn id="610" dur="1" fill="hold">
                                          <p:stCondLst>
                                            <p:cond delay="0"/>
                                          </p:stCondLst>
                                        </p:cTn>
                                        <p:tgtEl>
                                          <p:spTgt spid="697"/>
                                        </p:tgtEl>
                                        <p:attrNameLst>
                                          <p:attrName>style.visibility</p:attrName>
                                        </p:attrNameLst>
                                      </p:cBhvr>
                                      <p:to>
                                        <p:strVal val="visible"/>
                                      </p:to>
                                    </p:set>
                                    <p:animEffect transition="in" filter="fade">
                                      <p:cBhvr>
                                        <p:cTn id="611" dur="100"/>
                                        <p:tgtEl>
                                          <p:spTgt spid="697"/>
                                        </p:tgtEl>
                                      </p:cBhvr>
                                    </p:animEffect>
                                  </p:childTnLst>
                                </p:cTn>
                              </p:par>
                            </p:childTnLst>
                          </p:cTn>
                        </p:par>
                        <p:par>
                          <p:cTn id="612" fill="hold">
                            <p:stCondLst>
                              <p:cond delay="15600"/>
                            </p:stCondLst>
                            <p:childTnLst>
                              <p:par>
                                <p:cTn id="613" presetID="10" presetClass="entr" presetSubtype="0" fill="hold" nodeType="afterEffect">
                                  <p:stCondLst>
                                    <p:cond delay="0"/>
                                  </p:stCondLst>
                                  <p:childTnLst>
                                    <p:set>
                                      <p:cBhvr>
                                        <p:cTn id="614" dur="1" fill="hold">
                                          <p:stCondLst>
                                            <p:cond delay="0"/>
                                          </p:stCondLst>
                                        </p:cTn>
                                        <p:tgtEl>
                                          <p:spTgt spid="698"/>
                                        </p:tgtEl>
                                        <p:attrNameLst>
                                          <p:attrName>style.visibility</p:attrName>
                                        </p:attrNameLst>
                                      </p:cBhvr>
                                      <p:to>
                                        <p:strVal val="visible"/>
                                      </p:to>
                                    </p:set>
                                    <p:animEffect transition="in" filter="fade">
                                      <p:cBhvr>
                                        <p:cTn id="615" dur="100"/>
                                        <p:tgtEl>
                                          <p:spTgt spid="698"/>
                                        </p:tgtEl>
                                      </p:cBhvr>
                                    </p:animEffect>
                                  </p:childTnLst>
                                </p:cTn>
                              </p:par>
                            </p:childTnLst>
                          </p:cTn>
                        </p:par>
                        <p:par>
                          <p:cTn id="616" fill="hold">
                            <p:stCondLst>
                              <p:cond delay="15700"/>
                            </p:stCondLst>
                            <p:childTnLst>
                              <p:par>
                                <p:cTn id="617" presetID="10" presetClass="entr" presetSubtype="0" fill="hold" nodeType="afterEffect">
                                  <p:stCondLst>
                                    <p:cond delay="0"/>
                                  </p:stCondLst>
                                  <p:childTnLst>
                                    <p:set>
                                      <p:cBhvr>
                                        <p:cTn id="618" dur="1" fill="hold">
                                          <p:stCondLst>
                                            <p:cond delay="0"/>
                                          </p:stCondLst>
                                        </p:cTn>
                                        <p:tgtEl>
                                          <p:spTgt spid="699"/>
                                        </p:tgtEl>
                                        <p:attrNameLst>
                                          <p:attrName>style.visibility</p:attrName>
                                        </p:attrNameLst>
                                      </p:cBhvr>
                                      <p:to>
                                        <p:strVal val="visible"/>
                                      </p:to>
                                    </p:set>
                                    <p:animEffect transition="in" filter="fade">
                                      <p:cBhvr>
                                        <p:cTn id="619" dur="100"/>
                                        <p:tgtEl>
                                          <p:spTgt spid="699"/>
                                        </p:tgtEl>
                                      </p:cBhvr>
                                    </p:animEffect>
                                  </p:childTnLst>
                                </p:cTn>
                              </p:par>
                            </p:childTnLst>
                          </p:cTn>
                        </p:par>
                        <p:par>
                          <p:cTn id="620" fill="hold">
                            <p:stCondLst>
                              <p:cond delay="15800"/>
                            </p:stCondLst>
                            <p:childTnLst>
                              <p:par>
                                <p:cTn id="621" presetID="10" presetClass="entr" presetSubtype="0" fill="hold" nodeType="afterEffect">
                                  <p:stCondLst>
                                    <p:cond delay="0"/>
                                  </p:stCondLst>
                                  <p:childTnLst>
                                    <p:set>
                                      <p:cBhvr>
                                        <p:cTn id="622" dur="1" fill="hold">
                                          <p:stCondLst>
                                            <p:cond delay="0"/>
                                          </p:stCondLst>
                                        </p:cTn>
                                        <p:tgtEl>
                                          <p:spTgt spid="700"/>
                                        </p:tgtEl>
                                        <p:attrNameLst>
                                          <p:attrName>style.visibility</p:attrName>
                                        </p:attrNameLst>
                                      </p:cBhvr>
                                      <p:to>
                                        <p:strVal val="visible"/>
                                      </p:to>
                                    </p:set>
                                    <p:animEffect transition="in" filter="fade">
                                      <p:cBhvr>
                                        <p:cTn id="623" dur="100"/>
                                        <p:tgtEl>
                                          <p:spTgt spid="700"/>
                                        </p:tgtEl>
                                      </p:cBhvr>
                                    </p:animEffect>
                                  </p:childTnLst>
                                </p:cTn>
                              </p:par>
                            </p:childTnLst>
                          </p:cTn>
                        </p:par>
                        <p:par>
                          <p:cTn id="624" fill="hold">
                            <p:stCondLst>
                              <p:cond delay="15900"/>
                            </p:stCondLst>
                            <p:childTnLst>
                              <p:par>
                                <p:cTn id="625" presetID="10" presetClass="entr" presetSubtype="0" fill="hold" nodeType="afterEffect">
                                  <p:stCondLst>
                                    <p:cond delay="0"/>
                                  </p:stCondLst>
                                  <p:childTnLst>
                                    <p:set>
                                      <p:cBhvr>
                                        <p:cTn id="626" dur="1" fill="hold">
                                          <p:stCondLst>
                                            <p:cond delay="0"/>
                                          </p:stCondLst>
                                        </p:cTn>
                                        <p:tgtEl>
                                          <p:spTgt spid="701"/>
                                        </p:tgtEl>
                                        <p:attrNameLst>
                                          <p:attrName>style.visibility</p:attrName>
                                        </p:attrNameLst>
                                      </p:cBhvr>
                                      <p:to>
                                        <p:strVal val="visible"/>
                                      </p:to>
                                    </p:set>
                                    <p:animEffect transition="in" filter="fade">
                                      <p:cBhvr>
                                        <p:cTn id="627" dur="100"/>
                                        <p:tgtEl>
                                          <p:spTgt spid="701"/>
                                        </p:tgtEl>
                                      </p:cBhvr>
                                    </p:animEffect>
                                  </p:childTnLst>
                                </p:cTn>
                              </p:par>
                            </p:childTnLst>
                          </p:cTn>
                        </p:par>
                        <p:par>
                          <p:cTn id="628" fill="hold">
                            <p:stCondLst>
                              <p:cond delay="16000"/>
                            </p:stCondLst>
                            <p:childTnLst>
                              <p:par>
                                <p:cTn id="629" presetID="10" presetClass="entr" presetSubtype="0" fill="hold" nodeType="afterEffect">
                                  <p:stCondLst>
                                    <p:cond delay="0"/>
                                  </p:stCondLst>
                                  <p:childTnLst>
                                    <p:set>
                                      <p:cBhvr>
                                        <p:cTn id="630" dur="1" fill="hold">
                                          <p:stCondLst>
                                            <p:cond delay="0"/>
                                          </p:stCondLst>
                                        </p:cTn>
                                        <p:tgtEl>
                                          <p:spTgt spid="702"/>
                                        </p:tgtEl>
                                        <p:attrNameLst>
                                          <p:attrName>style.visibility</p:attrName>
                                        </p:attrNameLst>
                                      </p:cBhvr>
                                      <p:to>
                                        <p:strVal val="visible"/>
                                      </p:to>
                                    </p:set>
                                    <p:animEffect transition="in" filter="fade">
                                      <p:cBhvr>
                                        <p:cTn id="631" dur="100"/>
                                        <p:tgtEl>
                                          <p:spTgt spid="702"/>
                                        </p:tgtEl>
                                      </p:cBhvr>
                                    </p:animEffect>
                                  </p:childTnLst>
                                </p:cTn>
                              </p:par>
                            </p:childTnLst>
                          </p:cTn>
                        </p:par>
                        <p:par>
                          <p:cTn id="632" fill="hold">
                            <p:stCondLst>
                              <p:cond delay="16100"/>
                            </p:stCondLst>
                            <p:childTnLst>
                              <p:par>
                                <p:cTn id="633" presetID="10" presetClass="entr" presetSubtype="0" fill="hold" nodeType="afterEffect">
                                  <p:stCondLst>
                                    <p:cond delay="0"/>
                                  </p:stCondLst>
                                  <p:childTnLst>
                                    <p:set>
                                      <p:cBhvr>
                                        <p:cTn id="634" dur="1" fill="hold">
                                          <p:stCondLst>
                                            <p:cond delay="0"/>
                                          </p:stCondLst>
                                        </p:cTn>
                                        <p:tgtEl>
                                          <p:spTgt spid="703"/>
                                        </p:tgtEl>
                                        <p:attrNameLst>
                                          <p:attrName>style.visibility</p:attrName>
                                        </p:attrNameLst>
                                      </p:cBhvr>
                                      <p:to>
                                        <p:strVal val="visible"/>
                                      </p:to>
                                    </p:set>
                                    <p:animEffect transition="in" filter="fade">
                                      <p:cBhvr>
                                        <p:cTn id="635" dur="100"/>
                                        <p:tgtEl>
                                          <p:spTgt spid="703"/>
                                        </p:tgtEl>
                                      </p:cBhvr>
                                    </p:animEffect>
                                  </p:childTnLst>
                                </p:cTn>
                              </p:par>
                            </p:childTnLst>
                          </p:cTn>
                        </p:par>
                        <p:par>
                          <p:cTn id="636" fill="hold">
                            <p:stCondLst>
                              <p:cond delay="16200"/>
                            </p:stCondLst>
                            <p:childTnLst>
                              <p:par>
                                <p:cTn id="637" presetID="10" presetClass="entr" presetSubtype="0" fill="hold" nodeType="afterEffect">
                                  <p:stCondLst>
                                    <p:cond delay="0"/>
                                  </p:stCondLst>
                                  <p:childTnLst>
                                    <p:set>
                                      <p:cBhvr>
                                        <p:cTn id="638" dur="1" fill="hold">
                                          <p:stCondLst>
                                            <p:cond delay="0"/>
                                          </p:stCondLst>
                                        </p:cTn>
                                        <p:tgtEl>
                                          <p:spTgt spid="704"/>
                                        </p:tgtEl>
                                        <p:attrNameLst>
                                          <p:attrName>style.visibility</p:attrName>
                                        </p:attrNameLst>
                                      </p:cBhvr>
                                      <p:to>
                                        <p:strVal val="visible"/>
                                      </p:to>
                                    </p:set>
                                    <p:animEffect transition="in" filter="fade">
                                      <p:cBhvr>
                                        <p:cTn id="639" dur="100"/>
                                        <p:tgtEl>
                                          <p:spTgt spid="704"/>
                                        </p:tgtEl>
                                      </p:cBhvr>
                                    </p:animEffect>
                                  </p:childTnLst>
                                </p:cTn>
                              </p:par>
                            </p:childTnLst>
                          </p:cTn>
                        </p:par>
                        <p:par>
                          <p:cTn id="640" fill="hold">
                            <p:stCondLst>
                              <p:cond delay="16300"/>
                            </p:stCondLst>
                            <p:childTnLst>
                              <p:par>
                                <p:cTn id="641" presetID="10" presetClass="entr" presetSubtype="0" fill="hold" nodeType="afterEffect">
                                  <p:stCondLst>
                                    <p:cond delay="0"/>
                                  </p:stCondLst>
                                  <p:childTnLst>
                                    <p:set>
                                      <p:cBhvr>
                                        <p:cTn id="642" dur="1" fill="hold">
                                          <p:stCondLst>
                                            <p:cond delay="0"/>
                                          </p:stCondLst>
                                        </p:cTn>
                                        <p:tgtEl>
                                          <p:spTgt spid="705"/>
                                        </p:tgtEl>
                                        <p:attrNameLst>
                                          <p:attrName>style.visibility</p:attrName>
                                        </p:attrNameLst>
                                      </p:cBhvr>
                                      <p:to>
                                        <p:strVal val="visible"/>
                                      </p:to>
                                    </p:set>
                                    <p:animEffect transition="in" filter="fade">
                                      <p:cBhvr>
                                        <p:cTn id="643" dur="100"/>
                                        <p:tgtEl>
                                          <p:spTgt spid="705"/>
                                        </p:tgtEl>
                                      </p:cBhvr>
                                    </p:animEffect>
                                  </p:childTnLst>
                                </p:cTn>
                              </p:par>
                            </p:childTnLst>
                          </p:cTn>
                        </p:par>
                        <p:par>
                          <p:cTn id="644" fill="hold">
                            <p:stCondLst>
                              <p:cond delay="16400"/>
                            </p:stCondLst>
                            <p:childTnLst>
                              <p:par>
                                <p:cTn id="645" presetID="10" presetClass="entr" presetSubtype="0" fill="hold" nodeType="afterEffect">
                                  <p:stCondLst>
                                    <p:cond delay="0"/>
                                  </p:stCondLst>
                                  <p:childTnLst>
                                    <p:set>
                                      <p:cBhvr>
                                        <p:cTn id="646" dur="1" fill="hold">
                                          <p:stCondLst>
                                            <p:cond delay="0"/>
                                          </p:stCondLst>
                                        </p:cTn>
                                        <p:tgtEl>
                                          <p:spTgt spid="706"/>
                                        </p:tgtEl>
                                        <p:attrNameLst>
                                          <p:attrName>style.visibility</p:attrName>
                                        </p:attrNameLst>
                                      </p:cBhvr>
                                      <p:to>
                                        <p:strVal val="visible"/>
                                      </p:to>
                                    </p:set>
                                    <p:animEffect transition="in" filter="fade">
                                      <p:cBhvr>
                                        <p:cTn id="647" dur="100"/>
                                        <p:tgtEl>
                                          <p:spTgt spid="706"/>
                                        </p:tgtEl>
                                      </p:cBhvr>
                                    </p:animEffect>
                                  </p:childTnLst>
                                </p:cTn>
                              </p:par>
                            </p:childTnLst>
                          </p:cTn>
                        </p:par>
                        <p:par>
                          <p:cTn id="648" fill="hold">
                            <p:stCondLst>
                              <p:cond delay="16500"/>
                            </p:stCondLst>
                            <p:childTnLst>
                              <p:par>
                                <p:cTn id="649" presetID="10" presetClass="entr" presetSubtype="0" fill="hold" nodeType="afterEffect">
                                  <p:stCondLst>
                                    <p:cond delay="0"/>
                                  </p:stCondLst>
                                  <p:childTnLst>
                                    <p:set>
                                      <p:cBhvr>
                                        <p:cTn id="650" dur="1" fill="hold">
                                          <p:stCondLst>
                                            <p:cond delay="0"/>
                                          </p:stCondLst>
                                        </p:cTn>
                                        <p:tgtEl>
                                          <p:spTgt spid="707"/>
                                        </p:tgtEl>
                                        <p:attrNameLst>
                                          <p:attrName>style.visibility</p:attrName>
                                        </p:attrNameLst>
                                      </p:cBhvr>
                                      <p:to>
                                        <p:strVal val="visible"/>
                                      </p:to>
                                    </p:set>
                                    <p:animEffect transition="in" filter="fade">
                                      <p:cBhvr>
                                        <p:cTn id="651" dur="100"/>
                                        <p:tgtEl>
                                          <p:spTgt spid="707"/>
                                        </p:tgtEl>
                                      </p:cBhvr>
                                    </p:animEffect>
                                  </p:childTnLst>
                                </p:cTn>
                              </p:par>
                            </p:childTnLst>
                          </p:cTn>
                        </p:par>
                        <p:par>
                          <p:cTn id="652" fill="hold">
                            <p:stCondLst>
                              <p:cond delay="16600"/>
                            </p:stCondLst>
                            <p:childTnLst>
                              <p:par>
                                <p:cTn id="653" presetID="10" presetClass="entr" presetSubtype="0" fill="hold" nodeType="afterEffect">
                                  <p:stCondLst>
                                    <p:cond delay="0"/>
                                  </p:stCondLst>
                                  <p:childTnLst>
                                    <p:set>
                                      <p:cBhvr>
                                        <p:cTn id="654" dur="1" fill="hold">
                                          <p:stCondLst>
                                            <p:cond delay="0"/>
                                          </p:stCondLst>
                                        </p:cTn>
                                        <p:tgtEl>
                                          <p:spTgt spid="708"/>
                                        </p:tgtEl>
                                        <p:attrNameLst>
                                          <p:attrName>style.visibility</p:attrName>
                                        </p:attrNameLst>
                                      </p:cBhvr>
                                      <p:to>
                                        <p:strVal val="visible"/>
                                      </p:to>
                                    </p:set>
                                    <p:animEffect transition="in" filter="fade">
                                      <p:cBhvr>
                                        <p:cTn id="655" dur="100"/>
                                        <p:tgtEl>
                                          <p:spTgt spid="708"/>
                                        </p:tgtEl>
                                      </p:cBhvr>
                                    </p:animEffect>
                                  </p:childTnLst>
                                </p:cTn>
                              </p:par>
                            </p:childTnLst>
                          </p:cTn>
                        </p:par>
                        <p:par>
                          <p:cTn id="656" fill="hold">
                            <p:stCondLst>
                              <p:cond delay="16700"/>
                            </p:stCondLst>
                            <p:childTnLst>
                              <p:par>
                                <p:cTn id="657" presetID="10" presetClass="entr" presetSubtype="0" fill="hold" nodeType="afterEffect">
                                  <p:stCondLst>
                                    <p:cond delay="0"/>
                                  </p:stCondLst>
                                  <p:childTnLst>
                                    <p:set>
                                      <p:cBhvr>
                                        <p:cTn id="658" dur="1" fill="hold">
                                          <p:stCondLst>
                                            <p:cond delay="0"/>
                                          </p:stCondLst>
                                        </p:cTn>
                                        <p:tgtEl>
                                          <p:spTgt spid="709"/>
                                        </p:tgtEl>
                                        <p:attrNameLst>
                                          <p:attrName>style.visibility</p:attrName>
                                        </p:attrNameLst>
                                      </p:cBhvr>
                                      <p:to>
                                        <p:strVal val="visible"/>
                                      </p:to>
                                    </p:set>
                                    <p:animEffect transition="in" filter="fade">
                                      <p:cBhvr>
                                        <p:cTn id="659" dur="100"/>
                                        <p:tgtEl>
                                          <p:spTgt spid="709"/>
                                        </p:tgtEl>
                                      </p:cBhvr>
                                    </p:animEffect>
                                  </p:childTnLst>
                                </p:cTn>
                              </p:par>
                            </p:childTnLst>
                          </p:cTn>
                        </p:par>
                        <p:par>
                          <p:cTn id="660" fill="hold">
                            <p:stCondLst>
                              <p:cond delay="16800"/>
                            </p:stCondLst>
                            <p:childTnLst>
                              <p:par>
                                <p:cTn id="661" presetID="10" presetClass="entr" presetSubtype="0" fill="hold" nodeType="afterEffect">
                                  <p:stCondLst>
                                    <p:cond delay="0"/>
                                  </p:stCondLst>
                                  <p:childTnLst>
                                    <p:set>
                                      <p:cBhvr>
                                        <p:cTn id="662" dur="1" fill="hold">
                                          <p:stCondLst>
                                            <p:cond delay="0"/>
                                          </p:stCondLst>
                                        </p:cTn>
                                        <p:tgtEl>
                                          <p:spTgt spid="710"/>
                                        </p:tgtEl>
                                        <p:attrNameLst>
                                          <p:attrName>style.visibility</p:attrName>
                                        </p:attrNameLst>
                                      </p:cBhvr>
                                      <p:to>
                                        <p:strVal val="visible"/>
                                      </p:to>
                                    </p:set>
                                    <p:animEffect transition="in" filter="fade">
                                      <p:cBhvr>
                                        <p:cTn id="663" dur="100"/>
                                        <p:tgtEl>
                                          <p:spTgt spid="710"/>
                                        </p:tgtEl>
                                      </p:cBhvr>
                                    </p:animEffect>
                                  </p:childTnLst>
                                </p:cTn>
                              </p:par>
                            </p:childTnLst>
                          </p:cTn>
                        </p:par>
                        <p:par>
                          <p:cTn id="664" fill="hold">
                            <p:stCondLst>
                              <p:cond delay="16900"/>
                            </p:stCondLst>
                            <p:childTnLst>
                              <p:par>
                                <p:cTn id="665" presetID="10" presetClass="entr" presetSubtype="0" fill="hold" nodeType="afterEffect">
                                  <p:stCondLst>
                                    <p:cond delay="0"/>
                                  </p:stCondLst>
                                  <p:childTnLst>
                                    <p:set>
                                      <p:cBhvr>
                                        <p:cTn id="666" dur="1" fill="hold">
                                          <p:stCondLst>
                                            <p:cond delay="0"/>
                                          </p:stCondLst>
                                        </p:cTn>
                                        <p:tgtEl>
                                          <p:spTgt spid="711"/>
                                        </p:tgtEl>
                                        <p:attrNameLst>
                                          <p:attrName>style.visibility</p:attrName>
                                        </p:attrNameLst>
                                      </p:cBhvr>
                                      <p:to>
                                        <p:strVal val="visible"/>
                                      </p:to>
                                    </p:set>
                                    <p:animEffect transition="in" filter="fade">
                                      <p:cBhvr>
                                        <p:cTn id="667" dur="100"/>
                                        <p:tgtEl>
                                          <p:spTgt spid="711"/>
                                        </p:tgtEl>
                                      </p:cBhvr>
                                    </p:animEffect>
                                  </p:childTnLst>
                                </p:cTn>
                              </p:par>
                            </p:childTnLst>
                          </p:cTn>
                        </p:par>
                        <p:par>
                          <p:cTn id="668" fill="hold">
                            <p:stCondLst>
                              <p:cond delay="17000"/>
                            </p:stCondLst>
                            <p:childTnLst>
                              <p:par>
                                <p:cTn id="669" presetID="10" presetClass="entr" presetSubtype="0" fill="hold" nodeType="afterEffect">
                                  <p:stCondLst>
                                    <p:cond delay="0"/>
                                  </p:stCondLst>
                                  <p:childTnLst>
                                    <p:set>
                                      <p:cBhvr>
                                        <p:cTn id="670" dur="1" fill="hold">
                                          <p:stCondLst>
                                            <p:cond delay="0"/>
                                          </p:stCondLst>
                                        </p:cTn>
                                        <p:tgtEl>
                                          <p:spTgt spid="712"/>
                                        </p:tgtEl>
                                        <p:attrNameLst>
                                          <p:attrName>style.visibility</p:attrName>
                                        </p:attrNameLst>
                                      </p:cBhvr>
                                      <p:to>
                                        <p:strVal val="visible"/>
                                      </p:to>
                                    </p:set>
                                    <p:animEffect transition="in" filter="fade">
                                      <p:cBhvr>
                                        <p:cTn id="671" dur="100"/>
                                        <p:tgtEl>
                                          <p:spTgt spid="712"/>
                                        </p:tgtEl>
                                      </p:cBhvr>
                                    </p:animEffect>
                                  </p:childTnLst>
                                </p:cTn>
                              </p:par>
                            </p:childTnLst>
                          </p:cTn>
                        </p:par>
                        <p:par>
                          <p:cTn id="672" fill="hold">
                            <p:stCondLst>
                              <p:cond delay="17100"/>
                            </p:stCondLst>
                            <p:childTnLst>
                              <p:par>
                                <p:cTn id="673" presetID="10" presetClass="entr" presetSubtype="0" fill="hold" nodeType="afterEffect">
                                  <p:stCondLst>
                                    <p:cond delay="0"/>
                                  </p:stCondLst>
                                  <p:childTnLst>
                                    <p:set>
                                      <p:cBhvr>
                                        <p:cTn id="674" dur="1" fill="hold">
                                          <p:stCondLst>
                                            <p:cond delay="0"/>
                                          </p:stCondLst>
                                        </p:cTn>
                                        <p:tgtEl>
                                          <p:spTgt spid="713"/>
                                        </p:tgtEl>
                                        <p:attrNameLst>
                                          <p:attrName>style.visibility</p:attrName>
                                        </p:attrNameLst>
                                      </p:cBhvr>
                                      <p:to>
                                        <p:strVal val="visible"/>
                                      </p:to>
                                    </p:set>
                                    <p:animEffect transition="in" filter="fade">
                                      <p:cBhvr>
                                        <p:cTn id="675" dur="100"/>
                                        <p:tgtEl>
                                          <p:spTgt spid="713"/>
                                        </p:tgtEl>
                                      </p:cBhvr>
                                    </p:animEffect>
                                  </p:childTnLst>
                                </p:cTn>
                              </p:par>
                            </p:childTnLst>
                          </p:cTn>
                        </p:par>
                        <p:par>
                          <p:cTn id="676" fill="hold">
                            <p:stCondLst>
                              <p:cond delay="17200"/>
                            </p:stCondLst>
                            <p:childTnLst>
                              <p:par>
                                <p:cTn id="677" presetID="10" presetClass="entr" presetSubtype="0" fill="hold" nodeType="afterEffect">
                                  <p:stCondLst>
                                    <p:cond delay="0"/>
                                  </p:stCondLst>
                                  <p:childTnLst>
                                    <p:set>
                                      <p:cBhvr>
                                        <p:cTn id="678" dur="1" fill="hold">
                                          <p:stCondLst>
                                            <p:cond delay="0"/>
                                          </p:stCondLst>
                                        </p:cTn>
                                        <p:tgtEl>
                                          <p:spTgt spid="715"/>
                                        </p:tgtEl>
                                        <p:attrNameLst>
                                          <p:attrName>style.visibility</p:attrName>
                                        </p:attrNameLst>
                                      </p:cBhvr>
                                      <p:to>
                                        <p:strVal val="visible"/>
                                      </p:to>
                                    </p:set>
                                    <p:animEffect transition="in" filter="fade">
                                      <p:cBhvr>
                                        <p:cTn id="679" dur="100"/>
                                        <p:tgtEl>
                                          <p:spTgt spid="715"/>
                                        </p:tgtEl>
                                      </p:cBhvr>
                                    </p:animEffect>
                                  </p:childTnLst>
                                </p:cTn>
                              </p:par>
                            </p:childTnLst>
                          </p:cTn>
                        </p:par>
                        <p:par>
                          <p:cTn id="680" fill="hold">
                            <p:stCondLst>
                              <p:cond delay="17300"/>
                            </p:stCondLst>
                            <p:childTnLst>
                              <p:par>
                                <p:cTn id="681" presetID="26" presetClass="emph" presetSubtype="0" fill="hold" grpId="1" nodeType="afterEffect">
                                  <p:stCondLst>
                                    <p:cond delay="0"/>
                                  </p:stCondLst>
                                  <p:childTnLst>
                                    <p:animEffect transition="out" filter="fade">
                                      <p:cBhvr>
                                        <p:cTn id="682" dur="500" tmFilter="0, 0; .2, .5; .8, .5; 1, 0"/>
                                        <p:tgtEl>
                                          <p:spTgt spid="130"/>
                                        </p:tgtEl>
                                      </p:cBhvr>
                                    </p:animEffect>
                                    <p:animScale>
                                      <p:cBhvr>
                                        <p:cTn id="683" dur="250" autoRev="1" fill="hold"/>
                                        <p:tgtEl>
                                          <p:spTgt spid="130"/>
                                        </p:tgtEl>
                                      </p:cBhvr>
                                      <p:by x="105000" y="105000"/>
                                    </p:animScale>
                                  </p:childTnLst>
                                </p:cTn>
                              </p:par>
                            </p:childTnLst>
                          </p:cTn>
                        </p:par>
                        <p:par>
                          <p:cTn id="684" fill="hold">
                            <p:stCondLst>
                              <p:cond delay="17800"/>
                            </p:stCondLst>
                            <p:childTnLst>
                              <p:par>
                                <p:cTn id="685" presetID="10" presetClass="entr" presetSubtype="0" fill="hold" nodeType="afterEffect">
                                  <p:stCondLst>
                                    <p:cond delay="0"/>
                                  </p:stCondLst>
                                  <p:childTnLst>
                                    <p:set>
                                      <p:cBhvr>
                                        <p:cTn id="686" dur="1" fill="hold">
                                          <p:stCondLst>
                                            <p:cond delay="0"/>
                                          </p:stCondLst>
                                        </p:cTn>
                                        <p:tgtEl>
                                          <p:spTgt spid="67"/>
                                        </p:tgtEl>
                                        <p:attrNameLst>
                                          <p:attrName>style.visibility</p:attrName>
                                        </p:attrNameLst>
                                      </p:cBhvr>
                                      <p:to>
                                        <p:strVal val="visible"/>
                                      </p:to>
                                    </p:set>
                                    <p:animEffect transition="in" filter="fade">
                                      <p:cBhvr>
                                        <p:cTn id="687" dur="250"/>
                                        <p:tgtEl>
                                          <p:spTgt spid="67"/>
                                        </p:tgtEl>
                                      </p:cBhvr>
                                    </p:animEffect>
                                  </p:childTnLst>
                                </p:cTn>
                              </p:par>
                            </p:childTnLst>
                          </p:cTn>
                        </p:par>
                        <p:par>
                          <p:cTn id="688" fill="hold">
                            <p:stCondLst>
                              <p:cond delay="18050"/>
                            </p:stCondLst>
                            <p:childTnLst>
                              <p:par>
                                <p:cTn id="689" presetID="10" presetClass="entr" presetSubtype="0" fill="hold" nodeType="afterEffect">
                                  <p:stCondLst>
                                    <p:cond delay="0"/>
                                  </p:stCondLst>
                                  <p:childTnLst>
                                    <p:set>
                                      <p:cBhvr>
                                        <p:cTn id="690" dur="1" fill="hold">
                                          <p:stCondLst>
                                            <p:cond delay="0"/>
                                          </p:stCondLst>
                                        </p:cTn>
                                        <p:tgtEl>
                                          <p:spTgt spid="70"/>
                                        </p:tgtEl>
                                        <p:attrNameLst>
                                          <p:attrName>style.visibility</p:attrName>
                                        </p:attrNameLst>
                                      </p:cBhvr>
                                      <p:to>
                                        <p:strVal val="visible"/>
                                      </p:to>
                                    </p:set>
                                    <p:animEffect transition="in" filter="fade">
                                      <p:cBhvr>
                                        <p:cTn id="691" dur="250"/>
                                        <p:tgtEl>
                                          <p:spTgt spid="70"/>
                                        </p:tgtEl>
                                      </p:cBhvr>
                                    </p:animEffect>
                                  </p:childTnLst>
                                </p:cTn>
                              </p:par>
                            </p:childTnLst>
                          </p:cTn>
                        </p:par>
                        <p:par>
                          <p:cTn id="692" fill="hold">
                            <p:stCondLst>
                              <p:cond delay="18300"/>
                            </p:stCondLst>
                            <p:childTnLst>
                              <p:par>
                                <p:cTn id="693" presetID="10" presetClass="entr" presetSubtype="0" fill="hold" nodeType="afterEffect">
                                  <p:stCondLst>
                                    <p:cond delay="0"/>
                                  </p:stCondLst>
                                  <p:childTnLst>
                                    <p:set>
                                      <p:cBhvr>
                                        <p:cTn id="694" dur="1" fill="hold">
                                          <p:stCondLst>
                                            <p:cond delay="0"/>
                                          </p:stCondLst>
                                        </p:cTn>
                                        <p:tgtEl>
                                          <p:spTgt spid="73"/>
                                        </p:tgtEl>
                                        <p:attrNameLst>
                                          <p:attrName>style.visibility</p:attrName>
                                        </p:attrNameLst>
                                      </p:cBhvr>
                                      <p:to>
                                        <p:strVal val="visible"/>
                                      </p:to>
                                    </p:set>
                                    <p:animEffect transition="in" filter="fade">
                                      <p:cBhvr>
                                        <p:cTn id="695" dur="250"/>
                                        <p:tgtEl>
                                          <p:spTgt spid="73"/>
                                        </p:tgtEl>
                                      </p:cBhvr>
                                    </p:animEffect>
                                  </p:childTnLst>
                                </p:cTn>
                              </p:par>
                            </p:childTnLst>
                          </p:cTn>
                        </p:par>
                        <p:par>
                          <p:cTn id="696" fill="hold">
                            <p:stCondLst>
                              <p:cond delay="18550"/>
                            </p:stCondLst>
                            <p:childTnLst>
                              <p:par>
                                <p:cTn id="697" presetID="10" presetClass="entr" presetSubtype="0" fill="hold" nodeType="afterEffect">
                                  <p:stCondLst>
                                    <p:cond delay="0"/>
                                  </p:stCondLst>
                                  <p:childTnLst>
                                    <p:set>
                                      <p:cBhvr>
                                        <p:cTn id="698" dur="1" fill="hold">
                                          <p:stCondLst>
                                            <p:cond delay="0"/>
                                          </p:stCondLst>
                                        </p:cTn>
                                        <p:tgtEl>
                                          <p:spTgt spid="76"/>
                                        </p:tgtEl>
                                        <p:attrNameLst>
                                          <p:attrName>style.visibility</p:attrName>
                                        </p:attrNameLst>
                                      </p:cBhvr>
                                      <p:to>
                                        <p:strVal val="visible"/>
                                      </p:to>
                                    </p:set>
                                    <p:animEffect transition="in" filter="fade">
                                      <p:cBhvr>
                                        <p:cTn id="699" dur="250"/>
                                        <p:tgtEl>
                                          <p:spTgt spid="76"/>
                                        </p:tgtEl>
                                      </p:cBhvr>
                                    </p:animEffect>
                                  </p:childTnLst>
                                </p:cTn>
                              </p:par>
                            </p:childTnLst>
                          </p:cTn>
                        </p:par>
                        <p:par>
                          <p:cTn id="700" fill="hold">
                            <p:stCondLst>
                              <p:cond delay="18800"/>
                            </p:stCondLst>
                            <p:childTnLst>
                              <p:par>
                                <p:cTn id="701" presetID="10" presetClass="entr" presetSubtype="0" fill="hold" nodeType="afterEffect">
                                  <p:stCondLst>
                                    <p:cond delay="0"/>
                                  </p:stCondLst>
                                  <p:childTnLst>
                                    <p:set>
                                      <p:cBhvr>
                                        <p:cTn id="702" dur="1" fill="hold">
                                          <p:stCondLst>
                                            <p:cond delay="0"/>
                                          </p:stCondLst>
                                        </p:cTn>
                                        <p:tgtEl>
                                          <p:spTgt spid="79"/>
                                        </p:tgtEl>
                                        <p:attrNameLst>
                                          <p:attrName>style.visibility</p:attrName>
                                        </p:attrNameLst>
                                      </p:cBhvr>
                                      <p:to>
                                        <p:strVal val="visible"/>
                                      </p:to>
                                    </p:set>
                                    <p:animEffect transition="in" filter="fade">
                                      <p:cBhvr>
                                        <p:cTn id="703" dur="25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p:bldP spid="130" grpId="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45462" y="173237"/>
            <a:ext cx="585626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Licensing</a:t>
            </a:r>
          </a:p>
        </p:txBody>
      </p:sp>
      <p:sp>
        <p:nvSpPr>
          <p:cNvPr id="444" name="Rectangle 443">
            <a:hlinkClick r:id="rId3" action="ppaction://hlinksldjump"/>
            <a:hlinkHover r:id="rId3" action="ppaction://hlinksldjump"/>
            <a:extLst>
              <a:ext uri="{FF2B5EF4-FFF2-40B4-BE49-F238E27FC236}">
                <a16:creationId xmlns:a16="http://schemas.microsoft.com/office/drawing/2014/main" id="{8D0E4089-D7BC-DEC5-C64B-8FDEA9091E4C}"/>
              </a:ext>
            </a:extLst>
          </p:cNvPr>
          <p:cNvSpPr/>
          <p:nvPr/>
        </p:nvSpPr>
        <p:spPr>
          <a:xfrm>
            <a:off x="299024"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445" name="Rectangle 444">
            <a:hlinkClick r:id="rId4" action="ppaction://hlinksldjump"/>
            <a:hlinkHover r:id="rId4" action="ppaction://hlinksldjump"/>
            <a:extLst>
              <a:ext uri="{FF2B5EF4-FFF2-40B4-BE49-F238E27FC236}">
                <a16:creationId xmlns:a16="http://schemas.microsoft.com/office/drawing/2014/main" id="{84FE5BCB-2DF3-5369-B604-2D2F9A81CF6E}"/>
              </a:ext>
            </a:extLst>
          </p:cNvPr>
          <p:cNvSpPr/>
          <p:nvPr/>
        </p:nvSpPr>
        <p:spPr>
          <a:xfrm>
            <a:off x="1975955"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446" name="Rectangle 445">
            <a:hlinkClick r:id="rId5" action="ppaction://hlinksldjump"/>
            <a:hlinkHover r:id="rId5" action="ppaction://hlinksldjump"/>
            <a:extLst>
              <a:ext uri="{FF2B5EF4-FFF2-40B4-BE49-F238E27FC236}">
                <a16:creationId xmlns:a16="http://schemas.microsoft.com/office/drawing/2014/main" id="{6E921F47-6828-1414-850A-E50FD9DB920C}"/>
              </a:ext>
            </a:extLst>
          </p:cNvPr>
          <p:cNvSpPr/>
          <p:nvPr/>
        </p:nvSpPr>
        <p:spPr>
          <a:xfrm>
            <a:off x="3652886"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447" name="Rectangle 446">
            <a:hlinkClick r:id="rId6" action="ppaction://hlinksldjump"/>
            <a:hlinkHover r:id="rId6" action="ppaction://hlinksldjump"/>
            <a:extLst>
              <a:ext uri="{FF2B5EF4-FFF2-40B4-BE49-F238E27FC236}">
                <a16:creationId xmlns:a16="http://schemas.microsoft.com/office/drawing/2014/main" id="{3B91038B-1E9D-3F37-F4FF-A45E23F3017D}"/>
              </a:ext>
            </a:extLst>
          </p:cNvPr>
          <p:cNvSpPr/>
          <p:nvPr/>
        </p:nvSpPr>
        <p:spPr>
          <a:xfrm>
            <a:off x="5329817" y="5802160"/>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448" name="Rectangle 447">
            <a:hlinkClick r:id="rId7" action="ppaction://hlinksldjump"/>
            <a:hlinkHover r:id="rId7" action="ppaction://hlinksldjump"/>
            <a:extLst>
              <a:ext uri="{FF2B5EF4-FFF2-40B4-BE49-F238E27FC236}">
                <a16:creationId xmlns:a16="http://schemas.microsoft.com/office/drawing/2014/main" id="{B8614052-7DF8-2266-CCDF-7E48C4B0DBDB}"/>
              </a:ext>
            </a:extLst>
          </p:cNvPr>
          <p:cNvSpPr/>
          <p:nvPr/>
        </p:nvSpPr>
        <p:spPr>
          <a:xfrm>
            <a:off x="7107720" y="5802160"/>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449" name="Rectangle 448">
            <a:hlinkClick r:id="rId8" action="ppaction://hlinksldjump"/>
            <a:hlinkHover r:id="rId8" action="ppaction://hlinksldjump"/>
            <a:extLst>
              <a:ext uri="{FF2B5EF4-FFF2-40B4-BE49-F238E27FC236}">
                <a16:creationId xmlns:a16="http://schemas.microsoft.com/office/drawing/2014/main" id="{FC0B19DF-18A8-5B46-9E05-B062EC30262F}"/>
              </a:ext>
            </a:extLst>
          </p:cNvPr>
          <p:cNvSpPr/>
          <p:nvPr/>
        </p:nvSpPr>
        <p:spPr>
          <a:xfrm>
            <a:off x="3652886"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450" name="Rectangle 449">
            <a:hlinkClick r:id="rId9" action="ppaction://hlinksldjump"/>
            <a:hlinkHover r:id="rId9" action="ppaction://hlinksldjump"/>
            <a:extLst>
              <a:ext uri="{FF2B5EF4-FFF2-40B4-BE49-F238E27FC236}">
                <a16:creationId xmlns:a16="http://schemas.microsoft.com/office/drawing/2014/main" id="{6D122B28-A54B-7A1E-5DAC-7227B596AB01}"/>
              </a:ext>
            </a:extLst>
          </p:cNvPr>
          <p:cNvSpPr/>
          <p:nvPr/>
        </p:nvSpPr>
        <p:spPr>
          <a:xfrm>
            <a:off x="7107721" y="6284246"/>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451" name="Rectangle 450">
            <a:hlinkClick r:id="rId10" action="ppaction://hlinksldjump"/>
            <a:hlinkHover r:id="rId10" action="ppaction://hlinksldjump"/>
            <a:extLst>
              <a:ext uri="{FF2B5EF4-FFF2-40B4-BE49-F238E27FC236}">
                <a16:creationId xmlns:a16="http://schemas.microsoft.com/office/drawing/2014/main" id="{CA08F54D-2247-4B64-FDB7-080931E02E5F}"/>
              </a:ext>
            </a:extLst>
          </p:cNvPr>
          <p:cNvSpPr/>
          <p:nvPr/>
        </p:nvSpPr>
        <p:spPr>
          <a:xfrm>
            <a:off x="10811623" y="5796447"/>
            <a:ext cx="1301668" cy="957208"/>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452" name="Rectangle 451">
            <a:hlinkClick r:id="rId11" action="ppaction://hlinksldjump"/>
            <a:hlinkHover r:id="rId11" action="ppaction://hlinksldjump"/>
            <a:extLst>
              <a:ext uri="{FF2B5EF4-FFF2-40B4-BE49-F238E27FC236}">
                <a16:creationId xmlns:a16="http://schemas.microsoft.com/office/drawing/2014/main" id="{C1A4D319-C265-68B3-08C3-39AC3586E16A}"/>
              </a:ext>
            </a:extLst>
          </p:cNvPr>
          <p:cNvSpPr/>
          <p:nvPr/>
        </p:nvSpPr>
        <p:spPr>
          <a:xfrm>
            <a:off x="299024" y="6299063"/>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453" name="Rectangle 452">
            <a:hlinkClick r:id="rId12" action="ppaction://hlinksldjump"/>
            <a:hlinkHover r:id="rId12" action="ppaction://hlinksldjump"/>
            <a:extLst>
              <a:ext uri="{FF2B5EF4-FFF2-40B4-BE49-F238E27FC236}">
                <a16:creationId xmlns:a16="http://schemas.microsoft.com/office/drawing/2014/main" id="{759EF740-A930-32AB-D83C-BFF5DDF6E7E0}"/>
              </a:ext>
            </a:extLst>
          </p:cNvPr>
          <p:cNvSpPr/>
          <p:nvPr/>
        </p:nvSpPr>
        <p:spPr>
          <a:xfrm>
            <a:off x="1975955"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454" name="Rectangle 453">
            <a:hlinkClick r:id="rId13" action="ppaction://hlinksldjump"/>
            <a:hlinkHover r:id="rId13" action="ppaction://hlinksldjump"/>
            <a:extLst>
              <a:ext uri="{FF2B5EF4-FFF2-40B4-BE49-F238E27FC236}">
                <a16:creationId xmlns:a16="http://schemas.microsoft.com/office/drawing/2014/main" id="{4D88B431-E381-720B-C312-9156207CC109}"/>
              </a:ext>
            </a:extLst>
          </p:cNvPr>
          <p:cNvSpPr/>
          <p:nvPr/>
        </p:nvSpPr>
        <p:spPr>
          <a:xfrm>
            <a:off x="5329817" y="6284246"/>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Purview Suite</a:t>
            </a:r>
          </a:p>
        </p:txBody>
      </p:sp>
      <p:grpSp>
        <p:nvGrpSpPr>
          <p:cNvPr id="17" name="Group 16">
            <a:extLst>
              <a:ext uri="{FF2B5EF4-FFF2-40B4-BE49-F238E27FC236}">
                <a16:creationId xmlns:a16="http://schemas.microsoft.com/office/drawing/2014/main" id="{D1813361-590F-0514-312A-E4A15679A7C1}"/>
              </a:ext>
            </a:extLst>
          </p:cNvPr>
          <p:cNvGrpSpPr/>
          <p:nvPr/>
        </p:nvGrpSpPr>
        <p:grpSpPr>
          <a:xfrm>
            <a:off x="3779655" y="811556"/>
            <a:ext cx="721206" cy="609701"/>
            <a:chOff x="5280339" y="909114"/>
            <a:chExt cx="871904" cy="748695"/>
          </a:xfrm>
        </p:grpSpPr>
        <p:sp>
          <p:nvSpPr>
            <p:cNvPr id="18" name="Rectangle 17">
              <a:extLst>
                <a:ext uri="{FF2B5EF4-FFF2-40B4-BE49-F238E27FC236}">
                  <a16:creationId xmlns:a16="http://schemas.microsoft.com/office/drawing/2014/main" id="{3D26FD8B-C76B-53BA-A126-425C78A7C491}"/>
                </a:ext>
              </a:extLst>
            </p:cNvPr>
            <p:cNvSpPr/>
            <p:nvPr/>
          </p:nvSpPr>
          <p:spPr>
            <a:xfrm>
              <a:off x="528033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19" name="Rectangle 18">
              <a:extLst>
                <a:ext uri="{FF2B5EF4-FFF2-40B4-BE49-F238E27FC236}">
                  <a16:creationId xmlns:a16="http://schemas.microsoft.com/office/drawing/2014/main" id="{602D2D06-39A2-DBA7-7AFD-1E9962714C6A}"/>
                </a:ext>
              </a:extLst>
            </p:cNvPr>
            <p:cNvSpPr/>
            <p:nvPr/>
          </p:nvSpPr>
          <p:spPr>
            <a:xfrm flipV="1">
              <a:off x="6024997"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Oval 15">
              <a:extLst>
                <a:ext uri="{FF2B5EF4-FFF2-40B4-BE49-F238E27FC236}">
                  <a16:creationId xmlns:a16="http://schemas.microsoft.com/office/drawing/2014/main" id="{96B9527B-0A8B-5D1E-F295-6058306D7702}"/>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1" name="Straight Connector 20">
              <a:extLst>
                <a:ext uri="{FF2B5EF4-FFF2-40B4-BE49-F238E27FC236}">
                  <a16:creationId xmlns:a16="http://schemas.microsoft.com/office/drawing/2014/main" id="{B63969D2-A3C3-F773-6065-32EDBF121A08}"/>
                </a:ext>
              </a:extLst>
            </p:cNvPr>
            <p:cNvCxnSpPr>
              <a:cxnSpLocks/>
              <a:stCxn id="20" idx="0"/>
            </p:cNvCxnSpPr>
            <p:nvPr/>
          </p:nvCxnSpPr>
          <p:spPr>
            <a:xfrm flipV="1">
              <a:off x="6064996"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 name="Straight Connector 21">
              <a:extLst>
                <a:ext uri="{FF2B5EF4-FFF2-40B4-BE49-F238E27FC236}">
                  <a16:creationId xmlns:a16="http://schemas.microsoft.com/office/drawing/2014/main" id="{67EC815F-16B9-253F-FC40-8252B7FB24E3}"/>
                </a:ext>
              </a:extLst>
            </p:cNvPr>
            <p:cNvCxnSpPr>
              <a:cxnSpLocks/>
            </p:cNvCxnSpPr>
            <p:nvPr/>
          </p:nvCxnSpPr>
          <p:spPr>
            <a:xfrm>
              <a:off x="6071910"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 name="Group 22">
            <a:extLst>
              <a:ext uri="{FF2B5EF4-FFF2-40B4-BE49-F238E27FC236}">
                <a16:creationId xmlns:a16="http://schemas.microsoft.com/office/drawing/2014/main" id="{5F5FA596-A1FF-9F48-37A9-BE5500B1B011}"/>
              </a:ext>
            </a:extLst>
          </p:cNvPr>
          <p:cNvGrpSpPr/>
          <p:nvPr/>
        </p:nvGrpSpPr>
        <p:grpSpPr>
          <a:xfrm>
            <a:off x="7959193" y="3698227"/>
            <a:ext cx="721206" cy="609701"/>
            <a:chOff x="9258526" y="5012622"/>
            <a:chExt cx="871904" cy="748695"/>
          </a:xfrm>
        </p:grpSpPr>
        <p:sp>
          <p:nvSpPr>
            <p:cNvPr id="24" name="Rectangle 23">
              <a:hlinkHover r:id="" action="ppaction://noaction" highlightClick="1"/>
              <a:extLst>
                <a:ext uri="{FF2B5EF4-FFF2-40B4-BE49-F238E27FC236}">
                  <a16:creationId xmlns:a16="http://schemas.microsoft.com/office/drawing/2014/main" id="{075630A8-1BCC-7C94-44F4-E128B707624B}"/>
                </a:ext>
              </a:extLst>
            </p:cNvPr>
            <p:cNvSpPr/>
            <p:nvPr/>
          </p:nvSpPr>
          <p:spPr>
            <a:xfrm>
              <a:off x="9258526"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25" name="Oval 24">
              <a:extLst>
                <a:ext uri="{FF2B5EF4-FFF2-40B4-BE49-F238E27FC236}">
                  <a16:creationId xmlns:a16="http://schemas.microsoft.com/office/drawing/2014/main" id="{CF14C171-1138-9967-DE3D-9AC3BEC4132C}"/>
                </a:ext>
              </a:extLst>
            </p:cNvPr>
            <p:cNvSpPr/>
            <p:nvPr/>
          </p:nvSpPr>
          <p:spPr>
            <a:xfrm>
              <a:off x="995270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Isosceles Triangle 648">
              <a:extLst>
                <a:ext uri="{FF2B5EF4-FFF2-40B4-BE49-F238E27FC236}">
                  <a16:creationId xmlns:a16="http://schemas.microsoft.com/office/drawing/2014/main" id="{777D06CC-4FCB-9799-B592-B9D6A6026D22}"/>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6" name="Group 35">
            <a:extLst>
              <a:ext uri="{FF2B5EF4-FFF2-40B4-BE49-F238E27FC236}">
                <a16:creationId xmlns:a16="http://schemas.microsoft.com/office/drawing/2014/main" id="{8F6714F2-5859-9249-BCEB-EBCC4BD683F5}"/>
              </a:ext>
            </a:extLst>
          </p:cNvPr>
          <p:cNvGrpSpPr/>
          <p:nvPr/>
        </p:nvGrpSpPr>
        <p:grpSpPr>
          <a:xfrm>
            <a:off x="5448055" y="1532276"/>
            <a:ext cx="721206" cy="609701"/>
            <a:chOff x="6271424" y="1729816"/>
            <a:chExt cx="871904" cy="748695"/>
          </a:xfrm>
        </p:grpSpPr>
        <p:sp>
          <p:nvSpPr>
            <p:cNvPr id="39" name="Rectangle 38">
              <a:extLst>
                <a:ext uri="{FF2B5EF4-FFF2-40B4-BE49-F238E27FC236}">
                  <a16:creationId xmlns:a16="http://schemas.microsoft.com/office/drawing/2014/main" id="{B5DBE2B8-323F-49C3-3A31-EB9F638A7857}"/>
                </a:ext>
              </a:extLst>
            </p:cNvPr>
            <p:cNvSpPr/>
            <p:nvPr/>
          </p:nvSpPr>
          <p:spPr>
            <a:xfrm>
              <a:off x="627142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40" name="Rectangle 39">
              <a:extLst>
                <a:ext uri="{FF2B5EF4-FFF2-40B4-BE49-F238E27FC236}">
                  <a16:creationId xmlns:a16="http://schemas.microsoft.com/office/drawing/2014/main" id="{EAC28587-5459-C02C-B379-3CA219CEB236}"/>
                </a:ext>
              </a:extLst>
            </p:cNvPr>
            <p:cNvSpPr/>
            <p:nvPr/>
          </p:nvSpPr>
          <p:spPr>
            <a:xfrm flipV="1">
              <a:off x="7010822"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 name="Oval 15">
              <a:extLst>
                <a:ext uri="{FF2B5EF4-FFF2-40B4-BE49-F238E27FC236}">
                  <a16:creationId xmlns:a16="http://schemas.microsoft.com/office/drawing/2014/main" id="{18E17102-3EAD-0BA3-D380-7638BAEFBC75}"/>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8" name="Straight Connector 47">
              <a:extLst>
                <a:ext uri="{FF2B5EF4-FFF2-40B4-BE49-F238E27FC236}">
                  <a16:creationId xmlns:a16="http://schemas.microsoft.com/office/drawing/2014/main" id="{F28E9E81-F273-33E0-A1C7-A322E527A7C7}"/>
                </a:ext>
              </a:extLst>
            </p:cNvPr>
            <p:cNvCxnSpPr>
              <a:cxnSpLocks/>
              <a:stCxn id="47" idx="0"/>
            </p:cNvCxnSpPr>
            <p:nvPr/>
          </p:nvCxnSpPr>
          <p:spPr>
            <a:xfrm flipV="1">
              <a:off x="7050821"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9" name="Straight Connector 48">
              <a:extLst>
                <a:ext uri="{FF2B5EF4-FFF2-40B4-BE49-F238E27FC236}">
                  <a16:creationId xmlns:a16="http://schemas.microsoft.com/office/drawing/2014/main" id="{99172FE9-6E98-3F52-3150-4B3844167A0B}"/>
                </a:ext>
              </a:extLst>
            </p:cNvPr>
            <p:cNvCxnSpPr>
              <a:cxnSpLocks/>
            </p:cNvCxnSpPr>
            <p:nvPr/>
          </p:nvCxnSpPr>
          <p:spPr>
            <a:xfrm>
              <a:off x="7057735"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0" name="Group 49">
            <a:extLst>
              <a:ext uri="{FF2B5EF4-FFF2-40B4-BE49-F238E27FC236}">
                <a16:creationId xmlns:a16="http://schemas.microsoft.com/office/drawing/2014/main" id="{72F54570-0D62-D979-474D-B41863533251}"/>
              </a:ext>
            </a:extLst>
          </p:cNvPr>
          <p:cNvGrpSpPr/>
          <p:nvPr/>
        </p:nvGrpSpPr>
        <p:grpSpPr>
          <a:xfrm>
            <a:off x="6284562" y="1532276"/>
            <a:ext cx="721206" cy="609701"/>
            <a:chOff x="7262509" y="1729816"/>
            <a:chExt cx="871904" cy="748695"/>
          </a:xfrm>
        </p:grpSpPr>
        <p:sp>
          <p:nvSpPr>
            <p:cNvPr id="52" name="Rectangle 51">
              <a:extLst>
                <a:ext uri="{FF2B5EF4-FFF2-40B4-BE49-F238E27FC236}">
                  <a16:creationId xmlns:a16="http://schemas.microsoft.com/office/drawing/2014/main" id="{FA79E0AF-462F-3E9C-9E60-9A421CB9F5AF}"/>
                </a:ext>
              </a:extLst>
            </p:cNvPr>
            <p:cNvSpPr/>
            <p:nvPr/>
          </p:nvSpPr>
          <p:spPr>
            <a:xfrm>
              <a:off x="7262509"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54" name="Rectangle 53">
              <a:extLst>
                <a:ext uri="{FF2B5EF4-FFF2-40B4-BE49-F238E27FC236}">
                  <a16:creationId xmlns:a16="http://schemas.microsoft.com/office/drawing/2014/main" id="{A10AA711-0488-3FFC-5044-DE9D8B4DA3C0}"/>
                </a:ext>
              </a:extLst>
            </p:cNvPr>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 name="Oval 15">
              <a:extLst>
                <a:ext uri="{FF2B5EF4-FFF2-40B4-BE49-F238E27FC236}">
                  <a16:creationId xmlns:a16="http://schemas.microsoft.com/office/drawing/2014/main" id="{63A8D711-5678-EAA6-81C0-CC6FE274D563}"/>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6" name="Straight Connector 55">
              <a:extLst>
                <a:ext uri="{FF2B5EF4-FFF2-40B4-BE49-F238E27FC236}">
                  <a16:creationId xmlns:a16="http://schemas.microsoft.com/office/drawing/2014/main" id="{96CE99EF-F13E-5FE9-EB9D-5553927D3D4F}"/>
                </a:ext>
              </a:extLst>
            </p:cNvPr>
            <p:cNvCxnSpPr>
              <a:cxnSpLocks/>
              <a:stCxn id="55"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0" name="Straight Connector 59">
              <a:extLst>
                <a:ext uri="{FF2B5EF4-FFF2-40B4-BE49-F238E27FC236}">
                  <a16:creationId xmlns:a16="http://schemas.microsoft.com/office/drawing/2014/main" id="{C3A2A5EC-A881-6785-41CB-DFC79408B11E}"/>
                </a:ext>
              </a:extLst>
            </p:cNvPr>
            <p:cNvCxnSpPr>
              <a:cxnSpLocks/>
            </p:cNvCxnSpPr>
            <p:nvPr/>
          </p:nvCxnSpPr>
          <p:spPr>
            <a:xfrm>
              <a:off x="80562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1" name="Group 60">
            <a:extLst>
              <a:ext uri="{FF2B5EF4-FFF2-40B4-BE49-F238E27FC236}">
                <a16:creationId xmlns:a16="http://schemas.microsoft.com/office/drawing/2014/main" id="{E8BF9A4A-38CC-A9DB-8154-34A286404725}"/>
              </a:ext>
            </a:extLst>
          </p:cNvPr>
          <p:cNvGrpSpPr/>
          <p:nvPr/>
        </p:nvGrpSpPr>
        <p:grpSpPr>
          <a:xfrm>
            <a:off x="7121069" y="1532276"/>
            <a:ext cx="721206" cy="609701"/>
            <a:chOff x="8253594" y="1729816"/>
            <a:chExt cx="871904" cy="748695"/>
          </a:xfrm>
        </p:grpSpPr>
        <p:sp>
          <p:nvSpPr>
            <p:cNvPr id="62" name="Rectangle 61">
              <a:extLst>
                <a:ext uri="{FF2B5EF4-FFF2-40B4-BE49-F238E27FC236}">
                  <a16:creationId xmlns:a16="http://schemas.microsoft.com/office/drawing/2014/main" id="{818012B4-839D-651C-4112-45A0F5073919}"/>
                </a:ext>
              </a:extLst>
            </p:cNvPr>
            <p:cNvSpPr/>
            <p:nvPr/>
          </p:nvSpPr>
          <p:spPr>
            <a:xfrm>
              <a:off x="825359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63" name="Rectangle 62">
              <a:extLst>
                <a:ext uri="{FF2B5EF4-FFF2-40B4-BE49-F238E27FC236}">
                  <a16:creationId xmlns:a16="http://schemas.microsoft.com/office/drawing/2014/main" id="{84CBA930-43FF-31B0-714A-14AA82BB6FD2}"/>
                </a:ext>
              </a:extLst>
            </p:cNvPr>
            <p:cNvSpPr/>
            <p:nvPr/>
          </p:nvSpPr>
          <p:spPr>
            <a:xfrm flipV="1">
              <a:off x="8998048"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 name="Oval 15">
              <a:extLst>
                <a:ext uri="{FF2B5EF4-FFF2-40B4-BE49-F238E27FC236}">
                  <a16:creationId xmlns:a16="http://schemas.microsoft.com/office/drawing/2014/main" id="{21E8783A-45A9-6244-CD73-E4FCD98BD64E}"/>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5" name="Straight Connector 64">
              <a:extLst>
                <a:ext uri="{FF2B5EF4-FFF2-40B4-BE49-F238E27FC236}">
                  <a16:creationId xmlns:a16="http://schemas.microsoft.com/office/drawing/2014/main" id="{EE0F390C-FE14-C421-55C8-CFB67C8FC87F}"/>
                </a:ext>
              </a:extLst>
            </p:cNvPr>
            <p:cNvCxnSpPr>
              <a:cxnSpLocks/>
              <a:stCxn id="64" idx="0"/>
            </p:cNvCxnSpPr>
            <p:nvPr/>
          </p:nvCxnSpPr>
          <p:spPr>
            <a:xfrm flipV="1">
              <a:off x="9038047"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6" name="Straight Connector 65">
              <a:extLst>
                <a:ext uri="{FF2B5EF4-FFF2-40B4-BE49-F238E27FC236}">
                  <a16:creationId xmlns:a16="http://schemas.microsoft.com/office/drawing/2014/main" id="{F43099E2-BB04-3B76-C5A6-909B3D0DB00E}"/>
                </a:ext>
              </a:extLst>
            </p:cNvPr>
            <p:cNvCxnSpPr>
              <a:cxnSpLocks/>
            </p:cNvCxnSpPr>
            <p:nvPr/>
          </p:nvCxnSpPr>
          <p:spPr>
            <a:xfrm>
              <a:off x="9044961"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7" name="Group 66">
            <a:extLst>
              <a:ext uri="{FF2B5EF4-FFF2-40B4-BE49-F238E27FC236}">
                <a16:creationId xmlns:a16="http://schemas.microsoft.com/office/drawing/2014/main" id="{99012B0B-F558-A3B7-51FE-13576E40BD72}"/>
              </a:ext>
            </a:extLst>
          </p:cNvPr>
          <p:cNvGrpSpPr/>
          <p:nvPr/>
        </p:nvGrpSpPr>
        <p:grpSpPr>
          <a:xfrm>
            <a:off x="3775041" y="1532276"/>
            <a:ext cx="721206" cy="609701"/>
            <a:chOff x="4289254" y="1729816"/>
            <a:chExt cx="871904" cy="748695"/>
          </a:xfrm>
        </p:grpSpPr>
        <p:sp>
          <p:nvSpPr>
            <p:cNvPr id="68" name="Rectangle 67">
              <a:extLst>
                <a:ext uri="{FF2B5EF4-FFF2-40B4-BE49-F238E27FC236}">
                  <a16:creationId xmlns:a16="http://schemas.microsoft.com/office/drawing/2014/main" id="{4460A723-0619-89BE-55EE-39EB6CCE795E}"/>
                </a:ext>
              </a:extLst>
            </p:cNvPr>
            <p:cNvSpPr/>
            <p:nvPr/>
          </p:nvSpPr>
          <p:spPr>
            <a:xfrm>
              <a:off x="428925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69" name="Right Triangle 68">
              <a:extLst>
                <a:ext uri="{FF2B5EF4-FFF2-40B4-BE49-F238E27FC236}">
                  <a16:creationId xmlns:a16="http://schemas.microsoft.com/office/drawing/2014/main" id="{8C0CC744-9330-990B-37F6-D136BA3BF7CB}"/>
                </a:ext>
              </a:extLst>
            </p:cNvPr>
            <p:cNvSpPr/>
            <p:nvPr/>
          </p:nvSpPr>
          <p:spPr>
            <a:xfrm rot="10800000">
              <a:off x="5013435"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0" name="Group 69">
              <a:extLst>
                <a:ext uri="{FF2B5EF4-FFF2-40B4-BE49-F238E27FC236}">
                  <a16:creationId xmlns:a16="http://schemas.microsoft.com/office/drawing/2014/main" id="{B8B099EF-8470-3872-5870-5CA9784BDE94}"/>
                </a:ext>
              </a:extLst>
            </p:cNvPr>
            <p:cNvGrpSpPr/>
            <p:nvPr/>
          </p:nvGrpSpPr>
          <p:grpSpPr>
            <a:xfrm>
              <a:off x="5093762" y="1742900"/>
              <a:ext cx="45719" cy="75385"/>
              <a:chOff x="3883481" y="2057400"/>
              <a:chExt cx="1608363" cy="2652031"/>
            </a:xfrm>
            <a:solidFill>
              <a:srgbClr val="A6A6A6"/>
            </a:solidFill>
          </p:grpSpPr>
          <p:sp>
            <p:nvSpPr>
              <p:cNvPr id="81" name="Oval 27">
                <a:extLst>
                  <a:ext uri="{FF2B5EF4-FFF2-40B4-BE49-F238E27FC236}">
                    <a16:creationId xmlns:a16="http://schemas.microsoft.com/office/drawing/2014/main" id="{519E2C39-4762-6A5D-0123-57E8A186B55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2" name="Oval 28">
                <a:extLst>
                  <a:ext uri="{FF2B5EF4-FFF2-40B4-BE49-F238E27FC236}">
                    <a16:creationId xmlns:a16="http://schemas.microsoft.com/office/drawing/2014/main" id="{9BF6209C-D0CE-F05D-F669-4A3E7B6ACCD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3" name="Group 82">
            <a:extLst>
              <a:ext uri="{FF2B5EF4-FFF2-40B4-BE49-F238E27FC236}">
                <a16:creationId xmlns:a16="http://schemas.microsoft.com/office/drawing/2014/main" id="{AD2202DF-AA99-7F2A-2E3A-3D623C09A7A1}"/>
              </a:ext>
            </a:extLst>
          </p:cNvPr>
          <p:cNvGrpSpPr/>
          <p:nvPr/>
        </p:nvGrpSpPr>
        <p:grpSpPr>
          <a:xfrm>
            <a:off x="4611548" y="1532276"/>
            <a:ext cx="721206" cy="609701"/>
            <a:chOff x="5280339" y="1729816"/>
            <a:chExt cx="871904" cy="748695"/>
          </a:xfrm>
        </p:grpSpPr>
        <p:sp>
          <p:nvSpPr>
            <p:cNvPr id="84" name="Rectangle 83">
              <a:extLst>
                <a:ext uri="{FF2B5EF4-FFF2-40B4-BE49-F238E27FC236}">
                  <a16:creationId xmlns:a16="http://schemas.microsoft.com/office/drawing/2014/main" id="{7DB68E0C-E6E3-CBAB-FC8A-9D39DB610741}"/>
                </a:ext>
              </a:extLst>
            </p:cNvPr>
            <p:cNvSpPr/>
            <p:nvPr/>
          </p:nvSpPr>
          <p:spPr>
            <a:xfrm>
              <a:off x="528033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85" name="Right Triangle 84">
              <a:extLst>
                <a:ext uri="{FF2B5EF4-FFF2-40B4-BE49-F238E27FC236}">
                  <a16:creationId xmlns:a16="http://schemas.microsoft.com/office/drawing/2014/main" id="{75CA4B68-7F4D-E838-2D90-27CE7107B089}"/>
                </a:ext>
              </a:extLst>
            </p:cNvPr>
            <p:cNvSpPr/>
            <p:nvPr/>
          </p:nvSpPr>
          <p:spPr>
            <a:xfrm rot="10800000">
              <a:off x="6003472"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6" name="Group 85">
              <a:extLst>
                <a:ext uri="{FF2B5EF4-FFF2-40B4-BE49-F238E27FC236}">
                  <a16:creationId xmlns:a16="http://schemas.microsoft.com/office/drawing/2014/main" id="{98A62241-5395-A1D7-BEF2-D585567793E9}"/>
                </a:ext>
              </a:extLst>
            </p:cNvPr>
            <p:cNvGrpSpPr/>
            <p:nvPr/>
          </p:nvGrpSpPr>
          <p:grpSpPr>
            <a:xfrm>
              <a:off x="6083799" y="1742900"/>
              <a:ext cx="45719" cy="75385"/>
              <a:chOff x="3883481" y="2057400"/>
              <a:chExt cx="1608363" cy="2652031"/>
            </a:xfrm>
            <a:solidFill>
              <a:srgbClr val="A6A6A6"/>
            </a:solidFill>
          </p:grpSpPr>
          <p:sp>
            <p:nvSpPr>
              <p:cNvPr id="87" name="Oval 27">
                <a:extLst>
                  <a:ext uri="{FF2B5EF4-FFF2-40B4-BE49-F238E27FC236}">
                    <a16:creationId xmlns:a16="http://schemas.microsoft.com/office/drawing/2014/main" id="{54E5636D-5652-9502-3C4E-7A0A2603A75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 name="Oval 28">
                <a:extLst>
                  <a:ext uri="{FF2B5EF4-FFF2-40B4-BE49-F238E27FC236}">
                    <a16:creationId xmlns:a16="http://schemas.microsoft.com/office/drawing/2014/main" id="{8567DC4F-D908-B423-A1E4-7028D0D3A97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6" name="Group 105">
            <a:extLst>
              <a:ext uri="{FF2B5EF4-FFF2-40B4-BE49-F238E27FC236}">
                <a16:creationId xmlns:a16="http://schemas.microsoft.com/office/drawing/2014/main" id="{778F0110-5BA1-ABF8-3FC0-7FB04303BC11}"/>
              </a:ext>
            </a:extLst>
          </p:cNvPr>
          <p:cNvGrpSpPr/>
          <p:nvPr/>
        </p:nvGrpSpPr>
        <p:grpSpPr>
          <a:xfrm>
            <a:off x="2938534" y="1532276"/>
            <a:ext cx="721206" cy="610038"/>
            <a:chOff x="3298169" y="1729403"/>
            <a:chExt cx="871904" cy="749108"/>
          </a:xfrm>
        </p:grpSpPr>
        <p:sp>
          <p:nvSpPr>
            <p:cNvPr id="107" name="Rectangle 106">
              <a:extLst>
                <a:ext uri="{FF2B5EF4-FFF2-40B4-BE49-F238E27FC236}">
                  <a16:creationId xmlns:a16="http://schemas.microsoft.com/office/drawing/2014/main" id="{61E9B330-AD92-58E0-8486-BFB0A60E589D}"/>
                </a:ext>
              </a:extLst>
            </p:cNvPr>
            <p:cNvSpPr/>
            <p:nvPr/>
          </p:nvSpPr>
          <p:spPr>
            <a:xfrm>
              <a:off x="329816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108" name="Right Triangle 107">
              <a:extLst>
                <a:ext uri="{FF2B5EF4-FFF2-40B4-BE49-F238E27FC236}">
                  <a16:creationId xmlns:a16="http://schemas.microsoft.com/office/drawing/2014/main" id="{52C87EB1-271F-6C56-C125-990B820FDF52}"/>
                </a:ext>
              </a:extLst>
            </p:cNvPr>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 name="Oval 27">
              <a:extLst>
                <a:ext uri="{FF2B5EF4-FFF2-40B4-BE49-F238E27FC236}">
                  <a16:creationId xmlns:a16="http://schemas.microsoft.com/office/drawing/2014/main" id="{ABF00E58-3FA9-E1C4-A9A2-ED72F319D50C}"/>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Oval 28">
              <a:extLst>
                <a:ext uri="{FF2B5EF4-FFF2-40B4-BE49-F238E27FC236}">
                  <a16:creationId xmlns:a16="http://schemas.microsoft.com/office/drawing/2014/main" id="{8A9A7B66-5E3B-0D9F-6076-17C8EB659275}"/>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1" name="Group 110">
            <a:extLst>
              <a:ext uri="{FF2B5EF4-FFF2-40B4-BE49-F238E27FC236}">
                <a16:creationId xmlns:a16="http://schemas.microsoft.com/office/drawing/2014/main" id="{D3ED7067-7AFE-F58C-E526-FBC044F3C054}"/>
              </a:ext>
            </a:extLst>
          </p:cNvPr>
          <p:cNvGrpSpPr/>
          <p:nvPr/>
        </p:nvGrpSpPr>
        <p:grpSpPr>
          <a:xfrm>
            <a:off x="6287105" y="2974054"/>
            <a:ext cx="721206" cy="609701"/>
            <a:chOff x="8253594" y="3370808"/>
            <a:chExt cx="871904" cy="748695"/>
          </a:xfrm>
        </p:grpSpPr>
        <p:sp>
          <p:nvSpPr>
            <p:cNvPr id="455" name="Rectangle 454">
              <a:hlinkHover r:id="" action="ppaction://noaction" highlightClick="1"/>
              <a:extLst>
                <a:ext uri="{FF2B5EF4-FFF2-40B4-BE49-F238E27FC236}">
                  <a16:creationId xmlns:a16="http://schemas.microsoft.com/office/drawing/2014/main" id="{5219E9B9-B7D5-8549-26AD-A0528950E13B}"/>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456" name="Rectangle 455">
              <a:extLst>
                <a:ext uri="{FF2B5EF4-FFF2-40B4-BE49-F238E27FC236}">
                  <a16:creationId xmlns:a16="http://schemas.microsoft.com/office/drawing/2014/main" id="{E832B172-8FF9-CA56-E86F-FF9AB3784F37}"/>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7" name="Oval 15">
              <a:extLst>
                <a:ext uri="{FF2B5EF4-FFF2-40B4-BE49-F238E27FC236}">
                  <a16:creationId xmlns:a16="http://schemas.microsoft.com/office/drawing/2014/main" id="{4FEDDAD2-562A-31C2-EB2B-47F445E6B14C}"/>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58" name="Straight Connector 457">
              <a:extLst>
                <a:ext uri="{FF2B5EF4-FFF2-40B4-BE49-F238E27FC236}">
                  <a16:creationId xmlns:a16="http://schemas.microsoft.com/office/drawing/2014/main" id="{A100F964-4BA2-80F6-AB9F-6BF89282EB41}"/>
                </a:ext>
              </a:extLst>
            </p:cNvPr>
            <p:cNvCxnSpPr>
              <a:cxnSpLocks/>
              <a:stCxn id="457"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59" name="Straight Connector 458">
              <a:extLst>
                <a:ext uri="{FF2B5EF4-FFF2-40B4-BE49-F238E27FC236}">
                  <a16:creationId xmlns:a16="http://schemas.microsoft.com/office/drawing/2014/main" id="{921CC7E7-87F2-16B1-12BD-7646F7987F4D}"/>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60" name="Group 459">
            <a:extLst>
              <a:ext uri="{FF2B5EF4-FFF2-40B4-BE49-F238E27FC236}">
                <a16:creationId xmlns:a16="http://schemas.microsoft.com/office/drawing/2014/main" id="{792541F2-51D9-A0E7-8349-C5BE1131252C}"/>
              </a:ext>
            </a:extLst>
          </p:cNvPr>
          <p:cNvGrpSpPr/>
          <p:nvPr/>
        </p:nvGrpSpPr>
        <p:grpSpPr>
          <a:xfrm>
            <a:off x="7123149" y="2974054"/>
            <a:ext cx="721206" cy="609701"/>
            <a:chOff x="8253594" y="3370808"/>
            <a:chExt cx="871904" cy="748695"/>
          </a:xfrm>
        </p:grpSpPr>
        <p:sp>
          <p:nvSpPr>
            <p:cNvPr id="461" name="Rectangle 460">
              <a:hlinkHover r:id="" action="ppaction://noaction" highlightClick="1"/>
              <a:extLst>
                <a:ext uri="{FF2B5EF4-FFF2-40B4-BE49-F238E27FC236}">
                  <a16:creationId xmlns:a16="http://schemas.microsoft.com/office/drawing/2014/main" id="{C1C66B69-9345-D115-A04A-10F59FAACCB6}"/>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462" name="Rectangle 461">
              <a:extLst>
                <a:ext uri="{FF2B5EF4-FFF2-40B4-BE49-F238E27FC236}">
                  <a16:creationId xmlns:a16="http://schemas.microsoft.com/office/drawing/2014/main" id="{DA6FFB3C-417B-8A2C-45E8-8BE605517996}"/>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3" name="Oval 15">
              <a:extLst>
                <a:ext uri="{FF2B5EF4-FFF2-40B4-BE49-F238E27FC236}">
                  <a16:creationId xmlns:a16="http://schemas.microsoft.com/office/drawing/2014/main" id="{CCB95273-46B8-CC01-6F8D-455BE9E3AC5A}"/>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64" name="Straight Connector 463">
              <a:extLst>
                <a:ext uri="{FF2B5EF4-FFF2-40B4-BE49-F238E27FC236}">
                  <a16:creationId xmlns:a16="http://schemas.microsoft.com/office/drawing/2014/main" id="{DDB4C658-1FB6-8E0C-C684-168E43925A80}"/>
                </a:ext>
              </a:extLst>
            </p:cNvPr>
            <p:cNvCxnSpPr>
              <a:cxnSpLocks/>
              <a:stCxn id="463"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65" name="Straight Connector 464">
              <a:extLst>
                <a:ext uri="{FF2B5EF4-FFF2-40B4-BE49-F238E27FC236}">
                  <a16:creationId xmlns:a16="http://schemas.microsoft.com/office/drawing/2014/main" id="{4CACD766-0F68-6F6D-B1D0-CB00DF5BA7E6}"/>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66" name="Group 465">
            <a:extLst>
              <a:ext uri="{FF2B5EF4-FFF2-40B4-BE49-F238E27FC236}">
                <a16:creationId xmlns:a16="http://schemas.microsoft.com/office/drawing/2014/main" id="{09B217F3-FBAB-6C5E-B5CE-DBFC1026EF98}"/>
              </a:ext>
            </a:extLst>
          </p:cNvPr>
          <p:cNvGrpSpPr/>
          <p:nvPr/>
        </p:nvGrpSpPr>
        <p:grpSpPr>
          <a:xfrm>
            <a:off x="7959193" y="2974054"/>
            <a:ext cx="721206" cy="609701"/>
            <a:chOff x="10243575" y="88412"/>
            <a:chExt cx="871904" cy="748695"/>
          </a:xfrm>
        </p:grpSpPr>
        <p:sp>
          <p:nvSpPr>
            <p:cNvPr id="467" name="Rectangle 466">
              <a:hlinkHover r:id="" action="ppaction://noaction" highlightClick="1"/>
              <a:extLst>
                <a:ext uri="{FF2B5EF4-FFF2-40B4-BE49-F238E27FC236}">
                  <a16:creationId xmlns:a16="http://schemas.microsoft.com/office/drawing/2014/main" id="{FF2CE49C-4978-F142-C85A-DF682457CE68}"/>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sp>
          <p:nvSpPr>
            <p:cNvPr id="468" name="Diamond 467">
              <a:extLst>
                <a:ext uri="{FF2B5EF4-FFF2-40B4-BE49-F238E27FC236}">
                  <a16:creationId xmlns:a16="http://schemas.microsoft.com/office/drawing/2014/main" id="{52BDA160-D34D-1E35-AE4E-A0CEC95541D5}"/>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9" name="Oval 468">
              <a:extLst>
                <a:ext uri="{FF2B5EF4-FFF2-40B4-BE49-F238E27FC236}">
                  <a16:creationId xmlns:a16="http://schemas.microsoft.com/office/drawing/2014/main" id="{B5778AF3-EE2B-3F93-CB4D-002BC823D529}"/>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70" name="Group 469">
            <a:extLst>
              <a:ext uri="{FF2B5EF4-FFF2-40B4-BE49-F238E27FC236}">
                <a16:creationId xmlns:a16="http://schemas.microsoft.com/office/drawing/2014/main" id="{7C171A90-7709-3CB5-7EDA-C3B8F59D3780}"/>
              </a:ext>
            </a:extLst>
          </p:cNvPr>
          <p:cNvGrpSpPr/>
          <p:nvPr/>
        </p:nvGrpSpPr>
        <p:grpSpPr>
          <a:xfrm>
            <a:off x="8795237" y="2974054"/>
            <a:ext cx="721206" cy="609701"/>
            <a:chOff x="10243575" y="88412"/>
            <a:chExt cx="871904" cy="748695"/>
          </a:xfrm>
        </p:grpSpPr>
        <p:sp>
          <p:nvSpPr>
            <p:cNvPr id="471" name="Rectangle 470">
              <a:hlinkHover r:id="" action="ppaction://noaction" highlightClick="1"/>
              <a:extLst>
                <a:ext uri="{FF2B5EF4-FFF2-40B4-BE49-F238E27FC236}">
                  <a16:creationId xmlns:a16="http://schemas.microsoft.com/office/drawing/2014/main" id="{360DE0AF-F419-DA9F-909F-1AC1B53C5BA8}"/>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472" name="Diamond 471">
              <a:extLst>
                <a:ext uri="{FF2B5EF4-FFF2-40B4-BE49-F238E27FC236}">
                  <a16:creationId xmlns:a16="http://schemas.microsoft.com/office/drawing/2014/main" id="{B2AD27FC-868B-5929-D020-D69E82EC59F5}"/>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3" name="Oval 472">
              <a:extLst>
                <a:ext uri="{FF2B5EF4-FFF2-40B4-BE49-F238E27FC236}">
                  <a16:creationId xmlns:a16="http://schemas.microsoft.com/office/drawing/2014/main" id="{29D20E59-E0C8-4E4C-CC27-66A1B1A2CDFB}"/>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80" name="Group 479">
            <a:extLst>
              <a:ext uri="{FF2B5EF4-FFF2-40B4-BE49-F238E27FC236}">
                <a16:creationId xmlns:a16="http://schemas.microsoft.com/office/drawing/2014/main" id="{2DD2E102-283C-0C01-6B16-86D50F3272E0}"/>
              </a:ext>
            </a:extLst>
          </p:cNvPr>
          <p:cNvGrpSpPr/>
          <p:nvPr/>
        </p:nvGrpSpPr>
        <p:grpSpPr>
          <a:xfrm>
            <a:off x="5442072" y="811556"/>
            <a:ext cx="728206" cy="609701"/>
            <a:chOff x="7262509" y="909114"/>
            <a:chExt cx="880366" cy="748695"/>
          </a:xfrm>
        </p:grpSpPr>
        <p:sp>
          <p:nvSpPr>
            <p:cNvPr id="481" name="Rectangle 480">
              <a:extLst>
                <a:ext uri="{FF2B5EF4-FFF2-40B4-BE49-F238E27FC236}">
                  <a16:creationId xmlns:a16="http://schemas.microsoft.com/office/drawing/2014/main" id="{26698CF3-6936-DD80-97EF-6E382632BD41}"/>
                </a:ext>
              </a:extLst>
            </p:cNvPr>
            <p:cNvSpPr/>
            <p:nvPr/>
          </p:nvSpPr>
          <p:spPr>
            <a:xfrm>
              <a:off x="726250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482" name="Rectangle 481">
              <a:extLst>
                <a:ext uri="{FF2B5EF4-FFF2-40B4-BE49-F238E27FC236}">
                  <a16:creationId xmlns:a16="http://schemas.microsoft.com/office/drawing/2014/main" id="{CDB46F7C-A294-90FE-6260-B7FC980A1920}"/>
                </a:ext>
              </a:extLst>
            </p:cNvPr>
            <p:cNvSpPr/>
            <p:nvPr/>
          </p:nvSpPr>
          <p:spPr>
            <a:xfrm flipV="1">
              <a:off x="8021749"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3" name="Oval 15">
              <a:extLst>
                <a:ext uri="{FF2B5EF4-FFF2-40B4-BE49-F238E27FC236}">
                  <a16:creationId xmlns:a16="http://schemas.microsoft.com/office/drawing/2014/main" id="{80A64CA2-CFDB-D399-E489-69929CEF3ECE}"/>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84" name="Straight Connector 483">
              <a:extLst>
                <a:ext uri="{FF2B5EF4-FFF2-40B4-BE49-F238E27FC236}">
                  <a16:creationId xmlns:a16="http://schemas.microsoft.com/office/drawing/2014/main" id="{4DE56493-4BE8-3095-1344-D3688ED0CECB}"/>
                </a:ext>
              </a:extLst>
            </p:cNvPr>
            <p:cNvCxnSpPr>
              <a:cxnSpLocks/>
              <a:stCxn id="483" idx="0"/>
            </p:cNvCxnSpPr>
            <p:nvPr/>
          </p:nvCxnSpPr>
          <p:spPr>
            <a:xfrm flipV="1">
              <a:off x="8061748"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85" name="Straight Connector 484">
              <a:extLst>
                <a:ext uri="{FF2B5EF4-FFF2-40B4-BE49-F238E27FC236}">
                  <a16:creationId xmlns:a16="http://schemas.microsoft.com/office/drawing/2014/main" id="{C755B53E-9B29-2502-8713-3C6F543256B1}"/>
                </a:ext>
              </a:extLst>
            </p:cNvPr>
            <p:cNvCxnSpPr>
              <a:cxnSpLocks/>
            </p:cNvCxnSpPr>
            <p:nvPr/>
          </p:nvCxnSpPr>
          <p:spPr>
            <a:xfrm>
              <a:off x="8068662"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86" name="Group 485">
            <a:extLst>
              <a:ext uri="{FF2B5EF4-FFF2-40B4-BE49-F238E27FC236}">
                <a16:creationId xmlns:a16="http://schemas.microsoft.com/office/drawing/2014/main" id="{118CF1C4-DCF6-BB9D-CC86-CAC9732EDD1D}"/>
              </a:ext>
            </a:extLst>
          </p:cNvPr>
          <p:cNvGrpSpPr/>
          <p:nvPr/>
        </p:nvGrpSpPr>
        <p:grpSpPr>
          <a:xfrm>
            <a:off x="6284590" y="811556"/>
            <a:ext cx="721206" cy="609701"/>
            <a:chOff x="8253594" y="909114"/>
            <a:chExt cx="871904" cy="748695"/>
          </a:xfrm>
        </p:grpSpPr>
        <p:sp>
          <p:nvSpPr>
            <p:cNvPr id="487" name="Rectangle 486">
              <a:hlinkHover r:id="" action="ppaction://noaction" highlightClick="1"/>
              <a:extLst>
                <a:ext uri="{FF2B5EF4-FFF2-40B4-BE49-F238E27FC236}">
                  <a16:creationId xmlns:a16="http://schemas.microsoft.com/office/drawing/2014/main" id="{78C9425C-D737-8686-9ABC-243EC19EBB06}"/>
                </a:ext>
              </a:extLst>
            </p:cNvPr>
            <p:cNvSpPr/>
            <p:nvPr/>
          </p:nvSpPr>
          <p:spPr>
            <a:xfrm>
              <a:off x="825359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488" name="Right Triangle 487">
              <a:extLst>
                <a:ext uri="{FF2B5EF4-FFF2-40B4-BE49-F238E27FC236}">
                  <a16:creationId xmlns:a16="http://schemas.microsoft.com/office/drawing/2014/main" id="{9900D3C7-2CF6-A358-8ED7-872AB705DD46}"/>
                </a:ext>
              </a:extLst>
            </p:cNvPr>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9" name="Oval 27">
              <a:extLst>
                <a:ext uri="{FF2B5EF4-FFF2-40B4-BE49-F238E27FC236}">
                  <a16:creationId xmlns:a16="http://schemas.microsoft.com/office/drawing/2014/main" id="{BBEE6E3F-2C78-3974-8C0E-020ECAE1E6A5}"/>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0" name="Oval 28">
              <a:extLst>
                <a:ext uri="{FF2B5EF4-FFF2-40B4-BE49-F238E27FC236}">
                  <a16:creationId xmlns:a16="http://schemas.microsoft.com/office/drawing/2014/main" id="{12960C17-7558-FE6E-E464-0E895B9F56E9}"/>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96" name="Group 495">
            <a:extLst>
              <a:ext uri="{FF2B5EF4-FFF2-40B4-BE49-F238E27FC236}">
                <a16:creationId xmlns:a16="http://schemas.microsoft.com/office/drawing/2014/main" id="{054018E6-9978-43DD-4327-5687E8A85883}"/>
              </a:ext>
            </a:extLst>
          </p:cNvPr>
          <p:cNvGrpSpPr/>
          <p:nvPr/>
        </p:nvGrpSpPr>
        <p:grpSpPr>
          <a:xfrm>
            <a:off x="7957576" y="811556"/>
            <a:ext cx="721206" cy="609701"/>
            <a:chOff x="4289254" y="909114"/>
            <a:chExt cx="871904" cy="748695"/>
          </a:xfrm>
        </p:grpSpPr>
        <p:sp>
          <p:nvSpPr>
            <p:cNvPr id="497" name="Rectangle 496">
              <a:extLst>
                <a:ext uri="{FF2B5EF4-FFF2-40B4-BE49-F238E27FC236}">
                  <a16:creationId xmlns:a16="http://schemas.microsoft.com/office/drawing/2014/main" id="{347343E4-44ED-12EE-9A1C-DC1C46ABFF74}"/>
                </a:ext>
              </a:extLst>
            </p:cNvPr>
            <p:cNvSpPr/>
            <p:nvPr/>
          </p:nvSpPr>
          <p:spPr>
            <a:xfrm>
              <a:off x="4289254"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498" name="Rectangle 497">
              <a:extLst>
                <a:ext uri="{FF2B5EF4-FFF2-40B4-BE49-F238E27FC236}">
                  <a16:creationId xmlns:a16="http://schemas.microsoft.com/office/drawing/2014/main" id="{26E0DC13-53A2-B5AD-4FE7-2F804D298BD8}"/>
                </a:ext>
              </a:extLst>
            </p:cNvPr>
            <p:cNvSpPr/>
            <p:nvPr/>
          </p:nvSpPr>
          <p:spPr>
            <a:xfrm flipV="1">
              <a:off x="5036005"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9" name="Oval 15">
              <a:extLst>
                <a:ext uri="{FF2B5EF4-FFF2-40B4-BE49-F238E27FC236}">
                  <a16:creationId xmlns:a16="http://schemas.microsoft.com/office/drawing/2014/main" id="{1BE994E2-A037-F0F3-4081-2E18E19902B0}"/>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00" name="Straight Connector 499">
              <a:extLst>
                <a:ext uri="{FF2B5EF4-FFF2-40B4-BE49-F238E27FC236}">
                  <a16:creationId xmlns:a16="http://schemas.microsoft.com/office/drawing/2014/main" id="{9478AF44-6DBF-CEA2-ED26-8A74885AA634}"/>
                </a:ext>
              </a:extLst>
            </p:cNvPr>
            <p:cNvCxnSpPr>
              <a:cxnSpLocks/>
              <a:stCxn id="499" idx="0"/>
            </p:cNvCxnSpPr>
            <p:nvPr/>
          </p:nvCxnSpPr>
          <p:spPr>
            <a:xfrm flipV="1">
              <a:off x="5076004"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01" name="Straight Connector 500">
              <a:extLst>
                <a:ext uri="{FF2B5EF4-FFF2-40B4-BE49-F238E27FC236}">
                  <a16:creationId xmlns:a16="http://schemas.microsoft.com/office/drawing/2014/main" id="{938B04B6-1306-E3EA-C703-9407791E3C63}"/>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10" name="Group 509">
            <a:extLst>
              <a:ext uri="{FF2B5EF4-FFF2-40B4-BE49-F238E27FC236}">
                <a16:creationId xmlns:a16="http://schemas.microsoft.com/office/drawing/2014/main" id="{7DEA6455-4FCA-EE03-EA75-D5D4563BF209}"/>
              </a:ext>
            </a:extLst>
          </p:cNvPr>
          <p:cNvGrpSpPr/>
          <p:nvPr/>
        </p:nvGrpSpPr>
        <p:grpSpPr>
          <a:xfrm>
            <a:off x="11356238" y="90836"/>
            <a:ext cx="721206" cy="609701"/>
            <a:chOff x="11226844" y="88412"/>
            <a:chExt cx="871904" cy="748695"/>
          </a:xfrm>
        </p:grpSpPr>
        <p:sp>
          <p:nvSpPr>
            <p:cNvPr id="511" name="Rectangle 510">
              <a:hlinkHover r:id="" action="ppaction://noaction" highlightClick="1"/>
              <a:extLst>
                <a:ext uri="{FF2B5EF4-FFF2-40B4-BE49-F238E27FC236}">
                  <a16:creationId xmlns:a16="http://schemas.microsoft.com/office/drawing/2014/main" id="{E9B2E803-6CF1-A3DA-8FC0-0B76A882587F}"/>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512" name="Oval 511">
              <a:extLst>
                <a:ext uri="{FF2B5EF4-FFF2-40B4-BE49-F238E27FC236}">
                  <a16:creationId xmlns:a16="http://schemas.microsoft.com/office/drawing/2014/main" id="{C86C7804-9B99-A868-B1B7-4321888E0306}"/>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3" name="Isosceles Triangle 648">
              <a:extLst>
                <a:ext uri="{FF2B5EF4-FFF2-40B4-BE49-F238E27FC236}">
                  <a16:creationId xmlns:a16="http://schemas.microsoft.com/office/drawing/2014/main" id="{F3D032CC-FAC6-C168-E6C1-6BFA34CE5125}"/>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4" name="Group 513">
            <a:extLst>
              <a:ext uri="{FF2B5EF4-FFF2-40B4-BE49-F238E27FC236}">
                <a16:creationId xmlns:a16="http://schemas.microsoft.com/office/drawing/2014/main" id="{B7432DC5-2ECD-6B1B-219A-779A8219E2FC}"/>
              </a:ext>
            </a:extLst>
          </p:cNvPr>
          <p:cNvGrpSpPr/>
          <p:nvPr/>
        </p:nvGrpSpPr>
        <p:grpSpPr>
          <a:xfrm>
            <a:off x="11356238" y="3694774"/>
            <a:ext cx="721206" cy="609701"/>
            <a:chOff x="11335787" y="4191133"/>
            <a:chExt cx="710037" cy="609701"/>
          </a:xfrm>
        </p:grpSpPr>
        <p:sp>
          <p:nvSpPr>
            <p:cNvPr id="515" name="Rectangle 514">
              <a:hlinkHover r:id="" action="ppaction://noaction" highlightClick="1"/>
              <a:extLst>
                <a:ext uri="{FF2B5EF4-FFF2-40B4-BE49-F238E27FC236}">
                  <a16:creationId xmlns:a16="http://schemas.microsoft.com/office/drawing/2014/main" id="{973BB24D-000D-E0E7-7A1E-F2CB2B3A7374}"/>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516" name="Oval 515">
              <a:extLst>
                <a:ext uri="{FF2B5EF4-FFF2-40B4-BE49-F238E27FC236}">
                  <a16:creationId xmlns:a16="http://schemas.microsoft.com/office/drawing/2014/main" id="{7DC849E3-8365-73BB-1AEF-56B2F5A4C89C}"/>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7" name="Isosceles Triangle 648">
              <a:extLst>
                <a:ext uri="{FF2B5EF4-FFF2-40B4-BE49-F238E27FC236}">
                  <a16:creationId xmlns:a16="http://schemas.microsoft.com/office/drawing/2014/main" id="{5279CAE0-C052-DA4B-F9A7-685F7D0B9C30}"/>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8" name="Group 517">
            <a:extLst>
              <a:ext uri="{FF2B5EF4-FFF2-40B4-BE49-F238E27FC236}">
                <a16:creationId xmlns:a16="http://schemas.microsoft.com/office/drawing/2014/main" id="{675C363C-E010-9484-BFE6-B3CE18690F92}"/>
              </a:ext>
            </a:extLst>
          </p:cNvPr>
          <p:cNvGrpSpPr/>
          <p:nvPr/>
        </p:nvGrpSpPr>
        <p:grpSpPr>
          <a:xfrm>
            <a:off x="9657689" y="4419620"/>
            <a:ext cx="721206" cy="609701"/>
            <a:chOff x="11226844" y="5012622"/>
            <a:chExt cx="871904" cy="748695"/>
          </a:xfrm>
        </p:grpSpPr>
        <p:sp>
          <p:nvSpPr>
            <p:cNvPr id="519" name="Rectangle 518">
              <a:hlinkHover r:id="" action="ppaction://noaction" highlightClick="1"/>
              <a:extLst>
                <a:ext uri="{FF2B5EF4-FFF2-40B4-BE49-F238E27FC236}">
                  <a16:creationId xmlns:a16="http://schemas.microsoft.com/office/drawing/2014/main" id="{CAF75919-3389-D957-D906-AED6F770669C}"/>
                </a:ext>
              </a:extLst>
            </p:cNvPr>
            <p:cNvSpPr/>
            <p:nvPr/>
          </p:nvSpPr>
          <p:spPr>
            <a:xfrm>
              <a:off x="1122684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520" name="Oval 519">
              <a:extLst>
                <a:ext uri="{FF2B5EF4-FFF2-40B4-BE49-F238E27FC236}">
                  <a16:creationId xmlns:a16="http://schemas.microsoft.com/office/drawing/2014/main" id="{3A5FB227-6F23-3F92-D10E-E9F6BB05D548}"/>
                </a:ext>
              </a:extLst>
            </p:cNvPr>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1" name="Isosceles Triangle 648">
              <a:extLst>
                <a:ext uri="{FF2B5EF4-FFF2-40B4-BE49-F238E27FC236}">
                  <a16:creationId xmlns:a16="http://schemas.microsoft.com/office/drawing/2014/main" id="{2ED4A0DA-40DB-E42F-F759-A8B03CF70371}"/>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2" name="Group 521">
            <a:extLst>
              <a:ext uri="{FF2B5EF4-FFF2-40B4-BE49-F238E27FC236}">
                <a16:creationId xmlns:a16="http://schemas.microsoft.com/office/drawing/2014/main" id="{75AFB3F2-D61B-97FD-DB97-3D2CF2F53D14}"/>
              </a:ext>
            </a:extLst>
          </p:cNvPr>
          <p:cNvGrpSpPr/>
          <p:nvPr/>
        </p:nvGrpSpPr>
        <p:grpSpPr>
          <a:xfrm>
            <a:off x="10506964" y="4419620"/>
            <a:ext cx="721206" cy="609701"/>
            <a:chOff x="11226844" y="88412"/>
            <a:chExt cx="871904" cy="748695"/>
          </a:xfrm>
        </p:grpSpPr>
        <p:sp>
          <p:nvSpPr>
            <p:cNvPr id="523" name="Rectangle 522">
              <a:hlinkHover r:id="" action="ppaction://noaction" highlightClick="1"/>
              <a:extLst>
                <a:ext uri="{FF2B5EF4-FFF2-40B4-BE49-F238E27FC236}">
                  <a16:creationId xmlns:a16="http://schemas.microsoft.com/office/drawing/2014/main" id="{56CB97C8-62B4-4ED0-F7B5-A8F50F43D79B}"/>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524" name="Oval 523">
              <a:extLst>
                <a:ext uri="{FF2B5EF4-FFF2-40B4-BE49-F238E27FC236}">
                  <a16:creationId xmlns:a16="http://schemas.microsoft.com/office/drawing/2014/main" id="{EA54AA1A-8BCD-C564-9F75-1455F5B8717F}"/>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5" name="Isosceles Triangle 648">
              <a:extLst>
                <a:ext uri="{FF2B5EF4-FFF2-40B4-BE49-F238E27FC236}">
                  <a16:creationId xmlns:a16="http://schemas.microsoft.com/office/drawing/2014/main" id="{24C8BC75-B2A9-53F5-A7C5-5D632427AF96}"/>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6" name="Group 525">
            <a:extLst>
              <a:ext uri="{FF2B5EF4-FFF2-40B4-BE49-F238E27FC236}">
                <a16:creationId xmlns:a16="http://schemas.microsoft.com/office/drawing/2014/main" id="{F005CE65-C76C-5423-EA07-93F42E24EE4D}"/>
              </a:ext>
            </a:extLst>
          </p:cNvPr>
          <p:cNvGrpSpPr/>
          <p:nvPr/>
        </p:nvGrpSpPr>
        <p:grpSpPr>
          <a:xfrm>
            <a:off x="11355999" y="4416261"/>
            <a:ext cx="721206" cy="609701"/>
            <a:chOff x="11226844" y="88412"/>
            <a:chExt cx="871904" cy="748695"/>
          </a:xfrm>
        </p:grpSpPr>
        <p:sp>
          <p:nvSpPr>
            <p:cNvPr id="527" name="Rectangle 526">
              <a:hlinkHover r:id="" action="ppaction://noaction" highlightClick="1"/>
              <a:extLst>
                <a:ext uri="{FF2B5EF4-FFF2-40B4-BE49-F238E27FC236}">
                  <a16:creationId xmlns:a16="http://schemas.microsoft.com/office/drawing/2014/main" id="{630CEDF0-44E8-8B4E-577A-9D347EF49572}"/>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528" name="Oval 527">
              <a:extLst>
                <a:ext uri="{FF2B5EF4-FFF2-40B4-BE49-F238E27FC236}">
                  <a16:creationId xmlns:a16="http://schemas.microsoft.com/office/drawing/2014/main" id="{5EEF2287-F619-15BB-DF29-117A01DF9013}"/>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9" name="Isosceles Triangle 648">
              <a:extLst>
                <a:ext uri="{FF2B5EF4-FFF2-40B4-BE49-F238E27FC236}">
                  <a16:creationId xmlns:a16="http://schemas.microsoft.com/office/drawing/2014/main" id="{FB2CF77E-87CA-80BA-C01F-C6C8B9FDBE08}"/>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0" name="Group 529">
            <a:extLst>
              <a:ext uri="{FF2B5EF4-FFF2-40B4-BE49-F238E27FC236}">
                <a16:creationId xmlns:a16="http://schemas.microsoft.com/office/drawing/2014/main" id="{3D63526F-1BB5-8159-8046-AF4466C7FB8D}"/>
              </a:ext>
            </a:extLst>
          </p:cNvPr>
          <p:cNvGrpSpPr/>
          <p:nvPr/>
        </p:nvGrpSpPr>
        <p:grpSpPr>
          <a:xfrm>
            <a:off x="8808522" y="4416261"/>
            <a:ext cx="721206" cy="609701"/>
            <a:chOff x="11226844" y="88412"/>
            <a:chExt cx="871904" cy="748695"/>
          </a:xfrm>
        </p:grpSpPr>
        <p:sp>
          <p:nvSpPr>
            <p:cNvPr id="531" name="Rectangle 530">
              <a:hlinkHover r:id="" action="ppaction://noaction" highlightClick="1"/>
              <a:extLst>
                <a:ext uri="{FF2B5EF4-FFF2-40B4-BE49-F238E27FC236}">
                  <a16:creationId xmlns:a16="http://schemas.microsoft.com/office/drawing/2014/main" id="{C07472E1-2859-B809-61A0-93112E288B8E}"/>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532" name="Oval 531">
              <a:extLst>
                <a:ext uri="{FF2B5EF4-FFF2-40B4-BE49-F238E27FC236}">
                  <a16:creationId xmlns:a16="http://schemas.microsoft.com/office/drawing/2014/main" id="{56DD4E72-1C82-4143-A6C5-015179A0CCC4}"/>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3" name="Isosceles Triangle 648">
              <a:extLst>
                <a:ext uri="{FF2B5EF4-FFF2-40B4-BE49-F238E27FC236}">
                  <a16:creationId xmlns:a16="http://schemas.microsoft.com/office/drawing/2014/main" id="{DE366007-B12B-ABD5-7E42-AA0B3C1AC97F}"/>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4" name="Group 533">
            <a:extLst>
              <a:ext uri="{FF2B5EF4-FFF2-40B4-BE49-F238E27FC236}">
                <a16:creationId xmlns:a16="http://schemas.microsoft.com/office/drawing/2014/main" id="{B92860E5-0336-B451-52F7-081A81230BF6}"/>
              </a:ext>
            </a:extLst>
          </p:cNvPr>
          <p:cNvGrpSpPr/>
          <p:nvPr/>
        </p:nvGrpSpPr>
        <p:grpSpPr>
          <a:xfrm>
            <a:off x="10509575" y="5141013"/>
            <a:ext cx="721206" cy="609701"/>
            <a:chOff x="11226844" y="88412"/>
            <a:chExt cx="871904" cy="748695"/>
          </a:xfrm>
        </p:grpSpPr>
        <p:sp>
          <p:nvSpPr>
            <p:cNvPr id="535" name="Rectangle 534">
              <a:hlinkHover r:id="" action="ppaction://noaction" highlightClick="1"/>
              <a:extLst>
                <a:ext uri="{FF2B5EF4-FFF2-40B4-BE49-F238E27FC236}">
                  <a16:creationId xmlns:a16="http://schemas.microsoft.com/office/drawing/2014/main" id="{0682C5FD-5FB1-442C-85A2-96C223BB510A}"/>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536" name="Oval 535">
              <a:extLst>
                <a:ext uri="{FF2B5EF4-FFF2-40B4-BE49-F238E27FC236}">
                  <a16:creationId xmlns:a16="http://schemas.microsoft.com/office/drawing/2014/main" id="{EF9D9376-B1BA-F4C1-85CF-EA47FA2F365D}"/>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7" name="Isosceles Triangle 648">
              <a:extLst>
                <a:ext uri="{FF2B5EF4-FFF2-40B4-BE49-F238E27FC236}">
                  <a16:creationId xmlns:a16="http://schemas.microsoft.com/office/drawing/2014/main" id="{0CFC67A4-4385-F413-AD5C-4D2F9046E0A8}"/>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8" name="Group 537">
            <a:extLst>
              <a:ext uri="{FF2B5EF4-FFF2-40B4-BE49-F238E27FC236}">
                <a16:creationId xmlns:a16="http://schemas.microsoft.com/office/drawing/2014/main" id="{9280F0F6-CA3D-0BF0-8223-DED95A9D24B8}"/>
              </a:ext>
            </a:extLst>
          </p:cNvPr>
          <p:cNvGrpSpPr/>
          <p:nvPr/>
        </p:nvGrpSpPr>
        <p:grpSpPr>
          <a:xfrm>
            <a:off x="9651074" y="5143363"/>
            <a:ext cx="721206" cy="609701"/>
            <a:chOff x="10235764" y="4191922"/>
            <a:chExt cx="871904" cy="748695"/>
          </a:xfrm>
        </p:grpSpPr>
        <p:sp>
          <p:nvSpPr>
            <p:cNvPr id="539" name="Rectangle 538">
              <a:hlinkHover r:id="" action="ppaction://noaction" highlightClick="1"/>
              <a:extLst>
                <a:ext uri="{FF2B5EF4-FFF2-40B4-BE49-F238E27FC236}">
                  <a16:creationId xmlns:a16="http://schemas.microsoft.com/office/drawing/2014/main" id="{5E6C2489-8D78-D5A9-DD45-72399E8ADD4D}"/>
                </a:ext>
              </a:extLst>
            </p:cNvPr>
            <p:cNvSpPr/>
            <p:nvPr/>
          </p:nvSpPr>
          <p:spPr>
            <a:xfrm>
              <a:off x="1023576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540" name="Oval 539">
              <a:extLst>
                <a:ext uri="{FF2B5EF4-FFF2-40B4-BE49-F238E27FC236}">
                  <a16:creationId xmlns:a16="http://schemas.microsoft.com/office/drawing/2014/main" id="{D4A0E951-DB95-5934-6A03-AC3224DF86C9}"/>
                </a:ext>
              </a:extLst>
            </p:cNvPr>
            <p:cNvSpPr/>
            <p:nvPr/>
          </p:nvSpPr>
          <p:spPr>
            <a:xfrm>
              <a:off x="10933601"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1" name="Isosceles Triangle 648">
              <a:extLst>
                <a:ext uri="{FF2B5EF4-FFF2-40B4-BE49-F238E27FC236}">
                  <a16:creationId xmlns:a16="http://schemas.microsoft.com/office/drawing/2014/main" id="{543BEAA0-7466-ECDF-2D47-8D7E11D137D5}"/>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2" name="Group 541">
            <a:extLst>
              <a:ext uri="{FF2B5EF4-FFF2-40B4-BE49-F238E27FC236}">
                <a16:creationId xmlns:a16="http://schemas.microsoft.com/office/drawing/2014/main" id="{D69C218E-E638-4377-3A73-01C026FA8370}"/>
              </a:ext>
            </a:extLst>
          </p:cNvPr>
          <p:cNvGrpSpPr/>
          <p:nvPr/>
        </p:nvGrpSpPr>
        <p:grpSpPr>
          <a:xfrm>
            <a:off x="9657610" y="3698227"/>
            <a:ext cx="721206" cy="609701"/>
            <a:chOff x="11226844" y="4191922"/>
            <a:chExt cx="871904" cy="748695"/>
          </a:xfrm>
        </p:grpSpPr>
        <p:sp>
          <p:nvSpPr>
            <p:cNvPr id="543" name="Rectangle 542">
              <a:hlinkHover r:id="" action="ppaction://noaction" highlightClick="1"/>
              <a:extLst>
                <a:ext uri="{FF2B5EF4-FFF2-40B4-BE49-F238E27FC236}">
                  <a16:creationId xmlns:a16="http://schemas.microsoft.com/office/drawing/2014/main" id="{75C9A179-1239-01AE-84F0-E8F93D23C822}"/>
                </a:ext>
              </a:extLst>
            </p:cNvPr>
            <p:cNvSpPr/>
            <p:nvPr/>
          </p:nvSpPr>
          <p:spPr>
            <a:xfrm>
              <a:off x="1122684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544" name="Oval 543">
              <a:extLst>
                <a:ext uri="{FF2B5EF4-FFF2-40B4-BE49-F238E27FC236}">
                  <a16:creationId xmlns:a16="http://schemas.microsoft.com/office/drawing/2014/main" id="{9C16A1B6-ED30-CA46-DCF1-40CAED76BD3B}"/>
                </a:ext>
              </a:extLst>
            </p:cNvPr>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5" name="Isosceles Triangle 648">
              <a:extLst>
                <a:ext uri="{FF2B5EF4-FFF2-40B4-BE49-F238E27FC236}">
                  <a16:creationId xmlns:a16="http://schemas.microsoft.com/office/drawing/2014/main" id="{F6C0C800-7B4F-C92D-C127-BE01A42CC1FA}"/>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6" name="Group 545">
            <a:extLst>
              <a:ext uri="{FF2B5EF4-FFF2-40B4-BE49-F238E27FC236}">
                <a16:creationId xmlns:a16="http://schemas.microsoft.com/office/drawing/2014/main" id="{24807D14-CC77-8937-4557-14142A79E3D1}"/>
              </a:ext>
            </a:extLst>
          </p:cNvPr>
          <p:cNvGrpSpPr/>
          <p:nvPr/>
        </p:nvGrpSpPr>
        <p:grpSpPr>
          <a:xfrm>
            <a:off x="10506924" y="3698227"/>
            <a:ext cx="721206" cy="609701"/>
            <a:chOff x="11226844" y="88412"/>
            <a:chExt cx="871904" cy="748695"/>
          </a:xfrm>
        </p:grpSpPr>
        <p:sp>
          <p:nvSpPr>
            <p:cNvPr id="547" name="Rectangle 546">
              <a:hlinkHover r:id="" action="ppaction://noaction" highlightClick="1"/>
              <a:extLst>
                <a:ext uri="{FF2B5EF4-FFF2-40B4-BE49-F238E27FC236}">
                  <a16:creationId xmlns:a16="http://schemas.microsoft.com/office/drawing/2014/main" id="{17B91E3F-2D76-E577-2FB4-38CD4AEFD0C5}"/>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548" name="Oval 547">
              <a:extLst>
                <a:ext uri="{FF2B5EF4-FFF2-40B4-BE49-F238E27FC236}">
                  <a16:creationId xmlns:a16="http://schemas.microsoft.com/office/drawing/2014/main" id="{42B186FF-D3B0-562D-9B30-9EC34C6F6EDC}"/>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9" name="Isosceles Triangle 648">
              <a:extLst>
                <a:ext uri="{FF2B5EF4-FFF2-40B4-BE49-F238E27FC236}">
                  <a16:creationId xmlns:a16="http://schemas.microsoft.com/office/drawing/2014/main" id="{BF80AB6A-95B8-4EDF-D82B-DD14B341F5DC}"/>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50" name="Group 549">
            <a:extLst>
              <a:ext uri="{FF2B5EF4-FFF2-40B4-BE49-F238E27FC236}">
                <a16:creationId xmlns:a16="http://schemas.microsoft.com/office/drawing/2014/main" id="{A984804A-DE25-56E6-3A64-01AAE5ECF131}"/>
              </a:ext>
            </a:extLst>
          </p:cNvPr>
          <p:cNvGrpSpPr/>
          <p:nvPr/>
        </p:nvGrpSpPr>
        <p:grpSpPr>
          <a:xfrm>
            <a:off x="8808415" y="5135706"/>
            <a:ext cx="721206" cy="609701"/>
            <a:chOff x="6271424" y="5012622"/>
            <a:chExt cx="871904" cy="748695"/>
          </a:xfrm>
        </p:grpSpPr>
        <p:sp>
          <p:nvSpPr>
            <p:cNvPr id="551" name="Rectangle 550">
              <a:hlinkHover r:id="" action="ppaction://noaction" highlightClick="1"/>
              <a:extLst>
                <a:ext uri="{FF2B5EF4-FFF2-40B4-BE49-F238E27FC236}">
                  <a16:creationId xmlns:a16="http://schemas.microsoft.com/office/drawing/2014/main" id="{B2078968-FF09-2980-E458-919A6D2EA4ED}"/>
                </a:ext>
              </a:extLst>
            </p:cNvPr>
            <p:cNvSpPr/>
            <p:nvPr/>
          </p:nvSpPr>
          <p:spPr>
            <a:xfrm>
              <a:off x="627142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552" name="Oval 551">
              <a:extLst>
                <a:ext uri="{FF2B5EF4-FFF2-40B4-BE49-F238E27FC236}">
                  <a16:creationId xmlns:a16="http://schemas.microsoft.com/office/drawing/2014/main" id="{3052834A-CE02-776B-A8B1-FAF384650C24}"/>
                </a:ext>
              </a:extLst>
            </p:cNvPr>
            <p:cNvSpPr/>
            <p:nvPr/>
          </p:nvSpPr>
          <p:spPr>
            <a:xfrm>
              <a:off x="6967630"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3" name="Isosceles Triangle 648">
              <a:extLst>
                <a:ext uri="{FF2B5EF4-FFF2-40B4-BE49-F238E27FC236}">
                  <a16:creationId xmlns:a16="http://schemas.microsoft.com/office/drawing/2014/main" id="{01DBF335-3374-9872-B836-76EADF438F0F}"/>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68" name="Group 567">
            <a:extLst>
              <a:ext uri="{FF2B5EF4-FFF2-40B4-BE49-F238E27FC236}">
                <a16:creationId xmlns:a16="http://schemas.microsoft.com/office/drawing/2014/main" id="{D79A75BB-8976-991F-42BB-7F435B12B8BF}"/>
              </a:ext>
            </a:extLst>
          </p:cNvPr>
          <p:cNvGrpSpPr/>
          <p:nvPr/>
        </p:nvGrpSpPr>
        <p:grpSpPr>
          <a:xfrm>
            <a:off x="7957577" y="1532276"/>
            <a:ext cx="721206" cy="609701"/>
            <a:chOff x="9244679" y="1729815"/>
            <a:chExt cx="871904" cy="748695"/>
          </a:xfrm>
        </p:grpSpPr>
        <p:sp>
          <p:nvSpPr>
            <p:cNvPr id="569" name="Rectangle 568">
              <a:hlinkHover r:id="" action="ppaction://noaction" highlightClick="1"/>
              <a:extLst>
                <a:ext uri="{FF2B5EF4-FFF2-40B4-BE49-F238E27FC236}">
                  <a16:creationId xmlns:a16="http://schemas.microsoft.com/office/drawing/2014/main" id="{FF7CCD45-47F1-EF4C-D827-B90AC195AAE8}"/>
                </a:ext>
              </a:extLst>
            </p:cNvPr>
            <p:cNvSpPr/>
            <p:nvPr/>
          </p:nvSpPr>
          <p:spPr>
            <a:xfrm>
              <a:off x="9244679" y="1729815"/>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570" name="Rectangle 569">
              <a:extLst>
                <a:ext uri="{FF2B5EF4-FFF2-40B4-BE49-F238E27FC236}">
                  <a16:creationId xmlns:a16="http://schemas.microsoft.com/office/drawing/2014/main" id="{24881B65-EA10-26E5-936B-D624E008D3A3}"/>
                </a:ext>
              </a:extLst>
            </p:cNvPr>
            <p:cNvSpPr/>
            <p:nvPr/>
          </p:nvSpPr>
          <p:spPr>
            <a:xfrm flipV="1">
              <a:off x="99870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1" name="Oval 15">
              <a:extLst>
                <a:ext uri="{FF2B5EF4-FFF2-40B4-BE49-F238E27FC236}">
                  <a16:creationId xmlns:a16="http://schemas.microsoft.com/office/drawing/2014/main" id="{73EC79C2-7B76-BA0C-D061-FDA2F46C7903}"/>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72" name="Straight Connector 571">
              <a:extLst>
                <a:ext uri="{FF2B5EF4-FFF2-40B4-BE49-F238E27FC236}">
                  <a16:creationId xmlns:a16="http://schemas.microsoft.com/office/drawing/2014/main" id="{1A96C26B-880C-E2BA-70FD-F729F73D256E}"/>
                </a:ext>
              </a:extLst>
            </p:cNvPr>
            <p:cNvCxnSpPr>
              <a:cxnSpLocks/>
              <a:stCxn id="571" idx="0"/>
            </p:cNvCxnSpPr>
            <p:nvPr/>
          </p:nvCxnSpPr>
          <p:spPr>
            <a:xfrm flipV="1">
              <a:off x="100270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73" name="Straight Connector 572">
              <a:extLst>
                <a:ext uri="{FF2B5EF4-FFF2-40B4-BE49-F238E27FC236}">
                  <a16:creationId xmlns:a16="http://schemas.microsoft.com/office/drawing/2014/main" id="{A9B58C48-1305-7707-212A-053AC421524C}"/>
                </a:ext>
              </a:extLst>
            </p:cNvPr>
            <p:cNvCxnSpPr>
              <a:cxnSpLocks/>
            </p:cNvCxnSpPr>
            <p:nvPr/>
          </p:nvCxnSpPr>
          <p:spPr>
            <a:xfrm>
              <a:off x="100339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74" name="Group 573">
            <a:extLst>
              <a:ext uri="{FF2B5EF4-FFF2-40B4-BE49-F238E27FC236}">
                <a16:creationId xmlns:a16="http://schemas.microsoft.com/office/drawing/2014/main" id="{D306EC11-F24E-8F7F-5F88-9E33EF301D66}"/>
              </a:ext>
            </a:extLst>
          </p:cNvPr>
          <p:cNvGrpSpPr/>
          <p:nvPr/>
        </p:nvGrpSpPr>
        <p:grpSpPr>
          <a:xfrm>
            <a:off x="9656908" y="1532276"/>
            <a:ext cx="721206" cy="609701"/>
            <a:chOff x="11226844" y="1729816"/>
            <a:chExt cx="871904" cy="748695"/>
          </a:xfrm>
        </p:grpSpPr>
        <p:sp>
          <p:nvSpPr>
            <p:cNvPr id="575" name="Rectangle 574">
              <a:extLst>
                <a:ext uri="{FF2B5EF4-FFF2-40B4-BE49-F238E27FC236}">
                  <a16:creationId xmlns:a16="http://schemas.microsoft.com/office/drawing/2014/main" id="{54493DE9-8624-3FF7-6195-456746CEFD02}"/>
                </a:ext>
              </a:extLst>
            </p:cNvPr>
            <p:cNvSpPr/>
            <p:nvPr/>
          </p:nvSpPr>
          <p:spPr>
            <a:xfrm>
              <a:off x="1122684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76" name="Rectangle 575">
              <a:extLst>
                <a:ext uri="{FF2B5EF4-FFF2-40B4-BE49-F238E27FC236}">
                  <a16:creationId xmlns:a16="http://schemas.microsoft.com/office/drawing/2014/main" id="{BF176C54-C0D4-7CD2-613E-3918D6CCE8A7}"/>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7" name="Oval 15">
              <a:extLst>
                <a:ext uri="{FF2B5EF4-FFF2-40B4-BE49-F238E27FC236}">
                  <a16:creationId xmlns:a16="http://schemas.microsoft.com/office/drawing/2014/main" id="{1BE89BDD-C7DC-A689-FE1E-DEC3875116AC}"/>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78" name="Straight Connector 577">
              <a:extLst>
                <a:ext uri="{FF2B5EF4-FFF2-40B4-BE49-F238E27FC236}">
                  <a16:creationId xmlns:a16="http://schemas.microsoft.com/office/drawing/2014/main" id="{4E5AD40D-CED7-EB03-3280-2A01599B9926}"/>
                </a:ext>
              </a:extLst>
            </p:cNvPr>
            <p:cNvCxnSpPr>
              <a:cxnSpLocks/>
              <a:stCxn id="577"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79" name="Straight Connector 578">
              <a:extLst>
                <a:ext uri="{FF2B5EF4-FFF2-40B4-BE49-F238E27FC236}">
                  <a16:creationId xmlns:a16="http://schemas.microsoft.com/office/drawing/2014/main" id="{8DFA3497-76E2-2606-0FD4-C3A45D22C7C7}"/>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08" name="Group 607">
            <a:extLst>
              <a:ext uri="{FF2B5EF4-FFF2-40B4-BE49-F238E27FC236}">
                <a16:creationId xmlns:a16="http://schemas.microsoft.com/office/drawing/2014/main" id="{C7BE7D4C-6290-606E-3AA4-5ABF4741BA0A}"/>
              </a:ext>
            </a:extLst>
          </p:cNvPr>
          <p:cNvGrpSpPr/>
          <p:nvPr/>
        </p:nvGrpSpPr>
        <p:grpSpPr>
          <a:xfrm>
            <a:off x="11356238" y="811556"/>
            <a:ext cx="721206" cy="609701"/>
            <a:chOff x="11226844" y="88412"/>
            <a:chExt cx="871904" cy="748695"/>
          </a:xfrm>
        </p:grpSpPr>
        <p:sp>
          <p:nvSpPr>
            <p:cNvPr id="609" name="Rectangle 608">
              <a:hlinkHover r:id="" action="ppaction://noaction" highlightClick="1"/>
              <a:extLst>
                <a:ext uri="{FF2B5EF4-FFF2-40B4-BE49-F238E27FC236}">
                  <a16:creationId xmlns:a16="http://schemas.microsoft.com/office/drawing/2014/main" id="{0886C5EB-FD43-66D7-7A17-4BCA87030933}"/>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610" name="Oval 609">
              <a:extLst>
                <a:ext uri="{FF2B5EF4-FFF2-40B4-BE49-F238E27FC236}">
                  <a16:creationId xmlns:a16="http://schemas.microsoft.com/office/drawing/2014/main" id="{E6564D38-8725-B60F-89D1-138BF446F0E0}"/>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1" name="Isosceles Triangle 648">
              <a:extLst>
                <a:ext uri="{FF2B5EF4-FFF2-40B4-BE49-F238E27FC236}">
                  <a16:creationId xmlns:a16="http://schemas.microsoft.com/office/drawing/2014/main" id="{66527259-B513-6FA2-6053-5086D1DB626E}"/>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12" name="Group 611">
            <a:extLst>
              <a:ext uri="{FF2B5EF4-FFF2-40B4-BE49-F238E27FC236}">
                <a16:creationId xmlns:a16="http://schemas.microsoft.com/office/drawing/2014/main" id="{9EEB7779-A498-E139-7325-41C91CD42D31}"/>
              </a:ext>
            </a:extLst>
          </p:cNvPr>
          <p:cNvGrpSpPr/>
          <p:nvPr/>
        </p:nvGrpSpPr>
        <p:grpSpPr>
          <a:xfrm>
            <a:off x="8807242" y="811556"/>
            <a:ext cx="721206" cy="609701"/>
            <a:chOff x="10235764" y="909114"/>
            <a:chExt cx="871904" cy="748695"/>
          </a:xfrm>
        </p:grpSpPr>
        <p:sp>
          <p:nvSpPr>
            <p:cNvPr id="613" name="Rectangle 612">
              <a:hlinkHover r:id="" action="ppaction://noaction" highlightClick="1"/>
              <a:extLst>
                <a:ext uri="{FF2B5EF4-FFF2-40B4-BE49-F238E27FC236}">
                  <a16:creationId xmlns:a16="http://schemas.microsoft.com/office/drawing/2014/main" id="{A4978CC4-3901-2E91-5481-F31A200BA905}"/>
                </a:ext>
              </a:extLst>
            </p:cNvPr>
            <p:cNvSpPr/>
            <p:nvPr/>
          </p:nvSpPr>
          <p:spPr>
            <a:xfrm>
              <a:off x="10235764" y="909114"/>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614" name="Diamond 613">
              <a:extLst>
                <a:ext uri="{FF2B5EF4-FFF2-40B4-BE49-F238E27FC236}">
                  <a16:creationId xmlns:a16="http://schemas.microsoft.com/office/drawing/2014/main" id="{711F8432-C8D3-1788-B4A8-52F9FC7B7C30}"/>
                </a:ext>
              </a:extLst>
            </p:cNvPr>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5" name="Oval 614">
              <a:extLst>
                <a:ext uri="{FF2B5EF4-FFF2-40B4-BE49-F238E27FC236}">
                  <a16:creationId xmlns:a16="http://schemas.microsoft.com/office/drawing/2014/main" id="{59F9148C-79D3-BC04-D949-115A857D111C}"/>
                </a:ext>
              </a:extLst>
            </p:cNvPr>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16" name="Group 615">
            <a:extLst>
              <a:ext uri="{FF2B5EF4-FFF2-40B4-BE49-F238E27FC236}">
                <a16:creationId xmlns:a16="http://schemas.microsoft.com/office/drawing/2014/main" id="{2F530C2E-1F26-21C0-214D-F45EBED0B8A6}"/>
              </a:ext>
            </a:extLst>
          </p:cNvPr>
          <p:cNvGrpSpPr/>
          <p:nvPr/>
        </p:nvGrpSpPr>
        <p:grpSpPr>
          <a:xfrm>
            <a:off x="8808415" y="3705984"/>
            <a:ext cx="721206" cy="609701"/>
            <a:chOff x="10235764" y="1729816"/>
            <a:chExt cx="871904" cy="748695"/>
          </a:xfrm>
        </p:grpSpPr>
        <p:sp>
          <p:nvSpPr>
            <p:cNvPr id="617" name="Rectangle 616">
              <a:hlinkHover r:id="" action="ppaction://noaction" highlightClick="1"/>
              <a:extLst>
                <a:ext uri="{FF2B5EF4-FFF2-40B4-BE49-F238E27FC236}">
                  <a16:creationId xmlns:a16="http://schemas.microsoft.com/office/drawing/2014/main" id="{A775EF3D-0009-A07E-DE76-931C1AB3ED26}"/>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618" name="Oval 617">
              <a:extLst>
                <a:ext uri="{FF2B5EF4-FFF2-40B4-BE49-F238E27FC236}">
                  <a16:creationId xmlns:a16="http://schemas.microsoft.com/office/drawing/2014/main" id="{0478586D-D9B2-09F0-EC24-272A9308FDA7}"/>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9" name="Isosceles Triangle 648">
              <a:extLst>
                <a:ext uri="{FF2B5EF4-FFF2-40B4-BE49-F238E27FC236}">
                  <a16:creationId xmlns:a16="http://schemas.microsoft.com/office/drawing/2014/main" id="{4EC3AF1B-919C-F1AB-A5FF-C11F2A95C767}"/>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20" name="Group 619">
            <a:extLst>
              <a:ext uri="{FF2B5EF4-FFF2-40B4-BE49-F238E27FC236}">
                <a16:creationId xmlns:a16="http://schemas.microsoft.com/office/drawing/2014/main" id="{9D7D295C-F33F-BB08-573D-816CC535BCFD}"/>
              </a:ext>
            </a:extLst>
          </p:cNvPr>
          <p:cNvGrpSpPr/>
          <p:nvPr/>
        </p:nvGrpSpPr>
        <p:grpSpPr>
          <a:xfrm>
            <a:off x="431659" y="90836"/>
            <a:ext cx="721206" cy="609701"/>
            <a:chOff x="325745" y="88412"/>
            <a:chExt cx="871904" cy="748695"/>
          </a:xfrm>
        </p:grpSpPr>
        <p:sp>
          <p:nvSpPr>
            <p:cNvPr id="621" name="Rectangle 620">
              <a:extLst>
                <a:ext uri="{FF2B5EF4-FFF2-40B4-BE49-F238E27FC236}">
                  <a16:creationId xmlns:a16="http://schemas.microsoft.com/office/drawing/2014/main" id="{81C71FB7-3A6B-F5A9-D49B-EB89939BB99F}"/>
                </a:ext>
              </a:extLst>
            </p:cNvPr>
            <p:cNvSpPr/>
            <p:nvPr/>
          </p:nvSpPr>
          <p:spPr>
            <a:xfrm>
              <a:off x="325745"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622" name="Rectangle 621">
              <a:extLst>
                <a:ext uri="{FF2B5EF4-FFF2-40B4-BE49-F238E27FC236}">
                  <a16:creationId xmlns:a16="http://schemas.microsoft.com/office/drawing/2014/main" id="{BFEAB1FD-7CC9-69D9-89A8-9C4AEA909C80}"/>
                </a:ext>
              </a:extLst>
            </p:cNvPr>
            <p:cNvSpPr/>
            <p:nvPr/>
          </p:nvSpPr>
          <p:spPr>
            <a:xfrm flipV="1">
              <a:off x="1076521" y="88412"/>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3" name="Oval 15">
              <a:extLst>
                <a:ext uri="{FF2B5EF4-FFF2-40B4-BE49-F238E27FC236}">
                  <a16:creationId xmlns:a16="http://schemas.microsoft.com/office/drawing/2014/main" id="{9EE9A059-0ACD-9E24-9000-AA96ADED026C}"/>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24" name="Straight Connector 623">
              <a:extLst>
                <a:ext uri="{FF2B5EF4-FFF2-40B4-BE49-F238E27FC236}">
                  <a16:creationId xmlns:a16="http://schemas.microsoft.com/office/drawing/2014/main" id="{ED2AFA36-52B0-C944-F768-79949084168A}"/>
                </a:ext>
              </a:extLst>
            </p:cNvPr>
            <p:cNvCxnSpPr>
              <a:cxnSpLocks/>
              <a:stCxn id="623" idx="0"/>
            </p:cNvCxnSpPr>
            <p:nvPr/>
          </p:nvCxnSpPr>
          <p:spPr>
            <a:xfrm flipV="1">
              <a:off x="1116520" y="105005"/>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25" name="Straight Connector 624">
              <a:extLst>
                <a:ext uri="{FF2B5EF4-FFF2-40B4-BE49-F238E27FC236}">
                  <a16:creationId xmlns:a16="http://schemas.microsoft.com/office/drawing/2014/main" id="{DF8B1318-7621-C686-5E77-7A9CB2668689}"/>
                </a:ext>
              </a:extLst>
            </p:cNvPr>
            <p:cNvCxnSpPr>
              <a:cxnSpLocks/>
            </p:cNvCxnSpPr>
            <p:nvPr/>
          </p:nvCxnSpPr>
          <p:spPr>
            <a:xfrm>
              <a:off x="1123434" y="105005"/>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26" name="Group 625">
            <a:extLst>
              <a:ext uri="{FF2B5EF4-FFF2-40B4-BE49-F238E27FC236}">
                <a16:creationId xmlns:a16="http://schemas.microsoft.com/office/drawing/2014/main" id="{B09A0535-F159-0286-20ED-A4F09E16E902}"/>
              </a:ext>
            </a:extLst>
          </p:cNvPr>
          <p:cNvGrpSpPr/>
          <p:nvPr/>
        </p:nvGrpSpPr>
        <p:grpSpPr>
          <a:xfrm>
            <a:off x="1267284" y="90836"/>
            <a:ext cx="721206" cy="609701"/>
            <a:chOff x="1315999" y="88412"/>
            <a:chExt cx="871904" cy="748695"/>
          </a:xfrm>
        </p:grpSpPr>
        <p:sp>
          <p:nvSpPr>
            <p:cNvPr id="627" name="Rectangle 626">
              <a:extLst>
                <a:ext uri="{FF2B5EF4-FFF2-40B4-BE49-F238E27FC236}">
                  <a16:creationId xmlns:a16="http://schemas.microsoft.com/office/drawing/2014/main" id="{1087728D-1B96-DE2B-DCA4-B81CE2B75C7A}"/>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628" name="Rectangle 627">
              <a:extLst>
                <a:ext uri="{FF2B5EF4-FFF2-40B4-BE49-F238E27FC236}">
                  <a16:creationId xmlns:a16="http://schemas.microsoft.com/office/drawing/2014/main" id="{B96AEA73-9D0C-3EAE-2346-BD51C6A5A0A0}"/>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9" name="Oval 15">
              <a:extLst>
                <a:ext uri="{FF2B5EF4-FFF2-40B4-BE49-F238E27FC236}">
                  <a16:creationId xmlns:a16="http://schemas.microsoft.com/office/drawing/2014/main" id="{AA1EC089-C858-2853-B7C1-5423DE83395E}"/>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30" name="Straight Connector 629">
              <a:extLst>
                <a:ext uri="{FF2B5EF4-FFF2-40B4-BE49-F238E27FC236}">
                  <a16:creationId xmlns:a16="http://schemas.microsoft.com/office/drawing/2014/main" id="{08C799AB-7618-C208-70B8-B1731EE6FC01}"/>
                </a:ext>
              </a:extLst>
            </p:cNvPr>
            <p:cNvCxnSpPr>
              <a:cxnSpLocks/>
              <a:stCxn id="629"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31" name="Straight Connector 630">
              <a:extLst>
                <a:ext uri="{FF2B5EF4-FFF2-40B4-BE49-F238E27FC236}">
                  <a16:creationId xmlns:a16="http://schemas.microsoft.com/office/drawing/2014/main" id="{B23717CE-3A8B-A19C-6EAC-96E3F1A2DDFF}"/>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32" name="Group 631">
            <a:extLst>
              <a:ext uri="{FF2B5EF4-FFF2-40B4-BE49-F238E27FC236}">
                <a16:creationId xmlns:a16="http://schemas.microsoft.com/office/drawing/2014/main" id="{9821E43E-2EE8-E1F0-4603-C02940840567}"/>
              </a:ext>
            </a:extLst>
          </p:cNvPr>
          <p:cNvGrpSpPr/>
          <p:nvPr/>
        </p:nvGrpSpPr>
        <p:grpSpPr>
          <a:xfrm>
            <a:off x="2102909" y="90836"/>
            <a:ext cx="721206" cy="609701"/>
            <a:chOff x="1315999" y="88412"/>
            <a:chExt cx="871904" cy="748695"/>
          </a:xfrm>
        </p:grpSpPr>
        <p:sp>
          <p:nvSpPr>
            <p:cNvPr id="633" name="Rectangle 632">
              <a:extLst>
                <a:ext uri="{FF2B5EF4-FFF2-40B4-BE49-F238E27FC236}">
                  <a16:creationId xmlns:a16="http://schemas.microsoft.com/office/drawing/2014/main" id="{8ACE33E1-1D6A-CF2D-08E1-EA8DF7A04465}"/>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634" name="Rectangle 633">
              <a:extLst>
                <a:ext uri="{FF2B5EF4-FFF2-40B4-BE49-F238E27FC236}">
                  <a16:creationId xmlns:a16="http://schemas.microsoft.com/office/drawing/2014/main" id="{C046028F-D9C1-D43B-2A9A-6AE09C908AF8}"/>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5" name="Oval 15">
              <a:extLst>
                <a:ext uri="{FF2B5EF4-FFF2-40B4-BE49-F238E27FC236}">
                  <a16:creationId xmlns:a16="http://schemas.microsoft.com/office/drawing/2014/main" id="{A08839AA-C382-91A7-0047-176DBFFF3A7A}"/>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36" name="Straight Connector 635">
              <a:extLst>
                <a:ext uri="{FF2B5EF4-FFF2-40B4-BE49-F238E27FC236}">
                  <a16:creationId xmlns:a16="http://schemas.microsoft.com/office/drawing/2014/main" id="{48C3B192-0F9B-9BCB-CA73-693F2762BA63}"/>
                </a:ext>
              </a:extLst>
            </p:cNvPr>
            <p:cNvCxnSpPr>
              <a:cxnSpLocks/>
              <a:stCxn id="635"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37" name="Straight Connector 636">
              <a:extLst>
                <a:ext uri="{FF2B5EF4-FFF2-40B4-BE49-F238E27FC236}">
                  <a16:creationId xmlns:a16="http://schemas.microsoft.com/office/drawing/2014/main" id="{3B7E8BCF-4D59-0F72-F926-8AA150127963}"/>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38" name="Group 637">
            <a:extLst>
              <a:ext uri="{FF2B5EF4-FFF2-40B4-BE49-F238E27FC236}">
                <a16:creationId xmlns:a16="http://schemas.microsoft.com/office/drawing/2014/main" id="{24816CA2-2127-68BA-8D1F-C7B6F6559519}"/>
              </a:ext>
            </a:extLst>
          </p:cNvPr>
          <p:cNvGrpSpPr/>
          <p:nvPr/>
        </p:nvGrpSpPr>
        <p:grpSpPr>
          <a:xfrm>
            <a:off x="1269622" y="4419620"/>
            <a:ext cx="721206" cy="609701"/>
            <a:chOff x="4289254" y="5012622"/>
            <a:chExt cx="871904" cy="748695"/>
          </a:xfrm>
        </p:grpSpPr>
        <p:sp>
          <p:nvSpPr>
            <p:cNvPr id="639" name="Rectangle 638">
              <a:extLst>
                <a:ext uri="{FF2B5EF4-FFF2-40B4-BE49-F238E27FC236}">
                  <a16:creationId xmlns:a16="http://schemas.microsoft.com/office/drawing/2014/main" id="{38D3678E-B52D-FDEC-8187-962998A49691}"/>
                </a:ext>
              </a:extLst>
            </p:cNvPr>
            <p:cNvSpPr/>
            <p:nvPr/>
          </p:nvSpPr>
          <p:spPr>
            <a:xfrm>
              <a:off x="4289254"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640" name="Cylinder 639">
              <a:extLst>
                <a:ext uri="{FF2B5EF4-FFF2-40B4-BE49-F238E27FC236}">
                  <a16:creationId xmlns:a16="http://schemas.microsoft.com/office/drawing/2014/main" id="{2F252F65-C579-3614-2631-6FAFC576915B}"/>
                </a:ext>
              </a:extLst>
            </p:cNvPr>
            <p:cNvSpPr/>
            <p:nvPr/>
          </p:nvSpPr>
          <p:spPr>
            <a:xfrm>
              <a:off x="5072324"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41" name="Group 640">
            <a:extLst>
              <a:ext uri="{FF2B5EF4-FFF2-40B4-BE49-F238E27FC236}">
                <a16:creationId xmlns:a16="http://schemas.microsoft.com/office/drawing/2014/main" id="{91BD56B4-B780-F17C-843C-799D60C47E8C}"/>
              </a:ext>
            </a:extLst>
          </p:cNvPr>
          <p:cNvGrpSpPr/>
          <p:nvPr/>
        </p:nvGrpSpPr>
        <p:grpSpPr>
          <a:xfrm>
            <a:off x="432838" y="4419620"/>
            <a:ext cx="721206" cy="609701"/>
            <a:chOff x="3298169" y="5012622"/>
            <a:chExt cx="871904" cy="748695"/>
          </a:xfrm>
        </p:grpSpPr>
        <p:sp>
          <p:nvSpPr>
            <p:cNvPr id="642" name="Rectangle 641">
              <a:extLst>
                <a:ext uri="{FF2B5EF4-FFF2-40B4-BE49-F238E27FC236}">
                  <a16:creationId xmlns:a16="http://schemas.microsoft.com/office/drawing/2014/main" id="{B9999299-025A-EB59-EA97-0ED8DA12BC84}"/>
                </a:ext>
              </a:extLst>
            </p:cNvPr>
            <p:cNvSpPr/>
            <p:nvPr/>
          </p:nvSpPr>
          <p:spPr>
            <a:xfrm>
              <a:off x="3298169"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643" name="Cylinder 642">
              <a:extLst>
                <a:ext uri="{FF2B5EF4-FFF2-40B4-BE49-F238E27FC236}">
                  <a16:creationId xmlns:a16="http://schemas.microsoft.com/office/drawing/2014/main" id="{13AF0E8C-F432-CC25-4997-3C8C66B0EBAE}"/>
                </a:ext>
              </a:extLst>
            </p:cNvPr>
            <p:cNvSpPr/>
            <p:nvPr/>
          </p:nvSpPr>
          <p:spPr>
            <a:xfrm>
              <a:off x="4081239"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44" name="Group 643">
            <a:extLst>
              <a:ext uri="{FF2B5EF4-FFF2-40B4-BE49-F238E27FC236}">
                <a16:creationId xmlns:a16="http://schemas.microsoft.com/office/drawing/2014/main" id="{E6A87C54-5FF0-D1C9-1680-ACC12121BEE7}"/>
              </a:ext>
            </a:extLst>
          </p:cNvPr>
          <p:cNvGrpSpPr/>
          <p:nvPr/>
        </p:nvGrpSpPr>
        <p:grpSpPr>
          <a:xfrm>
            <a:off x="1268463" y="5141013"/>
            <a:ext cx="721206" cy="609701"/>
            <a:chOff x="4289254" y="4191922"/>
            <a:chExt cx="871904" cy="748695"/>
          </a:xfrm>
        </p:grpSpPr>
        <p:sp>
          <p:nvSpPr>
            <p:cNvPr id="645" name="Rectangle 644">
              <a:extLst>
                <a:ext uri="{FF2B5EF4-FFF2-40B4-BE49-F238E27FC236}">
                  <a16:creationId xmlns:a16="http://schemas.microsoft.com/office/drawing/2014/main" id="{6597ACC3-F766-D6E0-B0D2-7AE195DDB874}"/>
                </a:ext>
              </a:extLst>
            </p:cNvPr>
            <p:cNvSpPr/>
            <p:nvPr/>
          </p:nvSpPr>
          <p:spPr>
            <a:xfrm>
              <a:off x="4289254"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646" name="Cylinder 645">
              <a:extLst>
                <a:ext uri="{FF2B5EF4-FFF2-40B4-BE49-F238E27FC236}">
                  <a16:creationId xmlns:a16="http://schemas.microsoft.com/office/drawing/2014/main" id="{7D43B1A7-F350-F815-DB44-4622705F0F0A}"/>
                </a:ext>
              </a:extLst>
            </p:cNvPr>
            <p:cNvSpPr/>
            <p:nvPr/>
          </p:nvSpPr>
          <p:spPr>
            <a:xfrm>
              <a:off x="5072324"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47" name="Group 646">
            <a:extLst>
              <a:ext uri="{FF2B5EF4-FFF2-40B4-BE49-F238E27FC236}">
                <a16:creationId xmlns:a16="http://schemas.microsoft.com/office/drawing/2014/main" id="{C30C2754-808D-02DD-9E29-9921EF864034}"/>
              </a:ext>
            </a:extLst>
          </p:cNvPr>
          <p:cNvGrpSpPr/>
          <p:nvPr/>
        </p:nvGrpSpPr>
        <p:grpSpPr>
          <a:xfrm>
            <a:off x="431294" y="5141013"/>
            <a:ext cx="721206" cy="609701"/>
            <a:chOff x="3298169" y="4191922"/>
            <a:chExt cx="871904" cy="748695"/>
          </a:xfrm>
        </p:grpSpPr>
        <p:sp>
          <p:nvSpPr>
            <p:cNvPr id="648" name="Rectangle 647">
              <a:extLst>
                <a:ext uri="{FF2B5EF4-FFF2-40B4-BE49-F238E27FC236}">
                  <a16:creationId xmlns:a16="http://schemas.microsoft.com/office/drawing/2014/main" id="{7852BA86-4090-6692-2EE9-C40F7CABD50E}"/>
                </a:ext>
              </a:extLst>
            </p:cNvPr>
            <p:cNvSpPr/>
            <p:nvPr/>
          </p:nvSpPr>
          <p:spPr>
            <a:xfrm>
              <a:off x="3298169"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649" name="Cylinder 648">
              <a:extLst>
                <a:ext uri="{FF2B5EF4-FFF2-40B4-BE49-F238E27FC236}">
                  <a16:creationId xmlns:a16="http://schemas.microsoft.com/office/drawing/2014/main" id="{55CE4299-2E05-CCE1-92FA-CAF59B374D1E}"/>
                </a:ext>
              </a:extLst>
            </p:cNvPr>
            <p:cNvSpPr/>
            <p:nvPr/>
          </p:nvSpPr>
          <p:spPr>
            <a:xfrm>
              <a:off x="4081239"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50" name="Group 649">
            <a:extLst>
              <a:ext uri="{FF2B5EF4-FFF2-40B4-BE49-F238E27FC236}">
                <a16:creationId xmlns:a16="http://schemas.microsoft.com/office/drawing/2014/main" id="{0A6D635B-2499-6380-FBBA-5659D135E501}"/>
              </a:ext>
            </a:extLst>
          </p:cNvPr>
          <p:cNvGrpSpPr/>
          <p:nvPr/>
        </p:nvGrpSpPr>
        <p:grpSpPr>
          <a:xfrm>
            <a:off x="431659" y="3698227"/>
            <a:ext cx="721206" cy="609701"/>
            <a:chOff x="1315999" y="3370808"/>
            <a:chExt cx="871904" cy="748695"/>
          </a:xfrm>
        </p:grpSpPr>
        <p:sp>
          <p:nvSpPr>
            <p:cNvPr id="651" name="Rectangle 650">
              <a:extLst>
                <a:ext uri="{FF2B5EF4-FFF2-40B4-BE49-F238E27FC236}">
                  <a16:creationId xmlns:a16="http://schemas.microsoft.com/office/drawing/2014/main" id="{0A385C1A-A837-3081-1920-773576BD2E98}"/>
                </a:ext>
              </a:extLst>
            </p:cNvPr>
            <p:cNvSpPr/>
            <p:nvPr/>
          </p:nvSpPr>
          <p:spPr>
            <a:xfrm>
              <a:off x="131599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652" name="Right Triangle 651">
              <a:extLst>
                <a:ext uri="{FF2B5EF4-FFF2-40B4-BE49-F238E27FC236}">
                  <a16:creationId xmlns:a16="http://schemas.microsoft.com/office/drawing/2014/main" id="{250794ED-B4FB-6456-E83E-348D87899A65}"/>
                </a:ext>
              </a:extLst>
            </p:cNvPr>
            <p:cNvSpPr/>
            <p:nvPr/>
          </p:nvSpPr>
          <p:spPr>
            <a:xfrm rot="10800000">
              <a:off x="2046390"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53" name="Group 652">
              <a:extLst>
                <a:ext uri="{FF2B5EF4-FFF2-40B4-BE49-F238E27FC236}">
                  <a16:creationId xmlns:a16="http://schemas.microsoft.com/office/drawing/2014/main" id="{13A3F400-6649-01D0-DE80-C806C3C91ACF}"/>
                </a:ext>
              </a:extLst>
            </p:cNvPr>
            <p:cNvGrpSpPr/>
            <p:nvPr/>
          </p:nvGrpSpPr>
          <p:grpSpPr>
            <a:xfrm>
              <a:off x="2126717" y="3380672"/>
              <a:ext cx="45719" cy="75385"/>
              <a:chOff x="3883481" y="2057400"/>
              <a:chExt cx="1608363" cy="2652031"/>
            </a:xfrm>
            <a:solidFill>
              <a:srgbClr val="A6A6A6"/>
            </a:solidFill>
          </p:grpSpPr>
          <p:sp>
            <p:nvSpPr>
              <p:cNvPr id="654" name="Oval 27">
                <a:extLst>
                  <a:ext uri="{FF2B5EF4-FFF2-40B4-BE49-F238E27FC236}">
                    <a16:creationId xmlns:a16="http://schemas.microsoft.com/office/drawing/2014/main" id="{1F64B50E-3074-004E-E9C6-D96B9D79E95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5" name="Oval 28">
                <a:extLst>
                  <a:ext uri="{FF2B5EF4-FFF2-40B4-BE49-F238E27FC236}">
                    <a16:creationId xmlns:a16="http://schemas.microsoft.com/office/drawing/2014/main" id="{F90E282A-13E0-4A9A-458E-C3166A00F98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56" name="Group 655">
            <a:extLst>
              <a:ext uri="{FF2B5EF4-FFF2-40B4-BE49-F238E27FC236}">
                <a16:creationId xmlns:a16="http://schemas.microsoft.com/office/drawing/2014/main" id="{8D50051C-9014-77E0-FB90-88F8E0CAA3B0}"/>
              </a:ext>
            </a:extLst>
          </p:cNvPr>
          <p:cNvGrpSpPr/>
          <p:nvPr/>
        </p:nvGrpSpPr>
        <p:grpSpPr>
          <a:xfrm>
            <a:off x="2942396" y="3698227"/>
            <a:ext cx="721206" cy="609701"/>
            <a:chOff x="3298169" y="3370808"/>
            <a:chExt cx="871904" cy="748695"/>
          </a:xfrm>
        </p:grpSpPr>
        <p:sp>
          <p:nvSpPr>
            <p:cNvPr id="657" name="Rectangle 656">
              <a:extLst>
                <a:ext uri="{FF2B5EF4-FFF2-40B4-BE49-F238E27FC236}">
                  <a16:creationId xmlns:a16="http://schemas.microsoft.com/office/drawing/2014/main" id="{7476D172-A602-17FD-4C62-C8EB0D79BB1B}"/>
                </a:ext>
              </a:extLst>
            </p:cNvPr>
            <p:cNvSpPr/>
            <p:nvPr/>
          </p:nvSpPr>
          <p:spPr>
            <a:xfrm>
              <a:off x="329816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658" name="Right Triangle 657">
              <a:extLst>
                <a:ext uri="{FF2B5EF4-FFF2-40B4-BE49-F238E27FC236}">
                  <a16:creationId xmlns:a16="http://schemas.microsoft.com/office/drawing/2014/main" id="{CC32B178-D341-77CE-D227-8F93324FFEF8}"/>
                </a:ext>
              </a:extLst>
            </p:cNvPr>
            <p:cNvSpPr/>
            <p:nvPr/>
          </p:nvSpPr>
          <p:spPr>
            <a:xfrm rot="10800000">
              <a:off x="4022248"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59" name="Group 658">
              <a:extLst>
                <a:ext uri="{FF2B5EF4-FFF2-40B4-BE49-F238E27FC236}">
                  <a16:creationId xmlns:a16="http://schemas.microsoft.com/office/drawing/2014/main" id="{ADC0DF22-7922-901C-D8CD-36376E2CDAFA}"/>
                </a:ext>
              </a:extLst>
            </p:cNvPr>
            <p:cNvGrpSpPr/>
            <p:nvPr/>
          </p:nvGrpSpPr>
          <p:grpSpPr>
            <a:xfrm>
              <a:off x="4102575" y="3389004"/>
              <a:ext cx="45719" cy="75385"/>
              <a:chOff x="3883481" y="2057400"/>
              <a:chExt cx="1608363" cy="2652031"/>
            </a:xfrm>
            <a:solidFill>
              <a:srgbClr val="A6A6A6"/>
            </a:solidFill>
          </p:grpSpPr>
          <p:sp>
            <p:nvSpPr>
              <p:cNvPr id="660" name="Oval 27">
                <a:extLst>
                  <a:ext uri="{FF2B5EF4-FFF2-40B4-BE49-F238E27FC236}">
                    <a16:creationId xmlns:a16="http://schemas.microsoft.com/office/drawing/2014/main" id="{DF3383F1-2549-0C7F-33A8-2D716066BA0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1" name="Oval 28">
                <a:extLst>
                  <a:ext uri="{FF2B5EF4-FFF2-40B4-BE49-F238E27FC236}">
                    <a16:creationId xmlns:a16="http://schemas.microsoft.com/office/drawing/2014/main" id="{93135ADB-15D4-C564-E0F6-00FB09465A5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78" name="Group 677">
            <a:extLst>
              <a:ext uri="{FF2B5EF4-FFF2-40B4-BE49-F238E27FC236}">
                <a16:creationId xmlns:a16="http://schemas.microsoft.com/office/drawing/2014/main" id="{0BD56111-73DE-23D0-9A3C-4A3030FAF8D1}"/>
              </a:ext>
            </a:extLst>
          </p:cNvPr>
          <p:cNvGrpSpPr/>
          <p:nvPr/>
        </p:nvGrpSpPr>
        <p:grpSpPr>
          <a:xfrm>
            <a:off x="2105709" y="3698227"/>
            <a:ext cx="721206" cy="610374"/>
            <a:chOff x="1315999" y="4191098"/>
            <a:chExt cx="871904" cy="749519"/>
          </a:xfrm>
        </p:grpSpPr>
        <p:sp>
          <p:nvSpPr>
            <p:cNvPr id="679" name="Rectangle 678">
              <a:extLst>
                <a:ext uri="{FF2B5EF4-FFF2-40B4-BE49-F238E27FC236}">
                  <a16:creationId xmlns:a16="http://schemas.microsoft.com/office/drawing/2014/main" id="{1D8FE1F9-57DC-70B1-1E0E-748B385CA15A}"/>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680" name="Right Triangle 679">
              <a:extLst>
                <a:ext uri="{FF2B5EF4-FFF2-40B4-BE49-F238E27FC236}">
                  <a16:creationId xmlns:a16="http://schemas.microsoft.com/office/drawing/2014/main" id="{D2637187-6F21-53DE-EC8D-E44F7A4C81C2}"/>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81" name="Group 680">
              <a:extLst>
                <a:ext uri="{FF2B5EF4-FFF2-40B4-BE49-F238E27FC236}">
                  <a16:creationId xmlns:a16="http://schemas.microsoft.com/office/drawing/2014/main" id="{6DE1D84F-9986-1018-B41A-23CF05A9EA73}"/>
                </a:ext>
              </a:extLst>
            </p:cNvPr>
            <p:cNvGrpSpPr/>
            <p:nvPr/>
          </p:nvGrpSpPr>
          <p:grpSpPr>
            <a:xfrm>
              <a:off x="2126717" y="4198579"/>
              <a:ext cx="45719" cy="75385"/>
              <a:chOff x="3883481" y="2057400"/>
              <a:chExt cx="1608363" cy="2652031"/>
            </a:xfrm>
            <a:solidFill>
              <a:srgbClr val="A6A6A6"/>
            </a:solidFill>
          </p:grpSpPr>
          <p:sp>
            <p:nvSpPr>
              <p:cNvPr id="682" name="Oval 27">
                <a:extLst>
                  <a:ext uri="{FF2B5EF4-FFF2-40B4-BE49-F238E27FC236}">
                    <a16:creationId xmlns:a16="http://schemas.microsoft.com/office/drawing/2014/main" id="{133BB8CA-70C1-95BF-7B9E-0F8503627BA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3" name="Oval 28">
                <a:extLst>
                  <a:ext uri="{FF2B5EF4-FFF2-40B4-BE49-F238E27FC236}">
                    <a16:creationId xmlns:a16="http://schemas.microsoft.com/office/drawing/2014/main" id="{298DFE83-C6E5-2AD3-C4E6-000E2BBF386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84" name="Group 683">
            <a:extLst>
              <a:ext uri="{FF2B5EF4-FFF2-40B4-BE49-F238E27FC236}">
                <a16:creationId xmlns:a16="http://schemas.microsoft.com/office/drawing/2014/main" id="{FA85E3A5-2356-943A-7F7B-2D37AA4960B6}"/>
              </a:ext>
            </a:extLst>
          </p:cNvPr>
          <p:cNvGrpSpPr/>
          <p:nvPr/>
        </p:nvGrpSpPr>
        <p:grpSpPr>
          <a:xfrm>
            <a:off x="3778363" y="2253333"/>
            <a:ext cx="721206" cy="609701"/>
            <a:chOff x="5280339" y="2550516"/>
            <a:chExt cx="871904" cy="748695"/>
          </a:xfrm>
        </p:grpSpPr>
        <p:sp>
          <p:nvSpPr>
            <p:cNvPr id="685" name="Rectangle 684">
              <a:extLst>
                <a:ext uri="{FF2B5EF4-FFF2-40B4-BE49-F238E27FC236}">
                  <a16:creationId xmlns:a16="http://schemas.microsoft.com/office/drawing/2014/main" id="{A277F5FD-A26B-8B16-5339-FEA874CB86A9}"/>
                </a:ext>
              </a:extLst>
            </p:cNvPr>
            <p:cNvSpPr/>
            <p:nvPr/>
          </p:nvSpPr>
          <p:spPr>
            <a:xfrm>
              <a:off x="5280339" y="25505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686" name="Rectangle 685">
              <a:extLst>
                <a:ext uri="{FF2B5EF4-FFF2-40B4-BE49-F238E27FC236}">
                  <a16:creationId xmlns:a16="http://schemas.microsoft.com/office/drawing/2014/main" id="{C32C2FCF-5159-CBBD-AA2C-E10E4CD39CB2}"/>
                </a:ext>
              </a:extLst>
            </p:cNvPr>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7" name="Oval 15">
              <a:extLst>
                <a:ext uri="{FF2B5EF4-FFF2-40B4-BE49-F238E27FC236}">
                  <a16:creationId xmlns:a16="http://schemas.microsoft.com/office/drawing/2014/main" id="{AFF4D620-DE5D-CD92-7DA2-28874333BE12}"/>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88" name="Straight Connector 687">
              <a:extLst>
                <a:ext uri="{FF2B5EF4-FFF2-40B4-BE49-F238E27FC236}">
                  <a16:creationId xmlns:a16="http://schemas.microsoft.com/office/drawing/2014/main" id="{94BE19BB-144D-10FE-0EDD-ACA641C9A843}"/>
                </a:ext>
              </a:extLst>
            </p:cNvPr>
            <p:cNvCxnSpPr>
              <a:cxnSpLocks/>
              <a:stCxn id="687"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89" name="Straight Connector 688">
              <a:extLst>
                <a:ext uri="{FF2B5EF4-FFF2-40B4-BE49-F238E27FC236}">
                  <a16:creationId xmlns:a16="http://schemas.microsoft.com/office/drawing/2014/main" id="{03D8C4B0-7A54-7496-3F56-739296385EDD}"/>
                </a:ext>
              </a:extLst>
            </p:cNvPr>
            <p:cNvCxnSpPr>
              <a:cxnSpLocks/>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90" name="Group 689">
            <a:extLst>
              <a:ext uri="{FF2B5EF4-FFF2-40B4-BE49-F238E27FC236}">
                <a16:creationId xmlns:a16="http://schemas.microsoft.com/office/drawing/2014/main" id="{887927DF-1121-75D7-23F1-DE699A421533}"/>
              </a:ext>
            </a:extLst>
          </p:cNvPr>
          <p:cNvGrpSpPr/>
          <p:nvPr/>
        </p:nvGrpSpPr>
        <p:grpSpPr>
          <a:xfrm>
            <a:off x="1268842" y="2253333"/>
            <a:ext cx="721206" cy="609701"/>
            <a:chOff x="1315999" y="2560818"/>
            <a:chExt cx="871904" cy="748695"/>
          </a:xfrm>
        </p:grpSpPr>
        <p:sp>
          <p:nvSpPr>
            <p:cNvPr id="691" name="Rectangle 690">
              <a:extLst>
                <a:ext uri="{FF2B5EF4-FFF2-40B4-BE49-F238E27FC236}">
                  <a16:creationId xmlns:a16="http://schemas.microsoft.com/office/drawing/2014/main" id="{27E74C46-E7BB-7230-2289-33E8FDE23CD5}"/>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692" name="Right Triangle 691">
              <a:extLst>
                <a:ext uri="{FF2B5EF4-FFF2-40B4-BE49-F238E27FC236}">
                  <a16:creationId xmlns:a16="http://schemas.microsoft.com/office/drawing/2014/main" id="{53A2C522-4086-747B-A31D-7829AD12AEAD}"/>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3" name="Group 692">
              <a:extLst>
                <a:ext uri="{FF2B5EF4-FFF2-40B4-BE49-F238E27FC236}">
                  <a16:creationId xmlns:a16="http://schemas.microsoft.com/office/drawing/2014/main" id="{99BB2B81-4C47-1B9E-353F-7431AAA317A6}"/>
                </a:ext>
              </a:extLst>
            </p:cNvPr>
            <p:cNvGrpSpPr/>
            <p:nvPr/>
          </p:nvGrpSpPr>
          <p:grpSpPr>
            <a:xfrm>
              <a:off x="2126717" y="2576032"/>
              <a:ext cx="45719" cy="75385"/>
              <a:chOff x="3883481" y="2057400"/>
              <a:chExt cx="1608363" cy="2652031"/>
            </a:xfrm>
            <a:solidFill>
              <a:srgbClr val="A6A6A6"/>
            </a:solidFill>
          </p:grpSpPr>
          <p:sp>
            <p:nvSpPr>
              <p:cNvPr id="694" name="Oval 27">
                <a:extLst>
                  <a:ext uri="{FF2B5EF4-FFF2-40B4-BE49-F238E27FC236}">
                    <a16:creationId xmlns:a16="http://schemas.microsoft.com/office/drawing/2014/main" id="{D7C749C0-A7F9-34FB-92AE-7A9363267AA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5" name="Oval 28">
                <a:extLst>
                  <a:ext uri="{FF2B5EF4-FFF2-40B4-BE49-F238E27FC236}">
                    <a16:creationId xmlns:a16="http://schemas.microsoft.com/office/drawing/2014/main" id="{6089846A-D514-64FF-F506-8C14D74AEAA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96" name="Group 695">
            <a:extLst>
              <a:ext uri="{FF2B5EF4-FFF2-40B4-BE49-F238E27FC236}">
                <a16:creationId xmlns:a16="http://schemas.microsoft.com/office/drawing/2014/main" id="{F9F79F2A-CEF0-E678-6AB3-17B4A22AF72F}"/>
              </a:ext>
            </a:extLst>
          </p:cNvPr>
          <p:cNvGrpSpPr/>
          <p:nvPr/>
        </p:nvGrpSpPr>
        <p:grpSpPr>
          <a:xfrm>
            <a:off x="2105349" y="2253333"/>
            <a:ext cx="721206" cy="609701"/>
            <a:chOff x="2307084" y="2560818"/>
            <a:chExt cx="871904" cy="748695"/>
          </a:xfrm>
        </p:grpSpPr>
        <p:sp>
          <p:nvSpPr>
            <p:cNvPr id="697" name="Rectangle 696">
              <a:extLst>
                <a:ext uri="{FF2B5EF4-FFF2-40B4-BE49-F238E27FC236}">
                  <a16:creationId xmlns:a16="http://schemas.microsoft.com/office/drawing/2014/main" id="{A759CBA2-194B-321D-8A09-6A9DA81F9BD6}"/>
                </a:ext>
              </a:extLst>
            </p:cNvPr>
            <p:cNvSpPr/>
            <p:nvPr/>
          </p:nvSpPr>
          <p:spPr>
            <a:xfrm>
              <a:off x="230708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698" name="Right Triangle 697">
              <a:extLst>
                <a:ext uri="{FF2B5EF4-FFF2-40B4-BE49-F238E27FC236}">
                  <a16:creationId xmlns:a16="http://schemas.microsoft.com/office/drawing/2014/main" id="{3215CF5C-56ED-A765-4C57-88E6A4EE40B3}"/>
                </a:ext>
              </a:extLst>
            </p:cNvPr>
            <p:cNvSpPr/>
            <p:nvPr/>
          </p:nvSpPr>
          <p:spPr>
            <a:xfrm rot="10800000">
              <a:off x="3031994"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9" name="Group 698">
              <a:extLst>
                <a:ext uri="{FF2B5EF4-FFF2-40B4-BE49-F238E27FC236}">
                  <a16:creationId xmlns:a16="http://schemas.microsoft.com/office/drawing/2014/main" id="{82D412E9-DF4D-CAE0-88F0-B429301AEF8A}"/>
                </a:ext>
              </a:extLst>
            </p:cNvPr>
            <p:cNvGrpSpPr/>
            <p:nvPr/>
          </p:nvGrpSpPr>
          <p:grpSpPr>
            <a:xfrm>
              <a:off x="3112321" y="2575860"/>
              <a:ext cx="45719" cy="75385"/>
              <a:chOff x="3883481" y="2057400"/>
              <a:chExt cx="1608363" cy="2652031"/>
            </a:xfrm>
            <a:solidFill>
              <a:srgbClr val="A6A6A6"/>
            </a:solidFill>
          </p:grpSpPr>
          <p:sp>
            <p:nvSpPr>
              <p:cNvPr id="700" name="Oval 27">
                <a:extLst>
                  <a:ext uri="{FF2B5EF4-FFF2-40B4-BE49-F238E27FC236}">
                    <a16:creationId xmlns:a16="http://schemas.microsoft.com/office/drawing/2014/main" id="{C58FCE7B-A408-A7E1-886D-2B0D086114B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1" name="Oval 28">
                <a:extLst>
                  <a:ext uri="{FF2B5EF4-FFF2-40B4-BE49-F238E27FC236}">
                    <a16:creationId xmlns:a16="http://schemas.microsoft.com/office/drawing/2014/main" id="{99CA21B2-8D5D-8CFD-611A-2D04E14E3AB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02" name="Group 701">
            <a:extLst>
              <a:ext uri="{FF2B5EF4-FFF2-40B4-BE49-F238E27FC236}">
                <a16:creationId xmlns:a16="http://schemas.microsoft.com/office/drawing/2014/main" id="{DFB732FF-09C6-ABAA-395A-7006A39E0CFA}"/>
              </a:ext>
            </a:extLst>
          </p:cNvPr>
          <p:cNvGrpSpPr/>
          <p:nvPr/>
        </p:nvGrpSpPr>
        <p:grpSpPr>
          <a:xfrm>
            <a:off x="2941856" y="2253333"/>
            <a:ext cx="721206" cy="609701"/>
            <a:chOff x="4289254" y="2560818"/>
            <a:chExt cx="871904" cy="748695"/>
          </a:xfrm>
        </p:grpSpPr>
        <p:sp>
          <p:nvSpPr>
            <p:cNvPr id="703" name="Rectangle 702">
              <a:extLst>
                <a:ext uri="{FF2B5EF4-FFF2-40B4-BE49-F238E27FC236}">
                  <a16:creationId xmlns:a16="http://schemas.microsoft.com/office/drawing/2014/main" id="{02E6192B-E528-D978-2F3E-D3D9FF78060B}"/>
                </a:ext>
              </a:extLst>
            </p:cNvPr>
            <p:cNvSpPr/>
            <p:nvPr/>
          </p:nvSpPr>
          <p:spPr>
            <a:xfrm>
              <a:off x="428925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704" name="Right Triangle 703">
              <a:extLst>
                <a:ext uri="{FF2B5EF4-FFF2-40B4-BE49-F238E27FC236}">
                  <a16:creationId xmlns:a16="http://schemas.microsoft.com/office/drawing/2014/main" id="{AD621A79-E9B8-D52F-F5D4-46FD5A819028}"/>
                </a:ext>
              </a:extLst>
            </p:cNvPr>
            <p:cNvSpPr/>
            <p:nvPr/>
          </p:nvSpPr>
          <p:spPr>
            <a:xfrm rot="10800000">
              <a:off x="5018198" y="256761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05" name="Group 704">
              <a:extLst>
                <a:ext uri="{FF2B5EF4-FFF2-40B4-BE49-F238E27FC236}">
                  <a16:creationId xmlns:a16="http://schemas.microsoft.com/office/drawing/2014/main" id="{2ECB21F9-7A81-982E-2640-F236FC90F27A}"/>
                </a:ext>
              </a:extLst>
            </p:cNvPr>
            <p:cNvGrpSpPr/>
            <p:nvPr/>
          </p:nvGrpSpPr>
          <p:grpSpPr>
            <a:xfrm>
              <a:off x="5098525" y="2575096"/>
              <a:ext cx="45719" cy="75385"/>
              <a:chOff x="3883481" y="2057400"/>
              <a:chExt cx="1608363" cy="2652031"/>
            </a:xfrm>
            <a:solidFill>
              <a:srgbClr val="A6A6A6"/>
            </a:solidFill>
          </p:grpSpPr>
          <p:sp>
            <p:nvSpPr>
              <p:cNvPr id="706" name="Oval 27">
                <a:extLst>
                  <a:ext uri="{FF2B5EF4-FFF2-40B4-BE49-F238E27FC236}">
                    <a16:creationId xmlns:a16="http://schemas.microsoft.com/office/drawing/2014/main" id="{10B4D28E-CAC2-DA61-5D99-8980236E2E2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7" name="Oval 28">
                <a:extLst>
                  <a:ext uri="{FF2B5EF4-FFF2-40B4-BE49-F238E27FC236}">
                    <a16:creationId xmlns:a16="http://schemas.microsoft.com/office/drawing/2014/main" id="{59F3C301-B92E-C466-9CAC-D27E4396266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08" name="Group 707">
            <a:extLst>
              <a:ext uri="{FF2B5EF4-FFF2-40B4-BE49-F238E27FC236}">
                <a16:creationId xmlns:a16="http://schemas.microsoft.com/office/drawing/2014/main" id="{3B3A75D6-037C-246F-718E-43AC8FF375D6}"/>
              </a:ext>
            </a:extLst>
          </p:cNvPr>
          <p:cNvGrpSpPr/>
          <p:nvPr/>
        </p:nvGrpSpPr>
        <p:grpSpPr>
          <a:xfrm>
            <a:off x="4614870" y="2253333"/>
            <a:ext cx="721206" cy="609701"/>
            <a:chOff x="6271424" y="2560818"/>
            <a:chExt cx="871904" cy="748695"/>
          </a:xfrm>
        </p:grpSpPr>
        <p:sp>
          <p:nvSpPr>
            <p:cNvPr id="709" name="Rectangle 708">
              <a:extLst>
                <a:ext uri="{FF2B5EF4-FFF2-40B4-BE49-F238E27FC236}">
                  <a16:creationId xmlns:a16="http://schemas.microsoft.com/office/drawing/2014/main" id="{A5BC3A62-AC3C-60CF-9560-7BDB2AFACA34}"/>
                </a:ext>
              </a:extLst>
            </p:cNvPr>
            <p:cNvSpPr/>
            <p:nvPr/>
          </p:nvSpPr>
          <p:spPr>
            <a:xfrm>
              <a:off x="627142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710" name="Right Triangle 709">
              <a:extLst>
                <a:ext uri="{FF2B5EF4-FFF2-40B4-BE49-F238E27FC236}">
                  <a16:creationId xmlns:a16="http://schemas.microsoft.com/office/drawing/2014/main" id="{91F2CF2D-2931-102E-267B-371C93D02803}"/>
                </a:ext>
              </a:extLst>
            </p:cNvPr>
            <p:cNvSpPr/>
            <p:nvPr/>
          </p:nvSpPr>
          <p:spPr>
            <a:xfrm rot="10800000">
              <a:off x="6996110"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11" name="Group 710">
              <a:extLst>
                <a:ext uri="{FF2B5EF4-FFF2-40B4-BE49-F238E27FC236}">
                  <a16:creationId xmlns:a16="http://schemas.microsoft.com/office/drawing/2014/main" id="{25CA0A4F-EC68-078F-F36A-E412CFE82BCD}"/>
                </a:ext>
              </a:extLst>
            </p:cNvPr>
            <p:cNvGrpSpPr/>
            <p:nvPr/>
          </p:nvGrpSpPr>
          <p:grpSpPr>
            <a:xfrm>
              <a:off x="7076437" y="2574863"/>
              <a:ext cx="45719" cy="75385"/>
              <a:chOff x="3883481" y="2057400"/>
              <a:chExt cx="1608363" cy="2652031"/>
            </a:xfrm>
            <a:solidFill>
              <a:srgbClr val="A6A6A6"/>
            </a:solidFill>
          </p:grpSpPr>
          <p:sp>
            <p:nvSpPr>
              <p:cNvPr id="712" name="Oval 27">
                <a:extLst>
                  <a:ext uri="{FF2B5EF4-FFF2-40B4-BE49-F238E27FC236}">
                    <a16:creationId xmlns:a16="http://schemas.microsoft.com/office/drawing/2014/main" id="{F5F5C748-AFDA-448B-FBDE-7DA3C3A7F23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3" name="Oval 28">
                <a:extLst>
                  <a:ext uri="{FF2B5EF4-FFF2-40B4-BE49-F238E27FC236}">
                    <a16:creationId xmlns:a16="http://schemas.microsoft.com/office/drawing/2014/main" id="{39719D8D-0729-BA3D-2649-496565153CF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26" name="Group 725">
            <a:extLst>
              <a:ext uri="{FF2B5EF4-FFF2-40B4-BE49-F238E27FC236}">
                <a16:creationId xmlns:a16="http://schemas.microsoft.com/office/drawing/2014/main" id="{92296FFD-8031-4963-36DD-A4437E3D2D53}"/>
              </a:ext>
            </a:extLst>
          </p:cNvPr>
          <p:cNvGrpSpPr/>
          <p:nvPr/>
        </p:nvGrpSpPr>
        <p:grpSpPr>
          <a:xfrm>
            <a:off x="431659" y="2253333"/>
            <a:ext cx="721893" cy="609702"/>
            <a:chOff x="324914" y="2550516"/>
            <a:chExt cx="872735" cy="748697"/>
          </a:xfrm>
        </p:grpSpPr>
        <p:sp>
          <p:nvSpPr>
            <p:cNvPr id="727" name="Rectangle 726">
              <a:hlinkHover r:id="" action="ppaction://noaction" highlightClick="1"/>
              <a:extLst>
                <a:ext uri="{FF2B5EF4-FFF2-40B4-BE49-F238E27FC236}">
                  <a16:creationId xmlns:a16="http://schemas.microsoft.com/office/drawing/2014/main" id="{2575FFED-C47C-A2CF-118E-D2F66A23F0FA}"/>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728" name="Group 727">
              <a:extLst>
                <a:ext uri="{FF2B5EF4-FFF2-40B4-BE49-F238E27FC236}">
                  <a16:creationId xmlns:a16="http://schemas.microsoft.com/office/drawing/2014/main" id="{E92977D0-2F48-DDE8-192E-19D3B05DEFBC}"/>
                </a:ext>
              </a:extLst>
            </p:cNvPr>
            <p:cNvGrpSpPr/>
            <p:nvPr/>
          </p:nvGrpSpPr>
          <p:grpSpPr>
            <a:xfrm>
              <a:off x="1040599" y="2550516"/>
              <a:ext cx="157050" cy="157050"/>
              <a:chOff x="1040599" y="2550516"/>
              <a:chExt cx="157050" cy="157050"/>
            </a:xfrm>
          </p:grpSpPr>
          <p:sp>
            <p:nvSpPr>
              <p:cNvPr id="729" name="Diamond 728">
                <a:extLst>
                  <a:ext uri="{FF2B5EF4-FFF2-40B4-BE49-F238E27FC236}">
                    <a16:creationId xmlns:a16="http://schemas.microsoft.com/office/drawing/2014/main" id="{5AAF8E13-3A81-3F69-A57F-271803DFF098}"/>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0" name="Oval 729">
                <a:extLst>
                  <a:ext uri="{FF2B5EF4-FFF2-40B4-BE49-F238E27FC236}">
                    <a16:creationId xmlns:a16="http://schemas.microsoft.com/office/drawing/2014/main" id="{BD4FA85F-FCEF-0F95-7BDF-2D13CB4338BE}"/>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35" name="Group 734">
            <a:extLst>
              <a:ext uri="{FF2B5EF4-FFF2-40B4-BE49-F238E27FC236}">
                <a16:creationId xmlns:a16="http://schemas.microsoft.com/office/drawing/2014/main" id="{35FD0B79-C37F-5C9B-3161-54CD1F8C528E}"/>
              </a:ext>
            </a:extLst>
          </p:cNvPr>
          <p:cNvGrpSpPr/>
          <p:nvPr/>
        </p:nvGrpSpPr>
        <p:grpSpPr>
          <a:xfrm>
            <a:off x="2105349" y="1532276"/>
            <a:ext cx="721206" cy="609701"/>
            <a:chOff x="2307084" y="1729816"/>
            <a:chExt cx="871904" cy="748695"/>
          </a:xfrm>
        </p:grpSpPr>
        <p:sp>
          <p:nvSpPr>
            <p:cNvPr id="736" name="Rectangle 735">
              <a:extLst>
                <a:ext uri="{FF2B5EF4-FFF2-40B4-BE49-F238E27FC236}">
                  <a16:creationId xmlns:a16="http://schemas.microsoft.com/office/drawing/2014/main" id="{429803D4-E8C5-2EF1-3D5E-38E2BBD57827}"/>
                </a:ext>
              </a:extLst>
            </p:cNvPr>
            <p:cNvSpPr/>
            <p:nvPr/>
          </p:nvSpPr>
          <p:spPr>
            <a:xfrm>
              <a:off x="230708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737" name="Rectangle 736">
              <a:extLst>
                <a:ext uri="{FF2B5EF4-FFF2-40B4-BE49-F238E27FC236}">
                  <a16:creationId xmlns:a16="http://schemas.microsoft.com/office/drawing/2014/main" id="{17E0F9BA-E0C5-5BC0-C829-45EB871014B0}"/>
                </a:ext>
              </a:extLst>
            </p:cNvPr>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8" name="Oval 15">
              <a:extLst>
                <a:ext uri="{FF2B5EF4-FFF2-40B4-BE49-F238E27FC236}">
                  <a16:creationId xmlns:a16="http://schemas.microsoft.com/office/drawing/2014/main" id="{5D22A9F6-1D03-0455-0E26-F3F9419C3E2A}"/>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39" name="Straight Connector 738">
              <a:extLst>
                <a:ext uri="{FF2B5EF4-FFF2-40B4-BE49-F238E27FC236}">
                  <a16:creationId xmlns:a16="http://schemas.microsoft.com/office/drawing/2014/main" id="{D24C6FCD-079C-1D63-4F35-659713974541}"/>
                </a:ext>
              </a:extLst>
            </p:cNvPr>
            <p:cNvCxnSpPr>
              <a:cxnSpLocks/>
              <a:stCxn id="738"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40" name="Straight Connector 739">
              <a:extLst>
                <a:ext uri="{FF2B5EF4-FFF2-40B4-BE49-F238E27FC236}">
                  <a16:creationId xmlns:a16="http://schemas.microsoft.com/office/drawing/2014/main" id="{A98B36F8-81BF-B7AB-9AF5-CDDE5E7DE95C}"/>
                </a:ext>
              </a:extLst>
            </p:cNvPr>
            <p:cNvCxnSpPr>
              <a:cxnSpLocks/>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41" name="Group 740">
            <a:extLst>
              <a:ext uri="{FF2B5EF4-FFF2-40B4-BE49-F238E27FC236}">
                <a16:creationId xmlns:a16="http://schemas.microsoft.com/office/drawing/2014/main" id="{43F95E20-8326-E6AF-F335-53CF6492E6FE}"/>
              </a:ext>
            </a:extLst>
          </p:cNvPr>
          <p:cNvGrpSpPr/>
          <p:nvPr/>
        </p:nvGrpSpPr>
        <p:grpSpPr>
          <a:xfrm>
            <a:off x="431659" y="1532276"/>
            <a:ext cx="721893" cy="610038"/>
            <a:chOff x="324914" y="1729403"/>
            <a:chExt cx="872735" cy="749108"/>
          </a:xfrm>
        </p:grpSpPr>
        <p:sp>
          <p:nvSpPr>
            <p:cNvPr id="742" name="Rectangle 741">
              <a:extLst>
                <a:ext uri="{FF2B5EF4-FFF2-40B4-BE49-F238E27FC236}">
                  <a16:creationId xmlns:a16="http://schemas.microsoft.com/office/drawing/2014/main" id="{045C70CE-6C12-4BE5-8A85-9E8BD605C086}"/>
                </a:ext>
              </a:extLst>
            </p:cNvPr>
            <p:cNvSpPr/>
            <p:nvPr/>
          </p:nvSpPr>
          <p:spPr>
            <a:xfrm>
              <a:off x="32491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743" name="Right Triangle 742">
              <a:extLst>
                <a:ext uri="{FF2B5EF4-FFF2-40B4-BE49-F238E27FC236}">
                  <a16:creationId xmlns:a16="http://schemas.microsoft.com/office/drawing/2014/main" id="{AB99351D-E990-364A-9E72-535D03B316C9}"/>
                </a:ext>
              </a:extLst>
            </p:cNvPr>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44" name="Group 743">
              <a:extLst>
                <a:ext uri="{FF2B5EF4-FFF2-40B4-BE49-F238E27FC236}">
                  <a16:creationId xmlns:a16="http://schemas.microsoft.com/office/drawing/2014/main" id="{DFEAE7B0-92F4-A049-D92B-E039F53CD736}"/>
                </a:ext>
              </a:extLst>
            </p:cNvPr>
            <p:cNvGrpSpPr/>
            <p:nvPr/>
          </p:nvGrpSpPr>
          <p:grpSpPr>
            <a:xfrm>
              <a:off x="1136463" y="1736885"/>
              <a:ext cx="45719" cy="75385"/>
              <a:chOff x="3883481" y="2057400"/>
              <a:chExt cx="1608363" cy="2652031"/>
            </a:xfrm>
            <a:solidFill>
              <a:srgbClr val="A6A6A6"/>
            </a:solidFill>
          </p:grpSpPr>
          <p:sp>
            <p:nvSpPr>
              <p:cNvPr id="745" name="Oval 27">
                <a:extLst>
                  <a:ext uri="{FF2B5EF4-FFF2-40B4-BE49-F238E27FC236}">
                    <a16:creationId xmlns:a16="http://schemas.microsoft.com/office/drawing/2014/main" id="{219EBCD7-1C1F-747F-C869-D785D66E15B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6" name="Oval 28">
                <a:extLst>
                  <a:ext uri="{FF2B5EF4-FFF2-40B4-BE49-F238E27FC236}">
                    <a16:creationId xmlns:a16="http://schemas.microsoft.com/office/drawing/2014/main" id="{7AC465B6-8CB7-DA6D-6C67-756F04DE4C4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47" name="Group 746">
            <a:extLst>
              <a:ext uri="{FF2B5EF4-FFF2-40B4-BE49-F238E27FC236}">
                <a16:creationId xmlns:a16="http://schemas.microsoft.com/office/drawing/2014/main" id="{166CC132-144B-3A6E-CA15-71E8F6789093}"/>
              </a:ext>
            </a:extLst>
          </p:cNvPr>
          <p:cNvGrpSpPr/>
          <p:nvPr/>
        </p:nvGrpSpPr>
        <p:grpSpPr>
          <a:xfrm>
            <a:off x="1268842" y="1532276"/>
            <a:ext cx="721206" cy="610038"/>
            <a:chOff x="1315999" y="1729403"/>
            <a:chExt cx="871904" cy="749108"/>
          </a:xfrm>
        </p:grpSpPr>
        <p:sp>
          <p:nvSpPr>
            <p:cNvPr id="748" name="Rectangle 747">
              <a:extLst>
                <a:ext uri="{FF2B5EF4-FFF2-40B4-BE49-F238E27FC236}">
                  <a16:creationId xmlns:a16="http://schemas.microsoft.com/office/drawing/2014/main" id="{CE73E9BF-FD37-3054-443F-ED7E56C5D1F5}"/>
                </a:ext>
              </a:extLst>
            </p:cNvPr>
            <p:cNvSpPr/>
            <p:nvPr/>
          </p:nvSpPr>
          <p:spPr>
            <a:xfrm>
              <a:off x="131599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749" name="Right Triangle 748">
              <a:extLst>
                <a:ext uri="{FF2B5EF4-FFF2-40B4-BE49-F238E27FC236}">
                  <a16:creationId xmlns:a16="http://schemas.microsoft.com/office/drawing/2014/main" id="{5E11468C-586A-C820-8E57-3442C5C1C8B1}"/>
                </a:ext>
              </a:extLst>
            </p:cNvPr>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50" name="Group 749">
              <a:extLst>
                <a:ext uri="{FF2B5EF4-FFF2-40B4-BE49-F238E27FC236}">
                  <a16:creationId xmlns:a16="http://schemas.microsoft.com/office/drawing/2014/main" id="{6C71D1F4-E8D2-C3C9-17DE-FD1B42FBF7F6}"/>
                </a:ext>
              </a:extLst>
            </p:cNvPr>
            <p:cNvGrpSpPr/>
            <p:nvPr/>
          </p:nvGrpSpPr>
          <p:grpSpPr>
            <a:xfrm>
              <a:off x="2126717" y="1736885"/>
              <a:ext cx="45719" cy="75385"/>
              <a:chOff x="3883481" y="2057400"/>
              <a:chExt cx="1608363" cy="2652031"/>
            </a:xfrm>
            <a:solidFill>
              <a:srgbClr val="A6A6A6"/>
            </a:solidFill>
          </p:grpSpPr>
          <p:sp>
            <p:nvSpPr>
              <p:cNvPr id="751" name="Oval 27">
                <a:extLst>
                  <a:ext uri="{FF2B5EF4-FFF2-40B4-BE49-F238E27FC236}">
                    <a16:creationId xmlns:a16="http://schemas.microsoft.com/office/drawing/2014/main" id="{07ADFABF-2A91-EA10-3B2B-2AC5C2F8BC2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2" name="Oval 28">
                <a:extLst>
                  <a:ext uri="{FF2B5EF4-FFF2-40B4-BE49-F238E27FC236}">
                    <a16:creationId xmlns:a16="http://schemas.microsoft.com/office/drawing/2014/main" id="{3B861CA5-A43E-DFFA-B2BF-79FE9CF378C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59" name="Group 758">
            <a:extLst>
              <a:ext uri="{FF2B5EF4-FFF2-40B4-BE49-F238E27FC236}">
                <a16:creationId xmlns:a16="http://schemas.microsoft.com/office/drawing/2014/main" id="{64B4C2AD-E9FF-27CF-7D17-B7A7997C756C}"/>
              </a:ext>
            </a:extLst>
          </p:cNvPr>
          <p:cNvGrpSpPr/>
          <p:nvPr/>
        </p:nvGrpSpPr>
        <p:grpSpPr>
          <a:xfrm>
            <a:off x="5454383" y="2974054"/>
            <a:ext cx="721206" cy="609701"/>
            <a:chOff x="7262509" y="3370808"/>
            <a:chExt cx="871904" cy="748695"/>
          </a:xfrm>
        </p:grpSpPr>
        <p:sp>
          <p:nvSpPr>
            <p:cNvPr id="760" name="Rectangle 759">
              <a:extLst>
                <a:ext uri="{FF2B5EF4-FFF2-40B4-BE49-F238E27FC236}">
                  <a16:creationId xmlns:a16="http://schemas.microsoft.com/office/drawing/2014/main" id="{2BF3AFF7-42C7-5D89-54CE-1BE016A923D4}"/>
                </a:ext>
              </a:extLst>
            </p:cNvPr>
            <p:cNvSpPr/>
            <p:nvPr/>
          </p:nvSpPr>
          <p:spPr>
            <a:xfrm>
              <a:off x="726250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761" name="Rectangle 760">
              <a:extLst>
                <a:ext uri="{FF2B5EF4-FFF2-40B4-BE49-F238E27FC236}">
                  <a16:creationId xmlns:a16="http://schemas.microsoft.com/office/drawing/2014/main" id="{28213197-D85C-EE04-A2AD-01116F818F65}"/>
                </a:ext>
              </a:extLst>
            </p:cNvPr>
            <p:cNvSpPr/>
            <p:nvPr/>
          </p:nvSpPr>
          <p:spPr>
            <a:xfrm flipV="1">
              <a:off x="7999814"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62" name="Oval 15">
              <a:extLst>
                <a:ext uri="{FF2B5EF4-FFF2-40B4-BE49-F238E27FC236}">
                  <a16:creationId xmlns:a16="http://schemas.microsoft.com/office/drawing/2014/main" id="{C0DC334C-DF54-FD16-5CF0-16335DDC79A0}"/>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63" name="Straight Connector 762">
              <a:extLst>
                <a:ext uri="{FF2B5EF4-FFF2-40B4-BE49-F238E27FC236}">
                  <a16:creationId xmlns:a16="http://schemas.microsoft.com/office/drawing/2014/main" id="{A3488958-BACE-B7E8-2A4C-2DC3D2C9DDE1}"/>
                </a:ext>
              </a:extLst>
            </p:cNvPr>
            <p:cNvCxnSpPr>
              <a:cxnSpLocks/>
              <a:stCxn id="762" idx="0"/>
            </p:cNvCxnSpPr>
            <p:nvPr/>
          </p:nvCxnSpPr>
          <p:spPr>
            <a:xfrm flipV="1">
              <a:off x="8039813"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64" name="Straight Connector 763">
              <a:extLst>
                <a:ext uri="{FF2B5EF4-FFF2-40B4-BE49-F238E27FC236}">
                  <a16:creationId xmlns:a16="http://schemas.microsoft.com/office/drawing/2014/main" id="{29B0ABAF-3B1A-5D41-4ACF-5AF44CC8E33A}"/>
                </a:ext>
              </a:extLst>
            </p:cNvPr>
            <p:cNvCxnSpPr>
              <a:cxnSpLocks/>
            </p:cNvCxnSpPr>
            <p:nvPr/>
          </p:nvCxnSpPr>
          <p:spPr>
            <a:xfrm>
              <a:off x="8046727"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65" name="Group 764">
            <a:extLst>
              <a:ext uri="{FF2B5EF4-FFF2-40B4-BE49-F238E27FC236}">
                <a16:creationId xmlns:a16="http://schemas.microsoft.com/office/drawing/2014/main" id="{F6CB0981-D25C-76C0-71B3-57884EE3FE51}"/>
              </a:ext>
            </a:extLst>
          </p:cNvPr>
          <p:cNvGrpSpPr/>
          <p:nvPr/>
        </p:nvGrpSpPr>
        <p:grpSpPr>
          <a:xfrm>
            <a:off x="431659" y="2974054"/>
            <a:ext cx="721893" cy="609701"/>
            <a:chOff x="324914" y="3371220"/>
            <a:chExt cx="872735" cy="748695"/>
          </a:xfrm>
        </p:grpSpPr>
        <p:sp>
          <p:nvSpPr>
            <p:cNvPr id="766" name="Rectangle 765">
              <a:extLst>
                <a:ext uri="{FF2B5EF4-FFF2-40B4-BE49-F238E27FC236}">
                  <a16:creationId xmlns:a16="http://schemas.microsoft.com/office/drawing/2014/main" id="{858AEF66-4A1C-F9F4-5DFC-74752054FC33}"/>
                </a:ext>
              </a:extLst>
            </p:cNvPr>
            <p:cNvSpPr/>
            <p:nvPr/>
          </p:nvSpPr>
          <p:spPr>
            <a:xfrm>
              <a:off x="324914" y="3371220"/>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767" name="Right Triangle 766">
              <a:extLst>
                <a:ext uri="{FF2B5EF4-FFF2-40B4-BE49-F238E27FC236}">
                  <a16:creationId xmlns:a16="http://schemas.microsoft.com/office/drawing/2014/main" id="{2DB07C59-B5CB-9EC8-C4A6-FFBE291D6ED6}"/>
                </a:ext>
              </a:extLst>
            </p:cNvPr>
            <p:cNvSpPr/>
            <p:nvPr/>
          </p:nvSpPr>
          <p:spPr>
            <a:xfrm rot="10800000">
              <a:off x="1056136"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68" name="Group 767">
              <a:extLst>
                <a:ext uri="{FF2B5EF4-FFF2-40B4-BE49-F238E27FC236}">
                  <a16:creationId xmlns:a16="http://schemas.microsoft.com/office/drawing/2014/main" id="{D4C8B463-9ABF-4764-9E74-111C668D6589}"/>
                </a:ext>
              </a:extLst>
            </p:cNvPr>
            <p:cNvGrpSpPr/>
            <p:nvPr/>
          </p:nvGrpSpPr>
          <p:grpSpPr>
            <a:xfrm>
              <a:off x="1136463" y="3380672"/>
              <a:ext cx="45719" cy="75385"/>
              <a:chOff x="3883481" y="2057400"/>
              <a:chExt cx="1608363" cy="2652031"/>
            </a:xfrm>
            <a:solidFill>
              <a:srgbClr val="A6A6A6"/>
            </a:solidFill>
          </p:grpSpPr>
          <p:sp>
            <p:nvSpPr>
              <p:cNvPr id="769" name="Oval 27">
                <a:extLst>
                  <a:ext uri="{FF2B5EF4-FFF2-40B4-BE49-F238E27FC236}">
                    <a16:creationId xmlns:a16="http://schemas.microsoft.com/office/drawing/2014/main" id="{66C4518C-F7F2-417F-71C8-22F313CE76F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70" name="Oval 28">
                <a:extLst>
                  <a:ext uri="{FF2B5EF4-FFF2-40B4-BE49-F238E27FC236}">
                    <a16:creationId xmlns:a16="http://schemas.microsoft.com/office/drawing/2014/main" id="{C1467AF6-A85A-DCD3-EE5A-69FF6A2539C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77" name="Group 776">
            <a:extLst>
              <a:ext uri="{FF2B5EF4-FFF2-40B4-BE49-F238E27FC236}">
                <a16:creationId xmlns:a16="http://schemas.microsoft.com/office/drawing/2014/main" id="{F6B091DE-64AE-FD50-4366-DDDE9E2F50C4}"/>
              </a:ext>
            </a:extLst>
          </p:cNvPr>
          <p:cNvGrpSpPr/>
          <p:nvPr/>
        </p:nvGrpSpPr>
        <p:grpSpPr>
          <a:xfrm>
            <a:off x="2940467" y="2974054"/>
            <a:ext cx="721206" cy="613154"/>
            <a:chOff x="2307084" y="4187684"/>
            <a:chExt cx="871904" cy="752933"/>
          </a:xfrm>
        </p:grpSpPr>
        <p:sp>
          <p:nvSpPr>
            <p:cNvPr id="778" name="Rectangle 777">
              <a:extLst>
                <a:ext uri="{FF2B5EF4-FFF2-40B4-BE49-F238E27FC236}">
                  <a16:creationId xmlns:a16="http://schemas.microsoft.com/office/drawing/2014/main" id="{F9487E31-DCB2-59B3-6B33-2D8ACF1CC458}"/>
                </a:ext>
              </a:extLst>
            </p:cNvPr>
            <p:cNvSpPr/>
            <p:nvPr/>
          </p:nvSpPr>
          <p:spPr>
            <a:xfrm>
              <a:off x="230708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779" name="Right Triangle 778">
              <a:extLst>
                <a:ext uri="{FF2B5EF4-FFF2-40B4-BE49-F238E27FC236}">
                  <a16:creationId xmlns:a16="http://schemas.microsoft.com/office/drawing/2014/main" id="{D0F756E3-11C5-5B41-5D68-A6EF5F5ED918}"/>
                </a:ext>
              </a:extLst>
            </p:cNvPr>
            <p:cNvSpPr/>
            <p:nvPr/>
          </p:nvSpPr>
          <p:spPr>
            <a:xfrm rot="10800000">
              <a:off x="3036801" y="418768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80" name="Group 779">
              <a:extLst>
                <a:ext uri="{FF2B5EF4-FFF2-40B4-BE49-F238E27FC236}">
                  <a16:creationId xmlns:a16="http://schemas.microsoft.com/office/drawing/2014/main" id="{B680841C-EEF1-CAAB-94AD-B62118587C17}"/>
                </a:ext>
              </a:extLst>
            </p:cNvPr>
            <p:cNvGrpSpPr/>
            <p:nvPr/>
          </p:nvGrpSpPr>
          <p:grpSpPr>
            <a:xfrm>
              <a:off x="3117128" y="4195165"/>
              <a:ext cx="45719" cy="75385"/>
              <a:chOff x="3883481" y="2057400"/>
              <a:chExt cx="1608363" cy="2652031"/>
            </a:xfrm>
            <a:solidFill>
              <a:srgbClr val="A6A6A6"/>
            </a:solidFill>
          </p:grpSpPr>
          <p:sp>
            <p:nvSpPr>
              <p:cNvPr id="781" name="Oval 27">
                <a:extLst>
                  <a:ext uri="{FF2B5EF4-FFF2-40B4-BE49-F238E27FC236}">
                    <a16:creationId xmlns:a16="http://schemas.microsoft.com/office/drawing/2014/main" id="{A5823ECB-AE39-7C85-8276-990A7CA8761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2" name="Oval 28">
                <a:extLst>
                  <a:ext uri="{FF2B5EF4-FFF2-40B4-BE49-F238E27FC236}">
                    <a16:creationId xmlns:a16="http://schemas.microsoft.com/office/drawing/2014/main" id="{04E0F020-6C07-697C-5E24-1C019561549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83" name="Group 782">
            <a:extLst>
              <a:ext uri="{FF2B5EF4-FFF2-40B4-BE49-F238E27FC236}">
                <a16:creationId xmlns:a16="http://schemas.microsoft.com/office/drawing/2014/main" id="{A5FAAB5B-1753-317C-15F1-6155AC1E3C94}"/>
              </a:ext>
            </a:extLst>
          </p:cNvPr>
          <p:cNvGrpSpPr/>
          <p:nvPr/>
        </p:nvGrpSpPr>
        <p:grpSpPr>
          <a:xfrm>
            <a:off x="1268379" y="2974054"/>
            <a:ext cx="721206" cy="609701"/>
            <a:chOff x="1315999" y="2560818"/>
            <a:chExt cx="871904" cy="748695"/>
          </a:xfrm>
        </p:grpSpPr>
        <p:sp>
          <p:nvSpPr>
            <p:cNvPr id="784" name="Rectangle 783">
              <a:extLst>
                <a:ext uri="{FF2B5EF4-FFF2-40B4-BE49-F238E27FC236}">
                  <a16:creationId xmlns:a16="http://schemas.microsoft.com/office/drawing/2014/main" id="{0CA8DA05-1413-4B6D-4526-D523D6D484EA}"/>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785" name="Right Triangle 784">
              <a:extLst>
                <a:ext uri="{FF2B5EF4-FFF2-40B4-BE49-F238E27FC236}">
                  <a16:creationId xmlns:a16="http://schemas.microsoft.com/office/drawing/2014/main" id="{57C6BF67-8058-0250-3BA0-1869C295DDFD}"/>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86" name="Group 785">
              <a:extLst>
                <a:ext uri="{FF2B5EF4-FFF2-40B4-BE49-F238E27FC236}">
                  <a16:creationId xmlns:a16="http://schemas.microsoft.com/office/drawing/2014/main" id="{AC4A2428-AEF1-BC5E-6A84-C5BC005524FA}"/>
                </a:ext>
              </a:extLst>
            </p:cNvPr>
            <p:cNvGrpSpPr/>
            <p:nvPr/>
          </p:nvGrpSpPr>
          <p:grpSpPr>
            <a:xfrm>
              <a:off x="2126717" y="2576032"/>
              <a:ext cx="45719" cy="75385"/>
              <a:chOff x="3883481" y="2057400"/>
              <a:chExt cx="1608363" cy="2652031"/>
            </a:xfrm>
            <a:solidFill>
              <a:srgbClr val="A6A6A6"/>
            </a:solidFill>
          </p:grpSpPr>
          <p:sp>
            <p:nvSpPr>
              <p:cNvPr id="787" name="Oval 27">
                <a:extLst>
                  <a:ext uri="{FF2B5EF4-FFF2-40B4-BE49-F238E27FC236}">
                    <a16:creationId xmlns:a16="http://schemas.microsoft.com/office/drawing/2014/main" id="{4C7E0418-C66F-3BAC-39E3-61F8186FA28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8" name="Oval 28">
                <a:extLst>
                  <a:ext uri="{FF2B5EF4-FFF2-40B4-BE49-F238E27FC236}">
                    <a16:creationId xmlns:a16="http://schemas.microsoft.com/office/drawing/2014/main" id="{0F45F8C6-EDE1-FC63-AD0B-77B975B1225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89" name="Group 788">
            <a:extLst>
              <a:ext uri="{FF2B5EF4-FFF2-40B4-BE49-F238E27FC236}">
                <a16:creationId xmlns:a16="http://schemas.microsoft.com/office/drawing/2014/main" id="{32451423-41BD-5921-FFA2-B2B2CBB76CD5}"/>
              </a:ext>
            </a:extLst>
          </p:cNvPr>
          <p:cNvGrpSpPr/>
          <p:nvPr/>
        </p:nvGrpSpPr>
        <p:grpSpPr>
          <a:xfrm>
            <a:off x="2938534" y="811556"/>
            <a:ext cx="721206" cy="609701"/>
            <a:chOff x="3298169" y="909114"/>
            <a:chExt cx="871904" cy="748695"/>
          </a:xfrm>
        </p:grpSpPr>
        <p:sp>
          <p:nvSpPr>
            <p:cNvPr id="790" name="Rectangle 789">
              <a:extLst>
                <a:ext uri="{FF2B5EF4-FFF2-40B4-BE49-F238E27FC236}">
                  <a16:creationId xmlns:a16="http://schemas.microsoft.com/office/drawing/2014/main" id="{E8774698-6CE9-FC9D-A666-DA5101895AE0}"/>
                </a:ext>
              </a:extLst>
            </p:cNvPr>
            <p:cNvSpPr/>
            <p:nvPr/>
          </p:nvSpPr>
          <p:spPr>
            <a:xfrm>
              <a:off x="329816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791" name="Rectangle 790">
              <a:extLst>
                <a:ext uri="{FF2B5EF4-FFF2-40B4-BE49-F238E27FC236}">
                  <a16:creationId xmlns:a16="http://schemas.microsoft.com/office/drawing/2014/main" id="{9DCE6F78-B7E3-EC5B-ED76-B8A2211945FA}"/>
                </a:ext>
              </a:extLst>
            </p:cNvPr>
            <p:cNvSpPr/>
            <p:nvPr/>
          </p:nvSpPr>
          <p:spPr>
            <a:xfrm flipV="1">
              <a:off x="4043182"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92" name="Oval 15">
              <a:extLst>
                <a:ext uri="{FF2B5EF4-FFF2-40B4-BE49-F238E27FC236}">
                  <a16:creationId xmlns:a16="http://schemas.microsoft.com/office/drawing/2014/main" id="{F70AB949-077F-D5BA-C583-6732F8E62EB9}"/>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93" name="Straight Connector 792">
              <a:extLst>
                <a:ext uri="{FF2B5EF4-FFF2-40B4-BE49-F238E27FC236}">
                  <a16:creationId xmlns:a16="http://schemas.microsoft.com/office/drawing/2014/main" id="{C1D5BF8E-09FA-9BF1-EAA4-0FB87794C9A0}"/>
                </a:ext>
              </a:extLst>
            </p:cNvPr>
            <p:cNvCxnSpPr>
              <a:cxnSpLocks/>
              <a:stCxn id="792" idx="0"/>
            </p:cNvCxnSpPr>
            <p:nvPr/>
          </p:nvCxnSpPr>
          <p:spPr>
            <a:xfrm flipV="1">
              <a:off x="4083181"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94" name="Straight Connector 793">
              <a:extLst>
                <a:ext uri="{FF2B5EF4-FFF2-40B4-BE49-F238E27FC236}">
                  <a16:creationId xmlns:a16="http://schemas.microsoft.com/office/drawing/2014/main" id="{FC74EF0F-EF5C-BCD2-0430-062EDE7C6DCC}"/>
                </a:ext>
              </a:extLst>
            </p:cNvPr>
            <p:cNvCxnSpPr>
              <a:cxnSpLocks/>
            </p:cNvCxnSpPr>
            <p:nvPr/>
          </p:nvCxnSpPr>
          <p:spPr>
            <a:xfrm>
              <a:off x="4090095"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01" name="Group 800">
            <a:extLst>
              <a:ext uri="{FF2B5EF4-FFF2-40B4-BE49-F238E27FC236}">
                <a16:creationId xmlns:a16="http://schemas.microsoft.com/office/drawing/2014/main" id="{015C5AD9-248A-B3CE-8ECF-D6042408366F}"/>
              </a:ext>
            </a:extLst>
          </p:cNvPr>
          <p:cNvGrpSpPr/>
          <p:nvPr/>
        </p:nvGrpSpPr>
        <p:grpSpPr>
          <a:xfrm>
            <a:off x="431659" y="811556"/>
            <a:ext cx="721206" cy="609701"/>
            <a:chOff x="324914" y="909114"/>
            <a:chExt cx="871904" cy="748695"/>
          </a:xfrm>
        </p:grpSpPr>
        <p:sp>
          <p:nvSpPr>
            <p:cNvPr id="802" name="Rectangle 801">
              <a:extLst>
                <a:ext uri="{FF2B5EF4-FFF2-40B4-BE49-F238E27FC236}">
                  <a16:creationId xmlns:a16="http://schemas.microsoft.com/office/drawing/2014/main" id="{D2EC9F74-5961-13B6-2669-4F063139EA53}"/>
                </a:ext>
              </a:extLst>
            </p:cNvPr>
            <p:cNvSpPr/>
            <p:nvPr/>
          </p:nvSpPr>
          <p:spPr>
            <a:xfrm>
              <a:off x="32491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803" name="Right Triangle 802">
              <a:extLst>
                <a:ext uri="{FF2B5EF4-FFF2-40B4-BE49-F238E27FC236}">
                  <a16:creationId xmlns:a16="http://schemas.microsoft.com/office/drawing/2014/main" id="{258087E3-5DE7-8BFB-53B5-2C791BFE2776}"/>
                </a:ext>
              </a:extLst>
            </p:cNvPr>
            <p:cNvSpPr/>
            <p:nvPr/>
          </p:nvSpPr>
          <p:spPr>
            <a:xfrm rot="10800000">
              <a:off x="1053755"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04" name="Group 803">
              <a:extLst>
                <a:ext uri="{FF2B5EF4-FFF2-40B4-BE49-F238E27FC236}">
                  <a16:creationId xmlns:a16="http://schemas.microsoft.com/office/drawing/2014/main" id="{E1947DB9-3CEF-4E62-1189-1EB1FA830DCA}"/>
                </a:ext>
              </a:extLst>
            </p:cNvPr>
            <p:cNvGrpSpPr/>
            <p:nvPr/>
          </p:nvGrpSpPr>
          <p:grpSpPr>
            <a:xfrm>
              <a:off x="1134082" y="918978"/>
              <a:ext cx="45719" cy="75385"/>
              <a:chOff x="3883481" y="2057400"/>
              <a:chExt cx="1608363" cy="2652031"/>
            </a:xfrm>
            <a:solidFill>
              <a:srgbClr val="A6A6A6"/>
            </a:solidFill>
          </p:grpSpPr>
          <p:sp>
            <p:nvSpPr>
              <p:cNvPr id="805" name="Oval 27">
                <a:extLst>
                  <a:ext uri="{FF2B5EF4-FFF2-40B4-BE49-F238E27FC236}">
                    <a16:creationId xmlns:a16="http://schemas.microsoft.com/office/drawing/2014/main" id="{F45FC24B-6BFC-0C1F-59E7-11637451699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6" name="Oval 28">
                <a:extLst>
                  <a:ext uri="{FF2B5EF4-FFF2-40B4-BE49-F238E27FC236}">
                    <a16:creationId xmlns:a16="http://schemas.microsoft.com/office/drawing/2014/main" id="{BCC77F19-FCA4-A1E5-A03A-A71358DFA22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07" name="Group 806">
            <a:extLst>
              <a:ext uri="{FF2B5EF4-FFF2-40B4-BE49-F238E27FC236}">
                <a16:creationId xmlns:a16="http://schemas.microsoft.com/office/drawing/2014/main" id="{7FCA1EC2-F95F-8E08-670C-056F79ADC238}"/>
              </a:ext>
            </a:extLst>
          </p:cNvPr>
          <p:cNvGrpSpPr/>
          <p:nvPr/>
        </p:nvGrpSpPr>
        <p:grpSpPr>
          <a:xfrm>
            <a:off x="1267284" y="811556"/>
            <a:ext cx="721206" cy="609701"/>
            <a:chOff x="1315999" y="909114"/>
            <a:chExt cx="871904" cy="748695"/>
          </a:xfrm>
        </p:grpSpPr>
        <p:sp>
          <p:nvSpPr>
            <p:cNvPr id="808" name="Rectangle 807">
              <a:extLst>
                <a:ext uri="{FF2B5EF4-FFF2-40B4-BE49-F238E27FC236}">
                  <a16:creationId xmlns:a16="http://schemas.microsoft.com/office/drawing/2014/main" id="{D602F9E2-CEE0-DBDD-1200-EDB01BD9D704}"/>
                </a:ext>
              </a:extLst>
            </p:cNvPr>
            <p:cNvSpPr/>
            <p:nvPr/>
          </p:nvSpPr>
          <p:spPr>
            <a:xfrm>
              <a:off x="1315999"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809" name="Right Triangle 808">
              <a:extLst>
                <a:ext uri="{FF2B5EF4-FFF2-40B4-BE49-F238E27FC236}">
                  <a16:creationId xmlns:a16="http://schemas.microsoft.com/office/drawing/2014/main" id="{8900B7A9-1000-D59C-DAEC-A376594778ED}"/>
                </a:ext>
              </a:extLst>
            </p:cNvPr>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10" name="Group 809">
              <a:extLst>
                <a:ext uri="{FF2B5EF4-FFF2-40B4-BE49-F238E27FC236}">
                  <a16:creationId xmlns:a16="http://schemas.microsoft.com/office/drawing/2014/main" id="{EF92D59F-F230-8D6E-A51F-AEF6F7E40E78}"/>
                </a:ext>
              </a:extLst>
            </p:cNvPr>
            <p:cNvGrpSpPr/>
            <p:nvPr/>
          </p:nvGrpSpPr>
          <p:grpSpPr>
            <a:xfrm>
              <a:off x="2126717" y="918978"/>
              <a:ext cx="45719" cy="75385"/>
              <a:chOff x="3883481" y="2057400"/>
              <a:chExt cx="1608363" cy="2652031"/>
            </a:xfrm>
            <a:solidFill>
              <a:srgbClr val="A6A6A6"/>
            </a:solidFill>
          </p:grpSpPr>
          <p:sp>
            <p:nvSpPr>
              <p:cNvPr id="811" name="Oval 27">
                <a:extLst>
                  <a:ext uri="{FF2B5EF4-FFF2-40B4-BE49-F238E27FC236}">
                    <a16:creationId xmlns:a16="http://schemas.microsoft.com/office/drawing/2014/main" id="{A5F8C434-81D7-643B-444A-9C435E8F626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12" name="Oval 28">
                <a:extLst>
                  <a:ext uri="{FF2B5EF4-FFF2-40B4-BE49-F238E27FC236}">
                    <a16:creationId xmlns:a16="http://schemas.microsoft.com/office/drawing/2014/main" id="{70277B5F-DF21-6326-8784-5A1F718845C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19" name="Group 818">
            <a:extLst>
              <a:ext uri="{FF2B5EF4-FFF2-40B4-BE49-F238E27FC236}">
                <a16:creationId xmlns:a16="http://schemas.microsoft.com/office/drawing/2014/main" id="{94943443-1676-E64C-BDB6-A0B79911E1F7}"/>
              </a:ext>
            </a:extLst>
          </p:cNvPr>
          <p:cNvGrpSpPr/>
          <p:nvPr/>
        </p:nvGrpSpPr>
        <p:grpSpPr>
          <a:xfrm>
            <a:off x="2889438" y="751337"/>
            <a:ext cx="5022643" cy="5001728"/>
            <a:chOff x="2889438" y="751337"/>
            <a:chExt cx="5022643" cy="5001728"/>
          </a:xfrm>
        </p:grpSpPr>
        <p:cxnSp>
          <p:nvCxnSpPr>
            <p:cNvPr id="820" name="Straight Connector 819">
              <a:extLst>
                <a:ext uri="{FF2B5EF4-FFF2-40B4-BE49-F238E27FC236}">
                  <a16:creationId xmlns:a16="http://schemas.microsoft.com/office/drawing/2014/main" id="{5980754C-3228-A5E0-1371-86C52B662E38}"/>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D2572A6B-3274-CF0D-DBAA-127091D03A00}"/>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10BE90DF-4109-CAC1-2DCD-CB45359E3FFF}"/>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BF79D5C8-4957-CF54-60B4-ED50E97D07B0}"/>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4" name="Straight Connector 823">
              <a:extLst>
                <a:ext uri="{FF2B5EF4-FFF2-40B4-BE49-F238E27FC236}">
                  <a16:creationId xmlns:a16="http://schemas.microsoft.com/office/drawing/2014/main" id="{BF9A04F2-8369-025D-00AE-15F26134FB74}"/>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B8D93627-AAC6-A323-AE3C-F49A37105A9F}"/>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6" name="Straight Connector 825">
              <a:extLst>
                <a:ext uri="{FF2B5EF4-FFF2-40B4-BE49-F238E27FC236}">
                  <a16:creationId xmlns:a16="http://schemas.microsoft.com/office/drawing/2014/main" id="{A5355CC3-1DDC-4F62-1D7E-E02507C389C8}"/>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BD55273F-0538-315F-786B-EC12E9F0BA6A}"/>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8" name="Straight Connector 827">
              <a:extLst>
                <a:ext uri="{FF2B5EF4-FFF2-40B4-BE49-F238E27FC236}">
                  <a16:creationId xmlns:a16="http://schemas.microsoft.com/office/drawing/2014/main" id="{81819451-612C-EE6A-BB4C-8B413F18FD1F}"/>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9" name="Straight Connector 828">
              <a:extLst>
                <a:ext uri="{FF2B5EF4-FFF2-40B4-BE49-F238E27FC236}">
                  <a16:creationId xmlns:a16="http://schemas.microsoft.com/office/drawing/2014/main" id="{7201E610-B1E4-7A99-47E4-A179C982F119}"/>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55" name="Group 854">
            <a:extLst>
              <a:ext uri="{FF2B5EF4-FFF2-40B4-BE49-F238E27FC236}">
                <a16:creationId xmlns:a16="http://schemas.microsoft.com/office/drawing/2014/main" id="{A4198DB5-82FE-71FD-985B-8FC7B5EB5E7F}"/>
              </a:ext>
            </a:extLst>
          </p:cNvPr>
          <p:cNvGrpSpPr/>
          <p:nvPr/>
        </p:nvGrpSpPr>
        <p:grpSpPr>
          <a:xfrm>
            <a:off x="2937172" y="4419620"/>
            <a:ext cx="721206" cy="610374"/>
            <a:chOff x="1315999" y="4191098"/>
            <a:chExt cx="871904" cy="749519"/>
          </a:xfrm>
        </p:grpSpPr>
        <p:sp>
          <p:nvSpPr>
            <p:cNvPr id="856" name="Rectangle 855">
              <a:extLst>
                <a:ext uri="{FF2B5EF4-FFF2-40B4-BE49-F238E27FC236}">
                  <a16:creationId xmlns:a16="http://schemas.microsoft.com/office/drawing/2014/main" id="{9A719531-B5A0-113C-10D4-5ADC5B6C7461}"/>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857" name="Right Triangle 856">
              <a:extLst>
                <a:ext uri="{FF2B5EF4-FFF2-40B4-BE49-F238E27FC236}">
                  <a16:creationId xmlns:a16="http://schemas.microsoft.com/office/drawing/2014/main" id="{1FEFD35B-0897-4F8F-3F0D-7AAC52BE92A7}"/>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58" name="Group 857">
              <a:extLst>
                <a:ext uri="{FF2B5EF4-FFF2-40B4-BE49-F238E27FC236}">
                  <a16:creationId xmlns:a16="http://schemas.microsoft.com/office/drawing/2014/main" id="{6C3D9AA9-FB20-BB4D-AC75-ABFBEC9A14CA}"/>
                </a:ext>
              </a:extLst>
            </p:cNvPr>
            <p:cNvGrpSpPr/>
            <p:nvPr/>
          </p:nvGrpSpPr>
          <p:grpSpPr>
            <a:xfrm>
              <a:off x="2126717" y="4198579"/>
              <a:ext cx="45719" cy="75385"/>
              <a:chOff x="3883481" y="2057400"/>
              <a:chExt cx="1608363" cy="2652031"/>
            </a:xfrm>
            <a:solidFill>
              <a:srgbClr val="A6A6A6"/>
            </a:solidFill>
          </p:grpSpPr>
          <p:sp>
            <p:nvSpPr>
              <p:cNvPr id="859" name="Oval 27">
                <a:extLst>
                  <a:ext uri="{FF2B5EF4-FFF2-40B4-BE49-F238E27FC236}">
                    <a16:creationId xmlns:a16="http://schemas.microsoft.com/office/drawing/2014/main" id="{884DE51F-CF61-7A5E-6C45-72E2576A607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0" name="Oval 28">
                <a:extLst>
                  <a:ext uri="{FF2B5EF4-FFF2-40B4-BE49-F238E27FC236}">
                    <a16:creationId xmlns:a16="http://schemas.microsoft.com/office/drawing/2014/main" id="{52A5A0AE-8C74-6BE8-7029-42B96C7F773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61" name="Group 860">
            <a:extLst>
              <a:ext uri="{FF2B5EF4-FFF2-40B4-BE49-F238E27FC236}">
                <a16:creationId xmlns:a16="http://schemas.microsoft.com/office/drawing/2014/main" id="{02D8150F-B0F1-42CF-1770-B573D201C474}"/>
              </a:ext>
            </a:extLst>
          </p:cNvPr>
          <p:cNvGrpSpPr/>
          <p:nvPr/>
        </p:nvGrpSpPr>
        <p:grpSpPr>
          <a:xfrm>
            <a:off x="6286128" y="4419620"/>
            <a:ext cx="721206" cy="609701"/>
            <a:chOff x="9244674" y="4191922"/>
            <a:chExt cx="871904" cy="748695"/>
          </a:xfrm>
        </p:grpSpPr>
        <p:sp>
          <p:nvSpPr>
            <p:cNvPr id="862" name="Rectangle 861">
              <a:hlinkHover r:id="" action="ppaction://noaction" highlightClick="1"/>
              <a:extLst>
                <a:ext uri="{FF2B5EF4-FFF2-40B4-BE49-F238E27FC236}">
                  <a16:creationId xmlns:a16="http://schemas.microsoft.com/office/drawing/2014/main" id="{3384A6E3-43D6-E8E1-09F7-D7FED09AD4AE}"/>
                </a:ext>
              </a:extLst>
            </p:cNvPr>
            <p:cNvSpPr/>
            <p:nvPr/>
          </p:nvSpPr>
          <p:spPr>
            <a:xfrm>
              <a:off x="924467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863" name="Oval 862">
              <a:extLst>
                <a:ext uri="{FF2B5EF4-FFF2-40B4-BE49-F238E27FC236}">
                  <a16:creationId xmlns:a16="http://schemas.microsoft.com/office/drawing/2014/main" id="{271122A5-0659-9DE4-828D-D2F9EC374DCD}"/>
                </a:ext>
              </a:extLst>
            </p:cNvPr>
            <p:cNvSpPr/>
            <p:nvPr/>
          </p:nvSpPr>
          <p:spPr>
            <a:xfrm>
              <a:off x="9943180"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4" name="Isosceles Triangle 648">
              <a:extLst>
                <a:ext uri="{FF2B5EF4-FFF2-40B4-BE49-F238E27FC236}">
                  <a16:creationId xmlns:a16="http://schemas.microsoft.com/office/drawing/2014/main" id="{D5C69C3B-8837-899C-F98B-605BF0576620}"/>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5" name="Group 864">
            <a:extLst>
              <a:ext uri="{FF2B5EF4-FFF2-40B4-BE49-F238E27FC236}">
                <a16:creationId xmlns:a16="http://schemas.microsoft.com/office/drawing/2014/main" id="{CA8DFF9E-98C1-A978-D0E0-4A2874841B71}"/>
              </a:ext>
            </a:extLst>
          </p:cNvPr>
          <p:cNvGrpSpPr/>
          <p:nvPr/>
        </p:nvGrpSpPr>
        <p:grpSpPr>
          <a:xfrm>
            <a:off x="5458938" y="5135301"/>
            <a:ext cx="721206" cy="609701"/>
            <a:chOff x="5280339" y="4191922"/>
            <a:chExt cx="871904" cy="748695"/>
          </a:xfrm>
        </p:grpSpPr>
        <p:sp>
          <p:nvSpPr>
            <p:cNvPr id="866" name="Rectangle 865">
              <a:hlinkHover r:id="" action="ppaction://noaction" highlightClick="1"/>
              <a:extLst>
                <a:ext uri="{FF2B5EF4-FFF2-40B4-BE49-F238E27FC236}">
                  <a16:creationId xmlns:a16="http://schemas.microsoft.com/office/drawing/2014/main" id="{EB970B83-65D7-E832-9ACA-4E3B12580ACB}"/>
                </a:ext>
              </a:extLst>
            </p:cNvPr>
            <p:cNvSpPr/>
            <p:nvPr/>
          </p:nvSpPr>
          <p:spPr>
            <a:xfrm>
              <a:off x="528033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867" name="Oval 866">
              <a:extLst>
                <a:ext uri="{FF2B5EF4-FFF2-40B4-BE49-F238E27FC236}">
                  <a16:creationId xmlns:a16="http://schemas.microsoft.com/office/drawing/2014/main" id="{AAC19997-BF9A-012B-9B94-2FC0F7500446}"/>
                </a:ext>
              </a:extLst>
            </p:cNvPr>
            <p:cNvSpPr/>
            <p:nvPr/>
          </p:nvSpPr>
          <p:spPr>
            <a:xfrm>
              <a:off x="597784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8" name="Isosceles Triangle 648">
              <a:extLst>
                <a:ext uri="{FF2B5EF4-FFF2-40B4-BE49-F238E27FC236}">
                  <a16:creationId xmlns:a16="http://schemas.microsoft.com/office/drawing/2014/main" id="{22200B00-8984-4B84-5773-651D4115F129}"/>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9" name="Group 868">
            <a:extLst>
              <a:ext uri="{FF2B5EF4-FFF2-40B4-BE49-F238E27FC236}">
                <a16:creationId xmlns:a16="http://schemas.microsoft.com/office/drawing/2014/main" id="{A371A655-109F-8F20-63E1-A05717D4B955}"/>
              </a:ext>
            </a:extLst>
          </p:cNvPr>
          <p:cNvGrpSpPr/>
          <p:nvPr/>
        </p:nvGrpSpPr>
        <p:grpSpPr>
          <a:xfrm>
            <a:off x="6289144" y="5141013"/>
            <a:ext cx="721206" cy="609701"/>
            <a:chOff x="8253594" y="5012622"/>
            <a:chExt cx="871904" cy="748695"/>
          </a:xfrm>
        </p:grpSpPr>
        <p:sp>
          <p:nvSpPr>
            <p:cNvPr id="870" name="Rectangle 869">
              <a:hlinkHover r:id="" action="ppaction://noaction" highlightClick="1"/>
              <a:extLst>
                <a:ext uri="{FF2B5EF4-FFF2-40B4-BE49-F238E27FC236}">
                  <a16:creationId xmlns:a16="http://schemas.microsoft.com/office/drawing/2014/main" id="{9F04E949-D4ED-40E9-7B46-415517B1EB31}"/>
                </a:ext>
              </a:extLst>
            </p:cNvPr>
            <p:cNvSpPr/>
            <p:nvPr/>
          </p:nvSpPr>
          <p:spPr>
            <a:xfrm>
              <a:off x="825359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871" name="Oval 870">
              <a:extLst>
                <a:ext uri="{FF2B5EF4-FFF2-40B4-BE49-F238E27FC236}">
                  <a16:creationId xmlns:a16="http://schemas.microsoft.com/office/drawing/2014/main" id="{324DE938-4F59-3AF5-7178-CB966894854A}"/>
                </a:ext>
              </a:extLst>
            </p:cNvPr>
            <p:cNvSpPr/>
            <p:nvPr/>
          </p:nvSpPr>
          <p:spPr>
            <a:xfrm>
              <a:off x="895339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2" name="Isosceles Triangle 648">
              <a:extLst>
                <a:ext uri="{FF2B5EF4-FFF2-40B4-BE49-F238E27FC236}">
                  <a16:creationId xmlns:a16="http://schemas.microsoft.com/office/drawing/2014/main" id="{C59183B4-4497-5B7A-4479-2BAAAB004921}"/>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73" name="Group 872">
            <a:extLst>
              <a:ext uri="{FF2B5EF4-FFF2-40B4-BE49-F238E27FC236}">
                <a16:creationId xmlns:a16="http://schemas.microsoft.com/office/drawing/2014/main" id="{ED133C09-86BB-8ACA-B38E-3DD9EDDC5E70}"/>
              </a:ext>
            </a:extLst>
          </p:cNvPr>
          <p:cNvGrpSpPr/>
          <p:nvPr/>
        </p:nvGrpSpPr>
        <p:grpSpPr>
          <a:xfrm>
            <a:off x="7122909" y="4419620"/>
            <a:ext cx="721206" cy="609701"/>
            <a:chOff x="7262509" y="5012622"/>
            <a:chExt cx="871904" cy="748695"/>
          </a:xfrm>
        </p:grpSpPr>
        <p:sp>
          <p:nvSpPr>
            <p:cNvPr id="874" name="Rectangle 873">
              <a:hlinkHover r:id="" action="ppaction://noaction" highlightClick="1"/>
              <a:extLst>
                <a:ext uri="{FF2B5EF4-FFF2-40B4-BE49-F238E27FC236}">
                  <a16:creationId xmlns:a16="http://schemas.microsoft.com/office/drawing/2014/main" id="{80841370-587A-B5CF-4007-30B51D44AF23}"/>
                </a:ext>
              </a:extLst>
            </p:cNvPr>
            <p:cNvSpPr/>
            <p:nvPr/>
          </p:nvSpPr>
          <p:spPr>
            <a:xfrm>
              <a:off x="726250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875" name="Oval 874">
              <a:extLst>
                <a:ext uri="{FF2B5EF4-FFF2-40B4-BE49-F238E27FC236}">
                  <a16:creationId xmlns:a16="http://schemas.microsoft.com/office/drawing/2014/main" id="{C0192E72-CE92-1A12-16FD-22E56053B467}"/>
                </a:ext>
              </a:extLst>
            </p:cNvPr>
            <p:cNvSpPr/>
            <p:nvPr/>
          </p:nvSpPr>
          <p:spPr>
            <a:xfrm>
              <a:off x="79612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6" name="Isosceles Triangle 648">
              <a:extLst>
                <a:ext uri="{FF2B5EF4-FFF2-40B4-BE49-F238E27FC236}">
                  <a16:creationId xmlns:a16="http://schemas.microsoft.com/office/drawing/2014/main" id="{6D6D820E-5CF5-2EB9-A246-42D67FDABAEF}"/>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81" name="Group 880">
            <a:extLst>
              <a:ext uri="{FF2B5EF4-FFF2-40B4-BE49-F238E27FC236}">
                <a16:creationId xmlns:a16="http://schemas.microsoft.com/office/drawing/2014/main" id="{3FCFF1E9-7033-0A9A-3289-63B8315EB229}"/>
              </a:ext>
            </a:extLst>
          </p:cNvPr>
          <p:cNvGrpSpPr/>
          <p:nvPr/>
        </p:nvGrpSpPr>
        <p:grpSpPr>
          <a:xfrm>
            <a:off x="5454383" y="4419620"/>
            <a:ext cx="721206" cy="609701"/>
            <a:chOff x="5280339" y="5012622"/>
            <a:chExt cx="871904" cy="748695"/>
          </a:xfrm>
        </p:grpSpPr>
        <p:sp>
          <p:nvSpPr>
            <p:cNvPr id="882" name="Rectangle 881">
              <a:hlinkHover r:id="" action="ppaction://noaction" highlightClick="1"/>
              <a:extLst>
                <a:ext uri="{FF2B5EF4-FFF2-40B4-BE49-F238E27FC236}">
                  <a16:creationId xmlns:a16="http://schemas.microsoft.com/office/drawing/2014/main" id="{D78FC11E-3609-AE2D-95A7-38BF344BF931}"/>
                </a:ext>
              </a:extLst>
            </p:cNvPr>
            <p:cNvSpPr/>
            <p:nvPr/>
          </p:nvSpPr>
          <p:spPr>
            <a:xfrm>
              <a:off x="528033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883" name="Oval 882">
              <a:extLst>
                <a:ext uri="{FF2B5EF4-FFF2-40B4-BE49-F238E27FC236}">
                  <a16:creationId xmlns:a16="http://schemas.microsoft.com/office/drawing/2014/main" id="{3FFAF37D-A72C-99F9-565B-5AD12F0C3B9D}"/>
                </a:ext>
              </a:extLst>
            </p:cNvPr>
            <p:cNvSpPr/>
            <p:nvPr/>
          </p:nvSpPr>
          <p:spPr>
            <a:xfrm>
              <a:off x="597784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4" name="Isosceles Triangle 648">
              <a:extLst>
                <a:ext uri="{FF2B5EF4-FFF2-40B4-BE49-F238E27FC236}">
                  <a16:creationId xmlns:a16="http://schemas.microsoft.com/office/drawing/2014/main" id="{5C7C8BB6-DC13-AD73-5732-F8B5529102BF}"/>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85" name="Group 884">
            <a:extLst>
              <a:ext uri="{FF2B5EF4-FFF2-40B4-BE49-F238E27FC236}">
                <a16:creationId xmlns:a16="http://schemas.microsoft.com/office/drawing/2014/main" id="{E7187EFB-37EA-372B-B05F-25D80E2443C8}"/>
              </a:ext>
            </a:extLst>
          </p:cNvPr>
          <p:cNvGrpSpPr/>
          <p:nvPr/>
        </p:nvGrpSpPr>
        <p:grpSpPr>
          <a:xfrm>
            <a:off x="3775041" y="5130129"/>
            <a:ext cx="721893" cy="609702"/>
            <a:chOff x="324914" y="2550516"/>
            <a:chExt cx="872735" cy="748697"/>
          </a:xfrm>
        </p:grpSpPr>
        <p:sp>
          <p:nvSpPr>
            <p:cNvPr id="886" name="Rectangle 885">
              <a:hlinkHover r:id="" action="ppaction://noaction" highlightClick="1"/>
              <a:extLst>
                <a:ext uri="{FF2B5EF4-FFF2-40B4-BE49-F238E27FC236}">
                  <a16:creationId xmlns:a16="http://schemas.microsoft.com/office/drawing/2014/main" id="{FE1D8F70-6F82-4E6F-7D07-0DCB1CE1C9DB}"/>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887" name="Group 886">
              <a:extLst>
                <a:ext uri="{FF2B5EF4-FFF2-40B4-BE49-F238E27FC236}">
                  <a16:creationId xmlns:a16="http://schemas.microsoft.com/office/drawing/2014/main" id="{50459B52-8862-7EA0-61ED-4895F5A37D7C}"/>
                </a:ext>
              </a:extLst>
            </p:cNvPr>
            <p:cNvGrpSpPr/>
            <p:nvPr/>
          </p:nvGrpSpPr>
          <p:grpSpPr>
            <a:xfrm>
              <a:off x="1040599" y="2550516"/>
              <a:ext cx="157050" cy="157050"/>
              <a:chOff x="1040599" y="2550516"/>
              <a:chExt cx="157050" cy="157050"/>
            </a:xfrm>
          </p:grpSpPr>
          <p:sp>
            <p:nvSpPr>
              <p:cNvPr id="888" name="Diamond 887">
                <a:extLst>
                  <a:ext uri="{FF2B5EF4-FFF2-40B4-BE49-F238E27FC236}">
                    <a16:creationId xmlns:a16="http://schemas.microsoft.com/office/drawing/2014/main" id="{83415486-65AC-AD42-A717-44798DEBD26F}"/>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9" name="Oval 888">
                <a:extLst>
                  <a:ext uri="{FF2B5EF4-FFF2-40B4-BE49-F238E27FC236}">
                    <a16:creationId xmlns:a16="http://schemas.microsoft.com/office/drawing/2014/main" id="{A075A93D-71B1-255E-6EA9-3BCBE51F44E7}"/>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90" name="Group 889">
            <a:extLst>
              <a:ext uri="{FF2B5EF4-FFF2-40B4-BE49-F238E27FC236}">
                <a16:creationId xmlns:a16="http://schemas.microsoft.com/office/drawing/2014/main" id="{1E5F0F4D-D7D1-783E-F529-1E07CC3E3A4E}"/>
              </a:ext>
            </a:extLst>
          </p:cNvPr>
          <p:cNvGrpSpPr/>
          <p:nvPr/>
        </p:nvGrpSpPr>
        <p:grpSpPr>
          <a:xfrm>
            <a:off x="4618174" y="5130744"/>
            <a:ext cx="721893" cy="609702"/>
            <a:chOff x="324914" y="2550516"/>
            <a:chExt cx="872735" cy="748697"/>
          </a:xfrm>
        </p:grpSpPr>
        <p:sp>
          <p:nvSpPr>
            <p:cNvPr id="891" name="Rectangle 890">
              <a:hlinkHover r:id="" action="ppaction://noaction" highlightClick="1"/>
              <a:extLst>
                <a:ext uri="{FF2B5EF4-FFF2-40B4-BE49-F238E27FC236}">
                  <a16:creationId xmlns:a16="http://schemas.microsoft.com/office/drawing/2014/main" id="{58838A54-7D2A-22D8-7473-643B44A0597E}"/>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892" name="Group 891">
              <a:extLst>
                <a:ext uri="{FF2B5EF4-FFF2-40B4-BE49-F238E27FC236}">
                  <a16:creationId xmlns:a16="http://schemas.microsoft.com/office/drawing/2014/main" id="{DE629037-0E22-1F22-574C-99940B5BAFE0}"/>
                </a:ext>
              </a:extLst>
            </p:cNvPr>
            <p:cNvGrpSpPr/>
            <p:nvPr/>
          </p:nvGrpSpPr>
          <p:grpSpPr>
            <a:xfrm>
              <a:off x="1040599" y="2550516"/>
              <a:ext cx="157050" cy="157050"/>
              <a:chOff x="1040599" y="2550516"/>
              <a:chExt cx="157050" cy="157050"/>
            </a:xfrm>
          </p:grpSpPr>
          <p:sp>
            <p:nvSpPr>
              <p:cNvPr id="893" name="Diamond 892">
                <a:extLst>
                  <a:ext uri="{FF2B5EF4-FFF2-40B4-BE49-F238E27FC236}">
                    <a16:creationId xmlns:a16="http://schemas.microsoft.com/office/drawing/2014/main" id="{35367F43-573C-0EC5-FC6B-7B1B59581BBE}"/>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4" name="Oval 893">
                <a:extLst>
                  <a:ext uri="{FF2B5EF4-FFF2-40B4-BE49-F238E27FC236}">
                    <a16:creationId xmlns:a16="http://schemas.microsoft.com/office/drawing/2014/main" id="{F2A3B6E4-5B50-395A-DF26-47F6C82BC53E}"/>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95" name="Group 894">
            <a:extLst>
              <a:ext uri="{FF2B5EF4-FFF2-40B4-BE49-F238E27FC236}">
                <a16:creationId xmlns:a16="http://schemas.microsoft.com/office/drawing/2014/main" id="{92951836-81D8-27CC-8E97-F715F4EDE084}"/>
              </a:ext>
            </a:extLst>
          </p:cNvPr>
          <p:cNvGrpSpPr/>
          <p:nvPr/>
        </p:nvGrpSpPr>
        <p:grpSpPr>
          <a:xfrm>
            <a:off x="7125831" y="5143364"/>
            <a:ext cx="721206" cy="609701"/>
            <a:chOff x="8253594" y="4191922"/>
            <a:chExt cx="871904" cy="748695"/>
          </a:xfrm>
        </p:grpSpPr>
        <p:sp>
          <p:nvSpPr>
            <p:cNvPr id="896" name="Rectangle 895">
              <a:hlinkHover r:id="" action="ppaction://noaction" highlightClick="1"/>
              <a:extLst>
                <a:ext uri="{FF2B5EF4-FFF2-40B4-BE49-F238E27FC236}">
                  <a16:creationId xmlns:a16="http://schemas.microsoft.com/office/drawing/2014/main" id="{DB7D44A8-0517-FCC9-7B65-E4D1A68E8643}"/>
                </a:ext>
              </a:extLst>
            </p:cNvPr>
            <p:cNvSpPr/>
            <p:nvPr/>
          </p:nvSpPr>
          <p:spPr>
            <a:xfrm>
              <a:off x="825359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897" name="Oval 896">
              <a:extLst>
                <a:ext uri="{FF2B5EF4-FFF2-40B4-BE49-F238E27FC236}">
                  <a16:creationId xmlns:a16="http://schemas.microsoft.com/office/drawing/2014/main" id="{14BBAD62-695A-BC47-2A80-29C08056D841}"/>
                </a:ext>
              </a:extLst>
            </p:cNvPr>
            <p:cNvSpPr/>
            <p:nvPr/>
          </p:nvSpPr>
          <p:spPr>
            <a:xfrm>
              <a:off x="895339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8" name="Isosceles Triangle 648">
              <a:extLst>
                <a:ext uri="{FF2B5EF4-FFF2-40B4-BE49-F238E27FC236}">
                  <a16:creationId xmlns:a16="http://schemas.microsoft.com/office/drawing/2014/main" id="{66151367-9E67-BD1D-1119-212A2F4410F3}"/>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99" name="Group 898">
            <a:extLst>
              <a:ext uri="{FF2B5EF4-FFF2-40B4-BE49-F238E27FC236}">
                <a16:creationId xmlns:a16="http://schemas.microsoft.com/office/drawing/2014/main" id="{ED3DCD52-3AC5-18F1-435E-EFFD93715A7E}"/>
              </a:ext>
            </a:extLst>
          </p:cNvPr>
          <p:cNvGrpSpPr/>
          <p:nvPr/>
        </p:nvGrpSpPr>
        <p:grpSpPr>
          <a:xfrm>
            <a:off x="7122909" y="3698227"/>
            <a:ext cx="721206" cy="609701"/>
            <a:chOff x="7262509" y="4191922"/>
            <a:chExt cx="871904" cy="748695"/>
          </a:xfrm>
        </p:grpSpPr>
        <p:sp>
          <p:nvSpPr>
            <p:cNvPr id="900" name="Rectangle 899">
              <a:hlinkHover r:id="" action="ppaction://noaction" highlightClick="1"/>
              <a:extLst>
                <a:ext uri="{FF2B5EF4-FFF2-40B4-BE49-F238E27FC236}">
                  <a16:creationId xmlns:a16="http://schemas.microsoft.com/office/drawing/2014/main" id="{0F25DA5E-D8F7-7DC4-3257-47AED285D349}"/>
                </a:ext>
              </a:extLst>
            </p:cNvPr>
            <p:cNvSpPr/>
            <p:nvPr/>
          </p:nvSpPr>
          <p:spPr>
            <a:xfrm>
              <a:off x="726250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901" name="Oval 900">
              <a:extLst>
                <a:ext uri="{FF2B5EF4-FFF2-40B4-BE49-F238E27FC236}">
                  <a16:creationId xmlns:a16="http://schemas.microsoft.com/office/drawing/2014/main" id="{1CB063D1-2D31-0AB5-BD5B-43D2E634C674}"/>
                </a:ext>
              </a:extLst>
            </p:cNvPr>
            <p:cNvSpPr/>
            <p:nvPr/>
          </p:nvSpPr>
          <p:spPr>
            <a:xfrm>
              <a:off x="796122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2" name="Isosceles Triangle 648">
              <a:extLst>
                <a:ext uri="{FF2B5EF4-FFF2-40B4-BE49-F238E27FC236}">
                  <a16:creationId xmlns:a16="http://schemas.microsoft.com/office/drawing/2014/main" id="{E05B2212-C713-FC4A-8F39-4CB3C188546D}"/>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03" name="Group 902">
            <a:extLst>
              <a:ext uri="{FF2B5EF4-FFF2-40B4-BE49-F238E27FC236}">
                <a16:creationId xmlns:a16="http://schemas.microsoft.com/office/drawing/2014/main" id="{1939AD6E-8638-5AC4-314B-7310C31C782E}"/>
              </a:ext>
            </a:extLst>
          </p:cNvPr>
          <p:cNvGrpSpPr/>
          <p:nvPr/>
        </p:nvGrpSpPr>
        <p:grpSpPr>
          <a:xfrm>
            <a:off x="6286222" y="3698227"/>
            <a:ext cx="721206" cy="609701"/>
            <a:chOff x="6271424" y="4191922"/>
            <a:chExt cx="871904" cy="748695"/>
          </a:xfrm>
        </p:grpSpPr>
        <p:sp>
          <p:nvSpPr>
            <p:cNvPr id="904" name="Rectangle 903">
              <a:hlinkHover r:id="" action="ppaction://noaction" highlightClick="1"/>
              <a:extLst>
                <a:ext uri="{FF2B5EF4-FFF2-40B4-BE49-F238E27FC236}">
                  <a16:creationId xmlns:a16="http://schemas.microsoft.com/office/drawing/2014/main" id="{2D24FF44-DEA5-96D1-BAB1-3598997A1982}"/>
                </a:ext>
              </a:extLst>
            </p:cNvPr>
            <p:cNvSpPr/>
            <p:nvPr/>
          </p:nvSpPr>
          <p:spPr>
            <a:xfrm>
              <a:off x="627142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905" name="Oval 904">
              <a:extLst>
                <a:ext uri="{FF2B5EF4-FFF2-40B4-BE49-F238E27FC236}">
                  <a16:creationId xmlns:a16="http://schemas.microsoft.com/office/drawing/2014/main" id="{C9AA5F0B-A5A6-CC18-F633-2F84F9E615B9}"/>
                </a:ext>
              </a:extLst>
            </p:cNvPr>
            <p:cNvSpPr/>
            <p:nvPr/>
          </p:nvSpPr>
          <p:spPr>
            <a:xfrm>
              <a:off x="697080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6" name="Isosceles Triangle 648">
              <a:extLst>
                <a:ext uri="{FF2B5EF4-FFF2-40B4-BE49-F238E27FC236}">
                  <a16:creationId xmlns:a16="http://schemas.microsoft.com/office/drawing/2014/main" id="{F4663B2B-9476-E7E2-B632-5B8E5A0FD2CB}"/>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483B63CA-459D-DB83-39AE-CE7A2B9249E8}"/>
              </a:ext>
            </a:extLst>
          </p:cNvPr>
          <p:cNvGrpSpPr/>
          <p:nvPr/>
        </p:nvGrpSpPr>
        <p:grpSpPr>
          <a:xfrm>
            <a:off x="3779083" y="3698227"/>
            <a:ext cx="721206" cy="609701"/>
            <a:chOff x="4289254" y="3370808"/>
            <a:chExt cx="871904" cy="748695"/>
          </a:xfrm>
        </p:grpSpPr>
        <p:sp>
          <p:nvSpPr>
            <p:cNvPr id="9" name="Rectangle 8">
              <a:extLst>
                <a:ext uri="{FF2B5EF4-FFF2-40B4-BE49-F238E27FC236}">
                  <a16:creationId xmlns:a16="http://schemas.microsoft.com/office/drawing/2014/main" id="{07A406EC-69E4-2EC4-C30A-7DB8B28229FA}"/>
                </a:ext>
              </a:extLst>
            </p:cNvPr>
            <p:cNvSpPr/>
            <p:nvPr/>
          </p:nvSpPr>
          <p:spPr>
            <a:xfrm>
              <a:off x="428925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5006D5B3-E028-84AA-9C17-604747811367}"/>
                </a:ext>
              </a:extLst>
            </p:cNvPr>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5770FD2E-E982-9474-4796-3F16AC2BFCF2}"/>
                </a:ext>
              </a:extLst>
            </p:cNvPr>
            <p:cNvGrpSpPr/>
            <p:nvPr/>
          </p:nvGrpSpPr>
          <p:grpSpPr>
            <a:xfrm>
              <a:off x="5098569" y="3381257"/>
              <a:ext cx="45719" cy="75385"/>
              <a:chOff x="3883481" y="2057400"/>
              <a:chExt cx="1608363" cy="2652031"/>
            </a:xfrm>
            <a:solidFill>
              <a:srgbClr val="A6A6A6"/>
            </a:solidFill>
          </p:grpSpPr>
          <p:sp>
            <p:nvSpPr>
              <p:cNvPr id="12" name="Oval 27">
                <a:extLst>
                  <a:ext uri="{FF2B5EF4-FFF2-40B4-BE49-F238E27FC236}">
                    <a16:creationId xmlns:a16="http://schemas.microsoft.com/office/drawing/2014/main" id="{4A5B752B-41B1-FB89-4F65-DCD02674BCF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8570F81A-4849-DB73-C588-1FF65758936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31CAE070-B2C0-2FE6-AD27-0BE5D0B63D2F}"/>
              </a:ext>
            </a:extLst>
          </p:cNvPr>
          <p:cNvGrpSpPr/>
          <p:nvPr/>
        </p:nvGrpSpPr>
        <p:grpSpPr>
          <a:xfrm>
            <a:off x="4615770" y="3698227"/>
            <a:ext cx="721206" cy="609701"/>
            <a:chOff x="10235764" y="5012622"/>
            <a:chExt cx="871904" cy="748695"/>
          </a:xfrm>
        </p:grpSpPr>
        <p:sp>
          <p:nvSpPr>
            <p:cNvPr id="15" name="Rectangle 14">
              <a:hlinkHover r:id="" action="ppaction://noaction" highlightClick="1"/>
              <a:extLst>
                <a:ext uri="{FF2B5EF4-FFF2-40B4-BE49-F238E27FC236}">
                  <a16:creationId xmlns:a16="http://schemas.microsoft.com/office/drawing/2014/main" id="{01ED2B3D-FA97-2802-B2F4-7F854631FDB8}"/>
                </a:ext>
              </a:extLst>
            </p:cNvPr>
            <p:cNvSpPr/>
            <p:nvPr/>
          </p:nvSpPr>
          <p:spPr>
            <a:xfrm>
              <a:off x="1023576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8269E032-3DF0-E455-BACC-0BFAE38D5B21}"/>
                </a:ext>
              </a:extLst>
            </p:cNvPr>
            <p:cNvSpPr/>
            <p:nvPr/>
          </p:nvSpPr>
          <p:spPr>
            <a:xfrm>
              <a:off x="109304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 name="Isosceles Triangle 648">
              <a:extLst>
                <a:ext uri="{FF2B5EF4-FFF2-40B4-BE49-F238E27FC236}">
                  <a16:creationId xmlns:a16="http://schemas.microsoft.com/office/drawing/2014/main" id="{02D5BC32-38EB-0B7A-EB9D-206BC9AAC169}"/>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1" name="Group 40">
            <a:extLst>
              <a:ext uri="{FF2B5EF4-FFF2-40B4-BE49-F238E27FC236}">
                <a16:creationId xmlns:a16="http://schemas.microsoft.com/office/drawing/2014/main" id="{653221C9-5062-9D59-AE9E-C8B5E2C26DF2}"/>
              </a:ext>
            </a:extLst>
          </p:cNvPr>
          <p:cNvGrpSpPr/>
          <p:nvPr/>
        </p:nvGrpSpPr>
        <p:grpSpPr>
          <a:xfrm>
            <a:off x="2099602" y="5136552"/>
            <a:ext cx="721206" cy="609701"/>
            <a:chOff x="2307084" y="3370808"/>
            <a:chExt cx="871904" cy="748695"/>
          </a:xfrm>
        </p:grpSpPr>
        <p:sp>
          <p:nvSpPr>
            <p:cNvPr id="42" name="Rectangle 41">
              <a:extLst>
                <a:ext uri="{FF2B5EF4-FFF2-40B4-BE49-F238E27FC236}">
                  <a16:creationId xmlns:a16="http://schemas.microsoft.com/office/drawing/2014/main" id="{41B0FFB0-6744-AB5A-5EB7-C11111E609B8}"/>
                </a:ext>
              </a:extLst>
            </p:cNvPr>
            <p:cNvSpPr/>
            <p:nvPr/>
          </p:nvSpPr>
          <p:spPr>
            <a:xfrm>
              <a:off x="230708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43" name="Right Triangle 42">
              <a:extLst>
                <a:ext uri="{FF2B5EF4-FFF2-40B4-BE49-F238E27FC236}">
                  <a16:creationId xmlns:a16="http://schemas.microsoft.com/office/drawing/2014/main" id="{3238A48E-F4F0-1BC4-46AA-664D5DA3A58F}"/>
                </a:ext>
              </a:extLst>
            </p:cNvPr>
            <p:cNvSpPr/>
            <p:nvPr/>
          </p:nvSpPr>
          <p:spPr>
            <a:xfrm rot="10800000">
              <a:off x="3031994"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4" name="Group 43">
              <a:extLst>
                <a:ext uri="{FF2B5EF4-FFF2-40B4-BE49-F238E27FC236}">
                  <a16:creationId xmlns:a16="http://schemas.microsoft.com/office/drawing/2014/main" id="{E510682E-5905-AB11-3688-E697A63E3E2E}"/>
                </a:ext>
              </a:extLst>
            </p:cNvPr>
            <p:cNvGrpSpPr/>
            <p:nvPr/>
          </p:nvGrpSpPr>
          <p:grpSpPr>
            <a:xfrm>
              <a:off x="3112321" y="3389004"/>
              <a:ext cx="45719" cy="75385"/>
              <a:chOff x="3883481" y="2057400"/>
              <a:chExt cx="1608363" cy="2652031"/>
            </a:xfrm>
            <a:solidFill>
              <a:srgbClr val="A6A6A6"/>
            </a:solidFill>
          </p:grpSpPr>
          <p:sp>
            <p:nvSpPr>
              <p:cNvPr id="45" name="Oval 27">
                <a:extLst>
                  <a:ext uri="{FF2B5EF4-FFF2-40B4-BE49-F238E27FC236}">
                    <a16:creationId xmlns:a16="http://schemas.microsoft.com/office/drawing/2014/main" id="{296DA517-71B4-700B-20C6-70D0506D51D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 name="Oval 28">
                <a:extLst>
                  <a:ext uri="{FF2B5EF4-FFF2-40B4-BE49-F238E27FC236}">
                    <a16:creationId xmlns:a16="http://schemas.microsoft.com/office/drawing/2014/main" id="{DFC42B45-B8E4-5F28-4FA8-90CD0C811EE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1" name="Group 50">
            <a:extLst>
              <a:ext uri="{FF2B5EF4-FFF2-40B4-BE49-F238E27FC236}">
                <a16:creationId xmlns:a16="http://schemas.microsoft.com/office/drawing/2014/main" id="{822891FE-4714-92C1-EE34-D5B721F1A9B0}"/>
              </a:ext>
            </a:extLst>
          </p:cNvPr>
          <p:cNvGrpSpPr/>
          <p:nvPr/>
        </p:nvGrpSpPr>
        <p:grpSpPr>
          <a:xfrm>
            <a:off x="2100388" y="4419620"/>
            <a:ext cx="721206" cy="609701"/>
            <a:chOff x="5280339" y="3370808"/>
            <a:chExt cx="871904" cy="748695"/>
          </a:xfrm>
        </p:grpSpPr>
        <p:sp>
          <p:nvSpPr>
            <p:cNvPr id="53" name="Rectangle 52">
              <a:extLst>
                <a:ext uri="{FF2B5EF4-FFF2-40B4-BE49-F238E27FC236}">
                  <a16:creationId xmlns:a16="http://schemas.microsoft.com/office/drawing/2014/main" id="{CED8B25F-E5F3-54B6-F8A0-52758C9023EF}"/>
                </a:ext>
              </a:extLst>
            </p:cNvPr>
            <p:cNvSpPr/>
            <p:nvPr/>
          </p:nvSpPr>
          <p:spPr>
            <a:xfrm>
              <a:off x="528033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57" name="Right Triangle 56">
              <a:extLst>
                <a:ext uri="{FF2B5EF4-FFF2-40B4-BE49-F238E27FC236}">
                  <a16:creationId xmlns:a16="http://schemas.microsoft.com/office/drawing/2014/main" id="{B5C4D611-CFD1-FB9E-C07C-F87516992FDD}"/>
                </a:ext>
              </a:extLst>
            </p:cNvPr>
            <p:cNvSpPr/>
            <p:nvPr/>
          </p:nvSpPr>
          <p:spPr>
            <a:xfrm rot="10800000">
              <a:off x="6009373"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8" name="Group 57">
              <a:extLst>
                <a:ext uri="{FF2B5EF4-FFF2-40B4-BE49-F238E27FC236}">
                  <a16:creationId xmlns:a16="http://schemas.microsoft.com/office/drawing/2014/main" id="{40EB0A27-FC4C-DF7E-61A5-E2405C8F01A3}"/>
                </a:ext>
              </a:extLst>
            </p:cNvPr>
            <p:cNvGrpSpPr/>
            <p:nvPr/>
          </p:nvGrpSpPr>
          <p:grpSpPr>
            <a:xfrm>
              <a:off x="6089700" y="3389004"/>
              <a:ext cx="45719" cy="75385"/>
              <a:chOff x="3883481" y="2057400"/>
              <a:chExt cx="1608363" cy="2652031"/>
            </a:xfrm>
            <a:solidFill>
              <a:srgbClr val="A6A6A6"/>
            </a:solidFill>
          </p:grpSpPr>
          <p:sp>
            <p:nvSpPr>
              <p:cNvPr id="59" name="Oval 27">
                <a:extLst>
                  <a:ext uri="{FF2B5EF4-FFF2-40B4-BE49-F238E27FC236}">
                    <a16:creationId xmlns:a16="http://schemas.microsoft.com/office/drawing/2014/main" id="{719550C2-9CA3-6CAA-5005-141422B3AA0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7" name="Oval 28">
                <a:extLst>
                  <a:ext uri="{FF2B5EF4-FFF2-40B4-BE49-F238E27FC236}">
                    <a16:creationId xmlns:a16="http://schemas.microsoft.com/office/drawing/2014/main" id="{744B5A5C-5318-0220-1F83-8F3A9D75ADA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18" name="Group 917">
            <a:extLst>
              <a:ext uri="{FF2B5EF4-FFF2-40B4-BE49-F238E27FC236}">
                <a16:creationId xmlns:a16="http://schemas.microsoft.com/office/drawing/2014/main" id="{38CEEAF1-52FC-76E4-74E2-3F38B57A1B44}"/>
              </a:ext>
            </a:extLst>
          </p:cNvPr>
          <p:cNvGrpSpPr/>
          <p:nvPr/>
        </p:nvGrpSpPr>
        <p:grpSpPr>
          <a:xfrm>
            <a:off x="10520475" y="90836"/>
            <a:ext cx="721206" cy="609701"/>
            <a:chOff x="11226844" y="88412"/>
            <a:chExt cx="871904" cy="748695"/>
          </a:xfrm>
        </p:grpSpPr>
        <p:sp>
          <p:nvSpPr>
            <p:cNvPr id="919" name="Rectangle 918">
              <a:hlinkHover r:id="" action="ppaction://noaction" highlightClick="1"/>
              <a:extLst>
                <a:ext uri="{FF2B5EF4-FFF2-40B4-BE49-F238E27FC236}">
                  <a16:creationId xmlns:a16="http://schemas.microsoft.com/office/drawing/2014/main" id="{74A8D7D1-69CB-E00A-DBE3-4FF63B02A4D2}"/>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920" name="Oval 919">
              <a:extLst>
                <a:ext uri="{FF2B5EF4-FFF2-40B4-BE49-F238E27FC236}">
                  <a16:creationId xmlns:a16="http://schemas.microsoft.com/office/drawing/2014/main" id="{A3236EAC-2B94-4337-95A6-9B0BC5EC5752}"/>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1" name="Isosceles Triangle 648">
              <a:extLst>
                <a:ext uri="{FF2B5EF4-FFF2-40B4-BE49-F238E27FC236}">
                  <a16:creationId xmlns:a16="http://schemas.microsoft.com/office/drawing/2014/main" id="{C260D8BC-4CF6-BC31-712C-943F2B00ACA3}"/>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26" name="Group 925">
            <a:extLst>
              <a:ext uri="{FF2B5EF4-FFF2-40B4-BE49-F238E27FC236}">
                <a16:creationId xmlns:a16="http://schemas.microsoft.com/office/drawing/2014/main" id="{22D1E3FA-BA60-EAC3-4111-1C87B54EDDBC}"/>
              </a:ext>
            </a:extLst>
          </p:cNvPr>
          <p:cNvGrpSpPr/>
          <p:nvPr/>
        </p:nvGrpSpPr>
        <p:grpSpPr>
          <a:xfrm>
            <a:off x="8807242" y="1532276"/>
            <a:ext cx="721206" cy="609701"/>
            <a:chOff x="10235764" y="1729816"/>
            <a:chExt cx="871904" cy="748695"/>
          </a:xfrm>
        </p:grpSpPr>
        <p:sp>
          <p:nvSpPr>
            <p:cNvPr id="927" name="Rectangle 926">
              <a:hlinkHover r:id="" action="ppaction://noaction" highlightClick="1"/>
              <a:extLst>
                <a:ext uri="{FF2B5EF4-FFF2-40B4-BE49-F238E27FC236}">
                  <a16:creationId xmlns:a16="http://schemas.microsoft.com/office/drawing/2014/main" id="{8FAADBAB-B082-F85A-FB2D-04EEE6EE388D}"/>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928" name="Oval 927">
              <a:extLst>
                <a:ext uri="{FF2B5EF4-FFF2-40B4-BE49-F238E27FC236}">
                  <a16:creationId xmlns:a16="http://schemas.microsoft.com/office/drawing/2014/main" id="{BB5076BE-B64F-1036-7785-CE13C01C5078}"/>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9" name="Isosceles Triangle 648">
              <a:extLst>
                <a:ext uri="{FF2B5EF4-FFF2-40B4-BE49-F238E27FC236}">
                  <a16:creationId xmlns:a16="http://schemas.microsoft.com/office/drawing/2014/main" id="{C9D1FE79-ECC4-4AE8-DA15-65C700ABAF74}"/>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30" name="Group 929">
            <a:extLst>
              <a:ext uri="{FF2B5EF4-FFF2-40B4-BE49-F238E27FC236}">
                <a16:creationId xmlns:a16="http://schemas.microsoft.com/office/drawing/2014/main" id="{9D352BAF-6623-58D0-288B-407958E0373D}"/>
              </a:ext>
            </a:extLst>
          </p:cNvPr>
          <p:cNvGrpSpPr/>
          <p:nvPr/>
        </p:nvGrpSpPr>
        <p:grpSpPr>
          <a:xfrm>
            <a:off x="11356238" y="1532276"/>
            <a:ext cx="721206" cy="609701"/>
            <a:chOff x="11226844" y="88412"/>
            <a:chExt cx="871904" cy="748695"/>
          </a:xfrm>
        </p:grpSpPr>
        <p:sp>
          <p:nvSpPr>
            <p:cNvPr id="931" name="Rectangle 930">
              <a:hlinkHover r:id="" action="ppaction://noaction" highlightClick="1"/>
              <a:extLst>
                <a:ext uri="{FF2B5EF4-FFF2-40B4-BE49-F238E27FC236}">
                  <a16:creationId xmlns:a16="http://schemas.microsoft.com/office/drawing/2014/main" id="{5B70A287-D55B-E328-4566-927388AD2AC8}"/>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932" name="Oval 931">
              <a:extLst>
                <a:ext uri="{FF2B5EF4-FFF2-40B4-BE49-F238E27FC236}">
                  <a16:creationId xmlns:a16="http://schemas.microsoft.com/office/drawing/2014/main" id="{876BEFE4-0273-7B40-B0EB-D46AA4D7C4EF}"/>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3" name="Isosceles Triangle 648">
              <a:extLst>
                <a:ext uri="{FF2B5EF4-FFF2-40B4-BE49-F238E27FC236}">
                  <a16:creationId xmlns:a16="http://schemas.microsoft.com/office/drawing/2014/main" id="{730D4ADC-D647-E6C4-077F-B6899DE466AF}"/>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42" name="Group 941">
            <a:extLst>
              <a:ext uri="{FF2B5EF4-FFF2-40B4-BE49-F238E27FC236}">
                <a16:creationId xmlns:a16="http://schemas.microsoft.com/office/drawing/2014/main" id="{061F0B39-03E4-E5AB-F774-3EEAA5DBFDFF}"/>
              </a:ext>
            </a:extLst>
          </p:cNvPr>
          <p:cNvGrpSpPr/>
          <p:nvPr/>
        </p:nvGrpSpPr>
        <p:grpSpPr>
          <a:xfrm>
            <a:off x="3776511" y="2974054"/>
            <a:ext cx="724144" cy="609701"/>
            <a:chOff x="6271424" y="3370808"/>
            <a:chExt cx="875460" cy="748695"/>
          </a:xfrm>
        </p:grpSpPr>
        <p:sp>
          <p:nvSpPr>
            <p:cNvPr id="943" name="Rectangle 942">
              <a:extLst>
                <a:ext uri="{FF2B5EF4-FFF2-40B4-BE49-F238E27FC236}">
                  <a16:creationId xmlns:a16="http://schemas.microsoft.com/office/drawing/2014/main" id="{C463710D-7328-C6AE-82D0-336B64671B20}"/>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944" name="Right Triangle 943">
              <a:extLst>
                <a:ext uri="{FF2B5EF4-FFF2-40B4-BE49-F238E27FC236}">
                  <a16:creationId xmlns:a16="http://schemas.microsoft.com/office/drawing/2014/main" id="{DC69AC1A-0997-724D-CA74-72F020ECB698}"/>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45" name="Group 944">
              <a:extLst>
                <a:ext uri="{FF2B5EF4-FFF2-40B4-BE49-F238E27FC236}">
                  <a16:creationId xmlns:a16="http://schemas.microsoft.com/office/drawing/2014/main" id="{2D16B425-E1C0-9F1F-B7AB-E57ADB97B318}"/>
                </a:ext>
              </a:extLst>
            </p:cNvPr>
            <p:cNvGrpSpPr/>
            <p:nvPr/>
          </p:nvGrpSpPr>
          <p:grpSpPr>
            <a:xfrm>
              <a:off x="7085694" y="3381257"/>
              <a:ext cx="45719" cy="75385"/>
              <a:chOff x="3883481" y="2057400"/>
              <a:chExt cx="1608363" cy="2652031"/>
            </a:xfrm>
            <a:solidFill>
              <a:srgbClr val="A6A6A6"/>
            </a:solidFill>
          </p:grpSpPr>
          <p:sp>
            <p:nvSpPr>
              <p:cNvPr id="946" name="Oval 27">
                <a:extLst>
                  <a:ext uri="{FF2B5EF4-FFF2-40B4-BE49-F238E27FC236}">
                    <a16:creationId xmlns:a16="http://schemas.microsoft.com/office/drawing/2014/main" id="{3AA15EFD-4A39-0B85-7CA1-4FE50D54BBC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7" name="Oval 28">
                <a:extLst>
                  <a:ext uri="{FF2B5EF4-FFF2-40B4-BE49-F238E27FC236}">
                    <a16:creationId xmlns:a16="http://schemas.microsoft.com/office/drawing/2014/main" id="{0DCB6ABA-7552-BB09-726F-DB03E6B0DDD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958" name="Rectangle 957">
            <a:hlinkHover r:id="rId14" action="ppaction://hlinksldjump"/>
            <a:extLst>
              <a:ext uri="{FF2B5EF4-FFF2-40B4-BE49-F238E27FC236}">
                <a16:creationId xmlns:a16="http://schemas.microsoft.com/office/drawing/2014/main" id="{BBBCAEFB-4328-0763-664F-74AE1EB87161}"/>
              </a:ext>
            </a:extLst>
          </p:cNvPr>
          <p:cNvSpPr/>
          <p:nvPr/>
        </p:nvSpPr>
        <p:spPr>
          <a:xfrm>
            <a:off x="8841667" y="5799653"/>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Entra Suite</a:t>
            </a:r>
          </a:p>
        </p:txBody>
      </p:sp>
      <p:sp>
        <p:nvSpPr>
          <p:cNvPr id="959" name="Rectangle 958">
            <a:hlinkHover r:id="rId15" action="ppaction://hlinksldjump"/>
            <a:extLst>
              <a:ext uri="{FF2B5EF4-FFF2-40B4-BE49-F238E27FC236}">
                <a16:creationId xmlns:a16="http://schemas.microsoft.com/office/drawing/2014/main" id="{590AAB68-68A8-D85C-9E30-BC79FA570137}"/>
              </a:ext>
            </a:extLst>
          </p:cNvPr>
          <p:cNvSpPr/>
          <p:nvPr/>
        </p:nvSpPr>
        <p:spPr>
          <a:xfrm>
            <a:off x="8841666" y="6284246"/>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grpSp>
        <p:nvGrpSpPr>
          <p:cNvPr id="506" name="Group 505">
            <a:extLst>
              <a:ext uri="{FF2B5EF4-FFF2-40B4-BE49-F238E27FC236}">
                <a16:creationId xmlns:a16="http://schemas.microsoft.com/office/drawing/2014/main" id="{2E26EDD5-1927-1EDB-3A82-8D1101B0F5B1}"/>
              </a:ext>
            </a:extLst>
          </p:cNvPr>
          <p:cNvGrpSpPr/>
          <p:nvPr/>
        </p:nvGrpSpPr>
        <p:grpSpPr>
          <a:xfrm>
            <a:off x="7905566" y="751337"/>
            <a:ext cx="3396155" cy="4999377"/>
            <a:chOff x="7905566" y="751337"/>
            <a:chExt cx="3396155" cy="4999377"/>
          </a:xfrm>
        </p:grpSpPr>
        <p:cxnSp>
          <p:nvCxnSpPr>
            <p:cNvPr id="507" name="Straight Connector 506">
              <a:extLst>
                <a:ext uri="{FF2B5EF4-FFF2-40B4-BE49-F238E27FC236}">
                  <a16:creationId xmlns:a16="http://schemas.microsoft.com/office/drawing/2014/main" id="{11616C5E-2B53-8F3A-5848-063B725E6FD4}"/>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8" name="Straight Connector 507">
              <a:extLst>
                <a:ext uri="{FF2B5EF4-FFF2-40B4-BE49-F238E27FC236}">
                  <a16:creationId xmlns:a16="http://schemas.microsoft.com/office/drawing/2014/main" id="{93D4C20B-B0C5-9498-BD0E-7C549CF3A04C}"/>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9" name="Straight Connector 508">
              <a:extLst>
                <a:ext uri="{FF2B5EF4-FFF2-40B4-BE49-F238E27FC236}">
                  <a16:creationId xmlns:a16="http://schemas.microsoft.com/office/drawing/2014/main" id="{90E28615-EFDC-FA96-971C-8EA404B493F8}"/>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503B19CA-D743-AE7A-E3C1-C9F0F78AF18C}"/>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395D057A-FDF6-E478-9A36-0AF4CA8BF65A}"/>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3436A8A4-E72C-F0FA-4B06-99C023B9AD0B}"/>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6BCC8D07-22AD-50C4-0FE8-F68573659E2E}"/>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75" name="Straight Connector 74">
            <a:extLst>
              <a:ext uri="{FF2B5EF4-FFF2-40B4-BE49-F238E27FC236}">
                <a16:creationId xmlns:a16="http://schemas.microsoft.com/office/drawing/2014/main" id="{3B14799E-6683-E893-BC9C-51B3F07BDE3E}"/>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76" name="Group 75">
            <a:extLst>
              <a:ext uri="{FF2B5EF4-FFF2-40B4-BE49-F238E27FC236}">
                <a16:creationId xmlns:a16="http://schemas.microsoft.com/office/drawing/2014/main" id="{888E8B1C-B5BF-4106-628B-78A1DE52934A}"/>
              </a:ext>
            </a:extLst>
          </p:cNvPr>
          <p:cNvGrpSpPr/>
          <p:nvPr/>
        </p:nvGrpSpPr>
        <p:grpSpPr>
          <a:xfrm>
            <a:off x="7957576" y="2253333"/>
            <a:ext cx="721206" cy="609701"/>
            <a:chOff x="10240105" y="2560818"/>
            <a:chExt cx="871904" cy="748695"/>
          </a:xfrm>
        </p:grpSpPr>
        <p:sp>
          <p:nvSpPr>
            <p:cNvPr id="77" name="Rectangle 76">
              <a:extLst>
                <a:ext uri="{FF2B5EF4-FFF2-40B4-BE49-F238E27FC236}">
                  <a16:creationId xmlns:a16="http://schemas.microsoft.com/office/drawing/2014/main" id="{8DA244A3-9926-9CD8-FDE2-77482C6B32EC}"/>
                </a:ext>
              </a:extLst>
            </p:cNvPr>
            <p:cNvSpPr/>
            <p:nvPr/>
          </p:nvSpPr>
          <p:spPr>
            <a:xfrm>
              <a:off x="10240105"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78" name="Right Triangle 77">
              <a:extLst>
                <a:ext uri="{FF2B5EF4-FFF2-40B4-BE49-F238E27FC236}">
                  <a16:creationId xmlns:a16="http://schemas.microsoft.com/office/drawing/2014/main" id="{8F0A70C9-69F4-679D-0A06-0F995107C793}"/>
                </a:ext>
              </a:extLst>
            </p:cNvPr>
            <p:cNvSpPr/>
            <p:nvPr/>
          </p:nvSpPr>
          <p:spPr>
            <a:xfrm rot="10800000">
              <a:off x="10962978" y="25647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9" name="Group 78">
              <a:extLst>
                <a:ext uri="{FF2B5EF4-FFF2-40B4-BE49-F238E27FC236}">
                  <a16:creationId xmlns:a16="http://schemas.microsoft.com/office/drawing/2014/main" id="{9A836251-EF9E-2BA7-39BA-15C8BD2067AE}"/>
                </a:ext>
              </a:extLst>
            </p:cNvPr>
            <p:cNvGrpSpPr/>
            <p:nvPr/>
          </p:nvGrpSpPr>
          <p:grpSpPr>
            <a:xfrm>
              <a:off x="11043305" y="2572272"/>
              <a:ext cx="45719" cy="75385"/>
              <a:chOff x="3883481" y="2057400"/>
              <a:chExt cx="1608363" cy="2652031"/>
            </a:xfrm>
            <a:solidFill>
              <a:srgbClr val="A6A6A6"/>
            </a:solidFill>
          </p:grpSpPr>
          <p:sp>
            <p:nvSpPr>
              <p:cNvPr id="89" name="Oval 27">
                <a:extLst>
                  <a:ext uri="{FF2B5EF4-FFF2-40B4-BE49-F238E27FC236}">
                    <a16:creationId xmlns:a16="http://schemas.microsoft.com/office/drawing/2014/main" id="{B2063F6D-271A-22C4-CF40-00A1C8C8C90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 name="Oval 28">
                <a:extLst>
                  <a:ext uri="{FF2B5EF4-FFF2-40B4-BE49-F238E27FC236}">
                    <a16:creationId xmlns:a16="http://schemas.microsoft.com/office/drawing/2014/main" id="{00ADC514-6088-D91A-DC02-CA9B846CEC1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1" name="Group 90">
            <a:extLst>
              <a:ext uri="{FF2B5EF4-FFF2-40B4-BE49-F238E27FC236}">
                <a16:creationId xmlns:a16="http://schemas.microsoft.com/office/drawing/2014/main" id="{6637924E-1D17-A051-60A9-DD71659D405A}"/>
              </a:ext>
            </a:extLst>
          </p:cNvPr>
          <p:cNvGrpSpPr/>
          <p:nvPr/>
        </p:nvGrpSpPr>
        <p:grpSpPr>
          <a:xfrm>
            <a:off x="4605608" y="811556"/>
            <a:ext cx="722058" cy="609701"/>
            <a:chOff x="6271424" y="909114"/>
            <a:chExt cx="872938" cy="748695"/>
          </a:xfrm>
        </p:grpSpPr>
        <p:sp>
          <p:nvSpPr>
            <p:cNvPr id="92" name="Rectangle 91">
              <a:extLst>
                <a:ext uri="{FF2B5EF4-FFF2-40B4-BE49-F238E27FC236}">
                  <a16:creationId xmlns:a16="http://schemas.microsoft.com/office/drawing/2014/main" id="{DE798481-0FA1-F545-9278-56801EA7A1BA}"/>
                </a:ext>
              </a:extLst>
            </p:cNvPr>
            <p:cNvSpPr/>
            <p:nvPr/>
          </p:nvSpPr>
          <p:spPr>
            <a:xfrm>
              <a:off x="627142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3" name="Rectangle 92">
              <a:extLst>
                <a:ext uri="{FF2B5EF4-FFF2-40B4-BE49-F238E27FC236}">
                  <a16:creationId xmlns:a16="http://schemas.microsoft.com/office/drawing/2014/main" id="{3E3565CE-D074-DA75-531A-90BCFCCB6FFA}"/>
                </a:ext>
              </a:extLst>
            </p:cNvPr>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 name="Oval 15">
              <a:extLst>
                <a:ext uri="{FF2B5EF4-FFF2-40B4-BE49-F238E27FC236}">
                  <a16:creationId xmlns:a16="http://schemas.microsoft.com/office/drawing/2014/main" id="{93487C12-903D-E22E-AB39-4AD9DB0C2A1A}"/>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5" name="Straight Connector 94">
              <a:extLst>
                <a:ext uri="{FF2B5EF4-FFF2-40B4-BE49-F238E27FC236}">
                  <a16:creationId xmlns:a16="http://schemas.microsoft.com/office/drawing/2014/main" id="{C8614B0B-5CEA-0C2F-7A56-849F34618362}"/>
                </a:ext>
              </a:extLst>
            </p:cNvPr>
            <p:cNvCxnSpPr>
              <a:cxnSpLocks/>
              <a:stCxn id="94"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6" name="Straight Connector 95">
              <a:extLst>
                <a:ext uri="{FF2B5EF4-FFF2-40B4-BE49-F238E27FC236}">
                  <a16:creationId xmlns:a16="http://schemas.microsoft.com/office/drawing/2014/main" id="{001B52D2-7801-6FA2-F529-32476013A15E}"/>
                </a:ext>
              </a:extLst>
            </p:cNvPr>
            <p:cNvCxnSpPr>
              <a:cxnSpLocks/>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7" name="Group 96">
            <a:extLst>
              <a:ext uri="{FF2B5EF4-FFF2-40B4-BE49-F238E27FC236}">
                <a16:creationId xmlns:a16="http://schemas.microsoft.com/office/drawing/2014/main" id="{5F89E941-C702-ED41-4E87-941A5D05C304}"/>
              </a:ext>
            </a:extLst>
          </p:cNvPr>
          <p:cNvGrpSpPr/>
          <p:nvPr/>
        </p:nvGrpSpPr>
        <p:grpSpPr>
          <a:xfrm>
            <a:off x="6288014" y="2260882"/>
            <a:ext cx="721206" cy="609702"/>
            <a:chOff x="9244679" y="2560817"/>
            <a:chExt cx="871904" cy="748696"/>
          </a:xfrm>
        </p:grpSpPr>
        <p:sp>
          <p:nvSpPr>
            <p:cNvPr id="98" name="Rectangle 97">
              <a:extLst>
                <a:ext uri="{FF2B5EF4-FFF2-40B4-BE49-F238E27FC236}">
                  <a16:creationId xmlns:a16="http://schemas.microsoft.com/office/drawing/2014/main" id="{B95DD807-DFD5-FD12-89F1-1BBD82787C05}"/>
                </a:ext>
              </a:extLst>
            </p:cNvPr>
            <p:cNvSpPr/>
            <p:nvPr/>
          </p:nvSpPr>
          <p:spPr>
            <a:xfrm>
              <a:off x="924467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99" name="Right Triangle 98">
              <a:extLst>
                <a:ext uri="{FF2B5EF4-FFF2-40B4-BE49-F238E27FC236}">
                  <a16:creationId xmlns:a16="http://schemas.microsoft.com/office/drawing/2014/main" id="{13B6DF7C-52D6-2808-C2B7-05F33C4D104A}"/>
                </a:ext>
              </a:extLst>
            </p:cNvPr>
            <p:cNvSpPr/>
            <p:nvPr/>
          </p:nvSpPr>
          <p:spPr>
            <a:xfrm rot="10800000">
              <a:off x="9970339" y="25608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 name="Oval 27">
              <a:extLst>
                <a:ext uri="{FF2B5EF4-FFF2-40B4-BE49-F238E27FC236}">
                  <a16:creationId xmlns:a16="http://schemas.microsoft.com/office/drawing/2014/main" id="{FE53D0C4-23E1-73FC-C071-C9500C66EC66}"/>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 name="Oval 28">
              <a:extLst>
                <a:ext uri="{FF2B5EF4-FFF2-40B4-BE49-F238E27FC236}">
                  <a16:creationId xmlns:a16="http://schemas.microsoft.com/office/drawing/2014/main" id="{273336F3-4463-56BC-0C90-80F4CA583FF1}"/>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2" name="Group 101">
            <a:extLst>
              <a:ext uri="{FF2B5EF4-FFF2-40B4-BE49-F238E27FC236}">
                <a16:creationId xmlns:a16="http://schemas.microsoft.com/office/drawing/2014/main" id="{14DC9C32-E8F2-DD5F-690A-45DE43E46DF6}"/>
              </a:ext>
            </a:extLst>
          </p:cNvPr>
          <p:cNvGrpSpPr/>
          <p:nvPr/>
        </p:nvGrpSpPr>
        <p:grpSpPr>
          <a:xfrm>
            <a:off x="9667833" y="811173"/>
            <a:ext cx="721206" cy="609701"/>
            <a:chOff x="10243575" y="88412"/>
            <a:chExt cx="871904" cy="748695"/>
          </a:xfrm>
        </p:grpSpPr>
        <p:sp>
          <p:nvSpPr>
            <p:cNvPr id="103" name="Rectangle 102">
              <a:hlinkHover r:id="" action="ppaction://noaction" highlightClick="1"/>
              <a:extLst>
                <a:ext uri="{FF2B5EF4-FFF2-40B4-BE49-F238E27FC236}">
                  <a16:creationId xmlns:a16="http://schemas.microsoft.com/office/drawing/2014/main" id="{0381A727-D59A-21F3-C285-88595942A85E}"/>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104" name="Diamond 103">
              <a:extLst>
                <a:ext uri="{FF2B5EF4-FFF2-40B4-BE49-F238E27FC236}">
                  <a16:creationId xmlns:a16="http://schemas.microsoft.com/office/drawing/2014/main" id="{764CF837-E190-6A42-9150-8F3E03BC01EA}"/>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 name="Oval 104">
              <a:extLst>
                <a:ext uri="{FF2B5EF4-FFF2-40B4-BE49-F238E27FC236}">
                  <a16:creationId xmlns:a16="http://schemas.microsoft.com/office/drawing/2014/main" id="{CFEC7742-8E6F-4124-01E7-CD898020C625}"/>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2" name="Group 111">
            <a:extLst>
              <a:ext uri="{FF2B5EF4-FFF2-40B4-BE49-F238E27FC236}">
                <a16:creationId xmlns:a16="http://schemas.microsoft.com/office/drawing/2014/main" id="{5BB82630-AA5F-BCDD-1F4B-6B5430927B5A}"/>
              </a:ext>
            </a:extLst>
          </p:cNvPr>
          <p:cNvGrpSpPr/>
          <p:nvPr/>
        </p:nvGrpSpPr>
        <p:grpSpPr>
          <a:xfrm>
            <a:off x="9656908" y="2253333"/>
            <a:ext cx="721206" cy="609701"/>
            <a:chOff x="11226844" y="2550518"/>
            <a:chExt cx="871904" cy="748695"/>
          </a:xfrm>
        </p:grpSpPr>
        <p:sp>
          <p:nvSpPr>
            <p:cNvPr id="113" name="Rectangle 112">
              <a:hlinkHover r:id="" action="ppaction://noaction" highlightClick="1"/>
              <a:extLst>
                <a:ext uri="{FF2B5EF4-FFF2-40B4-BE49-F238E27FC236}">
                  <a16:creationId xmlns:a16="http://schemas.microsoft.com/office/drawing/2014/main" id="{2A290336-4F7A-7CE3-148D-AA456E79E298}"/>
                </a:ext>
              </a:extLst>
            </p:cNvPr>
            <p:cNvSpPr/>
            <p:nvPr/>
          </p:nvSpPr>
          <p:spPr>
            <a:xfrm>
              <a:off x="11226844" y="255051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14" name="Rectangle 113">
              <a:extLst>
                <a:ext uri="{FF2B5EF4-FFF2-40B4-BE49-F238E27FC236}">
                  <a16:creationId xmlns:a16="http://schemas.microsoft.com/office/drawing/2014/main" id="{CFD8AEEA-2471-77F2-F126-C9327882B265}"/>
                </a:ext>
              </a:extLst>
            </p:cNvPr>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Oval 15">
              <a:extLst>
                <a:ext uri="{FF2B5EF4-FFF2-40B4-BE49-F238E27FC236}">
                  <a16:creationId xmlns:a16="http://schemas.microsoft.com/office/drawing/2014/main" id="{04993279-92E6-D3DD-9DDA-6970DB85606C}"/>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6" name="Straight Connector 115">
              <a:extLst>
                <a:ext uri="{FF2B5EF4-FFF2-40B4-BE49-F238E27FC236}">
                  <a16:creationId xmlns:a16="http://schemas.microsoft.com/office/drawing/2014/main" id="{1C891648-A2FE-6CA6-D92F-3CCF0BDC1E65}"/>
                </a:ext>
              </a:extLst>
            </p:cNvPr>
            <p:cNvCxnSpPr>
              <a:cxnSpLocks/>
              <a:stCxn id="115"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7" name="Straight Connector 116">
              <a:extLst>
                <a:ext uri="{FF2B5EF4-FFF2-40B4-BE49-F238E27FC236}">
                  <a16:creationId xmlns:a16="http://schemas.microsoft.com/office/drawing/2014/main" id="{2ACEB148-7971-2D38-21FF-8C7BCA8B97B6}"/>
                </a:ext>
              </a:extLst>
            </p:cNvPr>
            <p:cNvCxnSpPr>
              <a:cxnSpLocks/>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8" name="Group 117">
            <a:extLst>
              <a:ext uri="{FF2B5EF4-FFF2-40B4-BE49-F238E27FC236}">
                <a16:creationId xmlns:a16="http://schemas.microsoft.com/office/drawing/2014/main" id="{C931BB1E-8919-C24D-696D-2788414D8ACB}"/>
              </a:ext>
            </a:extLst>
          </p:cNvPr>
          <p:cNvGrpSpPr/>
          <p:nvPr/>
        </p:nvGrpSpPr>
        <p:grpSpPr>
          <a:xfrm>
            <a:off x="8791947" y="2257115"/>
            <a:ext cx="733206" cy="613871"/>
            <a:chOff x="11202812" y="97937"/>
            <a:chExt cx="886411" cy="753816"/>
          </a:xfrm>
        </p:grpSpPr>
        <p:sp>
          <p:nvSpPr>
            <p:cNvPr id="119" name="Rectangle 118">
              <a:hlinkHover r:id="" action="ppaction://noaction" highlightClick="1"/>
              <a:extLst>
                <a:ext uri="{FF2B5EF4-FFF2-40B4-BE49-F238E27FC236}">
                  <a16:creationId xmlns:a16="http://schemas.microsoft.com/office/drawing/2014/main" id="{61148007-CB6E-312F-76AA-9EDF52663DD3}"/>
                </a:ext>
              </a:extLst>
            </p:cNvPr>
            <p:cNvSpPr/>
            <p:nvPr/>
          </p:nvSpPr>
          <p:spPr>
            <a:xfrm>
              <a:off x="11202812" y="10305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20" name="Oval 119">
              <a:extLst>
                <a:ext uri="{FF2B5EF4-FFF2-40B4-BE49-F238E27FC236}">
                  <a16:creationId xmlns:a16="http://schemas.microsoft.com/office/drawing/2014/main" id="{B3C0F4D6-0AD8-B2DF-7483-8CE8ED6071CA}"/>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Isosceles Triangle 648">
              <a:extLst>
                <a:ext uri="{FF2B5EF4-FFF2-40B4-BE49-F238E27FC236}">
                  <a16:creationId xmlns:a16="http://schemas.microsoft.com/office/drawing/2014/main" id="{C4ADD606-0766-F82E-52EA-55C042820C13}"/>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2" name="Group 121">
            <a:extLst>
              <a:ext uri="{FF2B5EF4-FFF2-40B4-BE49-F238E27FC236}">
                <a16:creationId xmlns:a16="http://schemas.microsoft.com/office/drawing/2014/main" id="{B2A930C3-4B84-8B77-3C0A-CB320933AD2D}"/>
              </a:ext>
            </a:extLst>
          </p:cNvPr>
          <p:cNvGrpSpPr/>
          <p:nvPr/>
        </p:nvGrpSpPr>
        <p:grpSpPr>
          <a:xfrm>
            <a:off x="10506573" y="2253333"/>
            <a:ext cx="721206" cy="609701"/>
            <a:chOff x="10243575" y="88412"/>
            <a:chExt cx="871904" cy="748695"/>
          </a:xfrm>
        </p:grpSpPr>
        <p:sp>
          <p:nvSpPr>
            <p:cNvPr id="123" name="Rectangle 122">
              <a:hlinkHover r:id="" action="ppaction://noaction" highlightClick="1"/>
              <a:extLst>
                <a:ext uri="{FF2B5EF4-FFF2-40B4-BE49-F238E27FC236}">
                  <a16:creationId xmlns:a16="http://schemas.microsoft.com/office/drawing/2014/main" id="{7024278B-B2BA-4E7F-B2F7-048F1417A027}"/>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124" name="Diamond 123">
              <a:extLst>
                <a:ext uri="{FF2B5EF4-FFF2-40B4-BE49-F238E27FC236}">
                  <a16:creationId xmlns:a16="http://schemas.microsoft.com/office/drawing/2014/main" id="{46516F84-DC00-0E05-4BD3-396E35FACA17}"/>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5" name="Oval 124">
              <a:extLst>
                <a:ext uri="{FF2B5EF4-FFF2-40B4-BE49-F238E27FC236}">
                  <a16:creationId xmlns:a16="http://schemas.microsoft.com/office/drawing/2014/main" id="{56F398B3-46B4-62CB-DA63-F9EA4221F73F}"/>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6" name="Group 125">
            <a:extLst>
              <a:ext uri="{FF2B5EF4-FFF2-40B4-BE49-F238E27FC236}">
                <a16:creationId xmlns:a16="http://schemas.microsoft.com/office/drawing/2014/main" id="{A8DAEF1B-19D1-9869-90B1-9F7C08141A49}"/>
              </a:ext>
            </a:extLst>
          </p:cNvPr>
          <p:cNvGrpSpPr/>
          <p:nvPr/>
        </p:nvGrpSpPr>
        <p:grpSpPr>
          <a:xfrm>
            <a:off x="2110200" y="2990968"/>
            <a:ext cx="721206" cy="609701"/>
            <a:chOff x="9244679" y="3370808"/>
            <a:chExt cx="871904" cy="748695"/>
          </a:xfrm>
        </p:grpSpPr>
        <p:sp>
          <p:nvSpPr>
            <p:cNvPr id="127" name="Rectangle 126">
              <a:extLst>
                <a:ext uri="{FF2B5EF4-FFF2-40B4-BE49-F238E27FC236}">
                  <a16:creationId xmlns:a16="http://schemas.microsoft.com/office/drawing/2014/main" id="{1DDA58E5-757A-4735-FC09-3197AC20FBF3}"/>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560" name="Rectangle 559">
              <a:extLst>
                <a:ext uri="{FF2B5EF4-FFF2-40B4-BE49-F238E27FC236}">
                  <a16:creationId xmlns:a16="http://schemas.microsoft.com/office/drawing/2014/main" id="{A090B1C2-0A10-39E5-221D-EA07E7BC4D4D}"/>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1" name="Oval 15">
              <a:extLst>
                <a:ext uri="{FF2B5EF4-FFF2-40B4-BE49-F238E27FC236}">
                  <a16:creationId xmlns:a16="http://schemas.microsoft.com/office/drawing/2014/main" id="{DB35BA0B-8987-74AF-0478-A574BF5C89C2}"/>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62" name="Straight Connector 561">
              <a:extLst>
                <a:ext uri="{FF2B5EF4-FFF2-40B4-BE49-F238E27FC236}">
                  <a16:creationId xmlns:a16="http://schemas.microsoft.com/office/drawing/2014/main" id="{3F133DB6-7E93-790B-0F8B-C3951CC65A48}"/>
                </a:ext>
              </a:extLst>
            </p:cNvPr>
            <p:cNvCxnSpPr>
              <a:cxnSpLocks/>
              <a:stCxn id="561"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63" name="Straight Connector 562">
              <a:extLst>
                <a:ext uri="{FF2B5EF4-FFF2-40B4-BE49-F238E27FC236}">
                  <a16:creationId xmlns:a16="http://schemas.microsoft.com/office/drawing/2014/main" id="{A68DA821-C8A5-08B8-A471-CA351DFB4318}"/>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8" name="Group 127">
            <a:extLst>
              <a:ext uri="{FF2B5EF4-FFF2-40B4-BE49-F238E27FC236}">
                <a16:creationId xmlns:a16="http://schemas.microsoft.com/office/drawing/2014/main" id="{E102854D-BCE3-CF66-11A4-8CF971783647}"/>
              </a:ext>
            </a:extLst>
          </p:cNvPr>
          <p:cNvGrpSpPr/>
          <p:nvPr/>
        </p:nvGrpSpPr>
        <p:grpSpPr>
          <a:xfrm>
            <a:off x="4611964" y="2970765"/>
            <a:ext cx="721206" cy="609701"/>
            <a:chOff x="11226844" y="3371220"/>
            <a:chExt cx="871904" cy="748695"/>
          </a:xfrm>
        </p:grpSpPr>
        <p:sp>
          <p:nvSpPr>
            <p:cNvPr id="129" name="Rectangle 128">
              <a:extLst>
                <a:ext uri="{FF2B5EF4-FFF2-40B4-BE49-F238E27FC236}">
                  <a16:creationId xmlns:a16="http://schemas.microsoft.com/office/drawing/2014/main" id="{3D34919B-7F13-BB62-7C0A-919B536B84E7}"/>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131" name="Rectangle 130">
              <a:extLst>
                <a:ext uri="{FF2B5EF4-FFF2-40B4-BE49-F238E27FC236}">
                  <a16:creationId xmlns:a16="http://schemas.microsoft.com/office/drawing/2014/main" id="{0310551F-4AE4-815E-F641-D006B742D35A}"/>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 name="Oval 15">
              <a:extLst>
                <a:ext uri="{FF2B5EF4-FFF2-40B4-BE49-F238E27FC236}">
                  <a16:creationId xmlns:a16="http://schemas.microsoft.com/office/drawing/2014/main" id="{8175B01B-AA3C-71D6-3B80-93099D488DCF}"/>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3" name="Straight Connector 132">
              <a:extLst>
                <a:ext uri="{FF2B5EF4-FFF2-40B4-BE49-F238E27FC236}">
                  <a16:creationId xmlns:a16="http://schemas.microsoft.com/office/drawing/2014/main" id="{C40F91F7-C9EA-23F8-5990-5246E316D8A5}"/>
                </a:ext>
              </a:extLst>
            </p:cNvPr>
            <p:cNvCxnSpPr>
              <a:cxnSpLocks/>
              <a:stCxn id="132"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4" name="Straight Connector 133">
              <a:extLst>
                <a:ext uri="{FF2B5EF4-FFF2-40B4-BE49-F238E27FC236}">
                  <a16:creationId xmlns:a16="http://schemas.microsoft.com/office/drawing/2014/main" id="{519135F8-68CB-EB79-EDAC-7A8D9C3057F0}"/>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5" name="Group 134">
            <a:extLst>
              <a:ext uri="{FF2B5EF4-FFF2-40B4-BE49-F238E27FC236}">
                <a16:creationId xmlns:a16="http://schemas.microsoft.com/office/drawing/2014/main" id="{EC584511-866F-72D1-A027-F792232AC927}"/>
              </a:ext>
            </a:extLst>
          </p:cNvPr>
          <p:cNvGrpSpPr/>
          <p:nvPr/>
        </p:nvGrpSpPr>
        <p:grpSpPr>
          <a:xfrm>
            <a:off x="11355999" y="2974054"/>
            <a:ext cx="721206" cy="609701"/>
            <a:chOff x="10235764" y="3370808"/>
            <a:chExt cx="871904" cy="748695"/>
          </a:xfrm>
        </p:grpSpPr>
        <p:sp>
          <p:nvSpPr>
            <p:cNvPr id="136" name="Rectangle 135">
              <a:hlinkHover r:id="" action="ppaction://noaction" highlightClick="1"/>
              <a:extLst>
                <a:ext uri="{FF2B5EF4-FFF2-40B4-BE49-F238E27FC236}">
                  <a16:creationId xmlns:a16="http://schemas.microsoft.com/office/drawing/2014/main" id="{0EF5EC14-AFB4-9295-5362-72E4763C2107}"/>
                </a:ext>
              </a:extLst>
            </p:cNvPr>
            <p:cNvSpPr/>
            <p:nvPr/>
          </p:nvSpPr>
          <p:spPr>
            <a:xfrm>
              <a:off x="10235764" y="337080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137" name="Oval 136">
              <a:extLst>
                <a:ext uri="{FF2B5EF4-FFF2-40B4-BE49-F238E27FC236}">
                  <a16:creationId xmlns:a16="http://schemas.microsoft.com/office/drawing/2014/main" id="{12BD9FB7-9ADF-9C14-2A0B-B6075E4D299D}"/>
                </a:ext>
              </a:extLst>
            </p:cNvPr>
            <p:cNvSpPr/>
            <p:nvPr/>
          </p:nvSpPr>
          <p:spPr>
            <a:xfrm>
              <a:off x="10933601" y="338217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 name="Isosceles Triangle 648">
              <a:extLst>
                <a:ext uri="{FF2B5EF4-FFF2-40B4-BE49-F238E27FC236}">
                  <a16:creationId xmlns:a16="http://schemas.microsoft.com/office/drawing/2014/main" id="{79E7F499-B9FA-B88D-F983-7DB3CEEAD44D}"/>
                </a:ext>
              </a:extLst>
            </p:cNvPr>
            <p:cNvSpPr/>
            <p:nvPr/>
          </p:nvSpPr>
          <p:spPr>
            <a:xfrm>
              <a:off x="10970020" y="339876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9" name="Group 138">
            <a:extLst>
              <a:ext uri="{FF2B5EF4-FFF2-40B4-BE49-F238E27FC236}">
                <a16:creationId xmlns:a16="http://schemas.microsoft.com/office/drawing/2014/main" id="{9DAA1EEB-6B53-6DB6-766B-05FEE79E72A2}"/>
              </a:ext>
            </a:extLst>
          </p:cNvPr>
          <p:cNvGrpSpPr/>
          <p:nvPr/>
        </p:nvGrpSpPr>
        <p:grpSpPr>
          <a:xfrm>
            <a:off x="1268346" y="3698227"/>
            <a:ext cx="721893" cy="610374"/>
            <a:chOff x="324914" y="4191098"/>
            <a:chExt cx="872735" cy="749519"/>
          </a:xfrm>
        </p:grpSpPr>
        <p:sp>
          <p:nvSpPr>
            <p:cNvPr id="140" name="Rectangle 139">
              <a:extLst>
                <a:ext uri="{FF2B5EF4-FFF2-40B4-BE49-F238E27FC236}">
                  <a16:creationId xmlns:a16="http://schemas.microsoft.com/office/drawing/2014/main" id="{1D101E06-15DD-3E09-2401-37EBF4C8190E}"/>
                </a:ext>
              </a:extLst>
            </p:cNvPr>
            <p:cNvSpPr/>
            <p:nvPr/>
          </p:nvSpPr>
          <p:spPr>
            <a:xfrm>
              <a:off x="32491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141" name="Right Triangle 140">
              <a:extLst>
                <a:ext uri="{FF2B5EF4-FFF2-40B4-BE49-F238E27FC236}">
                  <a16:creationId xmlns:a16="http://schemas.microsoft.com/office/drawing/2014/main" id="{8233A6F1-98F2-E00C-8A37-284CEFACE0B1}"/>
                </a:ext>
              </a:extLst>
            </p:cNvPr>
            <p:cNvSpPr/>
            <p:nvPr/>
          </p:nvSpPr>
          <p:spPr>
            <a:xfrm rot="10800000">
              <a:off x="1056136"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2" name="Group 141">
              <a:extLst>
                <a:ext uri="{FF2B5EF4-FFF2-40B4-BE49-F238E27FC236}">
                  <a16:creationId xmlns:a16="http://schemas.microsoft.com/office/drawing/2014/main" id="{CE33412B-CAFA-A868-9CD0-FCAC01C12624}"/>
                </a:ext>
              </a:extLst>
            </p:cNvPr>
            <p:cNvGrpSpPr/>
            <p:nvPr/>
          </p:nvGrpSpPr>
          <p:grpSpPr>
            <a:xfrm>
              <a:off x="1136463" y="4198579"/>
              <a:ext cx="45719" cy="75385"/>
              <a:chOff x="3883481" y="2057400"/>
              <a:chExt cx="1608363" cy="2652031"/>
            </a:xfrm>
            <a:solidFill>
              <a:srgbClr val="A6A6A6"/>
            </a:solidFill>
          </p:grpSpPr>
          <p:sp>
            <p:nvSpPr>
              <p:cNvPr id="143" name="Oval 27">
                <a:extLst>
                  <a:ext uri="{FF2B5EF4-FFF2-40B4-BE49-F238E27FC236}">
                    <a16:creationId xmlns:a16="http://schemas.microsoft.com/office/drawing/2014/main" id="{8127BAFB-86DD-1467-830A-0932C471894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Oval 28">
                <a:extLst>
                  <a:ext uri="{FF2B5EF4-FFF2-40B4-BE49-F238E27FC236}">
                    <a16:creationId xmlns:a16="http://schemas.microsoft.com/office/drawing/2014/main" id="{CC18BFF5-D00A-84AE-9D38-FFD7FDCAB06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5CF4CE0A-17D5-76C9-BF12-73959A9A0311}"/>
              </a:ext>
            </a:extLst>
          </p:cNvPr>
          <p:cNvGrpSpPr/>
          <p:nvPr/>
        </p:nvGrpSpPr>
        <p:grpSpPr>
          <a:xfrm>
            <a:off x="11360399" y="2241807"/>
            <a:ext cx="721206" cy="609701"/>
            <a:chOff x="7262509" y="2560818"/>
            <a:chExt cx="871904" cy="748695"/>
          </a:xfrm>
        </p:grpSpPr>
        <p:sp>
          <p:nvSpPr>
            <p:cNvPr id="146" name="Rectangle 145">
              <a:extLst>
                <a:ext uri="{FF2B5EF4-FFF2-40B4-BE49-F238E27FC236}">
                  <a16:creationId xmlns:a16="http://schemas.microsoft.com/office/drawing/2014/main" id="{06155ACA-3C86-9F7F-D32F-1231E32A7871}"/>
                </a:ext>
              </a:extLst>
            </p:cNvPr>
            <p:cNvSpPr/>
            <p:nvPr/>
          </p:nvSpPr>
          <p:spPr>
            <a:xfrm>
              <a:off x="726250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47" name="Right Triangle 146">
              <a:extLst>
                <a:ext uri="{FF2B5EF4-FFF2-40B4-BE49-F238E27FC236}">
                  <a16:creationId xmlns:a16="http://schemas.microsoft.com/office/drawing/2014/main" id="{6C01E4FB-5F19-F77E-695D-709386262AF8}"/>
                </a:ext>
              </a:extLst>
            </p:cNvPr>
            <p:cNvSpPr/>
            <p:nvPr/>
          </p:nvSpPr>
          <p:spPr>
            <a:xfrm rot="10800000">
              <a:off x="7986364"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8" name="Group 147">
              <a:extLst>
                <a:ext uri="{FF2B5EF4-FFF2-40B4-BE49-F238E27FC236}">
                  <a16:creationId xmlns:a16="http://schemas.microsoft.com/office/drawing/2014/main" id="{A53059E7-3301-3E42-1BF5-B6E1DA501748}"/>
                </a:ext>
              </a:extLst>
            </p:cNvPr>
            <p:cNvGrpSpPr/>
            <p:nvPr/>
          </p:nvGrpSpPr>
          <p:grpSpPr>
            <a:xfrm>
              <a:off x="8066691" y="2574863"/>
              <a:ext cx="45719" cy="75385"/>
              <a:chOff x="3883481" y="2057400"/>
              <a:chExt cx="1608363" cy="2652031"/>
            </a:xfrm>
            <a:solidFill>
              <a:srgbClr val="A6A6A6"/>
            </a:solidFill>
          </p:grpSpPr>
          <p:sp>
            <p:nvSpPr>
              <p:cNvPr id="149" name="Oval 27">
                <a:extLst>
                  <a:ext uri="{FF2B5EF4-FFF2-40B4-BE49-F238E27FC236}">
                    <a16:creationId xmlns:a16="http://schemas.microsoft.com/office/drawing/2014/main" id="{08E9FD90-2CA9-CD30-2293-97266D2DB12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Oval 28">
                <a:extLst>
                  <a:ext uri="{FF2B5EF4-FFF2-40B4-BE49-F238E27FC236}">
                    <a16:creationId xmlns:a16="http://schemas.microsoft.com/office/drawing/2014/main" id="{B62DF57E-E419-4EF1-7E72-EDC9A8AD158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1" name="Group 150">
            <a:extLst>
              <a:ext uri="{FF2B5EF4-FFF2-40B4-BE49-F238E27FC236}">
                <a16:creationId xmlns:a16="http://schemas.microsoft.com/office/drawing/2014/main" id="{47C3EC26-E849-36A6-163F-85B13A0B5373}"/>
              </a:ext>
            </a:extLst>
          </p:cNvPr>
          <p:cNvGrpSpPr/>
          <p:nvPr/>
        </p:nvGrpSpPr>
        <p:grpSpPr>
          <a:xfrm>
            <a:off x="5454167" y="2268701"/>
            <a:ext cx="721206" cy="609701"/>
            <a:chOff x="8253594" y="2560818"/>
            <a:chExt cx="871904" cy="748695"/>
          </a:xfrm>
        </p:grpSpPr>
        <p:sp>
          <p:nvSpPr>
            <p:cNvPr id="152" name="Rectangle 151">
              <a:extLst>
                <a:ext uri="{FF2B5EF4-FFF2-40B4-BE49-F238E27FC236}">
                  <a16:creationId xmlns:a16="http://schemas.microsoft.com/office/drawing/2014/main" id="{A58EAF9B-A180-F83A-4CE8-94A27FEAA8C1}"/>
                </a:ext>
              </a:extLst>
            </p:cNvPr>
            <p:cNvSpPr/>
            <p:nvPr/>
          </p:nvSpPr>
          <p:spPr>
            <a:xfrm>
              <a:off x="825359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53" name="Right Triangle 152">
              <a:extLst>
                <a:ext uri="{FF2B5EF4-FFF2-40B4-BE49-F238E27FC236}">
                  <a16:creationId xmlns:a16="http://schemas.microsoft.com/office/drawing/2014/main" id="{425AC49D-D843-CF47-1509-CB6B034ABD0E}"/>
                </a:ext>
              </a:extLst>
            </p:cNvPr>
            <p:cNvSpPr/>
            <p:nvPr/>
          </p:nvSpPr>
          <p:spPr>
            <a:xfrm rot="10800000">
              <a:off x="8976730" y="256777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4" name="Group 153">
              <a:extLst>
                <a:ext uri="{FF2B5EF4-FFF2-40B4-BE49-F238E27FC236}">
                  <a16:creationId xmlns:a16="http://schemas.microsoft.com/office/drawing/2014/main" id="{5243F767-0BD3-76C6-2C86-B0BFD2591929}"/>
                </a:ext>
              </a:extLst>
            </p:cNvPr>
            <p:cNvGrpSpPr/>
            <p:nvPr/>
          </p:nvGrpSpPr>
          <p:grpSpPr>
            <a:xfrm>
              <a:off x="9057057" y="2575256"/>
              <a:ext cx="45719" cy="75385"/>
              <a:chOff x="3883481" y="2057400"/>
              <a:chExt cx="1608363" cy="2652031"/>
            </a:xfrm>
            <a:solidFill>
              <a:srgbClr val="A6A6A6"/>
            </a:solidFill>
          </p:grpSpPr>
          <p:sp>
            <p:nvSpPr>
              <p:cNvPr id="155" name="Oval 27">
                <a:extLst>
                  <a:ext uri="{FF2B5EF4-FFF2-40B4-BE49-F238E27FC236}">
                    <a16:creationId xmlns:a16="http://schemas.microsoft.com/office/drawing/2014/main" id="{6E4CEE2A-D29A-AF18-8CDD-C2F9808D62A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Oval 28">
                <a:extLst>
                  <a:ext uri="{FF2B5EF4-FFF2-40B4-BE49-F238E27FC236}">
                    <a16:creationId xmlns:a16="http://schemas.microsoft.com/office/drawing/2014/main" id="{20019C38-CFBD-0659-182E-787F44AC247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7" name="Group 156">
            <a:extLst>
              <a:ext uri="{FF2B5EF4-FFF2-40B4-BE49-F238E27FC236}">
                <a16:creationId xmlns:a16="http://schemas.microsoft.com/office/drawing/2014/main" id="{3D07E831-D30E-FC76-CBCC-97236D18E469}"/>
              </a:ext>
            </a:extLst>
          </p:cNvPr>
          <p:cNvGrpSpPr/>
          <p:nvPr/>
        </p:nvGrpSpPr>
        <p:grpSpPr>
          <a:xfrm>
            <a:off x="2928083" y="5128486"/>
            <a:ext cx="724144" cy="609701"/>
            <a:chOff x="6271424" y="3370808"/>
            <a:chExt cx="875460" cy="748695"/>
          </a:xfrm>
        </p:grpSpPr>
        <p:sp>
          <p:nvSpPr>
            <p:cNvPr id="158" name="Rectangle 157">
              <a:extLst>
                <a:ext uri="{FF2B5EF4-FFF2-40B4-BE49-F238E27FC236}">
                  <a16:creationId xmlns:a16="http://schemas.microsoft.com/office/drawing/2014/main" id="{9EFD21DE-0077-D757-869D-E802B9A94A4A}"/>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59" name="Right Triangle 158">
              <a:extLst>
                <a:ext uri="{FF2B5EF4-FFF2-40B4-BE49-F238E27FC236}">
                  <a16:creationId xmlns:a16="http://schemas.microsoft.com/office/drawing/2014/main" id="{990730B3-971D-89DF-9B56-FD4A3CE05F99}"/>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0" name="Group 159">
              <a:extLst>
                <a:ext uri="{FF2B5EF4-FFF2-40B4-BE49-F238E27FC236}">
                  <a16:creationId xmlns:a16="http://schemas.microsoft.com/office/drawing/2014/main" id="{E980A3AD-822B-D307-8DC1-A075B156203F}"/>
                </a:ext>
              </a:extLst>
            </p:cNvPr>
            <p:cNvGrpSpPr/>
            <p:nvPr/>
          </p:nvGrpSpPr>
          <p:grpSpPr>
            <a:xfrm>
              <a:off x="7085694" y="3381257"/>
              <a:ext cx="45719" cy="75385"/>
              <a:chOff x="3883481" y="2057400"/>
              <a:chExt cx="1608363" cy="2652031"/>
            </a:xfrm>
            <a:solidFill>
              <a:srgbClr val="A6A6A6"/>
            </a:solidFill>
          </p:grpSpPr>
          <p:sp>
            <p:nvSpPr>
              <p:cNvPr id="161" name="Oval 27">
                <a:extLst>
                  <a:ext uri="{FF2B5EF4-FFF2-40B4-BE49-F238E27FC236}">
                    <a16:creationId xmlns:a16="http://schemas.microsoft.com/office/drawing/2014/main" id="{DC5E0AF1-482C-7782-6A25-4E639909F8B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 name="Oval 28">
                <a:extLst>
                  <a:ext uri="{FF2B5EF4-FFF2-40B4-BE49-F238E27FC236}">
                    <a16:creationId xmlns:a16="http://schemas.microsoft.com/office/drawing/2014/main" id="{A39BDBEC-5D40-F744-C9D9-23BA548D0C5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3" name="Group 162">
            <a:extLst>
              <a:ext uri="{FF2B5EF4-FFF2-40B4-BE49-F238E27FC236}">
                <a16:creationId xmlns:a16="http://schemas.microsoft.com/office/drawing/2014/main" id="{0C2DFC97-C345-2A79-8780-E6CCC1F8850D}"/>
              </a:ext>
            </a:extLst>
          </p:cNvPr>
          <p:cNvGrpSpPr/>
          <p:nvPr/>
        </p:nvGrpSpPr>
        <p:grpSpPr>
          <a:xfrm>
            <a:off x="2102909" y="811556"/>
            <a:ext cx="721206" cy="609701"/>
            <a:chOff x="2307084" y="909114"/>
            <a:chExt cx="871904" cy="748695"/>
          </a:xfrm>
        </p:grpSpPr>
        <p:sp>
          <p:nvSpPr>
            <p:cNvPr id="164" name="Rectangle 163">
              <a:extLst>
                <a:ext uri="{FF2B5EF4-FFF2-40B4-BE49-F238E27FC236}">
                  <a16:creationId xmlns:a16="http://schemas.microsoft.com/office/drawing/2014/main" id="{504AE9CF-CB49-03B2-808A-B2CEBD5CF04F}"/>
                </a:ext>
              </a:extLst>
            </p:cNvPr>
            <p:cNvSpPr/>
            <p:nvPr/>
          </p:nvSpPr>
          <p:spPr>
            <a:xfrm>
              <a:off x="230708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5" name="Rectangle 164">
              <a:extLst>
                <a:ext uri="{FF2B5EF4-FFF2-40B4-BE49-F238E27FC236}">
                  <a16:creationId xmlns:a16="http://schemas.microsoft.com/office/drawing/2014/main" id="{35C419B4-A2C1-30FD-1E1A-32333BFF71EE}"/>
                </a:ext>
              </a:extLst>
            </p:cNvPr>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Oval 15">
              <a:extLst>
                <a:ext uri="{FF2B5EF4-FFF2-40B4-BE49-F238E27FC236}">
                  <a16:creationId xmlns:a16="http://schemas.microsoft.com/office/drawing/2014/main" id="{88977E20-9056-D673-5C4D-09C8A8E2DAAB}"/>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7" name="Straight Connector 166">
              <a:extLst>
                <a:ext uri="{FF2B5EF4-FFF2-40B4-BE49-F238E27FC236}">
                  <a16:creationId xmlns:a16="http://schemas.microsoft.com/office/drawing/2014/main" id="{46B2F332-1AB6-63B9-B3D3-AC15D4B94E1D}"/>
                </a:ext>
              </a:extLst>
            </p:cNvPr>
            <p:cNvCxnSpPr>
              <a:cxnSpLocks/>
              <a:stCxn id="166"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8" name="Straight Connector 167">
              <a:extLst>
                <a:ext uri="{FF2B5EF4-FFF2-40B4-BE49-F238E27FC236}">
                  <a16:creationId xmlns:a16="http://schemas.microsoft.com/office/drawing/2014/main" id="{127B3061-72DB-F833-6C75-89B1DD47B041}"/>
                </a:ext>
              </a:extLst>
            </p:cNvPr>
            <p:cNvCxnSpPr>
              <a:cxnSpLocks/>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9" name="Group 168">
            <a:extLst>
              <a:ext uri="{FF2B5EF4-FFF2-40B4-BE49-F238E27FC236}">
                <a16:creationId xmlns:a16="http://schemas.microsoft.com/office/drawing/2014/main" id="{3B4CFF18-F7EF-5EFC-1E4B-7432E0E23533}"/>
              </a:ext>
            </a:extLst>
          </p:cNvPr>
          <p:cNvGrpSpPr/>
          <p:nvPr/>
        </p:nvGrpSpPr>
        <p:grpSpPr>
          <a:xfrm>
            <a:off x="5451974" y="3707588"/>
            <a:ext cx="721206" cy="609701"/>
            <a:chOff x="11335787" y="4191133"/>
            <a:chExt cx="710037" cy="609701"/>
          </a:xfrm>
        </p:grpSpPr>
        <p:sp>
          <p:nvSpPr>
            <p:cNvPr id="170" name="Rectangle 169">
              <a:hlinkHover r:id="" action="ppaction://noaction" highlightClick="1"/>
              <a:extLst>
                <a:ext uri="{FF2B5EF4-FFF2-40B4-BE49-F238E27FC236}">
                  <a16:creationId xmlns:a16="http://schemas.microsoft.com/office/drawing/2014/main" id="{0D1C363F-7DB5-27C2-49D3-6D4FC16584DF}"/>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71" name="Oval 170">
              <a:extLst>
                <a:ext uri="{FF2B5EF4-FFF2-40B4-BE49-F238E27FC236}">
                  <a16:creationId xmlns:a16="http://schemas.microsoft.com/office/drawing/2014/main" id="{9F714A6D-0A06-798A-2BAE-C32FB187279D}"/>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2" name="Isosceles Triangle 648">
              <a:extLst>
                <a:ext uri="{FF2B5EF4-FFF2-40B4-BE49-F238E27FC236}">
                  <a16:creationId xmlns:a16="http://schemas.microsoft.com/office/drawing/2014/main" id="{A9C2E8FB-7E7A-3111-2B5D-5ACE93CB0B9A}"/>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3" name="Group 172">
            <a:extLst>
              <a:ext uri="{FF2B5EF4-FFF2-40B4-BE49-F238E27FC236}">
                <a16:creationId xmlns:a16="http://schemas.microsoft.com/office/drawing/2014/main" id="{ECF6DE3C-A97F-5D2C-4523-8602A0A63623}"/>
              </a:ext>
            </a:extLst>
          </p:cNvPr>
          <p:cNvGrpSpPr/>
          <p:nvPr/>
        </p:nvGrpSpPr>
        <p:grpSpPr>
          <a:xfrm>
            <a:off x="10506599" y="811556"/>
            <a:ext cx="721206" cy="609701"/>
            <a:chOff x="11226844" y="909114"/>
            <a:chExt cx="871904" cy="748695"/>
          </a:xfrm>
        </p:grpSpPr>
        <p:sp>
          <p:nvSpPr>
            <p:cNvPr id="174" name="Rectangle 173">
              <a:extLst>
                <a:ext uri="{FF2B5EF4-FFF2-40B4-BE49-F238E27FC236}">
                  <a16:creationId xmlns:a16="http://schemas.microsoft.com/office/drawing/2014/main" id="{7324A959-FAD3-DC21-EAAE-9030BF26A8B3}"/>
                </a:ext>
              </a:extLst>
            </p:cNvPr>
            <p:cNvSpPr/>
            <p:nvPr/>
          </p:nvSpPr>
          <p:spPr>
            <a:xfrm>
              <a:off x="1122684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75" name="Rectangle 174">
              <a:extLst>
                <a:ext uri="{FF2B5EF4-FFF2-40B4-BE49-F238E27FC236}">
                  <a16:creationId xmlns:a16="http://schemas.microsoft.com/office/drawing/2014/main" id="{61B4656A-E187-498D-5A00-5DA099FE3A38}"/>
                </a:ext>
              </a:extLst>
            </p:cNvPr>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Oval 15">
              <a:extLst>
                <a:ext uri="{FF2B5EF4-FFF2-40B4-BE49-F238E27FC236}">
                  <a16:creationId xmlns:a16="http://schemas.microsoft.com/office/drawing/2014/main" id="{055C4D7F-02E9-0D57-C160-A38D72D458F6}"/>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7" name="Straight Connector 176">
              <a:extLst>
                <a:ext uri="{FF2B5EF4-FFF2-40B4-BE49-F238E27FC236}">
                  <a16:creationId xmlns:a16="http://schemas.microsoft.com/office/drawing/2014/main" id="{35F524C6-D646-68FB-8643-413557A820AA}"/>
                </a:ext>
              </a:extLst>
            </p:cNvPr>
            <p:cNvCxnSpPr>
              <a:cxnSpLocks/>
              <a:stCxn id="176"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8" name="Straight Connector 177">
              <a:extLst>
                <a:ext uri="{FF2B5EF4-FFF2-40B4-BE49-F238E27FC236}">
                  <a16:creationId xmlns:a16="http://schemas.microsoft.com/office/drawing/2014/main" id="{961F482A-65F9-C954-4966-3213A96AC8E7}"/>
                </a:ext>
              </a:extLst>
            </p:cNvPr>
            <p:cNvCxnSpPr>
              <a:cxnSpLocks/>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9" name="Group 178">
            <a:extLst>
              <a:ext uri="{FF2B5EF4-FFF2-40B4-BE49-F238E27FC236}">
                <a16:creationId xmlns:a16="http://schemas.microsoft.com/office/drawing/2014/main" id="{1D47B77E-ABE7-DC4B-BCCA-C1D315B9B7F0}"/>
              </a:ext>
            </a:extLst>
          </p:cNvPr>
          <p:cNvGrpSpPr/>
          <p:nvPr/>
        </p:nvGrpSpPr>
        <p:grpSpPr>
          <a:xfrm>
            <a:off x="7113073" y="809264"/>
            <a:ext cx="721206" cy="609701"/>
            <a:chOff x="4289253" y="909114"/>
            <a:chExt cx="871904" cy="748695"/>
          </a:xfrm>
        </p:grpSpPr>
        <p:sp>
          <p:nvSpPr>
            <p:cNvPr id="180" name="Rectangle 179">
              <a:extLst>
                <a:ext uri="{FF2B5EF4-FFF2-40B4-BE49-F238E27FC236}">
                  <a16:creationId xmlns:a16="http://schemas.microsoft.com/office/drawing/2014/main" id="{61B66E51-8D53-A727-5846-98E411799626}"/>
                </a:ext>
              </a:extLst>
            </p:cNvPr>
            <p:cNvSpPr/>
            <p:nvPr/>
          </p:nvSpPr>
          <p:spPr>
            <a:xfrm>
              <a:off x="4289253"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81" name="Rectangle 180">
              <a:extLst>
                <a:ext uri="{FF2B5EF4-FFF2-40B4-BE49-F238E27FC236}">
                  <a16:creationId xmlns:a16="http://schemas.microsoft.com/office/drawing/2014/main" id="{19A8AF90-26C8-A118-F2AD-F89D6DBFE755}"/>
                </a:ext>
              </a:extLst>
            </p:cNvPr>
            <p:cNvSpPr/>
            <p:nvPr/>
          </p:nvSpPr>
          <p:spPr>
            <a:xfrm flipV="1">
              <a:off x="5036004" y="916254"/>
              <a:ext cx="121127"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Oval 15">
              <a:extLst>
                <a:ext uri="{FF2B5EF4-FFF2-40B4-BE49-F238E27FC236}">
                  <a16:creationId xmlns:a16="http://schemas.microsoft.com/office/drawing/2014/main" id="{CB9D08C2-1639-AC5E-5DBC-FD532264A582}"/>
                </a:ext>
              </a:extLst>
            </p:cNvPr>
            <p:cNvSpPr/>
            <p:nvPr/>
          </p:nvSpPr>
          <p:spPr>
            <a:xfrm>
              <a:off x="5069116"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3" name="Straight Connector 182">
              <a:extLst>
                <a:ext uri="{FF2B5EF4-FFF2-40B4-BE49-F238E27FC236}">
                  <a16:creationId xmlns:a16="http://schemas.microsoft.com/office/drawing/2014/main" id="{684470C7-821E-C748-5064-3E21FF322B9E}"/>
                </a:ext>
              </a:extLst>
            </p:cNvPr>
            <p:cNvCxnSpPr>
              <a:cxnSpLocks/>
              <a:stCxn id="182" idx="0"/>
            </p:cNvCxnSpPr>
            <p:nvPr/>
          </p:nvCxnSpPr>
          <p:spPr>
            <a:xfrm flipV="1">
              <a:off x="5076002"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4" name="Straight Connector 183">
              <a:extLst>
                <a:ext uri="{FF2B5EF4-FFF2-40B4-BE49-F238E27FC236}">
                  <a16:creationId xmlns:a16="http://schemas.microsoft.com/office/drawing/2014/main" id="{FBC2DD8F-3F41-D1D2-8FF6-9458508C8EEB}"/>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5" name="Group 184">
            <a:extLst>
              <a:ext uri="{FF2B5EF4-FFF2-40B4-BE49-F238E27FC236}">
                <a16:creationId xmlns:a16="http://schemas.microsoft.com/office/drawing/2014/main" id="{C73A8774-48AB-1FFF-5FF1-891F307A2692}"/>
              </a:ext>
            </a:extLst>
          </p:cNvPr>
          <p:cNvGrpSpPr/>
          <p:nvPr/>
        </p:nvGrpSpPr>
        <p:grpSpPr>
          <a:xfrm>
            <a:off x="10504032" y="2975151"/>
            <a:ext cx="721206" cy="609701"/>
            <a:chOff x="11226844" y="3371220"/>
            <a:chExt cx="871904" cy="748695"/>
          </a:xfrm>
        </p:grpSpPr>
        <p:sp>
          <p:nvSpPr>
            <p:cNvPr id="186" name="Rectangle 185">
              <a:extLst>
                <a:ext uri="{FF2B5EF4-FFF2-40B4-BE49-F238E27FC236}">
                  <a16:creationId xmlns:a16="http://schemas.microsoft.com/office/drawing/2014/main" id="{D7DC42C7-C298-83BE-621E-69E9CD545941}"/>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solidFill>
                  <a:latin typeface="Century Gothic" panose="020B0502020202020204" pitchFamily="34" charset="0"/>
                </a:rPr>
                <a:t>Microsoft Entra Agent Identities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87" name="Rectangle 186">
              <a:extLst>
                <a:ext uri="{FF2B5EF4-FFF2-40B4-BE49-F238E27FC236}">
                  <a16:creationId xmlns:a16="http://schemas.microsoft.com/office/drawing/2014/main" id="{43D00E53-FB62-F01B-213D-4F8FEC3B6CE4}"/>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8" name="Oval 15">
              <a:extLst>
                <a:ext uri="{FF2B5EF4-FFF2-40B4-BE49-F238E27FC236}">
                  <a16:creationId xmlns:a16="http://schemas.microsoft.com/office/drawing/2014/main" id="{5E17A508-48D0-B057-BF8B-E7DBA848A6EC}"/>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9" name="Straight Connector 188">
              <a:extLst>
                <a:ext uri="{FF2B5EF4-FFF2-40B4-BE49-F238E27FC236}">
                  <a16:creationId xmlns:a16="http://schemas.microsoft.com/office/drawing/2014/main" id="{A194CB45-C666-0D85-453B-2F04C5BA4F1E}"/>
                </a:ext>
              </a:extLst>
            </p:cNvPr>
            <p:cNvCxnSpPr>
              <a:cxnSpLocks/>
              <a:stCxn id="188"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0" name="Straight Connector 189">
              <a:extLst>
                <a:ext uri="{FF2B5EF4-FFF2-40B4-BE49-F238E27FC236}">
                  <a16:creationId xmlns:a16="http://schemas.microsoft.com/office/drawing/2014/main" id="{CF8337D2-8163-03F0-04E1-80F0327ADDEA}"/>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1" name="Group 190">
            <a:extLst>
              <a:ext uri="{FF2B5EF4-FFF2-40B4-BE49-F238E27FC236}">
                <a16:creationId xmlns:a16="http://schemas.microsoft.com/office/drawing/2014/main" id="{56387B53-A2A8-59E3-E35D-43EDB19E474D}"/>
              </a:ext>
            </a:extLst>
          </p:cNvPr>
          <p:cNvGrpSpPr/>
          <p:nvPr/>
        </p:nvGrpSpPr>
        <p:grpSpPr>
          <a:xfrm>
            <a:off x="10518347" y="1536011"/>
            <a:ext cx="721206" cy="609701"/>
            <a:chOff x="11226844" y="88412"/>
            <a:chExt cx="871904" cy="748695"/>
          </a:xfrm>
        </p:grpSpPr>
        <p:sp>
          <p:nvSpPr>
            <p:cNvPr id="580" name="Rectangle 579">
              <a:hlinkHover r:id="" action="ppaction://noaction" highlightClick="1"/>
              <a:extLst>
                <a:ext uri="{FF2B5EF4-FFF2-40B4-BE49-F238E27FC236}">
                  <a16:creationId xmlns:a16="http://schemas.microsoft.com/office/drawing/2014/main" id="{F7B0D593-95D0-C3F1-B542-D991EAC5D06F}"/>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AI Services</a:t>
              </a:r>
            </a:p>
          </p:txBody>
        </p:sp>
        <p:sp>
          <p:nvSpPr>
            <p:cNvPr id="581" name="Oval 580">
              <a:extLst>
                <a:ext uri="{FF2B5EF4-FFF2-40B4-BE49-F238E27FC236}">
                  <a16:creationId xmlns:a16="http://schemas.microsoft.com/office/drawing/2014/main" id="{DE9FA2C6-9E6A-EFD3-C48E-402DFE0906F4}"/>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2" name="Isosceles Triangle 648">
              <a:extLst>
                <a:ext uri="{FF2B5EF4-FFF2-40B4-BE49-F238E27FC236}">
                  <a16:creationId xmlns:a16="http://schemas.microsoft.com/office/drawing/2014/main" id="{EF37427B-3884-919B-90E6-DCF16EF25F3E}"/>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89" name="Group 588">
            <a:extLst>
              <a:ext uri="{FF2B5EF4-FFF2-40B4-BE49-F238E27FC236}">
                <a16:creationId xmlns:a16="http://schemas.microsoft.com/office/drawing/2014/main" id="{953DE6D7-8013-3FC6-9741-791EA31B3E7B}"/>
              </a:ext>
            </a:extLst>
          </p:cNvPr>
          <p:cNvGrpSpPr/>
          <p:nvPr/>
        </p:nvGrpSpPr>
        <p:grpSpPr>
          <a:xfrm>
            <a:off x="11352864" y="5143204"/>
            <a:ext cx="721206" cy="609701"/>
            <a:chOff x="9244679" y="3370808"/>
            <a:chExt cx="871904" cy="748695"/>
          </a:xfrm>
        </p:grpSpPr>
        <p:sp>
          <p:nvSpPr>
            <p:cNvPr id="590" name="Rectangle 589">
              <a:extLst>
                <a:ext uri="{FF2B5EF4-FFF2-40B4-BE49-F238E27FC236}">
                  <a16:creationId xmlns:a16="http://schemas.microsoft.com/office/drawing/2014/main" id="{C6C9837F-3554-19C5-9CB7-CC22FE5B048F}"/>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591" name="Rectangle 590">
              <a:extLst>
                <a:ext uri="{FF2B5EF4-FFF2-40B4-BE49-F238E27FC236}">
                  <a16:creationId xmlns:a16="http://schemas.microsoft.com/office/drawing/2014/main" id="{26094AB4-28D0-8AFD-DB45-CFE2280C9061}"/>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2" name="Oval 15">
              <a:extLst>
                <a:ext uri="{FF2B5EF4-FFF2-40B4-BE49-F238E27FC236}">
                  <a16:creationId xmlns:a16="http://schemas.microsoft.com/office/drawing/2014/main" id="{C60A5F3C-104E-FD7C-D276-16296468E796}"/>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93" name="Straight Connector 592">
              <a:extLst>
                <a:ext uri="{FF2B5EF4-FFF2-40B4-BE49-F238E27FC236}">
                  <a16:creationId xmlns:a16="http://schemas.microsoft.com/office/drawing/2014/main" id="{FE9FF866-291F-CC84-96E4-7F32BF13D8E7}"/>
                </a:ext>
              </a:extLst>
            </p:cNvPr>
            <p:cNvCxnSpPr>
              <a:cxnSpLocks/>
              <a:stCxn id="592"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94" name="Straight Connector 593">
              <a:extLst>
                <a:ext uri="{FF2B5EF4-FFF2-40B4-BE49-F238E27FC236}">
                  <a16:creationId xmlns:a16="http://schemas.microsoft.com/office/drawing/2014/main" id="{BD7FCBCB-EF90-5C35-2C34-E7EE5FA4AFA5}"/>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95" name="Group 594">
            <a:extLst>
              <a:ext uri="{FF2B5EF4-FFF2-40B4-BE49-F238E27FC236}">
                <a16:creationId xmlns:a16="http://schemas.microsoft.com/office/drawing/2014/main" id="{5F107246-89C5-DE99-AC95-B2A113697328}"/>
              </a:ext>
            </a:extLst>
          </p:cNvPr>
          <p:cNvGrpSpPr/>
          <p:nvPr/>
        </p:nvGrpSpPr>
        <p:grpSpPr>
          <a:xfrm>
            <a:off x="7114819" y="2256881"/>
            <a:ext cx="721206" cy="609701"/>
            <a:chOff x="9244679" y="3370808"/>
            <a:chExt cx="871904" cy="748695"/>
          </a:xfrm>
        </p:grpSpPr>
        <p:sp>
          <p:nvSpPr>
            <p:cNvPr id="596" name="Rectangle 595">
              <a:extLst>
                <a:ext uri="{FF2B5EF4-FFF2-40B4-BE49-F238E27FC236}">
                  <a16:creationId xmlns:a16="http://schemas.microsoft.com/office/drawing/2014/main" id="{7F2B4551-8AD6-C27B-CCE5-20F9CBA94DF9}"/>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597" name="Rectangle 596">
              <a:extLst>
                <a:ext uri="{FF2B5EF4-FFF2-40B4-BE49-F238E27FC236}">
                  <a16:creationId xmlns:a16="http://schemas.microsoft.com/office/drawing/2014/main" id="{46A70A39-FE14-F269-38A3-562CB16A4FEA}"/>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2" name="Oval 15">
              <a:extLst>
                <a:ext uri="{FF2B5EF4-FFF2-40B4-BE49-F238E27FC236}">
                  <a16:creationId xmlns:a16="http://schemas.microsoft.com/office/drawing/2014/main" id="{523E846C-AF85-97CB-F42B-8CA5A905D167}"/>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63" name="Straight Connector 662">
              <a:extLst>
                <a:ext uri="{FF2B5EF4-FFF2-40B4-BE49-F238E27FC236}">
                  <a16:creationId xmlns:a16="http://schemas.microsoft.com/office/drawing/2014/main" id="{69BCFAD7-1F01-D639-8DBA-2C1B861AA2CE}"/>
                </a:ext>
              </a:extLst>
            </p:cNvPr>
            <p:cNvCxnSpPr>
              <a:cxnSpLocks/>
              <a:stCxn id="662"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64" name="Straight Connector 663">
              <a:extLst>
                <a:ext uri="{FF2B5EF4-FFF2-40B4-BE49-F238E27FC236}">
                  <a16:creationId xmlns:a16="http://schemas.microsoft.com/office/drawing/2014/main" id="{506807F8-126A-723D-0848-16CF8FC16E43}"/>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pic>
        <p:nvPicPr>
          <p:cNvPr id="2" name="Picture 1">
            <a:hlinkClick r:id="rId16" action="ppaction://hlinksldjump"/>
            <a:extLst>
              <a:ext uri="{FF2B5EF4-FFF2-40B4-BE49-F238E27FC236}">
                <a16:creationId xmlns:a16="http://schemas.microsoft.com/office/drawing/2014/main" id="{15332758-09F0-BD40-7C1F-B88F39AFABD5}"/>
              </a:ext>
            </a:extLst>
          </p:cNvPr>
          <p:cNvPicPr>
            <a:picLocks noChangeAspect="1"/>
          </p:cNvPicPr>
          <p:nvPr/>
        </p:nvPicPr>
        <p:blipFill>
          <a:blip r:embed="rId17"/>
          <a:stretch>
            <a:fillRect/>
          </a:stretch>
        </p:blipFill>
        <p:spPr>
          <a:xfrm>
            <a:off x="0" y="0"/>
            <a:ext cx="211626" cy="6858000"/>
          </a:xfrm>
          <a:prstGeom prst="rect">
            <a:avLst/>
          </a:prstGeom>
        </p:spPr>
      </p:pic>
      <p:grpSp>
        <p:nvGrpSpPr>
          <p:cNvPr id="7" name="Group 6">
            <a:extLst>
              <a:ext uri="{FF2B5EF4-FFF2-40B4-BE49-F238E27FC236}">
                <a16:creationId xmlns:a16="http://schemas.microsoft.com/office/drawing/2014/main" id="{5E661A12-BF93-1828-4037-E008D95DC69D}"/>
              </a:ext>
            </a:extLst>
          </p:cNvPr>
          <p:cNvGrpSpPr/>
          <p:nvPr/>
        </p:nvGrpSpPr>
        <p:grpSpPr>
          <a:xfrm>
            <a:off x="9658105" y="2978440"/>
            <a:ext cx="721206" cy="609701"/>
            <a:chOff x="10243575" y="88412"/>
            <a:chExt cx="871904" cy="748695"/>
          </a:xfrm>
        </p:grpSpPr>
        <p:sp>
          <p:nvSpPr>
            <p:cNvPr id="27" name="Rectangle 26">
              <a:hlinkHover r:id="" action="ppaction://noaction" highlightClick="1"/>
              <a:extLst>
                <a:ext uri="{FF2B5EF4-FFF2-40B4-BE49-F238E27FC236}">
                  <a16:creationId xmlns:a16="http://schemas.microsoft.com/office/drawing/2014/main" id="{58B1552B-3B40-7B8A-37B7-D57B19125241}"/>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28" name="Diamond 27">
              <a:extLst>
                <a:ext uri="{FF2B5EF4-FFF2-40B4-BE49-F238E27FC236}">
                  <a16:creationId xmlns:a16="http://schemas.microsoft.com/office/drawing/2014/main" id="{4C096979-0D76-BEEF-C436-656CA83386DD}"/>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 name="Oval 28">
              <a:extLst>
                <a:ext uri="{FF2B5EF4-FFF2-40B4-BE49-F238E27FC236}">
                  <a16:creationId xmlns:a16="http://schemas.microsoft.com/office/drawing/2014/main" id="{27BA5E30-7C85-25DD-B488-788EE9F7CF35}"/>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4114708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8168" y="142757"/>
            <a:ext cx="5774551"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Office 365 E3</a:t>
            </a:r>
          </a:p>
        </p:txBody>
      </p:sp>
      <p:grpSp>
        <p:nvGrpSpPr>
          <p:cNvPr id="17" name="Group 16">
            <a:extLst>
              <a:ext uri="{FF2B5EF4-FFF2-40B4-BE49-F238E27FC236}">
                <a16:creationId xmlns:a16="http://schemas.microsoft.com/office/drawing/2014/main" id="{44955CB8-754C-3849-DCA5-BC7519DBCA57}"/>
              </a:ext>
            </a:extLst>
          </p:cNvPr>
          <p:cNvGrpSpPr/>
          <p:nvPr/>
        </p:nvGrpSpPr>
        <p:grpSpPr>
          <a:xfrm>
            <a:off x="8838384" y="-2824"/>
            <a:ext cx="754117" cy="803729"/>
            <a:chOff x="9401324" y="101482"/>
            <a:chExt cx="754117" cy="803729"/>
          </a:xfrm>
        </p:grpSpPr>
        <p:pic>
          <p:nvPicPr>
            <p:cNvPr id="12" name="Graphic 11" descr="Back with solid fill">
              <a:hlinkClick r:id="" action="ppaction://hlinkshowjump?jump=lastslideviewed"/>
              <a:extLst>
                <a:ext uri="{FF2B5EF4-FFF2-40B4-BE49-F238E27FC236}">
                  <a16:creationId xmlns:a16="http://schemas.microsoft.com/office/drawing/2014/main" id="{4C6EF412-6C69-5717-3038-FADA4AC27B7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07970" y="101482"/>
              <a:ext cx="740824" cy="740824"/>
            </a:xfrm>
            <a:prstGeom prst="rect">
              <a:avLst/>
            </a:prstGeom>
          </p:spPr>
        </p:pic>
        <p:sp>
          <p:nvSpPr>
            <p:cNvPr id="14" name="TextBox 13">
              <a:extLst>
                <a:ext uri="{FF2B5EF4-FFF2-40B4-BE49-F238E27FC236}">
                  <a16:creationId xmlns:a16="http://schemas.microsoft.com/office/drawing/2014/main" id="{AD1F7030-CAB8-06C0-8326-00BE1EF9DCCF}"/>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grpSp>
        <p:nvGrpSpPr>
          <p:cNvPr id="22" name="Group 21">
            <a:extLst>
              <a:ext uri="{FF2B5EF4-FFF2-40B4-BE49-F238E27FC236}">
                <a16:creationId xmlns:a16="http://schemas.microsoft.com/office/drawing/2014/main" id="{2EB3D1B0-EE4E-C56A-5998-069BFCF334D1}"/>
              </a:ext>
            </a:extLst>
          </p:cNvPr>
          <p:cNvGrpSpPr/>
          <p:nvPr/>
        </p:nvGrpSpPr>
        <p:grpSpPr>
          <a:xfrm>
            <a:off x="3779655" y="811556"/>
            <a:ext cx="721206" cy="609701"/>
            <a:chOff x="3779655" y="811556"/>
            <a:chExt cx="721206" cy="609701"/>
          </a:xfrm>
        </p:grpSpPr>
        <p:sp>
          <p:nvSpPr>
            <p:cNvPr id="23" name="Rectangle 22">
              <a:extLst>
                <a:ext uri="{FF2B5EF4-FFF2-40B4-BE49-F238E27FC236}">
                  <a16:creationId xmlns:a16="http://schemas.microsoft.com/office/drawing/2014/main" id="{637D07A0-E6B4-AA0B-E5D5-944C118BD18B}"/>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4" name="Rectangle 23">
              <a:extLst>
                <a:ext uri="{FF2B5EF4-FFF2-40B4-BE49-F238E27FC236}">
                  <a16:creationId xmlns:a16="http://schemas.microsoft.com/office/drawing/2014/main" id="{6FE5F86D-73C9-AC66-399E-4DEEDD7256F8}"/>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5" name="Oval 15">
              <a:extLst>
                <a:ext uri="{FF2B5EF4-FFF2-40B4-BE49-F238E27FC236}">
                  <a16:creationId xmlns:a16="http://schemas.microsoft.com/office/drawing/2014/main" id="{60AEA992-25BA-75CF-67E0-124278C72FDF}"/>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6" name="Straight Connector 25">
              <a:extLst>
                <a:ext uri="{FF2B5EF4-FFF2-40B4-BE49-F238E27FC236}">
                  <a16:creationId xmlns:a16="http://schemas.microsoft.com/office/drawing/2014/main" id="{BDE73ADC-F122-D4E5-AD94-D280D57C1145}"/>
                </a:ext>
              </a:extLst>
            </p:cNvPr>
            <p:cNvCxnSpPr>
              <a:cxnSpLocks/>
              <a:stCxn id="25"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0" name="Straight Connector 29">
              <a:extLst>
                <a:ext uri="{FF2B5EF4-FFF2-40B4-BE49-F238E27FC236}">
                  <a16:creationId xmlns:a16="http://schemas.microsoft.com/office/drawing/2014/main" id="{9743C89F-417F-6387-C0E2-76140CB737E4}"/>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id="{477496F1-8AAB-D2B2-79E6-207A8CE7502C}"/>
              </a:ext>
            </a:extLst>
          </p:cNvPr>
          <p:cNvGrpSpPr/>
          <p:nvPr/>
        </p:nvGrpSpPr>
        <p:grpSpPr>
          <a:xfrm>
            <a:off x="7959195" y="3698231"/>
            <a:ext cx="721206" cy="609701"/>
            <a:chOff x="7959195" y="3698231"/>
            <a:chExt cx="721206" cy="609701"/>
          </a:xfrm>
        </p:grpSpPr>
        <p:sp>
          <p:nvSpPr>
            <p:cNvPr id="32" name="Rectangle 31">
              <a:hlinkHover r:id="" action="ppaction://noaction" highlightClick="1"/>
              <a:extLst>
                <a:ext uri="{FF2B5EF4-FFF2-40B4-BE49-F238E27FC236}">
                  <a16:creationId xmlns:a16="http://schemas.microsoft.com/office/drawing/2014/main" id="{556B745B-8900-C7F9-86B8-FEA28A526BFD}"/>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33" name="Oval 32">
              <a:extLst>
                <a:ext uri="{FF2B5EF4-FFF2-40B4-BE49-F238E27FC236}">
                  <a16:creationId xmlns:a16="http://schemas.microsoft.com/office/drawing/2014/main" id="{86DB69D5-6DE3-D86B-00C8-B91A3499722E}"/>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4" name="Isosceles Triangle 648">
              <a:extLst>
                <a:ext uri="{FF2B5EF4-FFF2-40B4-BE49-F238E27FC236}">
                  <a16:creationId xmlns:a16="http://schemas.microsoft.com/office/drawing/2014/main" id="{A302D476-1429-6D71-EAEC-0D96F419596E}"/>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1" name="Group 40">
            <a:extLst>
              <a:ext uri="{FF2B5EF4-FFF2-40B4-BE49-F238E27FC236}">
                <a16:creationId xmlns:a16="http://schemas.microsoft.com/office/drawing/2014/main" id="{5527F54F-D1DA-3BD0-5BAD-7C3DC08B36EB}"/>
              </a:ext>
            </a:extLst>
          </p:cNvPr>
          <p:cNvGrpSpPr/>
          <p:nvPr/>
        </p:nvGrpSpPr>
        <p:grpSpPr>
          <a:xfrm>
            <a:off x="5448056" y="1532276"/>
            <a:ext cx="721206" cy="609701"/>
            <a:chOff x="5448056" y="1532276"/>
            <a:chExt cx="721206" cy="609701"/>
          </a:xfrm>
        </p:grpSpPr>
        <p:sp>
          <p:nvSpPr>
            <p:cNvPr id="42" name="Rectangle 41">
              <a:extLst>
                <a:ext uri="{FF2B5EF4-FFF2-40B4-BE49-F238E27FC236}">
                  <a16:creationId xmlns:a16="http://schemas.microsoft.com/office/drawing/2014/main" id="{E3841096-A245-227B-C0A3-F63D35851097}"/>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43" name="Rectangle 42">
              <a:extLst>
                <a:ext uri="{FF2B5EF4-FFF2-40B4-BE49-F238E27FC236}">
                  <a16:creationId xmlns:a16="http://schemas.microsoft.com/office/drawing/2014/main" id="{48A773BC-521A-81A7-3831-74C2B1008652}"/>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 name="Oval 15">
              <a:extLst>
                <a:ext uri="{FF2B5EF4-FFF2-40B4-BE49-F238E27FC236}">
                  <a16:creationId xmlns:a16="http://schemas.microsoft.com/office/drawing/2014/main" id="{8B60FFAD-7F61-01C4-9B6E-185DFE563595}"/>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38EB1B66-E49B-B2E4-0933-B64B8B92C140}"/>
                </a:ext>
              </a:extLst>
            </p:cNvPr>
            <p:cNvCxnSpPr>
              <a:cxnSpLocks/>
              <a:stCxn id="44"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 name="Straight Connector 45">
              <a:extLst>
                <a:ext uri="{FF2B5EF4-FFF2-40B4-BE49-F238E27FC236}">
                  <a16:creationId xmlns:a16="http://schemas.microsoft.com/office/drawing/2014/main" id="{B287F957-00CB-8455-6C99-A0A9CEC19756}"/>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7" name="Group 46">
            <a:extLst>
              <a:ext uri="{FF2B5EF4-FFF2-40B4-BE49-F238E27FC236}">
                <a16:creationId xmlns:a16="http://schemas.microsoft.com/office/drawing/2014/main" id="{8358897F-3980-AF88-54FE-3CE137C7B292}"/>
              </a:ext>
            </a:extLst>
          </p:cNvPr>
          <p:cNvGrpSpPr/>
          <p:nvPr/>
        </p:nvGrpSpPr>
        <p:grpSpPr>
          <a:xfrm>
            <a:off x="6284565" y="1532276"/>
            <a:ext cx="721206" cy="609701"/>
            <a:chOff x="6284565" y="1532276"/>
            <a:chExt cx="721206" cy="609701"/>
          </a:xfrm>
        </p:grpSpPr>
        <p:sp>
          <p:nvSpPr>
            <p:cNvPr id="48" name="Rectangle 47">
              <a:extLst>
                <a:ext uri="{FF2B5EF4-FFF2-40B4-BE49-F238E27FC236}">
                  <a16:creationId xmlns:a16="http://schemas.microsoft.com/office/drawing/2014/main" id="{D2D57202-6016-E8D6-E151-BF9B22CC5AED}"/>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49" name="Rectangle 48">
              <a:extLst>
                <a:ext uri="{FF2B5EF4-FFF2-40B4-BE49-F238E27FC236}">
                  <a16:creationId xmlns:a16="http://schemas.microsoft.com/office/drawing/2014/main" id="{7686BE17-B17C-7FE2-97CE-9BA71B207910}"/>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 name="Oval 15">
              <a:extLst>
                <a:ext uri="{FF2B5EF4-FFF2-40B4-BE49-F238E27FC236}">
                  <a16:creationId xmlns:a16="http://schemas.microsoft.com/office/drawing/2014/main" id="{F0E8C249-E996-FE76-089D-83AE71FDCF88}"/>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1" name="Straight Connector 50">
              <a:extLst>
                <a:ext uri="{FF2B5EF4-FFF2-40B4-BE49-F238E27FC236}">
                  <a16:creationId xmlns:a16="http://schemas.microsoft.com/office/drawing/2014/main" id="{842FF87C-F6D1-F6DC-4008-7D92A8C89871}"/>
                </a:ext>
              </a:extLst>
            </p:cNvPr>
            <p:cNvCxnSpPr>
              <a:cxnSpLocks/>
              <a:stCxn id="50"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2" name="Straight Connector 51">
              <a:extLst>
                <a:ext uri="{FF2B5EF4-FFF2-40B4-BE49-F238E27FC236}">
                  <a16:creationId xmlns:a16="http://schemas.microsoft.com/office/drawing/2014/main" id="{F4BE6C96-EA7A-C775-CDB0-8000C7A6B4E0}"/>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11D9DDA0-7C7C-DAFB-1B9A-498AEF320649}"/>
              </a:ext>
            </a:extLst>
          </p:cNvPr>
          <p:cNvGrpSpPr/>
          <p:nvPr/>
        </p:nvGrpSpPr>
        <p:grpSpPr>
          <a:xfrm>
            <a:off x="7121069" y="1532276"/>
            <a:ext cx="721206" cy="609701"/>
            <a:chOff x="7121069" y="1532276"/>
            <a:chExt cx="721206" cy="609701"/>
          </a:xfrm>
        </p:grpSpPr>
        <p:sp>
          <p:nvSpPr>
            <p:cNvPr id="54" name="Rectangle 53">
              <a:extLst>
                <a:ext uri="{FF2B5EF4-FFF2-40B4-BE49-F238E27FC236}">
                  <a16:creationId xmlns:a16="http://schemas.microsoft.com/office/drawing/2014/main" id="{E471D347-E103-15F7-BE01-3F3273B8B768}"/>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55" name="Rectangle 54">
              <a:extLst>
                <a:ext uri="{FF2B5EF4-FFF2-40B4-BE49-F238E27FC236}">
                  <a16:creationId xmlns:a16="http://schemas.microsoft.com/office/drawing/2014/main" id="{F0C0B5BC-151E-DF8E-602E-8A0F412C720C}"/>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 name="Oval 15">
              <a:extLst>
                <a:ext uri="{FF2B5EF4-FFF2-40B4-BE49-F238E27FC236}">
                  <a16:creationId xmlns:a16="http://schemas.microsoft.com/office/drawing/2014/main" id="{C2ECF5EB-E69D-9416-78BD-ECD27AF16303}"/>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 name="Straight Connector 56">
              <a:extLst>
                <a:ext uri="{FF2B5EF4-FFF2-40B4-BE49-F238E27FC236}">
                  <a16:creationId xmlns:a16="http://schemas.microsoft.com/office/drawing/2014/main" id="{62BAB408-67BF-FFBA-D8BE-E8EBD851D498}"/>
                </a:ext>
              </a:extLst>
            </p:cNvPr>
            <p:cNvCxnSpPr>
              <a:cxnSpLocks/>
              <a:stCxn id="56"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8" name="Straight Connector 57">
              <a:extLst>
                <a:ext uri="{FF2B5EF4-FFF2-40B4-BE49-F238E27FC236}">
                  <a16:creationId xmlns:a16="http://schemas.microsoft.com/office/drawing/2014/main" id="{81CCD313-D83D-F941-90DF-721E36598C91}"/>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8" name="Group 107">
            <a:extLst>
              <a:ext uri="{FF2B5EF4-FFF2-40B4-BE49-F238E27FC236}">
                <a16:creationId xmlns:a16="http://schemas.microsoft.com/office/drawing/2014/main" id="{78CB27E3-1FC0-45D4-6995-FED516D1DAEA}"/>
              </a:ext>
            </a:extLst>
          </p:cNvPr>
          <p:cNvGrpSpPr/>
          <p:nvPr/>
        </p:nvGrpSpPr>
        <p:grpSpPr>
          <a:xfrm>
            <a:off x="6287105" y="2974054"/>
            <a:ext cx="721206" cy="609701"/>
            <a:chOff x="6287105" y="2974054"/>
            <a:chExt cx="721206" cy="609701"/>
          </a:xfrm>
        </p:grpSpPr>
        <p:sp>
          <p:nvSpPr>
            <p:cNvPr id="109" name="Rectangle 108">
              <a:hlinkHover r:id="" action="ppaction://noaction" highlightClick="1"/>
              <a:extLst>
                <a:ext uri="{FF2B5EF4-FFF2-40B4-BE49-F238E27FC236}">
                  <a16:creationId xmlns:a16="http://schemas.microsoft.com/office/drawing/2014/main" id="{45E7A9E8-6A41-4CAB-AC83-3FDE473B0583}"/>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110" name="Rectangle 109">
              <a:extLst>
                <a:ext uri="{FF2B5EF4-FFF2-40B4-BE49-F238E27FC236}">
                  <a16:creationId xmlns:a16="http://schemas.microsoft.com/office/drawing/2014/main" id="{769CCEF9-27AC-CBE1-2F93-586878A7ED6A}"/>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1" name="Oval 15">
              <a:extLst>
                <a:ext uri="{FF2B5EF4-FFF2-40B4-BE49-F238E27FC236}">
                  <a16:creationId xmlns:a16="http://schemas.microsoft.com/office/drawing/2014/main" id="{FC636836-27CD-BE39-7085-9A504B52D673}"/>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2" name="Straight Connector 111">
              <a:extLst>
                <a:ext uri="{FF2B5EF4-FFF2-40B4-BE49-F238E27FC236}">
                  <a16:creationId xmlns:a16="http://schemas.microsoft.com/office/drawing/2014/main" id="{D90F8127-B2CF-FDBB-534D-83D4B66328BF}"/>
                </a:ext>
              </a:extLst>
            </p:cNvPr>
            <p:cNvCxnSpPr>
              <a:cxnSpLocks/>
              <a:stCxn id="111"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113" name="Group 112">
            <a:extLst>
              <a:ext uri="{FF2B5EF4-FFF2-40B4-BE49-F238E27FC236}">
                <a16:creationId xmlns:a16="http://schemas.microsoft.com/office/drawing/2014/main" id="{286FF429-BA7E-8B51-83F0-61A3EDCA3CFB}"/>
              </a:ext>
            </a:extLst>
          </p:cNvPr>
          <p:cNvGrpSpPr/>
          <p:nvPr/>
        </p:nvGrpSpPr>
        <p:grpSpPr>
          <a:xfrm>
            <a:off x="7123149" y="2974054"/>
            <a:ext cx="721206" cy="646284"/>
            <a:chOff x="7123149" y="2974054"/>
            <a:chExt cx="721206" cy="646284"/>
          </a:xfrm>
        </p:grpSpPr>
        <p:sp>
          <p:nvSpPr>
            <p:cNvPr id="118" name="Rectangle 117">
              <a:hlinkHover r:id="" action="ppaction://noaction" highlightClick="1"/>
              <a:extLst>
                <a:ext uri="{FF2B5EF4-FFF2-40B4-BE49-F238E27FC236}">
                  <a16:creationId xmlns:a16="http://schemas.microsoft.com/office/drawing/2014/main" id="{E1D72BF0-B6AC-EC10-3EC9-6D8B2DCFF394}"/>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120" name="Rectangle 119">
              <a:extLst>
                <a:ext uri="{FF2B5EF4-FFF2-40B4-BE49-F238E27FC236}">
                  <a16:creationId xmlns:a16="http://schemas.microsoft.com/office/drawing/2014/main" id="{EB35218D-B2C7-725F-AED8-EC2468E1DDC9}"/>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1" name="Oval 15">
              <a:extLst>
                <a:ext uri="{FF2B5EF4-FFF2-40B4-BE49-F238E27FC236}">
                  <a16:creationId xmlns:a16="http://schemas.microsoft.com/office/drawing/2014/main" id="{9EA42167-B064-1AC0-93B7-044B74C99237}"/>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2" name="Straight Connector 121">
              <a:extLst>
                <a:ext uri="{FF2B5EF4-FFF2-40B4-BE49-F238E27FC236}">
                  <a16:creationId xmlns:a16="http://schemas.microsoft.com/office/drawing/2014/main" id="{6E60AC26-46C5-6DE5-4BDD-5DECC47961A9}"/>
                </a:ext>
              </a:extLst>
            </p:cNvPr>
            <p:cNvCxnSpPr>
              <a:cxnSpLocks/>
              <a:stCxn id="121"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3" name="Straight Connector 122">
              <a:extLst>
                <a:ext uri="{FF2B5EF4-FFF2-40B4-BE49-F238E27FC236}">
                  <a16:creationId xmlns:a16="http://schemas.microsoft.com/office/drawing/2014/main" id="{CC9BA023-D616-4D70-FF53-6B06064E3B7A}"/>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4" name="Group 123">
            <a:extLst>
              <a:ext uri="{FF2B5EF4-FFF2-40B4-BE49-F238E27FC236}">
                <a16:creationId xmlns:a16="http://schemas.microsoft.com/office/drawing/2014/main" id="{DE97A268-8795-14D8-7C83-C81CF562A984}"/>
              </a:ext>
            </a:extLst>
          </p:cNvPr>
          <p:cNvGrpSpPr/>
          <p:nvPr/>
        </p:nvGrpSpPr>
        <p:grpSpPr>
          <a:xfrm>
            <a:off x="7959200" y="2974054"/>
            <a:ext cx="721206" cy="609701"/>
            <a:chOff x="7959200" y="2974054"/>
            <a:chExt cx="721206" cy="609701"/>
          </a:xfrm>
        </p:grpSpPr>
        <p:sp>
          <p:nvSpPr>
            <p:cNvPr id="125" name="Rectangle 124">
              <a:hlinkHover r:id="" action="ppaction://noaction" highlightClick="1"/>
              <a:extLst>
                <a:ext uri="{FF2B5EF4-FFF2-40B4-BE49-F238E27FC236}">
                  <a16:creationId xmlns:a16="http://schemas.microsoft.com/office/drawing/2014/main" id="{91E0FFBB-8AE5-CE98-446B-C73B9BAEFF10}"/>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126" name="Diamond 125">
              <a:extLst>
                <a:ext uri="{FF2B5EF4-FFF2-40B4-BE49-F238E27FC236}">
                  <a16:creationId xmlns:a16="http://schemas.microsoft.com/office/drawing/2014/main" id="{E84A57F4-2DEC-84A0-0906-7AB5A14A556B}"/>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7" name="Oval 126">
              <a:extLst>
                <a:ext uri="{FF2B5EF4-FFF2-40B4-BE49-F238E27FC236}">
                  <a16:creationId xmlns:a16="http://schemas.microsoft.com/office/drawing/2014/main" id="{2C16A91A-3FD6-0F1E-584B-354AACA29588}"/>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8" name="Group 127">
            <a:extLst>
              <a:ext uri="{FF2B5EF4-FFF2-40B4-BE49-F238E27FC236}">
                <a16:creationId xmlns:a16="http://schemas.microsoft.com/office/drawing/2014/main" id="{3F3FFE31-5D48-BB6E-BE1C-A68096BB2714}"/>
              </a:ext>
            </a:extLst>
          </p:cNvPr>
          <p:cNvGrpSpPr/>
          <p:nvPr/>
        </p:nvGrpSpPr>
        <p:grpSpPr>
          <a:xfrm>
            <a:off x="8795244" y="2974054"/>
            <a:ext cx="721206" cy="609701"/>
            <a:chOff x="8795244" y="2974054"/>
            <a:chExt cx="721206" cy="609701"/>
          </a:xfrm>
        </p:grpSpPr>
        <p:sp>
          <p:nvSpPr>
            <p:cNvPr id="129" name="Rectangle 128">
              <a:hlinkHover r:id="" action="ppaction://noaction" highlightClick="1"/>
              <a:extLst>
                <a:ext uri="{FF2B5EF4-FFF2-40B4-BE49-F238E27FC236}">
                  <a16:creationId xmlns:a16="http://schemas.microsoft.com/office/drawing/2014/main" id="{D1D9A759-C752-EC18-9D7B-3B9B01C71783}"/>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131" name="Diamond 130">
              <a:extLst>
                <a:ext uri="{FF2B5EF4-FFF2-40B4-BE49-F238E27FC236}">
                  <a16:creationId xmlns:a16="http://schemas.microsoft.com/office/drawing/2014/main" id="{3EB10C04-49CB-D83F-30E2-9EFF20DBFB86}"/>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 name="Oval 131">
              <a:extLst>
                <a:ext uri="{FF2B5EF4-FFF2-40B4-BE49-F238E27FC236}">
                  <a16:creationId xmlns:a16="http://schemas.microsoft.com/office/drawing/2014/main" id="{56E05CC6-9D2E-6E64-1036-E1584B17D10B}"/>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9" name="Group 138">
            <a:extLst>
              <a:ext uri="{FF2B5EF4-FFF2-40B4-BE49-F238E27FC236}">
                <a16:creationId xmlns:a16="http://schemas.microsoft.com/office/drawing/2014/main" id="{12C7011A-A280-D95E-6966-C7AC3DC7601E}"/>
              </a:ext>
            </a:extLst>
          </p:cNvPr>
          <p:cNvGrpSpPr/>
          <p:nvPr/>
        </p:nvGrpSpPr>
        <p:grpSpPr>
          <a:xfrm>
            <a:off x="5442073" y="811556"/>
            <a:ext cx="728239" cy="609701"/>
            <a:chOff x="5442073" y="811556"/>
            <a:chExt cx="728239" cy="609701"/>
          </a:xfrm>
        </p:grpSpPr>
        <p:sp>
          <p:nvSpPr>
            <p:cNvPr id="140" name="Rectangle 139">
              <a:extLst>
                <a:ext uri="{FF2B5EF4-FFF2-40B4-BE49-F238E27FC236}">
                  <a16:creationId xmlns:a16="http://schemas.microsoft.com/office/drawing/2014/main" id="{7AFE410A-4322-B3DF-D2B8-5D6A811C0AE0}"/>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141" name="Rectangle 140">
              <a:extLst>
                <a:ext uri="{FF2B5EF4-FFF2-40B4-BE49-F238E27FC236}">
                  <a16:creationId xmlns:a16="http://schemas.microsoft.com/office/drawing/2014/main" id="{02AD127D-8947-D930-E5AD-709E1D4C2586}"/>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2" name="Oval 15">
              <a:extLst>
                <a:ext uri="{FF2B5EF4-FFF2-40B4-BE49-F238E27FC236}">
                  <a16:creationId xmlns:a16="http://schemas.microsoft.com/office/drawing/2014/main" id="{7D91933A-531D-D22D-15B8-77821C3D8AA1}"/>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3" name="Straight Connector 142">
              <a:extLst>
                <a:ext uri="{FF2B5EF4-FFF2-40B4-BE49-F238E27FC236}">
                  <a16:creationId xmlns:a16="http://schemas.microsoft.com/office/drawing/2014/main" id="{6051D111-3D97-3DE7-58AA-5AB1C89C96A8}"/>
                </a:ext>
              </a:extLst>
            </p:cNvPr>
            <p:cNvCxnSpPr>
              <a:cxnSpLocks/>
              <a:stCxn id="142"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4" name="Straight Connector 143">
              <a:extLst>
                <a:ext uri="{FF2B5EF4-FFF2-40B4-BE49-F238E27FC236}">
                  <a16:creationId xmlns:a16="http://schemas.microsoft.com/office/drawing/2014/main" id="{ABF647C8-8DD0-E9B4-2F6C-C9F728F63BB4}"/>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5" name="Group 144">
            <a:extLst>
              <a:ext uri="{FF2B5EF4-FFF2-40B4-BE49-F238E27FC236}">
                <a16:creationId xmlns:a16="http://schemas.microsoft.com/office/drawing/2014/main" id="{D207FC0D-D1D8-A375-5584-080A3583871D}"/>
              </a:ext>
            </a:extLst>
          </p:cNvPr>
          <p:cNvGrpSpPr/>
          <p:nvPr/>
        </p:nvGrpSpPr>
        <p:grpSpPr>
          <a:xfrm>
            <a:off x="6284597" y="811555"/>
            <a:ext cx="721206" cy="609701"/>
            <a:chOff x="6284597" y="811555"/>
            <a:chExt cx="721206" cy="609701"/>
          </a:xfrm>
        </p:grpSpPr>
        <p:sp>
          <p:nvSpPr>
            <p:cNvPr id="146" name="Rectangle 145">
              <a:hlinkHover r:id="" action="ppaction://noaction" highlightClick="1"/>
              <a:extLst>
                <a:ext uri="{FF2B5EF4-FFF2-40B4-BE49-F238E27FC236}">
                  <a16:creationId xmlns:a16="http://schemas.microsoft.com/office/drawing/2014/main" id="{3B26E1D3-D275-C175-2B1E-8759BD9A98B0}"/>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147" name="Right Triangle 146">
              <a:extLst>
                <a:ext uri="{FF2B5EF4-FFF2-40B4-BE49-F238E27FC236}">
                  <a16:creationId xmlns:a16="http://schemas.microsoft.com/office/drawing/2014/main" id="{974D8485-3274-01AB-0410-37515AF68FDC}"/>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8" name="Oval 27">
              <a:extLst>
                <a:ext uri="{FF2B5EF4-FFF2-40B4-BE49-F238E27FC236}">
                  <a16:creationId xmlns:a16="http://schemas.microsoft.com/office/drawing/2014/main" id="{0B558FB5-1C95-AADB-F3D9-0FF5B4C51211}"/>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57" name="Oval 28">
              <a:extLst>
                <a:ext uri="{FF2B5EF4-FFF2-40B4-BE49-F238E27FC236}">
                  <a16:creationId xmlns:a16="http://schemas.microsoft.com/office/drawing/2014/main" id="{1BD83A43-14BA-EC90-F139-B00828D8AD54}"/>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28" name="Group 427">
            <a:extLst>
              <a:ext uri="{FF2B5EF4-FFF2-40B4-BE49-F238E27FC236}">
                <a16:creationId xmlns:a16="http://schemas.microsoft.com/office/drawing/2014/main" id="{232AA2B1-032C-D694-23F7-D248BB0104FF}"/>
              </a:ext>
            </a:extLst>
          </p:cNvPr>
          <p:cNvGrpSpPr/>
          <p:nvPr/>
        </p:nvGrpSpPr>
        <p:grpSpPr>
          <a:xfrm>
            <a:off x="7957576" y="811556"/>
            <a:ext cx="721206" cy="609701"/>
            <a:chOff x="7957576" y="811556"/>
            <a:chExt cx="721206" cy="609701"/>
          </a:xfrm>
        </p:grpSpPr>
        <p:sp>
          <p:nvSpPr>
            <p:cNvPr id="429" name="Rectangle 428">
              <a:extLst>
                <a:ext uri="{FF2B5EF4-FFF2-40B4-BE49-F238E27FC236}">
                  <a16:creationId xmlns:a16="http://schemas.microsoft.com/office/drawing/2014/main" id="{D1CFE7D9-4741-1290-7230-29E0E9D5AB6D}"/>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30" name="Rectangle 429">
              <a:extLst>
                <a:ext uri="{FF2B5EF4-FFF2-40B4-BE49-F238E27FC236}">
                  <a16:creationId xmlns:a16="http://schemas.microsoft.com/office/drawing/2014/main" id="{85F4FC71-78C2-CCF2-9C82-3BC24858A9F8}"/>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1" name="Oval 15">
              <a:extLst>
                <a:ext uri="{FF2B5EF4-FFF2-40B4-BE49-F238E27FC236}">
                  <a16:creationId xmlns:a16="http://schemas.microsoft.com/office/drawing/2014/main" id="{B2DCB029-2B26-2334-2D90-6374AD35FC33}"/>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2" name="Straight Connector 431">
              <a:extLst>
                <a:ext uri="{FF2B5EF4-FFF2-40B4-BE49-F238E27FC236}">
                  <a16:creationId xmlns:a16="http://schemas.microsoft.com/office/drawing/2014/main" id="{A9F3ED36-7886-0C46-5984-4CFFE126C9AE}"/>
                </a:ext>
              </a:extLst>
            </p:cNvPr>
            <p:cNvCxnSpPr>
              <a:cxnSpLocks/>
              <a:stCxn id="431"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19" name="Straight Connector 518">
              <a:extLst>
                <a:ext uri="{FF2B5EF4-FFF2-40B4-BE49-F238E27FC236}">
                  <a16:creationId xmlns:a16="http://schemas.microsoft.com/office/drawing/2014/main" id="{22E1B544-29F2-4963-C89F-45239C61E83B}"/>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28" name="Group 527">
            <a:extLst>
              <a:ext uri="{FF2B5EF4-FFF2-40B4-BE49-F238E27FC236}">
                <a16:creationId xmlns:a16="http://schemas.microsoft.com/office/drawing/2014/main" id="{8BC24BDB-F05C-91A6-B87C-DA75AC2BAD8E}"/>
              </a:ext>
            </a:extLst>
          </p:cNvPr>
          <p:cNvGrpSpPr/>
          <p:nvPr/>
        </p:nvGrpSpPr>
        <p:grpSpPr>
          <a:xfrm>
            <a:off x="11356242" y="90836"/>
            <a:ext cx="721206" cy="609701"/>
            <a:chOff x="11356242" y="90836"/>
            <a:chExt cx="721206" cy="609701"/>
          </a:xfrm>
        </p:grpSpPr>
        <p:sp>
          <p:nvSpPr>
            <p:cNvPr id="529" name="Rectangle 528">
              <a:hlinkHover r:id="" action="ppaction://noaction" highlightClick="1"/>
              <a:extLst>
                <a:ext uri="{FF2B5EF4-FFF2-40B4-BE49-F238E27FC236}">
                  <a16:creationId xmlns:a16="http://schemas.microsoft.com/office/drawing/2014/main" id="{8D656C2B-C7DC-34DA-81B6-BC1DADF5749A}"/>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30" name="Oval 529">
              <a:extLst>
                <a:ext uri="{FF2B5EF4-FFF2-40B4-BE49-F238E27FC236}">
                  <a16:creationId xmlns:a16="http://schemas.microsoft.com/office/drawing/2014/main" id="{6CDD222E-81D0-BF7E-5D79-5D3F266ACF60}"/>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1" name="Isosceles Triangle 648">
              <a:extLst>
                <a:ext uri="{FF2B5EF4-FFF2-40B4-BE49-F238E27FC236}">
                  <a16:creationId xmlns:a16="http://schemas.microsoft.com/office/drawing/2014/main" id="{87B002D1-FE40-4269-CC4E-B05FB14E697E}"/>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2" name="Group 531">
            <a:extLst>
              <a:ext uri="{FF2B5EF4-FFF2-40B4-BE49-F238E27FC236}">
                <a16:creationId xmlns:a16="http://schemas.microsoft.com/office/drawing/2014/main" id="{FDAFCEA3-74FF-B738-0842-DDABAE3912E0}"/>
              </a:ext>
            </a:extLst>
          </p:cNvPr>
          <p:cNvGrpSpPr/>
          <p:nvPr/>
        </p:nvGrpSpPr>
        <p:grpSpPr>
          <a:xfrm>
            <a:off x="11356243" y="3694774"/>
            <a:ext cx="721206" cy="609701"/>
            <a:chOff x="11356243" y="3694774"/>
            <a:chExt cx="721206" cy="609701"/>
          </a:xfrm>
        </p:grpSpPr>
        <p:sp>
          <p:nvSpPr>
            <p:cNvPr id="533" name="Rectangle 532">
              <a:hlinkHover r:id="" action="ppaction://noaction" highlightClick="1"/>
              <a:extLst>
                <a:ext uri="{FF2B5EF4-FFF2-40B4-BE49-F238E27FC236}">
                  <a16:creationId xmlns:a16="http://schemas.microsoft.com/office/drawing/2014/main" id="{3485E6E5-5D0A-6980-264C-2D1CCCE4F224}"/>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34" name="Oval 533">
              <a:extLst>
                <a:ext uri="{FF2B5EF4-FFF2-40B4-BE49-F238E27FC236}">
                  <a16:creationId xmlns:a16="http://schemas.microsoft.com/office/drawing/2014/main" id="{499D8C29-53C1-BF73-0969-F34470450509}"/>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5" name="Isosceles Triangle 648">
              <a:extLst>
                <a:ext uri="{FF2B5EF4-FFF2-40B4-BE49-F238E27FC236}">
                  <a16:creationId xmlns:a16="http://schemas.microsoft.com/office/drawing/2014/main" id="{8034D7C6-0301-30D6-E225-F268505400C8}"/>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6" name="Group 535">
            <a:extLst>
              <a:ext uri="{FF2B5EF4-FFF2-40B4-BE49-F238E27FC236}">
                <a16:creationId xmlns:a16="http://schemas.microsoft.com/office/drawing/2014/main" id="{F1392B20-348E-6176-BFDA-C433AF1F78CC}"/>
              </a:ext>
            </a:extLst>
          </p:cNvPr>
          <p:cNvGrpSpPr/>
          <p:nvPr/>
        </p:nvGrpSpPr>
        <p:grpSpPr>
          <a:xfrm>
            <a:off x="9657691" y="4419624"/>
            <a:ext cx="721206" cy="609701"/>
            <a:chOff x="9657691" y="4419624"/>
            <a:chExt cx="721206" cy="609701"/>
          </a:xfrm>
        </p:grpSpPr>
        <p:sp>
          <p:nvSpPr>
            <p:cNvPr id="537" name="Rectangle 536">
              <a:hlinkHover r:id="" action="ppaction://noaction" highlightClick="1"/>
              <a:extLst>
                <a:ext uri="{FF2B5EF4-FFF2-40B4-BE49-F238E27FC236}">
                  <a16:creationId xmlns:a16="http://schemas.microsoft.com/office/drawing/2014/main" id="{30D4AC58-B6F3-6F6C-ADE5-61CE66CFBA15}"/>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38" name="Oval 537">
              <a:extLst>
                <a:ext uri="{FF2B5EF4-FFF2-40B4-BE49-F238E27FC236}">
                  <a16:creationId xmlns:a16="http://schemas.microsoft.com/office/drawing/2014/main" id="{78F20342-BBD1-F52C-7AAF-C8BFB5A36D39}"/>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9" name="Isosceles Triangle 648">
              <a:extLst>
                <a:ext uri="{FF2B5EF4-FFF2-40B4-BE49-F238E27FC236}">
                  <a16:creationId xmlns:a16="http://schemas.microsoft.com/office/drawing/2014/main" id="{76234286-3FD6-B13B-8E09-51DEDC41E62A}"/>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0" name="Group 539">
            <a:extLst>
              <a:ext uri="{FF2B5EF4-FFF2-40B4-BE49-F238E27FC236}">
                <a16:creationId xmlns:a16="http://schemas.microsoft.com/office/drawing/2014/main" id="{8BCD4C93-2118-DBE3-AA00-C0132CA7C707}"/>
              </a:ext>
            </a:extLst>
          </p:cNvPr>
          <p:cNvGrpSpPr/>
          <p:nvPr/>
        </p:nvGrpSpPr>
        <p:grpSpPr>
          <a:xfrm>
            <a:off x="10506968" y="4419620"/>
            <a:ext cx="721206" cy="609701"/>
            <a:chOff x="10506968" y="4419620"/>
            <a:chExt cx="721206" cy="609701"/>
          </a:xfrm>
        </p:grpSpPr>
        <p:sp>
          <p:nvSpPr>
            <p:cNvPr id="541" name="Rectangle 540">
              <a:hlinkHover r:id="" action="ppaction://noaction" highlightClick="1"/>
              <a:extLst>
                <a:ext uri="{FF2B5EF4-FFF2-40B4-BE49-F238E27FC236}">
                  <a16:creationId xmlns:a16="http://schemas.microsoft.com/office/drawing/2014/main" id="{581AC5AE-DFE5-66EE-A4E6-3AC35A7CA6A9}"/>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42" name="Oval 541">
              <a:extLst>
                <a:ext uri="{FF2B5EF4-FFF2-40B4-BE49-F238E27FC236}">
                  <a16:creationId xmlns:a16="http://schemas.microsoft.com/office/drawing/2014/main" id="{7F5CC057-AC72-DFDB-35A1-D9E56D4B71C1}"/>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3" name="Isosceles Triangle 648">
              <a:extLst>
                <a:ext uri="{FF2B5EF4-FFF2-40B4-BE49-F238E27FC236}">
                  <a16:creationId xmlns:a16="http://schemas.microsoft.com/office/drawing/2014/main" id="{CB828B62-7CF4-9418-69EF-AF7FADB6227B}"/>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4" name="Group 543">
            <a:extLst>
              <a:ext uri="{FF2B5EF4-FFF2-40B4-BE49-F238E27FC236}">
                <a16:creationId xmlns:a16="http://schemas.microsoft.com/office/drawing/2014/main" id="{8402B870-D3DA-3893-6026-2C359656952D}"/>
              </a:ext>
            </a:extLst>
          </p:cNvPr>
          <p:cNvGrpSpPr/>
          <p:nvPr/>
        </p:nvGrpSpPr>
        <p:grpSpPr>
          <a:xfrm>
            <a:off x="11356003" y="4416261"/>
            <a:ext cx="721206" cy="609701"/>
            <a:chOff x="11356003" y="4416261"/>
            <a:chExt cx="721206" cy="609701"/>
          </a:xfrm>
        </p:grpSpPr>
        <p:sp>
          <p:nvSpPr>
            <p:cNvPr id="545" name="Rectangle 544">
              <a:hlinkHover r:id="" action="ppaction://noaction" highlightClick="1"/>
              <a:extLst>
                <a:ext uri="{FF2B5EF4-FFF2-40B4-BE49-F238E27FC236}">
                  <a16:creationId xmlns:a16="http://schemas.microsoft.com/office/drawing/2014/main" id="{C8D6ED2E-FB25-D5E2-3951-9FA985DFEF64}"/>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46" name="Oval 545">
              <a:extLst>
                <a:ext uri="{FF2B5EF4-FFF2-40B4-BE49-F238E27FC236}">
                  <a16:creationId xmlns:a16="http://schemas.microsoft.com/office/drawing/2014/main" id="{7B0FA666-238F-0E37-6BEE-5B507DC17AB2}"/>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7" name="Isosceles Triangle 648">
              <a:extLst>
                <a:ext uri="{FF2B5EF4-FFF2-40B4-BE49-F238E27FC236}">
                  <a16:creationId xmlns:a16="http://schemas.microsoft.com/office/drawing/2014/main" id="{E23692C7-A0CF-3F88-82E4-F7020D4DF4C7}"/>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C3922EED-C3AD-A27F-2388-F1FF20FDC2EC}"/>
              </a:ext>
            </a:extLst>
          </p:cNvPr>
          <p:cNvGrpSpPr/>
          <p:nvPr/>
        </p:nvGrpSpPr>
        <p:grpSpPr>
          <a:xfrm>
            <a:off x="8808526" y="4416261"/>
            <a:ext cx="721206" cy="609701"/>
            <a:chOff x="8808526" y="4416261"/>
            <a:chExt cx="721206" cy="609701"/>
          </a:xfrm>
        </p:grpSpPr>
        <p:sp>
          <p:nvSpPr>
            <p:cNvPr id="549" name="Rectangle 548">
              <a:hlinkHover r:id="" action="ppaction://noaction" highlightClick="1"/>
              <a:extLst>
                <a:ext uri="{FF2B5EF4-FFF2-40B4-BE49-F238E27FC236}">
                  <a16:creationId xmlns:a16="http://schemas.microsoft.com/office/drawing/2014/main" id="{91729C1D-E84D-44F4-8076-C4D40ABF6CE4}"/>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50" name="Oval 549">
              <a:extLst>
                <a:ext uri="{FF2B5EF4-FFF2-40B4-BE49-F238E27FC236}">
                  <a16:creationId xmlns:a16="http://schemas.microsoft.com/office/drawing/2014/main" id="{E72FF983-5A70-D0E6-4805-8276A68BE306}"/>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1" name="Isosceles Triangle 648">
              <a:extLst>
                <a:ext uri="{FF2B5EF4-FFF2-40B4-BE49-F238E27FC236}">
                  <a16:creationId xmlns:a16="http://schemas.microsoft.com/office/drawing/2014/main" id="{28CF155A-8F15-6ED4-C9C9-9B548D4610A3}"/>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2" name="Group 551">
            <a:extLst>
              <a:ext uri="{FF2B5EF4-FFF2-40B4-BE49-F238E27FC236}">
                <a16:creationId xmlns:a16="http://schemas.microsoft.com/office/drawing/2014/main" id="{F3C4666F-1FD5-BD01-1027-3A08E8FE769E}"/>
              </a:ext>
            </a:extLst>
          </p:cNvPr>
          <p:cNvGrpSpPr/>
          <p:nvPr/>
        </p:nvGrpSpPr>
        <p:grpSpPr>
          <a:xfrm>
            <a:off x="10509579" y="5141013"/>
            <a:ext cx="721206" cy="609701"/>
            <a:chOff x="10509579" y="5141013"/>
            <a:chExt cx="721206" cy="609701"/>
          </a:xfrm>
        </p:grpSpPr>
        <p:sp>
          <p:nvSpPr>
            <p:cNvPr id="553" name="Rectangle 552">
              <a:hlinkHover r:id="" action="ppaction://noaction" highlightClick="1"/>
              <a:extLst>
                <a:ext uri="{FF2B5EF4-FFF2-40B4-BE49-F238E27FC236}">
                  <a16:creationId xmlns:a16="http://schemas.microsoft.com/office/drawing/2014/main" id="{7D6E4DB2-9840-1396-7F5B-6F46F8D0616A}"/>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54" name="Oval 553">
              <a:extLst>
                <a:ext uri="{FF2B5EF4-FFF2-40B4-BE49-F238E27FC236}">
                  <a16:creationId xmlns:a16="http://schemas.microsoft.com/office/drawing/2014/main" id="{F46A00F6-D537-2D08-8829-0CC0AB0AD2E2}"/>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5" name="Isosceles Triangle 648">
              <a:extLst>
                <a:ext uri="{FF2B5EF4-FFF2-40B4-BE49-F238E27FC236}">
                  <a16:creationId xmlns:a16="http://schemas.microsoft.com/office/drawing/2014/main" id="{8A86D92D-2DBE-BF9A-6CD0-7ABF6C5E1579}"/>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6" name="Group 555">
            <a:extLst>
              <a:ext uri="{FF2B5EF4-FFF2-40B4-BE49-F238E27FC236}">
                <a16:creationId xmlns:a16="http://schemas.microsoft.com/office/drawing/2014/main" id="{410B1639-D959-DF7E-47DC-FDBF8DA171BA}"/>
              </a:ext>
            </a:extLst>
          </p:cNvPr>
          <p:cNvGrpSpPr/>
          <p:nvPr/>
        </p:nvGrpSpPr>
        <p:grpSpPr>
          <a:xfrm>
            <a:off x="9651076" y="5143367"/>
            <a:ext cx="721206" cy="609701"/>
            <a:chOff x="9651076" y="5143367"/>
            <a:chExt cx="721206" cy="609701"/>
          </a:xfrm>
        </p:grpSpPr>
        <p:sp>
          <p:nvSpPr>
            <p:cNvPr id="557" name="Rectangle 556">
              <a:hlinkHover r:id="" action="ppaction://noaction" highlightClick="1"/>
              <a:extLst>
                <a:ext uri="{FF2B5EF4-FFF2-40B4-BE49-F238E27FC236}">
                  <a16:creationId xmlns:a16="http://schemas.microsoft.com/office/drawing/2014/main" id="{ABF17816-016A-ABCE-017B-0D51BC65FBD9}"/>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58" name="Oval 557">
              <a:extLst>
                <a:ext uri="{FF2B5EF4-FFF2-40B4-BE49-F238E27FC236}">
                  <a16:creationId xmlns:a16="http://schemas.microsoft.com/office/drawing/2014/main" id="{69E88616-58C5-AE42-3CDE-85D41FBFE42E}"/>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9" name="Isosceles Triangle 648">
              <a:extLst>
                <a:ext uri="{FF2B5EF4-FFF2-40B4-BE49-F238E27FC236}">
                  <a16:creationId xmlns:a16="http://schemas.microsoft.com/office/drawing/2014/main" id="{146F657B-836F-55AC-4AD4-021CB70A5D0F}"/>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0" name="Group 559">
            <a:extLst>
              <a:ext uri="{FF2B5EF4-FFF2-40B4-BE49-F238E27FC236}">
                <a16:creationId xmlns:a16="http://schemas.microsoft.com/office/drawing/2014/main" id="{E5DDC456-AD99-AEA8-87AE-A6951C5D731D}"/>
              </a:ext>
            </a:extLst>
          </p:cNvPr>
          <p:cNvGrpSpPr/>
          <p:nvPr/>
        </p:nvGrpSpPr>
        <p:grpSpPr>
          <a:xfrm>
            <a:off x="9657612" y="3698231"/>
            <a:ext cx="721206" cy="609701"/>
            <a:chOff x="9657612" y="3698231"/>
            <a:chExt cx="721206" cy="609701"/>
          </a:xfrm>
        </p:grpSpPr>
        <p:sp>
          <p:nvSpPr>
            <p:cNvPr id="561" name="Rectangle 560">
              <a:hlinkHover r:id="" action="ppaction://noaction" highlightClick="1"/>
              <a:extLst>
                <a:ext uri="{FF2B5EF4-FFF2-40B4-BE49-F238E27FC236}">
                  <a16:creationId xmlns:a16="http://schemas.microsoft.com/office/drawing/2014/main" id="{3AEB2F7D-8E01-9860-8E1B-754BAB4B32B9}"/>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62" name="Oval 561">
              <a:extLst>
                <a:ext uri="{FF2B5EF4-FFF2-40B4-BE49-F238E27FC236}">
                  <a16:creationId xmlns:a16="http://schemas.microsoft.com/office/drawing/2014/main" id="{F8E25C75-3B45-D037-7120-E08FF1DD20D6}"/>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3" name="Isosceles Triangle 648">
              <a:extLst>
                <a:ext uri="{FF2B5EF4-FFF2-40B4-BE49-F238E27FC236}">
                  <a16:creationId xmlns:a16="http://schemas.microsoft.com/office/drawing/2014/main" id="{C1C548F9-AEBD-BF47-FECA-D676CDFC96BC}"/>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4" name="Group 563">
            <a:extLst>
              <a:ext uri="{FF2B5EF4-FFF2-40B4-BE49-F238E27FC236}">
                <a16:creationId xmlns:a16="http://schemas.microsoft.com/office/drawing/2014/main" id="{EF013D73-CB78-7876-13AC-42301DBD0780}"/>
              </a:ext>
            </a:extLst>
          </p:cNvPr>
          <p:cNvGrpSpPr/>
          <p:nvPr/>
        </p:nvGrpSpPr>
        <p:grpSpPr>
          <a:xfrm>
            <a:off x="10506928" y="3698227"/>
            <a:ext cx="721206" cy="609701"/>
            <a:chOff x="10506928" y="3698227"/>
            <a:chExt cx="721206" cy="609701"/>
          </a:xfrm>
        </p:grpSpPr>
        <p:sp>
          <p:nvSpPr>
            <p:cNvPr id="565" name="Rectangle 564">
              <a:hlinkHover r:id="" action="ppaction://noaction" highlightClick="1"/>
              <a:extLst>
                <a:ext uri="{FF2B5EF4-FFF2-40B4-BE49-F238E27FC236}">
                  <a16:creationId xmlns:a16="http://schemas.microsoft.com/office/drawing/2014/main" id="{FB1D0C75-03A7-7EF6-7BA9-9E8EFAAE0D75}"/>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66" name="Oval 565">
              <a:extLst>
                <a:ext uri="{FF2B5EF4-FFF2-40B4-BE49-F238E27FC236}">
                  <a16:creationId xmlns:a16="http://schemas.microsoft.com/office/drawing/2014/main" id="{7FBA188F-F8AE-0CF5-A014-2CE043FE6893}"/>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7" name="Isosceles Triangle 648">
              <a:extLst>
                <a:ext uri="{FF2B5EF4-FFF2-40B4-BE49-F238E27FC236}">
                  <a16:creationId xmlns:a16="http://schemas.microsoft.com/office/drawing/2014/main" id="{AD1A237E-B045-6D22-218B-C4F6D07C3307}"/>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8" name="Group 567">
            <a:extLst>
              <a:ext uri="{FF2B5EF4-FFF2-40B4-BE49-F238E27FC236}">
                <a16:creationId xmlns:a16="http://schemas.microsoft.com/office/drawing/2014/main" id="{CA0461ED-589C-35EB-5F58-BE96143BA49D}"/>
              </a:ext>
            </a:extLst>
          </p:cNvPr>
          <p:cNvGrpSpPr/>
          <p:nvPr/>
        </p:nvGrpSpPr>
        <p:grpSpPr>
          <a:xfrm>
            <a:off x="8808417" y="5135710"/>
            <a:ext cx="721206" cy="609701"/>
            <a:chOff x="8808417" y="5135710"/>
            <a:chExt cx="721206" cy="609701"/>
          </a:xfrm>
        </p:grpSpPr>
        <p:sp>
          <p:nvSpPr>
            <p:cNvPr id="569" name="Rectangle 568">
              <a:hlinkHover r:id="" action="ppaction://noaction" highlightClick="1"/>
              <a:extLst>
                <a:ext uri="{FF2B5EF4-FFF2-40B4-BE49-F238E27FC236}">
                  <a16:creationId xmlns:a16="http://schemas.microsoft.com/office/drawing/2014/main" id="{361A378A-35E4-2D8B-3908-5E258DA92DE8}"/>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70" name="Oval 569">
              <a:extLst>
                <a:ext uri="{FF2B5EF4-FFF2-40B4-BE49-F238E27FC236}">
                  <a16:creationId xmlns:a16="http://schemas.microsoft.com/office/drawing/2014/main" id="{E5A20BF3-AFB3-EEB8-3FEA-4784D9BEA5A9}"/>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1" name="Isosceles Triangle 648">
              <a:extLst>
                <a:ext uri="{FF2B5EF4-FFF2-40B4-BE49-F238E27FC236}">
                  <a16:creationId xmlns:a16="http://schemas.microsoft.com/office/drawing/2014/main" id="{9D14F683-C0F1-2D03-A4BC-10635F20AF3C}"/>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6" name="Group 585">
            <a:extLst>
              <a:ext uri="{FF2B5EF4-FFF2-40B4-BE49-F238E27FC236}">
                <a16:creationId xmlns:a16="http://schemas.microsoft.com/office/drawing/2014/main" id="{672755EB-CF0A-087D-749C-F8F92EB2A293}"/>
              </a:ext>
            </a:extLst>
          </p:cNvPr>
          <p:cNvGrpSpPr/>
          <p:nvPr/>
        </p:nvGrpSpPr>
        <p:grpSpPr>
          <a:xfrm>
            <a:off x="7957572" y="1532276"/>
            <a:ext cx="721206" cy="609701"/>
            <a:chOff x="7957572" y="1532276"/>
            <a:chExt cx="721206" cy="609701"/>
          </a:xfrm>
        </p:grpSpPr>
        <p:sp>
          <p:nvSpPr>
            <p:cNvPr id="587" name="Rectangle 586">
              <a:hlinkHover r:id="" action="ppaction://noaction" highlightClick="1"/>
              <a:extLst>
                <a:ext uri="{FF2B5EF4-FFF2-40B4-BE49-F238E27FC236}">
                  <a16:creationId xmlns:a16="http://schemas.microsoft.com/office/drawing/2014/main" id="{C2BE7CE3-0A83-DA42-AAE0-284B1181A3BC}"/>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88" name="Rectangle 587">
              <a:extLst>
                <a:ext uri="{FF2B5EF4-FFF2-40B4-BE49-F238E27FC236}">
                  <a16:creationId xmlns:a16="http://schemas.microsoft.com/office/drawing/2014/main" id="{B44C7769-9332-EFAF-194B-801BB14DCBF4}"/>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9" name="Oval 15">
              <a:extLst>
                <a:ext uri="{FF2B5EF4-FFF2-40B4-BE49-F238E27FC236}">
                  <a16:creationId xmlns:a16="http://schemas.microsoft.com/office/drawing/2014/main" id="{457983C8-A773-37DC-E0CA-835DBD314465}"/>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90" name="Straight Connector 589">
              <a:extLst>
                <a:ext uri="{FF2B5EF4-FFF2-40B4-BE49-F238E27FC236}">
                  <a16:creationId xmlns:a16="http://schemas.microsoft.com/office/drawing/2014/main" id="{4F860A95-D62D-BBCB-AC70-7610692792B2}"/>
                </a:ext>
              </a:extLst>
            </p:cNvPr>
            <p:cNvCxnSpPr>
              <a:cxnSpLocks/>
              <a:stCxn id="589"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1" name="Straight Connector 590">
              <a:extLst>
                <a:ext uri="{FF2B5EF4-FFF2-40B4-BE49-F238E27FC236}">
                  <a16:creationId xmlns:a16="http://schemas.microsoft.com/office/drawing/2014/main" id="{6EA71030-B23D-EA61-5072-33E803A47583}"/>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92" name="Group 591">
            <a:extLst>
              <a:ext uri="{FF2B5EF4-FFF2-40B4-BE49-F238E27FC236}">
                <a16:creationId xmlns:a16="http://schemas.microsoft.com/office/drawing/2014/main" id="{0A7CBC55-E08C-682C-F671-1C79C0D4D99C}"/>
              </a:ext>
            </a:extLst>
          </p:cNvPr>
          <p:cNvGrpSpPr/>
          <p:nvPr/>
        </p:nvGrpSpPr>
        <p:grpSpPr>
          <a:xfrm>
            <a:off x="9656904" y="1532276"/>
            <a:ext cx="721206" cy="609701"/>
            <a:chOff x="9656904" y="1532276"/>
            <a:chExt cx="721206" cy="609701"/>
          </a:xfrm>
        </p:grpSpPr>
        <p:sp>
          <p:nvSpPr>
            <p:cNvPr id="593" name="Rectangle 592">
              <a:extLst>
                <a:ext uri="{FF2B5EF4-FFF2-40B4-BE49-F238E27FC236}">
                  <a16:creationId xmlns:a16="http://schemas.microsoft.com/office/drawing/2014/main" id="{F0701E87-98EE-9639-EC67-F959EADB782F}"/>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94" name="Rectangle 593">
              <a:extLst>
                <a:ext uri="{FF2B5EF4-FFF2-40B4-BE49-F238E27FC236}">
                  <a16:creationId xmlns:a16="http://schemas.microsoft.com/office/drawing/2014/main" id="{B53CE458-6373-A4B2-EBB9-7EA2F4477FE2}"/>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5" name="Oval 15">
              <a:extLst>
                <a:ext uri="{FF2B5EF4-FFF2-40B4-BE49-F238E27FC236}">
                  <a16:creationId xmlns:a16="http://schemas.microsoft.com/office/drawing/2014/main" id="{20414263-FF44-1928-4C4F-8E98E4578F74}"/>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96" name="Straight Connector 595">
              <a:extLst>
                <a:ext uri="{FF2B5EF4-FFF2-40B4-BE49-F238E27FC236}">
                  <a16:creationId xmlns:a16="http://schemas.microsoft.com/office/drawing/2014/main" id="{7AA46B10-5B60-969A-1C69-A620D0F18314}"/>
                </a:ext>
              </a:extLst>
            </p:cNvPr>
            <p:cNvCxnSpPr>
              <a:cxnSpLocks/>
              <a:stCxn id="595"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7" name="Straight Connector 596">
              <a:extLst>
                <a:ext uri="{FF2B5EF4-FFF2-40B4-BE49-F238E27FC236}">
                  <a16:creationId xmlns:a16="http://schemas.microsoft.com/office/drawing/2014/main" id="{85B941F3-7794-14A2-F4B0-A75C63AD25B7}"/>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6" name="Group 625">
            <a:extLst>
              <a:ext uri="{FF2B5EF4-FFF2-40B4-BE49-F238E27FC236}">
                <a16:creationId xmlns:a16="http://schemas.microsoft.com/office/drawing/2014/main" id="{C972E762-8B4E-00CB-25A7-841768B3BF83}"/>
              </a:ext>
            </a:extLst>
          </p:cNvPr>
          <p:cNvGrpSpPr/>
          <p:nvPr/>
        </p:nvGrpSpPr>
        <p:grpSpPr>
          <a:xfrm>
            <a:off x="11356242" y="811556"/>
            <a:ext cx="721206" cy="609701"/>
            <a:chOff x="11356242" y="811556"/>
            <a:chExt cx="721206" cy="609701"/>
          </a:xfrm>
        </p:grpSpPr>
        <p:sp>
          <p:nvSpPr>
            <p:cNvPr id="627" name="Rectangle 626">
              <a:hlinkHover r:id="" action="ppaction://noaction" highlightClick="1"/>
              <a:extLst>
                <a:ext uri="{FF2B5EF4-FFF2-40B4-BE49-F238E27FC236}">
                  <a16:creationId xmlns:a16="http://schemas.microsoft.com/office/drawing/2014/main" id="{3C92CFCB-C6E7-C081-5751-DF3595785850}"/>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28" name="Oval 627">
              <a:extLst>
                <a:ext uri="{FF2B5EF4-FFF2-40B4-BE49-F238E27FC236}">
                  <a16:creationId xmlns:a16="http://schemas.microsoft.com/office/drawing/2014/main" id="{738F51B1-20A4-8B72-59E6-CCDEDEB1CAD1}"/>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9" name="Isosceles Triangle 648">
              <a:extLst>
                <a:ext uri="{FF2B5EF4-FFF2-40B4-BE49-F238E27FC236}">
                  <a16:creationId xmlns:a16="http://schemas.microsoft.com/office/drawing/2014/main" id="{FFA4E9E0-CFBA-6621-F183-EB3CD3FAB6A2}"/>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0" name="Group 629">
            <a:extLst>
              <a:ext uri="{FF2B5EF4-FFF2-40B4-BE49-F238E27FC236}">
                <a16:creationId xmlns:a16="http://schemas.microsoft.com/office/drawing/2014/main" id="{B788E4D5-2815-55C7-AC35-0F38486B8940}"/>
              </a:ext>
            </a:extLst>
          </p:cNvPr>
          <p:cNvGrpSpPr/>
          <p:nvPr/>
        </p:nvGrpSpPr>
        <p:grpSpPr>
          <a:xfrm>
            <a:off x="8807249" y="811555"/>
            <a:ext cx="721206" cy="609701"/>
            <a:chOff x="8807249" y="811555"/>
            <a:chExt cx="721206" cy="609701"/>
          </a:xfrm>
        </p:grpSpPr>
        <p:sp>
          <p:nvSpPr>
            <p:cNvPr id="631" name="Rectangle 630">
              <a:hlinkHover r:id="" action="ppaction://noaction" highlightClick="1"/>
              <a:extLst>
                <a:ext uri="{FF2B5EF4-FFF2-40B4-BE49-F238E27FC236}">
                  <a16:creationId xmlns:a16="http://schemas.microsoft.com/office/drawing/2014/main" id="{537512D2-601B-70AF-AA96-F2BFF59297BA}"/>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32" name="Diamond 631">
              <a:extLst>
                <a:ext uri="{FF2B5EF4-FFF2-40B4-BE49-F238E27FC236}">
                  <a16:creationId xmlns:a16="http://schemas.microsoft.com/office/drawing/2014/main" id="{724F9820-715C-199C-0509-BD14B1891B98}"/>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3" name="Oval 632">
              <a:extLst>
                <a:ext uri="{FF2B5EF4-FFF2-40B4-BE49-F238E27FC236}">
                  <a16:creationId xmlns:a16="http://schemas.microsoft.com/office/drawing/2014/main" id="{2121ADC3-05EF-DEF5-6DF2-EFECB84DB471}"/>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4" name="Group 633">
            <a:extLst>
              <a:ext uri="{FF2B5EF4-FFF2-40B4-BE49-F238E27FC236}">
                <a16:creationId xmlns:a16="http://schemas.microsoft.com/office/drawing/2014/main" id="{97980C46-120B-1CFB-AFBC-6ED184A87C91}"/>
              </a:ext>
            </a:extLst>
          </p:cNvPr>
          <p:cNvGrpSpPr/>
          <p:nvPr/>
        </p:nvGrpSpPr>
        <p:grpSpPr>
          <a:xfrm>
            <a:off x="8808419" y="3705986"/>
            <a:ext cx="721206" cy="609701"/>
            <a:chOff x="8808419" y="3705986"/>
            <a:chExt cx="721206" cy="609701"/>
          </a:xfrm>
        </p:grpSpPr>
        <p:sp>
          <p:nvSpPr>
            <p:cNvPr id="635" name="Rectangle 634">
              <a:hlinkHover r:id="" action="ppaction://noaction" highlightClick="1"/>
              <a:extLst>
                <a:ext uri="{FF2B5EF4-FFF2-40B4-BE49-F238E27FC236}">
                  <a16:creationId xmlns:a16="http://schemas.microsoft.com/office/drawing/2014/main" id="{F382ECF8-7434-5D95-45D2-9494E64AAEAA}"/>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36" name="Oval 635">
              <a:extLst>
                <a:ext uri="{FF2B5EF4-FFF2-40B4-BE49-F238E27FC236}">
                  <a16:creationId xmlns:a16="http://schemas.microsoft.com/office/drawing/2014/main" id="{99E20E95-760B-A331-F5DB-8476C75D7402}"/>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7" name="Isosceles Triangle 648">
              <a:extLst>
                <a:ext uri="{FF2B5EF4-FFF2-40B4-BE49-F238E27FC236}">
                  <a16:creationId xmlns:a16="http://schemas.microsoft.com/office/drawing/2014/main" id="{A4FA90EA-2764-A006-B623-540629F24277}"/>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8" name="Group 637">
            <a:extLst>
              <a:ext uri="{FF2B5EF4-FFF2-40B4-BE49-F238E27FC236}">
                <a16:creationId xmlns:a16="http://schemas.microsoft.com/office/drawing/2014/main" id="{9D5082E9-493F-DBF3-4A4D-3FC7CA6D890A}"/>
              </a:ext>
            </a:extLst>
          </p:cNvPr>
          <p:cNvGrpSpPr/>
          <p:nvPr/>
        </p:nvGrpSpPr>
        <p:grpSpPr>
          <a:xfrm>
            <a:off x="431659" y="90836"/>
            <a:ext cx="721210" cy="609701"/>
            <a:chOff x="431659" y="90836"/>
            <a:chExt cx="721210" cy="609701"/>
          </a:xfrm>
        </p:grpSpPr>
        <p:sp>
          <p:nvSpPr>
            <p:cNvPr id="639" name="Rectangle 638">
              <a:extLst>
                <a:ext uri="{FF2B5EF4-FFF2-40B4-BE49-F238E27FC236}">
                  <a16:creationId xmlns:a16="http://schemas.microsoft.com/office/drawing/2014/main" id="{6EBEFF06-B78C-927E-D003-3AA92774353D}"/>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40" name="Rectangle 639">
              <a:extLst>
                <a:ext uri="{FF2B5EF4-FFF2-40B4-BE49-F238E27FC236}">
                  <a16:creationId xmlns:a16="http://schemas.microsoft.com/office/drawing/2014/main" id="{13241395-CFB6-902D-A2D4-DEAA1C372C73}"/>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1" name="Oval 15">
              <a:extLst>
                <a:ext uri="{FF2B5EF4-FFF2-40B4-BE49-F238E27FC236}">
                  <a16:creationId xmlns:a16="http://schemas.microsoft.com/office/drawing/2014/main" id="{88943643-97F7-C6F7-8ED7-06FFBDD13DF3}"/>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42" name="Straight Connector 641">
              <a:extLst>
                <a:ext uri="{FF2B5EF4-FFF2-40B4-BE49-F238E27FC236}">
                  <a16:creationId xmlns:a16="http://schemas.microsoft.com/office/drawing/2014/main" id="{ED16C9C5-FEDA-58E9-6BA4-805F720347E4}"/>
                </a:ext>
              </a:extLst>
            </p:cNvPr>
            <p:cNvCxnSpPr>
              <a:cxnSpLocks/>
              <a:stCxn id="641"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43" name="Straight Connector 642">
              <a:extLst>
                <a:ext uri="{FF2B5EF4-FFF2-40B4-BE49-F238E27FC236}">
                  <a16:creationId xmlns:a16="http://schemas.microsoft.com/office/drawing/2014/main" id="{59990515-FCF0-A1BD-68B7-D92341EC3446}"/>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44" name="Group 643">
            <a:extLst>
              <a:ext uri="{FF2B5EF4-FFF2-40B4-BE49-F238E27FC236}">
                <a16:creationId xmlns:a16="http://schemas.microsoft.com/office/drawing/2014/main" id="{50EF5E2A-9D88-143C-3E45-53CEEBB783EE}"/>
              </a:ext>
            </a:extLst>
          </p:cNvPr>
          <p:cNvGrpSpPr/>
          <p:nvPr/>
        </p:nvGrpSpPr>
        <p:grpSpPr>
          <a:xfrm>
            <a:off x="1267282" y="90836"/>
            <a:ext cx="721206" cy="609701"/>
            <a:chOff x="1267282" y="90836"/>
            <a:chExt cx="721206" cy="609701"/>
          </a:xfrm>
        </p:grpSpPr>
        <p:sp>
          <p:nvSpPr>
            <p:cNvPr id="645" name="Rectangle 644">
              <a:extLst>
                <a:ext uri="{FF2B5EF4-FFF2-40B4-BE49-F238E27FC236}">
                  <a16:creationId xmlns:a16="http://schemas.microsoft.com/office/drawing/2014/main" id="{3D93BACF-B439-FC49-D4FF-FE4D70C31A61}"/>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46" name="Rectangle 645">
              <a:extLst>
                <a:ext uri="{FF2B5EF4-FFF2-40B4-BE49-F238E27FC236}">
                  <a16:creationId xmlns:a16="http://schemas.microsoft.com/office/drawing/2014/main" id="{CA338338-19F0-93CD-7719-199042B0E1A5}"/>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7" name="Oval 15">
              <a:extLst>
                <a:ext uri="{FF2B5EF4-FFF2-40B4-BE49-F238E27FC236}">
                  <a16:creationId xmlns:a16="http://schemas.microsoft.com/office/drawing/2014/main" id="{2506D1FD-4D64-C8AF-2498-7EF2AC182C0C}"/>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48" name="Straight Connector 647">
              <a:extLst>
                <a:ext uri="{FF2B5EF4-FFF2-40B4-BE49-F238E27FC236}">
                  <a16:creationId xmlns:a16="http://schemas.microsoft.com/office/drawing/2014/main" id="{476086CB-775D-59F6-0E84-64CB395BFFA9}"/>
                </a:ext>
              </a:extLst>
            </p:cNvPr>
            <p:cNvCxnSpPr>
              <a:cxnSpLocks/>
              <a:stCxn id="647"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49" name="Straight Connector 648">
              <a:extLst>
                <a:ext uri="{FF2B5EF4-FFF2-40B4-BE49-F238E27FC236}">
                  <a16:creationId xmlns:a16="http://schemas.microsoft.com/office/drawing/2014/main" id="{23030FCE-053D-75AF-0C02-F7B83CC0574C}"/>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0" name="Group 649">
            <a:extLst>
              <a:ext uri="{FF2B5EF4-FFF2-40B4-BE49-F238E27FC236}">
                <a16:creationId xmlns:a16="http://schemas.microsoft.com/office/drawing/2014/main" id="{DBF19B3D-487F-7E64-298E-F42C23DCA618}"/>
              </a:ext>
            </a:extLst>
          </p:cNvPr>
          <p:cNvGrpSpPr/>
          <p:nvPr/>
        </p:nvGrpSpPr>
        <p:grpSpPr>
          <a:xfrm>
            <a:off x="2102907" y="90836"/>
            <a:ext cx="721206" cy="609701"/>
            <a:chOff x="2102907" y="90836"/>
            <a:chExt cx="721206" cy="609701"/>
          </a:xfrm>
        </p:grpSpPr>
        <p:sp>
          <p:nvSpPr>
            <p:cNvPr id="651" name="Rectangle 650">
              <a:extLst>
                <a:ext uri="{FF2B5EF4-FFF2-40B4-BE49-F238E27FC236}">
                  <a16:creationId xmlns:a16="http://schemas.microsoft.com/office/drawing/2014/main" id="{DA6109E2-E48E-F0A4-9BC9-8A3DBE47E9FD}"/>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52" name="Rectangle 651">
              <a:extLst>
                <a:ext uri="{FF2B5EF4-FFF2-40B4-BE49-F238E27FC236}">
                  <a16:creationId xmlns:a16="http://schemas.microsoft.com/office/drawing/2014/main" id="{FEDAF530-6FAE-D445-DAF9-37173F787A50}"/>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3" name="Oval 15">
              <a:extLst>
                <a:ext uri="{FF2B5EF4-FFF2-40B4-BE49-F238E27FC236}">
                  <a16:creationId xmlns:a16="http://schemas.microsoft.com/office/drawing/2014/main" id="{D488065F-C7C6-B0D0-A518-8ECBA3A9ED05}"/>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54" name="Straight Connector 653">
              <a:extLst>
                <a:ext uri="{FF2B5EF4-FFF2-40B4-BE49-F238E27FC236}">
                  <a16:creationId xmlns:a16="http://schemas.microsoft.com/office/drawing/2014/main" id="{0963DB94-B41E-F8AC-7ED1-68CE8698173F}"/>
                </a:ext>
              </a:extLst>
            </p:cNvPr>
            <p:cNvCxnSpPr>
              <a:cxnSpLocks/>
              <a:stCxn id="653"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55" name="Straight Connector 654">
              <a:extLst>
                <a:ext uri="{FF2B5EF4-FFF2-40B4-BE49-F238E27FC236}">
                  <a16:creationId xmlns:a16="http://schemas.microsoft.com/office/drawing/2014/main" id="{7159177E-59F5-01E4-3A9B-5915FC6B8BC0}"/>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6" name="Group 655">
            <a:extLst>
              <a:ext uri="{FF2B5EF4-FFF2-40B4-BE49-F238E27FC236}">
                <a16:creationId xmlns:a16="http://schemas.microsoft.com/office/drawing/2014/main" id="{D903A888-B536-8AE0-C227-48A9BAE15BDD}"/>
              </a:ext>
            </a:extLst>
          </p:cNvPr>
          <p:cNvGrpSpPr/>
          <p:nvPr/>
        </p:nvGrpSpPr>
        <p:grpSpPr>
          <a:xfrm>
            <a:off x="1269626" y="4419615"/>
            <a:ext cx="721206" cy="609701"/>
            <a:chOff x="1269626" y="4419615"/>
            <a:chExt cx="721206" cy="609701"/>
          </a:xfrm>
        </p:grpSpPr>
        <p:sp>
          <p:nvSpPr>
            <p:cNvPr id="657" name="Rectangle 656">
              <a:extLst>
                <a:ext uri="{FF2B5EF4-FFF2-40B4-BE49-F238E27FC236}">
                  <a16:creationId xmlns:a16="http://schemas.microsoft.com/office/drawing/2014/main" id="{ACB1B92A-7613-2A9E-BF3C-EAE99259DEF7}"/>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58" name="Cylinder 657">
              <a:extLst>
                <a:ext uri="{FF2B5EF4-FFF2-40B4-BE49-F238E27FC236}">
                  <a16:creationId xmlns:a16="http://schemas.microsoft.com/office/drawing/2014/main" id="{D8BEA282-8DAC-8AC9-DF9B-CFBB8942A206}"/>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9" name="Group 658">
            <a:extLst>
              <a:ext uri="{FF2B5EF4-FFF2-40B4-BE49-F238E27FC236}">
                <a16:creationId xmlns:a16="http://schemas.microsoft.com/office/drawing/2014/main" id="{41D0E325-7488-C603-8DF7-524BE4CF2B04}"/>
              </a:ext>
            </a:extLst>
          </p:cNvPr>
          <p:cNvGrpSpPr/>
          <p:nvPr/>
        </p:nvGrpSpPr>
        <p:grpSpPr>
          <a:xfrm>
            <a:off x="432841" y="4419615"/>
            <a:ext cx="721206" cy="609701"/>
            <a:chOff x="432841" y="4419615"/>
            <a:chExt cx="721206" cy="609701"/>
          </a:xfrm>
        </p:grpSpPr>
        <p:sp>
          <p:nvSpPr>
            <p:cNvPr id="660" name="Rectangle 659">
              <a:extLst>
                <a:ext uri="{FF2B5EF4-FFF2-40B4-BE49-F238E27FC236}">
                  <a16:creationId xmlns:a16="http://schemas.microsoft.com/office/drawing/2014/main" id="{A498462E-C0CE-8F18-9078-F1C7273423A1}"/>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61" name="Cylinder 660">
              <a:extLst>
                <a:ext uri="{FF2B5EF4-FFF2-40B4-BE49-F238E27FC236}">
                  <a16:creationId xmlns:a16="http://schemas.microsoft.com/office/drawing/2014/main" id="{FC5C96CE-BD58-F9E6-BF66-BFC2CB2D593A}"/>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2" name="Group 661">
            <a:extLst>
              <a:ext uri="{FF2B5EF4-FFF2-40B4-BE49-F238E27FC236}">
                <a16:creationId xmlns:a16="http://schemas.microsoft.com/office/drawing/2014/main" id="{B6FEAF1C-37FD-0C21-E7B4-3E75491FE47C}"/>
              </a:ext>
            </a:extLst>
          </p:cNvPr>
          <p:cNvGrpSpPr/>
          <p:nvPr/>
        </p:nvGrpSpPr>
        <p:grpSpPr>
          <a:xfrm>
            <a:off x="1268467" y="5141008"/>
            <a:ext cx="721206" cy="609701"/>
            <a:chOff x="1268467" y="5141008"/>
            <a:chExt cx="721206" cy="609701"/>
          </a:xfrm>
        </p:grpSpPr>
        <p:sp>
          <p:nvSpPr>
            <p:cNvPr id="663" name="Rectangle 662">
              <a:extLst>
                <a:ext uri="{FF2B5EF4-FFF2-40B4-BE49-F238E27FC236}">
                  <a16:creationId xmlns:a16="http://schemas.microsoft.com/office/drawing/2014/main" id="{FD1EE64D-4A14-C40E-736A-175AF72CF697}"/>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64" name="Cylinder 663">
              <a:extLst>
                <a:ext uri="{FF2B5EF4-FFF2-40B4-BE49-F238E27FC236}">
                  <a16:creationId xmlns:a16="http://schemas.microsoft.com/office/drawing/2014/main" id="{48C0954E-1AC6-2358-FC8B-271E56DE13B3}"/>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5" name="Group 664">
            <a:extLst>
              <a:ext uri="{FF2B5EF4-FFF2-40B4-BE49-F238E27FC236}">
                <a16:creationId xmlns:a16="http://schemas.microsoft.com/office/drawing/2014/main" id="{D505D0B0-1115-A52C-0C63-C15B225881A1}"/>
              </a:ext>
            </a:extLst>
          </p:cNvPr>
          <p:cNvGrpSpPr/>
          <p:nvPr/>
        </p:nvGrpSpPr>
        <p:grpSpPr>
          <a:xfrm>
            <a:off x="431297" y="5141008"/>
            <a:ext cx="721206" cy="609701"/>
            <a:chOff x="431297" y="5141008"/>
            <a:chExt cx="721206" cy="609701"/>
          </a:xfrm>
        </p:grpSpPr>
        <p:sp>
          <p:nvSpPr>
            <p:cNvPr id="666" name="Rectangle 665">
              <a:extLst>
                <a:ext uri="{FF2B5EF4-FFF2-40B4-BE49-F238E27FC236}">
                  <a16:creationId xmlns:a16="http://schemas.microsoft.com/office/drawing/2014/main" id="{B19E74F8-C3B7-6F06-FCC4-875F5A6FB052}"/>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67" name="Cylinder 666">
              <a:extLst>
                <a:ext uri="{FF2B5EF4-FFF2-40B4-BE49-F238E27FC236}">
                  <a16:creationId xmlns:a16="http://schemas.microsoft.com/office/drawing/2014/main" id="{D733882D-8917-D383-A388-83060B20C333}"/>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96" name="Group 695">
            <a:extLst>
              <a:ext uri="{FF2B5EF4-FFF2-40B4-BE49-F238E27FC236}">
                <a16:creationId xmlns:a16="http://schemas.microsoft.com/office/drawing/2014/main" id="{61BC2EA9-4BB1-B6CD-6D0E-ADDD2A6BA248}"/>
              </a:ext>
            </a:extLst>
          </p:cNvPr>
          <p:cNvGrpSpPr/>
          <p:nvPr/>
        </p:nvGrpSpPr>
        <p:grpSpPr>
          <a:xfrm>
            <a:off x="2105710" y="3698208"/>
            <a:ext cx="721206" cy="610396"/>
            <a:chOff x="2105710" y="3698208"/>
            <a:chExt cx="721206" cy="610396"/>
          </a:xfrm>
        </p:grpSpPr>
        <p:sp>
          <p:nvSpPr>
            <p:cNvPr id="697" name="Rectangle 696">
              <a:extLst>
                <a:ext uri="{FF2B5EF4-FFF2-40B4-BE49-F238E27FC236}">
                  <a16:creationId xmlns:a16="http://schemas.microsoft.com/office/drawing/2014/main" id="{7DCE2080-C857-7654-091A-992896C3B27A}"/>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98" name="Right Triangle 697">
              <a:extLst>
                <a:ext uri="{FF2B5EF4-FFF2-40B4-BE49-F238E27FC236}">
                  <a16:creationId xmlns:a16="http://schemas.microsoft.com/office/drawing/2014/main" id="{B8F37B1E-618E-09A8-3339-A1AED0EF1332}"/>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9" name="Group 698">
              <a:extLst>
                <a:ext uri="{FF2B5EF4-FFF2-40B4-BE49-F238E27FC236}">
                  <a16:creationId xmlns:a16="http://schemas.microsoft.com/office/drawing/2014/main" id="{69F73214-5273-A995-379B-6CA4A037BDF8}"/>
                </a:ext>
              </a:extLst>
            </p:cNvPr>
            <p:cNvGrpSpPr/>
            <p:nvPr/>
          </p:nvGrpSpPr>
          <p:grpSpPr>
            <a:xfrm>
              <a:off x="2776303" y="3704306"/>
              <a:ext cx="37817" cy="61390"/>
              <a:chOff x="3883481" y="2057400"/>
              <a:chExt cx="1608363" cy="2652031"/>
            </a:xfrm>
            <a:solidFill>
              <a:srgbClr val="A6A6A6">
                <a:alpha val="20000"/>
              </a:srgbClr>
            </a:solidFill>
          </p:grpSpPr>
          <p:sp>
            <p:nvSpPr>
              <p:cNvPr id="700" name="Oval 27">
                <a:extLst>
                  <a:ext uri="{FF2B5EF4-FFF2-40B4-BE49-F238E27FC236}">
                    <a16:creationId xmlns:a16="http://schemas.microsoft.com/office/drawing/2014/main" id="{B4D293E1-C9CE-9BC3-89C8-120634EC56F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1" name="Oval 28">
                <a:extLst>
                  <a:ext uri="{FF2B5EF4-FFF2-40B4-BE49-F238E27FC236}">
                    <a16:creationId xmlns:a16="http://schemas.microsoft.com/office/drawing/2014/main" id="{C1612C06-D198-BCC1-1027-243DB7BBCDE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2" name="Group 701">
            <a:extLst>
              <a:ext uri="{FF2B5EF4-FFF2-40B4-BE49-F238E27FC236}">
                <a16:creationId xmlns:a16="http://schemas.microsoft.com/office/drawing/2014/main" id="{800E137D-CD03-9967-B4C8-83AFF58D3CD7}"/>
              </a:ext>
            </a:extLst>
          </p:cNvPr>
          <p:cNvGrpSpPr/>
          <p:nvPr/>
        </p:nvGrpSpPr>
        <p:grpSpPr>
          <a:xfrm>
            <a:off x="3778361" y="2253333"/>
            <a:ext cx="721206" cy="609701"/>
            <a:chOff x="3778361" y="2253333"/>
            <a:chExt cx="721206" cy="609701"/>
          </a:xfrm>
        </p:grpSpPr>
        <p:sp>
          <p:nvSpPr>
            <p:cNvPr id="703" name="Rectangle 702">
              <a:extLst>
                <a:ext uri="{FF2B5EF4-FFF2-40B4-BE49-F238E27FC236}">
                  <a16:creationId xmlns:a16="http://schemas.microsoft.com/office/drawing/2014/main" id="{DD452460-B0BA-2E33-9EA3-12ADBF75C2D7}"/>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704" name="Rectangle 703">
              <a:extLst>
                <a:ext uri="{FF2B5EF4-FFF2-40B4-BE49-F238E27FC236}">
                  <a16:creationId xmlns:a16="http://schemas.microsoft.com/office/drawing/2014/main" id="{BAD6071B-844F-67EB-A7C7-E848F5385CA4}"/>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5" name="Oval 15">
              <a:extLst>
                <a:ext uri="{FF2B5EF4-FFF2-40B4-BE49-F238E27FC236}">
                  <a16:creationId xmlns:a16="http://schemas.microsoft.com/office/drawing/2014/main" id="{9B711A51-1D4C-B96C-B4EA-2FDD9808855A}"/>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06" name="Straight Connector 705">
              <a:extLst>
                <a:ext uri="{FF2B5EF4-FFF2-40B4-BE49-F238E27FC236}">
                  <a16:creationId xmlns:a16="http://schemas.microsoft.com/office/drawing/2014/main" id="{8EFDD39C-2B2C-21E3-3EE5-2642D46D4CA4}"/>
                </a:ext>
              </a:extLst>
            </p:cNvPr>
            <p:cNvCxnSpPr>
              <a:cxnSpLocks/>
              <a:stCxn id="705"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07" name="Straight Connector 706">
              <a:extLst>
                <a:ext uri="{FF2B5EF4-FFF2-40B4-BE49-F238E27FC236}">
                  <a16:creationId xmlns:a16="http://schemas.microsoft.com/office/drawing/2014/main" id="{44E438E8-82BF-E77F-AFA5-8BF5CF37F63F}"/>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08" name="Group 707">
            <a:extLst>
              <a:ext uri="{FF2B5EF4-FFF2-40B4-BE49-F238E27FC236}">
                <a16:creationId xmlns:a16="http://schemas.microsoft.com/office/drawing/2014/main" id="{9CB9ACA3-3676-8031-868E-8DB282F618CE}"/>
              </a:ext>
            </a:extLst>
          </p:cNvPr>
          <p:cNvGrpSpPr/>
          <p:nvPr/>
        </p:nvGrpSpPr>
        <p:grpSpPr>
          <a:xfrm>
            <a:off x="1268843" y="2253332"/>
            <a:ext cx="721206" cy="609701"/>
            <a:chOff x="1268843" y="2253332"/>
            <a:chExt cx="721206" cy="609701"/>
          </a:xfrm>
        </p:grpSpPr>
        <p:sp>
          <p:nvSpPr>
            <p:cNvPr id="709" name="Rectangle 708">
              <a:extLst>
                <a:ext uri="{FF2B5EF4-FFF2-40B4-BE49-F238E27FC236}">
                  <a16:creationId xmlns:a16="http://schemas.microsoft.com/office/drawing/2014/main" id="{D8F1D23F-59BD-7176-EEBD-F32CCECB48EC}"/>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710" name="Right Triangle 709">
              <a:extLst>
                <a:ext uri="{FF2B5EF4-FFF2-40B4-BE49-F238E27FC236}">
                  <a16:creationId xmlns:a16="http://schemas.microsoft.com/office/drawing/2014/main" id="{61290B87-0E5D-7425-7E52-4E75412F11D8}"/>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11" name="Group 710">
              <a:extLst>
                <a:ext uri="{FF2B5EF4-FFF2-40B4-BE49-F238E27FC236}">
                  <a16:creationId xmlns:a16="http://schemas.microsoft.com/office/drawing/2014/main" id="{ACCCE778-6101-EA3D-52BC-57B40A5A6197}"/>
                </a:ext>
              </a:extLst>
            </p:cNvPr>
            <p:cNvGrpSpPr/>
            <p:nvPr/>
          </p:nvGrpSpPr>
          <p:grpSpPr>
            <a:xfrm>
              <a:off x="1939436" y="2265731"/>
              <a:ext cx="37817" cy="61390"/>
              <a:chOff x="3883481" y="2057400"/>
              <a:chExt cx="1608363" cy="2652031"/>
            </a:xfrm>
            <a:solidFill>
              <a:srgbClr val="A6A6A6">
                <a:alpha val="20000"/>
              </a:srgbClr>
            </a:solidFill>
          </p:grpSpPr>
          <p:sp>
            <p:nvSpPr>
              <p:cNvPr id="712" name="Oval 27">
                <a:extLst>
                  <a:ext uri="{FF2B5EF4-FFF2-40B4-BE49-F238E27FC236}">
                    <a16:creationId xmlns:a16="http://schemas.microsoft.com/office/drawing/2014/main" id="{962206AB-EF03-9323-BD30-33574576424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3" name="Oval 28">
                <a:extLst>
                  <a:ext uri="{FF2B5EF4-FFF2-40B4-BE49-F238E27FC236}">
                    <a16:creationId xmlns:a16="http://schemas.microsoft.com/office/drawing/2014/main" id="{FDF4C6DE-6AD8-5698-F2DF-B945CA94FA5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14" name="Group 713">
            <a:extLst>
              <a:ext uri="{FF2B5EF4-FFF2-40B4-BE49-F238E27FC236}">
                <a16:creationId xmlns:a16="http://schemas.microsoft.com/office/drawing/2014/main" id="{225CF7BE-C72B-DC24-9587-44B365F9725E}"/>
              </a:ext>
            </a:extLst>
          </p:cNvPr>
          <p:cNvGrpSpPr/>
          <p:nvPr/>
        </p:nvGrpSpPr>
        <p:grpSpPr>
          <a:xfrm>
            <a:off x="2105351" y="2253333"/>
            <a:ext cx="721206" cy="609701"/>
            <a:chOff x="2105351" y="2253333"/>
            <a:chExt cx="721206" cy="609701"/>
          </a:xfrm>
        </p:grpSpPr>
        <p:sp>
          <p:nvSpPr>
            <p:cNvPr id="715" name="Rectangle 714">
              <a:extLst>
                <a:ext uri="{FF2B5EF4-FFF2-40B4-BE49-F238E27FC236}">
                  <a16:creationId xmlns:a16="http://schemas.microsoft.com/office/drawing/2014/main" id="{82105C7B-0BD9-791C-2655-515E430F845F}"/>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716" name="Right Triangle 715">
              <a:extLst>
                <a:ext uri="{FF2B5EF4-FFF2-40B4-BE49-F238E27FC236}">
                  <a16:creationId xmlns:a16="http://schemas.microsoft.com/office/drawing/2014/main" id="{B0399A6B-E9A1-C38E-1BEC-8039F0FC2587}"/>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17" name="Group 716">
              <a:extLst>
                <a:ext uri="{FF2B5EF4-FFF2-40B4-BE49-F238E27FC236}">
                  <a16:creationId xmlns:a16="http://schemas.microsoft.com/office/drawing/2014/main" id="{3B2C439E-3CAA-3BB9-8344-449B39BA580E}"/>
                </a:ext>
              </a:extLst>
            </p:cNvPr>
            <p:cNvGrpSpPr/>
            <p:nvPr/>
          </p:nvGrpSpPr>
          <p:grpSpPr>
            <a:xfrm>
              <a:off x="2771408" y="2265591"/>
              <a:ext cx="37817" cy="61390"/>
              <a:chOff x="3883481" y="2057400"/>
              <a:chExt cx="1608363" cy="2652031"/>
            </a:xfrm>
            <a:solidFill>
              <a:srgbClr val="A6A6A6">
                <a:alpha val="20000"/>
              </a:srgbClr>
            </a:solidFill>
          </p:grpSpPr>
          <p:sp>
            <p:nvSpPr>
              <p:cNvPr id="718" name="Oval 27">
                <a:extLst>
                  <a:ext uri="{FF2B5EF4-FFF2-40B4-BE49-F238E27FC236}">
                    <a16:creationId xmlns:a16="http://schemas.microsoft.com/office/drawing/2014/main" id="{76AEAD59-73E1-5848-1362-2401133E7A7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9" name="Oval 28">
                <a:extLst>
                  <a:ext uri="{FF2B5EF4-FFF2-40B4-BE49-F238E27FC236}">
                    <a16:creationId xmlns:a16="http://schemas.microsoft.com/office/drawing/2014/main" id="{C87F60DC-079F-9FC5-FE41-33F792A5A5E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0" name="Group 719">
            <a:extLst>
              <a:ext uri="{FF2B5EF4-FFF2-40B4-BE49-F238E27FC236}">
                <a16:creationId xmlns:a16="http://schemas.microsoft.com/office/drawing/2014/main" id="{E31AFF0B-594F-C103-36F4-F0D6EC4C9561}"/>
              </a:ext>
            </a:extLst>
          </p:cNvPr>
          <p:cNvGrpSpPr/>
          <p:nvPr/>
        </p:nvGrpSpPr>
        <p:grpSpPr>
          <a:xfrm>
            <a:off x="2941860" y="2253333"/>
            <a:ext cx="721206" cy="609701"/>
            <a:chOff x="2941860" y="2253333"/>
            <a:chExt cx="721206" cy="609701"/>
          </a:xfrm>
        </p:grpSpPr>
        <p:sp>
          <p:nvSpPr>
            <p:cNvPr id="721" name="Rectangle 720">
              <a:extLst>
                <a:ext uri="{FF2B5EF4-FFF2-40B4-BE49-F238E27FC236}">
                  <a16:creationId xmlns:a16="http://schemas.microsoft.com/office/drawing/2014/main" id="{4D5ADF30-067D-B482-19C5-26E1B88819A6}"/>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722" name="Right Triangle 721">
              <a:extLst>
                <a:ext uri="{FF2B5EF4-FFF2-40B4-BE49-F238E27FC236}">
                  <a16:creationId xmlns:a16="http://schemas.microsoft.com/office/drawing/2014/main" id="{38B21BF9-7333-86FF-E2F0-E1B151315E33}"/>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3" name="Group 722">
              <a:extLst>
                <a:ext uri="{FF2B5EF4-FFF2-40B4-BE49-F238E27FC236}">
                  <a16:creationId xmlns:a16="http://schemas.microsoft.com/office/drawing/2014/main" id="{361811FF-EE13-097B-D506-803F58BFAA46}"/>
                </a:ext>
              </a:extLst>
            </p:cNvPr>
            <p:cNvGrpSpPr/>
            <p:nvPr/>
          </p:nvGrpSpPr>
          <p:grpSpPr>
            <a:xfrm>
              <a:off x="3611250" y="2264969"/>
              <a:ext cx="37817" cy="61390"/>
              <a:chOff x="3883481" y="2057400"/>
              <a:chExt cx="1608363" cy="2652031"/>
            </a:xfrm>
            <a:solidFill>
              <a:srgbClr val="A6A6A6">
                <a:alpha val="20000"/>
              </a:srgbClr>
            </a:solidFill>
          </p:grpSpPr>
          <p:sp>
            <p:nvSpPr>
              <p:cNvPr id="724" name="Oval 27">
                <a:extLst>
                  <a:ext uri="{FF2B5EF4-FFF2-40B4-BE49-F238E27FC236}">
                    <a16:creationId xmlns:a16="http://schemas.microsoft.com/office/drawing/2014/main" id="{EB0E2220-F69D-77E2-7747-0034E667B7F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5" name="Oval 28">
                <a:extLst>
                  <a:ext uri="{FF2B5EF4-FFF2-40B4-BE49-F238E27FC236}">
                    <a16:creationId xmlns:a16="http://schemas.microsoft.com/office/drawing/2014/main" id="{886E3E43-F065-31DA-4A9A-B045A407974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6" name="Group 725">
            <a:extLst>
              <a:ext uri="{FF2B5EF4-FFF2-40B4-BE49-F238E27FC236}">
                <a16:creationId xmlns:a16="http://schemas.microsoft.com/office/drawing/2014/main" id="{2C5629B9-DA14-2580-204E-D86DA91D57C9}"/>
              </a:ext>
            </a:extLst>
          </p:cNvPr>
          <p:cNvGrpSpPr/>
          <p:nvPr/>
        </p:nvGrpSpPr>
        <p:grpSpPr>
          <a:xfrm>
            <a:off x="4614876" y="2253332"/>
            <a:ext cx="721206" cy="609701"/>
            <a:chOff x="4614876" y="2253332"/>
            <a:chExt cx="721206" cy="609701"/>
          </a:xfrm>
        </p:grpSpPr>
        <p:sp>
          <p:nvSpPr>
            <p:cNvPr id="727" name="Rectangle 726">
              <a:extLst>
                <a:ext uri="{FF2B5EF4-FFF2-40B4-BE49-F238E27FC236}">
                  <a16:creationId xmlns:a16="http://schemas.microsoft.com/office/drawing/2014/main" id="{962BA876-8ACA-C59A-CD9F-90D2D000EBED}"/>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28" name="Right Triangle 727">
              <a:extLst>
                <a:ext uri="{FF2B5EF4-FFF2-40B4-BE49-F238E27FC236}">
                  <a16:creationId xmlns:a16="http://schemas.microsoft.com/office/drawing/2014/main" id="{D77AA97A-48ED-85D5-5A91-D49A967EFD8E}"/>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9" name="Group 728">
              <a:extLst>
                <a:ext uri="{FF2B5EF4-FFF2-40B4-BE49-F238E27FC236}">
                  <a16:creationId xmlns:a16="http://schemas.microsoft.com/office/drawing/2014/main" id="{19A60C28-8B9A-BF9B-0474-7B392703464F}"/>
                </a:ext>
              </a:extLst>
            </p:cNvPr>
            <p:cNvGrpSpPr/>
            <p:nvPr/>
          </p:nvGrpSpPr>
          <p:grpSpPr>
            <a:xfrm>
              <a:off x="5280738" y="2264779"/>
              <a:ext cx="37817" cy="61390"/>
              <a:chOff x="3883481" y="2057400"/>
              <a:chExt cx="1608363" cy="2652031"/>
            </a:xfrm>
            <a:solidFill>
              <a:srgbClr val="A6A6A6">
                <a:alpha val="20000"/>
              </a:srgbClr>
            </a:solidFill>
          </p:grpSpPr>
          <p:sp>
            <p:nvSpPr>
              <p:cNvPr id="730" name="Oval 27">
                <a:extLst>
                  <a:ext uri="{FF2B5EF4-FFF2-40B4-BE49-F238E27FC236}">
                    <a16:creationId xmlns:a16="http://schemas.microsoft.com/office/drawing/2014/main" id="{FF8232B4-0FF0-A91A-BE8A-121E217EB8B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1" name="Oval 28">
                <a:extLst>
                  <a:ext uri="{FF2B5EF4-FFF2-40B4-BE49-F238E27FC236}">
                    <a16:creationId xmlns:a16="http://schemas.microsoft.com/office/drawing/2014/main" id="{77A2C7B2-A6AE-7A31-133D-A672EDC1B70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4" name="Group 743">
            <a:extLst>
              <a:ext uri="{FF2B5EF4-FFF2-40B4-BE49-F238E27FC236}">
                <a16:creationId xmlns:a16="http://schemas.microsoft.com/office/drawing/2014/main" id="{60950C8A-3C12-6A61-7082-7F0684FEA5CA}"/>
              </a:ext>
            </a:extLst>
          </p:cNvPr>
          <p:cNvGrpSpPr/>
          <p:nvPr/>
        </p:nvGrpSpPr>
        <p:grpSpPr>
          <a:xfrm>
            <a:off x="431659" y="2253337"/>
            <a:ext cx="721895" cy="609700"/>
            <a:chOff x="431659" y="2253337"/>
            <a:chExt cx="721895" cy="609700"/>
          </a:xfrm>
        </p:grpSpPr>
        <p:sp>
          <p:nvSpPr>
            <p:cNvPr id="745" name="Rectangle 744">
              <a:hlinkHover r:id="" action="ppaction://noaction" highlightClick="1"/>
              <a:extLst>
                <a:ext uri="{FF2B5EF4-FFF2-40B4-BE49-F238E27FC236}">
                  <a16:creationId xmlns:a16="http://schemas.microsoft.com/office/drawing/2014/main" id="{2AAF8C4B-B2A9-3A59-9B3D-2EAB400D30C3}"/>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46" name="Diamond 745">
              <a:extLst>
                <a:ext uri="{FF2B5EF4-FFF2-40B4-BE49-F238E27FC236}">
                  <a16:creationId xmlns:a16="http://schemas.microsoft.com/office/drawing/2014/main" id="{3D72C9B1-16A7-2EAF-3593-F150D677C92F}"/>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7" name="Oval 746">
              <a:extLst>
                <a:ext uri="{FF2B5EF4-FFF2-40B4-BE49-F238E27FC236}">
                  <a16:creationId xmlns:a16="http://schemas.microsoft.com/office/drawing/2014/main" id="{B630A960-76B3-8D47-A3ED-12E5B3C9535A}"/>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52" name="Group 751">
            <a:extLst>
              <a:ext uri="{FF2B5EF4-FFF2-40B4-BE49-F238E27FC236}">
                <a16:creationId xmlns:a16="http://schemas.microsoft.com/office/drawing/2014/main" id="{D5DDD4CF-4AEE-9B64-457A-F9E073A89A9A}"/>
              </a:ext>
            </a:extLst>
          </p:cNvPr>
          <p:cNvGrpSpPr/>
          <p:nvPr/>
        </p:nvGrpSpPr>
        <p:grpSpPr>
          <a:xfrm>
            <a:off x="2105348" y="1532276"/>
            <a:ext cx="721206" cy="609701"/>
            <a:chOff x="2105348" y="1532276"/>
            <a:chExt cx="721206" cy="609701"/>
          </a:xfrm>
        </p:grpSpPr>
        <p:sp>
          <p:nvSpPr>
            <p:cNvPr id="753" name="Rectangle 752">
              <a:extLst>
                <a:ext uri="{FF2B5EF4-FFF2-40B4-BE49-F238E27FC236}">
                  <a16:creationId xmlns:a16="http://schemas.microsoft.com/office/drawing/2014/main" id="{D46971ED-E016-81A8-B9CD-BE03217A550D}"/>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54" name="Rectangle 753">
              <a:extLst>
                <a:ext uri="{FF2B5EF4-FFF2-40B4-BE49-F238E27FC236}">
                  <a16:creationId xmlns:a16="http://schemas.microsoft.com/office/drawing/2014/main" id="{11D85A2B-ECB8-05F1-4EB1-E50F60B1B10A}"/>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5" name="Oval 15">
              <a:extLst>
                <a:ext uri="{FF2B5EF4-FFF2-40B4-BE49-F238E27FC236}">
                  <a16:creationId xmlns:a16="http://schemas.microsoft.com/office/drawing/2014/main" id="{7B6EF312-DB99-34AF-BAFB-F21B17AD7C32}"/>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56" name="Straight Connector 755">
              <a:extLst>
                <a:ext uri="{FF2B5EF4-FFF2-40B4-BE49-F238E27FC236}">
                  <a16:creationId xmlns:a16="http://schemas.microsoft.com/office/drawing/2014/main" id="{EB4F78E4-D0A9-F81D-E5C7-A8A85F2EE065}"/>
                </a:ext>
              </a:extLst>
            </p:cNvPr>
            <p:cNvCxnSpPr>
              <a:cxnSpLocks/>
              <a:stCxn id="755"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57" name="Straight Connector 756">
              <a:extLst>
                <a:ext uri="{FF2B5EF4-FFF2-40B4-BE49-F238E27FC236}">
                  <a16:creationId xmlns:a16="http://schemas.microsoft.com/office/drawing/2014/main" id="{D28B2457-BFBC-E519-3BE1-F056C3FF94D2}"/>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58" name="Group 757">
            <a:extLst>
              <a:ext uri="{FF2B5EF4-FFF2-40B4-BE49-F238E27FC236}">
                <a16:creationId xmlns:a16="http://schemas.microsoft.com/office/drawing/2014/main" id="{6A1CF9B9-A384-CB56-7CC2-939A492C8F90}"/>
              </a:ext>
            </a:extLst>
          </p:cNvPr>
          <p:cNvGrpSpPr/>
          <p:nvPr/>
        </p:nvGrpSpPr>
        <p:grpSpPr>
          <a:xfrm>
            <a:off x="431659" y="1532283"/>
            <a:ext cx="721891" cy="610032"/>
            <a:chOff x="431659" y="1532283"/>
            <a:chExt cx="721891" cy="610032"/>
          </a:xfrm>
        </p:grpSpPr>
        <p:sp>
          <p:nvSpPr>
            <p:cNvPr id="759" name="Rectangle 758">
              <a:extLst>
                <a:ext uri="{FF2B5EF4-FFF2-40B4-BE49-F238E27FC236}">
                  <a16:creationId xmlns:a16="http://schemas.microsoft.com/office/drawing/2014/main" id="{B58D6D8A-1493-CA52-96DF-232C7149A8C5}"/>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60" name="Right Triangle 759">
              <a:extLst>
                <a:ext uri="{FF2B5EF4-FFF2-40B4-BE49-F238E27FC236}">
                  <a16:creationId xmlns:a16="http://schemas.microsoft.com/office/drawing/2014/main" id="{F2163D94-C05E-2B74-C552-4D0F644C602C}"/>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1" name="Group 760">
              <a:extLst>
                <a:ext uri="{FF2B5EF4-FFF2-40B4-BE49-F238E27FC236}">
                  <a16:creationId xmlns:a16="http://schemas.microsoft.com/office/drawing/2014/main" id="{39393950-2174-07F5-CE8C-56BD06FAC467}"/>
                </a:ext>
              </a:extLst>
            </p:cNvPr>
            <p:cNvGrpSpPr/>
            <p:nvPr/>
          </p:nvGrpSpPr>
          <p:grpSpPr>
            <a:xfrm>
              <a:off x="1102940" y="1538374"/>
              <a:ext cx="37817" cy="61390"/>
              <a:chOff x="3883481" y="2057400"/>
              <a:chExt cx="1608363" cy="2652031"/>
            </a:xfrm>
            <a:solidFill>
              <a:srgbClr val="A6A6A6">
                <a:alpha val="20000"/>
              </a:srgbClr>
            </a:solidFill>
          </p:grpSpPr>
          <p:sp>
            <p:nvSpPr>
              <p:cNvPr id="762" name="Oval 27">
                <a:extLst>
                  <a:ext uri="{FF2B5EF4-FFF2-40B4-BE49-F238E27FC236}">
                    <a16:creationId xmlns:a16="http://schemas.microsoft.com/office/drawing/2014/main" id="{55E68394-C823-4F0C-E0D7-4D84A3684C4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3" name="Oval 28">
                <a:extLst>
                  <a:ext uri="{FF2B5EF4-FFF2-40B4-BE49-F238E27FC236}">
                    <a16:creationId xmlns:a16="http://schemas.microsoft.com/office/drawing/2014/main" id="{47D92C00-E2CE-D137-C625-E4099EB78DF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6" name="Group 775">
            <a:extLst>
              <a:ext uri="{FF2B5EF4-FFF2-40B4-BE49-F238E27FC236}">
                <a16:creationId xmlns:a16="http://schemas.microsoft.com/office/drawing/2014/main" id="{9C345DA9-6F60-E9F4-53F3-0672168311ED}"/>
              </a:ext>
            </a:extLst>
          </p:cNvPr>
          <p:cNvGrpSpPr/>
          <p:nvPr/>
        </p:nvGrpSpPr>
        <p:grpSpPr>
          <a:xfrm>
            <a:off x="5454379" y="2974054"/>
            <a:ext cx="721206" cy="649846"/>
            <a:chOff x="5454379" y="2974054"/>
            <a:chExt cx="721206" cy="649846"/>
          </a:xfrm>
        </p:grpSpPr>
        <p:sp>
          <p:nvSpPr>
            <p:cNvPr id="777" name="Rectangle 776">
              <a:extLst>
                <a:ext uri="{FF2B5EF4-FFF2-40B4-BE49-F238E27FC236}">
                  <a16:creationId xmlns:a16="http://schemas.microsoft.com/office/drawing/2014/main" id="{B467D018-A577-50B1-C117-0B3835126C39}"/>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78" name="Rectangle 777">
              <a:extLst>
                <a:ext uri="{FF2B5EF4-FFF2-40B4-BE49-F238E27FC236}">
                  <a16:creationId xmlns:a16="http://schemas.microsoft.com/office/drawing/2014/main" id="{A4CDD268-E614-A4E6-757B-7D413A299E48}"/>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9" name="Oval 15">
              <a:extLst>
                <a:ext uri="{FF2B5EF4-FFF2-40B4-BE49-F238E27FC236}">
                  <a16:creationId xmlns:a16="http://schemas.microsoft.com/office/drawing/2014/main" id="{F4709B76-3EB4-2A15-6F73-C2AB8F52E816}"/>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80" name="Straight Connector 779">
              <a:extLst>
                <a:ext uri="{FF2B5EF4-FFF2-40B4-BE49-F238E27FC236}">
                  <a16:creationId xmlns:a16="http://schemas.microsoft.com/office/drawing/2014/main" id="{EAC6E235-2ADD-95CD-16A9-6B012120160A}"/>
                </a:ext>
              </a:extLst>
            </p:cNvPr>
            <p:cNvCxnSpPr>
              <a:cxnSpLocks/>
              <a:stCxn id="779"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81" name="Straight Connector 780">
              <a:extLst>
                <a:ext uri="{FF2B5EF4-FFF2-40B4-BE49-F238E27FC236}">
                  <a16:creationId xmlns:a16="http://schemas.microsoft.com/office/drawing/2014/main" id="{A2393CB5-D45E-E93B-2B18-87718EA8AB65}"/>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82" name="Group 781">
            <a:extLst>
              <a:ext uri="{FF2B5EF4-FFF2-40B4-BE49-F238E27FC236}">
                <a16:creationId xmlns:a16="http://schemas.microsoft.com/office/drawing/2014/main" id="{F8638B65-987D-F76B-EA73-DAD667EA9EE8}"/>
              </a:ext>
            </a:extLst>
          </p:cNvPr>
          <p:cNvGrpSpPr/>
          <p:nvPr/>
        </p:nvGrpSpPr>
        <p:grpSpPr>
          <a:xfrm>
            <a:off x="431659" y="2974054"/>
            <a:ext cx="721891" cy="609701"/>
            <a:chOff x="431659" y="2974054"/>
            <a:chExt cx="721891" cy="609701"/>
          </a:xfrm>
        </p:grpSpPr>
        <p:sp>
          <p:nvSpPr>
            <p:cNvPr id="783" name="Rectangle 782">
              <a:extLst>
                <a:ext uri="{FF2B5EF4-FFF2-40B4-BE49-F238E27FC236}">
                  <a16:creationId xmlns:a16="http://schemas.microsoft.com/office/drawing/2014/main" id="{C85AFD04-DE7A-FEF8-450C-1F14E61B0813}"/>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84" name="Right Triangle 783">
              <a:extLst>
                <a:ext uri="{FF2B5EF4-FFF2-40B4-BE49-F238E27FC236}">
                  <a16:creationId xmlns:a16="http://schemas.microsoft.com/office/drawing/2014/main" id="{B54D1257-7BDB-AB53-7DF6-1CB5EB0ABEAE}"/>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5" name="Group 784">
              <a:extLst>
                <a:ext uri="{FF2B5EF4-FFF2-40B4-BE49-F238E27FC236}">
                  <a16:creationId xmlns:a16="http://schemas.microsoft.com/office/drawing/2014/main" id="{CB499D59-10BE-1A46-406E-EC76175666D4}"/>
                </a:ext>
              </a:extLst>
            </p:cNvPr>
            <p:cNvGrpSpPr/>
            <p:nvPr/>
          </p:nvGrpSpPr>
          <p:grpSpPr>
            <a:xfrm>
              <a:off x="1102940" y="2981762"/>
              <a:ext cx="37817" cy="61390"/>
              <a:chOff x="3883481" y="2057400"/>
              <a:chExt cx="1608363" cy="2652031"/>
            </a:xfrm>
            <a:solidFill>
              <a:srgbClr val="A6A6A6">
                <a:alpha val="20000"/>
              </a:srgbClr>
            </a:solidFill>
          </p:grpSpPr>
          <p:sp>
            <p:nvSpPr>
              <p:cNvPr id="786" name="Oval 27">
                <a:extLst>
                  <a:ext uri="{FF2B5EF4-FFF2-40B4-BE49-F238E27FC236}">
                    <a16:creationId xmlns:a16="http://schemas.microsoft.com/office/drawing/2014/main" id="{B22ABD7E-A698-1D3E-A0A2-F4461CEBCB2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7" name="Oval 28">
                <a:extLst>
                  <a:ext uri="{FF2B5EF4-FFF2-40B4-BE49-F238E27FC236}">
                    <a16:creationId xmlns:a16="http://schemas.microsoft.com/office/drawing/2014/main" id="{C1074D5E-1E3F-75E3-E95C-DC73105D0BF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0" name="Group 799">
            <a:extLst>
              <a:ext uri="{FF2B5EF4-FFF2-40B4-BE49-F238E27FC236}">
                <a16:creationId xmlns:a16="http://schemas.microsoft.com/office/drawing/2014/main" id="{D97B6B82-8E6A-843E-7AC2-C721339980A3}"/>
              </a:ext>
            </a:extLst>
          </p:cNvPr>
          <p:cNvGrpSpPr/>
          <p:nvPr/>
        </p:nvGrpSpPr>
        <p:grpSpPr>
          <a:xfrm>
            <a:off x="1268380" y="2974053"/>
            <a:ext cx="721206" cy="609701"/>
            <a:chOff x="1268380" y="2974053"/>
            <a:chExt cx="721206" cy="609701"/>
          </a:xfrm>
        </p:grpSpPr>
        <p:sp>
          <p:nvSpPr>
            <p:cNvPr id="801" name="Rectangle 800">
              <a:extLst>
                <a:ext uri="{FF2B5EF4-FFF2-40B4-BE49-F238E27FC236}">
                  <a16:creationId xmlns:a16="http://schemas.microsoft.com/office/drawing/2014/main" id="{9458A858-D9D6-5560-B91A-3F16F55D109F}"/>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802" name="Right Triangle 801">
              <a:extLst>
                <a:ext uri="{FF2B5EF4-FFF2-40B4-BE49-F238E27FC236}">
                  <a16:creationId xmlns:a16="http://schemas.microsoft.com/office/drawing/2014/main" id="{A7399053-F588-BC93-EAF9-B046D1A195A8}"/>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3" name="Group 802">
              <a:extLst>
                <a:ext uri="{FF2B5EF4-FFF2-40B4-BE49-F238E27FC236}">
                  <a16:creationId xmlns:a16="http://schemas.microsoft.com/office/drawing/2014/main" id="{201D88F6-7670-EE05-3541-FDE693FA615B}"/>
                </a:ext>
              </a:extLst>
            </p:cNvPr>
            <p:cNvGrpSpPr/>
            <p:nvPr/>
          </p:nvGrpSpPr>
          <p:grpSpPr>
            <a:xfrm>
              <a:off x="1938973" y="2986452"/>
              <a:ext cx="37817" cy="61390"/>
              <a:chOff x="3883481" y="2057400"/>
              <a:chExt cx="1608363" cy="2652031"/>
            </a:xfrm>
            <a:solidFill>
              <a:srgbClr val="A6A6A6">
                <a:alpha val="20000"/>
              </a:srgbClr>
            </a:solidFill>
          </p:grpSpPr>
          <p:sp>
            <p:nvSpPr>
              <p:cNvPr id="804" name="Oval 27">
                <a:extLst>
                  <a:ext uri="{FF2B5EF4-FFF2-40B4-BE49-F238E27FC236}">
                    <a16:creationId xmlns:a16="http://schemas.microsoft.com/office/drawing/2014/main" id="{573948A7-6B05-3CA9-1A21-03357B291F8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5" name="Oval 28">
                <a:extLst>
                  <a:ext uri="{FF2B5EF4-FFF2-40B4-BE49-F238E27FC236}">
                    <a16:creationId xmlns:a16="http://schemas.microsoft.com/office/drawing/2014/main" id="{B359C32A-D33D-3F70-6E22-6AA4CC8EF2D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6" name="Group 805">
            <a:extLst>
              <a:ext uri="{FF2B5EF4-FFF2-40B4-BE49-F238E27FC236}">
                <a16:creationId xmlns:a16="http://schemas.microsoft.com/office/drawing/2014/main" id="{1B99F689-592C-0C63-E170-842B5F83CD51}"/>
              </a:ext>
            </a:extLst>
          </p:cNvPr>
          <p:cNvGrpSpPr/>
          <p:nvPr/>
        </p:nvGrpSpPr>
        <p:grpSpPr>
          <a:xfrm>
            <a:off x="2938534" y="811556"/>
            <a:ext cx="721206" cy="609701"/>
            <a:chOff x="2938534" y="811556"/>
            <a:chExt cx="721206" cy="609701"/>
          </a:xfrm>
        </p:grpSpPr>
        <p:sp>
          <p:nvSpPr>
            <p:cNvPr id="807" name="Rectangle 806">
              <a:extLst>
                <a:ext uri="{FF2B5EF4-FFF2-40B4-BE49-F238E27FC236}">
                  <a16:creationId xmlns:a16="http://schemas.microsoft.com/office/drawing/2014/main" id="{A3A85C15-232B-11CB-4B27-8878D843A62C}"/>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808" name="Rectangle 807">
              <a:extLst>
                <a:ext uri="{FF2B5EF4-FFF2-40B4-BE49-F238E27FC236}">
                  <a16:creationId xmlns:a16="http://schemas.microsoft.com/office/drawing/2014/main" id="{C4FED301-275D-BE95-A900-AB206C41ABAB}"/>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9" name="Oval 15">
              <a:extLst>
                <a:ext uri="{FF2B5EF4-FFF2-40B4-BE49-F238E27FC236}">
                  <a16:creationId xmlns:a16="http://schemas.microsoft.com/office/drawing/2014/main" id="{35F129A8-EF0D-D33B-FAB8-4A3441318355}"/>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10" name="Straight Connector 809">
              <a:extLst>
                <a:ext uri="{FF2B5EF4-FFF2-40B4-BE49-F238E27FC236}">
                  <a16:creationId xmlns:a16="http://schemas.microsoft.com/office/drawing/2014/main" id="{C5FD641B-E7E0-853B-3ADC-F0BFC9A2C8CD}"/>
                </a:ext>
              </a:extLst>
            </p:cNvPr>
            <p:cNvCxnSpPr>
              <a:cxnSpLocks/>
              <a:stCxn id="809"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11" name="Straight Connector 810">
              <a:extLst>
                <a:ext uri="{FF2B5EF4-FFF2-40B4-BE49-F238E27FC236}">
                  <a16:creationId xmlns:a16="http://schemas.microsoft.com/office/drawing/2014/main" id="{43E98CCE-03F2-3929-9E8B-1979F1534FFA}"/>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30" name="Group 829">
            <a:extLst>
              <a:ext uri="{FF2B5EF4-FFF2-40B4-BE49-F238E27FC236}">
                <a16:creationId xmlns:a16="http://schemas.microsoft.com/office/drawing/2014/main" id="{A4F0DA0E-A539-65D1-FE69-988D97340C0C}"/>
              </a:ext>
            </a:extLst>
          </p:cNvPr>
          <p:cNvGrpSpPr/>
          <p:nvPr/>
        </p:nvGrpSpPr>
        <p:grpSpPr>
          <a:xfrm>
            <a:off x="3776512" y="2974053"/>
            <a:ext cx="724130" cy="609701"/>
            <a:chOff x="3776512" y="2974053"/>
            <a:chExt cx="724130" cy="609701"/>
          </a:xfrm>
        </p:grpSpPr>
        <p:sp>
          <p:nvSpPr>
            <p:cNvPr id="831" name="Rectangle 830">
              <a:extLst>
                <a:ext uri="{FF2B5EF4-FFF2-40B4-BE49-F238E27FC236}">
                  <a16:creationId xmlns:a16="http://schemas.microsoft.com/office/drawing/2014/main" id="{34863F19-D45C-603A-94E4-5AECB6AEB96C}"/>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Auth Context</a:t>
              </a:r>
            </a:p>
          </p:txBody>
        </p:sp>
        <p:sp>
          <p:nvSpPr>
            <p:cNvPr id="832" name="Right Triangle 831">
              <a:extLst>
                <a:ext uri="{FF2B5EF4-FFF2-40B4-BE49-F238E27FC236}">
                  <a16:creationId xmlns:a16="http://schemas.microsoft.com/office/drawing/2014/main" id="{1C32BC89-9D3A-0299-8C81-EA31ABF98EDF}"/>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3" name="Group 832">
              <a:extLst>
                <a:ext uri="{FF2B5EF4-FFF2-40B4-BE49-F238E27FC236}">
                  <a16:creationId xmlns:a16="http://schemas.microsoft.com/office/drawing/2014/main" id="{7B327396-0B55-428F-6742-02DECF9A61AB}"/>
                </a:ext>
              </a:extLst>
            </p:cNvPr>
            <p:cNvGrpSpPr/>
            <p:nvPr/>
          </p:nvGrpSpPr>
          <p:grpSpPr>
            <a:xfrm>
              <a:off x="4450061" y="2982574"/>
              <a:ext cx="37817" cy="61390"/>
              <a:chOff x="3883481" y="2057400"/>
              <a:chExt cx="1608363" cy="2652031"/>
            </a:xfrm>
            <a:solidFill>
              <a:srgbClr val="A6A6A6">
                <a:alpha val="20000"/>
              </a:srgbClr>
            </a:solidFill>
          </p:grpSpPr>
          <p:sp>
            <p:nvSpPr>
              <p:cNvPr id="834" name="Oval 27">
                <a:extLst>
                  <a:ext uri="{FF2B5EF4-FFF2-40B4-BE49-F238E27FC236}">
                    <a16:creationId xmlns:a16="http://schemas.microsoft.com/office/drawing/2014/main" id="{06FB5E76-B862-19F3-CD13-917542394BC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5" name="Oval 28">
                <a:extLst>
                  <a:ext uri="{FF2B5EF4-FFF2-40B4-BE49-F238E27FC236}">
                    <a16:creationId xmlns:a16="http://schemas.microsoft.com/office/drawing/2014/main" id="{52EF097A-DDDE-D8CA-A1BB-DDA799B4221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36" name="Group 835">
            <a:extLst>
              <a:ext uri="{FF2B5EF4-FFF2-40B4-BE49-F238E27FC236}">
                <a16:creationId xmlns:a16="http://schemas.microsoft.com/office/drawing/2014/main" id="{E977CC07-BE54-34CE-9853-14882DA1BFEE}"/>
              </a:ext>
            </a:extLst>
          </p:cNvPr>
          <p:cNvGrpSpPr/>
          <p:nvPr/>
        </p:nvGrpSpPr>
        <p:grpSpPr>
          <a:xfrm>
            <a:off x="2889438" y="751337"/>
            <a:ext cx="5022643" cy="5001728"/>
            <a:chOff x="2889438" y="751337"/>
            <a:chExt cx="5022643" cy="5001728"/>
          </a:xfrm>
        </p:grpSpPr>
        <p:cxnSp>
          <p:nvCxnSpPr>
            <p:cNvPr id="837" name="Straight Connector 836">
              <a:extLst>
                <a:ext uri="{FF2B5EF4-FFF2-40B4-BE49-F238E27FC236}">
                  <a16:creationId xmlns:a16="http://schemas.microsoft.com/office/drawing/2014/main" id="{66E931DC-395D-A5DA-5510-CF51F123C53B}"/>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8" name="Straight Connector 837">
              <a:extLst>
                <a:ext uri="{FF2B5EF4-FFF2-40B4-BE49-F238E27FC236}">
                  <a16:creationId xmlns:a16="http://schemas.microsoft.com/office/drawing/2014/main" id="{87C91EBE-A446-C1F9-C9CD-BCD6D293E853}"/>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9" name="Straight Connector 838">
              <a:extLst>
                <a:ext uri="{FF2B5EF4-FFF2-40B4-BE49-F238E27FC236}">
                  <a16:creationId xmlns:a16="http://schemas.microsoft.com/office/drawing/2014/main" id="{FB186A36-321F-30B5-414E-14E3B5117574}"/>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0" name="Straight Connector 839">
              <a:extLst>
                <a:ext uri="{FF2B5EF4-FFF2-40B4-BE49-F238E27FC236}">
                  <a16:creationId xmlns:a16="http://schemas.microsoft.com/office/drawing/2014/main" id="{1F6C7B96-4EB7-8258-B0A8-BE05B40DB564}"/>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1" name="Straight Connector 840">
              <a:extLst>
                <a:ext uri="{FF2B5EF4-FFF2-40B4-BE49-F238E27FC236}">
                  <a16:creationId xmlns:a16="http://schemas.microsoft.com/office/drawing/2014/main" id="{FF07055E-E677-88AD-E483-80FBA6DE7DB6}"/>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2" name="Straight Connector 841">
              <a:extLst>
                <a:ext uri="{FF2B5EF4-FFF2-40B4-BE49-F238E27FC236}">
                  <a16:creationId xmlns:a16="http://schemas.microsoft.com/office/drawing/2014/main" id="{6990A42E-BC74-433C-08C9-C83B2E7DC3B0}"/>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3" name="Straight Connector 842">
              <a:extLst>
                <a:ext uri="{FF2B5EF4-FFF2-40B4-BE49-F238E27FC236}">
                  <a16:creationId xmlns:a16="http://schemas.microsoft.com/office/drawing/2014/main" id="{58F71AB0-324C-4077-7064-23968BFDD74E}"/>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4" name="Straight Connector 843">
              <a:extLst>
                <a:ext uri="{FF2B5EF4-FFF2-40B4-BE49-F238E27FC236}">
                  <a16:creationId xmlns:a16="http://schemas.microsoft.com/office/drawing/2014/main" id="{8A8CC2D4-187F-4D75-06BA-B1E4110DFD0E}"/>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5" name="Straight Connector 844">
              <a:extLst>
                <a:ext uri="{FF2B5EF4-FFF2-40B4-BE49-F238E27FC236}">
                  <a16:creationId xmlns:a16="http://schemas.microsoft.com/office/drawing/2014/main" id="{A1F1389A-B7FC-16D5-B29E-831123ACEF95}"/>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6" name="Straight Connector 845">
              <a:extLst>
                <a:ext uri="{FF2B5EF4-FFF2-40B4-BE49-F238E27FC236}">
                  <a16:creationId xmlns:a16="http://schemas.microsoft.com/office/drawing/2014/main" id="{783E8A68-68E5-027A-0C79-E665E0462D50}"/>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72" name="Group 871">
            <a:extLst>
              <a:ext uri="{FF2B5EF4-FFF2-40B4-BE49-F238E27FC236}">
                <a16:creationId xmlns:a16="http://schemas.microsoft.com/office/drawing/2014/main" id="{937D3BBE-5369-EF95-D45A-58DBBC97647C}"/>
              </a:ext>
            </a:extLst>
          </p:cNvPr>
          <p:cNvGrpSpPr/>
          <p:nvPr/>
        </p:nvGrpSpPr>
        <p:grpSpPr>
          <a:xfrm>
            <a:off x="2937173" y="4419601"/>
            <a:ext cx="721206" cy="610396"/>
            <a:chOff x="2937173" y="4419601"/>
            <a:chExt cx="721206" cy="610396"/>
          </a:xfrm>
        </p:grpSpPr>
        <p:sp>
          <p:nvSpPr>
            <p:cNvPr id="873" name="Rectangle 872">
              <a:extLst>
                <a:ext uri="{FF2B5EF4-FFF2-40B4-BE49-F238E27FC236}">
                  <a16:creationId xmlns:a16="http://schemas.microsoft.com/office/drawing/2014/main" id="{123C6255-FAC0-1C97-0EF0-74C865D03075}"/>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74" name="Right Triangle 873">
              <a:extLst>
                <a:ext uri="{FF2B5EF4-FFF2-40B4-BE49-F238E27FC236}">
                  <a16:creationId xmlns:a16="http://schemas.microsoft.com/office/drawing/2014/main" id="{2D381172-77D4-D9A7-61F8-488EB0A4EB08}"/>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75" name="Group 874">
              <a:extLst>
                <a:ext uri="{FF2B5EF4-FFF2-40B4-BE49-F238E27FC236}">
                  <a16:creationId xmlns:a16="http://schemas.microsoft.com/office/drawing/2014/main" id="{8158C5FC-8684-2371-8ED8-C54D06615D34}"/>
                </a:ext>
              </a:extLst>
            </p:cNvPr>
            <p:cNvGrpSpPr/>
            <p:nvPr/>
          </p:nvGrpSpPr>
          <p:grpSpPr>
            <a:xfrm>
              <a:off x="3607766" y="4425699"/>
              <a:ext cx="37817" cy="61390"/>
              <a:chOff x="3883481" y="2057400"/>
              <a:chExt cx="1608363" cy="2652031"/>
            </a:xfrm>
            <a:solidFill>
              <a:srgbClr val="A6A6A6">
                <a:alpha val="20000"/>
              </a:srgbClr>
            </a:solidFill>
          </p:grpSpPr>
          <p:sp>
            <p:nvSpPr>
              <p:cNvPr id="876" name="Oval 27">
                <a:extLst>
                  <a:ext uri="{FF2B5EF4-FFF2-40B4-BE49-F238E27FC236}">
                    <a16:creationId xmlns:a16="http://schemas.microsoft.com/office/drawing/2014/main" id="{2BC7C49C-C54E-F59A-346B-0213DFDC298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7" name="Oval 28">
                <a:extLst>
                  <a:ext uri="{FF2B5EF4-FFF2-40B4-BE49-F238E27FC236}">
                    <a16:creationId xmlns:a16="http://schemas.microsoft.com/office/drawing/2014/main" id="{78DEF49A-2AED-C1AF-F8A5-B64495384A1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78" name="Group 877">
            <a:extLst>
              <a:ext uri="{FF2B5EF4-FFF2-40B4-BE49-F238E27FC236}">
                <a16:creationId xmlns:a16="http://schemas.microsoft.com/office/drawing/2014/main" id="{DBA5A711-7A73-A998-C601-A2CA2CFF2810}"/>
              </a:ext>
            </a:extLst>
          </p:cNvPr>
          <p:cNvGrpSpPr/>
          <p:nvPr/>
        </p:nvGrpSpPr>
        <p:grpSpPr>
          <a:xfrm>
            <a:off x="6286130" y="4419624"/>
            <a:ext cx="721206" cy="609701"/>
            <a:chOff x="6286130" y="4419624"/>
            <a:chExt cx="721206" cy="609701"/>
          </a:xfrm>
        </p:grpSpPr>
        <p:sp>
          <p:nvSpPr>
            <p:cNvPr id="879" name="Rectangle 878">
              <a:hlinkHover r:id="" action="ppaction://noaction" highlightClick="1"/>
              <a:extLst>
                <a:ext uri="{FF2B5EF4-FFF2-40B4-BE49-F238E27FC236}">
                  <a16:creationId xmlns:a16="http://schemas.microsoft.com/office/drawing/2014/main" id="{9C8046BB-A44A-57DB-B5EB-3685DC66689E}"/>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80" name="Oval 879">
              <a:extLst>
                <a:ext uri="{FF2B5EF4-FFF2-40B4-BE49-F238E27FC236}">
                  <a16:creationId xmlns:a16="http://schemas.microsoft.com/office/drawing/2014/main" id="{F3CDB115-3944-E1E5-D8A2-91DA3F1CD8F7}"/>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1" name="Isosceles Triangle 648">
              <a:extLst>
                <a:ext uri="{FF2B5EF4-FFF2-40B4-BE49-F238E27FC236}">
                  <a16:creationId xmlns:a16="http://schemas.microsoft.com/office/drawing/2014/main" id="{4B5CB952-97F1-840B-7902-F151E0578ABA}"/>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2" name="Group 881">
            <a:extLst>
              <a:ext uri="{FF2B5EF4-FFF2-40B4-BE49-F238E27FC236}">
                <a16:creationId xmlns:a16="http://schemas.microsoft.com/office/drawing/2014/main" id="{6EC94A1B-B0BE-2E98-565B-49FD4C74F484}"/>
              </a:ext>
            </a:extLst>
          </p:cNvPr>
          <p:cNvGrpSpPr/>
          <p:nvPr/>
        </p:nvGrpSpPr>
        <p:grpSpPr>
          <a:xfrm>
            <a:off x="5458940" y="5135305"/>
            <a:ext cx="721206" cy="609701"/>
            <a:chOff x="5458940" y="5135305"/>
            <a:chExt cx="721206" cy="609701"/>
          </a:xfrm>
        </p:grpSpPr>
        <p:sp>
          <p:nvSpPr>
            <p:cNvPr id="883" name="Rectangle 882">
              <a:hlinkHover r:id="" action="ppaction://noaction" highlightClick="1"/>
              <a:extLst>
                <a:ext uri="{FF2B5EF4-FFF2-40B4-BE49-F238E27FC236}">
                  <a16:creationId xmlns:a16="http://schemas.microsoft.com/office/drawing/2014/main" id="{818D41F7-FA7C-7D92-B2B4-7D88FD143E4F}"/>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84" name="Oval 883">
              <a:extLst>
                <a:ext uri="{FF2B5EF4-FFF2-40B4-BE49-F238E27FC236}">
                  <a16:creationId xmlns:a16="http://schemas.microsoft.com/office/drawing/2014/main" id="{5F889F92-545D-CACA-EB4C-EFFB84E55745}"/>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5" name="Isosceles Triangle 648">
              <a:extLst>
                <a:ext uri="{FF2B5EF4-FFF2-40B4-BE49-F238E27FC236}">
                  <a16:creationId xmlns:a16="http://schemas.microsoft.com/office/drawing/2014/main" id="{E495AA9D-CCFB-3924-3049-8B39892531CF}"/>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6" name="Group 885">
            <a:extLst>
              <a:ext uri="{FF2B5EF4-FFF2-40B4-BE49-F238E27FC236}">
                <a16:creationId xmlns:a16="http://schemas.microsoft.com/office/drawing/2014/main" id="{DDF5FAA2-0F53-BA30-8ED2-0ED67B327FCD}"/>
              </a:ext>
            </a:extLst>
          </p:cNvPr>
          <p:cNvGrpSpPr/>
          <p:nvPr/>
        </p:nvGrpSpPr>
        <p:grpSpPr>
          <a:xfrm>
            <a:off x="6289146" y="5141017"/>
            <a:ext cx="721206" cy="609701"/>
            <a:chOff x="6289146" y="5141017"/>
            <a:chExt cx="721206" cy="609701"/>
          </a:xfrm>
        </p:grpSpPr>
        <p:sp>
          <p:nvSpPr>
            <p:cNvPr id="887" name="Rectangle 886">
              <a:hlinkHover r:id="" action="ppaction://noaction" highlightClick="1"/>
              <a:extLst>
                <a:ext uri="{FF2B5EF4-FFF2-40B4-BE49-F238E27FC236}">
                  <a16:creationId xmlns:a16="http://schemas.microsoft.com/office/drawing/2014/main" id="{92B1AAD5-F301-F5B4-DA92-61DB178ACADD}"/>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88" name="Oval 887">
              <a:extLst>
                <a:ext uri="{FF2B5EF4-FFF2-40B4-BE49-F238E27FC236}">
                  <a16:creationId xmlns:a16="http://schemas.microsoft.com/office/drawing/2014/main" id="{990D2A3F-1711-5CE3-F3B6-6F65829B8454}"/>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9" name="Isosceles Triangle 648">
              <a:extLst>
                <a:ext uri="{FF2B5EF4-FFF2-40B4-BE49-F238E27FC236}">
                  <a16:creationId xmlns:a16="http://schemas.microsoft.com/office/drawing/2014/main" id="{B9A2A79E-C2BE-EABE-BE3F-73C50EC969A3}"/>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0" name="Group 889">
            <a:extLst>
              <a:ext uri="{FF2B5EF4-FFF2-40B4-BE49-F238E27FC236}">
                <a16:creationId xmlns:a16="http://schemas.microsoft.com/office/drawing/2014/main" id="{456B857F-C15C-A1AC-647F-63F8214BEC5F}"/>
              </a:ext>
            </a:extLst>
          </p:cNvPr>
          <p:cNvGrpSpPr/>
          <p:nvPr/>
        </p:nvGrpSpPr>
        <p:grpSpPr>
          <a:xfrm>
            <a:off x="7122911" y="4419624"/>
            <a:ext cx="721206" cy="609701"/>
            <a:chOff x="7122911" y="4419624"/>
            <a:chExt cx="721206" cy="609701"/>
          </a:xfrm>
        </p:grpSpPr>
        <p:sp>
          <p:nvSpPr>
            <p:cNvPr id="891" name="Rectangle 890">
              <a:hlinkHover r:id="" action="ppaction://noaction" highlightClick="1"/>
              <a:extLst>
                <a:ext uri="{FF2B5EF4-FFF2-40B4-BE49-F238E27FC236}">
                  <a16:creationId xmlns:a16="http://schemas.microsoft.com/office/drawing/2014/main" id="{928FFA56-DA43-E70F-E2D3-D1206FFE7A74}"/>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92" name="Oval 891">
              <a:extLst>
                <a:ext uri="{FF2B5EF4-FFF2-40B4-BE49-F238E27FC236}">
                  <a16:creationId xmlns:a16="http://schemas.microsoft.com/office/drawing/2014/main" id="{622E5DC0-24E0-F074-F307-78716B708ACA}"/>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3" name="Isosceles Triangle 648">
              <a:extLst>
                <a:ext uri="{FF2B5EF4-FFF2-40B4-BE49-F238E27FC236}">
                  <a16:creationId xmlns:a16="http://schemas.microsoft.com/office/drawing/2014/main" id="{DE09D827-D6F9-FB29-B3E7-47ED91759B43}"/>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8" name="Group 897">
            <a:extLst>
              <a:ext uri="{FF2B5EF4-FFF2-40B4-BE49-F238E27FC236}">
                <a16:creationId xmlns:a16="http://schemas.microsoft.com/office/drawing/2014/main" id="{496F9FBD-CF0E-3215-A6A5-D77F1F03A21F}"/>
              </a:ext>
            </a:extLst>
          </p:cNvPr>
          <p:cNvGrpSpPr/>
          <p:nvPr/>
        </p:nvGrpSpPr>
        <p:grpSpPr>
          <a:xfrm>
            <a:off x="5454385" y="4419624"/>
            <a:ext cx="721206" cy="609701"/>
            <a:chOff x="5454385" y="4419624"/>
            <a:chExt cx="721206" cy="609701"/>
          </a:xfrm>
        </p:grpSpPr>
        <p:sp>
          <p:nvSpPr>
            <p:cNvPr id="899" name="Rectangle 898">
              <a:hlinkHover r:id="" action="ppaction://noaction" highlightClick="1"/>
              <a:extLst>
                <a:ext uri="{FF2B5EF4-FFF2-40B4-BE49-F238E27FC236}">
                  <a16:creationId xmlns:a16="http://schemas.microsoft.com/office/drawing/2014/main" id="{C2974C84-DB96-C209-A140-68B78C8FCD00}"/>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900" name="Oval 899">
              <a:extLst>
                <a:ext uri="{FF2B5EF4-FFF2-40B4-BE49-F238E27FC236}">
                  <a16:creationId xmlns:a16="http://schemas.microsoft.com/office/drawing/2014/main" id="{93C6866A-BBCE-6866-73AB-9F50690A55D1}"/>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1" name="Isosceles Triangle 648">
              <a:extLst>
                <a:ext uri="{FF2B5EF4-FFF2-40B4-BE49-F238E27FC236}">
                  <a16:creationId xmlns:a16="http://schemas.microsoft.com/office/drawing/2014/main" id="{5463D31E-4994-FB64-C05E-0E49664938A7}"/>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2" name="Group 901">
            <a:extLst>
              <a:ext uri="{FF2B5EF4-FFF2-40B4-BE49-F238E27FC236}">
                <a16:creationId xmlns:a16="http://schemas.microsoft.com/office/drawing/2014/main" id="{6D23FE84-74B2-8375-949A-D22CA89EFF44}"/>
              </a:ext>
            </a:extLst>
          </p:cNvPr>
          <p:cNvGrpSpPr/>
          <p:nvPr/>
        </p:nvGrpSpPr>
        <p:grpSpPr>
          <a:xfrm>
            <a:off x="3775041" y="5130133"/>
            <a:ext cx="721895" cy="609700"/>
            <a:chOff x="3775041" y="5130133"/>
            <a:chExt cx="721895" cy="609700"/>
          </a:xfrm>
        </p:grpSpPr>
        <p:sp>
          <p:nvSpPr>
            <p:cNvPr id="903" name="Rectangle 902">
              <a:hlinkHover r:id="" action="ppaction://noaction" highlightClick="1"/>
              <a:extLst>
                <a:ext uri="{FF2B5EF4-FFF2-40B4-BE49-F238E27FC236}">
                  <a16:creationId xmlns:a16="http://schemas.microsoft.com/office/drawing/2014/main" id="{18AC3B7B-1F92-A6AB-C420-2CDAA4C4EC27}"/>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904" name="Diamond 903">
              <a:extLst>
                <a:ext uri="{FF2B5EF4-FFF2-40B4-BE49-F238E27FC236}">
                  <a16:creationId xmlns:a16="http://schemas.microsoft.com/office/drawing/2014/main" id="{3CDAF329-99C7-1BC4-C4CF-6D8FBFDD357B}"/>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5" name="Oval 904">
              <a:extLst>
                <a:ext uri="{FF2B5EF4-FFF2-40B4-BE49-F238E27FC236}">
                  <a16:creationId xmlns:a16="http://schemas.microsoft.com/office/drawing/2014/main" id="{C9A7ABB0-04B5-BB0E-6C2E-732106301520}"/>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6" name="Group 905">
            <a:extLst>
              <a:ext uri="{FF2B5EF4-FFF2-40B4-BE49-F238E27FC236}">
                <a16:creationId xmlns:a16="http://schemas.microsoft.com/office/drawing/2014/main" id="{0A9EC83D-B4B5-90B9-7CE4-F9DC061C3FB6}"/>
              </a:ext>
            </a:extLst>
          </p:cNvPr>
          <p:cNvGrpSpPr/>
          <p:nvPr/>
        </p:nvGrpSpPr>
        <p:grpSpPr>
          <a:xfrm>
            <a:off x="4618174" y="5130748"/>
            <a:ext cx="721895" cy="609700"/>
            <a:chOff x="4618174" y="5130748"/>
            <a:chExt cx="721895" cy="609700"/>
          </a:xfrm>
        </p:grpSpPr>
        <p:sp>
          <p:nvSpPr>
            <p:cNvPr id="907" name="Rectangle 906">
              <a:hlinkHover r:id="" action="ppaction://noaction" highlightClick="1"/>
              <a:extLst>
                <a:ext uri="{FF2B5EF4-FFF2-40B4-BE49-F238E27FC236}">
                  <a16:creationId xmlns:a16="http://schemas.microsoft.com/office/drawing/2014/main" id="{FA08474B-2CEB-EE2D-9346-76D8C4169C81}"/>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908" name="Diamond 907">
              <a:extLst>
                <a:ext uri="{FF2B5EF4-FFF2-40B4-BE49-F238E27FC236}">
                  <a16:creationId xmlns:a16="http://schemas.microsoft.com/office/drawing/2014/main" id="{A6B0B73C-3CF2-8AF6-3933-E8C36D7B7595}"/>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9" name="Oval 908">
              <a:extLst>
                <a:ext uri="{FF2B5EF4-FFF2-40B4-BE49-F238E27FC236}">
                  <a16:creationId xmlns:a16="http://schemas.microsoft.com/office/drawing/2014/main" id="{535C86D4-D973-A8E6-4215-6A1A90BA2E40}"/>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0" name="Group 909">
            <a:extLst>
              <a:ext uri="{FF2B5EF4-FFF2-40B4-BE49-F238E27FC236}">
                <a16:creationId xmlns:a16="http://schemas.microsoft.com/office/drawing/2014/main" id="{68208D19-9727-5B76-8761-A6C02D36AB1F}"/>
              </a:ext>
            </a:extLst>
          </p:cNvPr>
          <p:cNvGrpSpPr/>
          <p:nvPr/>
        </p:nvGrpSpPr>
        <p:grpSpPr>
          <a:xfrm>
            <a:off x="7125833" y="5143368"/>
            <a:ext cx="721206" cy="609701"/>
            <a:chOff x="7125833" y="5143368"/>
            <a:chExt cx="721206" cy="609701"/>
          </a:xfrm>
        </p:grpSpPr>
        <p:sp>
          <p:nvSpPr>
            <p:cNvPr id="911" name="Rectangle 910">
              <a:hlinkHover r:id="" action="ppaction://noaction" highlightClick="1"/>
              <a:extLst>
                <a:ext uri="{FF2B5EF4-FFF2-40B4-BE49-F238E27FC236}">
                  <a16:creationId xmlns:a16="http://schemas.microsoft.com/office/drawing/2014/main" id="{D259F817-2A3E-CAA9-CB56-87325D0B101F}"/>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912" name="Oval 911">
              <a:extLst>
                <a:ext uri="{FF2B5EF4-FFF2-40B4-BE49-F238E27FC236}">
                  <a16:creationId xmlns:a16="http://schemas.microsoft.com/office/drawing/2014/main" id="{44DC0944-1090-4AFE-8FEC-47DDF5F1AC85}"/>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3" name="Isosceles Triangle 648">
              <a:extLst>
                <a:ext uri="{FF2B5EF4-FFF2-40B4-BE49-F238E27FC236}">
                  <a16:creationId xmlns:a16="http://schemas.microsoft.com/office/drawing/2014/main" id="{24DEE765-79D9-F2C8-C07A-6281E5C91AFA}"/>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4" name="Group 913">
            <a:extLst>
              <a:ext uri="{FF2B5EF4-FFF2-40B4-BE49-F238E27FC236}">
                <a16:creationId xmlns:a16="http://schemas.microsoft.com/office/drawing/2014/main" id="{1FD6A94E-4903-67EA-ACFD-F147120177B5}"/>
              </a:ext>
            </a:extLst>
          </p:cNvPr>
          <p:cNvGrpSpPr/>
          <p:nvPr/>
        </p:nvGrpSpPr>
        <p:grpSpPr>
          <a:xfrm>
            <a:off x="7122911" y="3698231"/>
            <a:ext cx="721206" cy="609701"/>
            <a:chOff x="7122911" y="3698231"/>
            <a:chExt cx="721206" cy="609701"/>
          </a:xfrm>
        </p:grpSpPr>
        <p:sp>
          <p:nvSpPr>
            <p:cNvPr id="915" name="Rectangle 914">
              <a:hlinkHover r:id="" action="ppaction://noaction" highlightClick="1"/>
              <a:extLst>
                <a:ext uri="{FF2B5EF4-FFF2-40B4-BE49-F238E27FC236}">
                  <a16:creationId xmlns:a16="http://schemas.microsoft.com/office/drawing/2014/main" id="{E2FC621B-AF6D-B24B-2D65-45D949A2CD2E}"/>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916" name="Oval 915">
              <a:extLst>
                <a:ext uri="{FF2B5EF4-FFF2-40B4-BE49-F238E27FC236}">
                  <a16:creationId xmlns:a16="http://schemas.microsoft.com/office/drawing/2014/main" id="{D20E06B8-F502-4F47-B24A-AAF26454D250}"/>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7" name="Isosceles Triangle 648">
              <a:extLst>
                <a:ext uri="{FF2B5EF4-FFF2-40B4-BE49-F238E27FC236}">
                  <a16:creationId xmlns:a16="http://schemas.microsoft.com/office/drawing/2014/main" id="{8D942213-2A58-79DD-E319-B66B5E2B2166}"/>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8" name="Group 917">
            <a:extLst>
              <a:ext uri="{FF2B5EF4-FFF2-40B4-BE49-F238E27FC236}">
                <a16:creationId xmlns:a16="http://schemas.microsoft.com/office/drawing/2014/main" id="{CDDF3A75-1825-BA3C-AD51-3FDF2ECCC3F3}"/>
              </a:ext>
            </a:extLst>
          </p:cNvPr>
          <p:cNvGrpSpPr/>
          <p:nvPr/>
        </p:nvGrpSpPr>
        <p:grpSpPr>
          <a:xfrm>
            <a:off x="6286224" y="3620338"/>
            <a:ext cx="721206" cy="687594"/>
            <a:chOff x="6286224" y="3620338"/>
            <a:chExt cx="721206" cy="687594"/>
          </a:xfrm>
        </p:grpSpPr>
        <p:cxnSp>
          <p:nvCxnSpPr>
            <p:cNvPr id="919" name="Straight Connector 918">
              <a:extLst>
                <a:ext uri="{FF2B5EF4-FFF2-40B4-BE49-F238E27FC236}">
                  <a16:creationId xmlns:a16="http://schemas.microsoft.com/office/drawing/2014/main" id="{8341CDED-1DBE-549C-97B2-09D5C331B6F2}"/>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920" name="Rectangle 919">
              <a:hlinkHover r:id="" action="ppaction://noaction" highlightClick="1"/>
              <a:extLst>
                <a:ext uri="{FF2B5EF4-FFF2-40B4-BE49-F238E27FC236}">
                  <a16:creationId xmlns:a16="http://schemas.microsoft.com/office/drawing/2014/main" id="{179D2F5A-2802-D804-33CD-88CABB7F6EB6}"/>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21" name="Oval 920">
              <a:extLst>
                <a:ext uri="{FF2B5EF4-FFF2-40B4-BE49-F238E27FC236}">
                  <a16:creationId xmlns:a16="http://schemas.microsoft.com/office/drawing/2014/main" id="{CED0A76D-5F8A-F02F-E992-0D834706D47C}"/>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2" name="Isosceles Triangle 648">
              <a:extLst>
                <a:ext uri="{FF2B5EF4-FFF2-40B4-BE49-F238E27FC236}">
                  <a16:creationId xmlns:a16="http://schemas.microsoft.com/office/drawing/2014/main" id="{C2763965-4DAB-A5FF-DE42-7E9B8E6761F6}"/>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80" name="Group 1079">
            <a:extLst>
              <a:ext uri="{FF2B5EF4-FFF2-40B4-BE49-F238E27FC236}">
                <a16:creationId xmlns:a16="http://schemas.microsoft.com/office/drawing/2014/main" id="{6962615B-24EF-740C-D56E-BF2971706E27}"/>
              </a:ext>
            </a:extLst>
          </p:cNvPr>
          <p:cNvGrpSpPr/>
          <p:nvPr/>
        </p:nvGrpSpPr>
        <p:grpSpPr>
          <a:xfrm>
            <a:off x="4611548" y="1532276"/>
            <a:ext cx="721206" cy="609701"/>
            <a:chOff x="4611548" y="1532276"/>
            <a:chExt cx="721206" cy="609701"/>
          </a:xfrm>
        </p:grpSpPr>
        <p:sp>
          <p:nvSpPr>
            <p:cNvPr id="1081" name="Rectangle 1080">
              <a:extLst>
                <a:ext uri="{FF2B5EF4-FFF2-40B4-BE49-F238E27FC236}">
                  <a16:creationId xmlns:a16="http://schemas.microsoft.com/office/drawing/2014/main" id="{CF4CBF82-D2DC-5CA9-8C74-F0F5B2B29BE0}"/>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082" name="Right Triangle 1081">
              <a:extLst>
                <a:ext uri="{FF2B5EF4-FFF2-40B4-BE49-F238E27FC236}">
                  <a16:creationId xmlns:a16="http://schemas.microsoft.com/office/drawing/2014/main" id="{3FE66515-D248-00C2-AA57-B704F36848BD}"/>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83" name="Group 1082">
              <a:extLst>
                <a:ext uri="{FF2B5EF4-FFF2-40B4-BE49-F238E27FC236}">
                  <a16:creationId xmlns:a16="http://schemas.microsoft.com/office/drawing/2014/main" id="{7AE04BA1-0359-5A23-838B-409AE57D9CF4}"/>
                </a:ext>
              </a:extLst>
            </p:cNvPr>
            <p:cNvGrpSpPr/>
            <p:nvPr/>
          </p:nvGrpSpPr>
          <p:grpSpPr>
            <a:xfrm>
              <a:off x="5276140" y="1542931"/>
              <a:ext cx="37817" cy="61390"/>
              <a:chOff x="3883481" y="2057400"/>
              <a:chExt cx="1608363" cy="2652031"/>
            </a:xfrm>
            <a:solidFill>
              <a:srgbClr val="A6A6A6"/>
            </a:solidFill>
          </p:grpSpPr>
          <p:sp>
            <p:nvSpPr>
              <p:cNvPr id="1084" name="Oval 27">
                <a:extLst>
                  <a:ext uri="{FF2B5EF4-FFF2-40B4-BE49-F238E27FC236}">
                    <a16:creationId xmlns:a16="http://schemas.microsoft.com/office/drawing/2014/main" id="{761C0F8E-9F1D-B829-023E-AAF6430B702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5" name="Oval 28">
                <a:extLst>
                  <a:ext uri="{FF2B5EF4-FFF2-40B4-BE49-F238E27FC236}">
                    <a16:creationId xmlns:a16="http://schemas.microsoft.com/office/drawing/2014/main" id="{4C932E20-B8C0-E685-50B4-57C396CE9F6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86" name="Group 1085">
            <a:extLst>
              <a:ext uri="{FF2B5EF4-FFF2-40B4-BE49-F238E27FC236}">
                <a16:creationId xmlns:a16="http://schemas.microsoft.com/office/drawing/2014/main" id="{C0FA18BE-FCBC-F949-E69B-C0562C9A2C9A}"/>
              </a:ext>
            </a:extLst>
          </p:cNvPr>
          <p:cNvGrpSpPr/>
          <p:nvPr/>
        </p:nvGrpSpPr>
        <p:grpSpPr>
          <a:xfrm>
            <a:off x="2938534" y="1532275"/>
            <a:ext cx="721206" cy="610039"/>
            <a:chOff x="2938534" y="1532275"/>
            <a:chExt cx="721206" cy="610039"/>
          </a:xfrm>
        </p:grpSpPr>
        <p:sp>
          <p:nvSpPr>
            <p:cNvPr id="1087" name="Rectangle 1086">
              <a:extLst>
                <a:ext uri="{FF2B5EF4-FFF2-40B4-BE49-F238E27FC236}">
                  <a16:creationId xmlns:a16="http://schemas.microsoft.com/office/drawing/2014/main" id="{AADA32BE-1421-95FD-47A5-B515E9665DDB}"/>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1088" name="Right Triangle 1087">
              <a:extLst>
                <a:ext uri="{FF2B5EF4-FFF2-40B4-BE49-F238E27FC236}">
                  <a16:creationId xmlns:a16="http://schemas.microsoft.com/office/drawing/2014/main" id="{EFC71BF8-9E89-32BB-BA2A-EF35898BD583}"/>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9" name="Oval 27">
              <a:extLst>
                <a:ext uri="{FF2B5EF4-FFF2-40B4-BE49-F238E27FC236}">
                  <a16:creationId xmlns:a16="http://schemas.microsoft.com/office/drawing/2014/main" id="{105EE9AC-9DA7-12F0-9304-D7FDBF368D32}"/>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0" name="Oval 28">
              <a:extLst>
                <a:ext uri="{FF2B5EF4-FFF2-40B4-BE49-F238E27FC236}">
                  <a16:creationId xmlns:a16="http://schemas.microsoft.com/office/drawing/2014/main" id="{2A87B337-03D4-BB7F-4912-F2C00F444AD1}"/>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91" name="Group 1090">
            <a:extLst>
              <a:ext uri="{FF2B5EF4-FFF2-40B4-BE49-F238E27FC236}">
                <a16:creationId xmlns:a16="http://schemas.microsoft.com/office/drawing/2014/main" id="{A38132AB-0D78-197E-34C7-27D64295581D}"/>
              </a:ext>
            </a:extLst>
          </p:cNvPr>
          <p:cNvGrpSpPr/>
          <p:nvPr/>
        </p:nvGrpSpPr>
        <p:grpSpPr>
          <a:xfrm>
            <a:off x="431659" y="3698227"/>
            <a:ext cx="721206" cy="609701"/>
            <a:chOff x="431659" y="3698227"/>
            <a:chExt cx="721206" cy="609701"/>
          </a:xfrm>
        </p:grpSpPr>
        <p:sp>
          <p:nvSpPr>
            <p:cNvPr id="1092" name="Rectangle 1091">
              <a:extLst>
                <a:ext uri="{FF2B5EF4-FFF2-40B4-BE49-F238E27FC236}">
                  <a16:creationId xmlns:a16="http://schemas.microsoft.com/office/drawing/2014/main" id="{5BD4DFAA-64DE-DB11-9A29-55015A80D0E7}"/>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1093" name="Right Triangle 1092">
              <a:extLst>
                <a:ext uri="{FF2B5EF4-FFF2-40B4-BE49-F238E27FC236}">
                  <a16:creationId xmlns:a16="http://schemas.microsoft.com/office/drawing/2014/main" id="{1B0E56F0-C349-7451-4CDD-633B24754302}"/>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94" name="Group 1093">
              <a:extLst>
                <a:ext uri="{FF2B5EF4-FFF2-40B4-BE49-F238E27FC236}">
                  <a16:creationId xmlns:a16="http://schemas.microsoft.com/office/drawing/2014/main" id="{184A1268-83B9-1405-A9CE-348B74A92228}"/>
                </a:ext>
              </a:extLst>
            </p:cNvPr>
            <p:cNvGrpSpPr/>
            <p:nvPr/>
          </p:nvGrpSpPr>
          <p:grpSpPr>
            <a:xfrm>
              <a:off x="1102254" y="3706260"/>
              <a:ext cx="37817" cy="61390"/>
              <a:chOff x="3883481" y="2057400"/>
              <a:chExt cx="1608363" cy="2652031"/>
            </a:xfrm>
            <a:solidFill>
              <a:srgbClr val="A6A6A6"/>
            </a:solidFill>
          </p:grpSpPr>
          <p:sp>
            <p:nvSpPr>
              <p:cNvPr id="1095" name="Oval 27">
                <a:extLst>
                  <a:ext uri="{FF2B5EF4-FFF2-40B4-BE49-F238E27FC236}">
                    <a16:creationId xmlns:a16="http://schemas.microsoft.com/office/drawing/2014/main" id="{CBBDC687-8DFF-5890-AA83-71923A3D497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6" name="Oval 28">
                <a:extLst>
                  <a:ext uri="{FF2B5EF4-FFF2-40B4-BE49-F238E27FC236}">
                    <a16:creationId xmlns:a16="http://schemas.microsoft.com/office/drawing/2014/main" id="{63003F88-353F-6786-F143-151ADBBAE10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03" name="Group 1102">
            <a:extLst>
              <a:ext uri="{FF2B5EF4-FFF2-40B4-BE49-F238E27FC236}">
                <a16:creationId xmlns:a16="http://schemas.microsoft.com/office/drawing/2014/main" id="{22AEABCA-7A9C-AF3B-F6B8-49460277306E}"/>
              </a:ext>
            </a:extLst>
          </p:cNvPr>
          <p:cNvGrpSpPr/>
          <p:nvPr/>
        </p:nvGrpSpPr>
        <p:grpSpPr>
          <a:xfrm>
            <a:off x="1268842" y="1532275"/>
            <a:ext cx="721206" cy="610039"/>
            <a:chOff x="1268842" y="1532275"/>
            <a:chExt cx="721206" cy="610039"/>
          </a:xfrm>
        </p:grpSpPr>
        <p:sp>
          <p:nvSpPr>
            <p:cNvPr id="1104" name="Rectangle 1103">
              <a:extLst>
                <a:ext uri="{FF2B5EF4-FFF2-40B4-BE49-F238E27FC236}">
                  <a16:creationId xmlns:a16="http://schemas.microsoft.com/office/drawing/2014/main" id="{5A860B74-5FA4-60DC-9A67-743DB2E55B15}"/>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1105" name="Right Triangle 1104">
              <a:extLst>
                <a:ext uri="{FF2B5EF4-FFF2-40B4-BE49-F238E27FC236}">
                  <a16:creationId xmlns:a16="http://schemas.microsoft.com/office/drawing/2014/main" id="{4F70079B-1BBE-F821-1BE9-2445DB7EF017}"/>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06" name="Group 1105">
              <a:extLst>
                <a:ext uri="{FF2B5EF4-FFF2-40B4-BE49-F238E27FC236}">
                  <a16:creationId xmlns:a16="http://schemas.microsoft.com/office/drawing/2014/main" id="{DF3E7934-B7FC-F9B5-3671-8B48C1A58CFF}"/>
                </a:ext>
              </a:extLst>
            </p:cNvPr>
            <p:cNvGrpSpPr/>
            <p:nvPr/>
          </p:nvGrpSpPr>
          <p:grpSpPr>
            <a:xfrm>
              <a:off x="1939437" y="1538369"/>
              <a:ext cx="37817" cy="61390"/>
              <a:chOff x="3883481" y="2057400"/>
              <a:chExt cx="1608363" cy="2652031"/>
            </a:xfrm>
            <a:solidFill>
              <a:srgbClr val="A6A6A6"/>
            </a:solidFill>
          </p:grpSpPr>
          <p:sp>
            <p:nvSpPr>
              <p:cNvPr id="1107" name="Oval 27">
                <a:extLst>
                  <a:ext uri="{FF2B5EF4-FFF2-40B4-BE49-F238E27FC236}">
                    <a16:creationId xmlns:a16="http://schemas.microsoft.com/office/drawing/2014/main" id="{F5541CAE-8790-022E-B265-4E15F9CA42D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8" name="Oval 28">
                <a:extLst>
                  <a:ext uri="{FF2B5EF4-FFF2-40B4-BE49-F238E27FC236}">
                    <a16:creationId xmlns:a16="http://schemas.microsoft.com/office/drawing/2014/main" id="{2B518D7A-D2FE-CC55-031C-0A5AC1D59DF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09" name="Group 1108">
            <a:extLst>
              <a:ext uri="{FF2B5EF4-FFF2-40B4-BE49-F238E27FC236}">
                <a16:creationId xmlns:a16="http://schemas.microsoft.com/office/drawing/2014/main" id="{2579E479-CD92-D03B-F92C-9DDFD4F9DA4B}"/>
              </a:ext>
            </a:extLst>
          </p:cNvPr>
          <p:cNvGrpSpPr/>
          <p:nvPr/>
        </p:nvGrpSpPr>
        <p:grpSpPr>
          <a:xfrm>
            <a:off x="431659" y="811556"/>
            <a:ext cx="721206" cy="609701"/>
            <a:chOff x="431659" y="811556"/>
            <a:chExt cx="721206" cy="609701"/>
          </a:xfrm>
        </p:grpSpPr>
        <p:sp>
          <p:nvSpPr>
            <p:cNvPr id="1110" name="Rectangle 1109">
              <a:extLst>
                <a:ext uri="{FF2B5EF4-FFF2-40B4-BE49-F238E27FC236}">
                  <a16:creationId xmlns:a16="http://schemas.microsoft.com/office/drawing/2014/main" id="{D72AE152-EB9D-4B98-525B-39AD3AA55473}"/>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1111" name="Right Triangle 1110">
              <a:extLst>
                <a:ext uri="{FF2B5EF4-FFF2-40B4-BE49-F238E27FC236}">
                  <a16:creationId xmlns:a16="http://schemas.microsoft.com/office/drawing/2014/main" id="{0B358D3A-6A67-A6D5-9D10-50FE000D5807}"/>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12" name="Group 1111">
              <a:extLst>
                <a:ext uri="{FF2B5EF4-FFF2-40B4-BE49-F238E27FC236}">
                  <a16:creationId xmlns:a16="http://schemas.microsoft.com/office/drawing/2014/main" id="{04A66478-2E70-F562-3E41-6074EAD4C9FD}"/>
                </a:ext>
              </a:extLst>
            </p:cNvPr>
            <p:cNvGrpSpPr/>
            <p:nvPr/>
          </p:nvGrpSpPr>
          <p:grpSpPr>
            <a:xfrm>
              <a:off x="1100972" y="819589"/>
              <a:ext cx="37817" cy="61390"/>
              <a:chOff x="3883481" y="2057400"/>
              <a:chExt cx="1608363" cy="2652031"/>
            </a:xfrm>
            <a:solidFill>
              <a:srgbClr val="A6A6A6"/>
            </a:solidFill>
          </p:grpSpPr>
          <p:sp>
            <p:nvSpPr>
              <p:cNvPr id="1113" name="Oval 27">
                <a:extLst>
                  <a:ext uri="{FF2B5EF4-FFF2-40B4-BE49-F238E27FC236}">
                    <a16:creationId xmlns:a16="http://schemas.microsoft.com/office/drawing/2014/main" id="{1B7C0B57-BB34-F02E-888F-9A1A4B22638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4" name="Oval 28">
                <a:extLst>
                  <a:ext uri="{FF2B5EF4-FFF2-40B4-BE49-F238E27FC236}">
                    <a16:creationId xmlns:a16="http://schemas.microsoft.com/office/drawing/2014/main" id="{ACB4D4CE-EEC4-2FA9-E6A9-67F0C179BAC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15" name="Group 1114">
            <a:extLst>
              <a:ext uri="{FF2B5EF4-FFF2-40B4-BE49-F238E27FC236}">
                <a16:creationId xmlns:a16="http://schemas.microsoft.com/office/drawing/2014/main" id="{1A8E992F-69FF-9355-2ED3-F571BE220ECF}"/>
              </a:ext>
            </a:extLst>
          </p:cNvPr>
          <p:cNvGrpSpPr/>
          <p:nvPr/>
        </p:nvGrpSpPr>
        <p:grpSpPr>
          <a:xfrm>
            <a:off x="1267284" y="811556"/>
            <a:ext cx="721206" cy="609701"/>
            <a:chOff x="1267284" y="811556"/>
            <a:chExt cx="721206" cy="609701"/>
          </a:xfrm>
        </p:grpSpPr>
        <p:sp>
          <p:nvSpPr>
            <p:cNvPr id="1116" name="Rectangle 1115">
              <a:extLst>
                <a:ext uri="{FF2B5EF4-FFF2-40B4-BE49-F238E27FC236}">
                  <a16:creationId xmlns:a16="http://schemas.microsoft.com/office/drawing/2014/main" id="{E4E422E9-1CAB-05BC-EFD0-C2C9E92D8449}"/>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1117" name="Right Triangle 1116">
              <a:extLst>
                <a:ext uri="{FF2B5EF4-FFF2-40B4-BE49-F238E27FC236}">
                  <a16:creationId xmlns:a16="http://schemas.microsoft.com/office/drawing/2014/main" id="{F3B850B2-8B3D-E88B-9AC6-BBB18D324BFF}"/>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18" name="Group 1117">
              <a:extLst>
                <a:ext uri="{FF2B5EF4-FFF2-40B4-BE49-F238E27FC236}">
                  <a16:creationId xmlns:a16="http://schemas.microsoft.com/office/drawing/2014/main" id="{1DFC4D05-7C4F-D442-92A8-FF3E9E3472B2}"/>
                </a:ext>
              </a:extLst>
            </p:cNvPr>
            <p:cNvGrpSpPr/>
            <p:nvPr/>
          </p:nvGrpSpPr>
          <p:grpSpPr>
            <a:xfrm>
              <a:off x="1937879" y="819589"/>
              <a:ext cx="37817" cy="61390"/>
              <a:chOff x="3883481" y="2057400"/>
              <a:chExt cx="1608363" cy="2652031"/>
            </a:xfrm>
            <a:solidFill>
              <a:srgbClr val="A6A6A6"/>
            </a:solidFill>
          </p:grpSpPr>
          <p:sp>
            <p:nvSpPr>
              <p:cNvPr id="1119" name="Oval 27">
                <a:extLst>
                  <a:ext uri="{FF2B5EF4-FFF2-40B4-BE49-F238E27FC236}">
                    <a16:creationId xmlns:a16="http://schemas.microsoft.com/office/drawing/2014/main" id="{44124F37-A45C-1B0A-7B53-B23EA6009F4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0" name="Oval 28">
                <a:extLst>
                  <a:ext uri="{FF2B5EF4-FFF2-40B4-BE49-F238E27FC236}">
                    <a16:creationId xmlns:a16="http://schemas.microsoft.com/office/drawing/2014/main" id="{22F29C73-7373-F4A5-2D0F-8D710E93928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 name="Group 1">
            <a:extLst>
              <a:ext uri="{FF2B5EF4-FFF2-40B4-BE49-F238E27FC236}">
                <a16:creationId xmlns:a16="http://schemas.microsoft.com/office/drawing/2014/main" id="{6F4A2F7D-698F-7B67-3EC2-02FC281932E1}"/>
              </a:ext>
            </a:extLst>
          </p:cNvPr>
          <p:cNvGrpSpPr/>
          <p:nvPr/>
        </p:nvGrpSpPr>
        <p:grpSpPr>
          <a:xfrm>
            <a:off x="3541323" y="3706965"/>
            <a:ext cx="117054" cy="115241"/>
            <a:chOff x="3541323" y="3706965"/>
            <a:chExt cx="117054" cy="115241"/>
          </a:xfrm>
        </p:grpSpPr>
        <p:sp>
          <p:nvSpPr>
            <p:cNvPr id="4" name="Right Triangle 3">
              <a:extLst>
                <a:ext uri="{FF2B5EF4-FFF2-40B4-BE49-F238E27FC236}">
                  <a16:creationId xmlns:a16="http://schemas.microsoft.com/office/drawing/2014/main" id="{F8017BFC-BA45-A7C4-02B1-CEA4B69A0FA5}"/>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DD0499EB-96F4-B211-6180-E225B519401D}"/>
                </a:ext>
              </a:extLst>
            </p:cNvPr>
            <p:cNvGrpSpPr/>
            <p:nvPr/>
          </p:nvGrpSpPr>
          <p:grpSpPr>
            <a:xfrm>
              <a:off x="3607767" y="3713057"/>
              <a:ext cx="37817" cy="61390"/>
              <a:chOff x="3883481" y="2057400"/>
              <a:chExt cx="1608363" cy="2652031"/>
            </a:xfrm>
            <a:solidFill>
              <a:srgbClr val="A6A6A6">
                <a:alpha val="20000"/>
              </a:srgbClr>
            </a:solidFill>
          </p:grpSpPr>
          <p:sp>
            <p:nvSpPr>
              <p:cNvPr id="6" name="Oval 27">
                <a:extLst>
                  <a:ext uri="{FF2B5EF4-FFF2-40B4-BE49-F238E27FC236}">
                    <a16:creationId xmlns:a16="http://schemas.microsoft.com/office/drawing/2014/main" id="{C78FFA8F-74CB-1902-8153-8A6BF507861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 name="Oval 28">
                <a:extLst>
                  <a:ext uri="{FF2B5EF4-FFF2-40B4-BE49-F238E27FC236}">
                    <a16:creationId xmlns:a16="http://schemas.microsoft.com/office/drawing/2014/main" id="{CF633A3C-2F45-EE95-9AB5-A1C02C66AE1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1" name="Group 20">
            <a:extLst>
              <a:ext uri="{FF2B5EF4-FFF2-40B4-BE49-F238E27FC236}">
                <a16:creationId xmlns:a16="http://schemas.microsoft.com/office/drawing/2014/main" id="{DB841C70-2CA0-5F0B-3918-8DC0A3D65140}"/>
              </a:ext>
            </a:extLst>
          </p:cNvPr>
          <p:cNvGrpSpPr/>
          <p:nvPr/>
        </p:nvGrpSpPr>
        <p:grpSpPr>
          <a:xfrm>
            <a:off x="2099604" y="5136552"/>
            <a:ext cx="721206" cy="609701"/>
            <a:chOff x="2099604" y="5136552"/>
            <a:chExt cx="721206" cy="609701"/>
          </a:xfrm>
        </p:grpSpPr>
        <p:sp>
          <p:nvSpPr>
            <p:cNvPr id="27" name="Rectangle 26">
              <a:extLst>
                <a:ext uri="{FF2B5EF4-FFF2-40B4-BE49-F238E27FC236}">
                  <a16:creationId xmlns:a16="http://schemas.microsoft.com/office/drawing/2014/main" id="{0CD6DEB1-26BB-7F09-6C9A-5FBCD39C97A3}"/>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28" name="Right Triangle 27">
              <a:extLst>
                <a:ext uri="{FF2B5EF4-FFF2-40B4-BE49-F238E27FC236}">
                  <a16:creationId xmlns:a16="http://schemas.microsoft.com/office/drawing/2014/main" id="{38DEABEB-540C-702C-F8F7-64F602BAB1B6}"/>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9" name="Group 28">
              <a:extLst>
                <a:ext uri="{FF2B5EF4-FFF2-40B4-BE49-F238E27FC236}">
                  <a16:creationId xmlns:a16="http://schemas.microsoft.com/office/drawing/2014/main" id="{783DD779-0CCA-5703-27FA-F65E8A24A259}"/>
                </a:ext>
              </a:extLst>
            </p:cNvPr>
            <p:cNvGrpSpPr/>
            <p:nvPr/>
          </p:nvGrpSpPr>
          <p:grpSpPr>
            <a:xfrm>
              <a:off x="2765661" y="5151382"/>
              <a:ext cx="37817" cy="61390"/>
              <a:chOff x="3883481" y="2057400"/>
              <a:chExt cx="1608363" cy="2652031"/>
            </a:xfrm>
            <a:solidFill>
              <a:srgbClr val="A6A6A6">
                <a:alpha val="20000"/>
              </a:srgbClr>
            </a:solidFill>
          </p:grpSpPr>
          <p:sp>
            <p:nvSpPr>
              <p:cNvPr id="59" name="Oval 27">
                <a:extLst>
                  <a:ext uri="{FF2B5EF4-FFF2-40B4-BE49-F238E27FC236}">
                    <a16:creationId xmlns:a16="http://schemas.microsoft.com/office/drawing/2014/main" id="{990FC755-CF0E-9F3F-3D00-3B32ACE19DC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 name="Oval 28">
                <a:extLst>
                  <a:ext uri="{FF2B5EF4-FFF2-40B4-BE49-F238E27FC236}">
                    <a16:creationId xmlns:a16="http://schemas.microsoft.com/office/drawing/2014/main" id="{37C663DE-1053-FD22-38E1-89D7EA0B1DF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1" name="Group 60">
            <a:extLst>
              <a:ext uri="{FF2B5EF4-FFF2-40B4-BE49-F238E27FC236}">
                <a16:creationId xmlns:a16="http://schemas.microsoft.com/office/drawing/2014/main" id="{1C6F4260-F593-E111-A6A7-F44D8968ECC3}"/>
              </a:ext>
            </a:extLst>
          </p:cNvPr>
          <p:cNvGrpSpPr/>
          <p:nvPr/>
        </p:nvGrpSpPr>
        <p:grpSpPr>
          <a:xfrm>
            <a:off x="2100392" y="4419620"/>
            <a:ext cx="721206" cy="609701"/>
            <a:chOff x="2100392" y="4419620"/>
            <a:chExt cx="721206" cy="609701"/>
          </a:xfrm>
        </p:grpSpPr>
        <p:sp>
          <p:nvSpPr>
            <p:cNvPr id="62" name="Rectangle 61">
              <a:extLst>
                <a:ext uri="{FF2B5EF4-FFF2-40B4-BE49-F238E27FC236}">
                  <a16:creationId xmlns:a16="http://schemas.microsoft.com/office/drawing/2014/main" id="{575887BE-0B63-2157-F448-647EFA16BFB6}"/>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63" name="Right Triangle 62">
              <a:extLst>
                <a:ext uri="{FF2B5EF4-FFF2-40B4-BE49-F238E27FC236}">
                  <a16:creationId xmlns:a16="http://schemas.microsoft.com/office/drawing/2014/main" id="{BBC48CB9-F988-7810-8FD5-89AFCCC345F2}"/>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4" name="Group 63">
              <a:extLst>
                <a:ext uri="{FF2B5EF4-FFF2-40B4-BE49-F238E27FC236}">
                  <a16:creationId xmlns:a16="http://schemas.microsoft.com/office/drawing/2014/main" id="{AA9E4E0F-4BEC-521E-89DF-86E6510D9B0E}"/>
                </a:ext>
              </a:extLst>
            </p:cNvPr>
            <p:cNvGrpSpPr/>
            <p:nvPr/>
          </p:nvGrpSpPr>
          <p:grpSpPr>
            <a:xfrm>
              <a:off x="2769856" y="4434450"/>
              <a:ext cx="37817" cy="61390"/>
              <a:chOff x="3883481" y="2057400"/>
              <a:chExt cx="1608363" cy="2652031"/>
            </a:xfrm>
            <a:solidFill>
              <a:srgbClr val="A6A6A6">
                <a:alpha val="20000"/>
              </a:srgbClr>
            </a:solidFill>
          </p:grpSpPr>
          <p:sp>
            <p:nvSpPr>
              <p:cNvPr id="65" name="Oval 27">
                <a:extLst>
                  <a:ext uri="{FF2B5EF4-FFF2-40B4-BE49-F238E27FC236}">
                    <a16:creationId xmlns:a16="http://schemas.microsoft.com/office/drawing/2014/main" id="{DD34BB9D-A7A1-A080-D97B-BFC8BE16732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 name="Oval 28">
                <a:extLst>
                  <a:ext uri="{FF2B5EF4-FFF2-40B4-BE49-F238E27FC236}">
                    <a16:creationId xmlns:a16="http://schemas.microsoft.com/office/drawing/2014/main" id="{AB1D6954-F74C-6A04-B63D-32D2AAF47A7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 name="Group 66">
            <a:extLst>
              <a:ext uri="{FF2B5EF4-FFF2-40B4-BE49-F238E27FC236}">
                <a16:creationId xmlns:a16="http://schemas.microsoft.com/office/drawing/2014/main" id="{50A9CAA3-E432-A6CE-157D-8F3E7E2EAC98}"/>
              </a:ext>
            </a:extLst>
          </p:cNvPr>
          <p:cNvGrpSpPr/>
          <p:nvPr/>
        </p:nvGrpSpPr>
        <p:grpSpPr>
          <a:xfrm>
            <a:off x="3775041" y="1532276"/>
            <a:ext cx="721206" cy="609701"/>
            <a:chOff x="3775041" y="1532276"/>
            <a:chExt cx="721206" cy="609701"/>
          </a:xfrm>
        </p:grpSpPr>
        <p:sp>
          <p:nvSpPr>
            <p:cNvPr id="68" name="Rectangle 67">
              <a:extLst>
                <a:ext uri="{FF2B5EF4-FFF2-40B4-BE49-F238E27FC236}">
                  <a16:creationId xmlns:a16="http://schemas.microsoft.com/office/drawing/2014/main" id="{D9B60F5A-14F5-E0DB-DDD1-980B22EBF445}"/>
                </a:ext>
              </a:extLst>
            </p:cNvPr>
            <p:cNvSpPr/>
            <p:nvPr/>
          </p:nvSpPr>
          <p:spPr>
            <a:xfrm>
              <a:off x="3775041"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69" name="Right Triangle 68">
              <a:extLst>
                <a:ext uri="{FF2B5EF4-FFF2-40B4-BE49-F238E27FC236}">
                  <a16:creationId xmlns:a16="http://schemas.microsoft.com/office/drawing/2014/main" id="{7EED6309-EE24-D641-500E-8AA83B1D795B}"/>
                </a:ext>
              </a:extLst>
            </p:cNvPr>
            <p:cNvSpPr/>
            <p:nvPr/>
          </p:nvSpPr>
          <p:spPr>
            <a:xfrm rot="10800000">
              <a:off x="437405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0" name="Group 69">
              <a:extLst>
                <a:ext uri="{FF2B5EF4-FFF2-40B4-BE49-F238E27FC236}">
                  <a16:creationId xmlns:a16="http://schemas.microsoft.com/office/drawing/2014/main" id="{01AA182C-1C18-26DE-FB58-2FC7FFA4DAD3}"/>
                </a:ext>
              </a:extLst>
            </p:cNvPr>
            <p:cNvGrpSpPr/>
            <p:nvPr/>
          </p:nvGrpSpPr>
          <p:grpSpPr>
            <a:xfrm>
              <a:off x="4440500" y="1542931"/>
              <a:ext cx="37817" cy="61390"/>
              <a:chOff x="3883481" y="2057400"/>
              <a:chExt cx="1608363" cy="2652031"/>
            </a:xfrm>
            <a:solidFill>
              <a:srgbClr val="A6A6A6"/>
            </a:solidFill>
          </p:grpSpPr>
          <p:sp>
            <p:nvSpPr>
              <p:cNvPr id="71" name="Oval 27">
                <a:extLst>
                  <a:ext uri="{FF2B5EF4-FFF2-40B4-BE49-F238E27FC236}">
                    <a16:creationId xmlns:a16="http://schemas.microsoft.com/office/drawing/2014/main" id="{1348E3D7-956B-57E7-1673-C9E9A67326E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 name="Oval 28">
                <a:extLst>
                  <a:ext uri="{FF2B5EF4-FFF2-40B4-BE49-F238E27FC236}">
                    <a16:creationId xmlns:a16="http://schemas.microsoft.com/office/drawing/2014/main" id="{D038C690-E6E4-1576-D77B-87A0EE9A5A7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3" name="Group 72">
            <a:extLst>
              <a:ext uri="{FF2B5EF4-FFF2-40B4-BE49-F238E27FC236}">
                <a16:creationId xmlns:a16="http://schemas.microsoft.com/office/drawing/2014/main" id="{ADE0D75C-7949-280D-3724-720E8B69BD57}"/>
              </a:ext>
            </a:extLst>
          </p:cNvPr>
          <p:cNvGrpSpPr/>
          <p:nvPr/>
        </p:nvGrpSpPr>
        <p:grpSpPr>
          <a:xfrm>
            <a:off x="3779083" y="3698227"/>
            <a:ext cx="721206" cy="609701"/>
            <a:chOff x="3779083" y="3698227"/>
            <a:chExt cx="721206" cy="609701"/>
          </a:xfrm>
        </p:grpSpPr>
        <p:sp>
          <p:nvSpPr>
            <p:cNvPr id="74" name="Rectangle 73">
              <a:extLst>
                <a:ext uri="{FF2B5EF4-FFF2-40B4-BE49-F238E27FC236}">
                  <a16:creationId xmlns:a16="http://schemas.microsoft.com/office/drawing/2014/main" id="{4D522D23-3C6E-2011-C096-677222507A1A}"/>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75" name="Right Triangle 74">
              <a:extLst>
                <a:ext uri="{FF2B5EF4-FFF2-40B4-BE49-F238E27FC236}">
                  <a16:creationId xmlns:a16="http://schemas.microsoft.com/office/drawing/2014/main" id="{432170A0-BCC7-92FF-2766-791BDEEF6406}"/>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6" name="Group 75">
              <a:extLst>
                <a:ext uri="{FF2B5EF4-FFF2-40B4-BE49-F238E27FC236}">
                  <a16:creationId xmlns:a16="http://schemas.microsoft.com/office/drawing/2014/main" id="{B36D2DA9-CB23-3C0E-7632-DC5B60F1F334}"/>
                </a:ext>
              </a:extLst>
            </p:cNvPr>
            <p:cNvGrpSpPr/>
            <p:nvPr/>
          </p:nvGrpSpPr>
          <p:grpSpPr>
            <a:xfrm>
              <a:off x="4448518" y="3706736"/>
              <a:ext cx="37817" cy="61390"/>
              <a:chOff x="3883481" y="2057400"/>
              <a:chExt cx="1608363" cy="2652031"/>
            </a:xfrm>
            <a:solidFill>
              <a:srgbClr val="A6A6A6"/>
            </a:solidFill>
          </p:grpSpPr>
          <p:sp>
            <p:nvSpPr>
              <p:cNvPr id="77" name="Oval 27">
                <a:extLst>
                  <a:ext uri="{FF2B5EF4-FFF2-40B4-BE49-F238E27FC236}">
                    <a16:creationId xmlns:a16="http://schemas.microsoft.com/office/drawing/2014/main" id="{B1FB8CF5-7F5B-E3E7-D5D6-51E05A103A7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 name="Oval 28">
                <a:extLst>
                  <a:ext uri="{FF2B5EF4-FFF2-40B4-BE49-F238E27FC236}">
                    <a16:creationId xmlns:a16="http://schemas.microsoft.com/office/drawing/2014/main" id="{C013CFA3-04A4-8AC5-E268-564C838BF88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8" name="Group 157">
            <a:extLst>
              <a:ext uri="{FF2B5EF4-FFF2-40B4-BE49-F238E27FC236}">
                <a16:creationId xmlns:a16="http://schemas.microsoft.com/office/drawing/2014/main" id="{11410761-B91E-9826-A645-F1FB813CB65D}"/>
              </a:ext>
            </a:extLst>
          </p:cNvPr>
          <p:cNvGrpSpPr/>
          <p:nvPr/>
        </p:nvGrpSpPr>
        <p:grpSpPr>
          <a:xfrm>
            <a:off x="8807246" y="1508831"/>
            <a:ext cx="721206" cy="609701"/>
            <a:chOff x="8807246" y="1532278"/>
            <a:chExt cx="721206" cy="609701"/>
          </a:xfrm>
        </p:grpSpPr>
        <p:sp>
          <p:nvSpPr>
            <p:cNvPr id="159" name="Rectangle 158">
              <a:hlinkHover r:id="" action="ppaction://noaction" highlightClick="1"/>
              <a:extLst>
                <a:ext uri="{FF2B5EF4-FFF2-40B4-BE49-F238E27FC236}">
                  <a16:creationId xmlns:a16="http://schemas.microsoft.com/office/drawing/2014/main" id="{72A95065-DCC5-E8F4-0798-0851E0B54E70}"/>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160" name="Oval 159">
              <a:extLst>
                <a:ext uri="{FF2B5EF4-FFF2-40B4-BE49-F238E27FC236}">
                  <a16:creationId xmlns:a16="http://schemas.microsoft.com/office/drawing/2014/main" id="{C1B2451A-6BF3-DFEB-F274-10D02C0C815C}"/>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1" name="Isosceles Triangle 648">
              <a:extLst>
                <a:ext uri="{FF2B5EF4-FFF2-40B4-BE49-F238E27FC236}">
                  <a16:creationId xmlns:a16="http://schemas.microsoft.com/office/drawing/2014/main" id="{4B30B602-E884-AB12-D4C5-DFA1AC72970E}"/>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2" name="Group 161">
            <a:extLst>
              <a:ext uri="{FF2B5EF4-FFF2-40B4-BE49-F238E27FC236}">
                <a16:creationId xmlns:a16="http://schemas.microsoft.com/office/drawing/2014/main" id="{7DAEA679-C520-923C-0E7E-CD354689599E}"/>
              </a:ext>
            </a:extLst>
          </p:cNvPr>
          <p:cNvGrpSpPr/>
          <p:nvPr/>
        </p:nvGrpSpPr>
        <p:grpSpPr>
          <a:xfrm>
            <a:off x="11356242" y="1508829"/>
            <a:ext cx="721206" cy="609701"/>
            <a:chOff x="11356242" y="1532276"/>
            <a:chExt cx="721206" cy="609701"/>
          </a:xfrm>
        </p:grpSpPr>
        <p:sp>
          <p:nvSpPr>
            <p:cNvPr id="163" name="Rectangle 162">
              <a:hlinkHover r:id="" action="ppaction://noaction" highlightClick="1"/>
              <a:extLst>
                <a:ext uri="{FF2B5EF4-FFF2-40B4-BE49-F238E27FC236}">
                  <a16:creationId xmlns:a16="http://schemas.microsoft.com/office/drawing/2014/main" id="{05A58BDC-8B2B-9C6A-EF3A-E93E0BBB6B7C}"/>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164" name="Oval 163">
              <a:extLst>
                <a:ext uri="{FF2B5EF4-FFF2-40B4-BE49-F238E27FC236}">
                  <a16:creationId xmlns:a16="http://schemas.microsoft.com/office/drawing/2014/main" id="{AA2177CA-338E-34C3-ED63-18CF4637989C}"/>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5" name="Isosceles Triangle 648">
              <a:extLst>
                <a:ext uri="{FF2B5EF4-FFF2-40B4-BE49-F238E27FC236}">
                  <a16:creationId xmlns:a16="http://schemas.microsoft.com/office/drawing/2014/main" id="{CAE81133-4214-C510-2AA5-DD55B7EAED6E}"/>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6" name="Group 175">
            <a:extLst>
              <a:ext uri="{FF2B5EF4-FFF2-40B4-BE49-F238E27FC236}">
                <a16:creationId xmlns:a16="http://schemas.microsoft.com/office/drawing/2014/main" id="{2583E11A-BF4D-5FA9-260F-9DF4F5F09B48}"/>
              </a:ext>
            </a:extLst>
          </p:cNvPr>
          <p:cNvGrpSpPr/>
          <p:nvPr/>
        </p:nvGrpSpPr>
        <p:grpSpPr>
          <a:xfrm>
            <a:off x="2942399" y="3698227"/>
            <a:ext cx="721206" cy="609701"/>
            <a:chOff x="2942399" y="3698227"/>
            <a:chExt cx="721206" cy="609701"/>
          </a:xfrm>
        </p:grpSpPr>
        <p:sp>
          <p:nvSpPr>
            <p:cNvPr id="177" name="Rectangle 176">
              <a:extLst>
                <a:ext uri="{FF2B5EF4-FFF2-40B4-BE49-F238E27FC236}">
                  <a16:creationId xmlns:a16="http://schemas.microsoft.com/office/drawing/2014/main" id="{6F871694-8D39-EB37-12B2-CA606044E76B}"/>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178" name="Right Triangle 177">
              <a:extLst>
                <a:ext uri="{FF2B5EF4-FFF2-40B4-BE49-F238E27FC236}">
                  <a16:creationId xmlns:a16="http://schemas.microsoft.com/office/drawing/2014/main" id="{9AA31287-94B7-75C0-FEA6-F14FB3DE0C75}"/>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9" name="Group 178">
              <a:extLst>
                <a:ext uri="{FF2B5EF4-FFF2-40B4-BE49-F238E27FC236}">
                  <a16:creationId xmlns:a16="http://schemas.microsoft.com/office/drawing/2014/main" id="{4A73AD6B-99DA-A95B-0389-B7425136DA69}"/>
                </a:ext>
              </a:extLst>
            </p:cNvPr>
            <p:cNvGrpSpPr/>
            <p:nvPr/>
          </p:nvGrpSpPr>
          <p:grpSpPr>
            <a:xfrm>
              <a:off x="3607767" y="3713057"/>
              <a:ext cx="37817" cy="61390"/>
              <a:chOff x="3883481" y="2057400"/>
              <a:chExt cx="1608363" cy="2652031"/>
            </a:xfrm>
            <a:solidFill>
              <a:srgbClr val="A6A6A6">
                <a:alpha val="20000"/>
              </a:srgbClr>
            </a:solidFill>
          </p:grpSpPr>
          <p:sp>
            <p:nvSpPr>
              <p:cNvPr id="180" name="Oval 27">
                <a:extLst>
                  <a:ext uri="{FF2B5EF4-FFF2-40B4-BE49-F238E27FC236}">
                    <a16:creationId xmlns:a16="http://schemas.microsoft.com/office/drawing/2014/main" id="{D558F709-9D00-01AF-E6E0-04AEA043E1F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1" name="Oval 28">
                <a:extLst>
                  <a:ext uri="{FF2B5EF4-FFF2-40B4-BE49-F238E27FC236}">
                    <a16:creationId xmlns:a16="http://schemas.microsoft.com/office/drawing/2014/main" id="{971D9657-B336-CD28-7C07-FBF7D46C6E6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82" name="Group 181">
            <a:extLst>
              <a:ext uri="{FF2B5EF4-FFF2-40B4-BE49-F238E27FC236}">
                <a16:creationId xmlns:a16="http://schemas.microsoft.com/office/drawing/2014/main" id="{27086590-DEAA-1016-A498-4C5F1AA7157F}"/>
              </a:ext>
            </a:extLst>
          </p:cNvPr>
          <p:cNvGrpSpPr/>
          <p:nvPr/>
        </p:nvGrpSpPr>
        <p:grpSpPr>
          <a:xfrm>
            <a:off x="4615774" y="3698231"/>
            <a:ext cx="721206" cy="609701"/>
            <a:chOff x="4615774" y="3698231"/>
            <a:chExt cx="721206" cy="609701"/>
          </a:xfrm>
        </p:grpSpPr>
        <p:sp>
          <p:nvSpPr>
            <p:cNvPr id="183" name="Rectangle 182">
              <a:hlinkHover r:id="" action="ppaction://noaction" highlightClick="1"/>
              <a:extLst>
                <a:ext uri="{FF2B5EF4-FFF2-40B4-BE49-F238E27FC236}">
                  <a16:creationId xmlns:a16="http://schemas.microsoft.com/office/drawing/2014/main" id="{4E72657F-FCE4-1964-8FC8-9CA3CBC225B8}"/>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84" name="Oval 183">
              <a:extLst>
                <a:ext uri="{FF2B5EF4-FFF2-40B4-BE49-F238E27FC236}">
                  <a16:creationId xmlns:a16="http://schemas.microsoft.com/office/drawing/2014/main" id="{86D952E5-458A-E93E-C598-472328DE9831}"/>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5" name="Isosceles Triangle 648">
              <a:extLst>
                <a:ext uri="{FF2B5EF4-FFF2-40B4-BE49-F238E27FC236}">
                  <a16:creationId xmlns:a16="http://schemas.microsoft.com/office/drawing/2014/main" id="{BBD376D7-23AF-EFCD-DBA0-AEA7944D8867}"/>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6" name="Group 185">
            <a:extLst>
              <a:ext uri="{FF2B5EF4-FFF2-40B4-BE49-F238E27FC236}">
                <a16:creationId xmlns:a16="http://schemas.microsoft.com/office/drawing/2014/main" id="{DB7358A5-67C6-0D82-B27A-77F9A9EB0EB7}"/>
              </a:ext>
            </a:extLst>
          </p:cNvPr>
          <p:cNvGrpSpPr/>
          <p:nvPr/>
        </p:nvGrpSpPr>
        <p:grpSpPr>
          <a:xfrm>
            <a:off x="2940469" y="2974031"/>
            <a:ext cx="721206" cy="613175"/>
            <a:chOff x="2940469" y="2974031"/>
            <a:chExt cx="721206" cy="613175"/>
          </a:xfrm>
        </p:grpSpPr>
        <p:sp>
          <p:nvSpPr>
            <p:cNvPr id="187" name="Rectangle 186">
              <a:extLst>
                <a:ext uri="{FF2B5EF4-FFF2-40B4-BE49-F238E27FC236}">
                  <a16:creationId xmlns:a16="http://schemas.microsoft.com/office/drawing/2014/main" id="{C7AED086-D4D3-5FE4-72E4-43ECD246CC85}"/>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188" name="Right Triangle 187">
              <a:extLst>
                <a:ext uri="{FF2B5EF4-FFF2-40B4-BE49-F238E27FC236}">
                  <a16:creationId xmlns:a16="http://schemas.microsoft.com/office/drawing/2014/main" id="{68A364EA-FA73-CD9F-2020-C564B3AE61B7}"/>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89" name="Group 188">
              <a:extLst>
                <a:ext uri="{FF2B5EF4-FFF2-40B4-BE49-F238E27FC236}">
                  <a16:creationId xmlns:a16="http://schemas.microsoft.com/office/drawing/2014/main" id="{060DB68D-A6E8-766C-BF0E-5AC0C2E34132}"/>
                </a:ext>
              </a:extLst>
            </p:cNvPr>
            <p:cNvGrpSpPr/>
            <p:nvPr/>
          </p:nvGrpSpPr>
          <p:grpSpPr>
            <a:xfrm>
              <a:off x="3610502" y="2980132"/>
              <a:ext cx="37817" cy="61390"/>
              <a:chOff x="3883481" y="2057400"/>
              <a:chExt cx="1608363" cy="2652031"/>
            </a:xfrm>
            <a:solidFill>
              <a:srgbClr val="A6A6A6">
                <a:alpha val="20000"/>
              </a:srgbClr>
            </a:solidFill>
          </p:grpSpPr>
          <p:sp>
            <p:nvSpPr>
              <p:cNvPr id="190" name="Oval 27">
                <a:extLst>
                  <a:ext uri="{FF2B5EF4-FFF2-40B4-BE49-F238E27FC236}">
                    <a16:creationId xmlns:a16="http://schemas.microsoft.com/office/drawing/2014/main" id="{C2ECA754-35A2-168B-84C8-016D967FF6B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1" name="Oval 28">
                <a:extLst>
                  <a:ext uri="{FF2B5EF4-FFF2-40B4-BE49-F238E27FC236}">
                    <a16:creationId xmlns:a16="http://schemas.microsoft.com/office/drawing/2014/main" id="{D23660AF-8E96-0D5F-F97F-D006751F8A8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sp>
        <p:nvSpPr>
          <p:cNvPr id="272" name="Rectangle 271">
            <a:hlinkClick r:id="rId4" action="ppaction://hlinksldjump"/>
            <a:hlinkHover r:id="rId4" action="ppaction://hlinksldjump"/>
            <a:extLst>
              <a:ext uri="{FF2B5EF4-FFF2-40B4-BE49-F238E27FC236}">
                <a16:creationId xmlns:a16="http://schemas.microsoft.com/office/drawing/2014/main" id="{1E5C5C5B-A494-5F03-77D7-116C0445F7A6}"/>
              </a:ext>
            </a:extLst>
          </p:cNvPr>
          <p:cNvSpPr/>
          <p:nvPr/>
        </p:nvSpPr>
        <p:spPr>
          <a:xfrm>
            <a:off x="299024" y="5802160"/>
            <a:ext cx="1637557" cy="454591"/>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273" name="Rectangle 272">
            <a:hlinkClick r:id="rId5" action="ppaction://hlinksldjump"/>
            <a:hlinkHover r:id="rId5" action="ppaction://hlinksldjump"/>
            <a:extLst>
              <a:ext uri="{FF2B5EF4-FFF2-40B4-BE49-F238E27FC236}">
                <a16:creationId xmlns:a16="http://schemas.microsoft.com/office/drawing/2014/main" id="{BF94DF4D-2D23-6DC9-8AAA-5CCB3C0634E6}"/>
              </a:ext>
            </a:extLst>
          </p:cNvPr>
          <p:cNvSpPr/>
          <p:nvPr/>
        </p:nvSpPr>
        <p:spPr>
          <a:xfrm>
            <a:off x="1975955"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274" name="Rectangle 273">
            <a:hlinkClick r:id="rId6" action="ppaction://hlinksldjump"/>
            <a:hlinkHover r:id="rId6" action="ppaction://hlinksldjump"/>
            <a:extLst>
              <a:ext uri="{FF2B5EF4-FFF2-40B4-BE49-F238E27FC236}">
                <a16:creationId xmlns:a16="http://schemas.microsoft.com/office/drawing/2014/main" id="{8A3EC927-506E-1A9B-A678-8F29545AAC45}"/>
              </a:ext>
            </a:extLst>
          </p:cNvPr>
          <p:cNvSpPr/>
          <p:nvPr/>
        </p:nvSpPr>
        <p:spPr>
          <a:xfrm>
            <a:off x="3652886"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276" name="Rectangle 275">
            <a:hlinkClick r:id="rId7" action="ppaction://hlinksldjump"/>
            <a:hlinkHover r:id="rId7" action="ppaction://hlinksldjump"/>
            <a:extLst>
              <a:ext uri="{FF2B5EF4-FFF2-40B4-BE49-F238E27FC236}">
                <a16:creationId xmlns:a16="http://schemas.microsoft.com/office/drawing/2014/main" id="{98977C07-EE71-EBCB-6CFB-99A6B4FFB377}"/>
              </a:ext>
            </a:extLst>
          </p:cNvPr>
          <p:cNvSpPr/>
          <p:nvPr/>
        </p:nvSpPr>
        <p:spPr>
          <a:xfrm>
            <a:off x="7107720" y="5802160"/>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277" name="Rectangle 276">
            <a:hlinkClick r:id="rId8" action="ppaction://hlinksldjump"/>
            <a:hlinkHover r:id="rId8" action="ppaction://hlinksldjump"/>
            <a:extLst>
              <a:ext uri="{FF2B5EF4-FFF2-40B4-BE49-F238E27FC236}">
                <a16:creationId xmlns:a16="http://schemas.microsoft.com/office/drawing/2014/main" id="{FF47EE33-4F12-ABA8-CAA2-F5940A54C980}"/>
              </a:ext>
            </a:extLst>
          </p:cNvPr>
          <p:cNvSpPr/>
          <p:nvPr/>
        </p:nvSpPr>
        <p:spPr>
          <a:xfrm>
            <a:off x="3652886"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278" name="Rectangle 277">
            <a:hlinkClick r:id="rId9" action="ppaction://hlinksldjump"/>
            <a:hlinkHover r:id="rId9" action="ppaction://hlinksldjump"/>
            <a:extLst>
              <a:ext uri="{FF2B5EF4-FFF2-40B4-BE49-F238E27FC236}">
                <a16:creationId xmlns:a16="http://schemas.microsoft.com/office/drawing/2014/main" id="{A2198527-8B13-B04F-9D2F-60B3874D759C}"/>
              </a:ext>
            </a:extLst>
          </p:cNvPr>
          <p:cNvSpPr/>
          <p:nvPr/>
        </p:nvSpPr>
        <p:spPr>
          <a:xfrm>
            <a:off x="7107721" y="6284246"/>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279" name="Rectangle 278">
            <a:hlinkClick r:id="rId10" action="ppaction://hlinksldjump"/>
            <a:hlinkHover r:id="rId10" action="ppaction://hlinksldjump"/>
            <a:extLst>
              <a:ext uri="{FF2B5EF4-FFF2-40B4-BE49-F238E27FC236}">
                <a16:creationId xmlns:a16="http://schemas.microsoft.com/office/drawing/2014/main" id="{0EB44071-A140-F08D-9385-A774F0118D6D}"/>
              </a:ext>
            </a:extLst>
          </p:cNvPr>
          <p:cNvSpPr/>
          <p:nvPr/>
        </p:nvSpPr>
        <p:spPr>
          <a:xfrm>
            <a:off x="10811623" y="5796447"/>
            <a:ext cx="1301668" cy="957208"/>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280" name="Rectangle 279">
            <a:hlinkClick r:id="rId11" action="ppaction://hlinksldjump"/>
            <a:hlinkHover r:id="rId11" action="ppaction://hlinksldjump"/>
            <a:extLst>
              <a:ext uri="{FF2B5EF4-FFF2-40B4-BE49-F238E27FC236}">
                <a16:creationId xmlns:a16="http://schemas.microsoft.com/office/drawing/2014/main" id="{FC2F0920-D285-84AF-B9AF-E79167949F86}"/>
              </a:ext>
            </a:extLst>
          </p:cNvPr>
          <p:cNvSpPr/>
          <p:nvPr/>
        </p:nvSpPr>
        <p:spPr>
          <a:xfrm>
            <a:off x="299024" y="6299063"/>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281" name="Rectangle 280">
            <a:hlinkClick r:id="rId12" action="ppaction://hlinksldjump"/>
            <a:hlinkHover r:id="rId12" action="ppaction://hlinksldjump"/>
            <a:extLst>
              <a:ext uri="{FF2B5EF4-FFF2-40B4-BE49-F238E27FC236}">
                <a16:creationId xmlns:a16="http://schemas.microsoft.com/office/drawing/2014/main" id="{FEB8E488-70E9-813D-AD66-9874A4BC6A67}"/>
              </a:ext>
            </a:extLst>
          </p:cNvPr>
          <p:cNvSpPr/>
          <p:nvPr/>
        </p:nvSpPr>
        <p:spPr>
          <a:xfrm>
            <a:off x="1975955"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8" name="Rectangle 7">
            <a:hlinkHover r:id="rId13" action="ppaction://hlinksldjump"/>
            <a:extLst>
              <a:ext uri="{FF2B5EF4-FFF2-40B4-BE49-F238E27FC236}">
                <a16:creationId xmlns:a16="http://schemas.microsoft.com/office/drawing/2014/main" id="{CACA950D-A75B-912D-70A2-CA4A95894486}"/>
              </a:ext>
            </a:extLst>
          </p:cNvPr>
          <p:cNvSpPr/>
          <p:nvPr/>
        </p:nvSpPr>
        <p:spPr>
          <a:xfrm>
            <a:off x="8841667" y="5799653"/>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Entra Suite</a:t>
            </a:r>
          </a:p>
        </p:txBody>
      </p:sp>
      <p:grpSp>
        <p:nvGrpSpPr>
          <p:cNvPr id="9" name="Group 8">
            <a:extLst>
              <a:ext uri="{FF2B5EF4-FFF2-40B4-BE49-F238E27FC236}">
                <a16:creationId xmlns:a16="http://schemas.microsoft.com/office/drawing/2014/main" id="{8D5DB097-109A-6794-2CDB-BE6238F9463E}"/>
              </a:ext>
            </a:extLst>
          </p:cNvPr>
          <p:cNvGrpSpPr/>
          <p:nvPr/>
        </p:nvGrpSpPr>
        <p:grpSpPr>
          <a:xfrm>
            <a:off x="7905566" y="751337"/>
            <a:ext cx="3396155" cy="4999377"/>
            <a:chOff x="7905566" y="751337"/>
            <a:chExt cx="3396155" cy="4999377"/>
          </a:xfrm>
        </p:grpSpPr>
        <p:cxnSp>
          <p:nvCxnSpPr>
            <p:cNvPr id="10" name="Straight Connector 9">
              <a:extLst>
                <a:ext uri="{FF2B5EF4-FFF2-40B4-BE49-F238E27FC236}">
                  <a16:creationId xmlns:a16="http://schemas.microsoft.com/office/drawing/2014/main" id="{538E26FB-4648-9939-62A5-6F018904D468}"/>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7C8D0D3D-84C6-CF9A-5CEE-170FB26DD380}"/>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ECBCBBEC-3C3D-3AEE-A73A-D93CE2774B67}"/>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51F11E0E-874F-E414-D7F0-5D65686872DE}"/>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CADE779D-0E1C-A0C7-5A1F-1B1A3AAD4580}"/>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D8F4B785-D03F-63B2-D542-33209D610C66}"/>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AF8B7239-D4CC-C494-B490-8768779319D6}"/>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82" name="Straight Connector 81">
            <a:extLst>
              <a:ext uri="{FF2B5EF4-FFF2-40B4-BE49-F238E27FC236}">
                <a16:creationId xmlns:a16="http://schemas.microsoft.com/office/drawing/2014/main" id="{FC488A58-7F98-40E0-63B6-20DE4A725DB2}"/>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83" name="Group 82">
            <a:extLst>
              <a:ext uri="{FF2B5EF4-FFF2-40B4-BE49-F238E27FC236}">
                <a16:creationId xmlns:a16="http://schemas.microsoft.com/office/drawing/2014/main" id="{E85CC6E3-D281-5352-7974-2282145BEF17}"/>
              </a:ext>
            </a:extLst>
          </p:cNvPr>
          <p:cNvGrpSpPr/>
          <p:nvPr/>
        </p:nvGrpSpPr>
        <p:grpSpPr>
          <a:xfrm>
            <a:off x="7957586" y="2253332"/>
            <a:ext cx="721206" cy="609701"/>
            <a:chOff x="7957586" y="2253332"/>
            <a:chExt cx="721206" cy="609701"/>
          </a:xfrm>
        </p:grpSpPr>
        <p:sp>
          <p:nvSpPr>
            <p:cNvPr id="84" name="Rectangle 83">
              <a:extLst>
                <a:ext uri="{FF2B5EF4-FFF2-40B4-BE49-F238E27FC236}">
                  <a16:creationId xmlns:a16="http://schemas.microsoft.com/office/drawing/2014/main" id="{9FD42361-077A-77AE-FC46-8E56781042DE}"/>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85" name="Right Triangle 84">
              <a:extLst>
                <a:ext uri="{FF2B5EF4-FFF2-40B4-BE49-F238E27FC236}">
                  <a16:creationId xmlns:a16="http://schemas.microsoft.com/office/drawing/2014/main" id="{5E942D00-5237-48CB-4DAA-48FB310C7220}"/>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6" name="Group 85">
              <a:extLst>
                <a:ext uri="{FF2B5EF4-FFF2-40B4-BE49-F238E27FC236}">
                  <a16:creationId xmlns:a16="http://schemas.microsoft.com/office/drawing/2014/main" id="{8C3A6801-D040-FE76-6145-6D326F3CBB50}"/>
                </a:ext>
              </a:extLst>
            </p:cNvPr>
            <p:cNvGrpSpPr/>
            <p:nvPr/>
          </p:nvGrpSpPr>
          <p:grpSpPr>
            <a:xfrm>
              <a:off x="8621942" y="2262669"/>
              <a:ext cx="37817" cy="61390"/>
              <a:chOff x="3883481" y="2057400"/>
              <a:chExt cx="1608363" cy="2652031"/>
            </a:xfrm>
            <a:solidFill>
              <a:srgbClr val="A6A6A6">
                <a:alpha val="20000"/>
              </a:srgbClr>
            </a:solidFill>
          </p:grpSpPr>
          <p:sp>
            <p:nvSpPr>
              <p:cNvPr id="87" name="Oval 27">
                <a:extLst>
                  <a:ext uri="{FF2B5EF4-FFF2-40B4-BE49-F238E27FC236}">
                    <a16:creationId xmlns:a16="http://schemas.microsoft.com/office/drawing/2014/main" id="{A916BB16-5400-A818-680C-153BFC270C2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 name="Oval 28">
                <a:extLst>
                  <a:ext uri="{FF2B5EF4-FFF2-40B4-BE49-F238E27FC236}">
                    <a16:creationId xmlns:a16="http://schemas.microsoft.com/office/drawing/2014/main" id="{A81D0C5A-B4B0-06A3-F893-C6D8C72F225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9" name="Group 88">
            <a:extLst>
              <a:ext uri="{FF2B5EF4-FFF2-40B4-BE49-F238E27FC236}">
                <a16:creationId xmlns:a16="http://schemas.microsoft.com/office/drawing/2014/main" id="{0E43536E-9733-8584-AAF0-4A17573746C0}"/>
              </a:ext>
            </a:extLst>
          </p:cNvPr>
          <p:cNvGrpSpPr/>
          <p:nvPr/>
        </p:nvGrpSpPr>
        <p:grpSpPr>
          <a:xfrm>
            <a:off x="4605607" y="811556"/>
            <a:ext cx="722054" cy="609701"/>
            <a:chOff x="4605607" y="811556"/>
            <a:chExt cx="722054" cy="609701"/>
          </a:xfrm>
        </p:grpSpPr>
        <p:sp>
          <p:nvSpPr>
            <p:cNvPr id="90" name="Rectangle 89">
              <a:extLst>
                <a:ext uri="{FF2B5EF4-FFF2-40B4-BE49-F238E27FC236}">
                  <a16:creationId xmlns:a16="http://schemas.microsoft.com/office/drawing/2014/main" id="{68D65CED-4F01-3D9F-4444-97D0746992B8}"/>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91" name="Rectangle 90">
              <a:extLst>
                <a:ext uri="{FF2B5EF4-FFF2-40B4-BE49-F238E27FC236}">
                  <a16:creationId xmlns:a16="http://schemas.microsoft.com/office/drawing/2014/main" id="{050D5E5E-AF26-3AF3-9139-4C6F5A334692}"/>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 name="Oval 15">
              <a:extLst>
                <a:ext uri="{FF2B5EF4-FFF2-40B4-BE49-F238E27FC236}">
                  <a16:creationId xmlns:a16="http://schemas.microsoft.com/office/drawing/2014/main" id="{C0FB6368-586E-2E2B-9FFF-833E9BEA2A79}"/>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3" name="Straight Connector 92">
              <a:extLst>
                <a:ext uri="{FF2B5EF4-FFF2-40B4-BE49-F238E27FC236}">
                  <a16:creationId xmlns:a16="http://schemas.microsoft.com/office/drawing/2014/main" id="{62387F68-3519-C834-B6AE-5179301413BF}"/>
                </a:ext>
              </a:extLst>
            </p:cNvPr>
            <p:cNvCxnSpPr>
              <a:cxnSpLocks/>
              <a:stCxn id="92"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4" name="Straight Connector 93">
              <a:extLst>
                <a:ext uri="{FF2B5EF4-FFF2-40B4-BE49-F238E27FC236}">
                  <a16:creationId xmlns:a16="http://schemas.microsoft.com/office/drawing/2014/main" id="{9FDC5AA2-1B0F-A550-26E6-68640BA86AFB}"/>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20C5E10E-3992-57DD-6D15-0C17D2EA2F05}"/>
              </a:ext>
            </a:extLst>
          </p:cNvPr>
          <p:cNvGrpSpPr/>
          <p:nvPr/>
        </p:nvGrpSpPr>
        <p:grpSpPr>
          <a:xfrm>
            <a:off x="6290730" y="2257176"/>
            <a:ext cx="721206" cy="609701"/>
            <a:chOff x="8807250" y="2253334"/>
            <a:chExt cx="721206" cy="609701"/>
          </a:xfrm>
        </p:grpSpPr>
        <p:sp>
          <p:nvSpPr>
            <p:cNvPr id="96" name="Rectangle 95">
              <a:extLst>
                <a:ext uri="{FF2B5EF4-FFF2-40B4-BE49-F238E27FC236}">
                  <a16:creationId xmlns:a16="http://schemas.microsoft.com/office/drawing/2014/main" id="{5818F8B4-7E19-441B-2893-852B8A16803E}"/>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97" name="Right Triangle 96">
              <a:extLst>
                <a:ext uri="{FF2B5EF4-FFF2-40B4-BE49-F238E27FC236}">
                  <a16:creationId xmlns:a16="http://schemas.microsoft.com/office/drawing/2014/main" id="{88B0AF22-5F3F-13C4-FBE1-A0B6C55F8054}"/>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 name="Oval 27">
              <a:extLst>
                <a:ext uri="{FF2B5EF4-FFF2-40B4-BE49-F238E27FC236}">
                  <a16:creationId xmlns:a16="http://schemas.microsoft.com/office/drawing/2014/main" id="{B9031B5A-0739-B501-A817-42D7E6BC01B2}"/>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 name="Oval 28">
              <a:extLst>
                <a:ext uri="{FF2B5EF4-FFF2-40B4-BE49-F238E27FC236}">
                  <a16:creationId xmlns:a16="http://schemas.microsoft.com/office/drawing/2014/main" id="{2344FF51-C56A-7CF6-EAD7-2DAC6F480271}"/>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0" name="Group 99">
            <a:extLst>
              <a:ext uri="{FF2B5EF4-FFF2-40B4-BE49-F238E27FC236}">
                <a16:creationId xmlns:a16="http://schemas.microsoft.com/office/drawing/2014/main" id="{EA01EF88-2312-971A-A706-4DABD9E229A2}"/>
              </a:ext>
            </a:extLst>
          </p:cNvPr>
          <p:cNvGrpSpPr/>
          <p:nvPr/>
        </p:nvGrpSpPr>
        <p:grpSpPr>
          <a:xfrm>
            <a:off x="9651394" y="811173"/>
            <a:ext cx="721206" cy="609701"/>
            <a:chOff x="9657972" y="90836"/>
            <a:chExt cx="721206" cy="609701"/>
          </a:xfrm>
        </p:grpSpPr>
        <p:sp>
          <p:nvSpPr>
            <p:cNvPr id="101" name="Rectangle 100">
              <a:hlinkHover r:id="" action="ppaction://noaction" highlightClick="1"/>
              <a:extLst>
                <a:ext uri="{FF2B5EF4-FFF2-40B4-BE49-F238E27FC236}">
                  <a16:creationId xmlns:a16="http://schemas.microsoft.com/office/drawing/2014/main" id="{BB53F96B-06BC-A84E-98B8-87169FD6C0A8}"/>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02" name="Diamond 101">
              <a:extLst>
                <a:ext uri="{FF2B5EF4-FFF2-40B4-BE49-F238E27FC236}">
                  <a16:creationId xmlns:a16="http://schemas.microsoft.com/office/drawing/2014/main" id="{690540FF-61AE-D691-293D-0E945663B937}"/>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 name="Oval 102">
              <a:extLst>
                <a:ext uri="{FF2B5EF4-FFF2-40B4-BE49-F238E27FC236}">
                  <a16:creationId xmlns:a16="http://schemas.microsoft.com/office/drawing/2014/main" id="{C940204C-09CA-AC15-1B00-07A8CE759A2B}"/>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 name="Group 103">
            <a:extLst>
              <a:ext uri="{FF2B5EF4-FFF2-40B4-BE49-F238E27FC236}">
                <a16:creationId xmlns:a16="http://schemas.microsoft.com/office/drawing/2014/main" id="{1592A6B6-77BE-9E60-7341-91D4FD63A136}"/>
              </a:ext>
            </a:extLst>
          </p:cNvPr>
          <p:cNvGrpSpPr/>
          <p:nvPr/>
        </p:nvGrpSpPr>
        <p:grpSpPr>
          <a:xfrm>
            <a:off x="10520479" y="90836"/>
            <a:ext cx="721206" cy="609701"/>
            <a:chOff x="10520479" y="90836"/>
            <a:chExt cx="721206" cy="609701"/>
          </a:xfrm>
        </p:grpSpPr>
        <p:sp>
          <p:nvSpPr>
            <p:cNvPr id="105" name="Rectangle 104">
              <a:hlinkHover r:id="" action="ppaction://noaction" highlightClick="1"/>
              <a:extLst>
                <a:ext uri="{FF2B5EF4-FFF2-40B4-BE49-F238E27FC236}">
                  <a16:creationId xmlns:a16="http://schemas.microsoft.com/office/drawing/2014/main" id="{436428DD-AE63-D760-DF4C-6C6E8E68C456}"/>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06" name="Oval 105">
              <a:extLst>
                <a:ext uri="{FF2B5EF4-FFF2-40B4-BE49-F238E27FC236}">
                  <a16:creationId xmlns:a16="http://schemas.microsoft.com/office/drawing/2014/main" id="{278623FE-A9D8-2C2C-A000-711238D425B1}"/>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 name="Isosceles Triangle 648">
              <a:extLst>
                <a:ext uri="{FF2B5EF4-FFF2-40B4-BE49-F238E27FC236}">
                  <a16:creationId xmlns:a16="http://schemas.microsoft.com/office/drawing/2014/main" id="{910BE78A-DA43-A8F5-EFEE-BD97BA18522F}"/>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4" name="Group 113">
            <a:extLst>
              <a:ext uri="{FF2B5EF4-FFF2-40B4-BE49-F238E27FC236}">
                <a16:creationId xmlns:a16="http://schemas.microsoft.com/office/drawing/2014/main" id="{3D99636B-CDF3-F8F1-1EF5-57477DC14075}"/>
              </a:ext>
            </a:extLst>
          </p:cNvPr>
          <p:cNvGrpSpPr/>
          <p:nvPr/>
        </p:nvGrpSpPr>
        <p:grpSpPr>
          <a:xfrm>
            <a:off x="9656903" y="2253333"/>
            <a:ext cx="721220" cy="609701"/>
            <a:chOff x="9656903" y="2253333"/>
            <a:chExt cx="721220" cy="609701"/>
          </a:xfrm>
        </p:grpSpPr>
        <p:sp>
          <p:nvSpPr>
            <p:cNvPr id="115" name="Rectangle 114">
              <a:hlinkHover r:id="" action="ppaction://noaction" highlightClick="1"/>
              <a:extLst>
                <a:ext uri="{FF2B5EF4-FFF2-40B4-BE49-F238E27FC236}">
                  <a16:creationId xmlns:a16="http://schemas.microsoft.com/office/drawing/2014/main" id="{D70B9AE3-EDBC-2D7F-EDC4-D5612426532E}"/>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16" name="Rectangle 115">
              <a:extLst>
                <a:ext uri="{FF2B5EF4-FFF2-40B4-BE49-F238E27FC236}">
                  <a16:creationId xmlns:a16="http://schemas.microsoft.com/office/drawing/2014/main" id="{913B84BE-62E5-5D36-3C1C-63CD2943272D}"/>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 name="Oval 15">
              <a:extLst>
                <a:ext uri="{FF2B5EF4-FFF2-40B4-BE49-F238E27FC236}">
                  <a16:creationId xmlns:a16="http://schemas.microsoft.com/office/drawing/2014/main" id="{1A3766AE-FDEE-9BC1-0813-2FECE785FDFB}"/>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9" name="Straight Connector 118">
              <a:extLst>
                <a:ext uri="{FF2B5EF4-FFF2-40B4-BE49-F238E27FC236}">
                  <a16:creationId xmlns:a16="http://schemas.microsoft.com/office/drawing/2014/main" id="{AC44686C-A29A-D235-E976-61297AF57772}"/>
                </a:ext>
              </a:extLst>
            </p:cNvPr>
            <p:cNvCxnSpPr>
              <a:cxnSpLocks/>
              <a:stCxn id="117"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83" name="Straight Connector 282">
              <a:extLst>
                <a:ext uri="{FF2B5EF4-FFF2-40B4-BE49-F238E27FC236}">
                  <a16:creationId xmlns:a16="http://schemas.microsoft.com/office/drawing/2014/main" id="{62A23624-CF9A-54B4-990F-923EA8E17B02}"/>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84" name="Group 283">
            <a:extLst>
              <a:ext uri="{FF2B5EF4-FFF2-40B4-BE49-F238E27FC236}">
                <a16:creationId xmlns:a16="http://schemas.microsoft.com/office/drawing/2014/main" id="{3A69B84D-D070-8C6D-E46E-A3530B5B8FC8}"/>
              </a:ext>
            </a:extLst>
          </p:cNvPr>
          <p:cNvGrpSpPr/>
          <p:nvPr/>
        </p:nvGrpSpPr>
        <p:grpSpPr>
          <a:xfrm>
            <a:off x="8797459" y="2264859"/>
            <a:ext cx="721206" cy="609701"/>
            <a:chOff x="11356242" y="2253333"/>
            <a:chExt cx="721206" cy="609701"/>
          </a:xfrm>
        </p:grpSpPr>
        <p:sp>
          <p:nvSpPr>
            <p:cNvPr id="285" name="Rectangle 284">
              <a:hlinkHover r:id="" action="ppaction://noaction" highlightClick="1"/>
              <a:extLst>
                <a:ext uri="{FF2B5EF4-FFF2-40B4-BE49-F238E27FC236}">
                  <a16:creationId xmlns:a16="http://schemas.microsoft.com/office/drawing/2014/main" id="{B4B0DE16-A9AC-4817-3F2B-E7298EF838AF}"/>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286" name="Oval 285">
              <a:extLst>
                <a:ext uri="{FF2B5EF4-FFF2-40B4-BE49-F238E27FC236}">
                  <a16:creationId xmlns:a16="http://schemas.microsoft.com/office/drawing/2014/main" id="{EF31BEF1-1C52-2D14-BE4D-4D63C3551F22}"/>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87" name="Isosceles Triangle 648">
              <a:extLst>
                <a:ext uri="{FF2B5EF4-FFF2-40B4-BE49-F238E27FC236}">
                  <a16:creationId xmlns:a16="http://schemas.microsoft.com/office/drawing/2014/main" id="{05611760-C9EF-C2FB-C6D9-986B71E3CA2E}"/>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88" name="Group 287">
            <a:extLst>
              <a:ext uri="{FF2B5EF4-FFF2-40B4-BE49-F238E27FC236}">
                <a16:creationId xmlns:a16="http://schemas.microsoft.com/office/drawing/2014/main" id="{B1B36DB9-4752-2EBC-5171-7EE13F98AEEE}"/>
              </a:ext>
            </a:extLst>
          </p:cNvPr>
          <p:cNvGrpSpPr/>
          <p:nvPr/>
        </p:nvGrpSpPr>
        <p:grpSpPr>
          <a:xfrm>
            <a:off x="10506580" y="2253333"/>
            <a:ext cx="721206" cy="609701"/>
            <a:chOff x="10506580" y="2253333"/>
            <a:chExt cx="721206" cy="609701"/>
          </a:xfrm>
        </p:grpSpPr>
        <p:sp>
          <p:nvSpPr>
            <p:cNvPr id="289" name="Rectangle 288">
              <a:hlinkHover r:id="" action="ppaction://noaction" highlightClick="1"/>
              <a:extLst>
                <a:ext uri="{FF2B5EF4-FFF2-40B4-BE49-F238E27FC236}">
                  <a16:creationId xmlns:a16="http://schemas.microsoft.com/office/drawing/2014/main" id="{A3D547BC-C273-D6B5-6427-45EAD6E5D5C9}"/>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290" name="Diamond 289">
              <a:extLst>
                <a:ext uri="{FF2B5EF4-FFF2-40B4-BE49-F238E27FC236}">
                  <a16:creationId xmlns:a16="http://schemas.microsoft.com/office/drawing/2014/main" id="{E071AAE6-0CDA-987D-6A49-30CD61C04758}"/>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1" name="Oval 290">
              <a:extLst>
                <a:ext uri="{FF2B5EF4-FFF2-40B4-BE49-F238E27FC236}">
                  <a16:creationId xmlns:a16="http://schemas.microsoft.com/office/drawing/2014/main" id="{6C14090F-42D7-5C6B-025F-1AC676293882}"/>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92" name="Group 291">
            <a:extLst>
              <a:ext uri="{FF2B5EF4-FFF2-40B4-BE49-F238E27FC236}">
                <a16:creationId xmlns:a16="http://schemas.microsoft.com/office/drawing/2014/main" id="{F608FB24-96FB-5596-FF18-17D7F850AD73}"/>
              </a:ext>
            </a:extLst>
          </p:cNvPr>
          <p:cNvGrpSpPr/>
          <p:nvPr/>
        </p:nvGrpSpPr>
        <p:grpSpPr>
          <a:xfrm>
            <a:off x="2109092" y="2986575"/>
            <a:ext cx="721206" cy="649846"/>
            <a:chOff x="10506800" y="2974054"/>
            <a:chExt cx="721206" cy="649846"/>
          </a:xfrm>
        </p:grpSpPr>
        <p:sp>
          <p:nvSpPr>
            <p:cNvPr id="293" name="Rectangle 292">
              <a:extLst>
                <a:ext uri="{FF2B5EF4-FFF2-40B4-BE49-F238E27FC236}">
                  <a16:creationId xmlns:a16="http://schemas.microsoft.com/office/drawing/2014/main" id="{EDA59844-FB01-D5C2-C046-1F0A6CD1A83B}"/>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294" name="Rectangle 293">
              <a:extLst>
                <a:ext uri="{FF2B5EF4-FFF2-40B4-BE49-F238E27FC236}">
                  <a16:creationId xmlns:a16="http://schemas.microsoft.com/office/drawing/2014/main" id="{086E1AA0-B34F-D205-689B-D4250EACF667}"/>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5" name="Oval 15">
              <a:extLst>
                <a:ext uri="{FF2B5EF4-FFF2-40B4-BE49-F238E27FC236}">
                  <a16:creationId xmlns:a16="http://schemas.microsoft.com/office/drawing/2014/main" id="{12EA2FA0-5004-874A-7862-3C0550AE8627}"/>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96" name="Straight Connector 295">
              <a:extLst>
                <a:ext uri="{FF2B5EF4-FFF2-40B4-BE49-F238E27FC236}">
                  <a16:creationId xmlns:a16="http://schemas.microsoft.com/office/drawing/2014/main" id="{AECA18DE-8016-0808-6E09-CE31A6E698B6}"/>
                </a:ext>
              </a:extLst>
            </p:cNvPr>
            <p:cNvCxnSpPr>
              <a:cxnSpLocks/>
              <a:stCxn id="295"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97" name="Straight Connector 296">
              <a:extLst>
                <a:ext uri="{FF2B5EF4-FFF2-40B4-BE49-F238E27FC236}">
                  <a16:creationId xmlns:a16="http://schemas.microsoft.com/office/drawing/2014/main" id="{9AF78603-532C-4502-4E65-8889A0A0DEC6}"/>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98" name="Group 297">
            <a:extLst>
              <a:ext uri="{FF2B5EF4-FFF2-40B4-BE49-F238E27FC236}">
                <a16:creationId xmlns:a16="http://schemas.microsoft.com/office/drawing/2014/main" id="{DFC6786B-4F7E-E7CE-388C-ACC4AD7A2E82}"/>
              </a:ext>
            </a:extLst>
          </p:cNvPr>
          <p:cNvGrpSpPr/>
          <p:nvPr/>
        </p:nvGrpSpPr>
        <p:grpSpPr>
          <a:xfrm>
            <a:off x="4621827" y="2983922"/>
            <a:ext cx="721206" cy="654973"/>
            <a:chOff x="9657606" y="2974054"/>
            <a:chExt cx="721206" cy="654973"/>
          </a:xfrm>
        </p:grpSpPr>
        <p:sp>
          <p:nvSpPr>
            <p:cNvPr id="299" name="Rectangle 298">
              <a:extLst>
                <a:ext uri="{FF2B5EF4-FFF2-40B4-BE49-F238E27FC236}">
                  <a16:creationId xmlns:a16="http://schemas.microsoft.com/office/drawing/2014/main" id="{B51CAA3F-E167-91CA-0E73-FF18F5C355FB}"/>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300" name="Rectangle 299">
              <a:extLst>
                <a:ext uri="{FF2B5EF4-FFF2-40B4-BE49-F238E27FC236}">
                  <a16:creationId xmlns:a16="http://schemas.microsoft.com/office/drawing/2014/main" id="{1586E371-DAA4-4DBC-2CDA-81CEBA93854E}"/>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01" name="Oval 15">
              <a:extLst>
                <a:ext uri="{FF2B5EF4-FFF2-40B4-BE49-F238E27FC236}">
                  <a16:creationId xmlns:a16="http://schemas.microsoft.com/office/drawing/2014/main" id="{B8F23253-2B1C-75CE-1296-9385E70533F8}"/>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02" name="Straight Connector 301">
              <a:extLst>
                <a:ext uri="{FF2B5EF4-FFF2-40B4-BE49-F238E27FC236}">
                  <a16:creationId xmlns:a16="http://schemas.microsoft.com/office/drawing/2014/main" id="{E755AFCF-86E4-2B56-E647-F152840955EB}"/>
                </a:ext>
              </a:extLst>
            </p:cNvPr>
            <p:cNvCxnSpPr>
              <a:cxnSpLocks/>
              <a:stCxn id="301"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03" name="Straight Connector 302">
              <a:extLst>
                <a:ext uri="{FF2B5EF4-FFF2-40B4-BE49-F238E27FC236}">
                  <a16:creationId xmlns:a16="http://schemas.microsoft.com/office/drawing/2014/main" id="{751FA125-7240-1EFB-E38B-5F52FD444164}"/>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04" name="Group 303">
            <a:extLst>
              <a:ext uri="{FF2B5EF4-FFF2-40B4-BE49-F238E27FC236}">
                <a16:creationId xmlns:a16="http://schemas.microsoft.com/office/drawing/2014/main" id="{F39F9135-25B2-6D49-3202-759B81C0F4D0}"/>
              </a:ext>
            </a:extLst>
          </p:cNvPr>
          <p:cNvGrpSpPr/>
          <p:nvPr/>
        </p:nvGrpSpPr>
        <p:grpSpPr>
          <a:xfrm>
            <a:off x="11356001" y="2974057"/>
            <a:ext cx="721206" cy="609701"/>
            <a:chOff x="11356001" y="2974057"/>
            <a:chExt cx="721206" cy="609701"/>
          </a:xfrm>
        </p:grpSpPr>
        <p:sp>
          <p:nvSpPr>
            <p:cNvPr id="305" name="Rectangle 304">
              <a:hlinkHover r:id="" action="ppaction://noaction" highlightClick="1"/>
              <a:extLst>
                <a:ext uri="{FF2B5EF4-FFF2-40B4-BE49-F238E27FC236}">
                  <a16:creationId xmlns:a16="http://schemas.microsoft.com/office/drawing/2014/main" id="{FF0688DB-D321-A0A8-7BC7-11EC3FC0E9B2}"/>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306" name="Oval 305">
              <a:extLst>
                <a:ext uri="{FF2B5EF4-FFF2-40B4-BE49-F238E27FC236}">
                  <a16:creationId xmlns:a16="http://schemas.microsoft.com/office/drawing/2014/main" id="{8B1FE91F-3026-C96A-6366-3B54590D03CF}"/>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07" name="Isosceles Triangle 648">
              <a:extLst>
                <a:ext uri="{FF2B5EF4-FFF2-40B4-BE49-F238E27FC236}">
                  <a16:creationId xmlns:a16="http://schemas.microsoft.com/office/drawing/2014/main" id="{CC4A3957-E6A6-7EF2-B287-45C3016F55C0}"/>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08" name="Group 307">
            <a:extLst>
              <a:ext uri="{FF2B5EF4-FFF2-40B4-BE49-F238E27FC236}">
                <a16:creationId xmlns:a16="http://schemas.microsoft.com/office/drawing/2014/main" id="{2F572381-7366-D5D3-10F5-13CF8E277C0C}"/>
              </a:ext>
            </a:extLst>
          </p:cNvPr>
          <p:cNvGrpSpPr/>
          <p:nvPr/>
        </p:nvGrpSpPr>
        <p:grpSpPr>
          <a:xfrm>
            <a:off x="1268346" y="3698208"/>
            <a:ext cx="721891" cy="610396"/>
            <a:chOff x="1268346" y="3698208"/>
            <a:chExt cx="721891" cy="610396"/>
          </a:xfrm>
        </p:grpSpPr>
        <p:sp>
          <p:nvSpPr>
            <p:cNvPr id="309" name="Rectangle 308">
              <a:extLst>
                <a:ext uri="{FF2B5EF4-FFF2-40B4-BE49-F238E27FC236}">
                  <a16:creationId xmlns:a16="http://schemas.microsoft.com/office/drawing/2014/main" id="{BDB0E9AD-4DA7-5F58-5874-0FDC0902A6E2}"/>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310" name="Right Triangle 309">
              <a:extLst>
                <a:ext uri="{FF2B5EF4-FFF2-40B4-BE49-F238E27FC236}">
                  <a16:creationId xmlns:a16="http://schemas.microsoft.com/office/drawing/2014/main" id="{6071F3EA-015E-0B56-07E1-ABF4F2092717}"/>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11" name="Group 310">
              <a:extLst>
                <a:ext uri="{FF2B5EF4-FFF2-40B4-BE49-F238E27FC236}">
                  <a16:creationId xmlns:a16="http://schemas.microsoft.com/office/drawing/2014/main" id="{E99309B5-D210-02AC-CC0B-93F923127FA4}"/>
                </a:ext>
              </a:extLst>
            </p:cNvPr>
            <p:cNvGrpSpPr/>
            <p:nvPr/>
          </p:nvGrpSpPr>
          <p:grpSpPr>
            <a:xfrm>
              <a:off x="1939627" y="3704306"/>
              <a:ext cx="37817" cy="61390"/>
              <a:chOff x="3883481" y="2057400"/>
              <a:chExt cx="1608363" cy="2652031"/>
            </a:xfrm>
            <a:solidFill>
              <a:srgbClr val="A6A6A6">
                <a:alpha val="20000"/>
              </a:srgbClr>
            </a:solidFill>
          </p:grpSpPr>
          <p:sp>
            <p:nvSpPr>
              <p:cNvPr id="312" name="Oval 27">
                <a:extLst>
                  <a:ext uri="{FF2B5EF4-FFF2-40B4-BE49-F238E27FC236}">
                    <a16:creationId xmlns:a16="http://schemas.microsoft.com/office/drawing/2014/main" id="{5988A7CB-7FC7-B096-69CF-189956203AD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13" name="Oval 28">
                <a:extLst>
                  <a:ext uri="{FF2B5EF4-FFF2-40B4-BE49-F238E27FC236}">
                    <a16:creationId xmlns:a16="http://schemas.microsoft.com/office/drawing/2014/main" id="{A8DCBB8D-6E95-BA93-8E6F-DD43C4867B7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14" name="Group 313">
            <a:extLst>
              <a:ext uri="{FF2B5EF4-FFF2-40B4-BE49-F238E27FC236}">
                <a16:creationId xmlns:a16="http://schemas.microsoft.com/office/drawing/2014/main" id="{7CEA8DF7-15A8-F92B-6D4E-1C71C0E79A2C}"/>
              </a:ext>
            </a:extLst>
          </p:cNvPr>
          <p:cNvGrpSpPr/>
          <p:nvPr/>
        </p:nvGrpSpPr>
        <p:grpSpPr>
          <a:xfrm>
            <a:off x="5454173" y="2257175"/>
            <a:ext cx="721206" cy="609701"/>
            <a:chOff x="6287891" y="2253333"/>
            <a:chExt cx="721206" cy="609701"/>
          </a:xfrm>
        </p:grpSpPr>
        <p:sp>
          <p:nvSpPr>
            <p:cNvPr id="315" name="Rectangle 314">
              <a:extLst>
                <a:ext uri="{FF2B5EF4-FFF2-40B4-BE49-F238E27FC236}">
                  <a16:creationId xmlns:a16="http://schemas.microsoft.com/office/drawing/2014/main" id="{86C26CC7-6621-8D19-0331-85E0C24BC5EC}"/>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316" name="Right Triangle 315">
              <a:extLst>
                <a:ext uri="{FF2B5EF4-FFF2-40B4-BE49-F238E27FC236}">
                  <a16:creationId xmlns:a16="http://schemas.microsoft.com/office/drawing/2014/main" id="{9A21ECEA-F1D0-19A9-CB53-B548CBA7E7BB}"/>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17" name="Group 316">
              <a:extLst>
                <a:ext uri="{FF2B5EF4-FFF2-40B4-BE49-F238E27FC236}">
                  <a16:creationId xmlns:a16="http://schemas.microsoft.com/office/drawing/2014/main" id="{47F5F7FC-C29B-A22A-A9DA-96987A6D7E7E}"/>
                </a:ext>
              </a:extLst>
            </p:cNvPr>
            <p:cNvGrpSpPr/>
            <p:nvPr/>
          </p:nvGrpSpPr>
          <p:grpSpPr>
            <a:xfrm>
              <a:off x="6952470" y="2265099"/>
              <a:ext cx="37817" cy="61390"/>
              <a:chOff x="3883481" y="2057400"/>
              <a:chExt cx="1608363" cy="2652031"/>
            </a:xfrm>
            <a:solidFill>
              <a:srgbClr val="A6A6A6">
                <a:alpha val="20000"/>
              </a:srgbClr>
            </a:solidFill>
          </p:grpSpPr>
          <p:sp>
            <p:nvSpPr>
              <p:cNvPr id="318" name="Oval 27">
                <a:extLst>
                  <a:ext uri="{FF2B5EF4-FFF2-40B4-BE49-F238E27FC236}">
                    <a16:creationId xmlns:a16="http://schemas.microsoft.com/office/drawing/2014/main" id="{593FDABF-76C1-B158-3D9F-36BFDCA9FC4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19" name="Oval 28">
                <a:extLst>
                  <a:ext uri="{FF2B5EF4-FFF2-40B4-BE49-F238E27FC236}">
                    <a16:creationId xmlns:a16="http://schemas.microsoft.com/office/drawing/2014/main" id="{1557D5EB-C9A0-F597-BB4A-D89271B37B2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84" name="Group 383">
            <a:extLst>
              <a:ext uri="{FF2B5EF4-FFF2-40B4-BE49-F238E27FC236}">
                <a16:creationId xmlns:a16="http://schemas.microsoft.com/office/drawing/2014/main" id="{35AF93D3-4DC6-1FA3-B4AE-B84AB99DEC2E}"/>
              </a:ext>
            </a:extLst>
          </p:cNvPr>
          <p:cNvGrpSpPr/>
          <p:nvPr/>
        </p:nvGrpSpPr>
        <p:grpSpPr>
          <a:xfrm>
            <a:off x="2934662" y="5148220"/>
            <a:ext cx="724130" cy="609701"/>
            <a:chOff x="4615448" y="2974053"/>
            <a:chExt cx="724130" cy="609701"/>
          </a:xfrm>
        </p:grpSpPr>
        <p:sp>
          <p:nvSpPr>
            <p:cNvPr id="385" name="Rectangle 384">
              <a:extLst>
                <a:ext uri="{FF2B5EF4-FFF2-40B4-BE49-F238E27FC236}">
                  <a16:creationId xmlns:a16="http://schemas.microsoft.com/office/drawing/2014/main" id="{9BDAA727-8D79-FF63-ED4C-988E2560D581}"/>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386" name="Right Triangle 385">
              <a:extLst>
                <a:ext uri="{FF2B5EF4-FFF2-40B4-BE49-F238E27FC236}">
                  <a16:creationId xmlns:a16="http://schemas.microsoft.com/office/drawing/2014/main" id="{7E582A6D-58D3-4B21-6854-00A84751482E}"/>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87" name="Group 386">
              <a:extLst>
                <a:ext uri="{FF2B5EF4-FFF2-40B4-BE49-F238E27FC236}">
                  <a16:creationId xmlns:a16="http://schemas.microsoft.com/office/drawing/2014/main" id="{962C0989-F12F-A730-CCB7-DD9B82ED4F14}"/>
                </a:ext>
              </a:extLst>
            </p:cNvPr>
            <p:cNvGrpSpPr/>
            <p:nvPr/>
          </p:nvGrpSpPr>
          <p:grpSpPr>
            <a:xfrm>
              <a:off x="5288997" y="2982574"/>
              <a:ext cx="37817" cy="61390"/>
              <a:chOff x="3883481" y="2057400"/>
              <a:chExt cx="1608363" cy="2652031"/>
            </a:xfrm>
            <a:solidFill>
              <a:srgbClr val="A6A6A6">
                <a:alpha val="20000"/>
              </a:srgbClr>
            </a:solidFill>
          </p:grpSpPr>
          <p:sp>
            <p:nvSpPr>
              <p:cNvPr id="388" name="Oval 27">
                <a:extLst>
                  <a:ext uri="{FF2B5EF4-FFF2-40B4-BE49-F238E27FC236}">
                    <a16:creationId xmlns:a16="http://schemas.microsoft.com/office/drawing/2014/main" id="{564071F2-2EDC-644A-9D80-1BCD4BADB38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9" name="Oval 28">
                <a:extLst>
                  <a:ext uri="{FF2B5EF4-FFF2-40B4-BE49-F238E27FC236}">
                    <a16:creationId xmlns:a16="http://schemas.microsoft.com/office/drawing/2014/main" id="{13F6D190-A98A-2507-736A-178A99A9E77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90" name="Group 389">
            <a:extLst>
              <a:ext uri="{FF2B5EF4-FFF2-40B4-BE49-F238E27FC236}">
                <a16:creationId xmlns:a16="http://schemas.microsoft.com/office/drawing/2014/main" id="{980EB2C0-FF66-332E-A508-A4E47C64EB93}"/>
              </a:ext>
            </a:extLst>
          </p:cNvPr>
          <p:cNvGrpSpPr/>
          <p:nvPr/>
        </p:nvGrpSpPr>
        <p:grpSpPr>
          <a:xfrm>
            <a:off x="2102908" y="811556"/>
            <a:ext cx="721206" cy="609701"/>
            <a:chOff x="2102908" y="811556"/>
            <a:chExt cx="721206" cy="609701"/>
          </a:xfrm>
        </p:grpSpPr>
        <p:sp>
          <p:nvSpPr>
            <p:cNvPr id="391" name="Rectangle 390">
              <a:extLst>
                <a:ext uri="{FF2B5EF4-FFF2-40B4-BE49-F238E27FC236}">
                  <a16:creationId xmlns:a16="http://schemas.microsoft.com/office/drawing/2014/main" id="{80D92FAB-D999-C26C-98BC-E28E72BE3AD4}"/>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92" name="Rectangle 391">
              <a:extLst>
                <a:ext uri="{FF2B5EF4-FFF2-40B4-BE49-F238E27FC236}">
                  <a16:creationId xmlns:a16="http://schemas.microsoft.com/office/drawing/2014/main" id="{DBD469F6-EC26-88B6-5BEF-E3E7BDC7B854}"/>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3" name="Oval 15">
              <a:extLst>
                <a:ext uri="{FF2B5EF4-FFF2-40B4-BE49-F238E27FC236}">
                  <a16:creationId xmlns:a16="http://schemas.microsoft.com/office/drawing/2014/main" id="{EFB30D3F-62B0-E650-0C43-21DE27A813B2}"/>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94" name="Straight Connector 393">
              <a:extLst>
                <a:ext uri="{FF2B5EF4-FFF2-40B4-BE49-F238E27FC236}">
                  <a16:creationId xmlns:a16="http://schemas.microsoft.com/office/drawing/2014/main" id="{EC336B05-FC56-5C21-FB2D-82D070547BA8}"/>
                </a:ext>
              </a:extLst>
            </p:cNvPr>
            <p:cNvCxnSpPr>
              <a:cxnSpLocks/>
              <a:stCxn id="393"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395" name="Straight Connector 394">
              <a:extLst>
                <a:ext uri="{FF2B5EF4-FFF2-40B4-BE49-F238E27FC236}">
                  <a16:creationId xmlns:a16="http://schemas.microsoft.com/office/drawing/2014/main" id="{411B94BE-2AF3-BA4D-9AAD-6E07E8F288C3}"/>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8338C2F4-6EBC-59CF-FA49-B3FD9D27EBCC}"/>
              </a:ext>
            </a:extLst>
          </p:cNvPr>
          <p:cNvGrpSpPr/>
          <p:nvPr/>
        </p:nvGrpSpPr>
        <p:grpSpPr>
          <a:xfrm>
            <a:off x="5451979" y="3707588"/>
            <a:ext cx="721206" cy="609701"/>
            <a:chOff x="5451979" y="3707588"/>
            <a:chExt cx="721206" cy="609701"/>
          </a:xfrm>
        </p:grpSpPr>
        <p:sp>
          <p:nvSpPr>
            <p:cNvPr id="397" name="Rectangle 396">
              <a:hlinkHover r:id="" action="ppaction://noaction" highlightClick="1"/>
              <a:extLst>
                <a:ext uri="{FF2B5EF4-FFF2-40B4-BE49-F238E27FC236}">
                  <a16:creationId xmlns:a16="http://schemas.microsoft.com/office/drawing/2014/main" id="{DEC61A6E-C8F6-F359-CBCE-1C3FD7F7B41B}"/>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98" name="Oval 397">
              <a:extLst>
                <a:ext uri="{FF2B5EF4-FFF2-40B4-BE49-F238E27FC236}">
                  <a16:creationId xmlns:a16="http://schemas.microsoft.com/office/drawing/2014/main" id="{B42D4DA4-D270-C1F9-3DCE-7F16FC1310CB}"/>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9" name="Isosceles Triangle 648">
              <a:extLst>
                <a:ext uri="{FF2B5EF4-FFF2-40B4-BE49-F238E27FC236}">
                  <a16:creationId xmlns:a16="http://schemas.microsoft.com/office/drawing/2014/main" id="{B2EA20A0-2077-7F91-FCDD-B04A51B1415C}"/>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00" name="Group 399">
            <a:extLst>
              <a:ext uri="{FF2B5EF4-FFF2-40B4-BE49-F238E27FC236}">
                <a16:creationId xmlns:a16="http://schemas.microsoft.com/office/drawing/2014/main" id="{E7F4109E-D0FD-CA1C-5683-838933A062FE}"/>
              </a:ext>
            </a:extLst>
          </p:cNvPr>
          <p:cNvGrpSpPr/>
          <p:nvPr/>
        </p:nvGrpSpPr>
        <p:grpSpPr>
          <a:xfrm>
            <a:off x="10506594" y="811556"/>
            <a:ext cx="721220" cy="609701"/>
            <a:chOff x="10506594" y="811556"/>
            <a:chExt cx="721220" cy="609701"/>
          </a:xfrm>
        </p:grpSpPr>
        <p:sp>
          <p:nvSpPr>
            <p:cNvPr id="401" name="Rectangle 400">
              <a:extLst>
                <a:ext uri="{FF2B5EF4-FFF2-40B4-BE49-F238E27FC236}">
                  <a16:creationId xmlns:a16="http://schemas.microsoft.com/office/drawing/2014/main" id="{3328D963-02BE-E5BE-A827-DC94E792594B}"/>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02" name="Rectangle 401">
              <a:extLst>
                <a:ext uri="{FF2B5EF4-FFF2-40B4-BE49-F238E27FC236}">
                  <a16:creationId xmlns:a16="http://schemas.microsoft.com/office/drawing/2014/main" id="{25F9459A-5167-5459-EFAD-5D5B98E37C2C}"/>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3" name="Oval 15">
              <a:extLst>
                <a:ext uri="{FF2B5EF4-FFF2-40B4-BE49-F238E27FC236}">
                  <a16:creationId xmlns:a16="http://schemas.microsoft.com/office/drawing/2014/main" id="{8D43EB28-26A4-B769-F25C-1088EB2EE418}"/>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04" name="Straight Connector 403">
              <a:extLst>
                <a:ext uri="{FF2B5EF4-FFF2-40B4-BE49-F238E27FC236}">
                  <a16:creationId xmlns:a16="http://schemas.microsoft.com/office/drawing/2014/main" id="{191A84FC-3AE2-1491-8453-11416B5E29D4}"/>
                </a:ext>
              </a:extLst>
            </p:cNvPr>
            <p:cNvCxnSpPr>
              <a:cxnSpLocks/>
              <a:stCxn id="403"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05" name="Straight Connector 404">
              <a:extLst>
                <a:ext uri="{FF2B5EF4-FFF2-40B4-BE49-F238E27FC236}">
                  <a16:creationId xmlns:a16="http://schemas.microsoft.com/office/drawing/2014/main" id="{5FC68EB8-1FF0-70BF-0C8C-788969E56FFC}"/>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06" name="Group 405">
            <a:extLst>
              <a:ext uri="{FF2B5EF4-FFF2-40B4-BE49-F238E27FC236}">
                <a16:creationId xmlns:a16="http://schemas.microsoft.com/office/drawing/2014/main" id="{20304AEC-499B-49E1-83D3-6D294F097788}"/>
              </a:ext>
            </a:extLst>
          </p:cNvPr>
          <p:cNvGrpSpPr/>
          <p:nvPr/>
        </p:nvGrpSpPr>
        <p:grpSpPr>
          <a:xfrm>
            <a:off x="7116512" y="812701"/>
            <a:ext cx="721206" cy="609701"/>
            <a:chOff x="7957576" y="811556"/>
            <a:chExt cx="721206" cy="609701"/>
          </a:xfrm>
        </p:grpSpPr>
        <p:sp>
          <p:nvSpPr>
            <p:cNvPr id="407" name="Rectangle 406">
              <a:extLst>
                <a:ext uri="{FF2B5EF4-FFF2-40B4-BE49-F238E27FC236}">
                  <a16:creationId xmlns:a16="http://schemas.microsoft.com/office/drawing/2014/main" id="{5F2E7FE8-EFB2-9995-2EDB-7D27F51DAD22}"/>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408" name="Rectangle 407">
              <a:extLst>
                <a:ext uri="{FF2B5EF4-FFF2-40B4-BE49-F238E27FC236}">
                  <a16:creationId xmlns:a16="http://schemas.microsoft.com/office/drawing/2014/main" id="{8602C8BF-F71F-19CF-840E-97F994D49646}"/>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9" name="Oval 15">
              <a:extLst>
                <a:ext uri="{FF2B5EF4-FFF2-40B4-BE49-F238E27FC236}">
                  <a16:creationId xmlns:a16="http://schemas.microsoft.com/office/drawing/2014/main" id="{76FFEF22-B24B-CF8A-04D3-6A65D9813AAA}"/>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10" name="Straight Connector 409">
              <a:extLst>
                <a:ext uri="{FF2B5EF4-FFF2-40B4-BE49-F238E27FC236}">
                  <a16:creationId xmlns:a16="http://schemas.microsoft.com/office/drawing/2014/main" id="{324BF659-2286-CCB3-554F-77F3F8AA12C2}"/>
                </a:ext>
              </a:extLst>
            </p:cNvPr>
            <p:cNvCxnSpPr>
              <a:cxnSpLocks/>
              <a:stCxn id="409"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11" name="Straight Connector 410">
              <a:extLst>
                <a:ext uri="{FF2B5EF4-FFF2-40B4-BE49-F238E27FC236}">
                  <a16:creationId xmlns:a16="http://schemas.microsoft.com/office/drawing/2014/main" id="{FD32AE59-42B8-E63A-E222-0379B5D362D8}"/>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12" name="Group 411">
            <a:extLst>
              <a:ext uri="{FF2B5EF4-FFF2-40B4-BE49-F238E27FC236}">
                <a16:creationId xmlns:a16="http://schemas.microsoft.com/office/drawing/2014/main" id="{3E073147-967E-C703-C926-69899E6BDD4F}"/>
              </a:ext>
            </a:extLst>
          </p:cNvPr>
          <p:cNvGrpSpPr/>
          <p:nvPr/>
        </p:nvGrpSpPr>
        <p:grpSpPr>
          <a:xfrm>
            <a:off x="10506616" y="2984633"/>
            <a:ext cx="721220" cy="609701"/>
            <a:chOff x="9656903" y="2253333"/>
            <a:chExt cx="721220" cy="609701"/>
          </a:xfrm>
        </p:grpSpPr>
        <p:sp>
          <p:nvSpPr>
            <p:cNvPr id="413" name="Rectangle 412">
              <a:hlinkHover r:id="" action="ppaction://noaction" highlightClick="1"/>
              <a:extLst>
                <a:ext uri="{FF2B5EF4-FFF2-40B4-BE49-F238E27FC236}">
                  <a16:creationId xmlns:a16="http://schemas.microsoft.com/office/drawing/2014/main" id="{E89A5A0E-1A53-33CF-E1B6-435D99FC1CE9}"/>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14" name="Rectangle 413">
              <a:extLst>
                <a:ext uri="{FF2B5EF4-FFF2-40B4-BE49-F238E27FC236}">
                  <a16:creationId xmlns:a16="http://schemas.microsoft.com/office/drawing/2014/main" id="{6296D7A1-7331-C531-35C4-9B5ED808306F}"/>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5" name="Oval 15">
              <a:extLst>
                <a:ext uri="{FF2B5EF4-FFF2-40B4-BE49-F238E27FC236}">
                  <a16:creationId xmlns:a16="http://schemas.microsoft.com/office/drawing/2014/main" id="{30EE1F9B-4138-0135-43FD-89F30E3935F8}"/>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16" name="Straight Connector 415">
              <a:extLst>
                <a:ext uri="{FF2B5EF4-FFF2-40B4-BE49-F238E27FC236}">
                  <a16:creationId xmlns:a16="http://schemas.microsoft.com/office/drawing/2014/main" id="{5F9A44FE-D9CC-FE83-BA0A-B11F9F945CE3}"/>
                </a:ext>
              </a:extLst>
            </p:cNvPr>
            <p:cNvCxnSpPr>
              <a:cxnSpLocks/>
              <a:stCxn id="415"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17" name="Straight Connector 416">
              <a:extLst>
                <a:ext uri="{FF2B5EF4-FFF2-40B4-BE49-F238E27FC236}">
                  <a16:creationId xmlns:a16="http://schemas.microsoft.com/office/drawing/2014/main" id="{E9E34D03-D379-495D-E50F-3C74DFF82275}"/>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24" name="Group 423">
            <a:extLst>
              <a:ext uri="{FF2B5EF4-FFF2-40B4-BE49-F238E27FC236}">
                <a16:creationId xmlns:a16="http://schemas.microsoft.com/office/drawing/2014/main" id="{A6F142D5-C12A-B700-1013-492155CD7201}"/>
              </a:ext>
            </a:extLst>
          </p:cNvPr>
          <p:cNvGrpSpPr/>
          <p:nvPr/>
        </p:nvGrpSpPr>
        <p:grpSpPr>
          <a:xfrm>
            <a:off x="10508723" y="1536662"/>
            <a:ext cx="721206" cy="609701"/>
            <a:chOff x="11356242" y="1532276"/>
            <a:chExt cx="721206" cy="609701"/>
          </a:xfrm>
        </p:grpSpPr>
        <p:sp>
          <p:nvSpPr>
            <p:cNvPr id="425" name="Rectangle 424">
              <a:hlinkHover r:id="" action="ppaction://noaction" highlightClick="1"/>
              <a:extLst>
                <a:ext uri="{FF2B5EF4-FFF2-40B4-BE49-F238E27FC236}">
                  <a16:creationId xmlns:a16="http://schemas.microsoft.com/office/drawing/2014/main" id="{D4E24884-1B44-7EE7-41E4-071D13E9571B}"/>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426" name="Oval 425">
              <a:extLst>
                <a:ext uri="{FF2B5EF4-FFF2-40B4-BE49-F238E27FC236}">
                  <a16:creationId xmlns:a16="http://schemas.microsoft.com/office/drawing/2014/main" id="{DDF0D29F-7D4D-9F63-9CB9-4F203F40ED01}"/>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7" name="Isosceles Triangle 648">
              <a:extLst>
                <a:ext uri="{FF2B5EF4-FFF2-40B4-BE49-F238E27FC236}">
                  <a16:creationId xmlns:a16="http://schemas.microsoft.com/office/drawing/2014/main" id="{DC80ACA7-86F1-03F5-E610-F5FDAA0706CF}"/>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3" name="Group 432">
            <a:extLst>
              <a:ext uri="{FF2B5EF4-FFF2-40B4-BE49-F238E27FC236}">
                <a16:creationId xmlns:a16="http://schemas.microsoft.com/office/drawing/2014/main" id="{9BE6CEA3-C0A3-2A94-0F41-F07C20EB05A0}"/>
              </a:ext>
            </a:extLst>
          </p:cNvPr>
          <p:cNvGrpSpPr/>
          <p:nvPr/>
        </p:nvGrpSpPr>
        <p:grpSpPr>
          <a:xfrm>
            <a:off x="11355832" y="5140982"/>
            <a:ext cx="721220" cy="609701"/>
            <a:chOff x="9656903" y="2253333"/>
            <a:chExt cx="721220" cy="609701"/>
          </a:xfrm>
        </p:grpSpPr>
        <p:sp>
          <p:nvSpPr>
            <p:cNvPr id="434" name="Rectangle 433">
              <a:hlinkHover r:id="" action="ppaction://noaction" highlightClick="1"/>
              <a:extLst>
                <a:ext uri="{FF2B5EF4-FFF2-40B4-BE49-F238E27FC236}">
                  <a16:creationId xmlns:a16="http://schemas.microsoft.com/office/drawing/2014/main" id="{499219D1-5BDB-A524-3D6F-1D151F296D3C}"/>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35" name="Rectangle 434">
              <a:extLst>
                <a:ext uri="{FF2B5EF4-FFF2-40B4-BE49-F238E27FC236}">
                  <a16:creationId xmlns:a16="http://schemas.microsoft.com/office/drawing/2014/main" id="{6BDA033B-8542-19E6-EAC5-2FC8D9696AE5}"/>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6" name="Oval 15">
              <a:extLst>
                <a:ext uri="{FF2B5EF4-FFF2-40B4-BE49-F238E27FC236}">
                  <a16:creationId xmlns:a16="http://schemas.microsoft.com/office/drawing/2014/main" id="{03F90335-FB13-28F4-6E54-C76E7A99C121}"/>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7" name="Straight Connector 436">
              <a:extLst>
                <a:ext uri="{FF2B5EF4-FFF2-40B4-BE49-F238E27FC236}">
                  <a16:creationId xmlns:a16="http://schemas.microsoft.com/office/drawing/2014/main" id="{20A64739-51AC-0796-BABE-8F0B98E86943}"/>
                </a:ext>
              </a:extLst>
            </p:cNvPr>
            <p:cNvCxnSpPr>
              <a:cxnSpLocks/>
              <a:stCxn id="43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38" name="Straight Connector 437">
              <a:extLst>
                <a:ext uri="{FF2B5EF4-FFF2-40B4-BE49-F238E27FC236}">
                  <a16:creationId xmlns:a16="http://schemas.microsoft.com/office/drawing/2014/main" id="{A15649E3-DDE2-6A9D-179D-57F5B92A1A0E}"/>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39" name="Group 438">
            <a:extLst>
              <a:ext uri="{FF2B5EF4-FFF2-40B4-BE49-F238E27FC236}">
                <a16:creationId xmlns:a16="http://schemas.microsoft.com/office/drawing/2014/main" id="{061B9B5E-9D69-DAD3-8359-41C23A8889D3}"/>
              </a:ext>
            </a:extLst>
          </p:cNvPr>
          <p:cNvGrpSpPr/>
          <p:nvPr/>
        </p:nvGrpSpPr>
        <p:grpSpPr>
          <a:xfrm>
            <a:off x="7113172" y="2252067"/>
            <a:ext cx="728239" cy="609701"/>
            <a:chOff x="5442073" y="811556"/>
            <a:chExt cx="728239" cy="609701"/>
          </a:xfrm>
        </p:grpSpPr>
        <p:sp>
          <p:nvSpPr>
            <p:cNvPr id="440" name="Rectangle 439">
              <a:extLst>
                <a:ext uri="{FF2B5EF4-FFF2-40B4-BE49-F238E27FC236}">
                  <a16:creationId xmlns:a16="http://schemas.microsoft.com/office/drawing/2014/main" id="{ACE87A2C-2C44-5849-B14C-254A29ACE3DF}"/>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441" name="Rectangle 440">
              <a:extLst>
                <a:ext uri="{FF2B5EF4-FFF2-40B4-BE49-F238E27FC236}">
                  <a16:creationId xmlns:a16="http://schemas.microsoft.com/office/drawing/2014/main" id="{8C84947E-8B1A-1D0C-5791-A45862D095C0}"/>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2" name="Oval 15">
              <a:extLst>
                <a:ext uri="{FF2B5EF4-FFF2-40B4-BE49-F238E27FC236}">
                  <a16:creationId xmlns:a16="http://schemas.microsoft.com/office/drawing/2014/main" id="{A35C2B34-15DB-8F8D-E099-D64DFCBA436E}"/>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3" name="Straight Connector 442">
              <a:extLst>
                <a:ext uri="{FF2B5EF4-FFF2-40B4-BE49-F238E27FC236}">
                  <a16:creationId xmlns:a16="http://schemas.microsoft.com/office/drawing/2014/main" id="{B45C304E-3729-F2C1-8ECA-D6F3C298C651}"/>
                </a:ext>
              </a:extLst>
            </p:cNvPr>
            <p:cNvCxnSpPr>
              <a:cxnSpLocks/>
              <a:stCxn id="442"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44" name="Straight Connector 443">
              <a:extLst>
                <a:ext uri="{FF2B5EF4-FFF2-40B4-BE49-F238E27FC236}">
                  <a16:creationId xmlns:a16="http://schemas.microsoft.com/office/drawing/2014/main" id="{53D9F0C0-2D08-6941-0367-A63215335DA0}"/>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45" name="Group 444">
            <a:extLst>
              <a:ext uri="{FF2B5EF4-FFF2-40B4-BE49-F238E27FC236}">
                <a16:creationId xmlns:a16="http://schemas.microsoft.com/office/drawing/2014/main" id="{F0B1DCEC-6074-46B5-B098-1851BD84B1C8}"/>
              </a:ext>
            </a:extLst>
          </p:cNvPr>
          <p:cNvGrpSpPr/>
          <p:nvPr/>
        </p:nvGrpSpPr>
        <p:grpSpPr>
          <a:xfrm>
            <a:off x="11353919" y="2251694"/>
            <a:ext cx="721206" cy="609701"/>
            <a:chOff x="8807250" y="2253334"/>
            <a:chExt cx="721206" cy="609701"/>
          </a:xfrm>
        </p:grpSpPr>
        <p:sp>
          <p:nvSpPr>
            <p:cNvPr id="446" name="Rectangle 445">
              <a:extLst>
                <a:ext uri="{FF2B5EF4-FFF2-40B4-BE49-F238E27FC236}">
                  <a16:creationId xmlns:a16="http://schemas.microsoft.com/office/drawing/2014/main" id="{A21424A9-E837-ECEE-91D3-59A0BA7140EE}"/>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447" name="Right Triangle 446">
              <a:extLst>
                <a:ext uri="{FF2B5EF4-FFF2-40B4-BE49-F238E27FC236}">
                  <a16:creationId xmlns:a16="http://schemas.microsoft.com/office/drawing/2014/main" id="{6C87A40C-B1DC-5EFF-E308-BC3A08F7119E}"/>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8" name="Oval 27">
              <a:extLst>
                <a:ext uri="{FF2B5EF4-FFF2-40B4-BE49-F238E27FC236}">
                  <a16:creationId xmlns:a16="http://schemas.microsoft.com/office/drawing/2014/main" id="{05C01C1B-92E8-4FEA-405F-77D178157029}"/>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9" name="Oval 28">
              <a:extLst>
                <a:ext uri="{FF2B5EF4-FFF2-40B4-BE49-F238E27FC236}">
                  <a16:creationId xmlns:a16="http://schemas.microsoft.com/office/drawing/2014/main" id="{D148A129-83CF-3CA9-C44A-BC4E90B4A221}"/>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
        <p:nvSpPr>
          <p:cNvPr id="450" name="Rectangle 449">
            <a:hlinkClick r:id="rId14" action="ppaction://hlinksldjump"/>
            <a:hlinkHover r:id="rId14" action="ppaction://hlinksldjump"/>
            <a:extLst>
              <a:ext uri="{FF2B5EF4-FFF2-40B4-BE49-F238E27FC236}">
                <a16:creationId xmlns:a16="http://schemas.microsoft.com/office/drawing/2014/main" id="{2FFE0FC6-48DA-7418-D182-1093240FBF45}"/>
              </a:ext>
            </a:extLst>
          </p:cNvPr>
          <p:cNvSpPr/>
          <p:nvPr/>
        </p:nvSpPr>
        <p:spPr>
          <a:xfrm>
            <a:off x="5329817" y="5802160"/>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451" name="Rectangle 450">
            <a:hlinkClick r:id="rId15" action="ppaction://hlinksldjump"/>
            <a:hlinkHover r:id="rId15" action="ppaction://hlinksldjump"/>
            <a:extLst>
              <a:ext uri="{FF2B5EF4-FFF2-40B4-BE49-F238E27FC236}">
                <a16:creationId xmlns:a16="http://schemas.microsoft.com/office/drawing/2014/main" id="{C48166B4-356A-6348-374B-93757976F2C3}"/>
              </a:ext>
            </a:extLst>
          </p:cNvPr>
          <p:cNvSpPr/>
          <p:nvPr/>
        </p:nvSpPr>
        <p:spPr>
          <a:xfrm>
            <a:off x="5329817" y="6284246"/>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Purview Suite</a:t>
            </a:r>
          </a:p>
        </p:txBody>
      </p:sp>
      <p:pic>
        <p:nvPicPr>
          <p:cNvPr id="16" name="Picture 15">
            <a:hlinkClick r:id="rId16" action="ppaction://hlinksldjump"/>
            <a:extLst>
              <a:ext uri="{FF2B5EF4-FFF2-40B4-BE49-F238E27FC236}">
                <a16:creationId xmlns:a16="http://schemas.microsoft.com/office/drawing/2014/main" id="{C415E7D7-A4D4-5D2D-0FD1-186D366EABCA}"/>
              </a:ext>
            </a:extLst>
          </p:cNvPr>
          <p:cNvPicPr>
            <a:picLocks noChangeAspect="1"/>
          </p:cNvPicPr>
          <p:nvPr/>
        </p:nvPicPr>
        <p:blipFill>
          <a:blip r:embed="rId17"/>
          <a:stretch>
            <a:fillRect/>
          </a:stretch>
        </p:blipFill>
        <p:spPr>
          <a:xfrm>
            <a:off x="0" y="0"/>
            <a:ext cx="211626" cy="6858000"/>
          </a:xfrm>
          <a:prstGeom prst="rect">
            <a:avLst/>
          </a:prstGeom>
        </p:spPr>
      </p:pic>
      <p:sp>
        <p:nvSpPr>
          <p:cNvPr id="18" name="Rectangle 17">
            <a:hlinkHover r:id="rId18" action="ppaction://hlinksldjump"/>
            <a:extLst>
              <a:ext uri="{FF2B5EF4-FFF2-40B4-BE49-F238E27FC236}">
                <a16:creationId xmlns:a16="http://schemas.microsoft.com/office/drawing/2014/main" id="{81B548E1-7D8E-E917-6EAF-845FC0EC3AA7}"/>
              </a:ext>
            </a:extLst>
          </p:cNvPr>
          <p:cNvSpPr/>
          <p:nvPr/>
        </p:nvSpPr>
        <p:spPr>
          <a:xfrm>
            <a:off x="8841666" y="6284246"/>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grpSp>
        <p:nvGrpSpPr>
          <p:cNvPr id="19" name="Group 18">
            <a:extLst>
              <a:ext uri="{FF2B5EF4-FFF2-40B4-BE49-F238E27FC236}">
                <a16:creationId xmlns:a16="http://schemas.microsoft.com/office/drawing/2014/main" id="{E14AA6BF-4AF4-0E6A-33F4-31834CADB21F}"/>
              </a:ext>
            </a:extLst>
          </p:cNvPr>
          <p:cNvGrpSpPr/>
          <p:nvPr/>
        </p:nvGrpSpPr>
        <p:grpSpPr>
          <a:xfrm>
            <a:off x="9652491" y="2986436"/>
            <a:ext cx="721206" cy="609701"/>
            <a:chOff x="9657972" y="90836"/>
            <a:chExt cx="721206" cy="609701"/>
          </a:xfrm>
        </p:grpSpPr>
        <p:sp>
          <p:nvSpPr>
            <p:cNvPr id="20" name="Rectangle 19">
              <a:hlinkHover r:id="" action="ppaction://noaction" highlightClick="1"/>
              <a:extLst>
                <a:ext uri="{FF2B5EF4-FFF2-40B4-BE49-F238E27FC236}">
                  <a16:creationId xmlns:a16="http://schemas.microsoft.com/office/drawing/2014/main" id="{C838CF90-C6DE-1C53-2FA3-27885935FD56}"/>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35" name="Diamond 34">
              <a:extLst>
                <a:ext uri="{FF2B5EF4-FFF2-40B4-BE49-F238E27FC236}">
                  <a16:creationId xmlns:a16="http://schemas.microsoft.com/office/drawing/2014/main" id="{9EAF594E-9770-0AE9-1F54-BFE6D85BC207}"/>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6" name="Oval 35">
              <a:extLst>
                <a:ext uri="{FF2B5EF4-FFF2-40B4-BE49-F238E27FC236}">
                  <a16:creationId xmlns:a16="http://schemas.microsoft.com/office/drawing/2014/main" id="{E5EA6F55-EDDB-76C5-D95B-5B85D8A795CE}"/>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09066663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0353" y="173237"/>
            <a:ext cx="5835146"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Enterprise Mobility and Security E3</a:t>
            </a:r>
          </a:p>
        </p:txBody>
      </p:sp>
      <p:grpSp>
        <p:nvGrpSpPr>
          <p:cNvPr id="4" name="Group 3">
            <a:extLst>
              <a:ext uri="{FF2B5EF4-FFF2-40B4-BE49-F238E27FC236}">
                <a16:creationId xmlns:a16="http://schemas.microsoft.com/office/drawing/2014/main" id="{034A95E6-1E1E-9C4F-2FAE-B04D7F2E8622}"/>
              </a:ext>
            </a:extLst>
          </p:cNvPr>
          <p:cNvGrpSpPr/>
          <p:nvPr/>
        </p:nvGrpSpPr>
        <p:grpSpPr>
          <a:xfrm>
            <a:off x="8889741" y="-10444"/>
            <a:ext cx="754117" cy="803729"/>
            <a:chOff x="9401324" y="101482"/>
            <a:chExt cx="754117" cy="803729"/>
          </a:xfrm>
        </p:grpSpPr>
        <p:pic>
          <p:nvPicPr>
            <p:cNvPr id="5" name="Graphic 4" descr="Back with solid fill">
              <a:hlinkClick r:id="" action="ppaction://hlinkshowjump?jump=lastslideviewed"/>
              <a:extLst>
                <a:ext uri="{FF2B5EF4-FFF2-40B4-BE49-F238E27FC236}">
                  <a16:creationId xmlns:a16="http://schemas.microsoft.com/office/drawing/2014/main" id="{690DF46F-061F-1351-18BB-3DEA17B3049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07970" y="101482"/>
              <a:ext cx="740824" cy="740824"/>
            </a:xfrm>
            <a:prstGeom prst="rect">
              <a:avLst/>
            </a:prstGeom>
          </p:spPr>
        </p:pic>
        <p:sp>
          <p:nvSpPr>
            <p:cNvPr id="6" name="TextBox 5">
              <a:extLst>
                <a:ext uri="{FF2B5EF4-FFF2-40B4-BE49-F238E27FC236}">
                  <a16:creationId xmlns:a16="http://schemas.microsoft.com/office/drawing/2014/main" id="{33607EE5-92AD-40E7-0F7C-A926C20C8DAD}"/>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grpSp>
        <p:nvGrpSpPr>
          <p:cNvPr id="22" name="Group 21">
            <a:extLst>
              <a:ext uri="{FF2B5EF4-FFF2-40B4-BE49-F238E27FC236}">
                <a16:creationId xmlns:a16="http://schemas.microsoft.com/office/drawing/2014/main" id="{F03632AF-3A2B-889E-A3C0-C40A2B4604F6}"/>
              </a:ext>
            </a:extLst>
          </p:cNvPr>
          <p:cNvGrpSpPr/>
          <p:nvPr/>
        </p:nvGrpSpPr>
        <p:grpSpPr>
          <a:xfrm>
            <a:off x="3779655" y="811556"/>
            <a:ext cx="721206" cy="609701"/>
            <a:chOff x="3779655" y="811556"/>
            <a:chExt cx="721206" cy="609701"/>
          </a:xfrm>
        </p:grpSpPr>
        <p:sp>
          <p:nvSpPr>
            <p:cNvPr id="23" name="Rectangle 22">
              <a:extLst>
                <a:ext uri="{FF2B5EF4-FFF2-40B4-BE49-F238E27FC236}">
                  <a16:creationId xmlns:a16="http://schemas.microsoft.com/office/drawing/2014/main" id="{2E06B30A-5E31-4E5D-6307-38D7D5B185BA}"/>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4" name="Rectangle 23">
              <a:extLst>
                <a:ext uri="{FF2B5EF4-FFF2-40B4-BE49-F238E27FC236}">
                  <a16:creationId xmlns:a16="http://schemas.microsoft.com/office/drawing/2014/main" id="{D5F7C650-C77F-AAC6-8D9A-DF4EB0564D37}"/>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5" name="Oval 15">
              <a:extLst>
                <a:ext uri="{FF2B5EF4-FFF2-40B4-BE49-F238E27FC236}">
                  <a16:creationId xmlns:a16="http://schemas.microsoft.com/office/drawing/2014/main" id="{5D4D0510-E37C-1E58-F14B-7B312DCFDB0C}"/>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6" name="Straight Connector 25">
              <a:extLst>
                <a:ext uri="{FF2B5EF4-FFF2-40B4-BE49-F238E27FC236}">
                  <a16:creationId xmlns:a16="http://schemas.microsoft.com/office/drawing/2014/main" id="{0D04315C-BE43-2F9D-EF50-349344E049E5}"/>
                </a:ext>
              </a:extLst>
            </p:cNvPr>
            <p:cNvCxnSpPr>
              <a:cxnSpLocks/>
              <a:stCxn id="25"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2" name="Straight Connector 31">
              <a:extLst>
                <a:ext uri="{FF2B5EF4-FFF2-40B4-BE49-F238E27FC236}">
                  <a16:creationId xmlns:a16="http://schemas.microsoft.com/office/drawing/2014/main" id="{16915CE2-214E-BAFE-DEA9-8EDC6956D6F7}"/>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3" name="Group 32">
            <a:extLst>
              <a:ext uri="{FF2B5EF4-FFF2-40B4-BE49-F238E27FC236}">
                <a16:creationId xmlns:a16="http://schemas.microsoft.com/office/drawing/2014/main" id="{A2D75EA6-1D92-40AA-7BE7-D45D80AD0E92}"/>
              </a:ext>
            </a:extLst>
          </p:cNvPr>
          <p:cNvGrpSpPr/>
          <p:nvPr/>
        </p:nvGrpSpPr>
        <p:grpSpPr>
          <a:xfrm>
            <a:off x="7959195" y="3698231"/>
            <a:ext cx="721206" cy="609701"/>
            <a:chOff x="7959195" y="3698231"/>
            <a:chExt cx="721206" cy="609701"/>
          </a:xfrm>
        </p:grpSpPr>
        <p:sp>
          <p:nvSpPr>
            <p:cNvPr id="34" name="Rectangle 33">
              <a:hlinkHover r:id="" action="ppaction://noaction" highlightClick="1"/>
              <a:extLst>
                <a:ext uri="{FF2B5EF4-FFF2-40B4-BE49-F238E27FC236}">
                  <a16:creationId xmlns:a16="http://schemas.microsoft.com/office/drawing/2014/main" id="{81F2DC24-14CA-C20D-7D93-3579A597AA7E}"/>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35" name="Oval 34">
              <a:extLst>
                <a:ext uri="{FF2B5EF4-FFF2-40B4-BE49-F238E27FC236}">
                  <a16:creationId xmlns:a16="http://schemas.microsoft.com/office/drawing/2014/main" id="{088BB903-A719-762A-6673-0F53B34E8D41}"/>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6" name="Isosceles Triangle 648">
              <a:extLst>
                <a:ext uri="{FF2B5EF4-FFF2-40B4-BE49-F238E27FC236}">
                  <a16:creationId xmlns:a16="http://schemas.microsoft.com/office/drawing/2014/main" id="{7B6918E6-8737-5D42-35C6-14384AD0B25D}"/>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 name="Group 42">
            <a:extLst>
              <a:ext uri="{FF2B5EF4-FFF2-40B4-BE49-F238E27FC236}">
                <a16:creationId xmlns:a16="http://schemas.microsoft.com/office/drawing/2014/main" id="{87D861A2-25D3-3658-809A-E451BEDE41CC}"/>
              </a:ext>
            </a:extLst>
          </p:cNvPr>
          <p:cNvGrpSpPr/>
          <p:nvPr/>
        </p:nvGrpSpPr>
        <p:grpSpPr>
          <a:xfrm>
            <a:off x="5448056" y="1532276"/>
            <a:ext cx="721206" cy="609701"/>
            <a:chOff x="5448056" y="1532276"/>
            <a:chExt cx="721206" cy="609701"/>
          </a:xfrm>
        </p:grpSpPr>
        <p:sp>
          <p:nvSpPr>
            <p:cNvPr id="44" name="Rectangle 43">
              <a:extLst>
                <a:ext uri="{FF2B5EF4-FFF2-40B4-BE49-F238E27FC236}">
                  <a16:creationId xmlns:a16="http://schemas.microsoft.com/office/drawing/2014/main" id="{4945012F-5852-82EC-FE8F-D4DADF0521A7}"/>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45" name="Rectangle 44">
              <a:extLst>
                <a:ext uri="{FF2B5EF4-FFF2-40B4-BE49-F238E27FC236}">
                  <a16:creationId xmlns:a16="http://schemas.microsoft.com/office/drawing/2014/main" id="{31BE1279-EA25-BBBE-3763-1B6E08946116}"/>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 name="Oval 15">
              <a:extLst>
                <a:ext uri="{FF2B5EF4-FFF2-40B4-BE49-F238E27FC236}">
                  <a16:creationId xmlns:a16="http://schemas.microsoft.com/office/drawing/2014/main" id="{536FAAF2-BF28-6220-FBAC-56507FC1B57B}"/>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7" name="Straight Connector 46">
              <a:extLst>
                <a:ext uri="{FF2B5EF4-FFF2-40B4-BE49-F238E27FC236}">
                  <a16:creationId xmlns:a16="http://schemas.microsoft.com/office/drawing/2014/main" id="{71F4A419-617E-D6F1-C907-D7E7541ACD5A}"/>
                </a:ext>
              </a:extLst>
            </p:cNvPr>
            <p:cNvCxnSpPr>
              <a:cxnSpLocks/>
              <a:stCxn id="46"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 name="Straight Connector 47">
              <a:extLst>
                <a:ext uri="{FF2B5EF4-FFF2-40B4-BE49-F238E27FC236}">
                  <a16:creationId xmlns:a16="http://schemas.microsoft.com/office/drawing/2014/main" id="{9B3EC9D1-21EF-50E5-5BDE-9E3EF023E0EB}"/>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 name="Group 48">
            <a:extLst>
              <a:ext uri="{FF2B5EF4-FFF2-40B4-BE49-F238E27FC236}">
                <a16:creationId xmlns:a16="http://schemas.microsoft.com/office/drawing/2014/main" id="{E376919F-DED6-BF23-0656-F7F5BB8824F3}"/>
              </a:ext>
            </a:extLst>
          </p:cNvPr>
          <p:cNvGrpSpPr/>
          <p:nvPr/>
        </p:nvGrpSpPr>
        <p:grpSpPr>
          <a:xfrm>
            <a:off x="6284565" y="1532276"/>
            <a:ext cx="721206" cy="609701"/>
            <a:chOff x="6284565" y="1532276"/>
            <a:chExt cx="721206" cy="609701"/>
          </a:xfrm>
        </p:grpSpPr>
        <p:sp>
          <p:nvSpPr>
            <p:cNvPr id="50" name="Rectangle 49">
              <a:extLst>
                <a:ext uri="{FF2B5EF4-FFF2-40B4-BE49-F238E27FC236}">
                  <a16:creationId xmlns:a16="http://schemas.microsoft.com/office/drawing/2014/main" id="{B71AE68A-6119-4BA7-15C9-BD1207342960}"/>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51" name="Rectangle 50">
              <a:extLst>
                <a:ext uri="{FF2B5EF4-FFF2-40B4-BE49-F238E27FC236}">
                  <a16:creationId xmlns:a16="http://schemas.microsoft.com/office/drawing/2014/main" id="{43C9EEC8-71A9-50DF-A09B-B5CA4ED430E5}"/>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 name="Oval 15">
              <a:extLst>
                <a:ext uri="{FF2B5EF4-FFF2-40B4-BE49-F238E27FC236}">
                  <a16:creationId xmlns:a16="http://schemas.microsoft.com/office/drawing/2014/main" id="{80F498F8-FBFC-C404-5A91-ADD6A978C7A4}"/>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3" name="Straight Connector 52">
              <a:extLst>
                <a:ext uri="{FF2B5EF4-FFF2-40B4-BE49-F238E27FC236}">
                  <a16:creationId xmlns:a16="http://schemas.microsoft.com/office/drawing/2014/main" id="{5F20F334-D4C5-2369-D2E1-F348D8321BF2}"/>
                </a:ext>
              </a:extLst>
            </p:cNvPr>
            <p:cNvCxnSpPr>
              <a:cxnSpLocks/>
              <a:stCxn id="52"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4" name="Straight Connector 53">
              <a:extLst>
                <a:ext uri="{FF2B5EF4-FFF2-40B4-BE49-F238E27FC236}">
                  <a16:creationId xmlns:a16="http://schemas.microsoft.com/office/drawing/2014/main" id="{D2D56046-5C86-2FB6-F01F-1796BD40D73F}"/>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5" name="Group 54">
            <a:extLst>
              <a:ext uri="{FF2B5EF4-FFF2-40B4-BE49-F238E27FC236}">
                <a16:creationId xmlns:a16="http://schemas.microsoft.com/office/drawing/2014/main" id="{41E59255-ED2E-EB28-C34C-AFEAD480EE98}"/>
              </a:ext>
            </a:extLst>
          </p:cNvPr>
          <p:cNvGrpSpPr/>
          <p:nvPr/>
        </p:nvGrpSpPr>
        <p:grpSpPr>
          <a:xfrm>
            <a:off x="7121069" y="1532276"/>
            <a:ext cx="721206" cy="609701"/>
            <a:chOff x="7121069" y="1532276"/>
            <a:chExt cx="721206" cy="609701"/>
          </a:xfrm>
        </p:grpSpPr>
        <p:sp>
          <p:nvSpPr>
            <p:cNvPr id="56" name="Rectangle 55">
              <a:extLst>
                <a:ext uri="{FF2B5EF4-FFF2-40B4-BE49-F238E27FC236}">
                  <a16:creationId xmlns:a16="http://schemas.microsoft.com/office/drawing/2014/main" id="{D6820F80-0FB3-CDFA-491C-D19008438791}"/>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57" name="Rectangle 56">
              <a:extLst>
                <a:ext uri="{FF2B5EF4-FFF2-40B4-BE49-F238E27FC236}">
                  <a16:creationId xmlns:a16="http://schemas.microsoft.com/office/drawing/2014/main" id="{7931A241-81D0-8059-A254-CAE045B4EADB}"/>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 name="Oval 15">
              <a:extLst>
                <a:ext uri="{FF2B5EF4-FFF2-40B4-BE49-F238E27FC236}">
                  <a16:creationId xmlns:a16="http://schemas.microsoft.com/office/drawing/2014/main" id="{7979A121-7D8F-51F4-BFCF-7D6F6588A52F}"/>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 name="Straight Connector 61">
              <a:extLst>
                <a:ext uri="{FF2B5EF4-FFF2-40B4-BE49-F238E27FC236}">
                  <a16:creationId xmlns:a16="http://schemas.microsoft.com/office/drawing/2014/main" id="{771D89F8-6F36-FFFF-D246-0E65C9E45119}"/>
                </a:ext>
              </a:extLst>
            </p:cNvPr>
            <p:cNvCxnSpPr>
              <a:cxnSpLocks/>
              <a:stCxn id="61"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3" name="Straight Connector 62">
              <a:extLst>
                <a:ext uri="{FF2B5EF4-FFF2-40B4-BE49-F238E27FC236}">
                  <a16:creationId xmlns:a16="http://schemas.microsoft.com/office/drawing/2014/main" id="{0295D692-ABA4-93D8-624B-667FACCBB44B}"/>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BFB3A47-C2FC-412C-9E63-872DC36F7E78}"/>
              </a:ext>
            </a:extLst>
          </p:cNvPr>
          <p:cNvGrpSpPr/>
          <p:nvPr/>
        </p:nvGrpSpPr>
        <p:grpSpPr>
          <a:xfrm>
            <a:off x="3775045" y="1532276"/>
            <a:ext cx="721206" cy="609701"/>
            <a:chOff x="3775045" y="1532276"/>
            <a:chExt cx="721206" cy="609701"/>
          </a:xfrm>
        </p:grpSpPr>
        <p:sp>
          <p:nvSpPr>
            <p:cNvPr id="65" name="Rectangle 64">
              <a:extLst>
                <a:ext uri="{FF2B5EF4-FFF2-40B4-BE49-F238E27FC236}">
                  <a16:creationId xmlns:a16="http://schemas.microsoft.com/office/drawing/2014/main" id="{3276EDD0-B984-7774-61EB-0AA816F34461}"/>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66" name="Right Triangle 65">
              <a:extLst>
                <a:ext uri="{FF2B5EF4-FFF2-40B4-BE49-F238E27FC236}">
                  <a16:creationId xmlns:a16="http://schemas.microsoft.com/office/drawing/2014/main" id="{3DB843E4-3154-EAD8-DE0D-B19EFEAFA3C4}"/>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4" name="Group 93">
              <a:extLst>
                <a:ext uri="{FF2B5EF4-FFF2-40B4-BE49-F238E27FC236}">
                  <a16:creationId xmlns:a16="http://schemas.microsoft.com/office/drawing/2014/main" id="{897D51DA-4631-1B4C-2D9C-B4F1924001AF}"/>
                </a:ext>
              </a:extLst>
            </p:cNvPr>
            <p:cNvGrpSpPr/>
            <p:nvPr/>
          </p:nvGrpSpPr>
          <p:grpSpPr>
            <a:xfrm>
              <a:off x="4440495" y="1542936"/>
              <a:ext cx="37817" cy="61390"/>
              <a:chOff x="3883481" y="2057400"/>
              <a:chExt cx="1608363" cy="2652031"/>
            </a:xfrm>
            <a:solidFill>
              <a:srgbClr val="A6A6A6">
                <a:alpha val="20000"/>
              </a:srgbClr>
            </a:solidFill>
          </p:grpSpPr>
          <p:sp>
            <p:nvSpPr>
              <p:cNvPr id="95" name="Oval 27">
                <a:extLst>
                  <a:ext uri="{FF2B5EF4-FFF2-40B4-BE49-F238E27FC236}">
                    <a16:creationId xmlns:a16="http://schemas.microsoft.com/office/drawing/2014/main" id="{2418BC87-6D83-FD5D-4EB7-8147DAEE4F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 name="Oval 28">
                <a:extLst>
                  <a:ext uri="{FF2B5EF4-FFF2-40B4-BE49-F238E27FC236}">
                    <a16:creationId xmlns:a16="http://schemas.microsoft.com/office/drawing/2014/main" id="{F812B422-0323-895F-FC35-72CCC9B2539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7" name="Group 96">
            <a:extLst>
              <a:ext uri="{FF2B5EF4-FFF2-40B4-BE49-F238E27FC236}">
                <a16:creationId xmlns:a16="http://schemas.microsoft.com/office/drawing/2014/main" id="{B038ED3E-429A-DF3A-6D2D-1B4B8ECF5127}"/>
              </a:ext>
            </a:extLst>
          </p:cNvPr>
          <p:cNvGrpSpPr/>
          <p:nvPr/>
        </p:nvGrpSpPr>
        <p:grpSpPr>
          <a:xfrm>
            <a:off x="4611552" y="1532276"/>
            <a:ext cx="721206" cy="609701"/>
            <a:chOff x="4611552" y="1532276"/>
            <a:chExt cx="721206" cy="609701"/>
          </a:xfrm>
        </p:grpSpPr>
        <p:sp>
          <p:nvSpPr>
            <p:cNvPr id="98" name="Rectangle 97">
              <a:extLst>
                <a:ext uri="{FF2B5EF4-FFF2-40B4-BE49-F238E27FC236}">
                  <a16:creationId xmlns:a16="http://schemas.microsoft.com/office/drawing/2014/main" id="{7BFAA01A-2727-DC25-E725-02D750F7CB3D}"/>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99" name="Right Triangle 98">
              <a:extLst>
                <a:ext uri="{FF2B5EF4-FFF2-40B4-BE49-F238E27FC236}">
                  <a16:creationId xmlns:a16="http://schemas.microsoft.com/office/drawing/2014/main" id="{9D2F3D11-4569-85DD-556E-EBD1C71994C0}"/>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0" name="Group 99">
              <a:extLst>
                <a:ext uri="{FF2B5EF4-FFF2-40B4-BE49-F238E27FC236}">
                  <a16:creationId xmlns:a16="http://schemas.microsoft.com/office/drawing/2014/main" id="{E60A4717-90A5-B17B-C44D-8820F79AC6FA}"/>
                </a:ext>
              </a:extLst>
            </p:cNvPr>
            <p:cNvGrpSpPr/>
            <p:nvPr/>
          </p:nvGrpSpPr>
          <p:grpSpPr>
            <a:xfrm>
              <a:off x="5276135" y="1542936"/>
              <a:ext cx="37817" cy="61390"/>
              <a:chOff x="3883481" y="2057400"/>
              <a:chExt cx="1608363" cy="2652031"/>
            </a:xfrm>
            <a:solidFill>
              <a:srgbClr val="A6A6A6">
                <a:alpha val="20000"/>
              </a:srgbClr>
            </a:solidFill>
          </p:grpSpPr>
          <p:sp>
            <p:nvSpPr>
              <p:cNvPr id="101" name="Oval 27">
                <a:extLst>
                  <a:ext uri="{FF2B5EF4-FFF2-40B4-BE49-F238E27FC236}">
                    <a16:creationId xmlns:a16="http://schemas.microsoft.com/office/drawing/2014/main" id="{8CAC3DA0-2034-3227-9ABF-DD038090ABF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 name="Oval 28">
                <a:extLst>
                  <a:ext uri="{FF2B5EF4-FFF2-40B4-BE49-F238E27FC236}">
                    <a16:creationId xmlns:a16="http://schemas.microsoft.com/office/drawing/2014/main" id="{C41FD773-A336-0D0D-4303-F739ADDAF46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3" name="Group 102">
            <a:extLst>
              <a:ext uri="{FF2B5EF4-FFF2-40B4-BE49-F238E27FC236}">
                <a16:creationId xmlns:a16="http://schemas.microsoft.com/office/drawing/2014/main" id="{BBAAEA6C-7D8C-E136-1F45-3D1CDC9BC4BC}"/>
              </a:ext>
            </a:extLst>
          </p:cNvPr>
          <p:cNvGrpSpPr/>
          <p:nvPr/>
        </p:nvGrpSpPr>
        <p:grpSpPr>
          <a:xfrm>
            <a:off x="2938537" y="1532271"/>
            <a:ext cx="721206" cy="610042"/>
            <a:chOff x="2938537" y="1532271"/>
            <a:chExt cx="721206" cy="610042"/>
          </a:xfrm>
        </p:grpSpPr>
        <p:sp>
          <p:nvSpPr>
            <p:cNvPr id="117" name="Rectangle 116">
              <a:extLst>
                <a:ext uri="{FF2B5EF4-FFF2-40B4-BE49-F238E27FC236}">
                  <a16:creationId xmlns:a16="http://schemas.microsoft.com/office/drawing/2014/main" id="{80D1462A-1430-9A3F-958C-A730633BA2D2}"/>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134" name="Right Triangle 133">
              <a:extLst>
                <a:ext uri="{FF2B5EF4-FFF2-40B4-BE49-F238E27FC236}">
                  <a16:creationId xmlns:a16="http://schemas.microsoft.com/office/drawing/2014/main" id="{B854B02A-9111-219A-0D20-61EDBD569EE2}"/>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5" name="Oval 27">
              <a:extLst>
                <a:ext uri="{FF2B5EF4-FFF2-40B4-BE49-F238E27FC236}">
                  <a16:creationId xmlns:a16="http://schemas.microsoft.com/office/drawing/2014/main" id="{EB3622F5-AD23-BCB4-34D8-2EFB159FBC71}"/>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 name="Oval 28">
              <a:extLst>
                <a:ext uri="{FF2B5EF4-FFF2-40B4-BE49-F238E27FC236}">
                  <a16:creationId xmlns:a16="http://schemas.microsoft.com/office/drawing/2014/main" id="{D0812B8A-8E99-8FE9-3B43-B76667611543}"/>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7" name="Group 136">
            <a:extLst>
              <a:ext uri="{FF2B5EF4-FFF2-40B4-BE49-F238E27FC236}">
                <a16:creationId xmlns:a16="http://schemas.microsoft.com/office/drawing/2014/main" id="{1E904107-FB86-ACCF-CCCF-48CE378BEF0D}"/>
              </a:ext>
            </a:extLst>
          </p:cNvPr>
          <p:cNvGrpSpPr/>
          <p:nvPr/>
        </p:nvGrpSpPr>
        <p:grpSpPr>
          <a:xfrm>
            <a:off x="6287105" y="2974054"/>
            <a:ext cx="721206" cy="609701"/>
            <a:chOff x="6287105" y="2974054"/>
            <a:chExt cx="721206" cy="609701"/>
          </a:xfrm>
        </p:grpSpPr>
        <p:sp>
          <p:nvSpPr>
            <p:cNvPr id="138" name="Rectangle 137">
              <a:hlinkHover r:id="" action="ppaction://noaction" highlightClick="1"/>
              <a:extLst>
                <a:ext uri="{FF2B5EF4-FFF2-40B4-BE49-F238E27FC236}">
                  <a16:creationId xmlns:a16="http://schemas.microsoft.com/office/drawing/2014/main" id="{9305E620-1120-042D-EDF4-80E06E1429FE}"/>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139" name="Rectangle 138">
              <a:extLst>
                <a:ext uri="{FF2B5EF4-FFF2-40B4-BE49-F238E27FC236}">
                  <a16:creationId xmlns:a16="http://schemas.microsoft.com/office/drawing/2014/main" id="{7A3AF6AA-A56E-67DC-DF17-1232F7A7ECEB}"/>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0" name="Oval 15">
              <a:extLst>
                <a:ext uri="{FF2B5EF4-FFF2-40B4-BE49-F238E27FC236}">
                  <a16:creationId xmlns:a16="http://schemas.microsoft.com/office/drawing/2014/main" id="{C5FE1B33-8EE5-DB7B-A3DC-0E52994F8ACC}"/>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1" name="Straight Connector 140">
              <a:extLst>
                <a:ext uri="{FF2B5EF4-FFF2-40B4-BE49-F238E27FC236}">
                  <a16:creationId xmlns:a16="http://schemas.microsoft.com/office/drawing/2014/main" id="{4D15592D-8DD1-BB79-F1FB-468CF21A75F3}"/>
                </a:ext>
              </a:extLst>
            </p:cNvPr>
            <p:cNvCxnSpPr>
              <a:cxnSpLocks/>
              <a:stCxn id="140"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142" name="Group 141">
            <a:extLst>
              <a:ext uri="{FF2B5EF4-FFF2-40B4-BE49-F238E27FC236}">
                <a16:creationId xmlns:a16="http://schemas.microsoft.com/office/drawing/2014/main" id="{33E63530-1AA8-BD46-3EC4-16B548920D20}"/>
              </a:ext>
            </a:extLst>
          </p:cNvPr>
          <p:cNvGrpSpPr/>
          <p:nvPr/>
        </p:nvGrpSpPr>
        <p:grpSpPr>
          <a:xfrm>
            <a:off x="7123149" y="2974054"/>
            <a:ext cx="721206" cy="646284"/>
            <a:chOff x="7123149" y="2974054"/>
            <a:chExt cx="721206" cy="646284"/>
          </a:xfrm>
        </p:grpSpPr>
        <p:sp>
          <p:nvSpPr>
            <p:cNvPr id="143" name="Rectangle 142">
              <a:hlinkHover r:id="" action="ppaction://noaction" highlightClick="1"/>
              <a:extLst>
                <a:ext uri="{FF2B5EF4-FFF2-40B4-BE49-F238E27FC236}">
                  <a16:creationId xmlns:a16="http://schemas.microsoft.com/office/drawing/2014/main" id="{5ED60531-A3EF-2A35-956D-A3E203583428}"/>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144" name="Rectangle 143">
              <a:extLst>
                <a:ext uri="{FF2B5EF4-FFF2-40B4-BE49-F238E27FC236}">
                  <a16:creationId xmlns:a16="http://schemas.microsoft.com/office/drawing/2014/main" id="{1CD4DCA7-C927-62F3-F656-798ECF655805}"/>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5" name="Oval 15">
              <a:extLst>
                <a:ext uri="{FF2B5EF4-FFF2-40B4-BE49-F238E27FC236}">
                  <a16:creationId xmlns:a16="http://schemas.microsoft.com/office/drawing/2014/main" id="{F3A1A2B5-1C18-C042-730C-40207D9D3A01}"/>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6" name="Straight Connector 145">
              <a:extLst>
                <a:ext uri="{FF2B5EF4-FFF2-40B4-BE49-F238E27FC236}">
                  <a16:creationId xmlns:a16="http://schemas.microsoft.com/office/drawing/2014/main" id="{092D11B8-34A5-C59B-77E0-00400CDE4217}"/>
                </a:ext>
              </a:extLst>
            </p:cNvPr>
            <p:cNvCxnSpPr>
              <a:cxnSpLocks/>
              <a:stCxn id="145"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7" name="Straight Connector 146">
              <a:extLst>
                <a:ext uri="{FF2B5EF4-FFF2-40B4-BE49-F238E27FC236}">
                  <a16:creationId xmlns:a16="http://schemas.microsoft.com/office/drawing/2014/main" id="{B0A0D347-8A95-06B3-CCE5-9CB27CAFFE11}"/>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8" name="Group 147">
            <a:extLst>
              <a:ext uri="{FF2B5EF4-FFF2-40B4-BE49-F238E27FC236}">
                <a16:creationId xmlns:a16="http://schemas.microsoft.com/office/drawing/2014/main" id="{55E38DD5-4E3C-C072-2A6D-2C4099ED15CC}"/>
              </a:ext>
            </a:extLst>
          </p:cNvPr>
          <p:cNvGrpSpPr/>
          <p:nvPr/>
        </p:nvGrpSpPr>
        <p:grpSpPr>
          <a:xfrm>
            <a:off x="7959200" y="2974054"/>
            <a:ext cx="721206" cy="609701"/>
            <a:chOff x="7959200" y="2974054"/>
            <a:chExt cx="721206" cy="609701"/>
          </a:xfrm>
        </p:grpSpPr>
        <p:sp>
          <p:nvSpPr>
            <p:cNvPr id="149" name="Rectangle 148">
              <a:hlinkHover r:id="" action="ppaction://noaction" highlightClick="1"/>
              <a:extLst>
                <a:ext uri="{FF2B5EF4-FFF2-40B4-BE49-F238E27FC236}">
                  <a16:creationId xmlns:a16="http://schemas.microsoft.com/office/drawing/2014/main" id="{DBB0F141-7CF2-B82F-9E79-42DC876E86BE}"/>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150" name="Diamond 149">
              <a:extLst>
                <a:ext uri="{FF2B5EF4-FFF2-40B4-BE49-F238E27FC236}">
                  <a16:creationId xmlns:a16="http://schemas.microsoft.com/office/drawing/2014/main" id="{84E4C4E5-61FF-5F1F-BCC9-32D2FEB3AA1B}"/>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1" name="Oval 150">
              <a:extLst>
                <a:ext uri="{FF2B5EF4-FFF2-40B4-BE49-F238E27FC236}">
                  <a16:creationId xmlns:a16="http://schemas.microsoft.com/office/drawing/2014/main" id="{C18DF188-1D89-0FFA-3743-9CFB96E3F3E6}"/>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2" name="Group 151">
            <a:extLst>
              <a:ext uri="{FF2B5EF4-FFF2-40B4-BE49-F238E27FC236}">
                <a16:creationId xmlns:a16="http://schemas.microsoft.com/office/drawing/2014/main" id="{B5F485EF-03DA-A856-1F33-6697899DD80E}"/>
              </a:ext>
            </a:extLst>
          </p:cNvPr>
          <p:cNvGrpSpPr/>
          <p:nvPr/>
        </p:nvGrpSpPr>
        <p:grpSpPr>
          <a:xfrm>
            <a:off x="8795244" y="2974054"/>
            <a:ext cx="721206" cy="609701"/>
            <a:chOff x="8795244" y="2974054"/>
            <a:chExt cx="721206" cy="609701"/>
          </a:xfrm>
        </p:grpSpPr>
        <p:sp>
          <p:nvSpPr>
            <p:cNvPr id="153" name="Rectangle 152">
              <a:hlinkHover r:id="" action="ppaction://noaction" highlightClick="1"/>
              <a:extLst>
                <a:ext uri="{FF2B5EF4-FFF2-40B4-BE49-F238E27FC236}">
                  <a16:creationId xmlns:a16="http://schemas.microsoft.com/office/drawing/2014/main" id="{AF0FBE35-3EF8-8117-19C3-D94A2192EDA2}"/>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154" name="Diamond 153">
              <a:extLst>
                <a:ext uri="{FF2B5EF4-FFF2-40B4-BE49-F238E27FC236}">
                  <a16:creationId xmlns:a16="http://schemas.microsoft.com/office/drawing/2014/main" id="{D4ECB3B3-5C81-E6E7-A5A3-98B192741FB1}"/>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5" name="Oval 154">
              <a:extLst>
                <a:ext uri="{FF2B5EF4-FFF2-40B4-BE49-F238E27FC236}">
                  <a16:creationId xmlns:a16="http://schemas.microsoft.com/office/drawing/2014/main" id="{3E260992-A5EC-CF6A-EBEC-C8BBC5C8D0CD}"/>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2" name="Group 161">
            <a:extLst>
              <a:ext uri="{FF2B5EF4-FFF2-40B4-BE49-F238E27FC236}">
                <a16:creationId xmlns:a16="http://schemas.microsoft.com/office/drawing/2014/main" id="{73A9C703-A272-20C7-A561-70B24500A510}"/>
              </a:ext>
            </a:extLst>
          </p:cNvPr>
          <p:cNvGrpSpPr/>
          <p:nvPr/>
        </p:nvGrpSpPr>
        <p:grpSpPr>
          <a:xfrm>
            <a:off x="5442073" y="811556"/>
            <a:ext cx="728239" cy="609701"/>
            <a:chOff x="5442073" y="811556"/>
            <a:chExt cx="728239" cy="609701"/>
          </a:xfrm>
        </p:grpSpPr>
        <p:sp>
          <p:nvSpPr>
            <p:cNvPr id="163" name="Rectangle 162">
              <a:extLst>
                <a:ext uri="{FF2B5EF4-FFF2-40B4-BE49-F238E27FC236}">
                  <a16:creationId xmlns:a16="http://schemas.microsoft.com/office/drawing/2014/main" id="{B794A138-4856-BBCD-3A59-FCECB4EC5D2C}"/>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164" name="Rectangle 163">
              <a:extLst>
                <a:ext uri="{FF2B5EF4-FFF2-40B4-BE49-F238E27FC236}">
                  <a16:creationId xmlns:a16="http://schemas.microsoft.com/office/drawing/2014/main" id="{9647E1F4-B50D-1439-9EDE-65E470916D57}"/>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5" name="Oval 15">
              <a:extLst>
                <a:ext uri="{FF2B5EF4-FFF2-40B4-BE49-F238E27FC236}">
                  <a16:creationId xmlns:a16="http://schemas.microsoft.com/office/drawing/2014/main" id="{F74C31D7-080D-2B36-C619-8770B5A6CBFB}"/>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6" name="Straight Connector 165">
              <a:extLst>
                <a:ext uri="{FF2B5EF4-FFF2-40B4-BE49-F238E27FC236}">
                  <a16:creationId xmlns:a16="http://schemas.microsoft.com/office/drawing/2014/main" id="{08F3682F-4566-4545-F83B-FE0867AD8C05}"/>
                </a:ext>
              </a:extLst>
            </p:cNvPr>
            <p:cNvCxnSpPr>
              <a:cxnSpLocks/>
              <a:stCxn id="165"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7" name="Straight Connector 166">
              <a:extLst>
                <a:ext uri="{FF2B5EF4-FFF2-40B4-BE49-F238E27FC236}">
                  <a16:creationId xmlns:a16="http://schemas.microsoft.com/office/drawing/2014/main" id="{B5D75CAC-AE6D-B02F-AA3D-14A8AD8B683D}"/>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22" name="Group 521">
            <a:extLst>
              <a:ext uri="{FF2B5EF4-FFF2-40B4-BE49-F238E27FC236}">
                <a16:creationId xmlns:a16="http://schemas.microsoft.com/office/drawing/2014/main" id="{833EC758-6F48-0DFB-E4D3-CFB5EAC91ED6}"/>
              </a:ext>
            </a:extLst>
          </p:cNvPr>
          <p:cNvGrpSpPr/>
          <p:nvPr/>
        </p:nvGrpSpPr>
        <p:grpSpPr>
          <a:xfrm>
            <a:off x="7957576" y="811556"/>
            <a:ext cx="721206" cy="609701"/>
            <a:chOff x="7957576" y="811556"/>
            <a:chExt cx="721206" cy="609701"/>
          </a:xfrm>
        </p:grpSpPr>
        <p:sp>
          <p:nvSpPr>
            <p:cNvPr id="523" name="Rectangle 522">
              <a:extLst>
                <a:ext uri="{FF2B5EF4-FFF2-40B4-BE49-F238E27FC236}">
                  <a16:creationId xmlns:a16="http://schemas.microsoft.com/office/drawing/2014/main" id="{5349E0AF-90E5-3F9E-C597-3C4CE208D94F}"/>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524" name="Rectangle 523">
              <a:extLst>
                <a:ext uri="{FF2B5EF4-FFF2-40B4-BE49-F238E27FC236}">
                  <a16:creationId xmlns:a16="http://schemas.microsoft.com/office/drawing/2014/main" id="{1BD0CCDF-B8E1-6949-4F39-4FA785A30488}"/>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5" name="Oval 15">
              <a:extLst>
                <a:ext uri="{FF2B5EF4-FFF2-40B4-BE49-F238E27FC236}">
                  <a16:creationId xmlns:a16="http://schemas.microsoft.com/office/drawing/2014/main" id="{F0F228F2-20A2-6572-842D-9107A3A6DE0D}"/>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26" name="Straight Connector 525">
              <a:extLst>
                <a:ext uri="{FF2B5EF4-FFF2-40B4-BE49-F238E27FC236}">
                  <a16:creationId xmlns:a16="http://schemas.microsoft.com/office/drawing/2014/main" id="{8535EBA6-61C3-FA24-96B6-1AC7355B98C9}"/>
                </a:ext>
              </a:extLst>
            </p:cNvPr>
            <p:cNvCxnSpPr>
              <a:cxnSpLocks/>
              <a:stCxn id="525"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27" name="Straight Connector 526">
              <a:extLst>
                <a:ext uri="{FF2B5EF4-FFF2-40B4-BE49-F238E27FC236}">
                  <a16:creationId xmlns:a16="http://schemas.microsoft.com/office/drawing/2014/main" id="{5F62B4B5-346E-2612-A45B-6FBE345A8F80}"/>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36" name="Group 535">
            <a:extLst>
              <a:ext uri="{FF2B5EF4-FFF2-40B4-BE49-F238E27FC236}">
                <a16:creationId xmlns:a16="http://schemas.microsoft.com/office/drawing/2014/main" id="{8B2A8301-1D7E-D89C-3105-4751C814F491}"/>
              </a:ext>
            </a:extLst>
          </p:cNvPr>
          <p:cNvGrpSpPr/>
          <p:nvPr/>
        </p:nvGrpSpPr>
        <p:grpSpPr>
          <a:xfrm>
            <a:off x="11356242" y="90836"/>
            <a:ext cx="721206" cy="609701"/>
            <a:chOff x="11356242" y="90836"/>
            <a:chExt cx="721206" cy="609701"/>
          </a:xfrm>
        </p:grpSpPr>
        <p:sp>
          <p:nvSpPr>
            <p:cNvPr id="537" name="Rectangle 536">
              <a:hlinkHover r:id="" action="ppaction://noaction" highlightClick="1"/>
              <a:extLst>
                <a:ext uri="{FF2B5EF4-FFF2-40B4-BE49-F238E27FC236}">
                  <a16:creationId xmlns:a16="http://schemas.microsoft.com/office/drawing/2014/main" id="{F4C09BCD-2303-A494-49D8-4D51387B05B8}"/>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38" name="Oval 537">
              <a:extLst>
                <a:ext uri="{FF2B5EF4-FFF2-40B4-BE49-F238E27FC236}">
                  <a16:creationId xmlns:a16="http://schemas.microsoft.com/office/drawing/2014/main" id="{DC4C3A9F-27DB-5E31-A50F-50835FEEF02A}"/>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9" name="Isosceles Triangle 648">
              <a:extLst>
                <a:ext uri="{FF2B5EF4-FFF2-40B4-BE49-F238E27FC236}">
                  <a16:creationId xmlns:a16="http://schemas.microsoft.com/office/drawing/2014/main" id="{495CF323-8875-A92D-662F-261E866EE9B1}"/>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0" name="Group 539">
            <a:extLst>
              <a:ext uri="{FF2B5EF4-FFF2-40B4-BE49-F238E27FC236}">
                <a16:creationId xmlns:a16="http://schemas.microsoft.com/office/drawing/2014/main" id="{76556AF0-1993-A0AB-E4D5-B882CFAB0D58}"/>
              </a:ext>
            </a:extLst>
          </p:cNvPr>
          <p:cNvGrpSpPr/>
          <p:nvPr/>
        </p:nvGrpSpPr>
        <p:grpSpPr>
          <a:xfrm>
            <a:off x="11356243" y="3694774"/>
            <a:ext cx="721206" cy="609701"/>
            <a:chOff x="11356243" y="3694774"/>
            <a:chExt cx="721206" cy="609701"/>
          </a:xfrm>
        </p:grpSpPr>
        <p:sp>
          <p:nvSpPr>
            <p:cNvPr id="541" name="Rectangle 540">
              <a:hlinkHover r:id="" action="ppaction://noaction" highlightClick="1"/>
              <a:extLst>
                <a:ext uri="{FF2B5EF4-FFF2-40B4-BE49-F238E27FC236}">
                  <a16:creationId xmlns:a16="http://schemas.microsoft.com/office/drawing/2014/main" id="{7C57A357-3F13-8073-E5A1-B0EA0FC43A65}"/>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42" name="Oval 541">
              <a:extLst>
                <a:ext uri="{FF2B5EF4-FFF2-40B4-BE49-F238E27FC236}">
                  <a16:creationId xmlns:a16="http://schemas.microsoft.com/office/drawing/2014/main" id="{71B5BAD3-714F-811A-3316-EF36843BC523}"/>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3" name="Isosceles Triangle 648">
              <a:extLst>
                <a:ext uri="{FF2B5EF4-FFF2-40B4-BE49-F238E27FC236}">
                  <a16:creationId xmlns:a16="http://schemas.microsoft.com/office/drawing/2014/main" id="{0EB5F8AF-BFAD-2817-0D55-D41B19261575}"/>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4" name="Group 543">
            <a:extLst>
              <a:ext uri="{FF2B5EF4-FFF2-40B4-BE49-F238E27FC236}">
                <a16:creationId xmlns:a16="http://schemas.microsoft.com/office/drawing/2014/main" id="{A72CCF8C-712F-207D-5888-D62F42AD3D0E}"/>
              </a:ext>
            </a:extLst>
          </p:cNvPr>
          <p:cNvGrpSpPr/>
          <p:nvPr/>
        </p:nvGrpSpPr>
        <p:grpSpPr>
          <a:xfrm>
            <a:off x="9657691" y="4419624"/>
            <a:ext cx="721206" cy="609701"/>
            <a:chOff x="9657691" y="4419624"/>
            <a:chExt cx="721206" cy="609701"/>
          </a:xfrm>
        </p:grpSpPr>
        <p:sp>
          <p:nvSpPr>
            <p:cNvPr id="545" name="Rectangle 544">
              <a:hlinkHover r:id="" action="ppaction://noaction" highlightClick="1"/>
              <a:extLst>
                <a:ext uri="{FF2B5EF4-FFF2-40B4-BE49-F238E27FC236}">
                  <a16:creationId xmlns:a16="http://schemas.microsoft.com/office/drawing/2014/main" id="{5546CC39-C3E0-81CC-6CC8-B7E188EE4AF3}"/>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46" name="Oval 545">
              <a:extLst>
                <a:ext uri="{FF2B5EF4-FFF2-40B4-BE49-F238E27FC236}">
                  <a16:creationId xmlns:a16="http://schemas.microsoft.com/office/drawing/2014/main" id="{D707D578-3957-428B-5CCB-283FA01E8024}"/>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7" name="Isosceles Triangle 648">
              <a:extLst>
                <a:ext uri="{FF2B5EF4-FFF2-40B4-BE49-F238E27FC236}">
                  <a16:creationId xmlns:a16="http://schemas.microsoft.com/office/drawing/2014/main" id="{14014F15-B209-4562-6562-FCE5E8CE9B1B}"/>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E17505E8-3D30-7B87-A55A-EC61A77A2EEE}"/>
              </a:ext>
            </a:extLst>
          </p:cNvPr>
          <p:cNvGrpSpPr/>
          <p:nvPr/>
        </p:nvGrpSpPr>
        <p:grpSpPr>
          <a:xfrm>
            <a:off x="10506968" y="4419620"/>
            <a:ext cx="721206" cy="609701"/>
            <a:chOff x="10506968" y="4419620"/>
            <a:chExt cx="721206" cy="609701"/>
          </a:xfrm>
        </p:grpSpPr>
        <p:sp>
          <p:nvSpPr>
            <p:cNvPr id="549" name="Rectangle 548">
              <a:hlinkHover r:id="" action="ppaction://noaction" highlightClick="1"/>
              <a:extLst>
                <a:ext uri="{FF2B5EF4-FFF2-40B4-BE49-F238E27FC236}">
                  <a16:creationId xmlns:a16="http://schemas.microsoft.com/office/drawing/2014/main" id="{01C1F2F5-D334-BC7F-581B-6CD149EF8C0F}"/>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50" name="Oval 549">
              <a:extLst>
                <a:ext uri="{FF2B5EF4-FFF2-40B4-BE49-F238E27FC236}">
                  <a16:creationId xmlns:a16="http://schemas.microsoft.com/office/drawing/2014/main" id="{F0B5B0EB-B8CE-5FED-0493-7BE6ACC655E1}"/>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1" name="Isosceles Triangle 648">
              <a:extLst>
                <a:ext uri="{FF2B5EF4-FFF2-40B4-BE49-F238E27FC236}">
                  <a16:creationId xmlns:a16="http://schemas.microsoft.com/office/drawing/2014/main" id="{BE31E827-8BFA-9ADC-6D36-1B342EED43FE}"/>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2" name="Group 551">
            <a:extLst>
              <a:ext uri="{FF2B5EF4-FFF2-40B4-BE49-F238E27FC236}">
                <a16:creationId xmlns:a16="http://schemas.microsoft.com/office/drawing/2014/main" id="{8A57083D-71B9-A1F4-A927-3038622EF3DE}"/>
              </a:ext>
            </a:extLst>
          </p:cNvPr>
          <p:cNvGrpSpPr/>
          <p:nvPr/>
        </p:nvGrpSpPr>
        <p:grpSpPr>
          <a:xfrm>
            <a:off x="11356003" y="4416261"/>
            <a:ext cx="721206" cy="609701"/>
            <a:chOff x="11356003" y="4416261"/>
            <a:chExt cx="721206" cy="609701"/>
          </a:xfrm>
        </p:grpSpPr>
        <p:sp>
          <p:nvSpPr>
            <p:cNvPr id="553" name="Rectangle 552">
              <a:hlinkHover r:id="" action="ppaction://noaction" highlightClick="1"/>
              <a:extLst>
                <a:ext uri="{FF2B5EF4-FFF2-40B4-BE49-F238E27FC236}">
                  <a16:creationId xmlns:a16="http://schemas.microsoft.com/office/drawing/2014/main" id="{28704808-10C3-61BD-AD6B-560A1BD51759}"/>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54" name="Oval 553">
              <a:extLst>
                <a:ext uri="{FF2B5EF4-FFF2-40B4-BE49-F238E27FC236}">
                  <a16:creationId xmlns:a16="http://schemas.microsoft.com/office/drawing/2014/main" id="{7FBD3B05-ACAE-D195-83FD-E02A9F4DED98}"/>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5" name="Isosceles Triangle 648">
              <a:extLst>
                <a:ext uri="{FF2B5EF4-FFF2-40B4-BE49-F238E27FC236}">
                  <a16:creationId xmlns:a16="http://schemas.microsoft.com/office/drawing/2014/main" id="{8B7E5B7A-AD87-DC24-5513-8990053F084D}"/>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6" name="Group 555">
            <a:extLst>
              <a:ext uri="{FF2B5EF4-FFF2-40B4-BE49-F238E27FC236}">
                <a16:creationId xmlns:a16="http://schemas.microsoft.com/office/drawing/2014/main" id="{A4DF59C0-5876-001D-622D-097FDF712C69}"/>
              </a:ext>
            </a:extLst>
          </p:cNvPr>
          <p:cNvGrpSpPr/>
          <p:nvPr/>
        </p:nvGrpSpPr>
        <p:grpSpPr>
          <a:xfrm>
            <a:off x="8808526" y="4416261"/>
            <a:ext cx="721206" cy="609701"/>
            <a:chOff x="8808526" y="4416261"/>
            <a:chExt cx="721206" cy="609701"/>
          </a:xfrm>
        </p:grpSpPr>
        <p:sp>
          <p:nvSpPr>
            <p:cNvPr id="557" name="Rectangle 556">
              <a:hlinkHover r:id="" action="ppaction://noaction" highlightClick="1"/>
              <a:extLst>
                <a:ext uri="{FF2B5EF4-FFF2-40B4-BE49-F238E27FC236}">
                  <a16:creationId xmlns:a16="http://schemas.microsoft.com/office/drawing/2014/main" id="{0028BF01-CCF2-0A8F-EE9E-A7587F2BDCFC}"/>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58" name="Oval 557">
              <a:extLst>
                <a:ext uri="{FF2B5EF4-FFF2-40B4-BE49-F238E27FC236}">
                  <a16:creationId xmlns:a16="http://schemas.microsoft.com/office/drawing/2014/main" id="{15277659-D978-60BD-1AB1-FD8DA78E25BA}"/>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9" name="Isosceles Triangle 648">
              <a:extLst>
                <a:ext uri="{FF2B5EF4-FFF2-40B4-BE49-F238E27FC236}">
                  <a16:creationId xmlns:a16="http://schemas.microsoft.com/office/drawing/2014/main" id="{B28A2FA1-02EA-86AA-B509-65E6EF29D27B}"/>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0" name="Group 559">
            <a:extLst>
              <a:ext uri="{FF2B5EF4-FFF2-40B4-BE49-F238E27FC236}">
                <a16:creationId xmlns:a16="http://schemas.microsoft.com/office/drawing/2014/main" id="{852A016C-1971-331C-F3DB-DAF0E04E1E9F}"/>
              </a:ext>
            </a:extLst>
          </p:cNvPr>
          <p:cNvGrpSpPr/>
          <p:nvPr/>
        </p:nvGrpSpPr>
        <p:grpSpPr>
          <a:xfrm>
            <a:off x="10509579" y="5141013"/>
            <a:ext cx="721206" cy="609701"/>
            <a:chOff x="10509579" y="5141013"/>
            <a:chExt cx="721206" cy="609701"/>
          </a:xfrm>
        </p:grpSpPr>
        <p:sp>
          <p:nvSpPr>
            <p:cNvPr id="561" name="Rectangle 560">
              <a:hlinkHover r:id="" action="ppaction://noaction" highlightClick="1"/>
              <a:extLst>
                <a:ext uri="{FF2B5EF4-FFF2-40B4-BE49-F238E27FC236}">
                  <a16:creationId xmlns:a16="http://schemas.microsoft.com/office/drawing/2014/main" id="{FB3EEBA3-DC36-540C-9170-A6989D8D4AA5}"/>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62" name="Oval 561">
              <a:extLst>
                <a:ext uri="{FF2B5EF4-FFF2-40B4-BE49-F238E27FC236}">
                  <a16:creationId xmlns:a16="http://schemas.microsoft.com/office/drawing/2014/main" id="{9C1A8857-2553-CDD7-21E5-2A4A13D1FDF1}"/>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3" name="Isosceles Triangle 648">
              <a:extLst>
                <a:ext uri="{FF2B5EF4-FFF2-40B4-BE49-F238E27FC236}">
                  <a16:creationId xmlns:a16="http://schemas.microsoft.com/office/drawing/2014/main" id="{17247626-FAC3-6718-173A-8E1C303AF2C4}"/>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4" name="Group 563">
            <a:extLst>
              <a:ext uri="{FF2B5EF4-FFF2-40B4-BE49-F238E27FC236}">
                <a16:creationId xmlns:a16="http://schemas.microsoft.com/office/drawing/2014/main" id="{96D70370-8E78-FAFE-B478-C443A7E1E079}"/>
              </a:ext>
            </a:extLst>
          </p:cNvPr>
          <p:cNvGrpSpPr/>
          <p:nvPr/>
        </p:nvGrpSpPr>
        <p:grpSpPr>
          <a:xfrm>
            <a:off x="9651076" y="5143367"/>
            <a:ext cx="721206" cy="609701"/>
            <a:chOff x="9651076" y="5143367"/>
            <a:chExt cx="721206" cy="609701"/>
          </a:xfrm>
        </p:grpSpPr>
        <p:sp>
          <p:nvSpPr>
            <p:cNvPr id="565" name="Rectangle 564">
              <a:hlinkHover r:id="" action="ppaction://noaction" highlightClick="1"/>
              <a:extLst>
                <a:ext uri="{FF2B5EF4-FFF2-40B4-BE49-F238E27FC236}">
                  <a16:creationId xmlns:a16="http://schemas.microsoft.com/office/drawing/2014/main" id="{C5DCD5BE-B56A-E299-1642-150CE9ABCDDC}"/>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66" name="Oval 565">
              <a:extLst>
                <a:ext uri="{FF2B5EF4-FFF2-40B4-BE49-F238E27FC236}">
                  <a16:creationId xmlns:a16="http://schemas.microsoft.com/office/drawing/2014/main" id="{0B975762-AA5B-79B2-F33F-3980F48A5088}"/>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7" name="Isosceles Triangle 648">
              <a:extLst>
                <a:ext uri="{FF2B5EF4-FFF2-40B4-BE49-F238E27FC236}">
                  <a16:creationId xmlns:a16="http://schemas.microsoft.com/office/drawing/2014/main" id="{C76A9233-455F-D5AB-A9CE-4716E8FFF30A}"/>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8" name="Group 567">
            <a:extLst>
              <a:ext uri="{FF2B5EF4-FFF2-40B4-BE49-F238E27FC236}">
                <a16:creationId xmlns:a16="http://schemas.microsoft.com/office/drawing/2014/main" id="{EB984F8E-9472-2C5B-4E33-61F1E7356E9F}"/>
              </a:ext>
            </a:extLst>
          </p:cNvPr>
          <p:cNvGrpSpPr/>
          <p:nvPr/>
        </p:nvGrpSpPr>
        <p:grpSpPr>
          <a:xfrm>
            <a:off x="9657612" y="3698231"/>
            <a:ext cx="721206" cy="609701"/>
            <a:chOff x="9657612" y="3698231"/>
            <a:chExt cx="721206" cy="609701"/>
          </a:xfrm>
        </p:grpSpPr>
        <p:sp>
          <p:nvSpPr>
            <p:cNvPr id="569" name="Rectangle 568">
              <a:hlinkHover r:id="" action="ppaction://noaction" highlightClick="1"/>
              <a:extLst>
                <a:ext uri="{FF2B5EF4-FFF2-40B4-BE49-F238E27FC236}">
                  <a16:creationId xmlns:a16="http://schemas.microsoft.com/office/drawing/2014/main" id="{56ABD8DC-A49F-6A35-74CC-D71C9B7816FF}"/>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70" name="Oval 569">
              <a:extLst>
                <a:ext uri="{FF2B5EF4-FFF2-40B4-BE49-F238E27FC236}">
                  <a16:creationId xmlns:a16="http://schemas.microsoft.com/office/drawing/2014/main" id="{3077BCC5-3DA7-36C2-9F2C-B64F3C5A429C}"/>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1" name="Isosceles Triangle 648">
              <a:extLst>
                <a:ext uri="{FF2B5EF4-FFF2-40B4-BE49-F238E27FC236}">
                  <a16:creationId xmlns:a16="http://schemas.microsoft.com/office/drawing/2014/main" id="{665DBF85-20EA-DBCD-6284-F4CD40EC7D95}"/>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2" name="Group 571">
            <a:extLst>
              <a:ext uri="{FF2B5EF4-FFF2-40B4-BE49-F238E27FC236}">
                <a16:creationId xmlns:a16="http://schemas.microsoft.com/office/drawing/2014/main" id="{639AFFF2-AACD-69AF-DAA3-39B1799BA783}"/>
              </a:ext>
            </a:extLst>
          </p:cNvPr>
          <p:cNvGrpSpPr/>
          <p:nvPr/>
        </p:nvGrpSpPr>
        <p:grpSpPr>
          <a:xfrm>
            <a:off x="10506928" y="3698227"/>
            <a:ext cx="721206" cy="609701"/>
            <a:chOff x="10506928" y="3698227"/>
            <a:chExt cx="721206" cy="609701"/>
          </a:xfrm>
        </p:grpSpPr>
        <p:sp>
          <p:nvSpPr>
            <p:cNvPr id="573" name="Rectangle 572">
              <a:hlinkHover r:id="" action="ppaction://noaction" highlightClick="1"/>
              <a:extLst>
                <a:ext uri="{FF2B5EF4-FFF2-40B4-BE49-F238E27FC236}">
                  <a16:creationId xmlns:a16="http://schemas.microsoft.com/office/drawing/2014/main" id="{162508EA-5C98-D7DD-1518-F3969F387AA6}"/>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74" name="Oval 573">
              <a:extLst>
                <a:ext uri="{FF2B5EF4-FFF2-40B4-BE49-F238E27FC236}">
                  <a16:creationId xmlns:a16="http://schemas.microsoft.com/office/drawing/2014/main" id="{CA1393D4-1FA7-C2C1-7B28-9A84068F1DAD}"/>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5" name="Isosceles Triangle 648">
              <a:extLst>
                <a:ext uri="{FF2B5EF4-FFF2-40B4-BE49-F238E27FC236}">
                  <a16:creationId xmlns:a16="http://schemas.microsoft.com/office/drawing/2014/main" id="{4C7EC19E-CEF3-0145-6D24-CB08879DA0EC}"/>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6" name="Group 575">
            <a:extLst>
              <a:ext uri="{FF2B5EF4-FFF2-40B4-BE49-F238E27FC236}">
                <a16:creationId xmlns:a16="http://schemas.microsoft.com/office/drawing/2014/main" id="{56186582-9EFA-CDEA-D4A1-849A031D06D9}"/>
              </a:ext>
            </a:extLst>
          </p:cNvPr>
          <p:cNvGrpSpPr/>
          <p:nvPr/>
        </p:nvGrpSpPr>
        <p:grpSpPr>
          <a:xfrm>
            <a:off x="8808417" y="5135710"/>
            <a:ext cx="721206" cy="609701"/>
            <a:chOff x="8808417" y="5135710"/>
            <a:chExt cx="721206" cy="609701"/>
          </a:xfrm>
        </p:grpSpPr>
        <p:sp>
          <p:nvSpPr>
            <p:cNvPr id="577" name="Rectangle 576">
              <a:hlinkHover r:id="" action="ppaction://noaction" highlightClick="1"/>
              <a:extLst>
                <a:ext uri="{FF2B5EF4-FFF2-40B4-BE49-F238E27FC236}">
                  <a16:creationId xmlns:a16="http://schemas.microsoft.com/office/drawing/2014/main" id="{9BDA2DED-1828-437C-B7AA-1694374C382D}"/>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78" name="Oval 577">
              <a:extLst>
                <a:ext uri="{FF2B5EF4-FFF2-40B4-BE49-F238E27FC236}">
                  <a16:creationId xmlns:a16="http://schemas.microsoft.com/office/drawing/2014/main" id="{29452F03-6021-109B-302B-D526638B16A0}"/>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9" name="Isosceles Triangle 648">
              <a:extLst>
                <a:ext uri="{FF2B5EF4-FFF2-40B4-BE49-F238E27FC236}">
                  <a16:creationId xmlns:a16="http://schemas.microsoft.com/office/drawing/2014/main" id="{D73B8A42-1EF0-B74C-B0DB-B7EC0DC3D189}"/>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4" name="Group 593">
            <a:extLst>
              <a:ext uri="{FF2B5EF4-FFF2-40B4-BE49-F238E27FC236}">
                <a16:creationId xmlns:a16="http://schemas.microsoft.com/office/drawing/2014/main" id="{F11041CE-99A3-F559-6230-A2079B4B41DB}"/>
              </a:ext>
            </a:extLst>
          </p:cNvPr>
          <p:cNvGrpSpPr/>
          <p:nvPr/>
        </p:nvGrpSpPr>
        <p:grpSpPr>
          <a:xfrm>
            <a:off x="7957572" y="1532276"/>
            <a:ext cx="721206" cy="609701"/>
            <a:chOff x="7957572" y="1532276"/>
            <a:chExt cx="721206" cy="609701"/>
          </a:xfrm>
        </p:grpSpPr>
        <p:sp>
          <p:nvSpPr>
            <p:cNvPr id="595" name="Rectangle 594">
              <a:hlinkHover r:id="" action="ppaction://noaction" highlightClick="1"/>
              <a:extLst>
                <a:ext uri="{FF2B5EF4-FFF2-40B4-BE49-F238E27FC236}">
                  <a16:creationId xmlns:a16="http://schemas.microsoft.com/office/drawing/2014/main" id="{19438FBA-1ADB-3FCC-AA6A-5D582F1087B3}"/>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96" name="Rectangle 595">
              <a:extLst>
                <a:ext uri="{FF2B5EF4-FFF2-40B4-BE49-F238E27FC236}">
                  <a16:creationId xmlns:a16="http://schemas.microsoft.com/office/drawing/2014/main" id="{EF595DC9-08FC-9F15-3428-DE0ABD50AB26}"/>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7" name="Oval 15">
              <a:extLst>
                <a:ext uri="{FF2B5EF4-FFF2-40B4-BE49-F238E27FC236}">
                  <a16:creationId xmlns:a16="http://schemas.microsoft.com/office/drawing/2014/main" id="{2363B90B-D4FA-3FC3-C2EE-55C915978893}"/>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98" name="Straight Connector 597">
              <a:extLst>
                <a:ext uri="{FF2B5EF4-FFF2-40B4-BE49-F238E27FC236}">
                  <a16:creationId xmlns:a16="http://schemas.microsoft.com/office/drawing/2014/main" id="{93DBDCBE-B103-4398-88DE-8662F88FEE0F}"/>
                </a:ext>
              </a:extLst>
            </p:cNvPr>
            <p:cNvCxnSpPr>
              <a:cxnSpLocks/>
              <a:stCxn id="597"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9" name="Straight Connector 598">
              <a:extLst>
                <a:ext uri="{FF2B5EF4-FFF2-40B4-BE49-F238E27FC236}">
                  <a16:creationId xmlns:a16="http://schemas.microsoft.com/office/drawing/2014/main" id="{48B54F83-5794-75C1-AD36-0C50A4572D4B}"/>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0" name="Group 599">
            <a:extLst>
              <a:ext uri="{FF2B5EF4-FFF2-40B4-BE49-F238E27FC236}">
                <a16:creationId xmlns:a16="http://schemas.microsoft.com/office/drawing/2014/main" id="{35C518E3-C314-251A-EC95-E6B9C5D805C5}"/>
              </a:ext>
            </a:extLst>
          </p:cNvPr>
          <p:cNvGrpSpPr/>
          <p:nvPr/>
        </p:nvGrpSpPr>
        <p:grpSpPr>
          <a:xfrm>
            <a:off x="9656904" y="1532276"/>
            <a:ext cx="721206" cy="609701"/>
            <a:chOff x="9656904" y="1532276"/>
            <a:chExt cx="721206" cy="609701"/>
          </a:xfrm>
        </p:grpSpPr>
        <p:sp>
          <p:nvSpPr>
            <p:cNvPr id="601" name="Rectangle 600">
              <a:extLst>
                <a:ext uri="{FF2B5EF4-FFF2-40B4-BE49-F238E27FC236}">
                  <a16:creationId xmlns:a16="http://schemas.microsoft.com/office/drawing/2014/main" id="{2C271DEC-1F95-7282-238D-9C771EC8C853}"/>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02" name="Rectangle 601">
              <a:extLst>
                <a:ext uri="{FF2B5EF4-FFF2-40B4-BE49-F238E27FC236}">
                  <a16:creationId xmlns:a16="http://schemas.microsoft.com/office/drawing/2014/main" id="{1D036C69-8A53-4663-850D-013A2C5A79BF}"/>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3" name="Oval 15">
              <a:extLst>
                <a:ext uri="{FF2B5EF4-FFF2-40B4-BE49-F238E27FC236}">
                  <a16:creationId xmlns:a16="http://schemas.microsoft.com/office/drawing/2014/main" id="{9ADD1FA3-7D68-A813-967A-EFAB98946DBC}"/>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4" name="Straight Connector 603">
              <a:extLst>
                <a:ext uri="{FF2B5EF4-FFF2-40B4-BE49-F238E27FC236}">
                  <a16:creationId xmlns:a16="http://schemas.microsoft.com/office/drawing/2014/main" id="{EFCE903F-D8F0-4C39-811A-785A3D82204F}"/>
                </a:ext>
              </a:extLst>
            </p:cNvPr>
            <p:cNvCxnSpPr>
              <a:cxnSpLocks/>
              <a:stCxn id="603"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05" name="Straight Connector 604">
              <a:extLst>
                <a:ext uri="{FF2B5EF4-FFF2-40B4-BE49-F238E27FC236}">
                  <a16:creationId xmlns:a16="http://schemas.microsoft.com/office/drawing/2014/main" id="{BDE63F59-AB23-CD78-8662-21E2974A9E8B}"/>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4" name="Group 633">
            <a:extLst>
              <a:ext uri="{FF2B5EF4-FFF2-40B4-BE49-F238E27FC236}">
                <a16:creationId xmlns:a16="http://schemas.microsoft.com/office/drawing/2014/main" id="{7AF414AF-7967-4F32-EE7F-D242C8CE3C58}"/>
              </a:ext>
            </a:extLst>
          </p:cNvPr>
          <p:cNvGrpSpPr/>
          <p:nvPr/>
        </p:nvGrpSpPr>
        <p:grpSpPr>
          <a:xfrm>
            <a:off x="11356242" y="811556"/>
            <a:ext cx="721206" cy="609701"/>
            <a:chOff x="11356242" y="811556"/>
            <a:chExt cx="721206" cy="609701"/>
          </a:xfrm>
        </p:grpSpPr>
        <p:sp>
          <p:nvSpPr>
            <p:cNvPr id="635" name="Rectangle 634">
              <a:hlinkHover r:id="" action="ppaction://noaction" highlightClick="1"/>
              <a:extLst>
                <a:ext uri="{FF2B5EF4-FFF2-40B4-BE49-F238E27FC236}">
                  <a16:creationId xmlns:a16="http://schemas.microsoft.com/office/drawing/2014/main" id="{2F4BF411-CDB7-0F97-32EE-425F084FE54C}"/>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36" name="Oval 635">
              <a:extLst>
                <a:ext uri="{FF2B5EF4-FFF2-40B4-BE49-F238E27FC236}">
                  <a16:creationId xmlns:a16="http://schemas.microsoft.com/office/drawing/2014/main" id="{A98DFA37-B46E-BCCC-CB6C-64B2B790240C}"/>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7" name="Isosceles Triangle 648">
              <a:extLst>
                <a:ext uri="{FF2B5EF4-FFF2-40B4-BE49-F238E27FC236}">
                  <a16:creationId xmlns:a16="http://schemas.microsoft.com/office/drawing/2014/main" id="{9C712B93-1B8F-C7E7-5092-B567A8FDFEB2}"/>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8" name="Group 637">
            <a:extLst>
              <a:ext uri="{FF2B5EF4-FFF2-40B4-BE49-F238E27FC236}">
                <a16:creationId xmlns:a16="http://schemas.microsoft.com/office/drawing/2014/main" id="{47EA66F1-E239-5995-EB8D-1D704469EFAC}"/>
              </a:ext>
            </a:extLst>
          </p:cNvPr>
          <p:cNvGrpSpPr/>
          <p:nvPr/>
        </p:nvGrpSpPr>
        <p:grpSpPr>
          <a:xfrm>
            <a:off x="8807249" y="811555"/>
            <a:ext cx="721206" cy="609701"/>
            <a:chOff x="8807249" y="811555"/>
            <a:chExt cx="721206" cy="609701"/>
          </a:xfrm>
        </p:grpSpPr>
        <p:sp>
          <p:nvSpPr>
            <p:cNvPr id="639" name="Rectangle 638">
              <a:hlinkHover r:id="" action="ppaction://noaction" highlightClick="1"/>
              <a:extLst>
                <a:ext uri="{FF2B5EF4-FFF2-40B4-BE49-F238E27FC236}">
                  <a16:creationId xmlns:a16="http://schemas.microsoft.com/office/drawing/2014/main" id="{1ABB738A-40FE-048E-A69D-B07393E0EFBD}"/>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40" name="Diamond 639">
              <a:extLst>
                <a:ext uri="{FF2B5EF4-FFF2-40B4-BE49-F238E27FC236}">
                  <a16:creationId xmlns:a16="http://schemas.microsoft.com/office/drawing/2014/main" id="{CF996787-A138-2088-B5A4-0CA79248468E}"/>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1" name="Oval 640">
              <a:extLst>
                <a:ext uri="{FF2B5EF4-FFF2-40B4-BE49-F238E27FC236}">
                  <a16:creationId xmlns:a16="http://schemas.microsoft.com/office/drawing/2014/main" id="{FCF7D67E-1F99-AA06-6297-0AE7E94D60C0}"/>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2" name="Group 641">
            <a:extLst>
              <a:ext uri="{FF2B5EF4-FFF2-40B4-BE49-F238E27FC236}">
                <a16:creationId xmlns:a16="http://schemas.microsoft.com/office/drawing/2014/main" id="{FFEB07BD-6B0A-39E3-6787-571D5435AD40}"/>
              </a:ext>
            </a:extLst>
          </p:cNvPr>
          <p:cNvGrpSpPr/>
          <p:nvPr/>
        </p:nvGrpSpPr>
        <p:grpSpPr>
          <a:xfrm>
            <a:off x="8808419" y="3705986"/>
            <a:ext cx="721206" cy="609701"/>
            <a:chOff x="8808419" y="3705986"/>
            <a:chExt cx="721206" cy="609701"/>
          </a:xfrm>
        </p:grpSpPr>
        <p:sp>
          <p:nvSpPr>
            <p:cNvPr id="643" name="Rectangle 642">
              <a:hlinkHover r:id="" action="ppaction://noaction" highlightClick="1"/>
              <a:extLst>
                <a:ext uri="{FF2B5EF4-FFF2-40B4-BE49-F238E27FC236}">
                  <a16:creationId xmlns:a16="http://schemas.microsoft.com/office/drawing/2014/main" id="{7FBA9736-AE42-F164-2C03-D24834F1BD48}"/>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44" name="Oval 643">
              <a:extLst>
                <a:ext uri="{FF2B5EF4-FFF2-40B4-BE49-F238E27FC236}">
                  <a16:creationId xmlns:a16="http://schemas.microsoft.com/office/drawing/2014/main" id="{F3898903-871C-2543-70DC-ADA1E185524D}"/>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5" name="Isosceles Triangle 648">
              <a:extLst>
                <a:ext uri="{FF2B5EF4-FFF2-40B4-BE49-F238E27FC236}">
                  <a16:creationId xmlns:a16="http://schemas.microsoft.com/office/drawing/2014/main" id="{94CCF25D-8F2F-2E65-0BDF-1FCFC7B84C5C}"/>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6" name="Group 645">
            <a:extLst>
              <a:ext uri="{FF2B5EF4-FFF2-40B4-BE49-F238E27FC236}">
                <a16:creationId xmlns:a16="http://schemas.microsoft.com/office/drawing/2014/main" id="{C76F5E87-2896-9125-02B8-1B1F0EFF9C1F}"/>
              </a:ext>
            </a:extLst>
          </p:cNvPr>
          <p:cNvGrpSpPr/>
          <p:nvPr/>
        </p:nvGrpSpPr>
        <p:grpSpPr>
          <a:xfrm>
            <a:off x="431659" y="90836"/>
            <a:ext cx="721210" cy="609701"/>
            <a:chOff x="431659" y="90836"/>
            <a:chExt cx="721210" cy="609701"/>
          </a:xfrm>
        </p:grpSpPr>
        <p:sp>
          <p:nvSpPr>
            <p:cNvPr id="647" name="Rectangle 646">
              <a:extLst>
                <a:ext uri="{FF2B5EF4-FFF2-40B4-BE49-F238E27FC236}">
                  <a16:creationId xmlns:a16="http://schemas.microsoft.com/office/drawing/2014/main" id="{ACFFC575-3867-9E92-72B5-9EF04628F796}"/>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48" name="Rectangle 647">
              <a:extLst>
                <a:ext uri="{FF2B5EF4-FFF2-40B4-BE49-F238E27FC236}">
                  <a16:creationId xmlns:a16="http://schemas.microsoft.com/office/drawing/2014/main" id="{CFBCDEF2-8A7F-BB67-0EF6-14969AE48A3B}"/>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9" name="Oval 15">
              <a:extLst>
                <a:ext uri="{FF2B5EF4-FFF2-40B4-BE49-F238E27FC236}">
                  <a16:creationId xmlns:a16="http://schemas.microsoft.com/office/drawing/2014/main" id="{DBEE502E-9AE5-1020-038B-BE41126204E1}"/>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50" name="Straight Connector 649">
              <a:extLst>
                <a:ext uri="{FF2B5EF4-FFF2-40B4-BE49-F238E27FC236}">
                  <a16:creationId xmlns:a16="http://schemas.microsoft.com/office/drawing/2014/main" id="{1C8589EF-816F-1C67-E554-0F074415A6D2}"/>
                </a:ext>
              </a:extLst>
            </p:cNvPr>
            <p:cNvCxnSpPr>
              <a:cxnSpLocks/>
              <a:stCxn id="649"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51" name="Straight Connector 650">
              <a:extLst>
                <a:ext uri="{FF2B5EF4-FFF2-40B4-BE49-F238E27FC236}">
                  <a16:creationId xmlns:a16="http://schemas.microsoft.com/office/drawing/2014/main" id="{DF5549EF-BD7A-A031-1AD2-CA696B83E748}"/>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2" name="Group 651">
            <a:extLst>
              <a:ext uri="{FF2B5EF4-FFF2-40B4-BE49-F238E27FC236}">
                <a16:creationId xmlns:a16="http://schemas.microsoft.com/office/drawing/2014/main" id="{AD121756-B4AB-1D07-DB5D-2926C2BD9F0E}"/>
              </a:ext>
            </a:extLst>
          </p:cNvPr>
          <p:cNvGrpSpPr/>
          <p:nvPr/>
        </p:nvGrpSpPr>
        <p:grpSpPr>
          <a:xfrm>
            <a:off x="1267282" y="90836"/>
            <a:ext cx="721206" cy="609701"/>
            <a:chOff x="1267282" y="90836"/>
            <a:chExt cx="721206" cy="609701"/>
          </a:xfrm>
        </p:grpSpPr>
        <p:sp>
          <p:nvSpPr>
            <p:cNvPr id="653" name="Rectangle 652">
              <a:extLst>
                <a:ext uri="{FF2B5EF4-FFF2-40B4-BE49-F238E27FC236}">
                  <a16:creationId xmlns:a16="http://schemas.microsoft.com/office/drawing/2014/main" id="{D7B200F0-C6FA-5494-AB6B-09CC2C6828EF}"/>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54" name="Rectangle 653">
              <a:extLst>
                <a:ext uri="{FF2B5EF4-FFF2-40B4-BE49-F238E27FC236}">
                  <a16:creationId xmlns:a16="http://schemas.microsoft.com/office/drawing/2014/main" id="{EB44AE34-DC48-2177-A368-21F45A4B232D}"/>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5" name="Oval 15">
              <a:extLst>
                <a:ext uri="{FF2B5EF4-FFF2-40B4-BE49-F238E27FC236}">
                  <a16:creationId xmlns:a16="http://schemas.microsoft.com/office/drawing/2014/main" id="{29064FA6-9B0E-7560-593A-FD559544800D}"/>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56" name="Straight Connector 655">
              <a:extLst>
                <a:ext uri="{FF2B5EF4-FFF2-40B4-BE49-F238E27FC236}">
                  <a16:creationId xmlns:a16="http://schemas.microsoft.com/office/drawing/2014/main" id="{505CE404-FDB7-E7BD-F4CE-EBD1AF4C528B}"/>
                </a:ext>
              </a:extLst>
            </p:cNvPr>
            <p:cNvCxnSpPr>
              <a:cxnSpLocks/>
              <a:stCxn id="655"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57" name="Straight Connector 656">
              <a:extLst>
                <a:ext uri="{FF2B5EF4-FFF2-40B4-BE49-F238E27FC236}">
                  <a16:creationId xmlns:a16="http://schemas.microsoft.com/office/drawing/2014/main" id="{869AE2B7-3AC6-AB27-137B-93F2B04A3621}"/>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8" name="Group 657">
            <a:extLst>
              <a:ext uri="{FF2B5EF4-FFF2-40B4-BE49-F238E27FC236}">
                <a16:creationId xmlns:a16="http://schemas.microsoft.com/office/drawing/2014/main" id="{421499EC-4614-6148-5830-BA5190BF336E}"/>
              </a:ext>
            </a:extLst>
          </p:cNvPr>
          <p:cNvGrpSpPr/>
          <p:nvPr/>
        </p:nvGrpSpPr>
        <p:grpSpPr>
          <a:xfrm>
            <a:off x="2102907" y="90836"/>
            <a:ext cx="721206" cy="609701"/>
            <a:chOff x="2102907" y="90836"/>
            <a:chExt cx="721206" cy="609701"/>
          </a:xfrm>
        </p:grpSpPr>
        <p:sp>
          <p:nvSpPr>
            <p:cNvPr id="659" name="Rectangle 658">
              <a:extLst>
                <a:ext uri="{FF2B5EF4-FFF2-40B4-BE49-F238E27FC236}">
                  <a16:creationId xmlns:a16="http://schemas.microsoft.com/office/drawing/2014/main" id="{30FE940B-2DE7-9C0A-39A7-C24CA5CCD556}"/>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60" name="Rectangle 659">
              <a:extLst>
                <a:ext uri="{FF2B5EF4-FFF2-40B4-BE49-F238E27FC236}">
                  <a16:creationId xmlns:a16="http://schemas.microsoft.com/office/drawing/2014/main" id="{0C62B852-793B-0EDF-B73E-DB2B078754F1}"/>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1" name="Oval 15">
              <a:extLst>
                <a:ext uri="{FF2B5EF4-FFF2-40B4-BE49-F238E27FC236}">
                  <a16:creationId xmlns:a16="http://schemas.microsoft.com/office/drawing/2014/main" id="{13F63E3B-B08A-31AA-CDDC-9351915C3437}"/>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2" name="Straight Connector 661">
              <a:extLst>
                <a:ext uri="{FF2B5EF4-FFF2-40B4-BE49-F238E27FC236}">
                  <a16:creationId xmlns:a16="http://schemas.microsoft.com/office/drawing/2014/main" id="{C304655A-93E7-504E-E84E-F89F9EC724B8}"/>
                </a:ext>
              </a:extLst>
            </p:cNvPr>
            <p:cNvCxnSpPr>
              <a:cxnSpLocks/>
              <a:stCxn id="661"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63" name="Straight Connector 662">
              <a:extLst>
                <a:ext uri="{FF2B5EF4-FFF2-40B4-BE49-F238E27FC236}">
                  <a16:creationId xmlns:a16="http://schemas.microsoft.com/office/drawing/2014/main" id="{EB84C2B3-98AD-29E0-41F8-1920AF0B5795}"/>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64" name="Group 663">
            <a:extLst>
              <a:ext uri="{FF2B5EF4-FFF2-40B4-BE49-F238E27FC236}">
                <a16:creationId xmlns:a16="http://schemas.microsoft.com/office/drawing/2014/main" id="{394F6A04-B620-664F-3FC2-1F90718471ED}"/>
              </a:ext>
            </a:extLst>
          </p:cNvPr>
          <p:cNvGrpSpPr/>
          <p:nvPr/>
        </p:nvGrpSpPr>
        <p:grpSpPr>
          <a:xfrm>
            <a:off x="1269626" y="4419615"/>
            <a:ext cx="721206" cy="609701"/>
            <a:chOff x="1269626" y="4419615"/>
            <a:chExt cx="721206" cy="609701"/>
          </a:xfrm>
        </p:grpSpPr>
        <p:sp>
          <p:nvSpPr>
            <p:cNvPr id="665" name="Rectangle 664">
              <a:extLst>
                <a:ext uri="{FF2B5EF4-FFF2-40B4-BE49-F238E27FC236}">
                  <a16:creationId xmlns:a16="http://schemas.microsoft.com/office/drawing/2014/main" id="{5A2805CD-0B8A-16A4-9A1A-3D53DC8263B1}"/>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66" name="Cylinder 665">
              <a:extLst>
                <a:ext uri="{FF2B5EF4-FFF2-40B4-BE49-F238E27FC236}">
                  <a16:creationId xmlns:a16="http://schemas.microsoft.com/office/drawing/2014/main" id="{1D04D802-791E-1CBC-D889-6B83747F8FD0}"/>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7" name="Group 666">
            <a:extLst>
              <a:ext uri="{FF2B5EF4-FFF2-40B4-BE49-F238E27FC236}">
                <a16:creationId xmlns:a16="http://schemas.microsoft.com/office/drawing/2014/main" id="{0C22C3E7-D605-99B7-7758-AF6264F39800}"/>
              </a:ext>
            </a:extLst>
          </p:cNvPr>
          <p:cNvGrpSpPr/>
          <p:nvPr/>
        </p:nvGrpSpPr>
        <p:grpSpPr>
          <a:xfrm>
            <a:off x="432841" y="4419615"/>
            <a:ext cx="721206" cy="609701"/>
            <a:chOff x="432841" y="4419615"/>
            <a:chExt cx="721206" cy="609701"/>
          </a:xfrm>
        </p:grpSpPr>
        <p:sp>
          <p:nvSpPr>
            <p:cNvPr id="668" name="Rectangle 667">
              <a:extLst>
                <a:ext uri="{FF2B5EF4-FFF2-40B4-BE49-F238E27FC236}">
                  <a16:creationId xmlns:a16="http://schemas.microsoft.com/office/drawing/2014/main" id="{B39A088F-D384-274C-5F16-8B89293C0CFA}"/>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69" name="Cylinder 668">
              <a:extLst>
                <a:ext uri="{FF2B5EF4-FFF2-40B4-BE49-F238E27FC236}">
                  <a16:creationId xmlns:a16="http://schemas.microsoft.com/office/drawing/2014/main" id="{24550405-E133-E7B1-BBE7-42A574E6855B}"/>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0" name="Group 669">
            <a:extLst>
              <a:ext uri="{FF2B5EF4-FFF2-40B4-BE49-F238E27FC236}">
                <a16:creationId xmlns:a16="http://schemas.microsoft.com/office/drawing/2014/main" id="{5200A2D2-D881-824E-C306-12A2067BBBED}"/>
              </a:ext>
            </a:extLst>
          </p:cNvPr>
          <p:cNvGrpSpPr/>
          <p:nvPr/>
        </p:nvGrpSpPr>
        <p:grpSpPr>
          <a:xfrm>
            <a:off x="1268467" y="5141008"/>
            <a:ext cx="721206" cy="609701"/>
            <a:chOff x="1268467" y="5141008"/>
            <a:chExt cx="721206" cy="609701"/>
          </a:xfrm>
        </p:grpSpPr>
        <p:sp>
          <p:nvSpPr>
            <p:cNvPr id="671" name="Rectangle 670">
              <a:extLst>
                <a:ext uri="{FF2B5EF4-FFF2-40B4-BE49-F238E27FC236}">
                  <a16:creationId xmlns:a16="http://schemas.microsoft.com/office/drawing/2014/main" id="{A4F6F69D-DFB9-833D-4BD5-C64B41065E25}"/>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72" name="Cylinder 671">
              <a:extLst>
                <a:ext uri="{FF2B5EF4-FFF2-40B4-BE49-F238E27FC236}">
                  <a16:creationId xmlns:a16="http://schemas.microsoft.com/office/drawing/2014/main" id="{5AEC2095-5E15-F298-66BB-A0DE36ECFDE3}"/>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3" name="Group 672">
            <a:extLst>
              <a:ext uri="{FF2B5EF4-FFF2-40B4-BE49-F238E27FC236}">
                <a16:creationId xmlns:a16="http://schemas.microsoft.com/office/drawing/2014/main" id="{5D32B561-E916-713C-C596-071DA74DC696}"/>
              </a:ext>
            </a:extLst>
          </p:cNvPr>
          <p:cNvGrpSpPr/>
          <p:nvPr/>
        </p:nvGrpSpPr>
        <p:grpSpPr>
          <a:xfrm>
            <a:off x="431297" y="5141008"/>
            <a:ext cx="721206" cy="609701"/>
            <a:chOff x="431297" y="5141008"/>
            <a:chExt cx="721206" cy="609701"/>
          </a:xfrm>
        </p:grpSpPr>
        <p:sp>
          <p:nvSpPr>
            <p:cNvPr id="674" name="Rectangle 673">
              <a:extLst>
                <a:ext uri="{FF2B5EF4-FFF2-40B4-BE49-F238E27FC236}">
                  <a16:creationId xmlns:a16="http://schemas.microsoft.com/office/drawing/2014/main" id="{8F8CCCCA-0EE8-C173-0F6C-72C4E7D846DE}"/>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75" name="Cylinder 674">
              <a:extLst>
                <a:ext uri="{FF2B5EF4-FFF2-40B4-BE49-F238E27FC236}">
                  <a16:creationId xmlns:a16="http://schemas.microsoft.com/office/drawing/2014/main" id="{D109E1BD-1AF5-3739-FE16-A06C9D20245D}"/>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6" name="Group 675">
            <a:extLst>
              <a:ext uri="{FF2B5EF4-FFF2-40B4-BE49-F238E27FC236}">
                <a16:creationId xmlns:a16="http://schemas.microsoft.com/office/drawing/2014/main" id="{C151152D-0F4E-69AA-F3A6-0B80D8CAA224}"/>
              </a:ext>
            </a:extLst>
          </p:cNvPr>
          <p:cNvGrpSpPr/>
          <p:nvPr/>
        </p:nvGrpSpPr>
        <p:grpSpPr>
          <a:xfrm>
            <a:off x="431660" y="3698226"/>
            <a:ext cx="721206" cy="609701"/>
            <a:chOff x="431660" y="3698226"/>
            <a:chExt cx="721206" cy="609701"/>
          </a:xfrm>
        </p:grpSpPr>
        <p:sp>
          <p:nvSpPr>
            <p:cNvPr id="677" name="Rectangle 676">
              <a:extLst>
                <a:ext uri="{FF2B5EF4-FFF2-40B4-BE49-F238E27FC236}">
                  <a16:creationId xmlns:a16="http://schemas.microsoft.com/office/drawing/2014/main" id="{2319CF06-C2B1-C5A9-E42B-05D0E13741B8}"/>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78" name="Right Triangle 677">
              <a:extLst>
                <a:ext uri="{FF2B5EF4-FFF2-40B4-BE49-F238E27FC236}">
                  <a16:creationId xmlns:a16="http://schemas.microsoft.com/office/drawing/2014/main" id="{947E6C0E-8035-638E-1BF3-2ACB91573994}"/>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9" name="Group 678">
              <a:extLst>
                <a:ext uri="{FF2B5EF4-FFF2-40B4-BE49-F238E27FC236}">
                  <a16:creationId xmlns:a16="http://schemas.microsoft.com/office/drawing/2014/main" id="{69451A84-E8A3-E641-0527-65401382C98B}"/>
                </a:ext>
              </a:extLst>
            </p:cNvPr>
            <p:cNvGrpSpPr/>
            <p:nvPr/>
          </p:nvGrpSpPr>
          <p:grpSpPr>
            <a:xfrm>
              <a:off x="1102253" y="3706270"/>
              <a:ext cx="37817" cy="61390"/>
              <a:chOff x="3883481" y="2057400"/>
              <a:chExt cx="1608363" cy="2652031"/>
            </a:xfrm>
            <a:solidFill>
              <a:srgbClr val="A6A6A6">
                <a:alpha val="20000"/>
              </a:srgbClr>
            </a:solidFill>
          </p:grpSpPr>
          <p:sp>
            <p:nvSpPr>
              <p:cNvPr id="680" name="Oval 27">
                <a:extLst>
                  <a:ext uri="{FF2B5EF4-FFF2-40B4-BE49-F238E27FC236}">
                    <a16:creationId xmlns:a16="http://schemas.microsoft.com/office/drawing/2014/main" id="{D734538A-005C-6BC6-8FC6-B095F6CC1AF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1" name="Oval 28">
                <a:extLst>
                  <a:ext uri="{FF2B5EF4-FFF2-40B4-BE49-F238E27FC236}">
                    <a16:creationId xmlns:a16="http://schemas.microsoft.com/office/drawing/2014/main" id="{91E29419-954E-91A5-6E28-C3594417976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10" name="Group 709">
            <a:extLst>
              <a:ext uri="{FF2B5EF4-FFF2-40B4-BE49-F238E27FC236}">
                <a16:creationId xmlns:a16="http://schemas.microsoft.com/office/drawing/2014/main" id="{CD91CF2E-74E2-5F8F-5714-61304C3FA6BB}"/>
              </a:ext>
            </a:extLst>
          </p:cNvPr>
          <p:cNvGrpSpPr/>
          <p:nvPr/>
        </p:nvGrpSpPr>
        <p:grpSpPr>
          <a:xfrm>
            <a:off x="3778361" y="2253333"/>
            <a:ext cx="721206" cy="609701"/>
            <a:chOff x="3778361" y="2253333"/>
            <a:chExt cx="721206" cy="609701"/>
          </a:xfrm>
        </p:grpSpPr>
        <p:sp>
          <p:nvSpPr>
            <p:cNvPr id="711" name="Rectangle 710">
              <a:extLst>
                <a:ext uri="{FF2B5EF4-FFF2-40B4-BE49-F238E27FC236}">
                  <a16:creationId xmlns:a16="http://schemas.microsoft.com/office/drawing/2014/main" id="{DE1F41E1-B187-E8A1-C8BE-F1C17596E419}"/>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712" name="Rectangle 711">
              <a:extLst>
                <a:ext uri="{FF2B5EF4-FFF2-40B4-BE49-F238E27FC236}">
                  <a16:creationId xmlns:a16="http://schemas.microsoft.com/office/drawing/2014/main" id="{9029CF8B-A19A-98EF-2BFC-0A752199F67B}"/>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3" name="Oval 15">
              <a:extLst>
                <a:ext uri="{FF2B5EF4-FFF2-40B4-BE49-F238E27FC236}">
                  <a16:creationId xmlns:a16="http://schemas.microsoft.com/office/drawing/2014/main" id="{03B3039C-5E74-A28C-072B-78344E9DAA0E}"/>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14" name="Straight Connector 713">
              <a:extLst>
                <a:ext uri="{FF2B5EF4-FFF2-40B4-BE49-F238E27FC236}">
                  <a16:creationId xmlns:a16="http://schemas.microsoft.com/office/drawing/2014/main" id="{1EEA42BD-FBB2-657D-ECD5-AF8809409A1B}"/>
                </a:ext>
              </a:extLst>
            </p:cNvPr>
            <p:cNvCxnSpPr>
              <a:cxnSpLocks/>
              <a:stCxn id="713"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15" name="Straight Connector 714">
              <a:extLst>
                <a:ext uri="{FF2B5EF4-FFF2-40B4-BE49-F238E27FC236}">
                  <a16:creationId xmlns:a16="http://schemas.microsoft.com/office/drawing/2014/main" id="{F25A5AD4-5BDD-B00D-5460-23D9E2B404CA}"/>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16" name="Group 715">
            <a:extLst>
              <a:ext uri="{FF2B5EF4-FFF2-40B4-BE49-F238E27FC236}">
                <a16:creationId xmlns:a16="http://schemas.microsoft.com/office/drawing/2014/main" id="{D132C076-749D-4219-38E8-38B516E5CAA9}"/>
              </a:ext>
            </a:extLst>
          </p:cNvPr>
          <p:cNvGrpSpPr/>
          <p:nvPr/>
        </p:nvGrpSpPr>
        <p:grpSpPr>
          <a:xfrm>
            <a:off x="1268843" y="2253332"/>
            <a:ext cx="721206" cy="609701"/>
            <a:chOff x="1268843" y="2253332"/>
            <a:chExt cx="721206" cy="609701"/>
          </a:xfrm>
        </p:grpSpPr>
        <p:sp>
          <p:nvSpPr>
            <p:cNvPr id="717" name="Rectangle 716">
              <a:extLst>
                <a:ext uri="{FF2B5EF4-FFF2-40B4-BE49-F238E27FC236}">
                  <a16:creationId xmlns:a16="http://schemas.microsoft.com/office/drawing/2014/main" id="{C7319234-72B6-57EB-264A-AB88A52D4DBB}"/>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718" name="Right Triangle 717">
              <a:extLst>
                <a:ext uri="{FF2B5EF4-FFF2-40B4-BE49-F238E27FC236}">
                  <a16:creationId xmlns:a16="http://schemas.microsoft.com/office/drawing/2014/main" id="{6990BD14-4191-2D89-FEDF-A4123CB8418D}"/>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19" name="Group 718">
              <a:extLst>
                <a:ext uri="{FF2B5EF4-FFF2-40B4-BE49-F238E27FC236}">
                  <a16:creationId xmlns:a16="http://schemas.microsoft.com/office/drawing/2014/main" id="{918523D8-3E25-F01F-0195-0890399C9E61}"/>
                </a:ext>
              </a:extLst>
            </p:cNvPr>
            <p:cNvGrpSpPr/>
            <p:nvPr/>
          </p:nvGrpSpPr>
          <p:grpSpPr>
            <a:xfrm>
              <a:off x="1939436" y="2265731"/>
              <a:ext cx="37817" cy="61390"/>
              <a:chOff x="3883481" y="2057400"/>
              <a:chExt cx="1608363" cy="2652031"/>
            </a:xfrm>
            <a:solidFill>
              <a:srgbClr val="A6A6A6">
                <a:alpha val="20000"/>
              </a:srgbClr>
            </a:solidFill>
          </p:grpSpPr>
          <p:sp>
            <p:nvSpPr>
              <p:cNvPr id="720" name="Oval 27">
                <a:extLst>
                  <a:ext uri="{FF2B5EF4-FFF2-40B4-BE49-F238E27FC236}">
                    <a16:creationId xmlns:a16="http://schemas.microsoft.com/office/drawing/2014/main" id="{1ADD250A-9142-A23C-03DA-D134D8974A1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1" name="Oval 28">
                <a:extLst>
                  <a:ext uri="{FF2B5EF4-FFF2-40B4-BE49-F238E27FC236}">
                    <a16:creationId xmlns:a16="http://schemas.microsoft.com/office/drawing/2014/main" id="{533CC591-3091-D255-2B7F-C14ADEADAC5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2" name="Group 721">
            <a:extLst>
              <a:ext uri="{FF2B5EF4-FFF2-40B4-BE49-F238E27FC236}">
                <a16:creationId xmlns:a16="http://schemas.microsoft.com/office/drawing/2014/main" id="{743899C9-5B1D-C291-43FC-1A68B7B2736F}"/>
              </a:ext>
            </a:extLst>
          </p:cNvPr>
          <p:cNvGrpSpPr/>
          <p:nvPr/>
        </p:nvGrpSpPr>
        <p:grpSpPr>
          <a:xfrm>
            <a:off x="2105351" y="2253333"/>
            <a:ext cx="721206" cy="609701"/>
            <a:chOff x="2105351" y="2253333"/>
            <a:chExt cx="721206" cy="609701"/>
          </a:xfrm>
        </p:grpSpPr>
        <p:sp>
          <p:nvSpPr>
            <p:cNvPr id="723" name="Rectangle 722">
              <a:extLst>
                <a:ext uri="{FF2B5EF4-FFF2-40B4-BE49-F238E27FC236}">
                  <a16:creationId xmlns:a16="http://schemas.microsoft.com/office/drawing/2014/main" id="{56C8D447-019C-0EB5-10AE-17196F95AC18}"/>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724" name="Right Triangle 723">
              <a:extLst>
                <a:ext uri="{FF2B5EF4-FFF2-40B4-BE49-F238E27FC236}">
                  <a16:creationId xmlns:a16="http://schemas.microsoft.com/office/drawing/2014/main" id="{F4A397C8-E962-5753-FE2A-F5A3E618E0DF}"/>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5" name="Group 724">
              <a:extLst>
                <a:ext uri="{FF2B5EF4-FFF2-40B4-BE49-F238E27FC236}">
                  <a16:creationId xmlns:a16="http://schemas.microsoft.com/office/drawing/2014/main" id="{847265F0-CE00-31EB-0687-105FA80C72C2}"/>
                </a:ext>
              </a:extLst>
            </p:cNvPr>
            <p:cNvGrpSpPr/>
            <p:nvPr/>
          </p:nvGrpSpPr>
          <p:grpSpPr>
            <a:xfrm>
              <a:off x="2771408" y="2265591"/>
              <a:ext cx="37817" cy="61390"/>
              <a:chOff x="3883481" y="2057400"/>
              <a:chExt cx="1608363" cy="2652031"/>
            </a:xfrm>
            <a:solidFill>
              <a:srgbClr val="A6A6A6">
                <a:alpha val="20000"/>
              </a:srgbClr>
            </a:solidFill>
          </p:grpSpPr>
          <p:sp>
            <p:nvSpPr>
              <p:cNvPr id="726" name="Oval 27">
                <a:extLst>
                  <a:ext uri="{FF2B5EF4-FFF2-40B4-BE49-F238E27FC236}">
                    <a16:creationId xmlns:a16="http://schemas.microsoft.com/office/drawing/2014/main" id="{6F01DE1D-60A0-F998-C410-C39CEBF1841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7" name="Oval 28">
                <a:extLst>
                  <a:ext uri="{FF2B5EF4-FFF2-40B4-BE49-F238E27FC236}">
                    <a16:creationId xmlns:a16="http://schemas.microsoft.com/office/drawing/2014/main" id="{0F646F69-15E1-499C-608D-650C1AAD611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8" name="Group 727">
            <a:extLst>
              <a:ext uri="{FF2B5EF4-FFF2-40B4-BE49-F238E27FC236}">
                <a16:creationId xmlns:a16="http://schemas.microsoft.com/office/drawing/2014/main" id="{690224C9-0D27-5481-7BDD-B372F76E4988}"/>
              </a:ext>
            </a:extLst>
          </p:cNvPr>
          <p:cNvGrpSpPr/>
          <p:nvPr/>
        </p:nvGrpSpPr>
        <p:grpSpPr>
          <a:xfrm>
            <a:off x="2941860" y="2253333"/>
            <a:ext cx="721206" cy="609701"/>
            <a:chOff x="2941860" y="2253333"/>
            <a:chExt cx="721206" cy="609701"/>
          </a:xfrm>
        </p:grpSpPr>
        <p:sp>
          <p:nvSpPr>
            <p:cNvPr id="729" name="Rectangle 728">
              <a:extLst>
                <a:ext uri="{FF2B5EF4-FFF2-40B4-BE49-F238E27FC236}">
                  <a16:creationId xmlns:a16="http://schemas.microsoft.com/office/drawing/2014/main" id="{DA6A27E8-7AA1-B5F9-B6ED-0AAAA7E6B318}"/>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730" name="Right Triangle 729">
              <a:extLst>
                <a:ext uri="{FF2B5EF4-FFF2-40B4-BE49-F238E27FC236}">
                  <a16:creationId xmlns:a16="http://schemas.microsoft.com/office/drawing/2014/main" id="{D4827312-691E-87A4-C646-37D6F5296DC7}"/>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31" name="Group 730">
              <a:extLst>
                <a:ext uri="{FF2B5EF4-FFF2-40B4-BE49-F238E27FC236}">
                  <a16:creationId xmlns:a16="http://schemas.microsoft.com/office/drawing/2014/main" id="{A8DBC5DB-6D0F-F1AC-FD1D-48AF0F7EB400}"/>
                </a:ext>
              </a:extLst>
            </p:cNvPr>
            <p:cNvGrpSpPr/>
            <p:nvPr/>
          </p:nvGrpSpPr>
          <p:grpSpPr>
            <a:xfrm>
              <a:off x="3611250" y="2264969"/>
              <a:ext cx="37817" cy="61390"/>
              <a:chOff x="3883481" y="2057400"/>
              <a:chExt cx="1608363" cy="2652031"/>
            </a:xfrm>
            <a:solidFill>
              <a:srgbClr val="A6A6A6">
                <a:alpha val="20000"/>
              </a:srgbClr>
            </a:solidFill>
          </p:grpSpPr>
          <p:sp>
            <p:nvSpPr>
              <p:cNvPr id="732" name="Oval 27">
                <a:extLst>
                  <a:ext uri="{FF2B5EF4-FFF2-40B4-BE49-F238E27FC236}">
                    <a16:creationId xmlns:a16="http://schemas.microsoft.com/office/drawing/2014/main" id="{BFEC3AD1-AB84-0068-76B6-2D65DF3F70C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3" name="Oval 28">
                <a:extLst>
                  <a:ext uri="{FF2B5EF4-FFF2-40B4-BE49-F238E27FC236}">
                    <a16:creationId xmlns:a16="http://schemas.microsoft.com/office/drawing/2014/main" id="{EE0C359B-11F5-8307-5E3C-9E1782EB640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34" name="Group 733">
            <a:extLst>
              <a:ext uri="{FF2B5EF4-FFF2-40B4-BE49-F238E27FC236}">
                <a16:creationId xmlns:a16="http://schemas.microsoft.com/office/drawing/2014/main" id="{8F4A1D0D-5ABD-0565-F152-EE3B2D47EA63}"/>
              </a:ext>
            </a:extLst>
          </p:cNvPr>
          <p:cNvGrpSpPr/>
          <p:nvPr/>
        </p:nvGrpSpPr>
        <p:grpSpPr>
          <a:xfrm>
            <a:off x="4614876" y="2253332"/>
            <a:ext cx="721206" cy="609701"/>
            <a:chOff x="4614876" y="2253332"/>
            <a:chExt cx="721206" cy="609701"/>
          </a:xfrm>
        </p:grpSpPr>
        <p:sp>
          <p:nvSpPr>
            <p:cNvPr id="735" name="Rectangle 734">
              <a:extLst>
                <a:ext uri="{FF2B5EF4-FFF2-40B4-BE49-F238E27FC236}">
                  <a16:creationId xmlns:a16="http://schemas.microsoft.com/office/drawing/2014/main" id="{9718B374-FE79-7628-A5A4-3C43AA4EFF9E}"/>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736" name="Right Triangle 735">
              <a:extLst>
                <a:ext uri="{FF2B5EF4-FFF2-40B4-BE49-F238E27FC236}">
                  <a16:creationId xmlns:a16="http://schemas.microsoft.com/office/drawing/2014/main" id="{0C24ECF4-37CE-8785-1E07-0DE2081FC49E}"/>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37" name="Group 736">
              <a:extLst>
                <a:ext uri="{FF2B5EF4-FFF2-40B4-BE49-F238E27FC236}">
                  <a16:creationId xmlns:a16="http://schemas.microsoft.com/office/drawing/2014/main" id="{8DE9FA56-2D1A-E83F-58DF-C2CBF21C8658}"/>
                </a:ext>
              </a:extLst>
            </p:cNvPr>
            <p:cNvGrpSpPr/>
            <p:nvPr/>
          </p:nvGrpSpPr>
          <p:grpSpPr>
            <a:xfrm>
              <a:off x="5280738" y="2264779"/>
              <a:ext cx="37817" cy="61390"/>
              <a:chOff x="3883481" y="2057400"/>
              <a:chExt cx="1608363" cy="2652031"/>
            </a:xfrm>
            <a:solidFill>
              <a:srgbClr val="A6A6A6">
                <a:alpha val="20000"/>
              </a:srgbClr>
            </a:solidFill>
          </p:grpSpPr>
          <p:sp>
            <p:nvSpPr>
              <p:cNvPr id="738" name="Oval 27">
                <a:extLst>
                  <a:ext uri="{FF2B5EF4-FFF2-40B4-BE49-F238E27FC236}">
                    <a16:creationId xmlns:a16="http://schemas.microsoft.com/office/drawing/2014/main" id="{698EED2C-9B5B-2E0C-6004-AD70D92DF54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9" name="Oval 28">
                <a:extLst>
                  <a:ext uri="{FF2B5EF4-FFF2-40B4-BE49-F238E27FC236}">
                    <a16:creationId xmlns:a16="http://schemas.microsoft.com/office/drawing/2014/main" id="{EC76EDFF-20FD-BF72-1EB3-7063F21B38C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6" name="Group 745">
            <a:extLst>
              <a:ext uri="{FF2B5EF4-FFF2-40B4-BE49-F238E27FC236}">
                <a16:creationId xmlns:a16="http://schemas.microsoft.com/office/drawing/2014/main" id="{CA5E6D10-8625-8415-D7AA-BEEF729EA342}"/>
              </a:ext>
            </a:extLst>
          </p:cNvPr>
          <p:cNvGrpSpPr/>
          <p:nvPr/>
        </p:nvGrpSpPr>
        <p:grpSpPr>
          <a:xfrm>
            <a:off x="6287891" y="2253333"/>
            <a:ext cx="721206" cy="609701"/>
            <a:chOff x="6287891" y="2253333"/>
            <a:chExt cx="721206" cy="609701"/>
          </a:xfrm>
        </p:grpSpPr>
        <p:sp>
          <p:nvSpPr>
            <p:cNvPr id="747" name="Rectangle 746">
              <a:extLst>
                <a:ext uri="{FF2B5EF4-FFF2-40B4-BE49-F238E27FC236}">
                  <a16:creationId xmlns:a16="http://schemas.microsoft.com/office/drawing/2014/main" id="{6364D69C-D101-5EBD-A2C1-6F422F17A9E9}"/>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748" name="Right Triangle 747">
              <a:extLst>
                <a:ext uri="{FF2B5EF4-FFF2-40B4-BE49-F238E27FC236}">
                  <a16:creationId xmlns:a16="http://schemas.microsoft.com/office/drawing/2014/main" id="{E9123F09-B23F-E7A1-B47D-4C324BAADC7A}"/>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9" name="Group 748">
              <a:extLst>
                <a:ext uri="{FF2B5EF4-FFF2-40B4-BE49-F238E27FC236}">
                  <a16:creationId xmlns:a16="http://schemas.microsoft.com/office/drawing/2014/main" id="{50BC935A-7F47-6E52-6B95-06479B92E30B}"/>
                </a:ext>
              </a:extLst>
            </p:cNvPr>
            <p:cNvGrpSpPr/>
            <p:nvPr/>
          </p:nvGrpSpPr>
          <p:grpSpPr>
            <a:xfrm>
              <a:off x="6952470" y="2265099"/>
              <a:ext cx="37817" cy="61390"/>
              <a:chOff x="3883481" y="2057400"/>
              <a:chExt cx="1608363" cy="2652031"/>
            </a:xfrm>
            <a:solidFill>
              <a:srgbClr val="A6A6A6">
                <a:alpha val="20000"/>
              </a:srgbClr>
            </a:solidFill>
          </p:grpSpPr>
          <p:sp>
            <p:nvSpPr>
              <p:cNvPr id="750" name="Oval 27">
                <a:extLst>
                  <a:ext uri="{FF2B5EF4-FFF2-40B4-BE49-F238E27FC236}">
                    <a16:creationId xmlns:a16="http://schemas.microsoft.com/office/drawing/2014/main" id="{8D7CD7B3-C8F5-3685-4B4F-ECFF14C220C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1" name="Oval 28">
                <a:extLst>
                  <a:ext uri="{FF2B5EF4-FFF2-40B4-BE49-F238E27FC236}">
                    <a16:creationId xmlns:a16="http://schemas.microsoft.com/office/drawing/2014/main" id="{9190E253-0C7D-87F4-B6E6-2D323309486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2" name="Group 751">
            <a:extLst>
              <a:ext uri="{FF2B5EF4-FFF2-40B4-BE49-F238E27FC236}">
                <a16:creationId xmlns:a16="http://schemas.microsoft.com/office/drawing/2014/main" id="{59D0FD3D-D0C1-3E80-12AE-2D6823AA2CB9}"/>
              </a:ext>
            </a:extLst>
          </p:cNvPr>
          <p:cNvGrpSpPr/>
          <p:nvPr/>
        </p:nvGrpSpPr>
        <p:grpSpPr>
          <a:xfrm>
            <a:off x="431659" y="2253337"/>
            <a:ext cx="721895" cy="609700"/>
            <a:chOff x="431659" y="2253337"/>
            <a:chExt cx="721895" cy="609700"/>
          </a:xfrm>
        </p:grpSpPr>
        <p:sp>
          <p:nvSpPr>
            <p:cNvPr id="753" name="Rectangle 752">
              <a:hlinkHover r:id="" action="ppaction://noaction" highlightClick="1"/>
              <a:extLst>
                <a:ext uri="{FF2B5EF4-FFF2-40B4-BE49-F238E27FC236}">
                  <a16:creationId xmlns:a16="http://schemas.microsoft.com/office/drawing/2014/main" id="{41267C96-5954-FD30-522B-955725ACA061}"/>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54" name="Diamond 753">
              <a:extLst>
                <a:ext uri="{FF2B5EF4-FFF2-40B4-BE49-F238E27FC236}">
                  <a16:creationId xmlns:a16="http://schemas.microsoft.com/office/drawing/2014/main" id="{DEE3F64C-5C7B-7456-29A7-4D4DE805E095}"/>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5" name="Oval 754">
              <a:extLst>
                <a:ext uri="{FF2B5EF4-FFF2-40B4-BE49-F238E27FC236}">
                  <a16:creationId xmlns:a16="http://schemas.microsoft.com/office/drawing/2014/main" id="{A862C728-7AE9-0CF8-A2F8-DDC48D3D48F5}"/>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60" name="Group 759">
            <a:extLst>
              <a:ext uri="{FF2B5EF4-FFF2-40B4-BE49-F238E27FC236}">
                <a16:creationId xmlns:a16="http://schemas.microsoft.com/office/drawing/2014/main" id="{D9D0C471-05F4-736C-41C0-20A68933F3D6}"/>
              </a:ext>
            </a:extLst>
          </p:cNvPr>
          <p:cNvGrpSpPr/>
          <p:nvPr/>
        </p:nvGrpSpPr>
        <p:grpSpPr>
          <a:xfrm>
            <a:off x="2105348" y="1532276"/>
            <a:ext cx="721206" cy="609701"/>
            <a:chOff x="2105348" y="1532276"/>
            <a:chExt cx="721206" cy="609701"/>
          </a:xfrm>
        </p:grpSpPr>
        <p:sp>
          <p:nvSpPr>
            <p:cNvPr id="761" name="Rectangle 760">
              <a:extLst>
                <a:ext uri="{FF2B5EF4-FFF2-40B4-BE49-F238E27FC236}">
                  <a16:creationId xmlns:a16="http://schemas.microsoft.com/office/drawing/2014/main" id="{92A0900C-CE5C-84B2-0B2F-6D904353DA88}"/>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62" name="Rectangle 761">
              <a:extLst>
                <a:ext uri="{FF2B5EF4-FFF2-40B4-BE49-F238E27FC236}">
                  <a16:creationId xmlns:a16="http://schemas.microsoft.com/office/drawing/2014/main" id="{EDA0D8E8-862A-21EE-DFD8-0EBEAD4281F9}"/>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3" name="Oval 15">
              <a:extLst>
                <a:ext uri="{FF2B5EF4-FFF2-40B4-BE49-F238E27FC236}">
                  <a16:creationId xmlns:a16="http://schemas.microsoft.com/office/drawing/2014/main" id="{94AE0BAF-971A-1C26-C27B-F1ECF900F622}"/>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64" name="Straight Connector 763">
              <a:extLst>
                <a:ext uri="{FF2B5EF4-FFF2-40B4-BE49-F238E27FC236}">
                  <a16:creationId xmlns:a16="http://schemas.microsoft.com/office/drawing/2014/main" id="{3BE84750-6756-7E93-F819-B6B355DEF0DA}"/>
                </a:ext>
              </a:extLst>
            </p:cNvPr>
            <p:cNvCxnSpPr>
              <a:cxnSpLocks/>
              <a:stCxn id="763"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65" name="Straight Connector 764">
              <a:extLst>
                <a:ext uri="{FF2B5EF4-FFF2-40B4-BE49-F238E27FC236}">
                  <a16:creationId xmlns:a16="http://schemas.microsoft.com/office/drawing/2014/main" id="{13C4A4A4-D288-FC91-598B-9B6CA0332295}"/>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72" name="Group 771">
            <a:extLst>
              <a:ext uri="{FF2B5EF4-FFF2-40B4-BE49-F238E27FC236}">
                <a16:creationId xmlns:a16="http://schemas.microsoft.com/office/drawing/2014/main" id="{0302B9A8-4502-D566-EA09-30505CBF46C3}"/>
              </a:ext>
            </a:extLst>
          </p:cNvPr>
          <p:cNvGrpSpPr/>
          <p:nvPr/>
        </p:nvGrpSpPr>
        <p:grpSpPr>
          <a:xfrm>
            <a:off x="1268843" y="1532283"/>
            <a:ext cx="721206" cy="610032"/>
            <a:chOff x="1268843" y="1532283"/>
            <a:chExt cx="721206" cy="610032"/>
          </a:xfrm>
        </p:grpSpPr>
        <p:sp>
          <p:nvSpPr>
            <p:cNvPr id="773" name="Rectangle 772">
              <a:extLst>
                <a:ext uri="{FF2B5EF4-FFF2-40B4-BE49-F238E27FC236}">
                  <a16:creationId xmlns:a16="http://schemas.microsoft.com/office/drawing/2014/main" id="{BB52632F-D73E-E2FC-780B-4AF9614935F9}"/>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74" name="Right Triangle 773">
              <a:extLst>
                <a:ext uri="{FF2B5EF4-FFF2-40B4-BE49-F238E27FC236}">
                  <a16:creationId xmlns:a16="http://schemas.microsoft.com/office/drawing/2014/main" id="{48A7F2CE-5A8B-8E14-CA83-30612CB962A2}"/>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5" name="Group 774">
              <a:extLst>
                <a:ext uri="{FF2B5EF4-FFF2-40B4-BE49-F238E27FC236}">
                  <a16:creationId xmlns:a16="http://schemas.microsoft.com/office/drawing/2014/main" id="{105D4067-0A4C-0B19-12C9-CC9C4EB6D09D}"/>
                </a:ext>
              </a:extLst>
            </p:cNvPr>
            <p:cNvGrpSpPr/>
            <p:nvPr/>
          </p:nvGrpSpPr>
          <p:grpSpPr>
            <a:xfrm>
              <a:off x="1939436" y="1538374"/>
              <a:ext cx="37817" cy="61390"/>
              <a:chOff x="3883481" y="2057400"/>
              <a:chExt cx="1608363" cy="2652031"/>
            </a:xfrm>
            <a:solidFill>
              <a:srgbClr val="A6A6A6">
                <a:alpha val="20000"/>
              </a:srgbClr>
            </a:solidFill>
          </p:grpSpPr>
          <p:sp>
            <p:nvSpPr>
              <p:cNvPr id="776" name="Oval 27">
                <a:extLst>
                  <a:ext uri="{FF2B5EF4-FFF2-40B4-BE49-F238E27FC236}">
                    <a16:creationId xmlns:a16="http://schemas.microsoft.com/office/drawing/2014/main" id="{4A9CE5E4-5E53-9455-ACBD-1806FACBBED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7" name="Oval 28">
                <a:extLst>
                  <a:ext uri="{FF2B5EF4-FFF2-40B4-BE49-F238E27FC236}">
                    <a16:creationId xmlns:a16="http://schemas.microsoft.com/office/drawing/2014/main" id="{0A8A05C7-A14B-C70C-8015-8444635BFCA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4" name="Group 783">
            <a:extLst>
              <a:ext uri="{FF2B5EF4-FFF2-40B4-BE49-F238E27FC236}">
                <a16:creationId xmlns:a16="http://schemas.microsoft.com/office/drawing/2014/main" id="{BB9B0082-8493-13A9-37A6-38C47FF943A1}"/>
              </a:ext>
            </a:extLst>
          </p:cNvPr>
          <p:cNvGrpSpPr/>
          <p:nvPr/>
        </p:nvGrpSpPr>
        <p:grpSpPr>
          <a:xfrm>
            <a:off x="5454379" y="2974054"/>
            <a:ext cx="721206" cy="649846"/>
            <a:chOff x="5454379" y="2974054"/>
            <a:chExt cx="721206" cy="649846"/>
          </a:xfrm>
        </p:grpSpPr>
        <p:sp>
          <p:nvSpPr>
            <p:cNvPr id="785" name="Rectangle 784">
              <a:extLst>
                <a:ext uri="{FF2B5EF4-FFF2-40B4-BE49-F238E27FC236}">
                  <a16:creationId xmlns:a16="http://schemas.microsoft.com/office/drawing/2014/main" id="{67EA7883-9A69-D129-5CAF-971D93749B06}"/>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86" name="Rectangle 785">
              <a:extLst>
                <a:ext uri="{FF2B5EF4-FFF2-40B4-BE49-F238E27FC236}">
                  <a16:creationId xmlns:a16="http://schemas.microsoft.com/office/drawing/2014/main" id="{DC80BC41-68AC-7CD8-5041-CE5B96882F23}"/>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7" name="Oval 15">
              <a:extLst>
                <a:ext uri="{FF2B5EF4-FFF2-40B4-BE49-F238E27FC236}">
                  <a16:creationId xmlns:a16="http://schemas.microsoft.com/office/drawing/2014/main" id="{C9DD7285-D12F-F793-CCD4-01BF6A231874}"/>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88" name="Straight Connector 787">
              <a:extLst>
                <a:ext uri="{FF2B5EF4-FFF2-40B4-BE49-F238E27FC236}">
                  <a16:creationId xmlns:a16="http://schemas.microsoft.com/office/drawing/2014/main" id="{E11B248B-A1DF-9309-15D8-1133E31711EC}"/>
                </a:ext>
              </a:extLst>
            </p:cNvPr>
            <p:cNvCxnSpPr>
              <a:cxnSpLocks/>
              <a:stCxn id="787"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89" name="Straight Connector 788">
              <a:extLst>
                <a:ext uri="{FF2B5EF4-FFF2-40B4-BE49-F238E27FC236}">
                  <a16:creationId xmlns:a16="http://schemas.microsoft.com/office/drawing/2014/main" id="{9C3D8D12-0CB7-8212-A3AF-A89355C0F901}"/>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0" name="Group 789">
            <a:extLst>
              <a:ext uri="{FF2B5EF4-FFF2-40B4-BE49-F238E27FC236}">
                <a16:creationId xmlns:a16="http://schemas.microsoft.com/office/drawing/2014/main" id="{21E6D893-D515-8AFA-2264-2C220DACE59F}"/>
              </a:ext>
            </a:extLst>
          </p:cNvPr>
          <p:cNvGrpSpPr/>
          <p:nvPr/>
        </p:nvGrpSpPr>
        <p:grpSpPr>
          <a:xfrm>
            <a:off x="431659" y="2974054"/>
            <a:ext cx="721891" cy="609701"/>
            <a:chOff x="431659" y="2974054"/>
            <a:chExt cx="721891" cy="609701"/>
          </a:xfrm>
        </p:grpSpPr>
        <p:sp>
          <p:nvSpPr>
            <p:cNvPr id="791" name="Rectangle 790">
              <a:extLst>
                <a:ext uri="{FF2B5EF4-FFF2-40B4-BE49-F238E27FC236}">
                  <a16:creationId xmlns:a16="http://schemas.microsoft.com/office/drawing/2014/main" id="{A4F4A6C7-4E9F-A16A-6BFA-E049B612FFB6}"/>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92" name="Right Triangle 791">
              <a:extLst>
                <a:ext uri="{FF2B5EF4-FFF2-40B4-BE49-F238E27FC236}">
                  <a16:creationId xmlns:a16="http://schemas.microsoft.com/office/drawing/2014/main" id="{EFF6F179-8A95-B60D-8EDD-5571FB908F14}"/>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93" name="Group 792">
              <a:extLst>
                <a:ext uri="{FF2B5EF4-FFF2-40B4-BE49-F238E27FC236}">
                  <a16:creationId xmlns:a16="http://schemas.microsoft.com/office/drawing/2014/main" id="{A15694E1-800F-30FD-BE9C-038E6E78535B}"/>
                </a:ext>
              </a:extLst>
            </p:cNvPr>
            <p:cNvGrpSpPr/>
            <p:nvPr/>
          </p:nvGrpSpPr>
          <p:grpSpPr>
            <a:xfrm>
              <a:off x="1102940" y="2981762"/>
              <a:ext cx="37817" cy="61390"/>
              <a:chOff x="3883481" y="2057400"/>
              <a:chExt cx="1608363" cy="2652031"/>
            </a:xfrm>
            <a:solidFill>
              <a:srgbClr val="A6A6A6">
                <a:alpha val="20000"/>
              </a:srgbClr>
            </a:solidFill>
          </p:grpSpPr>
          <p:sp>
            <p:nvSpPr>
              <p:cNvPr id="794" name="Oval 27">
                <a:extLst>
                  <a:ext uri="{FF2B5EF4-FFF2-40B4-BE49-F238E27FC236}">
                    <a16:creationId xmlns:a16="http://schemas.microsoft.com/office/drawing/2014/main" id="{F34A1A45-A8C7-3D41-9943-95F05042BC0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5" name="Oval 28">
                <a:extLst>
                  <a:ext uri="{FF2B5EF4-FFF2-40B4-BE49-F238E27FC236}">
                    <a16:creationId xmlns:a16="http://schemas.microsoft.com/office/drawing/2014/main" id="{C3B3ABFC-9640-7875-2645-651E7CC1CCC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4" name="Group 813">
            <a:extLst>
              <a:ext uri="{FF2B5EF4-FFF2-40B4-BE49-F238E27FC236}">
                <a16:creationId xmlns:a16="http://schemas.microsoft.com/office/drawing/2014/main" id="{1C671B87-0487-698A-54F1-A53C46EE2DA6}"/>
              </a:ext>
            </a:extLst>
          </p:cNvPr>
          <p:cNvGrpSpPr/>
          <p:nvPr/>
        </p:nvGrpSpPr>
        <p:grpSpPr>
          <a:xfrm>
            <a:off x="2938534" y="811556"/>
            <a:ext cx="721206" cy="609701"/>
            <a:chOff x="2938534" y="811556"/>
            <a:chExt cx="721206" cy="609701"/>
          </a:xfrm>
        </p:grpSpPr>
        <p:sp>
          <p:nvSpPr>
            <p:cNvPr id="815" name="Rectangle 814">
              <a:extLst>
                <a:ext uri="{FF2B5EF4-FFF2-40B4-BE49-F238E27FC236}">
                  <a16:creationId xmlns:a16="http://schemas.microsoft.com/office/drawing/2014/main" id="{3DBDA2A8-0CA1-0FC7-BE1F-D1845B65B5A6}"/>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816" name="Rectangle 815">
              <a:extLst>
                <a:ext uri="{FF2B5EF4-FFF2-40B4-BE49-F238E27FC236}">
                  <a16:creationId xmlns:a16="http://schemas.microsoft.com/office/drawing/2014/main" id="{722ACF0D-BA3F-2E55-3836-44CD2706B5E8}"/>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7" name="Oval 15">
              <a:extLst>
                <a:ext uri="{FF2B5EF4-FFF2-40B4-BE49-F238E27FC236}">
                  <a16:creationId xmlns:a16="http://schemas.microsoft.com/office/drawing/2014/main" id="{ED0BE8EF-E50B-62C7-4778-0D79019938A5}"/>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18" name="Straight Connector 817">
              <a:extLst>
                <a:ext uri="{FF2B5EF4-FFF2-40B4-BE49-F238E27FC236}">
                  <a16:creationId xmlns:a16="http://schemas.microsoft.com/office/drawing/2014/main" id="{DAC9C93A-08F8-7EA8-FB04-BC1087A5E2AB}"/>
                </a:ext>
              </a:extLst>
            </p:cNvPr>
            <p:cNvCxnSpPr>
              <a:cxnSpLocks/>
              <a:stCxn id="817"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19" name="Straight Connector 818">
              <a:extLst>
                <a:ext uri="{FF2B5EF4-FFF2-40B4-BE49-F238E27FC236}">
                  <a16:creationId xmlns:a16="http://schemas.microsoft.com/office/drawing/2014/main" id="{152A47F0-E7D8-A1F6-06B5-460956757F78}"/>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26" name="Group 825">
            <a:extLst>
              <a:ext uri="{FF2B5EF4-FFF2-40B4-BE49-F238E27FC236}">
                <a16:creationId xmlns:a16="http://schemas.microsoft.com/office/drawing/2014/main" id="{E8C8DCD2-1347-4888-1364-304C37D78605}"/>
              </a:ext>
            </a:extLst>
          </p:cNvPr>
          <p:cNvGrpSpPr/>
          <p:nvPr/>
        </p:nvGrpSpPr>
        <p:grpSpPr>
          <a:xfrm>
            <a:off x="431659" y="811556"/>
            <a:ext cx="721206" cy="609701"/>
            <a:chOff x="431659" y="811556"/>
            <a:chExt cx="721206" cy="609701"/>
          </a:xfrm>
        </p:grpSpPr>
        <p:sp>
          <p:nvSpPr>
            <p:cNvPr id="827" name="Rectangle 826">
              <a:extLst>
                <a:ext uri="{FF2B5EF4-FFF2-40B4-BE49-F238E27FC236}">
                  <a16:creationId xmlns:a16="http://schemas.microsoft.com/office/drawing/2014/main" id="{22E6F4D0-439B-7A66-9BA9-0B88CD3B7B6D}"/>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828" name="Right Triangle 827">
              <a:extLst>
                <a:ext uri="{FF2B5EF4-FFF2-40B4-BE49-F238E27FC236}">
                  <a16:creationId xmlns:a16="http://schemas.microsoft.com/office/drawing/2014/main" id="{0AA4FEFE-F878-797F-4C91-5C685FBBB53A}"/>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29" name="Group 828">
              <a:extLst>
                <a:ext uri="{FF2B5EF4-FFF2-40B4-BE49-F238E27FC236}">
                  <a16:creationId xmlns:a16="http://schemas.microsoft.com/office/drawing/2014/main" id="{8999AEB4-91FB-5C29-7FE9-C12E8996E647}"/>
                </a:ext>
              </a:extLst>
            </p:cNvPr>
            <p:cNvGrpSpPr/>
            <p:nvPr/>
          </p:nvGrpSpPr>
          <p:grpSpPr>
            <a:xfrm>
              <a:off x="1100969" y="819591"/>
              <a:ext cx="37817" cy="61390"/>
              <a:chOff x="3883481" y="2057400"/>
              <a:chExt cx="1608363" cy="2652031"/>
            </a:xfrm>
            <a:solidFill>
              <a:srgbClr val="A6A6A6">
                <a:alpha val="20000"/>
              </a:srgbClr>
            </a:solidFill>
          </p:grpSpPr>
          <p:sp>
            <p:nvSpPr>
              <p:cNvPr id="830" name="Oval 27">
                <a:extLst>
                  <a:ext uri="{FF2B5EF4-FFF2-40B4-BE49-F238E27FC236}">
                    <a16:creationId xmlns:a16="http://schemas.microsoft.com/office/drawing/2014/main" id="{76060B44-1E0B-BB84-C813-91EBBA3CCFE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1" name="Oval 28">
                <a:extLst>
                  <a:ext uri="{FF2B5EF4-FFF2-40B4-BE49-F238E27FC236}">
                    <a16:creationId xmlns:a16="http://schemas.microsoft.com/office/drawing/2014/main" id="{1E3DBDB2-BBD1-205E-E017-78CE5B6CD49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32" name="Group 831">
            <a:extLst>
              <a:ext uri="{FF2B5EF4-FFF2-40B4-BE49-F238E27FC236}">
                <a16:creationId xmlns:a16="http://schemas.microsoft.com/office/drawing/2014/main" id="{E31F5F6A-FF62-F326-0EED-C5E0423A1CB3}"/>
              </a:ext>
            </a:extLst>
          </p:cNvPr>
          <p:cNvGrpSpPr/>
          <p:nvPr/>
        </p:nvGrpSpPr>
        <p:grpSpPr>
          <a:xfrm>
            <a:off x="1267285" y="811556"/>
            <a:ext cx="721206" cy="609701"/>
            <a:chOff x="1267285" y="811556"/>
            <a:chExt cx="721206" cy="609701"/>
          </a:xfrm>
        </p:grpSpPr>
        <p:sp>
          <p:nvSpPr>
            <p:cNvPr id="833" name="Rectangle 832">
              <a:extLst>
                <a:ext uri="{FF2B5EF4-FFF2-40B4-BE49-F238E27FC236}">
                  <a16:creationId xmlns:a16="http://schemas.microsoft.com/office/drawing/2014/main" id="{B1172379-409D-563F-C7E3-89AB51621685}"/>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34" name="Right Triangle 833">
              <a:extLst>
                <a:ext uri="{FF2B5EF4-FFF2-40B4-BE49-F238E27FC236}">
                  <a16:creationId xmlns:a16="http://schemas.microsoft.com/office/drawing/2014/main" id="{2E57FE66-1A4D-C4F0-A37F-8082A5CD1F61}"/>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5" name="Group 834">
              <a:extLst>
                <a:ext uri="{FF2B5EF4-FFF2-40B4-BE49-F238E27FC236}">
                  <a16:creationId xmlns:a16="http://schemas.microsoft.com/office/drawing/2014/main" id="{7103D536-5BC4-42F0-2901-1118E2956805}"/>
                </a:ext>
              </a:extLst>
            </p:cNvPr>
            <p:cNvGrpSpPr/>
            <p:nvPr/>
          </p:nvGrpSpPr>
          <p:grpSpPr>
            <a:xfrm>
              <a:off x="1937878" y="819591"/>
              <a:ext cx="37817" cy="61390"/>
              <a:chOff x="3883481" y="2057400"/>
              <a:chExt cx="1608363" cy="2652031"/>
            </a:xfrm>
            <a:solidFill>
              <a:srgbClr val="A6A6A6">
                <a:alpha val="20000"/>
              </a:srgbClr>
            </a:solidFill>
          </p:grpSpPr>
          <p:sp>
            <p:nvSpPr>
              <p:cNvPr id="836" name="Oval 27">
                <a:extLst>
                  <a:ext uri="{FF2B5EF4-FFF2-40B4-BE49-F238E27FC236}">
                    <a16:creationId xmlns:a16="http://schemas.microsoft.com/office/drawing/2014/main" id="{9794F4AB-1012-111A-0CD7-37C4C7CCFD7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7" name="Oval 28">
                <a:extLst>
                  <a:ext uri="{FF2B5EF4-FFF2-40B4-BE49-F238E27FC236}">
                    <a16:creationId xmlns:a16="http://schemas.microsoft.com/office/drawing/2014/main" id="{EBBF3F19-F481-69F7-A40F-BDE912917B9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44" name="Group 843">
            <a:extLst>
              <a:ext uri="{FF2B5EF4-FFF2-40B4-BE49-F238E27FC236}">
                <a16:creationId xmlns:a16="http://schemas.microsoft.com/office/drawing/2014/main" id="{B87D9808-9412-336D-05F1-CED408308701}"/>
              </a:ext>
            </a:extLst>
          </p:cNvPr>
          <p:cNvGrpSpPr/>
          <p:nvPr/>
        </p:nvGrpSpPr>
        <p:grpSpPr>
          <a:xfrm>
            <a:off x="2889438" y="751337"/>
            <a:ext cx="5022643" cy="5001728"/>
            <a:chOff x="2889438" y="751337"/>
            <a:chExt cx="5022643" cy="5001728"/>
          </a:xfrm>
        </p:grpSpPr>
        <p:cxnSp>
          <p:nvCxnSpPr>
            <p:cNvPr id="845" name="Straight Connector 844">
              <a:extLst>
                <a:ext uri="{FF2B5EF4-FFF2-40B4-BE49-F238E27FC236}">
                  <a16:creationId xmlns:a16="http://schemas.microsoft.com/office/drawing/2014/main" id="{00A6783C-D459-2DF5-4C1D-51552576EA52}"/>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6" name="Straight Connector 845">
              <a:extLst>
                <a:ext uri="{FF2B5EF4-FFF2-40B4-BE49-F238E27FC236}">
                  <a16:creationId xmlns:a16="http://schemas.microsoft.com/office/drawing/2014/main" id="{CAD28B75-FEBA-EF81-E74E-C86202B6D381}"/>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7" name="Straight Connector 846">
              <a:extLst>
                <a:ext uri="{FF2B5EF4-FFF2-40B4-BE49-F238E27FC236}">
                  <a16:creationId xmlns:a16="http://schemas.microsoft.com/office/drawing/2014/main" id="{84526F42-5CA6-8D63-C7F5-6F17EB647590}"/>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8" name="Straight Connector 847">
              <a:extLst>
                <a:ext uri="{FF2B5EF4-FFF2-40B4-BE49-F238E27FC236}">
                  <a16:creationId xmlns:a16="http://schemas.microsoft.com/office/drawing/2014/main" id="{1E4D3AC5-251D-FC3E-7E81-B3915F157AB4}"/>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9" name="Straight Connector 848">
              <a:extLst>
                <a:ext uri="{FF2B5EF4-FFF2-40B4-BE49-F238E27FC236}">
                  <a16:creationId xmlns:a16="http://schemas.microsoft.com/office/drawing/2014/main" id="{458FA3AC-D82D-2FCE-F07E-9973A441B0E6}"/>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0" name="Straight Connector 849">
              <a:extLst>
                <a:ext uri="{FF2B5EF4-FFF2-40B4-BE49-F238E27FC236}">
                  <a16:creationId xmlns:a16="http://schemas.microsoft.com/office/drawing/2014/main" id="{A3E9E028-23F3-E9F3-3E21-4671F9E89A7D}"/>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1" name="Straight Connector 850">
              <a:extLst>
                <a:ext uri="{FF2B5EF4-FFF2-40B4-BE49-F238E27FC236}">
                  <a16:creationId xmlns:a16="http://schemas.microsoft.com/office/drawing/2014/main" id="{0D419DDF-2B2E-B974-E6A8-03097E775D38}"/>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2" name="Straight Connector 851">
              <a:extLst>
                <a:ext uri="{FF2B5EF4-FFF2-40B4-BE49-F238E27FC236}">
                  <a16:creationId xmlns:a16="http://schemas.microsoft.com/office/drawing/2014/main" id="{B8334D95-5D68-D0C9-E0C8-6342DBD53A2E}"/>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3" name="Straight Connector 852">
              <a:extLst>
                <a:ext uri="{FF2B5EF4-FFF2-40B4-BE49-F238E27FC236}">
                  <a16:creationId xmlns:a16="http://schemas.microsoft.com/office/drawing/2014/main" id="{795E1919-A447-91B3-53C2-6434F8D0E5BC}"/>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4" name="Straight Connector 853">
              <a:extLst>
                <a:ext uri="{FF2B5EF4-FFF2-40B4-BE49-F238E27FC236}">
                  <a16:creationId xmlns:a16="http://schemas.microsoft.com/office/drawing/2014/main" id="{621099EC-BE77-3DDB-07C4-51116D06EC20}"/>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86" name="Group 885">
            <a:extLst>
              <a:ext uri="{FF2B5EF4-FFF2-40B4-BE49-F238E27FC236}">
                <a16:creationId xmlns:a16="http://schemas.microsoft.com/office/drawing/2014/main" id="{E29FAF17-2CC6-8152-843C-AC92C90ECC04}"/>
              </a:ext>
            </a:extLst>
          </p:cNvPr>
          <p:cNvGrpSpPr/>
          <p:nvPr/>
        </p:nvGrpSpPr>
        <p:grpSpPr>
          <a:xfrm>
            <a:off x="6286130" y="4419624"/>
            <a:ext cx="721206" cy="609701"/>
            <a:chOff x="6286130" y="4419624"/>
            <a:chExt cx="721206" cy="609701"/>
          </a:xfrm>
        </p:grpSpPr>
        <p:sp>
          <p:nvSpPr>
            <p:cNvPr id="887" name="Rectangle 886">
              <a:hlinkHover r:id="" action="ppaction://noaction" highlightClick="1"/>
              <a:extLst>
                <a:ext uri="{FF2B5EF4-FFF2-40B4-BE49-F238E27FC236}">
                  <a16:creationId xmlns:a16="http://schemas.microsoft.com/office/drawing/2014/main" id="{E80EFA0A-5834-464E-F4D5-E4440BC4479B}"/>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88" name="Oval 887">
              <a:extLst>
                <a:ext uri="{FF2B5EF4-FFF2-40B4-BE49-F238E27FC236}">
                  <a16:creationId xmlns:a16="http://schemas.microsoft.com/office/drawing/2014/main" id="{E1F3DEDB-3163-BD35-C830-EEED86356607}"/>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9" name="Isosceles Triangle 648">
              <a:extLst>
                <a:ext uri="{FF2B5EF4-FFF2-40B4-BE49-F238E27FC236}">
                  <a16:creationId xmlns:a16="http://schemas.microsoft.com/office/drawing/2014/main" id="{FF93D34C-2E9E-4B18-6EF3-A86E27484F67}"/>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0" name="Group 889">
            <a:extLst>
              <a:ext uri="{FF2B5EF4-FFF2-40B4-BE49-F238E27FC236}">
                <a16:creationId xmlns:a16="http://schemas.microsoft.com/office/drawing/2014/main" id="{B28A4719-A811-E578-D737-5B257635C88D}"/>
              </a:ext>
            </a:extLst>
          </p:cNvPr>
          <p:cNvGrpSpPr/>
          <p:nvPr/>
        </p:nvGrpSpPr>
        <p:grpSpPr>
          <a:xfrm>
            <a:off x="5458940" y="5135305"/>
            <a:ext cx="721206" cy="609701"/>
            <a:chOff x="5458940" y="5135305"/>
            <a:chExt cx="721206" cy="609701"/>
          </a:xfrm>
        </p:grpSpPr>
        <p:sp>
          <p:nvSpPr>
            <p:cNvPr id="891" name="Rectangle 890">
              <a:hlinkHover r:id="" action="ppaction://noaction" highlightClick="1"/>
              <a:extLst>
                <a:ext uri="{FF2B5EF4-FFF2-40B4-BE49-F238E27FC236}">
                  <a16:creationId xmlns:a16="http://schemas.microsoft.com/office/drawing/2014/main" id="{FE909529-90F6-EA72-6EAD-A3A0245BE7C2}"/>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92" name="Oval 891">
              <a:extLst>
                <a:ext uri="{FF2B5EF4-FFF2-40B4-BE49-F238E27FC236}">
                  <a16:creationId xmlns:a16="http://schemas.microsoft.com/office/drawing/2014/main" id="{D0A36CFC-8E0C-CAAE-4F7C-4F23A63D27B1}"/>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3" name="Isosceles Triangle 648">
              <a:extLst>
                <a:ext uri="{FF2B5EF4-FFF2-40B4-BE49-F238E27FC236}">
                  <a16:creationId xmlns:a16="http://schemas.microsoft.com/office/drawing/2014/main" id="{C2237C24-48D2-C07A-17FD-1472B5FB43B0}"/>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4" name="Group 893">
            <a:extLst>
              <a:ext uri="{FF2B5EF4-FFF2-40B4-BE49-F238E27FC236}">
                <a16:creationId xmlns:a16="http://schemas.microsoft.com/office/drawing/2014/main" id="{2BAF3BB9-74D7-8432-9738-E6FEEA6970AE}"/>
              </a:ext>
            </a:extLst>
          </p:cNvPr>
          <p:cNvGrpSpPr/>
          <p:nvPr/>
        </p:nvGrpSpPr>
        <p:grpSpPr>
          <a:xfrm>
            <a:off x="6289146" y="5141017"/>
            <a:ext cx="721206" cy="609701"/>
            <a:chOff x="6289146" y="5141017"/>
            <a:chExt cx="721206" cy="609701"/>
          </a:xfrm>
        </p:grpSpPr>
        <p:sp>
          <p:nvSpPr>
            <p:cNvPr id="895" name="Rectangle 894">
              <a:hlinkHover r:id="" action="ppaction://noaction" highlightClick="1"/>
              <a:extLst>
                <a:ext uri="{FF2B5EF4-FFF2-40B4-BE49-F238E27FC236}">
                  <a16:creationId xmlns:a16="http://schemas.microsoft.com/office/drawing/2014/main" id="{C7DE4152-6C11-03F5-E65F-E4DF62D9F505}"/>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96" name="Oval 895">
              <a:extLst>
                <a:ext uri="{FF2B5EF4-FFF2-40B4-BE49-F238E27FC236}">
                  <a16:creationId xmlns:a16="http://schemas.microsoft.com/office/drawing/2014/main" id="{13D8CDFD-F097-D7B6-3B13-12ED2C5DA750}"/>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7" name="Isosceles Triangle 648">
              <a:extLst>
                <a:ext uri="{FF2B5EF4-FFF2-40B4-BE49-F238E27FC236}">
                  <a16:creationId xmlns:a16="http://schemas.microsoft.com/office/drawing/2014/main" id="{12A7BB29-2A34-7D87-105F-564A36F63FCE}"/>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8" name="Group 897">
            <a:extLst>
              <a:ext uri="{FF2B5EF4-FFF2-40B4-BE49-F238E27FC236}">
                <a16:creationId xmlns:a16="http://schemas.microsoft.com/office/drawing/2014/main" id="{4DF85781-A117-C425-5208-94D72A3B8C0F}"/>
              </a:ext>
            </a:extLst>
          </p:cNvPr>
          <p:cNvGrpSpPr/>
          <p:nvPr/>
        </p:nvGrpSpPr>
        <p:grpSpPr>
          <a:xfrm>
            <a:off x="7122911" y="4419624"/>
            <a:ext cx="721206" cy="609701"/>
            <a:chOff x="7122911" y="4419624"/>
            <a:chExt cx="721206" cy="609701"/>
          </a:xfrm>
        </p:grpSpPr>
        <p:sp>
          <p:nvSpPr>
            <p:cNvPr id="899" name="Rectangle 898">
              <a:hlinkHover r:id="" action="ppaction://noaction" highlightClick="1"/>
              <a:extLst>
                <a:ext uri="{FF2B5EF4-FFF2-40B4-BE49-F238E27FC236}">
                  <a16:creationId xmlns:a16="http://schemas.microsoft.com/office/drawing/2014/main" id="{B91AE887-96A8-DA1A-F3A6-7FB0055FC21E}"/>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900" name="Oval 899">
              <a:extLst>
                <a:ext uri="{FF2B5EF4-FFF2-40B4-BE49-F238E27FC236}">
                  <a16:creationId xmlns:a16="http://schemas.microsoft.com/office/drawing/2014/main" id="{ABC22FF2-02C2-A18C-28A6-3EB2340CF043}"/>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1" name="Isosceles Triangle 648">
              <a:extLst>
                <a:ext uri="{FF2B5EF4-FFF2-40B4-BE49-F238E27FC236}">
                  <a16:creationId xmlns:a16="http://schemas.microsoft.com/office/drawing/2014/main" id="{A11B2E26-4472-80F8-212C-20303384739F}"/>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6" name="Group 905">
            <a:extLst>
              <a:ext uri="{FF2B5EF4-FFF2-40B4-BE49-F238E27FC236}">
                <a16:creationId xmlns:a16="http://schemas.microsoft.com/office/drawing/2014/main" id="{60C3DCF9-EE6C-0E6A-8B52-1DFD98BF6CF5}"/>
              </a:ext>
            </a:extLst>
          </p:cNvPr>
          <p:cNvGrpSpPr/>
          <p:nvPr/>
        </p:nvGrpSpPr>
        <p:grpSpPr>
          <a:xfrm>
            <a:off x="5454385" y="4419624"/>
            <a:ext cx="721206" cy="609701"/>
            <a:chOff x="5454385" y="4419624"/>
            <a:chExt cx="721206" cy="609701"/>
          </a:xfrm>
        </p:grpSpPr>
        <p:sp>
          <p:nvSpPr>
            <p:cNvPr id="907" name="Rectangle 906">
              <a:hlinkHover r:id="" action="ppaction://noaction" highlightClick="1"/>
              <a:extLst>
                <a:ext uri="{FF2B5EF4-FFF2-40B4-BE49-F238E27FC236}">
                  <a16:creationId xmlns:a16="http://schemas.microsoft.com/office/drawing/2014/main" id="{4338A374-7836-55A9-1B18-C03D9C1124C9}"/>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908" name="Oval 907">
              <a:extLst>
                <a:ext uri="{FF2B5EF4-FFF2-40B4-BE49-F238E27FC236}">
                  <a16:creationId xmlns:a16="http://schemas.microsoft.com/office/drawing/2014/main" id="{A71D18C7-8709-1C01-7F7B-3F758EC570DA}"/>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9" name="Isosceles Triangle 648">
              <a:extLst>
                <a:ext uri="{FF2B5EF4-FFF2-40B4-BE49-F238E27FC236}">
                  <a16:creationId xmlns:a16="http://schemas.microsoft.com/office/drawing/2014/main" id="{2EF15CBB-BEB1-60AB-4605-A38B4BA4C7FE}"/>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0" name="Group 909">
            <a:extLst>
              <a:ext uri="{FF2B5EF4-FFF2-40B4-BE49-F238E27FC236}">
                <a16:creationId xmlns:a16="http://schemas.microsoft.com/office/drawing/2014/main" id="{BE1FB4DB-BB79-B497-192D-AC3E2A1F6229}"/>
              </a:ext>
            </a:extLst>
          </p:cNvPr>
          <p:cNvGrpSpPr/>
          <p:nvPr/>
        </p:nvGrpSpPr>
        <p:grpSpPr>
          <a:xfrm>
            <a:off x="3775041" y="5130133"/>
            <a:ext cx="721895" cy="609700"/>
            <a:chOff x="3775041" y="5130133"/>
            <a:chExt cx="721895" cy="609700"/>
          </a:xfrm>
        </p:grpSpPr>
        <p:sp>
          <p:nvSpPr>
            <p:cNvPr id="911" name="Rectangle 910">
              <a:hlinkHover r:id="" action="ppaction://noaction" highlightClick="1"/>
              <a:extLst>
                <a:ext uri="{FF2B5EF4-FFF2-40B4-BE49-F238E27FC236}">
                  <a16:creationId xmlns:a16="http://schemas.microsoft.com/office/drawing/2014/main" id="{8F7A314F-B166-E743-8080-497DD74E985F}"/>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912" name="Diamond 911">
              <a:extLst>
                <a:ext uri="{FF2B5EF4-FFF2-40B4-BE49-F238E27FC236}">
                  <a16:creationId xmlns:a16="http://schemas.microsoft.com/office/drawing/2014/main" id="{30318731-0BAC-337F-D4EF-F18B50D5E986}"/>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3" name="Oval 912">
              <a:extLst>
                <a:ext uri="{FF2B5EF4-FFF2-40B4-BE49-F238E27FC236}">
                  <a16:creationId xmlns:a16="http://schemas.microsoft.com/office/drawing/2014/main" id="{E6FD921B-BF3A-C513-66FC-4EE7FC26D0F7}"/>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4" name="Group 913">
            <a:extLst>
              <a:ext uri="{FF2B5EF4-FFF2-40B4-BE49-F238E27FC236}">
                <a16:creationId xmlns:a16="http://schemas.microsoft.com/office/drawing/2014/main" id="{508BC2FA-CAAF-FDE1-29F6-50F0C9A922D1}"/>
              </a:ext>
            </a:extLst>
          </p:cNvPr>
          <p:cNvGrpSpPr/>
          <p:nvPr/>
        </p:nvGrpSpPr>
        <p:grpSpPr>
          <a:xfrm>
            <a:off x="4618174" y="5130748"/>
            <a:ext cx="721895" cy="609700"/>
            <a:chOff x="4618174" y="5130748"/>
            <a:chExt cx="721895" cy="609700"/>
          </a:xfrm>
        </p:grpSpPr>
        <p:sp>
          <p:nvSpPr>
            <p:cNvPr id="915" name="Rectangle 914">
              <a:hlinkHover r:id="" action="ppaction://noaction" highlightClick="1"/>
              <a:extLst>
                <a:ext uri="{FF2B5EF4-FFF2-40B4-BE49-F238E27FC236}">
                  <a16:creationId xmlns:a16="http://schemas.microsoft.com/office/drawing/2014/main" id="{F0294AB7-8719-A2B0-8CA0-F8EE1B9748ED}"/>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916" name="Diamond 915">
              <a:extLst>
                <a:ext uri="{FF2B5EF4-FFF2-40B4-BE49-F238E27FC236}">
                  <a16:creationId xmlns:a16="http://schemas.microsoft.com/office/drawing/2014/main" id="{CEA2116B-1FF3-DD5B-7DFF-665B5A788740}"/>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7" name="Oval 916">
              <a:extLst>
                <a:ext uri="{FF2B5EF4-FFF2-40B4-BE49-F238E27FC236}">
                  <a16:creationId xmlns:a16="http://schemas.microsoft.com/office/drawing/2014/main" id="{58917AA6-3511-5D50-C421-B38DF0446446}"/>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8" name="Group 917">
            <a:extLst>
              <a:ext uri="{FF2B5EF4-FFF2-40B4-BE49-F238E27FC236}">
                <a16:creationId xmlns:a16="http://schemas.microsoft.com/office/drawing/2014/main" id="{55FA3A20-89EF-D312-3715-9408D935A92C}"/>
              </a:ext>
            </a:extLst>
          </p:cNvPr>
          <p:cNvGrpSpPr/>
          <p:nvPr/>
        </p:nvGrpSpPr>
        <p:grpSpPr>
          <a:xfrm>
            <a:off x="7125833" y="5143368"/>
            <a:ext cx="721206" cy="609701"/>
            <a:chOff x="7125833" y="5143368"/>
            <a:chExt cx="721206" cy="609701"/>
          </a:xfrm>
        </p:grpSpPr>
        <p:sp>
          <p:nvSpPr>
            <p:cNvPr id="919" name="Rectangle 918">
              <a:hlinkHover r:id="" action="ppaction://noaction" highlightClick="1"/>
              <a:extLst>
                <a:ext uri="{FF2B5EF4-FFF2-40B4-BE49-F238E27FC236}">
                  <a16:creationId xmlns:a16="http://schemas.microsoft.com/office/drawing/2014/main" id="{F104A2D7-0F24-E7D9-FD97-4A7016DCFAFC}"/>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920" name="Oval 919">
              <a:extLst>
                <a:ext uri="{FF2B5EF4-FFF2-40B4-BE49-F238E27FC236}">
                  <a16:creationId xmlns:a16="http://schemas.microsoft.com/office/drawing/2014/main" id="{E0B04E39-8752-8671-B6E9-4169B8687A5B}"/>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1" name="Isosceles Triangle 648">
              <a:extLst>
                <a:ext uri="{FF2B5EF4-FFF2-40B4-BE49-F238E27FC236}">
                  <a16:creationId xmlns:a16="http://schemas.microsoft.com/office/drawing/2014/main" id="{3AE23882-9B4A-B14C-0AD0-D64D02973B1D}"/>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2" name="Group 921">
            <a:extLst>
              <a:ext uri="{FF2B5EF4-FFF2-40B4-BE49-F238E27FC236}">
                <a16:creationId xmlns:a16="http://schemas.microsoft.com/office/drawing/2014/main" id="{05F7BD22-FA9A-149B-7533-0A15EE71AD44}"/>
              </a:ext>
            </a:extLst>
          </p:cNvPr>
          <p:cNvGrpSpPr/>
          <p:nvPr/>
        </p:nvGrpSpPr>
        <p:grpSpPr>
          <a:xfrm>
            <a:off x="7122911" y="3698231"/>
            <a:ext cx="721206" cy="609701"/>
            <a:chOff x="7122911" y="3698231"/>
            <a:chExt cx="721206" cy="609701"/>
          </a:xfrm>
        </p:grpSpPr>
        <p:sp>
          <p:nvSpPr>
            <p:cNvPr id="923" name="Rectangle 922">
              <a:hlinkHover r:id="" action="ppaction://noaction" highlightClick="1"/>
              <a:extLst>
                <a:ext uri="{FF2B5EF4-FFF2-40B4-BE49-F238E27FC236}">
                  <a16:creationId xmlns:a16="http://schemas.microsoft.com/office/drawing/2014/main" id="{90F8CAC1-C48B-3D42-AA64-9077368AE982}"/>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924" name="Oval 923">
              <a:extLst>
                <a:ext uri="{FF2B5EF4-FFF2-40B4-BE49-F238E27FC236}">
                  <a16:creationId xmlns:a16="http://schemas.microsoft.com/office/drawing/2014/main" id="{FAAE40FD-A1AE-AC56-0637-31EA01BAE79A}"/>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5" name="Isosceles Triangle 648">
              <a:extLst>
                <a:ext uri="{FF2B5EF4-FFF2-40B4-BE49-F238E27FC236}">
                  <a16:creationId xmlns:a16="http://schemas.microsoft.com/office/drawing/2014/main" id="{7F416F9A-2B87-EF14-EB2D-3D46647184AB}"/>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6" name="Group 925">
            <a:extLst>
              <a:ext uri="{FF2B5EF4-FFF2-40B4-BE49-F238E27FC236}">
                <a16:creationId xmlns:a16="http://schemas.microsoft.com/office/drawing/2014/main" id="{144DE416-4E85-11A7-8E70-3787780D837A}"/>
              </a:ext>
            </a:extLst>
          </p:cNvPr>
          <p:cNvGrpSpPr/>
          <p:nvPr/>
        </p:nvGrpSpPr>
        <p:grpSpPr>
          <a:xfrm>
            <a:off x="6286224" y="3620338"/>
            <a:ext cx="721206" cy="687594"/>
            <a:chOff x="6286224" y="3620338"/>
            <a:chExt cx="721206" cy="687594"/>
          </a:xfrm>
        </p:grpSpPr>
        <p:cxnSp>
          <p:nvCxnSpPr>
            <p:cNvPr id="927" name="Straight Connector 926">
              <a:extLst>
                <a:ext uri="{FF2B5EF4-FFF2-40B4-BE49-F238E27FC236}">
                  <a16:creationId xmlns:a16="http://schemas.microsoft.com/office/drawing/2014/main" id="{178B497D-795C-B434-CC47-68435E466F14}"/>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928" name="Rectangle 927">
              <a:hlinkHover r:id="" action="ppaction://noaction" highlightClick="1"/>
              <a:extLst>
                <a:ext uri="{FF2B5EF4-FFF2-40B4-BE49-F238E27FC236}">
                  <a16:creationId xmlns:a16="http://schemas.microsoft.com/office/drawing/2014/main" id="{1C5F6697-423A-4A9C-3268-874E8B9BB3C1}"/>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29" name="Oval 928">
              <a:extLst>
                <a:ext uri="{FF2B5EF4-FFF2-40B4-BE49-F238E27FC236}">
                  <a16:creationId xmlns:a16="http://schemas.microsoft.com/office/drawing/2014/main" id="{B6361352-6E6B-D8D9-F2AD-2105B11640A2}"/>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0" name="Isosceles Triangle 648">
              <a:extLst>
                <a:ext uri="{FF2B5EF4-FFF2-40B4-BE49-F238E27FC236}">
                  <a16:creationId xmlns:a16="http://schemas.microsoft.com/office/drawing/2014/main" id="{E26C6F12-CA14-E6E4-CDE4-618A3AB98105}"/>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45" name="Group 1244">
            <a:extLst>
              <a:ext uri="{FF2B5EF4-FFF2-40B4-BE49-F238E27FC236}">
                <a16:creationId xmlns:a16="http://schemas.microsoft.com/office/drawing/2014/main" id="{7F687428-F679-17DB-61BC-B245E96EF2CA}"/>
              </a:ext>
            </a:extLst>
          </p:cNvPr>
          <p:cNvGrpSpPr/>
          <p:nvPr/>
        </p:nvGrpSpPr>
        <p:grpSpPr>
          <a:xfrm>
            <a:off x="6284590" y="811556"/>
            <a:ext cx="721206" cy="609701"/>
            <a:chOff x="6284590" y="811556"/>
            <a:chExt cx="721206" cy="609701"/>
          </a:xfrm>
        </p:grpSpPr>
        <p:sp>
          <p:nvSpPr>
            <p:cNvPr id="1246" name="Rectangle 1245">
              <a:hlinkHover r:id="" action="ppaction://noaction" highlightClick="1"/>
              <a:extLst>
                <a:ext uri="{FF2B5EF4-FFF2-40B4-BE49-F238E27FC236}">
                  <a16:creationId xmlns:a16="http://schemas.microsoft.com/office/drawing/2014/main" id="{569CE199-6F02-1121-EB75-1808BC367193}"/>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1247" name="Right Triangle 1246">
              <a:extLst>
                <a:ext uri="{FF2B5EF4-FFF2-40B4-BE49-F238E27FC236}">
                  <a16:creationId xmlns:a16="http://schemas.microsoft.com/office/drawing/2014/main" id="{31948A97-DBCB-8F12-6151-1C0388B50260}"/>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8" name="Oval 27">
              <a:extLst>
                <a:ext uri="{FF2B5EF4-FFF2-40B4-BE49-F238E27FC236}">
                  <a16:creationId xmlns:a16="http://schemas.microsoft.com/office/drawing/2014/main" id="{A2F88E60-7D8E-20F5-1882-7CC885E0772E}"/>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9" name="Oval 28">
              <a:extLst>
                <a:ext uri="{FF2B5EF4-FFF2-40B4-BE49-F238E27FC236}">
                  <a16:creationId xmlns:a16="http://schemas.microsoft.com/office/drawing/2014/main" id="{DFB3A40E-16AA-0F57-A4C4-B092848596AF}"/>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55" name="Group 1254">
            <a:extLst>
              <a:ext uri="{FF2B5EF4-FFF2-40B4-BE49-F238E27FC236}">
                <a16:creationId xmlns:a16="http://schemas.microsoft.com/office/drawing/2014/main" id="{2DE8C652-BF05-0A38-8000-E57ABCB481B0}"/>
              </a:ext>
            </a:extLst>
          </p:cNvPr>
          <p:cNvGrpSpPr/>
          <p:nvPr/>
        </p:nvGrpSpPr>
        <p:grpSpPr>
          <a:xfrm>
            <a:off x="2942396" y="3698227"/>
            <a:ext cx="721206" cy="609701"/>
            <a:chOff x="2942396" y="3698227"/>
            <a:chExt cx="721206" cy="609701"/>
          </a:xfrm>
        </p:grpSpPr>
        <p:sp>
          <p:nvSpPr>
            <p:cNvPr id="1256" name="Rectangle 1255">
              <a:extLst>
                <a:ext uri="{FF2B5EF4-FFF2-40B4-BE49-F238E27FC236}">
                  <a16:creationId xmlns:a16="http://schemas.microsoft.com/office/drawing/2014/main" id="{9CF52F4C-45D6-2273-E7FE-A59458CFF5D3}"/>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1257" name="Right Triangle 1256">
              <a:extLst>
                <a:ext uri="{FF2B5EF4-FFF2-40B4-BE49-F238E27FC236}">
                  <a16:creationId xmlns:a16="http://schemas.microsoft.com/office/drawing/2014/main" id="{68CBA51A-D02C-7DC4-9838-84ACC055C086}"/>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58" name="Group 1257">
              <a:extLst>
                <a:ext uri="{FF2B5EF4-FFF2-40B4-BE49-F238E27FC236}">
                  <a16:creationId xmlns:a16="http://schemas.microsoft.com/office/drawing/2014/main" id="{3BC4A221-AE9C-0756-A5EE-AF1C8BE23D98}"/>
                </a:ext>
              </a:extLst>
            </p:cNvPr>
            <p:cNvGrpSpPr/>
            <p:nvPr/>
          </p:nvGrpSpPr>
          <p:grpSpPr>
            <a:xfrm>
              <a:off x="3607770" y="3713045"/>
              <a:ext cx="37817" cy="61390"/>
              <a:chOff x="3883481" y="2057400"/>
              <a:chExt cx="1608363" cy="2652031"/>
            </a:xfrm>
            <a:solidFill>
              <a:srgbClr val="A6A6A6"/>
            </a:solidFill>
          </p:grpSpPr>
          <p:sp>
            <p:nvSpPr>
              <p:cNvPr id="1259" name="Oval 27">
                <a:extLst>
                  <a:ext uri="{FF2B5EF4-FFF2-40B4-BE49-F238E27FC236}">
                    <a16:creationId xmlns:a16="http://schemas.microsoft.com/office/drawing/2014/main" id="{ECA25A48-CD75-ED3F-9175-523D3405E72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0" name="Oval 28">
                <a:extLst>
                  <a:ext uri="{FF2B5EF4-FFF2-40B4-BE49-F238E27FC236}">
                    <a16:creationId xmlns:a16="http://schemas.microsoft.com/office/drawing/2014/main" id="{2F487F6D-5257-6E48-751D-D7A3115B615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67" name="Group 1266">
            <a:extLst>
              <a:ext uri="{FF2B5EF4-FFF2-40B4-BE49-F238E27FC236}">
                <a16:creationId xmlns:a16="http://schemas.microsoft.com/office/drawing/2014/main" id="{E400BA99-34F5-2B72-8C07-05DB815CF180}"/>
              </a:ext>
            </a:extLst>
          </p:cNvPr>
          <p:cNvGrpSpPr/>
          <p:nvPr/>
        </p:nvGrpSpPr>
        <p:grpSpPr>
          <a:xfrm>
            <a:off x="2105709" y="3698225"/>
            <a:ext cx="721206" cy="610376"/>
            <a:chOff x="2105709" y="3698225"/>
            <a:chExt cx="721206" cy="610376"/>
          </a:xfrm>
        </p:grpSpPr>
        <p:sp>
          <p:nvSpPr>
            <p:cNvPr id="1268" name="Rectangle 1267">
              <a:extLst>
                <a:ext uri="{FF2B5EF4-FFF2-40B4-BE49-F238E27FC236}">
                  <a16:creationId xmlns:a16="http://schemas.microsoft.com/office/drawing/2014/main" id="{11E52066-91CB-6F6D-0F0F-FDD9F79B5F08}"/>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1269" name="Right Triangle 1268">
              <a:extLst>
                <a:ext uri="{FF2B5EF4-FFF2-40B4-BE49-F238E27FC236}">
                  <a16:creationId xmlns:a16="http://schemas.microsoft.com/office/drawing/2014/main" id="{2BB9B7BA-6C06-457F-C35E-2B7D4E65B9AD}"/>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70" name="Group 1269">
              <a:extLst>
                <a:ext uri="{FF2B5EF4-FFF2-40B4-BE49-F238E27FC236}">
                  <a16:creationId xmlns:a16="http://schemas.microsoft.com/office/drawing/2014/main" id="{A47A4688-0507-B3F3-89F5-2447318F8FFF}"/>
                </a:ext>
              </a:extLst>
            </p:cNvPr>
            <p:cNvGrpSpPr/>
            <p:nvPr/>
          </p:nvGrpSpPr>
          <p:grpSpPr>
            <a:xfrm>
              <a:off x="2776304" y="3704319"/>
              <a:ext cx="37817" cy="61390"/>
              <a:chOff x="3883481" y="2057400"/>
              <a:chExt cx="1608363" cy="2652031"/>
            </a:xfrm>
            <a:solidFill>
              <a:srgbClr val="A6A6A6"/>
            </a:solidFill>
          </p:grpSpPr>
          <p:sp>
            <p:nvSpPr>
              <p:cNvPr id="1271" name="Oval 27">
                <a:extLst>
                  <a:ext uri="{FF2B5EF4-FFF2-40B4-BE49-F238E27FC236}">
                    <a16:creationId xmlns:a16="http://schemas.microsoft.com/office/drawing/2014/main" id="{727A944F-4F8A-884D-80F9-7F2C8BFC739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2" name="Oval 28">
                <a:extLst>
                  <a:ext uri="{FF2B5EF4-FFF2-40B4-BE49-F238E27FC236}">
                    <a16:creationId xmlns:a16="http://schemas.microsoft.com/office/drawing/2014/main" id="{8EEEEFD0-D079-7F7E-9FA9-C7FDA0657B4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73" name="Group 1272">
            <a:extLst>
              <a:ext uri="{FF2B5EF4-FFF2-40B4-BE49-F238E27FC236}">
                <a16:creationId xmlns:a16="http://schemas.microsoft.com/office/drawing/2014/main" id="{FE4CBBBC-E95E-F12E-FFCD-832AEE35FC19}"/>
              </a:ext>
            </a:extLst>
          </p:cNvPr>
          <p:cNvGrpSpPr/>
          <p:nvPr/>
        </p:nvGrpSpPr>
        <p:grpSpPr>
          <a:xfrm>
            <a:off x="431659" y="1532275"/>
            <a:ext cx="721893" cy="610039"/>
            <a:chOff x="431659" y="1532275"/>
            <a:chExt cx="721893" cy="610039"/>
          </a:xfrm>
        </p:grpSpPr>
        <p:sp>
          <p:nvSpPr>
            <p:cNvPr id="1274" name="Rectangle 1273">
              <a:extLst>
                <a:ext uri="{FF2B5EF4-FFF2-40B4-BE49-F238E27FC236}">
                  <a16:creationId xmlns:a16="http://schemas.microsoft.com/office/drawing/2014/main" id="{778E9641-2FC2-16EB-7A34-9833AC2B7219}"/>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1275" name="Right Triangle 1274">
              <a:extLst>
                <a:ext uri="{FF2B5EF4-FFF2-40B4-BE49-F238E27FC236}">
                  <a16:creationId xmlns:a16="http://schemas.microsoft.com/office/drawing/2014/main" id="{DD0EBC47-4C3F-68A2-E881-F2EF69FE805C}"/>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76" name="Group 1275">
              <a:extLst>
                <a:ext uri="{FF2B5EF4-FFF2-40B4-BE49-F238E27FC236}">
                  <a16:creationId xmlns:a16="http://schemas.microsoft.com/office/drawing/2014/main" id="{F8ABB1F0-8ED9-54B7-89A7-ECF1C9C60985}"/>
                </a:ext>
              </a:extLst>
            </p:cNvPr>
            <p:cNvGrpSpPr/>
            <p:nvPr/>
          </p:nvGrpSpPr>
          <p:grpSpPr>
            <a:xfrm>
              <a:off x="1102941" y="1538369"/>
              <a:ext cx="37817" cy="61390"/>
              <a:chOff x="3883481" y="2057400"/>
              <a:chExt cx="1608363" cy="2652031"/>
            </a:xfrm>
            <a:solidFill>
              <a:srgbClr val="A6A6A6"/>
            </a:solidFill>
          </p:grpSpPr>
          <p:sp>
            <p:nvSpPr>
              <p:cNvPr id="1277" name="Oval 27">
                <a:extLst>
                  <a:ext uri="{FF2B5EF4-FFF2-40B4-BE49-F238E27FC236}">
                    <a16:creationId xmlns:a16="http://schemas.microsoft.com/office/drawing/2014/main" id="{AD2FA960-23AD-D826-74CB-7248BFFF59D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8" name="Oval 28">
                <a:extLst>
                  <a:ext uri="{FF2B5EF4-FFF2-40B4-BE49-F238E27FC236}">
                    <a16:creationId xmlns:a16="http://schemas.microsoft.com/office/drawing/2014/main" id="{163654DF-B031-3BE4-1711-A2A95430001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85" name="Group 1284">
            <a:extLst>
              <a:ext uri="{FF2B5EF4-FFF2-40B4-BE49-F238E27FC236}">
                <a16:creationId xmlns:a16="http://schemas.microsoft.com/office/drawing/2014/main" id="{0F4FA131-412B-EA94-37CA-3A38F8EDAB3A}"/>
              </a:ext>
            </a:extLst>
          </p:cNvPr>
          <p:cNvGrpSpPr/>
          <p:nvPr/>
        </p:nvGrpSpPr>
        <p:grpSpPr>
          <a:xfrm>
            <a:off x="2940467" y="2974052"/>
            <a:ext cx="721206" cy="613156"/>
            <a:chOff x="2940467" y="2974052"/>
            <a:chExt cx="721206" cy="613156"/>
          </a:xfrm>
        </p:grpSpPr>
        <p:sp>
          <p:nvSpPr>
            <p:cNvPr id="1286" name="Rectangle 1285">
              <a:extLst>
                <a:ext uri="{FF2B5EF4-FFF2-40B4-BE49-F238E27FC236}">
                  <a16:creationId xmlns:a16="http://schemas.microsoft.com/office/drawing/2014/main" id="{CEE05046-4037-909B-879E-549AE1284C23}"/>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1287" name="Right Triangle 1286">
              <a:extLst>
                <a:ext uri="{FF2B5EF4-FFF2-40B4-BE49-F238E27FC236}">
                  <a16:creationId xmlns:a16="http://schemas.microsoft.com/office/drawing/2014/main" id="{CAF1D976-FE67-1750-3034-F1B0B927ED0A}"/>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88" name="Group 1287">
              <a:extLst>
                <a:ext uri="{FF2B5EF4-FFF2-40B4-BE49-F238E27FC236}">
                  <a16:creationId xmlns:a16="http://schemas.microsoft.com/office/drawing/2014/main" id="{7E0C81C8-0220-0B00-7108-0623343EBFA4}"/>
                </a:ext>
              </a:extLst>
            </p:cNvPr>
            <p:cNvGrpSpPr/>
            <p:nvPr/>
          </p:nvGrpSpPr>
          <p:grpSpPr>
            <a:xfrm>
              <a:off x="3610505" y="2980146"/>
              <a:ext cx="37817" cy="61390"/>
              <a:chOff x="3883481" y="2057400"/>
              <a:chExt cx="1608363" cy="2652031"/>
            </a:xfrm>
            <a:solidFill>
              <a:srgbClr val="A6A6A6"/>
            </a:solidFill>
          </p:grpSpPr>
          <p:sp>
            <p:nvSpPr>
              <p:cNvPr id="1289" name="Oval 27">
                <a:extLst>
                  <a:ext uri="{FF2B5EF4-FFF2-40B4-BE49-F238E27FC236}">
                    <a16:creationId xmlns:a16="http://schemas.microsoft.com/office/drawing/2014/main" id="{50B2F3A1-6125-1E20-6C75-BA1F6A25BAE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0" name="Oval 28">
                <a:extLst>
                  <a:ext uri="{FF2B5EF4-FFF2-40B4-BE49-F238E27FC236}">
                    <a16:creationId xmlns:a16="http://schemas.microsoft.com/office/drawing/2014/main" id="{23BD1310-C1D5-7C9D-127D-83022A4E57C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1" name="Group 1290">
            <a:extLst>
              <a:ext uri="{FF2B5EF4-FFF2-40B4-BE49-F238E27FC236}">
                <a16:creationId xmlns:a16="http://schemas.microsoft.com/office/drawing/2014/main" id="{C9A8B7DE-69D8-E08C-29D6-7A30E4B68F02}"/>
              </a:ext>
            </a:extLst>
          </p:cNvPr>
          <p:cNvGrpSpPr/>
          <p:nvPr/>
        </p:nvGrpSpPr>
        <p:grpSpPr>
          <a:xfrm>
            <a:off x="1268379" y="2974054"/>
            <a:ext cx="721206" cy="609701"/>
            <a:chOff x="1268379" y="2974054"/>
            <a:chExt cx="721206" cy="609701"/>
          </a:xfrm>
        </p:grpSpPr>
        <p:sp>
          <p:nvSpPr>
            <p:cNvPr id="1292" name="Rectangle 1291">
              <a:extLst>
                <a:ext uri="{FF2B5EF4-FFF2-40B4-BE49-F238E27FC236}">
                  <a16:creationId xmlns:a16="http://schemas.microsoft.com/office/drawing/2014/main" id="{4B6FAC6B-C939-86FD-4F36-376339FB970D}"/>
                </a:ext>
              </a:extLst>
            </p:cNvPr>
            <p:cNvSpPr/>
            <p:nvPr/>
          </p:nvSpPr>
          <p:spPr>
            <a:xfrm>
              <a:off x="126837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1293" name="Right Triangle 1292">
              <a:extLst>
                <a:ext uri="{FF2B5EF4-FFF2-40B4-BE49-F238E27FC236}">
                  <a16:creationId xmlns:a16="http://schemas.microsoft.com/office/drawing/2014/main" id="{F883F6F8-2099-34D1-3D77-5C60B126D5D0}"/>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94" name="Group 1293">
              <a:extLst>
                <a:ext uri="{FF2B5EF4-FFF2-40B4-BE49-F238E27FC236}">
                  <a16:creationId xmlns:a16="http://schemas.microsoft.com/office/drawing/2014/main" id="{0532575D-3966-323D-14BD-5F8FBEF1B8FB}"/>
                </a:ext>
              </a:extLst>
            </p:cNvPr>
            <p:cNvGrpSpPr/>
            <p:nvPr/>
          </p:nvGrpSpPr>
          <p:grpSpPr>
            <a:xfrm>
              <a:off x="1938974" y="2986444"/>
              <a:ext cx="37817" cy="61390"/>
              <a:chOff x="3883481" y="2057400"/>
              <a:chExt cx="1608363" cy="2652031"/>
            </a:xfrm>
            <a:solidFill>
              <a:srgbClr val="A6A6A6"/>
            </a:solidFill>
          </p:grpSpPr>
          <p:sp>
            <p:nvSpPr>
              <p:cNvPr id="1295" name="Oval 27">
                <a:extLst>
                  <a:ext uri="{FF2B5EF4-FFF2-40B4-BE49-F238E27FC236}">
                    <a16:creationId xmlns:a16="http://schemas.microsoft.com/office/drawing/2014/main" id="{96F8D4C2-C779-E407-C0BC-3662A621AC2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6" name="Oval 28">
                <a:extLst>
                  <a:ext uri="{FF2B5EF4-FFF2-40B4-BE49-F238E27FC236}">
                    <a16:creationId xmlns:a16="http://schemas.microsoft.com/office/drawing/2014/main" id="{C164E6CD-E388-FD5D-01FC-B12FA638F58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15" name="Group 1314">
            <a:extLst>
              <a:ext uri="{FF2B5EF4-FFF2-40B4-BE49-F238E27FC236}">
                <a16:creationId xmlns:a16="http://schemas.microsoft.com/office/drawing/2014/main" id="{B66CDFB4-3DD1-74E6-E108-5DB1F214FD2F}"/>
              </a:ext>
            </a:extLst>
          </p:cNvPr>
          <p:cNvGrpSpPr/>
          <p:nvPr/>
        </p:nvGrpSpPr>
        <p:grpSpPr>
          <a:xfrm>
            <a:off x="2937172" y="4419618"/>
            <a:ext cx="721206" cy="610376"/>
            <a:chOff x="2937172" y="4419618"/>
            <a:chExt cx="721206" cy="610376"/>
          </a:xfrm>
        </p:grpSpPr>
        <p:sp>
          <p:nvSpPr>
            <p:cNvPr id="1316" name="Rectangle 1315">
              <a:extLst>
                <a:ext uri="{FF2B5EF4-FFF2-40B4-BE49-F238E27FC236}">
                  <a16:creationId xmlns:a16="http://schemas.microsoft.com/office/drawing/2014/main" id="{8FF4FBCC-A3F2-0BE8-F03A-B10F3D9DC959}"/>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1317" name="Right Triangle 1316">
              <a:extLst>
                <a:ext uri="{FF2B5EF4-FFF2-40B4-BE49-F238E27FC236}">
                  <a16:creationId xmlns:a16="http://schemas.microsoft.com/office/drawing/2014/main" id="{B5BB8E92-9814-B79E-48E1-7B37463BFFF5}"/>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18" name="Group 1317">
              <a:extLst>
                <a:ext uri="{FF2B5EF4-FFF2-40B4-BE49-F238E27FC236}">
                  <a16:creationId xmlns:a16="http://schemas.microsoft.com/office/drawing/2014/main" id="{5E23B9A6-671E-E5B2-2877-E4068DD524E4}"/>
                </a:ext>
              </a:extLst>
            </p:cNvPr>
            <p:cNvGrpSpPr/>
            <p:nvPr/>
          </p:nvGrpSpPr>
          <p:grpSpPr>
            <a:xfrm>
              <a:off x="3607767" y="4425712"/>
              <a:ext cx="37817" cy="61390"/>
              <a:chOff x="3883481" y="2057400"/>
              <a:chExt cx="1608363" cy="2652031"/>
            </a:xfrm>
            <a:solidFill>
              <a:srgbClr val="A6A6A6"/>
            </a:solidFill>
          </p:grpSpPr>
          <p:sp>
            <p:nvSpPr>
              <p:cNvPr id="1319" name="Oval 27">
                <a:extLst>
                  <a:ext uri="{FF2B5EF4-FFF2-40B4-BE49-F238E27FC236}">
                    <a16:creationId xmlns:a16="http://schemas.microsoft.com/office/drawing/2014/main" id="{F39FDA06-59F1-9AEC-2BB0-F0F951ABC8A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0" name="Oval 28">
                <a:extLst>
                  <a:ext uri="{FF2B5EF4-FFF2-40B4-BE49-F238E27FC236}">
                    <a16:creationId xmlns:a16="http://schemas.microsoft.com/office/drawing/2014/main" id="{03496A76-B742-78DE-15A1-912BF841C25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 name="Group 1">
            <a:extLst>
              <a:ext uri="{FF2B5EF4-FFF2-40B4-BE49-F238E27FC236}">
                <a16:creationId xmlns:a16="http://schemas.microsoft.com/office/drawing/2014/main" id="{00085D57-2BB2-C05B-A543-2C38BEFEA10D}"/>
              </a:ext>
            </a:extLst>
          </p:cNvPr>
          <p:cNvGrpSpPr/>
          <p:nvPr/>
        </p:nvGrpSpPr>
        <p:grpSpPr>
          <a:xfrm>
            <a:off x="2099602" y="5136552"/>
            <a:ext cx="721206" cy="609701"/>
            <a:chOff x="2099602" y="5136552"/>
            <a:chExt cx="721206" cy="609701"/>
          </a:xfrm>
        </p:grpSpPr>
        <p:sp>
          <p:nvSpPr>
            <p:cNvPr id="3" name="Rectangle 2">
              <a:extLst>
                <a:ext uri="{FF2B5EF4-FFF2-40B4-BE49-F238E27FC236}">
                  <a16:creationId xmlns:a16="http://schemas.microsoft.com/office/drawing/2014/main" id="{CEC6A4F9-6E58-164A-3CE3-795F19ED18B4}"/>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7" name="Right Triangle 6">
              <a:extLst>
                <a:ext uri="{FF2B5EF4-FFF2-40B4-BE49-F238E27FC236}">
                  <a16:creationId xmlns:a16="http://schemas.microsoft.com/office/drawing/2014/main" id="{7F0417AE-5701-CF88-B6CD-457548DFA33B}"/>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61D4CAE8-1279-70FF-F460-769919AF685D}"/>
                </a:ext>
              </a:extLst>
            </p:cNvPr>
            <p:cNvGrpSpPr/>
            <p:nvPr/>
          </p:nvGrpSpPr>
          <p:grpSpPr>
            <a:xfrm>
              <a:off x="2765664" y="5151370"/>
              <a:ext cx="37817" cy="61390"/>
              <a:chOff x="3883481" y="2057400"/>
              <a:chExt cx="1608363" cy="2652031"/>
            </a:xfrm>
            <a:solidFill>
              <a:srgbClr val="A6A6A6"/>
            </a:solidFill>
          </p:grpSpPr>
          <p:sp>
            <p:nvSpPr>
              <p:cNvPr id="9" name="Oval 27">
                <a:extLst>
                  <a:ext uri="{FF2B5EF4-FFF2-40B4-BE49-F238E27FC236}">
                    <a16:creationId xmlns:a16="http://schemas.microsoft.com/office/drawing/2014/main" id="{7C9E0425-D294-5512-7239-5210E5ABCD1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Oval 28">
                <a:extLst>
                  <a:ext uri="{FF2B5EF4-FFF2-40B4-BE49-F238E27FC236}">
                    <a16:creationId xmlns:a16="http://schemas.microsoft.com/office/drawing/2014/main" id="{C890DFE1-2743-BA72-117A-C3F03D5A86E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 name="Group 10">
            <a:extLst>
              <a:ext uri="{FF2B5EF4-FFF2-40B4-BE49-F238E27FC236}">
                <a16:creationId xmlns:a16="http://schemas.microsoft.com/office/drawing/2014/main" id="{82C41EBA-313B-A206-9E9F-1471DDC6BAD5}"/>
              </a:ext>
            </a:extLst>
          </p:cNvPr>
          <p:cNvGrpSpPr/>
          <p:nvPr/>
        </p:nvGrpSpPr>
        <p:grpSpPr>
          <a:xfrm>
            <a:off x="2100388" y="4419620"/>
            <a:ext cx="721206" cy="609701"/>
            <a:chOff x="2100388" y="4419620"/>
            <a:chExt cx="721206" cy="609701"/>
          </a:xfrm>
        </p:grpSpPr>
        <p:sp>
          <p:nvSpPr>
            <p:cNvPr id="12" name="Rectangle 11">
              <a:extLst>
                <a:ext uri="{FF2B5EF4-FFF2-40B4-BE49-F238E27FC236}">
                  <a16:creationId xmlns:a16="http://schemas.microsoft.com/office/drawing/2014/main" id="{FD677738-72F6-C5F8-6ACB-5B063B25554D}"/>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13" name="Right Triangle 12">
              <a:extLst>
                <a:ext uri="{FF2B5EF4-FFF2-40B4-BE49-F238E27FC236}">
                  <a16:creationId xmlns:a16="http://schemas.microsoft.com/office/drawing/2014/main" id="{EA636539-AA48-417B-E26F-48AAA5A4F896}"/>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9F6A9CCF-7678-A30D-53D0-B7C86BD66B34}"/>
                </a:ext>
              </a:extLst>
            </p:cNvPr>
            <p:cNvGrpSpPr/>
            <p:nvPr/>
          </p:nvGrpSpPr>
          <p:grpSpPr>
            <a:xfrm>
              <a:off x="2769861" y="4434438"/>
              <a:ext cx="37817" cy="61390"/>
              <a:chOff x="3883481" y="2057400"/>
              <a:chExt cx="1608363" cy="2652031"/>
            </a:xfrm>
            <a:solidFill>
              <a:srgbClr val="A6A6A6"/>
            </a:solidFill>
          </p:grpSpPr>
          <p:sp>
            <p:nvSpPr>
              <p:cNvPr id="15" name="Oval 27">
                <a:extLst>
                  <a:ext uri="{FF2B5EF4-FFF2-40B4-BE49-F238E27FC236}">
                    <a16:creationId xmlns:a16="http://schemas.microsoft.com/office/drawing/2014/main" id="{9224115C-48A2-D155-192F-7900946D1D9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Oval 28">
                <a:extLst>
                  <a:ext uri="{FF2B5EF4-FFF2-40B4-BE49-F238E27FC236}">
                    <a16:creationId xmlns:a16="http://schemas.microsoft.com/office/drawing/2014/main" id="{BE346D20-92AA-4F9F-51A7-E2010423D6C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8" name="Group 27">
            <a:extLst>
              <a:ext uri="{FF2B5EF4-FFF2-40B4-BE49-F238E27FC236}">
                <a16:creationId xmlns:a16="http://schemas.microsoft.com/office/drawing/2014/main" id="{48C2E951-240C-1D1F-2DB0-8278AF12143F}"/>
              </a:ext>
            </a:extLst>
          </p:cNvPr>
          <p:cNvGrpSpPr/>
          <p:nvPr/>
        </p:nvGrpSpPr>
        <p:grpSpPr>
          <a:xfrm>
            <a:off x="3779087" y="3698226"/>
            <a:ext cx="721206" cy="609701"/>
            <a:chOff x="3779087" y="3698226"/>
            <a:chExt cx="721206" cy="609701"/>
          </a:xfrm>
        </p:grpSpPr>
        <p:sp>
          <p:nvSpPr>
            <p:cNvPr id="29" name="Rectangle 28">
              <a:extLst>
                <a:ext uri="{FF2B5EF4-FFF2-40B4-BE49-F238E27FC236}">
                  <a16:creationId xmlns:a16="http://schemas.microsoft.com/office/drawing/2014/main" id="{C64F3518-D221-49BF-A2BB-F2DB1981DD81}"/>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30" name="Right Triangle 29">
              <a:extLst>
                <a:ext uri="{FF2B5EF4-FFF2-40B4-BE49-F238E27FC236}">
                  <a16:creationId xmlns:a16="http://schemas.microsoft.com/office/drawing/2014/main" id="{F3C4A9AF-984A-D3FB-00F5-5E60039E213C}"/>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38D90A8E-58E0-5A01-0509-C881E3810EF7}"/>
                </a:ext>
              </a:extLst>
            </p:cNvPr>
            <p:cNvGrpSpPr/>
            <p:nvPr/>
          </p:nvGrpSpPr>
          <p:grpSpPr>
            <a:xfrm>
              <a:off x="4448513" y="3706747"/>
              <a:ext cx="37817" cy="61390"/>
              <a:chOff x="3883481" y="2057400"/>
              <a:chExt cx="1608363" cy="2652031"/>
            </a:xfrm>
            <a:solidFill>
              <a:srgbClr val="A6A6A6">
                <a:alpha val="20000"/>
              </a:srgbClr>
            </a:solidFill>
          </p:grpSpPr>
          <p:sp>
            <p:nvSpPr>
              <p:cNvPr id="58" name="Oval 27">
                <a:extLst>
                  <a:ext uri="{FF2B5EF4-FFF2-40B4-BE49-F238E27FC236}">
                    <a16:creationId xmlns:a16="http://schemas.microsoft.com/office/drawing/2014/main" id="{76F63324-5533-ABAA-9DCB-FE073C371C3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 name="Oval 28">
                <a:extLst>
                  <a:ext uri="{FF2B5EF4-FFF2-40B4-BE49-F238E27FC236}">
                    <a16:creationId xmlns:a16="http://schemas.microsoft.com/office/drawing/2014/main" id="{000E1D92-6B0B-E2E7-52C5-144533FD184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0" name="Group 59">
            <a:extLst>
              <a:ext uri="{FF2B5EF4-FFF2-40B4-BE49-F238E27FC236}">
                <a16:creationId xmlns:a16="http://schemas.microsoft.com/office/drawing/2014/main" id="{B5EBB306-0E99-2B6E-0EEB-A6B75C11A9F1}"/>
              </a:ext>
            </a:extLst>
          </p:cNvPr>
          <p:cNvGrpSpPr/>
          <p:nvPr/>
        </p:nvGrpSpPr>
        <p:grpSpPr>
          <a:xfrm>
            <a:off x="4615774" y="3698231"/>
            <a:ext cx="721206" cy="609701"/>
            <a:chOff x="4615774" y="3698231"/>
            <a:chExt cx="721206" cy="609701"/>
          </a:xfrm>
        </p:grpSpPr>
        <p:sp>
          <p:nvSpPr>
            <p:cNvPr id="67" name="Rectangle 66">
              <a:hlinkHover r:id="" action="ppaction://noaction" highlightClick="1"/>
              <a:extLst>
                <a:ext uri="{FF2B5EF4-FFF2-40B4-BE49-F238E27FC236}">
                  <a16:creationId xmlns:a16="http://schemas.microsoft.com/office/drawing/2014/main" id="{FB1C099A-9BD5-DCD5-0941-894E636FC558}"/>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68" name="Oval 67">
              <a:extLst>
                <a:ext uri="{FF2B5EF4-FFF2-40B4-BE49-F238E27FC236}">
                  <a16:creationId xmlns:a16="http://schemas.microsoft.com/office/drawing/2014/main" id="{2DD6FFFA-F653-6B91-1DF6-9FDD7F06D47F}"/>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 name="Isosceles Triangle 648">
              <a:extLst>
                <a:ext uri="{FF2B5EF4-FFF2-40B4-BE49-F238E27FC236}">
                  <a16:creationId xmlns:a16="http://schemas.microsoft.com/office/drawing/2014/main" id="{5227D53F-D1BE-0DF3-36EF-BC9116EF283E}"/>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2" name="Group 81">
            <a:extLst>
              <a:ext uri="{FF2B5EF4-FFF2-40B4-BE49-F238E27FC236}">
                <a16:creationId xmlns:a16="http://schemas.microsoft.com/office/drawing/2014/main" id="{DA31114F-11D8-2CD5-8C59-23958279FAE6}"/>
              </a:ext>
            </a:extLst>
          </p:cNvPr>
          <p:cNvGrpSpPr/>
          <p:nvPr/>
        </p:nvGrpSpPr>
        <p:grpSpPr>
          <a:xfrm>
            <a:off x="8807246" y="1508831"/>
            <a:ext cx="721206" cy="609701"/>
            <a:chOff x="8807246" y="1532278"/>
            <a:chExt cx="721206" cy="609701"/>
          </a:xfrm>
        </p:grpSpPr>
        <p:sp>
          <p:nvSpPr>
            <p:cNvPr id="83" name="Rectangle 82">
              <a:hlinkHover r:id="" action="ppaction://noaction" highlightClick="1"/>
              <a:extLst>
                <a:ext uri="{FF2B5EF4-FFF2-40B4-BE49-F238E27FC236}">
                  <a16:creationId xmlns:a16="http://schemas.microsoft.com/office/drawing/2014/main" id="{C1EA42EF-EFBB-54A1-C8DB-42D285C6B811}"/>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84" name="Oval 83">
              <a:extLst>
                <a:ext uri="{FF2B5EF4-FFF2-40B4-BE49-F238E27FC236}">
                  <a16:creationId xmlns:a16="http://schemas.microsoft.com/office/drawing/2014/main" id="{99B41ED3-6263-3895-1948-11F99B09DF39}"/>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 name="Isosceles Triangle 648">
              <a:extLst>
                <a:ext uri="{FF2B5EF4-FFF2-40B4-BE49-F238E27FC236}">
                  <a16:creationId xmlns:a16="http://schemas.microsoft.com/office/drawing/2014/main" id="{1FF3908C-B5E8-C47D-B1A5-DA9C2BE71024}"/>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 name="Group 85">
            <a:extLst>
              <a:ext uri="{FF2B5EF4-FFF2-40B4-BE49-F238E27FC236}">
                <a16:creationId xmlns:a16="http://schemas.microsoft.com/office/drawing/2014/main" id="{246269EC-A264-9301-C485-375E7FA55408}"/>
              </a:ext>
            </a:extLst>
          </p:cNvPr>
          <p:cNvGrpSpPr/>
          <p:nvPr/>
        </p:nvGrpSpPr>
        <p:grpSpPr>
          <a:xfrm>
            <a:off x="11356242" y="1508829"/>
            <a:ext cx="721206" cy="609701"/>
            <a:chOff x="11356242" y="1532276"/>
            <a:chExt cx="721206" cy="609701"/>
          </a:xfrm>
        </p:grpSpPr>
        <p:sp>
          <p:nvSpPr>
            <p:cNvPr id="87" name="Rectangle 86">
              <a:hlinkHover r:id="" action="ppaction://noaction" highlightClick="1"/>
              <a:extLst>
                <a:ext uri="{FF2B5EF4-FFF2-40B4-BE49-F238E27FC236}">
                  <a16:creationId xmlns:a16="http://schemas.microsoft.com/office/drawing/2014/main" id="{D8E15F39-D42C-DF8E-E0DD-1258A51A5D9A}"/>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88" name="Oval 87">
              <a:extLst>
                <a:ext uri="{FF2B5EF4-FFF2-40B4-BE49-F238E27FC236}">
                  <a16:creationId xmlns:a16="http://schemas.microsoft.com/office/drawing/2014/main" id="{BB1EAE9B-050F-7299-D74D-B13E5B58F231}"/>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 name="Isosceles Triangle 648">
              <a:extLst>
                <a:ext uri="{FF2B5EF4-FFF2-40B4-BE49-F238E27FC236}">
                  <a16:creationId xmlns:a16="http://schemas.microsoft.com/office/drawing/2014/main" id="{D323158F-046A-38A8-E743-48E8029062B3}"/>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5" name="Group 124">
            <a:extLst>
              <a:ext uri="{FF2B5EF4-FFF2-40B4-BE49-F238E27FC236}">
                <a16:creationId xmlns:a16="http://schemas.microsoft.com/office/drawing/2014/main" id="{36E368E7-78AF-D0F5-7005-F9EC9143C7E8}"/>
              </a:ext>
            </a:extLst>
          </p:cNvPr>
          <p:cNvGrpSpPr/>
          <p:nvPr/>
        </p:nvGrpSpPr>
        <p:grpSpPr>
          <a:xfrm>
            <a:off x="3776511" y="2974054"/>
            <a:ext cx="724141" cy="609701"/>
            <a:chOff x="3776511" y="2974054"/>
            <a:chExt cx="724141" cy="609701"/>
          </a:xfrm>
        </p:grpSpPr>
        <p:sp>
          <p:nvSpPr>
            <p:cNvPr id="126" name="Rectangle 125">
              <a:extLst>
                <a:ext uri="{FF2B5EF4-FFF2-40B4-BE49-F238E27FC236}">
                  <a16:creationId xmlns:a16="http://schemas.microsoft.com/office/drawing/2014/main" id="{C6D3E1C3-7EAC-BF20-4DDD-DD7752B04183}"/>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127" name="Right Triangle 126">
              <a:extLst>
                <a:ext uri="{FF2B5EF4-FFF2-40B4-BE49-F238E27FC236}">
                  <a16:creationId xmlns:a16="http://schemas.microsoft.com/office/drawing/2014/main" id="{28478849-0162-978E-8709-B0326F73ED8E}"/>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8" name="Group 127">
              <a:extLst>
                <a:ext uri="{FF2B5EF4-FFF2-40B4-BE49-F238E27FC236}">
                  <a16:creationId xmlns:a16="http://schemas.microsoft.com/office/drawing/2014/main" id="{67740195-BCF8-D95C-A2F1-3F1AEC8B0C4C}"/>
                </a:ext>
              </a:extLst>
            </p:cNvPr>
            <p:cNvGrpSpPr/>
            <p:nvPr/>
          </p:nvGrpSpPr>
          <p:grpSpPr>
            <a:xfrm>
              <a:off x="4450041" y="2982563"/>
              <a:ext cx="37817" cy="61390"/>
              <a:chOff x="3883481" y="2057400"/>
              <a:chExt cx="1608363" cy="2652031"/>
            </a:xfrm>
            <a:solidFill>
              <a:srgbClr val="A6A6A6"/>
            </a:solidFill>
          </p:grpSpPr>
          <p:sp>
            <p:nvSpPr>
              <p:cNvPr id="129" name="Oval 27">
                <a:extLst>
                  <a:ext uri="{FF2B5EF4-FFF2-40B4-BE49-F238E27FC236}">
                    <a16:creationId xmlns:a16="http://schemas.microsoft.com/office/drawing/2014/main" id="{3D4EEEF5-F182-597C-41FA-E2FCE97F300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Oval 28">
                <a:extLst>
                  <a:ext uri="{FF2B5EF4-FFF2-40B4-BE49-F238E27FC236}">
                    <a16:creationId xmlns:a16="http://schemas.microsoft.com/office/drawing/2014/main" id="{B11B3DFA-5C50-E3A6-BCAF-A47B4F44F54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32" name="Rectangle 131">
            <a:hlinkClick r:id="rId4" action="ppaction://hlinksldjump"/>
            <a:hlinkHover r:id="rId4" action="ppaction://hlinksldjump"/>
            <a:extLst>
              <a:ext uri="{FF2B5EF4-FFF2-40B4-BE49-F238E27FC236}">
                <a16:creationId xmlns:a16="http://schemas.microsoft.com/office/drawing/2014/main" id="{C9496EFA-B16E-5ADE-B1BF-1ECE9A6AB5A4}"/>
              </a:ext>
            </a:extLst>
          </p:cNvPr>
          <p:cNvSpPr/>
          <p:nvPr/>
        </p:nvSpPr>
        <p:spPr>
          <a:xfrm>
            <a:off x="299024"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168" name="Rectangle 167">
            <a:hlinkClick r:id="rId5" action="ppaction://hlinksldjump"/>
            <a:hlinkHover r:id="rId5" action="ppaction://hlinksldjump"/>
            <a:extLst>
              <a:ext uri="{FF2B5EF4-FFF2-40B4-BE49-F238E27FC236}">
                <a16:creationId xmlns:a16="http://schemas.microsoft.com/office/drawing/2014/main" id="{E257D0E3-23A6-CA11-ACEF-4CF621AFD504}"/>
              </a:ext>
            </a:extLst>
          </p:cNvPr>
          <p:cNvSpPr/>
          <p:nvPr/>
        </p:nvSpPr>
        <p:spPr>
          <a:xfrm>
            <a:off x="1975955" y="5802160"/>
            <a:ext cx="1637557" cy="454591"/>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169" name="Rectangle 168">
            <a:hlinkClick r:id="rId6" action="ppaction://hlinksldjump"/>
            <a:hlinkHover r:id="rId6" action="ppaction://hlinksldjump"/>
            <a:extLst>
              <a:ext uri="{FF2B5EF4-FFF2-40B4-BE49-F238E27FC236}">
                <a16:creationId xmlns:a16="http://schemas.microsoft.com/office/drawing/2014/main" id="{D200EA34-2663-9B38-3B7A-037281DDE49D}"/>
              </a:ext>
            </a:extLst>
          </p:cNvPr>
          <p:cNvSpPr/>
          <p:nvPr/>
        </p:nvSpPr>
        <p:spPr>
          <a:xfrm>
            <a:off x="3652886"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171" name="Rectangle 170">
            <a:hlinkClick r:id="rId7" action="ppaction://hlinksldjump"/>
            <a:hlinkHover r:id="rId7" action="ppaction://hlinksldjump"/>
            <a:extLst>
              <a:ext uri="{FF2B5EF4-FFF2-40B4-BE49-F238E27FC236}">
                <a16:creationId xmlns:a16="http://schemas.microsoft.com/office/drawing/2014/main" id="{A2089F0C-B3D5-BC55-DFD1-5D24E1AD9BC7}"/>
              </a:ext>
            </a:extLst>
          </p:cNvPr>
          <p:cNvSpPr/>
          <p:nvPr/>
        </p:nvSpPr>
        <p:spPr>
          <a:xfrm>
            <a:off x="7107720" y="5802160"/>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72" name="Rectangle 171">
            <a:hlinkClick r:id="rId8" action="ppaction://hlinksldjump"/>
            <a:hlinkHover r:id="rId8" action="ppaction://hlinksldjump"/>
            <a:extLst>
              <a:ext uri="{FF2B5EF4-FFF2-40B4-BE49-F238E27FC236}">
                <a16:creationId xmlns:a16="http://schemas.microsoft.com/office/drawing/2014/main" id="{0124C6AF-8E7C-CE0B-AE77-7C631FD994D5}"/>
              </a:ext>
            </a:extLst>
          </p:cNvPr>
          <p:cNvSpPr/>
          <p:nvPr/>
        </p:nvSpPr>
        <p:spPr>
          <a:xfrm>
            <a:off x="3652886"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173" name="Rectangle 172">
            <a:hlinkClick r:id="rId9" action="ppaction://hlinksldjump"/>
            <a:hlinkHover r:id="rId9" action="ppaction://hlinksldjump"/>
            <a:extLst>
              <a:ext uri="{FF2B5EF4-FFF2-40B4-BE49-F238E27FC236}">
                <a16:creationId xmlns:a16="http://schemas.microsoft.com/office/drawing/2014/main" id="{ABABA521-3024-C50F-E5AC-7ECA74A73E8C}"/>
              </a:ext>
            </a:extLst>
          </p:cNvPr>
          <p:cNvSpPr/>
          <p:nvPr/>
        </p:nvSpPr>
        <p:spPr>
          <a:xfrm>
            <a:off x="7107721" y="6284246"/>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74" name="Rectangle 173">
            <a:hlinkClick r:id="rId10" action="ppaction://hlinksldjump"/>
            <a:hlinkHover r:id="rId10" action="ppaction://hlinksldjump"/>
            <a:extLst>
              <a:ext uri="{FF2B5EF4-FFF2-40B4-BE49-F238E27FC236}">
                <a16:creationId xmlns:a16="http://schemas.microsoft.com/office/drawing/2014/main" id="{9E3CE29C-C443-5D16-496B-F0EFA016DED1}"/>
              </a:ext>
            </a:extLst>
          </p:cNvPr>
          <p:cNvSpPr/>
          <p:nvPr/>
        </p:nvSpPr>
        <p:spPr>
          <a:xfrm>
            <a:off x="10811623" y="5796447"/>
            <a:ext cx="1301668" cy="957208"/>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175" name="Rectangle 174">
            <a:hlinkClick r:id="rId11" action="ppaction://hlinksldjump"/>
            <a:hlinkHover r:id="rId11" action="ppaction://hlinksldjump"/>
            <a:extLst>
              <a:ext uri="{FF2B5EF4-FFF2-40B4-BE49-F238E27FC236}">
                <a16:creationId xmlns:a16="http://schemas.microsoft.com/office/drawing/2014/main" id="{11494DE9-CE51-8D20-5645-F785251DD52B}"/>
              </a:ext>
            </a:extLst>
          </p:cNvPr>
          <p:cNvSpPr/>
          <p:nvPr/>
        </p:nvSpPr>
        <p:spPr>
          <a:xfrm>
            <a:off x="299024" y="6299063"/>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76" name="Rectangle 175">
            <a:hlinkClick r:id="rId12" action="ppaction://hlinksldjump"/>
            <a:hlinkHover r:id="rId12" action="ppaction://hlinksldjump"/>
            <a:extLst>
              <a:ext uri="{FF2B5EF4-FFF2-40B4-BE49-F238E27FC236}">
                <a16:creationId xmlns:a16="http://schemas.microsoft.com/office/drawing/2014/main" id="{F64A7339-84C4-CF44-B681-0F39EC222D23}"/>
              </a:ext>
            </a:extLst>
          </p:cNvPr>
          <p:cNvSpPr/>
          <p:nvPr/>
        </p:nvSpPr>
        <p:spPr>
          <a:xfrm>
            <a:off x="1975955"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81" name="Rectangle 180">
            <a:hlinkHover r:id="rId13" action="ppaction://hlinksldjump"/>
            <a:extLst>
              <a:ext uri="{FF2B5EF4-FFF2-40B4-BE49-F238E27FC236}">
                <a16:creationId xmlns:a16="http://schemas.microsoft.com/office/drawing/2014/main" id="{E69B7889-FC6B-EBF0-FBE5-59650CA0B9D7}"/>
              </a:ext>
            </a:extLst>
          </p:cNvPr>
          <p:cNvSpPr/>
          <p:nvPr/>
        </p:nvSpPr>
        <p:spPr>
          <a:xfrm>
            <a:off x="8841667" y="5799653"/>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grpSp>
        <p:nvGrpSpPr>
          <p:cNvPr id="178" name="Group 177">
            <a:extLst>
              <a:ext uri="{FF2B5EF4-FFF2-40B4-BE49-F238E27FC236}">
                <a16:creationId xmlns:a16="http://schemas.microsoft.com/office/drawing/2014/main" id="{A8645532-FB5F-184F-D829-BD8B089E10A5}"/>
              </a:ext>
            </a:extLst>
          </p:cNvPr>
          <p:cNvGrpSpPr/>
          <p:nvPr/>
        </p:nvGrpSpPr>
        <p:grpSpPr>
          <a:xfrm>
            <a:off x="7905566" y="751337"/>
            <a:ext cx="3396155" cy="4999377"/>
            <a:chOff x="7905566" y="751337"/>
            <a:chExt cx="3396155" cy="4999377"/>
          </a:xfrm>
        </p:grpSpPr>
        <p:cxnSp>
          <p:nvCxnSpPr>
            <p:cNvPr id="179" name="Straight Connector 178">
              <a:extLst>
                <a:ext uri="{FF2B5EF4-FFF2-40B4-BE49-F238E27FC236}">
                  <a16:creationId xmlns:a16="http://schemas.microsoft.com/office/drawing/2014/main" id="{F158F25B-D4BF-21A9-94F2-4FB6FA832D6A}"/>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4F39B589-9C67-1018-CA40-F34AE6089D81}"/>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7AC490F0-FB29-374F-1F44-1528643D3C32}"/>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44310EF9-CBA6-F89B-67EC-ABF4C022050A}"/>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id="{09BA218B-0D70-0EBB-9F82-5BA930B29C9A}"/>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0FA89900-2E2A-92DD-1CA0-51029883B8A3}"/>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id="{152E4BE0-7C50-6B90-7330-CD3014A730EB}"/>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88" name="Straight Connector 187">
            <a:extLst>
              <a:ext uri="{FF2B5EF4-FFF2-40B4-BE49-F238E27FC236}">
                <a16:creationId xmlns:a16="http://schemas.microsoft.com/office/drawing/2014/main" id="{358CCEBA-2014-6DD1-7370-E8EB1A7E3E5B}"/>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89" name="Group 188">
            <a:extLst>
              <a:ext uri="{FF2B5EF4-FFF2-40B4-BE49-F238E27FC236}">
                <a16:creationId xmlns:a16="http://schemas.microsoft.com/office/drawing/2014/main" id="{3B38859F-D259-6E09-902D-E7E80755F4E3}"/>
              </a:ext>
            </a:extLst>
          </p:cNvPr>
          <p:cNvGrpSpPr/>
          <p:nvPr/>
        </p:nvGrpSpPr>
        <p:grpSpPr>
          <a:xfrm>
            <a:off x="6283037" y="2264881"/>
            <a:ext cx="721206" cy="609702"/>
            <a:chOff x="8807242" y="2253333"/>
            <a:chExt cx="721206" cy="609702"/>
          </a:xfrm>
        </p:grpSpPr>
        <p:sp>
          <p:nvSpPr>
            <p:cNvPr id="190" name="Rectangle 189">
              <a:extLst>
                <a:ext uri="{FF2B5EF4-FFF2-40B4-BE49-F238E27FC236}">
                  <a16:creationId xmlns:a16="http://schemas.microsoft.com/office/drawing/2014/main" id="{16CF4FCE-D485-E1A7-26F8-B3A6AD5A2E6C}"/>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191" name="Right Triangle 190">
              <a:extLst>
                <a:ext uri="{FF2B5EF4-FFF2-40B4-BE49-F238E27FC236}">
                  <a16:creationId xmlns:a16="http://schemas.microsoft.com/office/drawing/2014/main" id="{0E2041BE-088F-C132-44E5-EA9AB25F7705}"/>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2" name="Oval 27">
              <a:extLst>
                <a:ext uri="{FF2B5EF4-FFF2-40B4-BE49-F238E27FC236}">
                  <a16:creationId xmlns:a16="http://schemas.microsoft.com/office/drawing/2014/main" id="{54409935-63F7-D41B-1F91-4BBF68403C56}"/>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3" name="Oval 28">
              <a:extLst>
                <a:ext uri="{FF2B5EF4-FFF2-40B4-BE49-F238E27FC236}">
                  <a16:creationId xmlns:a16="http://schemas.microsoft.com/office/drawing/2014/main" id="{FF73F937-34E4-E2B3-695C-04DA247E07D8}"/>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4" name="Group 513">
            <a:extLst>
              <a:ext uri="{FF2B5EF4-FFF2-40B4-BE49-F238E27FC236}">
                <a16:creationId xmlns:a16="http://schemas.microsoft.com/office/drawing/2014/main" id="{FBA34811-D99C-67B2-FC06-5C4276B891DD}"/>
              </a:ext>
            </a:extLst>
          </p:cNvPr>
          <p:cNvGrpSpPr/>
          <p:nvPr/>
        </p:nvGrpSpPr>
        <p:grpSpPr>
          <a:xfrm>
            <a:off x="1268346" y="3698225"/>
            <a:ext cx="721893" cy="610376"/>
            <a:chOff x="1268346" y="3698225"/>
            <a:chExt cx="721893" cy="610376"/>
          </a:xfrm>
        </p:grpSpPr>
        <p:sp>
          <p:nvSpPr>
            <p:cNvPr id="515" name="Rectangle 514">
              <a:extLst>
                <a:ext uri="{FF2B5EF4-FFF2-40B4-BE49-F238E27FC236}">
                  <a16:creationId xmlns:a16="http://schemas.microsoft.com/office/drawing/2014/main" id="{8A9E3D72-6AC4-C431-12D9-498A73C1C7DC}"/>
                </a:ext>
              </a:extLst>
            </p:cNvPr>
            <p:cNvSpPr/>
            <p:nvPr/>
          </p:nvSpPr>
          <p:spPr>
            <a:xfrm>
              <a:off x="1268346"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516" name="Right Triangle 515">
              <a:extLst>
                <a:ext uri="{FF2B5EF4-FFF2-40B4-BE49-F238E27FC236}">
                  <a16:creationId xmlns:a16="http://schemas.microsoft.com/office/drawing/2014/main" id="{7969F9B6-C115-5CBF-DD14-D0540C530D7D}"/>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17" name="Group 516">
              <a:extLst>
                <a:ext uri="{FF2B5EF4-FFF2-40B4-BE49-F238E27FC236}">
                  <a16:creationId xmlns:a16="http://schemas.microsoft.com/office/drawing/2014/main" id="{3371798F-CD84-E079-1869-6484B58157C2}"/>
                </a:ext>
              </a:extLst>
            </p:cNvPr>
            <p:cNvGrpSpPr/>
            <p:nvPr/>
          </p:nvGrpSpPr>
          <p:grpSpPr>
            <a:xfrm>
              <a:off x="1939628" y="3704319"/>
              <a:ext cx="37817" cy="61390"/>
              <a:chOff x="3883481" y="2057400"/>
              <a:chExt cx="1608363" cy="2652031"/>
            </a:xfrm>
            <a:solidFill>
              <a:srgbClr val="A6A6A6"/>
            </a:solidFill>
          </p:grpSpPr>
          <p:sp>
            <p:nvSpPr>
              <p:cNvPr id="518" name="Oval 27">
                <a:extLst>
                  <a:ext uri="{FF2B5EF4-FFF2-40B4-BE49-F238E27FC236}">
                    <a16:creationId xmlns:a16="http://schemas.microsoft.com/office/drawing/2014/main" id="{48D2E9F1-4CB4-C151-BB69-FD85DEF2FA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9" name="Oval 28">
                <a:extLst>
                  <a:ext uri="{FF2B5EF4-FFF2-40B4-BE49-F238E27FC236}">
                    <a16:creationId xmlns:a16="http://schemas.microsoft.com/office/drawing/2014/main" id="{B6D4B304-9A01-AEAD-8377-A7293EEE57C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EC8F842-CF53-159A-087D-DF08856A1D15}"/>
              </a:ext>
            </a:extLst>
          </p:cNvPr>
          <p:cNvGrpSpPr/>
          <p:nvPr/>
        </p:nvGrpSpPr>
        <p:grpSpPr>
          <a:xfrm>
            <a:off x="2937950" y="5135064"/>
            <a:ext cx="724141" cy="609701"/>
            <a:chOff x="4615447" y="2974054"/>
            <a:chExt cx="724141" cy="609701"/>
          </a:xfrm>
        </p:grpSpPr>
        <p:sp>
          <p:nvSpPr>
            <p:cNvPr id="521" name="Rectangle 520">
              <a:extLst>
                <a:ext uri="{FF2B5EF4-FFF2-40B4-BE49-F238E27FC236}">
                  <a16:creationId xmlns:a16="http://schemas.microsoft.com/office/drawing/2014/main" id="{BEE63B53-D079-FF7E-1973-58C608EA1900}"/>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532" name="Right Triangle 531">
              <a:extLst>
                <a:ext uri="{FF2B5EF4-FFF2-40B4-BE49-F238E27FC236}">
                  <a16:creationId xmlns:a16="http://schemas.microsoft.com/office/drawing/2014/main" id="{C0482C7B-260D-4E56-2465-01E24519FE45}"/>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33" name="Group 532">
              <a:extLst>
                <a:ext uri="{FF2B5EF4-FFF2-40B4-BE49-F238E27FC236}">
                  <a16:creationId xmlns:a16="http://schemas.microsoft.com/office/drawing/2014/main" id="{2CD9A8D5-C3BC-69C4-A880-D1E049DD124D}"/>
                </a:ext>
              </a:extLst>
            </p:cNvPr>
            <p:cNvGrpSpPr/>
            <p:nvPr/>
          </p:nvGrpSpPr>
          <p:grpSpPr>
            <a:xfrm>
              <a:off x="5288977" y="2982563"/>
              <a:ext cx="37817" cy="61390"/>
              <a:chOff x="3883481" y="2057400"/>
              <a:chExt cx="1608363" cy="2652031"/>
            </a:xfrm>
            <a:solidFill>
              <a:srgbClr val="A6A6A6"/>
            </a:solidFill>
          </p:grpSpPr>
          <p:sp>
            <p:nvSpPr>
              <p:cNvPr id="534" name="Oval 27">
                <a:extLst>
                  <a:ext uri="{FF2B5EF4-FFF2-40B4-BE49-F238E27FC236}">
                    <a16:creationId xmlns:a16="http://schemas.microsoft.com/office/drawing/2014/main" id="{B1642B02-88E1-4732-2D65-D8C131C9B8B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5" name="Oval 28">
                <a:extLst>
                  <a:ext uri="{FF2B5EF4-FFF2-40B4-BE49-F238E27FC236}">
                    <a16:creationId xmlns:a16="http://schemas.microsoft.com/office/drawing/2014/main" id="{AC44398A-E061-99DC-B2C8-18089647E72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86" name="Group 585">
            <a:extLst>
              <a:ext uri="{FF2B5EF4-FFF2-40B4-BE49-F238E27FC236}">
                <a16:creationId xmlns:a16="http://schemas.microsoft.com/office/drawing/2014/main" id="{29CBD707-BC61-F5AC-A50F-36459C619DBE}"/>
              </a:ext>
            </a:extLst>
          </p:cNvPr>
          <p:cNvGrpSpPr/>
          <p:nvPr/>
        </p:nvGrpSpPr>
        <p:grpSpPr>
          <a:xfrm>
            <a:off x="7957586" y="2253332"/>
            <a:ext cx="721206" cy="609701"/>
            <a:chOff x="7957586" y="2253332"/>
            <a:chExt cx="721206" cy="609701"/>
          </a:xfrm>
        </p:grpSpPr>
        <p:sp>
          <p:nvSpPr>
            <p:cNvPr id="587" name="Rectangle 586">
              <a:extLst>
                <a:ext uri="{FF2B5EF4-FFF2-40B4-BE49-F238E27FC236}">
                  <a16:creationId xmlns:a16="http://schemas.microsoft.com/office/drawing/2014/main" id="{116CD76C-DAAB-4212-0A7A-C50F99452986}"/>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588" name="Right Triangle 587">
              <a:extLst>
                <a:ext uri="{FF2B5EF4-FFF2-40B4-BE49-F238E27FC236}">
                  <a16:creationId xmlns:a16="http://schemas.microsoft.com/office/drawing/2014/main" id="{71668DE5-01FE-7CEC-5C65-2753AF893CAF}"/>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89" name="Group 588">
              <a:extLst>
                <a:ext uri="{FF2B5EF4-FFF2-40B4-BE49-F238E27FC236}">
                  <a16:creationId xmlns:a16="http://schemas.microsoft.com/office/drawing/2014/main" id="{B75CBA86-B161-FC72-472A-3CEA357EBDB7}"/>
                </a:ext>
              </a:extLst>
            </p:cNvPr>
            <p:cNvGrpSpPr/>
            <p:nvPr/>
          </p:nvGrpSpPr>
          <p:grpSpPr>
            <a:xfrm>
              <a:off x="8621942" y="2262669"/>
              <a:ext cx="37817" cy="61390"/>
              <a:chOff x="3883481" y="2057400"/>
              <a:chExt cx="1608363" cy="2652031"/>
            </a:xfrm>
            <a:solidFill>
              <a:srgbClr val="A6A6A6">
                <a:alpha val="20000"/>
              </a:srgbClr>
            </a:solidFill>
          </p:grpSpPr>
          <p:sp>
            <p:nvSpPr>
              <p:cNvPr id="606" name="Oval 27">
                <a:extLst>
                  <a:ext uri="{FF2B5EF4-FFF2-40B4-BE49-F238E27FC236}">
                    <a16:creationId xmlns:a16="http://schemas.microsoft.com/office/drawing/2014/main" id="{0681BBD1-9105-8FEA-A153-8814125F74C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7" name="Oval 28">
                <a:extLst>
                  <a:ext uri="{FF2B5EF4-FFF2-40B4-BE49-F238E27FC236}">
                    <a16:creationId xmlns:a16="http://schemas.microsoft.com/office/drawing/2014/main" id="{93A2F7E8-8FAA-F72D-71A5-D610EAA6B26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08" name="Group 607">
            <a:extLst>
              <a:ext uri="{FF2B5EF4-FFF2-40B4-BE49-F238E27FC236}">
                <a16:creationId xmlns:a16="http://schemas.microsoft.com/office/drawing/2014/main" id="{57E8FD03-9B9A-A1BD-53E7-B75978E4F2AA}"/>
              </a:ext>
            </a:extLst>
          </p:cNvPr>
          <p:cNvGrpSpPr/>
          <p:nvPr/>
        </p:nvGrpSpPr>
        <p:grpSpPr>
          <a:xfrm>
            <a:off x="4605607" y="811556"/>
            <a:ext cx="722054" cy="609701"/>
            <a:chOff x="4605607" y="811556"/>
            <a:chExt cx="722054" cy="609701"/>
          </a:xfrm>
        </p:grpSpPr>
        <p:sp>
          <p:nvSpPr>
            <p:cNvPr id="609" name="Rectangle 608">
              <a:extLst>
                <a:ext uri="{FF2B5EF4-FFF2-40B4-BE49-F238E27FC236}">
                  <a16:creationId xmlns:a16="http://schemas.microsoft.com/office/drawing/2014/main" id="{D37DCFA9-7062-E42C-11A9-6556C74C0545}"/>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10" name="Rectangle 609">
              <a:extLst>
                <a:ext uri="{FF2B5EF4-FFF2-40B4-BE49-F238E27FC236}">
                  <a16:creationId xmlns:a16="http://schemas.microsoft.com/office/drawing/2014/main" id="{0E654DB8-F218-F476-F8FA-0A5647E1379C}"/>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1" name="Oval 15">
              <a:extLst>
                <a:ext uri="{FF2B5EF4-FFF2-40B4-BE49-F238E27FC236}">
                  <a16:creationId xmlns:a16="http://schemas.microsoft.com/office/drawing/2014/main" id="{E15CC3B3-C738-70F1-59DA-D4855A2562DA}"/>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2" name="Straight Connector 611">
              <a:extLst>
                <a:ext uri="{FF2B5EF4-FFF2-40B4-BE49-F238E27FC236}">
                  <a16:creationId xmlns:a16="http://schemas.microsoft.com/office/drawing/2014/main" id="{23C05E12-CA5C-7462-558E-812DDE9F42AF}"/>
                </a:ext>
              </a:extLst>
            </p:cNvPr>
            <p:cNvCxnSpPr>
              <a:cxnSpLocks/>
              <a:stCxn id="611"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13" name="Straight Connector 612">
              <a:extLst>
                <a:ext uri="{FF2B5EF4-FFF2-40B4-BE49-F238E27FC236}">
                  <a16:creationId xmlns:a16="http://schemas.microsoft.com/office/drawing/2014/main" id="{AE6F9458-7BA1-9087-9C1F-5D182653BBEB}"/>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4" name="Group 613">
            <a:extLst>
              <a:ext uri="{FF2B5EF4-FFF2-40B4-BE49-F238E27FC236}">
                <a16:creationId xmlns:a16="http://schemas.microsoft.com/office/drawing/2014/main" id="{6750C88F-8BCE-2A3D-7282-3EE4D6771511}"/>
              </a:ext>
            </a:extLst>
          </p:cNvPr>
          <p:cNvGrpSpPr/>
          <p:nvPr/>
        </p:nvGrpSpPr>
        <p:grpSpPr>
          <a:xfrm>
            <a:off x="9651394" y="811173"/>
            <a:ext cx="721206" cy="609701"/>
            <a:chOff x="9657972" y="90836"/>
            <a:chExt cx="721206" cy="609701"/>
          </a:xfrm>
        </p:grpSpPr>
        <p:sp>
          <p:nvSpPr>
            <p:cNvPr id="615" name="Rectangle 614">
              <a:hlinkHover r:id="" action="ppaction://noaction" highlightClick="1"/>
              <a:extLst>
                <a:ext uri="{FF2B5EF4-FFF2-40B4-BE49-F238E27FC236}">
                  <a16:creationId xmlns:a16="http://schemas.microsoft.com/office/drawing/2014/main" id="{40D95B64-FFB1-FC50-3C43-9768B3416CEA}"/>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616" name="Diamond 615">
              <a:extLst>
                <a:ext uri="{FF2B5EF4-FFF2-40B4-BE49-F238E27FC236}">
                  <a16:creationId xmlns:a16="http://schemas.microsoft.com/office/drawing/2014/main" id="{9DC91666-1C08-6BEB-72BB-CAC19FCD19B2}"/>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7" name="Oval 616">
              <a:extLst>
                <a:ext uri="{FF2B5EF4-FFF2-40B4-BE49-F238E27FC236}">
                  <a16:creationId xmlns:a16="http://schemas.microsoft.com/office/drawing/2014/main" id="{99067033-E9D5-CDA0-CB9B-4E37CB543A7C}"/>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8" name="Group 617">
            <a:extLst>
              <a:ext uri="{FF2B5EF4-FFF2-40B4-BE49-F238E27FC236}">
                <a16:creationId xmlns:a16="http://schemas.microsoft.com/office/drawing/2014/main" id="{38E0512F-8E5D-076D-7146-ABA6205F8C66}"/>
              </a:ext>
            </a:extLst>
          </p:cNvPr>
          <p:cNvGrpSpPr/>
          <p:nvPr/>
        </p:nvGrpSpPr>
        <p:grpSpPr>
          <a:xfrm>
            <a:off x="10520479" y="90836"/>
            <a:ext cx="721206" cy="609701"/>
            <a:chOff x="10520479" y="90836"/>
            <a:chExt cx="721206" cy="609701"/>
          </a:xfrm>
        </p:grpSpPr>
        <p:sp>
          <p:nvSpPr>
            <p:cNvPr id="619" name="Rectangle 618">
              <a:hlinkHover r:id="" action="ppaction://noaction" highlightClick="1"/>
              <a:extLst>
                <a:ext uri="{FF2B5EF4-FFF2-40B4-BE49-F238E27FC236}">
                  <a16:creationId xmlns:a16="http://schemas.microsoft.com/office/drawing/2014/main" id="{CD0CB893-F635-4F68-B859-B6D3DD68822C}"/>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620" name="Oval 619">
              <a:extLst>
                <a:ext uri="{FF2B5EF4-FFF2-40B4-BE49-F238E27FC236}">
                  <a16:creationId xmlns:a16="http://schemas.microsoft.com/office/drawing/2014/main" id="{BE83C2EC-5D00-721A-7164-6A7593374BBD}"/>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1" name="Isosceles Triangle 648">
              <a:extLst>
                <a:ext uri="{FF2B5EF4-FFF2-40B4-BE49-F238E27FC236}">
                  <a16:creationId xmlns:a16="http://schemas.microsoft.com/office/drawing/2014/main" id="{F3B37BD1-A5B2-1F49-C67A-5F86F8EB1F18}"/>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2" name="Group 621">
            <a:extLst>
              <a:ext uri="{FF2B5EF4-FFF2-40B4-BE49-F238E27FC236}">
                <a16:creationId xmlns:a16="http://schemas.microsoft.com/office/drawing/2014/main" id="{8A44D07F-EC39-B40A-AF45-2AAB9588C7DF}"/>
              </a:ext>
            </a:extLst>
          </p:cNvPr>
          <p:cNvGrpSpPr/>
          <p:nvPr/>
        </p:nvGrpSpPr>
        <p:grpSpPr>
          <a:xfrm>
            <a:off x="9656903" y="2253333"/>
            <a:ext cx="721220" cy="609701"/>
            <a:chOff x="9656903" y="2253333"/>
            <a:chExt cx="721220" cy="609701"/>
          </a:xfrm>
        </p:grpSpPr>
        <p:sp>
          <p:nvSpPr>
            <p:cNvPr id="623" name="Rectangle 622">
              <a:hlinkHover r:id="" action="ppaction://noaction" highlightClick="1"/>
              <a:extLst>
                <a:ext uri="{FF2B5EF4-FFF2-40B4-BE49-F238E27FC236}">
                  <a16:creationId xmlns:a16="http://schemas.microsoft.com/office/drawing/2014/main" id="{0537AA99-20E4-9E64-69D4-5463407586EC}"/>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82" name="Rectangle 681">
              <a:extLst>
                <a:ext uri="{FF2B5EF4-FFF2-40B4-BE49-F238E27FC236}">
                  <a16:creationId xmlns:a16="http://schemas.microsoft.com/office/drawing/2014/main" id="{CAE632E5-36C4-997A-E96F-73EEFD7A4E7A}"/>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3" name="Oval 15">
              <a:extLst>
                <a:ext uri="{FF2B5EF4-FFF2-40B4-BE49-F238E27FC236}">
                  <a16:creationId xmlns:a16="http://schemas.microsoft.com/office/drawing/2014/main" id="{26D2D94E-D1FE-F494-3BEE-8B18F44C6B8F}"/>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4" name="Straight Connector 683">
              <a:extLst>
                <a:ext uri="{FF2B5EF4-FFF2-40B4-BE49-F238E27FC236}">
                  <a16:creationId xmlns:a16="http://schemas.microsoft.com/office/drawing/2014/main" id="{39AB61F7-A006-537B-7859-400C0A3D5C47}"/>
                </a:ext>
              </a:extLst>
            </p:cNvPr>
            <p:cNvCxnSpPr>
              <a:cxnSpLocks/>
              <a:stCxn id="683"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5" name="Straight Connector 684">
              <a:extLst>
                <a:ext uri="{FF2B5EF4-FFF2-40B4-BE49-F238E27FC236}">
                  <a16:creationId xmlns:a16="http://schemas.microsoft.com/office/drawing/2014/main" id="{26158D0E-474F-7F48-BA2B-5D0C9691F63C}"/>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86" name="Group 685">
            <a:extLst>
              <a:ext uri="{FF2B5EF4-FFF2-40B4-BE49-F238E27FC236}">
                <a16:creationId xmlns:a16="http://schemas.microsoft.com/office/drawing/2014/main" id="{C67D4DB0-9ECE-A930-E9B3-E295DD4B4E61}"/>
              </a:ext>
            </a:extLst>
          </p:cNvPr>
          <p:cNvGrpSpPr/>
          <p:nvPr/>
        </p:nvGrpSpPr>
        <p:grpSpPr>
          <a:xfrm>
            <a:off x="8797459" y="2264859"/>
            <a:ext cx="721206" cy="609701"/>
            <a:chOff x="11356242" y="2253333"/>
            <a:chExt cx="721206" cy="609701"/>
          </a:xfrm>
        </p:grpSpPr>
        <p:sp>
          <p:nvSpPr>
            <p:cNvPr id="687" name="Rectangle 686">
              <a:hlinkHover r:id="" action="ppaction://noaction" highlightClick="1"/>
              <a:extLst>
                <a:ext uri="{FF2B5EF4-FFF2-40B4-BE49-F238E27FC236}">
                  <a16:creationId xmlns:a16="http://schemas.microsoft.com/office/drawing/2014/main" id="{EEEE31DC-5FB6-73DD-ED37-1A4A98BE3ECC}"/>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688" name="Oval 687">
              <a:extLst>
                <a:ext uri="{FF2B5EF4-FFF2-40B4-BE49-F238E27FC236}">
                  <a16:creationId xmlns:a16="http://schemas.microsoft.com/office/drawing/2014/main" id="{CAA31CC1-F9F8-94B4-5FB4-7C1AD403011E}"/>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9" name="Isosceles Triangle 648">
              <a:extLst>
                <a:ext uri="{FF2B5EF4-FFF2-40B4-BE49-F238E27FC236}">
                  <a16:creationId xmlns:a16="http://schemas.microsoft.com/office/drawing/2014/main" id="{2BC51A88-FB08-2F65-E382-49EC23B11F7D}"/>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90" name="Group 689">
            <a:extLst>
              <a:ext uri="{FF2B5EF4-FFF2-40B4-BE49-F238E27FC236}">
                <a16:creationId xmlns:a16="http://schemas.microsoft.com/office/drawing/2014/main" id="{38D95132-B993-6D80-E281-78FEA08FEF6D}"/>
              </a:ext>
            </a:extLst>
          </p:cNvPr>
          <p:cNvGrpSpPr/>
          <p:nvPr/>
        </p:nvGrpSpPr>
        <p:grpSpPr>
          <a:xfrm>
            <a:off x="10506580" y="2253333"/>
            <a:ext cx="721206" cy="609701"/>
            <a:chOff x="10506580" y="2253333"/>
            <a:chExt cx="721206" cy="609701"/>
          </a:xfrm>
        </p:grpSpPr>
        <p:sp>
          <p:nvSpPr>
            <p:cNvPr id="691" name="Rectangle 690">
              <a:hlinkHover r:id="" action="ppaction://noaction" highlightClick="1"/>
              <a:extLst>
                <a:ext uri="{FF2B5EF4-FFF2-40B4-BE49-F238E27FC236}">
                  <a16:creationId xmlns:a16="http://schemas.microsoft.com/office/drawing/2014/main" id="{E4CD3C4D-CC82-99C1-C7FD-E816B30D7F70}"/>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692" name="Diamond 691">
              <a:extLst>
                <a:ext uri="{FF2B5EF4-FFF2-40B4-BE49-F238E27FC236}">
                  <a16:creationId xmlns:a16="http://schemas.microsoft.com/office/drawing/2014/main" id="{7841C600-10EC-9FA4-972F-24C44FA0C035}"/>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3" name="Oval 692">
              <a:extLst>
                <a:ext uri="{FF2B5EF4-FFF2-40B4-BE49-F238E27FC236}">
                  <a16:creationId xmlns:a16="http://schemas.microsoft.com/office/drawing/2014/main" id="{D156F6FD-D095-2B7D-4418-CC8C9EE04EFD}"/>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630C3292-111B-55D4-67DA-1E86AEE0533B}"/>
              </a:ext>
            </a:extLst>
          </p:cNvPr>
          <p:cNvGrpSpPr/>
          <p:nvPr/>
        </p:nvGrpSpPr>
        <p:grpSpPr>
          <a:xfrm>
            <a:off x="2109092" y="2986575"/>
            <a:ext cx="721206" cy="649846"/>
            <a:chOff x="10506800" y="2974054"/>
            <a:chExt cx="721206" cy="649846"/>
          </a:xfrm>
        </p:grpSpPr>
        <p:sp>
          <p:nvSpPr>
            <p:cNvPr id="695" name="Rectangle 694">
              <a:extLst>
                <a:ext uri="{FF2B5EF4-FFF2-40B4-BE49-F238E27FC236}">
                  <a16:creationId xmlns:a16="http://schemas.microsoft.com/office/drawing/2014/main" id="{24183F1A-CD24-2DC2-06B6-88B7B3E79B5D}"/>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696" name="Rectangle 695">
              <a:extLst>
                <a:ext uri="{FF2B5EF4-FFF2-40B4-BE49-F238E27FC236}">
                  <a16:creationId xmlns:a16="http://schemas.microsoft.com/office/drawing/2014/main" id="{06D28D0E-F390-7406-D7B0-8F54F60EF5E6}"/>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7" name="Oval 15">
              <a:extLst>
                <a:ext uri="{FF2B5EF4-FFF2-40B4-BE49-F238E27FC236}">
                  <a16:creationId xmlns:a16="http://schemas.microsoft.com/office/drawing/2014/main" id="{551F766C-E6A0-7C3C-E3F6-2F796B371EBC}"/>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98" name="Straight Connector 697">
              <a:extLst>
                <a:ext uri="{FF2B5EF4-FFF2-40B4-BE49-F238E27FC236}">
                  <a16:creationId xmlns:a16="http://schemas.microsoft.com/office/drawing/2014/main" id="{487EE5FE-83B0-CDAA-BF1A-61F491514894}"/>
                </a:ext>
              </a:extLst>
            </p:cNvPr>
            <p:cNvCxnSpPr>
              <a:cxnSpLocks/>
              <a:stCxn id="697"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99" name="Straight Connector 698">
              <a:extLst>
                <a:ext uri="{FF2B5EF4-FFF2-40B4-BE49-F238E27FC236}">
                  <a16:creationId xmlns:a16="http://schemas.microsoft.com/office/drawing/2014/main" id="{57982C0C-BB95-FE27-75C6-D0F46966AE4D}"/>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00" name="Group 699">
            <a:extLst>
              <a:ext uri="{FF2B5EF4-FFF2-40B4-BE49-F238E27FC236}">
                <a16:creationId xmlns:a16="http://schemas.microsoft.com/office/drawing/2014/main" id="{FE006A92-F943-A784-A08E-DAE07B6D5610}"/>
              </a:ext>
            </a:extLst>
          </p:cNvPr>
          <p:cNvGrpSpPr/>
          <p:nvPr/>
        </p:nvGrpSpPr>
        <p:grpSpPr>
          <a:xfrm>
            <a:off x="4621827" y="2983922"/>
            <a:ext cx="721206" cy="654973"/>
            <a:chOff x="9657606" y="2974054"/>
            <a:chExt cx="721206" cy="654973"/>
          </a:xfrm>
        </p:grpSpPr>
        <p:sp>
          <p:nvSpPr>
            <p:cNvPr id="701" name="Rectangle 700">
              <a:extLst>
                <a:ext uri="{FF2B5EF4-FFF2-40B4-BE49-F238E27FC236}">
                  <a16:creationId xmlns:a16="http://schemas.microsoft.com/office/drawing/2014/main" id="{761E6050-C32E-2247-6392-C218BCA80A46}"/>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702" name="Rectangle 701">
              <a:extLst>
                <a:ext uri="{FF2B5EF4-FFF2-40B4-BE49-F238E27FC236}">
                  <a16:creationId xmlns:a16="http://schemas.microsoft.com/office/drawing/2014/main" id="{39D1440D-6FF5-B506-E90A-88B09EF1E4F8}"/>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3" name="Oval 15">
              <a:extLst>
                <a:ext uri="{FF2B5EF4-FFF2-40B4-BE49-F238E27FC236}">
                  <a16:creationId xmlns:a16="http://schemas.microsoft.com/office/drawing/2014/main" id="{8F79624B-99BE-E0B5-05ED-3AC09DC1D5B9}"/>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04" name="Straight Connector 703">
              <a:extLst>
                <a:ext uri="{FF2B5EF4-FFF2-40B4-BE49-F238E27FC236}">
                  <a16:creationId xmlns:a16="http://schemas.microsoft.com/office/drawing/2014/main" id="{62120988-D424-2257-3CAD-F837F72CF747}"/>
                </a:ext>
              </a:extLst>
            </p:cNvPr>
            <p:cNvCxnSpPr>
              <a:cxnSpLocks/>
              <a:stCxn id="703"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05" name="Straight Connector 704">
              <a:extLst>
                <a:ext uri="{FF2B5EF4-FFF2-40B4-BE49-F238E27FC236}">
                  <a16:creationId xmlns:a16="http://schemas.microsoft.com/office/drawing/2014/main" id="{A73562C7-C0A0-D22B-C5C4-ECA44CBEC79C}"/>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06" name="Group 705">
            <a:extLst>
              <a:ext uri="{FF2B5EF4-FFF2-40B4-BE49-F238E27FC236}">
                <a16:creationId xmlns:a16="http://schemas.microsoft.com/office/drawing/2014/main" id="{ECA77688-5F84-5E8F-E187-BD0C96C82ED7}"/>
              </a:ext>
            </a:extLst>
          </p:cNvPr>
          <p:cNvGrpSpPr/>
          <p:nvPr/>
        </p:nvGrpSpPr>
        <p:grpSpPr>
          <a:xfrm>
            <a:off x="11356001" y="2974057"/>
            <a:ext cx="721206" cy="609701"/>
            <a:chOff x="11356001" y="2974057"/>
            <a:chExt cx="721206" cy="609701"/>
          </a:xfrm>
        </p:grpSpPr>
        <p:sp>
          <p:nvSpPr>
            <p:cNvPr id="707" name="Rectangle 706">
              <a:hlinkHover r:id="" action="ppaction://noaction" highlightClick="1"/>
              <a:extLst>
                <a:ext uri="{FF2B5EF4-FFF2-40B4-BE49-F238E27FC236}">
                  <a16:creationId xmlns:a16="http://schemas.microsoft.com/office/drawing/2014/main" id="{4DC79718-D315-74C5-4ACA-C5574D6A05FE}"/>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708" name="Oval 707">
              <a:extLst>
                <a:ext uri="{FF2B5EF4-FFF2-40B4-BE49-F238E27FC236}">
                  <a16:creationId xmlns:a16="http://schemas.microsoft.com/office/drawing/2014/main" id="{C1F42D35-C177-78A4-9C49-F15ACF7E8CEF}"/>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9" name="Isosceles Triangle 648">
              <a:extLst>
                <a:ext uri="{FF2B5EF4-FFF2-40B4-BE49-F238E27FC236}">
                  <a16:creationId xmlns:a16="http://schemas.microsoft.com/office/drawing/2014/main" id="{E27C0B17-47AB-88F6-118F-032879247BE2}"/>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56" name="Group 755">
            <a:extLst>
              <a:ext uri="{FF2B5EF4-FFF2-40B4-BE49-F238E27FC236}">
                <a16:creationId xmlns:a16="http://schemas.microsoft.com/office/drawing/2014/main" id="{0E37220A-A248-9A66-7160-66ABF0C0812E}"/>
              </a:ext>
            </a:extLst>
          </p:cNvPr>
          <p:cNvGrpSpPr/>
          <p:nvPr/>
        </p:nvGrpSpPr>
        <p:grpSpPr>
          <a:xfrm>
            <a:off x="5454173" y="2257175"/>
            <a:ext cx="721206" cy="609701"/>
            <a:chOff x="6287891" y="2253333"/>
            <a:chExt cx="721206" cy="609701"/>
          </a:xfrm>
        </p:grpSpPr>
        <p:sp>
          <p:nvSpPr>
            <p:cNvPr id="757" name="Rectangle 756">
              <a:extLst>
                <a:ext uri="{FF2B5EF4-FFF2-40B4-BE49-F238E27FC236}">
                  <a16:creationId xmlns:a16="http://schemas.microsoft.com/office/drawing/2014/main" id="{BEB6FD6B-66F3-384E-D3E0-8919AAAE2C24}"/>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758" name="Right Triangle 757">
              <a:extLst>
                <a:ext uri="{FF2B5EF4-FFF2-40B4-BE49-F238E27FC236}">
                  <a16:creationId xmlns:a16="http://schemas.microsoft.com/office/drawing/2014/main" id="{7F11D67D-7ABA-4386-D7E6-3430462B1287}"/>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9" name="Group 758">
              <a:extLst>
                <a:ext uri="{FF2B5EF4-FFF2-40B4-BE49-F238E27FC236}">
                  <a16:creationId xmlns:a16="http://schemas.microsoft.com/office/drawing/2014/main" id="{2CAA2771-990E-C664-3E22-2D0E810CB0E5}"/>
                </a:ext>
              </a:extLst>
            </p:cNvPr>
            <p:cNvGrpSpPr/>
            <p:nvPr/>
          </p:nvGrpSpPr>
          <p:grpSpPr>
            <a:xfrm>
              <a:off x="6952470" y="2265099"/>
              <a:ext cx="37817" cy="61390"/>
              <a:chOff x="3883481" y="2057400"/>
              <a:chExt cx="1608363" cy="2652031"/>
            </a:xfrm>
            <a:solidFill>
              <a:srgbClr val="A6A6A6">
                <a:alpha val="20000"/>
              </a:srgbClr>
            </a:solidFill>
          </p:grpSpPr>
          <p:sp>
            <p:nvSpPr>
              <p:cNvPr id="766" name="Oval 27">
                <a:extLst>
                  <a:ext uri="{FF2B5EF4-FFF2-40B4-BE49-F238E27FC236}">
                    <a16:creationId xmlns:a16="http://schemas.microsoft.com/office/drawing/2014/main" id="{3A3BF3F5-2164-0B91-DA77-0E140433175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7" name="Oval 28">
                <a:extLst>
                  <a:ext uri="{FF2B5EF4-FFF2-40B4-BE49-F238E27FC236}">
                    <a16:creationId xmlns:a16="http://schemas.microsoft.com/office/drawing/2014/main" id="{33554853-5B5C-8025-8CC4-B4CBDD23C78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8" name="Group 767">
            <a:extLst>
              <a:ext uri="{FF2B5EF4-FFF2-40B4-BE49-F238E27FC236}">
                <a16:creationId xmlns:a16="http://schemas.microsoft.com/office/drawing/2014/main" id="{36E0BFF6-A988-C556-E159-3B6AA93D59BD}"/>
              </a:ext>
            </a:extLst>
          </p:cNvPr>
          <p:cNvGrpSpPr/>
          <p:nvPr/>
        </p:nvGrpSpPr>
        <p:grpSpPr>
          <a:xfrm>
            <a:off x="2102908" y="811556"/>
            <a:ext cx="721206" cy="609701"/>
            <a:chOff x="2102908" y="811556"/>
            <a:chExt cx="721206" cy="609701"/>
          </a:xfrm>
        </p:grpSpPr>
        <p:sp>
          <p:nvSpPr>
            <p:cNvPr id="769" name="Rectangle 768">
              <a:extLst>
                <a:ext uri="{FF2B5EF4-FFF2-40B4-BE49-F238E27FC236}">
                  <a16:creationId xmlns:a16="http://schemas.microsoft.com/office/drawing/2014/main" id="{17A9D3A0-6EE0-0463-36AD-B86D499BDB6E}"/>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770" name="Rectangle 769">
              <a:extLst>
                <a:ext uri="{FF2B5EF4-FFF2-40B4-BE49-F238E27FC236}">
                  <a16:creationId xmlns:a16="http://schemas.microsoft.com/office/drawing/2014/main" id="{C5CE9CFA-B623-ABE5-88F3-CCEEDF09FBCF}"/>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1" name="Oval 15">
              <a:extLst>
                <a:ext uri="{FF2B5EF4-FFF2-40B4-BE49-F238E27FC236}">
                  <a16:creationId xmlns:a16="http://schemas.microsoft.com/office/drawing/2014/main" id="{985B3634-097A-E652-EF1A-CAD75CFC460E}"/>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96" name="Straight Connector 795">
              <a:extLst>
                <a:ext uri="{FF2B5EF4-FFF2-40B4-BE49-F238E27FC236}">
                  <a16:creationId xmlns:a16="http://schemas.microsoft.com/office/drawing/2014/main" id="{A63F156C-1112-5382-F77C-88431074895B}"/>
                </a:ext>
              </a:extLst>
            </p:cNvPr>
            <p:cNvCxnSpPr>
              <a:cxnSpLocks/>
              <a:stCxn id="771"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97" name="Straight Connector 796">
              <a:extLst>
                <a:ext uri="{FF2B5EF4-FFF2-40B4-BE49-F238E27FC236}">
                  <a16:creationId xmlns:a16="http://schemas.microsoft.com/office/drawing/2014/main" id="{36BF46FD-63EF-2640-962A-E9AFDFBD8635}"/>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8" name="Group 797">
            <a:extLst>
              <a:ext uri="{FF2B5EF4-FFF2-40B4-BE49-F238E27FC236}">
                <a16:creationId xmlns:a16="http://schemas.microsoft.com/office/drawing/2014/main" id="{0C809265-3E69-6B70-7353-143EBFAC023B}"/>
              </a:ext>
            </a:extLst>
          </p:cNvPr>
          <p:cNvGrpSpPr/>
          <p:nvPr/>
        </p:nvGrpSpPr>
        <p:grpSpPr>
          <a:xfrm>
            <a:off x="5451979" y="3707588"/>
            <a:ext cx="721206" cy="609701"/>
            <a:chOff x="5451979" y="3707588"/>
            <a:chExt cx="721206" cy="609701"/>
          </a:xfrm>
        </p:grpSpPr>
        <p:sp>
          <p:nvSpPr>
            <p:cNvPr id="799" name="Rectangle 798">
              <a:hlinkHover r:id="" action="ppaction://noaction" highlightClick="1"/>
              <a:extLst>
                <a:ext uri="{FF2B5EF4-FFF2-40B4-BE49-F238E27FC236}">
                  <a16:creationId xmlns:a16="http://schemas.microsoft.com/office/drawing/2014/main" id="{3C325BE4-370A-03B8-08AE-CC109D83E846}"/>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800" name="Oval 799">
              <a:extLst>
                <a:ext uri="{FF2B5EF4-FFF2-40B4-BE49-F238E27FC236}">
                  <a16:creationId xmlns:a16="http://schemas.microsoft.com/office/drawing/2014/main" id="{6EA6CB14-FE95-9807-1F7A-17F6C39892DC}"/>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1" name="Isosceles Triangle 648">
              <a:extLst>
                <a:ext uri="{FF2B5EF4-FFF2-40B4-BE49-F238E27FC236}">
                  <a16:creationId xmlns:a16="http://schemas.microsoft.com/office/drawing/2014/main" id="{060D6DBE-E3F9-5023-862C-D94C7FCE6F8C}"/>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02" name="Group 801">
            <a:extLst>
              <a:ext uri="{FF2B5EF4-FFF2-40B4-BE49-F238E27FC236}">
                <a16:creationId xmlns:a16="http://schemas.microsoft.com/office/drawing/2014/main" id="{B0032B76-B781-68D2-FB99-356C3BD405A1}"/>
              </a:ext>
            </a:extLst>
          </p:cNvPr>
          <p:cNvGrpSpPr/>
          <p:nvPr/>
        </p:nvGrpSpPr>
        <p:grpSpPr>
          <a:xfrm>
            <a:off x="10506594" y="811556"/>
            <a:ext cx="721220" cy="609701"/>
            <a:chOff x="10506594" y="811556"/>
            <a:chExt cx="721220" cy="609701"/>
          </a:xfrm>
        </p:grpSpPr>
        <p:sp>
          <p:nvSpPr>
            <p:cNvPr id="803" name="Rectangle 802">
              <a:extLst>
                <a:ext uri="{FF2B5EF4-FFF2-40B4-BE49-F238E27FC236}">
                  <a16:creationId xmlns:a16="http://schemas.microsoft.com/office/drawing/2014/main" id="{35081F00-44BC-CFBB-3098-0CD7A8A2BCCF}"/>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804" name="Rectangle 803">
              <a:extLst>
                <a:ext uri="{FF2B5EF4-FFF2-40B4-BE49-F238E27FC236}">
                  <a16:creationId xmlns:a16="http://schemas.microsoft.com/office/drawing/2014/main" id="{7016A6EB-5BA6-0352-F0C2-4B9B88963BBB}"/>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5" name="Oval 15">
              <a:extLst>
                <a:ext uri="{FF2B5EF4-FFF2-40B4-BE49-F238E27FC236}">
                  <a16:creationId xmlns:a16="http://schemas.microsoft.com/office/drawing/2014/main" id="{26A49F86-83A6-3FC4-5A46-26EE79A886B3}"/>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06" name="Straight Connector 805">
              <a:extLst>
                <a:ext uri="{FF2B5EF4-FFF2-40B4-BE49-F238E27FC236}">
                  <a16:creationId xmlns:a16="http://schemas.microsoft.com/office/drawing/2014/main" id="{39EE513F-463D-31B1-86A3-0EB4DB73CBD7}"/>
                </a:ext>
              </a:extLst>
            </p:cNvPr>
            <p:cNvCxnSpPr>
              <a:cxnSpLocks/>
              <a:stCxn id="805"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07" name="Straight Connector 806">
              <a:extLst>
                <a:ext uri="{FF2B5EF4-FFF2-40B4-BE49-F238E27FC236}">
                  <a16:creationId xmlns:a16="http://schemas.microsoft.com/office/drawing/2014/main" id="{B788D152-9BE4-28D3-5E6C-40A77181EAA7}"/>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08" name="Group 807">
            <a:extLst>
              <a:ext uri="{FF2B5EF4-FFF2-40B4-BE49-F238E27FC236}">
                <a16:creationId xmlns:a16="http://schemas.microsoft.com/office/drawing/2014/main" id="{173478E8-076F-BD1F-9D65-E4ECF863F726}"/>
              </a:ext>
            </a:extLst>
          </p:cNvPr>
          <p:cNvGrpSpPr/>
          <p:nvPr/>
        </p:nvGrpSpPr>
        <p:grpSpPr>
          <a:xfrm>
            <a:off x="7116512" y="812701"/>
            <a:ext cx="721206" cy="609701"/>
            <a:chOff x="7957576" y="811556"/>
            <a:chExt cx="721206" cy="609701"/>
          </a:xfrm>
        </p:grpSpPr>
        <p:sp>
          <p:nvSpPr>
            <p:cNvPr id="809" name="Rectangle 808">
              <a:extLst>
                <a:ext uri="{FF2B5EF4-FFF2-40B4-BE49-F238E27FC236}">
                  <a16:creationId xmlns:a16="http://schemas.microsoft.com/office/drawing/2014/main" id="{AD35E4EA-764F-5B7C-494C-329AD4ABCCDF}"/>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810" name="Rectangle 809">
              <a:extLst>
                <a:ext uri="{FF2B5EF4-FFF2-40B4-BE49-F238E27FC236}">
                  <a16:creationId xmlns:a16="http://schemas.microsoft.com/office/drawing/2014/main" id="{92901219-CD92-5087-598C-BEF0D0051967}"/>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1" name="Oval 15">
              <a:extLst>
                <a:ext uri="{FF2B5EF4-FFF2-40B4-BE49-F238E27FC236}">
                  <a16:creationId xmlns:a16="http://schemas.microsoft.com/office/drawing/2014/main" id="{4F6EC9C8-CE91-FE7E-25D7-E376BF6FADC6}"/>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12" name="Straight Connector 811">
              <a:extLst>
                <a:ext uri="{FF2B5EF4-FFF2-40B4-BE49-F238E27FC236}">
                  <a16:creationId xmlns:a16="http://schemas.microsoft.com/office/drawing/2014/main" id="{165B8E1D-DEB5-1919-E3B8-EE022D2FF5E4}"/>
                </a:ext>
              </a:extLst>
            </p:cNvPr>
            <p:cNvCxnSpPr>
              <a:cxnSpLocks/>
              <a:stCxn id="811"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13" name="Straight Connector 812">
              <a:extLst>
                <a:ext uri="{FF2B5EF4-FFF2-40B4-BE49-F238E27FC236}">
                  <a16:creationId xmlns:a16="http://schemas.microsoft.com/office/drawing/2014/main" id="{91C598E0-96B4-88F4-5244-CE8A1DBD2BCC}"/>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38" name="Group 837">
            <a:extLst>
              <a:ext uri="{FF2B5EF4-FFF2-40B4-BE49-F238E27FC236}">
                <a16:creationId xmlns:a16="http://schemas.microsoft.com/office/drawing/2014/main" id="{09B652A9-CA80-2B32-CDEA-8F821DF6DCCB}"/>
              </a:ext>
            </a:extLst>
          </p:cNvPr>
          <p:cNvGrpSpPr/>
          <p:nvPr/>
        </p:nvGrpSpPr>
        <p:grpSpPr>
          <a:xfrm>
            <a:off x="10506616" y="2984633"/>
            <a:ext cx="721220" cy="609701"/>
            <a:chOff x="9656903" y="2253333"/>
            <a:chExt cx="721220" cy="609701"/>
          </a:xfrm>
        </p:grpSpPr>
        <p:sp>
          <p:nvSpPr>
            <p:cNvPr id="839" name="Rectangle 838">
              <a:hlinkHover r:id="" action="ppaction://noaction" highlightClick="1"/>
              <a:extLst>
                <a:ext uri="{FF2B5EF4-FFF2-40B4-BE49-F238E27FC236}">
                  <a16:creationId xmlns:a16="http://schemas.microsoft.com/office/drawing/2014/main" id="{4B63820C-ADE5-3A43-A9AC-EE9BADE95BCB}"/>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840" name="Rectangle 839">
              <a:extLst>
                <a:ext uri="{FF2B5EF4-FFF2-40B4-BE49-F238E27FC236}">
                  <a16:creationId xmlns:a16="http://schemas.microsoft.com/office/drawing/2014/main" id="{5E6FD515-8D58-CBC7-3A28-BF8120DE1A4F}"/>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1" name="Oval 15">
              <a:extLst>
                <a:ext uri="{FF2B5EF4-FFF2-40B4-BE49-F238E27FC236}">
                  <a16:creationId xmlns:a16="http://schemas.microsoft.com/office/drawing/2014/main" id="{E0B44ED7-742F-975B-2DF8-CA3B8CC1F48A}"/>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42" name="Straight Connector 841">
              <a:extLst>
                <a:ext uri="{FF2B5EF4-FFF2-40B4-BE49-F238E27FC236}">
                  <a16:creationId xmlns:a16="http://schemas.microsoft.com/office/drawing/2014/main" id="{D951FCC4-6A85-574C-EF87-747615F3A73B}"/>
                </a:ext>
              </a:extLst>
            </p:cNvPr>
            <p:cNvCxnSpPr>
              <a:cxnSpLocks/>
              <a:stCxn id="841"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43" name="Straight Connector 842">
              <a:extLst>
                <a:ext uri="{FF2B5EF4-FFF2-40B4-BE49-F238E27FC236}">
                  <a16:creationId xmlns:a16="http://schemas.microsoft.com/office/drawing/2014/main" id="{29BD5FE6-53A5-0821-9FE8-5B671FE16D14}"/>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70" name="Group 869">
            <a:extLst>
              <a:ext uri="{FF2B5EF4-FFF2-40B4-BE49-F238E27FC236}">
                <a16:creationId xmlns:a16="http://schemas.microsoft.com/office/drawing/2014/main" id="{C59430F3-9844-BD19-A043-460CD66C12BB}"/>
              </a:ext>
            </a:extLst>
          </p:cNvPr>
          <p:cNvGrpSpPr/>
          <p:nvPr/>
        </p:nvGrpSpPr>
        <p:grpSpPr>
          <a:xfrm>
            <a:off x="10508723" y="1536662"/>
            <a:ext cx="721206" cy="609701"/>
            <a:chOff x="11356242" y="1532276"/>
            <a:chExt cx="721206" cy="609701"/>
          </a:xfrm>
        </p:grpSpPr>
        <p:sp>
          <p:nvSpPr>
            <p:cNvPr id="871" name="Rectangle 870">
              <a:hlinkHover r:id="" action="ppaction://noaction" highlightClick="1"/>
              <a:extLst>
                <a:ext uri="{FF2B5EF4-FFF2-40B4-BE49-F238E27FC236}">
                  <a16:creationId xmlns:a16="http://schemas.microsoft.com/office/drawing/2014/main" id="{30242172-6286-1C23-A783-D523552013FC}"/>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872" name="Oval 871">
              <a:extLst>
                <a:ext uri="{FF2B5EF4-FFF2-40B4-BE49-F238E27FC236}">
                  <a16:creationId xmlns:a16="http://schemas.microsoft.com/office/drawing/2014/main" id="{5BE17904-B509-1B32-0C20-2A378B97895A}"/>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3" name="Isosceles Triangle 648">
              <a:extLst>
                <a:ext uri="{FF2B5EF4-FFF2-40B4-BE49-F238E27FC236}">
                  <a16:creationId xmlns:a16="http://schemas.microsoft.com/office/drawing/2014/main" id="{02B97D50-3E91-4F08-880E-9295BBDE37FB}"/>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4" name="Group 873">
            <a:extLst>
              <a:ext uri="{FF2B5EF4-FFF2-40B4-BE49-F238E27FC236}">
                <a16:creationId xmlns:a16="http://schemas.microsoft.com/office/drawing/2014/main" id="{2EFE6601-274A-E030-3657-4E52B9AA6A5F}"/>
              </a:ext>
            </a:extLst>
          </p:cNvPr>
          <p:cNvGrpSpPr/>
          <p:nvPr/>
        </p:nvGrpSpPr>
        <p:grpSpPr>
          <a:xfrm>
            <a:off x="11355832" y="5140982"/>
            <a:ext cx="721220" cy="609701"/>
            <a:chOff x="9656903" y="2253333"/>
            <a:chExt cx="721220" cy="609701"/>
          </a:xfrm>
        </p:grpSpPr>
        <p:sp>
          <p:nvSpPr>
            <p:cNvPr id="875" name="Rectangle 874">
              <a:hlinkHover r:id="" action="ppaction://noaction" highlightClick="1"/>
              <a:extLst>
                <a:ext uri="{FF2B5EF4-FFF2-40B4-BE49-F238E27FC236}">
                  <a16:creationId xmlns:a16="http://schemas.microsoft.com/office/drawing/2014/main" id="{1A27CBC8-8DF7-913B-467C-25880943C45D}"/>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876" name="Rectangle 875">
              <a:extLst>
                <a:ext uri="{FF2B5EF4-FFF2-40B4-BE49-F238E27FC236}">
                  <a16:creationId xmlns:a16="http://schemas.microsoft.com/office/drawing/2014/main" id="{E1FB3D4D-F082-2B92-FE72-DC58CDA8F7C1}"/>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7" name="Oval 15">
              <a:extLst>
                <a:ext uri="{FF2B5EF4-FFF2-40B4-BE49-F238E27FC236}">
                  <a16:creationId xmlns:a16="http://schemas.microsoft.com/office/drawing/2014/main" id="{0093D10C-A3DC-072D-DB79-CC3A8BB8882F}"/>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78" name="Straight Connector 877">
              <a:extLst>
                <a:ext uri="{FF2B5EF4-FFF2-40B4-BE49-F238E27FC236}">
                  <a16:creationId xmlns:a16="http://schemas.microsoft.com/office/drawing/2014/main" id="{C86A119F-610C-09FE-4982-9F582EED7DE1}"/>
                </a:ext>
              </a:extLst>
            </p:cNvPr>
            <p:cNvCxnSpPr>
              <a:cxnSpLocks/>
              <a:stCxn id="877"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79" name="Straight Connector 878">
              <a:extLst>
                <a:ext uri="{FF2B5EF4-FFF2-40B4-BE49-F238E27FC236}">
                  <a16:creationId xmlns:a16="http://schemas.microsoft.com/office/drawing/2014/main" id="{A26F465C-F479-A032-CE76-890E0914847F}"/>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80" name="Group 879">
            <a:extLst>
              <a:ext uri="{FF2B5EF4-FFF2-40B4-BE49-F238E27FC236}">
                <a16:creationId xmlns:a16="http://schemas.microsoft.com/office/drawing/2014/main" id="{B3CA6AB4-9EA1-54DC-EA25-A447854320FE}"/>
              </a:ext>
            </a:extLst>
          </p:cNvPr>
          <p:cNvGrpSpPr/>
          <p:nvPr/>
        </p:nvGrpSpPr>
        <p:grpSpPr>
          <a:xfrm>
            <a:off x="7113172" y="2252067"/>
            <a:ext cx="728239" cy="609701"/>
            <a:chOff x="5442073" y="811556"/>
            <a:chExt cx="728239" cy="609701"/>
          </a:xfrm>
        </p:grpSpPr>
        <p:sp>
          <p:nvSpPr>
            <p:cNvPr id="881" name="Rectangle 880">
              <a:extLst>
                <a:ext uri="{FF2B5EF4-FFF2-40B4-BE49-F238E27FC236}">
                  <a16:creationId xmlns:a16="http://schemas.microsoft.com/office/drawing/2014/main" id="{FADFF210-A68B-610B-9EC4-D6E292D3B023}"/>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882" name="Rectangle 881">
              <a:extLst>
                <a:ext uri="{FF2B5EF4-FFF2-40B4-BE49-F238E27FC236}">
                  <a16:creationId xmlns:a16="http://schemas.microsoft.com/office/drawing/2014/main" id="{86CDA70A-09E3-79FE-6482-9962930A434C}"/>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3" name="Oval 15">
              <a:extLst>
                <a:ext uri="{FF2B5EF4-FFF2-40B4-BE49-F238E27FC236}">
                  <a16:creationId xmlns:a16="http://schemas.microsoft.com/office/drawing/2014/main" id="{01439D4E-FCF2-1491-3E98-2F590D749584}"/>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84" name="Straight Connector 883">
              <a:extLst>
                <a:ext uri="{FF2B5EF4-FFF2-40B4-BE49-F238E27FC236}">
                  <a16:creationId xmlns:a16="http://schemas.microsoft.com/office/drawing/2014/main" id="{40402F87-51DE-F566-E51E-2DEEB8FC77FE}"/>
                </a:ext>
              </a:extLst>
            </p:cNvPr>
            <p:cNvCxnSpPr>
              <a:cxnSpLocks/>
              <a:stCxn id="883"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85" name="Straight Connector 884">
              <a:extLst>
                <a:ext uri="{FF2B5EF4-FFF2-40B4-BE49-F238E27FC236}">
                  <a16:creationId xmlns:a16="http://schemas.microsoft.com/office/drawing/2014/main" id="{DD75FCB6-4099-ECA4-AAFE-C1ED724B8DDF}"/>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1" name="Group 940">
            <a:extLst>
              <a:ext uri="{FF2B5EF4-FFF2-40B4-BE49-F238E27FC236}">
                <a16:creationId xmlns:a16="http://schemas.microsoft.com/office/drawing/2014/main" id="{2F224F7A-3DEF-617E-E119-6CDC81FE0F91}"/>
              </a:ext>
            </a:extLst>
          </p:cNvPr>
          <p:cNvGrpSpPr/>
          <p:nvPr/>
        </p:nvGrpSpPr>
        <p:grpSpPr>
          <a:xfrm>
            <a:off x="11353919" y="2251694"/>
            <a:ext cx="721206" cy="609701"/>
            <a:chOff x="8807250" y="2253334"/>
            <a:chExt cx="721206" cy="609701"/>
          </a:xfrm>
        </p:grpSpPr>
        <p:sp>
          <p:nvSpPr>
            <p:cNvPr id="942" name="Rectangle 941">
              <a:extLst>
                <a:ext uri="{FF2B5EF4-FFF2-40B4-BE49-F238E27FC236}">
                  <a16:creationId xmlns:a16="http://schemas.microsoft.com/office/drawing/2014/main" id="{C032BAEB-FFFA-4584-7BB6-0C007F0945B5}"/>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943" name="Right Triangle 942">
              <a:extLst>
                <a:ext uri="{FF2B5EF4-FFF2-40B4-BE49-F238E27FC236}">
                  <a16:creationId xmlns:a16="http://schemas.microsoft.com/office/drawing/2014/main" id="{3DA1EE8A-FE2D-6AC4-D8BF-3B5A1983D6BF}"/>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4" name="Oval 27">
              <a:extLst>
                <a:ext uri="{FF2B5EF4-FFF2-40B4-BE49-F238E27FC236}">
                  <a16:creationId xmlns:a16="http://schemas.microsoft.com/office/drawing/2014/main" id="{54E8718A-2AE7-D9B3-8B5B-6FE35A4AA49C}"/>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5" name="Oval 28">
              <a:extLst>
                <a:ext uri="{FF2B5EF4-FFF2-40B4-BE49-F238E27FC236}">
                  <a16:creationId xmlns:a16="http://schemas.microsoft.com/office/drawing/2014/main" id="{39085B9D-58BC-2357-7608-880EBEE92F72}"/>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
        <p:nvSpPr>
          <p:cNvPr id="946" name="Rectangle 945">
            <a:hlinkClick r:id="rId14" action="ppaction://hlinksldjump"/>
            <a:hlinkHover r:id="rId14" action="ppaction://hlinksldjump"/>
            <a:extLst>
              <a:ext uri="{FF2B5EF4-FFF2-40B4-BE49-F238E27FC236}">
                <a16:creationId xmlns:a16="http://schemas.microsoft.com/office/drawing/2014/main" id="{0698CF88-D8B6-5752-B74E-8A6DFAF5C404}"/>
              </a:ext>
            </a:extLst>
          </p:cNvPr>
          <p:cNvSpPr/>
          <p:nvPr/>
        </p:nvSpPr>
        <p:spPr>
          <a:xfrm>
            <a:off x="5329817" y="5802160"/>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947" name="Rectangle 946">
            <a:hlinkClick r:id="rId15" action="ppaction://hlinksldjump"/>
            <a:hlinkHover r:id="rId15" action="ppaction://hlinksldjump"/>
            <a:extLst>
              <a:ext uri="{FF2B5EF4-FFF2-40B4-BE49-F238E27FC236}">
                <a16:creationId xmlns:a16="http://schemas.microsoft.com/office/drawing/2014/main" id="{11C1F406-4D3D-F1F8-D664-DA2859ABED21}"/>
              </a:ext>
            </a:extLst>
          </p:cNvPr>
          <p:cNvSpPr/>
          <p:nvPr/>
        </p:nvSpPr>
        <p:spPr>
          <a:xfrm>
            <a:off x="5329817" y="6284246"/>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Purview Suite</a:t>
            </a:r>
          </a:p>
        </p:txBody>
      </p:sp>
      <p:pic>
        <p:nvPicPr>
          <p:cNvPr id="17" name="Picture 16">
            <a:hlinkClick r:id="rId16" action="ppaction://hlinksldjump"/>
            <a:extLst>
              <a:ext uri="{FF2B5EF4-FFF2-40B4-BE49-F238E27FC236}">
                <a16:creationId xmlns:a16="http://schemas.microsoft.com/office/drawing/2014/main" id="{3D568EEC-8FCE-0A55-A895-99668A74E723}"/>
              </a:ext>
            </a:extLst>
          </p:cNvPr>
          <p:cNvPicPr>
            <a:picLocks noChangeAspect="1"/>
          </p:cNvPicPr>
          <p:nvPr/>
        </p:nvPicPr>
        <p:blipFill>
          <a:blip r:embed="rId17"/>
          <a:stretch>
            <a:fillRect/>
          </a:stretch>
        </p:blipFill>
        <p:spPr>
          <a:xfrm>
            <a:off x="0" y="0"/>
            <a:ext cx="211626" cy="6858000"/>
          </a:xfrm>
          <a:prstGeom prst="rect">
            <a:avLst/>
          </a:prstGeom>
        </p:spPr>
      </p:pic>
      <p:sp>
        <p:nvSpPr>
          <p:cNvPr id="18" name="Rectangle 17">
            <a:hlinkHover r:id="rId18" action="ppaction://hlinksldjump"/>
            <a:extLst>
              <a:ext uri="{FF2B5EF4-FFF2-40B4-BE49-F238E27FC236}">
                <a16:creationId xmlns:a16="http://schemas.microsoft.com/office/drawing/2014/main" id="{2B447A83-1780-C6A7-58A0-9CA29CFCE2D2}"/>
              </a:ext>
            </a:extLst>
          </p:cNvPr>
          <p:cNvSpPr/>
          <p:nvPr/>
        </p:nvSpPr>
        <p:spPr>
          <a:xfrm>
            <a:off x="8841666" y="6284246"/>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grpSp>
        <p:nvGrpSpPr>
          <p:cNvPr id="19" name="Group 18">
            <a:extLst>
              <a:ext uri="{FF2B5EF4-FFF2-40B4-BE49-F238E27FC236}">
                <a16:creationId xmlns:a16="http://schemas.microsoft.com/office/drawing/2014/main" id="{F0D4803F-33F8-BC9C-A02A-A37E7F9E619B}"/>
              </a:ext>
            </a:extLst>
          </p:cNvPr>
          <p:cNvGrpSpPr/>
          <p:nvPr/>
        </p:nvGrpSpPr>
        <p:grpSpPr>
          <a:xfrm>
            <a:off x="9652491" y="2986436"/>
            <a:ext cx="721206" cy="609701"/>
            <a:chOff x="9657972" y="90836"/>
            <a:chExt cx="721206" cy="609701"/>
          </a:xfrm>
        </p:grpSpPr>
        <p:sp>
          <p:nvSpPr>
            <p:cNvPr id="20" name="Rectangle 19">
              <a:hlinkHover r:id="" action="ppaction://noaction" highlightClick="1"/>
              <a:extLst>
                <a:ext uri="{FF2B5EF4-FFF2-40B4-BE49-F238E27FC236}">
                  <a16:creationId xmlns:a16="http://schemas.microsoft.com/office/drawing/2014/main" id="{27100034-0B6B-BCF1-7A70-64F0309406B2}"/>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21" name="Diamond 20">
              <a:extLst>
                <a:ext uri="{FF2B5EF4-FFF2-40B4-BE49-F238E27FC236}">
                  <a16:creationId xmlns:a16="http://schemas.microsoft.com/office/drawing/2014/main" id="{548DF94D-ADD2-D1D3-F3F6-96724839658C}"/>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Oval 26">
              <a:extLst>
                <a:ext uri="{FF2B5EF4-FFF2-40B4-BE49-F238E27FC236}">
                  <a16:creationId xmlns:a16="http://schemas.microsoft.com/office/drawing/2014/main" id="{054B47FF-9F0B-82E7-69B7-39E0D03EB317}"/>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6140414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0353" y="173237"/>
            <a:ext cx="580333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Windows Enterprise E3</a:t>
            </a:r>
          </a:p>
        </p:txBody>
      </p:sp>
      <p:grpSp>
        <p:nvGrpSpPr>
          <p:cNvPr id="8" name="Group 7">
            <a:extLst>
              <a:ext uri="{FF2B5EF4-FFF2-40B4-BE49-F238E27FC236}">
                <a16:creationId xmlns:a16="http://schemas.microsoft.com/office/drawing/2014/main" id="{E55B9F00-7D6E-3633-1EC4-E1F66B706DC9}"/>
              </a:ext>
            </a:extLst>
          </p:cNvPr>
          <p:cNvGrpSpPr/>
          <p:nvPr/>
        </p:nvGrpSpPr>
        <p:grpSpPr>
          <a:xfrm>
            <a:off x="8800444" y="-2824"/>
            <a:ext cx="754117" cy="803729"/>
            <a:chOff x="9401324" y="101482"/>
            <a:chExt cx="754117" cy="803729"/>
          </a:xfrm>
        </p:grpSpPr>
        <p:pic>
          <p:nvPicPr>
            <p:cNvPr id="9" name="Graphic 8" descr="Back with solid fill">
              <a:hlinkClick r:id="" action="ppaction://hlinkshowjump?jump=lastslideviewed"/>
              <a:extLst>
                <a:ext uri="{FF2B5EF4-FFF2-40B4-BE49-F238E27FC236}">
                  <a16:creationId xmlns:a16="http://schemas.microsoft.com/office/drawing/2014/main" id="{548D0F4D-348D-3B83-02DD-E6FE4F35F4D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07970" y="101482"/>
              <a:ext cx="740824" cy="740824"/>
            </a:xfrm>
            <a:prstGeom prst="rect">
              <a:avLst/>
            </a:prstGeom>
          </p:spPr>
        </p:pic>
        <p:sp>
          <p:nvSpPr>
            <p:cNvPr id="12" name="TextBox 11">
              <a:extLst>
                <a:ext uri="{FF2B5EF4-FFF2-40B4-BE49-F238E27FC236}">
                  <a16:creationId xmlns:a16="http://schemas.microsoft.com/office/drawing/2014/main" id="{D6B4A998-1A82-2F35-6321-CA34A91CBD19}"/>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grpSp>
        <p:nvGrpSpPr>
          <p:cNvPr id="21" name="Group 20">
            <a:extLst>
              <a:ext uri="{FF2B5EF4-FFF2-40B4-BE49-F238E27FC236}">
                <a16:creationId xmlns:a16="http://schemas.microsoft.com/office/drawing/2014/main" id="{1D18F97F-8DF8-A7C7-AE42-5D9E650A2DB5}"/>
              </a:ext>
            </a:extLst>
          </p:cNvPr>
          <p:cNvGrpSpPr/>
          <p:nvPr/>
        </p:nvGrpSpPr>
        <p:grpSpPr>
          <a:xfrm>
            <a:off x="3779655" y="811556"/>
            <a:ext cx="721206" cy="609701"/>
            <a:chOff x="3779655" y="811556"/>
            <a:chExt cx="721206" cy="609701"/>
          </a:xfrm>
        </p:grpSpPr>
        <p:sp>
          <p:nvSpPr>
            <p:cNvPr id="22" name="Rectangle 21">
              <a:extLst>
                <a:ext uri="{FF2B5EF4-FFF2-40B4-BE49-F238E27FC236}">
                  <a16:creationId xmlns:a16="http://schemas.microsoft.com/office/drawing/2014/main" id="{448FE8EB-E44D-481F-34CE-38A214622626}"/>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3" name="Rectangle 22">
              <a:extLst>
                <a:ext uri="{FF2B5EF4-FFF2-40B4-BE49-F238E27FC236}">
                  <a16:creationId xmlns:a16="http://schemas.microsoft.com/office/drawing/2014/main" id="{39A0771B-B387-D99A-48DB-D03B3EBC7D44}"/>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4" name="Oval 15">
              <a:extLst>
                <a:ext uri="{FF2B5EF4-FFF2-40B4-BE49-F238E27FC236}">
                  <a16:creationId xmlns:a16="http://schemas.microsoft.com/office/drawing/2014/main" id="{1F124155-3EE3-D4FA-314F-7C8F4A4365AC}"/>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5" name="Straight Connector 24">
              <a:extLst>
                <a:ext uri="{FF2B5EF4-FFF2-40B4-BE49-F238E27FC236}">
                  <a16:creationId xmlns:a16="http://schemas.microsoft.com/office/drawing/2014/main" id="{05ADEF6C-0C05-0016-8F89-FFEDE00939DF}"/>
                </a:ext>
              </a:extLst>
            </p:cNvPr>
            <p:cNvCxnSpPr>
              <a:cxnSpLocks/>
              <a:stCxn id="24"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6" name="Straight Connector 25">
              <a:extLst>
                <a:ext uri="{FF2B5EF4-FFF2-40B4-BE49-F238E27FC236}">
                  <a16:creationId xmlns:a16="http://schemas.microsoft.com/office/drawing/2014/main" id="{C1DADECA-DA99-51A2-C551-0A03ACFBB2FE}"/>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id="{ED98B1BB-BA97-1F1F-1AAB-AD43988EB9D5}"/>
              </a:ext>
            </a:extLst>
          </p:cNvPr>
          <p:cNvGrpSpPr/>
          <p:nvPr/>
        </p:nvGrpSpPr>
        <p:grpSpPr>
          <a:xfrm>
            <a:off x="7959195" y="3698231"/>
            <a:ext cx="721206" cy="609701"/>
            <a:chOff x="7959195" y="3698231"/>
            <a:chExt cx="721206" cy="609701"/>
          </a:xfrm>
        </p:grpSpPr>
        <p:sp>
          <p:nvSpPr>
            <p:cNvPr id="32" name="Rectangle 31">
              <a:hlinkHover r:id="" action="ppaction://noaction" highlightClick="1"/>
              <a:extLst>
                <a:ext uri="{FF2B5EF4-FFF2-40B4-BE49-F238E27FC236}">
                  <a16:creationId xmlns:a16="http://schemas.microsoft.com/office/drawing/2014/main" id="{FC9610FB-EEAF-E762-FA6B-019B19158DC8}"/>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33" name="Oval 32">
              <a:extLst>
                <a:ext uri="{FF2B5EF4-FFF2-40B4-BE49-F238E27FC236}">
                  <a16:creationId xmlns:a16="http://schemas.microsoft.com/office/drawing/2014/main" id="{235E9FC7-2A0C-7C92-AC1C-D78A08C1E4CE}"/>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4" name="Isosceles Triangle 648">
              <a:extLst>
                <a:ext uri="{FF2B5EF4-FFF2-40B4-BE49-F238E27FC236}">
                  <a16:creationId xmlns:a16="http://schemas.microsoft.com/office/drawing/2014/main" id="{7CF2DA31-B9AB-D68B-3326-4351139F0E18}"/>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1" name="Group 40">
            <a:extLst>
              <a:ext uri="{FF2B5EF4-FFF2-40B4-BE49-F238E27FC236}">
                <a16:creationId xmlns:a16="http://schemas.microsoft.com/office/drawing/2014/main" id="{6C4BCED9-1E86-D7D3-BCD9-CD424246EB41}"/>
              </a:ext>
            </a:extLst>
          </p:cNvPr>
          <p:cNvGrpSpPr/>
          <p:nvPr/>
        </p:nvGrpSpPr>
        <p:grpSpPr>
          <a:xfrm>
            <a:off x="5448056" y="1532276"/>
            <a:ext cx="721206" cy="609701"/>
            <a:chOff x="5448056" y="1532276"/>
            <a:chExt cx="721206" cy="609701"/>
          </a:xfrm>
        </p:grpSpPr>
        <p:sp>
          <p:nvSpPr>
            <p:cNvPr id="42" name="Rectangle 41">
              <a:extLst>
                <a:ext uri="{FF2B5EF4-FFF2-40B4-BE49-F238E27FC236}">
                  <a16:creationId xmlns:a16="http://schemas.microsoft.com/office/drawing/2014/main" id="{41493938-1D7E-920D-5DCD-F12ED3AD3465}"/>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43" name="Rectangle 42">
              <a:extLst>
                <a:ext uri="{FF2B5EF4-FFF2-40B4-BE49-F238E27FC236}">
                  <a16:creationId xmlns:a16="http://schemas.microsoft.com/office/drawing/2014/main" id="{9DD47664-A717-C43E-27DD-8CBDF5849088}"/>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 name="Oval 15">
              <a:extLst>
                <a:ext uri="{FF2B5EF4-FFF2-40B4-BE49-F238E27FC236}">
                  <a16:creationId xmlns:a16="http://schemas.microsoft.com/office/drawing/2014/main" id="{6D7B3253-900B-707A-DD13-A5A479AFCB3E}"/>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B2BDC8F6-40CF-8503-D5E4-81E9B02C1E7B}"/>
                </a:ext>
              </a:extLst>
            </p:cNvPr>
            <p:cNvCxnSpPr>
              <a:cxnSpLocks/>
              <a:stCxn id="44"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 name="Straight Connector 45">
              <a:extLst>
                <a:ext uri="{FF2B5EF4-FFF2-40B4-BE49-F238E27FC236}">
                  <a16:creationId xmlns:a16="http://schemas.microsoft.com/office/drawing/2014/main" id="{EBF50A85-055F-7ED3-4BBD-850421F2DFC8}"/>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7" name="Group 46">
            <a:extLst>
              <a:ext uri="{FF2B5EF4-FFF2-40B4-BE49-F238E27FC236}">
                <a16:creationId xmlns:a16="http://schemas.microsoft.com/office/drawing/2014/main" id="{B117EF19-2315-4D58-0305-F6776705A34D}"/>
              </a:ext>
            </a:extLst>
          </p:cNvPr>
          <p:cNvGrpSpPr/>
          <p:nvPr/>
        </p:nvGrpSpPr>
        <p:grpSpPr>
          <a:xfrm>
            <a:off x="6284565" y="1532276"/>
            <a:ext cx="721206" cy="609701"/>
            <a:chOff x="6284565" y="1532276"/>
            <a:chExt cx="721206" cy="609701"/>
          </a:xfrm>
        </p:grpSpPr>
        <p:sp>
          <p:nvSpPr>
            <p:cNvPr id="48" name="Rectangle 47">
              <a:extLst>
                <a:ext uri="{FF2B5EF4-FFF2-40B4-BE49-F238E27FC236}">
                  <a16:creationId xmlns:a16="http://schemas.microsoft.com/office/drawing/2014/main" id="{4B09DB57-660F-6CBA-6327-17D9D90378B6}"/>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49" name="Rectangle 48">
              <a:extLst>
                <a:ext uri="{FF2B5EF4-FFF2-40B4-BE49-F238E27FC236}">
                  <a16:creationId xmlns:a16="http://schemas.microsoft.com/office/drawing/2014/main" id="{7298F614-45E8-90FA-105A-978C0E7BB1E5}"/>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 name="Oval 15">
              <a:extLst>
                <a:ext uri="{FF2B5EF4-FFF2-40B4-BE49-F238E27FC236}">
                  <a16:creationId xmlns:a16="http://schemas.microsoft.com/office/drawing/2014/main" id="{53F3DEC5-D96E-7930-5D30-781832F5D3C8}"/>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1" name="Straight Connector 50">
              <a:extLst>
                <a:ext uri="{FF2B5EF4-FFF2-40B4-BE49-F238E27FC236}">
                  <a16:creationId xmlns:a16="http://schemas.microsoft.com/office/drawing/2014/main" id="{4FDE64B4-25F2-7A9E-8464-567B559B32DF}"/>
                </a:ext>
              </a:extLst>
            </p:cNvPr>
            <p:cNvCxnSpPr>
              <a:cxnSpLocks/>
              <a:stCxn id="50"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2" name="Straight Connector 51">
              <a:extLst>
                <a:ext uri="{FF2B5EF4-FFF2-40B4-BE49-F238E27FC236}">
                  <a16:creationId xmlns:a16="http://schemas.microsoft.com/office/drawing/2014/main" id="{C19CAD0F-B328-D261-0B37-9E91B0B1B345}"/>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4DA1F0A5-552C-C84D-7BDD-2F2B07F6B4ED}"/>
              </a:ext>
            </a:extLst>
          </p:cNvPr>
          <p:cNvGrpSpPr/>
          <p:nvPr/>
        </p:nvGrpSpPr>
        <p:grpSpPr>
          <a:xfrm>
            <a:off x="7121069" y="1532276"/>
            <a:ext cx="721206" cy="609701"/>
            <a:chOff x="7121069" y="1532276"/>
            <a:chExt cx="721206" cy="609701"/>
          </a:xfrm>
        </p:grpSpPr>
        <p:sp>
          <p:nvSpPr>
            <p:cNvPr id="54" name="Rectangle 53">
              <a:extLst>
                <a:ext uri="{FF2B5EF4-FFF2-40B4-BE49-F238E27FC236}">
                  <a16:creationId xmlns:a16="http://schemas.microsoft.com/office/drawing/2014/main" id="{85627DE2-F977-E929-6CD0-FC552A9C7FB8}"/>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55" name="Rectangle 54">
              <a:extLst>
                <a:ext uri="{FF2B5EF4-FFF2-40B4-BE49-F238E27FC236}">
                  <a16:creationId xmlns:a16="http://schemas.microsoft.com/office/drawing/2014/main" id="{B637BC57-DB65-970C-091F-6E74608233CC}"/>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 name="Oval 15">
              <a:extLst>
                <a:ext uri="{FF2B5EF4-FFF2-40B4-BE49-F238E27FC236}">
                  <a16:creationId xmlns:a16="http://schemas.microsoft.com/office/drawing/2014/main" id="{794E91A7-B535-50DE-9483-439A64AC16CE}"/>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 name="Straight Connector 60">
              <a:extLst>
                <a:ext uri="{FF2B5EF4-FFF2-40B4-BE49-F238E27FC236}">
                  <a16:creationId xmlns:a16="http://schemas.microsoft.com/office/drawing/2014/main" id="{38C13D15-33E3-A4DB-B605-D607A5A252C6}"/>
                </a:ext>
              </a:extLst>
            </p:cNvPr>
            <p:cNvCxnSpPr>
              <a:cxnSpLocks/>
              <a:stCxn id="56"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2" name="Straight Connector 61">
              <a:extLst>
                <a:ext uri="{FF2B5EF4-FFF2-40B4-BE49-F238E27FC236}">
                  <a16:creationId xmlns:a16="http://schemas.microsoft.com/office/drawing/2014/main" id="{85D2269B-7441-C49B-3110-002491FE940C}"/>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D0FAAD4E-79CF-04E6-758A-E0C18C373926}"/>
              </a:ext>
            </a:extLst>
          </p:cNvPr>
          <p:cNvGrpSpPr/>
          <p:nvPr/>
        </p:nvGrpSpPr>
        <p:grpSpPr>
          <a:xfrm>
            <a:off x="3775045" y="1532276"/>
            <a:ext cx="721206" cy="609701"/>
            <a:chOff x="3775045" y="1532276"/>
            <a:chExt cx="721206" cy="609701"/>
          </a:xfrm>
        </p:grpSpPr>
        <p:sp>
          <p:nvSpPr>
            <p:cNvPr id="64" name="Rectangle 63">
              <a:extLst>
                <a:ext uri="{FF2B5EF4-FFF2-40B4-BE49-F238E27FC236}">
                  <a16:creationId xmlns:a16="http://schemas.microsoft.com/office/drawing/2014/main" id="{EF294762-5847-BD22-56D9-77A876D38500}"/>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65" name="Right Triangle 64">
              <a:extLst>
                <a:ext uri="{FF2B5EF4-FFF2-40B4-BE49-F238E27FC236}">
                  <a16:creationId xmlns:a16="http://schemas.microsoft.com/office/drawing/2014/main" id="{BB97838A-D602-0643-285C-E8CBE41971B0}"/>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 name="Group 65">
              <a:extLst>
                <a:ext uri="{FF2B5EF4-FFF2-40B4-BE49-F238E27FC236}">
                  <a16:creationId xmlns:a16="http://schemas.microsoft.com/office/drawing/2014/main" id="{F0C42637-4434-C54E-4B6D-D6CB8D223B9C}"/>
                </a:ext>
              </a:extLst>
            </p:cNvPr>
            <p:cNvGrpSpPr/>
            <p:nvPr/>
          </p:nvGrpSpPr>
          <p:grpSpPr>
            <a:xfrm>
              <a:off x="4440495" y="1542936"/>
              <a:ext cx="37817" cy="61390"/>
              <a:chOff x="3883481" y="2057400"/>
              <a:chExt cx="1608363" cy="2652031"/>
            </a:xfrm>
            <a:solidFill>
              <a:srgbClr val="A6A6A6">
                <a:alpha val="20000"/>
              </a:srgbClr>
            </a:solidFill>
          </p:grpSpPr>
          <p:sp>
            <p:nvSpPr>
              <p:cNvPr id="95" name="Oval 27">
                <a:extLst>
                  <a:ext uri="{FF2B5EF4-FFF2-40B4-BE49-F238E27FC236}">
                    <a16:creationId xmlns:a16="http://schemas.microsoft.com/office/drawing/2014/main" id="{7CE8F39A-C09D-9288-0C2B-4BDFD5FC9B3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8" name="Oval 28">
                <a:extLst>
                  <a:ext uri="{FF2B5EF4-FFF2-40B4-BE49-F238E27FC236}">
                    <a16:creationId xmlns:a16="http://schemas.microsoft.com/office/drawing/2014/main" id="{86B256D0-89B9-6549-4F5F-7A3C1ECC2C8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848633AB-4397-0E54-2E9F-C5779EE3D549}"/>
              </a:ext>
            </a:extLst>
          </p:cNvPr>
          <p:cNvGrpSpPr/>
          <p:nvPr/>
        </p:nvGrpSpPr>
        <p:grpSpPr>
          <a:xfrm>
            <a:off x="4611552" y="1532276"/>
            <a:ext cx="721206" cy="609701"/>
            <a:chOff x="4611552" y="1532276"/>
            <a:chExt cx="721206" cy="609701"/>
          </a:xfrm>
        </p:grpSpPr>
        <p:sp>
          <p:nvSpPr>
            <p:cNvPr id="131" name="Rectangle 130">
              <a:extLst>
                <a:ext uri="{FF2B5EF4-FFF2-40B4-BE49-F238E27FC236}">
                  <a16:creationId xmlns:a16="http://schemas.microsoft.com/office/drawing/2014/main" id="{B2E0492A-09DD-D8F1-3659-E31712CFFD55}"/>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32" name="Right Triangle 131">
              <a:extLst>
                <a:ext uri="{FF2B5EF4-FFF2-40B4-BE49-F238E27FC236}">
                  <a16:creationId xmlns:a16="http://schemas.microsoft.com/office/drawing/2014/main" id="{38AD7194-A0C7-A781-2B84-A85D2EA1F647}"/>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3" name="Group 132">
              <a:extLst>
                <a:ext uri="{FF2B5EF4-FFF2-40B4-BE49-F238E27FC236}">
                  <a16:creationId xmlns:a16="http://schemas.microsoft.com/office/drawing/2014/main" id="{2D35C0D4-E1D0-6E78-8BC2-4B6A86147319}"/>
                </a:ext>
              </a:extLst>
            </p:cNvPr>
            <p:cNvGrpSpPr/>
            <p:nvPr/>
          </p:nvGrpSpPr>
          <p:grpSpPr>
            <a:xfrm>
              <a:off x="5276135" y="1542936"/>
              <a:ext cx="37817" cy="61390"/>
              <a:chOff x="3883481" y="2057400"/>
              <a:chExt cx="1608363" cy="2652031"/>
            </a:xfrm>
            <a:solidFill>
              <a:srgbClr val="A6A6A6">
                <a:alpha val="20000"/>
              </a:srgbClr>
            </a:solidFill>
          </p:grpSpPr>
          <p:sp>
            <p:nvSpPr>
              <p:cNvPr id="134" name="Oval 27">
                <a:extLst>
                  <a:ext uri="{FF2B5EF4-FFF2-40B4-BE49-F238E27FC236}">
                    <a16:creationId xmlns:a16="http://schemas.microsoft.com/office/drawing/2014/main" id="{00C58C3C-7186-358D-5FF6-F3EF4474DD1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5" name="Oval 28">
                <a:extLst>
                  <a:ext uri="{FF2B5EF4-FFF2-40B4-BE49-F238E27FC236}">
                    <a16:creationId xmlns:a16="http://schemas.microsoft.com/office/drawing/2014/main" id="{EE86BEE0-7D70-8386-2FB9-10E9B168BF8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6" name="Group 135">
            <a:extLst>
              <a:ext uri="{FF2B5EF4-FFF2-40B4-BE49-F238E27FC236}">
                <a16:creationId xmlns:a16="http://schemas.microsoft.com/office/drawing/2014/main" id="{2E685E03-951A-97ED-20BB-F010331407A8}"/>
              </a:ext>
            </a:extLst>
          </p:cNvPr>
          <p:cNvGrpSpPr/>
          <p:nvPr/>
        </p:nvGrpSpPr>
        <p:grpSpPr>
          <a:xfrm>
            <a:off x="2938537" y="1532271"/>
            <a:ext cx="721206" cy="610042"/>
            <a:chOff x="2938537" y="1532271"/>
            <a:chExt cx="721206" cy="610042"/>
          </a:xfrm>
        </p:grpSpPr>
        <p:sp>
          <p:nvSpPr>
            <p:cNvPr id="137" name="Rectangle 136">
              <a:extLst>
                <a:ext uri="{FF2B5EF4-FFF2-40B4-BE49-F238E27FC236}">
                  <a16:creationId xmlns:a16="http://schemas.microsoft.com/office/drawing/2014/main" id="{139C0C43-5B4B-8876-32B9-B30D056B4233}"/>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138" name="Right Triangle 137">
              <a:extLst>
                <a:ext uri="{FF2B5EF4-FFF2-40B4-BE49-F238E27FC236}">
                  <a16:creationId xmlns:a16="http://schemas.microsoft.com/office/drawing/2014/main" id="{2F49ABBB-78F6-38D5-BD29-CB570887E9BC}"/>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9" name="Oval 27">
              <a:extLst>
                <a:ext uri="{FF2B5EF4-FFF2-40B4-BE49-F238E27FC236}">
                  <a16:creationId xmlns:a16="http://schemas.microsoft.com/office/drawing/2014/main" id="{61BD7CF8-E628-9100-45AE-37802102AD2D}"/>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0" name="Oval 28">
              <a:extLst>
                <a:ext uri="{FF2B5EF4-FFF2-40B4-BE49-F238E27FC236}">
                  <a16:creationId xmlns:a16="http://schemas.microsoft.com/office/drawing/2014/main" id="{DFE3D848-48D0-FEE3-E4B7-5BF50BD919BA}"/>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2" name="Group 141">
            <a:extLst>
              <a:ext uri="{FF2B5EF4-FFF2-40B4-BE49-F238E27FC236}">
                <a16:creationId xmlns:a16="http://schemas.microsoft.com/office/drawing/2014/main" id="{B935E155-E936-7CD2-FC71-B997652AA5F6}"/>
              </a:ext>
            </a:extLst>
          </p:cNvPr>
          <p:cNvGrpSpPr/>
          <p:nvPr/>
        </p:nvGrpSpPr>
        <p:grpSpPr>
          <a:xfrm>
            <a:off x="6287105" y="2974054"/>
            <a:ext cx="721206" cy="609701"/>
            <a:chOff x="6287105" y="2974054"/>
            <a:chExt cx="721206" cy="609701"/>
          </a:xfrm>
        </p:grpSpPr>
        <p:sp>
          <p:nvSpPr>
            <p:cNvPr id="143" name="Rectangle 142">
              <a:hlinkHover r:id="" action="ppaction://noaction" highlightClick="1"/>
              <a:extLst>
                <a:ext uri="{FF2B5EF4-FFF2-40B4-BE49-F238E27FC236}">
                  <a16:creationId xmlns:a16="http://schemas.microsoft.com/office/drawing/2014/main" id="{65014BEA-B78F-BA3E-0E87-B1D7A7A6447A}"/>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144" name="Rectangle 143">
              <a:extLst>
                <a:ext uri="{FF2B5EF4-FFF2-40B4-BE49-F238E27FC236}">
                  <a16:creationId xmlns:a16="http://schemas.microsoft.com/office/drawing/2014/main" id="{0A4CF788-59C9-62B4-4779-2DB59D81EA18}"/>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 name="Oval 15">
              <a:extLst>
                <a:ext uri="{FF2B5EF4-FFF2-40B4-BE49-F238E27FC236}">
                  <a16:creationId xmlns:a16="http://schemas.microsoft.com/office/drawing/2014/main" id="{6FAB0695-403F-413A-3DE9-68D8F1D2B747}"/>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8" name="Straight Connector 147">
              <a:extLst>
                <a:ext uri="{FF2B5EF4-FFF2-40B4-BE49-F238E27FC236}">
                  <a16:creationId xmlns:a16="http://schemas.microsoft.com/office/drawing/2014/main" id="{0026D73D-A600-CE96-E910-FB1434460CCC}"/>
                </a:ext>
              </a:extLst>
            </p:cNvPr>
            <p:cNvCxnSpPr>
              <a:cxnSpLocks/>
              <a:stCxn id="147"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150" name="Group 149">
            <a:extLst>
              <a:ext uri="{FF2B5EF4-FFF2-40B4-BE49-F238E27FC236}">
                <a16:creationId xmlns:a16="http://schemas.microsoft.com/office/drawing/2014/main" id="{B63AB076-CDC2-A0BB-4016-ACA029659544}"/>
              </a:ext>
            </a:extLst>
          </p:cNvPr>
          <p:cNvGrpSpPr/>
          <p:nvPr/>
        </p:nvGrpSpPr>
        <p:grpSpPr>
          <a:xfrm>
            <a:off x="7123149" y="2974054"/>
            <a:ext cx="721206" cy="646284"/>
            <a:chOff x="7123149" y="2974054"/>
            <a:chExt cx="721206" cy="646284"/>
          </a:xfrm>
        </p:grpSpPr>
        <p:sp>
          <p:nvSpPr>
            <p:cNvPr id="156" name="Rectangle 155">
              <a:hlinkHover r:id="" action="ppaction://noaction" highlightClick="1"/>
              <a:extLst>
                <a:ext uri="{FF2B5EF4-FFF2-40B4-BE49-F238E27FC236}">
                  <a16:creationId xmlns:a16="http://schemas.microsoft.com/office/drawing/2014/main" id="{F6F0D5F2-E33C-F712-861E-1275D106153F}"/>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157" name="Rectangle 156">
              <a:extLst>
                <a:ext uri="{FF2B5EF4-FFF2-40B4-BE49-F238E27FC236}">
                  <a16:creationId xmlns:a16="http://schemas.microsoft.com/office/drawing/2014/main" id="{80365067-A968-90D4-20E5-6C5B1DF19491}"/>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8" name="Oval 15">
              <a:extLst>
                <a:ext uri="{FF2B5EF4-FFF2-40B4-BE49-F238E27FC236}">
                  <a16:creationId xmlns:a16="http://schemas.microsoft.com/office/drawing/2014/main" id="{9CA9BFB6-E867-C3C7-0524-A8D43B14E6D9}"/>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20" name="Straight Connector 519">
              <a:extLst>
                <a:ext uri="{FF2B5EF4-FFF2-40B4-BE49-F238E27FC236}">
                  <a16:creationId xmlns:a16="http://schemas.microsoft.com/office/drawing/2014/main" id="{2FDD21DC-76F5-6A57-27D5-633BA0456607}"/>
                </a:ext>
              </a:extLst>
            </p:cNvPr>
            <p:cNvCxnSpPr>
              <a:cxnSpLocks/>
              <a:stCxn id="158"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21" name="Straight Connector 520">
              <a:extLst>
                <a:ext uri="{FF2B5EF4-FFF2-40B4-BE49-F238E27FC236}">
                  <a16:creationId xmlns:a16="http://schemas.microsoft.com/office/drawing/2014/main" id="{DCD52F68-ECFB-1EE0-CAB0-18C95B0A779E}"/>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22" name="Group 521">
            <a:extLst>
              <a:ext uri="{FF2B5EF4-FFF2-40B4-BE49-F238E27FC236}">
                <a16:creationId xmlns:a16="http://schemas.microsoft.com/office/drawing/2014/main" id="{F8AEEF43-84F7-56AF-B6F5-67ABD2C81093}"/>
              </a:ext>
            </a:extLst>
          </p:cNvPr>
          <p:cNvGrpSpPr/>
          <p:nvPr/>
        </p:nvGrpSpPr>
        <p:grpSpPr>
          <a:xfrm>
            <a:off x="7959200" y="2974054"/>
            <a:ext cx="721206" cy="609701"/>
            <a:chOff x="7959200" y="2974054"/>
            <a:chExt cx="721206" cy="609701"/>
          </a:xfrm>
        </p:grpSpPr>
        <p:sp>
          <p:nvSpPr>
            <p:cNvPr id="523" name="Rectangle 522">
              <a:hlinkHover r:id="" action="ppaction://noaction" highlightClick="1"/>
              <a:extLst>
                <a:ext uri="{FF2B5EF4-FFF2-40B4-BE49-F238E27FC236}">
                  <a16:creationId xmlns:a16="http://schemas.microsoft.com/office/drawing/2014/main" id="{685C8EF7-D5C1-6A23-B69B-619F5C03782B}"/>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524" name="Diamond 523">
              <a:extLst>
                <a:ext uri="{FF2B5EF4-FFF2-40B4-BE49-F238E27FC236}">
                  <a16:creationId xmlns:a16="http://schemas.microsoft.com/office/drawing/2014/main" id="{4712613F-ACB8-9929-AAAC-21C6F244741A}"/>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5" name="Oval 524">
              <a:extLst>
                <a:ext uri="{FF2B5EF4-FFF2-40B4-BE49-F238E27FC236}">
                  <a16:creationId xmlns:a16="http://schemas.microsoft.com/office/drawing/2014/main" id="{3E78D148-22C1-24E8-C768-2B8B0E0B15B4}"/>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6" name="Group 525">
            <a:extLst>
              <a:ext uri="{FF2B5EF4-FFF2-40B4-BE49-F238E27FC236}">
                <a16:creationId xmlns:a16="http://schemas.microsoft.com/office/drawing/2014/main" id="{9C1F7886-4428-BF6E-50AE-F80A08382D0A}"/>
              </a:ext>
            </a:extLst>
          </p:cNvPr>
          <p:cNvGrpSpPr/>
          <p:nvPr/>
        </p:nvGrpSpPr>
        <p:grpSpPr>
          <a:xfrm>
            <a:off x="8795244" y="2974054"/>
            <a:ext cx="721206" cy="609701"/>
            <a:chOff x="8795244" y="2974054"/>
            <a:chExt cx="721206" cy="609701"/>
          </a:xfrm>
        </p:grpSpPr>
        <p:sp>
          <p:nvSpPr>
            <p:cNvPr id="527" name="Rectangle 526">
              <a:hlinkHover r:id="" action="ppaction://noaction" highlightClick="1"/>
              <a:extLst>
                <a:ext uri="{FF2B5EF4-FFF2-40B4-BE49-F238E27FC236}">
                  <a16:creationId xmlns:a16="http://schemas.microsoft.com/office/drawing/2014/main" id="{D99DA619-8BB5-79C8-7938-81CBB0835EE9}"/>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528" name="Diamond 527">
              <a:extLst>
                <a:ext uri="{FF2B5EF4-FFF2-40B4-BE49-F238E27FC236}">
                  <a16:creationId xmlns:a16="http://schemas.microsoft.com/office/drawing/2014/main" id="{3DE0AFA1-E06D-609E-3A0A-76E7D5224EAB}"/>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9" name="Oval 528">
              <a:extLst>
                <a:ext uri="{FF2B5EF4-FFF2-40B4-BE49-F238E27FC236}">
                  <a16:creationId xmlns:a16="http://schemas.microsoft.com/office/drawing/2014/main" id="{7094EC2D-6BF1-5F71-D389-D00115378E1C}"/>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6" name="Group 535">
            <a:extLst>
              <a:ext uri="{FF2B5EF4-FFF2-40B4-BE49-F238E27FC236}">
                <a16:creationId xmlns:a16="http://schemas.microsoft.com/office/drawing/2014/main" id="{541F1947-5E06-1651-0946-C039F3D9711C}"/>
              </a:ext>
            </a:extLst>
          </p:cNvPr>
          <p:cNvGrpSpPr/>
          <p:nvPr/>
        </p:nvGrpSpPr>
        <p:grpSpPr>
          <a:xfrm>
            <a:off x="5442073" y="811556"/>
            <a:ext cx="728239" cy="609701"/>
            <a:chOff x="5442073" y="811556"/>
            <a:chExt cx="728239" cy="609701"/>
          </a:xfrm>
        </p:grpSpPr>
        <p:sp>
          <p:nvSpPr>
            <p:cNvPr id="537" name="Rectangle 536">
              <a:extLst>
                <a:ext uri="{FF2B5EF4-FFF2-40B4-BE49-F238E27FC236}">
                  <a16:creationId xmlns:a16="http://schemas.microsoft.com/office/drawing/2014/main" id="{5353FAE4-CF46-6EA8-7331-6BCF1DA7040F}"/>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538" name="Rectangle 537">
              <a:extLst>
                <a:ext uri="{FF2B5EF4-FFF2-40B4-BE49-F238E27FC236}">
                  <a16:creationId xmlns:a16="http://schemas.microsoft.com/office/drawing/2014/main" id="{E9D95BA5-BB54-7E3B-0C47-F78436B2EC33}"/>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9" name="Oval 15">
              <a:extLst>
                <a:ext uri="{FF2B5EF4-FFF2-40B4-BE49-F238E27FC236}">
                  <a16:creationId xmlns:a16="http://schemas.microsoft.com/office/drawing/2014/main" id="{4816F486-83CA-D646-FBE4-DE5898A15742}"/>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40" name="Straight Connector 539">
              <a:extLst>
                <a:ext uri="{FF2B5EF4-FFF2-40B4-BE49-F238E27FC236}">
                  <a16:creationId xmlns:a16="http://schemas.microsoft.com/office/drawing/2014/main" id="{E8649584-AF3F-E047-9C45-E1EB26EDA17D}"/>
                </a:ext>
              </a:extLst>
            </p:cNvPr>
            <p:cNvCxnSpPr>
              <a:cxnSpLocks/>
              <a:stCxn id="539"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41" name="Straight Connector 540">
              <a:extLst>
                <a:ext uri="{FF2B5EF4-FFF2-40B4-BE49-F238E27FC236}">
                  <a16:creationId xmlns:a16="http://schemas.microsoft.com/office/drawing/2014/main" id="{16957BEC-95F4-690E-7697-6FE8ABF8723E}"/>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42" name="Group 541">
            <a:extLst>
              <a:ext uri="{FF2B5EF4-FFF2-40B4-BE49-F238E27FC236}">
                <a16:creationId xmlns:a16="http://schemas.microsoft.com/office/drawing/2014/main" id="{009B0FDD-3964-169E-270D-19F5D685EBBD}"/>
              </a:ext>
            </a:extLst>
          </p:cNvPr>
          <p:cNvGrpSpPr/>
          <p:nvPr/>
        </p:nvGrpSpPr>
        <p:grpSpPr>
          <a:xfrm>
            <a:off x="6284597" y="811555"/>
            <a:ext cx="721206" cy="609701"/>
            <a:chOff x="6284597" y="811555"/>
            <a:chExt cx="721206" cy="609701"/>
          </a:xfrm>
        </p:grpSpPr>
        <p:sp>
          <p:nvSpPr>
            <p:cNvPr id="543" name="Rectangle 542">
              <a:hlinkHover r:id="" action="ppaction://noaction" highlightClick="1"/>
              <a:extLst>
                <a:ext uri="{FF2B5EF4-FFF2-40B4-BE49-F238E27FC236}">
                  <a16:creationId xmlns:a16="http://schemas.microsoft.com/office/drawing/2014/main" id="{87561B59-64C1-CF11-1F86-B0133143A9B2}"/>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544" name="Right Triangle 543">
              <a:extLst>
                <a:ext uri="{FF2B5EF4-FFF2-40B4-BE49-F238E27FC236}">
                  <a16:creationId xmlns:a16="http://schemas.microsoft.com/office/drawing/2014/main" id="{CAD4E507-BCB9-1FCD-9CA7-44C858DCAF64}"/>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5" name="Oval 27">
              <a:extLst>
                <a:ext uri="{FF2B5EF4-FFF2-40B4-BE49-F238E27FC236}">
                  <a16:creationId xmlns:a16="http://schemas.microsoft.com/office/drawing/2014/main" id="{3B6E13EE-F11E-0607-7607-8BD06C6D64C8}"/>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6" name="Oval 28">
              <a:extLst>
                <a:ext uri="{FF2B5EF4-FFF2-40B4-BE49-F238E27FC236}">
                  <a16:creationId xmlns:a16="http://schemas.microsoft.com/office/drawing/2014/main" id="{539CF452-E06C-35C6-37B7-EDE5A30AE226}"/>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2" name="Group 551">
            <a:extLst>
              <a:ext uri="{FF2B5EF4-FFF2-40B4-BE49-F238E27FC236}">
                <a16:creationId xmlns:a16="http://schemas.microsoft.com/office/drawing/2014/main" id="{B0089C94-32CB-E218-078C-79AC8ADD1171}"/>
              </a:ext>
            </a:extLst>
          </p:cNvPr>
          <p:cNvGrpSpPr/>
          <p:nvPr/>
        </p:nvGrpSpPr>
        <p:grpSpPr>
          <a:xfrm>
            <a:off x="7957576" y="811556"/>
            <a:ext cx="721206" cy="609701"/>
            <a:chOff x="7957576" y="811556"/>
            <a:chExt cx="721206" cy="609701"/>
          </a:xfrm>
        </p:grpSpPr>
        <p:sp>
          <p:nvSpPr>
            <p:cNvPr id="553" name="Rectangle 552">
              <a:extLst>
                <a:ext uri="{FF2B5EF4-FFF2-40B4-BE49-F238E27FC236}">
                  <a16:creationId xmlns:a16="http://schemas.microsoft.com/office/drawing/2014/main" id="{B5297967-A5B0-85D4-F261-E3D1FA99F689}"/>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554" name="Rectangle 553">
              <a:extLst>
                <a:ext uri="{FF2B5EF4-FFF2-40B4-BE49-F238E27FC236}">
                  <a16:creationId xmlns:a16="http://schemas.microsoft.com/office/drawing/2014/main" id="{6DD6E723-2835-6C3E-E4D0-07160A294200}"/>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5" name="Oval 15">
              <a:extLst>
                <a:ext uri="{FF2B5EF4-FFF2-40B4-BE49-F238E27FC236}">
                  <a16:creationId xmlns:a16="http://schemas.microsoft.com/office/drawing/2014/main" id="{73A805A1-53D9-0169-735F-D054F03AA9AD}"/>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6" name="Straight Connector 555">
              <a:extLst>
                <a:ext uri="{FF2B5EF4-FFF2-40B4-BE49-F238E27FC236}">
                  <a16:creationId xmlns:a16="http://schemas.microsoft.com/office/drawing/2014/main" id="{76342290-8187-B43E-18BB-94715545F5CB}"/>
                </a:ext>
              </a:extLst>
            </p:cNvPr>
            <p:cNvCxnSpPr>
              <a:cxnSpLocks/>
              <a:stCxn id="555"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7" name="Straight Connector 556">
              <a:extLst>
                <a:ext uri="{FF2B5EF4-FFF2-40B4-BE49-F238E27FC236}">
                  <a16:creationId xmlns:a16="http://schemas.microsoft.com/office/drawing/2014/main" id="{E1D9F3F2-7613-3683-7D9F-713BC529F844}"/>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66" name="Group 565">
            <a:extLst>
              <a:ext uri="{FF2B5EF4-FFF2-40B4-BE49-F238E27FC236}">
                <a16:creationId xmlns:a16="http://schemas.microsoft.com/office/drawing/2014/main" id="{E7EA2F20-2810-AE35-1593-CFF3FC39D49F}"/>
              </a:ext>
            </a:extLst>
          </p:cNvPr>
          <p:cNvGrpSpPr/>
          <p:nvPr/>
        </p:nvGrpSpPr>
        <p:grpSpPr>
          <a:xfrm>
            <a:off x="11356242" y="90836"/>
            <a:ext cx="721206" cy="609701"/>
            <a:chOff x="11356242" y="90836"/>
            <a:chExt cx="721206" cy="609701"/>
          </a:xfrm>
        </p:grpSpPr>
        <p:sp>
          <p:nvSpPr>
            <p:cNvPr id="567" name="Rectangle 566">
              <a:hlinkHover r:id="" action="ppaction://noaction" highlightClick="1"/>
              <a:extLst>
                <a:ext uri="{FF2B5EF4-FFF2-40B4-BE49-F238E27FC236}">
                  <a16:creationId xmlns:a16="http://schemas.microsoft.com/office/drawing/2014/main" id="{9C597062-D290-5230-B32F-C49AF65C57C3}"/>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68" name="Oval 567">
              <a:extLst>
                <a:ext uri="{FF2B5EF4-FFF2-40B4-BE49-F238E27FC236}">
                  <a16:creationId xmlns:a16="http://schemas.microsoft.com/office/drawing/2014/main" id="{05C8E37C-6240-2954-5C5C-5E85BE293679}"/>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9" name="Isosceles Triangle 648">
              <a:extLst>
                <a:ext uri="{FF2B5EF4-FFF2-40B4-BE49-F238E27FC236}">
                  <a16:creationId xmlns:a16="http://schemas.microsoft.com/office/drawing/2014/main" id="{ADA10892-D536-EDE0-5D14-2FB9CAB171FC}"/>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0" name="Group 569">
            <a:extLst>
              <a:ext uri="{FF2B5EF4-FFF2-40B4-BE49-F238E27FC236}">
                <a16:creationId xmlns:a16="http://schemas.microsoft.com/office/drawing/2014/main" id="{49EB427B-7DC7-7EF6-3A19-1361282EAD20}"/>
              </a:ext>
            </a:extLst>
          </p:cNvPr>
          <p:cNvGrpSpPr/>
          <p:nvPr/>
        </p:nvGrpSpPr>
        <p:grpSpPr>
          <a:xfrm>
            <a:off x="11356243" y="3694774"/>
            <a:ext cx="721206" cy="609701"/>
            <a:chOff x="11356243" y="3694774"/>
            <a:chExt cx="721206" cy="609701"/>
          </a:xfrm>
        </p:grpSpPr>
        <p:sp>
          <p:nvSpPr>
            <p:cNvPr id="571" name="Rectangle 570">
              <a:hlinkHover r:id="" action="ppaction://noaction" highlightClick="1"/>
              <a:extLst>
                <a:ext uri="{FF2B5EF4-FFF2-40B4-BE49-F238E27FC236}">
                  <a16:creationId xmlns:a16="http://schemas.microsoft.com/office/drawing/2014/main" id="{2A2ED3BE-80C4-4AB3-0FD9-3C7D0118B104}"/>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72" name="Oval 571">
              <a:extLst>
                <a:ext uri="{FF2B5EF4-FFF2-40B4-BE49-F238E27FC236}">
                  <a16:creationId xmlns:a16="http://schemas.microsoft.com/office/drawing/2014/main" id="{DBA20EEA-7D89-4848-FF78-20FA3C4CF7D0}"/>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3" name="Isosceles Triangle 648">
              <a:extLst>
                <a:ext uri="{FF2B5EF4-FFF2-40B4-BE49-F238E27FC236}">
                  <a16:creationId xmlns:a16="http://schemas.microsoft.com/office/drawing/2014/main" id="{FD5B5BAD-BE6C-4907-EFFF-60E1B920E79C}"/>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4" name="Group 573">
            <a:extLst>
              <a:ext uri="{FF2B5EF4-FFF2-40B4-BE49-F238E27FC236}">
                <a16:creationId xmlns:a16="http://schemas.microsoft.com/office/drawing/2014/main" id="{CEB1BA31-E1CE-D71A-FCB0-27AD95D39E1F}"/>
              </a:ext>
            </a:extLst>
          </p:cNvPr>
          <p:cNvGrpSpPr/>
          <p:nvPr/>
        </p:nvGrpSpPr>
        <p:grpSpPr>
          <a:xfrm>
            <a:off x="9657691" y="4419624"/>
            <a:ext cx="721206" cy="609701"/>
            <a:chOff x="9657691" y="4419624"/>
            <a:chExt cx="721206" cy="609701"/>
          </a:xfrm>
        </p:grpSpPr>
        <p:sp>
          <p:nvSpPr>
            <p:cNvPr id="575" name="Rectangle 574">
              <a:hlinkHover r:id="" action="ppaction://noaction" highlightClick="1"/>
              <a:extLst>
                <a:ext uri="{FF2B5EF4-FFF2-40B4-BE49-F238E27FC236}">
                  <a16:creationId xmlns:a16="http://schemas.microsoft.com/office/drawing/2014/main" id="{C5701286-0F12-2A71-582E-65754221FFF7}"/>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76" name="Oval 575">
              <a:extLst>
                <a:ext uri="{FF2B5EF4-FFF2-40B4-BE49-F238E27FC236}">
                  <a16:creationId xmlns:a16="http://schemas.microsoft.com/office/drawing/2014/main" id="{F08B383C-4461-2B7E-5AEB-090D73008607}"/>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7" name="Isosceles Triangle 648">
              <a:extLst>
                <a:ext uri="{FF2B5EF4-FFF2-40B4-BE49-F238E27FC236}">
                  <a16:creationId xmlns:a16="http://schemas.microsoft.com/office/drawing/2014/main" id="{6DCE17EF-7BE4-23D8-D260-740224CF4CAE}"/>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8" name="Group 577">
            <a:extLst>
              <a:ext uri="{FF2B5EF4-FFF2-40B4-BE49-F238E27FC236}">
                <a16:creationId xmlns:a16="http://schemas.microsoft.com/office/drawing/2014/main" id="{2E84945C-23FD-DA1D-70A5-6333ECE1A8FC}"/>
              </a:ext>
            </a:extLst>
          </p:cNvPr>
          <p:cNvGrpSpPr/>
          <p:nvPr/>
        </p:nvGrpSpPr>
        <p:grpSpPr>
          <a:xfrm>
            <a:off x="10506968" y="4419620"/>
            <a:ext cx="721206" cy="609701"/>
            <a:chOff x="10506968" y="4419620"/>
            <a:chExt cx="721206" cy="609701"/>
          </a:xfrm>
        </p:grpSpPr>
        <p:sp>
          <p:nvSpPr>
            <p:cNvPr id="579" name="Rectangle 578">
              <a:hlinkHover r:id="" action="ppaction://noaction" highlightClick="1"/>
              <a:extLst>
                <a:ext uri="{FF2B5EF4-FFF2-40B4-BE49-F238E27FC236}">
                  <a16:creationId xmlns:a16="http://schemas.microsoft.com/office/drawing/2014/main" id="{1B8C225F-C928-A427-27C5-945D2592A93C}"/>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80" name="Oval 579">
              <a:extLst>
                <a:ext uri="{FF2B5EF4-FFF2-40B4-BE49-F238E27FC236}">
                  <a16:creationId xmlns:a16="http://schemas.microsoft.com/office/drawing/2014/main" id="{E000725F-820E-6D00-1DD9-87733E322176}"/>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1" name="Isosceles Triangle 648">
              <a:extLst>
                <a:ext uri="{FF2B5EF4-FFF2-40B4-BE49-F238E27FC236}">
                  <a16:creationId xmlns:a16="http://schemas.microsoft.com/office/drawing/2014/main" id="{0DF51D96-3398-C33B-ED6B-9474B76C694B}"/>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2" name="Group 581">
            <a:extLst>
              <a:ext uri="{FF2B5EF4-FFF2-40B4-BE49-F238E27FC236}">
                <a16:creationId xmlns:a16="http://schemas.microsoft.com/office/drawing/2014/main" id="{9C492177-8B4B-49C9-6C47-C76C71273C97}"/>
              </a:ext>
            </a:extLst>
          </p:cNvPr>
          <p:cNvGrpSpPr/>
          <p:nvPr/>
        </p:nvGrpSpPr>
        <p:grpSpPr>
          <a:xfrm>
            <a:off x="11356003" y="4416261"/>
            <a:ext cx="721206" cy="609701"/>
            <a:chOff x="11356003" y="4416261"/>
            <a:chExt cx="721206" cy="609701"/>
          </a:xfrm>
        </p:grpSpPr>
        <p:sp>
          <p:nvSpPr>
            <p:cNvPr id="583" name="Rectangle 582">
              <a:hlinkHover r:id="" action="ppaction://noaction" highlightClick="1"/>
              <a:extLst>
                <a:ext uri="{FF2B5EF4-FFF2-40B4-BE49-F238E27FC236}">
                  <a16:creationId xmlns:a16="http://schemas.microsoft.com/office/drawing/2014/main" id="{85C3E7E4-D45B-925E-DAD5-DFB612DF4CF6}"/>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84" name="Oval 583">
              <a:extLst>
                <a:ext uri="{FF2B5EF4-FFF2-40B4-BE49-F238E27FC236}">
                  <a16:creationId xmlns:a16="http://schemas.microsoft.com/office/drawing/2014/main" id="{8232649A-D3D6-D2F1-2435-CA53C9F74093}"/>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5" name="Isosceles Triangle 648">
              <a:extLst>
                <a:ext uri="{FF2B5EF4-FFF2-40B4-BE49-F238E27FC236}">
                  <a16:creationId xmlns:a16="http://schemas.microsoft.com/office/drawing/2014/main" id="{FC229410-11E8-82CD-8A10-27C12617D9AC}"/>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6" name="Group 585">
            <a:extLst>
              <a:ext uri="{FF2B5EF4-FFF2-40B4-BE49-F238E27FC236}">
                <a16:creationId xmlns:a16="http://schemas.microsoft.com/office/drawing/2014/main" id="{5442FD48-13FF-1203-475E-8C7D183CCE58}"/>
              </a:ext>
            </a:extLst>
          </p:cNvPr>
          <p:cNvGrpSpPr/>
          <p:nvPr/>
        </p:nvGrpSpPr>
        <p:grpSpPr>
          <a:xfrm>
            <a:off x="8808526" y="4416261"/>
            <a:ext cx="721206" cy="609701"/>
            <a:chOff x="8808526" y="4416261"/>
            <a:chExt cx="721206" cy="609701"/>
          </a:xfrm>
        </p:grpSpPr>
        <p:sp>
          <p:nvSpPr>
            <p:cNvPr id="587" name="Rectangle 586">
              <a:hlinkHover r:id="" action="ppaction://noaction" highlightClick="1"/>
              <a:extLst>
                <a:ext uri="{FF2B5EF4-FFF2-40B4-BE49-F238E27FC236}">
                  <a16:creationId xmlns:a16="http://schemas.microsoft.com/office/drawing/2014/main" id="{07D043D3-D408-D66E-6649-29A8BDEF120E}"/>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88" name="Oval 587">
              <a:extLst>
                <a:ext uri="{FF2B5EF4-FFF2-40B4-BE49-F238E27FC236}">
                  <a16:creationId xmlns:a16="http://schemas.microsoft.com/office/drawing/2014/main" id="{F320DD22-DE5D-AAB8-6AA4-0884CEB0D4F2}"/>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9" name="Isosceles Triangle 648">
              <a:extLst>
                <a:ext uri="{FF2B5EF4-FFF2-40B4-BE49-F238E27FC236}">
                  <a16:creationId xmlns:a16="http://schemas.microsoft.com/office/drawing/2014/main" id="{7878EAFC-107F-2011-4AD0-20DB5695FD86}"/>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0" name="Group 589">
            <a:extLst>
              <a:ext uri="{FF2B5EF4-FFF2-40B4-BE49-F238E27FC236}">
                <a16:creationId xmlns:a16="http://schemas.microsoft.com/office/drawing/2014/main" id="{6DD1BCCF-5618-EDE6-8401-FA7535E0D0A3}"/>
              </a:ext>
            </a:extLst>
          </p:cNvPr>
          <p:cNvGrpSpPr/>
          <p:nvPr/>
        </p:nvGrpSpPr>
        <p:grpSpPr>
          <a:xfrm>
            <a:off x="10509579" y="5141013"/>
            <a:ext cx="721206" cy="609701"/>
            <a:chOff x="10509579" y="5141013"/>
            <a:chExt cx="721206" cy="609701"/>
          </a:xfrm>
        </p:grpSpPr>
        <p:sp>
          <p:nvSpPr>
            <p:cNvPr id="591" name="Rectangle 590">
              <a:hlinkHover r:id="" action="ppaction://noaction" highlightClick="1"/>
              <a:extLst>
                <a:ext uri="{FF2B5EF4-FFF2-40B4-BE49-F238E27FC236}">
                  <a16:creationId xmlns:a16="http://schemas.microsoft.com/office/drawing/2014/main" id="{DC3FB376-A122-D470-C94F-6A7639DAAF61}"/>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92" name="Oval 591">
              <a:extLst>
                <a:ext uri="{FF2B5EF4-FFF2-40B4-BE49-F238E27FC236}">
                  <a16:creationId xmlns:a16="http://schemas.microsoft.com/office/drawing/2014/main" id="{4F9959D5-1F1E-AD97-0671-EE50811981B2}"/>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3" name="Isosceles Triangle 648">
              <a:extLst>
                <a:ext uri="{FF2B5EF4-FFF2-40B4-BE49-F238E27FC236}">
                  <a16:creationId xmlns:a16="http://schemas.microsoft.com/office/drawing/2014/main" id="{5BF7C51C-C0E4-BAD3-BF00-F5566FFA4290}"/>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4" name="Group 593">
            <a:extLst>
              <a:ext uri="{FF2B5EF4-FFF2-40B4-BE49-F238E27FC236}">
                <a16:creationId xmlns:a16="http://schemas.microsoft.com/office/drawing/2014/main" id="{B6C4B8A4-4BDC-0922-4446-EC4582555B86}"/>
              </a:ext>
            </a:extLst>
          </p:cNvPr>
          <p:cNvGrpSpPr/>
          <p:nvPr/>
        </p:nvGrpSpPr>
        <p:grpSpPr>
          <a:xfrm>
            <a:off x="9651076" y="5143367"/>
            <a:ext cx="721206" cy="609701"/>
            <a:chOff x="9651076" y="5143367"/>
            <a:chExt cx="721206" cy="609701"/>
          </a:xfrm>
        </p:grpSpPr>
        <p:sp>
          <p:nvSpPr>
            <p:cNvPr id="595" name="Rectangle 594">
              <a:hlinkHover r:id="" action="ppaction://noaction" highlightClick="1"/>
              <a:extLst>
                <a:ext uri="{FF2B5EF4-FFF2-40B4-BE49-F238E27FC236}">
                  <a16:creationId xmlns:a16="http://schemas.microsoft.com/office/drawing/2014/main" id="{2957C338-0F67-E58D-F85D-613ED07015EC}"/>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96" name="Oval 595">
              <a:extLst>
                <a:ext uri="{FF2B5EF4-FFF2-40B4-BE49-F238E27FC236}">
                  <a16:creationId xmlns:a16="http://schemas.microsoft.com/office/drawing/2014/main" id="{5D14BA36-2E73-DCB2-CA2B-2F53AAD1F062}"/>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7" name="Isosceles Triangle 648">
              <a:extLst>
                <a:ext uri="{FF2B5EF4-FFF2-40B4-BE49-F238E27FC236}">
                  <a16:creationId xmlns:a16="http://schemas.microsoft.com/office/drawing/2014/main" id="{C079F4A6-E00E-1A9D-2B3C-2C24E19587CF}"/>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8" name="Group 597">
            <a:extLst>
              <a:ext uri="{FF2B5EF4-FFF2-40B4-BE49-F238E27FC236}">
                <a16:creationId xmlns:a16="http://schemas.microsoft.com/office/drawing/2014/main" id="{61627821-43F4-7983-BACD-6BB676DC69C7}"/>
              </a:ext>
            </a:extLst>
          </p:cNvPr>
          <p:cNvGrpSpPr/>
          <p:nvPr/>
        </p:nvGrpSpPr>
        <p:grpSpPr>
          <a:xfrm>
            <a:off x="9657612" y="3698231"/>
            <a:ext cx="721206" cy="609701"/>
            <a:chOff x="9657612" y="3698231"/>
            <a:chExt cx="721206" cy="609701"/>
          </a:xfrm>
        </p:grpSpPr>
        <p:sp>
          <p:nvSpPr>
            <p:cNvPr id="599" name="Rectangle 598">
              <a:hlinkHover r:id="" action="ppaction://noaction" highlightClick="1"/>
              <a:extLst>
                <a:ext uri="{FF2B5EF4-FFF2-40B4-BE49-F238E27FC236}">
                  <a16:creationId xmlns:a16="http://schemas.microsoft.com/office/drawing/2014/main" id="{03D5E794-6DAE-8800-AAA4-530DD311D8F0}"/>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600" name="Oval 599">
              <a:extLst>
                <a:ext uri="{FF2B5EF4-FFF2-40B4-BE49-F238E27FC236}">
                  <a16:creationId xmlns:a16="http://schemas.microsoft.com/office/drawing/2014/main" id="{B4CC6A9E-C85C-2C26-1609-5905597CFCCF}"/>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1" name="Isosceles Triangle 648">
              <a:extLst>
                <a:ext uri="{FF2B5EF4-FFF2-40B4-BE49-F238E27FC236}">
                  <a16:creationId xmlns:a16="http://schemas.microsoft.com/office/drawing/2014/main" id="{FA29D4F2-074F-8231-8CB6-2F0EB6FCA7A1}"/>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2" name="Group 601">
            <a:extLst>
              <a:ext uri="{FF2B5EF4-FFF2-40B4-BE49-F238E27FC236}">
                <a16:creationId xmlns:a16="http://schemas.microsoft.com/office/drawing/2014/main" id="{90819E56-1F9F-39A3-45E1-BE1DA423B5D0}"/>
              </a:ext>
            </a:extLst>
          </p:cNvPr>
          <p:cNvGrpSpPr/>
          <p:nvPr/>
        </p:nvGrpSpPr>
        <p:grpSpPr>
          <a:xfrm>
            <a:off x="10506928" y="3698227"/>
            <a:ext cx="721206" cy="609701"/>
            <a:chOff x="10506928" y="3698227"/>
            <a:chExt cx="721206" cy="609701"/>
          </a:xfrm>
        </p:grpSpPr>
        <p:sp>
          <p:nvSpPr>
            <p:cNvPr id="603" name="Rectangle 602">
              <a:hlinkHover r:id="" action="ppaction://noaction" highlightClick="1"/>
              <a:extLst>
                <a:ext uri="{FF2B5EF4-FFF2-40B4-BE49-F238E27FC236}">
                  <a16:creationId xmlns:a16="http://schemas.microsoft.com/office/drawing/2014/main" id="{F5861308-DA2F-1226-B0E8-5582A4457E12}"/>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604" name="Oval 603">
              <a:extLst>
                <a:ext uri="{FF2B5EF4-FFF2-40B4-BE49-F238E27FC236}">
                  <a16:creationId xmlns:a16="http://schemas.microsoft.com/office/drawing/2014/main" id="{F7BAE0B1-26FD-F836-A8A1-A2DC559C936F}"/>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5" name="Isosceles Triangle 648">
              <a:extLst>
                <a:ext uri="{FF2B5EF4-FFF2-40B4-BE49-F238E27FC236}">
                  <a16:creationId xmlns:a16="http://schemas.microsoft.com/office/drawing/2014/main" id="{0AAB5B2C-160D-6EBB-997A-8B89E7424E8A}"/>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6" name="Group 605">
            <a:extLst>
              <a:ext uri="{FF2B5EF4-FFF2-40B4-BE49-F238E27FC236}">
                <a16:creationId xmlns:a16="http://schemas.microsoft.com/office/drawing/2014/main" id="{17756EC6-CA38-C9C8-64BF-673FF729C778}"/>
              </a:ext>
            </a:extLst>
          </p:cNvPr>
          <p:cNvGrpSpPr/>
          <p:nvPr/>
        </p:nvGrpSpPr>
        <p:grpSpPr>
          <a:xfrm>
            <a:off x="8808417" y="5135710"/>
            <a:ext cx="721206" cy="609701"/>
            <a:chOff x="8808417" y="5135710"/>
            <a:chExt cx="721206" cy="609701"/>
          </a:xfrm>
        </p:grpSpPr>
        <p:sp>
          <p:nvSpPr>
            <p:cNvPr id="607" name="Rectangle 606">
              <a:hlinkHover r:id="" action="ppaction://noaction" highlightClick="1"/>
              <a:extLst>
                <a:ext uri="{FF2B5EF4-FFF2-40B4-BE49-F238E27FC236}">
                  <a16:creationId xmlns:a16="http://schemas.microsoft.com/office/drawing/2014/main" id="{8641D42C-CBE0-C5CD-D6C3-E74560E48777}"/>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608" name="Oval 607">
              <a:extLst>
                <a:ext uri="{FF2B5EF4-FFF2-40B4-BE49-F238E27FC236}">
                  <a16:creationId xmlns:a16="http://schemas.microsoft.com/office/drawing/2014/main" id="{3663FF83-648C-5A36-12D5-21CCE948A2C1}"/>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9" name="Isosceles Triangle 648">
              <a:extLst>
                <a:ext uri="{FF2B5EF4-FFF2-40B4-BE49-F238E27FC236}">
                  <a16:creationId xmlns:a16="http://schemas.microsoft.com/office/drawing/2014/main" id="{319FE131-C2A6-0E0E-4B78-918047205350}"/>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4" name="Group 623">
            <a:extLst>
              <a:ext uri="{FF2B5EF4-FFF2-40B4-BE49-F238E27FC236}">
                <a16:creationId xmlns:a16="http://schemas.microsoft.com/office/drawing/2014/main" id="{5CFEFB5B-B49D-B938-13C9-6CBB7CFD366A}"/>
              </a:ext>
            </a:extLst>
          </p:cNvPr>
          <p:cNvGrpSpPr/>
          <p:nvPr/>
        </p:nvGrpSpPr>
        <p:grpSpPr>
          <a:xfrm>
            <a:off x="7957572" y="1532276"/>
            <a:ext cx="721206" cy="609701"/>
            <a:chOff x="7957572" y="1532276"/>
            <a:chExt cx="721206" cy="609701"/>
          </a:xfrm>
        </p:grpSpPr>
        <p:sp>
          <p:nvSpPr>
            <p:cNvPr id="625" name="Rectangle 624">
              <a:hlinkHover r:id="" action="ppaction://noaction" highlightClick="1"/>
              <a:extLst>
                <a:ext uri="{FF2B5EF4-FFF2-40B4-BE49-F238E27FC236}">
                  <a16:creationId xmlns:a16="http://schemas.microsoft.com/office/drawing/2014/main" id="{C4E7729E-C5BE-B60D-0026-187B52E8DAE2}"/>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626" name="Rectangle 625">
              <a:extLst>
                <a:ext uri="{FF2B5EF4-FFF2-40B4-BE49-F238E27FC236}">
                  <a16:creationId xmlns:a16="http://schemas.microsoft.com/office/drawing/2014/main" id="{BF4C8BFF-CBAD-2A67-B87B-643305B36D35}"/>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7" name="Oval 15">
              <a:extLst>
                <a:ext uri="{FF2B5EF4-FFF2-40B4-BE49-F238E27FC236}">
                  <a16:creationId xmlns:a16="http://schemas.microsoft.com/office/drawing/2014/main" id="{3499E0BD-2734-9049-31C5-8BC9CA0389C8}"/>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8" name="Straight Connector 627">
              <a:extLst>
                <a:ext uri="{FF2B5EF4-FFF2-40B4-BE49-F238E27FC236}">
                  <a16:creationId xmlns:a16="http://schemas.microsoft.com/office/drawing/2014/main" id="{47768F7C-BB50-3893-8BE8-6D5A9B2F8F03}"/>
                </a:ext>
              </a:extLst>
            </p:cNvPr>
            <p:cNvCxnSpPr>
              <a:cxnSpLocks/>
              <a:stCxn id="627"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29" name="Straight Connector 628">
              <a:extLst>
                <a:ext uri="{FF2B5EF4-FFF2-40B4-BE49-F238E27FC236}">
                  <a16:creationId xmlns:a16="http://schemas.microsoft.com/office/drawing/2014/main" id="{F30E8146-BA11-5BDA-4176-4A2915695C7C}"/>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0" name="Group 629">
            <a:extLst>
              <a:ext uri="{FF2B5EF4-FFF2-40B4-BE49-F238E27FC236}">
                <a16:creationId xmlns:a16="http://schemas.microsoft.com/office/drawing/2014/main" id="{38B47A47-44AA-009A-662E-2225E12BFFD6}"/>
              </a:ext>
            </a:extLst>
          </p:cNvPr>
          <p:cNvGrpSpPr/>
          <p:nvPr/>
        </p:nvGrpSpPr>
        <p:grpSpPr>
          <a:xfrm>
            <a:off x="9656904" y="1532276"/>
            <a:ext cx="721206" cy="609701"/>
            <a:chOff x="9656904" y="1532276"/>
            <a:chExt cx="721206" cy="609701"/>
          </a:xfrm>
        </p:grpSpPr>
        <p:sp>
          <p:nvSpPr>
            <p:cNvPr id="631" name="Rectangle 630">
              <a:extLst>
                <a:ext uri="{FF2B5EF4-FFF2-40B4-BE49-F238E27FC236}">
                  <a16:creationId xmlns:a16="http://schemas.microsoft.com/office/drawing/2014/main" id="{E47A36ED-B57C-A469-33A2-DE10C2019603}"/>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32" name="Rectangle 631">
              <a:extLst>
                <a:ext uri="{FF2B5EF4-FFF2-40B4-BE49-F238E27FC236}">
                  <a16:creationId xmlns:a16="http://schemas.microsoft.com/office/drawing/2014/main" id="{085854FF-6C52-AABD-5490-D50B1DFB05C2}"/>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3" name="Oval 15">
              <a:extLst>
                <a:ext uri="{FF2B5EF4-FFF2-40B4-BE49-F238E27FC236}">
                  <a16:creationId xmlns:a16="http://schemas.microsoft.com/office/drawing/2014/main" id="{6F04C304-64E3-F6BF-5F7D-7548F455F5E3}"/>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34" name="Straight Connector 633">
              <a:extLst>
                <a:ext uri="{FF2B5EF4-FFF2-40B4-BE49-F238E27FC236}">
                  <a16:creationId xmlns:a16="http://schemas.microsoft.com/office/drawing/2014/main" id="{6F4CC0C8-A62E-27D1-5EB0-464BE2D42A2F}"/>
                </a:ext>
              </a:extLst>
            </p:cNvPr>
            <p:cNvCxnSpPr>
              <a:cxnSpLocks/>
              <a:stCxn id="633"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35" name="Straight Connector 634">
              <a:extLst>
                <a:ext uri="{FF2B5EF4-FFF2-40B4-BE49-F238E27FC236}">
                  <a16:creationId xmlns:a16="http://schemas.microsoft.com/office/drawing/2014/main" id="{701896D6-49D2-B254-1E16-364323A08D99}"/>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64" name="Group 663">
            <a:extLst>
              <a:ext uri="{FF2B5EF4-FFF2-40B4-BE49-F238E27FC236}">
                <a16:creationId xmlns:a16="http://schemas.microsoft.com/office/drawing/2014/main" id="{01F280C3-7542-9541-CEBF-32A259348960}"/>
              </a:ext>
            </a:extLst>
          </p:cNvPr>
          <p:cNvGrpSpPr/>
          <p:nvPr/>
        </p:nvGrpSpPr>
        <p:grpSpPr>
          <a:xfrm>
            <a:off x="11356242" y="811556"/>
            <a:ext cx="721206" cy="609701"/>
            <a:chOff x="11356242" y="811556"/>
            <a:chExt cx="721206" cy="609701"/>
          </a:xfrm>
        </p:grpSpPr>
        <p:sp>
          <p:nvSpPr>
            <p:cNvPr id="665" name="Rectangle 664">
              <a:hlinkHover r:id="" action="ppaction://noaction" highlightClick="1"/>
              <a:extLst>
                <a:ext uri="{FF2B5EF4-FFF2-40B4-BE49-F238E27FC236}">
                  <a16:creationId xmlns:a16="http://schemas.microsoft.com/office/drawing/2014/main" id="{E38CDAB7-B606-662C-401A-C1E1017B6C99}"/>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66" name="Oval 665">
              <a:extLst>
                <a:ext uri="{FF2B5EF4-FFF2-40B4-BE49-F238E27FC236}">
                  <a16:creationId xmlns:a16="http://schemas.microsoft.com/office/drawing/2014/main" id="{E770F8A1-6C82-A135-ED3D-B7F9C617BD4A}"/>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7" name="Isosceles Triangle 648">
              <a:extLst>
                <a:ext uri="{FF2B5EF4-FFF2-40B4-BE49-F238E27FC236}">
                  <a16:creationId xmlns:a16="http://schemas.microsoft.com/office/drawing/2014/main" id="{48B4037B-0502-DD3C-B2EE-FAA52C859D7B}"/>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8" name="Group 667">
            <a:extLst>
              <a:ext uri="{FF2B5EF4-FFF2-40B4-BE49-F238E27FC236}">
                <a16:creationId xmlns:a16="http://schemas.microsoft.com/office/drawing/2014/main" id="{B7242059-72A9-6C67-7F61-83EADAF6B427}"/>
              </a:ext>
            </a:extLst>
          </p:cNvPr>
          <p:cNvGrpSpPr/>
          <p:nvPr/>
        </p:nvGrpSpPr>
        <p:grpSpPr>
          <a:xfrm>
            <a:off x="8807249" y="811555"/>
            <a:ext cx="721206" cy="609701"/>
            <a:chOff x="8807249" y="811555"/>
            <a:chExt cx="721206" cy="609701"/>
          </a:xfrm>
        </p:grpSpPr>
        <p:sp>
          <p:nvSpPr>
            <p:cNvPr id="669" name="Rectangle 668">
              <a:hlinkHover r:id="" action="ppaction://noaction" highlightClick="1"/>
              <a:extLst>
                <a:ext uri="{FF2B5EF4-FFF2-40B4-BE49-F238E27FC236}">
                  <a16:creationId xmlns:a16="http://schemas.microsoft.com/office/drawing/2014/main" id="{C5D58EC5-B213-A7E4-4EFF-5E533EB4C7EA}"/>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70" name="Diamond 669">
              <a:extLst>
                <a:ext uri="{FF2B5EF4-FFF2-40B4-BE49-F238E27FC236}">
                  <a16:creationId xmlns:a16="http://schemas.microsoft.com/office/drawing/2014/main" id="{100836A1-ADFB-4071-3D8F-9FE67DB49FEC}"/>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1" name="Oval 670">
              <a:extLst>
                <a:ext uri="{FF2B5EF4-FFF2-40B4-BE49-F238E27FC236}">
                  <a16:creationId xmlns:a16="http://schemas.microsoft.com/office/drawing/2014/main" id="{B1D2B95C-0520-DE5E-674C-08A758B58BEC}"/>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2" name="Group 671">
            <a:extLst>
              <a:ext uri="{FF2B5EF4-FFF2-40B4-BE49-F238E27FC236}">
                <a16:creationId xmlns:a16="http://schemas.microsoft.com/office/drawing/2014/main" id="{F943F152-D913-0112-0B56-EA6679D36F18}"/>
              </a:ext>
            </a:extLst>
          </p:cNvPr>
          <p:cNvGrpSpPr/>
          <p:nvPr/>
        </p:nvGrpSpPr>
        <p:grpSpPr>
          <a:xfrm>
            <a:off x="8808419" y="3705986"/>
            <a:ext cx="721206" cy="609701"/>
            <a:chOff x="8808419" y="3705986"/>
            <a:chExt cx="721206" cy="609701"/>
          </a:xfrm>
        </p:grpSpPr>
        <p:sp>
          <p:nvSpPr>
            <p:cNvPr id="673" name="Rectangle 672">
              <a:hlinkHover r:id="" action="ppaction://noaction" highlightClick="1"/>
              <a:extLst>
                <a:ext uri="{FF2B5EF4-FFF2-40B4-BE49-F238E27FC236}">
                  <a16:creationId xmlns:a16="http://schemas.microsoft.com/office/drawing/2014/main" id="{1FEF3EAA-E728-12C6-F066-283AFB49CAA5}"/>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74" name="Oval 673">
              <a:extLst>
                <a:ext uri="{FF2B5EF4-FFF2-40B4-BE49-F238E27FC236}">
                  <a16:creationId xmlns:a16="http://schemas.microsoft.com/office/drawing/2014/main" id="{10FEC374-19CC-A242-3FC0-78B8451F8FB9}"/>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5" name="Isosceles Triangle 648">
              <a:extLst>
                <a:ext uri="{FF2B5EF4-FFF2-40B4-BE49-F238E27FC236}">
                  <a16:creationId xmlns:a16="http://schemas.microsoft.com/office/drawing/2014/main" id="{DB7E9A30-AB99-B157-5E03-230F55EA1675}"/>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6" name="Group 675">
            <a:extLst>
              <a:ext uri="{FF2B5EF4-FFF2-40B4-BE49-F238E27FC236}">
                <a16:creationId xmlns:a16="http://schemas.microsoft.com/office/drawing/2014/main" id="{ABEF0D7E-1573-0375-37A3-F17C05C4C33D}"/>
              </a:ext>
            </a:extLst>
          </p:cNvPr>
          <p:cNvGrpSpPr/>
          <p:nvPr/>
        </p:nvGrpSpPr>
        <p:grpSpPr>
          <a:xfrm>
            <a:off x="431659" y="90836"/>
            <a:ext cx="721210" cy="609701"/>
            <a:chOff x="431659" y="90836"/>
            <a:chExt cx="721210" cy="609701"/>
          </a:xfrm>
        </p:grpSpPr>
        <p:sp>
          <p:nvSpPr>
            <p:cNvPr id="677" name="Rectangle 676">
              <a:extLst>
                <a:ext uri="{FF2B5EF4-FFF2-40B4-BE49-F238E27FC236}">
                  <a16:creationId xmlns:a16="http://schemas.microsoft.com/office/drawing/2014/main" id="{029C1FE6-428C-2CAB-45FD-1E56D70C9697}"/>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78" name="Rectangle 677">
              <a:extLst>
                <a:ext uri="{FF2B5EF4-FFF2-40B4-BE49-F238E27FC236}">
                  <a16:creationId xmlns:a16="http://schemas.microsoft.com/office/drawing/2014/main" id="{8015AE6E-2478-E025-AFAA-04394DEDB18E}"/>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9" name="Oval 15">
              <a:extLst>
                <a:ext uri="{FF2B5EF4-FFF2-40B4-BE49-F238E27FC236}">
                  <a16:creationId xmlns:a16="http://schemas.microsoft.com/office/drawing/2014/main" id="{E65D0400-326B-4F12-9291-4F02C9500794}"/>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0" name="Straight Connector 679">
              <a:extLst>
                <a:ext uri="{FF2B5EF4-FFF2-40B4-BE49-F238E27FC236}">
                  <a16:creationId xmlns:a16="http://schemas.microsoft.com/office/drawing/2014/main" id="{7F57B560-9973-9841-0E82-C7D0EEFA7E04}"/>
                </a:ext>
              </a:extLst>
            </p:cNvPr>
            <p:cNvCxnSpPr>
              <a:cxnSpLocks/>
              <a:stCxn id="679"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81" name="Straight Connector 680">
              <a:extLst>
                <a:ext uri="{FF2B5EF4-FFF2-40B4-BE49-F238E27FC236}">
                  <a16:creationId xmlns:a16="http://schemas.microsoft.com/office/drawing/2014/main" id="{52D5DFC5-0195-A66E-D7E4-F7B3A529CEDF}"/>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82" name="Group 681">
            <a:extLst>
              <a:ext uri="{FF2B5EF4-FFF2-40B4-BE49-F238E27FC236}">
                <a16:creationId xmlns:a16="http://schemas.microsoft.com/office/drawing/2014/main" id="{0FE2AB23-539E-2A29-4BEC-4238B0A5428F}"/>
              </a:ext>
            </a:extLst>
          </p:cNvPr>
          <p:cNvGrpSpPr/>
          <p:nvPr/>
        </p:nvGrpSpPr>
        <p:grpSpPr>
          <a:xfrm>
            <a:off x="1267282" y="90836"/>
            <a:ext cx="721206" cy="609701"/>
            <a:chOff x="1267282" y="90836"/>
            <a:chExt cx="721206" cy="609701"/>
          </a:xfrm>
        </p:grpSpPr>
        <p:sp>
          <p:nvSpPr>
            <p:cNvPr id="683" name="Rectangle 682">
              <a:extLst>
                <a:ext uri="{FF2B5EF4-FFF2-40B4-BE49-F238E27FC236}">
                  <a16:creationId xmlns:a16="http://schemas.microsoft.com/office/drawing/2014/main" id="{BC8B04E1-F3F6-7A1A-5F9B-4166273DE270}"/>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84" name="Rectangle 683">
              <a:extLst>
                <a:ext uri="{FF2B5EF4-FFF2-40B4-BE49-F238E27FC236}">
                  <a16:creationId xmlns:a16="http://schemas.microsoft.com/office/drawing/2014/main" id="{B8B8B789-D9BE-0138-F84B-1E4E9416A00F}"/>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5" name="Oval 15">
              <a:extLst>
                <a:ext uri="{FF2B5EF4-FFF2-40B4-BE49-F238E27FC236}">
                  <a16:creationId xmlns:a16="http://schemas.microsoft.com/office/drawing/2014/main" id="{F1755C8D-CE0A-DF6C-B7EF-23441029EF09}"/>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6" name="Straight Connector 685">
              <a:extLst>
                <a:ext uri="{FF2B5EF4-FFF2-40B4-BE49-F238E27FC236}">
                  <a16:creationId xmlns:a16="http://schemas.microsoft.com/office/drawing/2014/main" id="{4EFB715D-3813-A212-5EB5-2FC0669FE152}"/>
                </a:ext>
              </a:extLst>
            </p:cNvPr>
            <p:cNvCxnSpPr>
              <a:cxnSpLocks/>
              <a:stCxn id="685"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87" name="Straight Connector 686">
              <a:extLst>
                <a:ext uri="{FF2B5EF4-FFF2-40B4-BE49-F238E27FC236}">
                  <a16:creationId xmlns:a16="http://schemas.microsoft.com/office/drawing/2014/main" id="{E4B8F6F4-936F-DAB0-45F4-005555ABE6C5}"/>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88" name="Group 687">
            <a:extLst>
              <a:ext uri="{FF2B5EF4-FFF2-40B4-BE49-F238E27FC236}">
                <a16:creationId xmlns:a16="http://schemas.microsoft.com/office/drawing/2014/main" id="{6D2438F2-5DB2-56CA-9B23-672A54410AE1}"/>
              </a:ext>
            </a:extLst>
          </p:cNvPr>
          <p:cNvGrpSpPr/>
          <p:nvPr/>
        </p:nvGrpSpPr>
        <p:grpSpPr>
          <a:xfrm>
            <a:off x="2102907" y="90836"/>
            <a:ext cx="721206" cy="609701"/>
            <a:chOff x="2102907" y="90836"/>
            <a:chExt cx="721206" cy="609701"/>
          </a:xfrm>
        </p:grpSpPr>
        <p:sp>
          <p:nvSpPr>
            <p:cNvPr id="689" name="Rectangle 688">
              <a:extLst>
                <a:ext uri="{FF2B5EF4-FFF2-40B4-BE49-F238E27FC236}">
                  <a16:creationId xmlns:a16="http://schemas.microsoft.com/office/drawing/2014/main" id="{742B05D8-A974-03BD-1FA9-03E421EC103D}"/>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90" name="Rectangle 689">
              <a:extLst>
                <a:ext uri="{FF2B5EF4-FFF2-40B4-BE49-F238E27FC236}">
                  <a16:creationId xmlns:a16="http://schemas.microsoft.com/office/drawing/2014/main" id="{A22F7A35-DA07-6646-F064-72FB77CD14CB}"/>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1" name="Oval 15">
              <a:extLst>
                <a:ext uri="{FF2B5EF4-FFF2-40B4-BE49-F238E27FC236}">
                  <a16:creationId xmlns:a16="http://schemas.microsoft.com/office/drawing/2014/main" id="{924EE8A8-B930-1F2C-8AD4-3F73D224803E}"/>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92" name="Straight Connector 691">
              <a:extLst>
                <a:ext uri="{FF2B5EF4-FFF2-40B4-BE49-F238E27FC236}">
                  <a16:creationId xmlns:a16="http://schemas.microsoft.com/office/drawing/2014/main" id="{BCE6291E-BADB-2B28-3CCB-CDC40C08085A}"/>
                </a:ext>
              </a:extLst>
            </p:cNvPr>
            <p:cNvCxnSpPr>
              <a:cxnSpLocks/>
              <a:stCxn id="691"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93" name="Straight Connector 692">
              <a:extLst>
                <a:ext uri="{FF2B5EF4-FFF2-40B4-BE49-F238E27FC236}">
                  <a16:creationId xmlns:a16="http://schemas.microsoft.com/office/drawing/2014/main" id="{75A765CC-E6F8-5A13-BBAA-8695487FC974}"/>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94" name="Group 693">
            <a:extLst>
              <a:ext uri="{FF2B5EF4-FFF2-40B4-BE49-F238E27FC236}">
                <a16:creationId xmlns:a16="http://schemas.microsoft.com/office/drawing/2014/main" id="{0BA14E61-F1B5-2B43-6843-640499B6972A}"/>
              </a:ext>
            </a:extLst>
          </p:cNvPr>
          <p:cNvGrpSpPr/>
          <p:nvPr/>
        </p:nvGrpSpPr>
        <p:grpSpPr>
          <a:xfrm>
            <a:off x="1269626" y="4419615"/>
            <a:ext cx="721206" cy="609701"/>
            <a:chOff x="1269626" y="4419615"/>
            <a:chExt cx="721206" cy="609701"/>
          </a:xfrm>
        </p:grpSpPr>
        <p:sp>
          <p:nvSpPr>
            <p:cNvPr id="695" name="Rectangle 694">
              <a:extLst>
                <a:ext uri="{FF2B5EF4-FFF2-40B4-BE49-F238E27FC236}">
                  <a16:creationId xmlns:a16="http://schemas.microsoft.com/office/drawing/2014/main" id="{C4E56814-A3F5-99AC-84C5-C6C1F6FB6E11}"/>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96" name="Cylinder 695">
              <a:extLst>
                <a:ext uri="{FF2B5EF4-FFF2-40B4-BE49-F238E27FC236}">
                  <a16:creationId xmlns:a16="http://schemas.microsoft.com/office/drawing/2014/main" id="{CE657F9F-19E4-1EAE-DA69-135394742662}"/>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97" name="Group 696">
            <a:extLst>
              <a:ext uri="{FF2B5EF4-FFF2-40B4-BE49-F238E27FC236}">
                <a16:creationId xmlns:a16="http://schemas.microsoft.com/office/drawing/2014/main" id="{18268920-7123-2338-8E12-8565F5742DFD}"/>
              </a:ext>
            </a:extLst>
          </p:cNvPr>
          <p:cNvGrpSpPr/>
          <p:nvPr/>
        </p:nvGrpSpPr>
        <p:grpSpPr>
          <a:xfrm>
            <a:off x="432841" y="4419615"/>
            <a:ext cx="721206" cy="609701"/>
            <a:chOff x="432841" y="4419615"/>
            <a:chExt cx="721206" cy="609701"/>
          </a:xfrm>
        </p:grpSpPr>
        <p:sp>
          <p:nvSpPr>
            <p:cNvPr id="698" name="Rectangle 697">
              <a:extLst>
                <a:ext uri="{FF2B5EF4-FFF2-40B4-BE49-F238E27FC236}">
                  <a16:creationId xmlns:a16="http://schemas.microsoft.com/office/drawing/2014/main" id="{4F1E7EB6-92CC-93D3-E5A8-6B4D9BC16CF8}"/>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99" name="Cylinder 698">
              <a:extLst>
                <a:ext uri="{FF2B5EF4-FFF2-40B4-BE49-F238E27FC236}">
                  <a16:creationId xmlns:a16="http://schemas.microsoft.com/office/drawing/2014/main" id="{87168A57-0BA0-53CA-8813-F3C63333E1FA}"/>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0" name="Group 699">
            <a:extLst>
              <a:ext uri="{FF2B5EF4-FFF2-40B4-BE49-F238E27FC236}">
                <a16:creationId xmlns:a16="http://schemas.microsoft.com/office/drawing/2014/main" id="{C3264BF0-16A9-E611-DC3D-9E09E7C62EEA}"/>
              </a:ext>
            </a:extLst>
          </p:cNvPr>
          <p:cNvGrpSpPr/>
          <p:nvPr/>
        </p:nvGrpSpPr>
        <p:grpSpPr>
          <a:xfrm>
            <a:off x="1268467" y="5141008"/>
            <a:ext cx="721206" cy="609701"/>
            <a:chOff x="1268467" y="5141008"/>
            <a:chExt cx="721206" cy="609701"/>
          </a:xfrm>
        </p:grpSpPr>
        <p:sp>
          <p:nvSpPr>
            <p:cNvPr id="701" name="Rectangle 700">
              <a:extLst>
                <a:ext uri="{FF2B5EF4-FFF2-40B4-BE49-F238E27FC236}">
                  <a16:creationId xmlns:a16="http://schemas.microsoft.com/office/drawing/2014/main" id="{6D66E5DD-E49C-8BD2-5D56-A92634E68A0B}"/>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702" name="Cylinder 701">
              <a:extLst>
                <a:ext uri="{FF2B5EF4-FFF2-40B4-BE49-F238E27FC236}">
                  <a16:creationId xmlns:a16="http://schemas.microsoft.com/office/drawing/2014/main" id="{C2B3060C-961D-C263-343B-F76FF14DB07A}"/>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3" name="Group 702">
            <a:extLst>
              <a:ext uri="{FF2B5EF4-FFF2-40B4-BE49-F238E27FC236}">
                <a16:creationId xmlns:a16="http://schemas.microsoft.com/office/drawing/2014/main" id="{759BDDD0-599A-0773-47A0-32E71A602BC4}"/>
              </a:ext>
            </a:extLst>
          </p:cNvPr>
          <p:cNvGrpSpPr/>
          <p:nvPr/>
        </p:nvGrpSpPr>
        <p:grpSpPr>
          <a:xfrm>
            <a:off x="431297" y="5141008"/>
            <a:ext cx="721206" cy="609701"/>
            <a:chOff x="431297" y="5141008"/>
            <a:chExt cx="721206" cy="609701"/>
          </a:xfrm>
        </p:grpSpPr>
        <p:sp>
          <p:nvSpPr>
            <p:cNvPr id="704" name="Rectangle 703">
              <a:extLst>
                <a:ext uri="{FF2B5EF4-FFF2-40B4-BE49-F238E27FC236}">
                  <a16:creationId xmlns:a16="http://schemas.microsoft.com/office/drawing/2014/main" id="{A15F7B43-CA2B-5620-85ED-7BD58C2F41B3}"/>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705" name="Cylinder 704">
              <a:extLst>
                <a:ext uri="{FF2B5EF4-FFF2-40B4-BE49-F238E27FC236}">
                  <a16:creationId xmlns:a16="http://schemas.microsoft.com/office/drawing/2014/main" id="{0A9F2D02-0E7C-4676-40BB-19DC8C7D2315}"/>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6" name="Group 705">
            <a:extLst>
              <a:ext uri="{FF2B5EF4-FFF2-40B4-BE49-F238E27FC236}">
                <a16:creationId xmlns:a16="http://schemas.microsoft.com/office/drawing/2014/main" id="{F633B33D-0D7F-60CE-3C91-66EC38971A90}"/>
              </a:ext>
            </a:extLst>
          </p:cNvPr>
          <p:cNvGrpSpPr/>
          <p:nvPr/>
        </p:nvGrpSpPr>
        <p:grpSpPr>
          <a:xfrm>
            <a:off x="431660" y="3698226"/>
            <a:ext cx="721206" cy="609701"/>
            <a:chOff x="431660" y="3698226"/>
            <a:chExt cx="721206" cy="609701"/>
          </a:xfrm>
        </p:grpSpPr>
        <p:sp>
          <p:nvSpPr>
            <p:cNvPr id="707" name="Rectangle 706">
              <a:extLst>
                <a:ext uri="{FF2B5EF4-FFF2-40B4-BE49-F238E27FC236}">
                  <a16:creationId xmlns:a16="http://schemas.microsoft.com/office/drawing/2014/main" id="{A77D483F-B08A-7457-8177-068D10078173}"/>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708" name="Right Triangle 707">
              <a:extLst>
                <a:ext uri="{FF2B5EF4-FFF2-40B4-BE49-F238E27FC236}">
                  <a16:creationId xmlns:a16="http://schemas.microsoft.com/office/drawing/2014/main" id="{2EA7F632-F2DC-E3AA-8AC2-DBC180565024}"/>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9" name="Group 708">
              <a:extLst>
                <a:ext uri="{FF2B5EF4-FFF2-40B4-BE49-F238E27FC236}">
                  <a16:creationId xmlns:a16="http://schemas.microsoft.com/office/drawing/2014/main" id="{A4650C0B-F762-7E4D-2B8B-4A163D91A839}"/>
                </a:ext>
              </a:extLst>
            </p:cNvPr>
            <p:cNvGrpSpPr/>
            <p:nvPr/>
          </p:nvGrpSpPr>
          <p:grpSpPr>
            <a:xfrm>
              <a:off x="1102253" y="3706270"/>
              <a:ext cx="37817" cy="61390"/>
              <a:chOff x="3883481" y="2057400"/>
              <a:chExt cx="1608363" cy="2652031"/>
            </a:xfrm>
            <a:solidFill>
              <a:srgbClr val="A6A6A6">
                <a:alpha val="20000"/>
              </a:srgbClr>
            </a:solidFill>
          </p:grpSpPr>
          <p:sp>
            <p:nvSpPr>
              <p:cNvPr id="710" name="Oval 27">
                <a:extLst>
                  <a:ext uri="{FF2B5EF4-FFF2-40B4-BE49-F238E27FC236}">
                    <a16:creationId xmlns:a16="http://schemas.microsoft.com/office/drawing/2014/main" id="{41449712-3E18-FCE6-B0FF-107400593F2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1" name="Oval 28">
                <a:extLst>
                  <a:ext uri="{FF2B5EF4-FFF2-40B4-BE49-F238E27FC236}">
                    <a16:creationId xmlns:a16="http://schemas.microsoft.com/office/drawing/2014/main" id="{9DDC4D06-4A1E-7EB1-37A9-F56FC642D51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12" name="Group 711">
            <a:extLst>
              <a:ext uri="{FF2B5EF4-FFF2-40B4-BE49-F238E27FC236}">
                <a16:creationId xmlns:a16="http://schemas.microsoft.com/office/drawing/2014/main" id="{CDFC5AB0-1C25-0DD7-C824-CBECF525B68E}"/>
              </a:ext>
            </a:extLst>
          </p:cNvPr>
          <p:cNvGrpSpPr/>
          <p:nvPr/>
        </p:nvGrpSpPr>
        <p:grpSpPr>
          <a:xfrm>
            <a:off x="2942399" y="3698227"/>
            <a:ext cx="721206" cy="609701"/>
            <a:chOff x="2942399" y="3698227"/>
            <a:chExt cx="721206" cy="609701"/>
          </a:xfrm>
        </p:grpSpPr>
        <p:sp>
          <p:nvSpPr>
            <p:cNvPr id="713" name="Rectangle 712">
              <a:extLst>
                <a:ext uri="{FF2B5EF4-FFF2-40B4-BE49-F238E27FC236}">
                  <a16:creationId xmlns:a16="http://schemas.microsoft.com/office/drawing/2014/main" id="{E659FC45-6245-1BA3-F91A-7F2DBC4D83EF}"/>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714" name="Right Triangle 713">
              <a:extLst>
                <a:ext uri="{FF2B5EF4-FFF2-40B4-BE49-F238E27FC236}">
                  <a16:creationId xmlns:a16="http://schemas.microsoft.com/office/drawing/2014/main" id="{1F3930EB-4420-CEFF-C3A6-4AEFDC184EA5}"/>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15" name="Group 714">
              <a:extLst>
                <a:ext uri="{FF2B5EF4-FFF2-40B4-BE49-F238E27FC236}">
                  <a16:creationId xmlns:a16="http://schemas.microsoft.com/office/drawing/2014/main" id="{1EAC2E24-BA00-30A1-4274-6076717140C8}"/>
                </a:ext>
              </a:extLst>
            </p:cNvPr>
            <p:cNvGrpSpPr/>
            <p:nvPr/>
          </p:nvGrpSpPr>
          <p:grpSpPr>
            <a:xfrm>
              <a:off x="3607767" y="3713057"/>
              <a:ext cx="37817" cy="61390"/>
              <a:chOff x="3883481" y="2057400"/>
              <a:chExt cx="1608363" cy="2652031"/>
            </a:xfrm>
            <a:solidFill>
              <a:srgbClr val="A6A6A6">
                <a:alpha val="20000"/>
              </a:srgbClr>
            </a:solidFill>
          </p:grpSpPr>
          <p:sp>
            <p:nvSpPr>
              <p:cNvPr id="716" name="Oval 27">
                <a:extLst>
                  <a:ext uri="{FF2B5EF4-FFF2-40B4-BE49-F238E27FC236}">
                    <a16:creationId xmlns:a16="http://schemas.microsoft.com/office/drawing/2014/main" id="{06EB0823-ADED-D761-EFD9-944A80AC061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7" name="Oval 28">
                <a:extLst>
                  <a:ext uri="{FF2B5EF4-FFF2-40B4-BE49-F238E27FC236}">
                    <a16:creationId xmlns:a16="http://schemas.microsoft.com/office/drawing/2014/main" id="{19083566-21E8-A7C0-4D49-93FAD1E1EF4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34" name="Group 733">
            <a:extLst>
              <a:ext uri="{FF2B5EF4-FFF2-40B4-BE49-F238E27FC236}">
                <a16:creationId xmlns:a16="http://schemas.microsoft.com/office/drawing/2014/main" id="{AE0510DA-FFDF-209E-E959-5F446921810B}"/>
              </a:ext>
            </a:extLst>
          </p:cNvPr>
          <p:cNvGrpSpPr/>
          <p:nvPr/>
        </p:nvGrpSpPr>
        <p:grpSpPr>
          <a:xfrm>
            <a:off x="2105710" y="3698208"/>
            <a:ext cx="721206" cy="610396"/>
            <a:chOff x="2105710" y="3698208"/>
            <a:chExt cx="721206" cy="610396"/>
          </a:xfrm>
        </p:grpSpPr>
        <p:sp>
          <p:nvSpPr>
            <p:cNvPr id="735" name="Rectangle 734">
              <a:extLst>
                <a:ext uri="{FF2B5EF4-FFF2-40B4-BE49-F238E27FC236}">
                  <a16:creationId xmlns:a16="http://schemas.microsoft.com/office/drawing/2014/main" id="{8B7451E1-51CC-719D-84F5-AD012D413EC1}"/>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736" name="Right Triangle 735">
              <a:extLst>
                <a:ext uri="{FF2B5EF4-FFF2-40B4-BE49-F238E27FC236}">
                  <a16:creationId xmlns:a16="http://schemas.microsoft.com/office/drawing/2014/main" id="{DFD39117-7073-BA59-14E6-3361FDF83C34}"/>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37" name="Group 736">
              <a:extLst>
                <a:ext uri="{FF2B5EF4-FFF2-40B4-BE49-F238E27FC236}">
                  <a16:creationId xmlns:a16="http://schemas.microsoft.com/office/drawing/2014/main" id="{3A278512-84BC-73FA-D664-11A74052E604}"/>
                </a:ext>
              </a:extLst>
            </p:cNvPr>
            <p:cNvGrpSpPr/>
            <p:nvPr/>
          </p:nvGrpSpPr>
          <p:grpSpPr>
            <a:xfrm>
              <a:off x="2776303" y="3704306"/>
              <a:ext cx="37817" cy="61390"/>
              <a:chOff x="3883481" y="2057400"/>
              <a:chExt cx="1608363" cy="2652031"/>
            </a:xfrm>
            <a:solidFill>
              <a:srgbClr val="A6A6A6">
                <a:alpha val="20000"/>
              </a:srgbClr>
            </a:solidFill>
          </p:grpSpPr>
          <p:sp>
            <p:nvSpPr>
              <p:cNvPr id="738" name="Oval 27">
                <a:extLst>
                  <a:ext uri="{FF2B5EF4-FFF2-40B4-BE49-F238E27FC236}">
                    <a16:creationId xmlns:a16="http://schemas.microsoft.com/office/drawing/2014/main" id="{0366B6C1-919A-83BC-D248-9263724BBEE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9" name="Oval 28">
                <a:extLst>
                  <a:ext uri="{FF2B5EF4-FFF2-40B4-BE49-F238E27FC236}">
                    <a16:creationId xmlns:a16="http://schemas.microsoft.com/office/drawing/2014/main" id="{AA6658C5-85C7-41D3-3C1F-27CD667C861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0" name="Group 739">
            <a:extLst>
              <a:ext uri="{FF2B5EF4-FFF2-40B4-BE49-F238E27FC236}">
                <a16:creationId xmlns:a16="http://schemas.microsoft.com/office/drawing/2014/main" id="{6EB5AF3A-0729-AA98-A9F1-DD77FB9DA213}"/>
              </a:ext>
            </a:extLst>
          </p:cNvPr>
          <p:cNvGrpSpPr/>
          <p:nvPr/>
        </p:nvGrpSpPr>
        <p:grpSpPr>
          <a:xfrm>
            <a:off x="3778361" y="2253333"/>
            <a:ext cx="721206" cy="609701"/>
            <a:chOff x="3778361" y="2253333"/>
            <a:chExt cx="721206" cy="609701"/>
          </a:xfrm>
        </p:grpSpPr>
        <p:sp>
          <p:nvSpPr>
            <p:cNvPr id="741" name="Rectangle 740">
              <a:extLst>
                <a:ext uri="{FF2B5EF4-FFF2-40B4-BE49-F238E27FC236}">
                  <a16:creationId xmlns:a16="http://schemas.microsoft.com/office/drawing/2014/main" id="{A59E5D6F-EEDE-F25B-AB71-A0A32C5FF141}"/>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742" name="Rectangle 741">
              <a:extLst>
                <a:ext uri="{FF2B5EF4-FFF2-40B4-BE49-F238E27FC236}">
                  <a16:creationId xmlns:a16="http://schemas.microsoft.com/office/drawing/2014/main" id="{482EDA48-4173-4A90-FD4E-24C6C6E90688}"/>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3" name="Oval 15">
              <a:extLst>
                <a:ext uri="{FF2B5EF4-FFF2-40B4-BE49-F238E27FC236}">
                  <a16:creationId xmlns:a16="http://schemas.microsoft.com/office/drawing/2014/main" id="{49C39966-196A-B22A-949D-E8E1835946F9}"/>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44" name="Straight Connector 743">
              <a:extLst>
                <a:ext uri="{FF2B5EF4-FFF2-40B4-BE49-F238E27FC236}">
                  <a16:creationId xmlns:a16="http://schemas.microsoft.com/office/drawing/2014/main" id="{6E602AB2-BB36-ECFB-C786-6DA92E32249A}"/>
                </a:ext>
              </a:extLst>
            </p:cNvPr>
            <p:cNvCxnSpPr>
              <a:cxnSpLocks/>
              <a:stCxn id="743"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5" name="Straight Connector 744">
              <a:extLst>
                <a:ext uri="{FF2B5EF4-FFF2-40B4-BE49-F238E27FC236}">
                  <a16:creationId xmlns:a16="http://schemas.microsoft.com/office/drawing/2014/main" id="{C3BA95BB-A49D-F8EA-5977-1C20CB77B038}"/>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82" name="Group 781">
            <a:extLst>
              <a:ext uri="{FF2B5EF4-FFF2-40B4-BE49-F238E27FC236}">
                <a16:creationId xmlns:a16="http://schemas.microsoft.com/office/drawing/2014/main" id="{A74C53E3-C3FE-64C1-66AA-B0509D736D20}"/>
              </a:ext>
            </a:extLst>
          </p:cNvPr>
          <p:cNvGrpSpPr/>
          <p:nvPr/>
        </p:nvGrpSpPr>
        <p:grpSpPr>
          <a:xfrm>
            <a:off x="431659" y="2253337"/>
            <a:ext cx="721895" cy="609700"/>
            <a:chOff x="431659" y="2253337"/>
            <a:chExt cx="721895" cy="609700"/>
          </a:xfrm>
        </p:grpSpPr>
        <p:sp>
          <p:nvSpPr>
            <p:cNvPr id="783" name="Rectangle 782">
              <a:hlinkHover r:id="" action="ppaction://noaction" highlightClick="1"/>
              <a:extLst>
                <a:ext uri="{FF2B5EF4-FFF2-40B4-BE49-F238E27FC236}">
                  <a16:creationId xmlns:a16="http://schemas.microsoft.com/office/drawing/2014/main" id="{C72C8DB0-2D7E-E948-2B61-9E0B70CCD773}"/>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84" name="Diamond 783">
              <a:extLst>
                <a:ext uri="{FF2B5EF4-FFF2-40B4-BE49-F238E27FC236}">
                  <a16:creationId xmlns:a16="http://schemas.microsoft.com/office/drawing/2014/main" id="{80CC9A92-53D9-F1D7-8046-58E58523B0A4}"/>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5" name="Oval 784">
              <a:extLst>
                <a:ext uri="{FF2B5EF4-FFF2-40B4-BE49-F238E27FC236}">
                  <a16:creationId xmlns:a16="http://schemas.microsoft.com/office/drawing/2014/main" id="{4B5D0270-51CD-C2FC-3336-DCC3092CCE9A}"/>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90" name="Group 789">
            <a:extLst>
              <a:ext uri="{FF2B5EF4-FFF2-40B4-BE49-F238E27FC236}">
                <a16:creationId xmlns:a16="http://schemas.microsoft.com/office/drawing/2014/main" id="{8D70AAB3-0AFF-A68D-A26C-A88B4F4A4D8F}"/>
              </a:ext>
            </a:extLst>
          </p:cNvPr>
          <p:cNvGrpSpPr/>
          <p:nvPr/>
        </p:nvGrpSpPr>
        <p:grpSpPr>
          <a:xfrm>
            <a:off x="2105348" y="1532276"/>
            <a:ext cx="721206" cy="609701"/>
            <a:chOff x="2105348" y="1532276"/>
            <a:chExt cx="721206" cy="609701"/>
          </a:xfrm>
        </p:grpSpPr>
        <p:sp>
          <p:nvSpPr>
            <p:cNvPr id="791" name="Rectangle 790">
              <a:extLst>
                <a:ext uri="{FF2B5EF4-FFF2-40B4-BE49-F238E27FC236}">
                  <a16:creationId xmlns:a16="http://schemas.microsoft.com/office/drawing/2014/main" id="{F43B798A-6D31-F762-6567-2E4BD42E3C77}"/>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92" name="Rectangle 791">
              <a:extLst>
                <a:ext uri="{FF2B5EF4-FFF2-40B4-BE49-F238E27FC236}">
                  <a16:creationId xmlns:a16="http://schemas.microsoft.com/office/drawing/2014/main" id="{8036CB6F-160A-F5FC-7230-6D3E446BD60E}"/>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3" name="Oval 15">
              <a:extLst>
                <a:ext uri="{FF2B5EF4-FFF2-40B4-BE49-F238E27FC236}">
                  <a16:creationId xmlns:a16="http://schemas.microsoft.com/office/drawing/2014/main" id="{73CF3C6E-9F37-6F24-26B8-2AC46ACA81C4}"/>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94" name="Straight Connector 793">
              <a:extLst>
                <a:ext uri="{FF2B5EF4-FFF2-40B4-BE49-F238E27FC236}">
                  <a16:creationId xmlns:a16="http://schemas.microsoft.com/office/drawing/2014/main" id="{3DD74511-9E95-D3D6-44C9-4AAB32DBEE54}"/>
                </a:ext>
              </a:extLst>
            </p:cNvPr>
            <p:cNvCxnSpPr>
              <a:cxnSpLocks/>
              <a:stCxn id="793"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95" name="Straight Connector 794">
              <a:extLst>
                <a:ext uri="{FF2B5EF4-FFF2-40B4-BE49-F238E27FC236}">
                  <a16:creationId xmlns:a16="http://schemas.microsoft.com/office/drawing/2014/main" id="{F4289DA4-08A3-DE3E-6002-9E213C84861F}"/>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6" name="Group 795">
            <a:extLst>
              <a:ext uri="{FF2B5EF4-FFF2-40B4-BE49-F238E27FC236}">
                <a16:creationId xmlns:a16="http://schemas.microsoft.com/office/drawing/2014/main" id="{5A64E7E7-B631-1D2E-F9E6-81E5B2781D12}"/>
              </a:ext>
            </a:extLst>
          </p:cNvPr>
          <p:cNvGrpSpPr/>
          <p:nvPr/>
        </p:nvGrpSpPr>
        <p:grpSpPr>
          <a:xfrm>
            <a:off x="431659" y="1532283"/>
            <a:ext cx="721891" cy="610032"/>
            <a:chOff x="431659" y="1532283"/>
            <a:chExt cx="721891" cy="610032"/>
          </a:xfrm>
        </p:grpSpPr>
        <p:sp>
          <p:nvSpPr>
            <p:cNvPr id="797" name="Rectangle 796">
              <a:extLst>
                <a:ext uri="{FF2B5EF4-FFF2-40B4-BE49-F238E27FC236}">
                  <a16:creationId xmlns:a16="http://schemas.microsoft.com/office/drawing/2014/main" id="{A9D8912F-AB00-D1B1-BE86-50A50B4DAF37}"/>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98" name="Right Triangle 797">
              <a:extLst>
                <a:ext uri="{FF2B5EF4-FFF2-40B4-BE49-F238E27FC236}">
                  <a16:creationId xmlns:a16="http://schemas.microsoft.com/office/drawing/2014/main" id="{3BBC2166-8A98-DE50-2A25-68E1737F1159}"/>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99" name="Group 798">
              <a:extLst>
                <a:ext uri="{FF2B5EF4-FFF2-40B4-BE49-F238E27FC236}">
                  <a16:creationId xmlns:a16="http://schemas.microsoft.com/office/drawing/2014/main" id="{88739247-F98E-8C79-ED8D-B655851C87DD}"/>
                </a:ext>
              </a:extLst>
            </p:cNvPr>
            <p:cNvGrpSpPr/>
            <p:nvPr/>
          </p:nvGrpSpPr>
          <p:grpSpPr>
            <a:xfrm>
              <a:off x="1102940" y="1538374"/>
              <a:ext cx="37817" cy="61390"/>
              <a:chOff x="3883481" y="2057400"/>
              <a:chExt cx="1608363" cy="2652031"/>
            </a:xfrm>
            <a:solidFill>
              <a:srgbClr val="A6A6A6">
                <a:alpha val="20000"/>
              </a:srgbClr>
            </a:solidFill>
          </p:grpSpPr>
          <p:sp>
            <p:nvSpPr>
              <p:cNvPr id="800" name="Oval 27">
                <a:extLst>
                  <a:ext uri="{FF2B5EF4-FFF2-40B4-BE49-F238E27FC236}">
                    <a16:creationId xmlns:a16="http://schemas.microsoft.com/office/drawing/2014/main" id="{C74B733B-E06A-5665-DF90-0A5CEE1EC89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1" name="Oval 28">
                <a:extLst>
                  <a:ext uri="{FF2B5EF4-FFF2-40B4-BE49-F238E27FC236}">
                    <a16:creationId xmlns:a16="http://schemas.microsoft.com/office/drawing/2014/main" id="{69FD54CE-A959-F2FB-CE4E-1937FA6045B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2" name="Group 801">
            <a:extLst>
              <a:ext uri="{FF2B5EF4-FFF2-40B4-BE49-F238E27FC236}">
                <a16:creationId xmlns:a16="http://schemas.microsoft.com/office/drawing/2014/main" id="{FBFDE5E2-CE01-305B-610B-D1B93E720771}"/>
              </a:ext>
            </a:extLst>
          </p:cNvPr>
          <p:cNvGrpSpPr/>
          <p:nvPr/>
        </p:nvGrpSpPr>
        <p:grpSpPr>
          <a:xfrm>
            <a:off x="1268843" y="1532283"/>
            <a:ext cx="721206" cy="610032"/>
            <a:chOff x="1268843" y="1532283"/>
            <a:chExt cx="721206" cy="610032"/>
          </a:xfrm>
        </p:grpSpPr>
        <p:sp>
          <p:nvSpPr>
            <p:cNvPr id="803" name="Rectangle 802">
              <a:extLst>
                <a:ext uri="{FF2B5EF4-FFF2-40B4-BE49-F238E27FC236}">
                  <a16:creationId xmlns:a16="http://schemas.microsoft.com/office/drawing/2014/main" id="{C7C59E80-6CAA-2CEC-F7A7-25F138B78E05}"/>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804" name="Right Triangle 803">
              <a:extLst>
                <a:ext uri="{FF2B5EF4-FFF2-40B4-BE49-F238E27FC236}">
                  <a16:creationId xmlns:a16="http://schemas.microsoft.com/office/drawing/2014/main" id="{06AFACA2-70FB-4BBB-7A9B-1B3A768F7E9C}"/>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5" name="Group 804">
              <a:extLst>
                <a:ext uri="{FF2B5EF4-FFF2-40B4-BE49-F238E27FC236}">
                  <a16:creationId xmlns:a16="http://schemas.microsoft.com/office/drawing/2014/main" id="{50A260EE-AE57-6F68-67E3-020AA7CF215B}"/>
                </a:ext>
              </a:extLst>
            </p:cNvPr>
            <p:cNvGrpSpPr/>
            <p:nvPr/>
          </p:nvGrpSpPr>
          <p:grpSpPr>
            <a:xfrm>
              <a:off x="1939436" y="1538374"/>
              <a:ext cx="37817" cy="61390"/>
              <a:chOff x="3883481" y="2057400"/>
              <a:chExt cx="1608363" cy="2652031"/>
            </a:xfrm>
            <a:solidFill>
              <a:srgbClr val="A6A6A6">
                <a:alpha val="20000"/>
              </a:srgbClr>
            </a:solidFill>
          </p:grpSpPr>
          <p:sp>
            <p:nvSpPr>
              <p:cNvPr id="806" name="Oval 27">
                <a:extLst>
                  <a:ext uri="{FF2B5EF4-FFF2-40B4-BE49-F238E27FC236}">
                    <a16:creationId xmlns:a16="http://schemas.microsoft.com/office/drawing/2014/main" id="{B2B8B0C2-8461-9D75-CB4E-305005536C4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7" name="Oval 28">
                <a:extLst>
                  <a:ext uri="{FF2B5EF4-FFF2-40B4-BE49-F238E27FC236}">
                    <a16:creationId xmlns:a16="http://schemas.microsoft.com/office/drawing/2014/main" id="{6498AC2E-A805-D0EF-4E37-9AE516438BC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4" name="Group 813">
            <a:extLst>
              <a:ext uri="{FF2B5EF4-FFF2-40B4-BE49-F238E27FC236}">
                <a16:creationId xmlns:a16="http://schemas.microsoft.com/office/drawing/2014/main" id="{C5560607-DFFC-5624-BD37-F8A857B9CA78}"/>
              </a:ext>
            </a:extLst>
          </p:cNvPr>
          <p:cNvGrpSpPr/>
          <p:nvPr/>
        </p:nvGrpSpPr>
        <p:grpSpPr>
          <a:xfrm>
            <a:off x="5454379" y="2974054"/>
            <a:ext cx="721206" cy="649846"/>
            <a:chOff x="5454379" y="2974054"/>
            <a:chExt cx="721206" cy="649846"/>
          </a:xfrm>
        </p:grpSpPr>
        <p:sp>
          <p:nvSpPr>
            <p:cNvPr id="815" name="Rectangle 814">
              <a:extLst>
                <a:ext uri="{FF2B5EF4-FFF2-40B4-BE49-F238E27FC236}">
                  <a16:creationId xmlns:a16="http://schemas.microsoft.com/office/drawing/2014/main" id="{25732719-0081-9CCE-FA53-B973E562E63C}"/>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816" name="Rectangle 815">
              <a:extLst>
                <a:ext uri="{FF2B5EF4-FFF2-40B4-BE49-F238E27FC236}">
                  <a16:creationId xmlns:a16="http://schemas.microsoft.com/office/drawing/2014/main" id="{86DDE503-25EB-4D82-867E-FB9B1E9EFE81}"/>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7" name="Oval 15">
              <a:extLst>
                <a:ext uri="{FF2B5EF4-FFF2-40B4-BE49-F238E27FC236}">
                  <a16:creationId xmlns:a16="http://schemas.microsoft.com/office/drawing/2014/main" id="{B54F2EE8-80D9-F861-AE29-3B926D2C7EAA}"/>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18" name="Straight Connector 817">
              <a:extLst>
                <a:ext uri="{FF2B5EF4-FFF2-40B4-BE49-F238E27FC236}">
                  <a16:creationId xmlns:a16="http://schemas.microsoft.com/office/drawing/2014/main" id="{5D0F8977-67B7-1394-1FCE-9B1CF1756BC9}"/>
                </a:ext>
              </a:extLst>
            </p:cNvPr>
            <p:cNvCxnSpPr>
              <a:cxnSpLocks/>
              <a:stCxn id="817"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19" name="Straight Connector 818">
              <a:extLst>
                <a:ext uri="{FF2B5EF4-FFF2-40B4-BE49-F238E27FC236}">
                  <a16:creationId xmlns:a16="http://schemas.microsoft.com/office/drawing/2014/main" id="{E99FD974-FB34-BCF8-174C-411508F240A8}"/>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32" name="Group 831">
            <a:extLst>
              <a:ext uri="{FF2B5EF4-FFF2-40B4-BE49-F238E27FC236}">
                <a16:creationId xmlns:a16="http://schemas.microsoft.com/office/drawing/2014/main" id="{0D5354C9-B544-8DAB-2EDB-D850A675A2B4}"/>
              </a:ext>
            </a:extLst>
          </p:cNvPr>
          <p:cNvGrpSpPr/>
          <p:nvPr/>
        </p:nvGrpSpPr>
        <p:grpSpPr>
          <a:xfrm>
            <a:off x="2940469" y="2974031"/>
            <a:ext cx="721206" cy="613175"/>
            <a:chOff x="2940469" y="2974031"/>
            <a:chExt cx="721206" cy="613175"/>
          </a:xfrm>
        </p:grpSpPr>
        <p:sp>
          <p:nvSpPr>
            <p:cNvPr id="833" name="Rectangle 832">
              <a:extLst>
                <a:ext uri="{FF2B5EF4-FFF2-40B4-BE49-F238E27FC236}">
                  <a16:creationId xmlns:a16="http://schemas.microsoft.com/office/drawing/2014/main" id="{D60C1664-C7A2-9E4E-B60F-A450720D75BD}"/>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834" name="Right Triangle 833">
              <a:extLst>
                <a:ext uri="{FF2B5EF4-FFF2-40B4-BE49-F238E27FC236}">
                  <a16:creationId xmlns:a16="http://schemas.microsoft.com/office/drawing/2014/main" id="{B18C7956-1538-B9FB-83E1-4D9CCC4394F1}"/>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5" name="Group 834">
              <a:extLst>
                <a:ext uri="{FF2B5EF4-FFF2-40B4-BE49-F238E27FC236}">
                  <a16:creationId xmlns:a16="http://schemas.microsoft.com/office/drawing/2014/main" id="{32B2F58E-3AF1-6729-FEC1-6232B4797B35}"/>
                </a:ext>
              </a:extLst>
            </p:cNvPr>
            <p:cNvGrpSpPr/>
            <p:nvPr/>
          </p:nvGrpSpPr>
          <p:grpSpPr>
            <a:xfrm>
              <a:off x="3610502" y="2980132"/>
              <a:ext cx="37817" cy="61390"/>
              <a:chOff x="3883481" y="2057400"/>
              <a:chExt cx="1608363" cy="2652031"/>
            </a:xfrm>
            <a:solidFill>
              <a:srgbClr val="A6A6A6">
                <a:alpha val="20000"/>
              </a:srgbClr>
            </a:solidFill>
          </p:grpSpPr>
          <p:sp>
            <p:nvSpPr>
              <p:cNvPr id="836" name="Oval 27">
                <a:extLst>
                  <a:ext uri="{FF2B5EF4-FFF2-40B4-BE49-F238E27FC236}">
                    <a16:creationId xmlns:a16="http://schemas.microsoft.com/office/drawing/2014/main" id="{D0E9727E-8913-92B0-AC86-49F0DD03AA9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7" name="Oval 28">
                <a:extLst>
                  <a:ext uri="{FF2B5EF4-FFF2-40B4-BE49-F238E27FC236}">
                    <a16:creationId xmlns:a16="http://schemas.microsoft.com/office/drawing/2014/main" id="{07FCC9B6-B0F6-0972-E938-AB59CB35EB7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38" name="Group 837">
            <a:extLst>
              <a:ext uri="{FF2B5EF4-FFF2-40B4-BE49-F238E27FC236}">
                <a16:creationId xmlns:a16="http://schemas.microsoft.com/office/drawing/2014/main" id="{33047C8D-9A81-7025-B0DF-BC8E6B189D77}"/>
              </a:ext>
            </a:extLst>
          </p:cNvPr>
          <p:cNvGrpSpPr/>
          <p:nvPr/>
        </p:nvGrpSpPr>
        <p:grpSpPr>
          <a:xfrm>
            <a:off x="1268380" y="2974053"/>
            <a:ext cx="721206" cy="609701"/>
            <a:chOff x="1268380" y="2974053"/>
            <a:chExt cx="721206" cy="609701"/>
          </a:xfrm>
        </p:grpSpPr>
        <p:sp>
          <p:nvSpPr>
            <p:cNvPr id="839" name="Rectangle 838">
              <a:extLst>
                <a:ext uri="{FF2B5EF4-FFF2-40B4-BE49-F238E27FC236}">
                  <a16:creationId xmlns:a16="http://schemas.microsoft.com/office/drawing/2014/main" id="{E7437404-48A5-38F5-7940-4B772EE10213}"/>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840" name="Right Triangle 839">
              <a:extLst>
                <a:ext uri="{FF2B5EF4-FFF2-40B4-BE49-F238E27FC236}">
                  <a16:creationId xmlns:a16="http://schemas.microsoft.com/office/drawing/2014/main" id="{9B33313C-477B-223E-F87F-49DFBBFC01C5}"/>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1" name="Group 840">
              <a:extLst>
                <a:ext uri="{FF2B5EF4-FFF2-40B4-BE49-F238E27FC236}">
                  <a16:creationId xmlns:a16="http://schemas.microsoft.com/office/drawing/2014/main" id="{84B389E7-E934-7462-8376-9E158CD655F2}"/>
                </a:ext>
              </a:extLst>
            </p:cNvPr>
            <p:cNvGrpSpPr/>
            <p:nvPr/>
          </p:nvGrpSpPr>
          <p:grpSpPr>
            <a:xfrm>
              <a:off x="1938973" y="2986452"/>
              <a:ext cx="37817" cy="61390"/>
              <a:chOff x="3883481" y="2057400"/>
              <a:chExt cx="1608363" cy="2652031"/>
            </a:xfrm>
            <a:solidFill>
              <a:srgbClr val="A6A6A6">
                <a:alpha val="20000"/>
              </a:srgbClr>
            </a:solidFill>
          </p:grpSpPr>
          <p:sp>
            <p:nvSpPr>
              <p:cNvPr id="842" name="Oval 27">
                <a:extLst>
                  <a:ext uri="{FF2B5EF4-FFF2-40B4-BE49-F238E27FC236}">
                    <a16:creationId xmlns:a16="http://schemas.microsoft.com/office/drawing/2014/main" id="{7D518C8C-DC0E-F000-9D9B-564D20FA1B6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3" name="Oval 28">
                <a:extLst>
                  <a:ext uri="{FF2B5EF4-FFF2-40B4-BE49-F238E27FC236}">
                    <a16:creationId xmlns:a16="http://schemas.microsoft.com/office/drawing/2014/main" id="{25519663-8D3E-44DD-AC9E-7F05DCFDEC6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44" name="Group 843">
            <a:extLst>
              <a:ext uri="{FF2B5EF4-FFF2-40B4-BE49-F238E27FC236}">
                <a16:creationId xmlns:a16="http://schemas.microsoft.com/office/drawing/2014/main" id="{FB043C6E-CB8C-1A82-E940-82D4738D0AE6}"/>
              </a:ext>
            </a:extLst>
          </p:cNvPr>
          <p:cNvGrpSpPr/>
          <p:nvPr/>
        </p:nvGrpSpPr>
        <p:grpSpPr>
          <a:xfrm>
            <a:off x="2938534" y="811556"/>
            <a:ext cx="721206" cy="609701"/>
            <a:chOff x="2938534" y="811556"/>
            <a:chExt cx="721206" cy="609701"/>
          </a:xfrm>
        </p:grpSpPr>
        <p:sp>
          <p:nvSpPr>
            <p:cNvPr id="845" name="Rectangle 844">
              <a:extLst>
                <a:ext uri="{FF2B5EF4-FFF2-40B4-BE49-F238E27FC236}">
                  <a16:creationId xmlns:a16="http://schemas.microsoft.com/office/drawing/2014/main" id="{67CD6159-EA45-CB0B-5CA2-EC4DE88235A3}"/>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846" name="Rectangle 845">
              <a:extLst>
                <a:ext uri="{FF2B5EF4-FFF2-40B4-BE49-F238E27FC236}">
                  <a16:creationId xmlns:a16="http://schemas.microsoft.com/office/drawing/2014/main" id="{22E9C56C-6DA6-D86C-9CD7-74F9F89662AF}"/>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7" name="Oval 15">
              <a:extLst>
                <a:ext uri="{FF2B5EF4-FFF2-40B4-BE49-F238E27FC236}">
                  <a16:creationId xmlns:a16="http://schemas.microsoft.com/office/drawing/2014/main" id="{2F259344-FF5B-C9ED-8EC5-242EBA105E35}"/>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48" name="Straight Connector 847">
              <a:extLst>
                <a:ext uri="{FF2B5EF4-FFF2-40B4-BE49-F238E27FC236}">
                  <a16:creationId xmlns:a16="http://schemas.microsoft.com/office/drawing/2014/main" id="{D5120863-B1F5-D638-3A4C-D1379A8B3615}"/>
                </a:ext>
              </a:extLst>
            </p:cNvPr>
            <p:cNvCxnSpPr>
              <a:cxnSpLocks/>
              <a:stCxn id="847"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49" name="Straight Connector 848">
              <a:extLst>
                <a:ext uri="{FF2B5EF4-FFF2-40B4-BE49-F238E27FC236}">
                  <a16:creationId xmlns:a16="http://schemas.microsoft.com/office/drawing/2014/main" id="{FB3374D8-5DFA-AAEF-9916-2957E6C8D1B9}"/>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56" name="Group 855">
            <a:extLst>
              <a:ext uri="{FF2B5EF4-FFF2-40B4-BE49-F238E27FC236}">
                <a16:creationId xmlns:a16="http://schemas.microsoft.com/office/drawing/2014/main" id="{08321A28-4D35-782C-AE54-AF7F08976810}"/>
              </a:ext>
            </a:extLst>
          </p:cNvPr>
          <p:cNvGrpSpPr/>
          <p:nvPr/>
        </p:nvGrpSpPr>
        <p:grpSpPr>
          <a:xfrm>
            <a:off x="431659" y="811556"/>
            <a:ext cx="721206" cy="609701"/>
            <a:chOff x="431659" y="811556"/>
            <a:chExt cx="721206" cy="609701"/>
          </a:xfrm>
        </p:grpSpPr>
        <p:sp>
          <p:nvSpPr>
            <p:cNvPr id="857" name="Rectangle 856">
              <a:extLst>
                <a:ext uri="{FF2B5EF4-FFF2-40B4-BE49-F238E27FC236}">
                  <a16:creationId xmlns:a16="http://schemas.microsoft.com/office/drawing/2014/main" id="{EBE04597-FEA4-6847-4272-575CB40D4F0C}"/>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858" name="Right Triangle 857">
              <a:extLst>
                <a:ext uri="{FF2B5EF4-FFF2-40B4-BE49-F238E27FC236}">
                  <a16:creationId xmlns:a16="http://schemas.microsoft.com/office/drawing/2014/main" id="{B16A1189-19FD-F979-9E55-46DB30BBB008}"/>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9" name="Group 858">
              <a:extLst>
                <a:ext uri="{FF2B5EF4-FFF2-40B4-BE49-F238E27FC236}">
                  <a16:creationId xmlns:a16="http://schemas.microsoft.com/office/drawing/2014/main" id="{9454AEBE-0366-47FA-C9A6-989087E3E421}"/>
                </a:ext>
              </a:extLst>
            </p:cNvPr>
            <p:cNvGrpSpPr/>
            <p:nvPr/>
          </p:nvGrpSpPr>
          <p:grpSpPr>
            <a:xfrm>
              <a:off x="1100969" y="819591"/>
              <a:ext cx="37817" cy="61390"/>
              <a:chOff x="3883481" y="2057400"/>
              <a:chExt cx="1608363" cy="2652031"/>
            </a:xfrm>
            <a:solidFill>
              <a:srgbClr val="A6A6A6">
                <a:alpha val="20000"/>
              </a:srgbClr>
            </a:solidFill>
          </p:grpSpPr>
          <p:sp>
            <p:nvSpPr>
              <p:cNvPr id="860" name="Oval 27">
                <a:extLst>
                  <a:ext uri="{FF2B5EF4-FFF2-40B4-BE49-F238E27FC236}">
                    <a16:creationId xmlns:a16="http://schemas.microsoft.com/office/drawing/2014/main" id="{786BA397-FB8E-8EE9-113D-A28A7DA0A9B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1" name="Oval 28">
                <a:extLst>
                  <a:ext uri="{FF2B5EF4-FFF2-40B4-BE49-F238E27FC236}">
                    <a16:creationId xmlns:a16="http://schemas.microsoft.com/office/drawing/2014/main" id="{188380C0-8218-1EE4-8C7A-4B523C0B176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62" name="Group 861">
            <a:extLst>
              <a:ext uri="{FF2B5EF4-FFF2-40B4-BE49-F238E27FC236}">
                <a16:creationId xmlns:a16="http://schemas.microsoft.com/office/drawing/2014/main" id="{8C141F6E-49B1-EBAB-A7A0-E5954690ADC3}"/>
              </a:ext>
            </a:extLst>
          </p:cNvPr>
          <p:cNvGrpSpPr/>
          <p:nvPr/>
        </p:nvGrpSpPr>
        <p:grpSpPr>
          <a:xfrm>
            <a:off x="1267285" y="811556"/>
            <a:ext cx="721206" cy="609701"/>
            <a:chOff x="1267285" y="811556"/>
            <a:chExt cx="721206" cy="609701"/>
          </a:xfrm>
        </p:grpSpPr>
        <p:sp>
          <p:nvSpPr>
            <p:cNvPr id="863" name="Rectangle 862">
              <a:extLst>
                <a:ext uri="{FF2B5EF4-FFF2-40B4-BE49-F238E27FC236}">
                  <a16:creationId xmlns:a16="http://schemas.microsoft.com/office/drawing/2014/main" id="{B74DBDD3-661D-D70D-D794-231926582695}"/>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64" name="Right Triangle 863">
              <a:extLst>
                <a:ext uri="{FF2B5EF4-FFF2-40B4-BE49-F238E27FC236}">
                  <a16:creationId xmlns:a16="http://schemas.microsoft.com/office/drawing/2014/main" id="{572C462B-2F75-BDC4-40C6-E71852D62FC1}"/>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65" name="Group 864">
              <a:extLst>
                <a:ext uri="{FF2B5EF4-FFF2-40B4-BE49-F238E27FC236}">
                  <a16:creationId xmlns:a16="http://schemas.microsoft.com/office/drawing/2014/main" id="{515FB36F-7CA5-096B-6FC7-2722DAE290CE}"/>
                </a:ext>
              </a:extLst>
            </p:cNvPr>
            <p:cNvGrpSpPr/>
            <p:nvPr/>
          </p:nvGrpSpPr>
          <p:grpSpPr>
            <a:xfrm>
              <a:off x="1937878" y="819591"/>
              <a:ext cx="37817" cy="61390"/>
              <a:chOff x="3883481" y="2057400"/>
              <a:chExt cx="1608363" cy="2652031"/>
            </a:xfrm>
            <a:solidFill>
              <a:srgbClr val="A6A6A6">
                <a:alpha val="20000"/>
              </a:srgbClr>
            </a:solidFill>
          </p:grpSpPr>
          <p:sp>
            <p:nvSpPr>
              <p:cNvPr id="866" name="Oval 27">
                <a:extLst>
                  <a:ext uri="{FF2B5EF4-FFF2-40B4-BE49-F238E27FC236}">
                    <a16:creationId xmlns:a16="http://schemas.microsoft.com/office/drawing/2014/main" id="{66AF29CB-BADE-EB30-C0FB-362D4B097A5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7" name="Oval 28">
                <a:extLst>
                  <a:ext uri="{FF2B5EF4-FFF2-40B4-BE49-F238E27FC236}">
                    <a16:creationId xmlns:a16="http://schemas.microsoft.com/office/drawing/2014/main" id="{2128A0DB-0ADA-8A7A-86F7-D5CBD91648E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74" name="Group 873">
            <a:extLst>
              <a:ext uri="{FF2B5EF4-FFF2-40B4-BE49-F238E27FC236}">
                <a16:creationId xmlns:a16="http://schemas.microsoft.com/office/drawing/2014/main" id="{3E087068-679C-FB6A-0918-974619CE1891}"/>
              </a:ext>
            </a:extLst>
          </p:cNvPr>
          <p:cNvGrpSpPr/>
          <p:nvPr/>
        </p:nvGrpSpPr>
        <p:grpSpPr>
          <a:xfrm>
            <a:off x="2889438" y="751337"/>
            <a:ext cx="5022643" cy="5001728"/>
            <a:chOff x="2889438" y="751337"/>
            <a:chExt cx="5022643" cy="5001728"/>
          </a:xfrm>
        </p:grpSpPr>
        <p:cxnSp>
          <p:nvCxnSpPr>
            <p:cNvPr id="875" name="Straight Connector 874">
              <a:extLst>
                <a:ext uri="{FF2B5EF4-FFF2-40B4-BE49-F238E27FC236}">
                  <a16:creationId xmlns:a16="http://schemas.microsoft.com/office/drawing/2014/main" id="{72AA4DCD-6F91-5A6C-8597-DC99A518E209}"/>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76" name="Straight Connector 875">
              <a:extLst>
                <a:ext uri="{FF2B5EF4-FFF2-40B4-BE49-F238E27FC236}">
                  <a16:creationId xmlns:a16="http://schemas.microsoft.com/office/drawing/2014/main" id="{4D97ACE0-56EC-7805-6928-9E12628CEC22}"/>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77" name="Straight Connector 876">
              <a:extLst>
                <a:ext uri="{FF2B5EF4-FFF2-40B4-BE49-F238E27FC236}">
                  <a16:creationId xmlns:a16="http://schemas.microsoft.com/office/drawing/2014/main" id="{4E13DD41-2DC6-FBE1-CC2A-D8F881F92CC3}"/>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78" name="Straight Connector 877">
              <a:extLst>
                <a:ext uri="{FF2B5EF4-FFF2-40B4-BE49-F238E27FC236}">
                  <a16:creationId xmlns:a16="http://schemas.microsoft.com/office/drawing/2014/main" id="{48E25406-4409-8740-A24B-0DE9ACB09A2C}"/>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79" name="Straight Connector 878">
              <a:extLst>
                <a:ext uri="{FF2B5EF4-FFF2-40B4-BE49-F238E27FC236}">
                  <a16:creationId xmlns:a16="http://schemas.microsoft.com/office/drawing/2014/main" id="{7FF00285-22B1-A6F0-9325-ECF6948D555B}"/>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0" name="Straight Connector 879">
              <a:extLst>
                <a:ext uri="{FF2B5EF4-FFF2-40B4-BE49-F238E27FC236}">
                  <a16:creationId xmlns:a16="http://schemas.microsoft.com/office/drawing/2014/main" id="{174E3903-49BB-CC73-F01B-E561432290B1}"/>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1" name="Straight Connector 880">
              <a:extLst>
                <a:ext uri="{FF2B5EF4-FFF2-40B4-BE49-F238E27FC236}">
                  <a16:creationId xmlns:a16="http://schemas.microsoft.com/office/drawing/2014/main" id="{31DE4459-79EF-2A95-808C-08B4D65A8343}"/>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2" name="Straight Connector 881">
              <a:extLst>
                <a:ext uri="{FF2B5EF4-FFF2-40B4-BE49-F238E27FC236}">
                  <a16:creationId xmlns:a16="http://schemas.microsoft.com/office/drawing/2014/main" id="{349F003E-C674-46B5-46D1-410B77DC57C0}"/>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3" name="Straight Connector 882">
              <a:extLst>
                <a:ext uri="{FF2B5EF4-FFF2-40B4-BE49-F238E27FC236}">
                  <a16:creationId xmlns:a16="http://schemas.microsoft.com/office/drawing/2014/main" id="{5A9195C8-5B78-3EA4-73A4-48577176EA4F}"/>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4" name="Straight Connector 883">
              <a:extLst>
                <a:ext uri="{FF2B5EF4-FFF2-40B4-BE49-F238E27FC236}">
                  <a16:creationId xmlns:a16="http://schemas.microsoft.com/office/drawing/2014/main" id="{378CD5B7-7FA0-BC5F-9432-FC8715047998}"/>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910" name="Group 909">
            <a:extLst>
              <a:ext uri="{FF2B5EF4-FFF2-40B4-BE49-F238E27FC236}">
                <a16:creationId xmlns:a16="http://schemas.microsoft.com/office/drawing/2014/main" id="{FEE3AD6E-FF8F-8F20-EFC3-F5FC242241D1}"/>
              </a:ext>
            </a:extLst>
          </p:cNvPr>
          <p:cNvGrpSpPr/>
          <p:nvPr/>
        </p:nvGrpSpPr>
        <p:grpSpPr>
          <a:xfrm>
            <a:off x="2937173" y="4419601"/>
            <a:ext cx="721206" cy="610396"/>
            <a:chOff x="2937173" y="4419601"/>
            <a:chExt cx="721206" cy="610396"/>
          </a:xfrm>
        </p:grpSpPr>
        <p:sp>
          <p:nvSpPr>
            <p:cNvPr id="911" name="Rectangle 910">
              <a:extLst>
                <a:ext uri="{FF2B5EF4-FFF2-40B4-BE49-F238E27FC236}">
                  <a16:creationId xmlns:a16="http://schemas.microsoft.com/office/drawing/2014/main" id="{8D8D51AD-296E-E884-1267-800D0D7EABA6}"/>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912" name="Right Triangle 911">
              <a:extLst>
                <a:ext uri="{FF2B5EF4-FFF2-40B4-BE49-F238E27FC236}">
                  <a16:creationId xmlns:a16="http://schemas.microsoft.com/office/drawing/2014/main" id="{93585E00-822B-670F-A343-9E620DFC48EB}"/>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13" name="Group 912">
              <a:extLst>
                <a:ext uri="{FF2B5EF4-FFF2-40B4-BE49-F238E27FC236}">
                  <a16:creationId xmlns:a16="http://schemas.microsoft.com/office/drawing/2014/main" id="{C513E6F7-F69B-7164-1E0A-B897D0DF1C35}"/>
                </a:ext>
              </a:extLst>
            </p:cNvPr>
            <p:cNvGrpSpPr/>
            <p:nvPr/>
          </p:nvGrpSpPr>
          <p:grpSpPr>
            <a:xfrm>
              <a:off x="3607766" y="4425699"/>
              <a:ext cx="37817" cy="61390"/>
              <a:chOff x="3883481" y="2057400"/>
              <a:chExt cx="1608363" cy="2652031"/>
            </a:xfrm>
            <a:solidFill>
              <a:srgbClr val="A6A6A6">
                <a:alpha val="20000"/>
              </a:srgbClr>
            </a:solidFill>
          </p:grpSpPr>
          <p:sp>
            <p:nvSpPr>
              <p:cNvPr id="914" name="Oval 27">
                <a:extLst>
                  <a:ext uri="{FF2B5EF4-FFF2-40B4-BE49-F238E27FC236}">
                    <a16:creationId xmlns:a16="http://schemas.microsoft.com/office/drawing/2014/main" id="{7EAAAE41-D832-DC02-4244-2786E477775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5" name="Oval 28">
                <a:extLst>
                  <a:ext uri="{FF2B5EF4-FFF2-40B4-BE49-F238E27FC236}">
                    <a16:creationId xmlns:a16="http://schemas.microsoft.com/office/drawing/2014/main" id="{78251B7E-0EA7-091F-EAE6-19811479B96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16" name="Group 915">
            <a:extLst>
              <a:ext uri="{FF2B5EF4-FFF2-40B4-BE49-F238E27FC236}">
                <a16:creationId xmlns:a16="http://schemas.microsoft.com/office/drawing/2014/main" id="{AA9D9A93-B86D-DFDC-C976-59856F2A3C2C}"/>
              </a:ext>
            </a:extLst>
          </p:cNvPr>
          <p:cNvGrpSpPr/>
          <p:nvPr/>
        </p:nvGrpSpPr>
        <p:grpSpPr>
          <a:xfrm>
            <a:off x="6286130" y="4419624"/>
            <a:ext cx="721206" cy="609701"/>
            <a:chOff x="6286130" y="4419624"/>
            <a:chExt cx="721206" cy="609701"/>
          </a:xfrm>
        </p:grpSpPr>
        <p:sp>
          <p:nvSpPr>
            <p:cNvPr id="917" name="Rectangle 916">
              <a:hlinkHover r:id="" action="ppaction://noaction" highlightClick="1"/>
              <a:extLst>
                <a:ext uri="{FF2B5EF4-FFF2-40B4-BE49-F238E27FC236}">
                  <a16:creationId xmlns:a16="http://schemas.microsoft.com/office/drawing/2014/main" id="{F932C13C-7504-2B82-55E9-E4CE39695CB3}"/>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918" name="Oval 917">
              <a:extLst>
                <a:ext uri="{FF2B5EF4-FFF2-40B4-BE49-F238E27FC236}">
                  <a16:creationId xmlns:a16="http://schemas.microsoft.com/office/drawing/2014/main" id="{B4D8F090-CC60-1943-5E21-9113E9D7513C}"/>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9" name="Isosceles Triangle 648">
              <a:extLst>
                <a:ext uri="{FF2B5EF4-FFF2-40B4-BE49-F238E27FC236}">
                  <a16:creationId xmlns:a16="http://schemas.microsoft.com/office/drawing/2014/main" id="{76B6745A-9D72-BE32-B5AB-516E04C53199}"/>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0" name="Group 919">
            <a:extLst>
              <a:ext uri="{FF2B5EF4-FFF2-40B4-BE49-F238E27FC236}">
                <a16:creationId xmlns:a16="http://schemas.microsoft.com/office/drawing/2014/main" id="{99684252-99EE-B69E-3ADC-C52F9B7E6554}"/>
              </a:ext>
            </a:extLst>
          </p:cNvPr>
          <p:cNvGrpSpPr/>
          <p:nvPr/>
        </p:nvGrpSpPr>
        <p:grpSpPr>
          <a:xfrm>
            <a:off x="5458940" y="5135305"/>
            <a:ext cx="721206" cy="609701"/>
            <a:chOff x="5458940" y="5135305"/>
            <a:chExt cx="721206" cy="609701"/>
          </a:xfrm>
        </p:grpSpPr>
        <p:sp>
          <p:nvSpPr>
            <p:cNvPr id="921" name="Rectangle 920">
              <a:hlinkHover r:id="" action="ppaction://noaction" highlightClick="1"/>
              <a:extLst>
                <a:ext uri="{FF2B5EF4-FFF2-40B4-BE49-F238E27FC236}">
                  <a16:creationId xmlns:a16="http://schemas.microsoft.com/office/drawing/2014/main" id="{40108093-C51B-D701-70FC-FD72AF0DC208}"/>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922" name="Oval 921">
              <a:extLst>
                <a:ext uri="{FF2B5EF4-FFF2-40B4-BE49-F238E27FC236}">
                  <a16:creationId xmlns:a16="http://schemas.microsoft.com/office/drawing/2014/main" id="{6AF25BB3-4ABE-BCBE-A178-919611A82672}"/>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3" name="Isosceles Triangle 648">
              <a:extLst>
                <a:ext uri="{FF2B5EF4-FFF2-40B4-BE49-F238E27FC236}">
                  <a16:creationId xmlns:a16="http://schemas.microsoft.com/office/drawing/2014/main" id="{739BD0A7-DF1C-09A8-4D71-F84C6B634BDF}"/>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4" name="Group 923">
            <a:extLst>
              <a:ext uri="{FF2B5EF4-FFF2-40B4-BE49-F238E27FC236}">
                <a16:creationId xmlns:a16="http://schemas.microsoft.com/office/drawing/2014/main" id="{ADEF6C94-EB31-1B72-4612-E1CAEF07BDD6}"/>
              </a:ext>
            </a:extLst>
          </p:cNvPr>
          <p:cNvGrpSpPr/>
          <p:nvPr/>
        </p:nvGrpSpPr>
        <p:grpSpPr>
          <a:xfrm>
            <a:off x="6289146" y="5141017"/>
            <a:ext cx="721206" cy="609701"/>
            <a:chOff x="6289146" y="5141017"/>
            <a:chExt cx="721206" cy="609701"/>
          </a:xfrm>
        </p:grpSpPr>
        <p:sp>
          <p:nvSpPr>
            <p:cNvPr id="925" name="Rectangle 924">
              <a:hlinkHover r:id="" action="ppaction://noaction" highlightClick="1"/>
              <a:extLst>
                <a:ext uri="{FF2B5EF4-FFF2-40B4-BE49-F238E27FC236}">
                  <a16:creationId xmlns:a16="http://schemas.microsoft.com/office/drawing/2014/main" id="{65DD1F39-3629-3324-318F-1072E172A693}"/>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926" name="Oval 925">
              <a:extLst>
                <a:ext uri="{FF2B5EF4-FFF2-40B4-BE49-F238E27FC236}">
                  <a16:creationId xmlns:a16="http://schemas.microsoft.com/office/drawing/2014/main" id="{A6AF97EB-2A4C-217B-B44F-090CC930A746}"/>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7" name="Isosceles Triangle 648">
              <a:extLst>
                <a:ext uri="{FF2B5EF4-FFF2-40B4-BE49-F238E27FC236}">
                  <a16:creationId xmlns:a16="http://schemas.microsoft.com/office/drawing/2014/main" id="{E3E9E59E-239C-C8B9-0A38-1719B382E3BE}"/>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8" name="Group 927">
            <a:extLst>
              <a:ext uri="{FF2B5EF4-FFF2-40B4-BE49-F238E27FC236}">
                <a16:creationId xmlns:a16="http://schemas.microsoft.com/office/drawing/2014/main" id="{7F2E5233-FC9C-CA61-C12D-C461764146AE}"/>
              </a:ext>
            </a:extLst>
          </p:cNvPr>
          <p:cNvGrpSpPr/>
          <p:nvPr/>
        </p:nvGrpSpPr>
        <p:grpSpPr>
          <a:xfrm>
            <a:off x="7122911" y="4419624"/>
            <a:ext cx="721206" cy="609701"/>
            <a:chOff x="7122911" y="4419624"/>
            <a:chExt cx="721206" cy="609701"/>
          </a:xfrm>
        </p:grpSpPr>
        <p:sp>
          <p:nvSpPr>
            <p:cNvPr id="929" name="Rectangle 928">
              <a:hlinkHover r:id="" action="ppaction://noaction" highlightClick="1"/>
              <a:extLst>
                <a:ext uri="{FF2B5EF4-FFF2-40B4-BE49-F238E27FC236}">
                  <a16:creationId xmlns:a16="http://schemas.microsoft.com/office/drawing/2014/main" id="{A1D5BC52-DFF3-4721-ED71-2C1B1A5B60F3}"/>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930" name="Oval 929">
              <a:extLst>
                <a:ext uri="{FF2B5EF4-FFF2-40B4-BE49-F238E27FC236}">
                  <a16:creationId xmlns:a16="http://schemas.microsoft.com/office/drawing/2014/main" id="{338961E1-95A3-4EC6-BA2B-5E46D929AD43}"/>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1" name="Isosceles Triangle 648">
              <a:extLst>
                <a:ext uri="{FF2B5EF4-FFF2-40B4-BE49-F238E27FC236}">
                  <a16:creationId xmlns:a16="http://schemas.microsoft.com/office/drawing/2014/main" id="{6254546E-5C57-0910-D893-8CD47D4E394B}"/>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6" name="Group 935">
            <a:extLst>
              <a:ext uri="{FF2B5EF4-FFF2-40B4-BE49-F238E27FC236}">
                <a16:creationId xmlns:a16="http://schemas.microsoft.com/office/drawing/2014/main" id="{57080DE4-1AB0-FD0A-FD14-DC766D62F331}"/>
              </a:ext>
            </a:extLst>
          </p:cNvPr>
          <p:cNvGrpSpPr/>
          <p:nvPr/>
        </p:nvGrpSpPr>
        <p:grpSpPr>
          <a:xfrm>
            <a:off x="5454385" y="4419624"/>
            <a:ext cx="721206" cy="609701"/>
            <a:chOff x="5454385" y="4419624"/>
            <a:chExt cx="721206" cy="609701"/>
          </a:xfrm>
        </p:grpSpPr>
        <p:sp>
          <p:nvSpPr>
            <p:cNvPr id="937" name="Rectangle 936">
              <a:hlinkHover r:id="" action="ppaction://noaction" highlightClick="1"/>
              <a:extLst>
                <a:ext uri="{FF2B5EF4-FFF2-40B4-BE49-F238E27FC236}">
                  <a16:creationId xmlns:a16="http://schemas.microsoft.com/office/drawing/2014/main" id="{27A2F7CF-2758-0DEB-F7C1-F6F813AA7A15}"/>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938" name="Oval 937">
              <a:extLst>
                <a:ext uri="{FF2B5EF4-FFF2-40B4-BE49-F238E27FC236}">
                  <a16:creationId xmlns:a16="http://schemas.microsoft.com/office/drawing/2014/main" id="{DCF8709B-C60A-58D6-16C7-38EB66F0C140}"/>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9" name="Isosceles Triangle 648">
              <a:extLst>
                <a:ext uri="{FF2B5EF4-FFF2-40B4-BE49-F238E27FC236}">
                  <a16:creationId xmlns:a16="http://schemas.microsoft.com/office/drawing/2014/main" id="{BBC5560A-6D01-08E4-C586-45FBD5F6119C}"/>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0" name="Group 939">
            <a:extLst>
              <a:ext uri="{FF2B5EF4-FFF2-40B4-BE49-F238E27FC236}">
                <a16:creationId xmlns:a16="http://schemas.microsoft.com/office/drawing/2014/main" id="{510D53EA-FA8B-6089-66EA-131E01FEF0E0}"/>
              </a:ext>
            </a:extLst>
          </p:cNvPr>
          <p:cNvGrpSpPr/>
          <p:nvPr/>
        </p:nvGrpSpPr>
        <p:grpSpPr>
          <a:xfrm>
            <a:off x="3775041" y="5130133"/>
            <a:ext cx="721895" cy="609700"/>
            <a:chOff x="3775041" y="5130133"/>
            <a:chExt cx="721895" cy="609700"/>
          </a:xfrm>
        </p:grpSpPr>
        <p:sp>
          <p:nvSpPr>
            <p:cNvPr id="941" name="Rectangle 940">
              <a:hlinkHover r:id="" action="ppaction://noaction" highlightClick="1"/>
              <a:extLst>
                <a:ext uri="{FF2B5EF4-FFF2-40B4-BE49-F238E27FC236}">
                  <a16:creationId xmlns:a16="http://schemas.microsoft.com/office/drawing/2014/main" id="{453D4084-7F23-7415-8D81-3CAC460BBBF8}"/>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942" name="Diamond 941">
              <a:extLst>
                <a:ext uri="{FF2B5EF4-FFF2-40B4-BE49-F238E27FC236}">
                  <a16:creationId xmlns:a16="http://schemas.microsoft.com/office/drawing/2014/main" id="{9AC8E95A-8E3C-8231-FD1E-F1FE7A86B491}"/>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3" name="Oval 942">
              <a:extLst>
                <a:ext uri="{FF2B5EF4-FFF2-40B4-BE49-F238E27FC236}">
                  <a16:creationId xmlns:a16="http://schemas.microsoft.com/office/drawing/2014/main" id="{9A184413-090C-83B7-A7AC-FF00A281C828}"/>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4" name="Group 943">
            <a:extLst>
              <a:ext uri="{FF2B5EF4-FFF2-40B4-BE49-F238E27FC236}">
                <a16:creationId xmlns:a16="http://schemas.microsoft.com/office/drawing/2014/main" id="{47C2BF6B-C514-E0B7-F718-656BC8C58D2C}"/>
              </a:ext>
            </a:extLst>
          </p:cNvPr>
          <p:cNvGrpSpPr/>
          <p:nvPr/>
        </p:nvGrpSpPr>
        <p:grpSpPr>
          <a:xfrm>
            <a:off x="4618174" y="5130748"/>
            <a:ext cx="721895" cy="609700"/>
            <a:chOff x="4618174" y="5130748"/>
            <a:chExt cx="721895" cy="609700"/>
          </a:xfrm>
        </p:grpSpPr>
        <p:sp>
          <p:nvSpPr>
            <p:cNvPr id="945" name="Rectangle 944">
              <a:hlinkHover r:id="" action="ppaction://noaction" highlightClick="1"/>
              <a:extLst>
                <a:ext uri="{FF2B5EF4-FFF2-40B4-BE49-F238E27FC236}">
                  <a16:creationId xmlns:a16="http://schemas.microsoft.com/office/drawing/2014/main" id="{5ADE2F24-403B-9326-69A1-EFE51E07FAC3}"/>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946" name="Diamond 945">
              <a:extLst>
                <a:ext uri="{FF2B5EF4-FFF2-40B4-BE49-F238E27FC236}">
                  <a16:creationId xmlns:a16="http://schemas.microsoft.com/office/drawing/2014/main" id="{629FCFC4-B7C5-38FF-B928-7139336358D9}"/>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7" name="Oval 946">
              <a:extLst>
                <a:ext uri="{FF2B5EF4-FFF2-40B4-BE49-F238E27FC236}">
                  <a16:creationId xmlns:a16="http://schemas.microsoft.com/office/drawing/2014/main" id="{9B0858A0-7395-EBD5-EEFE-DFD1728D8B01}"/>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8" name="Group 947">
            <a:extLst>
              <a:ext uri="{FF2B5EF4-FFF2-40B4-BE49-F238E27FC236}">
                <a16:creationId xmlns:a16="http://schemas.microsoft.com/office/drawing/2014/main" id="{F6252C95-78F5-9C8D-041C-5D5FDC99ACF2}"/>
              </a:ext>
            </a:extLst>
          </p:cNvPr>
          <p:cNvGrpSpPr/>
          <p:nvPr/>
        </p:nvGrpSpPr>
        <p:grpSpPr>
          <a:xfrm>
            <a:off x="7125833" y="5143368"/>
            <a:ext cx="721206" cy="609701"/>
            <a:chOff x="7125833" y="5143368"/>
            <a:chExt cx="721206" cy="609701"/>
          </a:xfrm>
        </p:grpSpPr>
        <p:sp>
          <p:nvSpPr>
            <p:cNvPr id="949" name="Rectangle 948">
              <a:hlinkHover r:id="" action="ppaction://noaction" highlightClick="1"/>
              <a:extLst>
                <a:ext uri="{FF2B5EF4-FFF2-40B4-BE49-F238E27FC236}">
                  <a16:creationId xmlns:a16="http://schemas.microsoft.com/office/drawing/2014/main" id="{D77C63EA-62FD-3716-2697-45CBED29B377}"/>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950" name="Oval 949">
              <a:extLst>
                <a:ext uri="{FF2B5EF4-FFF2-40B4-BE49-F238E27FC236}">
                  <a16:creationId xmlns:a16="http://schemas.microsoft.com/office/drawing/2014/main" id="{DB3E79F4-91A3-8ECB-BB79-0103A47EF422}"/>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1" name="Isosceles Triangle 648">
              <a:extLst>
                <a:ext uri="{FF2B5EF4-FFF2-40B4-BE49-F238E27FC236}">
                  <a16:creationId xmlns:a16="http://schemas.microsoft.com/office/drawing/2014/main" id="{DE0B305A-CA44-52F3-8F0A-FBF4B03417DD}"/>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2" name="Group 951">
            <a:extLst>
              <a:ext uri="{FF2B5EF4-FFF2-40B4-BE49-F238E27FC236}">
                <a16:creationId xmlns:a16="http://schemas.microsoft.com/office/drawing/2014/main" id="{D1AD516E-2278-2193-CFD6-E8DD852BF2B9}"/>
              </a:ext>
            </a:extLst>
          </p:cNvPr>
          <p:cNvGrpSpPr/>
          <p:nvPr/>
        </p:nvGrpSpPr>
        <p:grpSpPr>
          <a:xfrm>
            <a:off x="7122911" y="3698231"/>
            <a:ext cx="721206" cy="609701"/>
            <a:chOff x="7122911" y="3698231"/>
            <a:chExt cx="721206" cy="609701"/>
          </a:xfrm>
        </p:grpSpPr>
        <p:sp>
          <p:nvSpPr>
            <p:cNvPr id="953" name="Rectangle 952">
              <a:hlinkHover r:id="" action="ppaction://noaction" highlightClick="1"/>
              <a:extLst>
                <a:ext uri="{FF2B5EF4-FFF2-40B4-BE49-F238E27FC236}">
                  <a16:creationId xmlns:a16="http://schemas.microsoft.com/office/drawing/2014/main" id="{5D9CDB91-3D9D-A27E-FAEC-0B6BE0EE872C}"/>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954" name="Oval 953">
              <a:extLst>
                <a:ext uri="{FF2B5EF4-FFF2-40B4-BE49-F238E27FC236}">
                  <a16:creationId xmlns:a16="http://schemas.microsoft.com/office/drawing/2014/main" id="{BA5085B3-5FAF-7AAD-D10B-BA91EB605496}"/>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5" name="Isosceles Triangle 648">
              <a:extLst>
                <a:ext uri="{FF2B5EF4-FFF2-40B4-BE49-F238E27FC236}">
                  <a16:creationId xmlns:a16="http://schemas.microsoft.com/office/drawing/2014/main" id="{FBB7674F-C9C7-FDDA-1DB9-1BC2D42EA985}"/>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6" name="Group 955">
            <a:extLst>
              <a:ext uri="{FF2B5EF4-FFF2-40B4-BE49-F238E27FC236}">
                <a16:creationId xmlns:a16="http://schemas.microsoft.com/office/drawing/2014/main" id="{63A28712-9F05-CF76-FFEF-80DE9E566F93}"/>
              </a:ext>
            </a:extLst>
          </p:cNvPr>
          <p:cNvGrpSpPr/>
          <p:nvPr/>
        </p:nvGrpSpPr>
        <p:grpSpPr>
          <a:xfrm>
            <a:off x="6286224" y="3620338"/>
            <a:ext cx="721206" cy="687594"/>
            <a:chOff x="6286224" y="3620338"/>
            <a:chExt cx="721206" cy="687594"/>
          </a:xfrm>
        </p:grpSpPr>
        <p:cxnSp>
          <p:nvCxnSpPr>
            <p:cNvPr id="957" name="Straight Connector 956">
              <a:extLst>
                <a:ext uri="{FF2B5EF4-FFF2-40B4-BE49-F238E27FC236}">
                  <a16:creationId xmlns:a16="http://schemas.microsoft.com/office/drawing/2014/main" id="{B831F30E-29CB-9B68-4A00-6C60373EA84A}"/>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958" name="Rectangle 957">
              <a:hlinkHover r:id="" action="ppaction://noaction" highlightClick="1"/>
              <a:extLst>
                <a:ext uri="{FF2B5EF4-FFF2-40B4-BE49-F238E27FC236}">
                  <a16:creationId xmlns:a16="http://schemas.microsoft.com/office/drawing/2014/main" id="{50EAEF52-63B4-5340-9F9B-E9E65F598DFD}"/>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59" name="Oval 958">
              <a:extLst>
                <a:ext uri="{FF2B5EF4-FFF2-40B4-BE49-F238E27FC236}">
                  <a16:creationId xmlns:a16="http://schemas.microsoft.com/office/drawing/2014/main" id="{33BF4634-F249-5A0B-DF83-5721DD5EE4C9}"/>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0" name="Isosceles Triangle 648">
              <a:extLst>
                <a:ext uri="{FF2B5EF4-FFF2-40B4-BE49-F238E27FC236}">
                  <a16:creationId xmlns:a16="http://schemas.microsoft.com/office/drawing/2014/main" id="{FE2E29D2-12E4-2C8A-B30D-009D65D5A49B}"/>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85" name="Group 1084">
            <a:extLst>
              <a:ext uri="{FF2B5EF4-FFF2-40B4-BE49-F238E27FC236}">
                <a16:creationId xmlns:a16="http://schemas.microsoft.com/office/drawing/2014/main" id="{5EFC3111-659D-D141-E5BE-1AE3831FC54A}"/>
              </a:ext>
            </a:extLst>
          </p:cNvPr>
          <p:cNvGrpSpPr/>
          <p:nvPr/>
        </p:nvGrpSpPr>
        <p:grpSpPr>
          <a:xfrm>
            <a:off x="1268842" y="2253333"/>
            <a:ext cx="721206" cy="609701"/>
            <a:chOff x="1268842" y="2253333"/>
            <a:chExt cx="721206" cy="609701"/>
          </a:xfrm>
        </p:grpSpPr>
        <p:sp>
          <p:nvSpPr>
            <p:cNvPr id="1086" name="Rectangle 1085">
              <a:extLst>
                <a:ext uri="{FF2B5EF4-FFF2-40B4-BE49-F238E27FC236}">
                  <a16:creationId xmlns:a16="http://schemas.microsoft.com/office/drawing/2014/main" id="{CDDF1EB6-38B4-886B-D38B-91385FCB6D13}"/>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1087" name="Right Triangle 1086">
              <a:extLst>
                <a:ext uri="{FF2B5EF4-FFF2-40B4-BE49-F238E27FC236}">
                  <a16:creationId xmlns:a16="http://schemas.microsoft.com/office/drawing/2014/main" id="{9AE993E9-6DB7-4755-3F3F-85B832FC8F17}"/>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88" name="Group 1087">
              <a:extLst>
                <a:ext uri="{FF2B5EF4-FFF2-40B4-BE49-F238E27FC236}">
                  <a16:creationId xmlns:a16="http://schemas.microsoft.com/office/drawing/2014/main" id="{31F57A5E-E4BD-2249-E876-B4C1EE526439}"/>
                </a:ext>
              </a:extLst>
            </p:cNvPr>
            <p:cNvGrpSpPr/>
            <p:nvPr/>
          </p:nvGrpSpPr>
          <p:grpSpPr>
            <a:xfrm>
              <a:off x="1939437" y="2265723"/>
              <a:ext cx="37817" cy="61390"/>
              <a:chOff x="3883481" y="2057400"/>
              <a:chExt cx="1608363" cy="2652031"/>
            </a:xfrm>
            <a:solidFill>
              <a:srgbClr val="A6A6A6"/>
            </a:solidFill>
          </p:grpSpPr>
          <p:sp>
            <p:nvSpPr>
              <p:cNvPr id="1089" name="Oval 27">
                <a:extLst>
                  <a:ext uri="{FF2B5EF4-FFF2-40B4-BE49-F238E27FC236}">
                    <a16:creationId xmlns:a16="http://schemas.microsoft.com/office/drawing/2014/main" id="{CED4D6BD-D8CC-B0CC-7DDF-25E413C0FB5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0" name="Oval 28">
                <a:extLst>
                  <a:ext uri="{FF2B5EF4-FFF2-40B4-BE49-F238E27FC236}">
                    <a16:creationId xmlns:a16="http://schemas.microsoft.com/office/drawing/2014/main" id="{0C0C5B82-2DAA-BF73-1D9C-5AC7BB0D36C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91" name="Group 1090">
            <a:extLst>
              <a:ext uri="{FF2B5EF4-FFF2-40B4-BE49-F238E27FC236}">
                <a16:creationId xmlns:a16="http://schemas.microsoft.com/office/drawing/2014/main" id="{455A84DC-7D81-809F-F61E-42FC1BA755A0}"/>
              </a:ext>
            </a:extLst>
          </p:cNvPr>
          <p:cNvGrpSpPr/>
          <p:nvPr/>
        </p:nvGrpSpPr>
        <p:grpSpPr>
          <a:xfrm>
            <a:off x="2105349" y="2253333"/>
            <a:ext cx="721206" cy="609701"/>
            <a:chOff x="2105349" y="2253333"/>
            <a:chExt cx="721206" cy="609701"/>
          </a:xfrm>
        </p:grpSpPr>
        <p:sp>
          <p:nvSpPr>
            <p:cNvPr id="1092" name="Rectangle 1091">
              <a:extLst>
                <a:ext uri="{FF2B5EF4-FFF2-40B4-BE49-F238E27FC236}">
                  <a16:creationId xmlns:a16="http://schemas.microsoft.com/office/drawing/2014/main" id="{5B25299B-177F-0914-A9C3-E68AC3031A79}"/>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1093" name="Right Triangle 1092">
              <a:extLst>
                <a:ext uri="{FF2B5EF4-FFF2-40B4-BE49-F238E27FC236}">
                  <a16:creationId xmlns:a16="http://schemas.microsoft.com/office/drawing/2014/main" id="{6BB02EF7-B1FC-AD04-AF89-2CDF47D706A0}"/>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94" name="Group 1093">
              <a:extLst>
                <a:ext uri="{FF2B5EF4-FFF2-40B4-BE49-F238E27FC236}">
                  <a16:creationId xmlns:a16="http://schemas.microsoft.com/office/drawing/2014/main" id="{3DA519FA-9714-35DA-F112-A107B8262144}"/>
                </a:ext>
              </a:extLst>
            </p:cNvPr>
            <p:cNvGrpSpPr/>
            <p:nvPr/>
          </p:nvGrpSpPr>
          <p:grpSpPr>
            <a:xfrm>
              <a:off x="2771411" y="2265582"/>
              <a:ext cx="37817" cy="61390"/>
              <a:chOff x="3883481" y="2057400"/>
              <a:chExt cx="1608363" cy="2652031"/>
            </a:xfrm>
            <a:solidFill>
              <a:srgbClr val="A6A6A6"/>
            </a:solidFill>
          </p:grpSpPr>
          <p:sp>
            <p:nvSpPr>
              <p:cNvPr id="1095" name="Oval 27">
                <a:extLst>
                  <a:ext uri="{FF2B5EF4-FFF2-40B4-BE49-F238E27FC236}">
                    <a16:creationId xmlns:a16="http://schemas.microsoft.com/office/drawing/2014/main" id="{9A6B3C82-610D-9183-08B1-11486E14826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6" name="Oval 28">
                <a:extLst>
                  <a:ext uri="{FF2B5EF4-FFF2-40B4-BE49-F238E27FC236}">
                    <a16:creationId xmlns:a16="http://schemas.microsoft.com/office/drawing/2014/main" id="{BA9B95AB-76AD-CCEB-9112-09D3530A73B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97" name="Group 1096">
            <a:extLst>
              <a:ext uri="{FF2B5EF4-FFF2-40B4-BE49-F238E27FC236}">
                <a16:creationId xmlns:a16="http://schemas.microsoft.com/office/drawing/2014/main" id="{7FF4C7AA-6982-A1E3-39FF-806CF64A9489}"/>
              </a:ext>
            </a:extLst>
          </p:cNvPr>
          <p:cNvGrpSpPr/>
          <p:nvPr/>
        </p:nvGrpSpPr>
        <p:grpSpPr>
          <a:xfrm>
            <a:off x="2941856" y="2253333"/>
            <a:ext cx="721206" cy="609701"/>
            <a:chOff x="2941856" y="2253333"/>
            <a:chExt cx="721206" cy="609701"/>
          </a:xfrm>
        </p:grpSpPr>
        <p:sp>
          <p:nvSpPr>
            <p:cNvPr id="1098" name="Rectangle 1097">
              <a:extLst>
                <a:ext uri="{FF2B5EF4-FFF2-40B4-BE49-F238E27FC236}">
                  <a16:creationId xmlns:a16="http://schemas.microsoft.com/office/drawing/2014/main" id="{E85CED48-92D3-AF2B-F2EB-86B392A29BE6}"/>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1099" name="Right Triangle 1098">
              <a:extLst>
                <a:ext uri="{FF2B5EF4-FFF2-40B4-BE49-F238E27FC236}">
                  <a16:creationId xmlns:a16="http://schemas.microsoft.com/office/drawing/2014/main" id="{0EF0E0B3-D454-60A5-4BA8-E31563C876C3}"/>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00" name="Group 1099">
              <a:extLst>
                <a:ext uri="{FF2B5EF4-FFF2-40B4-BE49-F238E27FC236}">
                  <a16:creationId xmlns:a16="http://schemas.microsoft.com/office/drawing/2014/main" id="{E5FF5B75-AB1E-0739-6483-E5C9F0E7FAE1}"/>
                </a:ext>
              </a:extLst>
            </p:cNvPr>
            <p:cNvGrpSpPr/>
            <p:nvPr/>
          </p:nvGrpSpPr>
          <p:grpSpPr>
            <a:xfrm>
              <a:off x="3611254" y="2264960"/>
              <a:ext cx="37817" cy="61390"/>
              <a:chOff x="3883481" y="2057400"/>
              <a:chExt cx="1608363" cy="2652031"/>
            </a:xfrm>
            <a:solidFill>
              <a:srgbClr val="A6A6A6"/>
            </a:solidFill>
          </p:grpSpPr>
          <p:sp>
            <p:nvSpPr>
              <p:cNvPr id="1101" name="Oval 27">
                <a:extLst>
                  <a:ext uri="{FF2B5EF4-FFF2-40B4-BE49-F238E27FC236}">
                    <a16:creationId xmlns:a16="http://schemas.microsoft.com/office/drawing/2014/main" id="{5C9D4225-D360-F6E8-D885-87E3A5103AC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2" name="Oval 28">
                <a:extLst>
                  <a:ext uri="{FF2B5EF4-FFF2-40B4-BE49-F238E27FC236}">
                    <a16:creationId xmlns:a16="http://schemas.microsoft.com/office/drawing/2014/main" id="{6C9F0B0F-3324-D96D-E1AA-2DF6DB6913A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03" name="Group 1102">
            <a:extLst>
              <a:ext uri="{FF2B5EF4-FFF2-40B4-BE49-F238E27FC236}">
                <a16:creationId xmlns:a16="http://schemas.microsoft.com/office/drawing/2014/main" id="{E242F2A7-29F1-80C9-4FC7-0EBFAD838C76}"/>
              </a:ext>
            </a:extLst>
          </p:cNvPr>
          <p:cNvGrpSpPr/>
          <p:nvPr/>
        </p:nvGrpSpPr>
        <p:grpSpPr>
          <a:xfrm>
            <a:off x="4614870" y="2253333"/>
            <a:ext cx="721206" cy="609701"/>
            <a:chOff x="4614870" y="2253333"/>
            <a:chExt cx="721206" cy="609701"/>
          </a:xfrm>
        </p:grpSpPr>
        <p:sp>
          <p:nvSpPr>
            <p:cNvPr id="1104" name="Rectangle 1103">
              <a:extLst>
                <a:ext uri="{FF2B5EF4-FFF2-40B4-BE49-F238E27FC236}">
                  <a16:creationId xmlns:a16="http://schemas.microsoft.com/office/drawing/2014/main" id="{A466A104-B3CD-2B6C-3175-FCEBC9C0014B}"/>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1105" name="Right Triangle 1104">
              <a:extLst>
                <a:ext uri="{FF2B5EF4-FFF2-40B4-BE49-F238E27FC236}">
                  <a16:creationId xmlns:a16="http://schemas.microsoft.com/office/drawing/2014/main" id="{7E56C2B9-5831-75CF-2F61-29735D2A6ABB}"/>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06" name="Group 1105">
              <a:extLst>
                <a:ext uri="{FF2B5EF4-FFF2-40B4-BE49-F238E27FC236}">
                  <a16:creationId xmlns:a16="http://schemas.microsoft.com/office/drawing/2014/main" id="{4ABD34AE-3543-D6E4-582C-7C2ADC60C8C9}"/>
                </a:ext>
              </a:extLst>
            </p:cNvPr>
            <p:cNvGrpSpPr/>
            <p:nvPr/>
          </p:nvGrpSpPr>
          <p:grpSpPr>
            <a:xfrm>
              <a:off x="5280746" y="2264771"/>
              <a:ext cx="37817" cy="61390"/>
              <a:chOff x="3883481" y="2057400"/>
              <a:chExt cx="1608363" cy="2652031"/>
            </a:xfrm>
            <a:solidFill>
              <a:srgbClr val="A6A6A6"/>
            </a:solidFill>
          </p:grpSpPr>
          <p:sp>
            <p:nvSpPr>
              <p:cNvPr id="1107" name="Oval 27">
                <a:extLst>
                  <a:ext uri="{FF2B5EF4-FFF2-40B4-BE49-F238E27FC236}">
                    <a16:creationId xmlns:a16="http://schemas.microsoft.com/office/drawing/2014/main" id="{4DC3F085-3C02-A11F-A061-76B05581D15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8" name="Oval 28">
                <a:extLst>
                  <a:ext uri="{FF2B5EF4-FFF2-40B4-BE49-F238E27FC236}">
                    <a16:creationId xmlns:a16="http://schemas.microsoft.com/office/drawing/2014/main" id="{49CBDEE9-7537-6E31-AF34-7B50BEB0C51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27" name="Group 1126">
            <a:extLst>
              <a:ext uri="{FF2B5EF4-FFF2-40B4-BE49-F238E27FC236}">
                <a16:creationId xmlns:a16="http://schemas.microsoft.com/office/drawing/2014/main" id="{D56886C6-C871-6A9B-F7B8-8B39A67BA532}"/>
              </a:ext>
            </a:extLst>
          </p:cNvPr>
          <p:cNvGrpSpPr/>
          <p:nvPr/>
        </p:nvGrpSpPr>
        <p:grpSpPr>
          <a:xfrm>
            <a:off x="431659" y="2974054"/>
            <a:ext cx="721893" cy="609701"/>
            <a:chOff x="431659" y="2974054"/>
            <a:chExt cx="721893" cy="609701"/>
          </a:xfrm>
        </p:grpSpPr>
        <p:sp>
          <p:nvSpPr>
            <p:cNvPr id="1128" name="Rectangle 1127">
              <a:extLst>
                <a:ext uri="{FF2B5EF4-FFF2-40B4-BE49-F238E27FC236}">
                  <a16:creationId xmlns:a16="http://schemas.microsoft.com/office/drawing/2014/main" id="{5D1C5241-8C76-CA24-8094-93773D16F310}"/>
                </a:ext>
              </a:extLst>
            </p:cNvPr>
            <p:cNvSpPr/>
            <p:nvPr/>
          </p:nvSpPr>
          <p:spPr>
            <a:xfrm>
              <a:off x="43165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1129" name="Right Triangle 1128">
              <a:extLst>
                <a:ext uri="{FF2B5EF4-FFF2-40B4-BE49-F238E27FC236}">
                  <a16:creationId xmlns:a16="http://schemas.microsoft.com/office/drawing/2014/main" id="{1C26054C-8BF7-029D-C8D7-5186ED6DDC0E}"/>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30" name="Group 1129">
              <a:extLst>
                <a:ext uri="{FF2B5EF4-FFF2-40B4-BE49-F238E27FC236}">
                  <a16:creationId xmlns:a16="http://schemas.microsoft.com/office/drawing/2014/main" id="{A8ED4FB0-043F-0D0A-6BE5-6383954D6A90}"/>
                </a:ext>
              </a:extLst>
            </p:cNvPr>
            <p:cNvGrpSpPr/>
            <p:nvPr/>
          </p:nvGrpSpPr>
          <p:grpSpPr>
            <a:xfrm>
              <a:off x="1102941" y="2981751"/>
              <a:ext cx="37817" cy="61390"/>
              <a:chOff x="3883481" y="2057400"/>
              <a:chExt cx="1608363" cy="2652031"/>
            </a:xfrm>
            <a:solidFill>
              <a:srgbClr val="A6A6A6"/>
            </a:solidFill>
          </p:grpSpPr>
          <p:sp>
            <p:nvSpPr>
              <p:cNvPr id="1131" name="Oval 27">
                <a:extLst>
                  <a:ext uri="{FF2B5EF4-FFF2-40B4-BE49-F238E27FC236}">
                    <a16:creationId xmlns:a16="http://schemas.microsoft.com/office/drawing/2014/main" id="{FADB5A16-AB20-A415-79E1-98523D251C8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2" name="Oval 28">
                <a:extLst>
                  <a:ext uri="{FF2B5EF4-FFF2-40B4-BE49-F238E27FC236}">
                    <a16:creationId xmlns:a16="http://schemas.microsoft.com/office/drawing/2014/main" id="{0C0A43B5-24F3-7653-8B11-69E115BC90C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 name="Group 9">
            <a:extLst>
              <a:ext uri="{FF2B5EF4-FFF2-40B4-BE49-F238E27FC236}">
                <a16:creationId xmlns:a16="http://schemas.microsoft.com/office/drawing/2014/main" id="{FF22D735-81C0-2CE0-7501-DCE4EB12CC28}"/>
              </a:ext>
            </a:extLst>
          </p:cNvPr>
          <p:cNvGrpSpPr/>
          <p:nvPr/>
        </p:nvGrpSpPr>
        <p:grpSpPr>
          <a:xfrm>
            <a:off x="3779087" y="3698226"/>
            <a:ext cx="721206" cy="609701"/>
            <a:chOff x="3779087" y="3698226"/>
            <a:chExt cx="721206" cy="609701"/>
          </a:xfrm>
        </p:grpSpPr>
        <p:sp>
          <p:nvSpPr>
            <p:cNvPr id="11" name="Rectangle 10">
              <a:extLst>
                <a:ext uri="{FF2B5EF4-FFF2-40B4-BE49-F238E27FC236}">
                  <a16:creationId xmlns:a16="http://schemas.microsoft.com/office/drawing/2014/main" id="{6C6740B9-4806-C81C-9231-B7BB4C63005B}"/>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3" name="Right Triangle 12">
              <a:extLst>
                <a:ext uri="{FF2B5EF4-FFF2-40B4-BE49-F238E27FC236}">
                  <a16:creationId xmlns:a16="http://schemas.microsoft.com/office/drawing/2014/main" id="{603C7075-0B77-ECA1-7D8F-B116C18AA4BB}"/>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56FB57D3-0D9D-DDEA-A133-4087CC6D10F7}"/>
                </a:ext>
              </a:extLst>
            </p:cNvPr>
            <p:cNvGrpSpPr/>
            <p:nvPr/>
          </p:nvGrpSpPr>
          <p:grpSpPr>
            <a:xfrm>
              <a:off x="4448513" y="3706747"/>
              <a:ext cx="37817" cy="61390"/>
              <a:chOff x="3883481" y="2057400"/>
              <a:chExt cx="1608363" cy="2652031"/>
            </a:xfrm>
            <a:solidFill>
              <a:srgbClr val="A6A6A6">
                <a:alpha val="20000"/>
              </a:srgbClr>
            </a:solidFill>
          </p:grpSpPr>
          <p:sp>
            <p:nvSpPr>
              <p:cNvPr id="15" name="Oval 27">
                <a:extLst>
                  <a:ext uri="{FF2B5EF4-FFF2-40B4-BE49-F238E27FC236}">
                    <a16:creationId xmlns:a16="http://schemas.microsoft.com/office/drawing/2014/main" id="{929D1216-1E3F-D55A-2D36-D55450F7DF4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 name="Oval 28">
                <a:extLst>
                  <a:ext uri="{FF2B5EF4-FFF2-40B4-BE49-F238E27FC236}">
                    <a16:creationId xmlns:a16="http://schemas.microsoft.com/office/drawing/2014/main" id="{CE06FE05-526C-F5EC-DF0A-2401955F266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7" name="Group 16">
            <a:extLst>
              <a:ext uri="{FF2B5EF4-FFF2-40B4-BE49-F238E27FC236}">
                <a16:creationId xmlns:a16="http://schemas.microsoft.com/office/drawing/2014/main" id="{A3255A57-6085-BEC7-5C5A-CF9EB451A8AF}"/>
              </a:ext>
            </a:extLst>
          </p:cNvPr>
          <p:cNvGrpSpPr/>
          <p:nvPr/>
        </p:nvGrpSpPr>
        <p:grpSpPr>
          <a:xfrm>
            <a:off x="4615774" y="3698231"/>
            <a:ext cx="721206" cy="609701"/>
            <a:chOff x="4615774" y="3698231"/>
            <a:chExt cx="721206" cy="609701"/>
          </a:xfrm>
        </p:grpSpPr>
        <p:sp>
          <p:nvSpPr>
            <p:cNvPr id="18" name="Rectangle 17">
              <a:hlinkHover r:id="" action="ppaction://noaction" highlightClick="1"/>
              <a:extLst>
                <a:ext uri="{FF2B5EF4-FFF2-40B4-BE49-F238E27FC236}">
                  <a16:creationId xmlns:a16="http://schemas.microsoft.com/office/drawing/2014/main" id="{52547D4F-E5B2-136E-3B62-D4DBEEAA6D16}"/>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9" name="Oval 18">
              <a:extLst>
                <a:ext uri="{FF2B5EF4-FFF2-40B4-BE49-F238E27FC236}">
                  <a16:creationId xmlns:a16="http://schemas.microsoft.com/office/drawing/2014/main" id="{6AF427FE-9BE8-DB21-A1A8-50BA9A73125F}"/>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 name="Isosceles Triangle 648">
              <a:extLst>
                <a:ext uri="{FF2B5EF4-FFF2-40B4-BE49-F238E27FC236}">
                  <a16:creationId xmlns:a16="http://schemas.microsoft.com/office/drawing/2014/main" id="{1725D20B-E8C9-DBA9-5402-1EC463821B4E}"/>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5" name="Group 34">
            <a:extLst>
              <a:ext uri="{FF2B5EF4-FFF2-40B4-BE49-F238E27FC236}">
                <a16:creationId xmlns:a16="http://schemas.microsoft.com/office/drawing/2014/main" id="{FA138ECD-7802-05F3-FD29-892BBA37FF75}"/>
              </a:ext>
            </a:extLst>
          </p:cNvPr>
          <p:cNvGrpSpPr/>
          <p:nvPr/>
        </p:nvGrpSpPr>
        <p:grpSpPr>
          <a:xfrm>
            <a:off x="2099604" y="5136552"/>
            <a:ext cx="721206" cy="609701"/>
            <a:chOff x="2099604" y="5136552"/>
            <a:chExt cx="721206" cy="609701"/>
          </a:xfrm>
        </p:grpSpPr>
        <p:sp>
          <p:nvSpPr>
            <p:cNvPr id="36" name="Rectangle 35">
              <a:extLst>
                <a:ext uri="{FF2B5EF4-FFF2-40B4-BE49-F238E27FC236}">
                  <a16:creationId xmlns:a16="http://schemas.microsoft.com/office/drawing/2014/main" id="{D90FD89C-1606-1653-D966-FFA2503EB88A}"/>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37" name="Right Triangle 36">
              <a:extLst>
                <a:ext uri="{FF2B5EF4-FFF2-40B4-BE49-F238E27FC236}">
                  <a16:creationId xmlns:a16="http://schemas.microsoft.com/office/drawing/2014/main" id="{60CB58F8-2A8B-64A2-A099-53EEA8373230}"/>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8" name="Group 37">
              <a:extLst>
                <a:ext uri="{FF2B5EF4-FFF2-40B4-BE49-F238E27FC236}">
                  <a16:creationId xmlns:a16="http://schemas.microsoft.com/office/drawing/2014/main" id="{1AF3D3BA-6D5D-11B8-9435-AC02225C4025}"/>
                </a:ext>
              </a:extLst>
            </p:cNvPr>
            <p:cNvGrpSpPr/>
            <p:nvPr/>
          </p:nvGrpSpPr>
          <p:grpSpPr>
            <a:xfrm>
              <a:off x="2765661" y="5151382"/>
              <a:ext cx="37817" cy="61390"/>
              <a:chOff x="3883481" y="2057400"/>
              <a:chExt cx="1608363" cy="2652031"/>
            </a:xfrm>
            <a:solidFill>
              <a:srgbClr val="A6A6A6">
                <a:alpha val="20000"/>
              </a:srgbClr>
            </a:solidFill>
          </p:grpSpPr>
          <p:sp>
            <p:nvSpPr>
              <p:cNvPr id="39" name="Oval 27">
                <a:extLst>
                  <a:ext uri="{FF2B5EF4-FFF2-40B4-BE49-F238E27FC236}">
                    <a16:creationId xmlns:a16="http://schemas.microsoft.com/office/drawing/2014/main" id="{B0BCECDE-8A8C-B752-DFB6-90D5B0EE441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 name="Oval 28">
                <a:extLst>
                  <a:ext uri="{FF2B5EF4-FFF2-40B4-BE49-F238E27FC236}">
                    <a16:creationId xmlns:a16="http://schemas.microsoft.com/office/drawing/2014/main" id="{C7FCE0C7-EF33-C039-133F-0314A01BE30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7" name="Group 56">
            <a:extLst>
              <a:ext uri="{FF2B5EF4-FFF2-40B4-BE49-F238E27FC236}">
                <a16:creationId xmlns:a16="http://schemas.microsoft.com/office/drawing/2014/main" id="{9932E4D1-DA02-8DA0-6DC3-D802AD58133E}"/>
              </a:ext>
            </a:extLst>
          </p:cNvPr>
          <p:cNvGrpSpPr/>
          <p:nvPr/>
        </p:nvGrpSpPr>
        <p:grpSpPr>
          <a:xfrm>
            <a:off x="2100392" y="4419620"/>
            <a:ext cx="721206" cy="609701"/>
            <a:chOff x="2100392" y="4419620"/>
            <a:chExt cx="721206" cy="609701"/>
          </a:xfrm>
        </p:grpSpPr>
        <p:sp>
          <p:nvSpPr>
            <p:cNvPr id="58" name="Rectangle 57">
              <a:extLst>
                <a:ext uri="{FF2B5EF4-FFF2-40B4-BE49-F238E27FC236}">
                  <a16:creationId xmlns:a16="http://schemas.microsoft.com/office/drawing/2014/main" id="{0914A6C0-1BC5-78EC-95B5-E165DD5E1DC7}"/>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59" name="Right Triangle 58">
              <a:extLst>
                <a:ext uri="{FF2B5EF4-FFF2-40B4-BE49-F238E27FC236}">
                  <a16:creationId xmlns:a16="http://schemas.microsoft.com/office/drawing/2014/main" id="{C137E559-13FD-9004-1F44-39FFA452FD19}"/>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0" name="Group 59">
              <a:extLst>
                <a:ext uri="{FF2B5EF4-FFF2-40B4-BE49-F238E27FC236}">
                  <a16:creationId xmlns:a16="http://schemas.microsoft.com/office/drawing/2014/main" id="{5C0D9A9B-3001-2CA7-264F-90A8A18F43AB}"/>
                </a:ext>
              </a:extLst>
            </p:cNvPr>
            <p:cNvGrpSpPr/>
            <p:nvPr/>
          </p:nvGrpSpPr>
          <p:grpSpPr>
            <a:xfrm>
              <a:off x="2769856" y="4434450"/>
              <a:ext cx="37817" cy="61390"/>
              <a:chOff x="3883481" y="2057400"/>
              <a:chExt cx="1608363" cy="2652031"/>
            </a:xfrm>
            <a:solidFill>
              <a:srgbClr val="A6A6A6">
                <a:alpha val="20000"/>
              </a:srgbClr>
            </a:solidFill>
          </p:grpSpPr>
          <p:sp>
            <p:nvSpPr>
              <p:cNvPr id="67" name="Oval 27">
                <a:extLst>
                  <a:ext uri="{FF2B5EF4-FFF2-40B4-BE49-F238E27FC236}">
                    <a16:creationId xmlns:a16="http://schemas.microsoft.com/office/drawing/2014/main" id="{6BD01B3C-E252-7C98-0558-D9C5F31289C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 name="Oval 28">
                <a:extLst>
                  <a:ext uri="{FF2B5EF4-FFF2-40B4-BE49-F238E27FC236}">
                    <a16:creationId xmlns:a16="http://schemas.microsoft.com/office/drawing/2014/main" id="{5956816F-70AA-6585-886C-DA198F6E185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 name="Group 76">
            <a:extLst>
              <a:ext uri="{FF2B5EF4-FFF2-40B4-BE49-F238E27FC236}">
                <a16:creationId xmlns:a16="http://schemas.microsoft.com/office/drawing/2014/main" id="{C799B298-2272-00ED-B1B1-FDB0BFB10C6C}"/>
              </a:ext>
            </a:extLst>
          </p:cNvPr>
          <p:cNvGrpSpPr/>
          <p:nvPr/>
        </p:nvGrpSpPr>
        <p:grpSpPr>
          <a:xfrm>
            <a:off x="8807246" y="1508831"/>
            <a:ext cx="721206" cy="609701"/>
            <a:chOff x="8807246" y="1532278"/>
            <a:chExt cx="721206" cy="609701"/>
          </a:xfrm>
        </p:grpSpPr>
        <p:sp>
          <p:nvSpPr>
            <p:cNvPr id="78" name="Rectangle 77">
              <a:hlinkHover r:id="" action="ppaction://noaction" highlightClick="1"/>
              <a:extLst>
                <a:ext uri="{FF2B5EF4-FFF2-40B4-BE49-F238E27FC236}">
                  <a16:creationId xmlns:a16="http://schemas.microsoft.com/office/drawing/2014/main" id="{2E48A3EA-21BA-98C5-50DB-57828006C43E}"/>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79" name="Oval 78">
              <a:extLst>
                <a:ext uri="{FF2B5EF4-FFF2-40B4-BE49-F238E27FC236}">
                  <a16:creationId xmlns:a16="http://schemas.microsoft.com/office/drawing/2014/main" id="{2596CBE6-96A1-2E96-C31A-21F12C88FC7A}"/>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 name="Isosceles Triangle 648">
              <a:extLst>
                <a:ext uri="{FF2B5EF4-FFF2-40B4-BE49-F238E27FC236}">
                  <a16:creationId xmlns:a16="http://schemas.microsoft.com/office/drawing/2014/main" id="{E6D2783A-5632-339D-D2F8-17AB507F462A}"/>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1" name="Group 80">
            <a:extLst>
              <a:ext uri="{FF2B5EF4-FFF2-40B4-BE49-F238E27FC236}">
                <a16:creationId xmlns:a16="http://schemas.microsoft.com/office/drawing/2014/main" id="{51DC217C-E74E-75CB-46E8-11DD11D6B1A5}"/>
              </a:ext>
            </a:extLst>
          </p:cNvPr>
          <p:cNvGrpSpPr/>
          <p:nvPr/>
        </p:nvGrpSpPr>
        <p:grpSpPr>
          <a:xfrm>
            <a:off x="11356242" y="1508829"/>
            <a:ext cx="721206" cy="609701"/>
            <a:chOff x="11356242" y="1532276"/>
            <a:chExt cx="721206" cy="609701"/>
          </a:xfrm>
        </p:grpSpPr>
        <p:sp>
          <p:nvSpPr>
            <p:cNvPr id="82" name="Rectangle 81">
              <a:hlinkHover r:id="" action="ppaction://noaction" highlightClick="1"/>
              <a:extLst>
                <a:ext uri="{FF2B5EF4-FFF2-40B4-BE49-F238E27FC236}">
                  <a16:creationId xmlns:a16="http://schemas.microsoft.com/office/drawing/2014/main" id="{4E38423E-8170-1CAD-4532-7E9EA6C0E595}"/>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83" name="Oval 82">
              <a:extLst>
                <a:ext uri="{FF2B5EF4-FFF2-40B4-BE49-F238E27FC236}">
                  <a16:creationId xmlns:a16="http://schemas.microsoft.com/office/drawing/2014/main" id="{42BCABA6-47B0-B1C5-06D9-4F082BCD728D}"/>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 name="Isosceles Triangle 648">
              <a:extLst>
                <a:ext uri="{FF2B5EF4-FFF2-40B4-BE49-F238E27FC236}">
                  <a16:creationId xmlns:a16="http://schemas.microsoft.com/office/drawing/2014/main" id="{C8ECBFE1-4DC3-350E-48CB-EEBE42D836AF}"/>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 name="Group 92">
            <a:extLst>
              <a:ext uri="{FF2B5EF4-FFF2-40B4-BE49-F238E27FC236}">
                <a16:creationId xmlns:a16="http://schemas.microsoft.com/office/drawing/2014/main" id="{68A3A8A4-0686-AD8B-CDBE-63F7C5E8A884}"/>
              </a:ext>
            </a:extLst>
          </p:cNvPr>
          <p:cNvGrpSpPr/>
          <p:nvPr/>
        </p:nvGrpSpPr>
        <p:grpSpPr>
          <a:xfrm>
            <a:off x="3776512" y="2950606"/>
            <a:ext cx="724130" cy="609701"/>
            <a:chOff x="3776512" y="2974053"/>
            <a:chExt cx="724130" cy="609701"/>
          </a:xfrm>
        </p:grpSpPr>
        <p:sp>
          <p:nvSpPr>
            <p:cNvPr id="94" name="Rectangle 93">
              <a:extLst>
                <a:ext uri="{FF2B5EF4-FFF2-40B4-BE49-F238E27FC236}">
                  <a16:creationId xmlns:a16="http://schemas.microsoft.com/office/drawing/2014/main" id="{2FBCAC64-3D23-6AE6-B936-94E8BE3D429F}"/>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96" name="Right Triangle 95">
              <a:extLst>
                <a:ext uri="{FF2B5EF4-FFF2-40B4-BE49-F238E27FC236}">
                  <a16:creationId xmlns:a16="http://schemas.microsoft.com/office/drawing/2014/main" id="{0B9FA1C1-1E70-7502-8048-4A40EF2B997C}"/>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7" name="Group 96">
              <a:extLst>
                <a:ext uri="{FF2B5EF4-FFF2-40B4-BE49-F238E27FC236}">
                  <a16:creationId xmlns:a16="http://schemas.microsoft.com/office/drawing/2014/main" id="{F202CC89-05DE-95A2-7B38-126EF5A5D055}"/>
                </a:ext>
              </a:extLst>
            </p:cNvPr>
            <p:cNvGrpSpPr/>
            <p:nvPr/>
          </p:nvGrpSpPr>
          <p:grpSpPr>
            <a:xfrm>
              <a:off x="4450061" y="2982574"/>
              <a:ext cx="37817" cy="61390"/>
              <a:chOff x="3883481" y="2057400"/>
              <a:chExt cx="1608363" cy="2652031"/>
            </a:xfrm>
            <a:solidFill>
              <a:srgbClr val="A6A6A6">
                <a:alpha val="20000"/>
              </a:srgbClr>
            </a:solidFill>
          </p:grpSpPr>
          <p:sp>
            <p:nvSpPr>
              <p:cNvPr id="98" name="Oval 27">
                <a:extLst>
                  <a:ext uri="{FF2B5EF4-FFF2-40B4-BE49-F238E27FC236}">
                    <a16:creationId xmlns:a16="http://schemas.microsoft.com/office/drawing/2014/main" id="{B43BF7FC-A5C6-A39D-07E1-F11E567F859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 name="Oval 28">
                <a:extLst>
                  <a:ext uri="{FF2B5EF4-FFF2-40B4-BE49-F238E27FC236}">
                    <a16:creationId xmlns:a16="http://schemas.microsoft.com/office/drawing/2014/main" id="{CC88ACD0-002D-4C54-7FC7-C1038532A33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sp>
        <p:nvSpPr>
          <p:cNvPr id="110" name="Rectangle 109">
            <a:hlinkClick r:id="rId4" action="ppaction://hlinksldjump"/>
            <a:hlinkHover r:id="rId4" action="ppaction://hlinksldjump"/>
            <a:extLst>
              <a:ext uri="{FF2B5EF4-FFF2-40B4-BE49-F238E27FC236}">
                <a16:creationId xmlns:a16="http://schemas.microsoft.com/office/drawing/2014/main" id="{43DDDA5F-5011-800E-75CF-9A5497128867}"/>
              </a:ext>
            </a:extLst>
          </p:cNvPr>
          <p:cNvSpPr/>
          <p:nvPr/>
        </p:nvSpPr>
        <p:spPr>
          <a:xfrm>
            <a:off x="299024"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111" name="Rectangle 110">
            <a:hlinkClick r:id="rId5" action="ppaction://hlinksldjump"/>
            <a:hlinkHover r:id="rId5" action="ppaction://hlinksldjump"/>
            <a:extLst>
              <a:ext uri="{FF2B5EF4-FFF2-40B4-BE49-F238E27FC236}">
                <a16:creationId xmlns:a16="http://schemas.microsoft.com/office/drawing/2014/main" id="{AC6D6B4B-E716-BBC3-35E2-F9D2C9266F44}"/>
              </a:ext>
            </a:extLst>
          </p:cNvPr>
          <p:cNvSpPr/>
          <p:nvPr/>
        </p:nvSpPr>
        <p:spPr>
          <a:xfrm>
            <a:off x="1975955"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112" name="Rectangle 111">
            <a:hlinkClick r:id="rId6" action="ppaction://hlinksldjump"/>
            <a:hlinkHover r:id="rId6" action="ppaction://hlinksldjump"/>
            <a:extLst>
              <a:ext uri="{FF2B5EF4-FFF2-40B4-BE49-F238E27FC236}">
                <a16:creationId xmlns:a16="http://schemas.microsoft.com/office/drawing/2014/main" id="{C830E3E4-6C68-280D-D251-ED0EEE39D5FE}"/>
              </a:ext>
            </a:extLst>
          </p:cNvPr>
          <p:cNvSpPr/>
          <p:nvPr/>
        </p:nvSpPr>
        <p:spPr>
          <a:xfrm>
            <a:off x="3652886" y="5802160"/>
            <a:ext cx="1637557" cy="454591"/>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114" name="Rectangle 113">
            <a:hlinkClick r:id="rId7" action="ppaction://hlinksldjump"/>
            <a:hlinkHover r:id="rId7" action="ppaction://hlinksldjump"/>
            <a:extLst>
              <a:ext uri="{FF2B5EF4-FFF2-40B4-BE49-F238E27FC236}">
                <a16:creationId xmlns:a16="http://schemas.microsoft.com/office/drawing/2014/main" id="{1A1827A4-F2BD-7F42-79D0-2EF45613923A}"/>
              </a:ext>
            </a:extLst>
          </p:cNvPr>
          <p:cNvSpPr/>
          <p:nvPr/>
        </p:nvSpPr>
        <p:spPr>
          <a:xfrm>
            <a:off x="7107720" y="5802160"/>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15" name="Rectangle 114">
            <a:hlinkClick r:id="rId8" action="ppaction://hlinksldjump"/>
            <a:hlinkHover r:id="rId8" action="ppaction://hlinksldjump"/>
            <a:extLst>
              <a:ext uri="{FF2B5EF4-FFF2-40B4-BE49-F238E27FC236}">
                <a16:creationId xmlns:a16="http://schemas.microsoft.com/office/drawing/2014/main" id="{4B88E601-74BB-E1D3-729D-4D978ED44334}"/>
              </a:ext>
            </a:extLst>
          </p:cNvPr>
          <p:cNvSpPr/>
          <p:nvPr/>
        </p:nvSpPr>
        <p:spPr>
          <a:xfrm>
            <a:off x="3652886"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116" name="Rectangle 115">
            <a:hlinkClick r:id="rId9" action="ppaction://hlinksldjump"/>
            <a:hlinkHover r:id="rId9" action="ppaction://hlinksldjump"/>
            <a:extLst>
              <a:ext uri="{FF2B5EF4-FFF2-40B4-BE49-F238E27FC236}">
                <a16:creationId xmlns:a16="http://schemas.microsoft.com/office/drawing/2014/main" id="{AD9FFB40-E29F-9AE4-AA3C-E415EE21CFDF}"/>
              </a:ext>
            </a:extLst>
          </p:cNvPr>
          <p:cNvSpPr/>
          <p:nvPr/>
        </p:nvSpPr>
        <p:spPr>
          <a:xfrm>
            <a:off x="7107721" y="6284246"/>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17" name="Rectangle 116">
            <a:hlinkClick r:id="rId10" action="ppaction://hlinksldjump"/>
            <a:hlinkHover r:id="rId10" action="ppaction://hlinksldjump"/>
            <a:extLst>
              <a:ext uri="{FF2B5EF4-FFF2-40B4-BE49-F238E27FC236}">
                <a16:creationId xmlns:a16="http://schemas.microsoft.com/office/drawing/2014/main" id="{D0F95A9D-742D-6C85-7EFF-558BB69AAF8E}"/>
              </a:ext>
            </a:extLst>
          </p:cNvPr>
          <p:cNvSpPr/>
          <p:nvPr/>
        </p:nvSpPr>
        <p:spPr>
          <a:xfrm>
            <a:off x="10811623" y="5796447"/>
            <a:ext cx="1301668" cy="957208"/>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118" name="Rectangle 117">
            <a:hlinkClick r:id="rId11" action="ppaction://hlinksldjump"/>
            <a:hlinkHover r:id="rId11" action="ppaction://hlinksldjump"/>
            <a:extLst>
              <a:ext uri="{FF2B5EF4-FFF2-40B4-BE49-F238E27FC236}">
                <a16:creationId xmlns:a16="http://schemas.microsoft.com/office/drawing/2014/main" id="{DC026CDC-A11B-79A8-FC13-08600524B5BF}"/>
              </a:ext>
            </a:extLst>
          </p:cNvPr>
          <p:cNvSpPr/>
          <p:nvPr/>
        </p:nvSpPr>
        <p:spPr>
          <a:xfrm>
            <a:off x="299024" y="6299063"/>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19" name="Rectangle 118">
            <a:hlinkClick r:id="rId12" action="ppaction://hlinksldjump"/>
            <a:hlinkHover r:id="rId12" action="ppaction://hlinksldjump"/>
            <a:extLst>
              <a:ext uri="{FF2B5EF4-FFF2-40B4-BE49-F238E27FC236}">
                <a16:creationId xmlns:a16="http://schemas.microsoft.com/office/drawing/2014/main" id="{DB33B6D3-C7AD-3205-929B-C4491A1BD636}"/>
              </a:ext>
            </a:extLst>
          </p:cNvPr>
          <p:cNvSpPr/>
          <p:nvPr/>
        </p:nvSpPr>
        <p:spPr>
          <a:xfrm>
            <a:off x="1975955"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25" name="Rectangle 124">
            <a:hlinkHover r:id="rId13" action="ppaction://hlinksldjump"/>
            <a:extLst>
              <a:ext uri="{FF2B5EF4-FFF2-40B4-BE49-F238E27FC236}">
                <a16:creationId xmlns:a16="http://schemas.microsoft.com/office/drawing/2014/main" id="{68CA5F88-8146-0473-51AA-341C3FD2B9E2}"/>
              </a:ext>
            </a:extLst>
          </p:cNvPr>
          <p:cNvSpPr/>
          <p:nvPr/>
        </p:nvSpPr>
        <p:spPr>
          <a:xfrm>
            <a:off x="8841667" y="5799653"/>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grpSp>
        <p:nvGrpSpPr>
          <p:cNvPr id="121" name="Group 120">
            <a:extLst>
              <a:ext uri="{FF2B5EF4-FFF2-40B4-BE49-F238E27FC236}">
                <a16:creationId xmlns:a16="http://schemas.microsoft.com/office/drawing/2014/main" id="{88F36439-1A50-6681-89E2-71BC267317BD}"/>
              </a:ext>
            </a:extLst>
          </p:cNvPr>
          <p:cNvGrpSpPr/>
          <p:nvPr/>
        </p:nvGrpSpPr>
        <p:grpSpPr>
          <a:xfrm>
            <a:off x="7905566" y="751337"/>
            <a:ext cx="3396155" cy="4999377"/>
            <a:chOff x="7905566" y="751337"/>
            <a:chExt cx="3396155" cy="4999377"/>
          </a:xfrm>
        </p:grpSpPr>
        <p:cxnSp>
          <p:nvCxnSpPr>
            <p:cNvPr id="122" name="Straight Connector 121">
              <a:extLst>
                <a:ext uri="{FF2B5EF4-FFF2-40B4-BE49-F238E27FC236}">
                  <a16:creationId xmlns:a16="http://schemas.microsoft.com/office/drawing/2014/main" id="{E6D72006-7B13-6789-124E-A5D904F94EA7}"/>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53808329-2850-E464-ED60-831DFF14BC22}"/>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628826EE-1823-3F03-4D69-0CA9731A5995}"/>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D5EFDD67-AA46-BB75-0917-011D675E9078}"/>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B7719DAF-47CC-D7B0-6B05-C9E3FB7AA2A0}"/>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DCA4CFCE-9DB4-E7DF-0018-E4290F1207FD}"/>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EE471CFC-D668-6920-FDAC-3F9E5C8673CB}"/>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51" name="Straight Connector 150">
            <a:extLst>
              <a:ext uri="{FF2B5EF4-FFF2-40B4-BE49-F238E27FC236}">
                <a16:creationId xmlns:a16="http://schemas.microsoft.com/office/drawing/2014/main" id="{619D1D40-1DEE-4C99-B1AB-D432DFC2B6FF}"/>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52" name="Group 151">
            <a:extLst>
              <a:ext uri="{FF2B5EF4-FFF2-40B4-BE49-F238E27FC236}">
                <a16:creationId xmlns:a16="http://schemas.microsoft.com/office/drawing/2014/main" id="{FA4465CF-8C60-C703-1722-16EDFF5EEF74}"/>
              </a:ext>
            </a:extLst>
          </p:cNvPr>
          <p:cNvGrpSpPr/>
          <p:nvPr/>
        </p:nvGrpSpPr>
        <p:grpSpPr>
          <a:xfrm>
            <a:off x="7957576" y="2253333"/>
            <a:ext cx="721206" cy="609701"/>
            <a:chOff x="7957576" y="2253333"/>
            <a:chExt cx="721206" cy="609701"/>
          </a:xfrm>
        </p:grpSpPr>
        <p:sp>
          <p:nvSpPr>
            <p:cNvPr id="153" name="Rectangle 152">
              <a:extLst>
                <a:ext uri="{FF2B5EF4-FFF2-40B4-BE49-F238E27FC236}">
                  <a16:creationId xmlns:a16="http://schemas.microsoft.com/office/drawing/2014/main" id="{9A715A4F-DB9E-A698-9DFB-4F83CCB6AF2C}"/>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154" name="Right Triangle 153">
              <a:extLst>
                <a:ext uri="{FF2B5EF4-FFF2-40B4-BE49-F238E27FC236}">
                  <a16:creationId xmlns:a16="http://schemas.microsoft.com/office/drawing/2014/main" id="{690F008D-0528-3D72-4EDC-FD299F4037AE}"/>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5" name="Group 154">
              <a:extLst>
                <a:ext uri="{FF2B5EF4-FFF2-40B4-BE49-F238E27FC236}">
                  <a16:creationId xmlns:a16="http://schemas.microsoft.com/office/drawing/2014/main" id="{645663F0-B190-E5AF-3D47-46573F85E4BF}"/>
                </a:ext>
              </a:extLst>
            </p:cNvPr>
            <p:cNvGrpSpPr/>
            <p:nvPr/>
          </p:nvGrpSpPr>
          <p:grpSpPr>
            <a:xfrm>
              <a:off x="8621953" y="2262661"/>
              <a:ext cx="37817" cy="61390"/>
              <a:chOff x="3883481" y="2057400"/>
              <a:chExt cx="1608363" cy="2652031"/>
            </a:xfrm>
            <a:solidFill>
              <a:srgbClr val="A6A6A6"/>
            </a:solidFill>
          </p:grpSpPr>
          <p:sp>
            <p:nvSpPr>
              <p:cNvPr id="159" name="Oval 27">
                <a:extLst>
                  <a:ext uri="{FF2B5EF4-FFF2-40B4-BE49-F238E27FC236}">
                    <a16:creationId xmlns:a16="http://schemas.microsoft.com/office/drawing/2014/main" id="{56BFB978-3BE9-F566-DDC2-F2F79566592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Oval 28">
                <a:extLst>
                  <a:ext uri="{FF2B5EF4-FFF2-40B4-BE49-F238E27FC236}">
                    <a16:creationId xmlns:a16="http://schemas.microsoft.com/office/drawing/2014/main" id="{8BB019D1-D873-1C4F-A98B-C95BDE698D4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93322375-0E94-443B-EF6E-1825A4CEDC68}"/>
              </a:ext>
            </a:extLst>
          </p:cNvPr>
          <p:cNvGrpSpPr/>
          <p:nvPr/>
        </p:nvGrpSpPr>
        <p:grpSpPr>
          <a:xfrm>
            <a:off x="11356557" y="2249491"/>
            <a:ext cx="721206" cy="609701"/>
            <a:chOff x="5451377" y="2253333"/>
            <a:chExt cx="721206" cy="609701"/>
          </a:xfrm>
        </p:grpSpPr>
        <p:sp>
          <p:nvSpPr>
            <p:cNvPr id="162" name="Rectangle 161">
              <a:extLst>
                <a:ext uri="{FF2B5EF4-FFF2-40B4-BE49-F238E27FC236}">
                  <a16:creationId xmlns:a16="http://schemas.microsoft.com/office/drawing/2014/main" id="{E8EC5D17-2B60-A64E-1B9B-EE8C45249001}"/>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63" name="Right Triangle 162">
              <a:extLst>
                <a:ext uri="{FF2B5EF4-FFF2-40B4-BE49-F238E27FC236}">
                  <a16:creationId xmlns:a16="http://schemas.microsoft.com/office/drawing/2014/main" id="{DC45C26C-7972-68F6-6B10-5A768A50C7E4}"/>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4" name="Group 163">
              <a:extLst>
                <a:ext uri="{FF2B5EF4-FFF2-40B4-BE49-F238E27FC236}">
                  <a16:creationId xmlns:a16="http://schemas.microsoft.com/office/drawing/2014/main" id="{137FD770-9AAC-EA78-BD44-1EB634606EFD}"/>
                </a:ext>
              </a:extLst>
            </p:cNvPr>
            <p:cNvGrpSpPr/>
            <p:nvPr/>
          </p:nvGrpSpPr>
          <p:grpSpPr>
            <a:xfrm>
              <a:off x="6116566" y="2264771"/>
              <a:ext cx="37817" cy="61390"/>
              <a:chOff x="3883481" y="2057400"/>
              <a:chExt cx="1608363" cy="2652031"/>
            </a:xfrm>
            <a:solidFill>
              <a:srgbClr val="A6A6A6"/>
            </a:solidFill>
          </p:grpSpPr>
          <p:sp>
            <p:nvSpPr>
              <p:cNvPr id="165" name="Oval 27">
                <a:extLst>
                  <a:ext uri="{FF2B5EF4-FFF2-40B4-BE49-F238E27FC236}">
                    <a16:creationId xmlns:a16="http://schemas.microsoft.com/office/drawing/2014/main" id="{F42C96DB-4A8A-0EA4-309C-0BDCBB65BA9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Oval 28">
                <a:extLst>
                  <a:ext uri="{FF2B5EF4-FFF2-40B4-BE49-F238E27FC236}">
                    <a16:creationId xmlns:a16="http://schemas.microsoft.com/office/drawing/2014/main" id="{9EB748CC-03ED-E374-399A-61F0B4C084C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7" name="Group 166">
            <a:extLst>
              <a:ext uri="{FF2B5EF4-FFF2-40B4-BE49-F238E27FC236}">
                <a16:creationId xmlns:a16="http://schemas.microsoft.com/office/drawing/2014/main" id="{B16789C1-826D-6FDF-EA0F-2BB39F6533D7}"/>
              </a:ext>
            </a:extLst>
          </p:cNvPr>
          <p:cNvGrpSpPr/>
          <p:nvPr/>
        </p:nvGrpSpPr>
        <p:grpSpPr>
          <a:xfrm>
            <a:off x="5446483" y="2257175"/>
            <a:ext cx="721206" cy="609701"/>
            <a:chOff x="6287884" y="2253333"/>
            <a:chExt cx="721206" cy="609701"/>
          </a:xfrm>
        </p:grpSpPr>
        <p:sp>
          <p:nvSpPr>
            <p:cNvPr id="168" name="Rectangle 167">
              <a:extLst>
                <a:ext uri="{FF2B5EF4-FFF2-40B4-BE49-F238E27FC236}">
                  <a16:creationId xmlns:a16="http://schemas.microsoft.com/office/drawing/2014/main" id="{C19E92EA-3658-2F71-E1B3-671E6548EB71}"/>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69" name="Right Triangle 168">
              <a:extLst>
                <a:ext uri="{FF2B5EF4-FFF2-40B4-BE49-F238E27FC236}">
                  <a16:creationId xmlns:a16="http://schemas.microsoft.com/office/drawing/2014/main" id="{41D54F57-967D-6CE4-0E20-93D4F50095C8}"/>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0" name="Group 169">
              <a:extLst>
                <a:ext uri="{FF2B5EF4-FFF2-40B4-BE49-F238E27FC236}">
                  <a16:creationId xmlns:a16="http://schemas.microsoft.com/office/drawing/2014/main" id="{7A04CEAA-2AA1-2B9D-6BD8-547D90DCD709}"/>
                </a:ext>
              </a:extLst>
            </p:cNvPr>
            <p:cNvGrpSpPr/>
            <p:nvPr/>
          </p:nvGrpSpPr>
          <p:grpSpPr>
            <a:xfrm>
              <a:off x="6952478" y="2265091"/>
              <a:ext cx="37817" cy="61390"/>
              <a:chOff x="3883481" y="2057400"/>
              <a:chExt cx="1608363" cy="2652031"/>
            </a:xfrm>
            <a:solidFill>
              <a:srgbClr val="A6A6A6"/>
            </a:solidFill>
          </p:grpSpPr>
          <p:sp>
            <p:nvSpPr>
              <p:cNvPr id="171" name="Oval 27">
                <a:extLst>
                  <a:ext uri="{FF2B5EF4-FFF2-40B4-BE49-F238E27FC236}">
                    <a16:creationId xmlns:a16="http://schemas.microsoft.com/office/drawing/2014/main" id="{8EAD8D17-1ED5-DD73-6A38-37C73BF062E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2" name="Oval 28">
                <a:extLst>
                  <a:ext uri="{FF2B5EF4-FFF2-40B4-BE49-F238E27FC236}">
                    <a16:creationId xmlns:a16="http://schemas.microsoft.com/office/drawing/2014/main" id="{99C76A1C-98AD-CD0E-C50D-5975936EDB2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3" name="Group 172">
            <a:extLst>
              <a:ext uri="{FF2B5EF4-FFF2-40B4-BE49-F238E27FC236}">
                <a16:creationId xmlns:a16="http://schemas.microsoft.com/office/drawing/2014/main" id="{CF7158D2-0CBD-196F-73DC-6966FDCFC1F1}"/>
              </a:ext>
            </a:extLst>
          </p:cNvPr>
          <p:cNvGrpSpPr/>
          <p:nvPr/>
        </p:nvGrpSpPr>
        <p:grpSpPr>
          <a:xfrm>
            <a:off x="6290730" y="2257176"/>
            <a:ext cx="721206" cy="609701"/>
            <a:chOff x="8807250" y="2253334"/>
            <a:chExt cx="721206" cy="609701"/>
          </a:xfrm>
        </p:grpSpPr>
        <p:sp>
          <p:nvSpPr>
            <p:cNvPr id="174" name="Rectangle 173">
              <a:extLst>
                <a:ext uri="{FF2B5EF4-FFF2-40B4-BE49-F238E27FC236}">
                  <a16:creationId xmlns:a16="http://schemas.microsoft.com/office/drawing/2014/main" id="{B5E47346-BF6D-EFF2-257C-DFC7045E62D3}"/>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75" name="Right Triangle 174">
              <a:extLst>
                <a:ext uri="{FF2B5EF4-FFF2-40B4-BE49-F238E27FC236}">
                  <a16:creationId xmlns:a16="http://schemas.microsoft.com/office/drawing/2014/main" id="{799A064A-142C-9590-76F6-F7E9C6C2687C}"/>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6" name="Oval 27">
              <a:extLst>
                <a:ext uri="{FF2B5EF4-FFF2-40B4-BE49-F238E27FC236}">
                  <a16:creationId xmlns:a16="http://schemas.microsoft.com/office/drawing/2014/main" id="{826B7098-8B7E-3538-8FFD-8592D06FD549}"/>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7" name="Oval 28">
              <a:extLst>
                <a:ext uri="{FF2B5EF4-FFF2-40B4-BE49-F238E27FC236}">
                  <a16:creationId xmlns:a16="http://schemas.microsoft.com/office/drawing/2014/main" id="{34E26BEA-2473-815E-6FB1-E55F606704C2}"/>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8" name="Group 177">
            <a:extLst>
              <a:ext uri="{FF2B5EF4-FFF2-40B4-BE49-F238E27FC236}">
                <a16:creationId xmlns:a16="http://schemas.microsoft.com/office/drawing/2014/main" id="{08F34E4F-4AFA-C333-612D-86BC7AF37D3D}"/>
              </a:ext>
            </a:extLst>
          </p:cNvPr>
          <p:cNvGrpSpPr/>
          <p:nvPr/>
        </p:nvGrpSpPr>
        <p:grpSpPr>
          <a:xfrm>
            <a:off x="9656903" y="2253333"/>
            <a:ext cx="721220" cy="609701"/>
            <a:chOff x="9656903" y="2253333"/>
            <a:chExt cx="721220" cy="609701"/>
          </a:xfrm>
        </p:grpSpPr>
        <p:sp>
          <p:nvSpPr>
            <p:cNvPr id="179" name="Rectangle 178">
              <a:hlinkHover r:id="" action="ppaction://noaction" highlightClick="1"/>
              <a:extLst>
                <a:ext uri="{FF2B5EF4-FFF2-40B4-BE49-F238E27FC236}">
                  <a16:creationId xmlns:a16="http://schemas.microsoft.com/office/drawing/2014/main" id="{D018DBC3-E6F6-C572-97BD-579D221EB17F}"/>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0" name="Rectangle 179">
              <a:extLst>
                <a:ext uri="{FF2B5EF4-FFF2-40B4-BE49-F238E27FC236}">
                  <a16:creationId xmlns:a16="http://schemas.microsoft.com/office/drawing/2014/main" id="{A3510FD6-93D4-0278-F60E-997A0EA0B81D}"/>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1" name="Oval 15">
              <a:extLst>
                <a:ext uri="{FF2B5EF4-FFF2-40B4-BE49-F238E27FC236}">
                  <a16:creationId xmlns:a16="http://schemas.microsoft.com/office/drawing/2014/main" id="{4D9AB411-A704-0029-52BE-26C151DE9772}"/>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2" name="Straight Connector 181">
              <a:extLst>
                <a:ext uri="{FF2B5EF4-FFF2-40B4-BE49-F238E27FC236}">
                  <a16:creationId xmlns:a16="http://schemas.microsoft.com/office/drawing/2014/main" id="{61143269-624F-32EB-9A34-D23DA100CFED}"/>
                </a:ext>
              </a:extLst>
            </p:cNvPr>
            <p:cNvCxnSpPr>
              <a:cxnSpLocks/>
              <a:stCxn id="181"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3" name="Straight Connector 182">
              <a:extLst>
                <a:ext uri="{FF2B5EF4-FFF2-40B4-BE49-F238E27FC236}">
                  <a16:creationId xmlns:a16="http://schemas.microsoft.com/office/drawing/2014/main" id="{3ACCA279-E6D9-58D7-AD43-C1C5819D9472}"/>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4" name="Group 183">
            <a:extLst>
              <a:ext uri="{FF2B5EF4-FFF2-40B4-BE49-F238E27FC236}">
                <a16:creationId xmlns:a16="http://schemas.microsoft.com/office/drawing/2014/main" id="{F4F9C0F4-27CC-4A96-B747-3F6D9B2F120C}"/>
              </a:ext>
            </a:extLst>
          </p:cNvPr>
          <p:cNvGrpSpPr/>
          <p:nvPr/>
        </p:nvGrpSpPr>
        <p:grpSpPr>
          <a:xfrm>
            <a:off x="8797459" y="2264859"/>
            <a:ext cx="721206" cy="609701"/>
            <a:chOff x="11356242" y="2253333"/>
            <a:chExt cx="721206" cy="609701"/>
          </a:xfrm>
        </p:grpSpPr>
        <p:sp>
          <p:nvSpPr>
            <p:cNvPr id="185" name="Rectangle 184">
              <a:hlinkHover r:id="" action="ppaction://noaction" highlightClick="1"/>
              <a:extLst>
                <a:ext uri="{FF2B5EF4-FFF2-40B4-BE49-F238E27FC236}">
                  <a16:creationId xmlns:a16="http://schemas.microsoft.com/office/drawing/2014/main" id="{09F8249F-E133-8809-92A7-6FCF448D20FD}"/>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86" name="Oval 185">
              <a:extLst>
                <a:ext uri="{FF2B5EF4-FFF2-40B4-BE49-F238E27FC236}">
                  <a16:creationId xmlns:a16="http://schemas.microsoft.com/office/drawing/2014/main" id="{E35CC5EA-D2DA-19E9-8EA9-F0F2CBFD9AED}"/>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7" name="Isosceles Triangle 648">
              <a:extLst>
                <a:ext uri="{FF2B5EF4-FFF2-40B4-BE49-F238E27FC236}">
                  <a16:creationId xmlns:a16="http://schemas.microsoft.com/office/drawing/2014/main" id="{908E1083-7871-D00B-8143-5512942A9877}"/>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8" name="Group 187">
            <a:extLst>
              <a:ext uri="{FF2B5EF4-FFF2-40B4-BE49-F238E27FC236}">
                <a16:creationId xmlns:a16="http://schemas.microsoft.com/office/drawing/2014/main" id="{BFEA8453-F4DC-6F75-B808-09C01189EC42}"/>
              </a:ext>
            </a:extLst>
          </p:cNvPr>
          <p:cNvGrpSpPr/>
          <p:nvPr/>
        </p:nvGrpSpPr>
        <p:grpSpPr>
          <a:xfrm>
            <a:off x="10506580" y="2253333"/>
            <a:ext cx="721206" cy="609701"/>
            <a:chOff x="10506580" y="2253333"/>
            <a:chExt cx="721206" cy="609701"/>
          </a:xfrm>
        </p:grpSpPr>
        <p:sp>
          <p:nvSpPr>
            <p:cNvPr id="189" name="Rectangle 188">
              <a:hlinkHover r:id="" action="ppaction://noaction" highlightClick="1"/>
              <a:extLst>
                <a:ext uri="{FF2B5EF4-FFF2-40B4-BE49-F238E27FC236}">
                  <a16:creationId xmlns:a16="http://schemas.microsoft.com/office/drawing/2014/main" id="{9AC17201-548B-007B-7873-18302BAB4C30}"/>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90" name="Diamond 189">
              <a:extLst>
                <a:ext uri="{FF2B5EF4-FFF2-40B4-BE49-F238E27FC236}">
                  <a16:creationId xmlns:a16="http://schemas.microsoft.com/office/drawing/2014/main" id="{3E67A573-AB0D-82AB-38B9-DEA8FF0C0387}"/>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1" name="Oval 190">
              <a:extLst>
                <a:ext uri="{FF2B5EF4-FFF2-40B4-BE49-F238E27FC236}">
                  <a16:creationId xmlns:a16="http://schemas.microsoft.com/office/drawing/2014/main" id="{7099862A-D4E6-2049-D531-5189193BA3D1}"/>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2" name="Group 511">
            <a:extLst>
              <a:ext uri="{FF2B5EF4-FFF2-40B4-BE49-F238E27FC236}">
                <a16:creationId xmlns:a16="http://schemas.microsoft.com/office/drawing/2014/main" id="{82D26068-AAF7-FDD4-B2E7-8A8AB3064EB5}"/>
              </a:ext>
            </a:extLst>
          </p:cNvPr>
          <p:cNvGrpSpPr/>
          <p:nvPr/>
        </p:nvGrpSpPr>
        <p:grpSpPr>
          <a:xfrm>
            <a:off x="7113172" y="2252067"/>
            <a:ext cx="728239" cy="609701"/>
            <a:chOff x="5442073" y="811556"/>
            <a:chExt cx="728239" cy="609701"/>
          </a:xfrm>
        </p:grpSpPr>
        <p:sp>
          <p:nvSpPr>
            <p:cNvPr id="513" name="Rectangle 512">
              <a:extLst>
                <a:ext uri="{FF2B5EF4-FFF2-40B4-BE49-F238E27FC236}">
                  <a16:creationId xmlns:a16="http://schemas.microsoft.com/office/drawing/2014/main" id="{028AF178-E669-E2BC-40BD-D18662AD5EFF}"/>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514" name="Rectangle 513">
              <a:extLst>
                <a:ext uri="{FF2B5EF4-FFF2-40B4-BE49-F238E27FC236}">
                  <a16:creationId xmlns:a16="http://schemas.microsoft.com/office/drawing/2014/main" id="{7F3854EC-1931-270D-7EF2-EAAEE365210E}"/>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5" name="Oval 15">
              <a:extLst>
                <a:ext uri="{FF2B5EF4-FFF2-40B4-BE49-F238E27FC236}">
                  <a16:creationId xmlns:a16="http://schemas.microsoft.com/office/drawing/2014/main" id="{D703E6C8-0E3B-E003-08BE-4B001C9DA625}"/>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16" name="Straight Connector 515">
              <a:extLst>
                <a:ext uri="{FF2B5EF4-FFF2-40B4-BE49-F238E27FC236}">
                  <a16:creationId xmlns:a16="http://schemas.microsoft.com/office/drawing/2014/main" id="{FA49235D-5154-8409-7035-9ECC7520496E}"/>
                </a:ext>
              </a:extLst>
            </p:cNvPr>
            <p:cNvCxnSpPr>
              <a:cxnSpLocks/>
              <a:stCxn id="515"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17" name="Straight Connector 516">
              <a:extLst>
                <a:ext uri="{FF2B5EF4-FFF2-40B4-BE49-F238E27FC236}">
                  <a16:creationId xmlns:a16="http://schemas.microsoft.com/office/drawing/2014/main" id="{5F5C843C-14F4-F794-A3B3-2D4F19872AAA}"/>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18" name="Group 517">
            <a:extLst>
              <a:ext uri="{FF2B5EF4-FFF2-40B4-BE49-F238E27FC236}">
                <a16:creationId xmlns:a16="http://schemas.microsoft.com/office/drawing/2014/main" id="{6860C9BD-3B22-72C8-31B2-8374E8B3AE42}"/>
              </a:ext>
            </a:extLst>
          </p:cNvPr>
          <p:cNvGrpSpPr/>
          <p:nvPr/>
        </p:nvGrpSpPr>
        <p:grpSpPr>
          <a:xfrm>
            <a:off x="4605607" y="811556"/>
            <a:ext cx="722054" cy="609701"/>
            <a:chOff x="4605607" y="811556"/>
            <a:chExt cx="722054" cy="609701"/>
          </a:xfrm>
        </p:grpSpPr>
        <p:sp>
          <p:nvSpPr>
            <p:cNvPr id="519" name="Rectangle 518">
              <a:extLst>
                <a:ext uri="{FF2B5EF4-FFF2-40B4-BE49-F238E27FC236}">
                  <a16:creationId xmlns:a16="http://schemas.microsoft.com/office/drawing/2014/main" id="{8A7D8632-FF1D-B7E7-2103-0FDCA33E6A4C}"/>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62" name="Rectangle 561">
              <a:extLst>
                <a:ext uri="{FF2B5EF4-FFF2-40B4-BE49-F238E27FC236}">
                  <a16:creationId xmlns:a16="http://schemas.microsoft.com/office/drawing/2014/main" id="{8934041E-CBEF-3EA3-7158-81FC9296897E}"/>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3" name="Oval 15">
              <a:extLst>
                <a:ext uri="{FF2B5EF4-FFF2-40B4-BE49-F238E27FC236}">
                  <a16:creationId xmlns:a16="http://schemas.microsoft.com/office/drawing/2014/main" id="{E44802EE-BE27-CB36-83DF-C01C94DE5496}"/>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DEA7E0FC-F45B-4E5C-C53A-8D8DEBEDE481}"/>
                </a:ext>
              </a:extLst>
            </p:cNvPr>
            <p:cNvCxnSpPr>
              <a:cxnSpLocks/>
              <a:stCxn id="563"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65" name="Straight Connector 564">
              <a:extLst>
                <a:ext uri="{FF2B5EF4-FFF2-40B4-BE49-F238E27FC236}">
                  <a16:creationId xmlns:a16="http://schemas.microsoft.com/office/drawing/2014/main" id="{7F970816-4C3A-22A8-D369-478EC59B4FF4}"/>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6" name="Group 615">
            <a:extLst>
              <a:ext uri="{FF2B5EF4-FFF2-40B4-BE49-F238E27FC236}">
                <a16:creationId xmlns:a16="http://schemas.microsoft.com/office/drawing/2014/main" id="{F72A23CF-308D-8BEC-73AE-7A0498BE8995}"/>
              </a:ext>
            </a:extLst>
          </p:cNvPr>
          <p:cNvGrpSpPr/>
          <p:nvPr/>
        </p:nvGrpSpPr>
        <p:grpSpPr>
          <a:xfrm>
            <a:off x="9651394" y="811173"/>
            <a:ext cx="721206" cy="609701"/>
            <a:chOff x="9657972" y="90836"/>
            <a:chExt cx="721206" cy="609701"/>
          </a:xfrm>
        </p:grpSpPr>
        <p:sp>
          <p:nvSpPr>
            <p:cNvPr id="617" name="Rectangle 616">
              <a:hlinkHover r:id="" action="ppaction://noaction" highlightClick="1"/>
              <a:extLst>
                <a:ext uri="{FF2B5EF4-FFF2-40B4-BE49-F238E27FC236}">
                  <a16:creationId xmlns:a16="http://schemas.microsoft.com/office/drawing/2014/main" id="{C472DE55-333A-56A6-FA84-9F4A5E39F0D6}"/>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618" name="Diamond 617">
              <a:extLst>
                <a:ext uri="{FF2B5EF4-FFF2-40B4-BE49-F238E27FC236}">
                  <a16:creationId xmlns:a16="http://schemas.microsoft.com/office/drawing/2014/main" id="{0FF24794-1374-93BC-6D26-976DA85444EA}"/>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9" name="Oval 618">
              <a:extLst>
                <a:ext uri="{FF2B5EF4-FFF2-40B4-BE49-F238E27FC236}">
                  <a16:creationId xmlns:a16="http://schemas.microsoft.com/office/drawing/2014/main" id="{4634ABF5-B5FD-0D7E-87D6-00D9B9E088BE}"/>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6" name="Group 635">
            <a:extLst>
              <a:ext uri="{FF2B5EF4-FFF2-40B4-BE49-F238E27FC236}">
                <a16:creationId xmlns:a16="http://schemas.microsoft.com/office/drawing/2014/main" id="{D989C665-0A6C-1D3C-FF11-5C459274F637}"/>
              </a:ext>
            </a:extLst>
          </p:cNvPr>
          <p:cNvGrpSpPr/>
          <p:nvPr/>
        </p:nvGrpSpPr>
        <p:grpSpPr>
          <a:xfrm>
            <a:off x="10520479" y="90836"/>
            <a:ext cx="721206" cy="609701"/>
            <a:chOff x="10520479" y="90836"/>
            <a:chExt cx="721206" cy="609701"/>
          </a:xfrm>
        </p:grpSpPr>
        <p:sp>
          <p:nvSpPr>
            <p:cNvPr id="637" name="Rectangle 636">
              <a:hlinkHover r:id="" action="ppaction://noaction" highlightClick="1"/>
              <a:extLst>
                <a:ext uri="{FF2B5EF4-FFF2-40B4-BE49-F238E27FC236}">
                  <a16:creationId xmlns:a16="http://schemas.microsoft.com/office/drawing/2014/main" id="{5982FB33-5B94-B833-7BA9-B6A0A15ADE71}"/>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638" name="Oval 637">
              <a:extLst>
                <a:ext uri="{FF2B5EF4-FFF2-40B4-BE49-F238E27FC236}">
                  <a16:creationId xmlns:a16="http://schemas.microsoft.com/office/drawing/2014/main" id="{DD9DF956-BC24-2E18-9E75-92EE4B0801B1}"/>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9" name="Isosceles Triangle 648">
              <a:extLst>
                <a:ext uri="{FF2B5EF4-FFF2-40B4-BE49-F238E27FC236}">
                  <a16:creationId xmlns:a16="http://schemas.microsoft.com/office/drawing/2014/main" id="{58598840-0D47-D54C-DA4C-409DE3D37AE6}"/>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0" name="Group 639">
            <a:extLst>
              <a:ext uri="{FF2B5EF4-FFF2-40B4-BE49-F238E27FC236}">
                <a16:creationId xmlns:a16="http://schemas.microsoft.com/office/drawing/2014/main" id="{EB7B0B28-712D-D912-44EC-ABCD4BF87593}"/>
              </a:ext>
            </a:extLst>
          </p:cNvPr>
          <p:cNvGrpSpPr/>
          <p:nvPr/>
        </p:nvGrpSpPr>
        <p:grpSpPr>
          <a:xfrm>
            <a:off x="2102908" y="811556"/>
            <a:ext cx="721206" cy="609701"/>
            <a:chOff x="2102908" y="811556"/>
            <a:chExt cx="721206" cy="609701"/>
          </a:xfrm>
        </p:grpSpPr>
        <p:sp>
          <p:nvSpPr>
            <p:cNvPr id="641" name="Rectangle 640">
              <a:extLst>
                <a:ext uri="{FF2B5EF4-FFF2-40B4-BE49-F238E27FC236}">
                  <a16:creationId xmlns:a16="http://schemas.microsoft.com/office/drawing/2014/main" id="{CD62FA3C-2450-61A8-0481-7087A4063FA4}"/>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42" name="Rectangle 641">
              <a:extLst>
                <a:ext uri="{FF2B5EF4-FFF2-40B4-BE49-F238E27FC236}">
                  <a16:creationId xmlns:a16="http://schemas.microsoft.com/office/drawing/2014/main" id="{F3488997-A734-3ED3-7EB9-1EF3594D6D97}"/>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3" name="Oval 15">
              <a:extLst>
                <a:ext uri="{FF2B5EF4-FFF2-40B4-BE49-F238E27FC236}">
                  <a16:creationId xmlns:a16="http://schemas.microsoft.com/office/drawing/2014/main" id="{94334575-B0EA-002C-30ED-1B02AE7A5E48}"/>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44" name="Straight Connector 643">
              <a:extLst>
                <a:ext uri="{FF2B5EF4-FFF2-40B4-BE49-F238E27FC236}">
                  <a16:creationId xmlns:a16="http://schemas.microsoft.com/office/drawing/2014/main" id="{31056C56-BA0A-FACD-ED93-F68079A931A8}"/>
                </a:ext>
              </a:extLst>
            </p:cNvPr>
            <p:cNvCxnSpPr>
              <a:cxnSpLocks/>
              <a:stCxn id="643"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45" name="Straight Connector 644">
              <a:extLst>
                <a:ext uri="{FF2B5EF4-FFF2-40B4-BE49-F238E27FC236}">
                  <a16:creationId xmlns:a16="http://schemas.microsoft.com/office/drawing/2014/main" id="{9DC746DD-62BC-52E5-DD5C-6C9B22722FF7}"/>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46" name="Group 645">
            <a:extLst>
              <a:ext uri="{FF2B5EF4-FFF2-40B4-BE49-F238E27FC236}">
                <a16:creationId xmlns:a16="http://schemas.microsoft.com/office/drawing/2014/main" id="{3B2FA141-59D4-25E2-6988-84275B5D32F0}"/>
              </a:ext>
            </a:extLst>
          </p:cNvPr>
          <p:cNvGrpSpPr/>
          <p:nvPr/>
        </p:nvGrpSpPr>
        <p:grpSpPr>
          <a:xfrm>
            <a:off x="10506594" y="811556"/>
            <a:ext cx="721220" cy="609701"/>
            <a:chOff x="10506594" y="811556"/>
            <a:chExt cx="721220" cy="609701"/>
          </a:xfrm>
        </p:grpSpPr>
        <p:sp>
          <p:nvSpPr>
            <p:cNvPr id="647" name="Rectangle 646">
              <a:extLst>
                <a:ext uri="{FF2B5EF4-FFF2-40B4-BE49-F238E27FC236}">
                  <a16:creationId xmlns:a16="http://schemas.microsoft.com/office/drawing/2014/main" id="{36FC535D-0B8E-14E6-A0EE-C77F43B0975A}"/>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48" name="Rectangle 647">
              <a:extLst>
                <a:ext uri="{FF2B5EF4-FFF2-40B4-BE49-F238E27FC236}">
                  <a16:creationId xmlns:a16="http://schemas.microsoft.com/office/drawing/2014/main" id="{E31D4970-FD19-1D1B-C760-091110796B75}"/>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9" name="Oval 15">
              <a:extLst>
                <a:ext uri="{FF2B5EF4-FFF2-40B4-BE49-F238E27FC236}">
                  <a16:creationId xmlns:a16="http://schemas.microsoft.com/office/drawing/2014/main" id="{2EA4CB46-5009-84F0-9009-20CB6D8D0DEF}"/>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50" name="Straight Connector 649">
              <a:extLst>
                <a:ext uri="{FF2B5EF4-FFF2-40B4-BE49-F238E27FC236}">
                  <a16:creationId xmlns:a16="http://schemas.microsoft.com/office/drawing/2014/main" id="{0F4389BD-3579-B7B5-2694-8B6111DF7EB2}"/>
                </a:ext>
              </a:extLst>
            </p:cNvPr>
            <p:cNvCxnSpPr>
              <a:cxnSpLocks/>
              <a:stCxn id="649"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51" name="Straight Connector 650">
              <a:extLst>
                <a:ext uri="{FF2B5EF4-FFF2-40B4-BE49-F238E27FC236}">
                  <a16:creationId xmlns:a16="http://schemas.microsoft.com/office/drawing/2014/main" id="{02673AA1-78B4-F8EC-A1C5-DF6459291CF6}"/>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2" name="Group 651">
            <a:extLst>
              <a:ext uri="{FF2B5EF4-FFF2-40B4-BE49-F238E27FC236}">
                <a16:creationId xmlns:a16="http://schemas.microsoft.com/office/drawing/2014/main" id="{26A2DA86-2364-210A-748F-22622951D905}"/>
              </a:ext>
            </a:extLst>
          </p:cNvPr>
          <p:cNvGrpSpPr/>
          <p:nvPr/>
        </p:nvGrpSpPr>
        <p:grpSpPr>
          <a:xfrm>
            <a:off x="7116512" y="812701"/>
            <a:ext cx="721206" cy="609701"/>
            <a:chOff x="7957576" y="811556"/>
            <a:chExt cx="721206" cy="609701"/>
          </a:xfrm>
        </p:grpSpPr>
        <p:sp>
          <p:nvSpPr>
            <p:cNvPr id="653" name="Rectangle 652">
              <a:extLst>
                <a:ext uri="{FF2B5EF4-FFF2-40B4-BE49-F238E27FC236}">
                  <a16:creationId xmlns:a16="http://schemas.microsoft.com/office/drawing/2014/main" id="{AD64AC9B-5605-ABC6-460C-58CC50C93074}"/>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718" name="Rectangle 717">
              <a:extLst>
                <a:ext uri="{FF2B5EF4-FFF2-40B4-BE49-F238E27FC236}">
                  <a16:creationId xmlns:a16="http://schemas.microsoft.com/office/drawing/2014/main" id="{A95095A4-D78C-8555-4D72-B722C7FA8990}"/>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9" name="Oval 15">
              <a:extLst>
                <a:ext uri="{FF2B5EF4-FFF2-40B4-BE49-F238E27FC236}">
                  <a16:creationId xmlns:a16="http://schemas.microsoft.com/office/drawing/2014/main" id="{DDD3AC89-64C5-88B4-B61A-4213B41C0D97}"/>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20" name="Straight Connector 719">
              <a:extLst>
                <a:ext uri="{FF2B5EF4-FFF2-40B4-BE49-F238E27FC236}">
                  <a16:creationId xmlns:a16="http://schemas.microsoft.com/office/drawing/2014/main" id="{5038F8F9-F8FF-4569-E63A-5EF09BCFE2CF}"/>
                </a:ext>
              </a:extLst>
            </p:cNvPr>
            <p:cNvCxnSpPr>
              <a:cxnSpLocks/>
              <a:stCxn id="719"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21" name="Straight Connector 720">
              <a:extLst>
                <a:ext uri="{FF2B5EF4-FFF2-40B4-BE49-F238E27FC236}">
                  <a16:creationId xmlns:a16="http://schemas.microsoft.com/office/drawing/2014/main" id="{82D295AF-7560-D974-DCCE-08A67A504B2E}"/>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22" name="Group 721">
            <a:extLst>
              <a:ext uri="{FF2B5EF4-FFF2-40B4-BE49-F238E27FC236}">
                <a16:creationId xmlns:a16="http://schemas.microsoft.com/office/drawing/2014/main" id="{324B6620-92BB-4492-0C05-F17B269B2B04}"/>
              </a:ext>
            </a:extLst>
          </p:cNvPr>
          <p:cNvGrpSpPr/>
          <p:nvPr/>
        </p:nvGrpSpPr>
        <p:grpSpPr>
          <a:xfrm>
            <a:off x="10508723" y="1536662"/>
            <a:ext cx="721206" cy="609701"/>
            <a:chOff x="11356242" y="1532276"/>
            <a:chExt cx="721206" cy="609701"/>
          </a:xfrm>
        </p:grpSpPr>
        <p:sp>
          <p:nvSpPr>
            <p:cNvPr id="723" name="Rectangle 722">
              <a:hlinkHover r:id="" action="ppaction://noaction" highlightClick="1"/>
              <a:extLst>
                <a:ext uri="{FF2B5EF4-FFF2-40B4-BE49-F238E27FC236}">
                  <a16:creationId xmlns:a16="http://schemas.microsoft.com/office/drawing/2014/main" id="{C846FE55-3324-4F07-6FC3-45135ECF0445}"/>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730" name="Oval 729">
              <a:extLst>
                <a:ext uri="{FF2B5EF4-FFF2-40B4-BE49-F238E27FC236}">
                  <a16:creationId xmlns:a16="http://schemas.microsoft.com/office/drawing/2014/main" id="{5B8DEF24-086A-E401-2F5A-14516B8BA32E}"/>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1" name="Isosceles Triangle 648">
              <a:extLst>
                <a:ext uri="{FF2B5EF4-FFF2-40B4-BE49-F238E27FC236}">
                  <a16:creationId xmlns:a16="http://schemas.microsoft.com/office/drawing/2014/main" id="{AF627DAC-C3EC-948A-E956-18E3719A713A}"/>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32" name="Group 731">
            <a:extLst>
              <a:ext uri="{FF2B5EF4-FFF2-40B4-BE49-F238E27FC236}">
                <a16:creationId xmlns:a16="http://schemas.microsoft.com/office/drawing/2014/main" id="{F5D150E4-2168-40E1-ADFF-AC171CE4E529}"/>
              </a:ext>
            </a:extLst>
          </p:cNvPr>
          <p:cNvGrpSpPr/>
          <p:nvPr/>
        </p:nvGrpSpPr>
        <p:grpSpPr>
          <a:xfrm>
            <a:off x="2109092" y="2986575"/>
            <a:ext cx="721206" cy="649846"/>
            <a:chOff x="10506800" y="2974054"/>
            <a:chExt cx="721206" cy="649846"/>
          </a:xfrm>
        </p:grpSpPr>
        <p:sp>
          <p:nvSpPr>
            <p:cNvPr id="733" name="Rectangle 732">
              <a:extLst>
                <a:ext uri="{FF2B5EF4-FFF2-40B4-BE49-F238E27FC236}">
                  <a16:creationId xmlns:a16="http://schemas.microsoft.com/office/drawing/2014/main" id="{A8CE2BDE-58A9-A6E5-2831-AE2CE22D11C9}"/>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746" name="Rectangle 745">
              <a:extLst>
                <a:ext uri="{FF2B5EF4-FFF2-40B4-BE49-F238E27FC236}">
                  <a16:creationId xmlns:a16="http://schemas.microsoft.com/office/drawing/2014/main" id="{BE237DFA-5188-006E-A283-55B10E4D791D}"/>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7" name="Oval 15">
              <a:extLst>
                <a:ext uri="{FF2B5EF4-FFF2-40B4-BE49-F238E27FC236}">
                  <a16:creationId xmlns:a16="http://schemas.microsoft.com/office/drawing/2014/main" id="{779B3740-2D83-C906-E3FA-D6BC30045156}"/>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48" name="Straight Connector 747">
              <a:extLst>
                <a:ext uri="{FF2B5EF4-FFF2-40B4-BE49-F238E27FC236}">
                  <a16:creationId xmlns:a16="http://schemas.microsoft.com/office/drawing/2014/main" id="{1E9B4AD8-414D-51FC-22A1-A56BF5B75918}"/>
                </a:ext>
              </a:extLst>
            </p:cNvPr>
            <p:cNvCxnSpPr>
              <a:cxnSpLocks/>
              <a:stCxn id="747"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9" name="Straight Connector 748">
              <a:extLst>
                <a:ext uri="{FF2B5EF4-FFF2-40B4-BE49-F238E27FC236}">
                  <a16:creationId xmlns:a16="http://schemas.microsoft.com/office/drawing/2014/main" id="{2FAD1E44-98F1-11BD-668F-485675B14DE8}"/>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50" name="Group 749">
            <a:extLst>
              <a:ext uri="{FF2B5EF4-FFF2-40B4-BE49-F238E27FC236}">
                <a16:creationId xmlns:a16="http://schemas.microsoft.com/office/drawing/2014/main" id="{AA442CD0-32D2-1F49-10FE-87481B4B979A}"/>
              </a:ext>
            </a:extLst>
          </p:cNvPr>
          <p:cNvGrpSpPr/>
          <p:nvPr/>
        </p:nvGrpSpPr>
        <p:grpSpPr>
          <a:xfrm>
            <a:off x="4621827" y="2983922"/>
            <a:ext cx="721206" cy="654973"/>
            <a:chOff x="9657606" y="2974054"/>
            <a:chExt cx="721206" cy="654973"/>
          </a:xfrm>
        </p:grpSpPr>
        <p:sp>
          <p:nvSpPr>
            <p:cNvPr id="751" name="Rectangle 750">
              <a:extLst>
                <a:ext uri="{FF2B5EF4-FFF2-40B4-BE49-F238E27FC236}">
                  <a16:creationId xmlns:a16="http://schemas.microsoft.com/office/drawing/2014/main" id="{3BD03BE0-51C0-9BC4-A6D6-BCEF9CCE5849}"/>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752" name="Rectangle 751">
              <a:extLst>
                <a:ext uri="{FF2B5EF4-FFF2-40B4-BE49-F238E27FC236}">
                  <a16:creationId xmlns:a16="http://schemas.microsoft.com/office/drawing/2014/main" id="{F01ED153-9E43-DB3B-D68F-48FA8DE28FC5}"/>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3" name="Oval 15">
              <a:extLst>
                <a:ext uri="{FF2B5EF4-FFF2-40B4-BE49-F238E27FC236}">
                  <a16:creationId xmlns:a16="http://schemas.microsoft.com/office/drawing/2014/main" id="{520735D9-E9B3-388A-F436-A517669DC387}"/>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54" name="Straight Connector 753">
              <a:extLst>
                <a:ext uri="{FF2B5EF4-FFF2-40B4-BE49-F238E27FC236}">
                  <a16:creationId xmlns:a16="http://schemas.microsoft.com/office/drawing/2014/main" id="{D89242D4-D7E5-9BE0-A540-86ED2F3B01FE}"/>
                </a:ext>
              </a:extLst>
            </p:cNvPr>
            <p:cNvCxnSpPr>
              <a:cxnSpLocks/>
              <a:stCxn id="753"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55" name="Straight Connector 754">
              <a:extLst>
                <a:ext uri="{FF2B5EF4-FFF2-40B4-BE49-F238E27FC236}">
                  <a16:creationId xmlns:a16="http://schemas.microsoft.com/office/drawing/2014/main" id="{6F2C0401-593E-54A2-50B5-18321EF51D51}"/>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56" name="Group 755">
            <a:extLst>
              <a:ext uri="{FF2B5EF4-FFF2-40B4-BE49-F238E27FC236}">
                <a16:creationId xmlns:a16="http://schemas.microsoft.com/office/drawing/2014/main" id="{FC0DDA9D-644F-4366-C06F-282C3483035F}"/>
              </a:ext>
            </a:extLst>
          </p:cNvPr>
          <p:cNvGrpSpPr/>
          <p:nvPr/>
        </p:nvGrpSpPr>
        <p:grpSpPr>
          <a:xfrm>
            <a:off x="11356001" y="2974057"/>
            <a:ext cx="721206" cy="609701"/>
            <a:chOff x="11356001" y="2974057"/>
            <a:chExt cx="721206" cy="609701"/>
          </a:xfrm>
        </p:grpSpPr>
        <p:sp>
          <p:nvSpPr>
            <p:cNvPr id="757" name="Rectangle 756">
              <a:hlinkHover r:id="" action="ppaction://noaction" highlightClick="1"/>
              <a:extLst>
                <a:ext uri="{FF2B5EF4-FFF2-40B4-BE49-F238E27FC236}">
                  <a16:creationId xmlns:a16="http://schemas.microsoft.com/office/drawing/2014/main" id="{E16C393C-E352-F7D3-B504-EA0FC5DF1FC7}"/>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758" name="Oval 757">
              <a:extLst>
                <a:ext uri="{FF2B5EF4-FFF2-40B4-BE49-F238E27FC236}">
                  <a16:creationId xmlns:a16="http://schemas.microsoft.com/office/drawing/2014/main" id="{8A4C66B0-CE9D-25A4-FDE7-4DD9C56D41FD}"/>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9" name="Isosceles Triangle 648">
              <a:extLst>
                <a:ext uri="{FF2B5EF4-FFF2-40B4-BE49-F238E27FC236}">
                  <a16:creationId xmlns:a16="http://schemas.microsoft.com/office/drawing/2014/main" id="{370A213E-9C4D-482E-91D2-3725CEDE1EA3}"/>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60" name="Group 759">
            <a:extLst>
              <a:ext uri="{FF2B5EF4-FFF2-40B4-BE49-F238E27FC236}">
                <a16:creationId xmlns:a16="http://schemas.microsoft.com/office/drawing/2014/main" id="{43DDF25A-F75F-A3BF-556B-435BA0F59CCA}"/>
              </a:ext>
            </a:extLst>
          </p:cNvPr>
          <p:cNvGrpSpPr/>
          <p:nvPr/>
        </p:nvGrpSpPr>
        <p:grpSpPr>
          <a:xfrm>
            <a:off x="10506616" y="2984633"/>
            <a:ext cx="721220" cy="609701"/>
            <a:chOff x="9656903" y="2253333"/>
            <a:chExt cx="721220" cy="609701"/>
          </a:xfrm>
        </p:grpSpPr>
        <p:sp>
          <p:nvSpPr>
            <p:cNvPr id="761" name="Rectangle 760">
              <a:hlinkHover r:id="" action="ppaction://noaction" highlightClick="1"/>
              <a:extLst>
                <a:ext uri="{FF2B5EF4-FFF2-40B4-BE49-F238E27FC236}">
                  <a16:creationId xmlns:a16="http://schemas.microsoft.com/office/drawing/2014/main" id="{E838EFAA-09DC-054F-CE7F-BFB4786845C3}"/>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762" name="Rectangle 761">
              <a:extLst>
                <a:ext uri="{FF2B5EF4-FFF2-40B4-BE49-F238E27FC236}">
                  <a16:creationId xmlns:a16="http://schemas.microsoft.com/office/drawing/2014/main" id="{8A330E32-4B70-FEFF-5865-6C0CBC7CA5B4}"/>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3" name="Oval 15">
              <a:extLst>
                <a:ext uri="{FF2B5EF4-FFF2-40B4-BE49-F238E27FC236}">
                  <a16:creationId xmlns:a16="http://schemas.microsoft.com/office/drawing/2014/main" id="{9428C705-4ED4-64B5-77CB-691FC3844E5E}"/>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64" name="Straight Connector 763">
              <a:extLst>
                <a:ext uri="{FF2B5EF4-FFF2-40B4-BE49-F238E27FC236}">
                  <a16:creationId xmlns:a16="http://schemas.microsoft.com/office/drawing/2014/main" id="{6D975F3C-37B4-45F8-5950-2C9F89CB00CE}"/>
                </a:ext>
              </a:extLst>
            </p:cNvPr>
            <p:cNvCxnSpPr>
              <a:cxnSpLocks/>
              <a:stCxn id="763"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65" name="Straight Connector 764">
              <a:extLst>
                <a:ext uri="{FF2B5EF4-FFF2-40B4-BE49-F238E27FC236}">
                  <a16:creationId xmlns:a16="http://schemas.microsoft.com/office/drawing/2014/main" id="{46E7F54A-D4B2-06DC-6E0A-39C8DE850A0F}"/>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72" name="Group 771">
            <a:extLst>
              <a:ext uri="{FF2B5EF4-FFF2-40B4-BE49-F238E27FC236}">
                <a16:creationId xmlns:a16="http://schemas.microsoft.com/office/drawing/2014/main" id="{36E2BA55-B1C3-A72A-C106-52E10759E9EB}"/>
              </a:ext>
            </a:extLst>
          </p:cNvPr>
          <p:cNvGrpSpPr/>
          <p:nvPr/>
        </p:nvGrpSpPr>
        <p:grpSpPr>
          <a:xfrm>
            <a:off x="1268346" y="3698208"/>
            <a:ext cx="721891" cy="610396"/>
            <a:chOff x="1268346" y="3698208"/>
            <a:chExt cx="721891" cy="610396"/>
          </a:xfrm>
        </p:grpSpPr>
        <p:sp>
          <p:nvSpPr>
            <p:cNvPr id="773" name="Rectangle 772">
              <a:extLst>
                <a:ext uri="{FF2B5EF4-FFF2-40B4-BE49-F238E27FC236}">
                  <a16:creationId xmlns:a16="http://schemas.microsoft.com/office/drawing/2014/main" id="{78A001CE-1D30-41E6-4070-1B5D7C7D8841}"/>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774" name="Right Triangle 773">
              <a:extLst>
                <a:ext uri="{FF2B5EF4-FFF2-40B4-BE49-F238E27FC236}">
                  <a16:creationId xmlns:a16="http://schemas.microsoft.com/office/drawing/2014/main" id="{CFEB4A50-3D05-1396-3F75-1785A0EA8A8F}"/>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5" name="Group 774">
              <a:extLst>
                <a:ext uri="{FF2B5EF4-FFF2-40B4-BE49-F238E27FC236}">
                  <a16:creationId xmlns:a16="http://schemas.microsoft.com/office/drawing/2014/main" id="{AC5E5175-0786-2C60-FA9E-FE49B503812B}"/>
                </a:ext>
              </a:extLst>
            </p:cNvPr>
            <p:cNvGrpSpPr/>
            <p:nvPr/>
          </p:nvGrpSpPr>
          <p:grpSpPr>
            <a:xfrm>
              <a:off x="1939627" y="3704306"/>
              <a:ext cx="37817" cy="61390"/>
              <a:chOff x="3883481" y="2057400"/>
              <a:chExt cx="1608363" cy="2652031"/>
            </a:xfrm>
            <a:solidFill>
              <a:srgbClr val="A6A6A6">
                <a:alpha val="20000"/>
              </a:srgbClr>
            </a:solidFill>
          </p:grpSpPr>
          <p:sp>
            <p:nvSpPr>
              <p:cNvPr id="776" name="Oval 27">
                <a:extLst>
                  <a:ext uri="{FF2B5EF4-FFF2-40B4-BE49-F238E27FC236}">
                    <a16:creationId xmlns:a16="http://schemas.microsoft.com/office/drawing/2014/main" id="{A6EBCC41-6FC9-6310-6B77-E3B2DC4AFF0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7" name="Oval 28">
                <a:extLst>
                  <a:ext uri="{FF2B5EF4-FFF2-40B4-BE49-F238E27FC236}">
                    <a16:creationId xmlns:a16="http://schemas.microsoft.com/office/drawing/2014/main" id="{B27D39FF-3D2D-8108-D3B6-0FF9514DB91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8" name="Group 777">
            <a:extLst>
              <a:ext uri="{FF2B5EF4-FFF2-40B4-BE49-F238E27FC236}">
                <a16:creationId xmlns:a16="http://schemas.microsoft.com/office/drawing/2014/main" id="{3648F47A-864B-AC77-2EC4-15C04F710111}"/>
              </a:ext>
            </a:extLst>
          </p:cNvPr>
          <p:cNvGrpSpPr/>
          <p:nvPr/>
        </p:nvGrpSpPr>
        <p:grpSpPr>
          <a:xfrm>
            <a:off x="2934662" y="5148220"/>
            <a:ext cx="724130" cy="609701"/>
            <a:chOff x="4615448" y="2974053"/>
            <a:chExt cx="724130" cy="609701"/>
          </a:xfrm>
        </p:grpSpPr>
        <p:sp>
          <p:nvSpPr>
            <p:cNvPr id="779" name="Rectangle 778">
              <a:extLst>
                <a:ext uri="{FF2B5EF4-FFF2-40B4-BE49-F238E27FC236}">
                  <a16:creationId xmlns:a16="http://schemas.microsoft.com/office/drawing/2014/main" id="{03228E7F-8EBE-0C1B-CAF5-CE52604D7599}"/>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780" name="Right Triangle 779">
              <a:extLst>
                <a:ext uri="{FF2B5EF4-FFF2-40B4-BE49-F238E27FC236}">
                  <a16:creationId xmlns:a16="http://schemas.microsoft.com/office/drawing/2014/main" id="{36B780EB-55BA-F41F-9B23-8462AC3B732B}"/>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1" name="Group 780">
              <a:extLst>
                <a:ext uri="{FF2B5EF4-FFF2-40B4-BE49-F238E27FC236}">
                  <a16:creationId xmlns:a16="http://schemas.microsoft.com/office/drawing/2014/main" id="{DB8B8C6C-38F5-1B01-DD44-F5F6CA0AEB86}"/>
                </a:ext>
              </a:extLst>
            </p:cNvPr>
            <p:cNvGrpSpPr/>
            <p:nvPr/>
          </p:nvGrpSpPr>
          <p:grpSpPr>
            <a:xfrm>
              <a:off x="5288997" y="2982574"/>
              <a:ext cx="37817" cy="61390"/>
              <a:chOff x="3883481" y="2057400"/>
              <a:chExt cx="1608363" cy="2652031"/>
            </a:xfrm>
            <a:solidFill>
              <a:srgbClr val="A6A6A6">
                <a:alpha val="20000"/>
              </a:srgbClr>
            </a:solidFill>
          </p:grpSpPr>
          <p:sp>
            <p:nvSpPr>
              <p:cNvPr id="786" name="Oval 27">
                <a:extLst>
                  <a:ext uri="{FF2B5EF4-FFF2-40B4-BE49-F238E27FC236}">
                    <a16:creationId xmlns:a16="http://schemas.microsoft.com/office/drawing/2014/main" id="{A7F23683-008C-1E67-710E-32F17B3E31C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7" name="Oval 28">
                <a:extLst>
                  <a:ext uri="{FF2B5EF4-FFF2-40B4-BE49-F238E27FC236}">
                    <a16:creationId xmlns:a16="http://schemas.microsoft.com/office/drawing/2014/main" id="{A2AEF61F-A7C8-6C0A-C67C-0AA792B6226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8" name="Group 787">
            <a:extLst>
              <a:ext uri="{FF2B5EF4-FFF2-40B4-BE49-F238E27FC236}">
                <a16:creationId xmlns:a16="http://schemas.microsoft.com/office/drawing/2014/main" id="{EEEDF71D-4005-C70D-EFA0-508C1EE4AAB5}"/>
              </a:ext>
            </a:extLst>
          </p:cNvPr>
          <p:cNvGrpSpPr/>
          <p:nvPr/>
        </p:nvGrpSpPr>
        <p:grpSpPr>
          <a:xfrm>
            <a:off x="5451979" y="3707588"/>
            <a:ext cx="721206" cy="609701"/>
            <a:chOff x="5451979" y="3707588"/>
            <a:chExt cx="721206" cy="609701"/>
          </a:xfrm>
        </p:grpSpPr>
        <p:sp>
          <p:nvSpPr>
            <p:cNvPr id="789" name="Rectangle 788">
              <a:hlinkHover r:id="" action="ppaction://noaction" highlightClick="1"/>
              <a:extLst>
                <a:ext uri="{FF2B5EF4-FFF2-40B4-BE49-F238E27FC236}">
                  <a16:creationId xmlns:a16="http://schemas.microsoft.com/office/drawing/2014/main" id="{BF14A603-A90C-4A3D-C971-65FBF23CBAB2}"/>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808" name="Oval 807">
              <a:extLst>
                <a:ext uri="{FF2B5EF4-FFF2-40B4-BE49-F238E27FC236}">
                  <a16:creationId xmlns:a16="http://schemas.microsoft.com/office/drawing/2014/main" id="{E97A0854-646C-249D-2322-7100E7588709}"/>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9" name="Isosceles Triangle 648">
              <a:extLst>
                <a:ext uri="{FF2B5EF4-FFF2-40B4-BE49-F238E27FC236}">
                  <a16:creationId xmlns:a16="http://schemas.microsoft.com/office/drawing/2014/main" id="{D46F8386-1CE1-3DDF-8B56-1C1C0868FF29}"/>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10" name="Group 809">
            <a:extLst>
              <a:ext uri="{FF2B5EF4-FFF2-40B4-BE49-F238E27FC236}">
                <a16:creationId xmlns:a16="http://schemas.microsoft.com/office/drawing/2014/main" id="{1DFABA98-6A36-C64B-A103-721BDCB35412}"/>
              </a:ext>
            </a:extLst>
          </p:cNvPr>
          <p:cNvGrpSpPr/>
          <p:nvPr/>
        </p:nvGrpSpPr>
        <p:grpSpPr>
          <a:xfrm>
            <a:off x="11355832" y="5140982"/>
            <a:ext cx="721220" cy="609701"/>
            <a:chOff x="9656903" y="2253333"/>
            <a:chExt cx="721220" cy="609701"/>
          </a:xfrm>
        </p:grpSpPr>
        <p:sp>
          <p:nvSpPr>
            <p:cNvPr id="811" name="Rectangle 810">
              <a:hlinkHover r:id="" action="ppaction://noaction" highlightClick="1"/>
              <a:extLst>
                <a:ext uri="{FF2B5EF4-FFF2-40B4-BE49-F238E27FC236}">
                  <a16:creationId xmlns:a16="http://schemas.microsoft.com/office/drawing/2014/main" id="{199435C7-360E-D0B9-9911-88C4DC0319C0}"/>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812" name="Rectangle 811">
              <a:extLst>
                <a:ext uri="{FF2B5EF4-FFF2-40B4-BE49-F238E27FC236}">
                  <a16:creationId xmlns:a16="http://schemas.microsoft.com/office/drawing/2014/main" id="{FAF13B87-3B6B-7171-69CF-AEF973AB87FE}"/>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3" name="Oval 15">
              <a:extLst>
                <a:ext uri="{FF2B5EF4-FFF2-40B4-BE49-F238E27FC236}">
                  <a16:creationId xmlns:a16="http://schemas.microsoft.com/office/drawing/2014/main" id="{B1EC0960-77AE-0668-89FF-EE73E5A079BC}"/>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20" name="Straight Connector 819">
              <a:extLst>
                <a:ext uri="{FF2B5EF4-FFF2-40B4-BE49-F238E27FC236}">
                  <a16:creationId xmlns:a16="http://schemas.microsoft.com/office/drawing/2014/main" id="{BED5851F-4DF4-7303-E8FB-694CFB8001DF}"/>
                </a:ext>
              </a:extLst>
            </p:cNvPr>
            <p:cNvCxnSpPr>
              <a:cxnSpLocks/>
              <a:stCxn id="813"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21" name="Straight Connector 820">
              <a:extLst>
                <a:ext uri="{FF2B5EF4-FFF2-40B4-BE49-F238E27FC236}">
                  <a16:creationId xmlns:a16="http://schemas.microsoft.com/office/drawing/2014/main" id="{77CC8785-3440-B3D7-D564-399529D4D204}"/>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sp>
        <p:nvSpPr>
          <p:cNvPr id="822" name="Rectangle 821">
            <a:hlinkClick r:id="rId14" action="ppaction://hlinksldjump"/>
            <a:hlinkHover r:id="rId14" action="ppaction://hlinksldjump"/>
            <a:extLst>
              <a:ext uri="{FF2B5EF4-FFF2-40B4-BE49-F238E27FC236}">
                <a16:creationId xmlns:a16="http://schemas.microsoft.com/office/drawing/2014/main" id="{D13B0B74-D730-2D73-EDAE-CBB6DE63549F}"/>
              </a:ext>
            </a:extLst>
          </p:cNvPr>
          <p:cNvSpPr/>
          <p:nvPr/>
        </p:nvSpPr>
        <p:spPr>
          <a:xfrm>
            <a:off x="5329817" y="5802160"/>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823" name="Rectangle 822">
            <a:hlinkClick r:id="rId15" action="ppaction://hlinksldjump"/>
            <a:hlinkHover r:id="rId15" action="ppaction://hlinksldjump"/>
            <a:extLst>
              <a:ext uri="{FF2B5EF4-FFF2-40B4-BE49-F238E27FC236}">
                <a16:creationId xmlns:a16="http://schemas.microsoft.com/office/drawing/2014/main" id="{A3E9E3E3-6B1B-BE92-86FF-F98B729A691E}"/>
              </a:ext>
            </a:extLst>
          </p:cNvPr>
          <p:cNvSpPr/>
          <p:nvPr/>
        </p:nvSpPr>
        <p:spPr>
          <a:xfrm>
            <a:off x="5329817" y="6284246"/>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Purview Suite</a:t>
            </a:r>
          </a:p>
        </p:txBody>
      </p:sp>
      <p:pic>
        <p:nvPicPr>
          <p:cNvPr id="2" name="Picture 1">
            <a:hlinkClick r:id="rId16" action="ppaction://hlinksldjump"/>
            <a:extLst>
              <a:ext uri="{FF2B5EF4-FFF2-40B4-BE49-F238E27FC236}">
                <a16:creationId xmlns:a16="http://schemas.microsoft.com/office/drawing/2014/main" id="{31F2ED46-3168-CC58-197E-C58F8A0B2E02}"/>
              </a:ext>
            </a:extLst>
          </p:cNvPr>
          <p:cNvPicPr>
            <a:picLocks noChangeAspect="1"/>
          </p:cNvPicPr>
          <p:nvPr/>
        </p:nvPicPr>
        <p:blipFill>
          <a:blip r:embed="rId17"/>
          <a:stretch>
            <a:fillRect/>
          </a:stretch>
        </p:blipFill>
        <p:spPr>
          <a:xfrm>
            <a:off x="0" y="0"/>
            <a:ext cx="211626" cy="6858000"/>
          </a:xfrm>
          <a:prstGeom prst="rect">
            <a:avLst/>
          </a:prstGeom>
        </p:spPr>
      </p:pic>
      <p:sp>
        <p:nvSpPr>
          <p:cNvPr id="3" name="Rectangle 2">
            <a:hlinkHover r:id="rId18" action="ppaction://hlinksldjump"/>
            <a:extLst>
              <a:ext uri="{FF2B5EF4-FFF2-40B4-BE49-F238E27FC236}">
                <a16:creationId xmlns:a16="http://schemas.microsoft.com/office/drawing/2014/main" id="{6D8CD0F5-052E-DF67-4171-0065F7878F1C}"/>
              </a:ext>
            </a:extLst>
          </p:cNvPr>
          <p:cNvSpPr/>
          <p:nvPr/>
        </p:nvSpPr>
        <p:spPr>
          <a:xfrm>
            <a:off x="8841666" y="6284246"/>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grpSp>
        <p:nvGrpSpPr>
          <p:cNvPr id="4" name="Group 3">
            <a:extLst>
              <a:ext uri="{FF2B5EF4-FFF2-40B4-BE49-F238E27FC236}">
                <a16:creationId xmlns:a16="http://schemas.microsoft.com/office/drawing/2014/main" id="{454EBD7F-6173-3D63-9B89-D2F973F38072}"/>
              </a:ext>
            </a:extLst>
          </p:cNvPr>
          <p:cNvGrpSpPr/>
          <p:nvPr/>
        </p:nvGrpSpPr>
        <p:grpSpPr>
          <a:xfrm>
            <a:off x="9652491" y="2986436"/>
            <a:ext cx="721206" cy="609701"/>
            <a:chOff x="9657972" y="90836"/>
            <a:chExt cx="721206" cy="609701"/>
          </a:xfrm>
        </p:grpSpPr>
        <p:sp>
          <p:nvSpPr>
            <p:cNvPr id="5" name="Rectangle 4">
              <a:hlinkHover r:id="" action="ppaction://noaction" highlightClick="1"/>
              <a:extLst>
                <a:ext uri="{FF2B5EF4-FFF2-40B4-BE49-F238E27FC236}">
                  <a16:creationId xmlns:a16="http://schemas.microsoft.com/office/drawing/2014/main" id="{34AE3940-7539-66D9-3F32-E6A00E536A3D}"/>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6" name="Diamond 5">
              <a:extLst>
                <a:ext uri="{FF2B5EF4-FFF2-40B4-BE49-F238E27FC236}">
                  <a16:creationId xmlns:a16="http://schemas.microsoft.com/office/drawing/2014/main" id="{B7CC3F2D-2E33-C60A-58E8-609CF1391F23}"/>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 name="Oval 6">
              <a:extLst>
                <a:ext uri="{FF2B5EF4-FFF2-40B4-BE49-F238E27FC236}">
                  <a16:creationId xmlns:a16="http://schemas.microsoft.com/office/drawing/2014/main" id="{E2B0C189-C17E-4540-961A-E023B245B4AE}"/>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84296675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103859" y="139584"/>
            <a:ext cx="6379317"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365 Defender Suite</a:t>
            </a:r>
          </a:p>
        </p:txBody>
      </p:sp>
      <p:grpSp>
        <p:nvGrpSpPr>
          <p:cNvPr id="8" name="Group 7">
            <a:extLst>
              <a:ext uri="{FF2B5EF4-FFF2-40B4-BE49-F238E27FC236}">
                <a16:creationId xmlns:a16="http://schemas.microsoft.com/office/drawing/2014/main" id="{B4917E3F-B8F1-E89B-3B3A-F1937B85C450}"/>
              </a:ext>
            </a:extLst>
          </p:cNvPr>
          <p:cNvGrpSpPr/>
          <p:nvPr/>
        </p:nvGrpSpPr>
        <p:grpSpPr>
          <a:xfrm>
            <a:off x="8904759" y="-34560"/>
            <a:ext cx="754117" cy="803729"/>
            <a:chOff x="9401324" y="101482"/>
            <a:chExt cx="754117" cy="803729"/>
          </a:xfrm>
        </p:grpSpPr>
        <p:pic>
          <p:nvPicPr>
            <p:cNvPr id="9" name="Graphic 8" descr="Back with solid fill">
              <a:hlinkClick r:id="" action="ppaction://hlinkshowjump?jump=lastslideviewed"/>
              <a:extLst>
                <a:ext uri="{FF2B5EF4-FFF2-40B4-BE49-F238E27FC236}">
                  <a16:creationId xmlns:a16="http://schemas.microsoft.com/office/drawing/2014/main" id="{6D85D6CD-3A69-2895-A2CC-E2EA5C95EF5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07970" y="101482"/>
              <a:ext cx="740824" cy="740824"/>
            </a:xfrm>
            <a:prstGeom prst="rect">
              <a:avLst/>
            </a:prstGeom>
          </p:spPr>
        </p:pic>
        <p:sp>
          <p:nvSpPr>
            <p:cNvPr id="10" name="TextBox 9">
              <a:extLst>
                <a:ext uri="{FF2B5EF4-FFF2-40B4-BE49-F238E27FC236}">
                  <a16:creationId xmlns:a16="http://schemas.microsoft.com/office/drawing/2014/main" id="{681262C2-B5CC-4088-5656-F2CD7561DED9}"/>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grpSp>
        <p:nvGrpSpPr>
          <p:cNvPr id="15" name="Group 14">
            <a:extLst>
              <a:ext uri="{FF2B5EF4-FFF2-40B4-BE49-F238E27FC236}">
                <a16:creationId xmlns:a16="http://schemas.microsoft.com/office/drawing/2014/main" id="{1FBF10A7-D098-3897-6A07-6E52D7054C6D}"/>
              </a:ext>
            </a:extLst>
          </p:cNvPr>
          <p:cNvGrpSpPr/>
          <p:nvPr/>
        </p:nvGrpSpPr>
        <p:grpSpPr>
          <a:xfrm>
            <a:off x="3779655" y="811556"/>
            <a:ext cx="721206" cy="609701"/>
            <a:chOff x="3779655" y="811556"/>
            <a:chExt cx="721206" cy="609701"/>
          </a:xfrm>
        </p:grpSpPr>
        <p:sp>
          <p:nvSpPr>
            <p:cNvPr id="16" name="Rectangle 15">
              <a:extLst>
                <a:ext uri="{FF2B5EF4-FFF2-40B4-BE49-F238E27FC236}">
                  <a16:creationId xmlns:a16="http://schemas.microsoft.com/office/drawing/2014/main" id="{2ACCC1EB-F235-40DA-F8AB-905CC3986846}"/>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17" name="Rectangle 16">
              <a:extLst>
                <a:ext uri="{FF2B5EF4-FFF2-40B4-BE49-F238E27FC236}">
                  <a16:creationId xmlns:a16="http://schemas.microsoft.com/office/drawing/2014/main" id="{43570E8F-FEB4-20E4-0EE3-1E3F4D344118}"/>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 name="Oval 15">
              <a:extLst>
                <a:ext uri="{FF2B5EF4-FFF2-40B4-BE49-F238E27FC236}">
                  <a16:creationId xmlns:a16="http://schemas.microsoft.com/office/drawing/2014/main" id="{6CCD5E6B-589C-92D3-9521-32F3C58CE4D5}"/>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 name="Straight Connector 18">
              <a:extLst>
                <a:ext uri="{FF2B5EF4-FFF2-40B4-BE49-F238E27FC236}">
                  <a16:creationId xmlns:a16="http://schemas.microsoft.com/office/drawing/2014/main" id="{C7559D53-68CE-8D3C-0FE9-40ABC79DD91E}"/>
                </a:ext>
              </a:extLst>
            </p:cNvPr>
            <p:cNvCxnSpPr>
              <a:cxnSpLocks/>
              <a:stCxn id="18"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0" name="Straight Connector 19">
              <a:extLst>
                <a:ext uri="{FF2B5EF4-FFF2-40B4-BE49-F238E27FC236}">
                  <a16:creationId xmlns:a16="http://schemas.microsoft.com/office/drawing/2014/main" id="{16424DBD-F503-B8BA-46B2-9EA4BA57DFC2}"/>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1" name="Group 20">
            <a:extLst>
              <a:ext uri="{FF2B5EF4-FFF2-40B4-BE49-F238E27FC236}">
                <a16:creationId xmlns:a16="http://schemas.microsoft.com/office/drawing/2014/main" id="{CBE90192-8ED1-B887-C871-785877565005}"/>
              </a:ext>
            </a:extLst>
          </p:cNvPr>
          <p:cNvGrpSpPr/>
          <p:nvPr/>
        </p:nvGrpSpPr>
        <p:grpSpPr>
          <a:xfrm>
            <a:off x="7959195" y="3698231"/>
            <a:ext cx="721206" cy="609701"/>
            <a:chOff x="7959195" y="3698231"/>
            <a:chExt cx="721206" cy="609701"/>
          </a:xfrm>
        </p:grpSpPr>
        <p:sp>
          <p:nvSpPr>
            <p:cNvPr id="22" name="Rectangle 21">
              <a:hlinkHover r:id="" action="ppaction://noaction" highlightClick="1"/>
              <a:extLst>
                <a:ext uri="{FF2B5EF4-FFF2-40B4-BE49-F238E27FC236}">
                  <a16:creationId xmlns:a16="http://schemas.microsoft.com/office/drawing/2014/main" id="{4FFF73C1-2B28-9153-DBCE-661FAA200511}"/>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23" name="Oval 22">
              <a:extLst>
                <a:ext uri="{FF2B5EF4-FFF2-40B4-BE49-F238E27FC236}">
                  <a16:creationId xmlns:a16="http://schemas.microsoft.com/office/drawing/2014/main" id="{AC12AD40-5A6A-4D92-EBB7-477399ADE972}"/>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4" name="Isosceles Triangle 648">
              <a:extLst>
                <a:ext uri="{FF2B5EF4-FFF2-40B4-BE49-F238E27FC236}">
                  <a16:creationId xmlns:a16="http://schemas.microsoft.com/office/drawing/2014/main" id="{26FD42F2-FCC5-6645-F39C-532C9C340C5A}"/>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1" name="Group 30">
            <a:extLst>
              <a:ext uri="{FF2B5EF4-FFF2-40B4-BE49-F238E27FC236}">
                <a16:creationId xmlns:a16="http://schemas.microsoft.com/office/drawing/2014/main" id="{1A1B3F4C-B93D-7B6A-40C5-8B0802A2B62A}"/>
              </a:ext>
            </a:extLst>
          </p:cNvPr>
          <p:cNvGrpSpPr/>
          <p:nvPr/>
        </p:nvGrpSpPr>
        <p:grpSpPr>
          <a:xfrm>
            <a:off x="5448056" y="1532276"/>
            <a:ext cx="721206" cy="609701"/>
            <a:chOff x="5448056" y="1532276"/>
            <a:chExt cx="721206" cy="609701"/>
          </a:xfrm>
        </p:grpSpPr>
        <p:sp>
          <p:nvSpPr>
            <p:cNvPr id="64" name="Rectangle 63">
              <a:extLst>
                <a:ext uri="{FF2B5EF4-FFF2-40B4-BE49-F238E27FC236}">
                  <a16:creationId xmlns:a16="http://schemas.microsoft.com/office/drawing/2014/main" id="{665D9E0D-5D7E-555B-F841-B52AD7817FAB}"/>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65" name="Rectangle 64">
              <a:extLst>
                <a:ext uri="{FF2B5EF4-FFF2-40B4-BE49-F238E27FC236}">
                  <a16:creationId xmlns:a16="http://schemas.microsoft.com/office/drawing/2014/main" id="{532CD964-B26A-00F5-8C57-F6AF8B188447}"/>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 name="Oval 15">
              <a:extLst>
                <a:ext uri="{FF2B5EF4-FFF2-40B4-BE49-F238E27FC236}">
                  <a16:creationId xmlns:a16="http://schemas.microsoft.com/office/drawing/2014/main" id="{32E3BCDC-FFE8-F757-5B9E-85818972778A}"/>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7" name="Straight Connector 66">
              <a:extLst>
                <a:ext uri="{FF2B5EF4-FFF2-40B4-BE49-F238E27FC236}">
                  <a16:creationId xmlns:a16="http://schemas.microsoft.com/office/drawing/2014/main" id="{C9A3A762-D026-2923-C366-5AF1D8621DF3}"/>
                </a:ext>
              </a:extLst>
            </p:cNvPr>
            <p:cNvCxnSpPr>
              <a:cxnSpLocks/>
              <a:stCxn id="66"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 name="Straight Connector 67">
              <a:extLst>
                <a:ext uri="{FF2B5EF4-FFF2-40B4-BE49-F238E27FC236}">
                  <a16:creationId xmlns:a16="http://schemas.microsoft.com/office/drawing/2014/main" id="{41A486AF-655F-0DF2-0AEE-6E137591103E}"/>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F07B9772-FC57-EC9E-0416-5318BB81CE71}"/>
              </a:ext>
            </a:extLst>
          </p:cNvPr>
          <p:cNvGrpSpPr/>
          <p:nvPr/>
        </p:nvGrpSpPr>
        <p:grpSpPr>
          <a:xfrm>
            <a:off x="6284565" y="1532276"/>
            <a:ext cx="721206" cy="609701"/>
            <a:chOff x="6284565" y="1532276"/>
            <a:chExt cx="721206" cy="609701"/>
          </a:xfrm>
        </p:grpSpPr>
        <p:sp>
          <p:nvSpPr>
            <p:cNvPr id="70" name="Rectangle 69">
              <a:extLst>
                <a:ext uri="{FF2B5EF4-FFF2-40B4-BE49-F238E27FC236}">
                  <a16:creationId xmlns:a16="http://schemas.microsoft.com/office/drawing/2014/main" id="{7D902039-B537-96AD-64B2-FF7FD6AE84F5}"/>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71" name="Rectangle 70">
              <a:extLst>
                <a:ext uri="{FF2B5EF4-FFF2-40B4-BE49-F238E27FC236}">
                  <a16:creationId xmlns:a16="http://schemas.microsoft.com/office/drawing/2014/main" id="{DC015A0D-569F-F109-DE3F-EBF308F9165A}"/>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 name="Oval 15">
              <a:extLst>
                <a:ext uri="{FF2B5EF4-FFF2-40B4-BE49-F238E27FC236}">
                  <a16:creationId xmlns:a16="http://schemas.microsoft.com/office/drawing/2014/main" id="{70E2A848-9B77-8791-8931-69D5E3FFD3BD}"/>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 name="Straight Connector 72">
              <a:extLst>
                <a:ext uri="{FF2B5EF4-FFF2-40B4-BE49-F238E27FC236}">
                  <a16:creationId xmlns:a16="http://schemas.microsoft.com/office/drawing/2014/main" id="{6CC3F84A-F2B2-8D79-8163-E6385E7880D5}"/>
                </a:ext>
              </a:extLst>
            </p:cNvPr>
            <p:cNvCxnSpPr>
              <a:cxnSpLocks/>
              <a:stCxn id="72"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 name="Straight Connector 73">
              <a:extLst>
                <a:ext uri="{FF2B5EF4-FFF2-40B4-BE49-F238E27FC236}">
                  <a16:creationId xmlns:a16="http://schemas.microsoft.com/office/drawing/2014/main" id="{61A3B3BD-542B-DD69-6334-1367F33317F9}"/>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5" name="Group 74">
            <a:extLst>
              <a:ext uri="{FF2B5EF4-FFF2-40B4-BE49-F238E27FC236}">
                <a16:creationId xmlns:a16="http://schemas.microsoft.com/office/drawing/2014/main" id="{B65B1E56-9B13-F414-8B28-C7A15E5BAC83}"/>
              </a:ext>
            </a:extLst>
          </p:cNvPr>
          <p:cNvGrpSpPr/>
          <p:nvPr/>
        </p:nvGrpSpPr>
        <p:grpSpPr>
          <a:xfrm>
            <a:off x="7121069" y="1532276"/>
            <a:ext cx="721206" cy="609701"/>
            <a:chOff x="7121069" y="1532276"/>
            <a:chExt cx="721206" cy="609701"/>
          </a:xfrm>
        </p:grpSpPr>
        <p:sp>
          <p:nvSpPr>
            <p:cNvPr id="76" name="Rectangle 75">
              <a:extLst>
                <a:ext uri="{FF2B5EF4-FFF2-40B4-BE49-F238E27FC236}">
                  <a16:creationId xmlns:a16="http://schemas.microsoft.com/office/drawing/2014/main" id="{CAC28CFC-1540-F7CD-62B3-DC0C853D3D3C}"/>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77" name="Rectangle 76">
              <a:extLst>
                <a:ext uri="{FF2B5EF4-FFF2-40B4-BE49-F238E27FC236}">
                  <a16:creationId xmlns:a16="http://schemas.microsoft.com/office/drawing/2014/main" id="{36690B3A-C60C-E6C9-8789-29C50DEB13C0}"/>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 name="Oval 15">
              <a:extLst>
                <a:ext uri="{FF2B5EF4-FFF2-40B4-BE49-F238E27FC236}">
                  <a16:creationId xmlns:a16="http://schemas.microsoft.com/office/drawing/2014/main" id="{BBB02C56-1248-7B76-7791-BCB8B1E903B6}"/>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9" name="Straight Connector 78">
              <a:extLst>
                <a:ext uri="{FF2B5EF4-FFF2-40B4-BE49-F238E27FC236}">
                  <a16:creationId xmlns:a16="http://schemas.microsoft.com/office/drawing/2014/main" id="{E1939F0B-2331-F5A8-59F4-86E630092737}"/>
                </a:ext>
              </a:extLst>
            </p:cNvPr>
            <p:cNvCxnSpPr>
              <a:cxnSpLocks/>
              <a:stCxn id="78"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0" name="Straight Connector 79">
              <a:extLst>
                <a:ext uri="{FF2B5EF4-FFF2-40B4-BE49-F238E27FC236}">
                  <a16:creationId xmlns:a16="http://schemas.microsoft.com/office/drawing/2014/main" id="{0BCC39A8-0A69-FC91-C1B6-844E19395313}"/>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1" name="Group 150">
            <a:extLst>
              <a:ext uri="{FF2B5EF4-FFF2-40B4-BE49-F238E27FC236}">
                <a16:creationId xmlns:a16="http://schemas.microsoft.com/office/drawing/2014/main" id="{076D5470-B5BE-ADCB-B424-0C4B5E1935A4}"/>
              </a:ext>
            </a:extLst>
          </p:cNvPr>
          <p:cNvGrpSpPr/>
          <p:nvPr/>
        </p:nvGrpSpPr>
        <p:grpSpPr>
          <a:xfrm>
            <a:off x="7959200" y="2974054"/>
            <a:ext cx="721206" cy="609701"/>
            <a:chOff x="7959200" y="2974054"/>
            <a:chExt cx="721206" cy="609701"/>
          </a:xfrm>
        </p:grpSpPr>
        <p:sp>
          <p:nvSpPr>
            <p:cNvPr id="152" name="Rectangle 151">
              <a:hlinkHover r:id="" action="ppaction://noaction" highlightClick="1"/>
              <a:extLst>
                <a:ext uri="{FF2B5EF4-FFF2-40B4-BE49-F238E27FC236}">
                  <a16:creationId xmlns:a16="http://schemas.microsoft.com/office/drawing/2014/main" id="{A99EDBBA-F97B-5AA3-BB66-F087569FDDF3}"/>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153" name="Diamond 152">
              <a:extLst>
                <a:ext uri="{FF2B5EF4-FFF2-40B4-BE49-F238E27FC236}">
                  <a16:creationId xmlns:a16="http://schemas.microsoft.com/office/drawing/2014/main" id="{3D1D7F77-2068-5010-F93B-02AFEEFA287D}"/>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4" name="Oval 153">
              <a:extLst>
                <a:ext uri="{FF2B5EF4-FFF2-40B4-BE49-F238E27FC236}">
                  <a16:creationId xmlns:a16="http://schemas.microsoft.com/office/drawing/2014/main" id="{D6035305-00EE-104E-0996-3FB246A5F01D}"/>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899045C6-862B-8B65-27CF-334C9953BDC0}"/>
              </a:ext>
            </a:extLst>
          </p:cNvPr>
          <p:cNvGrpSpPr/>
          <p:nvPr/>
        </p:nvGrpSpPr>
        <p:grpSpPr>
          <a:xfrm>
            <a:off x="8795244" y="2974054"/>
            <a:ext cx="721206" cy="609701"/>
            <a:chOff x="8795244" y="2974054"/>
            <a:chExt cx="721206" cy="609701"/>
          </a:xfrm>
        </p:grpSpPr>
        <p:sp>
          <p:nvSpPr>
            <p:cNvPr id="156" name="Rectangle 155">
              <a:hlinkHover r:id="" action="ppaction://noaction" highlightClick="1"/>
              <a:extLst>
                <a:ext uri="{FF2B5EF4-FFF2-40B4-BE49-F238E27FC236}">
                  <a16:creationId xmlns:a16="http://schemas.microsoft.com/office/drawing/2014/main" id="{73C49900-28C2-C010-ED41-21E64E9BE03F}"/>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157" name="Diamond 156">
              <a:extLst>
                <a:ext uri="{FF2B5EF4-FFF2-40B4-BE49-F238E27FC236}">
                  <a16:creationId xmlns:a16="http://schemas.microsoft.com/office/drawing/2014/main" id="{26B7B28A-DC20-2A19-0459-666AC533EAFD}"/>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8" name="Oval 157">
              <a:extLst>
                <a:ext uri="{FF2B5EF4-FFF2-40B4-BE49-F238E27FC236}">
                  <a16:creationId xmlns:a16="http://schemas.microsoft.com/office/drawing/2014/main" id="{CFF18A7A-FE67-8AD4-4D1E-F92DFF34B011}"/>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5" name="Group 164">
            <a:extLst>
              <a:ext uri="{FF2B5EF4-FFF2-40B4-BE49-F238E27FC236}">
                <a16:creationId xmlns:a16="http://schemas.microsoft.com/office/drawing/2014/main" id="{E5DDA35F-5297-FD78-45EE-F91468387648}"/>
              </a:ext>
            </a:extLst>
          </p:cNvPr>
          <p:cNvGrpSpPr/>
          <p:nvPr/>
        </p:nvGrpSpPr>
        <p:grpSpPr>
          <a:xfrm>
            <a:off x="5442073" y="811556"/>
            <a:ext cx="728239" cy="609701"/>
            <a:chOff x="5442073" y="811556"/>
            <a:chExt cx="728239" cy="609701"/>
          </a:xfrm>
        </p:grpSpPr>
        <p:sp>
          <p:nvSpPr>
            <p:cNvPr id="166" name="Rectangle 165">
              <a:extLst>
                <a:ext uri="{FF2B5EF4-FFF2-40B4-BE49-F238E27FC236}">
                  <a16:creationId xmlns:a16="http://schemas.microsoft.com/office/drawing/2014/main" id="{08BE5CEA-3463-E9F0-A371-E0A0112860F0}"/>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167" name="Rectangle 166">
              <a:extLst>
                <a:ext uri="{FF2B5EF4-FFF2-40B4-BE49-F238E27FC236}">
                  <a16:creationId xmlns:a16="http://schemas.microsoft.com/office/drawing/2014/main" id="{4F3A0774-8AD3-F682-4C3E-11B94E3C2B3F}"/>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8" name="Oval 15">
              <a:extLst>
                <a:ext uri="{FF2B5EF4-FFF2-40B4-BE49-F238E27FC236}">
                  <a16:creationId xmlns:a16="http://schemas.microsoft.com/office/drawing/2014/main" id="{530D5F63-23B9-ACDC-D280-F26726B6CD93}"/>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9" name="Straight Connector 168">
              <a:extLst>
                <a:ext uri="{FF2B5EF4-FFF2-40B4-BE49-F238E27FC236}">
                  <a16:creationId xmlns:a16="http://schemas.microsoft.com/office/drawing/2014/main" id="{5DB7DCEB-FD44-1061-0514-716E37B26DA8}"/>
                </a:ext>
              </a:extLst>
            </p:cNvPr>
            <p:cNvCxnSpPr>
              <a:cxnSpLocks/>
              <a:stCxn id="168"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0" name="Straight Connector 169">
              <a:extLst>
                <a:ext uri="{FF2B5EF4-FFF2-40B4-BE49-F238E27FC236}">
                  <a16:creationId xmlns:a16="http://schemas.microsoft.com/office/drawing/2014/main" id="{BCCC3553-D0C9-D734-C382-85DD14F11A3E}"/>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49" name="Group 548">
            <a:extLst>
              <a:ext uri="{FF2B5EF4-FFF2-40B4-BE49-F238E27FC236}">
                <a16:creationId xmlns:a16="http://schemas.microsoft.com/office/drawing/2014/main" id="{25380756-869A-D87D-806B-A95F51EBDB27}"/>
              </a:ext>
            </a:extLst>
          </p:cNvPr>
          <p:cNvGrpSpPr/>
          <p:nvPr/>
        </p:nvGrpSpPr>
        <p:grpSpPr>
          <a:xfrm>
            <a:off x="7957576" y="811556"/>
            <a:ext cx="721206" cy="609701"/>
            <a:chOff x="7957576" y="811556"/>
            <a:chExt cx="721206" cy="609701"/>
          </a:xfrm>
        </p:grpSpPr>
        <p:sp>
          <p:nvSpPr>
            <p:cNvPr id="550" name="Rectangle 549">
              <a:extLst>
                <a:ext uri="{FF2B5EF4-FFF2-40B4-BE49-F238E27FC236}">
                  <a16:creationId xmlns:a16="http://schemas.microsoft.com/office/drawing/2014/main" id="{C2E3EA90-5EAD-26F8-9B8F-AF324D3D9A55}"/>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551" name="Rectangle 550">
              <a:extLst>
                <a:ext uri="{FF2B5EF4-FFF2-40B4-BE49-F238E27FC236}">
                  <a16:creationId xmlns:a16="http://schemas.microsoft.com/office/drawing/2014/main" id="{B1938995-B601-23DD-920F-3246FA36007B}"/>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2" name="Oval 15">
              <a:extLst>
                <a:ext uri="{FF2B5EF4-FFF2-40B4-BE49-F238E27FC236}">
                  <a16:creationId xmlns:a16="http://schemas.microsoft.com/office/drawing/2014/main" id="{11B0296C-D9AD-BBB0-DED4-B35F80E444D6}"/>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3" name="Straight Connector 552">
              <a:extLst>
                <a:ext uri="{FF2B5EF4-FFF2-40B4-BE49-F238E27FC236}">
                  <a16:creationId xmlns:a16="http://schemas.microsoft.com/office/drawing/2014/main" id="{1EAC8447-19DA-63E1-E02E-1CF3F164A1B4}"/>
                </a:ext>
              </a:extLst>
            </p:cNvPr>
            <p:cNvCxnSpPr>
              <a:cxnSpLocks/>
              <a:stCxn id="552"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4" name="Straight Connector 553">
              <a:extLst>
                <a:ext uri="{FF2B5EF4-FFF2-40B4-BE49-F238E27FC236}">
                  <a16:creationId xmlns:a16="http://schemas.microsoft.com/office/drawing/2014/main" id="{D0C51965-5997-BA5D-A48D-04CABBE6055D}"/>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63" name="Group 562">
            <a:extLst>
              <a:ext uri="{FF2B5EF4-FFF2-40B4-BE49-F238E27FC236}">
                <a16:creationId xmlns:a16="http://schemas.microsoft.com/office/drawing/2014/main" id="{80189E3F-6171-7DB7-CD20-B69C4FA44F4C}"/>
              </a:ext>
            </a:extLst>
          </p:cNvPr>
          <p:cNvGrpSpPr/>
          <p:nvPr/>
        </p:nvGrpSpPr>
        <p:grpSpPr>
          <a:xfrm>
            <a:off x="11356242" y="90836"/>
            <a:ext cx="721206" cy="609701"/>
            <a:chOff x="11356242" y="90836"/>
            <a:chExt cx="721206" cy="609701"/>
          </a:xfrm>
        </p:grpSpPr>
        <p:sp>
          <p:nvSpPr>
            <p:cNvPr id="564" name="Rectangle 563">
              <a:hlinkHover r:id="" action="ppaction://noaction" highlightClick="1"/>
              <a:extLst>
                <a:ext uri="{FF2B5EF4-FFF2-40B4-BE49-F238E27FC236}">
                  <a16:creationId xmlns:a16="http://schemas.microsoft.com/office/drawing/2014/main" id="{924A3FCD-FFEC-9E0D-1FAF-9CDCA5A1EED3}"/>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65" name="Oval 564">
              <a:extLst>
                <a:ext uri="{FF2B5EF4-FFF2-40B4-BE49-F238E27FC236}">
                  <a16:creationId xmlns:a16="http://schemas.microsoft.com/office/drawing/2014/main" id="{B8BB21BC-04D6-9F70-8071-FC8202689438}"/>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6" name="Isosceles Triangle 648">
              <a:extLst>
                <a:ext uri="{FF2B5EF4-FFF2-40B4-BE49-F238E27FC236}">
                  <a16:creationId xmlns:a16="http://schemas.microsoft.com/office/drawing/2014/main" id="{885C4AE2-BECE-F3EC-175E-B8D272BE82EF}"/>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7" name="Group 566">
            <a:extLst>
              <a:ext uri="{FF2B5EF4-FFF2-40B4-BE49-F238E27FC236}">
                <a16:creationId xmlns:a16="http://schemas.microsoft.com/office/drawing/2014/main" id="{BF5CFCCB-AA48-47A7-7219-7CE1AA7FD7DF}"/>
              </a:ext>
            </a:extLst>
          </p:cNvPr>
          <p:cNvGrpSpPr/>
          <p:nvPr/>
        </p:nvGrpSpPr>
        <p:grpSpPr>
          <a:xfrm>
            <a:off x="11356243" y="3694774"/>
            <a:ext cx="721206" cy="609701"/>
            <a:chOff x="11356243" y="3694774"/>
            <a:chExt cx="721206" cy="609701"/>
          </a:xfrm>
        </p:grpSpPr>
        <p:sp>
          <p:nvSpPr>
            <p:cNvPr id="568" name="Rectangle 567">
              <a:hlinkHover r:id="" action="ppaction://noaction" highlightClick="1"/>
              <a:extLst>
                <a:ext uri="{FF2B5EF4-FFF2-40B4-BE49-F238E27FC236}">
                  <a16:creationId xmlns:a16="http://schemas.microsoft.com/office/drawing/2014/main" id="{FD6E8EF0-6771-C9A4-8228-9F06244EB256}"/>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69" name="Oval 568">
              <a:extLst>
                <a:ext uri="{FF2B5EF4-FFF2-40B4-BE49-F238E27FC236}">
                  <a16:creationId xmlns:a16="http://schemas.microsoft.com/office/drawing/2014/main" id="{505A2089-A1D7-8ECC-837C-1DC984A13334}"/>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0" name="Isosceles Triangle 648">
              <a:extLst>
                <a:ext uri="{FF2B5EF4-FFF2-40B4-BE49-F238E27FC236}">
                  <a16:creationId xmlns:a16="http://schemas.microsoft.com/office/drawing/2014/main" id="{1714CDE3-B06D-6AF7-0774-3E557CD7C39E}"/>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1" name="Group 570">
            <a:extLst>
              <a:ext uri="{FF2B5EF4-FFF2-40B4-BE49-F238E27FC236}">
                <a16:creationId xmlns:a16="http://schemas.microsoft.com/office/drawing/2014/main" id="{13F774CC-7165-07D7-FFE3-0180C76B085C}"/>
              </a:ext>
            </a:extLst>
          </p:cNvPr>
          <p:cNvGrpSpPr/>
          <p:nvPr/>
        </p:nvGrpSpPr>
        <p:grpSpPr>
          <a:xfrm>
            <a:off x="9657691" y="4419624"/>
            <a:ext cx="721206" cy="609701"/>
            <a:chOff x="9657691" y="4419624"/>
            <a:chExt cx="721206" cy="609701"/>
          </a:xfrm>
        </p:grpSpPr>
        <p:sp>
          <p:nvSpPr>
            <p:cNvPr id="572" name="Rectangle 571">
              <a:hlinkHover r:id="" action="ppaction://noaction" highlightClick="1"/>
              <a:extLst>
                <a:ext uri="{FF2B5EF4-FFF2-40B4-BE49-F238E27FC236}">
                  <a16:creationId xmlns:a16="http://schemas.microsoft.com/office/drawing/2014/main" id="{B3F67E6A-2B74-5CA2-F0CE-DA87F0D8E8B1}"/>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73" name="Oval 572">
              <a:extLst>
                <a:ext uri="{FF2B5EF4-FFF2-40B4-BE49-F238E27FC236}">
                  <a16:creationId xmlns:a16="http://schemas.microsoft.com/office/drawing/2014/main" id="{1F715F15-3270-BFB1-3BE1-B67B57676389}"/>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4" name="Isosceles Triangle 648">
              <a:extLst>
                <a:ext uri="{FF2B5EF4-FFF2-40B4-BE49-F238E27FC236}">
                  <a16:creationId xmlns:a16="http://schemas.microsoft.com/office/drawing/2014/main" id="{0312FB29-37A5-4104-BE20-AF742720B112}"/>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5" name="Group 574">
            <a:extLst>
              <a:ext uri="{FF2B5EF4-FFF2-40B4-BE49-F238E27FC236}">
                <a16:creationId xmlns:a16="http://schemas.microsoft.com/office/drawing/2014/main" id="{CB076C48-BC61-CCAF-0C6D-6B789E0FAB11}"/>
              </a:ext>
            </a:extLst>
          </p:cNvPr>
          <p:cNvGrpSpPr/>
          <p:nvPr/>
        </p:nvGrpSpPr>
        <p:grpSpPr>
          <a:xfrm>
            <a:off x="10506968" y="4419620"/>
            <a:ext cx="721206" cy="609701"/>
            <a:chOff x="10506968" y="4419620"/>
            <a:chExt cx="721206" cy="609701"/>
          </a:xfrm>
        </p:grpSpPr>
        <p:sp>
          <p:nvSpPr>
            <p:cNvPr id="576" name="Rectangle 575">
              <a:hlinkHover r:id="" action="ppaction://noaction" highlightClick="1"/>
              <a:extLst>
                <a:ext uri="{FF2B5EF4-FFF2-40B4-BE49-F238E27FC236}">
                  <a16:creationId xmlns:a16="http://schemas.microsoft.com/office/drawing/2014/main" id="{0C6D3128-648A-70FD-1377-E7D6A1200D4C}"/>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77" name="Oval 576">
              <a:extLst>
                <a:ext uri="{FF2B5EF4-FFF2-40B4-BE49-F238E27FC236}">
                  <a16:creationId xmlns:a16="http://schemas.microsoft.com/office/drawing/2014/main" id="{17B54B59-4FD1-F9C5-F1F1-2B5E653DB0E4}"/>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8" name="Isosceles Triangle 648">
              <a:extLst>
                <a:ext uri="{FF2B5EF4-FFF2-40B4-BE49-F238E27FC236}">
                  <a16:creationId xmlns:a16="http://schemas.microsoft.com/office/drawing/2014/main" id="{E81D11F2-504F-2430-9456-1272AAF2302B}"/>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9" name="Group 578">
            <a:extLst>
              <a:ext uri="{FF2B5EF4-FFF2-40B4-BE49-F238E27FC236}">
                <a16:creationId xmlns:a16="http://schemas.microsoft.com/office/drawing/2014/main" id="{65F305B7-8CB3-F7F5-AA9D-F00707E43492}"/>
              </a:ext>
            </a:extLst>
          </p:cNvPr>
          <p:cNvGrpSpPr/>
          <p:nvPr/>
        </p:nvGrpSpPr>
        <p:grpSpPr>
          <a:xfrm>
            <a:off x="11356003" y="4416261"/>
            <a:ext cx="721206" cy="609701"/>
            <a:chOff x="11356003" y="4416261"/>
            <a:chExt cx="721206" cy="609701"/>
          </a:xfrm>
        </p:grpSpPr>
        <p:sp>
          <p:nvSpPr>
            <p:cNvPr id="580" name="Rectangle 579">
              <a:hlinkHover r:id="" action="ppaction://noaction" highlightClick="1"/>
              <a:extLst>
                <a:ext uri="{FF2B5EF4-FFF2-40B4-BE49-F238E27FC236}">
                  <a16:creationId xmlns:a16="http://schemas.microsoft.com/office/drawing/2014/main" id="{9CE27FA0-9AD7-6CD2-BB1F-30B92C52D47C}"/>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81" name="Oval 580">
              <a:extLst>
                <a:ext uri="{FF2B5EF4-FFF2-40B4-BE49-F238E27FC236}">
                  <a16:creationId xmlns:a16="http://schemas.microsoft.com/office/drawing/2014/main" id="{49CEE2E7-AF50-8785-6942-9B55486EB71C}"/>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2" name="Isosceles Triangle 648">
              <a:extLst>
                <a:ext uri="{FF2B5EF4-FFF2-40B4-BE49-F238E27FC236}">
                  <a16:creationId xmlns:a16="http://schemas.microsoft.com/office/drawing/2014/main" id="{171B9D6A-D7DA-058A-EF16-E4138F2BAFB6}"/>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3" name="Group 582">
            <a:extLst>
              <a:ext uri="{FF2B5EF4-FFF2-40B4-BE49-F238E27FC236}">
                <a16:creationId xmlns:a16="http://schemas.microsoft.com/office/drawing/2014/main" id="{3A6DAB4B-287B-442C-A1A2-4531367275A3}"/>
              </a:ext>
            </a:extLst>
          </p:cNvPr>
          <p:cNvGrpSpPr/>
          <p:nvPr/>
        </p:nvGrpSpPr>
        <p:grpSpPr>
          <a:xfrm>
            <a:off x="8808526" y="4416261"/>
            <a:ext cx="721206" cy="609701"/>
            <a:chOff x="8808526" y="4416261"/>
            <a:chExt cx="721206" cy="609701"/>
          </a:xfrm>
        </p:grpSpPr>
        <p:sp>
          <p:nvSpPr>
            <p:cNvPr id="584" name="Rectangle 583">
              <a:hlinkHover r:id="" action="ppaction://noaction" highlightClick="1"/>
              <a:extLst>
                <a:ext uri="{FF2B5EF4-FFF2-40B4-BE49-F238E27FC236}">
                  <a16:creationId xmlns:a16="http://schemas.microsoft.com/office/drawing/2014/main" id="{1CCCECA4-0854-A11A-F16B-9F6F68A6CCCE}"/>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85" name="Oval 584">
              <a:extLst>
                <a:ext uri="{FF2B5EF4-FFF2-40B4-BE49-F238E27FC236}">
                  <a16:creationId xmlns:a16="http://schemas.microsoft.com/office/drawing/2014/main" id="{ED91E0D8-5532-835C-4592-C7BE4D46F17D}"/>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6" name="Isosceles Triangle 648">
              <a:extLst>
                <a:ext uri="{FF2B5EF4-FFF2-40B4-BE49-F238E27FC236}">
                  <a16:creationId xmlns:a16="http://schemas.microsoft.com/office/drawing/2014/main" id="{D7C09C58-110B-88E6-04D0-5F8D5979CC4D}"/>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7" name="Group 586">
            <a:extLst>
              <a:ext uri="{FF2B5EF4-FFF2-40B4-BE49-F238E27FC236}">
                <a16:creationId xmlns:a16="http://schemas.microsoft.com/office/drawing/2014/main" id="{33BF41AF-E5FD-2F51-649B-B4D8F8E351D4}"/>
              </a:ext>
            </a:extLst>
          </p:cNvPr>
          <p:cNvGrpSpPr/>
          <p:nvPr/>
        </p:nvGrpSpPr>
        <p:grpSpPr>
          <a:xfrm>
            <a:off x="10509579" y="5141013"/>
            <a:ext cx="721206" cy="609701"/>
            <a:chOff x="10509579" y="5141013"/>
            <a:chExt cx="721206" cy="609701"/>
          </a:xfrm>
        </p:grpSpPr>
        <p:sp>
          <p:nvSpPr>
            <p:cNvPr id="588" name="Rectangle 587">
              <a:hlinkHover r:id="" action="ppaction://noaction" highlightClick="1"/>
              <a:extLst>
                <a:ext uri="{FF2B5EF4-FFF2-40B4-BE49-F238E27FC236}">
                  <a16:creationId xmlns:a16="http://schemas.microsoft.com/office/drawing/2014/main" id="{B72F98BB-A053-86E2-F376-84A9597F2DD2}"/>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89" name="Oval 588">
              <a:extLst>
                <a:ext uri="{FF2B5EF4-FFF2-40B4-BE49-F238E27FC236}">
                  <a16:creationId xmlns:a16="http://schemas.microsoft.com/office/drawing/2014/main" id="{C4BBDC0D-495A-F73C-BAD1-A69A9C1EE7A9}"/>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0" name="Isosceles Triangle 648">
              <a:extLst>
                <a:ext uri="{FF2B5EF4-FFF2-40B4-BE49-F238E27FC236}">
                  <a16:creationId xmlns:a16="http://schemas.microsoft.com/office/drawing/2014/main" id="{51CA404D-80FB-F694-2FD5-AB456424F421}"/>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1" name="Group 590">
            <a:extLst>
              <a:ext uri="{FF2B5EF4-FFF2-40B4-BE49-F238E27FC236}">
                <a16:creationId xmlns:a16="http://schemas.microsoft.com/office/drawing/2014/main" id="{5254E7B6-DD91-E46A-9E22-2EF275BF32A5}"/>
              </a:ext>
            </a:extLst>
          </p:cNvPr>
          <p:cNvGrpSpPr/>
          <p:nvPr/>
        </p:nvGrpSpPr>
        <p:grpSpPr>
          <a:xfrm>
            <a:off x="9651076" y="5143367"/>
            <a:ext cx="721206" cy="609701"/>
            <a:chOff x="9651076" y="5143367"/>
            <a:chExt cx="721206" cy="609701"/>
          </a:xfrm>
        </p:grpSpPr>
        <p:sp>
          <p:nvSpPr>
            <p:cNvPr id="592" name="Rectangle 591">
              <a:hlinkHover r:id="" action="ppaction://noaction" highlightClick="1"/>
              <a:extLst>
                <a:ext uri="{FF2B5EF4-FFF2-40B4-BE49-F238E27FC236}">
                  <a16:creationId xmlns:a16="http://schemas.microsoft.com/office/drawing/2014/main" id="{637E2B82-C8C8-5B8B-61DF-6B283CE4D040}"/>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93" name="Oval 592">
              <a:extLst>
                <a:ext uri="{FF2B5EF4-FFF2-40B4-BE49-F238E27FC236}">
                  <a16:creationId xmlns:a16="http://schemas.microsoft.com/office/drawing/2014/main" id="{592DD90C-E2F4-71D2-A59B-D316F905303D}"/>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4" name="Isosceles Triangle 648">
              <a:extLst>
                <a:ext uri="{FF2B5EF4-FFF2-40B4-BE49-F238E27FC236}">
                  <a16:creationId xmlns:a16="http://schemas.microsoft.com/office/drawing/2014/main" id="{5F6B1BAD-F8A3-EF22-F1FC-8BFC44B4888D}"/>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5" name="Group 594">
            <a:extLst>
              <a:ext uri="{FF2B5EF4-FFF2-40B4-BE49-F238E27FC236}">
                <a16:creationId xmlns:a16="http://schemas.microsoft.com/office/drawing/2014/main" id="{72F7439A-E421-2C7E-97E0-75082F1AA222}"/>
              </a:ext>
            </a:extLst>
          </p:cNvPr>
          <p:cNvGrpSpPr/>
          <p:nvPr/>
        </p:nvGrpSpPr>
        <p:grpSpPr>
          <a:xfrm>
            <a:off x="9657612" y="3698231"/>
            <a:ext cx="721206" cy="609701"/>
            <a:chOff x="9657612" y="3698231"/>
            <a:chExt cx="721206" cy="609701"/>
          </a:xfrm>
        </p:grpSpPr>
        <p:sp>
          <p:nvSpPr>
            <p:cNvPr id="596" name="Rectangle 595">
              <a:hlinkHover r:id="" action="ppaction://noaction" highlightClick="1"/>
              <a:extLst>
                <a:ext uri="{FF2B5EF4-FFF2-40B4-BE49-F238E27FC236}">
                  <a16:creationId xmlns:a16="http://schemas.microsoft.com/office/drawing/2014/main" id="{7B2CB752-0D4E-A6F4-CA7E-16B85F803362}"/>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97" name="Oval 596">
              <a:extLst>
                <a:ext uri="{FF2B5EF4-FFF2-40B4-BE49-F238E27FC236}">
                  <a16:creationId xmlns:a16="http://schemas.microsoft.com/office/drawing/2014/main" id="{6BB26643-B227-4B6D-1C2E-54299ADBE1B8}"/>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8" name="Isosceles Triangle 648">
              <a:extLst>
                <a:ext uri="{FF2B5EF4-FFF2-40B4-BE49-F238E27FC236}">
                  <a16:creationId xmlns:a16="http://schemas.microsoft.com/office/drawing/2014/main" id="{FD106C92-032A-AC46-49B8-B3C0FA989AC8}"/>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9" name="Group 598">
            <a:extLst>
              <a:ext uri="{FF2B5EF4-FFF2-40B4-BE49-F238E27FC236}">
                <a16:creationId xmlns:a16="http://schemas.microsoft.com/office/drawing/2014/main" id="{94B217B8-7F5C-FE20-CDFA-A51AA03184AB}"/>
              </a:ext>
            </a:extLst>
          </p:cNvPr>
          <p:cNvGrpSpPr/>
          <p:nvPr/>
        </p:nvGrpSpPr>
        <p:grpSpPr>
          <a:xfrm>
            <a:off x="10506928" y="3698227"/>
            <a:ext cx="721206" cy="609701"/>
            <a:chOff x="10506928" y="3698227"/>
            <a:chExt cx="721206" cy="609701"/>
          </a:xfrm>
        </p:grpSpPr>
        <p:sp>
          <p:nvSpPr>
            <p:cNvPr id="600" name="Rectangle 599">
              <a:hlinkHover r:id="" action="ppaction://noaction" highlightClick="1"/>
              <a:extLst>
                <a:ext uri="{FF2B5EF4-FFF2-40B4-BE49-F238E27FC236}">
                  <a16:creationId xmlns:a16="http://schemas.microsoft.com/office/drawing/2014/main" id="{321D7729-CE30-D6C8-70B8-3C7FDFBD1698}"/>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601" name="Oval 600">
              <a:extLst>
                <a:ext uri="{FF2B5EF4-FFF2-40B4-BE49-F238E27FC236}">
                  <a16:creationId xmlns:a16="http://schemas.microsoft.com/office/drawing/2014/main" id="{239F216E-28CE-8FB7-4A6C-F0572D752F0B}"/>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2" name="Isosceles Triangle 648">
              <a:extLst>
                <a:ext uri="{FF2B5EF4-FFF2-40B4-BE49-F238E27FC236}">
                  <a16:creationId xmlns:a16="http://schemas.microsoft.com/office/drawing/2014/main" id="{4849F993-2AB5-2041-84E8-CD4EE44BE6E1}"/>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3" name="Group 602">
            <a:extLst>
              <a:ext uri="{FF2B5EF4-FFF2-40B4-BE49-F238E27FC236}">
                <a16:creationId xmlns:a16="http://schemas.microsoft.com/office/drawing/2014/main" id="{2800A7CD-3F2F-8943-D3A7-998325C8B06B}"/>
              </a:ext>
            </a:extLst>
          </p:cNvPr>
          <p:cNvGrpSpPr/>
          <p:nvPr/>
        </p:nvGrpSpPr>
        <p:grpSpPr>
          <a:xfrm>
            <a:off x="8808417" y="5135710"/>
            <a:ext cx="721206" cy="609701"/>
            <a:chOff x="8808417" y="5135710"/>
            <a:chExt cx="721206" cy="609701"/>
          </a:xfrm>
        </p:grpSpPr>
        <p:sp>
          <p:nvSpPr>
            <p:cNvPr id="604" name="Rectangle 603">
              <a:hlinkHover r:id="" action="ppaction://noaction" highlightClick="1"/>
              <a:extLst>
                <a:ext uri="{FF2B5EF4-FFF2-40B4-BE49-F238E27FC236}">
                  <a16:creationId xmlns:a16="http://schemas.microsoft.com/office/drawing/2014/main" id="{35E4D1D5-6F40-1D03-D562-E4573ACCE075}"/>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605" name="Oval 604">
              <a:extLst>
                <a:ext uri="{FF2B5EF4-FFF2-40B4-BE49-F238E27FC236}">
                  <a16:creationId xmlns:a16="http://schemas.microsoft.com/office/drawing/2014/main" id="{22E92B09-8BDA-DD58-CA6D-43CB2E7F1D62}"/>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6" name="Isosceles Triangle 648">
              <a:extLst>
                <a:ext uri="{FF2B5EF4-FFF2-40B4-BE49-F238E27FC236}">
                  <a16:creationId xmlns:a16="http://schemas.microsoft.com/office/drawing/2014/main" id="{D96C38DA-9F18-799A-2B5F-7DD6C002F306}"/>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1" name="Group 620">
            <a:extLst>
              <a:ext uri="{FF2B5EF4-FFF2-40B4-BE49-F238E27FC236}">
                <a16:creationId xmlns:a16="http://schemas.microsoft.com/office/drawing/2014/main" id="{F22100C2-C231-B90F-3C98-CDC07D4C5089}"/>
              </a:ext>
            </a:extLst>
          </p:cNvPr>
          <p:cNvGrpSpPr/>
          <p:nvPr/>
        </p:nvGrpSpPr>
        <p:grpSpPr>
          <a:xfrm>
            <a:off x="7957572" y="1532276"/>
            <a:ext cx="721206" cy="609701"/>
            <a:chOff x="7957572" y="1532276"/>
            <a:chExt cx="721206" cy="609701"/>
          </a:xfrm>
        </p:grpSpPr>
        <p:sp>
          <p:nvSpPr>
            <p:cNvPr id="622" name="Rectangle 621">
              <a:hlinkHover r:id="" action="ppaction://noaction" highlightClick="1"/>
              <a:extLst>
                <a:ext uri="{FF2B5EF4-FFF2-40B4-BE49-F238E27FC236}">
                  <a16:creationId xmlns:a16="http://schemas.microsoft.com/office/drawing/2014/main" id="{5444DF75-5DE2-90E8-A689-CDDF13C75E3A}"/>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623" name="Rectangle 622">
              <a:extLst>
                <a:ext uri="{FF2B5EF4-FFF2-40B4-BE49-F238E27FC236}">
                  <a16:creationId xmlns:a16="http://schemas.microsoft.com/office/drawing/2014/main" id="{E77E2A07-A35F-98F8-C7B7-0270D35217E1}"/>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4" name="Oval 15">
              <a:extLst>
                <a:ext uri="{FF2B5EF4-FFF2-40B4-BE49-F238E27FC236}">
                  <a16:creationId xmlns:a16="http://schemas.microsoft.com/office/drawing/2014/main" id="{04D46CCB-75BF-5910-1927-025FB9C0923E}"/>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5" name="Straight Connector 624">
              <a:extLst>
                <a:ext uri="{FF2B5EF4-FFF2-40B4-BE49-F238E27FC236}">
                  <a16:creationId xmlns:a16="http://schemas.microsoft.com/office/drawing/2014/main" id="{BD02C893-130D-A5B1-74CB-30AD53F2F90E}"/>
                </a:ext>
              </a:extLst>
            </p:cNvPr>
            <p:cNvCxnSpPr>
              <a:cxnSpLocks/>
              <a:stCxn id="624"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26" name="Straight Connector 625">
              <a:extLst>
                <a:ext uri="{FF2B5EF4-FFF2-40B4-BE49-F238E27FC236}">
                  <a16:creationId xmlns:a16="http://schemas.microsoft.com/office/drawing/2014/main" id="{72CE7978-8861-EECE-CE3D-62CC09CAA98E}"/>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61" name="Group 660">
            <a:extLst>
              <a:ext uri="{FF2B5EF4-FFF2-40B4-BE49-F238E27FC236}">
                <a16:creationId xmlns:a16="http://schemas.microsoft.com/office/drawing/2014/main" id="{BF968FCF-104D-698F-6AAE-A229F59566F2}"/>
              </a:ext>
            </a:extLst>
          </p:cNvPr>
          <p:cNvGrpSpPr/>
          <p:nvPr/>
        </p:nvGrpSpPr>
        <p:grpSpPr>
          <a:xfrm>
            <a:off x="11356242" y="811556"/>
            <a:ext cx="721206" cy="609701"/>
            <a:chOff x="11356242" y="811556"/>
            <a:chExt cx="721206" cy="609701"/>
          </a:xfrm>
        </p:grpSpPr>
        <p:sp>
          <p:nvSpPr>
            <p:cNvPr id="662" name="Rectangle 661">
              <a:hlinkHover r:id="" action="ppaction://noaction" highlightClick="1"/>
              <a:extLst>
                <a:ext uri="{FF2B5EF4-FFF2-40B4-BE49-F238E27FC236}">
                  <a16:creationId xmlns:a16="http://schemas.microsoft.com/office/drawing/2014/main" id="{687B492E-2581-A074-D4AA-AEB80791F94F}"/>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63" name="Oval 662">
              <a:extLst>
                <a:ext uri="{FF2B5EF4-FFF2-40B4-BE49-F238E27FC236}">
                  <a16:creationId xmlns:a16="http://schemas.microsoft.com/office/drawing/2014/main" id="{31C9C3E8-C30D-5273-ECDC-A331A7A5F064}"/>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4" name="Isosceles Triangle 648">
              <a:extLst>
                <a:ext uri="{FF2B5EF4-FFF2-40B4-BE49-F238E27FC236}">
                  <a16:creationId xmlns:a16="http://schemas.microsoft.com/office/drawing/2014/main" id="{F88D386B-C31A-732B-E93A-6CD7614FD065}"/>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5" name="Group 664">
            <a:extLst>
              <a:ext uri="{FF2B5EF4-FFF2-40B4-BE49-F238E27FC236}">
                <a16:creationId xmlns:a16="http://schemas.microsoft.com/office/drawing/2014/main" id="{3BDE9E70-EE02-CA22-8B9D-CD202F566CA5}"/>
              </a:ext>
            </a:extLst>
          </p:cNvPr>
          <p:cNvGrpSpPr/>
          <p:nvPr/>
        </p:nvGrpSpPr>
        <p:grpSpPr>
          <a:xfrm>
            <a:off x="8807249" y="811555"/>
            <a:ext cx="721206" cy="609701"/>
            <a:chOff x="8807249" y="811555"/>
            <a:chExt cx="721206" cy="609701"/>
          </a:xfrm>
        </p:grpSpPr>
        <p:sp>
          <p:nvSpPr>
            <p:cNvPr id="666" name="Rectangle 665">
              <a:hlinkHover r:id="" action="ppaction://noaction" highlightClick="1"/>
              <a:extLst>
                <a:ext uri="{FF2B5EF4-FFF2-40B4-BE49-F238E27FC236}">
                  <a16:creationId xmlns:a16="http://schemas.microsoft.com/office/drawing/2014/main" id="{C65DCBBA-1AEC-278A-3CD3-EB37607D7626}"/>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67" name="Diamond 666">
              <a:extLst>
                <a:ext uri="{FF2B5EF4-FFF2-40B4-BE49-F238E27FC236}">
                  <a16:creationId xmlns:a16="http://schemas.microsoft.com/office/drawing/2014/main" id="{9E8FD551-F19B-C5A4-7D16-A59238A260C7}"/>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8" name="Oval 667">
              <a:extLst>
                <a:ext uri="{FF2B5EF4-FFF2-40B4-BE49-F238E27FC236}">
                  <a16:creationId xmlns:a16="http://schemas.microsoft.com/office/drawing/2014/main" id="{CF639D9B-DC0E-66C7-BDAE-B11916824F8D}"/>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9" name="Group 668">
            <a:extLst>
              <a:ext uri="{FF2B5EF4-FFF2-40B4-BE49-F238E27FC236}">
                <a16:creationId xmlns:a16="http://schemas.microsoft.com/office/drawing/2014/main" id="{C383CEC8-9F86-A258-1CDD-AEB7F132A564}"/>
              </a:ext>
            </a:extLst>
          </p:cNvPr>
          <p:cNvGrpSpPr/>
          <p:nvPr/>
        </p:nvGrpSpPr>
        <p:grpSpPr>
          <a:xfrm>
            <a:off x="8808419" y="3705986"/>
            <a:ext cx="721206" cy="609701"/>
            <a:chOff x="8808419" y="3705986"/>
            <a:chExt cx="721206" cy="609701"/>
          </a:xfrm>
        </p:grpSpPr>
        <p:sp>
          <p:nvSpPr>
            <p:cNvPr id="670" name="Rectangle 669">
              <a:hlinkHover r:id="" action="ppaction://noaction" highlightClick="1"/>
              <a:extLst>
                <a:ext uri="{FF2B5EF4-FFF2-40B4-BE49-F238E27FC236}">
                  <a16:creationId xmlns:a16="http://schemas.microsoft.com/office/drawing/2014/main" id="{01354E79-05CC-59DB-9E1E-6C7C733B5560}"/>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71" name="Oval 670">
              <a:extLst>
                <a:ext uri="{FF2B5EF4-FFF2-40B4-BE49-F238E27FC236}">
                  <a16:creationId xmlns:a16="http://schemas.microsoft.com/office/drawing/2014/main" id="{42446F79-B5EE-50EB-16CE-BDC4187A4751}"/>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2" name="Isosceles Triangle 648">
              <a:extLst>
                <a:ext uri="{FF2B5EF4-FFF2-40B4-BE49-F238E27FC236}">
                  <a16:creationId xmlns:a16="http://schemas.microsoft.com/office/drawing/2014/main" id="{049FAFFF-75A0-C9BF-184D-CBCBF5257D46}"/>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3" name="Group 672">
            <a:extLst>
              <a:ext uri="{FF2B5EF4-FFF2-40B4-BE49-F238E27FC236}">
                <a16:creationId xmlns:a16="http://schemas.microsoft.com/office/drawing/2014/main" id="{62438504-9C0B-A34E-67CC-951C2992D554}"/>
              </a:ext>
            </a:extLst>
          </p:cNvPr>
          <p:cNvGrpSpPr/>
          <p:nvPr/>
        </p:nvGrpSpPr>
        <p:grpSpPr>
          <a:xfrm>
            <a:off x="431659" y="90836"/>
            <a:ext cx="721210" cy="609701"/>
            <a:chOff x="431659" y="90836"/>
            <a:chExt cx="721210" cy="609701"/>
          </a:xfrm>
        </p:grpSpPr>
        <p:sp>
          <p:nvSpPr>
            <p:cNvPr id="674" name="Rectangle 673">
              <a:extLst>
                <a:ext uri="{FF2B5EF4-FFF2-40B4-BE49-F238E27FC236}">
                  <a16:creationId xmlns:a16="http://schemas.microsoft.com/office/drawing/2014/main" id="{3B316F6E-6EB2-BE5A-C309-DF9DA85A7D5B}"/>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75" name="Rectangle 674">
              <a:extLst>
                <a:ext uri="{FF2B5EF4-FFF2-40B4-BE49-F238E27FC236}">
                  <a16:creationId xmlns:a16="http://schemas.microsoft.com/office/drawing/2014/main" id="{2917B79E-ABF4-2B17-72BC-9D19D32A0761}"/>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6" name="Oval 15">
              <a:extLst>
                <a:ext uri="{FF2B5EF4-FFF2-40B4-BE49-F238E27FC236}">
                  <a16:creationId xmlns:a16="http://schemas.microsoft.com/office/drawing/2014/main" id="{2767676A-7A27-9F91-734A-61ED8F90C727}"/>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77" name="Straight Connector 676">
              <a:extLst>
                <a:ext uri="{FF2B5EF4-FFF2-40B4-BE49-F238E27FC236}">
                  <a16:creationId xmlns:a16="http://schemas.microsoft.com/office/drawing/2014/main" id="{FE903F89-9558-5FA2-6802-D34765E8C590}"/>
                </a:ext>
              </a:extLst>
            </p:cNvPr>
            <p:cNvCxnSpPr>
              <a:cxnSpLocks/>
              <a:stCxn id="676"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78" name="Straight Connector 677">
              <a:extLst>
                <a:ext uri="{FF2B5EF4-FFF2-40B4-BE49-F238E27FC236}">
                  <a16:creationId xmlns:a16="http://schemas.microsoft.com/office/drawing/2014/main" id="{92E309F2-5E96-ADF4-9EE1-B51AF90C8C06}"/>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79" name="Group 678">
            <a:extLst>
              <a:ext uri="{FF2B5EF4-FFF2-40B4-BE49-F238E27FC236}">
                <a16:creationId xmlns:a16="http://schemas.microsoft.com/office/drawing/2014/main" id="{940B550E-6760-FB8A-033B-6D43F713F11B}"/>
              </a:ext>
            </a:extLst>
          </p:cNvPr>
          <p:cNvGrpSpPr/>
          <p:nvPr/>
        </p:nvGrpSpPr>
        <p:grpSpPr>
          <a:xfrm>
            <a:off x="1267282" y="90836"/>
            <a:ext cx="721206" cy="609701"/>
            <a:chOff x="1267282" y="90836"/>
            <a:chExt cx="721206" cy="609701"/>
          </a:xfrm>
        </p:grpSpPr>
        <p:sp>
          <p:nvSpPr>
            <p:cNvPr id="680" name="Rectangle 679">
              <a:extLst>
                <a:ext uri="{FF2B5EF4-FFF2-40B4-BE49-F238E27FC236}">
                  <a16:creationId xmlns:a16="http://schemas.microsoft.com/office/drawing/2014/main" id="{2354A83D-4F38-7025-D497-FC4E10AD3C2A}"/>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81" name="Rectangle 680">
              <a:extLst>
                <a:ext uri="{FF2B5EF4-FFF2-40B4-BE49-F238E27FC236}">
                  <a16:creationId xmlns:a16="http://schemas.microsoft.com/office/drawing/2014/main" id="{4B7B8389-570D-2BEA-24C6-23C531792E24}"/>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2" name="Oval 15">
              <a:extLst>
                <a:ext uri="{FF2B5EF4-FFF2-40B4-BE49-F238E27FC236}">
                  <a16:creationId xmlns:a16="http://schemas.microsoft.com/office/drawing/2014/main" id="{E3614483-5EE8-395E-3C5B-989290D972AE}"/>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3" name="Straight Connector 682">
              <a:extLst>
                <a:ext uri="{FF2B5EF4-FFF2-40B4-BE49-F238E27FC236}">
                  <a16:creationId xmlns:a16="http://schemas.microsoft.com/office/drawing/2014/main" id="{B1168BC1-98EF-9C89-A208-162AAEF4A0C4}"/>
                </a:ext>
              </a:extLst>
            </p:cNvPr>
            <p:cNvCxnSpPr>
              <a:cxnSpLocks/>
              <a:stCxn id="682"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84" name="Straight Connector 683">
              <a:extLst>
                <a:ext uri="{FF2B5EF4-FFF2-40B4-BE49-F238E27FC236}">
                  <a16:creationId xmlns:a16="http://schemas.microsoft.com/office/drawing/2014/main" id="{8642F664-81DF-F68B-4608-6DF34EEED393}"/>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85" name="Group 684">
            <a:extLst>
              <a:ext uri="{FF2B5EF4-FFF2-40B4-BE49-F238E27FC236}">
                <a16:creationId xmlns:a16="http://schemas.microsoft.com/office/drawing/2014/main" id="{8890F18B-9F7A-C74C-889E-C31F3BB62E31}"/>
              </a:ext>
            </a:extLst>
          </p:cNvPr>
          <p:cNvGrpSpPr/>
          <p:nvPr/>
        </p:nvGrpSpPr>
        <p:grpSpPr>
          <a:xfrm>
            <a:off x="2102907" y="90836"/>
            <a:ext cx="721206" cy="609701"/>
            <a:chOff x="2102907" y="90836"/>
            <a:chExt cx="721206" cy="609701"/>
          </a:xfrm>
        </p:grpSpPr>
        <p:sp>
          <p:nvSpPr>
            <p:cNvPr id="686" name="Rectangle 685">
              <a:extLst>
                <a:ext uri="{FF2B5EF4-FFF2-40B4-BE49-F238E27FC236}">
                  <a16:creationId xmlns:a16="http://schemas.microsoft.com/office/drawing/2014/main" id="{10C7962E-39D1-CEAB-8A2B-21963A9CC1B2}"/>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87" name="Rectangle 686">
              <a:extLst>
                <a:ext uri="{FF2B5EF4-FFF2-40B4-BE49-F238E27FC236}">
                  <a16:creationId xmlns:a16="http://schemas.microsoft.com/office/drawing/2014/main" id="{728E8EFD-5B65-7CC2-F466-49055B315142}"/>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8" name="Oval 15">
              <a:extLst>
                <a:ext uri="{FF2B5EF4-FFF2-40B4-BE49-F238E27FC236}">
                  <a16:creationId xmlns:a16="http://schemas.microsoft.com/office/drawing/2014/main" id="{67C676A7-C5AF-B3D9-721F-93DE0D0F330E}"/>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9" name="Straight Connector 688">
              <a:extLst>
                <a:ext uri="{FF2B5EF4-FFF2-40B4-BE49-F238E27FC236}">
                  <a16:creationId xmlns:a16="http://schemas.microsoft.com/office/drawing/2014/main" id="{4953528D-88B4-191F-8022-58E9F39A5156}"/>
                </a:ext>
              </a:extLst>
            </p:cNvPr>
            <p:cNvCxnSpPr>
              <a:cxnSpLocks/>
              <a:stCxn id="688"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90" name="Straight Connector 689">
              <a:extLst>
                <a:ext uri="{FF2B5EF4-FFF2-40B4-BE49-F238E27FC236}">
                  <a16:creationId xmlns:a16="http://schemas.microsoft.com/office/drawing/2014/main" id="{16786781-D669-55BE-A800-7DAD595F1819}"/>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91" name="Group 690">
            <a:extLst>
              <a:ext uri="{FF2B5EF4-FFF2-40B4-BE49-F238E27FC236}">
                <a16:creationId xmlns:a16="http://schemas.microsoft.com/office/drawing/2014/main" id="{CBF5284E-2A66-9185-22B4-D0606849278B}"/>
              </a:ext>
            </a:extLst>
          </p:cNvPr>
          <p:cNvGrpSpPr/>
          <p:nvPr/>
        </p:nvGrpSpPr>
        <p:grpSpPr>
          <a:xfrm>
            <a:off x="1269626" y="4419615"/>
            <a:ext cx="721206" cy="609701"/>
            <a:chOff x="1269626" y="4419615"/>
            <a:chExt cx="721206" cy="609701"/>
          </a:xfrm>
        </p:grpSpPr>
        <p:sp>
          <p:nvSpPr>
            <p:cNvPr id="692" name="Rectangle 691">
              <a:extLst>
                <a:ext uri="{FF2B5EF4-FFF2-40B4-BE49-F238E27FC236}">
                  <a16:creationId xmlns:a16="http://schemas.microsoft.com/office/drawing/2014/main" id="{AADBE011-30BA-5F6B-4DA2-6F00B51C88C7}"/>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93" name="Cylinder 692">
              <a:extLst>
                <a:ext uri="{FF2B5EF4-FFF2-40B4-BE49-F238E27FC236}">
                  <a16:creationId xmlns:a16="http://schemas.microsoft.com/office/drawing/2014/main" id="{F502A15E-06E1-31D2-6F03-D090AA926EA6}"/>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2D589D27-C024-5F60-1A8D-57324B51CB99}"/>
              </a:ext>
            </a:extLst>
          </p:cNvPr>
          <p:cNvGrpSpPr/>
          <p:nvPr/>
        </p:nvGrpSpPr>
        <p:grpSpPr>
          <a:xfrm>
            <a:off x="432841" y="4419615"/>
            <a:ext cx="721206" cy="609701"/>
            <a:chOff x="432841" y="4419615"/>
            <a:chExt cx="721206" cy="609701"/>
          </a:xfrm>
        </p:grpSpPr>
        <p:sp>
          <p:nvSpPr>
            <p:cNvPr id="695" name="Rectangle 694">
              <a:extLst>
                <a:ext uri="{FF2B5EF4-FFF2-40B4-BE49-F238E27FC236}">
                  <a16:creationId xmlns:a16="http://schemas.microsoft.com/office/drawing/2014/main" id="{1CA564A4-AFD4-DEFB-072B-ADC890D5E0ED}"/>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96" name="Cylinder 695">
              <a:extLst>
                <a:ext uri="{FF2B5EF4-FFF2-40B4-BE49-F238E27FC236}">
                  <a16:creationId xmlns:a16="http://schemas.microsoft.com/office/drawing/2014/main" id="{CD78EF56-A696-91F5-22D1-5AD77C242795}"/>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97" name="Group 696">
            <a:extLst>
              <a:ext uri="{FF2B5EF4-FFF2-40B4-BE49-F238E27FC236}">
                <a16:creationId xmlns:a16="http://schemas.microsoft.com/office/drawing/2014/main" id="{88047524-21A2-2199-B9EC-64EF8CABE4EE}"/>
              </a:ext>
            </a:extLst>
          </p:cNvPr>
          <p:cNvGrpSpPr/>
          <p:nvPr/>
        </p:nvGrpSpPr>
        <p:grpSpPr>
          <a:xfrm>
            <a:off x="1268467" y="5141008"/>
            <a:ext cx="721206" cy="609701"/>
            <a:chOff x="1268467" y="5141008"/>
            <a:chExt cx="721206" cy="609701"/>
          </a:xfrm>
        </p:grpSpPr>
        <p:sp>
          <p:nvSpPr>
            <p:cNvPr id="698" name="Rectangle 697">
              <a:extLst>
                <a:ext uri="{FF2B5EF4-FFF2-40B4-BE49-F238E27FC236}">
                  <a16:creationId xmlns:a16="http://schemas.microsoft.com/office/drawing/2014/main" id="{21713C07-9CB4-2AB1-E812-6FDDC1A6D107}"/>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99" name="Cylinder 698">
              <a:extLst>
                <a:ext uri="{FF2B5EF4-FFF2-40B4-BE49-F238E27FC236}">
                  <a16:creationId xmlns:a16="http://schemas.microsoft.com/office/drawing/2014/main" id="{7CC28D2A-6D44-4093-327A-7133E1658A45}"/>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0" name="Group 699">
            <a:extLst>
              <a:ext uri="{FF2B5EF4-FFF2-40B4-BE49-F238E27FC236}">
                <a16:creationId xmlns:a16="http://schemas.microsoft.com/office/drawing/2014/main" id="{50F70BE3-6865-91C7-419D-5C5505B4482E}"/>
              </a:ext>
            </a:extLst>
          </p:cNvPr>
          <p:cNvGrpSpPr/>
          <p:nvPr/>
        </p:nvGrpSpPr>
        <p:grpSpPr>
          <a:xfrm>
            <a:off x="431297" y="5141008"/>
            <a:ext cx="721206" cy="609701"/>
            <a:chOff x="431297" y="5141008"/>
            <a:chExt cx="721206" cy="609701"/>
          </a:xfrm>
        </p:grpSpPr>
        <p:sp>
          <p:nvSpPr>
            <p:cNvPr id="701" name="Rectangle 700">
              <a:extLst>
                <a:ext uri="{FF2B5EF4-FFF2-40B4-BE49-F238E27FC236}">
                  <a16:creationId xmlns:a16="http://schemas.microsoft.com/office/drawing/2014/main" id="{8AB180C9-8528-65F7-1BE5-6F6EAAE7E593}"/>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702" name="Cylinder 701">
              <a:extLst>
                <a:ext uri="{FF2B5EF4-FFF2-40B4-BE49-F238E27FC236}">
                  <a16:creationId xmlns:a16="http://schemas.microsoft.com/office/drawing/2014/main" id="{C935B822-054C-73EA-652E-CC9870501367}"/>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37" name="Group 736">
            <a:extLst>
              <a:ext uri="{FF2B5EF4-FFF2-40B4-BE49-F238E27FC236}">
                <a16:creationId xmlns:a16="http://schemas.microsoft.com/office/drawing/2014/main" id="{970E741C-5653-420A-F93D-1A839C7FA61D}"/>
              </a:ext>
            </a:extLst>
          </p:cNvPr>
          <p:cNvGrpSpPr/>
          <p:nvPr/>
        </p:nvGrpSpPr>
        <p:grpSpPr>
          <a:xfrm>
            <a:off x="3778361" y="2253333"/>
            <a:ext cx="721206" cy="609701"/>
            <a:chOff x="3778361" y="2253333"/>
            <a:chExt cx="721206" cy="609701"/>
          </a:xfrm>
        </p:grpSpPr>
        <p:sp>
          <p:nvSpPr>
            <p:cNvPr id="738" name="Rectangle 737">
              <a:extLst>
                <a:ext uri="{FF2B5EF4-FFF2-40B4-BE49-F238E27FC236}">
                  <a16:creationId xmlns:a16="http://schemas.microsoft.com/office/drawing/2014/main" id="{E24145EB-2E01-6D5E-5933-8545D615E1B7}"/>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739" name="Rectangle 738">
              <a:extLst>
                <a:ext uri="{FF2B5EF4-FFF2-40B4-BE49-F238E27FC236}">
                  <a16:creationId xmlns:a16="http://schemas.microsoft.com/office/drawing/2014/main" id="{216A3CB3-3F4C-2EB4-8C24-E6A951C4E9B6}"/>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0" name="Oval 15">
              <a:extLst>
                <a:ext uri="{FF2B5EF4-FFF2-40B4-BE49-F238E27FC236}">
                  <a16:creationId xmlns:a16="http://schemas.microsoft.com/office/drawing/2014/main" id="{54A837FE-0646-90B2-E425-FA489019F0A1}"/>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41" name="Straight Connector 740">
              <a:extLst>
                <a:ext uri="{FF2B5EF4-FFF2-40B4-BE49-F238E27FC236}">
                  <a16:creationId xmlns:a16="http://schemas.microsoft.com/office/drawing/2014/main" id="{5C834EF4-181A-12C4-7D32-04E73D348F93}"/>
                </a:ext>
              </a:extLst>
            </p:cNvPr>
            <p:cNvCxnSpPr>
              <a:cxnSpLocks/>
              <a:stCxn id="740"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2" name="Straight Connector 741">
              <a:extLst>
                <a:ext uri="{FF2B5EF4-FFF2-40B4-BE49-F238E27FC236}">
                  <a16:creationId xmlns:a16="http://schemas.microsoft.com/office/drawing/2014/main" id="{A2AFD0AE-82B3-9A43-3705-7AB1F6966578}"/>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79" name="Group 778">
            <a:extLst>
              <a:ext uri="{FF2B5EF4-FFF2-40B4-BE49-F238E27FC236}">
                <a16:creationId xmlns:a16="http://schemas.microsoft.com/office/drawing/2014/main" id="{D9D1CBAF-35ED-3A93-1596-3B92196D826A}"/>
              </a:ext>
            </a:extLst>
          </p:cNvPr>
          <p:cNvGrpSpPr/>
          <p:nvPr/>
        </p:nvGrpSpPr>
        <p:grpSpPr>
          <a:xfrm>
            <a:off x="431659" y="2253337"/>
            <a:ext cx="721895" cy="609700"/>
            <a:chOff x="431659" y="2253337"/>
            <a:chExt cx="721895" cy="609700"/>
          </a:xfrm>
        </p:grpSpPr>
        <p:sp>
          <p:nvSpPr>
            <p:cNvPr id="780" name="Rectangle 779">
              <a:hlinkHover r:id="" action="ppaction://noaction" highlightClick="1"/>
              <a:extLst>
                <a:ext uri="{FF2B5EF4-FFF2-40B4-BE49-F238E27FC236}">
                  <a16:creationId xmlns:a16="http://schemas.microsoft.com/office/drawing/2014/main" id="{EC50349B-7401-AC37-C977-D721AE93724F}"/>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81" name="Diamond 780">
              <a:extLst>
                <a:ext uri="{FF2B5EF4-FFF2-40B4-BE49-F238E27FC236}">
                  <a16:creationId xmlns:a16="http://schemas.microsoft.com/office/drawing/2014/main" id="{C760D0D1-2960-9853-4DC9-3318AB21D8AE}"/>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2" name="Oval 781">
              <a:extLst>
                <a:ext uri="{FF2B5EF4-FFF2-40B4-BE49-F238E27FC236}">
                  <a16:creationId xmlns:a16="http://schemas.microsoft.com/office/drawing/2014/main" id="{C27815D8-A50A-1F83-2B3F-AEED782BC500}"/>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87" name="Group 786">
            <a:extLst>
              <a:ext uri="{FF2B5EF4-FFF2-40B4-BE49-F238E27FC236}">
                <a16:creationId xmlns:a16="http://schemas.microsoft.com/office/drawing/2014/main" id="{9BDDFDA7-FF39-A738-EAF2-D8CF7B4913B1}"/>
              </a:ext>
            </a:extLst>
          </p:cNvPr>
          <p:cNvGrpSpPr/>
          <p:nvPr/>
        </p:nvGrpSpPr>
        <p:grpSpPr>
          <a:xfrm>
            <a:off x="2105348" y="1532276"/>
            <a:ext cx="721206" cy="609701"/>
            <a:chOff x="2105348" y="1532276"/>
            <a:chExt cx="721206" cy="609701"/>
          </a:xfrm>
        </p:grpSpPr>
        <p:sp>
          <p:nvSpPr>
            <p:cNvPr id="788" name="Rectangle 787">
              <a:extLst>
                <a:ext uri="{FF2B5EF4-FFF2-40B4-BE49-F238E27FC236}">
                  <a16:creationId xmlns:a16="http://schemas.microsoft.com/office/drawing/2014/main" id="{0641A714-0C89-C147-2F60-27CAB3BA3672}"/>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89" name="Rectangle 788">
              <a:extLst>
                <a:ext uri="{FF2B5EF4-FFF2-40B4-BE49-F238E27FC236}">
                  <a16:creationId xmlns:a16="http://schemas.microsoft.com/office/drawing/2014/main" id="{8DE66DDA-B778-70A3-7982-AADB755966F1}"/>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0" name="Oval 15">
              <a:extLst>
                <a:ext uri="{FF2B5EF4-FFF2-40B4-BE49-F238E27FC236}">
                  <a16:creationId xmlns:a16="http://schemas.microsoft.com/office/drawing/2014/main" id="{8F501290-6FD8-8F86-318C-C57640F2D38D}"/>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91" name="Straight Connector 790">
              <a:extLst>
                <a:ext uri="{FF2B5EF4-FFF2-40B4-BE49-F238E27FC236}">
                  <a16:creationId xmlns:a16="http://schemas.microsoft.com/office/drawing/2014/main" id="{C9922C0E-C0AA-2976-DE7D-330E0E8DE9D4}"/>
                </a:ext>
              </a:extLst>
            </p:cNvPr>
            <p:cNvCxnSpPr>
              <a:cxnSpLocks/>
              <a:stCxn id="790"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92" name="Straight Connector 791">
              <a:extLst>
                <a:ext uri="{FF2B5EF4-FFF2-40B4-BE49-F238E27FC236}">
                  <a16:creationId xmlns:a16="http://schemas.microsoft.com/office/drawing/2014/main" id="{839CF591-9C4A-3179-4101-68F2924EAF92}"/>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41" name="Group 840">
            <a:extLst>
              <a:ext uri="{FF2B5EF4-FFF2-40B4-BE49-F238E27FC236}">
                <a16:creationId xmlns:a16="http://schemas.microsoft.com/office/drawing/2014/main" id="{77CA5DDA-084B-FC1F-BF61-1D436B320D40}"/>
              </a:ext>
            </a:extLst>
          </p:cNvPr>
          <p:cNvGrpSpPr/>
          <p:nvPr/>
        </p:nvGrpSpPr>
        <p:grpSpPr>
          <a:xfrm>
            <a:off x="2938534" y="811556"/>
            <a:ext cx="721206" cy="609701"/>
            <a:chOff x="2938534" y="811556"/>
            <a:chExt cx="721206" cy="609701"/>
          </a:xfrm>
        </p:grpSpPr>
        <p:sp>
          <p:nvSpPr>
            <p:cNvPr id="842" name="Rectangle 841">
              <a:extLst>
                <a:ext uri="{FF2B5EF4-FFF2-40B4-BE49-F238E27FC236}">
                  <a16:creationId xmlns:a16="http://schemas.microsoft.com/office/drawing/2014/main" id="{DDDFB6FD-A854-6996-1516-E5FF7D6C525D}"/>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843" name="Rectangle 842">
              <a:extLst>
                <a:ext uri="{FF2B5EF4-FFF2-40B4-BE49-F238E27FC236}">
                  <a16:creationId xmlns:a16="http://schemas.microsoft.com/office/drawing/2014/main" id="{0D0FCAAD-FA19-1EC8-C563-578DF3D74F10}"/>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4" name="Oval 15">
              <a:extLst>
                <a:ext uri="{FF2B5EF4-FFF2-40B4-BE49-F238E27FC236}">
                  <a16:creationId xmlns:a16="http://schemas.microsoft.com/office/drawing/2014/main" id="{7D49BEC4-71F1-723D-7BB9-1249474CDE90}"/>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45" name="Straight Connector 844">
              <a:extLst>
                <a:ext uri="{FF2B5EF4-FFF2-40B4-BE49-F238E27FC236}">
                  <a16:creationId xmlns:a16="http://schemas.microsoft.com/office/drawing/2014/main" id="{BE06B3CB-F05A-02F4-083F-55A657245E74}"/>
                </a:ext>
              </a:extLst>
            </p:cNvPr>
            <p:cNvCxnSpPr>
              <a:cxnSpLocks/>
              <a:stCxn id="844"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46" name="Straight Connector 845">
              <a:extLst>
                <a:ext uri="{FF2B5EF4-FFF2-40B4-BE49-F238E27FC236}">
                  <a16:creationId xmlns:a16="http://schemas.microsoft.com/office/drawing/2014/main" id="{E7457992-CF3A-3560-36D9-6FD3165E10B9}"/>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71" name="Group 870">
            <a:extLst>
              <a:ext uri="{FF2B5EF4-FFF2-40B4-BE49-F238E27FC236}">
                <a16:creationId xmlns:a16="http://schemas.microsoft.com/office/drawing/2014/main" id="{95C59DC6-01E3-1F67-EB90-D4ED1B8BB05C}"/>
              </a:ext>
            </a:extLst>
          </p:cNvPr>
          <p:cNvGrpSpPr/>
          <p:nvPr/>
        </p:nvGrpSpPr>
        <p:grpSpPr>
          <a:xfrm>
            <a:off x="2889438" y="751337"/>
            <a:ext cx="5022643" cy="5001728"/>
            <a:chOff x="2889438" y="751337"/>
            <a:chExt cx="5022643" cy="5001728"/>
          </a:xfrm>
        </p:grpSpPr>
        <p:cxnSp>
          <p:nvCxnSpPr>
            <p:cNvPr id="872" name="Straight Connector 871">
              <a:extLst>
                <a:ext uri="{FF2B5EF4-FFF2-40B4-BE49-F238E27FC236}">
                  <a16:creationId xmlns:a16="http://schemas.microsoft.com/office/drawing/2014/main" id="{D35F324F-10B2-F0DB-2615-7ED3B01BB030}"/>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73" name="Straight Connector 872">
              <a:extLst>
                <a:ext uri="{FF2B5EF4-FFF2-40B4-BE49-F238E27FC236}">
                  <a16:creationId xmlns:a16="http://schemas.microsoft.com/office/drawing/2014/main" id="{3414C70F-0CC0-3486-9D6D-A48689446172}"/>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74" name="Straight Connector 873">
              <a:extLst>
                <a:ext uri="{FF2B5EF4-FFF2-40B4-BE49-F238E27FC236}">
                  <a16:creationId xmlns:a16="http://schemas.microsoft.com/office/drawing/2014/main" id="{78A8F9A9-96DF-E833-44F5-1F7595C6B53D}"/>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75" name="Straight Connector 874">
              <a:extLst>
                <a:ext uri="{FF2B5EF4-FFF2-40B4-BE49-F238E27FC236}">
                  <a16:creationId xmlns:a16="http://schemas.microsoft.com/office/drawing/2014/main" id="{5E89274B-2D7A-5A75-2B24-0C80CB506053}"/>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76" name="Straight Connector 875">
              <a:extLst>
                <a:ext uri="{FF2B5EF4-FFF2-40B4-BE49-F238E27FC236}">
                  <a16:creationId xmlns:a16="http://schemas.microsoft.com/office/drawing/2014/main" id="{5CE0C199-F911-6A41-F0D0-A92A91F3D65C}"/>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77" name="Straight Connector 876">
              <a:extLst>
                <a:ext uri="{FF2B5EF4-FFF2-40B4-BE49-F238E27FC236}">
                  <a16:creationId xmlns:a16="http://schemas.microsoft.com/office/drawing/2014/main" id="{70C0FF73-FD18-FE08-A2C5-05D894A6B6FB}"/>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78" name="Straight Connector 877">
              <a:extLst>
                <a:ext uri="{FF2B5EF4-FFF2-40B4-BE49-F238E27FC236}">
                  <a16:creationId xmlns:a16="http://schemas.microsoft.com/office/drawing/2014/main" id="{8C3ADA04-93B3-3893-C403-4F809AF49844}"/>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79" name="Straight Connector 878">
              <a:extLst>
                <a:ext uri="{FF2B5EF4-FFF2-40B4-BE49-F238E27FC236}">
                  <a16:creationId xmlns:a16="http://schemas.microsoft.com/office/drawing/2014/main" id="{9B00174A-5433-A62A-2DFA-468A7F29F170}"/>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0" name="Straight Connector 879">
              <a:extLst>
                <a:ext uri="{FF2B5EF4-FFF2-40B4-BE49-F238E27FC236}">
                  <a16:creationId xmlns:a16="http://schemas.microsoft.com/office/drawing/2014/main" id="{B402BC3B-47EA-F02B-096A-C030B7B5C880}"/>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1" name="Straight Connector 880">
              <a:extLst>
                <a:ext uri="{FF2B5EF4-FFF2-40B4-BE49-F238E27FC236}">
                  <a16:creationId xmlns:a16="http://schemas.microsoft.com/office/drawing/2014/main" id="{7D5FF2A5-8CD9-472F-0112-1ED97D0322F3}"/>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913" name="Group 912">
            <a:extLst>
              <a:ext uri="{FF2B5EF4-FFF2-40B4-BE49-F238E27FC236}">
                <a16:creationId xmlns:a16="http://schemas.microsoft.com/office/drawing/2014/main" id="{66633C93-FEE0-95F4-BF90-7C41DB20D62A}"/>
              </a:ext>
            </a:extLst>
          </p:cNvPr>
          <p:cNvGrpSpPr/>
          <p:nvPr/>
        </p:nvGrpSpPr>
        <p:grpSpPr>
          <a:xfrm>
            <a:off x="6286130" y="4419624"/>
            <a:ext cx="721206" cy="609701"/>
            <a:chOff x="6286130" y="4419624"/>
            <a:chExt cx="721206" cy="609701"/>
          </a:xfrm>
        </p:grpSpPr>
        <p:sp>
          <p:nvSpPr>
            <p:cNvPr id="914" name="Rectangle 913">
              <a:hlinkHover r:id="" action="ppaction://noaction" highlightClick="1"/>
              <a:extLst>
                <a:ext uri="{FF2B5EF4-FFF2-40B4-BE49-F238E27FC236}">
                  <a16:creationId xmlns:a16="http://schemas.microsoft.com/office/drawing/2014/main" id="{D1BBD077-DB7F-3D85-44BD-A1A23A66807E}"/>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915" name="Oval 914">
              <a:extLst>
                <a:ext uri="{FF2B5EF4-FFF2-40B4-BE49-F238E27FC236}">
                  <a16:creationId xmlns:a16="http://schemas.microsoft.com/office/drawing/2014/main" id="{A5B35EE5-3349-9B38-CD29-597852C837A2}"/>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6" name="Isosceles Triangle 648">
              <a:extLst>
                <a:ext uri="{FF2B5EF4-FFF2-40B4-BE49-F238E27FC236}">
                  <a16:creationId xmlns:a16="http://schemas.microsoft.com/office/drawing/2014/main" id="{DE0D52E0-D496-87A6-44FE-35DC342D8CE5}"/>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7" name="Group 916">
            <a:extLst>
              <a:ext uri="{FF2B5EF4-FFF2-40B4-BE49-F238E27FC236}">
                <a16:creationId xmlns:a16="http://schemas.microsoft.com/office/drawing/2014/main" id="{6862C298-E5FB-7E12-804A-8F4D3D2108AF}"/>
              </a:ext>
            </a:extLst>
          </p:cNvPr>
          <p:cNvGrpSpPr/>
          <p:nvPr/>
        </p:nvGrpSpPr>
        <p:grpSpPr>
          <a:xfrm>
            <a:off x="5458940" y="5135305"/>
            <a:ext cx="721206" cy="609701"/>
            <a:chOff x="5458940" y="5135305"/>
            <a:chExt cx="721206" cy="609701"/>
          </a:xfrm>
        </p:grpSpPr>
        <p:sp>
          <p:nvSpPr>
            <p:cNvPr id="918" name="Rectangle 917">
              <a:hlinkHover r:id="" action="ppaction://noaction" highlightClick="1"/>
              <a:extLst>
                <a:ext uri="{FF2B5EF4-FFF2-40B4-BE49-F238E27FC236}">
                  <a16:creationId xmlns:a16="http://schemas.microsoft.com/office/drawing/2014/main" id="{CE3280FE-8A8B-313A-297D-F5567636299B}"/>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919" name="Oval 918">
              <a:extLst>
                <a:ext uri="{FF2B5EF4-FFF2-40B4-BE49-F238E27FC236}">
                  <a16:creationId xmlns:a16="http://schemas.microsoft.com/office/drawing/2014/main" id="{DD52E9E7-64E0-9089-01DC-9DE7C2DE74F9}"/>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0" name="Isosceles Triangle 648">
              <a:extLst>
                <a:ext uri="{FF2B5EF4-FFF2-40B4-BE49-F238E27FC236}">
                  <a16:creationId xmlns:a16="http://schemas.microsoft.com/office/drawing/2014/main" id="{F7CD8524-50AC-6418-1B7F-BA62687CCE68}"/>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1" name="Group 920">
            <a:extLst>
              <a:ext uri="{FF2B5EF4-FFF2-40B4-BE49-F238E27FC236}">
                <a16:creationId xmlns:a16="http://schemas.microsoft.com/office/drawing/2014/main" id="{03B70B5B-9A03-EA7B-8079-8C3577588C15}"/>
              </a:ext>
            </a:extLst>
          </p:cNvPr>
          <p:cNvGrpSpPr/>
          <p:nvPr/>
        </p:nvGrpSpPr>
        <p:grpSpPr>
          <a:xfrm>
            <a:off x="6289146" y="5141017"/>
            <a:ext cx="721206" cy="609701"/>
            <a:chOff x="6289146" y="5141017"/>
            <a:chExt cx="721206" cy="609701"/>
          </a:xfrm>
        </p:grpSpPr>
        <p:sp>
          <p:nvSpPr>
            <p:cNvPr id="922" name="Rectangle 921">
              <a:hlinkHover r:id="" action="ppaction://noaction" highlightClick="1"/>
              <a:extLst>
                <a:ext uri="{FF2B5EF4-FFF2-40B4-BE49-F238E27FC236}">
                  <a16:creationId xmlns:a16="http://schemas.microsoft.com/office/drawing/2014/main" id="{AF20A184-A8BA-E680-2474-9D8668F6F21A}"/>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923" name="Oval 922">
              <a:extLst>
                <a:ext uri="{FF2B5EF4-FFF2-40B4-BE49-F238E27FC236}">
                  <a16:creationId xmlns:a16="http://schemas.microsoft.com/office/drawing/2014/main" id="{4571CEB1-16C2-B22B-F10C-F97DBCEE2866}"/>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4" name="Isosceles Triangle 648">
              <a:extLst>
                <a:ext uri="{FF2B5EF4-FFF2-40B4-BE49-F238E27FC236}">
                  <a16:creationId xmlns:a16="http://schemas.microsoft.com/office/drawing/2014/main" id="{0DD0FB78-92B0-953F-AFB9-7E84188404B7}"/>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5" name="Group 924">
            <a:extLst>
              <a:ext uri="{FF2B5EF4-FFF2-40B4-BE49-F238E27FC236}">
                <a16:creationId xmlns:a16="http://schemas.microsoft.com/office/drawing/2014/main" id="{6CC767B5-0710-316D-41A8-D8E70FE7B65F}"/>
              </a:ext>
            </a:extLst>
          </p:cNvPr>
          <p:cNvGrpSpPr/>
          <p:nvPr/>
        </p:nvGrpSpPr>
        <p:grpSpPr>
          <a:xfrm>
            <a:off x="7122911" y="4419624"/>
            <a:ext cx="721206" cy="609701"/>
            <a:chOff x="7122911" y="4419624"/>
            <a:chExt cx="721206" cy="609701"/>
          </a:xfrm>
        </p:grpSpPr>
        <p:sp>
          <p:nvSpPr>
            <p:cNvPr id="926" name="Rectangle 925">
              <a:hlinkHover r:id="" action="ppaction://noaction" highlightClick="1"/>
              <a:extLst>
                <a:ext uri="{FF2B5EF4-FFF2-40B4-BE49-F238E27FC236}">
                  <a16:creationId xmlns:a16="http://schemas.microsoft.com/office/drawing/2014/main" id="{824A324D-F21B-088C-7C2C-C8A15D64C433}"/>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927" name="Oval 926">
              <a:extLst>
                <a:ext uri="{FF2B5EF4-FFF2-40B4-BE49-F238E27FC236}">
                  <a16:creationId xmlns:a16="http://schemas.microsoft.com/office/drawing/2014/main" id="{5458C2CA-4A0D-80B3-B05C-44C055B07321}"/>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8" name="Isosceles Triangle 648">
              <a:extLst>
                <a:ext uri="{FF2B5EF4-FFF2-40B4-BE49-F238E27FC236}">
                  <a16:creationId xmlns:a16="http://schemas.microsoft.com/office/drawing/2014/main" id="{4C91CEC7-0BE8-892C-971B-03653F583704}"/>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3" name="Group 932">
            <a:extLst>
              <a:ext uri="{FF2B5EF4-FFF2-40B4-BE49-F238E27FC236}">
                <a16:creationId xmlns:a16="http://schemas.microsoft.com/office/drawing/2014/main" id="{7A14F72B-DB1D-D5ED-309B-63F39B0D473C}"/>
              </a:ext>
            </a:extLst>
          </p:cNvPr>
          <p:cNvGrpSpPr/>
          <p:nvPr/>
        </p:nvGrpSpPr>
        <p:grpSpPr>
          <a:xfrm>
            <a:off x="5454385" y="4419624"/>
            <a:ext cx="721206" cy="609701"/>
            <a:chOff x="5454385" y="4419624"/>
            <a:chExt cx="721206" cy="609701"/>
          </a:xfrm>
        </p:grpSpPr>
        <p:sp>
          <p:nvSpPr>
            <p:cNvPr id="934" name="Rectangle 933">
              <a:hlinkHover r:id="" action="ppaction://noaction" highlightClick="1"/>
              <a:extLst>
                <a:ext uri="{FF2B5EF4-FFF2-40B4-BE49-F238E27FC236}">
                  <a16:creationId xmlns:a16="http://schemas.microsoft.com/office/drawing/2014/main" id="{6DBFF4B4-024F-0B59-A62D-E63FDF91DD26}"/>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935" name="Oval 934">
              <a:extLst>
                <a:ext uri="{FF2B5EF4-FFF2-40B4-BE49-F238E27FC236}">
                  <a16:creationId xmlns:a16="http://schemas.microsoft.com/office/drawing/2014/main" id="{5321DEBC-586F-E8FC-4FA7-E05C342A65F5}"/>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6" name="Isosceles Triangle 648">
              <a:extLst>
                <a:ext uri="{FF2B5EF4-FFF2-40B4-BE49-F238E27FC236}">
                  <a16:creationId xmlns:a16="http://schemas.microsoft.com/office/drawing/2014/main" id="{93BDE059-9D13-3CBE-A79C-F1ED80BC3B97}"/>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7" name="Group 936">
            <a:extLst>
              <a:ext uri="{FF2B5EF4-FFF2-40B4-BE49-F238E27FC236}">
                <a16:creationId xmlns:a16="http://schemas.microsoft.com/office/drawing/2014/main" id="{6354C892-1221-35A0-14E0-986F961A355E}"/>
              </a:ext>
            </a:extLst>
          </p:cNvPr>
          <p:cNvGrpSpPr/>
          <p:nvPr/>
        </p:nvGrpSpPr>
        <p:grpSpPr>
          <a:xfrm>
            <a:off x="3775041" y="5130133"/>
            <a:ext cx="721895" cy="609700"/>
            <a:chOff x="3775041" y="5130133"/>
            <a:chExt cx="721895" cy="609700"/>
          </a:xfrm>
        </p:grpSpPr>
        <p:sp>
          <p:nvSpPr>
            <p:cNvPr id="938" name="Rectangle 937">
              <a:hlinkHover r:id="" action="ppaction://noaction" highlightClick="1"/>
              <a:extLst>
                <a:ext uri="{FF2B5EF4-FFF2-40B4-BE49-F238E27FC236}">
                  <a16:creationId xmlns:a16="http://schemas.microsoft.com/office/drawing/2014/main" id="{9E639FF2-0C99-DDB5-ADF5-7F68BF7A4744}"/>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939" name="Diamond 938">
              <a:extLst>
                <a:ext uri="{FF2B5EF4-FFF2-40B4-BE49-F238E27FC236}">
                  <a16:creationId xmlns:a16="http://schemas.microsoft.com/office/drawing/2014/main" id="{BA3DD770-6D26-16A9-E740-D0AE4F1D8BCA}"/>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0" name="Oval 939">
              <a:extLst>
                <a:ext uri="{FF2B5EF4-FFF2-40B4-BE49-F238E27FC236}">
                  <a16:creationId xmlns:a16="http://schemas.microsoft.com/office/drawing/2014/main" id="{06BFCA48-8332-2FCA-C882-C71A479B82D4}"/>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1" name="Group 940">
            <a:extLst>
              <a:ext uri="{FF2B5EF4-FFF2-40B4-BE49-F238E27FC236}">
                <a16:creationId xmlns:a16="http://schemas.microsoft.com/office/drawing/2014/main" id="{794E3CCA-530C-AB93-1257-C199A3962C3A}"/>
              </a:ext>
            </a:extLst>
          </p:cNvPr>
          <p:cNvGrpSpPr/>
          <p:nvPr/>
        </p:nvGrpSpPr>
        <p:grpSpPr>
          <a:xfrm>
            <a:off x="4618174" y="5130748"/>
            <a:ext cx="721895" cy="609700"/>
            <a:chOff x="4618174" y="5130748"/>
            <a:chExt cx="721895" cy="609700"/>
          </a:xfrm>
        </p:grpSpPr>
        <p:sp>
          <p:nvSpPr>
            <p:cNvPr id="942" name="Rectangle 941">
              <a:hlinkHover r:id="" action="ppaction://noaction" highlightClick="1"/>
              <a:extLst>
                <a:ext uri="{FF2B5EF4-FFF2-40B4-BE49-F238E27FC236}">
                  <a16:creationId xmlns:a16="http://schemas.microsoft.com/office/drawing/2014/main" id="{34483DCD-621D-DAD0-06C5-F3C381D9DEE0}"/>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943" name="Diamond 942">
              <a:extLst>
                <a:ext uri="{FF2B5EF4-FFF2-40B4-BE49-F238E27FC236}">
                  <a16:creationId xmlns:a16="http://schemas.microsoft.com/office/drawing/2014/main" id="{7B652EB9-ED9F-8ABA-90A3-7D3360EFCF4F}"/>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4" name="Oval 943">
              <a:extLst>
                <a:ext uri="{FF2B5EF4-FFF2-40B4-BE49-F238E27FC236}">
                  <a16:creationId xmlns:a16="http://schemas.microsoft.com/office/drawing/2014/main" id="{BC68D345-96A2-3EE7-D092-DB98FAD3EE29}"/>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5" name="Group 944">
            <a:extLst>
              <a:ext uri="{FF2B5EF4-FFF2-40B4-BE49-F238E27FC236}">
                <a16:creationId xmlns:a16="http://schemas.microsoft.com/office/drawing/2014/main" id="{5F7B20BE-47EA-4D8A-7FF2-DD3F1F413BCE}"/>
              </a:ext>
            </a:extLst>
          </p:cNvPr>
          <p:cNvGrpSpPr/>
          <p:nvPr/>
        </p:nvGrpSpPr>
        <p:grpSpPr>
          <a:xfrm>
            <a:off x="7125833" y="5143368"/>
            <a:ext cx="721206" cy="609701"/>
            <a:chOff x="7125833" y="5143368"/>
            <a:chExt cx="721206" cy="609701"/>
          </a:xfrm>
        </p:grpSpPr>
        <p:sp>
          <p:nvSpPr>
            <p:cNvPr id="946" name="Rectangle 945">
              <a:hlinkHover r:id="" action="ppaction://noaction" highlightClick="1"/>
              <a:extLst>
                <a:ext uri="{FF2B5EF4-FFF2-40B4-BE49-F238E27FC236}">
                  <a16:creationId xmlns:a16="http://schemas.microsoft.com/office/drawing/2014/main" id="{0D283455-2379-0090-AF96-101A94F04F2A}"/>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947" name="Oval 946">
              <a:extLst>
                <a:ext uri="{FF2B5EF4-FFF2-40B4-BE49-F238E27FC236}">
                  <a16:creationId xmlns:a16="http://schemas.microsoft.com/office/drawing/2014/main" id="{4772B528-88AF-92BC-03EB-ECDE02FF0FD9}"/>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8" name="Isosceles Triangle 648">
              <a:extLst>
                <a:ext uri="{FF2B5EF4-FFF2-40B4-BE49-F238E27FC236}">
                  <a16:creationId xmlns:a16="http://schemas.microsoft.com/office/drawing/2014/main" id="{6356F0F0-F283-DE8B-9FD6-22200BF92C2C}"/>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9" name="Group 948">
            <a:extLst>
              <a:ext uri="{FF2B5EF4-FFF2-40B4-BE49-F238E27FC236}">
                <a16:creationId xmlns:a16="http://schemas.microsoft.com/office/drawing/2014/main" id="{D214CF21-5339-F016-F638-018FF06913C0}"/>
              </a:ext>
            </a:extLst>
          </p:cNvPr>
          <p:cNvGrpSpPr/>
          <p:nvPr/>
        </p:nvGrpSpPr>
        <p:grpSpPr>
          <a:xfrm>
            <a:off x="7122911" y="3698231"/>
            <a:ext cx="721206" cy="609701"/>
            <a:chOff x="7122911" y="3698231"/>
            <a:chExt cx="721206" cy="609701"/>
          </a:xfrm>
        </p:grpSpPr>
        <p:sp>
          <p:nvSpPr>
            <p:cNvPr id="950" name="Rectangle 949">
              <a:hlinkHover r:id="" action="ppaction://noaction" highlightClick="1"/>
              <a:extLst>
                <a:ext uri="{FF2B5EF4-FFF2-40B4-BE49-F238E27FC236}">
                  <a16:creationId xmlns:a16="http://schemas.microsoft.com/office/drawing/2014/main" id="{0726043D-49D2-80BE-A3DC-7A7E09F3C4AB}"/>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951" name="Oval 950">
              <a:extLst>
                <a:ext uri="{FF2B5EF4-FFF2-40B4-BE49-F238E27FC236}">
                  <a16:creationId xmlns:a16="http://schemas.microsoft.com/office/drawing/2014/main" id="{69106BD9-02D3-5987-376F-0302C1B7C600}"/>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2" name="Isosceles Triangle 648">
              <a:extLst>
                <a:ext uri="{FF2B5EF4-FFF2-40B4-BE49-F238E27FC236}">
                  <a16:creationId xmlns:a16="http://schemas.microsoft.com/office/drawing/2014/main" id="{1A538A87-54CF-9F46-7E25-B8A8A5119E1C}"/>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3" name="Group 952">
            <a:extLst>
              <a:ext uri="{FF2B5EF4-FFF2-40B4-BE49-F238E27FC236}">
                <a16:creationId xmlns:a16="http://schemas.microsoft.com/office/drawing/2014/main" id="{0062DDD4-0BD4-78A0-903B-EA910D439653}"/>
              </a:ext>
            </a:extLst>
          </p:cNvPr>
          <p:cNvGrpSpPr/>
          <p:nvPr/>
        </p:nvGrpSpPr>
        <p:grpSpPr>
          <a:xfrm>
            <a:off x="6286224" y="3620338"/>
            <a:ext cx="721206" cy="687594"/>
            <a:chOff x="6286224" y="3620338"/>
            <a:chExt cx="721206" cy="687594"/>
          </a:xfrm>
        </p:grpSpPr>
        <p:cxnSp>
          <p:nvCxnSpPr>
            <p:cNvPr id="954" name="Straight Connector 953">
              <a:extLst>
                <a:ext uri="{FF2B5EF4-FFF2-40B4-BE49-F238E27FC236}">
                  <a16:creationId xmlns:a16="http://schemas.microsoft.com/office/drawing/2014/main" id="{3947DA7F-3217-A488-DF2B-9D366202D3C5}"/>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955" name="Rectangle 954">
              <a:hlinkHover r:id="" action="ppaction://noaction" highlightClick="1"/>
              <a:extLst>
                <a:ext uri="{FF2B5EF4-FFF2-40B4-BE49-F238E27FC236}">
                  <a16:creationId xmlns:a16="http://schemas.microsoft.com/office/drawing/2014/main" id="{B4043F01-755C-6846-F03A-D021357C2EEF}"/>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56" name="Oval 955">
              <a:extLst>
                <a:ext uri="{FF2B5EF4-FFF2-40B4-BE49-F238E27FC236}">
                  <a16:creationId xmlns:a16="http://schemas.microsoft.com/office/drawing/2014/main" id="{69E7E0CB-F064-3F18-3BE9-167176CE04AB}"/>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7" name="Isosceles Triangle 648">
              <a:extLst>
                <a:ext uri="{FF2B5EF4-FFF2-40B4-BE49-F238E27FC236}">
                  <a16:creationId xmlns:a16="http://schemas.microsoft.com/office/drawing/2014/main" id="{903A2281-F750-6D90-6C7C-9E85EA7EFFBB}"/>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04" name="Group 1303">
            <a:extLst>
              <a:ext uri="{FF2B5EF4-FFF2-40B4-BE49-F238E27FC236}">
                <a16:creationId xmlns:a16="http://schemas.microsoft.com/office/drawing/2014/main" id="{E94C5C67-7887-5612-3B01-E0C347AFF69F}"/>
              </a:ext>
            </a:extLst>
          </p:cNvPr>
          <p:cNvGrpSpPr/>
          <p:nvPr/>
        </p:nvGrpSpPr>
        <p:grpSpPr>
          <a:xfrm>
            <a:off x="3775041" y="1532276"/>
            <a:ext cx="721206" cy="609701"/>
            <a:chOff x="3775041" y="1532276"/>
            <a:chExt cx="721206" cy="609701"/>
          </a:xfrm>
        </p:grpSpPr>
        <p:sp>
          <p:nvSpPr>
            <p:cNvPr id="1305" name="Rectangle 1304">
              <a:extLst>
                <a:ext uri="{FF2B5EF4-FFF2-40B4-BE49-F238E27FC236}">
                  <a16:creationId xmlns:a16="http://schemas.microsoft.com/office/drawing/2014/main" id="{B0B1C00D-A280-1001-CAE4-7907C04FE0CC}"/>
                </a:ext>
              </a:extLst>
            </p:cNvPr>
            <p:cNvSpPr/>
            <p:nvPr/>
          </p:nvSpPr>
          <p:spPr>
            <a:xfrm>
              <a:off x="3775041"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1306" name="Right Triangle 1305">
              <a:extLst>
                <a:ext uri="{FF2B5EF4-FFF2-40B4-BE49-F238E27FC236}">
                  <a16:creationId xmlns:a16="http://schemas.microsoft.com/office/drawing/2014/main" id="{0C72D617-8068-1217-961F-1461B2197AAF}"/>
                </a:ext>
              </a:extLst>
            </p:cNvPr>
            <p:cNvSpPr/>
            <p:nvPr/>
          </p:nvSpPr>
          <p:spPr>
            <a:xfrm rot="10800000">
              <a:off x="437405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07" name="Group 1306">
              <a:extLst>
                <a:ext uri="{FF2B5EF4-FFF2-40B4-BE49-F238E27FC236}">
                  <a16:creationId xmlns:a16="http://schemas.microsoft.com/office/drawing/2014/main" id="{95C948EA-3555-198C-A4F0-8E003A6B5A5A}"/>
                </a:ext>
              </a:extLst>
            </p:cNvPr>
            <p:cNvGrpSpPr/>
            <p:nvPr/>
          </p:nvGrpSpPr>
          <p:grpSpPr>
            <a:xfrm>
              <a:off x="4440500" y="1542931"/>
              <a:ext cx="37817" cy="61390"/>
              <a:chOff x="3883481" y="2057400"/>
              <a:chExt cx="1608363" cy="2652031"/>
            </a:xfrm>
            <a:solidFill>
              <a:srgbClr val="A6A6A6"/>
            </a:solidFill>
          </p:grpSpPr>
          <p:sp>
            <p:nvSpPr>
              <p:cNvPr id="1308" name="Oval 27">
                <a:extLst>
                  <a:ext uri="{FF2B5EF4-FFF2-40B4-BE49-F238E27FC236}">
                    <a16:creationId xmlns:a16="http://schemas.microsoft.com/office/drawing/2014/main" id="{E4596A67-05FA-3068-7463-5C379C6DF79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9" name="Oval 28">
                <a:extLst>
                  <a:ext uri="{FF2B5EF4-FFF2-40B4-BE49-F238E27FC236}">
                    <a16:creationId xmlns:a16="http://schemas.microsoft.com/office/drawing/2014/main" id="{EDE7B4A1-2A80-02B7-D15C-597FEDE0F37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10" name="Group 1309">
            <a:extLst>
              <a:ext uri="{FF2B5EF4-FFF2-40B4-BE49-F238E27FC236}">
                <a16:creationId xmlns:a16="http://schemas.microsoft.com/office/drawing/2014/main" id="{893D3423-6479-FF65-8CEB-02C6C1360502}"/>
              </a:ext>
            </a:extLst>
          </p:cNvPr>
          <p:cNvGrpSpPr/>
          <p:nvPr/>
        </p:nvGrpSpPr>
        <p:grpSpPr>
          <a:xfrm>
            <a:off x="4611548" y="1532276"/>
            <a:ext cx="721206" cy="609701"/>
            <a:chOff x="4611548" y="1532276"/>
            <a:chExt cx="721206" cy="609701"/>
          </a:xfrm>
        </p:grpSpPr>
        <p:sp>
          <p:nvSpPr>
            <p:cNvPr id="1311" name="Rectangle 1310">
              <a:extLst>
                <a:ext uri="{FF2B5EF4-FFF2-40B4-BE49-F238E27FC236}">
                  <a16:creationId xmlns:a16="http://schemas.microsoft.com/office/drawing/2014/main" id="{9814435B-2005-20B9-BD62-CA2AF9BDEE23}"/>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312" name="Right Triangle 1311">
              <a:extLst>
                <a:ext uri="{FF2B5EF4-FFF2-40B4-BE49-F238E27FC236}">
                  <a16:creationId xmlns:a16="http://schemas.microsoft.com/office/drawing/2014/main" id="{00F9F2E8-1E24-28ED-1316-8D430812C154}"/>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13" name="Group 1312">
              <a:extLst>
                <a:ext uri="{FF2B5EF4-FFF2-40B4-BE49-F238E27FC236}">
                  <a16:creationId xmlns:a16="http://schemas.microsoft.com/office/drawing/2014/main" id="{A9FF4DC7-C121-E373-3920-E65DCE516CF5}"/>
                </a:ext>
              </a:extLst>
            </p:cNvPr>
            <p:cNvGrpSpPr/>
            <p:nvPr/>
          </p:nvGrpSpPr>
          <p:grpSpPr>
            <a:xfrm>
              <a:off x="5276140" y="1542931"/>
              <a:ext cx="37817" cy="61390"/>
              <a:chOff x="3883481" y="2057400"/>
              <a:chExt cx="1608363" cy="2652031"/>
            </a:xfrm>
            <a:solidFill>
              <a:srgbClr val="A6A6A6"/>
            </a:solidFill>
          </p:grpSpPr>
          <p:sp>
            <p:nvSpPr>
              <p:cNvPr id="1314" name="Oval 27">
                <a:extLst>
                  <a:ext uri="{FF2B5EF4-FFF2-40B4-BE49-F238E27FC236}">
                    <a16:creationId xmlns:a16="http://schemas.microsoft.com/office/drawing/2014/main" id="{CCB52FE9-FF91-8A53-ED80-647F908A171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5" name="Oval 28">
                <a:extLst>
                  <a:ext uri="{FF2B5EF4-FFF2-40B4-BE49-F238E27FC236}">
                    <a16:creationId xmlns:a16="http://schemas.microsoft.com/office/drawing/2014/main" id="{C86783D9-E406-532A-7DFD-042A3E312EB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16" name="Group 1315">
            <a:extLst>
              <a:ext uri="{FF2B5EF4-FFF2-40B4-BE49-F238E27FC236}">
                <a16:creationId xmlns:a16="http://schemas.microsoft.com/office/drawing/2014/main" id="{A388DC63-00F8-BEF5-72C7-1380BE94890D}"/>
              </a:ext>
            </a:extLst>
          </p:cNvPr>
          <p:cNvGrpSpPr/>
          <p:nvPr/>
        </p:nvGrpSpPr>
        <p:grpSpPr>
          <a:xfrm>
            <a:off x="2938534" y="1532275"/>
            <a:ext cx="721206" cy="610039"/>
            <a:chOff x="2938534" y="1532275"/>
            <a:chExt cx="721206" cy="610039"/>
          </a:xfrm>
        </p:grpSpPr>
        <p:sp>
          <p:nvSpPr>
            <p:cNvPr id="1317" name="Rectangle 1316">
              <a:extLst>
                <a:ext uri="{FF2B5EF4-FFF2-40B4-BE49-F238E27FC236}">
                  <a16:creationId xmlns:a16="http://schemas.microsoft.com/office/drawing/2014/main" id="{486523CC-DCB0-91F6-2FA3-97F1A0317203}"/>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1318" name="Right Triangle 1317">
              <a:extLst>
                <a:ext uri="{FF2B5EF4-FFF2-40B4-BE49-F238E27FC236}">
                  <a16:creationId xmlns:a16="http://schemas.microsoft.com/office/drawing/2014/main" id="{187ADB71-E26A-938F-30ED-0FD716B10F06}"/>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9" name="Oval 27">
              <a:extLst>
                <a:ext uri="{FF2B5EF4-FFF2-40B4-BE49-F238E27FC236}">
                  <a16:creationId xmlns:a16="http://schemas.microsoft.com/office/drawing/2014/main" id="{3683E730-332D-00FD-2B84-3576D533D6B2}"/>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0" name="Oval 28">
              <a:extLst>
                <a:ext uri="{FF2B5EF4-FFF2-40B4-BE49-F238E27FC236}">
                  <a16:creationId xmlns:a16="http://schemas.microsoft.com/office/drawing/2014/main" id="{569C23A9-E5A3-5D1E-2332-8AD317954056}"/>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21" name="Group 1320">
            <a:extLst>
              <a:ext uri="{FF2B5EF4-FFF2-40B4-BE49-F238E27FC236}">
                <a16:creationId xmlns:a16="http://schemas.microsoft.com/office/drawing/2014/main" id="{F0A0CF8B-7EA4-3E7E-27D3-45869E53112D}"/>
              </a:ext>
            </a:extLst>
          </p:cNvPr>
          <p:cNvGrpSpPr/>
          <p:nvPr/>
        </p:nvGrpSpPr>
        <p:grpSpPr>
          <a:xfrm>
            <a:off x="6284590" y="811556"/>
            <a:ext cx="721206" cy="609701"/>
            <a:chOff x="6284590" y="811556"/>
            <a:chExt cx="721206" cy="609701"/>
          </a:xfrm>
        </p:grpSpPr>
        <p:sp>
          <p:nvSpPr>
            <p:cNvPr id="1322" name="Rectangle 1321">
              <a:hlinkHover r:id="" action="ppaction://noaction" highlightClick="1"/>
              <a:extLst>
                <a:ext uri="{FF2B5EF4-FFF2-40B4-BE49-F238E27FC236}">
                  <a16:creationId xmlns:a16="http://schemas.microsoft.com/office/drawing/2014/main" id="{E15873B5-E282-3C02-3A7A-EC0513B0A003}"/>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1323" name="Right Triangle 1322">
              <a:extLst>
                <a:ext uri="{FF2B5EF4-FFF2-40B4-BE49-F238E27FC236}">
                  <a16:creationId xmlns:a16="http://schemas.microsoft.com/office/drawing/2014/main" id="{79EE62D7-8E50-FB0A-0FAE-8AF11567BA6B}"/>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4" name="Oval 27">
              <a:extLst>
                <a:ext uri="{FF2B5EF4-FFF2-40B4-BE49-F238E27FC236}">
                  <a16:creationId xmlns:a16="http://schemas.microsoft.com/office/drawing/2014/main" id="{68180998-79B4-377E-9C36-D0A703C767D7}"/>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5" name="Oval 28">
              <a:extLst>
                <a:ext uri="{FF2B5EF4-FFF2-40B4-BE49-F238E27FC236}">
                  <a16:creationId xmlns:a16="http://schemas.microsoft.com/office/drawing/2014/main" id="{6BDE88C2-E676-3B04-831E-0DA5D40C7A18}"/>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31" name="Group 1330">
            <a:extLst>
              <a:ext uri="{FF2B5EF4-FFF2-40B4-BE49-F238E27FC236}">
                <a16:creationId xmlns:a16="http://schemas.microsoft.com/office/drawing/2014/main" id="{BCE3FBA3-7668-F37E-05CF-A7E3C6FB5402}"/>
              </a:ext>
            </a:extLst>
          </p:cNvPr>
          <p:cNvGrpSpPr/>
          <p:nvPr/>
        </p:nvGrpSpPr>
        <p:grpSpPr>
          <a:xfrm>
            <a:off x="431659" y="3698227"/>
            <a:ext cx="721206" cy="609701"/>
            <a:chOff x="431659" y="3698227"/>
            <a:chExt cx="721206" cy="609701"/>
          </a:xfrm>
        </p:grpSpPr>
        <p:sp>
          <p:nvSpPr>
            <p:cNvPr id="1332" name="Rectangle 1331">
              <a:extLst>
                <a:ext uri="{FF2B5EF4-FFF2-40B4-BE49-F238E27FC236}">
                  <a16:creationId xmlns:a16="http://schemas.microsoft.com/office/drawing/2014/main" id="{0EEB1BF4-A1C7-5246-842A-B70B3CC821F6}"/>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1333" name="Right Triangle 1332">
              <a:extLst>
                <a:ext uri="{FF2B5EF4-FFF2-40B4-BE49-F238E27FC236}">
                  <a16:creationId xmlns:a16="http://schemas.microsoft.com/office/drawing/2014/main" id="{669444BE-808F-E751-F53F-2BE24330151B}"/>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34" name="Group 1333">
              <a:extLst>
                <a:ext uri="{FF2B5EF4-FFF2-40B4-BE49-F238E27FC236}">
                  <a16:creationId xmlns:a16="http://schemas.microsoft.com/office/drawing/2014/main" id="{699C4488-F96A-87A8-7EEE-E38243F8740E}"/>
                </a:ext>
              </a:extLst>
            </p:cNvPr>
            <p:cNvGrpSpPr/>
            <p:nvPr/>
          </p:nvGrpSpPr>
          <p:grpSpPr>
            <a:xfrm>
              <a:off x="1102254" y="3706260"/>
              <a:ext cx="37817" cy="61390"/>
              <a:chOff x="3883481" y="2057400"/>
              <a:chExt cx="1608363" cy="2652031"/>
            </a:xfrm>
            <a:solidFill>
              <a:srgbClr val="A6A6A6"/>
            </a:solidFill>
          </p:grpSpPr>
          <p:sp>
            <p:nvSpPr>
              <p:cNvPr id="1335" name="Oval 27">
                <a:extLst>
                  <a:ext uri="{FF2B5EF4-FFF2-40B4-BE49-F238E27FC236}">
                    <a16:creationId xmlns:a16="http://schemas.microsoft.com/office/drawing/2014/main" id="{4EAC1F65-9464-9CDE-6F4F-44E89A7CFE1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6" name="Oval 28">
                <a:extLst>
                  <a:ext uri="{FF2B5EF4-FFF2-40B4-BE49-F238E27FC236}">
                    <a16:creationId xmlns:a16="http://schemas.microsoft.com/office/drawing/2014/main" id="{7AE537C0-33AC-FB4B-D8D8-A1385FC16D6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49" name="Group 1348">
            <a:extLst>
              <a:ext uri="{FF2B5EF4-FFF2-40B4-BE49-F238E27FC236}">
                <a16:creationId xmlns:a16="http://schemas.microsoft.com/office/drawing/2014/main" id="{C0577A9D-311C-AC18-0606-18BE3A91577F}"/>
              </a:ext>
            </a:extLst>
          </p:cNvPr>
          <p:cNvGrpSpPr/>
          <p:nvPr/>
        </p:nvGrpSpPr>
        <p:grpSpPr>
          <a:xfrm>
            <a:off x="2105709" y="3698225"/>
            <a:ext cx="721206" cy="610376"/>
            <a:chOff x="2105709" y="3698225"/>
            <a:chExt cx="721206" cy="610376"/>
          </a:xfrm>
        </p:grpSpPr>
        <p:sp>
          <p:nvSpPr>
            <p:cNvPr id="1350" name="Rectangle 1349">
              <a:extLst>
                <a:ext uri="{FF2B5EF4-FFF2-40B4-BE49-F238E27FC236}">
                  <a16:creationId xmlns:a16="http://schemas.microsoft.com/office/drawing/2014/main" id="{A94A2DD0-08B5-F8FC-B735-567C46909CCC}"/>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1351" name="Right Triangle 1350">
              <a:extLst>
                <a:ext uri="{FF2B5EF4-FFF2-40B4-BE49-F238E27FC236}">
                  <a16:creationId xmlns:a16="http://schemas.microsoft.com/office/drawing/2014/main" id="{A7DDF48B-6D5D-6A0E-E217-DD308D9BF8FC}"/>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52" name="Group 1351">
              <a:extLst>
                <a:ext uri="{FF2B5EF4-FFF2-40B4-BE49-F238E27FC236}">
                  <a16:creationId xmlns:a16="http://schemas.microsoft.com/office/drawing/2014/main" id="{42F7C1D3-E2EE-EB5A-3CFA-D6DC3E954DE1}"/>
                </a:ext>
              </a:extLst>
            </p:cNvPr>
            <p:cNvGrpSpPr/>
            <p:nvPr/>
          </p:nvGrpSpPr>
          <p:grpSpPr>
            <a:xfrm>
              <a:off x="2776304" y="3704319"/>
              <a:ext cx="37817" cy="61390"/>
              <a:chOff x="3883481" y="2057400"/>
              <a:chExt cx="1608363" cy="2652031"/>
            </a:xfrm>
            <a:solidFill>
              <a:srgbClr val="A6A6A6"/>
            </a:solidFill>
          </p:grpSpPr>
          <p:sp>
            <p:nvSpPr>
              <p:cNvPr id="1353" name="Oval 27">
                <a:extLst>
                  <a:ext uri="{FF2B5EF4-FFF2-40B4-BE49-F238E27FC236}">
                    <a16:creationId xmlns:a16="http://schemas.microsoft.com/office/drawing/2014/main" id="{26819E66-AFE6-2981-A826-A7566B55660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4" name="Oval 28">
                <a:extLst>
                  <a:ext uri="{FF2B5EF4-FFF2-40B4-BE49-F238E27FC236}">
                    <a16:creationId xmlns:a16="http://schemas.microsoft.com/office/drawing/2014/main" id="{B7E96624-A02D-ACD0-EFD9-A637F81B28C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55" name="Group 1354">
            <a:extLst>
              <a:ext uri="{FF2B5EF4-FFF2-40B4-BE49-F238E27FC236}">
                <a16:creationId xmlns:a16="http://schemas.microsoft.com/office/drawing/2014/main" id="{61755614-D848-C2FE-3B0E-AEBBA3CEACB2}"/>
              </a:ext>
            </a:extLst>
          </p:cNvPr>
          <p:cNvGrpSpPr/>
          <p:nvPr/>
        </p:nvGrpSpPr>
        <p:grpSpPr>
          <a:xfrm>
            <a:off x="1268842" y="2253333"/>
            <a:ext cx="721206" cy="609701"/>
            <a:chOff x="1268842" y="2253333"/>
            <a:chExt cx="721206" cy="609701"/>
          </a:xfrm>
        </p:grpSpPr>
        <p:sp>
          <p:nvSpPr>
            <p:cNvPr id="1356" name="Rectangle 1355">
              <a:extLst>
                <a:ext uri="{FF2B5EF4-FFF2-40B4-BE49-F238E27FC236}">
                  <a16:creationId xmlns:a16="http://schemas.microsoft.com/office/drawing/2014/main" id="{A4893E15-E59A-1C9B-F7EC-2D4CF1882756}"/>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1357" name="Right Triangle 1356">
              <a:extLst>
                <a:ext uri="{FF2B5EF4-FFF2-40B4-BE49-F238E27FC236}">
                  <a16:creationId xmlns:a16="http://schemas.microsoft.com/office/drawing/2014/main" id="{A9BA509D-1FD1-CC60-BA25-E33380A54D36}"/>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58" name="Group 1357">
              <a:extLst>
                <a:ext uri="{FF2B5EF4-FFF2-40B4-BE49-F238E27FC236}">
                  <a16:creationId xmlns:a16="http://schemas.microsoft.com/office/drawing/2014/main" id="{6EDCC952-EABA-39E1-AC40-F28E4DEB08BD}"/>
                </a:ext>
              </a:extLst>
            </p:cNvPr>
            <p:cNvGrpSpPr/>
            <p:nvPr/>
          </p:nvGrpSpPr>
          <p:grpSpPr>
            <a:xfrm>
              <a:off x="1939437" y="2265723"/>
              <a:ext cx="37817" cy="61390"/>
              <a:chOff x="3883481" y="2057400"/>
              <a:chExt cx="1608363" cy="2652031"/>
            </a:xfrm>
            <a:solidFill>
              <a:srgbClr val="A6A6A6"/>
            </a:solidFill>
          </p:grpSpPr>
          <p:sp>
            <p:nvSpPr>
              <p:cNvPr id="1359" name="Oval 27">
                <a:extLst>
                  <a:ext uri="{FF2B5EF4-FFF2-40B4-BE49-F238E27FC236}">
                    <a16:creationId xmlns:a16="http://schemas.microsoft.com/office/drawing/2014/main" id="{13B8F933-B117-4202-C26E-8C8A031261C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0" name="Oval 28">
                <a:extLst>
                  <a:ext uri="{FF2B5EF4-FFF2-40B4-BE49-F238E27FC236}">
                    <a16:creationId xmlns:a16="http://schemas.microsoft.com/office/drawing/2014/main" id="{34D76287-B58E-4810-8506-DC4A055D9B3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61" name="Group 1360">
            <a:extLst>
              <a:ext uri="{FF2B5EF4-FFF2-40B4-BE49-F238E27FC236}">
                <a16:creationId xmlns:a16="http://schemas.microsoft.com/office/drawing/2014/main" id="{B38FA4A4-9707-56D2-D718-65EAA6DF0A6D}"/>
              </a:ext>
            </a:extLst>
          </p:cNvPr>
          <p:cNvGrpSpPr/>
          <p:nvPr/>
        </p:nvGrpSpPr>
        <p:grpSpPr>
          <a:xfrm>
            <a:off x="2105349" y="2253333"/>
            <a:ext cx="721206" cy="609701"/>
            <a:chOff x="2105349" y="2253333"/>
            <a:chExt cx="721206" cy="609701"/>
          </a:xfrm>
        </p:grpSpPr>
        <p:sp>
          <p:nvSpPr>
            <p:cNvPr id="1362" name="Rectangle 1361">
              <a:extLst>
                <a:ext uri="{FF2B5EF4-FFF2-40B4-BE49-F238E27FC236}">
                  <a16:creationId xmlns:a16="http://schemas.microsoft.com/office/drawing/2014/main" id="{99454E1F-0EBB-0149-B050-5F5F747255B4}"/>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1363" name="Right Triangle 1362">
              <a:extLst>
                <a:ext uri="{FF2B5EF4-FFF2-40B4-BE49-F238E27FC236}">
                  <a16:creationId xmlns:a16="http://schemas.microsoft.com/office/drawing/2014/main" id="{CAFC6A18-4BB9-1D1D-D3BA-3ED2E5A2C784}"/>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64" name="Group 1363">
              <a:extLst>
                <a:ext uri="{FF2B5EF4-FFF2-40B4-BE49-F238E27FC236}">
                  <a16:creationId xmlns:a16="http://schemas.microsoft.com/office/drawing/2014/main" id="{184E6FC5-9BBC-F711-B455-D6AEE4E1B5FB}"/>
                </a:ext>
              </a:extLst>
            </p:cNvPr>
            <p:cNvGrpSpPr/>
            <p:nvPr/>
          </p:nvGrpSpPr>
          <p:grpSpPr>
            <a:xfrm>
              <a:off x="2771411" y="2265582"/>
              <a:ext cx="37817" cy="61390"/>
              <a:chOff x="3883481" y="2057400"/>
              <a:chExt cx="1608363" cy="2652031"/>
            </a:xfrm>
            <a:solidFill>
              <a:srgbClr val="A6A6A6"/>
            </a:solidFill>
          </p:grpSpPr>
          <p:sp>
            <p:nvSpPr>
              <p:cNvPr id="1365" name="Oval 27">
                <a:extLst>
                  <a:ext uri="{FF2B5EF4-FFF2-40B4-BE49-F238E27FC236}">
                    <a16:creationId xmlns:a16="http://schemas.microsoft.com/office/drawing/2014/main" id="{16F8002C-ED68-38BD-E3B7-4BEC5DFE602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6" name="Oval 28">
                <a:extLst>
                  <a:ext uri="{FF2B5EF4-FFF2-40B4-BE49-F238E27FC236}">
                    <a16:creationId xmlns:a16="http://schemas.microsoft.com/office/drawing/2014/main" id="{4C010155-01F7-4DA2-65B6-4F0AADFE656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67" name="Group 1366">
            <a:extLst>
              <a:ext uri="{FF2B5EF4-FFF2-40B4-BE49-F238E27FC236}">
                <a16:creationId xmlns:a16="http://schemas.microsoft.com/office/drawing/2014/main" id="{A2EF3B68-F5A5-0DAD-F2D0-B8ED6C66104C}"/>
              </a:ext>
            </a:extLst>
          </p:cNvPr>
          <p:cNvGrpSpPr/>
          <p:nvPr/>
        </p:nvGrpSpPr>
        <p:grpSpPr>
          <a:xfrm>
            <a:off x="2941856" y="2253333"/>
            <a:ext cx="721206" cy="609701"/>
            <a:chOff x="2941856" y="2253333"/>
            <a:chExt cx="721206" cy="609701"/>
          </a:xfrm>
        </p:grpSpPr>
        <p:sp>
          <p:nvSpPr>
            <p:cNvPr id="1368" name="Rectangle 1367">
              <a:extLst>
                <a:ext uri="{FF2B5EF4-FFF2-40B4-BE49-F238E27FC236}">
                  <a16:creationId xmlns:a16="http://schemas.microsoft.com/office/drawing/2014/main" id="{B950B74A-546E-55A3-729C-8F3FEFB540C3}"/>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1369" name="Right Triangle 1368">
              <a:extLst>
                <a:ext uri="{FF2B5EF4-FFF2-40B4-BE49-F238E27FC236}">
                  <a16:creationId xmlns:a16="http://schemas.microsoft.com/office/drawing/2014/main" id="{D984D6FF-E971-F5FF-2218-07F250C65247}"/>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70" name="Group 1369">
              <a:extLst>
                <a:ext uri="{FF2B5EF4-FFF2-40B4-BE49-F238E27FC236}">
                  <a16:creationId xmlns:a16="http://schemas.microsoft.com/office/drawing/2014/main" id="{3260AAD8-2528-ED2D-512E-FB98531D6759}"/>
                </a:ext>
              </a:extLst>
            </p:cNvPr>
            <p:cNvGrpSpPr/>
            <p:nvPr/>
          </p:nvGrpSpPr>
          <p:grpSpPr>
            <a:xfrm>
              <a:off x="3611254" y="2264960"/>
              <a:ext cx="37817" cy="61390"/>
              <a:chOff x="3883481" y="2057400"/>
              <a:chExt cx="1608363" cy="2652031"/>
            </a:xfrm>
            <a:solidFill>
              <a:srgbClr val="A6A6A6"/>
            </a:solidFill>
          </p:grpSpPr>
          <p:sp>
            <p:nvSpPr>
              <p:cNvPr id="1371" name="Oval 27">
                <a:extLst>
                  <a:ext uri="{FF2B5EF4-FFF2-40B4-BE49-F238E27FC236}">
                    <a16:creationId xmlns:a16="http://schemas.microsoft.com/office/drawing/2014/main" id="{7F817F91-3750-F3B0-EE30-48B83B8DA3B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2" name="Oval 28">
                <a:extLst>
                  <a:ext uri="{FF2B5EF4-FFF2-40B4-BE49-F238E27FC236}">
                    <a16:creationId xmlns:a16="http://schemas.microsoft.com/office/drawing/2014/main" id="{506FC872-E7BD-4A3C-2EC8-9B865A23A90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3" name="Group 1372">
            <a:extLst>
              <a:ext uri="{FF2B5EF4-FFF2-40B4-BE49-F238E27FC236}">
                <a16:creationId xmlns:a16="http://schemas.microsoft.com/office/drawing/2014/main" id="{07E4A0FD-AEB8-F7CE-AC14-3BA202209C48}"/>
              </a:ext>
            </a:extLst>
          </p:cNvPr>
          <p:cNvGrpSpPr/>
          <p:nvPr/>
        </p:nvGrpSpPr>
        <p:grpSpPr>
          <a:xfrm>
            <a:off x="4614870" y="2253333"/>
            <a:ext cx="721206" cy="609701"/>
            <a:chOff x="4614870" y="2253333"/>
            <a:chExt cx="721206" cy="609701"/>
          </a:xfrm>
        </p:grpSpPr>
        <p:sp>
          <p:nvSpPr>
            <p:cNvPr id="1374" name="Rectangle 1373">
              <a:extLst>
                <a:ext uri="{FF2B5EF4-FFF2-40B4-BE49-F238E27FC236}">
                  <a16:creationId xmlns:a16="http://schemas.microsoft.com/office/drawing/2014/main" id="{33475DF9-573D-C0E5-DA9A-297AF8BFDFFB}"/>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1375" name="Right Triangle 1374">
              <a:extLst>
                <a:ext uri="{FF2B5EF4-FFF2-40B4-BE49-F238E27FC236}">
                  <a16:creationId xmlns:a16="http://schemas.microsoft.com/office/drawing/2014/main" id="{7931819A-9F01-B00B-888C-AB5AE58D6121}"/>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76" name="Group 1375">
              <a:extLst>
                <a:ext uri="{FF2B5EF4-FFF2-40B4-BE49-F238E27FC236}">
                  <a16:creationId xmlns:a16="http://schemas.microsoft.com/office/drawing/2014/main" id="{1D20C234-9E63-4314-CF06-3DC03D265BDA}"/>
                </a:ext>
              </a:extLst>
            </p:cNvPr>
            <p:cNvGrpSpPr/>
            <p:nvPr/>
          </p:nvGrpSpPr>
          <p:grpSpPr>
            <a:xfrm>
              <a:off x="5280746" y="2264771"/>
              <a:ext cx="37817" cy="61390"/>
              <a:chOff x="3883481" y="2057400"/>
              <a:chExt cx="1608363" cy="2652031"/>
            </a:xfrm>
            <a:solidFill>
              <a:srgbClr val="A6A6A6"/>
            </a:solidFill>
          </p:grpSpPr>
          <p:sp>
            <p:nvSpPr>
              <p:cNvPr id="1377" name="Oval 27">
                <a:extLst>
                  <a:ext uri="{FF2B5EF4-FFF2-40B4-BE49-F238E27FC236}">
                    <a16:creationId xmlns:a16="http://schemas.microsoft.com/office/drawing/2014/main" id="{6341DF2A-E511-2F19-E85C-8C91A77EE60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8" name="Oval 28">
                <a:extLst>
                  <a:ext uri="{FF2B5EF4-FFF2-40B4-BE49-F238E27FC236}">
                    <a16:creationId xmlns:a16="http://schemas.microsoft.com/office/drawing/2014/main" id="{D00E2178-1D14-2203-207B-33DBEAB6720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91" name="Group 1390">
            <a:extLst>
              <a:ext uri="{FF2B5EF4-FFF2-40B4-BE49-F238E27FC236}">
                <a16:creationId xmlns:a16="http://schemas.microsoft.com/office/drawing/2014/main" id="{75D0B294-3C9D-437B-9FEC-BB29BAB65CA9}"/>
              </a:ext>
            </a:extLst>
          </p:cNvPr>
          <p:cNvGrpSpPr/>
          <p:nvPr/>
        </p:nvGrpSpPr>
        <p:grpSpPr>
          <a:xfrm>
            <a:off x="431659" y="1532275"/>
            <a:ext cx="721893" cy="610039"/>
            <a:chOff x="431659" y="1532275"/>
            <a:chExt cx="721893" cy="610039"/>
          </a:xfrm>
        </p:grpSpPr>
        <p:sp>
          <p:nvSpPr>
            <p:cNvPr id="1392" name="Rectangle 1391">
              <a:extLst>
                <a:ext uri="{FF2B5EF4-FFF2-40B4-BE49-F238E27FC236}">
                  <a16:creationId xmlns:a16="http://schemas.microsoft.com/office/drawing/2014/main" id="{DB6AED2A-92F6-B6CF-A3B9-7600F4C38E63}"/>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1393" name="Right Triangle 1392">
              <a:extLst>
                <a:ext uri="{FF2B5EF4-FFF2-40B4-BE49-F238E27FC236}">
                  <a16:creationId xmlns:a16="http://schemas.microsoft.com/office/drawing/2014/main" id="{B8974712-AAB5-C411-9A7A-AC57BCD1010A}"/>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94" name="Group 1393">
              <a:extLst>
                <a:ext uri="{FF2B5EF4-FFF2-40B4-BE49-F238E27FC236}">
                  <a16:creationId xmlns:a16="http://schemas.microsoft.com/office/drawing/2014/main" id="{B9F7EBBD-66C3-53C1-04C9-DDD45CBE9C2F}"/>
                </a:ext>
              </a:extLst>
            </p:cNvPr>
            <p:cNvGrpSpPr/>
            <p:nvPr/>
          </p:nvGrpSpPr>
          <p:grpSpPr>
            <a:xfrm>
              <a:off x="1102941" y="1538369"/>
              <a:ext cx="37817" cy="61390"/>
              <a:chOff x="3883481" y="2057400"/>
              <a:chExt cx="1608363" cy="2652031"/>
            </a:xfrm>
            <a:solidFill>
              <a:srgbClr val="A6A6A6"/>
            </a:solidFill>
          </p:grpSpPr>
          <p:sp>
            <p:nvSpPr>
              <p:cNvPr id="1395" name="Oval 27">
                <a:extLst>
                  <a:ext uri="{FF2B5EF4-FFF2-40B4-BE49-F238E27FC236}">
                    <a16:creationId xmlns:a16="http://schemas.microsoft.com/office/drawing/2014/main" id="{A8505E72-F063-C165-E621-4C878934A1B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6" name="Oval 28">
                <a:extLst>
                  <a:ext uri="{FF2B5EF4-FFF2-40B4-BE49-F238E27FC236}">
                    <a16:creationId xmlns:a16="http://schemas.microsoft.com/office/drawing/2014/main" id="{C3BF9182-6917-6141-0F78-7E8FD9E5CAA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97" name="Group 1396">
            <a:extLst>
              <a:ext uri="{FF2B5EF4-FFF2-40B4-BE49-F238E27FC236}">
                <a16:creationId xmlns:a16="http://schemas.microsoft.com/office/drawing/2014/main" id="{9F6D69A3-C143-38D5-BCE0-A53F696AD571}"/>
              </a:ext>
            </a:extLst>
          </p:cNvPr>
          <p:cNvGrpSpPr/>
          <p:nvPr/>
        </p:nvGrpSpPr>
        <p:grpSpPr>
          <a:xfrm>
            <a:off x="1268842" y="1532275"/>
            <a:ext cx="721206" cy="610039"/>
            <a:chOff x="1268842" y="1532275"/>
            <a:chExt cx="721206" cy="610039"/>
          </a:xfrm>
        </p:grpSpPr>
        <p:sp>
          <p:nvSpPr>
            <p:cNvPr id="1398" name="Rectangle 1397">
              <a:extLst>
                <a:ext uri="{FF2B5EF4-FFF2-40B4-BE49-F238E27FC236}">
                  <a16:creationId xmlns:a16="http://schemas.microsoft.com/office/drawing/2014/main" id="{18BA718B-511B-F433-AF69-184DA6BA1A63}"/>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1399" name="Right Triangle 1398">
              <a:extLst>
                <a:ext uri="{FF2B5EF4-FFF2-40B4-BE49-F238E27FC236}">
                  <a16:creationId xmlns:a16="http://schemas.microsoft.com/office/drawing/2014/main" id="{BE783841-A714-0615-E149-B04529749B80}"/>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00" name="Group 1399">
              <a:extLst>
                <a:ext uri="{FF2B5EF4-FFF2-40B4-BE49-F238E27FC236}">
                  <a16:creationId xmlns:a16="http://schemas.microsoft.com/office/drawing/2014/main" id="{15BF4664-3090-1036-A761-D416655BF02C}"/>
                </a:ext>
              </a:extLst>
            </p:cNvPr>
            <p:cNvGrpSpPr/>
            <p:nvPr/>
          </p:nvGrpSpPr>
          <p:grpSpPr>
            <a:xfrm>
              <a:off x="1939437" y="1538369"/>
              <a:ext cx="37817" cy="61390"/>
              <a:chOff x="3883481" y="2057400"/>
              <a:chExt cx="1608363" cy="2652031"/>
            </a:xfrm>
            <a:solidFill>
              <a:srgbClr val="A6A6A6"/>
            </a:solidFill>
          </p:grpSpPr>
          <p:sp>
            <p:nvSpPr>
              <p:cNvPr id="1401" name="Oval 27">
                <a:extLst>
                  <a:ext uri="{FF2B5EF4-FFF2-40B4-BE49-F238E27FC236}">
                    <a16:creationId xmlns:a16="http://schemas.microsoft.com/office/drawing/2014/main" id="{C6E2EE58-C34A-F210-76F9-04A19B637CA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2" name="Oval 28">
                <a:extLst>
                  <a:ext uri="{FF2B5EF4-FFF2-40B4-BE49-F238E27FC236}">
                    <a16:creationId xmlns:a16="http://schemas.microsoft.com/office/drawing/2014/main" id="{25D4C7F3-57AA-E14C-7D44-6230E2232A5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09" name="Group 1408">
            <a:extLst>
              <a:ext uri="{FF2B5EF4-FFF2-40B4-BE49-F238E27FC236}">
                <a16:creationId xmlns:a16="http://schemas.microsoft.com/office/drawing/2014/main" id="{AEE4DC21-E3D3-F79F-DD5B-07758608F71B}"/>
              </a:ext>
            </a:extLst>
          </p:cNvPr>
          <p:cNvGrpSpPr/>
          <p:nvPr/>
        </p:nvGrpSpPr>
        <p:grpSpPr>
          <a:xfrm>
            <a:off x="431659" y="2974054"/>
            <a:ext cx="721893" cy="609701"/>
            <a:chOff x="431659" y="2974054"/>
            <a:chExt cx="721893" cy="609701"/>
          </a:xfrm>
        </p:grpSpPr>
        <p:sp>
          <p:nvSpPr>
            <p:cNvPr id="1410" name="Rectangle 1409">
              <a:extLst>
                <a:ext uri="{FF2B5EF4-FFF2-40B4-BE49-F238E27FC236}">
                  <a16:creationId xmlns:a16="http://schemas.microsoft.com/office/drawing/2014/main" id="{821B86C4-7176-45E6-567D-64C6AB0922B2}"/>
                </a:ext>
              </a:extLst>
            </p:cNvPr>
            <p:cNvSpPr/>
            <p:nvPr/>
          </p:nvSpPr>
          <p:spPr>
            <a:xfrm>
              <a:off x="43165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1411" name="Right Triangle 1410">
              <a:extLst>
                <a:ext uri="{FF2B5EF4-FFF2-40B4-BE49-F238E27FC236}">
                  <a16:creationId xmlns:a16="http://schemas.microsoft.com/office/drawing/2014/main" id="{0FD131D4-08B7-87C5-F8FC-509D2EA090CB}"/>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12" name="Group 1411">
              <a:extLst>
                <a:ext uri="{FF2B5EF4-FFF2-40B4-BE49-F238E27FC236}">
                  <a16:creationId xmlns:a16="http://schemas.microsoft.com/office/drawing/2014/main" id="{BE30EC91-3A60-D599-F4B8-7DFB3872D758}"/>
                </a:ext>
              </a:extLst>
            </p:cNvPr>
            <p:cNvGrpSpPr/>
            <p:nvPr/>
          </p:nvGrpSpPr>
          <p:grpSpPr>
            <a:xfrm>
              <a:off x="1102941" y="2981751"/>
              <a:ext cx="37817" cy="61390"/>
              <a:chOff x="3883481" y="2057400"/>
              <a:chExt cx="1608363" cy="2652031"/>
            </a:xfrm>
            <a:solidFill>
              <a:srgbClr val="A6A6A6"/>
            </a:solidFill>
          </p:grpSpPr>
          <p:sp>
            <p:nvSpPr>
              <p:cNvPr id="1413" name="Oval 27">
                <a:extLst>
                  <a:ext uri="{FF2B5EF4-FFF2-40B4-BE49-F238E27FC236}">
                    <a16:creationId xmlns:a16="http://schemas.microsoft.com/office/drawing/2014/main" id="{A759031E-F34B-7E06-B53D-22399BAB8B5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4" name="Oval 28">
                <a:extLst>
                  <a:ext uri="{FF2B5EF4-FFF2-40B4-BE49-F238E27FC236}">
                    <a16:creationId xmlns:a16="http://schemas.microsoft.com/office/drawing/2014/main" id="{06890CD0-581A-54E6-9175-5635D81D5E2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21" name="Group 1420">
            <a:extLst>
              <a:ext uri="{FF2B5EF4-FFF2-40B4-BE49-F238E27FC236}">
                <a16:creationId xmlns:a16="http://schemas.microsoft.com/office/drawing/2014/main" id="{2A01ECEF-3F8D-FC09-66D6-3E482D56E6F1}"/>
              </a:ext>
            </a:extLst>
          </p:cNvPr>
          <p:cNvGrpSpPr/>
          <p:nvPr/>
        </p:nvGrpSpPr>
        <p:grpSpPr>
          <a:xfrm>
            <a:off x="2940467" y="2974052"/>
            <a:ext cx="721206" cy="613156"/>
            <a:chOff x="2940467" y="2974052"/>
            <a:chExt cx="721206" cy="613156"/>
          </a:xfrm>
        </p:grpSpPr>
        <p:sp>
          <p:nvSpPr>
            <p:cNvPr id="1422" name="Rectangle 1421">
              <a:extLst>
                <a:ext uri="{FF2B5EF4-FFF2-40B4-BE49-F238E27FC236}">
                  <a16:creationId xmlns:a16="http://schemas.microsoft.com/office/drawing/2014/main" id="{86A23C97-52F9-CEEE-05AA-8B0B4E3B826D}"/>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1423" name="Right Triangle 1422">
              <a:extLst>
                <a:ext uri="{FF2B5EF4-FFF2-40B4-BE49-F238E27FC236}">
                  <a16:creationId xmlns:a16="http://schemas.microsoft.com/office/drawing/2014/main" id="{4455F669-1ECB-10A5-9ADA-553DB90CC117}"/>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24" name="Group 1423">
              <a:extLst>
                <a:ext uri="{FF2B5EF4-FFF2-40B4-BE49-F238E27FC236}">
                  <a16:creationId xmlns:a16="http://schemas.microsoft.com/office/drawing/2014/main" id="{1EA82947-6B24-2B13-5E39-130E631B166B}"/>
                </a:ext>
              </a:extLst>
            </p:cNvPr>
            <p:cNvGrpSpPr/>
            <p:nvPr/>
          </p:nvGrpSpPr>
          <p:grpSpPr>
            <a:xfrm>
              <a:off x="3610505" y="2980146"/>
              <a:ext cx="37817" cy="61390"/>
              <a:chOff x="3883481" y="2057400"/>
              <a:chExt cx="1608363" cy="2652031"/>
            </a:xfrm>
            <a:solidFill>
              <a:srgbClr val="A6A6A6"/>
            </a:solidFill>
          </p:grpSpPr>
          <p:sp>
            <p:nvSpPr>
              <p:cNvPr id="1425" name="Oval 27">
                <a:extLst>
                  <a:ext uri="{FF2B5EF4-FFF2-40B4-BE49-F238E27FC236}">
                    <a16:creationId xmlns:a16="http://schemas.microsoft.com/office/drawing/2014/main" id="{43889EBE-3ACD-0EB7-A029-A4086AAED56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6" name="Oval 28">
                <a:extLst>
                  <a:ext uri="{FF2B5EF4-FFF2-40B4-BE49-F238E27FC236}">
                    <a16:creationId xmlns:a16="http://schemas.microsoft.com/office/drawing/2014/main" id="{1AFFAEA9-3770-9477-FB25-22A034486D6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27" name="Group 1426">
            <a:extLst>
              <a:ext uri="{FF2B5EF4-FFF2-40B4-BE49-F238E27FC236}">
                <a16:creationId xmlns:a16="http://schemas.microsoft.com/office/drawing/2014/main" id="{19119C26-E3F5-2ABD-E61E-6A2D34A30EC4}"/>
              </a:ext>
            </a:extLst>
          </p:cNvPr>
          <p:cNvGrpSpPr/>
          <p:nvPr/>
        </p:nvGrpSpPr>
        <p:grpSpPr>
          <a:xfrm>
            <a:off x="431659" y="811556"/>
            <a:ext cx="721206" cy="609701"/>
            <a:chOff x="431659" y="811556"/>
            <a:chExt cx="721206" cy="609701"/>
          </a:xfrm>
        </p:grpSpPr>
        <p:sp>
          <p:nvSpPr>
            <p:cNvPr id="1428" name="Rectangle 1427">
              <a:extLst>
                <a:ext uri="{FF2B5EF4-FFF2-40B4-BE49-F238E27FC236}">
                  <a16:creationId xmlns:a16="http://schemas.microsoft.com/office/drawing/2014/main" id="{4BDEC952-1B54-0A97-233B-3E15A951022D}"/>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1429" name="Right Triangle 1428">
              <a:extLst>
                <a:ext uri="{FF2B5EF4-FFF2-40B4-BE49-F238E27FC236}">
                  <a16:creationId xmlns:a16="http://schemas.microsoft.com/office/drawing/2014/main" id="{DF975073-28E5-4401-905A-624A8669F1C0}"/>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30" name="Group 1429">
              <a:extLst>
                <a:ext uri="{FF2B5EF4-FFF2-40B4-BE49-F238E27FC236}">
                  <a16:creationId xmlns:a16="http://schemas.microsoft.com/office/drawing/2014/main" id="{460767B5-FA6C-8C2D-2A80-931CBADFD3F8}"/>
                </a:ext>
              </a:extLst>
            </p:cNvPr>
            <p:cNvGrpSpPr/>
            <p:nvPr/>
          </p:nvGrpSpPr>
          <p:grpSpPr>
            <a:xfrm>
              <a:off x="1100972" y="819589"/>
              <a:ext cx="37817" cy="61390"/>
              <a:chOff x="3883481" y="2057400"/>
              <a:chExt cx="1608363" cy="2652031"/>
            </a:xfrm>
            <a:solidFill>
              <a:srgbClr val="A6A6A6"/>
            </a:solidFill>
          </p:grpSpPr>
          <p:sp>
            <p:nvSpPr>
              <p:cNvPr id="1431" name="Oval 27">
                <a:extLst>
                  <a:ext uri="{FF2B5EF4-FFF2-40B4-BE49-F238E27FC236}">
                    <a16:creationId xmlns:a16="http://schemas.microsoft.com/office/drawing/2014/main" id="{E6123819-813C-3141-67B5-C85B0C80792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2" name="Oval 28">
                <a:extLst>
                  <a:ext uri="{FF2B5EF4-FFF2-40B4-BE49-F238E27FC236}">
                    <a16:creationId xmlns:a16="http://schemas.microsoft.com/office/drawing/2014/main" id="{6C48F60F-6FDF-7FAE-54A6-CE69A520201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33" name="Group 1432">
            <a:extLst>
              <a:ext uri="{FF2B5EF4-FFF2-40B4-BE49-F238E27FC236}">
                <a16:creationId xmlns:a16="http://schemas.microsoft.com/office/drawing/2014/main" id="{946D5100-AAEC-E86B-468B-D8A8CF1B94FE}"/>
              </a:ext>
            </a:extLst>
          </p:cNvPr>
          <p:cNvGrpSpPr/>
          <p:nvPr/>
        </p:nvGrpSpPr>
        <p:grpSpPr>
          <a:xfrm>
            <a:off x="1267284" y="811556"/>
            <a:ext cx="721206" cy="609701"/>
            <a:chOff x="1267284" y="811556"/>
            <a:chExt cx="721206" cy="609701"/>
          </a:xfrm>
        </p:grpSpPr>
        <p:sp>
          <p:nvSpPr>
            <p:cNvPr id="1434" name="Rectangle 1433">
              <a:extLst>
                <a:ext uri="{FF2B5EF4-FFF2-40B4-BE49-F238E27FC236}">
                  <a16:creationId xmlns:a16="http://schemas.microsoft.com/office/drawing/2014/main" id="{0F22DADF-AD9A-5821-1A6D-2408ED4532F2}"/>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1435" name="Right Triangle 1434">
              <a:extLst>
                <a:ext uri="{FF2B5EF4-FFF2-40B4-BE49-F238E27FC236}">
                  <a16:creationId xmlns:a16="http://schemas.microsoft.com/office/drawing/2014/main" id="{1A8C6768-F1CE-51C9-634F-95817145656B}"/>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36" name="Group 1435">
              <a:extLst>
                <a:ext uri="{FF2B5EF4-FFF2-40B4-BE49-F238E27FC236}">
                  <a16:creationId xmlns:a16="http://schemas.microsoft.com/office/drawing/2014/main" id="{DC40AFC8-61B4-DF4F-1F99-06B771706182}"/>
                </a:ext>
              </a:extLst>
            </p:cNvPr>
            <p:cNvGrpSpPr/>
            <p:nvPr/>
          </p:nvGrpSpPr>
          <p:grpSpPr>
            <a:xfrm>
              <a:off x="1937879" y="819589"/>
              <a:ext cx="37817" cy="61390"/>
              <a:chOff x="3883481" y="2057400"/>
              <a:chExt cx="1608363" cy="2652031"/>
            </a:xfrm>
            <a:solidFill>
              <a:srgbClr val="A6A6A6"/>
            </a:solidFill>
          </p:grpSpPr>
          <p:sp>
            <p:nvSpPr>
              <p:cNvPr id="1437" name="Oval 27">
                <a:extLst>
                  <a:ext uri="{FF2B5EF4-FFF2-40B4-BE49-F238E27FC236}">
                    <a16:creationId xmlns:a16="http://schemas.microsoft.com/office/drawing/2014/main" id="{141A3296-0B1A-E13A-F9E4-AF4FB0EADDE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8" name="Oval 28">
                <a:extLst>
                  <a:ext uri="{FF2B5EF4-FFF2-40B4-BE49-F238E27FC236}">
                    <a16:creationId xmlns:a16="http://schemas.microsoft.com/office/drawing/2014/main" id="{8AB367C2-3070-081C-867F-94F1C46251D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7" name="Group 1456">
            <a:extLst>
              <a:ext uri="{FF2B5EF4-FFF2-40B4-BE49-F238E27FC236}">
                <a16:creationId xmlns:a16="http://schemas.microsoft.com/office/drawing/2014/main" id="{4325C647-20F2-3689-5104-A7D04359AE5E}"/>
              </a:ext>
            </a:extLst>
          </p:cNvPr>
          <p:cNvGrpSpPr/>
          <p:nvPr/>
        </p:nvGrpSpPr>
        <p:grpSpPr>
          <a:xfrm>
            <a:off x="2937172" y="4419618"/>
            <a:ext cx="721206" cy="610376"/>
            <a:chOff x="2937172" y="4419618"/>
            <a:chExt cx="721206" cy="610376"/>
          </a:xfrm>
        </p:grpSpPr>
        <p:sp>
          <p:nvSpPr>
            <p:cNvPr id="1458" name="Rectangle 1457">
              <a:extLst>
                <a:ext uri="{FF2B5EF4-FFF2-40B4-BE49-F238E27FC236}">
                  <a16:creationId xmlns:a16="http://schemas.microsoft.com/office/drawing/2014/main" id="{8852D9B5-7C1C-31C8-9E19-091F846F0F11}"/>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1459" name="Right Triangle 1458">
              <a:extLst>
                <a:ext uri="{FF2B5EF4-FFF2-40B4-BE49-F238E27FC236}">
                  <a16:creationId xmlns:a16="http://schemas.microsoft.com/office/drawing/2014/main" id="{ACAE1E49-EA30-4D93-6616-6EF0CFF4F5A3}"/>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60" name="Group 1459">
              <a:extLst>
                <a:ext uri="{FF2B5EF4-FFF2-40B4-BE49-F238E27FC236}">
                  <a16:creationId xmlns:a16="http://schemas.microsoft.com/office/drawing/2014/main" id="{1AA441B8-D462-8A54-A90F-4B1EE43C4291}"/>
                </a:ext>
              </a:extLst>
            </p:cNvPr>
            <p:cNvGrpSpPr/>
            <p:nvPr/>
          </p:nvGrpSpPr>
          <p:grpSpPr>
            <a:xfrm>
              <a:off x="3607767" y="4425712"/>
              <a:ext cx="37817" cy="61390"/>
              <a:chOff x="3883481" y="2057400"/>
              <a:chExt cx="1608363" cy="2652031"/>
            </a:xfrm>
            <a:solidFill>
              <a:srgbClr val="A6A6A6"/>
            </a:solidFill>
          </p:grpSpPr>
          <p:sp>
            <p:nvSpPr>
              <p:cNvPr id="1461" name="Oval 27">
                <a:extLst>
                  <a:ext uri="{FF2B5EF4-FFF2-40B4-BE49-F238E27FC236}">
                    <a16:creationId xmlns:a16="http://schemas.microsoft.com/office/drawing/2014/main" id="{C2D8B56A-864D-C96A-6B39-30BF644743D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62" name="Oval 28">
                <a:extLst>
                  <a:ext uri="{FF2B5EF4-FFF2-40B4-BE49-F238E27FC236}">
                    <a16:creationId xmlns:a16="http://schemas.microsoft.com/office/drawing/2014/main" id="{C5239F77-5BEC-301E-DE37-08A9A957286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25" name="Group 1624">
            <a:extLst>
              <a:ext uri="{FF2B5EF4-FFF2-40B4-BE49-F238E27FC236}">
                <a16:creationId xmlns:a16="http://schemas.microsoft.com/office/drawing/2014/main" id="{8A8447EB-1ACC-1CC2-1663-CE89B57C200A}"/>
              </a:ext>
            </a:extLst>
          </p:cNvPr>
          <p:cNvGrpSpPr/>
          <p:nvPr/>
        </p:nvGrpSpPr>
        <p:grpSpPr>
          <a:xfrm>
            <a:off x="6287105" y="2974054"/>
            <a:ext cx="721206" cy="609701"/>
            <a:chOff x="6287105" y="2974054"/>
            <a:chExt cx="721206" cy="609701"/>
          </a:xfrm>
        </p:grpSpPr>
        <p:sp>
          <p:nvSpPr>
            <p:cNvPr id="1626" name="Rectangle 1625">
              <a:hlinkHover r:id="" action="ppaction://noaction" highlightClick="1"/>
              <a:extLst>
                <a:ext uri="{FF2B5EF4-FFF2-40B4-BE49-F238E27FC236}">
                  <a16:creationId xmlns:a16="http://schemas.microsoft.com/office/drawing/2014/main" id="{93BD5231-1186-4D15-3600-7E3B59A7B32D}"/>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1627" name="Rectangle 1626">
              <a:extLst>
                <a:ext uri="{FF2B5EF4-FFF2-40B4-BE49-F238E27FC236}">
                  <a16:creationId xmlns:a16="http://schemas.microsoft.com/office/drawing/2014/main" id="{3E505729-9CCC-7969-074F-8AD6BA1D0F7C}"/>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8" name="Oval 15">
              <a:extLst>
                <a:ext uri="{FF2B5EF4-FFF2-40B4-BE49-F238E27FC236}">
                  <a16:creationId xmlns:a16="http://schemas.microsoft.com/office/drawing/2014/main" id="{E5FC40AF-046A-1626-C512-75B2DDA96D01}"/>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29" name="Straight Connector 1628">
              <a:extLst>
                <a:ext uri="{FF2B5EF4-FFF2-40B4-BE49-F238E27FC236}">
                  <a16:creationId xmlns:a16="http://schemas.microsoft.com/office/drawing/2014/main" id="{5AE53BB4-8DFF-A50C-77C2-493FF4385B51}"/>
                </a:ext>
              </a:extLst>
            </p:cNvPr>
            <p:cNvCxnSpPr>
              <a:cxnSpLocks/>
              <a:stCxn id="1628"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30" name="Straight Connector 1629">
              <a:extLst>
                <a:ext uri="{FF2B5EF4-FFF2-40B4-BE49-F238E27FC236}">
                  <a16:creationId xmlns:a16="http://schemas.microsoft.com/office/drawing/2014/main" id="{22B9FCC4-19FB-8083-E949-F31C92692214}"/>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31" name="Group 1630">
            <a:extLst>
              <a:ext uri="{FF2B5EF4-FFF2-40B4-BE49-F238E27FC236}">
                <a16:creationId xmlns:a16="http://schemas.microsoft.com/office/drawing/2014/main" id="{AE98D9B6-D94F-7FF9-04AF-82922A10ABB4}"/>
              </a:ext>
            </a:extLst>
          </p:cNvPr>
          <p:cNvGrpSpPr/>
          <p:nvPr/>
        </p:nvGrpSpPr>
        <p:grpSpPr>
          <a:xfrm>
            <a:off x="7123149" y="2974054"/>
            <a:ext cx="721206" cy="609701"/>
            <a:chOff x="7123149" y="2974054"/>
            <a:chExt cx="721206" cy="609701"/>
          </a:xfrm>
        </p:grpSpPr>
        <p:sp>
          <p:nvSpPr>
            <p:cNvPr id="1632" name="Rectangle 1631">
              <a:hlinkHover r:id="" action="ppaction://noaction" highlightClick="1"/>
              <a:extLst>
                <a:ext uri="{FF2B5EF4-FFF2-40B4-BE49-F238E27FC236}">
                  <a16:creationId xmlns:a16="http://schemas.microsoft.com/office/drawing/2014/main" id="{CEAEEE15-4BF0-3B14-DB48-C6C909635D6F}"/>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1633" name="Rectangle 1632">
              <a:extLst>
                <a:ext uri="{FF2B5EF4-FFF2-40B4-BE49-F238E27FC236}">
                  <a16:creationId xmlns:a16="http://schemas.microsoft.com/office/drawing/2014/main" id="{CED5521C-4EC4-1E96-AEB1-E7014D0395FD}"/>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4" name="Oval 15">
              <a:extLst>
                <a:ext uri="{FF2B5EF4-FFF2-40B4-BE49-F238E27FC236}">
                  <a16:creationId xmlns:a16="http://schemas.microsoft.com/office/drawing/2014/main" id="{2DA31326-58F9-DFEA-55F5-41E386177E3A}"/>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35" name="Straight Connector 1634">
              <a:extLst>
                <a:ext uri="{FF2B5EF4-FFF2-40B4-BE49-F238E27FC236}">
                  <a16:creationId xmlns:a16="http://schemas.microsoft.com/office/drawing/2014/main" id="{08D438F3-8BB3-F86C-1FE0-BC4A59FDAF38}"/>
                </a:ext>
              </a:extLst>
            </p:cNvPr>
            <p:cNvCxnSpPr>
              <a:cxnSpLocks/>
              <a:stCxn id="1634"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36" name="Straight Connector 1635">
              <a:extLst>
                <a:ext uri="{FF2B5EF4-FFF2-40B4-BE49-F238E27FC236}">
                  <a16:creationId xmlns:a16="http://schemas.microsoft.com/office/drawing/2014/main" id="{48CBBA8C-38BF-B435-E29B-A7BEC683080A}"/>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43" name="Group 1642">
            <a:extLst>
              <a:ext uri="{FF2B5EF4-FFF2-40B4-BE49-F238E27FC236}">
                <a16:creationId xmlns:a16="http://schemas.microsoft.com/office/drawing/2014/main" id="{1DC519A4-6816-F1A0-B552-5693DB479904}"/>
              </a:ext>
            </a:extLst>
          </p:cNvPr>
          <p:cNvGrpSpPr/>
          <p:nvPr/>
        </p:nvGrpSpPr>
        <p:grpSpPr>
          <a:xfrm>
            <a:off x="9656908" y="1532276"/>
            <a:ext cx="721206" cy="609701"/>
            <a:chOff x="9656908" y="1532276"/>
            <a:chExt cx="721206" cy="609701"/>
          </a:xfrm>
        </p:grpSpPr>
        <p:sp>
          <p:nvSpPr>
            <p:cNvPr id="1644" name="Rectangle 1643">
              <a:extLst>
                <a:ext uri="{FF2B5EF4-FFF2-40B4-BE49-F238E27FC236}">
                  <a16:creationId xmlns:a16="http://schemas.microsoft.com/office/drawing/2014/main" id="{CED591D4-FFEC-3C56-730A-C31022135179}"/>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45" name="Rectangle 1644">
              <a:extLst>
                <a:ext uri="{FF2B5EF4-FFF2-40B4-BE49-F238E27FC236}">
                  <a16:creationId xmlns:a16="http://schemas.microsoft.com/office/drawing/2014/main" id="{7594833D-82F1-8AFD-63A2-E977F835F7AA}"/>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6" name="Oval 15">
              <a:extLst>
                <a:ext uri="{FF2B5EF4-FFF2-40B4-BE49-F238E27FC236}">
                  <a16:creationId xmlns:a16="http://schemas.microsoft.com/office/drawing/2014/main" id="{BC15515F-3A45-BD70-C7E0-D0B19C969794}"/>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47" name="Straight Connector 1646">
              <a:extLst>
                <a:ext uri="{FF2B5EF4-FFF2-40B4-BE49-F238E27FC236}">
                  <a16:creationId xmlns:a16="http://schemas.microsoft.com/office/drawing/2014/main" id="{11E905BB-E119-928E-71CD-378E713EFC2F}"/>
                </a:ext>
              </a:extLst>
            </p:cNvPr>
            <p:cNvCxnSpPr>
              <a:cxnSpLocks/>
              <a:stCxn id="1646"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48" name="Straight Connector 1647">
              <a:extLst>
                <a:ext uri="{FF2B5EF4-FFF2-40B4-BE49-F238E27FC236}">
                  <a16:creationId xmlns:a16="http://schemas.microsoft.com/office/drawing/2014/main" id="{BFBE0270-1C3C-6612-2A44-8CB2A1547AA6}"/>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61" name="Group 1660">
            <a:extLst>
              <a:ext uri="{FF2B5EF4-FFF2-40B4-BE49-F238E27FC236}">
                <a16:creationId xmlns:a16="http://schemas.microsoft.com/office/drawing/2014/main" id="{A3A2B5B3-7FE3-47A1-44E7-C76A29E6843D}"/>
              </a:ext>
            </a:extLst>
          </p:cNvPr>
          <p:cNvGrpSpPr/>
          <p:nvPr/>
        </p:nvGrpSpPr>
        <p:grpSpPr>
          <a:xfrm>
            <a:off x="5454383" y="2974054"/>
            <a:ext cx="721206" cy="609701"/>
            <a:chOff x="5454383" y="2974054"/>
            <a:chExt cx="721206" cy="609701"/>
          </a:xfrm>
        </p:grpSpPr>
        <p:sp>
          <p:nvSpPr>
            <p:cNvPr id="1662" name="Rectangle 1661">
              <a:extLst>
                <a:ext uri="{FF2B5EF4-FFF2-40B4-BE49-F238E27FC236}">
                  <a16:creationId xmlns:a16="http://schemas.microsoft.com/office/drawing/2014/main" id="{E51115C3-384A-8688-9B48-B25AF268A1CF}"/>
                </a:ext>
              </a:extLst>
            </p:cNvPr>
            <p:cNvSpPr/>
            <p:nvPr/>
          </p:nvSpPr>
          <p:spPr>
            <a:xfrm>
              <a:off x="5454383"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1663" name="Rectangle 1662">
              <a:extLst>
                <a:ext uri="{FF2B5EF4-FFF2-40B4-BE49-F238E27FC236}">
                  <a16:creationId xmlns:a16="http://schemas.microsoft.com/office/drawing/2014/main" id="{5398D025-105A-2CEC-0980-4C23E467C328}"/>
                </a:ext>
              </a:extLst>
            </p:cNvPr>
            <p:cNvSpPr/>
            <p:nvPr/>
          </p:nvSpPr>
          <p:spPr>
            <a:xfrm flipV="1">
              <a:off x="6064254"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4" name="Oval 15">
              <a:extLst>
                <a:ext uri="{FF2B5EF4-FFF2-40B4-BE49-F238E27FC236}">
                  <a16:creationId xmlns:a16="http://schemas.microsoft.com/office/drawing/2014/main" id="{EAEACE1C-2136-4778-F961-C17E86BD46EC}"/>
                </a:ext>
              </a:extLst>
            </p:cNvPr>
            <p:cNvSpPr/>
            <p:nvPr/>
          </p:nvSpPr>
          <p:spPr>
            <a:xfrm>
              <a:off x="6091643"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65" name="Straight Connector 1664">
              <a:extLst>
                <a:ext uri="{FF2B5EF4-FFF2-40B4-BE49-F238E27FC236}">
                  <a16:creationId xmlns:a16="http://schemas.microsoft.com/office/drawing/2014/main" id="{8AB5A583-9AAB-5CDC-27CF-92901D874BCD}"/>
                </a:ext>
              </a:extLst>
            </p:cNvPr>
            <p:cNvCxnSpPr>
              <a:cxnSpLocks/>
              <a:stCxn id="1664" idx="0"/>
            </p:cNvCxnSpPr>
            <p:nvPr/>
          </p:nvCxnSpPr>
          <p:spPr>
            <a:xfrm flipV="1">
              <a:off x="6097339"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66" name="Straight Connector 1665">
              <a:extLst>
                <a:ext uri="{FF2B5EF4-FFF2-40B4-BE49-F238E27FC236}">
                  <a16:creationId xmlns:a16="http://schemas.microsoft.com/office/drawing/2014/main" id="{DDB7E20E-EB7A-97E3-BF2C-FA187E58CCC5}"/>
                </a:ext>
              </a:extLst>
            </p:cNvPr>
            <p:cNvCxnSpPr>
              <a:cxnSpLocks/>
            </p:cNvCxnSpPr>
            <p:nvPr/>
          </p:nvCxnSpPr>
          <p:spPr>
            <a:xfrm>
              <a:off x="6103058"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67" name="Group 1666">
            <a:extLst>
              <a:ext uri="{FF2B5EF4-FFF2-40B4-BE49-F238E27FC236}">
                <a16:creationId xmlns:a16="http://schemas.microsoft.com/office/drawing/2014/main" id="{BADBCA78-5862-E1AB-9E44-3BBAFFE2B20A}"/>
              </a:ext>
            </a:extLst>
          </p:cNvPr>
          <p:cNvGrpSpPr/>
          <p:nvPr/>
        </p:nvGrpSpPr>
        <p:grpSpPr>
          <a:xfrm>
            <a:off x="2102909" y="811556"/>
            <a:ext cx="721206" cy="609701"/>
            <a:chOff x="2102909" y="811556"/>
            <a:chExt cx="721206" cy="609701"/>
          </a:xfrm>
        </p:grpSpPr>
        <p:sp>
          <p:nvSpPr>
            <p:cNvPr id="1668" name="Rectangle 1667">
              <a:extLst>
                <a:ext uri="{FF2B5EF4-FFF2-40B4-BE49-F238E27FC236}">
                  <a16:creationId xmlns:a16="http://schemas.microsoft.com/office/drawing/2014/main" id="{6D37E545-79B8-E111-4CAF-C0A37E197881}"/>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69" name="Rectangle 1668">
              <a:extLst>
                <a:ext uri="{FF2B5EF4-FFF2-40B4-BE49-F238E27FC236}">
                  <a16:creationId xmlns:a16="http://schemas.microsoft.com/office/drawing/2014/main" id="{73926E00-1D72-7BB2-350E-6A903D1A8964}"/>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0" name="Oval 15">
              <a:extLst>
                <a:ext uri="{FF2B5EF4-FFF2-40B4-BE49-F238E27FC236}">
                  <a16:creationId xmlns:a16="http://schemas.microsoft.com/office/drawing/2014/main" id="{83D6DA12-7E3D-6125-6888-D900AC5F3F03}"/>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71" name="Straight Connector 1670">
              <a:extLst>
                <a:ext uri="{FF2B5EF4-FFF2-40B4-BE49-F238E27FC236}">
                  <a16:creationId xmlns:a16="http://schemas.microsoft.com/office/drawing/2014/main" id="{DAD659F7-5217-A05D-7F6A-9778C257D256}"/>
                </a:ext>
              </a:extLst>
            </p:cNvPr>
            <p:cNvCxnSpPr>
              <a:cxnSpLocks/>
              <a:stCxn id="1670"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72" name="Straight Connector 1671">
              <a:extLst>
                <a:ext uri="{FF2B5EF4-FFF2-40B4-BE49-F238E27FC236}">
                  <a16:creationId xmlns:a16="http://schemas.microsoft.com/office/drawing/2014/main" id="{35B59DF2-CB00-0EC2-98E1-669FE02FFF2F}"/>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73" name="Group 1672">
            <a:extLst>
              <a:ext uri="{FF2B5EF4-FFF2-40B4-BE49-F238E27FC236}">
                <a16:creationId xmlns:a16="http://schemas.microsoft.com/office/drawing/2014/main" id="{D2F4AD03-ED1C-66F3-8F5A-0AE2E10FCCEE}"/>
              </a:ext>
            </a:extLst>
          </p:cNvPr>
          <p:cNvGrpSpPr/>
          <p:nvPr/>
        </p:nvGrpSpPr>
        <p:grpSpPr>
          <a:xfrm>
            <a:off x="10506599" y="811556"/>
            <a:ext cx="721206" cy="609701"/>
            <a:chOff x="10506599" y="811556"/>
            <a:chExt cx="721206" cy="609701"/>
          </a:xfrm>
        </p:grpSpPr>
        <p:sp>
          <p:nvSpPr>
            <p:cNvPr id="1674" name="Rectangle 1673">
              <a:extLst>
                <a:ext uri="{FF2B5EF4-FFF2-40B4-BE49-F238E27FC236}">
                  <a16:creationId xmlns:a16="http://schemas.microsoft.com/office/drawing/2014/main" id="{007852AE-063B-6C43-F5B3-1FD4A66CCF1B}"/>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75" name="Rectangle 1674">
              <a:extLst>
                <a:ext uri="{FF2B5EF4-FFF2-40B4-BE49-F238E27FC236}">
                  <a16:creationId xmlns:a16="http://schemas.microsoft.com/office/drawing/2014/main" id="{46AA3C5B-D967-AA5F-40CD-833B5A93F8E6}"/>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6" name="Oval 15">
              <a:extLst>
                <a:ext uri="{FF2B5EF4-FFF2-40B4-BE49-F238E27FC236}">
                  <a16:creationId xmlns:a16="http://schemas.microsoft.com/office/drawing/2014/main" id="{2F14582D-D770-99A9-C452-A9BC45CFB6B8}"/>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77" name="Straight Connector 1676">
              <a:extLst>
                <a:ext uri="{FF2B5EF4-FFF2-40B4-BE49-F238E27FC236}">
                  <a16:creationId xmlns:a16="http://schemas.microsoft.com/office/drawing/2014/main" id="{9E9573B1-2BA0-7C61-FC2A-ABE442B8FC2E}"/>
                </a:ext>
              </a:extLst>
            </p:cNvPr>
            <p:cNvCxnSpPr>
              <a:cxnSpLocks/>
              <a:stCxn id="1676"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78" name="Straight Connector 1677">
              <a:extLst>
                <a:ext uri="{FF2B5EF4-FFF2-40B4-BE49-F238E27FC236}">
                  <a16:creationId xmlns:a16="http://schemas.microsoft.com/office/drawing/2014/main" id="{B8494538-CE57-AE33-ECD6-DCD0B6A41D7B}"/>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 name="Group 1">
            <a:extLst>
              <a:ext uri="{FF2B5EF4-FFF2-40B4-BE49-F238E27FC236}">
                <a16:creationId xmlns:a16="http://schemas.microsoft.com/office/drawing/2014/main" id="{1ED1C546-7B55-10D2-6984-150540D5D648}"/>
              </a:ext>
            </a:extLst>
          </p:cNvPr>
          <p:cNvGrpSpPr/>
          <p:nvPr/>
        </p:nvGrpSpPr>
        <p:grpSpPr>
          <a:xfrm>
            <a:off x="4615774" y="3698231"/>
            <a:ext cx="721206" cy="609701"/>
            <a:chOff x="4615774" y="3698231"/>
            <a:chExt cx="721206" cy="609701"/>
          </a:xfrm>
        </p:grpSpPr>
        <p:sp>
          <p:nvSpPr>
            <p:cNvPr id="3" name="Rectangle 2">
              <a:hlinkHover r:id="" action="ppaction://noaction" highlightClick="1"/>
              <a:extLst>
                <a:ext uri="{FF2B5EF4-FFF2-40B4-BE49-F238E27FC236}">
                  <a16:creationId xmlns:a16="http://schemas.microsoft.com/office/drawing/2014/main" id="{1DFB8205-6003-10A0-49E5-D56545279A8E}"/>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4" name="Oval 3">
              <a:extLst>
                <a:ext uri="{FF2B5EF4-FFF2-40B4-BE49-F238E27FC236}">
                  <a16:creationId xmlns:a16="http://schemas.microsoft.com/office/drawing/2014/main" id="{2D12C0CC-E637-ACAC-06E9-BD235AC3ACF5}"/>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 name="Isosceles Triangle 648">
              <a:extLst>
                <a:ext uri="{FF2B5EF4-FFF2-40B4-BE49-F238E27FC236}">
                  <a16:creationId xmlns:a16="http://schemas.microsoft.com/office/drawing/2014/main" id="{2A7D2E4F-ACBE-9440-9284-58D31D3E5DDB}"/>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9" name="Group 28">
            <a:extLst>
              <a:ext uri="{FF2B5EF4-FFF2-40B4-BE49-F238E27FC236}">
                <a16:creationId xmlns:a16="http://schemas.microsoft.com/office/drawing/2014/main" id="{5EBBF680-1034-894B-06E7-E34A8ABABF62}"/>
              </a:ext>
            </a:extLst>
          </p:cNvPr>
          <p:cNvGrpSpPr/>
          <p:nvPr/>
        </p:nvGrpSpPr>
        <p:grpSpPr>
          <a:xfrm>
            <a:off x="3779083" y="3698227"/>
            <a:ext cx="721206" cy="609701"/>
            <a:chOff x="3779083" y="3698227"/>
            <a:chExt cx="721206" cy="609701"/>
          </a:xfrm>
        </p:grpSpPr>
        <p:sp>
          <p:nvSpPr>
            <p:cNvPr id="30" name="Rectangle 29">
              <a:extLst>
                <a:ext uri="{FF2B5EF4-FFF2-40B4-BE49-F238E27FC236}">
                  <a16:creationId xmlns:a16="http://schemas.microsoft.com/office/drawing/2014/main" id="{2C07FB1A-C5DE-325F-D089-73AE97D00696}"/>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32" name="Right Triangle 31">
              <a:extLst>
                <a:ext uri="{FF2B5EF4-FFF2-40B4-BE49-F238E27FC236}">
                  <a16:creationId xmlns:a16="http://schemas.microsoft.com/office/drawing/2014/main" id="{71D6E04F-58E1-E439-F77B-5A17B3DD3371}"/>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3" name="Group 32">
              <a:extLst>
                <a:ext uri="{FF2B5EF4-FFF2-40B4-BE49-F238E27FC236}">
                  <a16:creationId xmlns:a16="http://schemas.microsoft.com/office/drawing/2014/main" id="{ED35CBC1-836E-0813-BC29-B1414678290A}"/>
                </a:ext>
              </a:extLst>
            </p:cNvPr>
            <p:cNvGrpSpPr/>
            <p:nvPr/>
          </p:nvGrpSpPr>
          <p:grpSpPr>
            <a:xfrm>
              <a:off x="4448518" y="3706736"/>
              <a:ext cx="37817" cy="61390"/>
              <a:chOff x="3883481" y="2057400"/>
              <a:chExt cx="1608363" cy="2652031"/>
            </a:xfrm>
            <a:solidFill>
              <a:srgbClr val="A6A6A6"/>
            </a:solidFill>
          </p:grpSpPr>
          <p:sp>
            <p:nvSpPr>
              <p:cNvPr id="34" name="Oval 27">
                <a:extLst>
                  <a:ext uri="{FF2B5EF4-FFF2-40B4-BE49-F238E27FC236}">
                    <a16:creationId xmlns:a16="http://schemas.microsoft.com/office/drawing/2014/main" id="{3597DE96-8444-0E1A-A015-F3D698191EF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 name="Oval 28">
                <a:extLst>
                  <a:ext uri="{FF2B5EF4-FFF2-40B4-BE49-F238E27FC236}">
                    <a16:creationId xmlns:a16="http://schemas.microsoft.com/office/drawing/2014/main" id="{CCADF683-D87A-088B-EF8C-D7F95CF6B86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6" name="Group 35">
            <a:extLst>
              <a:ext uri="{FF2B5EF4-FFF2-40B4-BE49-F238E27FC236}">
                <a16:creationId xmlns:a16="http://schemas.microsoft.com/office/drawing/2014/main" id="{D0326C8A-EC41-2409-E057-C9A3A791D44D}"/>
              </a:ext>
            </a:extLst>
          </p:cNvPr>
          <p:cNvGrpSpPr/>
          <p:nvPr/>
        </p:nvGrpSpPr>
        <p:grpSpPr>
          <a:xfrm>
            <a:off x="2099602" y="5136552"/>
            <a:ext cx="721206" cy="609701"/>
            <a:chOff x="2099602" y="5136552"/>
            <a:chExt cx="721206" cy="609701"/>
          </a:xfrm>
        </p:grpSpPr>
        <p:sp>
          <p:nvSpPr>
            <p:cNvPr id="37" name="Rectangle 36">
              <a:extLst>
                <a:ext uri="{FF2B5EF4-FFF2-40B4-BE49-F238E27FC236}">
                  <a16:creationId xmlns:a16="http://schemas.microsoft.com/office/drawing/2014/main" id="{02066C74-25E3-45E6-6B88-0526D0490EE5}"/>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38" name="Right Triangle 37">
              <a:extLst>
                <a:ext uri="{FF2B5EF4-FFF2-40B4-BE49-F238E27FC236}">
                  <a16:creationId xmlns:a16="http://schemas.microsoft.com/office/drawing/2014/main" id="{D34D058C-3AD8-29D3-DD96-D0B47864D04F}"/>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9" name="Group 38">
              <a:extLst>
                <a:ext uri="{FF2B5EF4-FFF2-40B4-BE49-F238E27FC236}">
                  <a16:creationId xmlns:a16="http://schemas.microsoft.com/office/drawing/2014/main" id="{57773F62-7082-22AC-01D8-98939199F324}"/>
                </a:ext>
              </a:extLst>
            </p:cNvPr>
            <p:cNvGrpSpPr/>
            <p:nvPr/>
          </p:nvGrpSpPr>
          <p:grpSpPr>
            <a:xfrm>
              <a:off x="2765664" y="5151370"/>
              <a:ext cx="37817" cy="61390"/>
              <a:chOff x="3883481" y="2057400"/>
              <a:chExt cx="1608363" cy="2652031"/>
            </a:xfrm>
            <a:solidFill>
              <a:srgbClr val="A6A6A6"/>
            </a:solidFill>
          </p:grpSpPr>
          <p:sp>
            <p:nvSpPr>
              <p:cNvPr id="40" name="Oval 27">
                <a:extLst>
                  <a:ext uri="{FF2B5EF4-FFF2-40B4-BE49-F238E27FC236}">
                    <a16:creationId xmlns:a16="http://schemas.microsoft.com/office/drawing/2014/main" id="{4B0FEED2-EA69-6AE4-3E94-27BCB5AC024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 name="Oval 28">
                <a:extLst>
                  <a:ext uri="{FF2B5EF4-FFF2-40B4-BE49-F238E27FC236}">
                    <a16:creationId xmlns:a16="http://schemas.microsoft.com/office/drawing/2014/main" id="{B0CFFE5A-143C-AAAA-F710-836F67D8ECD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2" name="Group 41">
            <a:extLst>
              <a:ext uri="{FF2B5EF4-FFF2-40B4-BE49-F238E27FC236}">
                <a16:creationId xmlns:a16="http://schemas.microsoft.com/office/drawing/2014/main" id="{3B978777-02D5-308C-5A4E-B3980323DCD4}"/>
              </a:ext>
            </a:extLst>
          </p:cNvPr>
          <p:cNvGrpSpPr/>
          <p:nvPr/>
        </p:nvGrpSpPr>
        <p:grpSpPr>
          <a:xfrm>
            <a:off x="2100388" y="4419620"/>
            <a:ext cx="721206" cy="609701"/>
            <a:chOff x="2100388" y="4419620"/>
            <a:chExt cx="721206" cy="609701"/>
          </a:xfrm>
        </p:grpSpPr>
        <p:sp>
          <p:nvSpPr>
            <p:cNvPr id="43" name="Rectangle 42">
              <a:extLst>
                <a:ext uri="{FF2B5EF4-FFF2-40B4-BE49-F238E27FC236}">
                  <a16:creationId xmlns:a16="http://schemas.microsoft.com/office/drawing/2014/main" id="{1BAD4D5C-9C73-267A-87FE-9D50FD9B352A}"/>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44" name="Right Triangle 43">
              <a:extLst>
                <a:ext uri="{FF2B5EF4-FFF2-40B4-BE49-F238E27FC236}">
                  <a16:creationId xmlns:a16="http://schemas.microsoft.com/office/drawing/2014/main" id="{D46FF0FE-7D06-5B98-3410-7A63ADEF9DEF}"/>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5" name="Group 44">
              <a:extLst>
                <a:ext uri="{FF2B5EF4-FFF2-40B4-BE49-F238E27FC236}">
                  <a16:creationId xmlns:a16="http://schemas.microsoft.com/office/drawing/2014/main" id="{92BD85F7-4FC3-EBE1-6216-BE13EF6CB920}"/>
                </a:ext>
              </a:extLst>
            </p:cNvPr>
            <p:cNvGrpSpPr/>
            <p:nvPr/>
          </p:nvGrpSpPr>
          <p:grpSpPr>
            <a:xfrm>
              <a:off x="2769861" y="4434438"/>
              <a:ext cx="37817" cy="61390"/>
              <a:chOff x="3883481" y="2057400"/>
              <a:chExt cx="1608363" cy="2652031"/>
            </a:xfrm>
            <a:solidFill>
              <a:srgbClr val="A6A6A6"/>
            </a:solidFill>
          </p:grpSpPr>
          <p:sp>
            <p:nvSpPr>
              <p:cNvPr id="46" name="Oval 27">
                <a:extLst>
                  <a:ext uri="{FF2B5EF4-FFF2-40B4-BE49-F238E27FC236}">
                    <a16:creationId xmlns:a16="http://schemas.microsoft.com/office/drawing/2014/main" id="{99AFB389-4161-7C23-1788-1D59D548D13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 name="Oval 28">
                <a:extLst>
                  <a:ext uri="{FF2B5EF4-FFF2-40B4-BE49-F238E27FC236}">
                    <a16:creationId xmlns:a16="http://schemas.microsoft.com/office/drawing/2014/main" id="{173D29BC-20A1-BA16-91CC-5ACCA0D3F52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6" name="Group 55">
            <a:extLst>
              <a:ext uri="{FF2B5EF4-FFF2-40B4-BE49-F238E27FC236}">
                <a16:creationId xmlns:a16="http://schemas.microsoft.com/office/drawing/2014/main" id="{331F2747-1D6D-158F-060D-1E0A974A9FB7}"/>
              </a:ext>
            </a:extLst>
          </p:cNvPr>
          <p:cNvGrpSpPr/>
          <p:nvPr/>
        </p:nvGrpSpPr>
        <p:grpSpPr>
          <a:xfrm>
            <a:off x="8807246" y="1508831"/>
            <a:ext cx="721206" cy="609701"/>
            <a:chOff x="8807246" y="1532278"/>
            <a:chExt cx="721206" cy="609701"/>
          </a:xfrm>
        </p:grpSpPr>
        <p:sp>
          <p:nvSpPr>
            <p:cNvPr id="57" name="Rectangle 56">
              <a:hlinkHover r:id="" action="ppaction://noaction" highlightClick="1"/>
              <a:extLst>
                <a:ext uri="{FF2B5EF4-FFF2-40B4-BE49-F238E27FC236}">
                  <a16:creationId xmlns:a16="http://schemas.microsoft.com/office/drawing/2014/main" id="{DC2FE2EE-EE77-4E2D-2788-2D4A56D19534}"/>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58" name="Oval 57">
              <a:extLst>
                <a:ext uri="{FF2B5EF4-FFF2-40B4-BE49-F238E27FC236}">
                  <a16:creationId xmlns:a16="http://schemas.microsoft.com/office/drawing/2014/main" id="{5BA13FF3-862C-FB81-70C5-63EEB0138165}"/>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 name="Isosceles Triangle 648">
              <a:extLst>
                <a:ext uri="{FF2B5EF4-FFF2-40B4-BE49-F238E27FC236}">
                  <a16:creationId xmlns:a16="http://schemas.microsoft.com/office/drawing/2014/main" id="{A744F2E4-F780-9099-6E3B-70A642914958}"/>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 name="Group 59">
            <a:extLst>
              <a:ext uri="{FF2B5EF4-FFF2-40B4-BE49-F238E27FC236}">
                <a16:creationId xmlns:a16="http://schemas.microsoft.com/office/drawing/2014/main" id="{E434A39D-683E-81BE-8C20-EAD639CAAFD3}"/>
              </a:ext>
            </a:extLst>
          </p:cNvPr>
          <p:cNvGrpSpPr/>
          <p:nvPr/>
        </p:nvGrpSpPr>
        <p:grpSpPr>
          <a:xfrm>
            <a:off x="11356242" y="1508829"/>
            <a:ext cx="721206" cy="609701"/>
            <a:chOff x="11356242" y="1532276"/>
            <a:chExt cx="721206" cy="609701"/>
          </a:xfrm>
        </p:grpSpPr>
        <p:sp>
          <p:nvSpPr>
            <p:cNvPr id="61" name="Rectangle 60">
              <a:hlinkHover r:id="" action="ppaction://noaction" highlightClick="1"/>
              <a:extLst>
                <a:ext uri="{FF2B5EF4-FFF2-40B4-BE49-F238E27FC236}">
                  <a16:creationId xmlns:a16="http://schemas.microsoft.com/office/drawing/2014/main" id="{58E6DF4D-F40B-6901-F495-EAD2BB3DDDCB}"/>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62" name="Oval 61">
              <a:extLst>
                <a:ext uri="{FF2B5EF4-FFF2-40B4-BE49-F238E27FC236}">
                  <a16:creationId xmlns:a16="http://schemas.microsoft.com/office/drawing/2014/main" id="{E5735CD8-F57F-D539-345E-BB762DDC5BAC}"/>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 name="Isosceles Triangle 648">
              <a:extLst>
                <a:ext uri="{FF2B5EF4-FFF2-40B4-BE49-F238E27FC236}">
                  <a16:creationId xmlns:a16="http://schemas.microsoft.com/office/drawing/2014/main" id="{E3DDABB5-CB47-F920-15A8-0B062FD11A95}"/>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9" name="Group 98">
            <a:extLst>
              <a:ext uri="{FF2B5EF4-FFF2-40B4-BE49-F238E27FC236}">
                <a16:creationId xmlns:a16="http://schemas.microsoft.com/office/drawing/2014/main" id="{AE12C0F0-D92A-9BE1-F74C-2F20D946659F}"/>
              </a:ext>
            </a:extLst>
          </p:cNvPr>
          <p:cNvGrpSpPr/>
          <p:nvPr/>
        </p:nvGrpSpPr>
        <p:grpSpPr>
          <a:xfrm>
            <a:off x="2928745" y="5130726"/>
            <a:ext cx="724141" cy="609701"/>
            <a:chOff x="4615447" y="2974054"/>
            <a:chExt cx="724141" cy="609701"/>
          </a:xfrm>
        </p:grpSpPr>
        <p:sp>
          <p:nvSpPr>
            <p:cNvPr id="100" name="Rectangle 99">
              <a:extLst>
                <a:ext uri="{FF2B5EF4-FFF2-40B4-BE49-F238E27FC236}">
                  <a16:creationId xmlns:a16="http://schemas.microsoft.com/office/drawing/2014/main" id="{81BBF872-1E29-070B-0CA1-DBCC08C1732F}"/>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01" name="Right Triangle 100">
              <a:extLst>
                <a:ext uri="{FF2B5EF4-FFF2-40B4-BE49-F238E27FC236}">
                  <a16:creationId xmlns:a16="http://schemas.microsoft.com/office/drawing/2014/main" id="{F1A89BA1-298D-A960-08B8-275D9778997D}"/>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2" name="Group 101">
              <a:extLst>
                <a:ext uri="{FF2B5EF4-FFF2-40B4-BE49-F238E27FC236}">
                  <a16:creationId xmlns:a16="http://schemas.microsoft.com/office/drawing/2014/main" id="{B9917AAA-1B3E-A196-4CA7-338CE9D72679}"/>
                </a:ext>
              </a:extLst>
            </p:cNvPr>
            <p:cNvGrpSpPr/>
            <p:nvPr/>
          </p:nvGrpSpPr>
          <p:grpSpPr>
            <a:xfrm>
              <a:off x="5288977" y="2982563"/>
              <a:ext cx="37817" cy="61390"/>
              <a:chOff x="3883481" y="2057400"/>
              <a:chExt cx="1608363" cy="2652031"/>
            </a:xfrm>
            <a:solidFill>
              <a:srgbClr val="A6A6A6"/>
            </a:solidFill>
          </p:grpSpPr>
          <p:sp>
            <p:nvSpPr>
              <p:cNvPr id="103" name="Oval 27">
                <a:extLst>
                  <a:ext uri="{FF2B5EF4-FFF2-40B4-BE49-F238E27FC236}">
                    <a16:creationId xmlns:a16="http://schemas.microsoft.com/office/drawing/2014/main" id="{73208453-1708-8309-435E-94D3BB9FA41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 name="Oval 28">
                <a:extLst>
                  <a:ext uri="{FF2B5EF4-FFF2-40B4-BE49-F238E27FC236}">
                    <a16:creationId xmlns:a16="http://schemas.microsoft.com/office/drawing/2014/main" id="{CD03D2BF-6531-A54C-1EE9-790F99C1ACE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CC97A7DB-C83F-FEC1-B39E-57CE16062550}"/>
              </a:ext>
            </a:extLst>
          </p:cNvPr>
          <p:cNvGrpSpPr/>
          <p:nvPr/>
        </p:nvGrpSpPr>
        <p:grpSpPr>
          <a:xfrm>
            <a:off x="3776511" y="2974054"/>
            <a:ext cx="724141" cy="609701"/>
            <a:chOff x="3776511" y="2974054"/>
            <a:chExt cx="724141" cy="609701"/>
          </a:xfrm>
        </p:grpSpPr>
        <p:sp>
          <p:nvSpPr>
            <p:cNvPr id="106" name="Rectangle 105">
              <a:extLst>
                <a:ext uri="{FF2B5EF4-FFF2-40B4-BE49-F238E27FC236}">
                  <a16:creationId xmlns:a16="http://schemas.microsoft.com/office/drawing/2014/main" id="{9D923A27-419C-7BFC-895E-58502E95FFE7}"/>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107" name="Right Triangle 106">
              <a:extLst>
                <a:ext uri="{FF2B5EF4-FFF2-40B4-BE49-F238E27FC236}">
                  <a16:creationId xmlns:a16="http://schemas.microsoft.com/office/drawing/2014/main" id="{E7513356-F66F-8A11-4782-27D90FDBAD19}"/>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8" name="Group 107">
              <a:extLst>
                <a:ext uri="{FF2B5EF4-FFF2-40B4-BE49-F238E27FC236}">
                  <a16:creationId xmlns:a16="http://schemas.microsoft.com/office/drawing/2014/main" id="{E43E1B51-BE87-5650-B591-46F0E0015C71}"/>
                </a:ext>
              </a:extLst>
            </p:cNvPr>
            <p:cNvGrpSpPr/>
            <p:nvPr/>
          </p:nvGrpSpPr>
          <p:grpSpPr>
            <a:xfrm>
              <a:off x="4450041" y="2982563"/>
              <a:ext cx="37817" cy="61390"/>
              <a:chOff x="3883481" y="2057400"/>
              <a:chExt cx="1608363" cy="2652031"/>
            </a:xfrm>
            <a:solidFill>
              <a:srgbClr val="A6A6A6"/>
            </a:solidFill>
          </p:grpSpPr>
          <p:sp>
            <p:nvSpPr>
              <p:cNvPr id="109" name="Oval 27">
                <a:extLst>
                  <a:ext uri="{FF2B5EF4-FFF2-40B4-BE49-F238E27FC236}">
                    <a16:creationId xmlns:a16="http://schemas.microsoft.com/office/drawing/2014/main" id="{B57F452B-C9C9-B4A1-216D-738CCC52D51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Oval 28">
                <a:extLst>
                  <a:ext uri="{FF2B5EF4-FFF2-40B4-BE49-F238E27FC236}">
                    <a16:creationId xmlns:a16="http://schemas.microsoft.com/office/drawing/2014/main" id="{FD61250B-04CE-C86D-5952-4C5212E903D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11" name="Rectangle 110">
            <a:hlinkClick r:id="rId4" action="ppaction://hlinksldjump"/>
            <a:hlinkHover r:id="rId4" action="ppaction://hlinksldjump"/>
            <a:extLst>
              <a:ext uri="{FF2B5EF4-FFF2-40B4-BE49-F238E27FC236}">
                <a16:creationId xmlns:a16="http://schemas.microsoft.com/office/drawing/2014/main" id="{3E4D7C77-AE54-B332-B580-B1D227954719}"/>
              </a:ext>
            </a:extLst>
          </p:cNvPr>
          <p:cNvSpPr/>
          <p:nvPr/>
        </p:nvSpPr>
        <p:spPr>
          <a:xfrm>
            <a:off x="299024"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112" name="Rectangle 111">
            <a:hlinkClick r:id="rId5" action="ppaction://hlinksldjump"/>
            <a:hlinkHover r:id="rId5" action="ppaction://hlinksldjump"/>
            <a:extLst>
              <a:ext uri="{FF2B5EF4-FFF2-40B4-BE49-F238E27FC236}">
                <a16:creationId xmlns:a16="http://schemas.microsoft.com/office/drawing/2014/main" id="{400D3263-2447-A996-7F51-74907D41B4D2}"/>
              </a:ext>
            </a:extLst>
          </p:cNvPr>
          <p:cNvSpPr/>
          <p:nvPr/>
        </p:nvSpPr>
        <p:spPr>
          <a:xfrm>
            <a:off x="1975955"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113" name="Rectangle 112">
            <a:hlinkClick r:id="rId6" action="ppaction://hlinksldjump"/>
            <a:hlinkHover r:id="rId6" action="ppaction://hlinksldjump"/>
            <a:extLst>
              <a:ext uri="{FF2B5EF4-FFF2-40B4-BE49-F238E27FC236}">
                <a16:creationId xmlns:a16="http://schemas.microsoft.com/office/drawing/2014/main" id="{19B0F9EE-7AB5-0B17-35CD-6B39B19320BE}"/>
              </a:ext>
            </a:extLst>
          </p:cNvPr>
          <p:cNvSpPr/>
          <p:nvPr/>
        </p:nvSpPr>
        <p:spPr>
          <a:xfrm>
            <a:off x="3652886"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114" name="Rectangle 113">
            <a:hlinkClick r:id="rId7" action="ppaction://hlinksldjump"/>
            <a:hlinkHover r:id="rId7" action="ppaction://hlinksldjump"/>
            <a:extLst>
              <a:ext uri="{FF2B5EF4-FFF2-40B4-BE49-F238E27FC236}">
                <a16:creationId xmlns:a16="http://schemas.microsoft.com/office/drawing/2014/main" id="{A252E907-40AE-59D2-8184-1F88FD358C43}"/>
              </a:ext>
            </a:extLst>
          </p:cNvPr>
          <p:cNvSpPr/>
          <p:nvPr/>
        </p:nvSpPr>
        <p:spPr>
          <a:xfrm>
            <a:off x="5329817" y="5802160"/>
            <a:ext cx="1738529" cy="454591"/>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115" name="Rectangle 114">
            <a:hlinkClick r:id="rId8" action="ppaction://hlinksldjump"/>
            <a:hlinkHover r:id="rId8" action="ppaction://hlinksldjump"/>
            <a:extLst>
              <a:ext uri="{FF2B5EF4-FFF2-40B4-BE49-F238E27FC236}">
                <a16:creationId xmlns:a16="http://schemas.microsoft.com/office/drawing/2014/main" id="{4D41D2C7-9C81-A1DA-E4FF-CEA142EF4B6C}"/>
              </a:ext>
            </a:extLst>
          </p:cNvPr>
          <p:cNvSpPr/>
          <p:nvPr/>
        </p:nvSpPr>
        <p:spPr>
          <a:xfrm>
            <a:off x="7107720" y="5802160"/>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16" name="Rectangle 115">
            <a:hlinkClick r:id="rId9" action="ppaction://hlinksldjump"/>
            <a:hlinkHover r:id="rId9" action="ppaction://hlinksldjump"/>
            <a:extLst>
              <a:ext uri="{FF2B5EF4-FFF2-40B4-BE49-F238E27FC236}">
                <a16:creationId xmlns:a16="http://schemas.microsoft.com/office/drawing/2014/main" id="{A0E4BC46-216D-A64A-475F-921DBB99C1B2}"/>
              </a:ext>
            </a:extLst>
          </p:cNvPr>
          <p:cNvSpPr/>
          <p:nvPr/>
        </p:nvSpPr>
        <p:spPr>
          <a:xfrm>
            <a:off x="3652886"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117" name="Rectangle 116">
            <a:hlinkClick r:id="rId10" action="ppaction://hlinksldjump"/>
            <a:hlinkHover r:id="rId10" action="ppaction://hlinksldjump"/>
            <a:extLst>
              <a:ext uri="{FF2B5EF4-FFF2-40B4-BE49-F238E27FC236}">
                <a16:creationId xmlns:a16="http://schemas.microsoft.com/office/drawing/2014/main" id="{79197D7A-1B73-4093-1300-DDD17FD79982}"/>
              </a:ext>
            </a:extLst>
          </p:cNvPr>
          <p:cNvSpPr/>
          <p:nvPr/>
        </p:nvSpPr>
        <p:spPr>
          <a:xfrm>
            <a:off x="7107721" y="6284246"/>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18" name="Rectangle 117">
            <a:hlinkClick r:id="rId11" action="ppaction://hlinksldjump"/>
            <a:hlinkHover r:id="rId11" action="ppaction://hlinksldjump"/>
            <a:extLst>
              <a:ext uri="{FF2B5EF4-FFF2-40B4-BE49-F238E27FC236}">
                <a16:creationId xmlns:a16="http://schemas.microsoft.com/office/drawing/2014/main" id="{29EB4756-73ED-64C9-942A-5B7C82AEE811}"/>
              </a:ext>
            </a:extLst>
          </p:cNvPr>
          <p:cNvSpPr/>
          <p:nvPr/>
        </p:nvSpPr>
        <p:spPr>
          <a:xfrm>
            <a:off x="10811623" y="5796447"/>
            <a:ext cx="1301668" cy="957208"/>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119" name="Rectangle 118">
            <a:hlinkClick r:id="rId12" action="ppaction://hlinksldjump"/>
            <a:hlinkHover r:id="rId12" action="ppaction://hlinksldjump"/>
            <a:extLst>
              <a:ext uri="{FF2B5EF4-FFF2-40B4-BE49-F238E27FC236}">
                <a16:creationId xmlns:a16="http://schemas.microsoft.com/office/drawing/2014/main" id="{6B97F25D-B091-2024-875C-16F285D0A762}"/>
              </a:ext>
            </a:extLst>
          </p:cNvPr>
          <p:cNvSpPr/>
          <p:nvPr/>
        </p:nvSpPr>
        <p:spPr>
          <a:xfrm>
            <a:off x="299024" y="6299063"/>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20" name="Rectangle 119">
            <a:hlinkClick r:id="rId13" action="ppaction://hlinksldjump"/>
            <a:hlinkHover r:id="rId13" action="ppaction://hlinksldjump"/>
            <a:extLst>
              <a:ext uri="{FF2B5EF4-FFF2-40B4-BE49-F238E27FC236}">
                <a16:creationId xmlns:a16="http://schemas.microsoft.com/office/drawing/2014/main" id="{F96671F2-0EA8-EED5-EAD9-1EF7E7133A8C}"/>
              </a:ext>
            </a:extLst>
          </p:cNvPr>
          <p:cNvSpPr/>
          <p:nvPr/>
        </p:nvSpPr>
        <p:spPr>
          <a:xfrm>
            <a:off x="1975955"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21" name="Rectangle 120">
            <a:hlinkClick r:id="rId14" action="ppaction://hlinksldjump"/>
            <a:hlinkHover r:id="rId14" action="ppaction://hlinksldjump"/>
            <a:extLst>
              <a:ext uri="{FF2B5EF4-FFF2-40B4-BE49-F238E27FC236}">
                <a16:creationId xmlns:a16="http://schemas.microsoft.com/office/drawing/2014/main" id="{59F9D90E-3949-6C2E-73E9-D0A4CEC02FDF}"/>
              </a:ext>
            </a:extLst>
          </p:cNvPr>
          <p:cNvSpPr/>
          <p:nvPr/>
        </p:nvSpPr>
        <p:spPr>
          <a:xfrm>
            <a:off x="5329817" y="6284246"/>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Purview Suite</a:t>
            </a:r>
          </a:p>
        </p:txBody>
      </p:sp>
      <p:sp>
        <p:nvSpPr>
          <p:cNvPr id="126" name="Rectangle 125">
            <a:hlinkHover r:id="rId15" action="ppaction://hlinksldjump"/>
            <a:extLst>
              <a:ext uri="{FF2B5EF4-FFF2-40B4-BE49-F238E27FC236}">
                <a16:creationId xmlns:a16="http://schemas.microsoft.com/office/drawing/2014/main" id="{8DE8D1CE-C56A-2167-C290-36C5172C2E8B}"/>
              </a:ext>
            </a:extLst>
          </p:cNvPr>
          <p:cNvSpPr/>
          <p:nvPr/>
        </p:nvSpPr>
        <p:spPr>
          <a:xfrm>
            <a:off x="8841667" y="5799653"/>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grpSp>
        <p:nvGrpSpPr>
          <p:cNvPr id="122" name="Group 121">
            <a:extLst>
              <a:ext uri="{FF2B5EF4-FFF2-40B4-BE49-F238E27FC236}">
                <a16:creationId xmlns:a16="http://schemas.microsoft.com/office/drawing/2014/main" id="{00BD9F5F-7F91-4335-0A52-5DD6B6192A03}"/>
              </a:ext>
            </a:extLst>
          </p:cNvPr>
          <p:cNvGrpSpPr/>
          <p:nvPr/>
        </p:nvGrpSpPr>
        <p:grpSpPr>
          <a:xfrm>
            <a:off x="7905566" y="751337"/>
            <a:ext cx="3396155" cy="4999377"/>
            <a:chOff x="7905566" y="751337"/>
            <a:chExt cx="3396155" cy="4999377"/>
          </a:xfrm>
        </p:grpSpPr>
        <p:cxnSp>
          <p:nvCxnSpPr>
            <p:cNvPr id="123" name="Straight Connector 122">
              <a:extLst>
                <a:ext uri="{FF2B5EF4-FFF2-40B4-BE49-F238E27FC236}">
                  <a16:creationId xmlns:a16="http://schemas.microsoft.com/office/drawing/2014/main" id="{8E231D68-3F43-28A3-1324-3CEB025F89EC}"/>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517B51AD-5D6D-17FE-70F5-5C60022553F7}"/>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D5292CB7-EDFB-01AA-4057-2F0C82963067}"/>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FE0B20D4-177C-7787-F0F3-5115DF74AD45}"/>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E65137D1-7935-8B8A-6051-7E396CDE0475}"/>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BA82B25E-3A7A-DC7E-9F0D-5F38E2682292}"/>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F54EA4F9-7B22-D6A3-AC58-533B62D9B979}"/>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33" name="Straight Connector 132">
            <a:extLst>
              <a:ext uri="{FF2B5EF4-FFF2-40B4-BE49-F238E27FC236}">
                <a16:creationId xmlns:a16="http://schemas.microsoft.com/office/drawing/2014/main" id="{5CC6BF9A-432A-7F36-2478-53590B389121}"/>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44" name="Group 143">
            <a:extLst>
              <a:ext uri="{FF2B5EF4-FFF2-40B4-BE49-F238E27FC236}">
                <a16:creationId xmlns:a16="http://schemas.microsoft.com/office/drawing/2014/main" id="{C0B78071-5F0F-FEF6-D61D-B9A651385CA4}"/>
              </a:ext>
            </a:extLst>
          </p:cNvPr>
          <p:cNvGrpSpPr/>
          <p:nvPr/>
        </p:nvGrpSpPr>
        <p:grpSpPr>
          <a:xfrm>
            <a:off x="4605607" y="811556"/>
            <a:ext cx="722054" cy="609701"/>
            <a:chOff x="4605607" y="811556"/>
            <a:chExt cx="722054" cy="609701"/>
          </a:xfrm>
        </p:grpSpPr>
        <p:sp>
          <p:nvSpPr>
            <p:cNvPr id="145" name="Rectangle 144">
              <a:extLst>
                <a:ext uri="{FF2B5EF4-FFF2-40B4-BE49-F238E27FC236}">
                  <a16:creationId xmlns:a16="http://schemas.microsoft.com/office/drawing/2014/main" id="{6C1237DF-0372-EF46-BB27-EAE72AE12EE7}"/>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6" name="Rectangle 145">
              <a:extLst>
                <a:ext uri="{FF2B5EF4-FFF2-40B4-BE49-F238E27FC236}">
                  <a16:creationId xmlns:a16="http://schemas.microsoft.com/office/drawing/2014/main" id="{32C03232-4B11-885F-9425-71EDFF01409E}"/>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 name="Oval 15">
              <a:extLst>
                <a:ext uri="{FF2B5EF4-FFF2-40B4-BE49-F238E27FC236}">
                  <a16:creationId xmlns:a16="http://schemas.microsoft.com/office/drawing/2014/main" id="{4F574CD1-E2CE-A2E7-1655-EF0A13C7F3B2}"/>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8" name="Straight Connector 147">
              <a:extLst>
                <a:ext uri="{FF2B5EF4-FFF2-40B4-BE49-F238E27FC236}">
                  <a16:creationId xmlns:a16="http://schemas.microsoft.com/office/drawing/2014/main" id="{A1B38543-FC5D-3B9A-BDB2-176C741C8E0A}"/>
                </a:ext>
              </a:extLst>
            </p:cNvPr>
            <p:cNvCxnSpPr>
              <a:cxnSpLocks/>
              <a:stCxn id="147"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9" name="Straight Connector 148">
              <a:extLst>
                <a:ext uri="{FF2B5EF4-FFF2-40B4-BE49-F238E27FC236}">
                  <a16:creationId xmlns:a16="http://schemas.microsoft.com/office/drawing/2014/main" id="{F02F292F-7097-D586-C56A-8FFACB42CC29}"/>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0" name="Group 149">
            <a:extLst>
              <a:ext uri="{FF2B5EF4-FFF2-40B4-BE49-F238E27FC236}">
                <a16:creationId xmlns:a16="http://schemas.microsoft.com/office/drawing/2014/main" id="{3AA921BF-232C-4E4E-0239-8401FEFBAC6A}"/>
              </a:ext>
            </a:extLst>
          </p:cNvPr>
          <p:cNvGrpSpPr/>
          <p:nvPr/>
        </p:nvGrpSpPr>
        <p:grpSpPr>
          <a:xfrm>
            <a:off x="9651394" y="811173"/>
            <a:ext cx="721206" cy="609701"/>
            <a:chOff x="9657972" y="90836"/>
            <a:chExt cx="721206" cy="609701"/>
          </a:xfrm>
        </p:grpSpPr>
        <p:sp>
          <p:nvSpPr>
            <p:cNvPr id="171" name="Rectangle 170">
              <a:hlinkHover r:id="" action="ppaction://noaction" highlightClick="1"/>
              <a:extLst>
                <a:ext uri="{FF2B5EF4-FFF2-40B4-BE49-F238E27FC236}">
                  <a16:creationId xmlns:a16="http://schemas.microsoft.com/office/drawing/2014/main" id="{4B6BB90F-531C-9234-8786-218C46D718DC}"/>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72" name="Diamond 171">
              <a:extLst>
                <a:ext uri="{FF2B5EF4-FFF2-40B4-BE49-F238E27FC236}">
                  <a16:creationId xmlns:a16="http://schemas.microsoft.com/office/drawing/2014/main" id="{938EEC78-F443-B45D-2FFA-5C4A11DEEF00}"/>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3" name="Oval 172">
              <a:extLst>
                <a:ext uri="{FF2B5EF4-FFF2-40B4-BE49-F238E27FC236}">
                  <a16:creationId xmlns:a16="http://schemas.microsoft.com/office/drawing/2014/main" id="{C8465F9B-A751-AC36-E23A-4DCFFA06D210}"/>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4" name="Group 173">
            <a:extLst>
              <a:ext uri="{FF2B5EF4-FFF2-40B4-BE49-F238E27FC236}">
                <a16:creationId xmlns:a16="http://schemas.microsoft.com/office/drawing/2014/main" id="{4200BD05-F4C4-6B6E-AF15-5D7E0FF86848}"/>
              </a:ext>
            </a:extLst>
          </p:cNvPr>
          <p:cNvGrpSpPr/>
          <p:nvPr/>
        </p:nvGrpSpPr>
        <p:grpSpPr>
          <a:xfrm>
            <a:off x="10520479" y="90836"/>
            <a:ext cx="721206" cy="609701"/>
            <a:chOff x="10520479" y="90836"/>
            <a:chExt cx="721206" cy="609701"/>
          </a:xfrm>
        </p:grpSpPr>
        <p:sp>
          <p:nvSpPr>
            <p:cNvPr id="175" name="Rectangle 174">
              <a:hlinkHover r:id="" action="ppaction://noaction" highlightClick="1"/>
              <a:extLst>
                <a:ext uri="{FF2B5EF4-FFF2-40B4-BE49-F238E27FC236}">
                  <a16:creationId xmlns:a16="http://schemas.microsoft.com/office/drawing/2014/main" id="{AEF0B31D-5C97-CA55-B9DD-0038AA5B3CF3}"/>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76" name="Oval 175">
              <a:extLst>
                <a:ext uri="{FF2B5EF4-FFF2-40B4-BE49-F238E27FC236}">
                  <a16:creationId xmlns:a16="http://schemas.microsoft.com/office/drawing/2014/main" id="{A5F3B26A-EA59-0D76-E77A-C1A2C72AFC40}"/>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7" name="Isosceles Triangle 648">
              <a:extLst>
                <a:ext uri="{FF2B5EF4-FFF2-40B4-BE49-F238E27FC236}">
                  <a16:creationId xmlns:a16="http://schemas.microsoft.com/office/drawing/2014/main" id="{AC10CB77-9DF8-C503-5EF1-F8031439DD5B}"/>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8" name="Group 177">
            <a:extLst>
              <a:ext uri="{FF2B5EF4-FFF2-40B4-BE49-F238E27FC236}">
                <a16:creationId xmlns:a16="http://schemas.microsoft.com/office/drawing/2014/main" id="{7D3F0421-93D2-8F63-138E-ED44F385E59B}"/>
              </a:ext>
            </a:extLst>
          </p:cNvPr>
          <p:cNvGrpSpPr/>
          <p:nvPr/>
        </p:nvGrpSpPr>
        <p:grpSpPr>
          <a:xfrm>
            <a:off x="7116512" y="812701"/>
            <a:ext cx="721206" cy="609701"/>
            <a:chOff x="7957576" y="811556"/>
            <a:chExt cx="721206" cy="609701"/>
          </a:xfrm>
        </p:grpSpPr>
        <p:sp>
          <p:nvSpPr>
            <p:cNvPr id="179" name="Rectangle 178">
              <a:extLst>
                <a:ext uri="{FF2B5EF4-FFF2-40B4-BE49-F238E27FC236}">
                  <a16:creationId xmlns:a16="http://schemas.microsoft.com/office/drawing/2014/main" id="{5C3C262E-539F-E49A-77B2-0DC40CCDD81E}"/>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80" name="Rectangle 179">
              <a:extLst>
                <a:ext uri="{FF2B5EF4-FFF2-40B4-BE49-F238E27FC236}">
                  <a16:creationId xmlns:a16="http://schemas.microsoft.com/office/drawing/2014/main" id="{69A05C7C-18A7-9750-7D7A-C78D0002226B}"/>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1" name="Oval 15">
              <a:extLst>
                <a:ext uri="{FF2B5EF4-FFF2-40B4-BE49-F238E27FC236}">
                  <a16:creationId xmlns:a16="http://schemas.microsoft.com/office/drawing/2014/main" id="{8498CFA8-27C0-A6AD-37A3-C10F74571981}"/>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2" name="Straight Connector 181">
              <a:extLst>
                <a:ext uri="{FF2B5EF4-FFF2-40B4-BE49-F238E27FC236}">
                  <a16:creationId xmlns:a16="http://schemas.microsoft.com/office/drawing/2014/main" id="{8B058D50-42B7-474F-08B6-70369514D890}"/>
                </a:ext>
              </a:extLst>
            </p:cNvPr>
            <p:cNvCxnSpPr>
              <a:cxnSpLocks/>
              <a:stCxn id="181"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3" name="Straight Connector 182">
              <a:extLst>
                <a:ext uri="{FF2B5EF4-FFF2-40B4-BE49-F238E27FC236}">
                  <a16:creationId xmlns:a16="http://schemas.microsoft.com/office/drawing/2014/main" id="{93928C88-87F2-DE48-E28B-5E15330C9EC1}"/>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4" name="Group 183">
            <a:extLst>
              <a:ext uri="{FF2B5EF4-FFF2-40B4-BE49-F238E27FC236}">
                <a16:creationId xmlns:a16="http://schemas.microsoft.com/office/drawing/2014/main" id="{6B9D0241-5A18-B0FB-6310-7C40C2D451B9}"/>
              </a:ext>
            </a:extLst>
          </p:cNvPr>
          <p:cNvGrpSpPr/>
          <p:nvPr/>
        </p:nvGrpSpPr>
        <p:grpSpPr>
          <a:xfrm>
            <a:off x="10508723" y="1536662"/>
            <a:ext cx="721206" cy="609701"/>
            <a:chOff x="11356242" y="1532276"/>
            <a:chExt cx="721206" cy="609701"/>
          </a:xfrm>
        </p:grpSpPr>
        <p:sp>
          <p:nvSpPr>
            <p:cNvPr id="185" name="Rectangle 184">
              <a:hlinkHover r:id="" action="ppaction://noaction" highlightClick="1"/>
              <a:extLst>
                <a:ext uri="{FF2B5EF4-FFF2-40B4-BE49-F238E27FC236}">
                  <a16:creationId xmlns:a16="http://schemas.microsoft.com/office/drawing/2014/main" id="{07E2AE08-91A2-FA70-5A8D-100F658F6060}"/>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86" name="Oval 185">
              <a:extLst>
                <a:ext uri="{FF2B5EF4-FFF2-40B4-BE49-F238E27FC236}">
                  <a16:creationId xmlns:a16="http://schemas.microsoft.com/office/drawing/2014/main" id="{93C05C78-62F4-D55A-F881-29E8CFDFFB8A}"/>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7" name="Isosceles Triangle 648">
              <a:extLst>
                <a:ext uri="{FF2B5EF4-FFF2-40B4-BE49-F238E27FC236}">
                  <a16:creationId xmlns:a16="http://schemas.microsoft.com/office/drawing/2014/main" id="{9355DEDB-0C98-43D6-9A50-CEA22231B85F}"/>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0" name="Group 519">
            <a:extLst>
              <a:ext uri="{FF2B5EF4-FFF2-40B4-BE49-F238E27FC236}">
                <a16:creationId xmlns:a16="http://schemas.microsoft.com/office/drawing/2014/main" id="{1AD5FF99-9B29-5776-DC23-2DCBABE602CC}"/>
              </a:ext>
            </a:extLst>
          </p:cNvPr>
          <p:cNvGrpSpPr/>
          <p:nvPr/>
        </p:nvGrpSpPr>
        <p:grpSpPr>
          <a:xfrm>
            <a:off x="2942396" y="3698227"/>
            <a:ext cx="721206" cy="609701"/>
            <a:chOff x="2942396" y="3698227"/>
            <a:chExt cx="721206" cy="609701"/>
          </a:xfrm>
        </p:grpSpPr>
        <p:sp>
          <p:nvSpPr>
            <p:cNvPr id="521" name="Rectangle 520">
              <a:extLst>
                <a:ext uri="{FF2B5EF4-FFF2-40B4-BE49-F238E27FC236}">
                  <a16:creationId xmlns:a16="http://schemas.microsoft.com/office/drawing/2014/main" id="{FBD52DD1-AD79-5BB0-CB9B-F54289BB5B02}"/>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522" name="Right Triangle 521">
              <a:extLst>
                <a:ext uri="{FF2B5EF4-FFF2-40B4-BE49-F238E27FC236}">
                  <a16:creationId xmlns:a16="http://schemas.microsoft.com/office/drawing/2014/main" id="{2E8894B3-4B06-7057-7FE1-63DC0DD7F100}"/>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726899A8-7C99-FB1E-052C-D6EC9C32F5A6}"/>
                </a:ext>
              </a:extLst>
            </p:cNvPr>
            <p:cNvGrpSpPr/>
            <p:nvPr/>
          </p:nvGrpSpPr>
          <p:grpSpPr>
            <a:xfrm>
              <a:off x="3607770" y="3713045"/>
              <a:ext cx="37817" cy="61390"/>
              <a:chOff x="3883481" y="2057400"/>
              <a:chExt cx="1608363" cy="2652031"/>
            </a:xfrm>
            <a:solidFill>
              <a:srgbClr val="A6A6A6"/>
            </a:solidFill>
          </p:grpSpPr>
          <p:sp>
            <p:nvSpPr>
              <p:cNvPr id="524" name="Oval 27">
                <a:extLst>
                  <a:ext uri="{FF2B5EF4-FFF2-40B4-BE49-F238E27FC236}">
                    <a16:creationId xmlns:a16="http://schemas.microsoft.com/office/drawing/2014/main" id="{67953696-AFD6-7994-87C7-5AB7E90AAF8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5" name="Oval 28">
                <a:extLst>
                  <a:ext uri="{FF2B5EF4-FFF2-40B4-BE49-F238E27FC236}">
                    <a16:creationId xmlns:a16="http://schemas.microsoft.com/office/drawing/2014/main" id="{E8F0459F-7771-22DA-B3FC-9F71109E719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26" name="Group 525">
            <a:extLst>
              <a:ext uri="{FF2B5EF4-FFF2-40B4-BE49-F238E27FC236}">
                <a16:creationId xmlns:a16="http://schemas.microsoft.com/office/drawing/2014/main" id="{91668C00-D0E6-6D82-24BC-A0165D879E0C}"/>
              </a:ext>
            </a:extLst>
          </p:cNvPr>
          <p:cNvGrpSpPr/>
          <p:nvPr/>
        </p:nvGrpSpPr>
        <p:grpSpPr>
          <a:xfrm>
            <a:off x="1268346" y="3698225"/>
            <a:ext cx="721893" cy="610376"/>
            <a:chOff x="1268346" y="3698225"/>
            <a:chExt cx="721893" cy="610376"/>
          </a:xfrm>
        </p:grpSpPr>
        <p:sp>
          <p:nvSpPr>
            <p:cNvPr id="527" name="Rectangle 526">
              <a:extLst>
                <a:ext uri="{FF2B5EF4-FFF2-40B4-BE49-F238E27FC236}">
                  <a16:creationId xmlns:a16="http://schemas.microsoft.com/office/drawing/2014/main" id="{481D7715-4A7F-F645-DE05-92FFB2E25905}"/>
                </a:ext>
              </a:extLst>
            </p:cNvPr>
            <p:cNvSpPr/>
            <p:nvPr/>
          </p:nvSpPr>
          <p:spPr>
            <a:xfrm>
              <a:off x="1268346"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528" name="Right Triangle 527">
              <a:extLst>
                <a:ext uri="{FF2B5EF4-FFF2-40B4-BE49-F238E27FC236}">
                  <a16:creationId xmlns:a16="http://schemas.microsoft.com/office/drawing/2014/main" id="{CAA045CC-217D-2267-C74C-D294AD718A3A}"/>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29" name="Group 528">
              <a:extLst>
                <a:ext uri="{FF2B5EF4-FFF2-40B4-BE49-F238E27FC236}">
                  <a16:creationId xmlns:a16="http://schemas.microsoft.com/office/drawing/2014/main" id="{DFD30B6E-0BBA-DA15-6547-436378E31357}"/>
                </a:ext>
              </a:extLst>
            </p:cNvPr>
            <p:cNvGrpSpPr/>
            <p:nvPr/>
          </p:nvGrpSpPr>
          <p:grpSpPr>
            <a:xfrm>
              <a:off x="1939628" y="3704319"/>
              <a:ext cx="37817" cy="61390"/>
              <a:chOff x="3883481" y="2057400"/>
              <a:chExt cx="1608363" cy="2652031"/>
            </a:xfrm>
            <a:solidFill>
              <a:srgbClr val="A6A6A6"/>
            </a:solidFill>
          </p:grpSpPr>
          <p:sp>
            <p:nvSpPr>
              <p:cNvPr id="530" name="Oval 27">
                <a:extLst>
                  <a:ext uri="{FF2B5EF4-FFF2-40B4-BE49-F238E27FC236}">
                    <a16:creationId xmlns:a16="http://schemas.microsoft.com/office/drawing/2014/main" id="{169DCE33-68FE-E658-951A-3D8C932AC85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1" name="Oval 28">
                <a:extLst>
                  <a:ext uri="{FF2B5EF4-FFF2-40B4-BE49-F238E27FC236}">
                    <a16:creationId xmlns:a16="http://schemas.microsoft.com/office/drawing/2014/main" id="{B7E8E808-E615-AA31-1916-A5171724F59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32" name="Group 531">
            <a:extLst>
              <a:ext uri="{FF2B5EF4-FFF2-40B4-BE49-F238E27FC236}">
                <a16:creationId xmlns:a16="http://schemas.microsoft.com/office/drawing/2014/main" id="{5C784027-D4D2-3445-08B8-8EBDE5EE18DE}"/>
              </a:ext>
            </a:extLst>
          </p:cNvPr>
          <p:cNvGrpSpPr/>
          <p:nvPr/>
        </p:nvGrpSpPr>
        <p:grpSpPr>
          <a:xfrm>
            <a:off x="1268379" y="2974054"/>
            <a:ext cx="721206" cy="609701"/>
            <a:chOff x="1268379" y="2974054"/>
            <a:chExt cx="721206" cy="609701"/>
          </a:xfrm>
        </p:grpSpPr>
        <p:sp>
          <p:nvSpPr>
            <p:cNvPr id="533" name="Rectangle 532">
              <a:extLst>
                <a:ext uri="{FF2B5EF4-FFF2-40B4-BE49-F238E27FC236}">
                  <a16:creationId xmlns:a16="http://schemas.microsoft.com/office/drawing/2014/main" id="{6C084C07-AE3D-9902-BDF3-ED9E468F8E5D}"/>
                </a:ext>
              </a:extLst>
            </p:cNvPr>
            <p:cNvSpPr/>
            <p:nvPr/>
          </p:nvSpPr>
          <p:spPr>
            <a:xfrm>
              <a:off x="126837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534" name="Right Triangle 533">
              <a:extLst>
                <a:ext uri="{FF2B5EF4-FFF2-40B4-BE49-F238E27FC236}">
                  <a16:creationId xmlns:a16="http://schemas.microsoft.com/office/drawing/2014/main" id="{03001432-92BA-86F7-E4DC-3040142E2890}"/>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35" name="Group 534">
              <a:extLst>
                <a:ext uri="{FF2B5EF4-FFF2-40B4-BE49-F238E27FC236}">
                  <a16:creationId xmlns:a16="http://schemas.microsoft.com/office/drawing/2014/main" id="{9E47C16B-7883-DF4E-A52B-85B513271233}"/>
                </a:ext>
              </a:extLst>
            </p:cNvPr>
            <p:cNvGrpSpPr/>
            <p:nvPr/>
          </p:nvGrpSpPr>
          <p:grpSpPr>
            <a:xfrm>
              <a:off x="1938974" y="2986444"/>
              <a:ext cx="37817" cy="61390"/>
              <a:chOff x="3883481" y="2057400"/>
              <a:chExt cx="1608363" cy="2652031"/>
            </a:xfrm>
            <a:solidFill>
              <a:srgbClr val="A6A6A6"/>
            </a:solidFill>
          </p:grpSpPr>
          <p:sp>
            <p:nvSpPr>
              <p:cNvPr id="536" name="Oval 27">
                <a:extLst>
                  <a:ext uri="{FF2B5EF4-FFF2-40B4-BE49-F238E27FC236}">
                    <a16:creationId xmlns:a16="http://schemas.microsoft.com/office/drawing/2014/main" id="{ED28DDA9-A2D5-EFF5-D663-685D9D1D543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7" name="Oval 28">
                <a:extLst>
                  <a:ext uri="{FF2B5EF4-FFF2-40B4-BE49-F238E27FC236}">
                    <a16:creationId xmlns:a16="http://schemas.microsoft.com/office/drawing/2014/main" id="{C1340427-6773-CD6D-0FD3-82BF541970D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032C6C5E-5C3D-C4C2-404A-B852B2478990}"/>
              </a:ext>
            </a:extLst>
          </p:cNvPr>
          <p:cNvGrpSpPr/>
          <p:nvPr/>
        </p:nvGrpSpPr>
        <p:grpSpPr>
          <a:xfrm>
            <a:off x="7957576" y="2253333"/>
            <a:ext cx="721206" cy="609701"/>
            <a:chOff x="7957576" y="2253333"/>
            <a:chExt cx="721206" cy="609701"/>
          </a:xfrm>
        </p:grpSpPr>
        <p:sp>
          <p:nvSpPr>
            <p:cNvPr id="539" name="Rectangle 538">
              <a:extLst>
                <a:ext uri="{FF2B5EF4-FFF2-40B4-BE49-F238E27FC236}">
                  <a16:creationId xmlns:a16="http://schemas.microsoft.com/office/drawing/2014/main" id="{AF19DB61-F1BA-1CB4-060E-81E4BC5CB5C1}"/>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540" name="Right Triangle 539">
              <a:extLst>
                <a:ext uri="{FF2B5EF4-FFF2-40B4-BE49-F238E27FC236}">
                  <a16:creationId xmlns:a16="http://schemas.microsoft.com/office/drawing/2014/main" id="{4AA7FC68-80D9-FF72-2176-471414EB33CF}"/>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41" name="Group 540">
              <a:extLst>
                <a:ext uri="{FF2B5EF4-FFF2-40B4-BE49-F238E27FC236}">
                  <a16:creationId xmlns:a16="http://schemas.microsoft.com/office/drawing/2014/main" id="{433E6FFB-E393-4107-202A-FDF42B78E700}"/>
                </a:ext>
              </a:extLst>
            </p:cNvPr>
            <p:cNvGrpSpPr/>
            <p:nvPr/>
          </p:nvGrpSpPr>
          <p:grpSpPr>
            <a:xfrm>
              <a:off x="8621953" y="2262661"/>
              <a:ext cx="37817" cy="61390"/>
              <a:chOff x="3883481" y="2057400"/>
              <a:chExt cx="1608363" cy="2652031"/>
            </a:xfrm>
            <a:solidFill>
              <a:srgbClr val="A6A6A6"/>
            </a:solidFill>
          </p:grpSpPr>
          <p:sp>
            <p:nvSpPr>
              <p:cNvPr id="542" name="Oval 27">
                <a:extLst>
                  <a:ext uri="{FF2B5EF4-FFF2-40B4-BE49-F238E27FC236}">
                    <a16:creationId xmlns:a16="http://schemas.microsoft.com/office/drawing/2014/main" id="{99713910-116F-F89B-E4BA-07470B3A200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3" name="Oval 28">
                <a:extLst>
                  <a:ext uri="{FF2B5EF4-FFF2-40B4-BE49-F238E27FC236}">
                    <a16:creationId xmlns:a16="http://schemas.microsoft.com/office/drawing/2014/main" id="{B78FD8D4-D138-9CE4-0145-A766FF02D03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44" name="Group 543">
            <a:extLst>
              <a:ext uri="{FF2B5EF4-FFF2-40B4-BE49-F238E27FC236}">
                <a16:creationId xmlns:a16="http://schemas.microsoft.com/office/drawing/2014/main" id="{010CBA4E-7015-3768-80B6-930E0A0201C8}"/>
              </a:ext>
            </a:extLst>
          </p:cNvPr>
          <p:cNvGrpSpPr/>
          <p:nvPr/>
        </p:nvGrpSpPr>
        <p:grpSpPr>
          <a:xfrm>
            <a:off x="6283037" y="2264881"/>
            <a:ext cx="721206" cy="609702"/>
            <a:chOff x="8807242" y="2253333"/>
            <a:chExt cx="721206" cy="609702"/>
          </a:xfrm>
        </p:grpSpPr>
        <p:sp>
          <p:nvSpPr>
            <p:cNvPr id="545" name="Rectangle 544">
              <a:extLst>
                <a:ext uri="{FF2B5EF4-FFF2-40B4-BE49-F238E27FC236}">
                  <a16:creationId xmlns:a16="http://schemas.microsoft.com/office/drawing/2014/main" id="{B7C2ADD4-BA5D-359F-AE07-8B784687546D}"/>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546" name="Right Triangle 545">
              <a:extLst>
                <a:ext uri="{FF2B5EF4-FFF2-40B4-BE49-F238E27FC236}">
                  <a16:creationId xmlns:a16="http://schemas.microsoft.com/office/drawing/2014/main" id="{D62B5F2D-ED8F-2D68-803C-62BF195B55E6}"/>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7" name="Oval 27">
              <a:extLst>
                <a:ext uri="{FF2B5EF4-FFF2-40B4-BE49-F238E27FC236}">
                  <a16:creationId xmlns:a16="http://schemas.microsoft.com/office/drawing/2014/main" id="{C402D401-09EE-7A3A-5D72-212E2C662F0D}"/>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8" name="Oval 28">
              <a:extLst>
                <a:ext uri="{FF2B5EF4-FFF2-40B4-BE49-F238E27FC236}">
                  <a16:creationId xmlns:a16="http://schemas.microsoft.com/office/drawing/2014/main" id="{7D29CECF-ACA5-BDCF-A6FB-54D21EFCA9BA}"/>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59" name="Group 558">
            <a:extLst>
              <a:ext uri="{FF2B5EF4-FFF2-40B4-BE49-F238E27FC236}">
                <a16:creationId xmlns:a16="http://schemas.microsoft.com/office/drawing/2014/main" id="{92F7DA7B-7585-BD64-73AC-19B5A80109C2}"/>
              </a:ext>
            </a:extLst>
          </p:cNvPr>
          <p:cNvGrpSpPr/>
          <p:nvPr/>
        </p:nvGrpSpPr>
        <p:grpSpPr>
          <a:xfrm>
            <a:off x="9656908" y="2253333"/>
            <a:ext cx="721206" cy="609701"/>
            <a:chOff x="9656908" y="2253333"/>
            <a:chExt cx="721206" cy="609701"/>
          </a:xfrm>
        </p:grpSpPr>
        <p:sp>
          <p:nvSpPr>
            <p:cNvPr id="560" name="Rectangle 559">
              <a:hlinkHover r:id="" action="ppaction://noaction" highlightClick="1"/>
              <a:extLst>
                <a:ext uri="{FF2B5EF4-FFF2-40B4-BE49-F238E27FC236}">
                  <a16:creationId xmlns:a16="http://schemas.microsoft.com/office/drawing/2014/main" id="{F8C166C3-5113-F8BA-E45B-EB079029D376}"/>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61" name="Rectangle 560">
              <a:extLst>
                <a:ext uri="{FF2B5EF4-FFF2-40B4-BE49-F238E27FC236}">
                  <a16:creationId xmlns:a16="http://schemas.microsoft.com/office/drawing/2014/main" id="{5826AB5A-B645-37E6-74E4-C808E04E9F09}"/>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2" name="Oval 15">
              <a:extLst>
                <a:ext uri="{FF2B5EF4-FFF2-40B4-BE49-F238E27FC236}">
                  <a16:creationId xmlns:a16="http://schemas.microsoft.com/office/drawing/2014/main" id="{7A07E1C5-3621-7A1D-5630-74A890610A43}"/>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07" name="Straight Connector 606">
              <a:extLst>
                <a:ext uri="{FF2B5EF4-FFF2-40B4-BE49-F238E27FC236}">
                  <a16:creationId xmlns:a16="http://schemas.microsoft.com/office/drawing/2014/main" id="{4CC2F426-B43C-B361-177B-DE86652A2706}"/>
                </a:ext>
              </a:extLst>
            </p:cNvPr>
            <p:cNvCxnSpPr>
              <a:cxnSpLocks/>
              <a:stCxn id="562"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08" name="Straight Connector 607">
              <a:extLst>
                <a:ext uri="{FF2B5EF4-FFF2-40B4-BE49-F238E27FC236}">
                  <a16:creationId xmlns:a16="http://schemas.microsoft.com/office/drawing/2014/main" id="{661B6F72-EBAB-74C7-2A29-0E2701B2C615}"/>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09" name="Group 608">
            <a:extLst>
              <a:ext uri="{FF2B5EF4-FFF2-40B4-BE49-F238E27FC236}">
                <a16:creationId xmlns:a16="http://schemas.microsoft.com/office/drawing/2014/main" id="{A3F1FDC5-8A9D-CCCC-A20E-404F63DFD393}"/>
              </a:ext>
            </a:extLst>
          </p:cNvPr>
          <p:cNvGrpSpPr/>
          <p:nvPr/>
        </p:nvGrpSpPr>
        <p:grpSpPr>
          <a:xfrm>
            <a:off x="11356557" y="2249491"/>
            <a:ext cx="721206" cy="609701"/>
            <a:chOff x="5451377" y="2253333"/>
            <a:chExt cx="721206" cy="609701"/>
          </a:xfrm>
        </p:grpSpPr>
        <p:sp>
          <p:nvSpPr>
            <p:cNvPr id="610" name="Rectangle 609">
              <a:extLst>
                <a:ext uri="{FF2B5EF4-FFF2-40B4-BE49-F238E27FC236}">
                  <a16:creationId xmlns:a16="http://schemas.microsoft.com/office/drawing/2014/main" id="{C7991DC2-C74A-B01C-6BA9-4E0B7714EFF3}"/>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611" name="Right Triangle 610">
              <a:extLst>
                <a:ext uri="{FF2B5EF4-FFF2-40B4-BE49-F238E27FC236}">
                  <a16:creationId xmlns:a16="http://schemas.microsoft.com/office/drawing/2014/main" id="{0969D4CF-92C3-EAD4-B481-8D88E4B6F4C6}"/>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12" name="Group 611">
              <a:extLst>
                <a:ext uri="{FF2B5EF4-FFF2-40B4-BE49-F238E27FC236}">
                  <a16:creationId xmlns:a16="http://schemas.microsoft.com/office/drawing/2014/main" id="{5E20AB6B-0C3B-DE22-D067-C8691E0828B2}"/>
                </a:ext>
              </a:extLst>
            </p:cNvPr>
            <p:cNvGrpSpPr/>
            <p:nvPr/>
          </p:nvGrpSpPr>
          <p:grpSpPr>
            <a:xfrm>
              <a:off x="6116566" y="2264771"/>
              <a:ext cx="37817" cy="61390"/>
              <a:chOff x="3883481" y="2057400"/>
              <a:chExt cx="1608363" cy="2652031"/>
            </a:xfrm>
            <a:solidFill>
              <a:srgbClr val="A6A6A6"/>
            </a:solidFill>
          </p:grpSpPr>
          <p:sp>
            <p:nvSpPr>
              <p:cNvPr id="613" name="Oval 27">
                <a:extLst>
                  <a:ext uri="{FF2B5EF4-FFF2-40B4-BE49-F238E27FC236}">
                    <a16:creationId xmlns:a16="http://schemas.microsoft.com/office/drawing/2014/main" id="{98BC4575-EF41-B0D9-46B7-15F0A36145B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4" name="Oval 28">
                <a:extLst>
                  <a:ext uri="{FF2B5EF4-FFF2-40B4-BE49-F238E27FC236}">
                    <a16:creationId xmlns:a16="http://schemas.microsoft.com/office/drawing/2014/main" id="{C40FE00C-CE2B-4399-EC59-99566BD5E3F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9FCA01C6-BB6A-AA99-71B4-F976E433F343}"/>
              </a:ext>
            </a:extLst>
          </p:cNvPr>
          <p:cNvGrpSpPr/>
          <p:nvPr/>
        </p:nvGrpSpPr>
        <p:grpSpPr>
          <a:xfrm>
            <a:off x="5446483" y="2257175"/>
            <a:ext cx="721206" cy="609701"/>
            <a:chOff x="6287884" y="2253333"/>
            <a:chExt cx="721206" cy="609701"/>
          </a:xfrm>
        </p:grpSpPr>
        <p:sp>
          <p:nvSpPr>
            <p:cNvPr id="616" name="Rectangle 615">
              <a:extLst>
                <a:ext uri="{FF2B5EF4-FFF2-40B4-BE49-F238E27FC236}">
                  <a16:creationId xmlns:a16="http://schemas.microsoft.com/office/drawing/2014/main" id="{0FB85C9E-C1BA-5A83-297F-F2186443D8E6}"/>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627" name="Right Triangle 626">
              <a:extLst>
                <a:ext uri="{FF2B5EF4-FFF2-40B4-BE49-F238E27FC236}">
                  <a16:creationId xmlns:a16="http://schemas.microsoft.com/office/drawing/2014/main" id="{E43B3CEC-DAE4-895D-5B0E-46B551464919}"/>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28" name="Group 627">
              <a:extLst>
                <a:ext uri="{FF2B5EF4-FFF2-40B4-BE49-F238E27FC236}">
                  <a16:creationId xmlns:a16="http://schemas.microsoft.com/office/drawing/2014/main" id="{01C074E0-A522-B343-9673-844C0C228A27}"/>
                </a:ext>
              </a:extLst>
            </p:cNvPr>
            <p:cNvGrpSpPr/>
            <p:nvPr/>
          </p:nvGrpSpPr>
          <p:grpSpPr>
            <a:xfrm>
              <a:off x="6952478" y="2265091"/>
              <a:ext cx="37817" cy="61390"/>
              <a:chOff x="3883481" y="2057400"/>
              <a:chExt cx="1608363" cy="2652031"/>
            </a:xfrm>
            <a:solidFill>
              <a:srgbClr val="A6A6A6"/>
            </a:solidFill>
          </p:grpSpPr>
          <p:sp>
            <p:nvSpPr>
              <p:cNvPr id="629" name="Oval 27">
                <a:extLst>
                  <a:ext uri="{FF2B5EF4-FFF2-40B4-BE49-F238E27FC236}">
                    <a16:creationId xmlns:a16="http://schemas.microsoft.com/office/drawing/2014/main" id="{DCC0F9EE-DA83-998D-8836-3CA8D72B91A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0" name="Oval 28">
                <a:extLst>
                  <a:ext uri="{FF2B5EF4-FFF2-40B4-BE49-F238E27FC236}">
                    <a16:creationId xmlns:a16="http://schemas.microsoft.com/office/drawing/2014/main" id="{32C1329F-A3FD-1804-C6C5-F3CD51425A0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31" name="Group 630">
            <a:extLst>
              <a:ext uri="{FF2B5EF4-FFF2-40B4-BE49-F238E27FC236}">
                <a16:creationId xmlns:a16="http://schemas.microsoft.com/office/drawing/2014/main" id="{009A5066-A4BA-119C-423F-D00726D81672}"/>
              </a:ext>
            </a:extLst>
          </p:cNvPr>
          <p:cNvGrpSpPr/>
          <p:nvPr/>
        </p:nvGrpSpPr>
        <p:grpSpPr>
          <a:xfrm>
            <a:off x="8797459" y="2264859"/>
            <a:ext cx="721206" cy="609701"/>
            <a:chOff x="11356242" y="2253333"/>
            <a:chExt cx="721206" cy="609701"/>
          </a:xfrm>
        </p:grpSpPr>
        <p:sp>
          <p:nvSpPr>
            <p:cNvPr id="632" name="Rectangle 631">
              <a:hlinkHover r:id="" action="ppaction://noaction" highlightClick="1"/>
              <a:extLst>
                <a:ext uri="{FF2B5EF4-FFF2-40B4-BE49-F238E27FC236}">
                  <a16:creationId xmlns:a16="http://schemas.microsoft.com/office/drawing/2014/main" id="{E99B8F1C-25A7-6120-AC36-0AB9577B0241}"/>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633" name="Oval 632">
              <a:extLst>
                <a:ext uri="{FF2B5EF4-FFF2-40B4-BE49-F238E27FC236}">
                  <a16:creationId xmlns:a16="http://schemas.microsoft.com/office/drawing/2014/main" id="{94A829D5-A827-A8F4-A07D-7FE714536046}"/>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4" name="Isosceles Triangle 648">
              <a:extLst>
                <a:ext uri="{FF2B5EF4-FFF2-40B4-BE49-F238E27FC236}">
                  <a16:creationId xmlns:a16="http://schemas.microsoft.com/office/drawing/2014/main" id="{8E6FB6CC-2598-F8DE-90AC-83D7B9D41A53}"/>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5" name="Group 634">
            <a:extLst>
              <a:ext uri="{FF2B5EF4-FFF2-40B4-BE49-F238E27FC236}">
                <a16:creationId xmlns:a16="http://schemas.microsoft.com/office/drawing/2014/main" id="{07D2C3B5-572D-944E-80A9-52016FF8E9B4}"/>
              </a:ext>
            </a:extLst>
          </p:cNvPr>
          <p:cNvGrpSpPr/>
          <p:nvPr/>
        </p:nvGrpSpPr>
        <p:grpSpPr>
          <a:xfrm>
            <a:off x="10506580" y="2253333"/>
            <a:ext cx="721206" cy="609701"/>
            <a:chOff x="10506580" y="2253333"/>
            <a:chExt cx="721206" cy="609701"/>
          </a:xfrm>
        </p:grpSpPr>
        <p:sp>
          <p:nvSpPr>
            <p:cNvPr id="636" name="Rectangle 635">
              <a:hlinkHover r:id="" action="ppaction://noaction" highlightClick="1"/>
              <a:extLst>
                <a:ext uri="{FF2B5EF4-FFF2-40B4-BE49-F238E27FC236}">
                  <a16:creationId xmlns:a16="http://schemas.microsoft.com/office/drawing/2014/main" id="{D76EFAD9-F75E-980B-D46E-0262871F2455}"/>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637" name="Diamond 636">
              <a:extLst>
                <a:ext uri="{FF2B5EF4-FFF2-40B4-BE49-F238E27FC236}">
                  <a16:creationId xmlns:a16="http://schemas.microsoft.com/office/drawing/2014/main" id="{2C03A817-521B-1C7C-4EBD-A76EA0C9D678}"/>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8" name="Oval 637">
              <a:extLst>
                <a:ext uri="{FF2B5EF4-FFF2-40B4-BE49-F238E27FC236}">
                  <a16:creationId xmlns:a16="http://schemas.microsoft.com/office/drawing/2014/main" id="{0119A081-A68E-E265-36E0-BC5C958F5249}"/>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9" name="Group 638">
            <a:extLst>
              <a:ext uri="{FF2B5EF4-FFF2-40B4-BE49-F238E27FC236}">
                <a16:creationId xmlns:a16="http://schemas.microsoft.com/office/drawing/2014/main" id="{61EAA30E-210A-D1D9-21EB-3FFE5EC1A855}"/>
              </a:ext>
            </a:extLst>
          </p:cNvPr>
          <p:cNvGrpSpPr/>
          <p:nvPr/>
        </p:nvGrpSpPr>
        <p:grpSpPr>
          <a:xfrm>
            <a:off x="7113172" y="2252067"/>
            <a:ext cx="728239" cy="609701"/>
            <a:chOff x="5442073" y="811556"/>
            <a:chExt cx="728239" cy="609701"/>
          </a:xfrm>
        </p:grpSpPr>
        <p:sp>
          <p:nvSpPr>
            <p:cNvPr id="640" name="Rectangle 639">
              <a:extLst>
                <a:ext uri="{FF2B5EF4-FFF2-40B4-BE49-F238E27FC236}">
                  <a16:creationId xmlns:a16="http://schemas.microsoft.com/office/drawing/2014/main" id="{EA2D55FA-9867-A197-6929-763261ED142D}"/>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641" name="Rectangle 640">
              <a:extLst>
                <a:ext uri="{FF2B5EF4-FFF2-40B4-BE49-F238E27FC236}">
                  <a16:creationId xmlns:a16="http://schemas.microsoft.com/office/drawing/2014/main" id="{A6DDE6FC-291D-A8B4-B3F3-74EB50420996}"/>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2" name="Oval 15">
              <a:extLst>
                <a:ext uri="{FF2B5EF4-FFF2-40B4-BE49-F238E27FC236}">
                  <a16:creationId xmlns:a16="http://schemas.microsoft.com/office/drawing/2014/main" id="{A6230161-6CCA-5553-63BD-8EA00CDE2825}"/>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43" name="Straight Connector 642">
              <a:extLst>
                <a:ext uri="{FF2B5EF4-FFF2-40B4-BE49-F238E27FC236}">
                  <a16:creationId xmlns:a16="http://schemas.microsoft.com/office/drawing/2014/main" id="{79119245-E9EC-4013-AC4D-8D49DF6A72BC}"/>
                </a:ext>
              </a:extLst>
            </p:cNvPr>
            <p:cNvCxnSpPr>
              <a:cxnSpLocks/>
              <a:stCxn id="642"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44" name="Straight Connector 643">
              <a:extLst>
                <a:ext uri="{FF2B5EF4-FFF2-40B4-BE49-F238E27FC236}">
                  <a16:creationId xmlns:a16="http://schemas.microsoft.com/office/drawing/2014/main" id="{59902589-63B3-B784-9FDA-94ABEAE196A3}"/>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45" name="Group 644">
            <a:extLst>
              <a:ext uri="{FF2B5EF4-FFF2-40B4-BE49-F238E27FC236}">
                <a16:creationId xmlns:a16="http://schemas.microsoft.com/office/drawing/2014/main" id="{8C409C04-1070-8DE1-62EE-66E961A6D9AD}"/>
              </a:ext>
            </a:extLst>
          </p:cNvPr>
          <p:cNvGrpSpPr/>
          <p:nvPr/>
        </p:nvGrpSpPr>
        <p:grpSpPr>
          <a:xfrm>
            <a:off x="2107991" y="2974054"/>
            <a:ext cx="721206" cy="609701"/>
            <a:chOff x="10506805" y="2974054"/>
            <a:chExt cx="721206" cy="609701"/>
          </a:xfrm>
        </p:grpSpPr>
        <p:sp>
          <p:nvSpPr>
            <p:cNvPr id="646" name="Rectangle 645">
              <a:extLst>
                <a:ext uri="{FF2B5EF4-FFF2-40B4-BE49-F238E27FC236}">
                  <a16:creationId xmlns:a16="http://schemas.microsoft.com/office/drawing/2014/main" id="{AA8CFBE3-10B6-1BBE-FB17-1D3904CE7F47}"/>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647" name="Rectangle 646">
              <a:extLst>
                <a:ext uri="{FF2B5EF4-FFF2-40B4-BE49-F238E27FC236}">
                  <a16:creationId xmlns:a16="http://schemas.microsoft.com/office/drawing/2014/main" id="{7620FF1A-53CF-0066-7939-C1D95E5047F4}"/>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8" name="Oval 15">
              <a:extLst>
                <a:ext uri="{FF2B5EF4-FFF2-40B4-BE49-F238E27FC236}">
                  <a16:creationId xmlns:a16="http://schemas.microsoft.com/office/drawing/2014/main" id="{14F74E58-AE27-5727-A678-C6E5AF82F365}"/>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49" name="Straight Connector 648">
              <a:extLst>
                <a:ext uri="{FF2B5EF4-FFF2-40B4-BE49-F238E27FC236}">
                  <a16:creationId xmlns:a16="http://schemas.microsoft.com/office/drawing/2014/main" id="{9764AE5D-021C-B063-B646-F08CFF4B6F4C}"/>
                </a:ext>
              </a:extLst>
            </p:cNvPr>
            <p:cNvCxnSpPr>
              <a:cxnSpLocks/>
              <a:stCxn id="648"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50" name="Straight Connector 649">
              <a:extLst>
                <a:ext uri="{FF2B5EF4-FFF2-40B4-BE49-F238E27FC236}">
                  <a16:creationId xmlns:a16="http://schemas.microsoft.com/office/drawing/2014/main" id="{391ACA8A-BA38-148B-003C-40371AED2F08}"/>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51" name="Group 650">
            <a:extLst>
              <a:ext uri="{FF2B5EF4-FFF2-40B4-BE49-F238E27FC236}">
                <a16:creationId xmlns:a16="http://schemas.microsoft.com/office/drawing/2014/main" id="{E4207FF4-1742-9387-5D0D-2B44667449D5}"/>
              </a:ext>
            </a:extLst>
          </p:cNvPr>
          <p:cNvGrpSpPr/>
          <p:nvPr/>
        </p:nvGrpSpPr>
        <p:grpSpPr>
          <a:xfrm>
            <a:off x="4615253" y="2974053"/>
            <a:ext cx="721206" cy="609701"/>
            <a:chOff x="9657610" y="2974054"/>
            <a:chExt cx="721206" cy="609701"/>
          </a:xfrm>
        </p:grpSpPr>
        <p:sp>
          <p:nvSpPr>
            <p:cNvPr id="652" name="Rectangle 651">
              <a:extLst>
                <a:ext uri="{FF2B5EF4-FFF2-40B4-BE49-F238E27FC236}">
                  <a16:creationId xmlns:a16="http://schemas.microsoft.com/office/drawing/2014/main" id="{CDE2DA4B-A9EF-68D8-24C1-5FF33EBA031E}"/>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653" name="Rectangle 652">
              <a:extLst>
                <a:ext uri="{FF2B5EF4-FFF2-40B4-BE49-F238E27FC236}">
                  <a16:creationId xmlns:a16="http://schemas.microsoft.com/office/drawing/2014/main" id="{3406A00D-0C50-5FC9-3D74-E84EF950173D}"/>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4" name="Oval 15">
              <a:extLst>
                <a:ext uri="{FF2B5EF4-FFF2-40B4-BE49-F238E27FC236}">
                  <a16:creationId xmlns:a16="http://schemas.microsoft.com/office/drawing/2014/main" id="{7881455D-6B45-A20E-9135-46CF5FACE537}"/>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55" name="Straight Connector 654">
              <a:extLst>
                <a:ext uri="{FF2B5EF4-FFF2-40B4-BE49-F238E27FC236}">
                  <a16:creationId xmlns:a16="http://schemas.microsoft.com/office/drawing/2014/main" id="{4BD5C99E-DFF2-A89D-7B2C-E2D0C0AB5665}"/>
                </a:ext>
              </a:extLst>
            </p:cNvPr>
            <p:cNvCxnSpPr>
              <a:cxnSpLocks/>
              <a:stCxn id="654"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56" name="Straight Connector 655">
              <a:extLst>
                <a:ext uri="{FF2B5EF4-FFF2-40B4-BE49-F238E27FC236}">
                  <a16:creationId xmlns:a16="http://schemas.microsoft.com/office/drawing/2014/main" id="{A0924373-4CCE-8646-55F3-5BF71E7F5BAA}"/>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03" name="Group 702">
            <a:extLst>
              <a:ext uri="{FF2B5EF4-FFF2-40B4-BE49-F238E27FC236}">
                <a16:creationId xmlns:a16="http://schemas.microsoft.com/office/drawing/2014/main" id="{9174AFB9-2E3A-E70B-1347-422343307EF2}"/>
              </a:ext>
            </a:extLst>
          </p:cNvPr>
          <p:cNvGrpSpPr/>
          <p:nvPr/>
        </p:nvGrpSpPr>
        <p:grpSpPr>
          <a:xfrm>
            <a:off x="10513198" y="2974054"/>
            <a:ext cx="721206" cy="609701"/>
            <a:chOff x="9656908" y="2253333"/>
            <a:chExt cx="721206" cy="609701"/>
          </a:xfrm>
        </p:grpSpPr>
        <p:sp>
          <p:nvSpPr>
            <p:cNvPr id="704" name="Rectangle 703">
              <a:hlinkHover r:id="" action="ppaction://noaction" highlightClick="1"/>
              <a:extLst>
                <a:ext uri="{FF2B5EF4-FFF2-40B4-BE49-F238E27FC236}">
                  <a16:creationId xmlns:a16="http://schemas.microsoft.com/office/drawing/2014/main" id="{DB8FEED2-DF80-E04F-0DD5-CE9230D7F9D8}"/>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Agent Identities</a:t>
              </a:r>
            </a:p>
          </p:txBody>
        </p:sp>
        <p:sp>
          <p:nvSpPr>
            <p:cNvPr id="705" name="Rectangle 704">
              <a:extLst>
                <a:ext uri="{FF2B5EF4-FFF2-40B4-BE49-F238E27FC236}">
                  <a16:creationId xmlns:a16="http://schemas.microsoft.com/office/drawing/2014/main" id="{CED5B25D-098B-FB60-F0FD-1ABD165B388A}"/>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6" name="Oval 15">
              <a:extLst>
                <a:ext uri="{FF2B5EF4-FFF2-40B4-BE49-F238E27FC236}">
                  <a16:creationId xmlns:a16="http://schemas.microsoft.com/office/drawing/2014/main" id="{FB524CF3-19C8-4841-42F6-370C25257942}"/>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07" name="Straight Connector 706">
              <a:extLst>
                <a:ext uri="{FF2B5EF4-FFF2-40B4-BE49-F238E27FC236}">
                  <a16:creationId xmlns:a16="http://schemas.microsoft.com/office/drawing/2014/main" id="{F4B6C3CC-49A8-DF27-EA1C-7FD52D339CBA}"/>
                </a:ext>
              </a:extLst>
            </p:cNvPr>
            <p:cNvCxnSpPr>
              <a:cxnSpLocks/>
              <a:stCxn id="706"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08" name="Straight Connector 707">
              <a:extLst>
                <a:ext uri="{FF2B5EF4-FFF2-40B4-BE49-F238E27FC236}">
                  <a16:creationId xmlns:a16="http://schemas.microsoft.com/office/drawing/2014/main" id="{EDBD6515-511B-B6CA-9BF1-86FE9A31B7C8}"/>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09" name="Group 708">
            <a:extLst>
              <a:ext uri="{FF2B5EF4-FFF2-40B4-BE49-F238E27FC236}">
                <a16:creationId xmlns:a16="http://schemas.microsoft.com/office/drawing/2014/main" id="{7E436953-9F38-377C-7A46-66CA4CCACA5A}"/>
              </a:ext>
            </a:extLst>
          </p:cNvPr>
          <p:cNvGrpSpPr/>
          <p:nvPr/>
        </p:nvGrpSpPr>
        <p:grpSpPr>
          <a:xfrm>
            <a:off x="11356001" y="2974057"/>
            <a:ext cx="721206" cy="609701"/>
            <a:chOff x="11356001" y="2974057"/>
            <a:chExt cx="721206" cy="609701"/>
          </a:xfrm>
        </p:grpSpPr>
        <p:sp>
          <p:nvSpPr>
            <p:cNvPr id="710" name="Rectangle 709">
              <a:hlinkHover r:id="" action="ppaction://noaction" highlightClick="1"/>
              <a:extLst>
                <a:ext uri="{FF2B5EF4-FFF2-40B4-BE49-F238E27FC236}">
                  <a16:creationId xmlns:a16="http://schemas.microsoft.com/office/drawing/2014/main" id="{57665765-8485-C2D9-BDDF-B84BCE4EF053}"/>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711" name="Oval 710">
              <a:extLst>
                <a:ext uri="{FF2B5EF4-FFF2-40B4-BE49-F238E27FC236}">
                  <a16:creationId xmlns:a16="http://schemas.microsoft.com/office/drawing/2014/main" id="{D5895A6F-EAFA-3B17-71C9-99421F59D5F4}"/>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2" name="Isosceles Triangle 648">
              <a:extLst>
                <a:ext uri="{FF2B5EF4-FFF2-40B4-BE49-F238E27FC236}">
                  <a16:creationId xmlns:a16="http://schemas.microsoft.com/office/drawing/2014/main" id="{907170D6-4042-2073-1A75-FAEE728F621F}"/>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25" name="Group 724">
            <a:extLst>
              <a:ext uri="{FF2B5EF4-FFF2-40B4-BE49-F238E27FC236}">
                <a16:creationId xmlns:a16="http://schemas.microsoft.com/office/drawing/2014/main" id="{6655E7EF-9C60-1E8F-D368-4A942A390719}"/>
              </a:ext>
            </a:extLst>
          </p:cNvPr>
          <p:cNvGrpSpPr/>
          <p:nvPr/>
        </p:nvGrpSpPr>
        <p:grpSpPr>
          <a:xfrm>
            <a:off x="11355832" y="5140982"/>
            <a:ext cx="721220" cy="609701"/>
            <a:chOff x="9656903" y="2253333"/>
            <a:chExt cx="721220" cy="609701"/>
          </a:xfrm>
        </p:grpSpPr>
        <p:sp>
          <p:nvSpPr>
            <p:cNvPr id="726" name="Rectangle 725">
              <a:hlinkHover r:id="" action="ppaction://noaction" highlightClick="1"/>
              <a:extLst>
                <a:ext uri="{FF2B5EF4-FFF2-40B4-BE49-F238E27FC236}">
                  <a16:creationId xmlns:a16="http://schemas.microsoft.com/office/drawing/2014/main" id="{FB91B8AF-65A1-17B2-FC05-2BF47BBDD7FF}"/>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727" name="Rectangle 726">
              <a:extLst>
                <a:ext uri="{FF2B5EF4-FFF2-40B4-BE49-F238E27FC236}">
                  <a16:creationId xmlns:a16="http://schemas.microsoft.com/office/drawing/2014/main" id="{F31DEE9D-514E-FC5D-B01D-26FA6CAEEC92}"/>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8" name="Oval 15">
              <a:extLst>
                <a:ext uri="{FF2B5EF4-FFF2-40B4-BE49-F238E27FC236}">
                  <a16:creationId xmlns:a16="http://schemas.microsoft.com/office/drawing/2014/main" id="{D9B61DC3-4FBA-D022-E9EA-03A68F467EB2}"/>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29" name="Straight Connector 728">
              <a:extLst>
                <a:ext uri="{FF2B5EF4-FFF2-40B4-BE49-F238E27FC236}">
                  <a16:creationId xmlns:a16="http://schemas.microsoft.com/office/drawing/2014/main" id="{3F937962-FE59-2138-BEB1-9EA683B34911}"/>
                </a:ext>
              </a:extLst>
            </p:cNvPr>
            <p:cNvCxnSpPr>
              <a:cxnSpLocks/>
              <a:stCxn id="72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30" name="Straight Connector 729">
              <a:extLst>
                <a:ext uri="{FF2B5EF4-FFF2-40B4-BE49-F238E27FC236}">
                  <a16:creationId xmlns:a16="http://schemas.microsoft.com/office/drawing/2014/main" id="{06F83357-9617-B402-443D-890A55D19AED}"/>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31" name="Group 730">
            <a:extLst>
              <a:ext uri="{FF2B5EF4-FFF2-40B4-BE49-F238E27FC236}">
                <a16:creationId xmlns:a16="http://schemas.microsoft.com/office/drawing/2014/main" id="{909CBBBA-CAF7-C032-9905-996DB1E31BBA}"/>
              </a:ext>
            </a:extLst>
          </p:cNvPr>
          <p:cNvGrpSpPr/>
          <p:nvPr/>
        </p:nvGrpSpPr>
        <p:grpSpPr>
          <a:xfrm>
            <a:off x="5451979" y="3707588"/>
            <a:ext cx="721206" cy="609701"/>
            <a:chOff x="5451979" y="3707588"/>
            <a:chExt cx="721206" cy="609701"/>
          </a:xfrm>
        </p:grpSpPr>
        <p:sp>
          <p:nvSpPr>
            <p:cNvPr id="732" name="Rectangle 731">
              <a:hlinkHover r:id="" action="ppaction://noaction" highlightClick="1"/>
              <a:extLst>
                <a:ext uri="{FF2B5EF4-FFF2-40B4-BE49-F238E27FC236}">
                  <a16:creationId xmlns:a16="http://schemas.microsoft.com/office/drawing/2014/main" id="{4915047A-D01D-B670-9F40-225B047F074B}"/>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733" name="Oval 732">
              <a:extLst>
                <a:ext uri="{FF2B5EF4-FFF2-40B4-BE49-F238E27FC236}">
                  <a16:creationId xmlns:a16="http://schemas.microsoft.com/office/drawing/2014/main" id="{3F130970-C44F-F02D-9108-0CB5BB5B6B18}"/>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4" name="Isosceles Triangle 648">
              <a:extLst>
                <a:ext uri="{FF2B5EF4-FFF2-40B4-BE49-F238E27FC236}">
                  <a16:creationId xmlns:a16="http://schemas.microsoft.com/office/drawing/2014/main" id="{EFB64CE1-CC79-FFED-87C6-EA3E110AC02F}"/>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6" name="Picture 5">
            <a:hlinkClick r:id="rId16" action="ppaction://hlinksldjump"/>
            <a:extLst>
              <a:ext uri="{FF2B5EF4-FFF2-40B4-BE49-F238E27FC236}">
                <a16:creationId xmlns:a16="http://schemas.microsoft.com/office/drawing/2014/main" id="{5716C8E9-4D79-4DE2-030D-943478319C2B}"/>
              </a:ext>
            </a:extLst>
          </p:cNvPr>
          <p:cNvPicPr>
            <a:picLocks noChangeAspect="1"/>
          </p:cNvPicPr>
          <p:nvPr/>
        </p:nvPicPr>
        <p:blipFill>
          <a:blip r:embed="rId17"/>
          <a:stretch>
            <a:fillRect/>
          </a:stretch>
        </p:blipFill>
        <p:spPr>
          <a:xfrm>
            <a:off x="0" y="0"/>
            <a:ext cx="211626" cy="6858000"/>
          </a:xfrm>
          <a:prstGeom prst="rect">
            <a:avLst/>
          </a:prstGeom>
        </p:spPr>
      </p:pic>
      <p:sp>
        <p:nvSpPr>
          <p:cNvPr id="7" name="Rectangle 6">
            <a:hlinkHover r:id="rId18" action="ppaction://hlinksldjump"/>
            <a:extLst>
              <a:ext uri="{FF2B5EF4-FFF2-40B4-BE49-F238E27FC236}">
                <a16:creationId xmlns:a16="http://schemas.microsoft.com/office/drawing/2014/main" id="{C9CA85AD-ABDD-C188-B830-4F391F2CAF52}"/>
              </a:ext>
            </a:extLst>
          </p:cNvPr>
          <p:cNvSpPr/>
          <p:nvPr/>
        </p:nvSpPr>
        <p:spPr>
          <a:xfrm>
            <a:off x="8841666" y="6284246"/>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grpSp>
        <p:nvGrpSpPr>
          <p:cNvPr id="11" name="Group 10">
            <a:extLst>
              <a:ext uri="{FF2B5EF4-FFF2-40B4-BE49-F238E27FC236}">
                <a16:creationId xmlns:a16="http://schemas.microsoft.com/office/drawing/2014/main" id="{5417C404-A5F4-E5C6-5865-914505418FAC}"/>
              </a:ext>
            </a:extLst>
          </p:cNvPr>
          <p:cNvGrpSpPr/>
          <p:nvPr/>
        </p:nvGrpSpPr>
        <p:grpSpPr>
          <a:xfrm>
            <a:off x="9652491" y="2986436"/>
            <a:ext cx="721206" cy="609701"/>
            <a:chOff x="9657972" y="90836"/>
            <a:chExt cx="721206" cy="609701"/>
          </a:xfrm>
        </p:grpSpPr>
        <p:sp>
          <p:nvSpPr>
            <p:cNvPr id="12" name="Rectangle 11">
              <a:hlinkHover r:id="" action="ppaction://noaction" highlightClick="1"/>
              <a:extLst>
                <a:ext uri="{FF2B5EF4-FFF2-40B4-BE49-F238E27FC236}">
                  <a16:creationId xmlns:a16="http://schemas.microsoft.com/office/drawing/2014/main" id="{83D404CD-0FCD-FAF2-EDE1-704553D24456}"/>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13" name="Diamond 12">
              <a:extLst>
                <a:ext uri="{FF2B5EF4-FFF2-40B4-BE49-F238E27FC236}">
                  <a16:creationId xmlns:a16="http://schemas.microsoft.com/office/drawing/2014/main" id="{88F528EB-95FD-C65A-C741-3DFA34167E2A}"/>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 name="Oval 13">
              <a:extLst>
                <a:ext uri="{FF2B5EF4-FFF2-40B4-BE49-F238E27FC236}">
                  <a16:creationId xmlns:a16="http://schemas.microsoft.com/office/drawing/2014/main" id="{61C0F3A1-13FA-6158-570C-96B595374A78}"/>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91410283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358718" y="173237"/>
            <a:ext cx="97192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365 E3</a:t>
            </a:r>
          </a:p>
        </p:txBody>
      </p:sp>
      <p:grpSp>
        <p:nvGrpSpPr>
          <p:cNvPr id="9" name="Group 8">
            <a:extLst>
              <a:ext uri="{FF2B5EF4-FFF2-40B4-BE49-F238E27FC236}">
                <a16:creationId xmlns:a16="http://schemas.microsoft.com/office/drawing/2014/main" id="{185833E2-6ECB-0EAF-8575-68AE4D3A6E90}"/>
              </a:ext>
            </a:extLst>
          </p:cNvPr>
          <p:cNvGrpSpPr/>
          <p:nvPr/>
        </p:nvGrpSpPr>
        <p:grpSpPr>
          <a:xfrm>
            <a:off x="8829164" y="58136"/>
            <a:ext cx="754117" cy="803729"/>
            <a:chOff x="9401324" y="101482"/>
            <a:chExt cx="754117" cy="803729"/>
          </a:xfrm>
        </p:grpSpPr>
        <p:pic>
          <p:nvPicPr>
            <p:cNvPr id="10" name="Graphic 9" descr="Back with solid fill">
              <a:hlinkClick r:id="" action="ppaction://hlinkshowjump?jump=lastslideviewed"/>
              <a:extLst>
                <a:ext uri="{FF2B5EF4-FFF2-40B4-BE49-F238E27FC236}">
                  <a16:creationId xmlns:a16="http://schemas.microsoft.com/office/drawing/2014/main" id="{3F3A75FC-1A1C-E78A-8928-4C98E8F1BE6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07970" y="101482"/>
              <a:ext cx="740824" cy="740824"/>
            </a:xfrm>
            <a:prstGeom prst="rect">
              <a:avLst/>
            </a:prstGeom>
          </p:spPr>
        </p:pic>
        <p:sp>
          <p:nvSpPr>
            <p:cNvPr id="11" name="TextBox 10">
              <a:extLst>
                <a:ext uri="{FF2B5EF4-FFF2-40B4-BE49-F238E27FC236}">
                  <a16:creationId xmlns:a16="http://schemas.microsoft.com/office/drawing/2014/main" id="{94249FDA-2B4C-829C-1DCD-01EC51ABFE25}"/>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grpSp>
        <p:nvGrpSpPr>
          <p:cNvPr id="21" name="Group 20">
            <a:extLst>
              <a:ext uri="{FF2B5EF4-FFF2-40B4-BE49-F238E27FC236}">
                <a16:creationId xmlns:a16="http://schemas.microsoft.com/office/drawing/2014/main" id="{8BC9B293-1CC8-C2AF-C551-7D1548D6B36F}"/>
              </a:ext>
            </a:extLst>
          </p:cNvPr>
          <p:cNvGrpSpPr/>
          <p:nvPr/>
        </p:nvGrpSpPr>
        <p:grpSpPr>
          <a:xfrm>
            <a:off x="3779655" y="811556"/>
            <a:ext cx="721206" cy="609701"/>
            <a:chOff x="3779655" y="811556"/>
            <a:chExt cx="721206" cy="609701"/>
          </a:xfrm>
        </p:grpSpPr>
        <p:sp>
          <p:nvSpPr>
            <p:cNvPr id="22" name="Rectangle 21">
              <a:extLst>
                <a:ext uri="{FF2B5EF4-FFF2-40B4-BE49-F238E27FC236}">
                  <a16:creationId xmlns:a16="http://schemas.microsoft.com/office/drawing/2014/main" id="{23E7AC05-E459-43BE-120D-4AB3C583D88A}"/>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3" name="Rectangle 22">
              <a:extLst>
                <a:ext uri="{FF2B5EF4-FFF2-40B4-BE49-F238E27FC236}">
                  <a16:creationId xmlns:a16="http://schemas.microsoft.com/office/drawing/2014/main" id="{EEEBAF4E-D585-ED57-900C-9C0A54B26085}"/>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4" name="Oval 15">
              <a:extLst>
                <a:ext uri="{FF2B5EF4-FFF2-40B4-BE49-F238E27FC236}">
                  <a16:creationId xmlns:a16="http://schemas.microsoft.com/office/drawing/2014/main" id="{2F449834-F9E1-AA37-3431-5BB0A60B33E9}"/>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5" name="Straight Connector 24">
              <a:extLst>
                <a:ext uri="{FF2B5EF4-FFF2-40B4-BE49-F238E27FC236}">
                  <a16:creationId xmlns:a16="http://schemas.microsoft.com/office/drawing/2014/main" id="{39F1E770-D40D-F15A-12FF-AC2518BC7B66}"/>
                </a:ext>
              </a:extLst>
            </p:cNvPr>
            <p:cNvCxnSpPr>
              <a:cxnSpLocks/>
              <a:stCxn id="24"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6" name="Straight Connector 25">
              <a:extLst>
                <a:ext uri="{FF2B5EF4-FFF2-40B4-BE49-F238E27FC236}">
                  <a16:creationId xmlns:a16="http://schemas.microsoft.com/office/drawing/2014/main" id="{C1386B6A-5AD4-A627-7D8E-912B7E4F93D3}"/>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8DA85375-EF15-BE1C-FC88-8EB341078C36}"/>
              </a:ext>
            </a:extLst>
          </p:cNvPr>
          <p:cNvGrpSpPr/>
          <p:nvPr/>
        </p:nvGrpSpPr>
        <p:grpSpPr>
          <a:xfrm>
            <a:off x="7959195" y="3698231"/>
            <a:ext cx="721206" cy="609701"/>
            <a:chOff x="7959195" y="3698231"/>
            <a:chExt cx="721206" cy="609701"/>
          </a:xfrm>
        </p:grpSpPr>
        <p:sp>
          <p:nvSpPr>
            <p:cNvPr id="28" name="Rectangle 27">
              <a:hlinkHover r:id="" action="ppaction://noaction" highlightClick="1"/>
              <a:extLst>
                <a:ext uri="{FF2B5EF4-FFF2-40B4-BE49-F238E27FC236}">
                  <a16:creationId xmlns:a16="http://schemas.microsoft.com/office/drawing/2014/main" id="{0EDB49B0-7961-7561-5D69-B5339ED1626E}"/>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29" name="Oval 28">
              <a:extLst>
                <a:ext uri="{FF2B5EF4-FFF2-40B4-BE49-F238E27FC236}">
                  <a16:creationId xmlns:a16="http://schemas.microsoft.com/office/drawing/2014/main" id="{6EF99C50-7491-A75B-C680-4DDFE104BDAD}"/>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0" name="Isosceles Triangle 648">
              <a:extLst>
                <a:ext uri="{FF2B5EF4-FFF2-40B4-BE49-F238E27FC236}">
                  <a16:creationId xmlns:a16="http://schemas.microsoft.com/office/drawing/2014/main" id="{9DC4D1E8-5D49-D4A0-304B-DB966006CFAE}"/>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2" name="Group 31">
            <a:extLst>
              <a:ext uri="{FF2B5EF4-FFF2-40B4-BE49-F238E27FC236}">
                <a16:creationId xmlns:a16="http://schemas.microsoft.com/office/drawing/2014/main" id="{8ED56AD0-1A55-2169-0D2C-94055C6539AB}"/>
              </a:ext>
            </a:extLst>
          </p:cNvPr>
          <p:cNvGrpSpPr/>
          <p:nvPr/>
        </p:nvGrpSpPr>
        <p:grpSpPr>
          <a:xfrm>
            <a:off x="5448056" y="1532276"/>
            <a:ext cx="721206" cy="609701"/>
            <a:chOff x="5448056" y="1532276"/>
            <a:chExt cx="721206" cy="609701"/>
          </a:xfrm>
        </p:grpSpPr>
        <p:sp>
          <p:nvSpPr>
            <p:cNvPr id="33" name="Rectangle 32">
              <a:extLst>
                <a:ext uri="{FF2B5EF4-FFF2-40B4-BE49-F238E27FC236}">
                  <a16:creationId xmlns:a16="http://schemas.microsoft.com/office/drawing/2014/main" id="{B8EA3354-9200-1BA2-F5FC-68008780C852}"/>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35" name="Rectangle 34">
              <a:extLst>
                <a:ext uri="{FF2B5EF4-FFF2-40B4-BE49-F238E27FC236}">
                  <a16:creationId xmlns:a16="http://schemas.microsoft.com/office/drawing/2014/main" id="{AC45F3A8-B15A-697D-3111-444F0C6C81B6}"/>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6" name="Oval 15">
              <a:extLst>
                <a:ext uri="{FF2B5EF4-FFF2-40B4-BE49-F238E27FC236}">
                  <a16:creationId xmlns:a16="http://schemas.microsoft.com/office/drawing/2014/main" id="{8B8AB5FD-BFF6-3A0F-29FC-1062C25EBD43}"/>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9" name="Straight Connector 38">
              <a:extLst>
                <a:ext uri="{FF2B5EF4-FFF2-40B4-BE49-F238E27FC236}">
                  <a16:creationId xmlns:a16="http://schemas.microsoft.com/office/drawing/2014/main" id="{A75EEE68-AE82-C3C5-378E-FB2670A8FBF7}"/>
                </a:ext>
              </a:extLst>
            </p:cNvPr>
            <p:cNvCxnSpPr>
              <a:cxnSpLocks/>
              <a:stCxn id="36"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0" name="Straight Connector 39">
              <a:extLst>
                <a:ext uri="{FF2B5EF4-FFF2-40B4-BE49-F238E27FC236}">
                  <a16:creationId xmlns:a16="http://schemas.microsoft.com/office/drawing/2014/main" id="{677F6AE3-E2E9-844C-2A56-0318BFA3CB9F}"/>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7" name="Group 46">
            <a:extLst>
              <a:ext uri="{FF2B5EF4-FFF2-40B4-BE49-F238E27FC236}">
                <a16:creationId xmlns:a16="http://schemas.microsoft.com/office/drawing/2014/main" id="{CCC9823B-D428-4F11-8DD1-432A54495D06}"/>
              </a:ext>
            </a:extLst>
          </p:cNvPr>
          <p:cNvGrpSpPr/>
          <p:nvPr/>
        </p:nvGrpSpPr>
        <p:grpSpPr>
          <a:xfrm>
            <a:off x="6284565" y="1532276"/>
            <a:ext cx="721206" cy="609701"/>
            <a:chOff x="6284565" y="1532276"/>
            <a:chExt cx="721206" cy="609701"/>
          </a:xfrm>
        </p:grpSpPr>
        <p:sp>
          <p:nvSpPr>
            <p:cNvPr id="48" name="Rectangle 47">
              <a:extLst>
                <a:ext uri="{FF2B5EF4-FFF2-40B4-BE49-F238E27FC236}">
                  <a16:creationId xmlns:a16="http://schemas.microsoft.com/office/drawing/2014/main" id="{61F50AF9-554D-ED2D-AB99-9F4905CE57BA}"/>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49" name="Rectangle 48">
              <a:extLst>
                <a:ext uri="{FF2B5EF4-FFF2-40B4-BE49-F238E27FC236}">
                  <a16:creationId xmlns:a16="http://schemas.microsoft.com/office/drawing/2014/main" id="{FFCBF046-7DE5-E71C-6A15-4C33F21CE660}"/>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 name="Oval 15">
              <a:extLst>
                <a:ext uri="{FF2B5EF4-FFF2-40B4-BE49-F238E27FC236}">
                  <a16:creationId xmlns:a16="http://schemas.microsoft.com/office/drawing/2014/main" id="{C8D8FAAE-A961-B2C0-969C-CA5F644C1625}"/>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1" name="Straight Connector 50">
              <a:extLst>
                <a:ext uri="{FF2B5EF4-FFF2-40B4-BE49-F238E27FC236}">
                  <a16:creationId xmlns:a16="http://schemas.microsoft.com/office/drawing/2014/main" id="{B791261A-2BA3-AEDD-FAF6-FB34C0F6E24A}"/>
                </a:ext>
              </a:extLst>
            </p:cNvPr>
            <p:cNvCxnSpPr>
              <a:cxnSpLocks/>
              <a:stCxn id="50"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2" name="Straight Connector 51">
              <a:extLst>
                <a:ext uri="{FF2B5EF4-FFF2-40B4-BE49-F238E27FC236}">
                  <a16:creationId xmlns:a16="http://schemas.microsoft.com/office/drawing/2014/main" id="{A69330E6-EC0D-6BFE-E010-B55CBFFC2392}"/>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C2C4429B-5D49-0C4F-6A3A-8C51304BA051}"/>
              </a:ext>
            </a:extLst>
          </p:cNvPr>
          <p:cNvGrpSpPr/>
          <p:nvPr/>
        </p:nvGrpSpPr>
        <p:grpSpPr>
          <a:xfrm>
            <a:off x="7121069" y="1532276"/>
            <a:ext cx="721206" cy="609701"/>
            <a:chOff x="7121069" y="1532276"/>
            <a:chExt cx="721206" cy="609701"/>
          </a:xfrm>
        </p:grpSpPr>
        <p:sp>
          <p:nvSpPr>
            <p:cNvPr id="54" name="Rectangle 53">
              <a:extLst>
                <a:ext uri="{FF2B5EF4-FFF2-40B4-BE49-F238E27FC236}">
                  <a16:creationId xmlns:a16="http://schemas.microsoft.com/office/drawing/2014/main" id="{275936EB-0AF3-8746-7272-785FF20E3554}"/>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55" name="Rectangle 54">
              <a:extLst>
                <a:ext uri="{FF2B5EF4-FFF2-40B4-BE49-F238E27FC236}">
                  <a16:creationId xmlns:a16="http://schemas.microsoft.com/office/drawing/2014/main" id="{2EF96FAB-89F5-03BC-FEDE-3541D7046608}"/>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 name="Oval 15">
              <a:extLst>
                <a:ext uri="{FF2B5EF4-FFF2-40B4-BE49-F238E27FC236}">
                  <a16:creationId xmlns:a16="http://schemas.microsoft.com/office/drawing/2014/main" id="{642A32A5-DFD1-5E44-085C-D6DE3F3A12BE}"/>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 name="Straight Connector 60">
              <a:extLst>
                <a:ext uri="{FF2B5EF4-FFF2-40B4-BE49-F238E27FC236}">
                  <a16:creationId xmlns:a16="http://schemas.microsoft.com/office/drawing/2014/main" id="{053A878C-BC74-00B2-7DA5-E85394100724}"/>
                </a:ext>
              </a:extLst>
            </p:cNvPr>
            <p:cNvCxnSpPr>
              <a:cxnSpLocks/>
              <a:stCxn id="56"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2" name="Straight Connector 61">
              <a:extLst>
                <a:ext uri="{FF2B5EF4-FFF2-40B4-BE49-F238E27FC236}">
                  <a16:creationId xmlns:a16="http://schemas.microsoft.com/office/drawing/2014/main" id="{E0634ABA-FC19-613B-C131-FC7F28043B62}"/>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6640189E-34A0-F159-B03E-13EC3F9518EC}"/>
              </a:ext>
            </a:extLst>
          </p:cNvPr>
          <p:cNvGrpSpPr/>
          <p:nvPr/>
        </p:nvGrpSpPr>
        <p:grpSpPr>
          <a:xfrm>
            <a:off x="6287105" y="2974054"/>
            <a:ext cx="721206" cy="609701"/>
            <a:chOff x="6287105" y="2974054"/>
            <a:chExt cx="721206" cy="609701"/>
          </a:xfrm>
        </p:grpSpPr>
        <p:sp>
          <p:nvSpPr>
            <p:cNvPr id="64" name="Rectangle 63">
              <a:hlinkHover r:id="" action="ppaction://noaction" highlightClick="1"/>
              <a:extLst>
                <a:ext uri="{FF2B5EF4-FFF2-40B4-BE49-F238E27FC236}">
                  <a16:creationId xmlns:a16="http://schemas.microsoft.com/office/drawing/2014/main" id="{65683FD5-67B9-E09A-47D6-69E5B375CC1A}"/>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65" name="Rectangle 64">
              <a:extLst>
                <a:ext uri="{FF2B5EF4-FFF2-40B4-BE49-F238E27FC236}">
                  <a16:creationId xmlns:a16="http://schemas.microsoft.com/office/drawing/2014/main" id="{FD30A6A3-95AF-6BF2-DE1A-D3E02496365A}"/>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 name="Oval 15">
              <a:extLst>
                <a:ext uri="{FF2B5EF4-FFF2-40B4-BE49-F238E27FC236}">
                  <a16:creationId xmlns:a16="http://schemas.microsoft.com/office/drawing/2014/main" id="{4C2F7141-C246-14F2-61F7-8257E4F5EF02}"/>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4" name="Straight Connector 93">
              <a:extLst>
                <a:ext uri="{FF2B5EF4-FFF2-40B4-BE49-F238E27FC236}">
                  <a16:creationId xmlns:a16="http://schemas.microsoft.com/office/drawing/2014/main" id="{925887B1-8299-7AE3-C4AC-931B8B329A5F}"/>
                </a:ext>
              </a:extLst>
            </p:cNvPr>
            <p:cNvCxnSpPr>
              <a:cxnSpLocks/>
              <a:stCxn id="66"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95" name="Group 94">
            <a:extLst>
              <a:ext uri="{FF2B5EF4-FFF2-40B4-BE49-F238E27FC236}">
                <a16:creationId xmlns:a16="http://schemas.microsoft.com/office/drawing/2014/main" id="{6358D48B-51FB-37A0-6EA1-4754C532F53F}"/>
              </a:ext>
            </a:extLst>
          </p:cNvPr>
          <p:cNvGrpSpPr/>
          <p:nvPr/>
        </p:nvGrpSpPr>
        <p:grpSpPr>
          <a:xfrm>
            <a:off x="7123149" y="2974054"/>
            <a:ext cx="721206" cy="646284"/>
            <a:chOff x="7123149" y="2974054"/>
            <a:chExt cx="721206" cy="646284"/>
          </a:xfrm>
        </p:grpSpPr>
        <p:sp>
          <p:nvSpPr>
            <p:cNvPr id="96" name="Rectangle 95">
              <a:hlinkHover r:id="" action="ppaction://noaction" highlightClick="1"/>
              <a:extLst>
                <a:ext uri="{FF2B5EF4-FFF2-40B4-BE49-F238E27FC236}">
                  <a16:creationId xmlns:a16="http://schemas.microsoft.com/office/drawing/2014/main" id="{3634527E-C335-9863-065F-25C68B41586D}"/>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97" name="Rectangle 96">
              <a:extLst>
                <a:ext uri="{FF2B5EF4-FFF2-40B4-BE49-F238E27FC236}">
                  <a16:creationId xmlns:a16="http://schemas.microsoft.com/office/drawing/2014/main" id="{2AD6EE4B-0CAB-9220-A172-D5E54263255A}"/>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 name="Oval 15">
              <a:extLst>
                <a:ext uri="{FF2B5EF4-FFF2-40B4-BE49-F238E27FC236}">
                  <a16:creationId xmlns:a16="http://schemas.microsoft.com/office/drawing/2014/main" id="{9EB45E0D-98A9-47DB-3C76-CC820FD32265}"/>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9" name="Straight Connector 98">
              <a:extLst>
                <a:ext uri="{FF2B5EF4-FFF2-40B4-BE49-F238E27FC236}">
                  <a16:creationId xmlns:a16="http://schemas.microsoft.com/office/drawing/2014/main" id="{BF3C8F65-336B-154B-3628-E47D7D47BDC2}"/>
                </a:ext>
              </a:extLst>
            </p:cNvPr>
            <p:cNvCxnSpPr>
              <a:cxnSpLocks/>
              <a:stCxn id="98"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4" name="Straight Connector 153">
              <a:extLst>
                <a:ext uri="{FF2B5EF4-FFF2-40B4-BE49-F238E27FC236}">
                  <a16:creationId xmlns:a16="http://schemas.microsoft.com/office/drawing/2014/main" id="{2BBACC92-2825-C398-B13E-067E4413F29A}"/>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5" name="Group 154">
            <a:extLst>
              <a:ext uri="{FF2B5EF4-FFF2-40B4-BE49-F238E27FC236}">
                <a16:creationId xmlns:a16="http://schemas.microsoft.com/office/drawing/2014/main" id="{8AAFD1F4-4D4B-8E29-418A-930B9607C0B9}"/>
              </a:ext>
            </a:extLst>
          </p:cNvPr>
          <p:cNvGrpSpPr/>
          <p:nvPr/>
        </p:nvGrpSpPr>
        <p:grpSpPr>
          <a:xfrm>
            <a:off x="7959200" y="2974054"/>
            <a:ext cx="721206" cy="609701"/>
            <a:chOff x="7959200" y="2974054"/>
            <a:chExt cx="721206" cy="609701"/>
          </a:xfrm>
        </p:grpSpPr>
        <p:sp>
          <p:nvSpPr>
            <p:cNvPr id="156" name="Rectangle 155">
              <a:hlinkHover r:id="" action="ppaction://noaction" highlightClick="1"/>
              <a:extLst>
                <a:ext uri="{FF2B5EF4-FFF2-40B4-BE49-F238E27FC236}">
                  <a16:creationId xmlns:a16="http://schemas.microsoft.com/office/drawing/2014/main" id="{31A9E5B1-F899-6A91-C8EE-93B6929E2E5F}"/>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157" name="Diamond 156">
              <a:extLst>
                <a:ext uri="{FF2B5EF4-FFF2-40B4-BE49-F238E27FC236}">
                  <a16:creationId xmlns:a16="http://schemas.microsoft.com/office/drawing/2014/main" id="{7E7BD8FB-9EB8-D8E5-7565-BE95D871CE5D}"/>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8" name="Oval 157">
              <a:extLst>
                <a:ext uri="{FF2B5EF4-FFF2-40B4-BE49-F238E27FC236}">
                  <a16:creationId xmlns:a16="http://schemas.microsoft.com/office/drawing/2014/main" id="{64F82E6E-1BF2-D280-7EE1-F73CC60647BC}"/>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9" name="Group 158">
            <a:extLst>
              <a:ext uri="{FF2B5EF4-FFF2-40B4-BE49-F238E27FC236}">
                <a16:creationId xmlns:a16="http://schemas.microsoft.com/office/drawing/2014/main" id="{4150D6EF-D7E5-9E0A-1D9A-2D1D05785C4E}"/>
              </a:ext>
            </a:extLst>
          </p:cNvPr>
          <p:cNvGrpSpPr/>
          <p:nvPr/>
        </p:nvGrpSpPr>
        <p:grpSpPr>
          <a:xfrm>
            <a:off x="8795244" y="2974054"/>
            <a:ext cx="721206" cy="609701"/>
            <a:chOff x="8795244" y="2974054"/>
            <a:chExt cx="721206" cy="609701"/>
          </a:xfrm>
        </p:grpSpPr>
        <p:sp>
          <p:nvSpPr>
            <p:cNvPr id="192" name="Rectangle 191">
              <a:hlinkHover r:id="" action="ppaction://noaction" highlightClick="1"/>
              <a:extLst>
                <a:ext uri="{FF2B5EF4-FFF2-40B4-BE49-F238E27FC236}">
                  <a16:creationId xmlns:a16="http://schemas.microsoft.com/office/drawing/2014/main" id="{DBC890D7-997D-7749-EBBD-EF07AACECB5A}"/>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193" name="Diamond 192">
              <a:extLst>
                <a:ext uri="{FF2B5EF4-FFF2-40B4-BE49-F238E27FC236}">
                  <a16:creationId xmlns:a16="http://schemas.microsoft.com/office/drawing/2014/main" id="{C38BA9AE-E3AF-7717-69FB-67E260448D06}"/>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4" name="Oval 193">
              <a:extLst>
                <a:ext uri="{FF2B5EF4-FFF2-40B4-BE49-F238E27FC236}">
                  <a16:creationId xmlns:a16="http://schemas.microsoft.com/office/drawing/2014/main" id="{5EE273B5-2B44-77CF-58EF-A092D8BDCC8C}"/>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01" name="Group 200">
            <a:extLst>
              <a:ext uri="{FF2B5EF4-FFF2-40B4-BE49-F238E27FC236}">
                <a16:creationId xmlns:a16="http://schemas.microsoft.com/office/drawing/2014/main" id="{36DB49E2-F426-85EC-D898-684E775F157E}"/>
              </a:ext>
            </a:extLst>
          </p:cNvPr>
          <p:cNvGrpSpPr/>
          <p:nvPr/>
        </p:nvGrpSpPr>
        <p:grpSpPr>
          <a:xfrm>
            <a:off x="5442073" y="811556"/>
            <a:ext cx="728239" cy="609701"/>
            <a:chOff x="5442073" y="811556"/>
            <a:chExt cx="728239" cy="609701"/>
          </a:xfrm>
        </p:grpSpPr>
        <p:sp>
          <p:nvSpPr>
            <p:cNvPr id="202" name="Rectangle 201">
              <a:extLst>
                <a:ext uri="{FF2B5EF4-FFF2-40B4-BE49-F238E27FC236}">
                  <a16:creationId xmlns:a16="http://schemas.microsoft.com/office/drawing/2014/main" id="{E7E65C54-71A6-B3CC-461E-D705D2864037}"/>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203" name="Rectangle 202">
              <a:extLst>
                <a:ext uri="{FF2B5EF4-FFF2-40B4-BE49-F238E27FC236}">
                  <a16:creationId xmlns:a16="http://schemas.microsoft.com/office/drawing/2014/main" id="{DA5125AE-D029-E20C-38DD-9A33BAF8F75E}"/>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4" name="Oval 15">
              <a:extLst>
                <a:ext uri="{FF2B5EF4-FFF2-40B4-BE49-F238E27FC236}">
                  <a16:creationId xmlns:a16="http://schemas.microsoft.com/office/drawing/2014/main" id="{3F25ACB6-0B0E-378B-61E6-30DE736A5C8A}"/>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05" name="Straight Connector 204">
              <a:extLst>
                <a:ext uri="{FF2B5EF4-FFF2-40B4-BE49-F238E27FC236}">
                  <a16:creationId xmlns:a16="http://schemas.microsoft.com/office/drawing/2014/main" id="{9322DF3E-E806-B1EE-20D8-09E3F53785FD}"/>
                </a:ext>
              </a:extLst>
            </p:cNvPr>
            <p:cNvCxnSpPr>
              <a:cxnSpLocks/>
              <a:stCxn id="204"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06" name="Straight Connector 205">
              <a:extLst>
                <a:ext uri="{FF2B5EF4-FFF2-40B4-BE49-F238E27FC236}">
                  <a16:creationId xmlns:a16="http://schemas.microsoft.com/office/drawing/2014/main" id="{A3B2833E-354D-F351-DA57-8132C721ECE0}"/>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07" name="Group 206">
            <a:extLst>
              <a:ext uri="{FF2B5EF4-FFF2-40B4-BE49-F238E27FC236}">
                <a16:creationId xmlns:a16="http://schemas.microsoft.com/office/drawing/2014/main" id="{0B893583-97EC-B54F-56FF-B9C3FE9AA424}"/>
              </a:ext>
            </a:extLst>
          </p:cNvPr>
          <p:cNvGrpSpPr/>
          <p:nvPr/>
        </p:nvGrpSpPr>
        <p:grpSpPr>
          <a:xfrm>
            <a:off x="7957576" y="811556"/>
            <a:ext cx="721206" cy="609701"/>
            <a:chOff x="7957576" y="811556"/>
            <a:chExt cx="721206" cy="609701"/>
          </a:xfrm>
        </p:grpSpPr>
        <p:sp>
          <p:nvSpPr>
            <p:cNvPr id="208" name="Rectangle 207">
              <a:extLst>
                <a:ext uri="{FF2B5EF4-FFF2-40B4-BE49-F238E27FC236}">
                  <a16:creationId xmlns:a16="http://schemas.microsoft.com/office/drawing/2014/main" id="{78DA428B-002D-9034-669E-6E53BA1F6671}"/>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209" name="Rectangle 208">
              <a:extLst>
                <a:ext uri="{FF2B5EF4-FFF2-40B4-BE49-F238E27FC236}">
                  <a16:creationId xmlns:a16="http://schemas.microsoft.com/office/drawing/2014/main" id="{19E477E8-9E90-A4F0-6EC2-CE745268D960}"/>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0" name="Oval 15">
              <a:extLst>
                <a:ext uri="{FF2B5EF4-FFF2-40B4-BE49-F238E27FC236}">
                  <a16:creationId xmlns:a16="http://schemas.microsoft.com/office/drawing/2014/main" id="{249952DA-7F52-B286-DCCF-FFC62CA677FB}"/>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11" name="Straight Connector 210">
              <a:extLst>
                <a:ext uri="{FF2B5EF4-FFF2-40B4-BE49-F238E27FC236}">
                  <a16:creationId xmlns:a16="http://schemas.microsoft.com/office/drawing/2014/main" id="{904D96F5-FD0E-565C-1560-63C803232443}"/>
                </a:ext>
              </a:extLst>
            </p:cNvPr>
            <p:cNvCxnSpPr>
              <a:cxnSpLocks/>
              <a:stCxn id="210"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12" name="Straight Connector 211">
              <a:extLst>
                <a:ext uri="{FF2B5EF4-FFF2-40B4-BE49-F238E27FC236}">
                  <a16:creationId xmlns:a16="http://schemas.microsoft.com/office/drawing/2014/main" id="{1D891AC9-B1F1-03F2-4FBE-0602418B1935}"/>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48" name="Group 547">
            <a:extLst>
              <a:ext uri="{FF2B5EF4-FFF2-40B4-BE49-F238E27FC236}">
                <a16:creationId xmlns:a16="http://schemas.microsoft.com/office/drawing/2014/main" id="{61575446-B91C-A82E-1B1E-C87F5080437C}"/>
              </a:ext>
            </a:extLst>
          </p:cNvPr>
          <p:cNvGrpSpPr/>
          <p:nvPr/>
        </p:nvGrpSpPr>
        <p:grpSpPr>
          <a:xfrm>
            <a:off x="11356242" y="90836"/>
            <a:ext cx="721206" cy="609701"/>
            <a:chOff x="11356242" y="90836"/>
            <a:chExt cx="721206" cy="609701"/>
          </a:xfrm>
        </p:grpSpPr>
        <p:sp>
          <p:nvSpPr>
            <p:cNvPr id="549" name="Rectangle 548">
              <a:hlinkHover r:id="" action="ppaction://noaction" highlightClick="1"/>
              <a:extLst>
                <a:ext uri="{FF2B5EF4-FFF2-40B4-BE49-F238E27FC236}">
                  <a16:creationId xmlns:a16="http://schemas.microsoft.com/office/drawing/2014/main" id="{0EFDFACB-BC80-BD3B-D844-903492C3A6E8}"/>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50" name="Oval 549">
              <a:extLst>
                <a:ext uri="{FF2B5EF4-FFF2-40B4-BE49-F238E27FC236}">
                  <a16:creationId xmlns:a16="http://schemas.microsoft.com/office/drawing/2014/main" id="{FDF3BA8B-E11F-99DB-A038-C0B1DB88E2F5}"/>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1" name="Isosceles Triangle 648">
              <a:extLst>
                <a:ext uri="{FF2B5EF4-FFF2-40B4-BE49-F238E27FC236}">
                  <a16:creationId xmlns:a16="http://schemas.microsoft.com/office/drawing/2014/main" id="{B8A3EDE8-00F8-76D1-070F-60EC8A0D3296}"/>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2" name="Group 551">
            <a:extLst>
              <a:ext uri="{FF2B5EF4-FFF2-40B4-BE49-F238E27FC236}">
                <a16:creationId xmlns:a16="http://schemas.microsoft.com/office/drawing/2014/main" id="{8265F63F-5392-070C-88CF-0CDF9B45E0E4}"/>
              </a:ext>
            </a:extLst>
          </p:cNvPr>
          <p:cNvGrpSpPr/>
          <p:nvPr/>
        </p:nvGrpSpPr>
        <p:grpSpPr>
          <a:xfrm>
            <a:off x="11356243" y="3694774"/>
            <a:ext cx="721206" cy="609701"/>
            <a:chOff x="11356243" y="3694774"/>
            <a:chExt cx="721206" cy="609701"/>
          </a:xfrm>
        </p:grpSpPr>
        <p:sp>
          <p:nvSpPr>
            <p:cNvPr id="553" name="Rectangle 552">
              <a:hlinkHover r:id="" action="ppaction://noaction" highlightClick="1"/>
              <a:extLst>
                <a:ext uri="{FF2B5EF4-FFF2-40B4-BE49-F238E27FC236}">
                  <a16:creationId xmlns:a16="http://schemas.microsoft.com/office/drawing/2014/main" id="{911CBC69-E931-E7AB-C7BD-68C7E55FDDEE}"/>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54" name="Oval 553">
              <a:extLst>
                <a:ext uri="{FF2B5EF4-FFF2-40B4-BE49-F238E27FC236}">
                  <a16:creationId xmlns:a16="http://schemas.microsoft.com/office/drawing/2014/main" id="{3A919CCE-4F92-5FC6-EACA-75E5A904AFFC}"/>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5" name="Isosceles Triangle 648">
              <a:extLst>
                <a:ext uri="{FF2B5EF4-FFF2-40B4-BE49-F238E27FC236}">
                  <a16:creationId xmlns:a16="http://schemas.microsoft.com/office/drawing/2014/main" id="{B7D0BB8C-AF5B-6E61-9B38-BE175C05AD06}"/>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6" name="Group 555">
            <a:extLst>
              <a:ext uri="{FF2B5EF4-FFF2-40B4-BE49-F238E27FC236}">
                <a16:creationId xmlns:a16="http://schemas.microsoft.com/office/drawing/2014/main" id="{74DAEB8C-EA50-012B-A470-27CC53F57245}"/>
              </a:ext>
            </a:extLst>
          </p:cNvPr>
          <p:cNvGrpSpPr/>
          <p:nvPr/>
        </p:nvGrpSpPr>
        <p:grpSpPr>
          <a:xfrm>
            <a:off x="9657691" y="4419624"/>
            <a:ext cx="721206" cy="609701"/>
            <a:chOff x="9657691" y="4419624"/>
            <a:chExt cx="721206" cy="609701"/>
          </a:xfrm>
        </p:grpSpPr>
        <p:sp>
          <p:nvSpPr>
            <p:cNvPr id="557" name="Rectangle 556">
              <a:hlinkHover r:id="" action="ppaction://noaction" highlightClick="1"/>
              <a:extLst>
                <a:ext uri="{FF2B5EF4-FFF2-40B4-BE49-F238E27FC236}">
                  <a16:creationId xmlns:a16="http://schemas.microsoft.com/office/drawing/2014/main" id="{25C57140-AF27-9C23-5D11-8378264B4F56}"/>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58" name="Oval 557">
              <a:extLst>
                <a:ext uri="{FF2B5EF4-FFF2-40B4-BE49-F238E27FC236}">
                  <a16:creationId xmlns:a16="http://schemas.microsoft.com/office/drawing/2014/main" id="{DEA4D9F1-1F26-2D7D-3B9E-BD6923136B6E}"/>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9" name="Isosceles Triangle 648">
              <a:extLst>
                <a:ext uri="{FF2B5EF4-FFF2-40B4-BE49-F238E27FC236}">
                  <a16:creationId xmlns:a16="http://schemas.microsoft.com/office/drawing/2014/main" id="{EEFBE040-2374-AF77-738F-58EE23809A52}"/>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0" name="Group 559">
            <a:extLst>
              <a:ext uri="{FF2B5EF4-FFF2-40B4-BE49-F238E27FC236}">
                <a16:creationId xmlns:a16="http://schemas.microsoft.com/office/drawing/2014/main" id="{9EFBB986-C295-DC52-3D71-1E9B6FE0D501}"/>
              </a:ext>
            </a:extLst>
          </p:cNvPr>
          <p:cNvGrpSpPr/>
          <p:nvPr/>
        </p:nvGrpSpPr>
        <p:grpSpPr>
          <a:xfrm>
            <a:off x="10506968" y="4419620"/>
            <a:ext cx="721206" cy="609701"/>
            <a:chOff x="10506968" y="4419620"/>
            <a:chExt cx="721206" cy="609701"/>
          </a:xfrm>
        </p:grpSpPr>
        <p:sp>
          <p:nvSpPr>
            <p:cNvPr id="561" name="Rectangle 560">
              <a:hlinkHover r:id="" action="ppaction://noaction" highlightClick="1"/>
              <a:extLst>
                <a:ext uri="{FF2B5EF4-FFF2-40B4-BE49-F238E27FC236}">
                  <a16:creationId xmlns:a16="http://schemas.microsoft.com/office/drawing/2014/main" id="{3B9CC176-8083-B05A-906C-89AF2996E233}"/>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62" name="Oval 561">
              <a:extLst>
                <a:ext uri="{FF2B5EF4-FFF2-40B4-BE49-F238E27FC236}">
                  <a16:creationId xmlns:a16="http://schemas.microsoft.com/office/drawing/2014/main" id="{A5966FE6-ECD1-D3A6-F7B3-340E5631F204}"/>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3" name="Isosceles Triangle 648">
              <a:extLst>
                <a:ext uri="{FF2B5EF4-FFF2-40B4-BE49-F238E27FC236}">
                  <a16:creationId xmlns:a16="http://schemas.microsoft.com/office/drawing/2014/main" id="{B58803DE-1BE2-7B4E-95F8-132213493EA2}"/>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4" name="Group 563">
            <a:extLst>
              <a:ext uri="{FF2B5EF4-FFF2-40B4-BE49-F238E27FC236}">
                <a16:creationId xmlns:a16="http://schemas.microsoft.com/office/drawing/2014/main" id="{16852E91-05E8-902C-1998-61807065325B}"/>
              </a:ext>
            </a:extLst>
          </p:cNvPr>
          <p:cNvGrpSpPr/>
          <p:nvPr/>
        </p:nvGrpSpPr>
        <p:grpSpPr>
          <a:xfrm>
            <a:off x="11356003" y="4416261"/>
            <a:ext cx="721206" cy="609701"/>
            <a:chOff x="11356003" y="4416261"/>
            <a:chExt cx="721206" cy="609701"/>
          </a:xfrm>
        </p:grpSpPr>
        <p:sp>
          <p:nvSpPr>
            <p:cNvPr id="565" name="Rectangle 564">
              <a:hlinkHover r:id="" action="ppaction://noaction" highlightClick="1"/>
              <a:extLst>
                <a:ext uri="{FF2B5EF4-FFF2-40B4-BE49-F238E27FC236}">
                  <a16:creationId xmlns:a16="http://schemas.microsoft.com/office/drawing/2014/main" id="{47ACE6AA-168D-67B2-145F-5EA6775FB5D1}"/>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66" name="Oval 565">
              <a:extLst>
                <a:ext uri="{FF2B5EF4-FFF2-40B4-BE49-F238E27FC236}">
                  <a16:creationId xmlns:a16="http://schemas.microsoft.com/office/drawing/2014/main" id="{76BAF403-3C17-B221-7952-B877E491D135}"/>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7" name="Isosceles Triangle 648">
              <a:extLst>
                <a:ext uri="{FF2B5EF4-FFF2-40B4-BE49-F238E27FC236}">
                  <a16:creationId xmlns:a16="http://schemas.microsoft.com/office/drawing/2014/main" id="{1DC5386D-01F8-AF48-19F9-EE0194D77B73}"/>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8" name="Group 567">
            <a:extLst>
              <a:ext uri="{FF2B5EF4-FFF2-40B4-BE49-F238E27FC236}">
                <a16:creationId xmlns:a16="http://schemas.microsoft.com/office/drawing/2014/main" id="{EC3B34CB-4D00-3F8F-8306-D2D57C16A91A}"/>
              </a:ext>
            </a:extLst>
          </p:cNvPr>
          <p:cNvGrpSpPr/>
          <p:nvPr/>
        </p:nvGrpSpPr>
        <p:grpSpPr>
          <a:xfrm>
            <a:off x="8808526" y="4416261"/>
            <a:ext cx="721206" cy="609701"/>
            <a:chOff x="8808526" y="4416261"/>
            <a:chExt cx="721206" cy="609701"/>
          </a:xfrm>
        </p:grpSpPr>
        <p:sp>
          <p:nvSpPr>
            <p:cNvPr id="569" name="Rectangle 568">
              <a:hlinkHover r:id="" action="ppaction://noaction" highlightClick="1"/>
              <a:extLst>
                <a:ext uri="{FF2B5EF4-FFF2-40B4-BE49-F238E27FC236}">
                  <a16:creationId xmlns:a16="http://schemas.microsoft.com/office/drawing/2014/main" id="{E6E99965-07A1-205C-F299-B12E5AAE61FF}"/>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70" name="Oval 569">
              <a:extLst>
                <a:ext uri="{FF2B5EF4-FFF2-40B4-BE49-F238E27FC236}">
                  <a16:creationId xmlns:a16="http://schemas.microsoft.com/office/drawing/2014/main" id="{30E04589-7D57-0A52-4FC3-10FC6BBDDA1C}"/>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1" name="Isosceles Triangle 648">
              <a:extLst>
                <a:ext uri="{FF2B5EF4-FFF2-40B4-BE49-F238E27FC236}">
                  <a16:creationId xmlns:a16="http://schemas.microsoft.com/office/drawing/2014/main" id="{4DDB3F2E-D9AE-2C20-CA04-298B9E3D01A4}"/>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2" name="Group 571">
            <a:extLst>
              <a:ext uri="{FF2B5EF4-FFF2-40B4-BE49-F238E27FC236}">
                <a16:creationId xmlns:a16="http://schemas.microsoft.com/office/drawing/2014/main" id="{E31BFD77-ED48-81C0-0088-197EFD9A47E0}"/>
              </a:ext>
            </a:extLst>
          </p:cNvPr>
          <p:cNvGrpSpPr/>
          <p:nvPr/>
        </p:nvGrpSpPr>
        <p:grpSpPr>
          <a:xfrm>
            <a:off x="10509579" y="5141013"/>
            <a:ext cx="721206" cy="609701"/>
            <a:chOff x="10509579" y="5141013"/>
            <a:chExt cx="721206" cy="609701"/>
          </a:xfrm>
        </p:grpSpPr>
        <p:sp>
          <p:nvSpPr>
            <p:cNvPr id="573" name="Rectangle 572">
              <a:hlinkHover r:id="" action="ppaction://noaction" highlightClick="1"/>
              <a:extLst>
                <a:ext uri="{FF2B5EF4-FFF2-40B4-BE49-F238E27FC236}">
                  <a16:creationId xmlns:a16="http://schemas.microsoft.com/office/drawing/2014/main" id="{A202A0AF-8916-2185-CC78-1FDCF8D4F4EE}"/>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74" name="Oval 573">
              <a:extLst>
                <a:ext uri="{FF2B5EF4-FFF2-40B4-BE49-F238E27FC236}">
                  <a16:creationId xmlns:a16="http://schemas.microsoft.com/office/drawing/2014/main" id="{674EC0C3-F3EA-79E4-71A5-93B954AACAC6}"/>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5" name="Isosceles Triangle 648">
              <a:extLst>
                <a:ext uri="{FF2B5EF4-FFF2-40B4-BE49-F238E27FC236}">
                  <a16:creationId xmlns:a16="http://schemas.microsoft.com/office/drawing/2014/main" id="{D500DF42-B036-7CC7-47ED-9E79E0458AFE}"/>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6" name="Group 575">
            <a:extLst>
              <a:ext uri="{FF2B5EF4-FFF2-40B4-BE49-F238E27FC236}">
                <a16:creationId xmlns:a16="http://schemas.microsoft.com/office/drawing/2014/main" id="{D64B7D89-618D-D256-8B32-388ACE7B50B5}"/>
              </a:ext>
            </a:extLst>
          </p:cNvPr>
          <p:cNvGrpSpPr/>
          <p:nvPr/>
        </p:nvGrpSpPr>
        <p:grpSpPr>
          <a:xfrm>
            <a:off x="9651076" y="5143367"/>
            <a:ext cx="721206" cy="609701"/>
            <a:chOff x="9651076" y="5143367"/>
            <a:chExt cx="721206" cy="609701"/>
          </a:xfrm>
        </p:grpSpPr>
        <p:sp>
          <p:nvSpPr>
            <p:cNvPr id="577" name="Rectangle 576">
              <a:hlinkHover r:id="" action="ppaction://noaction" highlightClick="1"/>
              <a:extLst>
                <a:ext uri="{FF2B5EF4-FFF2-40B4-BE49-F238E27FC236}">
                  <a16:creationId xmlns:a16="http://schemas.microsoft.com/office/drawing/2014/main" id="{B8146E9E-0F3C-4F94-35AC-7B4523F91331}"/>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78" name="Oval 577">
              <a:extLst>
                <a:ext uri="{FF2B5EF4-FFF2-40B4-BE49-F238E27FC236}">
                  <a16:creationId xmlns:a16="http://schemas.microsoft.com/office/drawing/2014/main" id="{39C17DCB-075A-3E6E-AD90-19AEB34782EE}"/>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9" name="Isosceles Triangle 648">
              <a:extLst>
                <a:ext uri="{FF2B5EF4-FFF2-40B4-BE49-F238E27FC236}">
                  <a16:creationId xmlns:a16="http://schemas.microsoft.com/office/drawing/2014/main" id="{EDA4AF48-A4C1-BCC8-3EC7-03BE16615AFE}"/>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0" name="Group 579">
            <a:extLst>
              <a:ext uri="{FF2B5EF4-FFF2-40B4-BE49-F238E27FC236}">
                <a16:creationId xmlns:a16="http://schemas.microsoft.com/office/drawing/2014/main" id="{45181342-10DB-04EB-005E-E143C46CE0A5}"/>
              </a:ext>
            </a:extLst>
          </p:cNvPr>
          <p:cNvGrpSpPr/>
          <p:nvPr/>
        </p:nvGrpSpPr>
        <p:grpSpPr>
          <a:xfrm>
            <a:off x="9657612" y="3698231"/>
            <a:ext cx="721206" cy="609701"/>
            <a:chOff x="9657612" y="3698231"/>
            <a:chExt cx="721206" cy="609701"/>
          </a:xfrm>
        </p:grpSpPr>
        <p:sp>
          <p:nvSpPr>
            <p:cNvPr id="581" name="Rectangle 580">
              <a:hlinkHover r:id="" action="ppaction://noaction" highlightClick="1"/>
              <a:extLst>
                <a:ext uri="{FF2B5EF4-FFF2-40B4-BE49-F238E27FC236}">
                  <a16:creationId xmlns:a16="http://schemas.microsoft.com/office/drawing/2014/main" id="{439F2A14-F57C-3D08-33FE-4653CA4BC5F9}"/>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82" name="Oval 581">
              <a:extLst>
                <a:ext uri="{FF2B5EF4-FFF2-40B4-BE49-F238E27FC236}">
                  <a16:creationId xmlns:a16="http://schemas.microsoft.com/office/drawing/2014/main" id="{FC3A6BDE-CCCB-21BD-93B2-27DD471BC7F2}"/>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3" name="Isosceles Triangle 648">
              <a:extLst>
                <a:ext uri="{FF2B5EF4-FFF2-40B4-BE49-F238E27FC236}">
                  <a16:creationId xmlns:a16="http://schemas.microsoft.com/office/drawing/2014/main" id="{F9CA0DB6-0C81-0C82-8F2F-46D457E7363F}"/>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4" name="Group 583">
            <a:extLst>
              <a:ext uri="{FF2B5EF4-FFF2-40B4-BE49-F238E27FC236}">
                <a16:creationId xmlns:a16="http://schemas.microsoft.com/office/drawing/2014/main" id="{4A79EAEA-6D40-6AA0-053D-F31E936E0998}"/>
              </a:ext>
            </a:extLst>
          </p:cNvPr>
          <p:cNvGrpSpPr/>
          <p:nvPr/>
        </p:nvGrpSpPr>
        <p:grpSpPr>
          <a:xfrm>
            <a:off x="10506928" y="3698227"/>
            <a:ext cx="721206" cy="609701"/>
            <a:chOff x="10506928" y="3698227"/>
            <a:chExt cx="721206" cy="609701"/>
          </a:xfrm>
        </p:grpSpPr>
        <p:sp>
          <p:nvSpPr>
            <p:cNvPr id="585" name="Rectangle 584">
              <a:hlinkHover r:id="" action="ppaction://noaction" highlightClick="1"/>
              <a:extLst>
                <a:ext uri="{FF2B5EF4-FFF2-40B4-BE49-F238E27FC236}">
                  <a16:creationId xmlns:a16="http://schemas.microsoft.com/office/drawing/2014/main" id="{1A678D9C-5EC5-F13C-AC00-30826CE74502}"/>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86" name="Oval 585">
              <a:extLst>
                <a:ext uri="{FF2B5EF4-FFF2-40B4-BE49-F238E27FC236}">
                  <a16:creationId xmlns:a16="http://schemas.microsoft.com/office/drawing/2014/main" id="{8D0CA2B4-C2FA-CFC1-DBB4-7E5BFBCD1CD2}"/>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7" name="Isosceles Triangle 648">
              <a:extLst>
                <a:ext uri="{FF2B5EF4-FFF2-40B4-BE49-F238E27FC236}">
                  <a16:creationId xmlns:a16="http://schemas.microsoft.com/office/drawing/2014/main" id="{24110673-53C8-5E48-6888-1A3A04CB76F8}"/>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8" name="Group 587">
            <a:extLst>
              <a:ext uri="{FF2B5EF4-FFF2-40B4-BE49-F238E27FC236}">
                <a16:creationId xmlns:a16="http://schemas.microsoft.com/office/drawing/2014/main" id="{B25C22BA-89B4-986F-25F4-622741FCE76B}"/>
              </a:ext>
            </a:extLst>
          </p:cNvPr>
          <p:cNvGrpSpPr/>
          <p:nvPr/>
        </p:nvGrpSpPr>
        <p:grpSpPr>
          <a:xfrm>
            <a:off x="8808417" y="5135710"/>
            <a:ext cx="721206" cy="609701"/>
            <a:chOff x="8808417" y="5135710"/>
            <a:chExt cx="721206" cy="609701"/>
          </a:xfrm>
        </p:grpSpPr>
        <p:sp>
          <p:nvSpPr>
            <p:cNvPr id="589" name="Rectangle 588">
              <a:hlinkHover r:id="" action="ppaction://noaction" highlightClick="1"/>
              <a:extLst>
                <a:ext uri="{FF2B5EF4-FFF2-40B4-BE49-F238E27FC236}">
                  <a16:creationId xmlns:a16="http://schemas.microsoft.com/office/drawing/2014/main" id="{7FB10E08-E746-2A6B-7EEB-ECE431441ED9}"/>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90" name="Oval 589">
              <a:extLst>
                <a:ext uri="{FF2B5EF4-FFF2-40B4-BE49-F238E27FC236}">
                  <a16:creationId xmlns:a16="http://schemas.microsoft.com/office/drawing/2014/main" id="{61B9BB53-7708-99D4-07E2-605512FBBC67}"/>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1" name="Isosceles Triangle 648">
              <a:extLst>
                <a:ext uri="{FF2B5EF4-FFF2-40B4-BE49-F238E27FC236}">
                  <a16:creationId xmlns:a16="http://schemas.microsoft.com/office/drawing/2014/main" id="{8C8C4DFC-ADFC-6C32-DB5C-074CB2CD486D}"/>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6" name="Group 605">
            <a:extLst>
              <a:ext uri="{FF2B5EF4-FFF2-40B4-BE49-F238E27FC236}">
                <a16:creationId xmlns:a16="http://schemas.microsoft.com/office/drawing/2014/main" id="{B5A1302D-24CE-0C44-D7D8-2EF78F1E2CA6}"/>
              </a:ext>
            </a:extLst>
          </p:cNvPr>
          <p:cNvGrpSpPr/>
          <p:nvPr/>
        </p:nvGrpSpPr>
        <p:grpSpPr>
          <a:xfrm>
            <a:off x="7957572" y="1532276"/>
            <a:ext cx="721206" cy="609701"/>
            <a:chOff x="7957572" y="1532276"/>
            <a:chExt cx="721206" cy="609701"/>
          </a:xfrm>
        </p:grpSpPr>
        <p:sp>
          <p:nvSpPr>
            <p:cNvPr id="607" name="Rectangle 606">
              <a:hlinkHover r:id="" action="ppaction://noaction" highlightClick="1"/>
              <a:extLst>
                <a:ext uri="{FF2B5EF4-FFF2-40B4-BE49-F238E27FC236}">
                  <a16:creationId xmlns:a16="http://schemas.microsoft.com/office/drawing/2014/main" id="{0BE52D1A-173D-7B54-D8FB-798DDFED010D}"/>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608" name="Rectangle 607">
              <a:extLst>
                <a:ext uri="{FF2B5EF4-FFF2-40B4-BE49-F238E27FC236}">
                  <a16:creationId xmlns:a16="http://schemas.microsoft.com/office/drawing/2014/main" id="{F6349139-7DA6-8EBC-262F-E0FAACE85DCD}"/>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9" name="Oval 15">
              <a:extLst>
                <a:ext uri="{FF2B5EF4-FFF2-40B4-BE49-F238E27FC236}">
                  <a16:creationId xmlns:a16="http://schemas.microsoft.com/office/drawing/2014/main" id="{C2E491FA-1212-4598-AFF9-A1F0D5095361}"/>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0" name="Straight Connector 609">
              <a:extLst>
                <a:ext uri="{FF2B5EF4-FFF2-40B4-BE49-F238E27FC236}">
                  <a16:creationId xmlns:a16="http://schemas.microsoft.com/office/drawing/2014/main" id="{A5B88AF1-1943-9E95-FDB5-732260856D5A}"/>
                </a:ext>
              </a:extLst>
            </p:cNvPr>
            <p:cNvCxnSpPr>
              <a:cxnSpLocks/>
              <a:stCxn id="609"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11" name="Straight Connector 610">
              <a:extLst>
                <a:ext uri="{FF2B5EF4-FFF2-40B4-BE49-F238E27FC236}">
                  <a16:creationId xmlns:a16="http://schemas.microsoft.com/office/drawing/2014/main" id="{59B4CD88-15D7-0339-95FF-25E187AC4DB9}"/>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2" name="Group 611">
            <a:extLst>
              <a:ext uri="{FF2B5EF4-FFF2-40B4-BE49-F238E27FC236}">
                <a16:creationId xmlns:a16="http://schemas.microsoft.com/office/drawing/2014/main" id="{3351C846-7951-9D01-813E-CC0807E5F7C5}"/>
              </a:ext>
            </a:extLst>
          </p:cNvPr>
          <p:cNvGrpSpPr/>
          <p:nvPr/>
        </p:nvGrpSpPr>
        <p:grpSpPr>
          <a:xfrm>
            <a:off x="9656904" y="1532276"/>
            <a:ext cx="721206" cy="609701"/>
            <a:chOff x="9656904" y="1532276"/>
            <a:chExt cx="721206" cy="609701"/>
          </a:xfrm>
        </p:grpSpPr>
        <p:sp>
          <p:nvSpPr>
            <p:cNvPr id="613" name="Rectangle 612">
              <a:extLst>
                <a:ext uri="{FF2B5EF4-FFF2-40B4-BE49-F238E27FC236}">
                  <a16:creationId xmlns:a16="http://schemas.microsoft.com/office/drawing/2014/main" id="{A7110D44-0102-3416-FE98-3497F522EE0D}"/>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14" name="Rectangle 613">
              <a:extLst>
                <a:ext uri="{FF2B5EF4-FFF2-40B4-BE49-F238E27FC236}">
                  <a16:creationId xmlns:a16="http://schemas.microsoft.com/office/drawing/2014/main" id="{D9E23E28-CA85-8F54-627C-075AA12E6CF0}"/>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5" name="Oval 15">
              <a:extLst>
                <a:ext uri="{FF2B5EF4-FFF2-40B4-BE49-F238E27FC236}">
                  <a16:creationId xmlns:a16="http://schemas.microsoft.com/office/drawing/2014/main" id="{2E2F652D-3229-C69C-70A7-A8F39B54A067}"/>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6" name="Straight Connector 615">
              <a:extLst>
                <a:ext uri="{FF2B5EF4-FFF2-40B4-BE49-F238E27FC236}">
                  <a16:creationId xmlns:a16="http://schemas.microsoft.com/office/drawing/2014/main" id="{1F7E4C86-EF84-0D15-4339-3835443ECEB9}"/>
                </a:ext>
              </a:extLst>
            </p:cNvPr>
            <p:cNvCxnSpPr>
              <a:cxnSpLocks/>
              <a:stCxn id="615"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17" name="Straight Connector 616">
              <a:extLst>
                <a:ext uri="{FF2B5EF4-FFF2-40B4-BE49-F238E27FC236}">
                  <a16:creationId xmlns:a16="http://schemas.microsoft.com/office/drawing/2014/main" id="{5F1F32CA-9939-9413-311D-F16EFD29D137}"/>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46" name="Group 645">
            <a:extLst>
              <a:ext uri="{FF2B5EF4-FFF2-40B4-BE49-F238E27FC236}">
                <a16:creationId xmlns:a16="http://schemas.microsoft.com/office/drawing/2014/main" id="{B4782192-3E15-17E9-1D8B-A873821D6E0F}"/>
              </a:ext>
            </a:extLst>
          </p:cNvPr>
          <p:cNvGrpSpPr/>
          <p:nvPr/>
        </p:nvGrpSpPr>
        <p:grpSpPr>
          <a:xfrm>
            <a:off x="11356242" y="811556"/>
            <a:ext cx="721206" cy="609701"/>
            <a:chOff x="11356242" y="811556"/>
            <a:chExt cx="721206" cy="609701"/>
          </a:xfrm>
        </p:grpSpPr>
        <p:sp>
          <p:nvSpPr>
            <p:cNvPr id="647" name="Rectangle 646">
              <a:hlinkHover r:id="" action="ppaction://noaction" highlightClick="1"/>
              <a:extLst>
                <a:ext uri="{FF2B5EF4-FFF2-40B4-BE49-F238E27FC236}">
                  <a16:creationId xmlns:a16="http://schemas.microsoft.com/office/drawing/2014/main" id="{DE89EF4E-D94B-B3BF-8D55-9020734E6161}"/>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48" name="Oval 647">
              <a:extLst>
                <a:ext uri="{FF2B5EF4-FFF2-40B4-BE49-F238E27FC236}">
                  <a16:creationId xmlns:a16="http://schemas.microsoft.com/office/drawing/2014/main" id="{3DAD93F5-E5CA-627A-6527-69A963B19604}"/>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9" name="Isosceles Triangle 648">
              <a:extLst>
                <a:ext uri="{FF2B5EF4-FFF2-40B4-BE49-F238E27FC236}">
                  <a16:creationId xmlns:a16="http://schemas.microsoft.com/office/drawing/2014/main" id="{9D2FBAF8-30EE-9720-3FCB-CEADEC23068F}"/>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0" name="Group 649">
            <a:extLst>
              <a:ext uri="{FF2B5EF4-FFF2-40B4-BE49-F238E27FC236}">
                <a16:creationId xmlns:a16="http://schemas.microsoft.com/office/drawing/2014/main" id="{E2036296-F8C1-3851-2DCB-EF03235ABDF9}"/>
              </a:ext>
            </a:extLst>
          </p:cNvPr>
          <p:cNvGrpSpPr/>
          <p:nvPr/>
        </p:nvGrpSpPr>
        <p:grpSpPr>
          <a:xfrm>
            <a:off x="8807249" y="811555"/>
            <a:ext cx="721206" cy="609701"/>
            <a:chOff x="8807249" y="811555"/>
            <a:chExt cx="721206" cy="609701"/>
          </a:xfrm>
        </p:grpSpPr>
        <p:sp>
          <p:nvSpPr>
            <p:cNvPr id="651" name="Rectangle 650">
              <a:hlinkHover r:id="" action="ppaction://noaction" highlightClick="1"/>
              <a:extLst>
                <a:ext uri="{FF2B5EF4-FFF2-40B4-BE49-F238E27FC236}">
                  <a16:creationId xmlns:a16="http://schemas.microsoft.com/office/drawing/2014/main" id="{379DAB7C-E5DB-9D13-3677-ACF9B906ED94}"/>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52" name="Diamond 651">
              <a:extLst>
                <a:ext uri="{FF2B5EF4-FFF2-40B4-BE49-F238E27FC236}">
                  <a16:creationId xmlns:a16="http://schemas.microsoft.com/office/drawing/2014/main" id="{2E60DF15-A96D-14CF-52BC-C69CD6D7925E}"/>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3" name="Oval 652">
              <a:extLst>
                <a:ext uri="{FF2B5EF4-FFF2-40B4-BE49-F238E27FC236}">
                  <a16:creationId xmlns:a16="http://schemas.microsoft.com/office/drawing/2014/main" id="{DE718362-0B5D-DA59-9C84-AE6EFB430C6C}"/>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4" name="Group 653">
            <a:extLst>
              <a:ext uri="{FF2B5EF4-FFF2-40B4-BE49-F238E27FC236}">
                <a16:creationId xmlns:a16="http://schemas.microsoft.com/office/drawing/2014/main" id="{FF231C55-F490-D47B-BA5A-54B9E25B883B}"/>
              </a:ext>
            </a:extLst>
          </p:cNvPr>
          <p:cNvGrpSpPr/>
          <p:nvPr/>
        </p:nvGrpSpPr>
        <p:grpSpPr>
          <a:xfrm>
            <a:off x="8808419" y="3705986"/>
            <a:ext cx="721206" cy="609701"/>
            <a:chOff x="8808419" y="3705986"/>
            <a:chExt cx="721206" cy="609701"/>
          </a:xfrm>
        </p:grpSpPr>
        <p:sp>
          <p:nvSpPr>
            <p:cNvPr id="655" name="Rectangle 654">
              <a:hlinkHover r:id="" action="ppaction://noaction" highlightClick="1"/>
              <a:extLst>
                <a:ext uri="{FF2B5EF4-FFF2-40B4-BE49-F238E27FC236}">
                  <a16:creationId xmlns:a16="http://schemas.microsoft.com/office/drawing/2014/main" id="{3AE1E65A-43CC-F819-853E-95E6C1C5E9BA}"/>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56" name="Oval 655">
              <a:extLst>
                <a:ext uri="{FF2B5EF4-FFF2-40B4-BE49-F238E27FC236}">
                  <a16:creationId xmlns:a16="http://schemas.microsoft.com/office/drawing/2014/main" id="{38178856-DA42-C034-C456-B489BB801D92}"/>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7" name="Isosceles Triangle 648">
              <a:extLst>
                <a:ext uri="{FF2B5EF4-FFF2-40B4-BE49-F238E27FC236}">
                  <a16:creationId xmlns:a16="http://schemas.microsoft.com/office/drawing/2014/main" id="{ACBE9BAA-AC88-FAA6-928E-9EBD1DF92376}"/>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8" name="Group 657">
            <a:extLst>
              <a:ext uri="{FF2B5EF4-FFF2-40B4-BE49-F238E27FC236}">
                <a16:creationId xmlns:a16="http://schemas.microsoft.com/office/drawing/2014/main" id="{81AB3811-0691-DE9B-6E93-32D2F501DC43}"/>
              </a:ext>
            </a:extLst>
          </p:cNvPr>
          <p:cNvGrpSpPr/>
          <p:nvPr/>
        </p:nvGrpSpPr>
        <p:grpSpPr>
          <a:xfrm>
            <a:off x="431659" y="90836"/>
            <a:ext cx="721210" cy="609701"/>
            <a:chOff x="431659" y="90836"/>
            <a:chExt cx="721210" cy="609701"/>
          </a:xfrm>
        </p:grpSpPr>
        <p:sp>
          <p:nvSpPr>
            <p:cNvPr id="659" name="Rectangle 658">
              <a:extLst>
                <a:ext uri="{FF2B5EF4-FFF2-40B4-BE49-F238E27FC236}">
                  <a16:creationId xmlns:a16="http://schemas.microsoft.com/office/drawing/2014/main" id="{A8E186D2-A30B-40F8-938F-CB23533A442E}"/>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60" name="Rectangle 659">
              <a:extLst>
                <a:ext uri="{FF2B5EF4-FFF2-40B4-BE49-F238E27FC236}">
                  <a16:creationId xmlns:a16="http://schemas.microsoft.com/office/drawing/2014/main" id="{0EB544F8-1F8A-0E9A-E7AA-35BB133BA6A7}"/>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1" name="Oval 15">
              <a:extLst>
                <a:ext uri="{FF2B5EF4-FFF2-40B4-BE49-F238E27FC236}">
                  <a16:creationId xmlns:a16="http://schemas.microsoft.com/office/drawing/2014/main" id="{CDC7A833-B673-CE99-AF6A-6C4DEB46D4FE}"/>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2" name="Straight Connector 661">
              <a:extLst>
                <a:ext uri="{FF2B5EF4-FFF2-40B4-BE49-F238E27FC236}">
                  <a16:creationId xmlns:a16="http://schemas.microsoft.com/office/drawing/2014/main" id="{5D943535-1190-8D9D-CE53-29DFC631FBF7}"/>
                </a:ext>
              </a:extLst>
            </p:cNvPr>
            <p:cNvCxnSpPr>
              <a:cxnSpLocks/>
              <a:stCxn id="661"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63" name="Straight Connector 662">
              <a:extLst>
                <a:ext uri="{FF2B5EF4-FFF2-40B4-BE49-F238E27FC236}">
                  <a16:creationId xmlns:a16="http://schemas.microsoft.com/office/drawing/2014/main" id="{C8358755-7A91-58A9-CA54-4E66DEB96197}"/>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64" name="Group 663">
            <a:extLst>
              <a:ext uri="{FF2B5EF4-FFF2-40B4-BE49-F238E27FC236}">
                <a16:creationId xmlns:a16="http://schemas.microsoft.com/office/drawing/2014/main" id="{94F9A524-4EC2-4F61-85AD-77F26DC82315}"/>
              </a:ext>
            </a:extLst>
          </p:cNvPr>
          <p:cNvGrpSpPr/>
          <p:nvPr/>
        </p:nvGrpSpPr>
        <p:grpSpPr>
          <a:xfrm>
            <a:off x="1267282" y="90836"/>
            <a:ext cx="721206" cy="609701"/>
            <a:chOff x="1267282" y="90836"/>
            <a:chExt cx="721206" cy="609701"/>
          </a:xfrm>
        </p:grpSpPr>
        <p:sp>
          <p:nvSpPr>
            <p:cNvPr id="665" name="Rectangle 664">
              <a:extLst>
                <a:ext uri="{FF2B5EF4-FFF2-40B4-BE49-F238E27FC236}">
                  <a16:creationId xmlns:a16="http://schemas.microsoft.com/office/drawing/2014/main" id="{228DC14C-9BBA-1729-E13A-A5E280A1033A}"/>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66" name="Rectangle 665">
              <a:extLst>
                <a:ext uri="{FF2B5EF4-FFF2-40B4-BE49-F238E27FC236}">
                  <a16:creationId xmlns:a16="http://schemas.microsoft.com/office/drawing/2014/main" id="{DA8B48C1-D3C3-9EC8-BF5E-BF76AEBEFD79}"/>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7" name="Oval 15">
              <a:extLst>
                <a:ext uri="{FF2B5EF4-FFF2-40B4-BE49-F238E27FC236}">
                  <a16:creationId xmlns:a16="http://schemas.microsoft.com/office/drawing/2014/main" id="{22352848-7F8E-CE76-6947-569767EB65C9}"/>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8" name="Straight Connector 667">
              <a:extLst>
                <a:ext uri="{FF2B5EF4-FFF2-40B4-BE49-F238E27FC236}">
                  <a16:creationId xmlns:a16="http://schemas.microsoft.com/office/drawing/2014/main" id="{56AACCD5-8133-FFD7-DD02-49BE0CB27D81}"/>
                </a:ext>
              </a:extLst>
            </p:cNvPr>
            <p:cNvCxnSpPr>
              <a:cxnSpLocks/>
              <a:stCxn id="667"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69" name="Straight Connector 668">
              <a:extLst>
                <a:ext uri="{FF2B5EF4-FFF2-40B4-BE49-F238E27FC236}">
                  <a16:creationId xmlns:a16="http://schemas.microsoft.com/office/drawing/2014/main" id="{DAE388FF-8274-457D-AEFB-585E796C5E5C}"/>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70" name="Group 669">
            <a:extLst>
              <a:ext uri="{FF2B5EF4-FFF2-40B4-BE49-F238E27FC236}">
                <a16:creationId xmlns:a16="http://schemas.microsoft.com/office/drawing/2014/main" id="{F395D762-FA38-C354-4B29-5CE143DBC918}"/>
              </a:ext>
            </a:extLst>
          </p:cNvPr>
          <p:cNvGrpSpPr/>
          <p:nvPr/>
        </p:nvGrpSpPr>
        <p:grpSpPr>
          <a:xfrm>
            <a:off x="2102907" y="90836"/>
            <a:ext cx="721206" cy="609701"/>
            <a:chOff x="2102907" y="90836"/>
            <a:chExt cx="721206" cy="609701"/>
          </a:xfrm>
        </p:grpSpPr>
        <p:sp>
          <p:nvSpPr>
            <p:cNvPr id="671" name="Rectangle 670">
              <a:extLst>
                <a:ext uri="{FF2B5EF4-FFF2-40B4-BE49-F238E27FC236}">
                  <a16:creationId xmlns:a16="http://schemas.microsoft.com/office/drawing/2014/main" id="{196F1FDD-ADFB-6829-5F15-F35962EEA9DE}"/>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72" name="Rectangle 671">
              <a:extLst>
                <a:ext uri="{FF2B5EF4-FFF2-40B4-BE49-F238E27FC236}">
                  <a16:creationId xmlns:a16="http://schemas.microsoft.com/office/drawing/2014/main" id="{993F743B-4A8D-96DE-B910-130901C7A65E}"/>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3" name="Oval 15">
              <a:extLst>
                <a:ext uri="{FF2B5EF4-FFF2-40B4-BE49-F238E27FC236}">
                  <a16:creationId xmlns:a16="http://schemas.microsoft.com/office/drawing/2014/main" id="{0D990366-6A26-789A-095E-E3612E44F0BD}"/>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74" name="Straight Connector 673">
              <a:extLst>
                <a:ext uri="{FF2B5EF4-FFF2-40B4-BE49-F238E27FC236}">
                  <a16:creationId xmlns:a16="http://schemas.microsoft.com/office/drawing/2014/main" id="{E22B72A8-8F79-E9B6-E90E-4764431AFD49}"/>
                </a:ext>
              </a:extLst>
            </p:cNvPr>
            <p:cNvCxnSpPr>
              <a:cxnSpLocks/>
              <a:stCxn id="673"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75" name="Straight Connector 674">
              <a:extLst>
                <a:ext uri="{FF2B5EF4-FFF2-40B4-BE49-F238E27FC236}">
                  <a16:creationId xmlns:a16="http://schemas.microsoft.com/office/drawing/2014/main" id="{83D2FDCE-6908-9518-853C-F6E3279CB968}"/>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76" name="Group 675">
            <a:extLst>
              <a:ext uri="{FF2B5EF4-FFF2-40B4-BE49-F238E27FC236}">
                <a16:creationId xmlns:a16="http://schemas.microsoft.com/office/drawing/2014/main" id="{DA7E81D7-465A-550A-91E4-05686B8FC8DE}"/>
              </a:ext>
            </a:extLst>
          </p:cNvPr>
          <p:cNvGrpSpPr/>
          <p:nvPr/>
        </p:nvGrpSpPr>
        <p:grpSpPr>
          <a:xfrm>
            <a:off x="1269626" y="4419615"/>
            <a:ext cx="721206" cy="609701"/>
            <a:chOff x="1269626" y="4419615"/>
            <a:chExt cx="721206" cy="609701"/>
          </a:xfrm>
        </p:grpSpPr>
        <p:sp>
          <p:nvSpPr>
            <p:cNvPr id="677" name="Rectangle 676">
              <a:extLst>
                <a:ext uri="{FF2B5EF4-FFF2-40B4-BE49-F238E27FC236}">
                  <a16:creationId xmlns:a16="http://schemas.microsoft.com/office/drawing/2014/main" id="{367FE427-8D16-93C0-A467-181D16C4905A}"/>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78" name="Cylinder 677">
              <a:extLst>
                <a:ext uri="{FF2B5EF4-FFF2-40B4-BE49-F238E27FC236}">
                  <a16:creationId xmlns:a16="http://schemas.microsoft.com/office/drawing/2014/main" id="{DD108FB7-4A92-910E-EEA2-73B50B31E1AB}"/>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9" name="Group 678">
            <a:extLst>
              <a:ext uri="{FF2B5EF4-FFF2-40B4-BE49-F238E27FC236}">
                <a16:creationId xmlns:a16="http://schemas.microsoft.com/office/drawing/2014/main" id="{73BBD755-C976-47E7-0896-F9CCDC1B2316}"/>
              </a:ext>
            </a:extLst>
          </p:cNvPr>
          <p:cNvGrpSpPr/>
          <p:nvPr/>
        </p:nvGrpSpPr>
        <p:grpSpPr>
          <a:xfrm>
            <a:off x="432841" y="4419615"/>
            <a:ext cx="721206" cy="609701"/>
            <a:chOff x="432841" y="4419615"/>
            <a:chExt cx="721206" cy="609701"/>
          </a:xfrm>
        </p:grpSpPr>
        <p:sp>
          <p:nvSpPr>
            <p:cNvPr id="680" name="Rectangle 679">
              <a:extLst>
                <a:ext uri="{FF2B5EF4-FFF2-40B4-BE49-F238E27FC236}">
                  <a16:creationId xmlns:a16="http://schemas.microsoft.com/office/drawing/2014/main" id="{1FF2D87B-A54A-211E-23BE-D8770D658A6E}"/>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81" name="Cylinder 680">
              <a:extLst>
                <a:ext uri="{FF2B5EF4-FFF2-40B4-BE49-F238E27FC236}">
                  <a16:creationId xmlns:a16="http://schemas.microsoft.com/office/drawing/2014/main" id="{11D5D4DE-CA39-54D2-E9E8-4FC222C7CA55}"/>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82" name="Group 681">
            <a:extLst>
              <a:ext uri="{FF2B5EF4-FFF2-40B4-BE49-F238E27FC236}">
                <a16:creationId xmlns:a16="http://schemas.microsoft.com/office/drawing/2014/main" id="{5BD04286-F07E-3E7A-6326-DCC5109DF309}"/>
              </a:ext>
            </a:extLst>
          </p:cNvPr>
          <p:cNvGrpSpPr/>
          <p:nvPr/>
        </p:nvGrpSpPr>
        <p:grpSpPr>
          <a:xfrm>
            <a:off x="1268467" y="5141008"/>
            <a:ext cx="721206" cy="609701"/>
            <a:chOff x="1268467" y="5141008"/>
            <a:chExt cx="721206" cy="609701"/>
          </a:xfrm>
        </p:grpSpPr>
        <p:sp>
          <p:nvSpPr>
            <p:cNvPr id="683" name="Rectangle 682">
              <a:extLst>
                <a:ext uri="{FF2B5EF4-FFF2-40B4-BE49-F238E27FC236}">
                  <a16:creationId xmlns:a16="http://schemas.microsoft.com/office/drawing/2014/main" id="{DF16D15E-B11C-D358-1D13-320D4B27921F}"/>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84" name="Cylinder 683">
              <a:extLst>
                <a:ext uri="{FF2B5EF4-FFF2-40B4-BE49-F238E27FC236}">
                  <a16:creationId xmlns:a16="http://schemas.microsoft.com/office/drawing/2014/main" id="{3A9D485B-C058-D62C-C0EA-C9FED3933283}"/>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85" name="Group 684">
            <a:extLst>
              <a:ext uri="{FF2B5EF4-FFF2-40B4-BE49-F238E27FC236}">
                <a16:creationId xmlns:a16="http://schemas.microsoft.com/office/drawing/2014/main" id="{A926BBA4-56B1-085A-11E3-FA9EDE7F0F34}"/>
              </a:ext>
            </a:extLst>
          </p:cNvPr>
          <p:cNvGrpSpPr/>
          <p:nvPr/>
        </p:nvGrpSpPr>
        <p:grpSpPr>
          <a:xfrm>
            <a:off x="431297" y="5141008"/>
            <a:ext cx="721206" cy="609701"/>
            <a:chOff x="431297" y="5141008"/>
            <a:chExt cx="721206" cy="609701"/>
          </a:xfrm>
        </p:grpSpPr>
        <p:sp>
          <p:nvSpPr>
            <p:cNvPr id="686" name="Rectangle 685">
              <a:extLst>
                <a:ext uri="{FF2B5EF4-FFF2-40B4-BE49-F238E27FC236}">
                  <a16:creationId xmlns:a16="http://schemas.microsoft.com/office/drawing/2014/main" id="{FD611C67-8CA5-D2DF-9D0A-FFAB08C40D3F}"/>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87" name="Cylinder 686">
              <a:extLst>
                <a:ext uri="{FF2B5EF4-FFF2-40B4-BE49-F238E27FC236}">
                  <a16:creationId xmlns:a16="http://schemas.microsoft.com/office/drawing/2014/main" id="{B126BF79-9870-B409-D039-C553929E92F0}"/>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92" name="Group 691">
            <a:extLst>
              <a:ext uri="{FF2B5EF4-FFF2-40B4-BE49-F238E27FC236}">
                <a16:creationId xmlns:a16="http://schemas.microsoft.com/office/drawing/2014/main" id="{6F9D1EEB-469F-E4CA-B867-52BCD449DC8B}"/>
              </a:ext>
            </a:extLst>
          </p:cNvPr>
          <p:cNvGrpSpPr/>
          <p:nvPr/>
        </p:nvGrpSpPr>
        <p:grpSpPr>
          <a:xfrm>
            <a:off x="3778361" y="2253333"/>
            <a:ext cx="721206" cy="609701"/>
            <a:chOff x="3778361" y="2253333"/>
            <a:chExt cx="721206" cy="609701"/>
          </a:xfrm>
        </p:grpSpPr>
        <p:sp>
          <p:nvSpPr>
            <p:cNvPr id="693" name="Rectangle 692">
              <a:extLst>
                <a:ext uri="{FF2B5EF4-FFF2-40B4-BE49-F238E27FC236}">
                  <a16:creationId xmlns:a16="http://schemas.microsoft.com/office/drawing/2014/main" id="{B0043186-7021-D3B3-D74F-05B70F22F1D1}"/>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94" name="Rectangle 693">
              <a:extLst>
                <a:ext uri="{FF2B5EF4-FFF2-40B4-BE49-F238E27FC236}">
                  <a16:creationId xmlns:a16="http://schemas.microsoft.com/office/drawing/2014/main" id="{C15691D1-9377-159E-0E44-0D4BF0D4D243}"/>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5" name="Oval 15">
              <a:extLst>
                <a:ext uri="{FF2B5EF4-FFF2-40B4-BE49-F238E27FC236}">
                  <a16:creationId xmlns:a16="http://schemas.microsoft.com/office/drawing/2014/main" id="{38DA9AA5-D644-C978-4C6D-A88D88234429}"/>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96" name="Straight Connector 695">
              <a:extLst>
                <a:ext uri="{FF2B5EF4-FFF2-40B4-BE49-F238E27FC236}">
                  <a16:creationId xmlns:a16="http://schemas.microsoft.com/office/drawing/2014/main" id="{E5026728-4542-1E60-D9D2-560B4F851FB1}"/>
                </a:ext>
              </a:extLst>
            </p:cNvPr>
            <p:cNvCxnSpPr>
              <a:cxnSpLocks/>
              <a:stCxn id="695"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97" name="Straight Connector 696">
              <a:extLst>
                <a:ext uri="{FF2B5EF4-FFF2-40B4-BE49-F238E27FC236}">
                  <a16:creationId xmlns:a16="http://schemas.microsoft.com/office/drawing/2014/main" id="{DEBC5551-9BAE-2A79-6AEA-D392CD7FF203}"/>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98" name="Group 697">
            <a:extLst>
              <a:ext uri="{FF2B5EF4-FFF2-40B4-BE49-F238E27FC236}">
                <a16:creationId xmlns:a16="http://schemas.microsoft.com/office/drawing/2014/main" id="{C3DDD837-E523-D248-38B8-35C91AAAEBD8}"/>
              </a:ext>
            </a:extLst>
          </p:cNvPr>
          <p:cNvGrpSpPr/>
          <p:nvPr/>
        </p:nvGrpSpPr>
        <p:grpSpPr>
          <a:xfrm>
            <a:off x="431659" y="2253337"/>
            <a:ext cx="721895" cy="609700"/>
            <a:chOff x="431659" y="2253337"/>
            <a:chExt cx="721895" cy="609700"/>
          </a:xfrm>
        </p:grpSpPr>
        <p:sp>
          <p:nvSpPr>
            <p:cNvPr id="699" name="Rectangle 698">
              <a:hlinkHover r:id="" action="ppaction://noaction" highlightClick="1"/>
              <a:extLst>
                <a:ext uri="{FF2B5EF4-FFF2-40B4-BE49-F238E27FC236}">
                  <a16:creationId xmlns:a16="http://schemas.microsoft.com/office/drawing/2014/main" id="{7CD60F02-3CD7-7312-6D88-8D040AC07811}"/>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00" name="Diamond 699">
              <a:extLst>
                <a:ext uri="{FF2B5EF4-FFF2-40B4-BE49-F238E27FC236}">
                  <a16:creationId xmlns:a16="http://schemas.microsoft.com/office/drawing/2014/main" id="{0206EC75-FED1-A779-B763-0078A87FF6DE}"/>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1" name="Oval 700">
              <a:extLst>
                <a:ext uri="{FF2B5EF4-FFF2-40B4-BE49-F238E27FC236}">
                  <a16:creationId xmlns:a16="http://schemas.microsoft.com/office/drawing/2014/main" id="{FBD6AB77-DCDD-336B-C239-2C515F5C7572}"/>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6" name="Group 705">
            <a:extLst>
              <a:ext uri="{FF2B5EF4-FFF2-40B4-BE49-F238E27FC236}">
                <a16:creationId xmlns:a16="http://schemas.microsoft.com/office/drawing/2014/main" id="{CD2E9005-2C1A-5B47-C4E3-7C587EA6ED12}"/>
              </a:ext>
            </a:extLst>
          </p:cNvPr>
          <p:cNvGrpSpPr/>
          <p:nvPr/>
        </p:nvGrpSpPr>
        <p:grpSpPr>
          <a:xfrm>
            <a:off x="2105348" y="1532276"/>
            <a:ext cx="721206" cy="609701"/>
            <a:chOff x="2105348" y="1532276"/>
            <a:chExt cx="721206" cy="609701"/>
          </a:xfrm>
        </p:grpSpPr>
        <p:sp>
          <p:nvSpPr>
            <p:cNvPr id="707" name="Rectangle 706">
              <a:extLst>
                <a:ext uri="{FF2B5EF4-FFF2-40B4-BE49-F238E27FC236}">
                  <a16:creationId xmlns:a16="http://schemas.microsoft.com/office/drawing/2014/main" id="{E9F9EE2A-67F0-57A4-6377-287D8E9FAC95}"/>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08" name="Rectangle 707">
              <a:extLst>
                <a:ext uri="{FF2B5EF4-FFF2-40B4-BE49-F238E27FC236}">
                  <a16:creationId xmlns:a16="http://schemas.microsoft.com/office/drawing/2014/main" id="{5114B7E3-C358-429E-AFD4-255B809FC314}"/>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9" name="Oval 15">
              <a:extLst>
                <a:ext uri="{FF2B5EF4-FFF2-40B4-BE49-F238E27FC236}">
                  <a16:creationId xmlns:a16="http://schemas.microsoft.com/office/drawing/2014/main" id="{51095894-5E84-1A73-BA2F-538CA9B91FA4}"/>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10" name="Straight Connector 709">
              <a:extLst>
                <a:ext uri="{FF2B5EF4-FFF2-40B4-BE49-F238E27FC236}">
                  <a16:creationId xmlns:a16="http://schemas.microsoft.com/office/drawing/2014/main" id="{BE86AF4A-8531-4F7A-6DB2-E423970B99FA}"/>
                </a:ext>
              </a:extLst>
            </p:cNvPr>
            <p:cNvCxnSpPr>
              <a:cxnSpLocks/>
              <a:stCxn id="709"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11" name="Straight Connector 710">
              <a:extLst>
                <a:ext uri="{FF2B5EF4-FFF2-40B4-BE49-F238E27FC236}">
                  <a16:creationId xmlns:a16="http://schemas.microsoft.com/office/drawing/2014/main" id="{B54865FE-EFB5-3257-8482-FF996F215857}"/>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18" name="Group 717">
            <a:extLst>
              <a:ext uri="{FF2B5EF4-FFF2-40B4-BE49-F238E27FC236}">
                <a16:creationId xmlns:a16="http://schemas.microsoft.com/office/drawing/2014/main" id="{BDA3A10C-7318-A61A-CC43-36D5D59A4032}"/>
              </a:ext>
            </a:extLst>
          </p:cNvPr>
          <p:cNvGrpSpPr/>
          <p:nvPr/>
        </p:nvGrpSpPr>
        <p:grpSpPr>
          <a:xfrm>
            <a:off x="5454379" y="2974054"/>
            <a:ext cx="721206" cy="649846"/>
            <a:chOff x="5454379" y="2974054"/>
            <a:chExt cx="721206" cy="649846"/>
          </a:xfrm>
        </p:grpSpPr>
        <p:sp>
          <p:nvSpPr>
            <p:cNvPr id="719" name="Rectangle 718">
              <a:extLst>
                <a:ext uri="{FF2B5EF4-FFF2-40B4-BE49-F238E27FC236}">
                  <a16:creationId xmlns:a16="http://schemas.microsoft.com/office/drawing/2014/main" id="{5D6D7EDF-C264-8F1A-AB38-D6A89E147C12}"/>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20" name="Rectangle 719">
              <a:extLst>
                <a:ext uri="{FF2B5EF4-FFF2-40B4-BE49-F238E27FC236}">
                  <a16:creationId xmlns:a16="http://schemas.microsoft.com/office/drawing/2014/main" id="{0E321A15-A0DC-1E9F-063F-B5561E08E84C}"/>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1" name="Oval 15">
              <a:extLst>
                <a:ext uri="{FF2B5EF4-FFF2-40B4-BE49-F238E27FC236}">
                  <a16:creationId xmlns:a16="http://schemas.microsoft.com/office/drawing/2014/main" id="{B62BA141-AF8D-FC58-68B1-BAE215592CF3}"/>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22" name="Straight Connector 721">
              <a:extLst>
                <a:ext uri="{FF2B5EF4-FFF2-40B4-BE49-F238E27FC236}">
                  <a16:creationId xmlns:a16="http://schemas.microsoft.com/office/drawing/2014/main" id="{6FFB57A1-3BCB-1A79-BD47-1CA009D03929}"/>
                </a:ext>
              </a:extLst>
            </p:cNvPr>
            <p:cNvCxnSpPr>
              <a:cxnSpLocks/>
              <a:stCxn id="721"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23" name="Straight Connector 722">
              <a:extLst>
                <a:ext uri="{FF2B5EF4-FFF2-40B4-BE49-F238E27FC236}">
                  <a16:creationId xmlns:a16="http://schemas.microsoft.com/office/drawing/2014/main" id="{1867134C-CCBE-2014-DBBB-6867D913DDCA}"/>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24" name="Group 723">
            <a:extLst>
              <a:ext uri="{FF2B5EF4-FFF2-40B4-BE49-F238E27FC236}">
                <a16:creationId xmlns:a16="http://schemas.microsoft.com/office/drawing/2014/main" id="{39FD5D20-225F-A41A-BE75-A349D4142E56}"/>
              </a:ext>
            </a:extLst>
          </p:cNvPr>
          <p:cNvGrpSpPr/>
          <p:nvPr/>
        </p:nvGrpSpPr>
        <p:grpSpPr>
          <a:xfrm>
            <a:off x="2938534" y="811556"/>
            <a:ext cx="721206" cy="609701"/>
            <a:chOff x="2938534" y="811556"/>
            <a:chExt cx="721206" cy="609701"/>
          </a:xfrm>
        </p:grpSpPr>
        <p:sp>
          <p:nvSpPr>
            <p:cNvPr id="725" name="Rectangle 724">
              <a:extLst>
                <a:ext uri="{FF2B5EF4-FFF2-40B4-BE49-F238E27FC236}">
                  <a16:creationId xmlns:a16="http://schemas.microsoft.com/office/drawing/2014/main" id="{CBEC7D8A-C979-AF23-73E1-61E226AC475D}"/>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26" name="Rectangle 725">
              <a:extLst>
                <a:ext uri="{FF2B5EF4-FFF2-40B4-BE49-F238E27FC236}">
                  <a16:creationId xmlns:a16="http://schemas.microsoft.com/office/drawing/2014/main" id="{7411BB7C-D7B1-24D6-A7AA-A037CEFA9534}"/>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7" name="Oval 15">
              <a:extLst>
                <a:ext uri="{FF2B5EF4-FFF2-40B4-BE49-F238E27FC236}">
                  <a16:creationId xmlns:a16="http://schemas.microsoft.com/office/drawing/2014/main" id="{CBEB968D-CDA1-A837-9589-12D85924D782}"/>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28" name="Straight Connector 727">
              <a:extLst>
                <a:ext uri="{FF2B5EF4-FFF2-40B4-BE49-F238E27FC236}">
                  <a16:creationId xmlns:a16="http://schemas.microsoft.com/office/drawing/2014/main" id="{8F370FB5-DC25-4B25-797B-16E582E382B8}"/>
                </a:ext>
              </a:extLst>
            </p:cNvPr>
            <p:cNvCxnSpPr>
              <a:cxnSpLocks/>
              <a:stCxn id="727"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29" name="Straight Connector 728">
              <a:extLst>
                <a:ext uri="{FF2B5EF4-FFF2-40B4-BE49-F238E27FC236}">
                  <a16:creationId xmlns:a16="http://schemas.microsoft.com/office/drawing/2014/main" id="{0ABF3955-264B-A705-02C0-E582BA30A245}"/>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36" name="Group 735">
            <a:extLst>
              <a:ext uri="{FF2B5EF4-FFF2-40B4-BE49-F238E27FC236}">
                <a16:creationId xmlns:a16="http://schemas.microsoft.com/office/drawing/2014/main" id="{4E36CF59-9D15-CA2C-7E5B-34B9CA99CB9A}"/>
              </a:ext>
            </a:extLst>
          </p:cNvPr>
          <p:cNvGrpSpPr/>
          <p:nvPr/>
        </p:nvGrpSpPr>
        <p:grpSpPr>
          <a:xfrm>
            <a:off x="2889438" y="751337"/>
            <a:ext cx="5022643" cy="5001728"/>
            <a:chOff x="2889438" y="751337"/>
            <a:chExt cx="5022643" cy="5001728"/>
          </a:xfrm>
        </p:grpSpPr>
        <p:cxnSp>
          <p:nvCxnSpPr>
            <p:cNvPr id="737" name="Straight Connector 736">
              <a:extLst>
                <a:ext uri="{FF2B5EF4-FFF2-40B4-BE49-F238E27FC236}">
                  <a16:creationId xmlns:a16="http://schemas.microsoft.com/office/drawing/2014/main" id="{EB877030-4E75-FF6D-D5C2-9A547A694EC6}"/>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38" name="Straight Connector 737">
              <a:extLst>
                <a:ext uri="{FF2B5EF4-FFF2-40B4-BE49-F238E27FC236}">
                  <a16:creationId xmlns:a16="http://schemas.microsoft.com/office/drawing/2014/main" id="{781FB868-7D85-882B-3551-B6C51EBFFA6E}"/>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39" name="Straight Connector 738">
              <a:extLst>
                <a:ext uri="{FF2B5EF4-FFF2-40B4-BE49-F238E27FC236}">
                  <a16:creationId xmlns:a16="http://schemas.microsoft.com/office/drawing/2014/main" id="{3D54CBBF-677C-0FED-00AB-FDCB7E59C7C3}"/>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40" name="Straight Connector 739">
              <a:extLst>
                <a:ext uri="{FF2B5EF4-FFF2-40B4-BE49-F238E27FC236}">
                  <a16:creationId xmlns:a16="http://schemas.microsoft.com/office/drawing/2014/main" id="{F016566F-60A5-2BD3-900E-618319BD41C4}"/>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41" name="Straight Connector 740">
              <a:extLst>
                <a:ext uri="{FF2B5EF4-FFF2-40B4-BE49-F238E27FC236}">
                  <a16:creationId xmlns:a16="http://schemas.microsoft.com/office/drawing/2014/main" id="{E06B908F-BB51-0E43-0925-BC1EC7F533DC}"/>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C0CB0E2-47DE-55BF-80D5-8D67734E21B3}"/>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43" name="Straight Connector 742">
              <a:extLst>
                <a:ext uri="{FF2B5EF4-FFF2-40B4-BE49-F238E27FC236}">
                  <a16:creationId xmlns:a16="http://schemas.microsoft.com/office/drawing/2014/main" id="{39379362-CFB0-4410-C13B-E3A218A42D29}"/>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44" name="Straight Connector 743">
              <a:extLst>
                <a:ext uri="{FF2B5EF4-FFF2-40B4-BE49-F238E27FC236}">
                  <a16:creationId xmlns:a16="http://schemas.microsoft.com/office/drawing/2014/main" id="{61B8458F-8122-7E36-26B7-3B2237C0CAB0}"/>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45" name="Straight Connector 744">
              <a:extLst>
                <a:ext uri="{FF2B5EF4-FFF2-40B4-BE49-F238E27FC236}">
                  <a16:creationId xmlns:a16="http://schemas.microsoft.com/office/drawing/2014/main" id="{B8D78AC1-29A4-CAB3-0E3A-F73E8043ED87}"/>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46" name="Straight Connector 745">
              <a:extLst>
                <a:ext uri="{FF2B5EF4-FFF2-40B4-BE49-F238E27FC236}">
                  <a16:creationId xmlns:a16="http://schemas.microsoft.com/office/drawing/2014/main" id="{00262878-88A5-ABEF-CF14-B0CE5EDD4AB9}"/>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760" name="Group 759">
            <a:extLst>
              <a:ext uri="{FF2B5EF4-FFF2-40B4-BE49-F238E27FC236}">
                <a16:creationId xmlns:a16="http://schemas.microsoft.com/office/drawing/2014/main" id="{DDC6EF5C-D82D-5106-B483-D14309A05857}"/>
              </a:ext>
            </a:extLst>
          </p:cNvPr>
          <p:cNvGrpSpPr/>
          <p:nvPr/>
        </p:nvGrpSpPr>
        <p:grpSpPr>
          <a:xfrm>
            <a:off x="6286130" y="4419624"/>
            <a:ext cx="721206" cy="609701"/>
            <a:chOff x="6286130" y="4419624"/>
            <a:chExt cx="721206" cy="609701"/>
          </a:xfrm>
        </p:grpSpPr>
        <p:sp>
          <p:nvSpPr>
            <p:cNvPr id="761" name="Rectangle 760">
              <a:hlinkHover r:id="" action="ppaction://noaction" highlightClick="1"/>
              <a:extLst>
                <a:ext uri="{FF2B5EF4-FFF2-40B4-BE49-F238E27FC236}">
                  <a16:creationId xmlns:a16="http://schemas.microsoft.com/office/drawing/2014/main" id="{C9C373F8-8823-6118-01B3-A634410A8D6B}"/>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762" name="Oval 761">
              <a:extLst>
                <a:ext uri="{FF2B5EF4-FFF2-40B4-BE49-F238E27FC236}">
                  <a16:creationId xmlns:a16="http://schemas.microsoft.com/office/drawing/2014/main" id="{5667778F-FCE3-8F71-6610-594E2FD5C85F}"/>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3" name="Isosceles Triangle 648">
              <a:extLst>
                <a:ext uri="{FF2B5EF4-FFF2-40B4-BE49-F238E27FC236}">
                  <a16:creationId xmlns:a16="http://schemas.microsoft.com/office/drawing/2014/main" id="{2584060F-275F-34E0-3F0F-FE477B0FDCDC}"/>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64" name="Group 763">
            <a:extLst>
              <a:ext uri="{FF2B5EF4-FFF2-40B4-BE49-F238E27FC236}">
                <a16:creationId xmlns:a16="http://schemas.microsoft.com/office/drawing/2014/main" id="{79DC8816-32E6-1011-80F1-18261F39046C}"/>
              </a:ext>
            </a:extLst>
          </p:cNvPr>
          <p:cNvGrpSpPr/>
          <p:nvPr/>
        </p:nvGrpSpPr>
        <p:grpSpPr>
          <a:xfrm>
            <a:off x="5458940" y="5135305"/>
            <a:ext cx="721206" cy="609701"/>
            <a:chOff x="5458940" y="5135305"/>
            <a:chExt cx="721206" cy="609701"/>
          </a:xfrm>
        </p:grpSpPr>
        <p:sp>
          <p:nvSpPr>
            <p:cNvPr id="765" name="Rectangle 764">
              <a:hlinkHover r:id="" action="ppaction://noaction" highlightClick="1"/>
              <a:extLst>
                <a:ext uri="{FF2B5EF4-FFF2-40B4-BE49-F238E27FC236}">
                  <a16:creationId xmlns:a16="http://schemas.microsoft.com/office/drawing/2014/main" id="{0ED9B541-B029-73A0-5845-FB9B890FCBAD}"/>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766" name="Oval 765">
              <a:extLst>
                <a:ext uri="{FF2B5EF4-FFF2-40B4-BE49-F238E27FC236}">
                  <a16:creationId xmlns:a16="http://schemas.microsoft.com/office/drawing/2014/main" id="{123D5B5E-3D49-D9FF-B9DF-545CCBB5B244}"/>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7" name="Isosceles Triangle 648">
              <a:extLst>
                <a:ext uri="{FF2B5EF4-FFF2-40B4-BE49-F238E27FC236}">
                  <a16:creationId xmlns:a16="http://schemas.microsoft.com/office/drawing/2014/main" id="{1BA35DB9-5760-91BA-7829-C57FAF5C096E}"/>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68" name="Group 767">
            <a:extLst>
              <a:ext uri="{FF2B5EF4-FFF2-40B4-BE49-F238E27FC236}">
                <a16:creationId xmlns:a16="http://schemas.microsoft.com/office/drawing/2014/main" id="{8E4FA4B6-0841-5AA0-2EC8-E46A54CEF883}"/>
              </a:ext>
            </a:extLst>
          </p:cNvPr>
          <p:cNvGrpSpPr/>
          <p:nvPr/>
        </p:nvGrpSpPr>
        <p:grpSpPr>
          <a:xfrm>
            <a:off x="6289146" y="5141017"/>
            <a:ext cx="721206" cy="609701"/>
            <a:chOff x="6289146" y="5141017"/>
            <a:chExt cx="721206" cy="609701"/>
          </a:xfrm>
        </p:grpSpPr>
        <p:sp>
          <p:nvSpPr>
            <p:cNvPr id="769" name="Rectangle 768">
              <a:hlinkHover r:id="" action="ppaction://noaction" highlightClick="1"/>
              <a:extLst>
                <a:ext uri="{FF2B5EF4-FFF2-40B4-BE49-F238E27FC236}">
                  <a16:creationId xmlns:a16="http://schemas.microsoft.com/office/drawing/2014/main" id="{11D72F15-216B-23FB-1D1A-946D42B0150E}"/>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770" name="Oval 769">
              <a:extLst>
                <a:ext uri="{FF2B5EF4-FFF2-40B4-BE49-F238E27FC236}">
                  <a16:creationId xmlns:a16="http://schemas.microsoft.com/office/drawing/2014/main" id="{06E351DC-B3B3-D9EB-BE3D-53661BE759EE}"/>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1" name="Isosceles Triangle 648">
              <a:extLst>
                <a:ext uri="{FF2B5EF4-FFF2-40B4-BE49-F238E27FC236}">
                  <a16:creationId xmlns:a16="http://schemas.microsoft.com/office/drawing/2014/main" id="{E5C058AB-10ED-B891-0939-E21C81986111}"/>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72" name="Group 771">
            <a:extLst>
              <a:ext uri="{FF2B5EF4-FFF2-40B4-BE49-F238E27FC236}">
                <a16:creationId xmlns:a16="http://schemas.microsoft.com/office/drawing/2014/main" id="{A83F5BB8-3DC7-3AC3-9AD1-B2134A089286}"/>
              </a:ext>
            </a:extLst>
          </p:cNvPr>
          <p:cNvGrpSpPr/>
          <p:nvPr/>
        </p:nvGrpSpPr>
        <p:grpSpPr>
          <a:xfrm>
            <a:off x="7122911" y="4419624"/>
            <a:ext cx="721206" cy="609701"/>
            <a:chOff x="7122911" y="4419624"/>
            <a:chExt cx="721206" cy="609701"/>
          </a:xfrm>
        </p:grpSpPr>
        <p:sp>
          <p:nvSpPr>
            <p:cNvPr id="773" name="Rectangle 772">
              <a:hlinkHover r:id="" action="ppaction://noaction" highlightClick="1"/>
              <a:extLst>
                <a:ext uri="{FF2B5EF4-FFF2-40B4-BE49-F238E27FC236}">
                  <a16:creationId xmlns:a16="http://schemas.microsoft.com/office/drawing/2014/main" id="{DB5112A5-A577-D56B-1466-F4DF0A38FCEC}"/>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774" name="Oval 773">
              <a:extLst>
                <a:ext uri="{FF2B5EF4-FFF2-40B4-BE49-F238E27FC236}">
                  <a16:creationId xmlns:a16="http://schemas.microsoft.com/office/drawing/2014/main" id="{438EBC80-78C7-9F9B-FA60-E6178041B92F}"/>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5" name="Isosceles Triangle 648">
              <a:extLst>
                <a:ext uri="{FF2B5EF4-FFF2-40B4-BE49-F238E27FC236}">
                  <a16:creationId xmlns:a16="http://schemas.microsoft.com/office/drawing/2014/main" id="{171A5710-B7C3-B530-6BDE-D161F463D6F1}"/>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80" name="Group 779">
            <a:extLst>
              <a:ext uri="{FF2B5EF4-FFF2-40B4-BE49-F238E27FC236}">
                <a16:creationId xmlns:a16="http://schemas.microsoft.com/office/drawing/2014/main" id="{613B4364-FE55-D15C-904F-0B6DE3DF69D8}"/>
              </a:ext>
            </a:extLst>
          </p:cNvPr>
          <p:cNvGrpSpPr/>
          <p:nvPr/>
        </p:nvGrpSpPr>
        <p:grpSpPr>
          <a:xfrm>
            <a:off x="5454385" y="4419624"/>
            <a:ext cx="721206" cy="609701"/>
            <a:chOff x="5454385" y="4419624"/>
            <a:chExt cx="721206" cy="609701"/>
          </a:xfrm>
        </p:grpSpPr>
        <p:sp>
          <p:nvSpPr>
            <p:cNvPr id="781" name="Rectangle 780">
              <a:hlinkHover r:id="" action="ppaction://noaction" highlightClick="1"/>
              <a:extLst>
                <a:ext uri="{FF2B5EF4-FFF2-40B4-BE49-F238E27FC236}">
                  <a16:creationId xmlns:a16="http://schemas.microsoft.com/office/drawing/2014/main" id="{29D6A9FF-941E-3A03-AE47-DF87E5A1466D}"/>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782" name="Oval 781">
              <a:extLst>
                <a:ext uri="{FF2B5EF4-FFF2-40B4-BE49-F238E27FC236}">
                  <a16:creationId xmlns:a16="http://schemas.microsoft.com/office/drawing/2014/main" id="{639FD46B-E4F0-222C-465B-55F8AD2A01D5}"/>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3" name="Isosceles Triangle 648">
              <a:extLst>
                <a:ext uri="{FF2B5EF4-FFF2-40B4-BE49-F238E27FC236}">
                  <a16:creationId xmlns:a16="http://schemas.microsoft.com/office/drawing/2014/main" id="{A008F391-4D53-3E45-E0A2-6AF576322A14}"/>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84" name="Group 783">
            <a:extLst>
              <a:ext uri="{FF2B5EF4-FFF2-40B4-BE49-F238E27FC236}">
                <a16:creationId xmlns:a16="http://schemas.microsoft.com/office/drawing/2014/main" id="{224C9CB8-A338-CCA4-2D3E-BF15D39FEB2C}"/>
              </a:ext>
            </a:extLst>
          </p:cNvPr>
          <p:cNvGrpSpPr/>
          <p:nvPr/>
        </p:nvGrpSpPr>
        <p:grpSpPr>
          <a:xfrm>
            <a:off x="3775041" y="5130133"/>
            <a:ext cx="721895" cy="609700"/>
            <a:chOff x="3775041" y="5130133"/>
            <a:chExt cx="721895" cy="609700"/>
          </a:xfrm>
        </p:grpSpPr>
        <p:sp>
          <p:nvSpPr>
            <p:cNvPr id="785" name="Rectangle 784">
              <a:hlinkHover r:id="" action="ppaction://noaction" highlightClick="1"/>
              <a:extLst>
                <a:ext uri="{FF2B5EF4-FFF2-40B4-BE49-F238E27FC236}">
                  <a16:creationId xmlns:a16="http://schemas.microsoft.com/office/drawing/2014/main" id="{80C4ED38-6F6C-95A3-B19A-7B882D6DC667}"/>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786" name="Diamond 785">
              <a:extLst>
                <a:ext uri="{FF2B5EF4-FFF2-40B4-BE49-F238E27FC236}">
                  <a16:creationId xmlns:a16="http://schemas.microsoft.com/office/drawing/2014/main" id="{051D781C-546F-0ACF-70B5-025467EF87EB}"/>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7" name="Oval 786">
              <a:extLst>
                <a:ext uri="{FF2B5EF4-FFF2-40B4-BE49-F238E27FC236}">
                  <a16:creationId xmlns:a16="http://schemas.microsoft.com/office/drawing/2014/main" id="{5034B409-A36B-2AF6-57D0-C8C6112D4E35}"/>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88" name="Group 787">
            <a:extLst>
              <a:ext uri="{FF2B5EF4-FFF2-40B4-BE49-F238E27FC236}">
                <a16:creationId xmlns:a16="http://schemas.microsoft.com/office/drawing/2014/main" id="{2C6453B2-306E-D608-8390-95E0385B9B5F}"/>
              </a:ext>
            </a:extLst>
          </p:cNvPr>
          <p:cNvGrpSpPr/>
          <p:nvPr/>
        </p:nvGrpSpPr>
        <p:grpSpPr>
          <a:xfrm>
            <a:off x="4618174" y="5130748"/>
            <a:ext cx="721895" cy="609700"/>
            <a:chOff x="4618174" y="5130748"/>
            <a:chExt cx="721895" cy="609700"/>
          </a:xfrm>
        </p:grpSpPr>
        <p:sp>
          <p:nvSpPr>
            <p:cNvPr id="789" name="Rectangle 788">
              <a:hlinkHover r:id="" action="ppaction://noaction" highlightClick="1"/>
              <a:extLst>
                <a:ext uri="{FF2B5EF4-FFF2-40B4-BE49-F238E27FC236}">
                  <a16:creationId xmlns:a16="http://schemas.microsoft.com/office/drawing/2014/main" id="{566B4B07-1E52-8259-4D00-CBEEF7729D38}"/>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790" name="Diamond 789">
              <a:extLst>
                <a:ext uri="{FF2B5EF4-FFF2-40B4-BE49-F238E27FC236}">
                  <a16:creationId xmlns:a16="http://schemas.microsoft.com/office/drawing/2014/main" id="{415696C0-BD13-5BC8-F975-61117D7AED06}"/>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1" name="Oval 790">
              <a:extLst>
                <a:ext uri="{FF2B5EF4-FFF2-40B4-BE49-F238E27FC236}">
                  <a16:creationId xmlns:a16="http://schemas.microsoft.com/office/drawing/2014/main" id="{5369F0D5-CD86-5696-93A9-40FC728F2A8D}"/>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92" name="Group 791">
            <a:extLst>
              <a:ext uri="{FF2B5EF4-FFF2-40B4-BE49-F238E27FC236}">
                <a16:creationId xmlns:a16="http://schemas.microsoft.com/office/drawing/2014/main" id="{1794499A-AB11-5605-907B-161EE0CB761F}"/>
              </a:ext>
            </a:extLst>
          </p:cNvPr>
          <p:cNvGrpSpPr/>
          <p:nvPr/>
        </p:nvGrpSpPr>
        <p:grpSpPr>
          <a:xfrm>
            <a:off x="7125833" y="5143368"/>
            <a:ext cx="721206" cy="609701"/>
            <a:chOff x="7125833" y="5143368"/>
            <a:chExt cx="721206" cy="609701"/>
          </a:xfrm>
        </p:grpSpPr>
        <p:sp>
          <p:nvSpPr>
            <p:cNvPr id="793" name="Rectangle 792">
              <a:hlinkHover r:id="" action="ppaction://noaction" highlightClick="1"/>
              <a:extLst>
                <a:ext uri="{FF2B5EF4-FFF2-40B4-BE49-F238E27FC236}">
                  <a16:creationId xmlns:a16="http://schemas.microsoft.com/office/drawing/2014/main" id="{18E27009-BD6A-4752-F3E1-D6234FBD40E7}"/>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794" name="Oval 793">
              <a:extLst>
                <a:ext uri="{FF2B5EF4-FFF2-40B4-BE49-F238E27FC236}">
                  <a16:creationId xmlns:a16="http://schemas.microsoft.com/office/drawing/2014/main" id="{34859EE3-4E89-91CA-87F8-DCC042676F0A}"/>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5" name="Isosceles Triangle 648">
              <a:extLst>
                <a:ext uri="{FF2B5EF4-FFF2-40B4-BE49-F238E27FC236}">
                  <a16:creationId xmlns:a16="http://schemas.microsoft.com/office/drawing/2014/main" id="{4E45CA0F-7BF1-61DB-772F-1EF89BE09F46}"/>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96" name="Group 795">
            <a:extLst>
              <a:ext uri="{FF2B5EF4-FFF2-40B4-BE49-F238E27FC236}">
                <a16:creationId xmlns:a16="http://schemas.microsoft.com/office/drawing/2014/main" id="{935E6EE7-E4EB-BD96-1815-25F7BC3702A7}"/>
              </a:ext>
            </a:extLst>
          </p:cNvPr>
          <p:cNvGrpSpPr/>
          <p:nvPr/>
        </p:nvGrpSpPr>
        <p:grpSpPr>
          <a:xfrm>
            <a:off x="7122911" y="3698231"/>
            <a:ext cx="721206" cy="609701"/>
            <a:chOff x="7122911" y="3698231"/>
            <a:chExt cx="721206" cy="609701"/>
          </a:xfrm>
        </p:grpSpPr>
        <p:sp>
          <p:nvSpPr>
            <p:cNvPr id="797" name="Rectangle 796">
              <a:hlinkHover r:id="" action="ppaction://noaction" highlightClick="1"/>
              <a:extLst>
                <a:ext uri="{FF2B5EF4-FFF2-40B4-BE49-F238E27FC236}">
                  <a16:creationId xmlns:a16="http://schemas.microsoft.com/office/drawing/2014/main" id="{B379EB8A-6698-29D2-EF1A-2435782A5A4E}"/>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798" name="Oval 797">
              <a:extLst>
                <a:ext uri="{FF2B5EF4-FFF2-40B4-BE49-F238E27FC236}">
                  <a16:creationId xmlns:a16="http://schemas.microsoft.com/office/drawing/2014/main" id="{EE044B0B-CC44-815B-33CA-EEBCC5579B86}"/>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9" name="Isosceles Triangle 648">
              <a:extLst>
                <a:ext uri="{FF2B5EF4-FFF2-40B4-BE49-F238E27FC236}">
                  <a16:creationId xmlns:a16="http://schemas.microsoft.com/office/drawing/2014/main" id="{0197C73F-5FA2-27AA-1FD9-2B4AA94C9248}"/>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00" name="Group 799">
            <a:extLst>
              <a:ext uri="{FF2B5EF4-FFF2-40B4-BE49-F238E27FC236}">
                <a16:creationId xmlns:a16="http://schemas.microsoft.com/office/drawing/2014/main" id="{A33F7B11-51D6-9AD3-50A0-035B2D3AF89B}"/>
              </a:ext>
            </a:extLst>
          </p:cNvPr>
          <p:cNvGrpSpPr/>
          <p:nvPr/>
        </p:nvGrpSpPr>
        <p:grpSpPr>
          <a:xfrm>
            <a:off x="6286224" y="3620338"/>
            <a:ext cx="721206" cy="687594"/>
            <a:chOff x="6286224" y="3620338"/>
            <a:chExt cx="721206" cy="687594"/>
          </a:xfrm>
        </p:grpSpPr>
        <p:cxnSp>
          <p:nvCxnSpPr>
            <p:cNvPr id="801" name="Straight Connector 800">
              <a:extLst>
                <a:ext uri="{FF2B5EF4-FFF2-40B4-BE49-F238E27FC236}">
                  <a16:creationId xmlns:a16="http://schemas.microsoft.com/office/drawing/2014/main" id="{491BF80F-082B-7B03-4C8B-7EE365119571}"/>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02" name="Rectangle 801">
              <a:hlinkHover r:id="" action="ppaction://noaction" highlightClick="1"/>
              <a:extLst>
                <a:ext uri="{FF2B5EF4-FFF2-40B4-BE49-F238E27FC236}">
                  <a16:creationId xmlns:a16="http://schemas.microsoft.com/office/drawing/2014/main" id="{76604926-7026-C5B7-9BD4-A7C66510C405}"/>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03" name="Oval 802">
              <a:extLst>
                <a:ext uri="{FF2B5EF4-FFF2-40B4-BE49-F238E27FC236}">
                  <a16:creationId xmlns:a16="http://schemas.microsoft.com/office/drawing/2014/main" id="{ECAD10E5-1E00-0CF9-530A-F3877BD015F2}"/>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4" name="Isosceles Triangle 648">
              <a:extLst>
                <a:ext uri="{FF2B5EF4-FFF2-40B4-BE49-F238E27FC236}">
                  <a16:creationId xmlns:a16="http://schemas.microsoft.com/office/drawing/2014/main" id="{C763F874-7DF8-64AE-B1F3-28AA3B0C011C}"/>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21" name="Group 820">
            <a:extLst>
              <a:ext uri="{FF2B5EF4-FFF2-40B4-BE49-F238E27FC236}">
                <a16:creationId xmlns:a16="http://schemas.microsoft.com/office/drawing/2014/main" id="{BA314619-D6F1-B76A-F609-31100C634596}"/>
              </a:ext>
            </a:extLst>
          </p:cNvPr>
          <p:cNvGrpSpPr/>
          <p:nvPr/>
        </p:nvGrpSpPr>
        <p:grpSpPr>
          <a:xfrm>
            <a:off x="3775041" y="1532276"/>
            <a:ext cx="721206" cy="609701"/>
            <a:chOff x="3775041" y="1532276"/>
            <a:chExt cx="721206" cy="609701"/>
          </a:xfrm>
        </p:grpSpPr>
        <p:sp>
          <p:nvSpPr>
            <p:cNvPr id="822" name="Rectangle 821">
              <a:extLst>
                <a:ext uri="{FF2B5EF4-FFF2-40B4-BE49-F238E27FC236}">
                  <a16:creationId xmlns:a16="http://schemas.microsoft.com/office/drawing/2014/main" id="{7919F18C-5E29-20A7-08B3-8D68B2880981}"/>
                </a:ext>
              </a:extLst>
            </p:cNvPr>
            <p:cNvSpPr/>
            <p:nvPr/>
          </p:nvSpPr>
          <p:spPr>
            <a:xfrm>
              <a:off x="3775041"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823" name="Right Triangle 822">
              <a:extLst>
                <a:ext uri="{FF2B5EF4-FFF2-40B4-BE49-F238E27FC236}">
                  <a16:creationId xmlns:a16="http://schemas.microsoft.com/office/drawing/2014/main" id="{1E8AB74B-7DF1-5B66-64BC-E6804FA79CE4}"/>
                </a:ext>
              </a:extLst>
            </p:cNvPr>
            <p:cNvSpPr/>
            <p:nvPr/>
          </p:nvSpPr>
          <p:spPr>
            <a:xfrm rot="10800000">
              <a:off x="437405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24" name="Group 823">
              <a:extLst>
                <a:ext uri="{FF2B5EF4-FFF2-40B4-BE49-F238E27FC236}">
                  <a16:creationId xmlns:a16="http://schemas.microsoft.com/office/drawing/2014/main" id="{CEB6BA48-C193-4CE4-0AB8-BAF5AD194522}"/>
                </a:ext>
              </a:extLst>
            </p:cNvPr>
            <p:cNvGrpSpPr/>
            <p:nvPr/>
          </p:nvGrpSpPr>
          <p:grpSpPr>
            <a:xfrm>
              <a:off x="4440500" y="1542931"/>
              <a:ext cx="37817" cy="61390"/>
              <a:chOff x="3883481" y="2057400"/>
              <a:chExt cx="1608363" cy="2652031"/>
            </a:xfrm>
            <a:solidFill>
              <a:srgbClr val="A6A6A6"/>
            </a:solidFill>
          </p:grpSpPr>
          <p:sp>
            <p:nvSpPr>
              <p:cNvPr id="825" name="Oval 27">
                <a:extLst>
                  <a:ext uri="{FF2B5EF4-FFF2-40B4-BE49-F238E27FC236}">
                    <a16:creationId xmlns:a16="http://schemas.microsoft.com/office/drawing/2014/main" id="{89121B40-1A91-010E-F70B-2D42C41AEA8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26" name="Oval 28">
                <a:extLst>
                  <a:ext uri="{FF2B5EF4-FFF2-40B4-BE49-F238E27FC236}">
                    <a16:creationId xmlns:a16="http://schemas.microsoft.com/office/drawing/2014/main" id="{830F4BC9-0E44-DE7D-5A5E-7FF2A0393EA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27" name="Group 826">
            <a:extLst>
              <a:ext uri="{FF2B5EF4-FFF2-40B4-BE49-F238E27FC236}">
                <a16:creationId xmlns:a16="http://schemas.microsoft.com/office/drawing/2014/main" id="{343AA3F4-F890-12BC-6AFE-C65D40D412F9}"/>
              </a:ext>
            </a:extLst>
          </p:cNvPr>
          <p:cNvGrpSpPr/>
          <p:nvPr/>
        </p:nvGrpSpPr>
        <p:grpSpPr>
          <a:xfrm>
            <a:off x="4611548" y="1532276"/>
            <a:ext cx="721206" cy="609701"/>
            <a:chOff x="4611548" y="1532276"/>
            <a:chExt cx="721206" cy="609701"/>
          </a:xfrm>
        </p:grpSpPr>
        <p:sp>
          <p:nvSpPr>
            <p:cNvPr id="828" name="Rectangle 827">
              <a:extLst>
                <a:ext uri="{FF2B5EF4-FFF2-40B4-BE49-F238E27FC236}">
                  <a16:creationId xmlns:a16="http://schemas.microsoft.com/office/drawing/2014/main" id="{8F4D3F20-987A-7F73-B05C-44155A45D8EF}"/>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829" name="Right Triangle 828">
              <a:extLst>
                <a:ext uri="{FF2B5EF4-FFF2-40B4-BE49-F238E27FC236}">
                  <a16:creationId xmlns:a16="http://schemas.microsoft.com/office/drawing/2014/main" id="{6A5DC67F-52D3-E011-D915-0F99B3DBCDB6}"/>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30" name="Group 829">
              <a:extLst>
                <a:ext uri="{FF2B5EF4-FFF2-40B4-BE49-F238E27FC236}">
                  <a16:creationId xmlns:a16="http://schemas.microsoft.com/office/drawing/2014/main" id="{231438AA-17A6-146C-1F3A-6048B2E3AFFE}"/>
                </a:ext>
              </a:extLst>
            </p:cNvPr>
            <p:cNvGrpSpPr/>
            <p:nvPr/>
          </p:nvGrpSpPr>
          <p:grpSpPr>
            <a:xfrm>
              <a:off x="5276140" y="1542931"/>
              <a:ext cx="37817" cy="61390"/>
              <a:chOff x="3883481" y="2057400"/>
              <a:chExt cx="1608363" cy="2652031"/>
            </a:xfrm>
            <a:solidFill>
              <a:srgbClr val="A6A6A6"/>
            </a:solidFill>
          </p:grpSpPr>
          <p:sp>
            <p:nvSpPr>
              <p:cNvPr id="831" name="Oval 27">
                <a:extLst>
                  <a:ext uri="{FF2B5EF4-FFF2-40B4-BE49-F238E27FC236}">
                    <a16:creationId xmlns:a16="http://schemas.microsoft.com/office/drawing/2014/main" id="{BEF9D0AE-B4D4-6E90-380D-122601080D6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32" name="Oval 28">
                <a:extLst>
                  <a:ext uri="{FF2B5EF4-FFF2-40B4-BE49-F238E27FC236}">
                    <a16:creationId xmlns:a16="http://schemas.microsoft.com/office/drawing/2014/main" id="{D0E48146-F7E2-504B-D79C-F4D11FD04F6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33" name="Group 832">
            <a:extLst>
              <a:ext uri="{FF2B5EF4-FFF2-40B4-BE49-F238E27FC236}">
                <a16:creationId xmlns:a16="http://schemas.microsoft.com/office/drawing/2014/main" id="{70970BFB-3CF2-9F27-78C6-F6E4F9B7A03E}"/>
              </a:ext>
            </a:extLst>
          </p:cNvPr>
          <p:cNvGrpSpPr/>
          <p:nvPr/>
        </p:nvGrpSpPr>
        <p:grpSpPr>
          <a:xfrm>
            <a:off x="2938534" y="1532275"/>
            <a:ext cx="721206" cy="610039"/>
            <a:chOff x="2938534" y="1532275"/>
            <a:chExt cx="721206" cy="610039"/>
          </a:xfrm>
        </p:grpSpPr>
        <p:sp>
          <p:nvSpPr>
            <p:cNvPr id="834" name="Rectangle 833">
              <a:extLst>
                <a:ext uri="{FF2B5EF4-FFF2-40B4-BE49-F238E27FC236}">
                  <a16:creationId xmlns:a16="http://schemas.microsoft.com/office/drawing/2014/main" id="{6C369B29-6BFF-47C2-8344-333563500F99}"/>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835" name="Right Triangle 834">
              <a:extLst>
                <a:ext uri="{FF2B5EF4-FFF2-40B4-BE49-F238E27FC236}">
                  <a16:creationId xmlns:a16="http://schemas.microsoft.com/office/drawing/2014/main" id="{ADC8CBB7-E4F6-F6AF-7A73-B2258ABC3745}"/>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36" name="Oval 27">
              <a:extLst>
                <a:ext uri="{FF2B5EF4-FFF2-40B4-BE49-F238E27FC236}">
                  <a16:creationId xmlns:a16="http://schemas.microsoft.com/office/drawing/2014/main" id="{CA743ABD-B223-C515-61CA-F3824DDD7148}"/>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37" name="Oval 28">
              <a:extLst>
                <a:ext uri="{FF2B5EF4-FFF2-40B4-BE49-F238E27FC236}">
                  <a16:creationId xmlns:a16="http://schemas.microsoft.com/office/drawing/2014/main" id="{77257A8F-50CB-FA92-349C-CA78B23E3E0B}"/>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38" name="Group 837">
            <a:extLst>
              <a:ext uri="{FF2B5EF4-FFF2-40B4-BE49-F238E27FC236}">
                <a16:creationId xmlns:a16="http://schemas.microsoft.com/office/drawing/2014/main" id="{B803BE5B-DE3C-8D2F-4A02-91F1958CE13D}"/>
              </a:ext>
            </a:extLst>
          </p:cNvPr>
          <p:cNvGrpSpPr/>
          <p:nvPr/>
        </p:nvGrpSpPr>
        <p:grpSpPr>
          <a:xfrm>
            <a:off x="6284590" y="811556"/>
            <a:ext cx="721206" cy="609701"/>
            <a:chOff x="6284590" y="811556"/>
            <a:chExt cx="721206" cy="609701"/>
          </a:xfrm>
        </p:grpSpPr>
        <p:sp>
          <p:nvSpPr>
            <p:cNvPr id="839" name="Rectangle 838">
              <a:hlinkHover r:id="" action="ppaction://noaction" highlightClick="1"/>
              <a:extLst>
                <a:ext uri="{FF2B5EF4-FFF2-40B4-BE49-F238E27FC236}">
                  <a16:creationId xmlns:a16="http://schemas.microsoft.com/office/drawing/2014/main" id="{69147EE7-4B3F-EBF0-5F4A-6A4BCB6B6C9D}"/>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840" name="Right Triangle 839">
              <a:extLst>
                <a:ext uri="{FF2B5EF4-FFF2-40B4-BE49-F238E27FC236}">
                  <a16:creationId xmlns:a16="http://schemas.microsoft.com/office/drawing/2014/main" id="{601E3296-9AFF-53CE-CD72-08DE73BE4D23}"/>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1" name="Oval 27">
              <a:extLst>
                <a:ext uri="{FF2B5EF4-FFF2-40B4-BE49-F238E27FC236}">
                  <a16:creationId xmlns:a16="http://schemas.microsoft.com/office/drawing/2014/main" id="{55316D7E-6A8A-5BB1-0B03-4106758FD796}"/>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2" name="Oval 28">
              <a:extLst>
                <a:ext uri="{FF2B5EF4-FFF2-40B4-BE49-F238E27FC236}">
                  <a16:creationId xmlns:a16="http://schemas.microsoft.com/office/drawing/2014/main" id="{B1E088A4-8DC7-3DBB-8D5E-DCFBB231ECC8}"/>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48" name="Group 847">
            <a:extLst>
              <a:ext uri="{FF2B5EF4-FFF2-40B4-BE49-F238E27FC236}">
                <a16:creationId xmlns:a16="http://schemas.microsoft.com/office/drawing/2014/main" id="{43CC8E9C-83EE-5799-C3F7-2555F525BE49}"/>
              </a:ext>
            </a:extLst>
          </p:cNvPr>
          <p:cNvGrpSpPr/>
          <p:nvPr/>
        </p:nvGrpSpPr>
        <p:grpSpPr>
          <a:xfrm>
            <a:off x="431659" y="3698227"/>
            <a:ext cx="721206" cy="609701"/>
            <a:chOff x="431659" y="3698227"/>
            <a:chExt cx="721206" cy="609701"/>
          </a:xfrm>
        </p:grpSpPr>
        <p:sp>
          <p:nvSpPr>
            <p:cNvPr id="849" name="Rectangle 848">
              <a:extLst>
                <a:ext uri="{FF2B5EF4-FFF2-40B4-BE49-F238E27FC236}">
                  <a16:creationId xmlns:a16="http://schemas.microsoft.com/office/drawing/2014/main" id="{E8FC8CA9-00B1-E1FD-E2E5-F8BDF1205D3B}"/>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850" name="Right Triangle 849">
              <a:extLst>
                <a:ext uri="{FF2B5EF4-FFF2-40B4-BE49-F238E27FC236}">
                  <a16:creationId xmlns:a16="http://schemas.microsoft.com/office/drawing/2014/main" id="{E1B907D4-FF62-A5CB-5790-4023E5AED45D}"/>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51" name="Group 850">
              <a:extLst>
                <a:ext uri="{FF2B5EF4-FFF2-40B4-BE49-F238E27FC236}">
                  <a16:creationId xmlns:a16="http://schemas.microsoft.com/office/drawing/2014/main" id="{28DD434C-7426-617E-5C5C-CCBF72D819EC}"/>
                </a:ext>
              </a:extLst>
            </p:cNvPr>
            <p:cNvGrpSpPr/>
            <p:nvPr/>
          </p:nvGrpSpPr>
          <p:grpSpPr>
            <a:xfrm>
              <a:off x="1102254" y="3706260"/>
              <a:ext cx="37817" cy="61390"/>
              <a:chOff x="3883481" y="2057400"/>
              <a:chExt cx="1608363" cy="2652031"/>
            </a:xfrm>
            <a:solidFill>
              <a:srgbClr val="A6A6A6"/>
            </a:solidFill>
          </p:grpSpPr>
          <p:sp>
            <p:nvSpPr>
              <p:cNvPr id="852" name="Oval 27">
                <a:extLst>
                  <a:ext uri="{FF2B5EF4-FFF2-40B4-BE49-F238E27FC236}">
                    <a16:creationId xmlns:a16="http://schemas.microsoft.com/office/drawing/2014/main" id="{CA3DBE79-C0DE-F7B5-9235-553A0868388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3" name="Oval 28">
                <a:extLst>
                  <a:ext uri="{FF2B5EF4-FFF2-40B4-BE49-F238E27FC236}">
                    <a16:creationId xmlns:a16="http://schemas.microsoft.com/office/drawing/2014/main" id="{469223A6-FEA5-6B0F-97E7-53D0AA0340D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66" name="Group 865">
            <a:extLst>
              <a:ext uri="{FF2B5EF4-FFF2-40B4-BE49-F238E27FC236}">
                <a16:creationId xmlns:a16="http://schemas.microsoft.com/office/drawing/2014/main" id="{9C8D520F-56B4-57C7-DD20-2A0366B26082}"/>
              </a:ext>
            </a:extLst>
          </p:cNvPr>
          <p:cNvGrpSpPr/>
          <p:nvPr/>
        </p:nvGrpSpPr>
        <p:grpSpPr>
          <a:xfrm>
            <a:off x="2105709" y="3698225"/>
            <a:ext cx="721206" cy="610376"/>
            <a:chOff x="2105709" y="3698225"/>
            <a:chExt cx="721206" cy="610376"/>
          </a:xfrm>
        </p:grpSpPr>
        <p:sp>
          <p:nvSpPr>
            <p:cNvPr id="867" name="Rectangle 866">
              <a:extLst>
                <a:ext uri="{FF2B5EF4-FFF2-40B4-BE49-F238E27FC236}">
                  <a16:creationId xmlns:a16="http://schemas.microsoft.com/office/drawing/2014/main" id="{BFA24DD5-EA67-5C39-B6AF-0E6CF1B9DAA1}"/>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868" name="Right Triangle 867">
              <a:extLst>
                <a:ext uri="{FF2B5EF4-FFF2-40B4-BE49-F238E27FC236}">
                  <a16:creationId xmlns:a16="http://schemas.microsoft.com/office/drawing/2014/main" id="{6FEFAE3C-ACA7-1C9B-B88B-D4DC76993D34}"/>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69" name="Group 868">
              <a:extLst>
                <a:ext uri="{FF2B5EF4-FFF2-40B4-BE49-F238E27FC236}">
                  <a16:creationId xmlns:a16="http://schemas.microsoft.com/office/drawing/2014/main" id="{BDE0EF9F-5031-4FC9-9B55-D81E4E4E0E24}"/>
                </a:ext>
              </a:extLst>
            </p:cNvPr>
            <p:cNvGrpSpPr/>
            <p:nvPr/>
          </p:nvGrpSpPr>
          <p:grpSpPr>
            <a:xfrm>
              <a:off x="2776304" y="3704319"/>
              <a:ext cx="37817" cy="61390"/>
              <a:chOff x="3883481" y="2057400"/>
              <a:chExt cx="1608363" cy="2652031"/>
            </a:xfrm>
            <a:solidFill>
              <a:srgbClr val="A6A6A6"/>
            </a:solidFill>
          </p:grpSpPr>
          <p:sp>
            <p:nvSpPr>
              <p:cNvPr id="870" name="Oval 27">
                <a:extLst>
                  <a:ext uri="{FF2B5EF4-FFF2-40B4-BE49-F238E27FC236}">
                    <a16:creationId xmlns:a16="http://schemas.microsoft.com/office/drawing/2014/main" id="{ED4620DA-4DCB-9489-4CF6-D619FD2CF02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1" name="Oval 28">
                <a:extLst>
                  <a:ext uri="{FF2B5EF4-FFF2-40B4-BE49-F238E27FC236}">
                    <a16:creationId xmlns:a16="http://schemas.microsoft.com/office/drawing/2014/main" id="{72AD6256-4D86-C2B6-DB90-5F70C25311A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72" name="Group 871">
            <a:extLst>
              <a:ext uri="{FF2B5EF4-FFF2-40B4-BE49-F238E27FC236}">
                <a16:creationId xmlns:a16="http://schemas.microsoft.com/office/drawing/2014/main" id="{59651879-15AF-36EE-9879-C997571C0D4D}"/>
              </a:ext>
            </a:extLst>
          </p:cNvPr>
          <p:cNvGrpSpPr/>
          <p:nvPr/>
        </p:nvGrpSpPr>
        <p:grpSpPr>
          <a:xfrm>
            <a:off x="1268842" y="2253333"/>
            <a:ext cx="721206" cy="609701"/>
            <a:chOff x="1268842" y="2253333"/>
            <a:chExt cx="721206" cy="609701"/>
          </a:xfrm>
        </p:grpSpPr>
        <p:sp>
          <p:nvSpPr>
            <p:cNvPr id="873" name="Rectangle 872">
              <a:extLst>
                <a:ext uri="{FF2B5EF4-FFF2-40B4-BE49-F238E27FC236}">
                  <a16:creationId xmlns:a16="http://schemas.microsoft.com/office/drawing/2014/main" id="{280D2944-66C5-277A-42FD-81F940A5623E}"/>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874" name="Right Triangle 873">
              <a:extLst>
                <a:ext uri="{FF2B5EF4-FFF2-40B4-BE49-F238E27FC236}">
                  <a16:creationId xmlns:a16="http://schemas.microsoft.com/office/drawing/2014/main" id="{CFD7BB55-A945-A330-468E-9E9FFAE6B782}"/>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75" name="Group 874">
              <a:extLst>
                <a:ext uri="{FF2B5EF4-FFF2-40B4-BE49-F238E27FC236}">
                  <a16:creationId xmlns:a16="http://schemas.microsoft.com/office/drawing/2014/main" id="{2DD5B4BA-0399-FA76-D7DB-2BA69B285FE2}"/>
                </a:ext>
              </a:extLst>
            </p:cNvPr>
            <p:cNvGrpSpPr/>
            <p:nvPr/>
          </p:nvGrpSpPr>
          <p:grpSpPr>
            <a:xfrm>
              <a:off x="1939437" y="2265723"/>
              <a:ext cx="37817" cy="61390"/>
              <a:chOff x="3883481" y="2057400"/>
              <a:chExt cx="1608363" cy="2652031"/>
            </a:xfrm>
            <a:solidFill>
              <a:srgbClr val="A6A6A6"/>
            </a:solidFill>
          </p:grpSpPr>
          <p:sp>
            <p:nvSpPr>
              <p:cNvPr id="876" name="Oval 27">
                <a:extLst>
                  <a:ext uri="{FF2B5EF4-FFF2-40B4-BE49-F238E27FC236}">
                    <a16:creationId xmlns:a16="http://schemas.microsoft.com/office/drawing/2014/main" id="{F1DFBBDF-A331-B7AB-5D9F-1EB44A0C80D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7" name="Oval 28">
                <a:extLst>
                  <a:ext uri="{FF2B5EF4-FFF2-40B4-BE49-F238E27FC236}">
                    <a16:creationId xmlns:a16="http://schemas.microsoft.com/office/drawing/2014/main" id="{68A40CFB-094C-7577-5AEB-A4375A52215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78" name="Group 877">
            <a:extLst>
              <a:ext uri="{FF2B5EF4-FFF2-40B4-BE49-F238E27FC236}">
                <a16:creationId xmlns:a16="http://schemas.microsoft.com/office/drawing/2014/main" id="{AC2A393A-F169-A208-0668-64DA966BCA90}"/>
              </a:ext>
            </a:extLst>
          </p:cNvPr>
          <p:cNvGrpSpPr/>
          <p:nvPr/>
        </p:nvGrpSpPr>
        <p:grpSpPr>
          <a:xfrm>
            <a:off x="2105349" y="2253333"/>
            <a:ext cx="721206" cy="609701"/>
            <a:chOff x="2105349" y="2253333"/>
            <a:chExt cx="721206" cy="609701"/>
          </a:xfrm>
        </p:grpSpPr>
        <p:sp>
          <p:nvSpPr>
            <p:cNvPr id="879" name="Rectangle 878">
              <a:extLst>
                <a:ext uri="{FF2B5EF4-FFF2-40B4-BE49-F238E27FC236}">
                  <a16:creationId xmlns:a16="http://schemas.microsoft.com/office/drawing/2014/main" id="{B63968B8-E78D-E21B-0A5C-A18E0225828A}"/>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880" name="Right Triangle 879">
              <a:extLst>
                <a:ext uri="{FF2B5EF4-FFF2-40B4-BE49-F238E27FC236}">
                  <a16:creationId xmlns:a16="http://schemas.microsoft.com/office/drawing/2014/main" id="{7D816DE0-51A8-925A-94A4-B6C6A9DC09CE}"/>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81" name="Group 880">
              <a:extLst>
                <a:ext uri="{FF2B5EF4-FFF2-40B4-BE49-F238E27FC236}">
                  <a16:creationId xmlns:a16="http://schemas.microsoft.com/office/drawing/2014/main" id="{E49B3CC6-F99D-8591-E535-CFF2FA9E2B21}"/>
                </a:ext>
              </a:extLst>
            </p:cNvPr>
            <p:cNvGrpSpPr/>
            <p:nvPr/>
          </p:nvGrpSpPr>
          <p:grpSpPr>
            <a:xfrm>
              <a:off x="2771411" y="2265582"/>
              <a:ext cx="37817" cy="61390"/>
              <a:chOff x="3883481" y="2057400"/>
              <a:chExt cx="1608363" cy="2652031"/>
            </a:xfrm>
            <a:solidFill>
              <a:srgbClr val="A6A6A6"/>
            </a:solidFill>
          </p:grpSpPr>
          <p:sp>
            <p:nvSpPr>
              <p:cNvPr id="882" name="Oval 27">
                <a:extLst>
                  <a:ext uri="{FF2B5EF4-FFF2-40B4-BE49-F238E27FC236}">
                    <a16:creationId xmlns:a16="http://schemas.microsoft.com/office/drawing/2014/main" id="{EFA90A57-7DFC-C882-1450-37A29055A90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3" name="Oval 28">
                <a:extLst>
                  <a:ext uri="{FF2B5EF4-FFF2-40B4-BE49-F238E27FC236}">
                    <a16:creationId xmlns:a16="http://schemas.microsoft.com/office/drawing/2014/main" id="{6EE0F067-9979-7A12-5C5E-6921FFCFAD0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84" name="Group 883">
            <a:extLst>
              <a:ext uri="{FF2B5EF4-FFF2-40B4-BE49-F238E27FC236}">
                <a16:creationId xmlns:a16="http://schemas.microsoft.com/office/drawing/2014/main" id="{9A80B950-BF19-4CC5-6C48-EFAE8FE997A0}"/>
              </a:ext>
            </a:extLst>
          </p:cNvPr>
          <p:cNvGrpSpPr/>
          <p:nvPr/>
        </p:nvGrpSpPr>
        <p:grpSpPr>
          <a:xfrm>
            <a:off x="2941856" y="2253333"/>
            <a:ext cx="721206" cy="609701"/>
            <a:chOff x="2941856" y="2253333"/>
            <a:chExt cx="721206" cy="609701"/>
          </a:xfrm>
        </p:grpSpPr>
        <p:sp>
          <p:nvSpPr>
            <p:cNvPr id="885" name="Rectangle 884">
              <a:extLst>
                <a:ext uri="{FF2B5EF4-FFF2-40B4-BE49-F238E27FC236}">
                  <a16:creationId xmlns:a16="http://schemas.microsoft.com/office/drawing/2014/main" id="{F466574D-8B93-AC75-5DC4-70431A3C191D}"/>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886" name="Right Triangle 885">
              <a:extLst>
                <a:ext uri="{FF2B5EF4-FFF2-40B4-BE49-F238E27FC236}">
                  <a16:creationId xmlns:a16="http://schemas.microsoft.com/office/drawing/2014/main" id="{CFC6948E-2FC5-D394-1451-8344056AA921}"/>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87" name="Group 886">
              <a:extLst>
                <a:ext uri="{FF2B5EF4-FFF2-40B4-BE49-F238E27FC236}">
                  <a16:creationId xmlns:a16="http://schemas.microsoft.com/office/drawing/2014/main" id="{89AA458C-A0E7-C6CA-CEB9-1C3C549092B4}"/>
                </a:ext>
              </a:extLst>
            </p:cNvPr>
            <p:cNvGrpSpPr/>
            <p:nvPr/>
          </p:nvGrpSpPr>
          <p:grpSpPr>
            <a:xfrm>
              <a:off x="3611254" y="2264960"/>
              <a:ext cx="37817" cy="61390"/>
              <a:chOff x="3883481" y="2057400"/>
              <a:chExt cx="1608363" cy="2652031"/>
            </a:xfrm>
            <a:solidFill>
              <a:srgbClr val="A6A6A6"/>
            </a:solidFill>
          </p:grpSpPr>
          <p:sp>
            <p:nvSpPr>
              <p:cNvPr id="888" name="Oval 27">
                <a:extLst>
                  <a:ext uri="{FF2B5EF4-FFF2-40B4-BE49-F238E27FC236}">
                    <a16:creationId xmlns:a16="http://schemas.microsoft.com/office/drawing/2014/main" id="{B2FF6474-F319-132A-E216-90A6AA98C39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9" name="Oval 28">
                <a:extLst>
                  <a:ext uri="{FF2B5EF4-FFF2-40B4-BE49-F238E27FC236}">
                    <a16:creationId xmlns:a16="http://schemas.microsoft.com/office/drawing/2014/main" id="{2B0DC5C2-9456-A5D0-4E31-F328A7AC401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90" name="Group 889">
            <a:extLst>
              <a:ext uri="{FF2B5EF4-FFF2-40B4-BE49-F238E27FC236}">
                <a16:creationId xmlns:a16="http://schemas.microsoft.com/office/drawing/2014/main" id="{6BCEACBD-C87E-4EA3-0C4D-41858457CD1A}"/>
              </a:ext>
            </a:extLst>
          </p:cNvPr>
          <p:cNvGrpSpPr/>
          <p:nvPr/>
        </p:nvGrpSpPr>
        <p:grpSpPr>
          <a:xfrm>
            <a:off x="4614870" y="2253333"/>
            <a:ext cx="721206" cy="609701"/>
            <a:chOff x="4614870" y="2253333"/>
            <a:chExt cx="721206" cy="609701"/>
          </a:xfrm>
        </p:grpSpPr>
        <p:sp>
          <p:nvSpPr>
            <p:cNvPr id="891" name="Rectangle 890">
              <a:extLst>
                <a:ext uri="{FF2B5EF4-FFF2-40B4-BE49-F238E27FC236}">
                  <a16:creationId xmlns:a16="http://schemas.microsoft.com/office/drawing/2014/main" id="{7D774C56-AEA2-1CDC-FA05-2E4F07F6BFC5}"/>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892" name="Right Triangle 891">
              <a:extLst>
                <a:ext uri="{FF2B5EF4-FFF2-40B4-BE49-F238E27FC236}">
                  <a16:creationId xmlns:a16="http://schemas.microsoft.com/office/drawing/2014/main" id="{87E3155E-EF15-FF3D-4AF1-CB78217963C2}"/>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93" name="Group 892">
              <a:extLst>
                <a:ext uri="{FF2B5EF4-FFF2-40B4-BE49-F238E27FC236}">
                  <a16:creationId xmlns:a16="http://schemas.microsoft.com/office/drawing/2014/main" id="{669F30D5-0883-0225-6286-E1F613620946}"/>
                </a:ext>
              </a:extLst>
            </p:cNvPr>
            <p:cNvGrpSpPr/>
            <p:nvPr/>
          </p:nvGrpSpPr>
          <p:grpSpPr>
            <a:xfrm>
              <a:off x="5280746" y="2264771"/>
              <a:ext cx="37817" cy="61390"/>
              <a:chOff x="3883481" y="2057400"/>
              <a:chExt cx="1608363" cy="2652031"/>
            </a:xfrm>
            <a:solidFill>
              <a:srgbClr val="A6A6A6"/>
            </a:solidFill>
          </p:grpSpPr>
          <p:sp>
            <p:nvSpPr>
              <p:cNvPr id="894" name="Oval 27">
                <a:extLst>
                  <a:ext uri="{FF2B5EF4-FFF2-40B4-BE49-F238E27FC236}">
                    <a16:creationId xmlns:a16="http://schemas.microsoft.com/office/drawing/2014/main" id="{F8C8F31D-62F7-EF15-9FCC-FC5A00C31C4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5" name="Oval 28">
                <a:extLst>
                  <a:ext uri="{FF2B5EF4-FFF2-40B4-BE49-F238E27FC236}">
                    <a16:creationId xmlns:a16="http://schemas.microsoft.com/office/drawing/2014/main" id="{86BF3A72-5B78-8669-BEAB-3A096453C02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08" name="Group 907">
            <a:extLst>
              <a:ext uri="{FF2B5EF4-FFF2-40B4-BE49-F238E27FC236}">
                <a16:creationId xmlns:a16="http://schemas.microsoft.com/office/drawing/2014/main" id="{4835061B-F1CD-F743-6242-DACFBA331776}"/>
              </a:ext>
            </a:extLst>
          </p:cNvPr>
          <p:cNvGrpSpPr/>
          <p:nvPr/>
        </p:nvGrpSpPr>
        <p:grpSpPr>
          <a:xfrm>
            <a:off x="431659" y="1532275"/>
            <a:ext cx="721893" cy="610039"/>
            <a:chOff x="431659" y="1532275"/>
            <a:chExt cx="721893" cy="610039"/>
          </a:xfrm>
        </p:grpSpPr>
        <p:sp>
          <p:nvSpPr>
            <p:cNvPr id="909" name="Rectangle 908">
              <a:extLst>
                <a:ext uri="{FF2B5EF4-FFF2-40B4-BE49-F238E27FC236}">
                  <a16:creationId xmlns:a16="http://schemas.microsoft.com/office/drawing/2014/main" id="{9AFFFAFD-39DF-3E9E-3622-B7F8B141DAB5}"/>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910" name="Right Triangle 909">
              <a:extLst>
                <a:ext uri="{FF2B5EF4-FFF2-40B4-BE49-F238E27FC236}">
                  <a16:creationId xmlns:a16="http://schemas.microsoft.com/office/drawing/2014/main" id="{7C2BD555-4DB4-691A-E97C-140DC34137B0}"/>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11" name="Group 910">
              <a:extLst>
                <a:ext uri="{FF2B5EF4-FFF2-40B4-BE49-F238E27FC236}">
                  <a16:creationId xmlns:a16="http://schemas.microsoft.com/office/drawing/2014/main" id="{109600D6-04F0-F441-FAE3-8C8E514A4C5E}"/>
                </a:ext>
              </a:extLst>
            </p:cNvPr>
            <p:cNvGrpSpPr/>
            <p:nvPr/>
          </p:nvGrpSpPr>
          <p:grpSpPr>
            <a:xfrm>
              <a:off x="1102941" y="1538369"/>
              <a:ext cx="37817" cy="61390"/>
              <a:chOff x="3883481" y="2057400"/>
              <a:chExt cx="1608363" cy="2652031"/>
            </a:xfrm>
            <a:solidFill>
              <a:srgbClr val="A6A6A6"/>
            </a:solidFill>
          </p:grpSpPr>
          <p:sp>
            <p:nvSpPr>
              <p:cNvPr id="912" name="Oval 27">
                <a:extLst>
                  <a:ext uri="{FF2B5EF4-FFF2-40B4-BE49-F238E27FC236}">
                    <a16:creationId xmlns:a16="http://schemas.microsoft.com/office/drawing/2014/main" id="{269B18C5-EC11-A0A9-982A-12005BE2D26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3" name="Oval 28">
                <a:extLst>
                  <a:ext uri="{FF2B5EF4-FFF2-40B4-BE49-F238E27FC236}">
                    <a16:creationId xmlns:a16="http://schemas.microsoft.com/office/drawing/2014/main" id="{2014EE65-59FD-25F2-AAB7-4FF0D398426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14" name="Group 913">
            <a:extLst>
              <a:ext uri="{FF2B5EF4-FFF2-40B4-BE49-F238E27FC236}">
                <a16:creationId xmlns:a16="http://schemas.microsoft.com/office/drawing/2014/main" id="{4155D1E9-90F1-87C5-11A2-936A2D04D886}"/>
              </a:ext>
            </a:extLst>
          </p:cNvPr>
          <p:cNvGrpSpPr/>
          <p:nvPr/>
        </p:nvGrpSpPr>
        <p:grpSpPr>
          <a:xfrm>
            <a:off x="1268842" y="1532275"/>
            <a:ext cx="721206" cy="610039"/>
            <a:chOff x="1268842" y="1532275"/>
            <a:chExt cx="721206" cy="610039"/>
          </a:xfrm>
        </p:grpSpPr>
        <p:sp>
          <p:nvSpPr>
            <p:cNvPr id="915" name="Rectangle 914">
              <a:extLst>
                <a:ext uri="{FF2B5EF4-FFF2-40B4-BE49-F238E27FC236}">
                  <a16:creationId xmlns:a16="http://schemas.microsoft.com/office/drawing/2014/main" id="{765DDF49-0AAE-1442-A742-8047F092499E}"/>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916" name="Right Triangle 915">
              <a:extLst>
                <a:ext uri="{FF2B5EF4-FFF2-40B4-BE49-F238E27FC236}">
                  <a16:creationId xmlns:a16="http://schemas.microsoft.com/office/drawing/2014/main" id="{3BF0CDBE-9B03-FA96-EA8A-B8BBB9D821A7}"/>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17" name="Group 916">
              <a:extLst>
                <a:ext uri="{FF2B5EF4-FFF2-40B4-BE49-F238E27FC236}">
                  <a16:creationId xmlns:a16="http://schemas.microsoft.com/office/drawing/2014/main" id="{B18573B9-EC07-EC00-72A3-672ADF1C043E}"/>
                </a:ext>
              </a:extLst>
            </p:cNvPr>
            <p:cNvGrpSpPr/>
            <p:nvPr/>
          </p:nvGrpSpPr>
          <p:grpSpPr>
            <a:xfrm>
              <a:off x="1939437" y="1538369"/>
              <a:ext cx="37817" cy="61390"/>
              <a:chOff x="3883481" y="2057400"/>
              <a:chExt cx="1608363" cy="2652031"/>
            </a:xfrm>
            <a:solidFill>
              <a:srgbClr val="A6A6A6"/>
            </a:solidFill>
          </p:grpSpPr>
          <p:sp>
            <p:nvSpPr>
              <p:cNvPr id="918" name="Oval 27">
                <a:extLst>
                  <a:ext uri="{FF2B5EF4-FFF2-40B4-BE49-F238E27FC236}">
                    <a16:creationId xmlns:a16="http://schemas.microsoft.com/office/drawing/2014/main" id="{77EDFB41-9F4F-E1D5-4A3E-14BBC25626D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9" name="Oval 28">
                <a:extLst>
                  <a:ext uri="{FF2B5EF4-FFF2-40B4-BE49-F238E27FC236}">
                    <a16:creationId xmlns:a16="http://schemas.microsoft.com/office/drawing/2014/main" id="{F4444A74-FE7A-A399-6780-8E4D8FFCC0C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26" name="Group 925">
            <a:extLst>
              <a:ext uri="{FF2B5EF4-FFF2-40B4-BE49-F238E27FC236}">
                <a16:creationId xmlns:a16="http://schemas.microsoft.com/office/drawing/2014/main" id="{3568415C-C1B8-B247-1AEB-013FC5636377}"/>
              </a:ext>
            </a:extLst>
          </p:cNvPr>
          <p:cNvGrpSpPr/>
          <p:nvPr/>
        </p:nvGrpSpPr>
        <p:grpSpPr>
          <a:xfrm>
            <a:off x="431659" y="2974054"/>
            <a:ext cx="721893" cy="609701"/>
            <a:chOff x="431659" y="2974054"/>
            <a:chExt cx="721893" cy="609701"/>
          </a:xfrm>
        </p:grpSpPr>
        <p:sp>
          <p:nvSpPr>
            <p:cNvPr id="927" name="Rectangle 926">
              <a:extLst>
                <a:ext uri="{FF2B5EF4-FFF2-40B4-BE49-F238E27FC236}">
                  <a16:creationId xmlns:a16="http://schemas.microsoft.com/office/drawing/2014/main" id="{8E6FD167-DB26-782A-B28E-53C83420507E}"/>
                </a:ext>
              </a:extLst>
            </p:cNvPr>
            <p:cNvSpPr/>
            <p:nvPr/>
          </p:nvSpPr>
          <p:spPr>
            <a:xfrm>
              <a:off x="43165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928" name="Right Triangle 927">
              <a:extLst>
                <a:ext uri="{FF2B5EF4-FFF2-40B4-BE49-F238E27FC236}">
                  <a16:creationId xmlns:a16="http://schemas.microsoft.com/office/drawing/2014/main" id="{DB4ECA10-6B47-63EA-F556-2D7B6A7FB345}"/>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29" name="Group 928">
              <a:extLst>
                <a:ext uri="{FF2B5EF4-FFF2-40B4-BE49-F238E27FC236}">
                  <a16:creationId xmlns:a16="http://schemas.microsoft.com/office/drawing/2014/main" id="{8A164B95-D01F-81F2-39CF-ED8AA7133B24}"/>
                </a:ext>
              </a:extLst>
            </p:cNvPr>
            <p:cNvGrpSpPr/>
            <p:nvPr/>
          </p:nvGrpSpPr>
          <p:grpSpPr>
            <a:xfrm>
              <a:off x="1102941" y="2981751"/>
              <a:ext cx="37817" cy="61390"/>
              <a:chOff x="3883481" y="2057400"/>
              <a:chExt cx="1608363" cy="2652031"/>
            </a:xfrm>
            <a:solidFill>
              <a:srgbClr val="A6A6A6"/>
            </a:solidFill>
          </p:grpSpPr>
          <p:sp>
            <p:nvSpPr>
              <p:cNvPr id="930" name="Oval 27">
                <a:extLst>
                  <a:ext uri="{FF2B5EF4-FFF2-40B4-BE49-F238E27FC236}">
                    <a16:creationId xmlns:a16="http://schemas.microsoft.com/office/drawing/2014/main" id="{E4F09BFA-6089-8FE4-29FA-071C7D55D8B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1" name="Oval 28">
                <a:extLst>
                  <a:ext uri="{FF2B5EF4-FFF2-40B4-BE49-F238E27FC236}">
                    <a16:creationId xmlns:a16="http://schemas.microsoft.com/office/drawing/2014/main" id="{6445A0FC-08FE-58F1-414C-FA20BE7CE98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38" name="Group 937">
            <a:extLst>
              <a:ext uri="{FF2B5EF4-FFF2-40B4-BE49-F238E27FC236}">
                <a16:creationId xmlns:a16="http://schemas.microsoft.com/office/drawing/2014/main" id="{BC6568FA-512A-0B18-2E3C-7FBAF43C52BF}"/>
              </a:ext>
            </a:extLst>
          </p:cNvPr>
          <p:cNvGrpSpPr/>
          <p:nvPr/>
        </p:nvGrpSpPr>
        <p:grpSpPr>
          <a:xfrm>
            <a:off x="2940467" y="2974052"/>
            <a:ext cx="721206" cy="613156"/>
            <a:chOff x="2940467" y="2974052"/>
            <a:chExt cx="721206" cy="613156"/>
          </a:xfrm>
        </p:grpSpPr>
        <p:sp>
          <p:nvSpPr>
            <p:cNvPr id="939" name="Rectangle 938">
              <a:extLst>
                <a:ext uri="{FF2B5EF4-FFF2-40B4-BE49-F238E27FC236}">
                  <a16:creationId xmlns:a16="http://schemas.microsoft.com/office/drawing/2014/main" id="{D931C916-7BF3-35C4-4876-A324CC9C6CA3}"/>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940" name="Right Triangle 939">
              <a:extLst>
                <a:ext uri="{FF2B5EF4-FFF2-40B4-BE49-F238E27FC236}">
                  <a16:creationId xmlns:a16="http://schemas.microsoft.com/office/drawing/2014/main" id="{75C6A126-1D5E-F9AF-1529-6E1FA2F232FF}"/>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41" name="Group 940">
              <a:extLst>
                <a:ext uri="{FF2B5EF4-FFF2-40B4-BE49-F238E27FC236}">
                  <a16:creationId xmlns:a16="http://schemas.microsoft.com/office/drawing/2014/main" id="{1C183985-1B9A-73AD-CE75-16550D7F5815}"/>
                </a:ext>
              </a:extLst>
            </p:cNvPr>
            <p:cNvGrpSpPr/>
            <p:nvPr/>
          </p:nvGrpSpPr>
          <p:grpSpPr>
            <a:xfrm>
              <a:off x="3610505" y="2980146"/>
              <a:ext cx="37817" cy="61390"/>
              <a:chOff x="3883481" y="2057400"/>
              <a:chExt cx="1608363" cy="2652031"/>
            </a:xfrm>
            <a:solidFill>
              <a:srgbClr val="A6A6A6"/>
            </a:solidFill>
          </p:grpSpPr>
          <p:sp>
            <p:nvSpPr>
              <p:cNvPr id="942" name="Oval 27">
                <a:extLst>
                  <a:ext uri="{FF2B5EF4-FFF2-40B4-BE49-F238E27FC236}">
                    <a16:creationId xmlns:a16="http://schemas.microsoft.com/office/drawing/2014/main" id="{C005510E-D55B-F6B0-A53C-B195A55AF37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3" name="Oval 28">
                <a:extLst>
                  <a:ext uri="{FF2B5EF4-FFF2-40B4-BE49-F238E27FC236}">
                    <a16:creationId xmlns:a16="http://schemas.microsoft.com/office/drawing/2014/main" id="{011ABE52-E1EA-39AC-9B57-95C873899B6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44" name="Group 943">
            <a:extLst>
              <a:ext uri="{FF2B5EF4-FFF2-40B4-BE49-F238E27FC236}">
                <a16:creationId xmlns:a16="http://schemas.microsoft.com/office/drawing/2014/main" id="{C6B721FF-6F8F-DB0D-E759-B67DCFE17A49}"/>
              </a:ext>
            </a:extLst>
          </p:cNvPr>
          <p:cNvGrpSpPr/>
          <p:nvPr/>
        </p:nvGrpSpPr>
        <p:grpSpPr>
          <a:xfrm>
            <a:off x="431659" y="811556"/>
            <a:ext cx="721206" cy="609701"/>
            <a:chOff x="431659" y="811556"/>
            <a:chExt cx="721206" cy="609701"/>
          </a:xfrm>
        </p:grpSpPr>
        <p:sp>
          <p:nvSpPr>
            <p:cNvPr id="945" name="Rectangle 944">
              <a:extLst>
                <a:ext uri="{FF2B5EF4-FFF2-40B4-BE49-F238E27FC236}">
                  <a16:creationId xmlns:a16="http://schemas.microsoft.com/office/drawing/2014/main" id="{D65B8FDB-804D-4354-1B61-7E9AB06267AA}"/>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946" name="Right Triangle 945">
              <a:extLst>
                <a:ext uri="{FF2B5EF4-FFF2-40B4-BE49-F238E27FC236}">
                  <a16:creationId xmlns:a16="http://schemas.microsoft.com/office/drawing/2014/main" id="{327E91EA-8121-A9F1-6C23-0B231E1F8D02}"/>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47" name="Group 946">
              <a:extLst>
                <a:ext uri="{FF2B5EF4-FFF2-40B4-BE49-F238E27FC236}">
                  <a16:creationId xmlns:a16="http://schemas.microsoft.com/office/drawing/2014/main" id="{51F649DB-9CC9-209D-7BF3-94372729A739}"/>
                </a:ext>
              </a:extLst>
            </p:cNvPr>
            <p:cNvGrpSpPr/>
            <p:nvPr/>
          </p:nvGrpSpPr>
          <p:grpSpPr>
            <a:xfrm>
              <a:off x="1100972" y="819589"/>
              <a:ext cx="37817" cy="61390"/>
              <a:chOff x="3883481" y="2057400"/>
              <a:chExt cx="1608363" cy="2652031"/>
            </a:xfrm>
            <a:solidFill>
              <a:srgbClr val="A6A6A6"/>
            </a:solidFill>
          </p:grpSpPr>
          <p:sp>
            <p:nvSpPr>
              <p:cNvPr id="948" name="Oval 27">
                <a:extLst>
                  <a:ext uri="{FF2B5EF4-FFF2-40B4-BE49-F238E27FC236}">
                    <a16:creationId xmlns:a16="http://schemas.microsoft.com/office/drawing/2014/main" id="{1ED20DFB-8415-033D-3239-C908D9C339E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9" name="Oval 28">
                <a:extLst>
                  <a:ext uri="{FF2B5EF4-FFF2-40B4-BE49-F238E27FC236}">
                    <a16:creationId xmlns:a16="http://schemas.microsoft.com/office/drawing/2014/main" id="{7595477D-2901-8297-6A81-1F23D8CA5BE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50" name="Group 949">
            <a:extLst>
              <a:ext uri="{FF2B5EF4-FFF2-40B4-BE49-F238E27FC236}">
                <a16:creationId xmlns:a16="http://schemas.microsoft.com/office/drawing/2014/main" id="{8F2DF141-196C-F686-0610-14D88AEA5AFA}"/>
              </a:ext>
            </a:extLst>
          </p:cNvPr>
          <p:cNvGrpSpPr/>
          <p:nvPr/>
        </p:nvGrpSpPr>
        <p:grpSpPr>
          <a:xfrm>
            <a:off x="1267284" y="811556"/>
            <a:ext cx="721206" cy="609701"/>
            <a:chOff x="1267284" y="811556"/>
            <a:chExt cx="721206" cy="609701"/>
          </a:xfrm>
        </p:grpSpPr>
        <p:sp>
          <p:nvSpPr>
            <p:cNvPr id="951" name="Rectangle 950">
              <a:extLst>
                <a:ext uri="{FF2B5EF4-FFF2-40B4-BE49-F238E27FC236}">
                  <a16:creationId xmlns:a16="http://schemas.microsoft.com/office/drawing/2014/main" id="{33E9AE2A-487F-97C6-51E7-05C3D8430BD7}"/>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952" name="Right Triangle 951">
              <a:extLst>
                <a:ext uri="{FF2B5EF4-FFF2-40B4-BE49-F238E27FC236}">
                  <a16:creationId xmlns:a16="http://schemas.microsoft.com/office/drawing/2014/main" id="{A0AFBB9A-1F5D-F9A8-A5C3-286D903E0919}"/>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53" name="Group 952">
              <a:extLst>
                <a:ext uri="{FF2B5EF4-FFF2-40B4-BE49-F238E27FC236}">
                  <a16:creationId xmlns:a16="http://schemas.microsoft.com/office/drawing/2014/main" id="{07127E1C-4824-2028-743D-EF0D8425A94E}"/>
                </a:ext>
              </a:extLst>
            </p:cNvPr>
            <p:cNvGrpSpPr/>
            <p:nvPr/>
          </p:nvGrpSpPr>
          <p:grpSpPr>
            <a:xfrm>
              <a:off x="1937879" y="819589"/>
              <a:ext cx="37817" cy="61390"/>
              <a:chOff x="3883481" y="2057400"/>
              <a:chExt cx="1608363" cy="2652031"/>
            </a:xfrm>
            <a:solidFill>
              <a:srgbClr val="A6A6A6"/>
            </a:solidFill>
          </p:grpSpPr>
          <p:sp>
            <p:nvSpPr>
              <p:cNvPr id="954" name="Oval 27">
                <a:extLst>
                  <a:ext uri="{FF2B5EF4-FFF2-40B4-BE49-F238E27FC236}">
                    <a16:creationId xmlns:a16="http://schemas.microsoft.com/office/drawing/2014/main" id="{178E44D4-F298-6332-1FD5-54FAAF1C92D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5" name="Oval 28">
                <a:extLst>
                  <a:ext uri="{FF2B5EF4-FFF2-40B4-BE49-F238E27FC236}">
                    <a16:creationId xmlns:a16="http://schemas.microsoft.com/office/drawing/2014/main" id="{CB6FC6BE-7DBA-0635-BF7B-B5E6F365294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74" name="Group 973">
            <a:extLst>
              <a:ext uri="{FF2B5EF4-FFF2-40B4-BE49-F238E27FC236}">
                <a16:creationId xmlns:a16="http://schemas.microsoft.com/office/drawing/2014/main" id="{E9882EC0-1980-F7A6-73EF-68680A4FC649}"/>
              </a:ext>
            </a:extLst>
          </p:cNvPr>
          <p:cNvGrpSpPr/>
          <p:nvPr/>
        </p:nvGrpSpPr>
        <p:grpSpPr>
          <a:xfrm>
            <a:off x="2937172" y="4419618"/>
            <a:ext cx="721206" cy="610376"/>
            <a:chOff x="2937172" y="4419618"/>
            <a:chExt cx="721206" cy="610376"/>
          </a:xfrm>
        </p:grpSpPr>
        <p:sp>
          <p:nvSpPr>
            <p:cNvPr id="975" name="Rectangle 974">
              <a:extLst>
                <a:ext uri="{FF2B5EF4-FFF2-40B4-BE49-F238E27FC236}">
                  <a16:creationId xmlns:a16="http://schemas.microsoft.com/office/drawing/2014/main" id="{485D0733-D2A2-265E-EC05-027ECEBE5B38}"/>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976" name="Right Triangle 975">
              <a:extLst>
                <a:ext uri="{FF2B5EF4-FFF2-40B4-BE49-F238E27FC236}">
                  <a16:creationId xmlns:a16="http://schemas.microsoft.com/office/drawing/2014/main" id="{6D0F580A-DF2F-4715-8523-8E9889CBFF98}"/>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77" name="Group 976">
              <a:extLst>
                <a:ext uri="{FF2B5EF4-FFF2-40B4-BE49-F238E27FC236}">
                  <a16:creationId xmlns:a16="http://schemas.microsoft.com/office/drawing/2014/main" id="{A504B2D9-60D2-81F6-84D0-8D73AD55AA91}"/>
                </a:ext>
              </a:extLst>
            </p:cNvPr>
            <p:cNvGrpSpPr/>
            <p:nvPr/>
          </p:nvGrpSpPr>
          <p:grpSpPr>
            <a:xfrm>
              <a:off x="3607767" y="4425712"/>
              <a:ext cx="37817" cy="61390"/>
              <a:chOff x="3883481" y="2057400"/>
              <a:chExt cx="1608363" cy="2652031"/>
            </a:xfrm>
            <a:solidFill>
              <a:srgbClr val="A6A6A6"/>
            </a:solidFill>
          </p:grpSpPr>
          <p:sp>
            <p:nvSpPr>
              <p:cNvPr id="978" name="Oval 27">
                <a:extLst>
                  <a:ext uri="{FF2B5EF4-FFF2-40B4-BE49-F238E27FC236}">
                    <a16:creationId xmlns:a16="http://schemas.microsoft.com/office/drawing/2014/main" id="{AAEED3A1-AC58-8064-D703-8A9E2AF820E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9" name="Oval 28">
                <a:extLst>
                  <a:ext uri="{FF2B5EF4-FFF2-40B4-BE49-F238E27FC236}">
                    <a16:creationId xmlns:a16="http://schemas.microsoft.com/office/drawing/2014/main" id="{D444598E-3887-03C6-384E-2463CBAE964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18" name="Group 217">
            <a:extLst>
              <a:ext uri="{FF2B5EF4-FFF2-40B4-BE49-F238E27FC236}">
                <a16:creationId xmlns:a16="http://schemas.microsoft.com/office/drawing/2014/main" id="{6F94D71A-E96C-4D56-3592-FF4B030ED397}"/>
              </a:ext>
            </a:extLst>
          </p:cNvPr>
          <p:cNvGrpSpPr/>
          <p:nvPr/>
        </p:nvGrpSpPr>
        <p:grpSpPr>
          <a:xfrm>
            <a:off x="2942396" y="3698227"/>
            <a:ext cx="721206" cy="609701"/>
            <a:chOff x="2942396" y="3698227"/>
            <a:chExt cx="721206" cy="609701"/>
          </a:xfrm>
        </p:grpSpPr>
        <p:sp>
          <p:nvSpPr>
            <p:cNvPr id="219" name="Rectangle 218">
              <a:extLst>
                <a:ext uri="{FF2B5EF4-FFF2-40B4-BE49-F238E27FC236}">
                  <a16:creationId xmlns:a16="http://schemas.microsoft.com/office/drawing/2014/main" id="{A463C7BB-BBAF-76B5-3FA6-17637BEAEB26}"/>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220" name="Right Triangle 219">
              <a:extLst>
                <a:ext uri="{FF2B5EF4-FFF2-40B4-BE49-F238E27FC236}">
                  <a16:creationId xmlns:a16="http://schemas.microsoft.com/office/drawing/2014/main" id="{5368E84F-7981-DB2F-2B8F-ACEC42751FBC}"/>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21" name="Group 220">
              <a:extLst>
                <a:ext uri="{FF2B5EF4-FFF2-40B4-BE49-F238E27FC236}">
                  <a16:creationId xmlns:a16="http://schemas.microsoft.com/office/drawing/2014/main" id="{6BCEFF6A-2C00-7283-B993-5C0951F7802A}"/>
                </a:ext>
              </a:extLst>
            </p:cNvPr>
            <p:cNvGrpSpPr/>
            <p:nvPr/>
          </p:nvGrpSpPr>
          <p:grpSpPr>
            <a:xfrm>
              <a:off x="3607770" y="3713045"/>
              <a:ext cx="37817" cy="61390"/>
              <a:chOff x="3883481" y="2057400"/>
              <a:chExt cx="1608363" cy="2652031"/>
            </a:xfrm>
            <a:solidFill>
              <a:srgbClr val="A6A6A6"/>
            </a:solidFill>
          </p:grpSpPr>
          <p:sp>
            <p:nvSpPr>
              <p:cNvPr id="222" name="Oval 27">
                <a:extLst>
                  <a:ext uri="{FF2B5EF4-FFF2-40B4-BE49-F238E27FC236}">
                    <a16:creationId xmlns:a16="http://schemas.microsoft.com/office/drawing/2014/main" id="{F18DBE90-B012-E331-B02B-75DF42635E8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 name="Oval 28">
                <a:extLst>
                  <a:ext uri="{FF2B5EF4-FFF2-40B4-BE49-F238E27FC236}">
                    <a16:creationId xmlns:a16="http://schemas.microsoft.com/office/drawing/2014/main" id="{FF56AEBA-0B78-16B6-7550-9A639028229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4" name="Group 223">
            <a:extLst>
              <a:ext uri="{FF2B5EF4-FFF2-40B4-BE49-F238E27FC236}">
                <a16:creationId xmlns:a16="http://schemas.microsoft.com/office/drawing/2014/main" id="{39B22F5D-29F5-B87F-5A91-F807AC8D02F3}"/>
              </a:ext>
            </a:extLst>
          </p:cNvPr>
          <p:cNvGrpSpPr/>
          <p:nvPr/>
        </p:nvGrpSpPr>
        <p:grpSpPr>
          <a:xfrm>
            <a:off x="3779083" y="3698227"/>
            <a:ext cx="721206" cy="609701"/>
            <a:chOff x="3779083" y="3698227"/>
            <a:chExt cx="721206" cy="609701"/>
          </a:xfrm>
        </p:grpSpPr>
        <p:sp>
          <p:nvSpPr>
            <p:cNvPr id="225" name="Rectangle 224">
              <a:extLst>
                <a:ext uri="{FF2B5EF4-FFF2-40B4-BE49-F238E27FC236}">
                  <a16:creationId xmlns:a16="http://schemas.microsoft.com/office/drawing/2014/main" id="{E62F7C5A-3820-4080-99D7-59385FAC8497}"/>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226" name="Right Triangle 225">
              <a:extLst>
                <a:ext uri="{FF2B5EF4-FFF2-40B4-BE49-F238E27FC236}">
                  <a16:creationId xmlns:a16="http://schemas.microsoft.com/office/drawing/2014/main" id="{36FA8DDA-16B0-817C-3AF4-8E17075CD807}"/>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27" name="Group 226">
              <a:extLst>
                <a:ext uri="{FF2B5EF4-FFF2-40B4-BE49-F238E27FC236}">
                  <a16:creationId xmlns:a16="http://schemas.microsoft.com/office/drawing/2014/main" id="{0D9A898A-373F-98D2-6B2F-2214695AD4F3}"/>
                </a:ext>
              </a:extLst>
            </p:cNvPr>
            <p:cNvGrpSpPr/>
            <p:nvPr/>
          </p:nvGrpSpPr>
          <p:grpSpPr>
            <a:xfrm>
              <a:off x="4448518" y="3706736"/>
              <a:ext cx="37817" cy="61390"/>
              <a:chOff x="3883481" y="2057400"/>
              <a:chExt cx="1608363" cy="2652031"/>
            </a:xfrm>
            <a:solidFill>
              <a:srgbClr val="A6A6A6"/>
            </a:solidFill>
          </p:grpSpPr>
          <p:sp>
            <p:nvSpPr>
              <p:cNvPr id="228" name="Oval 27">
                <a:extLst>
                  <a:ext uri="{FF2B5EF4-FFF2-40B4-BE49-F238E27FC236}">
                    <a16:creationId xmlns:a16="http://schemas.microsoft.com/office/drawing/2014/main" id="{8A4DB2F5-3EAC-28CC-05B7-C4790D268CA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Oval 28">
                <a:extLst>
                  <a:ext uri="{FF2B5EF4-FFF2-40B4-BE49-F238E27FC236}">
                    <a16:creationId xmlns:a16="http://schemas.microsoft.com/office/drawing/2014/main" id="{0A3F64E6-44C0-1EA8-3D48-E1BCD140BF7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0" name="Group 229">
            <a:extLst>
              <a:ext uri="{FF2B5EF4-FFF2-40B4-BE49-F238E27FC236}">
                <a16:creationId xmlns:a16="http://schemas.microsoft.com/office/drawing/2014/main" id="{F59BC624-F03D-EA9E-4563-30F714E75736}"/>
              </a:ext>
            </a:extLst>
          </p:cNvPr>
          <p:cNvGrpSpPr/>
          <p:nvPr/>
        </p:nvGrpSpPr>
        <p:grpSpPr>
          <a:xfrm>
            <a:off x="1268379" y="2974054"/>
            <a:ext cx="721206" cy="609701"/>
            <a:chOff x="1268379" y="2974054"/>
            <a:chExt cx="721206" cy="609701"/>
          </a:xfrm>
        </p:grpSpPr>
        <p:sp>
          <p:nvSpPr>
            <p:cNvPr id="231" name="Rectangle 230">
              <a:extLst>
                <a:ext uri="{FF2B5EF4-FFF2-40B4-BE49-F238E27FC236}">
                  <a16:creationId xmlns:a16="http://schemas.microsoft.com/office/drawing/2014/main" id="{A3A4DDC6-29EE-CF7F-F9AA-4F52AB9DECD9}"/>
                </a:ext>
              </a:extLst>
            </p:cNvPr>
            <p:cNvSpPr/>
            <p:nvPr/>
          </p:nvSpPr>
          <p:spPr>
            <a:xfrm>
              <a:off x="126837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232" name="Right Triangle 231">
              <a:extLst>
                <a:ext uri="{FF2B5EF4-FFF2-40B4-BE49-F238E27FC236}">
                  <a16:creationId xmlns:a16="http://schemas.microsoft.com/office/drawing/2014/main" id="{CB7DE55A-75CA-224A-AF5E-D02F903EA430}"/>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33" name="Group 232">
              <a:extLst>
                <a:ext uri="{FF2B5EF4-FFF2-40B4-BE49-F238E27FC236}">
                  <a16:creationId xmlns:a16="http://schemas.microsoft.com/office/drawing/2014/main" id="{9909DEC1-1DFA-112B-3EF8-BC194434AB09}"/>
                </a:ext>
              </a:extLst>
            </p:cNvPr>
            <p:cNvGrpSpPr/>
            <p:nvPr/>
          </p:nvGrpSpPr>
          <p:grpSpPr>
            <a:xfrm>
              <a:off x="1938974" y="2986444"/>
              <a:ext cx="37817" cy="61390"/>
              <a:chOff x="3883481" y="2057400"/>
              <a:chExt cx="1608363" cy="2652031"/>
            </a:xfrm>
            <a:solidFill>
              <a:srgbClr val="A6A6A6"/>
            </a:solidFill>
          </p:grpSpPr>
          <p:sp>
            <p:nvSpPr>
              <p:cNvPr id="234" name="Oval 27">
                <a:extLst>
                  <a:ext uri="{FF2B5EF4-FFF2-40B4-BE49-F238E27FC236}">
                    <a16:creationId xmlns:a16="http://schemas.microsoft.com/office/drawing/2014/main" id="{E99192D6-B4C8-DD5D-8849-6703A63AED2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5" name="Oval 28">
                <a:extLst>
                  <a:ext uri="{FF2B5EF4-FFF2-40B4-BE49-F238E27FC236}">
                    <a16:creationId xmlns:a16="http://schemas.microsoft.com/office/drawing/2014/main" id="{2F77F8B9-8009-D149-6B97-DA4F4AAFBB2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FD86258A-8D72-46E9-9873-9A97197C8CD2}"/>
              </a:ext>
            </a:extLst>
          </p:cNvPr>
          <p:cNvGrpSpPr/>
          <p:nvPr/>
        </p:nvGrpSpPr>
        <p:grpSpPr>
          <a:xfrm>
            <a:off x="2099602" y="5136552"/>
            <a:ext cx="721206" cy="609701"/>
            <a:chOff x="2099602" y="5136552"/>
            <a:chExt cx="721206" cy="609701"/>
          </a:xfrm>
        </p:grpSpPr>
        <p:sp>
          <p:nvSpPr>
            <p:cNvPr id="237" name="Rectangle 236">
              <a:extLst>
                <a:ext uri="{FF2B5EF4-FFF2-40B4-BE49-F238E27FC236}">
                  <a16:creationId xmlns:a16="http://schemas.microsoft.com/office/drawing/2014/main" id="{D9D6B677-660B-76A3-F160-5A2DE27D118F}"/>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238" name="Right Triangle 237">
              <a:extLst>
                <a:ext uri="{FF2B5EF4-FFF2-40B4-BE49-F238E27FC236}">
                  <a16:creationId xmlns:a16="http://schemas.microsoft.com/office/drawing/2014/main" id="{2E3D616F-A28A-9E6C-81A6-5DFABE335FED}"/>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39" name="Group 238">
              <a:extLst>
                <a:ext uri="{FF2B5EF4-FFF2-40B4-BE49-F238E27FC236}">
                  <a16:creationId xmlns:a16="http://schemas.microsoft.com/office/drawing/2014/main" id="{B0DA3A59-DC07-81E7-410E-9FE48EEFD296}"/>
                </a:ext>
              </a:extLst>
            </p:cNvPr>
            <p:cNvGrpSpPr/>
            <p:nvPr/>
          </p:nvGrpSpPr>
          <p:grpSpPr>
            <a:xfrm>
              <a:off x="2765664" y="5151370"/>
              <a:ext cx="37817" cy="61390"/>
              <a:chOff x="3883481" y="2057400"/>
              <a:chExt cx="1608363" cy="2652031"/>
            </a:xfrm>
            <a:solidFill>
              <a:srgbClr val="A6A6A6"/>
            </a:solidFill>
          </p:grpSpPr>
          <p:sp>
            <p:nvSpPr>
              <p:cNvPr id="240" name="Oval 27">
                <a:extLst>
                  <a:ext uri="{FF2B5EF4-FFF2-40B4-BE49-F238E27FC236}">
                    <a16:creationId xmlns:a16="http://schemas.microsoft.com/office/drawing/2014/main" id="{6ACD4D2C-284D-319B-817D-EFBF75B4A11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1" name="Oval 28">
                <a:extLst>
                  <a:ext uri="{FF2B5EF4-FFF2-40B4-BE49-F238E27FC236}">
                    <a16:creationId xmlns:a16="http://schemas.microsoft.com/office/drawing/2014/main" id="{D0652C25-14C7-F65B-9E01-63BA2AA38A7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2" name="Group 241">
            <a:extLst>
              <a:ext uri="{FF2B5EF4-FFF2-40B4-BE49-F238E27FC236}">
                <a16:creationId xmlns:a16="http://schemas.microsoft.com/office/drawing/2014/main" id="{13C0F7B8-DC27-2C58-C780-30309BF25286}"/>
              </a:ext>
            </a:extLst>
          </p:cNvPr>
          <p:cNvGrpSpPr/>
          <p:nvPr/>
        </p:nvGrpSpPr>
        <p:grpSpPr>
          <a:xfrm>
            <a:off x="2100388" y="4419620"/>
            <a:ext cx="721206" cy="609701"/>
            <a:chOff x="2100388" y="4419620"/>
            <a:chExt cx="721206" cy="609701"/>
          </a:xfrm>
        </p:grpSpPr>
        <p:sp>
          <p:nvSpPr>
            <p:cNvPr id="243" name="Rectangle 242">
              <a:extLst>
                <a:ext uri="{FF2B5EF4-FFF2-40B4-BE49-F238E27FC236}">
                  <a16:creationId xmlns:a16="http://schemas.microsoft.com/office/drawing/2014/main" id="{F33678FF-92D9-D3FC-4166-E0ED196C1169}"/>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244" name="Right Triangle 243">
              <a:extLst>
                <a:ext uri="{FF2B5EF4-FFF2-40B4-BE49-F238E27FC236}">
                  <a16:creationId xmlns:a16="http://schemas.microsoft.com/office/drawing/2014/main" id="{61E213CB-A0CA-8EAA-1A0C-1FA10AE0146A}"/>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5" name="Group 244">
              <a:extLst>
                <a:ext uri="{FF2B5EF4-FFF2-40B4-BE49-F238E27FC236}">
                  <a16:creationId xmlns:a16="http://schemas.microsoft.com/office/drawing/2014/main" id="{87D06F95-F72B-BECA-FD4A-D1CE9FC48421}"/>
                </a:ext>
              </a:extLst>
            </p:cNvPr>
            <p:cNvGrpSpPr/>
            <p:nvPr/>
          </p:nvGrpSpPr>
          <p:grpSpPr>
            <a:xfrm>
              <a:off x="2769861" y="4434438"/>
              <a:ext cx="37817" cy="61390"/>
              <a:chOff x="3883481" y="2057400"/>
              <a:chExt cx="1608363" cy="2652031"/>
            </a:xfrm>
            <a:solidFill>
              <a:srgbClr val="A6A6A6"/>
            </a:solidFill>
          </p:grpSpPr>
          <p:sp>
            <p:nvSpPr>
              <p:cNvPr id="246" name="Oval 27">
                <a:extLst>
                  <a:ext uri="{FF2B5EF4-FFF2-40B4-BE49-F238E27FC236}">
                    <a16:creationId xmlns:a16="http://schemas.microsoft.com/office/drawing/2014/main" id="{FA15A1BD-979D-61CD-D46A-D63C439588C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7" name="Oval 28">
                <a:extLst>
                  <a:ext uri="{FF2B5EF4-FFF2-40B4-BE49-F238E27FC236}">
                    <a16:creationId xmlns:a16="http://schemas.microsoft.com/office/drawing/2014/main" id="{2A8CF7E2-A5CE-EDFC-FFBF-747050F3F20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4" name="Group 253">
            <a:extLst>
              <a:ext uri="{FF2B5EF4-FFF2-40B4-BE49-F238E27FC236}">
                <a16:creationId xmlns:a16="http://schemas.microsoft.com/office/drawing/2014/main" id="{01AE20FB-2E17-D363-22BA-F1EE6C4A3AC9}"/>
              </a:ext>
            </a:extLst>
          </p:cNvPr>
          <p:cNvGrpSpPr/>
          <p:nvPr/>
        </p:nvGrpSpPr>
        <p:grpSpPr>
          <a:xfrm>
            <a:off x="4615774" y="3698231"/>
            <a:ext cx="721206" cy="609701"/>
            <a:chOff x="4615774" y="3698231"/>
            <a:chExt cx="721206" cy="609701"/>
          </a:xfrm>
        </p:grpSpPr>
        <p:sp>
          <p:nvSpPr>
            <p:cNvPr id="255" name="Rectangle 254">
              <a:hlinkHover r:id="" action="ppaction://noaction" highlightClick="1"/>
              <a:extLst>
                <a:ext uri="{FF2B5EF4-FFF2-40B4-BE49-F238E27FC236}">
                  <a16:creationId xmlns:a16="http://schemas.microsoft.com/office/drawing/2014/main" id="{51B53AC8-2353-4C01-D434-6A121AD07744}"/>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512" name="Oval 511">
              <a:extLst>
                <a:ext uri="{FF2B5EF4-FFF2-40B4-BE49-F238E27FC236}">
                  <a16:creationId xmlns:a16="http://schemas.microsoft.com/office/drawing/2014/main" id="{6F824093-82C5-962B-3852-02428F6C4D02}"/>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3" name="Isosceles Triangle 648">
              <a:extLst>
                <a:ext uri="{FF2B5EF4-FFF2-40B4-BE49-F238E27FC236}">
                  <a16:creationId xmlns:a16="http://schemas.microsoft.com/office/drawing/2014/main" id="{595BBB72-526A-662B-7473-C95F7CE3D8E3}"/>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6" name="Group 525">
            <a:extLst>
              <a:ext uri="{FF2B5EF4-FFF2-40B4-BE49-F238E27FC236}">
                <a16:creationId xmlns:a16="http://schemas.microsoft.com/office/drawing/2014/main" id="{071CF3EA-A3D9-D0B7-0D1E-9AD47B6493DB}"/>
              </a:ext>
            </a:extLst>
          </p:cNvPr>
          <p:cNvGrpSpPr/>
          <p:nvPr/>
        </p:nvGrpSpPr>
        <p:grpSpPr>
          <a:xfrm>
            <a:off x="8807246" y="1508831"/>
            <a:ext cx="721206" cy="609701"/>
            <a:chOff x="8807246" y="1532278"/>
            <a:chExt cx="721206" cy="609701"/>
          </a:xfrm>
        </p:grpSpPr>
        <p:sp>
          <p:nvSpPr>
            <p:cNvPr id="527" name="Rectangle 526">
              <a:hlinkHover r:id="" action="ppaction://noaction" highlightClick="1"/>
              <a:extLst>
                <a:ext uri="{FF2B5EF4-FFF2-40B4-BE49-F238E27FC236}">
                  <a16:creationId xmlns:a16="http://schemas.microsoft.com/office/drawing/2014/main" id="{D25387C4-11A4-6293-EB2B-611EE6942E4E}"/>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528" name="Oval 527">
              <a:extLst>
                <a:ext uri="{FF2B5EF4-FFF2-40B4-BE49-F238E27FC236}">
                  <a16:creationId xmlns:a16="http://schemas.microsoft.com/office/drawing/2014/main" id="{9DCC8C05-0238-86FF-CCB9-EC4FF722BBC1}"/>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9" name="Isosceles Triangle 648">
              <a:extLst>
                <a:ext uri="{FF2B5EF4-FFF2-40B4-BE49-F238E27FC236}">
                  <a16:creationId xmlns:a16="http://schemas.microsoft.com/office/drawing/2014/main" id="{D1E9D8C6-E0ED-6FF8-3343-A7702D2E6DDA}"/>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0" name="Group 529">
            <a:extLst>
              <a:ext uri="{FF2B5EF4-FFF2-40B4-BE49-F238E27FC236}">
                <a16:creationId xmlns:a16="http://schemas.microsoft.com/office/drawing/2014/main" id="{5962FE3B-7F4C-FCE4-BE66-51C290368D12}"/>
              </a:ext>
            </a:extLst>
          </p:cNvPr>
          <p:cNvGrpSpPr/>
          <p:nvPr/>
        </p:nvGrpSpPr>
        <p:grpSpPr>
          <a:xfrm>
            <a:off x="11356242" y="1508829"/>
            <a:ext cx="721206" cy="609701"/>
            <a:chOff x="11356242" y="1532276"/>
            <a:chExt cx="721206" cy="609701"/>
          </a:xfrm>
        </p:grpSpPr>
        <p:sp>
          <p:nvSpPr>
            <p:cNvPr id="531" name="Rectangle 530">
              <a:hlinkHover r:id="" action="ppaction://noaction" highlightClick="1"/>
              <a:extLst>
                <a:ext uri="{FF2B5EF4-FFF2-40B4-BE49-F238E27FC236}">
                  <a16:creationId xmlns:a16="http://schemas.microsoft.com/office/drawing/2014/main" id="{7AF04DF6-3E64-3B41-94EA-D0E300FCA21E}"/>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532" name="Oval 531">
              <a:extLst>
                <a:ext uri="{FF2B5EF4-FFF2-40B4-BE49-F238E27FC236}">
                  <a16:creationId xmlns:a16="http://schemas.microsoft.com/office/drawing/2014/main" id="{96019C42-7322-5239-F46D-0211A6154F4C}"/>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3" name="Isosceles Triangle 648">
              <a:extLst>
                <a:ext uri="{FF2B5EF4-FFF2-40B4-BE49-F238E27FC236}">
                  <a16:creationId xmlns:a16="http://schemas.microsoft.com/office/drawing/2014/main" id="{8EB00977-7161-2078-61AC-E3C56A406262}"/>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92" name="Group 991">
            <a:extLst>
              <a:ext uri="{FF2B5EF4-FFF2-40B4-BE49-F238E27FC236}">
                <a16:creationId xmlns:a16="http://schemas.microsoft.com/office/drawing/2014/main" id="{06A38986-578B-5B70-8EEB-CDB6EAD9916C}"/>
              </a:ext>
            </a:extLst>
          </p:cNvPr>
          <p:cNvGrpSpPr/>
          <p:nvPr/>
        </p:nvGrpSpPr>
        <p:grpSpPr>
          <a:xfrm>
            <a:off x="3776511" y="2974054"/>
            <a:ext cx="724141" cy="609701"/>
            <a:chOff x="3776511" y="2974054"/>
            <a:chExt cx="724141" cy="609701"/>
          </a:xfrm>
        </p:grpSpPr>
        <p:sp>
          <p:nvSpPr>
            <p:cNvPr id="993" name="Rectangle 992">
              <a:extLst>
                <a:ext uri="{FF2B5EF4-FFF2-40B4-BE49-F238E27FC236}">
                  <a16:creationId xmlns:a16="http://schemas.microsoft.com/office/drawing/2014/main" id="{E413A687-43C4-CA82-2F95-B64B2BB19024}"/>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994" name="Right Triangle 993">
              <a:extLst>
                <a:ext uri="{FF2B5EF4-FFF2-40B4-BE49-F238E27FC236}">
                  <a16:creationId xmlns:a16="http://schemas.microsoft.com/office/drawing/2014/main" id="{288DA66A-0307-2AD9-95D9-D7E10C47F1E2}"/>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95" name="Group 994">
              <a:extLst>
                <a:ext uri="{FF2B5EF4-FFF2-40B4-BE49-F238E27FC236}">
                  <a16:creationId xmlns:a16="http://schemas.microsoft.com/office/drawing/2014/main" id="{F060B207-FD55-5947-1DAE-DFFDED47329C}"/>
                </a:ext>
              </a:extLst>
            </p:cNvPr>
            <p:cNvGrpSpPr/>
            <p:nvPr/>
          </p:nvGrpSpPr>
          <p:grpSpPr>
            <a:xfrm>
              <a:off x="4450041" y="2982563"/>
              <a:ext cx="37817" cy="61390"/>
              <a:chOff x="3883481" y="2057400"/>
              <a:chExt cx="1608363" cy="2652031"/>
            </a:xfrm>
            <a:solidFill>
              <a:srgbClr val="A6A6A6"/>
            </a:solidFill>
          </p:grpSpPr>
          <p:sp>
            <p:nvSpPr>
              <p:cNvPr id="996" name="Oval 27">
                <a:extLst>
                  <a:ext uri="{FF2B5EF4-FFF2-40B4-BE49-F238E27FC236}">
                    <a16:creationId xmlns:a16="http://schemas.microsoft.com/office/drawing/2014/main" id="{FE23B911-614B-D25D-EA90-092D5CD6441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7" name="Oval 28">
                <a:extLst>
                  <a:ext uri="{FF2B5EF4-FFF2-40B4-BE49-F238E27FC236}">
                    <a16:creationId xmlns:a16="http://schemas.microsoft.com/office/drawing/2014/main" id="{B44D90C5-2A8F-982A-5C7E-70966D52EB2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998" name="Rectangle 997">
            <a:hlinkClick r:id="rId4" action="ppaction://hlinksldjump"/>
            <a:hlinkHover r:id="rId4" action="ppaction://hlinksldjump"/>
            <a:extLst>
              <a:ext uri="{FF2B5EF4-FFF2-40B4-BE49-F238E27FC236}">
                <a16:creationId xmlns:a16="http://schemas.microsoft.com/office/drawing/2014/main" id="{6F450A40-588F-E768-0577-0E7B25A3F2E4}"/>
              </a:ext>
            </a:extLst>
          </p:cNvPr>
          <p:cNvSpPr/>
          <p:nvPr/>
        </p:nvSpPr>
        <p:spPr>
          <a:xfrm>
            <a:off x="299024"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999" name="Rectangle 998">
            <a:hlinkClick r:id="rId5" action="ppaction://hlinksldjump"/>
            <a:hlinkHover r:id="rId5" action="ppaction://hlinksldjump"/>
            <a:extLst>
              <a:ext uri="{FF2B5EF4-FFF2-40B4-BE49-F238E27FC236}">
                <a16:creationId xmlns:a16="http://schemas.microsoft.com/office/drawing/2014/main" id="{76896A0F-B150-E2EF-D367-0622C70B7851}"/>
              </a:ext>
            </a:extLst>
          </p:cNvPr>
          <p:cNvSpPr/>
          <p:nvPr/>
        </p:nvSpPr>
        <p:spPr>
          <a:xfrm>
            <a:off x="1975955"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1000" name="Rectangle 999">
            <a:hlinkClick r:id="rId6" action="ppaction://hlinksldjump"/>
            <a:hlinkHover r:id="rId6" action="ppaction://hlinksldjump"/>
            <a:extLst>
              <a:ext uri="{FF2B5EF4-FFF2-40B4-BE49-F238E27FC236}">
                <a16:creationId xmlns:a16="http://schemas.microsoft.com/office/drawing/2014/main" id="{FF36F241-90E3-3CA1-D25D-D1A777EDE2AA}"/>
              </a:ext>
            </a:extLst>
          </p:cNvPr>
          <p:cNvSpPr/>
          <p:nvPr/>
        </p:nvSpPr>
        <p:spPr>
          <a:xfrm>
            <a:off x="3652886"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1002" name="Rectangle 1001">
            <a:hlinkClick r:id="rId7" action="ppaction://hlinksldjump"/>
            <a:hlinkHover r:id="rId7" action="ppaction://hlinksldjump"/>
            <a:extLst>
              <a:ext uri="{FF2B5EF4-FFF2-40B4-BE49-F238E27FC236}">
                <a16:creationId xmlns:a16="http://schemas.microsoft.com/office/drawing/2014/main" id="{01AB4B7B-1536-5D3B-9DDC-9E7C1250213E}"/>
              </a:ext>
            </a:extLst>
          </p:cNvPr>
          <p:cNvSpPr/>
          <p:nvPr/>
        </p:nvSpPr>
        <p:spPr>
          <a:xfrm>
            <a:off x="7107720" y="5802160"/>
            <a:ext cx="1705982" cy="454591"/>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003" name="Rectangle 1002">
            <a:hlinkClick r:id="rId8" action="ppaction://hlinksldjump"/>
            <a:hlinkHover r:id="rId8" action="ppaction://hlinksldjump"/>
            <a:extLst>
              <a:ext uri="{FF2B5EF4-FFF2-40B4-BE49-F238E27FC236}">
                <a16:creationId xmlns:a16="http://schemas.microsoft.com/office/drawing/2014/main" id="{539F9643-7B8A-A1E9-5E3E-F901D1A4A60E}"/>
              </a:ext>
            </a:extLst>
          </p:cNvPr>
          <p:cNvSpPr/>
          <p:nvPr/>
        </p:nvSpPr>
        <p:spPr>
          <a:xfrm>
            <a:off x="3652886"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1004" name="Rectangle 1003">
            <a:hlinkClick r:id="rId9" action="ppaction://hlinksldjump"/>
            <a:hlinkHover r:id="rId9" action="ppaction://hlinksldjump"/>
            <a:extLst>
              <a:ext uri="{FF2B5EF4-FFF2-40B4-BE49-F238E27FC236}">
                <a16:creationId xmlns:a16="http://schemas.microsoft.com/office/drawing/2014/main" id="{11A5AB96-AC10-6A05-344D-9BD8C3C0E9AD}"/>
              </a:ext>
            </a:extLst>
          </p:cNvPr>
          <p:cNvSpPr/>
          <p:nvPr/>
        </p:nvSpPr>
        <p:spPr>
          <a:xfrm>
            <a:off x="7107721" y="6284246"/>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005" name="Rectangle 1004">
            <a:hlinkClick r:id="rId10" action="ppaction://hlinksldjump"/>
            <a:hlinkHover r:id="rId10" action="ppaction://hlinksldjump"/>
            <a:extLst>
              <a:ext uri="{FF2B5EF4-FFF2-40B4-BE49-F238E27FC236}">
                <a16:creationId xmlns:a16="http://schemas.microsoft.com/office/drawing/2014/main" id="{7206D57D-2F42-F41D-F534-E2BCFF286677}"/>
              </a:ext>
            </a:extLst>
          </p:cNvPr>
          <p:cNvSpPr/>
          <p:nvPr/>
        </p:nvSpPr>
        <p:spPr>
          <a:xfrm>
            <a:off x="10811623" y="5796447"/>
            <a:ext cx="1301668" cy="957208"/>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1006" name="Rectangle 1005">
            <a:hlinkClick r:id="rId11" action="ppaction://hlinksldjump"/>
            <a:hlinkHover r:id="rId11" action="ppaction://hlinksldjump"/>
            <a:extLst>
              <a:ext uri="{FF2B5EF4-FFF2-40B4-BE49-F238E27FC236}">
                <a16:creationId xmlns:a16="http://schemas.microsoft.com/office/drawing/2014/main" id="{525B47FC-3EC8-CD7E-42DC-B2CA90AA41AA}"/>
              </a:ext>
            </a:extLst>
          </p:cNvPr>
          <p:cNvSpPr/>
          <p:nvPr/>
        </p:nvSpPr>
        <p:spPr>
          <a:xfrm>
            <a:off x="299024" y="6299063"/>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007" name="Rectangle 1006">
            <a:hlinkClick r:id="rId12" action="ppaction://hlinksldjump"/>
            <a:hlinkHover r:id="rId12" action="ppaction://hlinksldjump"/>
            <a:extLst>
              <a:ext uri="{FF2B5EF4-FFF2-40B4-BE49-F238E27FC236}">
                <a16:creationId xmlns:a16="http://schemas.microsoft.com/office/drawing/2014/main" id="{DB771AA9-D53C-26B2-D2F2-C42D9B87BD1A}"/>
              </a:ext>
            </a:extLst>
          </p:cNvPr>
          <p:cNvSpPr/>
          <p:nvPr/>
        </p:nvSpPr>
        <p:spPr>
          <a:xfrm>
            <a:off x="1975955"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933" name="Rectangle 932">
            <a:hlinkHover r:id="rId13" action="ppaction://hlinksldjump"/>
            <a:extLst>
              <a:ext uri="{FF2B5EF4-FFF2-40B4-BE49-F238E27FC236}">
                <a16:creationId xmlns:a16="http://schemas.microsoft.com/office/drawing/2014/main" id="{023EA5C7-2EF4-07BC-2840-F28C0D885456}"/>
              </a:ext>
            </a:extLst>
          </p:cNvPr>
          <p:cNvSpPr/>
          <p:nvPr/>
        </p:nvSpPr>
        <p:spPr>
          <a:xfrm>
            <a:off x="8841667" y="5799653"/>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grpSp>
        <p:nvGrpSpPr>
          <p:cNvPr id="934" name="Group 933">
            <a:extLst>
              <a:ext uri="{FF2B5EF4-FFF2-40B4-BE49-F238E27FC236}">
                <a16:creationId xmlns:a16="http://schemas.microsoft.com/office/drawing/2014/main" id="{FBFC76A3-1010-6EFC-77F6-1258D7E359F3}"/>
              </a:ext>
            </a:extLst>
          </p:cNvPr>
          <p:cNvGrpSpPr/>
          <p:nvPr/>
        </p:nvGrpSpPr>
        <p:grpSpPr>
          <a:xfrm>
            <a:off x="7905566" y="751337"/>
            <a:ext cx="3396155" cy="4999377"/>
            <a:chOff x="7905566" y="751337"/>
            <a:chExt cx="3396155" cy="4999377"/>
          </a:xfrm>
        </p:grpSpPr>
        <p:cxnSp>
          <p:nvCxnSpPr>
            <p:cNvPr id="935" name="Straight Connector 934">
              <a:extLst>
                <a:ext uri="{FF2B5EF4-FFF2-40B4-BE49-F238E27FC236}">
                  <a16:creationId xmlns:a16="http://schemas.microsoft.com/office/drawing/2014/main" id="{DBDA7C16-A0D1-D5BF-70CC-B604619B6341}"/>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6" name="Straight Connector 935">
              <a:extLst>
                <a:ext uri="{FF2B5EF4-FFF2-40B4-BE49-F238E27FC236}">
                  <a16:creationId xmlns:a16="http://schemas.microsoft.com/office/drawing/2014/main" id="{A6A214AE-D940-5FB3-C68D-69014FCC5F27}"/>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7" name="Straight Connector 936">
              <a:extLst>
                <a:ext uri="{FF2B5EF4-FFF2-40B4-BE49-F238E27FC236}">
                  <a16:creationId xmlns:a16="http://schemas.microsoft.com/office/drawing/2014/main" id="{F59965B7-55C1-472D-6112-1048F6BB8C9D}"/>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6" name="Straight Connector 955">
              <a:extLst>
                <a:ext uri="{FF2B5EF4-FFF2-40B4-BE49-F238E27FC236}">
                  <a16:creationId xmlns:a16="http://schemas.microsoft.com/office/drawing/2014/main" id="{E7AA334A-E726-2699-C1E8-1B252D483F10}"/>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7" name="Straight Connector 956">
              <a:extLst>
                <a:ext uri="{FF2B5EF4-FFF2-40B4-BE49-F238E27FC236}">
                  <a16:creationId xmlns:a16="http://schemas.microsoft.com/office/drawing/2014/main" id="{0B728556-406F-1090-65D7-ED4D7511D5B3}"/>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8" name="Straight Connector 957">
              <a:extLst>
                <a:ext uri="{FF2B5EF4-FFF2-40B4-BE49-F238E27FC236}">
                  <a16:creationId xmlns:a16="http://schemas.microsoft.com/office/drawing/2014/main" id="{E8888711-4278-B6BA-0A93-A2F262249E4D}"/>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9" name="Straight Connector 958">
              <a:extLst>
                <a:ext uri="{FF2B5EF4-FFF2-40B4-BE49-F238E27FC236}">
                  <a16:creationId xmlns:a16="http://schemas.microsoft.com/office/drawing/2014/main" id="{9224A419-9EEE-CE03-5BC6-2794CC767A3F}"/>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90" name="Straight Connector 89">
            <a:extLst>
              <a:ext uri="{FF2B5EF4-FFF2-40B4-BE49-F238E27FC236}">
                <a16:creationId xmlns:a16="http://schemas.microsoft.com/office/drawing/2014/main" id="{1D5E0E1E-297E-8B1E-C94D-023214D4F4E8}"/>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91" name="Rectangle 90">
            <a:hlinkClick r:id="rId14" action="ppaction://hlinksldjump"/>
            <a:hlinkHover r:id="rId14" action="ppaction://hlinksldjump"/>
            <a:extLst>
              <a:ext uri="{FF2B5EF4-FFF2-40B4-BE49-F238E27FC236}">
                <a16:creationId xmlns:a16="http://schemas.microsoft.com/office/drawing/2014/main" id="{C10033BC-0038-EA1D-FDE1-F51D578DD55F}"/>
              </a:ext>
            </a:extLst>
          </p:cNvPr>
          <p:cNvSpPr/>
          <p:nvPr/>
        </p:nvSpPr>
        <p:spPr>
          <a:xfrm>
            <a:off x="5329817" y="5802160"/>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92" name="Rectangle 91">
            <a:hlinkClick r:id="rId15" action="ppaction://hlinksldjump"/>
            <a:hlinkHover r:id="rId15" action="ppaction://hlinksldjump"/>
            <a:extLst>
              <a:ext uri="{FF2B5EF4-FFF2-40B4-BE49-F238E27FC236}">
                <a16:creationId xmlns:a16="http://schemas.microsoft.com/office/drawing/2014/main" id="{1623C604-4956-800A-80F6-5B799B1DA57B}"/>
              </a:ext>
            </a:extLst>
          </p:cNvPr>
          <p:cNvSpPr/>
          <p:nvPr/>
        </p:nvSpPr>
        <p:spPr>
          <a:xfrm>
            <a:off x="5329817" y="6284246"/>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Purview Suite</a:t>
            </a:r>
          </a:p>
        </p:txBody>
      </p:sp>
      <p:grpSp>
        <p:nvGrpSpPr>
          <p:cNvPr id="93" name="Group 92">
            <a:extLst>
              <a:ext uri="{FF2B5EF4-FFF2-40B4-BE49-F238E27FC236}">
                <a16:creationId xmlns:a16="http://schemas.microsoft.com/office/drawing/2014/main" id="{468ABE39-9AFD-1BCA-E2AB-153D377BBC1C}"/>
              </a:ext>
            </a:extLst>
          </p:cNvPr>
          <p:cNvGrpSpPr/>
          <p:nvPr/>
        </p:nvGrpSpPr>
        <p:grpSpPr>
          <a:xfrm>
            <a:off x="4605607" y="811556"/>
            <a:ext cx="722054" cy="609701"/>
            <a:chOff x="4605607" y="811556"/>
            <a:chExt cx="722054" cy="609701"/>
          </a:xfrm>
        </p:grpSpPr>
        <p:sp>
          <p:nvSpPr>
            <p:cNvPr id="100" name="Rectangle 99">
              <a:extLst>
                <a:ext uri="{FF2B5EF4-FFF2-40B4-BE49-F238E27FC236}">
                  <a16:creationId xmlns:a16="http://schemas.microsoft.com/office/drawing/2014/main" id="{CEDFA507-82AB-A37D-768A-F7AF8B08388C}"/>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01" name="Rectangle 100">
              <a:extLst>
                <a:ext uri="{FF2B5EF4-FFF2-40B4-BE49-F238E27FC236}">
                  <a16:creationId xmlns:a16="http://schemas.microsoft.com/office/drawing/2014/main" id="{2A02279C-6E57-6821-F912-01FFC6DCF2AA}"/>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 name="Oval 15">
              <a:extLst>
                <a:ext uri="{FF2B5EF4-FFF2-40B4-BE49-F238E27FC236}">
                  <a16:creationId xmlns:a16="http://schemas.microsoft.com/office/drawing/2014/main" id="{2316C0C3-261C-0BB0-A989-B286605F581E}"/>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3" name="Straight Connector 102">
              <a:extLst>
                <a:ext uri="{FF2B5EF4-FFF2-40B4-BE49-F238E27FC236}">
                  <a16:creationId xmlns:a16="http://schemas.microsoft.com/office/drawing/2014/main" id="{BB39C215-5F9F-F103-FEA5-1F1E67CF6488}"/>
                </a:ext>
              </a:extLst>
            </p:cNvPr>
            <p:cNvCxnSpPr>
              <a:cxnSpLocks/>
              <a:stCxn id="102"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4" name="Straight Connector 103">
              <a:extLst>
                <a:ext uri="{FF2B5EF4-FFF2-40B4-BE49-F238E27FC236}">
                  <a16:creationId xmlns:a16="http://schemas.microsoft.com/office/drawing/2014/main" id="{985DB5CB-74DC-8A67-4E22-4B34062249A7}"/>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6429C829-7CF0-2B42-8607-56C6F44E6AC2}"/>
              </a:ext>
            </a:extLst>
          </p:cNvPr>
          <p:cNvGrpSpPr/>
          <p:nvPr/>
        </p:nvGrpSpPr>
        <p:grpSpPr>
          <a:xfrm>
            <a:off x="9651394" y="811173"/>
            <a:ext cx="721206" cy="609701"/>
            <a:chOff x="9657972" y="90836"/>
            <a:chExt cx="721206" cy="609701"/>
          </a:xfrm>
        </p:grpSpPr>
        <p:sp>
          <p:nvSpPr>
            <p:cNvPr id="106" name="Rectangle 105">
              <a:hlinkHover r:id="" action="ppaction://noaction" highlightClick="1"/>
              <a:extLst>
                <a:ext uri="{FF2B5EF4-FFF2-40B4-BE49-F238E27FC236}">
                  <a16:creationId xmlns:a16="http://schemas.microsoft.com/office/drawing/2014/main" id="{1B4E2BB9-B4DA-F570-B7B8-54D58027D1D0}"/>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07" name="Diamond 106">
              <a:extLst>
                <a:ext uri="{FF2B5EF4-FFF2-40B4-BE49-F238E27FC236}">
                  <a16:creationId xmlns:a16="http://schemas.microsoft.com/office/drawing/2014/main" id="{DE4A09DD-EE23-1421-F790-FFF99D388F90}"/>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8" name="Oval 107">
              <a:extLst>
                <a:ext uri="{FF2B5EF4-FFF2-40B4-BE49-F238E27FC236}">
                  <a16:creationId xmlns:a16="http://schemas.microsoft.com/office/drawing/2014/main" id="{4C52B2AF-95FA-4993-9F40-C58FF7B39B7D}"/>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9" name="Group 108">
            <a:extLst>
              <a:ext uri="{FF2B5EF4-FFF2-40B4-BE49-F238E27FC236}">
                <a16:creationId xmlns:a16="http://schemas.microsoft.com/office/drawing/2014/main" id="{E7C2F408-A37D-7C68-2B9E-F93ECB67AB6E}"/>
              </a:ext>
            </a:extLst>
          </p:cNvPr>
          <p:cNvGrpSpPr/>
          <p:nvPr/>
        </p:nvGrpSpPr>
        <p:grpSpPr>
          <a:xfrm>
            <a:off x="10520479" y="90836"/>
            <a:ext cx="721206" cy="609701"/>
            <a:chOff x="10520479" y="90836"/>
            <a:chExt cx="721206" cy="609701"/>
          </a:xfrm>
        </p:grpSpPr>
        <p:sp>
          <p:nvSpPr>
            <p:cNvPr id="110" name="Rectangle 109">
              <a:hlinkHover r:id="" action="ppaction://noaction" highlightClick="1"/>
              <a:extLst>
                <a:ext uri="{FF2B5EF4-FFF2-40B4-BE49-F238E27FC236}">
                  <a16:creationId xmlns:a16="http://schemas.microsoft.com/office/drawing/2014/main" id="{546468C3-4E81-6FD7-BCDC-5F3298C79F2A}"/>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11" name="Oval 110">
              <a:extLst>
                <a:ext uri="{FF2B5EF4-FFF2-40B4-BE49-F238E27FC236}">
                  <a16:creationId xmlns:a16="http://schemas.microsoft.com/office/drawing/2014/main" id="{270C1FCC-2040-269A-BE28-42302092765C}"/>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 name="Isosceles Triangle 648">
              <a:extLst>
                <a:ext uri="{FF2B5EF4-FFF2-40B4-BE49-F238E27FC236}">
                  <a16:creationId xmlns:a16="http://schemas.microsoft.com/office/drawing/2014/main" id="{C94308AE-9090-9DE1-5C8E-6B48DE6EE80E}"/>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3" name="Group 112">
            <a:extLst>
              <a:ext uri="{FF2B5EF4-FFF2-40B4-BE49-F238E27FC236}">
                <a16:creationId xmlns:a16="http://schemas.microsoft.com/office/drawing/2014/main" id="{5BD93982-A41A-E766-FDCA-76C3BA26F045}"/>
              </a:ext>
            </a:extLst>
          </p:cNvPr>
          <p:cNvGrpSpPr/>
          <p:nvPr/>
        </p:nvGrpSpPr>
        <p:grpSpPr>
          <a:xfrm>
            <a:off x="2102908" y="811556"/>
            <a:ext cx="721206" cy="609701"/>
            <a:chOff x="2102908" y="811556"/>
            <a:chExt cx="721206" cy="609701"/>
          </a:xfrm>
        </p:grpSpPr>
        <p:sp>
          <p:nvSpPr>
            <p:cNvPr id="114" name="Rectangle 113">
              <a:extLst>
                <a:ext uri="{FF2B5EF4-FFF2-40B4-BE49-F238E27FC236}">
                  <a16:creationId xmlns:a16="http://schemas.microsoft.com/office/drawing/2014/main" id="{CACC5AE7-7CFF-5880-366C-CCEE15273D74}"/>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15" name="Rectangle 114">
              <a:extLst>
                <a:ext uri="{FF2B5EF4-FFF2-40B4-BE49-F238E27FC236}">
                  <a16:creationId xmlns:a16="http://schemas.microsoft.com/office/drawing/2014/main" id="{077921A0-0E78-41FD-BE64-F8A8C1A98B08}"/>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6" name="Oval 15">
              <a:extLst>
                <a:ext uri="{FF2B5EF4-FFF2-40B4-BE49-F238E27FC236}">
                  <a16:creationId xmlns:a16="http://schemas.microsoft.com/office/drawing/2014/main" id="{30B0D629-0301-0032-2225-CA72B6E5071C}"/>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7" name="Straight Connector 116">
              <a:extLst>
                <a:ext uri="{FF2B5EF4-FFF2-40B4-BE49-F238E27FC236}">
                  <a16:creationId xmlns:a16="http://schemas.microsoft.com/office/drawing/2014/main" id="{E436452E-0912-84B5-68AC-6757B02E39FA}"/>
                </a:ext>
              </a:extLst>
            </p:cNvPr>
            <p:cNvCxnSpPr>
              <a:cxnSpLocks/>
              <a:stCxn id="116"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18" name="Straight Connector 117">
              <a:extLst>
                <a:ext uri="{FF2B5EF4-FFF2-40B4-BE49-F238E27FC236}">
                  <a16:creationId xmlns:a16="http://schemas.microsoft.com/office/drawing/2014/main" id="{90ECD96F-4A1D-4D78-029C-9096A72ED01E}"/>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9" name="Group 118">
            <a:extLst>
              <a:ext uri="{FF2B5EF4-FFF2-40B4-BE49-F238E27FC236}">
                <a16:creationId xmlns:a16="http://schemas.microsoft.com/office/drawing/2014/main" id="{995208B0-E705-FFC3-12A0-944993845A42}"/>
              </a:ext>
            </a:extLst>
          </p:cNvPr>
          <p:cNvGrpSpPr/>
          <p:nvPr/>
        </p:nvGrpSpPr>
        <p:grpSpPr>
          <a:xfrm>
            <a:off x="10506594" y="811556"/>
            <a:ext cx="721220" cy="609701"/>
            <a:chOff x="10506594" y="811556"/>
            <a:chExt cx="721220" cy="609701"/>
          </a:xfrm>
        </p:grpSpPr>
        <p:sp>
          <p:nvSpPr>
            <p:cNvPr id="120" name="Rectangle 119">
              <a:extLst>
                <a:ext uri="{FF2B5EF4-FFF2-40B4-BE49-F238E27FC236}">
                  <a16:creationId xmlns:a16="http://schemas.microsoft.com/office/drawing/2014/main" id="{3FF17701-C959-A527-C052-F73EE4D66115}"/>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21" name="Rectangle 120">
              <a:extLst>
                <a:ext uri="{FF2B5EF4-FFF2-40B4-BE49-F238E27FC236}">
                  <a16:creationId xmlns:a16="http://schemas.microsoft.com/office/drawing/2014/main" id="{7CE578B8-1C80-AD5F-2446-DEC9FDA865D6}"/>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2" name="Oval 15">
              <a:extLst>
                <a:ext uri="{FF2B5EF4-FFF2-40B4-BE49-F238E27FC236}">
                  <a16:creationId xmlns:a16="http://schemas.microsoft.com/office/drawing/2014/main" id="{22420038-48C5-6492-FB40-512096784477}"/>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3" name="Straight Connector 122">
              <a:extLst>
                <a:ext uri="{FF2B5EF4-FFF2-40B4-BE49-F238E27FC236}">
                  <a16:creationId xmlns:a16="http://schemas.microsoft.com/office/drawing/2014/main" id="{6D0821B8-1B66-A209-EA54-2D89BBC9B0A7}"/>
                </a:ext>
              </a:extLst>
            </p:cNvPr>
            <p:cNvCxnSpPr>
              <a:cxnSpLocks/>
              <a:stCxn id="122"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4" name="Straight Connector 123">
              <a:extLst>
                <a:ext uri="{FF2B5EF4-FFF2-40B4-BE49-F238E27FC236}">
                  <a16:creationId xmlns:a16="http://schemas.microsoft.com/office/drawing/2014/main" id="{9F157BC6-60F4-C287-1EEC-08C3D63210C3}"/>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5" name="Group 124">
            <a:extLst>
              <a:ext uri="{FF2B5EF4-FFF2-40B4-BE49-F238E27FC236}">
                <a16:creationId xmlns:a16="http://schemas.microsoft.com/office/drawing/2014/main" id="{CC6ECE82-DF13-10A9-D079-D65C6B595FD3}"/>
              </a:ext>
            </a:extLst>
          </p:cNvPr>
          <p:cNvGrpSpPr/>
          <p:nvPr/>
        </p:nvGrpSpPr>
        <p:grpSpPr>
          <a:xfrm>
            <a:off x="7116512" y="812701"/>
            <a:ext cx="721206" cy="609701"/>
            <a:chOff x="7957576" y="811556"/>
            <a:chExt cx="721206" cy="609701"/>
          </a:xfrm>
        </p:grpSpPr>
        <p:sp>
          <p:nvSpPr>
            <p:cNvPr id="126" name="Rectangle 125">
              <a:extLst>
                <a:ext uri="{FF2B5EF4-FFF2-40B4-BE49-F238E27FC236}">
                  <a16:creationId xmlns:a16="http://schemas.microsoft.com/office/drawing/2014/main" id="{2683802C-BC1E-6198-491B-DEFA3E87174F}"/>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27" name="Rectangle 126">
              <a:extLst>
                <a:ext uri="{FF2B5EF4-FFF2-40B4-BE49-F238E27FC236}">
                  <a16:creationId xmlns:a16="http://schemas.microsoft.com/office/drawing/2014/main" id="{5B408135-61A9-EB60-454A-B61C32B4FEE7}"/>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0" name="Oval 15">
              <a:extLst>
                <a:ext uri="{FF2B5EF4-FFF2-40B4-BE49-F238E27FC236}">
                  <a16:creationId xmlns:a16="http://schemas.microsoft.com/office/drawing/2014/main" id="{00C35A8D-9979-6FC4-168A-524D5A749C53}"/>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61" name="Straight Connector 960">
              <a:extLst>
                <a:ext uri="{FF2B5EF4-FFF2-40B4-BE49-F238E27FC236}">
                  <a16:creationId xmlns:a16="http://schemas.microsoft.com/office/drawing/2014/main" id="{33ADB4EA-DBF0-30EF-E3F7-16446BEE8212}"/>
                </a:ext>
              </a:extLst>
            </p:cNvPr>
            <p:cNvCxnSpPr>
              <a:cxnSpLocks/>
              <a:stCxn id="960"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09" name="Straight Connector 1008">
              <a:extLst>
                <a:ext uri="{FF2B5EF4-FFF2-40B4-BE49-F238E27FC236}">
                  <a16:creationId xmlns:a16="http://schemas.microsoft.com/office/drawing/2014/main" id="{415F3334-A2BF-E152-2EE5-F87D0D439FBA}"/>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10" name="Group 1009">
            <a:extLst>
              <a:ext uri="{FF2B5EF4-FFF2-40B4-BE49-F238E27FC236}">
                <a16:creationId xmlns:a16="http://schemas.microsoft.com/office/drawing/2014/main" id="{DDFCE947-F1A6-37A6-5821-310129320663}"/>
              </a:ext>
            </a:extLst>
          </p:cNvPr>
          <p:cNvGrpSpPr/>
          <p:nvPr/>
        </p:nvGrpSpPr>
        <p:grpSpPr>
          <a:xfrm>
            <a:off x="10508723" y="1536662"/>
            <a:ext cx="721206" cy="609701"/>
            <a:chOff x="11356242" y="1532276"/>
            <a:chExt cx="721206" cy="609701"/>
          </a:xfrm>
        </p:grpSpPr>
        <p:sp>
          <p:nvSpPr>
            <p:cNvPr id="1011" name="Rectangle 1010">
              <a:hlinkHover r:id="" action="ppaction://noaction" highlightClick="1"/>
              <a:extLst>
                <a:ext uri="{FF2B5EF4-FFF2-40B4-BE49-F238E27FC236}">
                  <a16:creationId xmlns:a16="http://schemas.microsoft.com/office/drawing/2014/main" id="{7AEC4D0F-D95B-C418-9639-BC2389665CE9}"/>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012" name="Oval 1011">
              <a:extLst>
                <a:ext uri="{FF2B5EF4-FFF2-40B4-BE49-F238E27FC236}">
                  <a16:creationId xmlns:a16="http://schemas.microsoft.com/office/drawing/2014/main" id="{991C2A0D-C23B-9474-FF69-08EE8BCBAFC8}"/>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3" name="Isosceles Triangle 648">
              <a:extLst>
                <a:ext uri="{FF2B5EF4-FFF2-40B4-BE49-F238E27FC236}">
                  <a16:creationId xmlns:a16="http://schemas.microsoft.com/office/drawing/2014/main" id="{8E375E87-0BF7-B0B2-D40D-ABDD38C4DCEE}"/>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14" name="Group 1013">
            <a:extLst>
              <a:ext uri="{FF2B5EF4-FFF2-40B4-BE49-F238E27FC236}">
                <a16:creationId xmlns:a16="http://schemas.microsoft.com/office/drawing/2014/main" id="{F979C5A9-A13E-D9DA-84C2-F6B2FDCDF61E}"/>
              </a:ext>
            </a:extLst>
          </p:cNvPr>
          <p:cNvGrpSpPr/>
          <p:nvPr/>
        </p:nvGrpSpPr>
        <p:grpSpPr>
          <a:xfrm>
            <a:off x="11355832" y="5140982"/>
            <a:ext cx="721220" cy="609701"/>
            <a:chOff x="9656903" y="2253333"/>
            <a:chExt cx="721220" cy="609701"/>
          </a:xfrm>
        </p:grpSpPr>
        <p:sp>
          <p:nvSpPr>
            <p:cNvPr id="1015" name="Rectangle 1014">
              <a:hlinkHover r:id="" action="ppaction://noaction" highlightClick="1"/>
              <a:extLst>
                <a:ext uri="{FF2B5EF4-FFF2-40B4-BE49-F238E27FC236}">
                  <a16:creationId xmlns:a16="http://schemas.microsoft.com/office/drawing/2014/main" id="{F89ED1CD-6EF7-CDDD-5853-68E058C01970}"/>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016" name="Rectangle 1015">
              <a:extLst>
                <a:ext uri="{FF2B5EF4-FFF2-40B4-BE49-F238E27FC236}">
                  <a16:creationId xmlns:a16="http://schemas.microsoft.com/office/drawing/2014/main" id="{3BDC8AF5-8AA2-0721-0198-CE5D3BFFC386}"/>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7" name="Oval 15">
              <a:extLst>
                <a:ext uri="{FF2B5EF4-FFF2-40B4-BE49-F238E27FC236}">
                  <a16:creationId xmlns:a16="http://schemas.microsoft.com/office/drawing/2014/main" id="{8235558C-050D-4F2D-D022-18744B10FD6F}"/>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18" name="Straight Connector 1017">
              <a:extLst>
                <a:ext uri="{FF2B5EF4-FFF2-40B4-BE49-F238E27FC236}">
                  <a16:creationId xmlns:a16="http://schemas.microsoft.com/office/drawing/2014/main" id="{CFE9C172-AB77-6C57-AAA8-C18E7B2D0A94}"/>
                </a:ext>
              </a:extLst>
            </p:cNvPr>
            <p:cNvCxnSpPr>
              <a:cxnSpLocks/>
              <a:stCxn id="1017"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19" name="Straight Connector 1018">
              <a:extLst>
                <a:ext uri="{FF2B5EF4-FFF2-40B4-BE49-F238E27FC236}">
                  <a16:creationId xmlns:a16="http://schemas.microsoft.com/office/drawing/2014/main" id="{2CD94354-F2AE-37D0-8C32-22BF124B8D27}"/>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20" name="Group 1019">
            <a:extLst>
              <a:ext uri="{FF2B5EF4-FFF2-40B4-BE49-F238E27FC236}">
                <a16:creationId xmlns:a16="http://schemas.microsoft.com/office/drawing/2014/main" id="{412581BC-6959-46D7-05E0-9662699485F5}"/>
              </a:ext>
            </a:extLst>
          </p:cNvPr>
          <p:cNvGrpSpPr/>
          <p:nvPr/>
        </p:nvGrpSpPr>
        <p:grpSpPr>
          <a:xfrm>
            <a:off x="7957576" y="2253333"/>
            <a:ext cx="721206" cy="609701"/>
            <a:chOff x="7957576" y="2253333"/>
            <a:chExt cx="721206" cy="609701"/>
          </a:xfrm>
        </p:grpSpPr>
        <p:sp>
          <p:nvSpPr>
            <p:cNvPr id="1021" name="Rectangle 1020">
              <a:extLst>
                <a:ext uri="{FF2B5EF4-FFF2-40B4-BE49-F238E27FC236}">
                  <a16:creationId xmlns:a16="http://schemas.microsoft.com/office/drawing/2014/main" id="{1074FD42-60E4-F9D1-C640-992BCF38AAE9}"/>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1022" name="Right Triangle 1021">
              <a:extLst>
                <a:ext uri="{FF2B5EF4-FFF2-40B4-BE49-F238E27FC236}">
                  <a16:creationId xmlns:a16="http://schemas.microsoft.com/office/drawing/2014/main" id="{487DCEAF-D069-7549-CB4A-77CFBC84A910}"/>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23" name="Group 1022">
              <a:extLst>
                <a:ext uri="{FF2B5EF4-FFF2-40B4-BE49-F238E27FC236}">
                  <a16:creationId xmlns:a16="http://schemas.microsoft.com/office/drawing/2014/main" id="{E2CC2867-96B8-3477-8A6B-7841E145B6C9}"/>
                </a:ext>
              </a:extLst>
            </p:cNvPr>
            <p:cNvGrpSpPr/>
            <p:nvPr/>
          </p:nvGrpSpPr>
          <p:grpSpPr>
            <a:xfrm>
              <a:off x="8621953" y="2262661"/>
              <a:ext cx="37817" cy="61390"/>
              <a:chOff x="3883481" y="2057400"/>
              <a:chExt cx="1608363" cy="2652031"/>
            </a:xfrm>
            <a:solidFill>
              <a:srgbClr val="A6A6A6"/>
            </a:solidFill>
          </p:grpSpPr>
          <p:sp>
            <p:nvSpPr>
              <p:cNvPr id="534" name="Oval 27">
                <a:extLst>
                  <a:ext uri="{FF2B5EF4-FFF2-40B4-BE49-F238E27FC236}">
                    <a16:creationId xmlns:a16="http://schemas.microsoft.com/office/drawing/2014/main" id="{ACCA359C-6D18-B3B8-1097-F608EA38097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5" name="Oval 28">
                <a:extLst>
                  <a:ext uri="{FF2B5EF4-FFF2-40B4-BE49-F238E27FC236}">
                    <a16:creationId xmlns:a16="http://schemas.microsoft.com/office/drawing/2014/main" id="{F7897A9F-A869-0F10-FB9A-DA8B73EB33F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36" name="Group 535">
            <a:extLst>
              <a:ext uri="{FF2B5EF4-FFF2-40B4-BE49-F238E27FC236}">
                <a16:creationId xmlns:a16="http://schemas.microsoft.com/office/drawing/2014/main" id="{2F04607D-7800-5B47-5216-CFCBC7C3B5C2}"/>
              </a:ext>
            </a:extLst>
          </p:cNvPr>
          <p:cNvGrpSpPr/>
          <p:nvPr/>
        </p:nvGrpSpPr>
        <p:grpSpPr>
          <a:xfrm>
            <a:off x="6283037" y="2264881"/>
            <a:ext cx="721206" cy="609702"/>
            <a:chOff x="8807242" y="2253333"/>
            <a:chExt cx="721206" cy="609702"/>
          </a:xfrm>
        </p:grpSpPr>
        <p:sp>
          <p:nvSpPr>
            <p:cNvPr id="537" name="Rectangle 536">
              <a:extLst>
                <a:ext uri="{FF2B5EF4-FFF2-40B4-BE49-F238E27FC236}">
                  <a16:creationId xmlns:a16="http://schemas.microsoft.com/office/drawing/2014/main" id="{026BDB0C-2094-F067-F002-40DBE8EEE2CF}"/>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538" name="Right Triangle 537">
              <a:extLst>
                <a:ext uri="{FF2B5EF4-FFF2-40B4-BE49-F238E27FC236}">
                  <a16:creationId xmlns:a16="http://schemas.microsoft.com/office/drawing/2014/main" id="{E768CA4A-0FC6-8D2D-F84B-806F4CD63A10}"/>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9" name="Oval 27">
              <a:extLst>
                <a:ext uri="{FF2B5EF4-FFF2-40B4-BE49-F238E27FC236}">
                  <a16:creationId xmlns:a16="http://schemas.microsoft.com/office/drawing/2014/main" id="{518D21C7-C1BD-3560-679B-E617DE8B478D}"/>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0" name="Oval 28">
              <a:extLst>
                <a:ext uri="{FF2B5EF4-FFF2-40B4-BE49-F238E27FC236}">
                  <a16:creationId xmlns:a16="http://schemas.microsoft.com/office/drawing/2014/main" id="{26E52D1B-BA0D-CA31-D369-0F081A239B40}"/>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1" name="Group 540">
            <a:extLst>
              <a:ext uri="{FF2B5EF4-FFF2-40B4-BE49-F238E27FC236}">
                <a16:creationId xmlns:a16="http://schemas.microsoft.com/office/drawing/2014/main" id="{F5E0992F-01CB-8EE0-AA97-70522CA1AE5E}"/>
              </a:ext>
            </a:extLst>
          </p:cNvPr>
          <p:cNvGrpSpPr/>
          <p:nvPr/>
        </p:nvGrpSpPr>
        <p:grpSpPr>
          <a:xfrm>
            <a:off x="1268346" y="3698225"/>
            <a:ext cx="721893" cy="610376"/>
            <a:chOff x="1268346" y="3698225"/>
            <a:chExt cx="721893" cy="610376"/>
          </a:xfrm>
        </p:grpSpPr>
        <p:sp>
          <p:nvSpPr>
            <p:cNvPr id="542" name="Rectangle 541">
              <a:extLst>
                <a:ext uri="{FF2B5EF4-FFF2-40B4-BE49-F238E27FC236}">
                  <a16:creationId xmlns:a16="http://schemas.microsoft.com/office/drawing/2014/main" id="{86DA86F2-029C-5BB0-B175-7774ADD536BB}"/>
                </a:ext>
              </a:extLst>
            </p:cNvPr>
            <p:cNvSpPr/>
            <p:nvPr/>
          </p:nvSpPr>
          <p:spPr>
            <a:xfrm>
              <a:off x="1268346"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543" name="Right Triangle 542">
              <a:extLst>
                <a:ext uri="{FF2B5EF4-FFF2-40B4-BE49-F238E27FC236}">
                  <a16:creationId xmlns:a16="http://schemas.microsoft.com/office/drawing/2014/main" id="{CCCBF586-021D-27AC-C4BE-FA8DF767F0F2}"/>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44" name="Group 543">
              <a:extLst>
                <a:ext uri="{FF2B5EF4-FFF2-40B4-BE49-F238E27FC236}">
                  <a16:creationId xmlns:a16="http://schemas.microsoft.com/office/drawing/2014/main" id="{CFDB9738-9452-59BD-7724-085C7DBB8F6B}"/>
                </a:ext>
              </a:extLst>
            </p:cNvPr>
            <p:cNvGrpSpPr/>
            <p:nvPr/>
          </p:nvGrpSpPr>
          <p:grpSpPr>
            <a:xfrm>
              <a:off x="1939628" y="3704319"/>
              <a:ext cx="37817" cy="61390"/>
              <a:chOff x="3883481" y="2057400"/>
              <a:chExt cx="1608363" cy="2652031"/>
            </a:xfrm>
            <a:solidFill>
              <a:srgbClr val="A6A6A6"/>
            </a:solidFill>
          </p:grpSpPr>
          <p:sp>
            <p:nvSpPr>
              <p:cNvPr id="545" name="Oval 27">
                <a:extLst>
                  <a:ext uri="{FF2B5EF4-FFF2-40B4-BE49-F238E27FC236}">
                    <a16:creationId xmlns:a16="http://schemas.microsoft.com/office/drawing/2014/main" id="{98C68003-5B9D-0F9D-5D20-9E6AA2B8E96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6" name="Oval 28">
                <a:extLst>
                  <a:ext uri="{FF2B5EF4-FFF2-40B4-BE49-F238E27FC236}">
                    <a16:creationId xmlns:a16="http://schemas.microsoft.com/office/drawing/2014/main" id="{363BAF45-4408-EDD0-B939-86F990453E0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47" name="Group 546">
            <a:extLst>
              <a:ext uri="{FF2B5EF4-FFF2-40B4-BE49-F238E27FC236}">
                <a16:creationId xmlns:a16="http://schemas.microsoft.com/office/drawing/2014/main" id="{4B33C8D9-EC6F-8937-3FA3-236323C34487}"/>
              </a:ext>
            </a:extLst>
          </p:cNvPr>
          <p:cNvGrpSpPr/>
          <p:nvPr/>
        </p:nvGrpSpPr>
        <p:grpSpPr>
          <a:xfrm>
            <a:off x="11356557" y="2249491"/>
            <a:ext cx="721206" cy="609701"/>
            <a:chOff x="5451377" y="2253333"/>
            <a:chExt cx="721206" cy="609701"/>
          </a:xfrm>
        </p:grpSpPr>
        <p:sp>
          <p:nvSpPr>
            <p:cNvPr id="128" name="Rectangle 127">
              <a:extLst>
                <a:ext uri="{FF2B5EF4-FFF2-40B4-BE49-F238E27FC236}">
                  <a16:creationId xmlns:a16="http://schemas.microsoft.com/office/drawing/2014/main" id="{55967C53-A056-EAA1-BFA1-86B4C05CDE7E}"/>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29" name="Right Triangle 128">
              <a:extLst>
                <a:ext uri="{FF2B5EF4-FFF2-40B4-BE49-F238E27FC236}">
                  <a16:creationId xmlns:a16="http://schemas.microsoft.com/office/drawing/2014/main" id="{CB5140A8-A582-23A2-DA67-134A2315EE5E}"/>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1" name="Group 130">
              <a:extLst>
                <a:ext uri="{FF2B5EF4-FFF2-40B4-BE49-F238E27FC236}">
                  <a16:creationId xmlns:a16="http://schemas.microsoft.com/office/drawing/2014/main" id="{03091311-3CB8-7DD2-4CB7-924BEB236B79}"/>
                </a:ext>
              </a:extLst>
            </p:cNvPr>
            <p:cNvGrpSpPr/>
            <p:nvPr/>
          </p:nvGrpSpPr>
          <p:grpSpPr>
            <a:xfrm>
              <a:off x="6116566" y="2264771"/>
              <a:ext cx="37817" cy="61390"/>
              <a:chOff x="3883481" y="2057400"/>
              <a:chExt cx="1608363" cy="2652031"/>
            </a:xfrm>
            <a:solidFill>
              <a:srgbClr val="A6A6A6"/>
            </a:solidFill>
          </p:grpSpPr>
          <p:sp>
            <p:nvSpPr>
              <p:cNvPr id="132" name="Oval 27">
                <a:extLst>
                  <a:ext uri="{FF2B5EF4-FFF2-40B4-BE49-F238E27FC236}">
                    <a16:creationId xmlns:a16="http://schemas.microsoft.com/office/drawing/2014/main" id="{306A2F62-0CFE-AF8E-29C3-B001E5B91D0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Oval 28">
                <a:extLst>
                  <a:ext uri="{FF2B5EF4-FFF2-40B4-BE49-F238E27FC236}">
                    <a16:creationId xmlns:a16="http://schemas.microsoft.com/office/drawing/2014/main" id="{5A2D6FCB-DFF0-921A-D8C3-4EDF9808BCB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4" name="Group 133">
            <a:extLst>
              <a:ext uri="{FF2B5EF4-FFF2-40B4-BE49-F238E27FC236}">
                <a16:creationId xmlns:a16="http://schemas.microsoft.com/office/drawing/2014/main" id="{B837DEE9-B5A7-737F-7E48-121EB9E92BF7}"/>
              </a:ext>
            </a:extLst>
          </p:cNvPr>
          <p:cNvGrpSpPr/>
          <p:nvPr/>
        </p:nvGrpSpPr>
        <p:grpSpPr>
          <a:xfrm>
            <a:off x="5446483" y="2257175"/>
            <a:ext cx="721206" cy="609701"/>
            <a:chOff x="6287884" y="2253333"/>
            <a:chExt cx="721206" cy="609701"/>
          </a:xfrm>
        </p:grpSpPr>
        <p:sp>
          <p:nvSpPr>
            <p:cNvPr id="135" name="Rectangle 134">
              <a:extLst>
                <a:ext uri="{FF2B5EF4-FFF2-40B4-BE49-F238E27FC236}">
                  <a16:creationId xmlns:a16="http://schemas.microsoft.com/office/drawing/2014/main" id="{5AB83B67-F8E8-B47C-34C5-BBF8B9BAE919}"/>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36" name="Right Triangle 135">
              <a:extLst>
                <a:ext uri="{FF2B5EF4-FFF2-40B4-BE49-F238E27FC236}">
                  <a16:creationId xmlns:a16="http://schemas.microsoft.com/office/drawing/2014/main" id="{56A7A62F-4AB8-3CB4-45DA-2732B6BB0ADF}"/>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7" name="Group 136">
              <a:extLst>
                <a:ext uri="{FF2B5EF4-FFF2-40B4-BE49-F238E27FC236}">
                  <a16:creationId xmlns:a16="http://schemas.microsoft.com/office/drawing/2014/main" id="{F0090827-46D3-71D0-F4B3-53CEE0BAEA37}"/>
                </a:ext>
              </a:extLst>
            </p:cNvPr>
            <p:cNvGrpSpPr/>
            <p:nvPr/>
          </p:nvGrpSpPr>
          <p:grpSpPr>
            <a:xfrm>
              <a:off x="6952478" y="2265091"/>
              <a:ext cx="37817" cy="61390"/>
              <a:chOff x="3883481" y="2057400"/>
              <a:chExt cx="1608363" cy="2652031"/>
            </a:xfrm>
            <a:solidFill>
              <a:srgbClr val="A6A6A6"/>
            </a:solidFill>
          </p:grpSpPr>
          <p:sp>
            <p:nvSpPr>
              <p:cNvPr id="138" name="Oval 27">
                <a:extLst>
                  <a:ext uri="{FF2B5EF4-FFF2-40B4-BE49-F238E27FC236}">
                    <a16:creationId xmlns:a16="http://schemas.microsoft.com/office/drawing/2014/main" id="{CFCEA1E0-F931-FB5F-40E4-A452579F53B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 name="Oval 28">
                <a:extLst>
                  <a:ext uri="{FF2B5EF4-FFF2-40B4-BE49-F238E27FC236}">
                    <a16:creationId xmlns:a16="http://schemas.microsoft.com/office/drawing/2014/main" id="{10BE524D-6F9D-A668-2471-6181F3C49DC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0" name="Group 139">
            <a:extLst>
              <a:ext uri="{FF2B5EF4-FFF2-40B4-BE49-F238E27FC236}">
                <a16:creationId xmlns:a16="http://schemas.microsoft.com/office/drawing/2014/main" id="{08F27BC1-C3ED-FA16-927A-ED226CECC14F}"/>
              </a:ext>
            </a:extLst>
          </p:cNvPr>
          <p:cNvGrpSpPr/>
          <p:nvPr/>
        </p:nvGrpSpPr>
        <p:grpSpPr>
          <a:xfrm>
            <a:off x="2937950" y="5135064"/>
            <a:ext cx="724141" cy="609701"/>
            <a:chOff x="4615447" y="2974054"/>
            <a:chExt cx="724141" cy="609701"/>
          </a:xfrm>
        </p:grpSpPr>
        <p:sp>
          <p:nvSpPr>
            <p:cNvPr id="141" name="Rectangle 140">
              <a:extLst>
                <a:ext uri="{FF2B5EF4-FFF2-40B4-BE49-F238E27FC236}">
                  <a16:creationId xmlns:a16="http://schemas.microsoft.com/office/drawing/2014/main" id="{4A53F77F-DA4E-1F3C-0461-D0A2FF9DC601}"/>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42" name="Right Triangle 141">
              <a:extLst>
                <a:ext uri="{FF2B5EF4-FFF2-40B4-BE49-F238E27FC236}">
                  <a16:creationId xmlns:a16="http://schemas.microsoft.com/office/drawing/2014/main" id="{7574E252-F335-9F6C-0B80-762D7C4E7B91}"/>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3" name="Group 142">
              <a:extLst>
                <a:ext uri="{FF2B5EF4-FFF2-40B4-BE49-F238E27FC236}">
                  <a16:creationId xmlns:a16="http://schemas.microsoft.com/office/drawing/2014/main" id="{F4872D88-C800-DE15-5171-BB791F30C1AE}"/>
                </a:ext>
              </a:extLst>
            </p:cNvPr>
            <p:cNvGrpSpPr/>
            <p:nvPr/>
          </p:nvGrpSpPr>
          <p:grpSpPr>
            <a:xfrm>
              <a:off x="5288977" y="2982563"/>
              <a:ext cx="37817" cy="61390"/>
              <a:chOff x="3883481" y="2057400"/>
              <a:chExt cx="1608363" cy="2652031"/>
            </a:xfrm>
            <a:solidFill>
              <a:srgbClr val="A6A6A6"/>
            </a:solidFill>
          </p:grpSpPr>
          <p:sp>
            <p:nvSpPr>
              <p:cNvPr id="144" name="Oval 27">
                <a:extLst>
                  <a:ext uri="{FF2B5EF4-FFF2-40B4-BE49-F238E27FC236}">
                    <a16:creationId xmlns:a16="http://schemas.microsoft.com/office/drawing/2014/main" id="{B0A8623A-52BA-7454-3FE4-BF4FB6F9DC0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 name="Oval 28">
                <a:extLst>
                  <a:ext uri="{FF2B5EF4-FFF2-40B4-BE49-F238E27FC236}">
                    <a16:creationId xmlns:a16="http://schemas.microsoft.com/office/drawing/2014/main" id="{1DE43B57-CBB9-B3D8-756A-819C44DF784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6" name="Group 145">
            <a:extLst>
              <a:ext uri="{FF2B5EF4-FFF2-40B4-BE49-F238E27FC236}">
                <a16:creationId xmlns:a16="http://schemas.microsoft.com/office/drawing/2014/main" id="{079E01A8-5DF6-880F-65FA-97957CF252D0}"/>
              </a:ext>
            </a:extLst>
          </p:cNvPr>
          <p:cNvGrpSpPr/>
          <p:nvPr/>
        </p:nvGrpSpPr>
        <p:grpSpPr>
          <a:xfrm>
            <a:off x="9656903" y="2253333"/>
            <a:ext cx="721220" cy="609701"/>
            <a:chOff x="9656903" y="2253333"/>
            <a:chExt cx="721220" cy="609701"/>
          </a:xfrm>
        </p:grpSpPr>
        <p:sp>
          <p:nvSpPr>
            <p:cNvPr id="147" name="Rectangle 146">
              <a:hlinkHover r:id="" action="ppaction://noaction" highlightClick="1"/>
              <a:extLst>
                <a:ext uri="{FF2B5EF4-FFF2-40B4-BE49-F238E27FC236}">
                  <a16:creationId xmlns:a16="http://schemas.microsoft.com/office/drawing/2014/main" id="{26B79AF2-BC02-F642-B466-59431A653C6C}"/>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8" name="Rectangle 147">
              <a:extLst>
                <a:ext uri="{FF2B5EF4-FFF2-40B4-BE49-F238E27FC236}">
                  <a16:creationId xmlns:a16="http://schemas.microsoft.com/office/drawing/2014/main" id="{29512A22-F859-B0D0-F65F-02C1036039F6}"/>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9" name="Oval 15">
              <a:extLst>
                <a:ext uri="{FF2B5EF4-FFF2-40B4-BE49-F238E27FC236}">
                  <a16:creationId xmlns:a16="http://schemas.microsoft.com/office/drawing/2014/main" id="{A7B5A3AE-538A-751B-A756-17D75CF204FE}"/>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0" name="Straight Connector 149">
              <a:extLst>
                <a:ext uri="{FF2B5EF4-FFF2-40B4-BE49-F238E27FC236}">
                  <a16:creationId xmlns:a16="http://schemas.microsoft.com/office/drawing/2014/main" id="{3142223C-6799-6E43-EDF5-101D615E8FA5}"/>
                </a:ext>
              </a:extLst>
            </p:cNvPr>
            <p:cNvCxnSpPr>
              <a:cxnSpLocks/>
              <a:stCxn id="14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1" name="Straight Connector 150">
              <a:extLst>
                <a:ext uri="{FF2B5EF4-FFF2-40B4-BE49-F238E27FC236}">
                  <a16:creationId xmlns:a16="http://schemas.microsoft.com/office/drawing/2014/main" id="{E398BC4D-CABB-AF6C-965C-6D47DFF75ECE}"/>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2" name="Group 151">
            <a:extLst>
              <a:ext uri="{FF2B5EF4-FFF2-40B4-BE49-F238E27FC236}">
                <a16:creationId xmlns:a16="http://schemas.microsoft.com/office/drawing/2014/main" id="{19D76C77-C9A8-D87B-A8F8-F4794ABF1DB3}"/>
              </a:ext>
            </a:extLst>
          </p:cNvPr>
          <p:cNvGrpSpPr/>
          <p:nvPr/>
        </p:nvGrpSpPr>
        <p:grpSpPr>
          <a:xfrm>
            <a:off x="8797459" y="2264859"/>
            <a:ext cx="721206" cy="609701"/>
            <a:chOff x="11356242" y="2253333"/>
            <a:chExt cx="721206" cy="609701"/>
          </a:xfrm>
        </p:grpSpPr>
        <p:sp>
          <p:nvSpPr>
            <p:cNvPr id="160" name="Rectangle 159">
              <a:hlinkHover r:id="" action="ppaction://noaction" highlightClick="1"/>
              <a:extLst>
                <a:ext uri="{FF2B5EF4-FFF2-40B4-BE49-F238E27FC236}">
                  <a16:creationId xmlns:a16="http://schemas.microsoft.com/office/drawing/2014/main" id="{3F9B6273-BBEF-841B-1DF7-4BA713BFB458}"/>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61" name="Oval 160">
              <a:extLst>
                <a:ext uri="{FF2B5EF4-FFF2-40B4-BE49-F238E27FC236}">
                  <a16:creationId xmlns:a16="http://schemas.microsoft.com/office/drawing/2014/main" id="{F9F8ECD0-3D72-3D4E-5522-D8CD3A84146E}"/>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2" name="Isosceles Triangle 648">
              <a:extLst>
                <a:ext uri="{FF2B5EF4-FFF2-40B4-BE49-F238E27FC236}">
                  <a16:creationId xmlns:a16="http://schemas.microsoft.com/office/drawing/2014/main" id="{FED093CC-37C1-2184-CD5F-257348F029FC}"/>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3" name="Group 162">
            <a:extLst>
              <a:ext uri="{FF2B5EF4-FFF2-40B4-BE49-F238E27FC236}">
                <a16:creationId xmlns:a16="http://schemas.microsoft.com/office/drawing/2014/main" id="{4EA70A34-8B67-9136-920E-54A2B7C0D95F}"/>
              </a:ext>
            </a:extLst>
          </p:cNvPr>
          <p:cNvGrpSpPr/>
          <p:nvPr/>
        </p:nvGrpSpPr>
        <p:grpSpPr>
          <a:xfrm>
            <a:off x="10506580" y="2253333"/>
            <a:ext cx="721206" cy="609701"/>
            <a:chOff x="10506580" y="2253333"/>
            <a:chExt cx="721206" cy="609701"/>
          </a:xfrm>
        </p:grpSpPr>
        <p:sp>
          <p:nvSpPr>
            <p:cNvPr id="164" name="Rectangle 163">
              <a:hlinkHover r:id="" action="ppaction://noaction" highlightClick="1"/>
              <a:extLst>
                <a:ext uri="{FF2B5EF4-FFF2-40B4-BE49-F238E27FC236}">
                  <a16:creationId xmlns:a16="http://schemas.microsoft.com/office/drawing/2014/main" id="{C9601672-6769-FA3E-3E7A-094B2EDF3B81}"/>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65" name="Diamond 164">
              <a:extLst>
                <a:ext uri="{FF2B5EF4-FFF2-40B4-BE49-F238E27FC236}">
                  <a16:creationId xmlns:a16="http://schemas.microsoft.com/office/drawing/2014/main" id="{08E74824-16B6-8AA5-CB0E-C505BCF5CC00}"/>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6" name="Oval 165">
              <a:extLst>
                <a:ext uri="{FF2B5EF4-FFF2-40B4-BE49-F238E27FC236}">
                  <a16:creationId xmlns:a16="http://schemas.microsoft.com/office/drawing/2014/main" id="{13F4D093-9C04-8B70-AE8E-2AFDA42336A7}"/>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7" name="Group 166">
            <a:extLst>
              <a:ext uri="{FF2B5EF4-FFF2-40B4-BE49-F238E27FC236}">
                <a16:creationId xmlns:a16="http://schemas.microsoft.com/office/drawing/2014/main" id="{BA90B39D-95F4-C9B9-A2BC-683A07611302}"/>
              </a:ext>
            </a:extLst>
          </p:cNvPr>
          <p:cNvGrpSpPr/>
          <p:nvPr/>
        </p:nvGrpSpPr>
        <p:grpSpPr>
          <a:xfrm>
            <a:off x="2102558" y="2986575"/>
            <a:ext cx="721206" cy="649846"/>
            <a:chOff x="10506800" y="2974054"/>
            <a:chExt cx="721206" cy="649846"/>
          </a:xfrm>
        </p:grpSpPr>
        <p:sp>
          <p:nvSpPr>
            <p:cNvPr id="168" name="Rectangle 167">
              <a:extLst>
                <a:ext uri="{FF2B5EF4-FFF2-40B4-BE49-F238E27FC236}">
                  <a16:creationId xmlns:a16="http://schemas.microsoft.com/office/drawing/2014/main" id="{159DA331-0B60-8819-8E5C-1871CF941D97}"/>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69" name="Rectangle 168">
              <a:extLst>
                <a:ext uri="{FF2B5EF4-FFF2-40B4-BE49-F238E27FC236}">
                  <a16:creationId xmlns:a16="http://schemas.microsoft.com/office/drawing/2014/main" id="{30E91CE8-585C-5CE3-DD47-C8BA915F7A02}"/>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0" name="Oval 15">
              <a:extLst>
                <a:ext uri="{FF2B5EF4-FFF2-40B4-BE49-F238E27FC236}">
                  <a16:creationId xmlns:a16="http://schemas.microsoft.com/office/drawing/2014/main" id="{20556E26-CAFF-A920-D866-25B493EAC4B8}"/>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60C8A424-473B-0739-51AD-E697093EB83B}"/>
                </a:ext>
              </a:extLst>
            </p:cNvPr>
            <p:cNvCxnSpPr>
              <a:cxnSpLocks/>
              <a:stCxn id="170"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2" name="Straight Connector 171">
              <a:extLst>
                <a:ext uri="{FF2B5EF4-FFF2-40B4-BE49-F238E27FC236}">
                  <a16:creationId xmlns:a16="http://schemas.microsoft.com/office/drawing/2014/main" id="{57BEB868-7C20-80AA-43AD-1F7D4F88D466}"/>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3" name="Group 172">
            <a:extLst>
              <a:ext uri="{FF2B5EF4-FFF2-40B4-BE49-F238E27FC236}">
                <a16:creationId xmlns:a16="http://schemas.microsoft.com/office/drawing/2014/main" id="{ADC37E75-87AB-6A7E-DFF4-F7B7AC456F7A}"/>
              </a:ext>
            </a:extLst>
          </p:cNvPr>
          <p:cNvGrpSpPr/>
          <p:nvPr/>
        </p:nvGrpSpPr>
        <p:grpSpPr>
          <a:xfrm>
            <a:off x="4615964" y="2972993"/>
            <a:ext cx="721206" cy="654973"/>
            <a:chOff x="9657606" y="2974054"/>
            <a:chExt cx="721206" cy="654973"/>
          </a:xfrm>
        </p:grpSpPr>
        <p:sp>
          <p:nvSpPr>
            <p:cNvPr id="174" name="Rectangle 173">
              <a:extLst>
                <a:ext uri="{FF2B5EF4-FFF2-40B4-BE49-F238E27FC236}">
                  <a16:creationId xmlns:a16="http://schemas.microsoft.com/office/drawing/2014/main" id="{BE782534-B5DF-AB65-14DD-E547C8622AF4}"/>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75" name="Rectangle 174">
              <a:extLst>
                <a:ext uri="{FF2B5EF4-FFF2-40B4-BE49-F238E27FC236}">
                  <a16:creationId xmlns:a16="http://schemas.microsoft.com/office/drawing/2014/main" id="{12605A29-09E1-B586-072B-E398D8AB8605}"/>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6" name="Oval 15">
              <a:extLst>
                <a:ext uri="{FF2B5EF4-FFF2-40B4-BE49-F238E27FC236}">
                  <a16:creationId xmlns:a16="http://schemas.microsoft.com/office/drawing/2014/main" id="{C31907D5-17AE-E72F-6B7D-7338BDA2A410}"/>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7" name="Straight Connector 176">
              <a:extLst>
                <a:ext uri="{FF2B5EF4-FFF2-40B4-BE49-F238E27FC236}">
                  <a16:creationId xmlns:a16="http://schemas.microsoft.com/office/drawing/2014/main" id="{DE0C69D1-6FC8-4B68-6F2B-77A04EC98D14}"/>
                </a:ext>
              </a:extLst>
            </p:cNvPr>
            <p:cNvCxnSpPr>
              <a:cxnSpLocks/>
              <a:stCxn id="176"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8" name="Straight Connector 177">
              <a:extLst>
                <a:ext uri="{FF2B5EF4-FFF2-40B4-BE49-F238E27FC236}">
                  <a16:creationId xmlns:a16="http://schemas.microsoft.com/office/drawing/2014/main" id="{52DC7CCD-7A22-73B0-65AB-D6D9F8F6D779}"/>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9" name="Group 178">
            <a:extLst>
              <a:ext uri="{FF2B5EF4-FFF2-40B4-BE49-F238E27FC236}">
                <a16:creationId xmlns:a16="http://schemas.microsoft.com/office/drawing/2014/main" id="{995ABD33-DE12-F736-97A1-3FCEF52C7382}"/>
              </a:ext>
            </a:extLst>
          </p:cNvPr>
          <p:cNvGrpSpPr/>
          <p:nvPr/>
        </p:nvGrpSpPr>
        <p:grpSpPr>
          <a:xfrm>
            <a:off x="11356001" y="2974057"/>
            <a:ext cx="721206" cy="609701"/>
            <a:chOff x="11356001" y="2974057"/>
            <a:chExt cx="721206" cy="609701"/>
          </a:xfrm>
        </p:grpSpPr>
        <p:sp>
          <p:nvSpPr>
            <p:cNvPr id="180" name="Rectangle 179">
              <a:hlinkHover r:id="" action="ppaction://noaction" highlightClick="1"/>
              <a:extLst>
                <a:ext uri="{FF2B5EF4-FFF2-40B4-BE49-F238E27FC236}">
                  <a16:creationId xmlns:a16="http://schemas.microsoft.com/office/drawing/2014/main" id="{C25EEFFA-097A-CE5D-3CCA-16789CE8AE8D}"/>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81" name="Oval 180">
              <a:extLst>
                <a:ext uri="{FF2B5EF4-FFF2-40B4-BE49-F238E27FC236}">
                  <a16:creationId xmlns:a16="http://schemas.microsoft.com/office/drawing/2014/main" id="{59D07420-10FD-61E5-6790-FB077467C870}"/>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2" name="Isosceles Triangle 648">
              <a:extLst>
                <a:ext uri="{FF2B5EF4-FFF2-40B4-BE49-F238E27FC236}">
                  <a16:creationId xmlns:a16="http://schemas.microsoft.com/office/drawing/2014/main" id="{A96A8FF8-2B1D-2511-FC24-72503B124978}"/>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3" name="Group 182">
            <a:extLst>
              <a:ext uri="{FF2B5EF4-FFF2-40B4-BE49-F238E27FC236}">
                <a16:creationId xmlns:a16="http://schemas.microsoft.com/office/drawing/2014/main" id="{B1462BAE-1D3B-2C61-F953-6C8B4785DDF2}"/>
              </a:ext>
            </a:extLst>
          </p:cNvPr>
          <p:cNvGrpSpPr/>
          <p:nvPr/>
        </p:nvGrpSpPr>
        <p:grpSpPr>
          <a:xfrm>
            <a:off x="5451979" y="3707588"/>
            <a:ext cx="721206" cy="609701"/>
            <a:chOff x="5451979" y="3707588"/>
            <a:chExt cx="721206" cy="609701"/>
          </a:xfrm>
        </p:grpSpPr>
        <p:sp>
          <p:nvSpPr>
            <p:cNvPr id="184" name="Rectangle 183">
              <a:hlinkHover r:id="" action="ppaction://noaction" highlightClick="1"/>
              <a:extLst>
                <a:ext uri="{FF2B5EF4-FFF2-40B4-BE49-F238E27FC236}">
                  <a16:creationId xmlns:a16="http://schemas.microsoft.com/office/drawing/2014/main" id="{1629D0A4-EE46-AD75-2EF9-A2C061C63D70}"/>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5" name="Oval 184">
              <a:extLst>
                <a:ext uri="{FF2B5EF4-FFF2-40B4-BE49-F238E27FC236}">
                  <a16:creationId xmlns:a16="http://schemas.microsoft.com/office/drawing/2014/main" id="{DFC2894C-38D1-3871-9A9D-91810E2048A2}"/>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6" name="Isosceles Triangle 648">
              <a:extLst>
                <a:ext uri="{FF2B5EF4-FFF2-40B4-BE49-F238E27FC236}">
                  <a16:creationId xmlns:a16="http://schemas.microsoft.com/office/drawing/2014/main" id="{5DEEE7B9-3681-635C-DC28-F241BF9FB2C5}"/>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7" name="Group 186">
            <a:extLst>
              <a:ext uri="{FF2B5EF4-FFF2-40B4-BE49-F238E27FC236}">
                <a16:creationId xmlns:a16="http://schemas.microsoft.com/office/drawing/2014/main" id="{D3867547-FCFA-2C9E-FA19-C57D4ED0C48D}"/>
              </a:ext>
            </a:extLst>
          </p:cNvPr>
          <p:cNvGrpSpPr/>
          <p:nvPr/>
        </p:nvGrpSpPr>
        <p:grpSpPr>
          <a:xfrm>
            <a:off x="10506616" y="2984633"/>
            <a:ext cx="721220" cy="609701"/>
            <a:chOff x="9656903" y="2253333"/>
            <a:chExt cx="721220" cy="609701"/>
          </a:xfrm>
        </p:grpSpPr>
        <p:sp>
          <p:nvSpPr>
            <p:cNvPr id="188" name="Rectangle 187">
              <a:hlinkHover r:id="" action="ppaction://noaction" highlightClick="1"/>
              <a:extLst>
                <a:ext uri="{FF2B5EF4-FFF2-40B4-BE49-F238E27FC236}">
                  <a16:creationId xmlns:a16="http://schemas.microsoft.com/office/drawing/2014/main" id="{309955DB-68E3-765E-C6FB-A7568E3E5DA3}"/>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9" name="Rectangle 188">
              <a:extLst>
                <a:ext uri="{FF2B5EF4-FFF2-40B4-BE49-F238E27FC236}">
                  <a16:creationId xmlns:a16="http://schemas.microsoft.com/office/drawing/2014/main" id="{6DD909CF-E2BF-3B45-E17B-FAC326E852A1}"/>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0" name="Oval 15">
              <a:extLst>
                <a:ext uri="{FF2B5EF4-FFF2-40B4-BE49-F238E27FC236}">
                  <a16:creationId xmlns:a16="http://schemas.microsoft.com/office/drawing/2014/main" id="{D2E17FC3-55C2-1470-0789-0E54941569FF}"/>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1" name="Straight Connector 190">
              <a:extLst>
                <a:ext uri="{FF2B5EF4-FFF2-40B4-BE49-F238E27FC236}">
                  <a16:creationId xmlns:a16="http://schemas.microsoft.com/office/drawing/2014/main" id="{41013F12-698D-B37E-059B-8801DDAC1FFF}"/>
                </a:ext>
              </a:extLst>
            </p:cNvPr>
            <p:cNvCxnSpPr>
              <a:cxnSpLocks/>
              <a:stCxn id="190"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8" name="Straight Connector 597">
              <a:extLst>
                <a:ext uri="{FF2B5EF4-FFF2-40B4-BE49-F238E27FC236}">
                  <a16:creationId xmlns:a16="http://schemas.microsoft.com/office/drawing/2014/main" id="{4F756817-0EBD-A1A8-28F2-E74317ACEB75}"/>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1" name="Group 620">
            <a:extLst>
              <a:ext uri="{FF2B5EF4-FFF2-40B4-BE49-F238E27FC236}">
                <a16:creationId xmlns:a16="http://schemas.microsoft.com/office/drawing/2014/main" id="{D880C4E4-E281-19FE-0544-DC65283AAD46}"/>
              </a:ext>
            </a:extLst>
          </p:cNvPr>
          <p:cNvGrpSpPr/>
          <p:nvPr/>
        </p:nvGrpSpPr>
        <p:grpSpPr>
          <a:xfrm>
            <a:off x="7113172" y="2252067"/>
            <a:ext cx="728239" cy="609701"/>
            <a:chOff x="5442073" y="811556"/>
            <a:chExt cx="728239" cy="609701"/>
          </a:xfrm>
        </p:grpSpPr>
        <p:sp>
          <p:nvSpPr>
            <p:cNvPr id="622" name="Rectangle 621">
              <a:extLst>
                <a:ext uri="{FF2B5EF4-FFF2-40B4-BE49-F238E27FC236}">
                  <a16:creationId xmlns:a16="http://schemas.microsoft.com/office/drawing/2014/main" id="{4B96B4ED-AFAF-2729-63A1-0F6327DA4964}"/>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623" name="Rectangle 622">
              <a:extLst>
                <a:ext uri="{FF2B5EF4-FFF2-40B4-BE49-F238E27FC236}">
                  <a16:creationId xmlns:a16="http://schemas.microsoft.com/office/drawing/2014/main" id="{BFB1BFAE-6A85-B218-8112-5333F3901D72}"/>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4" name="Oval 15">
              <a:extLst>
                <a:ext uri="{FF2B5EF4-FFF2-40B4-BE49-F238E27FC236}">
                  <a16:creationId xmlns:a16="http://schemas.microsoft.com/office/drawing/2014/main" id="{D28698FE-544B-D8DD-2C23-1A3149A2312A}"/>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5" name="Straight Connector 624">
              <a:extLst>
                <a:ext uri="{FF2B5EF4-FFF2-40B4-BE49-F238E27FC236}">
                  <a16:creationId xmlns:a16="http://schemas.microsoft.com/office/drawing/2014/main" id="{FF10CE27-1B0A-366A-9D0C-4ED38A4E51AC}"/>
                </a:ext>
              </a:extLst>
            </p:cNvPr>
            <p:cNvCxnSpPr>
              <a:cxnSpLocks/>
              <a:stCxn id="624"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26" name="Straight Connector 625">
              <a:extLst>
                <a:ext uri="{FF2B5EF4-FFF2-40B4-BE49-F238E27FC236}">
                  <a16:creationId xmlns:a16="http://schemas.microsoft.com/office/drawing/2014/main" id="{627421D5-986D-C46A-3368-00AD2C2C7ADE}"/>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pic>
        <p:nvPicPr>
          <p:cNvPr id="2" name="Picture 1">
            <a:hlinkClick r:id="rId16" action="ppaction://hlinksldjump"/>
            <a:extLst>
              <a:ext uri="{FF2B5EF4-FFF2-40B4-BE49-F238E27FC236}">
                <a16:creationId xmlns:a16="http://schemas.microsoft.com/office/drawing/2014/main" id="{8FCC9E72-376C-6E11-33AB-1B541BE60AC3}"/>
              </a:ext>
            </a:extLst>
          </p:cNvPr>
          <p:cNvPicPr>
            <a:picLocks noChangeAspect="1"/>
          </p:cNvPicPr>
          <p:nvPr/>
        </p:nvPicPr>
        <p:blipFill>
          <a:blip r:embed="rId17"/>
          <a:stretch>
            <a:fillRect/>
          </a:stretch>
        </p:blipFill>
        <p:spPr>
          <a:xfrm>
            <a:off x="0" y="0"/>
            <a:ext cx="211626" cy="6858000"/>
          </a:xfrm>
          <a:prstGeom prst="rect">
            <a:avLst/>
          </a:prstGeom>
        </p:spPr>
      </p:pic>
      <p:sp>
        <p:nvSpPr>
          <p:cNvPr id="3" name="Rectangle 2">
            <a:hlinkHover r:id="rId18" action="ppaction://hlinksldjump"/>
            <a:extLst>
              <a:ext uri="{FF2B5EF4-FFF2-40B4-BE49-F238E27FC236}">
                <a16:creationId xmlns:a16="http://schemas.microsoft.com/office/drawing/2014/main" id="{9705579B-D0F1-0682-2EEC-D2D54BBE5E6C}"/>
              </a:ext>
            </a:extLst>
          </p:cNvPr>
          <p:cNvSpPr/>
          <p:nvPr/>
        </p:nvSpPr>
        <p:spPr>
          <a:xfrm>
            <a:off x="8841666" y="6287535"/>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grpSp>
        <p:nvGrpSpPr>
          <p:cNvPr id="4" name="Group 3">
            <a:extLst>
              <a:ext uri="{FF2B5EF4-FFF2-40B4-BE49-F238E27FC236}">
                <a16:creationId xmlns:a16="http://schemas.microsoft.com/office/drawing/2014/main" id="{C6EC4334-5C98-FF97-8701-2BF4AF424E94}"/>
              </a:ext>
            </a:extLst>
          </p:cNvPr>
          <p:cNvGrpSpPr/>
          <p:nvPr/>
        </p:nvGrpSpPr>
        <p:grpSpPr>
          <a:xfrm>
            <a:off x="9652491" y="2986436"/>
            <a:ext cx="721206" cy="609701"/>
            <a:chOff x="9657972" y="90836"/>
            <a:chExt cx="721206" cy="609701"/>
          </a:xfrm>
        </p:grpSpPr>
        <p:sp>
          <p:nvSpPr>
            <p:cNvPr id="5" name="Rectangle 4">
              <a:hlinkHover r:id="" action="ppaction://noaction" highlightClick="1"/>
              <a:extLst>
                <a:ext uri="{FF2B5EF4-FFF2-40B4-BE49-F238E27FC236}">
                  <a16:creationId xmlns:a16="http://schemas.microsoft.com/office/drawing/2014/main" id="{F0F5478A-4688-5146-1FD3-5F39A816EAE7}"/>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6" name="Diamond 5">
              <a:extLst>
                <a:ext uri="{FF2B5EF4-FFF2-40B4-BE49-F238E27FC236}">
                  <a16:creationId xmlns:a16="http://schemas.microsoft.com/office/drawing/2014/main" id="{468A6CE0-833E-B59D-7512-0F150439E9F8}"/>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 name="Oval 6">
              <a:extLst>
                <a:ext uri="{FF2B5EF4-FFF2-40B4-BE49-F238E27FC236}">
                  <a16:creationId xmlns:a16="http://schemas.microsoft.com/office/drawing/2014/main" id="{C7BEEEF2-384C-1D39-17FA-FBC2439F722D}"/>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87411004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358718" y="173237"/>
            <a:ext cx="97192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Office 365 E5</a:t>
            </a:r>
          </a:p>
        </p:txBody>
      </p:sp>
      <p:grpSp>
        <p:nvGrpSpPr>
          <p:cNvPr id="935" name="Group 934">
            <a:extLst>
              <a:ext uri="{FF2B5EF4-FFF2-40B4-BE49-F238E27FC236}">
                <a16:creationId xmlns:a16="http://schemas.microsoft.com/office/drawing/2014/main" id="{C1A411B5-3DE5-400B-5ADB-E3EE28EE0F9A}"/>
              </a:ext>
            </a:extLst>
          </p:cNvPr>
          <p:cNvGrpSpPr/>
          <p:nvPr/>
        </p:nvGrpSpPr>
        <p:grpSpPr>
          <a:xfrm>
            <a:off x="8838384" y="-2824"/>
            <a:ext cx="754117" cy="803729"/>
            <a:chOff x="9401324" y="101482"/>
            <a:chExt cx="754117" cy="803729"/>
          </a:xfrm>
        </p:grpSpPr>
        <p:pic>
          <p:nvPicPr>
            <p:cNvPr id="936" name="Graphic 935" descr="Back with solid fill">
              <a:hlinkClick r:id="" action="ppaction://hlinkshowjump?jump=lastslideviewed"/>
              <a:extLst>
                <a:ext uri="{FF2B5EF4-FFF2-40B4-BE49-F238E27FC236}">
                  <a16:creationId xmlns:a16="http://schemas.microsoft.com/office/drawing/2014/main" id="{FDB9478E-A8D8-5E82-7E35-220530F5062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07970" y="101482"/>
              <a:ext cx="740824" cy="740824"/>
            </a:xfrm>
            <a:prstGeom prst="rect">
              <a:avLst/>
            </a:prstGeom>
          </p:spPr>
        </p:pic>
        <p:sp>
          <p:nvSpPr>
            <p:cNvPr id="937" name="TextBox 936">
              <a:extLst>
                <a:ext uri="{FF2B5EF4-FFF2-40B4-BE49-F238E27FC236}">
                  <a16:creationId xmlns:a16="http://schemas.microsoft.com/office/drawing/2014/main" id="{F5FE704E-00B0-A05F-DFFD-5AE284AC554F}"/>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grpSp>
        <p:nvGrpSpPr>
          <p:cNvPr id="938" name="Group 937">
            <a:extLst>
              <a:ext uri="{FF2B5EF4-FFF2-40B4-BE49-F238E27FC236}">
                <a16:creationId xmlns:a16="http://schemas.microsoft.com/office/drawing/2014/main" id="{16E74295-52FD-0EDC-228E-9BC9F4987214}"/>
              </a:ext>
            </a:extLst>
          </p:cNvPr>
          <p:cNvGrpSpPr/>
          <p:nvPr/>
        </p:nvGrpSpPr>
        <p:grpSpPr>
          <a:xfrm>
            <a:off x="3779655" y="811556"/>
            <a:ext cx="721206" cy="609701"/>
            <a:chOff x="3779655" y="811556"/>
            <a:chExt cx="721206" cy="609701"/>
          </a:xfrm>
        </p:grpSpPr>
        <p:sp>
          <p:nvSpPr>
            <p:cNvPr id="939" name="Rectangle 938">
              <a:extLst>
                <a:ext uri="{FF2B5EF4-FFF2-40B4-BE49-F238E27FC236}">
                  <a16:creationId xmlns:a16="http://schemas.microsoft.com/office/drawing/2014/main" id="{DC3F39C5-73B0-141B-5372-1E0BFE74BDBF}"/>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940" name="Rectangle 939">
              <a:extLst>
                <a:ext uri="{FF2B5EF4-FFF2-40B4-BE49-F238E27FC236}">
                  <a16:creationId xmlns:a16="http://schemas.microsoft.com/office/drawing/2014/main" id="{F2F3A651-BD92-E875-AD3C-72488ACDD262}"/>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1" name="Oval 15">
              <a:extLst>
                <a:ext uri="{FF2B5EF4-FFF2-40B4-BE49-F238E27FC236}">
                  <a16:creationId xmlns:a16="http://schemas.microsoft.com/office/drawing/2014/main" id="{61CDCC81-BB88-C4A9-0718-B192CCBC8135}"/>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42" name="Straight Connector 941">
              <a:extLst>
                <a:ext uri="{FF2B5EF4-FFF2-40B4-BE49-F238E27FC236}">
                  <a16:creationId xmlns:a16="http://schemas.microsoft.com/office/drawing/2014/main" id="{9216F8FA-0E6E-1FDF-5F32-0BE4039BB7B2}"/>
                </a:ext>
              </a:extLst>
            </p:cNvPr>
            <p:cNvCxnSpPr>
              <a:cxnSpLocks/>
              <a:stCxn id="941"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43" name="Straight Connector 942">
              <a:extLst>
                <a:ext uri="{FF2B5EF4-FFF2-40B4-BE49-F238E27FC236}">
                  <a16:creationId xmlns:a16="http://schemas.microsoft.com/office/drawing/2014/main" id="{BB13BF4E-A4FC-7B34-8D60-EF13ABFD33E8}"/>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4" name="Group 943">
            <a:extLst>
              <a:ext uri="{FF2B5EF4-FFF2-40B4-BE49-F238E27FC236}">
                <a16:creationId xmlns:a16="http://schemas.microsoft.com/office/drawing/2014/main" id="{833251B5-0A92-5C14-031F-7BC35EDD1D97}"/>
              </a:ext>
            </a:extLst>
          </p:cNvPr>
          <p:cNvGrpSpPr/>
          <p:nvPr/>
        </p:nvGrpSpPr>
        <p:grpSpPr>
          <a:xfrm>
            <a:off x="7959195" y="3698231"/>
            <a:ext cx="721206" cy="609701"/>
            <a:chOff x="7959195" y="3698231"/>
            <a:chExt cx="721206" cy="609701"/>
          </a:xfrm>
        </p:grpSpPr>
        <p:sp>
          <p:nvSpPr>
            <p:cNvPr id="945" name="Rectangle 944">
              <a:hlinkHover r:id="" action="ppaction://noaction" highlightClick="1"/>
              <a:extLst>
                <a:ext uri="{FF2B5EF4-FFF2-40B4-BE49-F238E27FC236}">
                  <a16:creationId xmlns:a16="http://schemas.microsoft.com/office/drawing/2014/main" id="{7FE07B96-C45A-A40E-E31E-C059C764AF84}"/>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946" name="Oval 945">
              <a:extLst>
                <a:ext uri="{FF2B5EF4-FFF2-40B4-BE49-F238E27FC236}">
                  <a16:creationId xmlns:a16="http://schemas.microsoft.com/office/drawing/2014/main" id="{F68FBE13-A1AC-2CA0-305B-87824C636F7A}"/>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7" name="Isosceles Triangle 648">
              <a:extLst>
                <a:ext uri="{FF2B5EF4-FFF2-40B4-BE49-F238E27FC236}">
                  <a16:creationId xmlns:a16="http://schemas.microsoft.com/office/drawing/2014/main" id="{FA1DE0C9-A0F8-2071-D36D-05A2F9930BE0}"/>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72" name="Group 971">
            <a:extLst>
              <a:ext uri="{FF2B5EF4-FFF2-40B4-BE49-F238E27FC236}">
                <a16:creationId xmlns:a16="http://schemas.microsoft.com/office/drawing/2014/main" id="{9B87FF43-9BB4-9683-86F4-B4AE11A0A35B}"/>
              </a:ext>
            </a:extLst>
          </p:cNvPr>
          <p:cNvGrpSpPr/>
          <p:nvPr/>
        </p:nvGrpSpPr>
        <p:grpSpPr>
          <a:xfrm>
            <a:off x="6287105" y="2974054"/>
            <a:ext cx="721206" cy="609701"/>
            <a:chOff x="6287105" y="2974054"/>
            <a:chExt cx="721206" cy="609701"/>
          </a:xfrm>
        </p:grpSpPr>
        <p:sp>
          <p:nvSpPr>
            <p:cNvPr id="973" name="Rectangle 972">
              <a:hlinkHover r:id="" action="ppaction://noaction" highlightClick="1"/>
              <a:extLst>
                <a:ext uri="{FF2B5EF4-FFF2-40B4-BE49-F238E27FC236}">
                  <a16:creationId xmlns:a16="http://schemas.microsoft.com/office/drawing/2014/main" id="{A263624C-4CB8-E493-8D80-BA24A3B68A2D}"/>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974" name="Rectangle 973">
              <a:extLst>
                <a:ext uri="{FF2B5EF4-FFF2-40B4-BE49-F238E27FC236}">
                  <a16:creationId xmlns:a16="http://schemas.microsoft.com/office/drawing/2014/main" id="{B2DA40B7-41D8-AF60-6A7E-6AB2791D10BF}"/>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5" name="Oval 15">
              <a:extLst>
                <a:ext uri="{FF2B5EF4-FFF2-40B4-BE49-F238E27FC236}">
                  <a16:creationId xmlns:a16="http://schemas.microsoft.com/office/drawing/2014/main" id="{0FB9C404-2299-80DC-CE68-41A443984CE9}"/>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76" name="Straight Connector 975">
              <a:extLst>
                <a:ext uri="{FF2B5EF4-FFF2-40B4-BE49-F238E27FC236}">
                  <a16:creationId xmlns:a16="http://schemas.microsoft.com/office/drawing/2014/main" id="{92C995CC-71D0-29E4-FD02-8E4F39024038}"/>
                </a:ext>
              </a:extLst>
            </p:cNvPr>
            <p:cNvCxnSpPr>
              <a:cxnSpLocks/>
              <a:stCxn id="975"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977" name="Group 976">
            <a:extLst>
              <a:ext uri="{FF2B5EF4-FFF2-40B4-BE49-F238E27FC236}">
                <a16:creationId xmlns:a16="http://schemas.microsoft.com/office/drawing/2014/main" id="{A9002A36-2EB1-DEED-AF7C-48F85772ABA2}"/>
              </a:ext>
            </a:extLst>
          </p:cNvPr>
          <p:cNvGrpSpPr/>
          <p:nvPr/>
        </p:nvGrpSpPr>
        <p:grpSpPr>
          <a:xfrm>
            <a:off x="7123149" y="2974054"/>
            <a:ext cx="721206" cy="646284"/>
            <a:chOff x="7123149" y="2974054"/>
            <a:chExt cx="721206" cy="646284"/>
          </a:xfrm>
        </p:grpSpPr>
        <p:sp>
          <p:nvSpPr>
            <p:cNvPr id="978" name="Rectangle 977">
              <a:hlinkHover r:id="" action="ppaction://noaction" highlightClick="1"/>
              <a:extLst>
                <a:ext uri="{FF2B5EF4-FFF2-40B4-BE49-F238E27FC236}">
                  <a16:creationId xmlns:a16="http://schemas.microsoft.com/office/drawing/2014/main" id="{22A27377-C463-BCFD-4728-C00A792FFA17}"/>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979" name="Rectangle 978">
              <a:extLst>
                <a:ext uri="{FF2B5EF4-FFF2-40B4-BE49-F238E27FC236}">
                  <a16:creationId xmlns:a16="http://schemas.microsoft.com/office/drawing/2014/main" id="{51EEBD21-962A-6290-0F54-B6A93176B7E6}"/>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0" name="Oval 15">
              <a:extLst>
                <a:ext uri="{FF2B5EF4-FFF2-40B4-BE49-F238E27FC236}">
                  <a16:creationId xmlns:a16="http://schemas.microsoft.com/office/drawing/2014/main" id="{F76C488B-FBEF-B419-B4CB-2A101C97CD98}"/>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81" name="Straight Connector 980">
              <a:extLst>
                <a:ext uri="{FF2B5EF4-FFF2-40B4-BE49-F238E27FC236}">
                  <a16:creationId xmlns:a16="http://schemas.microsoft.com/office/drawing/2014/main" id="{795B90E2-4196-698E-DA7D-DF5F8833B023}"/>
                </a:ext>
              </a:extLst>
            </p:cNvPr>
            <p:cNvCxnSpPr>
              <a:cxnSpLocks/>
              <a:stCxn id="980"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82" name="Straight Connector 981">
              <a:extLst>
                <a:ext uri="{FF2B5EF4-FFF2-40B4-BE49-F238E27FC236}">
                  <a16:creationId xmlns:a16="http://schemas.microsoft.com/office/drawing/2014/main" id="{149710D5-3211-5333-FF0D-DE7146D1265C}"/>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83" name="Group 982">
            <a:extLst>
              <a:ext uri="{FF2B5EF4-FFF2-40B4-BE49-F238E27FC236}">
                <a16:creationId xmlns:a16="http://schemas.microsoft.com/office/drawing/2014/main" id="{7D54F504-A777-921F-3BD4-C67B95812902}"/>
              </a:ext>
            </a:extLst>
          </p:cNvPr>
          <p:cNvGrpSpPr/>
          <p:nvPr/>
        </p:nvGrpSpPr>
        <p:grpSpPr>
          <a:xfrm>
            <a:off x="7959200" y="2974054"/>
            <a:ext cx="721206" cy="609701"/>
            <a:chOff x="7959200" y="2974054"/>
            <a:chExt cx="721206" cy="609701"/>
          </a:xfrm>
        </p:grpSpPr>
        <p:sp>
          <p:nvSpPr>
            <p:cNvPr id="984" name="Rectangle 983">
              <a:hlinkHover r:id="" action="ppaction://noaction" highlightClick="1"/>
              <a:extLst>
                <a:ext uri="{FF2B5EF4-FFF2-40B4-BE49-F238E27FC236}">
                  <a16:creationId xmlns:a16="http://schemas.microsoft.com/office/drawing/2014/main" id="{FC579DD6-72B9-64CC-90E7-8FEEBDD27C93}"/>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985" name="Diamond 984">
              <a:extLst>
                <a:ext uri="{FF2B5EF4-FFF2-40B4-BE49-F238E27FC236}">
                  <a16:creationId xmlns:a16="http://schemas.microsoft.com/office/drawing/2014/main" id="{B9BB203F-5748-EA5A-1ECC-EED3B276E52F}"/>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6" name="Oval 985">
              <a:extLst>
                <a:ext uri="{FF2B5EF4-FFF2-40B4-BE49-F238E27FC236}">
                  <a16:creationId xmlns:a16="http://schemas.microsoft.com/office/drawing/2014/main" id="{1A57E259-2C57-5F92-6117-DA1534613527}"/>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87" name="Group 986">
            <a:extLst>
              <a:ext uri="{FF2B5EF4-FFF2-40B4-BE49-F238E27FC236}">
                <a16:creationId xmlns:a16="http://schemas.microsoft.com/office/drawing/2014/main" id="{EEA54504-A8AF-D0E8-04A1-85042DB15748}"/>
              </a:ext>
            </a:extLst>
          </p:cNvPr>
          <p:cNvGrpSpPr/>
          <p:nvPr/>
        </p:nvGrpSpPr>
        <p:grpSpPr>
          <a:xfrm>
            <a:off x="8795244" y="2974054"/>
            <a:ext cx="721206" cy="609701"/>
            <a:chOff x="8795244" y="2974054"/>
            <a:chExt cx="721206" cy="609701"/>
          </a:xfrm>
        </p:grpSpPr>
        <p:sp>
          <p:nvSpPr>
            <p:cNvPr id="988" name="Rectangle 987">
              <a:hlinkHover r:id="" action="ppaction://noaction" highlightClick="1"/>
              <a:extLst>
                <a:ext uri="{FF2B5EF4-FFF2-40B4-BE49-F238E27FC236}">
                  <a16:creationId xmlns:a16="http://schemas.microsoft.com/office/drawing/2014/main" id="{F4367213-5875-72D2-B482-5B720AF33E8A}"/>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989" name="Diamond 988">
              <a:extLst>
                <a:ext uri="{FF2B5EF4-FFF2-40B4-BE49-F238E27FC236}">
                  <a16:creationId xmlns:a16="http://schemas.microsoft.com/office/drawing/2014/main" id="{4ABD56FC-6E6F-93C8-FA46-4B84251592B9}"/>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0" name="Oval 989">
              <a:extLst>
                <a:ext uri="{FF2B5EF4-FFF2-40B4-BE49-F238E27FC236}">
                  <a16:creationId xmlns:a16="http://schemas.microsoft.com/office/drawing/2014/main" id="{2544F351-1327-1596-7B59-E2732A99112A}"/>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03" name="Group 1002">
            <a:extLst>
              <a:ext uri="{FF2B5EF4-FFF2-40B4-BE49-F238E27FC236}">
                <a16:creationId xmlns:a16="http://schemas.microsoft.com/office/drawing/2014/main" id="{C948471D-D918-5610-D225-3269EEE3587C}"/>
              </a:ext>
            </a:extLst>
          </p:cNvPr>
          <p:cNvGrpSpPr/>
          <p:nvPr/>
        </p:nvGrpSpPr>
        <p:grpSpPr>
          <a:xfrm>
            <a:off x="6284597" y="811555"/>
            <a:ext cx="721206" cy="609701"/>
            <a:chOff x="6284597" y="811555"/>
            <a:chExt cx="721206" cy="609701"/>
          </a:xfrm>
        </p:grpSpPr>
        <p:sp>
          <p:nvSpPr>
            <p:cNvPr id="1004" name="Rectangle 1003">
              <a:hlinkHover r:id="" action="ppaction://noaction" highlightClick="1"/>
              <a:extLst>
                <a:ext uri="{FF2B5EF4-FFF2-40B4-BE49-F238E27FC236}">
                  <a16:creationId xmlns:a16="http://schemas.microsoft.com/office/drawing/2014/main" id="{95F67280-B11E-77F2-D0BD-A8CF8C813663}"/>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1005" name="Right Triangle 1004">
              <a:extLst>
                <a:ext uri="{FF2B5EF4-FFF2-40B4-BE49-F238E27FC236}">
                  <a16:creationId xmlns:a16="http://schemas.microsoft.com/office/drawing/2014/main" id="{B9B569FC-3E14-AF65-43D6-43DD73180B81}"/>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06" name="Oval 27">
              <a:extLst>
                <a:ext uri="{FF2B5EF4-FFF2-40B4-BE49-F238E27FC236}">
                  <a16:creationId xmlns:a16="http://schemas.microsoft.com/office/drawing/2014/main" id="{B064983B-F9DD-7036-B214-12B1ECBA9CAB}"/>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07" name="Oval 28">
              <a:extLst>
                <a:ext uri="{FF2B5EF4-FFF2-40B4-BE49-F238E27FC236}">
                  <a16:creationId xmlns:a16="http://schemas.microsoft.com/office/drawing/2014/main" id="{9636C6FA-AF6B-5CBA-2B63-B77FD149731E}"/>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13" name="Group 1012">
            <a:extLst>
              <a:ext uri="{FF2B5EF4-FFF2-40B4-BE49-F238E27FC236}">
                <a16:creationId xmlns:a16="http://schemas.microsoft.com/office/drawing/2014/main" id="{89A1BCFB-7BB4-439D-D21B-95A8421C78A3}"/>
              </a:ext>
            </a:extLst>
          </p:cNvPr>
          <p:cNvGrpSpPr/>
          <p:nvPr/>
        </p:nvGrpSpPr>
        <p:grpSpPr>
          <a:xfrm>
            <a:off x="7957576" y="811556"/>
            <a:ext cx="721206" cy="609701"/>
            <a:chOff x="7957576" y="811556"/>
            <a:chExt cx="721206" cy="609701"/>
          </a:xfrm>
        </p:grpSpPr>
        <p:sp>
          <p:nvSpPr>
            <p:cNvPr id="1014" name="Rectangle 1013">
              <a:extLst>
                <a:ext uri="{FF2B5EF4-FFF2-40B4-BE49-F238E27FC236}">
                  <a16:creationId xmlns:a16="http://schemas.microsoft.com/office/drawing/2014/main" id="{6DDC96B1-4C7C-CBFB-E9EB-EDBF143B4E48}"/>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1015" name="Rectangle 1014">
              <a:extLst>
                <a:ext uri="{FF2B5EF4-FFF2-40B4-BE49-F238E27FC236}">
                  <a16:creationId xmlns:a16="http://schemas.microsoft.com/office/drawing/2014/main" id="{F15EBDCA-B073-0F3E-FF48-AF3F086E7391}"/>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6" name="Oval 15">
              <a:extLst>
                <a:ext uri="{FF2B5EF4-FFF2-40B4-BE49-F238E27FC236}">
                  <a16:creationId xmlns:a16="http://schemas.microsoft.com/office/drawing/2014/main" id="{8EB0ADCA-A7E2-202B-808B-3721AAE3B475}"/>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17" name="Straight Connector 1016">
              <a:extLst>
                <a:ext uri="{FF2B5EF4-FFF2-40B4-BE49-F238E27FC236}">
                  <a16:creationId xmlns:a16="http://schemas.microsoft.com/office/drawing/2014/main" id="{F4CE9B7D-FF38-D4C8-D88E-FEBA542831CE}"/>
                </a:ext>
              </a:extLst>
            </p:cNvPr>
            <p:cNvCxnSpPr>
              <a:cxnSpLocks/>
              <a:stCxn id="1016"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18" name="Straight Connector 1017">
              <a:extLst>
                <a:ext uri="{FF2B5EF4-FFF2-40B4-BE49-F238E27FC236}">
                  <a16:creationId xmlns:a16="http://schemas.microsoft.com/office/drawing/2014/main" id="{30F5D794-F9E2-FE66-77C1-F24F927C8273}"/>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27" name="Group 1026">
            <a:extLst>
              <a:ext uri="{FF2B5EF4-FFF2-40B4-BE49-F238E27FC236}">
                <a16:creationId xmlns:a16="http://schemas.microsoft.com/office/drawing/2014/main" id="{1999A0DA-73D6-E167-B1ED-9F349CD0C34B}"/>
              </a:ext>
            </a:extLst>
          </p:cNvPr>
          <p:cNvGrpSpPr/>
          <p:nvPr/>
        </p:nvGrpSpPr>
        <p:grpSpPr>
          <a:xfrm>
            <a:off x="11356242" y="90836"/>
            <a:ext cx="721206" cy="609701"/>
            <a:chOff x="11356242" y="90836"/>
            <a:chExt cx="721206" cy="609701"/>
          </a:xfrm>
        </p:grpSpPr>
        <p:sp>
          <p:nvSpPr>
            <p:cNvPr id="1028" name="Rectangle 1027">
              <a:hlinkHover r:id="" action="ppaction://noaction" highlightClick="1"/>
              <a:extLst>
                <a:ext uri="{FF2B5EF4-FFF2-40B4-BE49-F238E27FC236}">
                  <a16:creationId xmlns:a16="http://schemas.microsoft.com/office/drawing/2014/main" id="{733E8BC1-1E00-4E6E-5D0D-9A203BA0D8F9}"/>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1029" name="Oval 1028">
              <a:extLst>
                <a:ext uri="{FF2B5EF4-FFF2-40B4-BE49-F238E27FC236}">
                  <a16:creationId xmlns:a16="http://schemas.microsoft.com/office/drawing/2014/main" id="{AF85BA70-B671-98EA-6887-69FD8E4C0C64}"/>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0" name="Isosceles Triangle 648">
              <a:extLst>
                <a:ext uri="{FF2B5EF4-FFF2-40B4-BE49-F238E27FC236}">
                  <a16:creationId xmlns:a16="http://schemas.microsoft.com/office/drawing/2014/main" id="{F5819D61-1247-7471-8005-374280D38775}"/>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31" name="Group 1030">
            <a:extLst>
              <a:ext uri="{FF2B5EF4-FFF2-40B4-BE49-F238E27FC236}">
                <a16:creationId xmlns:a16="http://schemas.microsoft.com/office/drawing/2014/main" id="{A8968C82-F18B-D7A9-D998-9299F64CD36A}"/>
              </a:ext>
            </a:extLst>
          </p:cNvPr>
          <p:cNvGrpSpPr/>
          <p:nvPr/>
        </p:nvGrpSpPr>
        <p:grpSpPr>
          <a:xfrm>
            <a:off x="11356243" y="3694774"/>
            <a:ext cx="721206" cy="609701"/>
            <a:chOff x="11356243" y="3694774"/>
            <a:chExt cx="721206" cy="609701"/>
          </a:xfrm>
        </p:grpSpPr>
        <p:sp>
          <p:nvSpPr>
            <p:cNvPr id="1032" name="Rectangle 1031">
              <a:hlinkHover r:id="" action="ppaction://noaction" highlightClick="1"/>
              <a:extLst>
                <a:ext uri="{FF2B5EF4-FFF2-40B4-BE49-F238E27FC236}">
                  <a16:creationId xmlns:a16="http://schemas.microsoft.com/office/drawing/2014/main" id="{3D14CBC5-EC94-A622-BCC1-842E89416E5B}"/>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1033" name="Oval 1032">
              <a:extLst>
                <a:ext uri="{FF2B5EF4-FFF2-40B4-BE49-F238E27FC236}">
                  <a16:creationId xmlns:a16="http://schemas.microsoft.com/office/drawing/2014/main" id="{00D185B8-F2D4-B837-CF32-022B91EE6F35}"/>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4" name="Isosceles Triangle 648">
              <a:extLst>
                <a:ext uri="{FF2B5EF4-FFF2-40B4-BE49-F238E27FC236}">
                  <a16:creationId xmlns:a16="http://schemas.microsoft.com/office/drawing/2014/main" id="{82C90410-6562-2E32-532D-F96A8C768E1A}"/>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35" name="Group 1034">
            <a:extLst>
              <a:ext uri="{FF2B5EF4-FFF2-40B4-BE49-F238E27FC236}">
                <a16:creationId xmlns:a16="http://schemas.microsoft.com/office/drawing/2014/main" id="{85E0D353-2620-EB6F-A0D7-E98E829F5212}"/>
              </a:ext>
            </a:extLst>
          </p:cNvPr>
          <p:cNvGrpSpPr/>
          <p:nvPr/>
        </p:nvGrpSpPr>
        <p:grpSpPr>
          <a:xfrm>
            <a:off x="9657691" y="4419624"/>
            <a:ext cx="721206" cy="609701"/>
            <a:chOff x="9657691" y="4419624"/>
            <a:chExt cx="721206" cy="609701"/>
          </a:xfrm>
        </p:grpSpPr>
        <p:sp>
          <p:nvSpPr>
            <p:cNvPr id="1036" name="Rectangle 1035">
              <a:hlinkHover r:id="" action="ppaction://noaction" highlightClick="1"/>
              <a:extLst>
                <a:ext uri="{FF2B5EF4-FFF2-40B4-BE49-F238E27FC236}">
                  <a16:creationId xmlns:a16="http://schemas.microsoft.com/office/drawing/2014/main" id="{2C66E02F-38E3-24AE-71E9-54A8E6EE97AC}"/>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1037" name="Oval 1036">
              <a:extLst>
                <a:ext uri="{FF2B5EF4-FFF2-40B4-BE49-F238E27FC236}">
                  <a16:creationId xmlns:a16="http://schemas.microsoft.com/office/drawing/2014/main" id="{925E8043-98A0-0ED6-2389-A74A9A317AE8}"/>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8" name="Isosceles Triangle 648">
              <a:extLst>
                <a:ext uri="{FF2B5EF4-FFF2-40B4-BE49-F238E27FC236}">
                  <a16:creationId xmlns:a16="http://schemas.microsoft.com/office/drawing/2014/main" id="{87EE557A-83B8-8071-0871-E03522D37B6C}"/>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39" name="Group 1038">
            <a:extLst>
              <a:ext uri="{FF2B5EF4-FFF2-40B4-BE49-F238E27FC236}">
                <a16:creationId xmlns:a16="http://schemas.microsoft.com/office/drawing/2014/main" id="{AD89294F-FE87-7DBD-1516-B16BAA2A63E2}"/>
              </a:ext>
            </a:extLst>
          </p:cNvPr>
          <p:cNvGrpSpPr/>
          <p:nvPr/>
        </p:nvGrpSpPr>
        <p:grpSpPr>
          <a:xfrm>
            <a:off x="10506968" y="4419620"/>
            <a:ext cx="721206" cy="609701"/>
            <a:chOff x="10506968" y="4419620"/>
            <a:chExt cx="721206" cy="609701"/>
          </a:xfrm>
        </p:grpSpPr>
        <p:sp>
          <p:nvSpPr>
            <p:cNvPr id="1040" name="Rectangle 1039">
              <a:hlinkHover r:id="" action="ppaction://noaction" highlightClick="1"/>
              <a:extLst>
                <a:ext uri="{FF2B5EF4-FFF2-40B4-BE49-F238E27FC236}">
                  <a16:creationId xmlns:a16="http://schemas.microsoft.com/office/drawing/2014/main" id="{CF716FB6-705A-A093-A8F6-E7BF11A4A810}"/>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1041" name="Oval 1040">
              <a:extLst>
                <a:ext uri="{FF2B5EF4-FFF2-40B4-BE49-F238E27FC236}">
                  <a16:creationId xmlns:a16="http://schemas.microsoft.com/office/drawing/2014/main" id="{2CED37E5-0972-B254-F739-F67443AA019B}"/>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2" name="Isosceles Triangle 648">
              <a:extLst>
                <a:ext uri="{FF2B5EF4-FFF2-40B4-BE49-F238E27FC236}">
                  <a16:creationId xmlns:a16="http://schemas.microsoft.com/office/drawing/2014/main" id="{B64C7838-8A73-75C6-A669-D256E7CBAB56}"/>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3" name="Group 1042">
            <a:extLst>
              <a:ext uri="{FF2B5EF4-FFF2-40B4-BE49-F238E27FC236}">
                <a16:creationId xmlns:a16="http://schemas.microsoft.com/office/drawing/2014/main" id="{50AF5980-2E11-9463-E589-682165E5BD29}"/>
              </a:ext>
            </a:extLst>
          </p:cNvPr>
          <p:cNvGrpSpPr/>
          <p:nvPr/>
        </p:nvGrpSpPr>
        <p:grpSpPr>
          <a:xfrm>
            <a:off x="11356003" y="4416261"/>
            <a:ext cx="721206" cy="609701"/>
            <a:chOff x="11356003" y="4416261"/>
            <a:chExt cx="721206" cy="609701"/>
          </a:xfrm>
        </p:grpSpPr>
        <p:sp>
          <p:nvSpPr>
            <p:cNvPr id="1044" name="Rectangle 1043">
              <a:hlinkHover r:id="" action="ppaction://noaction" highlightClick="1"/>
              <a:extLst>
                <a:ext uri="{FF2B5EF4-FFF2-40B4-BE49-F238E27FC236}">
                  <a16:creationId xmlns:a16="http://schemas.microsoft.com/office/drawing/2014/main" id="{9FD74554-D3F3-FFB9-5499-54230C742D34}"/>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1045" name="Oval 1044">
              <a:extLst>
                <a:ext uri="{FF2B5EF4-FFF2-40B4-BE49-F238E27FC236}">
                  <a16:creationId xmlns:a16="http://schemas.microsoft.com/office/drawing/2014/main" id="{1B1D4925-BB6F-C472-A10E-AFA557821B66}"/>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6" name="Isosceles Triangle 648">
              <a:extLst>
                <a:ext uri="{FF2B5EF4-FFF2-40B4-BE49-F238E27FC236}">
                  <a16:creationId xmlns:a16="http://schemas.microsoft.com/office/drawing/2014/main" id="{73A8DEB3-CFC6-B85A-39E9-8A7A51883362}"/>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7" name="Group 1046">
            <a:extLst>
              <a:ext uri="{FF2B5EF4-FFF2-40B4-BE49-F238E27FC236}">
                <a16:creationId xmlns:a16="http://schemas.microsoft.com/office/drawing/2014/main" id="{86BAD76A-6E47-8606-E1BD-1771874702A1}"/>
              </a:ext>
            </a:extLst>
          </p:cNvPr>
          <p:cNvGrpSpPr/>
          <p:nvPr/>
        </p:nvGrpSpPr>
        <p:grpSpPr>
          <a:xfrm>
            <a:off x="8808526" y="4416261"/>
            <a:ext cx="721206" cy="609701"/>
            <a:chOff x="8808526" y="4416261"/>
            <a:chExt cx="721206" cy="609701"/>
          </a:xfrm>
        </p:grpSpPr>
        <p:sp>
          <p:nvSpPr>
            <p:cNvPr id="1048" name="Rectangle 1047">
              <a:hlinkHover r:id="" action="ppaction://noaction" highlightClick="1"/>
              <a:extLst>
                <a:ext uri="{FF2B5EF4-FFF2-40B4-BE49-F238E27FC236}">
                  <a16:creationId xmlns:a16="http://schemas.microsoft.com/office/drawing/2014/main" id="{390F0815-91E8-38F9-1180-043E0910BA8A}"/>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1049" name="Oval 1048">
              <a:extLst>
                <a:ext uri="{FF2B5EF4-FFF2-40B4-BE49-F238E27FC236}">
                  <a16:creationId xmlns:a16="http://schemas.microsoft.com/office/drawing/2014/main" id="{FE1607FB-24BD-788B-1C63-76351B540371}"/>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50" name="Isosceles Triangle 648">
              <a:extLst>
                <a:ext uri="{FF2B5EF4-FFF2-40B4-BE49-F238E27FC236}">
                  <a16:creationId xmlns:a16="http://schemas.microsoft.com/office/drawing/2014/main" id="{B6D50574-2E10-D930-9454-A0247AD6A385}"/>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51" name="Group 1050">
            <a:extLst>
              <a:ext uri="{FF2B5EF4-FFF2-40B4-BE49-F238E27FC236}">
                <a16:creationId xmlns:a16="http://schemas.microsoft.com/office/drawing/2014/main" id="{B3655CDD-02A1-A2EB-7F78-3DAACD92A8E8}"/>
              </a:ext>
            </a:extLst>
          </p:cNvPr>
          <p:cNvGrpSpPr/>
          <p:nvPr/>
        </p:nvGrpSpPr>
        <p:grpSpPr>
          <a:xfrm>
            <a:off x="10509579" y="5141013"/>
            <a:ext cx="721206" cy="609701"/>
            <a:chOff x="10509579" y="5141013"/>
            <a:chExt cx="721206" cy="609701"/>
          </a:xfrm>
        </p:grpSpPr>
        <p:sp>
          <p:nvSpPr>
            <p:cNvPr id="1052" name="Rectangle 1051">
              <a:hlinkHover r:id="" action="ppaction://noaction" highlightClick="1"/>
              <a:extLst>
                <a:ext uri="{FF2B5EF4-FFF2-40B4-BE49-F238E27FC236}">
                  <a16:creationId xmlns:a16="http://schemas.microsoft.com/office/drawing/2014/main" id="{4C3A7CF2-94AF-3DD7-0E3C-CE1829750478}"/>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1053" name="Oval 1052">
              <a:extLst>
                <a:ext uri="{FF2B5EF4-FFF2-40B4-BE49-F238E27FC236}">
                  <a16:creationId xmlns:a16="http://schemas.microsoft.com/office/drawing/2014/main" id="{8F29C9D8-A565-9CB9-670D-639E20D7AB1A}"/>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54" name="Isosceles Triangle 648">
              <a:extLst>
                <a:ext uri="{FF2B5EF4-FFF2-40B4-BE49-F238E27FC236}">
                  <a16:creationId xmlns:a16="http://schemas.microsoft.com/office/drawing/2014/main" id="{C426C66C-E677-E7E2-FCD2-6B2E9D79859A}"/>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55" name="Group 1054">
            <a:extLst>
              <a:ext uri="{FF2B5EF4-FFF2-40B4-BE49-F238E27FC236}">
                <a16:creationId xmlns:a16="http://schemas.microsoft.com/office/drawing/2014/main" id="{52C6FC62-8023-9CC5-4A56-7F16447AB51B}"/>
              </a:ext>
            </a:extLst>
          </p:cNvPr>
          <p:cNvGrpSpPr/>
          <p:nvPr/>
        </p:nvGrpSpPr>
        <p:grpSpPr>
          <a:xfrm>
            <a:off x="9651076" y="5143367"/>
            <a:ext cx="721206" cy="609701"/>
            <a:chOff x="9651076" y="5143367"/>
            <a:chExt cx="721206" cy="609701"/>
          </a:xfrm>
        </p:grpSpPr>
        <p:sp>
          <p:nvSpPr>
            <p:cNvPr id="1056" name="Rectangle 1055">
              <a:hlinkHover r:id="" action="ppaction://noaction" highlightClick="1"/>
              <a:extLst>
                <a:ext uri="{FF2B5EF4-FFF2-40B4-BE49-F238E27FC236}">
                  <a16:creationId xmlns:a16="http://schemas.microsoft.com/office/drawing/2014/main" id="{8FBB404B-5C17-C2B8-56A0-17BB77C9FA03}"/>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1057" name="Oval 1056">
              <a:extLst>
                <a:ext uri="{FF2B5EF4-FFF2-40B4-BE49-F238E27FC236}">
                  <a16:creationId xmlns:a16="http://schemas.microsoft.com/office/drawing/2014/main" id="{58B2D2F0-3E2E-2CBF-43F0-27D3A6AA5D69}"/>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58" name="Isosceles Triangle 648">
              <a:extLst>
                <a:ext uri="{FF2B5EF4-FFF2-40B4-BE49-F238E27FC236}">
                  <a16:creationId xmlns:a16="http://schemas.microsoft.com/office/drawing/2014/main" id="{B92D355C-2109-8215-2E66-D1324614782D}"/>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59" name="Group 1058">
            <a:extLst>
              <a:ext uri="{FF2B5EF4-FFF2-40B4-BE49-F238E27FC236}">
                <a16:creationId xmlns:a16="http://schemas.microsoft.com/office/drawing/2014/main" id="{EF036BE2-C63A-7C32-4DF0-8B32C409E461}"/>
              </a:ext>
            </a:extLst>
          </p:cNvPr>
          <p:cNvGrpSpPr/>
          <p:nvPr/>
        </p:nvGrpSpPr>
        <p:grpSpPr>
          <a:xfrm>
            <a:off x="9657612" y="3698231"/>
            <a:ext cx="721206" cy="609701"/>
            <a:chOff x="9657612" y="3698231"/>
            <a:chExt cx="721206" cy="609701"/>
          </a:xfrm>
        </p:grpSpPr>
        <p:sp>
          <p:nvSpPr>
            <p:cNvPr id="1060" name="Rectangle 1059">
              <a:hlinkHover r:id="" action="ppaction://noaction" highlightClick="1"/>
              <a:extLst>
                <a:ext uri="{FF2B5EF4-FFF2-40B4-BE49-F238E27FC236}">
                  <a16:creationId xmlns:a16="http://schemas.microsoft.com/office/drawing/2014/main" id="{E2111262-3C94-F528-B606-C2A0244497B7}"/>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1061" name="Oval 1060">
              <a:extLst>
                <a:ext uri="{FF2B5EF4-FFF2-40B4-BE49-F238E27FC236}">
                  <a16:creationId xmlns:a16="http://schemas.microsoft.com/office/drawing/2014/main" id="{4C7B6C1A-C79F-830D-F913-7395E97A7AC9}"/>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2" name="Isosceles Triangle 648">
              <a:extLst>
                <a:ext uri="{FF2B5EF4-FFF2-40B4-BE49-F238E27FC236}">
                  <a16:creationId xmlns:a16="http://schemas.microsoft.com/office/drawing/2014/main" id="{C43D668E-72D8-C275-1A68-2D1989A5C3DE}"/>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63" name="Group 1062">
            <a:extLst>
              <a:ext uri="{FF2B5EF4-FFF2-40B4-BE49-F238E27FC236}">
                <a16:creationId xmlns:a16="http://schemas.microsoft.com/office/drawing/2014/main" id="{CAF65053-5FA8-A186-26B8-0133BE5507C6}"/>
              </a:ext>
            </a:extLst>
          </p:cNvPr>
          <p:cNvGrpSpPr/>
          <p:nvPr/>
        </p:nvGrpSpPr>
        <p:grpSpPr>
          <a:xfrm>
            <a:off x="10506928" y="3698227"/>
            <a:ext cx="721206" cy="609701"/>
            <a:chOff x="10506928" y="3698227"/>
            <a:chExt cx="721206" cy="609701"/>
          </a:xfrm>
        </p:grpSpPr>
        <p:sp>
          <p:nvSpPr>
            <p:cNvPr id="1064" name="Rectangle 1063">
              <a:hlinkHover r:id="" action="ppaction://noaction" highlightClick="1"/>
              <a:extLst>
                <a:ext uri="{FF2B5EF4-FFF2-40B4-BE49-F238E27FC236}">
                  <a16:creationId xmlns:a16="http://schemas.microsoft.com/office/drawing/2014/main" id="{2F70BCCA-740B-C27B-CCF0-E0F4EBF1CAE1}"/>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1065" name="Oval 1064">
              <a:extLst>
                <a:ext uri="{FF2B5EF4-FFF2-40B4-BE49-F238E27FC236}">
                  <a16:creationId xmlns:a16="http://schemas.microsoft.com/office/drawing/2014/main" id="{672C38D6-A11A-5397-59EE-2A3D9572C62F}"/>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6" name="Isosceles Triangle 648">
              <a:extLst>
                <a:ext uri="{FF2B5EF4-FFF2-40B4-BE49-F238E27FC236}">
                  <a16:creationId xmlns:a16="http://schemas.microsoft.com/office/drawing/2014/main" id="{AC5FCF99-7805-97F7-6F4E-94F79A017E65}"/>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67" name="Group 1066">
            <a:extLst>
              <a:ext uri="{FF2B5EF4-FFF2-40B4-BE49-F238E27FC236}">
                <a16:creationId xmlns:a16="http://schemas.microsoft.com/office/drawing/2014/main" id="{054D8C3F-F969-FF89-B0B1-F2DC70622BF4}"/>
              </a:ext>
            </a:extLst>
          </p:cNvPr>
          <p:cNvGrpSpPr/>
          <p:nvPr/>
        </p:nvGrpSpPr>
        <p:grpSpPr>
          <a:xfrm>
            <a:off x="8808417" y="5135710"/>
            <a:ext cx="721206" cy="609701"/>
            <a:chOff x="8808417" y="5135710"/>
            <a:chExt cx="721206" cy="609701"/>
          </a:xfrm>
        </p:grpSpPr>
        <p:sp>
          <p:nvSpPr>
            <p:cNvPr id="1068" name="Rectangle 1067">
              <a:hlinkHover r:id="" action="ppaction://noaction" highlightClick="1"/>
              <a:extLst>
                <a:ext uri="{FF2B5EF4-FFF2-40B4-BE49-F238E27FC236}">
                  <a16:creationId xmlns:a16="http://schemas.microsoft.com/office/drawing/2014/main" id="{EED27E3A-6F54-3753-867A-F5D4B720ACA6}"/>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1069" name="Oval 1068">
              <a:extLst>
                <a:ext uri="{FF2B5EF4-FFF2-40B4-BE49-F238E27FC236}">
                  <a16:creationId xmlns:a16="http://schemas.microsoft.com/office/drawing/2014/main" id="{1E6B8606-54C8-7688-AD39-3D90C7ABC984}"/>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0" name="Isosceles Triangle 648">
              <a:extLst>
                <a:ext uri="{FF2B5EF4-FFF2-40B4-BE49-F238E27FC236}">
                  <a16:creationId xmlns:a16="http://schemas.microsoft.com/office/drawing/2014/main" id="{F76D2F47-2535-51AE-94FA-CFD4E430B5D8}"/>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91" name="Group 1090">
            <a:extLst>
              <a:ext uri="{FF2B5EF4-FFF2-40B4-BE49-F238E27FC236}">
                <a16:creationId xmlns:a16="http://schemas.microsoft.com/office/drawing/2014/main" id="{7AA6448B-8027-6CFA-BB66-27A84B5D64DE}"/>
              </a:ext>
            </a:extLst>
          </p:cNvPr>
          <p:cNvGrpSpPr/>
          <p:nvPr/>
        </p:nvGrpSpPr>
        <p:grpSpPr>
          <a:xfrm>
            <a:off x="9656904" y="1532276"/>
            <a:ext cx="721206" cy="609701"/>
            <a:chOff x="9656904" y="1532276"/>
            <a:chExt cx="721206" cy="609701"/>
          </a:xfrm>
        </p:grpSpPr>
        <p:sp>
          <p:nvSpPr>
            <p:cNvPr id="1092" name="Rectangle 1091">
              <a:extLst>
                <a:ext uri="{FF2B5EF4-FFF2-40B4-BE49-F238E27FC236}">
                  <a16:creationId xmlns:a16="http://schemas.microsoft.com/office/drawing/2014/main" id="{EF804586-F864-37AF-1EFA-9ADA75DE9804}"/>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093" name="Rectangle 1092">
              <a:extLst>
                <a:ext uri="{FF2B5EF4-FFF2-40B4-BE49-F238E27FC236}">
                  <a16:creationId xmlns:a16="http://schemas.microsoft.com/office/drawing/2014/main" id="{4C6399E0-D885-3AFF-3D0B-6B4B4668880B}"/>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94" name="Oval 15">
              <a:extLst>
                <a:ext uri="{FF2B5EF4-FFF2-40B4-BE49-F238E27FC236}">
                  <a16:creationId xmlns:a16="http://schemas.microsoft.com/office/drawing/2014/main" id="{9F365E2F-0E2D-D2EF-F7E9-214289DD0CFC}"/>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95" name="Straight Connector 1094">
              <a:extLst>
                <a:ext uri="{FF2B5EF4-FFF2-40B4-BE49-F238E27FC236}">
                  <a16:creationId xmlns:a16="http://schemas.microsoft.com/office/drawing/2014/main" id="{7128B5A9-C524-E71C-5FDD-4E27FD336F16}"/>
                </a:ext>
              </a:extLst>
            </p:cNvPr>
            <p:cNvCxnSpPr>
              <a:cxnSpLocks/>
              <a:stCxn id="1094"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96" name="Straight Connector 1095">
              <a:extLst>
                <a:ext uri="{FF2B5EF4-FFF2-40B4-BE49-F238E27FC236}">
                  <a16:creationId xmlns:a16="http://schemas.microsoft.com/office/drawing/2014/main" id="{60A11654-4350-77D6-C4E2-2687C7037949}"/>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25" name="Group 1124">
            <a:extLst>
              <a:ext uri="{FF2B5EF4-FFF2-40B4-BE49-F238E27FC236}">
                <a16:creationId xmlns:a16="http://schemas.microsoft.com/office/drawing/2014/main" id="{AA602A81-1C97-6303-D05D-5F9C2FB5CF63}"/>
              </a:ext>
            </a:extLst>
          </p:cNvPr>
          <p:cNvGrpSpPr/>
          <p:nvPr/>
        </p:nvGrpSpPr>
        <p:grpSpPr>
          <a:xfrm>
            <a:off x="11356242" y="811556"/>
            <a:ext cx="721206" cy="609701"/>
            <a:chOff x="11356242" y="811556"/>
            <a:chExt cx="721206" cy="609701"/>
          </a:xfrm>
        </p:grpSpPr>
        <p:sp>
          <p:nvSpPr>
            <p:cNvPr id="1126" name="Rectangle 1125">
              <a:hlinkHover r:id="" action="ppaction://noaction" highlightClick="1"/>
              <a:extLst>
                <a:ext uri="{FF2B5EF4-FFF2-40B4-BE49-F238E27FC236}">
                  <a16:creationId xmlns:a16="http://schemas.microsoft.com/office/drawing/2014/main" id="{BDC4BEA9-D639-679A-90ED-BABBF4BDA235}"/>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1127" name="Oval 1126">
              <a:extLst>
                <a:ext uri="{FF2B5EF4-FFF2-40B4-BE49-F238E27FC236}">
                  <a16:creationId xmlns:a16="http://schemas.microsoft.com/office/drawing/2014/main" id="{98BB7E1E-1CF6-6C4B-B4AC-7208D4D0B730}"/>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8" name="Isosceles Triangle 648">
              <a:extLst>
                <a:ext uri="{FF2B5EF4-FFF2-40B4-BE49-F238E27FC236}">
                  <a16:creationId xmlns:a16="http://schemas.microsoft.com/office/drawing/2014/main" id="{DF0EAC1B-F645-39E7-D693-96847E2780E6}"/>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29" name="Group 1128">
            <a:extLst>
              <a:ext uri="{FF2B5EF4-FFF2-40B4-BE49-F238E27FC236}">
                <a16:creationId xmlns:a16="http://schemas.microsoft.com/office/drawing/2014/main" id="{F6FF0F94-54F3-4A10-89A2-A98B3798926D}"/>
              </a:ext>
            </a:extLst>
          </p:cNvPr>
          <p:cNvGrpSpPr/>
          <p:nvPr/>
        </p:nvGrpSpPr>
        <p:grpSpPr>
          <a:xfrm>
            <a:off x="8807249" y="811555"/>
            <a:ext cx="721206" cy="609701"/>
            <a:chOff x="8807249" y="811555"/>
            <a:chExt cx="721206" cy="609701"/>
          </a:xfrm>
        </p:grpSpPr>
        <p:sp>
          <p:nvSpPr>
            <p:cNvPr id="1130" name="Rectangle 1129">
              <a:hlinkHover r:id="" action="ppaction://noaction" highlightClick="1"/>
              <a:extLst>
                <a:ext uri="{FF2B5EF4-FFF2-40B4-BE49-F238E27FC236}">
                  <a16:creationId xmlns:a16="http://schemas.microsoft.com/office/drawing/2014/main" id="{384227A3-3F58-7BA5-4C56-692524D47184}"/>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1131" name="Diamond 1130">
              <a:extLst>
                <a:ext uri="{FF2B5EF4-FFF2-40B4-BE49-F238E27FC236}">
                  <a16:creationId xmlns:a16="http://schemas.microsoft.com/office/drawing/2014/main" id="{6AFF89AB-9343-63AF-B33C-4A9EA1B660E2}"/>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32" name="Oval 1131">
              <a:extLst>
                <a:ext uri="{FF2B5EF4-FFF2-40B4-BE49-F238E27FC236}">
                  <a16:creationId xmlns:a16="http://schemas.microsoft.com/office/drawing/2014/main" id="{77FFA25A-605C-EF14-62C0-567E11A69D26}"/>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33" name="Group 1132">
            <a:extLst>
              <a:ext uri="{FF2B5EF4-FFF2-40B4-BE49-F238E27FC236}">
                <a16:creationId xmlns:a16="http://schemas.microsoft.com/office/drawing/2014/main" id="{E3726A00-B657-41EE-12CB-B226F35A04CD}"/>
              </a:ext>
            </a:extLst>
          </p:cNvPr>
          <p:cNvGrpSpPr/>
          <p:nvPr/>
        </p:nvGrpSpPr>
        <p:grpSpPr>
          <a:xfrm>
            <a:off x="8808419" y="3705986"/>
            <a:ext cx="721206" cy="609701"/>
            <a:chOff x="8808419" y="3705986"/>
            <a:chExt cx="721206" cy="609701"/>
          </a:xfrm>
        </p:grpSpPr>
        <p:sp>
          <p:nvSpPr>
            <p:cNvPr id="1134" name="Rectangle 1133">
              <a:hlinkHover r:id="" action="ppaction://noaction" highlightClick="1"/>
              <a:extLst>
                <a:ext uri="{FF2B5EF4-FFF2-40B4-BE49-F238E27FC236}">
                  <a16:creationId xmlns:a16="http://schemas.microsoft.com/office/drawing/2014/main" id="{6BD30A1B-6C2F-4910-6E6B-60E2520384BC}"/>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1135" name="Oval 1134">
              <a:extLst>
                <a:ext uri="{FF2B5EF4-FFF2-40B4-BE49-F238E27FC236}">
                  <a16:creationId xmlns:a16="http://schemas.microsoft.com/office/drawing/2014/main" id="{CA375CBA-94E7-A885-FEA1-E9A074462911}"/>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36" name="Isosceles Triangle 648">
              <a:extLst>
                <a:ext uri="{FF2B5EF4-FFF2-40B4-BE49-F238E27FC236}">
                  <a16:creationId xmlns:a16="http://schemas.microsoft.com/office/drawing/2014/main" id="{8DEB735F-2C1A-E4C3-BCB6-B8DB98084E35}"/>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55" name="Group 1154">
            <a:extLst>
              <a:ext uri="{FF2B5EF4-FFF2-40B4-BE49-F238E27FC236}">
                <a16:creationId xmlns:a16="http://schemas.microsoft.com/office/drawing/2014/main" id="{4C8F1D6F-FC58-5C05-F446-88F159FB819B}"/>
              </a:ext>
            </a:extLst>
          </p:cNvPr>
          <p:cNvGrpSpPr/>
          <p:nvPr/>
        </p:nvGrpSpPr>
        <p:grpSpPr>
          <a:xfrm>
            <a:off x="1269626" y="4419615"/>
            <a:ext cx="721206" cy="609701"/>
            <a:chOff x="1269626" y="4419615"/>
            <a:chExt cx="721206" cy="609701"/>
          </a:xfrm>
        </p:grpSpPr>
        <p:sp>
          <p:nvSpPr>
            <p:cNvPr id="1156" name="Rectangle 1155">
              <a:extLst>
                <a:ext uri="{FF2B5EF4-FFF2-40B4-BE49-F238E27FC236}">
                  <a16:creationId xmlns:a16="http://schemas.microsoft.com/office/drawing/2014/main" id="{890B1CD7-7DEF-B0AA-9CBD-F7B3B5E43065}"/>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1157" name="Cylinder 1156">
              <a:extLst>
                <a:ext uri="{FF2B5EF4-FFF2-40B4-BE49-F238E27FC236}">
                  <a16:creationId xmlns:a16="http://schemas.microsoft.com/office/drawing/2014/main" id="{64E33E11-FEA9-9042-3692-F5389FAD60EB}"/>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58" name="Group 1157">
            <a:extLst>
              <a:ext uri="{FF2B5EF4-FFF2-40B4-BE49-F238E27FC236}">
                <a16:creationId xmlns:a16="http://schemas.microsoft.com/office/drawing/2014/main" id="{4188A7D9-0CEB-9B0A-6EE0-41F06747FB51}"/>
              </a:ext>
            </a:extLst>
          </p:cNvPr>
          <p:cNvGrpSpPr/>
          <p:nvPr/>
        </p:nvGrpSpPr>
        <p:grpSpPr>
          <a:xfrm>
            <a:off x="432841" y="4419615"/>
            <a:ext cx="721206" cy="609701"/>
            <a:chOff x="432841" y="4419615"/>
            <a:chExt cx="721206" cy="609701"/>
          </a:xfrm>
        </p:grpSpPr>
        <p:sp>
          <p:nvSpPr>
            <p:cNvPr id="1159" name="Rectangle 1158">
              <a:extLst>
                <a:ext uri="{FF2B5EF4-FFF2-40B4-BE49-F238E27FC236}">
                  <a16:creationId xmlns:a16="http://schemas.microsoft.com/office/drawing/2014/main" id="{BAAEA587-5E0C-EC3D-BF2A-DD2224A7B303}"/>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1160" name="Cylinder 1159">
              <a:extLst>
                <a:ext uri="{FF2B5EF4-FFF2-40B4-BE49-F238E27FC236}">
                  <a16:creationId xmlns:a16="http://schemas.microsoft.com/office/drawing/2014/main" id="{7893B0EE-F026-E033-43D9-ECAE583868F0}"/>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61" name="Group 1160">
            <a:extLst>
              <a:ext uri="{FF2B5EF4-FFF2-40B4-BE49-F238E27FC236}">
                <a16:creationId xmlns:a16="http://schemas.microsoft.com/office/drawing/2014/main" id="{782E6651-46A0-9766-C688-EC79CC05C9DD}"/>
              </a:ext>
            </a:extLst>
          </p:cNvPr>
          <p:cNvGrpSpPr/>
          <p:nvPr/>
        </p:nvGrpSpPr>
        <p:grpSpPr>
          <a:xfrm>
            <a:off x="1268467" y="5141008"/>
            <a:ext cx="721206" cy="609701"/>
            <a:chOff x="1268467" y="5141008"/>
            <a:chExt cx="721206" cy="609701"/>
          </a:xfrm>
        </p:grpSpPr>
        <p:sp>
          <p:nvSpPr>
            <p:cNvPr id="1162" name="Rectangle 1161">
              <a:extLst>
                <a:ext uri="{FF2B5EF4-FFF2-40B4-BE49-F238E27FC236}">
                  <a16:creationId xmlns:a16="http://schemas.microsoft.com/office/drawing/2014/main" id="{D4A780E9-B027-E4B9-4888-D4BBAB85C80A}"/>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1163" name="Cylinder 1162">
              <a:extLst>
                <a:ext uri="{FF2B5EF4-FFF2-40B4-BE49-F238E27FC236}">
                  <a16:creationId xmlns:a16="http://schemas.microsoft.com/office/drawing/2014/main" id="{02B30FB3-4610-3BF5-10B8-B83F27DBB3C9}"/>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64" name="Group 1163">
            <a:extLst>
              <a:ext uri="{FF2B5EF4-FFF2-40B4-BE49-F238E27FC236}">
                <a16:creationId xmlns:a16="http://schemas.microsoft.com/office/drawing/2014/main" id="{D235E4BE-D081-D45D-98A5-708433630F4D}"/>
              </a:ext>
            </a:extLst>
          </p:cNvPr>
          <p:cNvGrpSpPr/>
          <p:nvPr/>
        </p:nvGrpSpPr>
        <p:grpSpPr>
          <a:xfrm>
            <a:off x="431297" y="5141008"/>
            <a:ext cx="721206" cy="609701"/>
            <a:chOff x="431297" y="5141008"/>
            <a:chExt cx="721206" cy="609701"/>
          </a:xfrm>
        </p:grpSpPr>
        <p:sp>
          <p:nvSpPr>
            <p:cNvPr id="1165" name="Rectangle 1164">
              <a:extLst>
                <a:ext uri="{FF2B5EF4-FFF2-40B4-BE49-F238E27FC236}">
                  <a16:creationId xmlns:a16="http://schemas.microsoft.com/office/drawing/2014/main" id="{489BFF31-AC39-129C-3BBC-BDE128943D90}"/>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1166" name="Cylinder 1165">
              <a:extLst>
                <a:ext uri="{FF2B5EF4-FFF2-40B4-BE49-F238E27FC236}">
                  <a16:creationId xmlns:a16="http://schemas.microsoft.com/office/drawing/2014/main" id="{9C5A6F5F-6651-3900-7635-4EB41458496F}"/>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67" name="Group 1166">
            <a:extLst>
              <a:ext uri="{FF2B5EF4-FFF2-40B4-BE49-F238E27FC236}">
                <a16:creationId xmlns:a16="http://schemas.microsoft.com/office/drawing/2014/main" id="{F23816B8-357C-757D-D494-EEAF86302D2E}"/>
              </a:ext>
            </a:extLst>
          </p:cNvPr>
          <p:cNvGrpSpPr/>
          <p:nvPr/>
        </p:nvGrpSpPr>
        <p:grpSpPr>
          <a:xfrm>
            <a:off x="2942399" y="3698227"/>
            <a:ext cx="721206" cy="609701"/>
            <a:chOff x="2942399" y="3698227"/>
            <a:chExt cx="721206" cy="609701"/>
          </a:xfrm>
        </p:grpSpPr>
        <p:sp>
          <p:nvSpPr>
            <p:cNvPr id="1168" name="Rectangle 1167">
              <a:extLst>
                <a:ext uri="{FF2B5EF4-FFF2-40B4-BE49-F238E27FC236}">
                  <a16:creationId xmlns:a16="http://schemas.microsoft.com/office/drawing/2014/main" id="{DB11CFC4-A8C8-BA21-FC83-2D69F0E9060D}"/>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1169" name="Right Triangle 1168">
              <a:extLst>
                <a:ext uri="{FF2B5EF4-FFF2-40B4-BE49-F238E27FC236}">
                  <a16:creationId xmlns:a16="http://schemas.microsoft.com/office/drawing/2014/main" id="{833B6F67-99D0-3259-AA93-07F2E720E8DD}"/>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70" name="Group 1169">
              <a:extLst>
                <a:ext uri="{FF2B5EF4-FFF2-40B4-BE49-F238E27FC236}">
                  <a16:creationId xmlns:a16="http://schemas.microsoft.com/office/drawing/2014/main" id="{24E3DF14-8F4A-5305-72C2-76624BBC311E}"/>
                </a:ext>
              </a:extLst>
            </p:cNvPr>
            <p:cNvGrpSpPr/>
            <p:nvPr/>
          </p:nvGrpSpPr>
          <p:grpSpPr>
            <a:xfrm>
              <a:off x="3607767" y="3713057"/>
              <a:ext cx="37817" cy="61390"/>
              <a:chOff x="3883481" y="2057400"/>
              <a:chExt cx="1608363" cy="2652031"/>
            </a:xfrm>
            <a:solidFill>
              <a:srgbClr val="A6A6A6">
                <a:alpha val="20000"/>
              </a:srgbClr>
            </a:solidFill>
          </p:grpSpPr>
          <p:sp>
            <p:nvSpPr>
              <p:cNvPr id="1171" name="Oval 27">
                <a:extLst>
                  <a:ext uri="{FF2B5EF4-FFF2-40B4-BE49-F238E27FC236}">
                    <a16:creationId xmlns:a16="http://schemas.microsoft.com/office/drawing/2014/main" id="{5A5E50F0-15E4-5E74-0E48-EE5D08FC0AB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2" name="Oval 28">
                <a:extLst>
                  <a:ext uri="{FF2B5EF4-FFF2-40B4-BE49-F238E27FC236}">
                    <a16:creationId xmlns:a16="http://schemas.microsoft.com/office/drawing/2014/main" id="{42FD479C-9C30-E336-A61E-D631E79B7E4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83" name="Group 1182">
            <a:extLst>
              <a:ext uri="{FF2B5EF4-FFF2-40B4-BE49-F238E27FC236}">
                <a16:creationId xmlns:a16="http://schemas.microsoft.com/office/drawing/2014/main" id="{F3CCF594-5C51-56E5-A652-2BC50824E63F}"/>
              </a:ext>
            </a:extLst>
          </p:cNvPr>
          <p:cNvGrpSpPr/>
          <p:nvPr/>
        </p:nvGrpSpPr>
        <p:grpSpPr>
          <a:xfrm>
            <a:off x="2105710" y="3698208"/>
            <a:ext cx="721206" cy="610396"/>
            <a:chOff x="2105710" y="3698208"/>
            <a:chExt cx="721206" cy="610396"/>
          </a:xfrm>
        </p:grpSpPr>
        <p:sp>
          <p:nvSpPr>
            <p:cNvPr id="1184" name="Rectangle 1183">
              <a:extLst>
                <a:ext uri="{FF2B5EF4-FFF2-40B4-BE49-F238E27FC236}">
                  <a16:creationId xmlns:a16="http://schemas.microsoft.com/office/drawing/2014/main" id="{A715AD85-3AF6-B564-9F0D-BF8D253E0248}"/>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1185" name="Right Triangle 1184">
              <a:extLst>
                <a:ext uri="{FF2B5EF4-FFF2-40B4-BE49-F238E27FC236}">
                  <a16:creationId xmlns:a16="http://schemas.microsoft.com/office/drawing/2014/main" id="{64F9AEC0-3EAB-F3AC-AF03-96FDEEF2E773}"/>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86" name="Group 1185">
              <a:extLst>
                <a:ext uri="{FF2B5EF4-FFF2-40B4-BE49-F238E27FC236}">
                  <a16:creationId xmlns:a16="http://schemas.microsoft.com/office/drawing/2014/main" id="{73782C1C-7086-0C0B-2DCE-DF109F4CC66E}"/>
                </a:ext>
              </a:extLst>
            </p:cNvPr>
            <p:cNvGrpSpPr/>
            <p:nvPr/>
          </p:nvGrpSpPr>
          <p:grpSpPr>
            <a:xfrm>
              <a:off x="2776303" y="3704306"/>
              <a:ext cx="37817" cy="61390"/>
              <a:chOff x="3883481" y="2057400"/>
              <a:chExt cx="1608363" cy="2652031"/>
            </a:xfrm>
            <a:solidFill>
              <a:srgbClr val="A6A6A6">
                <a:alpha val="20000"/>
              </a:srgbClr>
            </a:solidFill>
          </p:grpSpPr>
          <p:sp>
            <p:nvSpPr>
              <p:cNvPr id="1187" name="Oval 27">
                <a:extLst>
                  <a:ext uri="{FF2B5EF4-FFF2-40B4-BE49-F238E27FC236}">
                    <a16:creationId xmlns:a16="http://schemas.microsoft.com/office/drawing/2014/main" id="{C9ADD2E0-FA5E-1F5C-61E0-F7FD0ED5304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88" name="Oval 28">
                <a:extLst>
                  <a:ext uri="{FF2B5EF4-FFF2-40B4-BE49-F238E27FC236}">
                    <a16:creationId xmlns:a16="http://schemas.microsoft.com/office/drawing/2014/main" id="{8C53B65B-AFA0-CCE9-4495-5B8D3AC7382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95" name="Group 1194">
            <a:extLst>
              <a:ext uri="{FF2B5EF4-FFF2-40B4-BE49-F238E27FC236}">
                <a16:creationId xmlns:a16="http://schemas.microsoft.com/office/drawing/2014/main" id="{72FEA16D-947E-1ABA-533A-7FCA4D6FC1B5}"/>
              </a:ext>
            </a:extLst>
          </p:cNvPr>
          <p:cNvGrpSpPr/>
          <p:nvPr/>
        </p:nvGrpSpPr>
        <p:grpSpPr>
          <a:xfrm>
            <a:off x="1268843" y="2253332"/>
            <a:ext cx="721206" cy="609701"/>
            <a:chOff x="1268843" y="2253332"/>
            <a:chExt cx="721206" cy="609701"/>
          </a:xfrm>
        </p:grpSpPr>
        <p:sp>
          <p:nvSpPr>
            <p:cNvPr id="1196" name="Rectangle 1195">
              <a:extLst>
                <a:ext uri="{FF2B5EF4-FFF2-40B4-BE49-F238E27FC236}">
                  <a16:creationId xmlns:a16="http://schemas.microsoft.com/office/drawing/2014/main" id="{410274AD-BEA8-C8D4-78F2-4E5B1972FC6A}"/>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1197" name="Right Triangle 1196">
              <a:extLst>
                <a:ext uri="{FF2B5EF4-FFF2-40B4-BE49-F238E27FC236}">
                  <a16:creationId xmlns:a16="http://schemas.microsoft.com/office/drawing/2014/main" id="{16729202-0B86-60D2-1BFB-38C6392B5A18}"/>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98" name="Group 1197">
              <a:extLst>
                <a:ext uri="{FF2B5EF4-FFF2-40B4-BE49-F238E27FC236}">
                  <a16:creationId xmlns:a16="http://schemas.microsoft.com/office/drawing/2014/main" id="{ABD5F32B-6465-A98E-51D1-C1E5DE580A01}"/>
                </a:ext>
              </a:extLst>
            </p:cNvPr>
            <p:cNvGrpSpPr/>
            <p:nvPr/>
          </p:nvGrpSpPr>
          <p:grpSpPr>
            <a:xfrm>
              <a:off x="1939436" y="2265731"/>
              <a:ext cx="37817" cy="61390"/>
              <a:chOff x="3883481" y="2057400"/>
              <a:chExt cx="1608363" cy="2652031"/>
            </a:xfrm>
            <a:solidFill>
              <a:srgbClr val="A6A6A6">
                <a:alpha val="20000"/>
              </a:srgbClr>
            </a:solidFill>
          </p:grpSpPr>
          <p:sp>
            <p:nvSpPr>
              <p:cNvPr id="1199" name="Oval 27">
                <a:extLst>
                  <a:ext uri="{FF2B5EF4-FFF2-40B4-BE49-F238E27FC236}">
                    <a16:creationId xmlns:a16="http://schemas.microsoft.com/office/drawing/2014/main" id="{7C90F106-B16D-B812-A419-A149690EBCB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00" name="Oval 28">
                <a:extLst>
                  <a:ext uri="{FF2B5EF4-FFF2-40B4-BE49-F238E27FC236}">
                    <a16:creationId xmlns:a16="http://schemas.microsoft.com/office/drawing/2014/main" id="{B4FAE28C-FAD9-C578-2B2F-E2774226BD4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01" name="Group 1200">
            <a:extLst>
              <a:ext uri="{FF2B5EF4-FFF2-40B4-BE49-F238E27FC236}">
                <a16:creationId xmlns:a16="http://schemas.microsoft.com/office/drawing/2014/main" id="{E9F20082-B1DE-837D-3A1A-3A754CE23C04}"/>
              </a:ext>
            </a:extLst>
          </p:cNvPr>
          <p:cNvGrpSpPr/>
          <p:nvPr/>
        </p:nvGrpSpPr>
        <p:grpSpPr>
          <a:xfrm>
            <a:off x="2105351" y="2253333"/>
            <a:ext cx="721206" cy="609701"/>
            <a:chOff x="2105351" y="2253333"/>
            <a:chExt cx="721206" cy="609701"/>
          </a:xfrm>
        </p:grpSpPr>
        <p:sp>
          <p:nvSpPr>
            <p:cNvPr id="1202" name="Rectangle 1201">
              <a:extLst>
                <a:ext uri="{FF2B5EF4-FFF2-40B4-BE49-F238E27FC236}">
                  <a16:creationId xmlns:a16="http://schemas.microsoft.com/office/drawing/2014/main" id="{83400F8D-C866-3583-174C-07BCBFE03E3B}"/>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1203" name="Right Triangle 1202">
              <a:extLst>
                <a:ext uri="{FF2B5EF4-FFF2-40B4-BE49-F238E27FC236}">
                  <a16:creationId xmlns:a16="http://schemas.microsoft.com/office/drawing/2014/main" id="{623AE2B9-57F1-D615-5BE7-2C26AEEBF181}"/>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04" name="Group 1203">
              <a:extLst>
                <a:ext uri="{FF2B5EF4-FFF2-40B4-BE49-F238E27FC236}">
                  <a16:creationId xmlns:a16="http://schemas.microsoft.com/office/drawing/2014/main" id="{310087A3-C93C-E4D6-BA73-8399104050C0}"/>
                </a:ext>
              </a:extLst>
            </p:cNvPr>
            <p:cNvGrpSpPr/>
            <p:nvPr/>
          </p:nvGrpSpPr>
          <p:grpSpPr>
            <a:xfrm>
              <a:off x="2771408" y="2265591"/>
              <a:ext cx="37817" cy="61390"/>
              <a:chOff x="3883481" y="2057400"/>
              <a:chExt cx="1608363" cy="2652031"/>
            </a:xfrm>
            <a:solidFill>
              <a:srgbClr val="A6A6A6">
                <a:alpha val="20000"/>
              </a:srgbClr>
            </a:solidFill>
          </p:grpSpPr>
          <p:sp>
            <p:nvSpPr>
              <p:cNvPr id="1205" name="Oval 27">
                <a:extLst>
                  <a:ext uri="{FF2B5EF4-FFF2-40B4-BE49-F238E27FC236}">
                    <a16:creationId xmlns:a16="http://schemas.microsoft.com/office/drawing/2014/main" id="{D807C9B6-30A3-61AA-381B-B09C87979D9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06" name="Oval 28">
                <a:extLst>
                  <a:ext uri="{FF2B5EF4-FFF2-40B4-BE49-F238E27FC236}">
                    <a16:creationId xmlns:a16="http://schemas.microsoft.com/office/drawing/2014/main" id="{5DA75738-C294-4277-B9BD-7FF6F8513F5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07" name="Group 1206">
            <a:extLst>
              <a:ext uri="{FF2B5EF4-FFF2-40B4-BE49-F238E27FC236}">
                <a16:creationId xmlns:a16="http://schemas.microsoft.com/office/drawing/2014/main" id="{0C7F57AB-CAA7-6761-3D6B-E3D030EC07CA}"/>
              </a:ext>
            </a:extLst>
          </p:cNvPr>
          <p:cNvGrpSpPr/>
          <p:nvPr/>
        </p:nvGrpSpPr>
        <p:grpSpPr>
          <a:xfrm>
            <a:off x="2941860" y="2253333"/>
            <a:ext cx="721206" cy="609701"/>
            <a:chOff x="2941860" y="2253333"/>
            <a:chExt cx="721206" cy="609701"/>
          </a:xfrm>
        </p:grpSpPr>
        <p:sp>
          <p:nvSpPr>
            <p:cNvPr id="1208" name="Rectangle 1207">
              <a:extLst>
                <a:ext uri="{FF2B5EF4-FFF2-40B4-BE49-F238E27FC236}">
                  <a16:creationId xmlns:a16="http://schemas.microsoft.com/office/drawing/2014/main" id="{B3ECFB7B-F59B-C3A5-6F17-1BCFAD03C27E}"/>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1209" name="Right Triangle 1208">
              <a:extLst>
                <a:ext uri="{FF2B5EF4-FFF2-40B4-BE49-F238E27FC236}">
                  <a16:creationId xmlns:a16="http://schemas.microsoft.com/office/drawing/2014/main" id="{19D90DF2-F8D0-1662-2966-EF10647D13B9}"/>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10" name="Group 1209">
              <a:extLst>
                <a:ext uri="{FF2B5EF4-FFF2-40B4-BE49-F238E27FC236}">
                  <a16:creationId xmlns:a16="http://schemas.microsoft.com/office/drawing/2014/main" id="{8EEECBC6-E0A2-293F-5D08-124018A6ABD3}"/>
                </a:ext>
              </a:extLst>
            </p:cNvPr>
            <p:cNvGrpSpPr/>
            <p:nvPr/>
          </p:nvGrpSpPr>
          <p:grpSpPr>
            <a:xfrm>
              <a:off x="3611250" y="2264969"/>
              <a:ext cx="37817" cy="61390"/>
              <a:chOff x="3883481" y="2057400"/>
              <a:chExt cx="1608363" cy="2652031"/>
            </a:xfrm>
            <a:solidFill>
              <a:srgbClr val="A6A6A6">
                <a:alpha val="20000"/>
              </a:srgbClr>
            </a:solidFill>
          </p:grpSpPr>
          <p:sp>
            <p:nvSpPr>
              <p:cNvPr id="1211" name="Oval 27">
                <a:extLst>
                  <a:ext uri="{FF2B5EF4-FFF2-40B4-BE49-F238E27FC236}">
                    <a16:creationId xmlns:a16="http://schemas.microsoft.com/office/drawing/2014/main" id="{89F15D68-D992-44D7-E8C1-996AC7D1D5F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12" name="Oval 28">
                <a:extLst>
                  <a:ext uri="{FF2B5EF4-FFF2-40B4-BE49-F238E27FC236}">
                    <a16:creationId xmlns:a16="http://schemas.microsoft.com/office/drawing/2014/main" id="{26BFC8B3-552A-E168-74F0-557FF57124B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13" name="Group 1212">
            <a:extLst>
              <a:ext uri="{FF2B5EF4-FFF2-40B4-BE49-F238E27FC236}">
                <a16:creationId xmlns:a16="http://schemas.microsoft.com/office/drawing/2014/main" id="{FEAD16AF-4170-0423-CBE2-8F52E1A834A9}"/>
              </a:ext>
            </a:extLst>
          </p:cNvPr>
          <p:cNvGrpSpPr/>
          <p:nvPr/>
        </p:nvGrpSpPr>
        <p:grpSpPr>
          <a:xfrm>
            <a:off x="4614876" y="2253332"/>
            <a:ext cx="721206" cy="609701"/>
            <a:chOff x="4614876" y="2253332"/>
            <a:chExt cx="721206" cy="609701"/>
          </a:xfrm>
        </p:grpSpPr>
        <p:sp>
          <p:nvSpPr>
            <p:cNvPr id="1214" name="Rectangle 1213">
              <a:extLst>
                <a:ext uri="{FF2B5EF4-FFF2-40B4-BE49-F238E27FC236}">
                  <a16:creationId xmlns:a16="http://schemas.microsoft.com/office/drawing/2014/main" id="{259B70BC-FB91-093A-3112-AC2388CC05CB}"/>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1215" name="Right Triangle 1214">
              <a:extLst>
                <a:ext uri="{FF2B5EF4-FFF2-40B4-BE49-F238E27FC236}">
                  <a16:creationId xmlns:a16="http://schemas.microsoft.com/office/drawing/2014/main" id="{AB183EED-9D01-C257-85FC-2C504FD4ADB6}"/>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16" name="Group 1215">
              <a:extLst>
                <a:ext uri="{FF2B5EF4-FFF2-40B4-BE49-F238E27FC236}">
                  <a16:creationId xmlns:a16="http://schemas.microsoft.com/office/drawing/2014/main" id="{ACD5DF6C-5209-3092-00AB-00746D678212}"/>
                </a:ext>
              </a:extLst>
            </p:cNvPr>
            <p:cNvGrpSpPr/>
            <p:nvPr/>
          </p:nvGrpSpPr>
          <p:grpSpPr>
            <a:xfrm>
              <a:off x="5280738" y="2264779"/>
              <a:ext cx="37817" cy="61390"/>
              <a:chOff x="3883481" y="2057400"/>
              <a:chExt cx="1608363" cy="2652031"/>
            </a:xfrm>
            <a:solidFill>
              <a:srgbClr val="A6A6A6">
                <a:alpha val="20000"/>
              </a:srgbClr>
            </a:solidFill>
          </p:grpSpPr>
          <p:sp>
            <p:nvSpPr>
              <p:cNvPr id="1217" name="Oval 27">
                <a:extLst>
                  <a:ext uri="{FF2B5EF4-FFF2-40B4-BE49-F238E27FC236}">
                    <a16:creationId xmlns:a16="http://schemas.microsoft.com/office/drawing/2014/main" id="{FF5656CC-76CA-BB32-EF2F-1A8CB737622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18" name="Oval 28">
                <a:extLst>
                  <a:ext uri="{FF2B5EF4-FFF2-40B4-BE49-F238E27FC236}">
                    <a16:creationId xmlns:a16="http://schemas.microsoft.com/office/drawing/2014/main" id="{B13AE89B-EE13-902B-AD90-20FD641BCB7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31" name="Group 1230">
            <a:extLst>
              <a:ext uri="{FF2B5EF4-FFF2-40B4-BE49-F238E27FC236}">
                <a16:creationId xmlns:a16="http://schemas.microsoft.com/office/drawing/2014/main" id="{317981D3-4BCA-108A-9E14-6ECE13AD99D3}"/>
              </a:ext>
            </a:extLst>
          </p:cNvPr>
          <p:cNvGrpSpPr/>
          <p:nvPr/>
        </p:nvGrpSpPr>
        <p:grpSpPr>
          <a:xfrm>
            <a:off x="431659" y="2253337"/>
            <a:ext cx="721895" cy="609700"/>
            <a:chOff x="431659" y="2253337"/>
            <a:chExt cx="721895" cy="609700"/>
          </a:xfrm>
        </p:grpSpPr>
        <p:sp>
          <p:nvSpPr>
            <p:cNvPr id="1232" name="Rectangle 1231">
              <a:hlinkHover r:id="" action="ppaction://noaction" highlightClick="1"/>
              <a:extLst>
                <a:ext uri="{FF2B5EF4-FFF2-40B4-BE49-F238E27FC236}">
                  <a16:creationId xmlns:a16="http://schemas.microsoft.com/office/drawing/2014/main" id="{67FB0C4A-A70D-4FB5-1F86-D1220D9C9261}"/>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1233" name="Diamond 1232">
              <a:extLst>
                <a:ext uri="{FF2B5EF4-FFF2-40B4-BE49-F238E27FC236}">
                  <a16:creationId xmlns:a16="http://schemas.microsoft.com/office/drawing/2014/main" id="{E5BA4FC4-DECC-1AA3-D299-AF2B4C169E0F}"/>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4" name="Oval 1233">
              <a:extLst>
                <a:ext uri="{FF2B5EF4-FFF2-40B4-BE49-F238E27FC236}">
                  <a16:creationId xmlns:a16="http://schemas.microsoft.com/office/drawing/2014/main" id="{0F0B30C7-4C4E-BB9A-6B89-38EB21013B93}"/>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39" name="Group 1238">
            <a:extLst>
              <a:ext uri="{FF2B5EF4-FFF2-40B4-BE49-F238E27FC236}">
                <a16:creationId xmlns:a16="http://schemas.microsoft.com/office/drawing/2014/main" id="{532FE4AE-ED36-991C-9B00-8DF0665FF12C}"/>
              </a:ext>
            </a:extLst>
          </p:cNvPr>
          <p:cNvGrpSpPr/>
          <p:nvPr/>
        </p:nvGrpSpPr>
        <p:grpSpPr>
          <a:xfrm>
            <a:off x="2105348" y="1532276"/>
            <a:ext cx="721206" cy="609701"/>
            <a:chOff x="2105348" y="1532276"/>
            <a:chExt cx="721206" cy="609701"/>
          </a:xfrm>
        </p:grpSpPr>
        <p:sp>
          <p:nvSpPr>
            <p:cNvPr id="1240" name="Rectangle 1239">
              <a:extLst>
                <a:ext uri="{FF2B5EF4-FFF2-40B4-BE49-F238E27FC236}">
                  <a16:creationId xmlns:a16="http://schemas.microsoft.com/office/drawing/2014/main" id="{145E2DA5-5DB4-259A-DF20-19F881D4D737}"/>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1241" name="Rectangle 1240">
              <a:extLst>
                <a:ext uri="{FF2B5EF4-FFF2-40B4-BE49-F238E27FC236}">
                  <a16:creationId xmlns:a16="http://schemas.microsoft.com/office/drawing/2014/main" id="{225E8B8A-77D1-A66B-A74D-FED0B55380EF}"/>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2" name="Oval 15">
              <a:extLst>
                <a:ext uri="{FF2B5EF4-FFF2-40B4-BE49-F238E27FC236}">
                  <a16:creationId xmlns:a16="http://schemas.microsoft.com/office/drawing/2014/main" id="{4405A61A-EDBC-3D37-BAFA-65BC14255CAA}"/>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43" name="Straight Connector 1242">
              <a:extLst>
                <a:ext uri="{FF2B5EF4-FFF2-40B4-BE49-F238E27FC236}">
                  <a16:creationId xmlns:a16="http://schemas.microsoft.com/office/drawing/2014/main" id="{D618D67C-B509-883F-05FC-1D236E9E665A}"/>
                </a:ext>
              </a:extLst>
            </p:cNvPr>
            <p:cNvCxnSpPr>
              <a:cxnSpLocks/>
              <a:stCxn id="1242"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244" name="Straight Connector 1243">
              <a:extLst>
                <a:ext uri="{FF2B5EF4-FFF2-40B4-BE49-F238E27FC236}">
                  <a16:creationId xmlns:a16="http://schemas.microsoft.com/office/drawing/2014/main" id="{64216137-FB77-3839-2A32-9C9CBAE91E2D}"/>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45" name="Group 1244">
            <a:extLst>
              <a:ext uri="{FF2B5EF4-FFF2-40B4-BE49-F238E27FC236}">
                <a16:creationId xmlns:a16="http://schemas.microsoft.com/office/drawing/2014/main" id="{9979B116-1DC1-200F-1AB6-56484F4EC199}"/>
              </a:ext>
            </a:extLst>
          </p:cNvPr>
          <p:cNvGrpSpPr/>
          <p:nvPr/>
        </p:nvGrpSpPr>
        <p:grpSpPr>
          <a:xfrm>
            <a:off x="431659" y="1532283"/>
            <a:ext cx="721891" cy="610032"/>
            <a:chOff x="431659" y="1532283"/>
            <a:chExt cx="721891" cy="610032"/>
          </a:xfrm>
        </p:grpSpPr>
        <p:sp>
          <p:nvSpPr>
            <p:cNvPr id="1246" name="Rectangle 1245">
              <a:extLst>
                <a:ext uri="{FF2B5EF4-FFF2-40B4-BE49-F238E27FC236}">
                  <a16:creationId xmlns:a16="http://schemas.microsoft.com/office/drawing/2014/main" id="{68A0BCA5-47C3-72BB-391E-E51A940483EE}"/>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1247" name="Right Triangle 1246">
              <a:extLst>
                <a:ext uri="{FF2B5EF4-FFF2-40B4-BE49-F238E27FC236}">
                  <a16:creationId xmlns:a16="http://schemas.microsoft.com/office/drawing/2014/main" id="{5DFE4CD5-6CC1-58A0-2D8A-D010C6F4C0A2}"/>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48" name="Group 1247">
              <a:extLst>
                <a:ext uri="{FF2B5EF4-FFF2-40B4-BE49-F238E27FC236}">
                  <a16:creationId xmlns:a16="http://schemas.microsoft.com/office/drawing/2014/main" id="{9CB43047-D2BF-942B-2329-AEB72061DBF2}"/>
                </a:ext>
              </a:extLst>
            </p:cNvPr>
            <p:cNvGrpSpPr/>
            <p:nvPr/>
          </p:nvGrpSpPr>
          <p:grpSpPr>
            <a:xfrm>
              <a:off x="1102940" y="1538374"/>
              <a:ext cx="37817" cy="61390"/>
              <a:chOff x="3883481" y="2057400"/>
              <a:chExt cx="1608363" cy="2652031"/>
            </a:xfrm>
            <a:solidFill>
              <a:srgbClr val="A6A6A6">
                <a:alpha val="20000"/>
              </a:srgbClr>
            </a:solidFill>
          </p:grpSpPr>
          <p:sp>
            <p:nvSpPr>
              <p:cNvPr id="1249" name="Oval 27">
                <a:extLst>
                  <a:ext uri="{FF2B5EF4-FFF2-40B4-BE49-F238E27FC236}">
                    <a16:creationId xmlns:a16="http://schemas.microsoft.com/office/drawing/2014/main" id="{27AC291F-68D3-8ED2-4F0C-F1A0489BB38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50" name="Oval 28">
                <a:extLst>
                  <a:ext uri="{FF2B5EF4-FFF2-40B4-BE49-F238E27FC236}">
                    <a16:creationId xmlns:a16="http://schemas.microsoft.com/office/drawing/2014/main" id="{20641A70-825A-DD80-EEFE-02DBB991739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57" name="Group 1256">
            <a:extLst>
              <a:ext uri="{FF2B5EF4-FFF2-40B4-BE49-F238E27FC236}">
                <a16:creationId xmlns:a16="http://schemas.microsoft.com/office/drawing/2014/main" id="{860203A1-0E98-10B0-2B89-8C340B8BE17A}"/>
              </a:ext>
            </a:extLst>
          </p:cNvPr>
          <p:cNvGrpSpPr/>
          <p:nvPr/>
        </p:nvGrpSpPr>
        <p:grpSpPr>
          <a:xfrm>
            <a:off x="5454379" y="2974054"/>
            <a:ext cx="721206" cy="649846"/>
            <a:chOff x="5454379" y="2974054"/>
            <a:chExt cx="721206" cy="649846"/>
          </a:xfrm>
        </p:grpSpPr>
        <p:sp>
          <p:nvSpPr>
            <p:cNvPr id="1258" name="Rectangle 1257">
              <a:extLst>
                <a:ext uri="{FF2B5EF4-FFF2-40B4-BE49-F238E27FC236}">
                  <a16:creationId xmlns:a16="http://schemas.microsoft.com/office/drawing/2014/main" id="{2B9B9FCE-179E-FA1C-BB33-B506DFB697E7}"/>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1259" name="Rectangle 1258">
              <a:extLst>
                <a:ext uri="{FF2B5EF4-FFF2-40B4-BE49-F238E27FC236}">
                  <a16:creationId xmlns:a16="http://schemas.microsoft.com/office/drawing/2014/main" id="{FB2B73ED-4D97-4E30-F790-C1BBA6E36011}"/>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60" name="Oval 15">
              <a:extLst>
                <a:ext uri="{FF2B5EF4-FFF2-40B4-BE49-F238E27FC236}">
                  <a16:creationId xmlns:a16="http://schemas.microsoft.com/office/drawing/2014/main" id="{F51DB2D4-39FA-D964-CECB-D81156ACB556}"/>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61" name="Straight Connector 1260">
              <a:extLst>
                <a:ext uri="{FF2B5EF4-FFF2-40B4-BE49-F238E27FC236}">
                  <a16:creationId xmlns:a16="http://schemas.microsoft.com/office/drawing/2014/main" id="{4EDDF64D-FA72-9BCA-F5FC-2CED2F053C93}"/>
                </a:ext>
              </a:extLst>
            </p:cNvPr>
            <p:cNvCxnSpPr>
              <a:cxnSpLocks/>
              <a:stCxn id="1260"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62" name="Straight Connector 1261">
              <a:extLst>
                <a:ext uri="{FF2B5EF4-FFF2-40B4-BE49-F238E27FC236}">
                  <a16:creationId xmlns:a16="http://schemas.microsoft.com/office/drawing/2014/main" id="{E461C1FB-1966-7452-C21D-C0603CC43B26}"/>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63" name="Group 1262">
            <a:extLst>
              <a:ext uri="{FF2B5EF4-FFF2-40B4-BE49-F238E27FC236}">
                <a16:creationId xmlns:a16="http://schemas.microsoft.com/office/drawing/2014/main" id="{AE05C804-D4E5-5CFB-BF6D-E0D97CC7F2B2}"/>
              </a:ext>
            </a:extLst>
          </p:cNvPr>
          <p:cNvGrpSpPr/>
          <p:nvPr/>
        </p:nvGrpSpPr>
        <p:grpSpPr>
          <a:xfrm>
            <a:off x="431659" y="2974054"/>
            <a:ext cx="721891" cy="609701"/>
            <a:chOff x="431659" y="2974054"/>
            <a:chExt cx="721891" cy="609701"/>
          </a:xfrm>
        </p:grpSpPr>
        <p:sp>
          <p:nvSpPr>
            <p:cNvPr id="1264" name="Rectangle 1263">
              <a:extLst>
                <a:ext uri="{FF2B5EF4-FFF2-40B4-BE49-F238E27FC236}">
                  <a16:creationId xmlns:a16="http://schemas.microsoft.com/office/drawing/2014/main" id="{F79496A2-4021-8D0D-7120-6FD17684B65F}"/>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1265" name="Right Triangle 1264">
              <a:extLst>
                <a:ext uri="{FF2B5EF4-FFF2-40B4-BE49-F238E27FC236}">
                  <a16:creationId xmlns:a16="http://schemas.microsoft.com/office/drawing/2014/main" id="{13863E6A-2188-0107-3A2B-8D05A4D76144}"/>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66" name="Group 1265">
              <a:extLst>
                <a:ext uri="{FF2B5EF4-FFF2-40B4-BE49-F238E27FC236}">
                  <a16:creationId xmlns:a16="http://schemas.microsoft.com/office/drawing/2014/main" id="{89818BC4-0769-8F27-7186-5554328FA596}"/>
                </a:ext>
              </a:extLst>
            </p:cNvPr>
            <p:cNvGrpSpPr/>
            <p:nvPr/>
          </p:nvGrpSpPr>
          <p:grpSpPr>
            <a:xfrm>
              <a:off x="1102940" y="2981762"/>
              <a:ext cx="37817" cy="61390"/>
              <a:chOff x="3883481" y="2057400"/>
              <a:chExt cx="1608363" cy="2652031"/>
            </a:xfrm>
            <a:solidFill>
              <a:srgbClr val="A6A6A6">
                <a:alpha val="20000"/>
              </a:srgbClr>
            </a:solidFill>
          </p:grpSpPr>
          <p:sp>
            <p:nvSpPr>
              <p:cNvPr id="1267" name="Oval 27">
                <a:extLst>
                  <a:ext uri="{FF2B5EF4-FFF2-40B4-BE49-F238E27FC236}">
                    <a16:creationId xmlns:a16="http://schemas.microsoft.com/office/drawing/2014/main" id="{080BD213-71BC-919B-976A-A695E6B3DD7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68" name="Oval 28">
                <a:extLst>
                  <a:ext uri="{FF2B5EF4-FFF2-40B4-BE49-F238E27FC236}">
                    <a16:creationId xmlns:a16="http://schemas.microsoft.com/office/drawing/2014/main" id="{25D7EA5A-F081-88C1-5C0A-8C8583E4A8C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75" name="Group 1274">
            <a:extLst>
              <a:ext uri="{FF2B5EF4-FFF2-40B4-BE49-F238E27FC236}">
                <a16:creationId xmlns:a16="http://schemas.microsoft.com/office/drawing/2014/main" id="{B83A5823-46CB-B764-F417-95E4C5D6A253}"/>
              </a:ext>
            </a:extLst>
          </p:cNvPr>
          <p:cNvGrpSpPr/>
          <p:nvPr/>
        </p:nvGrpSpPr>
        <p:grpSpPr>
          <a:xfrm>
            <a:off x="2940469" y="2974031"/>
            <a:ext cx="721206" cy="613175"/>
            <a:chOff x="2940469" y="2974031"/>
            <a:chExt cx="721206" cy="613175"/>
          </a:xfrm>
        </p:grpSpPr>
        <p:sp>
          <p:nvSpPr>
            <p:cNvPr id="1276" name="Rectangle 1275">
              <a:extLst>
                <a:ext uri="{FF2B5EF4-FFF2-40B4-BE49-F238E27FC236}">
                  <a16:creationId xmlns:a16="http://schemas.microsoft.com/office/drawing/2014/main" id="{2D369501-96A3-1890-1212-494F3484E4E0}"/>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1277" name="Right Triangle 1276">
              <a:extLst>
                <a:ext uri="{FF2B5EF4-FFF2-40B4-BE49-F238E27FC236}">
                  <a16:creationId xmlns:a16="http://schemas.microsoft.com/office/drawing/2014/main" id="{7BE39D14-4E0F-9E62-4CC3-35927FBBAF0C}"/>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78" name="Group 1277">
              <a:extLst>
                <a:ext uri="{FF2B5EF4-FFF2-40B4-BE49-F238E27FC236}">
                  <a16:creationId xmlns:a16="http://schemas.microsoft.com/office/drawing/2014/main" id="{A9F04995-4CB5-F6A0-44CA-44B38242F23F}"/>
                </a:ext>
              </a:extLst>
            </p:cNvPr>
            <p:cNvGrpSpPr/>
            <p:nvPr/>
          </p:nvGrpSpPr>
          <p:grpSpPr>
            <a:xfrm>
              <a:off x="3610502" y="2980132"/>
              <a:ext cx="37817" cy="61390"/>
              <a:chOff x="3883481" y="2057400"/>
              <a:chExt cx="1608363" cy="2652031"/>
            </a:xfrm>
            <a:solidFill>
              <a:srgbClr val="A6A6A6">
                <a:alpha val="20000"/>
              </a:srgbClr>
            </a:solidFill>
          </p:grpSpPr>
          <p:sp>
            <p:nvSpPr>
              <p:cNvPr id="1279" name="Oval 27">
                <a:extLst>
                  <a:ext uri="{FF2B5EF4-FFF2-40B4-BE49-F238E27FC236}">
                    <a16:creationId xmlns:a16="http://schemas.microsoft.com/office/drawing/2014/main" id="{CF134F77-6E60-C414-D353-F5301533066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80" name="Oval 28">
                <a:extLst>
                  <a:ext uri="{FF2B5EF4-FFF2-40B4-BE49-F238E27FC236}">
                    <a16:creationId xmlns:a16="http://schemas.microsoft.com/office/drawing/2014/main" id="{20C6EEE5-8278-DB46-3584-07C79BB26C8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81" name="Group 1280">
            <a:extLst>
              <a:ext uri="{FF2B5EF4-FFF2-40B4-BE49-F238E27FC236}">
                <a16:creationId xmlns:a16="http://schemas.microsoft.com/office/drawing/2014/main" id="{DF70700B-DF50-22A4-61AB-2597AC5E1DBC}"/>
              </a:ext>
            </a:extLst>
          </p:cNvPr>
          <p:cNvGrpSpPr/>
          <p:nvPr/>
        </p:nvGrpSpPr>
        <p:grpSpPr>
          <a:xfrm>
            <a:off x="1268380" y="2974053"/>
            <a:ext cx="721206" cy="609701"/>
            <a:chOff x="1268380" y="2974053"/>
            <a:chExt cx="721206" cy="609701"/>
          </a:xfrm>
        </p:grpSpPr>
        <p:sp>
          <p:nvSpPr>
            <p:cNvPr id="1282" name="Rectangle 1281">
              <a:extLst>
                <a:ext uri="{FF2B5EF4-FFF2-40B4-BE49-F238E27FC236}">
                  <a16:creationId xmlns:a16="http://schemas.microsoft.com/office/drawing/2014/main" id="{DA4C3741-030A-1C26-BA8F-53EE7500A2E5}"/>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1283" name="Right Triangle 1282">
              <a:extLst>
                <a:ext uri="{FF2B5EF4-FFF2-40B4-BE49-F238E27FC236}">
                  <a16:creationId xmlns:a16="http://schemas.microsoft.com/office/drawing/2014/main" id="{B6D8E0AF-904A-FC60-680C-A19BDBB4F0CA}"/>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84" name="Group 1283">
              <a:extLst>
                <a:ext uri="{FF2B5EF4-FFF2-40B4-BE49-F238E27FC236}">
                  <a16:creationId xmlns:a16="http://schemas.microsoft.com/office/drawing/2014/main" id="{525368AF-32D8-4DEA-F784-009E2B3B1015}"/>
                </a:ext>
              </a:extLst>
            </p:cNvPr>
            <p:cNvGrpSpPr/>
            <p:nvPr/>
          </p:nvGrpSpPr>
          <p:grpSpPr>
            <a:xfrm>
              <a:off x="1938973" y="2986452"/>
              <a:ext cx="37817" cy="61390"/>
              <a:chOff x="3883481" y="2057400"/>
              <a:chExt cx="1608363" cy="2652031"/>
            </a:xfrm>
            <a:solidFill>
              <a:srgbClr val="A6A6A6">
                <a:alpha val="20000"/>
              </a:srgbClr>
            </a:solidFill>
          </p:grpSpPr>
          <p:sp>
            <p:nvSpPr>
              <p:cNvPr id="1285" name="Oval 27">
                <a:extLst>
                  <a:ext uri="{FF2B5EF4-FFF2-40B4-BE49-F238E27FC236}">
                    <a16:creationId xmlns:a16="http://schemas.microsoft.com/office/drawing/2014/main" id="{C6011C01-CBF4-C4D4-01BE-4E3DCFCAFEE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86" name="Oval 28">
                <a:extLst>
                  <a:ext uri="{FF2B5EF4-FFF2-40B4-BE49-F238E27FC236}">
                    <a16:creationId xmlns:a16="http://schemas.microsoft.com/office/drawing/2014/main" id="{CDE7F24C-7D57-55A6-1ADA-EA1DE699E9A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05" name="Group 1304">
            <a:extLst>
              <a:ext uri="{FF2B5EF4-FFF2-40B4-BE49-F238E27FC236}">
                <a16:creationId xmlns:a16="http://schemas.microsoft.com/office/drawing/2014/main" id="{AC9B03C9-27C6-BC81-09F3-0FB0AF4D01C6}"/>
              </a:ext>
            </a:extLst>
          </p:cNvPr>
          <p:cNvGrpSpPr/>
          <p:nvPr/>
        </p:nvGrpSpPr>
        <p:grpSpPr>
          <a:xfrm>
            <a:off x="2889438" y="751337"/>
            <a:ext cx="5022643" cy="5001728"/>
            <a:chOff x="2889438" y="751337"/>
            <a:chExt cx="5022643" cy="5001728"/>
          </a:xfrm>
        </p:grpSpPr>
        <p:cxnSp>
          <p:nvCxnSpPr>
            <p:cNvPr id="1306" name="Straight Connector 1305">
              <a:extLst>
                <a:ext uri="{FF2B5EF4-FFF2-40B4-BE49-F238E27FC236}">
                  <a16:creationId xmlns:a16="http://schemas.microsoft.com/office/drawing/2014/main" id="{9AEDDC2C-D5F9-8AFA-6A94-A857F602E225}"/>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7" name="Straight Connector 1306">
              <a:extLst>
                <a:ext uri="{FF2B5EF4-FFF2-40B4-BE49-F238E27FC236}">
                  <a16:creationId xmlns:a16="http://schemas.microsoft.com/office/drawing/2014/main" id="{264EE3B4-41EE-F253-B563-52E3F8DDDCA6}"/>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8" name="Straight Connector 1307">
              <a:extLst>
                <a:ext uri="{FF2B5EF4-FFF2-40B4-BE49-F238E27FC236}">
                  <a16:creationId xmlns:a16="http://schemas.microsoft.com/office/drawing/2014/main" id="{018066C5-7EA9-CA98-24E2-4FACEF96CC94}"/>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9" name="Straight Connector 1308">
              <a:extLst>
                <a:ext uri="{FF2B5EF4-FFF2-40B4-BE49-F238E27FC236}">
                  <a16:creationId xmlns:a16="http://schemas.microsoft.com/office/drawing/2014/main" id="{7156FA97-7D07-3FB1-1AC9-76B1049E81D3}"/>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0" name="Straight Connector 1309">
              <a:extLst>
                <a:ext uri="{FF2B5EF4-FFF2-40B4-BE49-F238E27FC236}">
                  <a16:creationId xmlns:a16="http://schemas.microsoft.com/office/drawing/2014/main" id="{1907AB92-6CC5-68FD-91CF-E2BEB29F2CA4}"/>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1" name="Straight Connector 1310">
              <a:extLst>
                <a:ext uri="{FF2B5EF4-FFF2-40B4-BE49-F238E27FC236}">
                  <a16:creationId xmlns:a16="http://schemas.microsoft.com/office/drawing/2014/main" id="{8132AF62-96C5-5503-8885-D456BDDAAC51}"/>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2" name="Straight Connector 1311">
              <a:extLst>
                <a:ext uri="{FF2B5EF4-FFF2-40B4-BE49-F238E27FC236}">
                  <a16:creationId xmlns:a16="http://schemas.microsoft.com/office/drawing/2014/main" id="{F793B3C9-E80C-AABC-93B4-5FB8E689CF49}"/>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3" name="Straight Connector 1312">
              <a:extLst>
                <a:ext uri="{FF2B5EF4-FFF2-40B4-BE49-F238E27FC236}">
                  <a16:creationId xmlns:a16="http://schemas.microsoft.com/office/drawing/2014/main" id="{0D7AEC84-2149-5D55-E360-81EF6FC07B64}"/>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4" name="Straight Connector 1313">
              <a:extLst>
                <a:ext uri="{FF2B5EF4-FFF2-40B4-BE49-F238E27FC236}">
                  <a16:creationId xmlns:a16="http://schemas.microsoft.com/office/drawing/2014/main" id="{AC91E893-B091-5825-EB37-685E5526027B}"/>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5" name="Straight Connector 1314">
              <a:extLst>
                <a:ext uri="{FF2B5EF4-FFF2-40B4-BE49-F238E27FC236}">
                  <a16:creationId xmlns:a16="http://schemas.microsoft.com/office/drawing/2014/main" id="{045474C6-9C72-80E3-01EC-454E41FF446D}"/>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341" name="Group 1340">
            <a:extLst>
              <a:ext uri="{FF2B5EF4-FFF2-40B4-BE49-F238E27FC236}">
                <a16:creationId xmlns:a16="http://schemas.microsoft.com/office/drawing/2014/main" id="{E90B1DF4-A169-0CC9-2472-E37326A01D86}"/>
              </a:ext>
            </a:extLst>
          </p:cNvPr>
          <p:cNvGrpSpPr/>
          <p:nvPr/>
        </p:nvGrpSpPr>
        <p:grpSpPr>
          <a:xfrm>
            <a:off x="2937173" y="4419601"/>
            <a:ext cx="721206" cy="610396"/>
            <a:chOff x="2937173" y="4419601"/>
            <a:chExt cx="721206" cy="610396"/>
          </a:xfrm>
        </p:grpSpPr>
        <p:sp>
          <p:nvSpPr>
            <p:cNvPr id="1342" name="Rectangle 1341">
              <a:extLst>
                <a:ext uri="{FF2B5EF4-FFF2-40B4-BE49-F238E27FC236}">
                  <a16:creationId xmlns:a16="http://schemas.microsoft.com/office/drawing/2014/main" id="{009CE1B3-EE91-8067-9417-C3325795BBC2}"/>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1343" name="Right Triangle 1342">
              <a:extLst>
                <a:ext uri="{FF2B5EF4-FFF2-40B4-BE49-F238E27FC236}">
                  <a16:creationId xmlns:a16="http://schemas.microsoft.com/office/drawing/2014/main" id="{5592D4A8-0FE5-A918-C987-4E49F173BF2C}"/>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44" name="Group 1343">
              <a:extLst>
                <a:ext uri="{FF2B5EF4-FFF2-40B4-BE49-F238E27FC236}">
                  <a16:creationId xmlns:a16="http://schemas.microsoft.com/office/drawing/2014/main" id="{560CDF3E-7F16-B65E-4BBF-CC42E506A057}"/>
                </a:ext>
              </a:extLst>
            </p:cNvPr>
            <p:cNvGrpSpPr/>
            <p:nvPr/>
          </p:nvGrpSpPr>
          <p:grpSpPr>
            <a:xfrm>
              <a:off x="3607766" y="4425699"/>
              <a:ext cx="37817" cy="61390"/>
              <a:chOff x="3883481" y="2057400"/>
              <a:chExt cx="1608363" cy="2652031"/>
            </a:xfrm>
            <a:solidFill>
              <a:srgbClr val="A6A6A6">
                <a:alpha val="20000"/>
              </a:srgbClr>
            </a:solidFill>
          </p:grpSpPr>
          <p:sp>
            <p:nvSpPr>
              <p:cNvPr id="1345" name="Oval 27">
                <a:extLst>
                  <a:ext uri="{FF2B5EF4-FFF2-40B4-BE49-F238E27FC236}">
                    <a16:creationId xmlns:a16="http://schemas.microsoft.com/office/drawing/2014/main" id="{A9DDB3B2-6E1A-3B9B-0D35-F49ACD76790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46" name="Oval 28">
                <a:extLst>
                  <a:ext uri="{FF2B5EF4-FFF2-40B4-BE49-F238E27FC236}">
                    <a16:creationId xmlns:a16="http://schemas.microsoft.com/office/drawing/2014/main" id="{BE1BD163-EB7E-419E-60C5-97E0A4719A8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47" name="Group 1346">
            <a:extLst>
              <a:ext uri="{FF2B5EF4-FFF2-40B4-BE49-F238E27FC236}">
                <a16:creationId xmlns:a16="http://schemas.microsoft.com/office/drawing/2014/main" id="{60DD2F0E-2954-5A28-9C54-69CB6A078F83}"/>
              </a:ext>
            </a:extLst>
          </p:cNvPr>
          <p:cNvGrpSpPr/>
          <p:nvPr/>
        </p:nvGrpSpPr>
        <p:grpSpPr>
          <a:xfrm>
            <a:off x="6286130" y="4419624"/>
            <a:ext cx="721206" cy="609701"/>
            <a:chOff x="6286130" y="4419624"/>
            <a:chExt cx="721206" cy="609701"/>
          </a:xfrm>
        </p:grpSpPr>
        <p:sp>
          <p:nvSpPr>
            <p:cNvPr id="1348" name="Rectangle 1347">
              <a:hlinkHover r:id="" action="ppaction://noaction" highlightClick="1"/>
              <a:extLst>
                <a:ext uri="{FF2B5EF4-FFF2-40B4-BE49-F238E27FC236}">
                  <a16:creationId xmlns:a16="http://schemas.microsoft.com/office/drawing/2014/main" id="{E757C633-A10C-6478-6F20-2688E7174E20}"/>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1349" name="Oval 1348">
              <a:extLst>
                <a:ext uri="{FF2B5EF4-FFF2-40B4-BE49-F238E27FC236}">
                  <a16:creationId xmlns:a16="http://schemas.microsoft.com/office/drawing/2014/main" id="{9DA3BCEC-7E2B-0FDE-5B0D-4C843984E07C}"/>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50" name="Isosceles Triangle 648">
              <a:extLst>
                <a:ext uri="{FF2B5EF4-FFF2-40B4-BE49-F238E27FC236}">
                  <a16:creationId xmlns:a16="http://schemas.microsoft.com/office/drawing/2014/main" id="{BADEF958-376F-EDD2-E4E9-76849283E9FD}"/>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51" name="Group 1350">
            <a:extLst>
              <a:ext uri="{FF2B5EF4-FFF2-40B4-BE49-F238E27FC236}">
                <a16:creationId xmlns:a16="http://schemas.microsoft.com/office/drawing/2014/main" id="{FCD3FF70-9E9A-73EF-2811-4182DDAEAD34}"/>
              </a:ext>
            </a:extLst>
          </p:cNvPr>
          <p:cNvGrpSpPr/>
          <p:nvPr/>
        </p:nvGrpSpPr>
        <p:grpSpPr>
          <a:xfrm>
            <a:off x="5458940" y="5135305"/>
            <a:ext cx="721206" cy="609701"/>
            <a:chOff x="5458940" y="5135305"/>
            <a:chExt cx="721206" cy="609701"/>
          </a:xfrm>
        </p:grpSpPr>
        <p:sp>
          <p:nvSpPr>
            <p:cNvPr id="1352" name="Rectangle 1351">
              <a:hlinkHover r:id="" action="ppaction://noaction" highlightClick="1"/>
              <a:extLst>
                <a:ext uri="{FF2B5EF4-FFF2-40B4-BE49-F238E27FC236}">
                  <a16:creationId xmlns:a16="http://schemas.microsoft.com/office/drawing/2014/main" id="{BFCE6260-952D-EE7E-2716-AC792A36566C}"/>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1353" name="Oval 1352">
              <a:extLst>
                <a:ext uri="{FF2B5EF4-FFF2-40B4-BE49-F238E27FC236}">
                  <a16:creationId xmlns:a16="http://schemas.microsoft.com/office/drawing/2014/main" id="{F2F82847-E776-B7AA-A01C-3E0B9449C0A0}"/>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54" name="Isosceles Triangle 648">
              <a:extLst>
                <a:ext uri="{FF2B5EF4-FFF2-40B4-BE49-F238E27FC236}">
                  <a16:creationId xmlns:a16="http://schemas.microsoft.com/office/drawing/2014/main" id="{AC78B595-AEF5-71EF-56A7-45F41F8BA7CF}"/>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55" name="Group 1354">
            <a:extLst>
              <a:ext uri="{FF2B5EF4-FFF2-40B4-BE49-F238E27FC236}">
                <a16:creationId xmlns:a16="http://schemas.microsoft.com/office/drawing/2014/main" id="{3D6D8236-0A34-4478-5F5E-A2C2A875F5FF}"/>
              </a:ext>
            </a:extLst>
          </p:cNvPr>
          <p:cNvGrpSpPr/>
          <p:nvPr/>
        </p:nvGrpSpPr>
        <p:grpSpPr>
          <a:xfrm>
            <a:off x="6289146" y="5141017"/>
            <a:ext cx="721206" cy="609701"/>
            <a:chOff x="6289146" y="5141017"/>
            <a:chExt cx="721206" cy="609701"/>
          </a:xfrm>
        </p:grpSpPr>
        <p:sp>
          <p:nvSpPr>
            <p:cNvPr id="1356" name="Rectangle 1355">
              <a:hlinkHover r:id="" action="ppaction://noaction" highlightClick="1"/>
              <a:extLst>
                <a:ext uri="{FF2B5EF4-FFF2-40B4-BE49-F238E27FC236}">
                  <a16:creationId xmlns:a16="http://schemas.microsoft.com/office/drawing/2014/main" id="{6C7D6617-32F2-EBBB-9D90-35224CEA73FA}"/>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1357" name="Oval 1356">
              <a:extLst>
                <a:ext uri="{FF2B5EF4-FFF2-40B4-BE49-F238E27FC236}">
                  <a16:creationId xmlns:a16="http://schemas.microsoft.com/office/drawing/2014/main" id="{32976E9A-CFFC-C360-1E34-1365F2E2B68D}"/>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58" name="Isosceles Triangle 648">
              <a:extLst>
                <a:ext uri="{FF2B5EF4-FFF2-40B4-BE49-F238E27FC236}">
                  <a16:creationId xmlns:a16="http://schemas.microsoft.com/office/drawing/2014/main" id="{0CA5D41D-A9CC-BE71-8B98-87071789C911}"/>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59" name="Group 1358">
            <a:extLst>
              <a:ext uri="{FF2B5EF4-FFF2-40B4-BE49-F238E27FC236}">
                <a16:creationId xmlns:a16="http://schemas.microsoft.com/office/drawing/2014/main" id="{5688D96B-ABC9-9DE1-457E-356DBE7F2C57}"/>
              </a:ext>
            </a:extLst>
          </p:cNvPr>
          <p:cNvGrpSpPr/>
          <p:nvPr/>
        </p:nvGrpSpPr>
        <p:grpSpPr>
          <a:xfrm>
            <a:off x="7122911" y="4419624"/>
            <a:ext cx="721206" cy="609701"/>
            <a:chOff x="7122911" y="4419624"/>
            <a:chExt cx="721206" cy="609701"/>
          </a:xfrm>
        </p:grpSpPr>
        <p:sp>
          <p:nvSpPr>
            <p:cNvPr id="1360" name="Rectangle 1359">
              <a:hlinkHover r:id="" action="ppaction://noaction" highlightClick="1"/>
              <a:extLst>
                <a:ext uri="{FF2B5EF4-FFF2-40B4-BE49-F238E27FC236}">
                  <a16:creationId xmlns:a16="http://schemas.microsoft.com/office/drawing/2014/main" id="{B734C36E-3EDB-6EA5-6817-0C34E7B8AE76}"/>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1361" name="Oval 1360">
              <a:extLst>
                <a:ext uri="{FF2B5EF4-FFF2-40B4-BE49-F238E27FC236}">
                  <a16:creationId xmlns:a16="http://schemas.microsoft.com/office/drawing/2014/main" id="{9873E968-120A-A907-3C49-473D9F6AD93A}"/>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2" name="Isosceles Triangle 648">
              <a:extLst>
                <a:ext uri="{FF2B5EF4-FFF2-40B4-BE49-F238E27FC236}">
                  <a16:creationId xmlns:a16="http://schemas.microsoft.com/office/drawing/2014/main" id="{131B970D-33CA-1FA4-1F08-B6CA476B1E28}"/>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67" name="Group 1366">
            <a:extLst>
              <a:ext uri="{FF2B5EF4-FFF2-40B4-BE49-F238E27FC236}">
                <a16:creationId xmlns:a16="http://schemas.microsoft.com/office/drawing/2014/main" id="{E21BCD9E-3320-4829-B8A2-FAEC6935DA60}"/>
              </a:ext>
            </a:extLst>
          </p:cNvPr>
          <p:cNvGrpSpPr/>
          <p:nvPr/>
        </p:nvGrpSpPr>
        <p:grpSpPr>
          <a:xfrm>
            <a:off x="5454385" y="4419624"/>
            <a:ext cx="721206" cy="609701"/>
            <a:chOff x="5454385" y="4419624"/>
            <a:chExt cx="721206" cy="609701"/>
          </a:xfrm>
        </p:grpSpPr>
        <p:sp>
          <p:nvSpPr>
            <p:cNvPr id="1368" name="Rectangle 1367">
              <a:hlinkHover r:id="" action="ppaction://noaction" highlightClick="1"/>
              <a:extLst>
                <a:ext uri="{FF2B5EF4-FFF2-40B4-BE49-F238E27FC236}">
                  <a16:creationId xmlns:a16="http://schemas.microsoft.com/office/drawing/2014/main" id="{857B1F57-9ED9-07D2-9150-9DB7CC74EEB9}"/>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1369" name="Oval 1368">
              <a:extLst>
                <a:ext uri="{FF2B5EF4-FFF2-40B4-BE49-F238E27FC236}">
                  <a16:creationId xmlns:a16="http://schemas.microsoft.com/office/drawing/2014/main" id="{7DE0FD1A-640D-3A05-4FB0-9F521814B98A}"/>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70" name="Isosceles Triangle 648">
              <a:extLst>
                <a:ext uri="{FF2B5EF4-FFF2-40B4-BE49-F238E27FC236}">
                  <a16:creationId xmlns:a16="http://schemas.microsoft.com/office/drawing/2014/main" id="{E4E1D25F-83EB-736B-E468-DE7A68BBAB5F}"/>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71" name="Group 1370">
            <a:extLst>
              <a:ext uri="{FF2B5EF4-FFF2-40B4-BE49-F238E27FC236}">
                <a16:creationId xmlns:a16="http://schemas.microsoft.com/office/drawing/2014/main" id="{3326AC42-CC11-8F3A-10B5-E3E90303061A}"/>
              </a:ext>
            </a:extLst>
          </p:cNvPr>
          <p:cNvGrpSpPr/>
          <p:nvPr/>
        </p:nvGrpSpPr>
        <p:grpSpPr>
          <a:xfrm>
            <a:off x="3775041" y="5130133"/>
            <a:ext cx="721895" cy="609700"/>
            <a:chOff x="3775041" y="5130133"/>
            <a:chExt cx="721895" cy="609700"/>
          </a:xfrm>
        </p:grpSpPr>
        <p:sp>
          <p:nvSpPr>
            <p:cNvPr id="1372" name="Rectangle 1371">
              <a:hlinkHover r:id="" action="ppaction://noaction" highlightClick="1"/>
              <a:extLst>
                <a:ext uri="{FF2B5EF4-FFF2-40B4-BE49-F238E27FC236}">
                  <a16:creationId xmlns:a16="http://schemas.microsoft.com/office/drawing/2014/main" id="{7B97859A-481C-96D7-28CC-7F00E95D03BF}"/>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1373" name="Diamond 1372">
              <a:extLst>
                <a:ext uri="{FF2B5EF4-FFF2-40B4-BE49-F238E27FC236}">
                  <a16:creationId xmlns:a16="http://schemas.microsoft.com/office/drawing/2014/main" id="{8A366A82-A996-36D9-7D23-30B9981F0FDA}"/>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74" name="Oval 1373">
              <a:extLst>
                <a:ext uri="{FF2B5EF4-FFF2-40B4-BE49-F238E27FC236}">
                  <a16:creationId xmlns:a16="http://schemas.microsoft.com/office/drawing/2014/main" id="{7D24BB78-67F6-58BC-3E5D-A6D02DF576A8}"/>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75" name="Group 1374">
            <a:extLst>
              <a:ext uri="{FF2B5EF4-FFF2-40B4-BE49-F238E27FC236}">
                <a16:creationId xmlns:a16="http://schemas.microsoft.com/office/drawing/2014/main" id="{796F2884-3B62-2D19-75D7-276ABE0EBD4B}"/>
              </a:ext>
            </a:extLst>
          </p:cNvPr>
          <p:cNvGrpSpPr/>
          <p:nvPr/>
        </p:nvGrpSpPr>
        <p:grpSpPr>
          <a:xfrm>
            <a:off x="4618174" y="5130748"/>
            <a:ext cx="721895" cy="609700"/>
            <a:chOff x="4618174" y="5130748"/>
            <a:chExt cx="721895" cy="609700"/>
          </a:xfrm>
        </p:grpSpPr>
        <p:sp>
          <p:nvSpPr>
            <p:cNvPr id="1376" name="Rectangle 1375">
              <a:hlinkHover r:id="" action="ppaction://noaction" highlightClick="1"/>
              <a:extLst>
                <a:ext uri="{FF2B5EF4-FFF2-40B4-BE49-F238E27FC236}">
                  <a16:creationId xmlns:a16="http://schemas.microsoft.com/office/drawing/2014/main" id="{D3B5E11B-AEF6-2AEA-4B2C-78CFF4BF2919}"/>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1377" name="Diamond 1376">
              <a:extLst>
                <a:ext uri="{FF2B5EF4-FFF2-40B4-BE49-F238E27FC236}">
                  <a16:creationId xmlns:a16="http://schemas.microsoft.com/office/drawing/2014/main" id="{6101BC86-360C-6F3C-D717-F853BCE14341}"/>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78" name="Oval 1377">
              <a:extLst>
                <a:ext uri="{FF2B5EF4-FFF2-40B4-BE49-F238E27FC236}">
                  <a16:creationId xmlns:a16="http://schemas.microsoft.com/office/drawing/2014/main" id="{13A1D981-01B5-66AB-0A15-E51F8CE3DEE1}"/>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79" name="Group 1378">
            <a:extLst>
              <a:ext uri="{FF2B5EF4-FFF2-40B4-BE49-F238E27FC236}">
                <a16:creationId xmlns:a16="http://schemas.microsoft.com/office/drawing/2014/main" id="{E22640E5-DDC2-2894-E72D-CF95A91321DE}"/>
              </a:ext>
            </a:extLst>
          </p:cNvPr>
          <p:cNvGrpSpPr/>
          <p:nvPr/>
        </p:nvGrpSpPr>
        <p:grpSpPr>
          <a:xfrm>
            <a:off x="7125833" y="5143368"/>
            <a:ext cx="721206" cy="609701"/>
            <a:chOff x="7125833" y="5143368"/>
            <a:chExt cx="721206" cy="609701"/>
          </a:xfrm>
        </p:grpSpPr>
        <p:sp>
          <p:nvSpPr>
            <p:cNvPr id="1380" name="Rectangle 1379">
              <a:hlinkHover r:id="" action="ppaction://noaction" highlightClick="1"/>
              <a:extLst>
                <a:ext uri="{FF2B5EF4-FFF2-40B4-BE49-F238E27FC236}">
                  <a16:creationId xmlns:a16="http://schemas.microsoft.com/office/drawing/2014/main" id="{1CF28706-62E4-FE60-7DC0-242A5565743A}"/>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1381" name="Oval 1380">
              <a:extLst>
                <a:ext uri="{FF2B5EF4-FFF2-40B4-BE49-F238E27FC236}">
                  <a16:creationId xmlns:a16="http://schemas.microsoft.com/office/drawing/2014/main" id="{27783618-95A3-8609-FE29-948756F55E2C}"/>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82" name="Isosceles Triangle 648">
              <a:extLst>
                <a:ext uri="{FF2B5EF4-FFF2-40B4-BE49-F238E27FC236}">
                  <a16:creationId xmlns:a16="http://schemas.microsoft.com/office/drawing/2014/main" id="{CCB07639-B158-9EA8-3655-B44CC91918D6}"/>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83" name="Group 1382">
            <a:extLst>
              <a:ext uri="{FF2B5EF4-FFF2-40B4-BE49-F238E27FC236}">
                <a16:creationId xmlns:a16="http://schemas.microsoft.com/office/drawing/2014/main" id="{207C124E-CAFB-8775-1E1C-BC311A31F3A2}"/>
              </a:ext>
            </a:extLst>
          </p:cNvPr>
          <p:cNvGrpSpPr/>
          <p:nvPr/>
        </p:nvGrpSpPr>
        <p:grpSpPr>
          <a:xfrm>
            <a:off x="7122911" y="3698231"/>
            <a:ext cx="721206" cy="609701"/>
            <a:chOff x="7122911" y="3698231"/>
            <a:chExt cx="721206" cy="609701"/>
          </a:xfrm>
        </p:grpSpPr>
        <p:sp>
          <p:nvSpPr>
            <p:cNvPr id="1384" name="Rectangle 1383">
              <a:hlinkHover r:id="" action="ppaction://noaction" highlightClick="1"/>
              <a:extLst>
                <a:ext uri="{FF2B5EF4-FFF2-40B4-BE49-F238E27FC236}">
                  <a16:creationId xmlns:a16="http://schemas.microsoft.com/office/drawing/2014/main" id="{5E3D95FA-95D4-E824-18C2-0463FB9CF7C9}"/>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1385" name="Oval 1384">
              <a:extLst>
                <a:ext uri="{FF2B5EF4-FFF2-40B4-BE49-F238E27FC236}">
                  <a16:creationId xmlns:a16="http://schemas.microsoft.com/office/drawing/2014/main" id="{B834894F-B8CB-5EC8-4A33-78B2A584CC83}"/>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86" name="Isosceles Triangle 648">
              <a:extLst>
                <a:ext uri="{FF2B5EF4-FFF2-40B4-BE49-F238E27FC236}">
                  <a16:creationId xmlns:a16="http://schemas.microsoft.com/office/drawing/2014/main" id="{33C5AE3A-99E8-82A8-4986-D0CBDE0521E3}"/>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87" name="Group 1386">
            <a:extLst>
              <a:ext uri="{FF2B5EF4-FFF2-40B4-BE49-F238E27FC236}">
                <a16:creationId xmlns:a16="http://schemas.microsoft.com/office/drawing/2014/main" id="{36ED1240-2892-C671-3629-B8D15A8612C3}"/>
              </a:ext>
            </a:extLst>
          </p:cNvPr>
          <p:cNvGrpSpPr/>
          <p:nvPr/>
        </p:nvGrpSpPr>
        <p:grpSpPr>
          <a:xfrm>
            <a:off x="6286224" y="3620338"/>
            <a:ext cx="721206" cy="687594"/>
            <a:chOff x="6286224" y="3620338"/>
            <a:chExt cx="721206" cy="687594"/>
          </a:xfrm>
        </p:grpSpPr>
        <p:cxnSp>
          <p:nvCxnSpPr>
            <p:cNvPr id="1388" name="Straight Connector 1387">
              <a:extLst>
                <a:ext uri="{FF2B5EF4-FFF2-40B4-BE49-F238E27FC236}">
                  <a16:creationId xmlns:a16="http://schemas.microsoft.com/office/drawing/2014/main" id="{6E5A7B7F-D8FB-324A-1CE9-6F4007DA39D9}"/>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1389" name="Rectangle 1388">
              <a:hlinkHover r:id="" action="ppaction://noaction" highlightClick="1"/>
              <a:extLst>
                <a:ext uri="{FF2B5EF4-FFF2-40B4-BE49-F238E27FC236}">
                  <a16:creationId xmlns:a16="http://schemas.microsoft.com/office/drawing/2014/main" id="{F6A32601-3263-1B2A-0769-51D80AD1D0F5}"/>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1390" name="Oval 1389">
              <a:extLst>
                <a:ext uri="{FF2B5EF4-FFF2-40B4-BE49-F238E27FC236}">
                  <a16:creationId xmlns:a16="http://schemas.microsoft.com/office/drawing/2014/main" id="{11B7C7E0-A11E-7765-B27E-8342A1465C6D}"/>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91" name="Isosceles Triangle 648">
              <a:extLst>
                <a:ext uri="{FF2B5EF4-FFF2-40B4-BE49-F238E27FC236}">
                  <a16:creationId xmlns:a16="http://schemas.microsoft.com/office/drawing/2014/main" id="{BD442F65-D314-CCD9-25CD-846B52133099}"/>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02" name="Group 1401">
            <a:extLst>
              <a:ext uri="{FF2B5EF4-FFF2-40B4-BE49-F238E27FC236}">
                <a16:creationId xmlns:a16="http://schemas.microsoft.com/office/drawing/2014/main" id="{E7D2D063-4F07-D92B-2E2B-EFD68D5A154A}"/>
              </a:ext>
            </a:extLst>
          </p:cNvPr>
          <p:cNvGrpSpPr/>
          <p:nvPr/>
        </p:nvGrpSpPr>
        <p:grpSpPr>
          <a:xfrm>
            <a:off x="3775041" y="1532276"/>
            <a:ext cx="721206" cy="609701"/>
            <a:chOff x="3775041" y="1532276"/>
            <a:chExt cx="721206" cy="609701"/>
          </a:xfrm>
        </p:grpSpPr>
        <p:sp>
          <p:nvSpPr>
            <p:cNvPr id="1403" name="Rectangle 1402">
              <a:extLst>
                <a:ext uri="{FF2B5EF4-FFF2-40B4-BE49-F238E27FC236}">
                  <a16:creationId xmlns:a16="http://schemas.microsoft.com/office/drawing/2014/main" id="{1C8A424E-725A-2AD3-1C8E-8F852EA26B6F}"/>
                </a:ext>
              </a:extLst>
            </p:cNvPr>
            <p:cNvSpPr/>
            <p:nvPr/>
          </p:nvSpPr>
          <p:spPr>
            <a:xfrm>
              <a:off x="3775041"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1404" name="Right Triangle 1403">
              <a:extLst>
                <a:ext uri="{FF2B5EF4-FFF2-40B4-BE49-F238E27FC236}">
                  <a16:creationId xmlns:a16="http://schemas.microsoft.com/office/drawing/2014/main" id="{DDAE28BD-44AC-511A-E7A7-07E1873D8A40}"/>
                </a:ext>
              </a:extLst>
            </p:cNvPr>
            <p:cNvSpPr/>
            <p:nvPr/>
          </p:nvSpPr>
          <p:spPr>
            <a:xfrm rot="10800000">
              <a:off x="437405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05" name="Group 1404">
              <a:extLst>
                <a:ext uri="{FF2B5EF4-FFF2-40B4-BE49-F238E27FC236}">
                  <a16:creationId xmlns:a16="http://schemas.microsoft.com/office/drawing/2014/main" id="{BB10E9E4-62B8-2D99-6575-202864FE10B7}"/>
                </a:ext>
              </a:extLst>
            </p:cNvPr>
            <p:cNvGrpSpPr/>
            <p:nvPr/>
          </p:nvGrpSpPr>
          <p:grpSpPr>
            <a:xfrm>
              <a:off x="4440500" y="1542931"/>
              <a:ext cx="37817" cy="61390"/>
              <a:chOff x="3883481" y="2057400"/>
              <a:chExt cx="1608363" cy="2652031"/>
            </a:xfrm>
            <a:solidFill>
              <a:srgbClr val="A6A6A6"/>
            </a:solidFill>
          </p:grpSpPr>
          <p:sp>
            <p:nvSpPr>
              <p:cNvPr id="1406" name="Oval 27">
                <a:extLst>
                  <a:ext uri="{FF2B5EF4-FFF2-40B4-BE49-F238E27FC236}">
                    <a16:creationId xmlns:a16="http://schemas.microsoft.com/office/drawing/2014/main" id="{6E071A9A-D376-A3B6-8EB6-CF84F13405E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7" name="Oval 28">
                <a:extLst>
                  <a:ext uri="{FF2B5EF4-FFF2-40B4-BE49-F238E27FC236}">
                    <a16:creationId xmlns:a16="http://schemas.microsoft.com/office/drawing/2014/main" id="{8A893543-BE1B-7AC8-F457-EB71BE00E71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08" name="Group 1407">
            <a:extLst>
              <a:ext uri="{FF2B5EF4-FFF2-40B4-BE49-F238E27FC236}">
                <a16:creationId xmlns:a16="http://schemas.microsoft.com/office/drawing/2014/main" id="{E8FA7C2D-6264-6BAB-46B9-A31C2B6B643C}"/>
              </a:ext>
            </a:extLst>
          </p:cNvPr>
          <p:cNvGrpSpPr/>
          <p:nvPr/>
        </p:nvGrpSpPr>
        <p:grpSpPr>
          <a:xfrm>
            <a:off x="4611548" y="1532276"/>
            <a:ext cx="721206" cy="609701"/>
            <a:chOff x="4611548" y="1532276"/>
            <a:chExt cx="721206" cy="609701"/>
          </a:xfrm>
        </p:grpSpPr>
        <p:sp>
          <p:nvSpPr>
            <p:cNvPr id="1409" name="Rectangle 1408">
              <a:extLst>
                <a:ext uri="{FF2B5EF4-FFF2-40B4-BE49-F238E27FC236}">
                  <a16:creationId xmlns:a16="http://schemas.microsoft.com/office/drawing/2014/main" id="{629E3D92-CF66-4D2F-0794-767722A31316}"/>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410" name="Right Triangle 1409">
              <a:extLst>
                <a:ext uri="{FF2B5EF4-FFF2-40B4-BE49-F238E27FC236}">
                  <a16:creationId xmlns:a16="http://schemas.microsoft.com/office/drawing/2014/main" id="{C188AB83-814D-0FC9-F812-1D22541B4386}"/>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11" name="Group 1410">
              <a:extLst>
                <a:ext uri="{FF2B5EF4-FFF2-40B4-BE49-F238E27FC236}">
                  <a16:creationId xmlns:a16="http://schemas.microsoft.com/office/drawing/2014/main" id="{78C333A6-861C-1E3F-C282-0AC609DF5BDB}"/>
                </a:ext>
              </a:extLst>
            </p:cNvPr>
            <p:cNvGrpSpPr/>
            <p:nvPr/>
          </p:nvGrpSpPr>
          <p:grpSpPr>
            <a:xfrm>
              <a:off x="5276140" y="1542931"/>
              <a:ext cx="37817" cy="61390"/>
              <a:chOff x="3883481" y="2057400"/>
              <a:chExt cx="1608363" cy="2652031"/>
            </a:xfrm>
            <a:solidFill>
              <a:srgbClr val="A6A6A6"/>
            </a:solidFill>
          </p:grpSpPr>
          <p:sp>
            <p:nvSpPr>
              <p:cNvPr id="1412" name="Oval 27">
                <a:extLst>
                  <a:ext uri="{FF2B5EF4-FFF2-40B4-BE49-F238E27FC236}">
                    <a16:creationId xmlns:a16="http://schemas.microsoft.com/office/drawing/2014/main" id="{C3B7EAE6-DF18-8049-4B41-5F9FEE513E8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3" name="Oval 28">
                <a:extLst>
                  <a:ext uri="{FF2B5EF4-FFF2-40B4-BE49-F238E27FC236}">
                    <a16:creationId xmlns:a16="http://schemas.microsoft.com/office/drawing/2014/main" id="{C1FAFB69-33AB-952F-CFB7-BDD60DAEC11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14" name="Group 1413">
            <a:extLst>
              <a:ext uri="{FF2B5EF4-FFF2-40B4-BE49-F238E27FC236}">
                <a16:creationId xmlns:a16="http://schemas.microsoft.com/office/drawing/2014/main" id="{3F5E9D62-D789-475A-6055-8582D154692E}"/>
              </a:ext>
            </a:extLst>
          </p:cNvPr>
          <p:cNvGrpSpPr/>
          <p:nvPr/>
        </p:nvGrpSpPr>
        <p:grpSpPr>
          <a:xfrm>
            <a:off x="2938534" y="1532275"/>
            <a:ext cx="721206" cy="610039"/>
            <a:chOff x="2938534" y="1532275"/>
            <a:chExt cx="721206" cy="610039"/>
          </a:xfrm>
        </p:grpSpPr>
        <p:sp>
          <p:nvSpPr>
            <p:cNvPr id="1415" name="Rectangle 1414">
              <a:extLst>
                <a:ext uri="{FF2B5EF4-FFF2-40B4-BE49-F238E27FC236}">
                  <a16:creationId xmlns:a16="http://schemas.microsoft.com/office/drawing/2014/main" id="{363874C4-65B5-5DC8-F039-EC6202501B79}"/>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1416" name="Right Triangle 1415">
              <a:extLst>
                <a:ext uri="{FF2B5EF4-FFF2-40B4-BE49-F238E27FC236}">
                  <a16:creationId xmlns:a16="http://schemas.microsoft.com/office/drawing/2014/main" id="{63E8D7EC-5D84-ADFD-AD68-AA9C41320C53}"/>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7" name="Oval 27">
              <a:extLst>
                <a:ext uri="{FF2B5EF4-FFF2-40B4-BE49-F238E27FC236}">
                  <a16:creationId xmlns:a16="http://schemas.microsoft.com/office/drawing/2014/main" id="{0D8DB2A9-D1BA-C004-A7B3-5075FA54475B}"/>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8" name="Oval 28">
              <a:extLst>
                <a:ext uri="{FF2B5EF4-FFF2-40B4-BE49-F238E27FC236}">
                  <a16:creationId xmlns:a16="http://schemas.microsoft.com/office/drawing/2014/main" id="{77AF805D-4A65-A6FA-923B-B198B19B6D99}"/>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31" name="Group 1430">
            <a:extLst>
              <a:ext uri="{FF2B5EF4-FFF2-40B4-BE49-F238E27FC236}">
                <a16:creationId xmlns:a16="http://schemas.microsoft.com/office/drawing/2014/main" id="{81A3676E-9E8A-A642-E9C8-3349F91902EE}"/>
              </a:ext>
            </a:extLst>
          </p:cNvPr>
          <p:cNvGrpSpPr/>
          <p:nvPr/>
        </p:nvGrpSpPr>
        <p:grpSpPr>
          <a:xfrm>
            <a:off x="1268842" y="1532275"/>
            <a:ext cx="721206" cy="610039"/>
            <a:chOff x="1268842" y="1532275"/>
            <a:chExt cx="721206" cy="610039"/>
          </a:xfrm>
        </p:grpSpPr>
        <p:sp>
          <p:nvSpPr>
            <p:cNvPr id="1432" name="Rectangle 1431">
              <a:extLst>
                <a:ext uri="{FF2B5EF4-FFF2-40B4-BE49-F238E27FC236}">
                  <a16:creationId xmlns:a16="http://schemas.microsoft.com/office/drawing/2014/main" id="{248A9D6B-71C3-896D-BF0B-56A0C625519E}"/>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1433" name="Right Triangle 1432">
              <a:extLst>
                <a:ext uri="{FF2B5EF4-FFF2-40B4-BE49-F238E27FC236}">
                  <a16:creationId xmlns:a16="http://schemas.microsoft.com/office/drawing/2014/main" id="{3D97C5A2-73ED-D89D-8264-243720F315EF}"/>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34" name="Group 1433">
              <a:extLst>
                <a:ext uri="{FF2B5EF4-FFF2-40B4-BE49-F238E27FC236}">
                  <a16:creationId xmlns:a16="http://schemas.microsoft.com/office/drawing/2014/main" id="{8ABDE852-AB54-7533-C27B-3888A56448F0}"/>
                </a:ext>
              </a:extLst>
            </p:cNvPr>
            <p:cNvGrpSpPr/>
            <p:nvPr/>
          </p:nvGrpSpPr>
          <p:grpSpPr>
            <a:xfrm>
              <a:off x="1939437" y="1538369"/>
              <a:ext cx="37817" cy="61390"/>
              <a:chOff x="3883481" y="2057400"/>
              <a:chExt cx="1608363" cy="2652031"/>
            </a:xfrm>
            <a:solidFill>
              <a:srgbClr val="A6A6A6"/>
            </a:solidFill>
          </p:grpSpPr>
          <p:sp>
            <p:nvSpPr>
              <p:cNvPr id="1435" name="Oval 27">
                <a:extLst>
                  <a:ext uri="{FF2B5EF4-FFF2-40B4-BE49-F238E27FC236}">
                    <a16:creationId xmlns:a16="http://schemas.microsoft.com/office/drawing/2014/main" id="{6FF51E68-7E17-5D14-511F-66ED96D8BFD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6" name="Oval 28">
                <a:extLst>
                  <a:ext uri="{FF2B5EF4-FFF2-40B4-BE49-F238E27FC236}">
                    <a16:creationId xmlns:a16="http://schemas.microsoft.com/office/drawing/2014/main" id="{7B4E5F60-7DEB-1E38-AF5C-3306B9545CA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37" name="Group 1436">
            <a:extLst>
              <a:ext uri="{FF2B5EF4-FFF2-40B4-BE49-F238E27FC236}">
                <a16:creationId xmlns:a16="http://schemas.microsoft.com/office/drawing/2014/main" id="{FFF0307D-B997-6346-3786-A99DFD0DFE1E}"/>
              </a:ext>
            </a:extLst>
          </p:cNvPr>
          <p:cNvGrpSpPr/>
          <p:nvPr/>
        </p:nvGrpSpPr>
        <p:grpSpPr>
          <a:xfrm>
            <a:off x="431659" y="811556"/>
            <a:ext cx="721206" cy="609701"/>
            <a:chOff x="431659" y="811556"/>
            <a:chExt cx="721206" cy="609701"/>
          </a:xfrm>
        </p:grpSpPr>
        <p:sp>
          <p:nvSpPr>
            <p:cNvPr id="1438" name="Rectangle 1437">
              <a:extLst>
                <a:ext uri="{FF2B5EF4-FFF2-40B4-BE49-F238E27FC236}">
                  <a16:creationId xmlns:a16="http://schemas.microsoft.com/office/drawing/2014/main" id="{A72696D2-83EA-1EC6-C261-449401BF3DC8}"/>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1439" name="Right Triangle 1438">
              <a:extLst>
                <a:ext uri="{FF2B5EF4-FFF2-40B4-BE49-F238E27FC236}">
                  <a16:creationId xmlns:a16="http://schemas.microsoft.com/office/drawing/2014/main" id="{5CCBD0CE-8456-63FC-6D14-654DAA9D78A0}"/>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40" name="Group 1439">
              <a:extLst>
                <a:ext uri="{FF2B5EF4-FFF2-40B4-BE49-F238E27FC236}">
                  <a16:creationId xmlns:a16="http://schemas.microsoft.com/office/drawing/2014/main" id="{E0B5EAD8-9D69-DA37-A746-17FFB4BA68E1}"/>
                </a:ext>
              </a:extLst>
            </p:cNvPr>
            <p:cNvGrpSpPr/>
            <p:nvPr/>
          </p:nvGrpSpPr>
          <p:grpSpPr>
            <a:xfrm>
              <a:off x="1100972" y="819589"/>
              <a:ext cx="37817" cy="61390"/>
              <a:chOff x="3883481" y="2057400"/>
              <a:chExt cx="1608363" cy="2652031"/>
            </a:xfrm>
            <a:solidFill>
              <a:srgbClr val="A6A6A6"/>
            </a:solidFill>
          </p:grpSpPr>
          <p:sp>
            <p:nvSpPr>
              <p:cNvPr id="1441" name="Oval 27">
                <a:extLst>
                  <a:ext uri="{FF2B5EF4-FFF2-40B4-BE49-F238E27FC236}">
                    <a16:creationId xmlns:a16="http://schemas.microsoft.com/office/drawing/2014/main" id="{B703CE2D-DA44-4E06-6E68-4465473C2C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2" name="Oval 28">
                <a:extLst>
                  <a:ext uri="{FF2B5EF4-FFF2-40B4-BE49-F238E27FC236}">
                    <a16:creationId xmlns:a16="http://schemas.microsoft.com/office/drawing/2014/main" id="{01DEEE0C-625C-5704-41A5-09C6C3625E0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43" name="Group 1442">
            <a:extLst>
              <a:ext uri="{FF2B5EF4-FFF2-40B4-BE49-F238E27FC236}">
                <a16:creationId xmlns:a16="http://schemas.microsoft.com/office/drawing/2014/main" id="{22CCA16F-F5AC-679F-9613-914E37DF7193}"/>
              </a:ext>
            </a:extLst>
          </p:cNvPr>
          <p:cNvGrpSpPr/>
          <p:nvPr/>
        </p:nvGrpSpPr>
        <p:grpSpPr>
          <a:xfrm>
            <a:off x="1267284" y="811556"/>
            <a:ext cx="721206" cy="609701"/>
            <a:chOff x="1267284" y="811556"/>
            <a:chExt cx="721206" cy="609701"/>
          </a:xfrm>
        </p:grpSpPr>
        <p:sp>
          <p:nvSpPr>
            <p:cNvPr id="1444" name="Rectangle 1443">
              <a:extLst>
                <a:ext uri="{FF2B5EF4-FFF2-40B4-BE49-F238E27FC236}">
                  <a16:creationId xmlns:a16="http://schemas.microsoft.com/office/drawing/2014/main" id="{447CF063-CF9E-60A2-7DF3-5F7D681C4991}"/>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1445" name="Right Triangle 1444">
              <a:extLst>
                <a:ext uri="{FF2B5EF4-FFF2-40B4-BE49-F238E27FC236}">
                  <a16:creationId xmlns:a16="http://schemas.microsoft.com/office/drawing/2014/main" id="{6BD2B75E-D130-9ADA-2164-E693BB09CF99}"/>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46" name="Group 1445">
              <a:extLst>
                <a:ext uri="{FF2B5EF4-FFF2-40B4-BE49-F238E27FC236}">
                  <a16:creationId xmlns:a16="http://schemas.microsoft.com/office/drawing/2014/main" id="{C3ED5282-7DBF-EAEB-F863-A5F3569086E1}"/>
                </a:ext>
              </a:extLst>
            </p:cNvPr>
            <p:cNvGrpSpPr/>
            <p:nvPr/>
          </p:nvGrpSpPr>
          <p:grpSpPr>
            <a:xfrm>
              <a:off x="1937879" y="819589"/>
              <a:ext cx="37817" cy="61390"/>
              <a:chOff x="3883481" y="2057400"/>
              <a:chExt cx="1608363" cy="2652031"/>
            </a:xfrm>
            <a:solidFill>
              <a:srgbClr val="A6A6A6"/>
            </a:solidFill>
          </p:grpSpPr>
          <p:sp>
            <p:nvSpPr>
              <p:cNvPr id="1447" name="Oval 27">
                <a:extLst>
                  <a:ext uri="{FF2B5EF4-FFF2-40B4-BE49-F238E27FC236}">
                    <a16:creationId xmlns:a16="http://schemas.microsoft.com/office/drawing/2014/main" id="{A642B050-7CB2-F6BE-0418-0B1E89BEA8E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8" name="Oval 28">
                <a:extLst>
                  <a:ext uri="{FF2B5EF4-FFF2-40B4-BE49-F238E27FC236}">
                    <a16:creationId xmlns:a16="http://schemas.microsoft.com/office/drawing/2014/main" id="{056C8065-66D3-11F1-DF6A-A63369A4135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09" name="Group 1808">
            <a:extLst>
              <a:ext uri="{FF2B5EF4-FFF2-40B4-BE49-F238E27FC236}">
                <a16:creationId xmlns:a16="http://schemas.microsoft.com/office/drawing/2014/main" id="{4CF08DBA-0A79-E1E8-D256-7DF6546149BF}"/>
              </a:ext>
            </a:extLst>
          </p:cNvPr>
          <p:cNvGrpSpPr/>
          <p:nvPr/>
        </p:nvGrpSpPr>
        <p:grpSpPr>
          <a:xfrm>
            <a:off x="5448055" y="1532276"/>
            <a:ext cx="721206" cy="609701"/>
            <a:chOff x="5448055" y="1532276"/>
            <a:chExt cx="721206" cy="609701"/>
          </a:xfrm>
        </p:grpSpPr>
        <p:sp>
          <p:nvSpPr>
            <p:cNvPr id="1810" name="Rectangle 1809">
              <a:extLst>
                <a:ext uri="{FF2B5EF4-FFF2-40B4-BE49-F238E27FC236}">
                  <a16:creationId xmlns:a16="http://schemas.microsoft.com/office/drawing/2014/main" id="{67D64BDE-9812-F1F3-E9CE-BB09596163FB}"/>
                </a:ext>
              </a:extLst>
            </p:cNvPr>
            <p:cNvSpPr/>
            <p:nvPr/>
          </p:nvSpPr>
          <p:spPr>
            <a:xfrm>
              <a:off x="5448055"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1811" name="Rectangle 1810">
              <a:extLst>
                <a:ext uri="{FF2B5EF4-FFF2-40B4-BE49-F238E27FC236}">
                  <a16:creationId xmlns:a16="http://schemas.microsoft.com/office/drawing/2014/main" id="{EFAE8E4E-D631-D592-9E07-EDB153EDA703}"/>
                </a:ext>
              </a:extLst>
            </p:cNvPr>
            <p:cNvSpPr/>
            <p:nvPr/>
          </p:nvSpPr>
          <p:spPr>
            <a:xfrm flipV="1">
              <a:off x="6059657"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12" name="Oval 15">
              <a:extLst>
                <a:ext uri="{FF2B5EF4-FFF2-40B4-BE49-F238E27FC236}">
                  <a16:creationId xmlns:a16="http://schemas.microsoft.com/office/drawing/2014/main" id="{6E358213-CBEB-F53D-D117-A7F0073E7309}"/>
                </a:ext>
              </a:extLst>
            </p:cNvPr>
            <p:cNvSpPr/>
            <p:nvPr/>
          </p:nvSpPr>
          <p:spPr>
            <a:xfrm>
              <a:off x="6087046"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13" name="Straight Connector 1812">
              <a:extLst>
                <a:ext uri="{FF2B5EF4-FFF2-40B4-BE49-F238E27FC236}">
                  <a16:creationId xmlns:a16="http://schemas.microsoft.com/office/drawing/2014/main" id="{1CB4DC52-F353-C92C-1C03-7382F2C9C431}"/>
                </a:ext>
              </a:extLst>
            </p:cNvPr>
            <p:cNvCxnSpPr>
              <a:cxnSpLocks/>
              <a:stCxn id="1812" idx="0"/>
            </p:cNvCxnSpPr>
            <p:nvPr/>
          </p:nvCxnSpPr>
          <p:spPr>
            <a:xfrm flipV="1">
              <a:off x="6092743"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14" name="Straight Connector 1813">
              <a:extLst>
                <a:ext uri="{FF2B5EF4-FFF2-40B4-BE49-F238E27FC236}">
                  <a16:creationId xmlns:a16="http://schemas.microsoft.com/office/drawing/2014/main" id="{583CDDDA-9131-1A20-C112-7093C1997E1F}"/>
                </a:ext>
              </a:extLst>
            </p:cNvPr>
            <p:cNvCxnSpPr>
              <a:cxnSpLocks/>
            </p:cNvCxnSpPr>
            <p:nvPr/>
          </p:nvCxnSpPr>
          <p:spPr>
            <a:xfrm>
              <a:off x="6098462"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15" name="Group 1814">
            <a:extLst>
              <a:ext uri="{FF2B5EF4-FFF2-40B4-BE49-F238E27FC236}">
                <a16:creationId xmlns:a16="http://schemas.microsoft.com/office/drawing/2014/main" id="{BDA50A5A-27B2-B146-1C68-1FA5259BBF7D}"/>
              </a:ext>
            </a:extLst>
          </p:cNvPr>
          <p:cNvGrpSpPr/>
          <p:nvPr/>
        </p:nvGrpSpPr>
        <p:grpSpPr>
          <a:xfrm>
            <a:off x="6284562" y="1532276"/>
            <a:ext cx="721206" cy="609701"/>
            <a:chOff x="6284562" y="1532276"/>
            <a:chExt cx="721206" cy="609701"/>
          </a:xfrm>
        </p:grpSpPr>
        <p:sp>
          <p:nvSpPr>
            <p:cNvPr id="1816" name="Rectangle 1815">
              <a:extLst>
                <a:ext uri="{FF2B5EF4-FFF2-40B4-BE49-F238E27FC236}">
                  <a16:creationId xmlns:a16="http://schemas.microsoft.com/office/drawing/2014/main" id="{F4A789DE-F41F-D9E1-08DD-A9354BDFDF14}"/>
                </a:ext>
              </a:extLst>
            </p:cNvPr>
            <p:cNvSpPr/>
            <p:nvPr/>
          </p:nvSpPr>
          <p:spPr>
            <a:xfrm>
              <a:off x="6284562"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1817" name="Rectangle 1816">
              <a:extLst>
                <a:ext uri="{FF2B5EF4-FFF2-40B4-BE49-F238E27FC236}">
                  <a16:creationId xmlns:a16="http://schemas.microsoft.com/office/drawing/2014/main" id="{8A4ABBE8-2420-F7DC-F073-D159071B6754}"/>
                </a:ext>
              </a:extLst>
            </p:cNvPr>
            <p:cNvSpPr/>
            <p:nvPr/>
          </p:nvSpPr>
          <p:spPr>
            <a:xfrm flipV="1">
              <a:off x="6902312"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18" name="Oval 15">
              <a:extLst>
                <a:ext uri="{FF2B5EF4-FFF2-40B4-BE49-F238E27FC236}">
                  <a16:creationId xmlns:a16="http://schemas.microsoft.com/office/drawing/2014/main" id="{C916F282-6C84-25C4-47B6-B24F962FA575}"/>
                </a:ext>
              </a:extLst>
            </p:cNvPr>
            <p:cNvSpPr/>
            <p:nvPr/>
          </p:nvSpPr>
          <p:spPr>
            <a:xfrm>
              <a:off x="6929701"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19" name="Straight Connector 1818">
              <a:extLst>
                <a:ext uri="{FF2B5EF4-FFF2-40B4-BE49-F238E27FC236}">
                  <a16:creationId xmlns:a16="http://schemas.microsoft.com/office/drawing/2014/main" id="{DE52C3D0-F0E6-3059-895F-7E90415F0DA2}"/>
                </a:ext>
              </a:extLst>
            </p:cNvPr>
            <p:cNvCxnSpPr>
              <a:cxnSpLocks/>
              <a:stCxn id="1818" idx="0"/>
            </p:cNvCxnSpPr>
            <p:nvPr/>
          </p:nvCxnSpPr>
          <p:spPr>
            <a:xfrm flipV="1">
              <a:off x="6935398"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20" name="Straight Connector 1819">
              <a:extLst>
                <a:ext uri="{FF2B5EF4-FFF2-40B4-BE49-F238E27FC236}">
                  <a16:creationId xmlns:a16="http://schemas.microsoft.com/office/drawing/2014/main" id="{172B4971-4BF0-AF19-331C-642C9630DA7E}"/>
                </a:ext>
              </a:extLst>
            </p:cNvPr>
            <p:cNvCxnSpPr>
              <a:cxnSpLocks/>
            </p:cNvCxnSpPr>
            <p:nvPr/>
          </p:nvCxnSpPr>
          <p:spPr>
            <a:xfrm>
              <a:off x="6941117"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21" name="Group 1820">
            <a:extLst>
              <a:ext uri="{FF2B5EF4-FFF2-40B4-BE49-F238E27FC236}">
                <a16:creationId xmlns:a16="http://schemas.microsoft.com/office/drawing/2014/main" id="{B6D56008-4672-0DC0-6A7C-4B127326AD75}"/>
              </a:ext>
            </a:extLst>
          </p:cNvPr>
          <p:cNvGrpSpPr/>
          <p:nvPr/>
        </p:nvGrpSpPr>
        <p:grpSpPr>
          <a:xfrm>
            <a:off x="7121069" y="1532276"/>
            <a:ext cx="721206" cy="609701"/>
            <a:chOff x="7121069" y="1532276"/>
            <a:chExt cx="721206" cy="609701"/>
          </a:xfrm>
        </p:grpSpPr>
        <p:sp>
          <p:nvSpPr>
            <p:cNvPr id="1822" name="Rectangle 1821">
              <a:extLst>
                <a:ext uri="{FF2B5EF4-FFF2-40B4-BE49-F238E27FC236}">
                  <a16:creationId xmlns:a16="http://schemas.microsoft.com/office/drawing/2014/main" id="{12523940-C0A2-AA07-A244-BB3CE3F91EA1}"/>
                </a:ext>
              </a:extLst>
            </p:cNvPr>
            <p:cNvSpPr/>
            <p:nvPr/>
          </p:nvSpPr>
          <p:spPr>
            <a:xfrm>
              <a:off x="712106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1823" name="Rectangle 1822">
              <a:extLst>
                <a:ext uri="{FF2B5EF4-FFF2-40B4-BE49-F238E27FC236}">
                  <a16:creationId xmlns:a16="http://schemas.microsoft.com/office/drawing/2014/main" id="{0768AC68-42F1-8745-4ECE-3334F5E868BF}"/>
                </a:ext>
              </a:extLst>
            </p:cNvPr>
            <p:cNvSpPr/>
            <p:nvPr/>
          </p:nvSpPr>
          <p:spPr>
            <a:xfrm flipV="1">
              <a:off x="7736853"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4" name="Oval 15">
              <a:extLst>
                <a:ext uri="{FF2B5EF4-FFF2-40B4-BE49-F238E27FC236}">
                  <a16:creationId xmlns:a16="http://schemas.microsoft.com/office/drawing/2014/main" id="{76897DC8-406A-EC0B-52FA-1B774D95C689}"/>
                </a:ext>
              </a:extLst>
            </p:cNvPr>
            <p:cNvSpPr/>
            <p:nvPr/>
          </p:nvSpPr>
          <p:spPr>
            <a:xfrm>
              <a:off x="7764242"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25" name="Straight Connector 1824">
              <a:extLst>
                <a:ext uri="{FF2B5EF4-FFF2-40B4-BE49-F238E27FC236}">
                  <a16:creationId xmlns:a16="http://schemas.microsoft.com/office/drawing/2014/main" id="{76012BBB-6279-9F1C-8FDA-E252356B9BBA}"/>
                </a:ext>
              </a:extLst>
            </p:cNvPr>
            <p:cNvCxnSpPr>
              <a:cxnSpLocks/>
              <a:stCxn id="1824" idx="0"/>
            </p:cNvCxnSpPr>
            <p:nvPr/>
          </p:nvCxnSpPr>
          <p:spPr>
            <a:xfrm flipV="1">
              <a:off x="7769939"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26" name="Straight Connector 1825">
              <a:extLst>
                <a:ext uri="{FF2B5EF4-FFF2-40B4-BE49-F238E27FC236}">
                  <a16:creationId xmlns:a16="http://schemas.microsoft.com/office/drawing/2014/main" id="{5F945BE0-5EB6-285B-2A07-992DB98330E0}"/>
                </a:ext>
              </a:extLst>
            </p:cNvPr>
            <p:cNvCxnSpPr>
              <a:cxnSpLocks/>
            </p:cNvCxnSpPr>
            <p:nvPr/>
          </p:nvCxnSpPr>
          <p:spPr>
            <a:xfrm>
              <a:off x="7775658"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33" name="Group 1832">
            <a:extLst>
              <a:ext uri="{FF2B5EF4-FFF2-40B4-BE49-F238E27FC236}">
                <a16:creationId xmlns:a16="http://schemas.microsoft.com/office/drawing/2014/main" id="{1E698743-309A-35D3-5276-783F7294F151}"/>
              </a:ext>
            </a:extLst>
          </p:cNvPr>
          <p:cNvGrpSpPr/>
          <p:nvPr/>
        </p:nvGrpSpPr>
        <p:grpSpPr>
          <a:xfrm>
            <a:off x="5442072" y="811556"/>
            <a:ext cx="728208" cy="609701"/>
            <a:chOff x="5442072" y="811556"/>
            <a:chExt cx="728208" cy="609701"/>
          </a:xfrm>
        </p:grpSpPr>
        <p:sp>
          <p:nvSpPr>
            <p:cNvPr id="1834" name="Rectangle 1833">
              <a:extLst>
                <a:ext uri="{FF2B5EF4-FFF2-40B4-BE49-F238E27FC236}">
                  <a16:creationId xmlns:a16="http://schemas.microsoft.com/office/drawing/2014/main" id="{2AE39FD7-CAEE-C627-0502-0486CF73C4BE}"/>
                </a:ext>
              </a:extLst>
            </p:cNvPr>
            <p:cNvSpPr/>
            <p:nvPr/>
          </p:nvSpPr>
          <p:spPr>
            <a:xfrm>
              <a:off x="5442072" y="811556"/>
              <a:ext cx="721207"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1835" name="Rectangle 1834">
              <a:extLst>
                <a:ext uri="{FF2B5EF4-FFF2-40B4-BE49-F238E27FC236}">
                  <a16:creationId xmlns:a16="http://schemas.microsoft.com/office/drawing/2014/main" id="{399A989E-0BF7-8CD9-1246-2175F903B806}"/>
                </a:ext>
              </a:extLst>
            </p:cNvPr>
            <p:cNvSpPr/>
            <p:nvPr/>
          </p:nvSpPr>
          <p:spPr>
            <a:xfrm flipV="1">
              <a:off x="6070087" y="820272"/>
              <a:ext cx="100193"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6" name="Oval 15">
              <a:extLst>
                <a:ext uri="{FF2B5EF4-FFF2-40B4-BE49-F238E27FC236}">
                  <a16:creationId xmlns:a16="http://schemas.microsoft.com/office/drawing/2014/main" id="{EFBCCF96-5000-39C5-02F2-A4782B0FF84B}"/>
                </a:ext>
              </a:extLst>
            </p:cNvPr>
            <p:cNvSpPr/>
            <p:nvPr/>
          </p:nvSpPr>
          <p:spPr>
            <a:xfrm>
              <a:off x="6097476"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37" name="Straight Connector 1836">
              <a:extLst>
                <a:ext uri="{FF2B5EF4-FFF2-40B4-BE49-F238E27FC236}">
                  <a16:creationId xmlns:a16="http://schemas.microsoft.com/office/drawing/2014/main" id="{F3525906-1467-1A2A-B8EF-4D3702B9325B}"/>
                </a:ext>
              </a:extLst>
            </p:cNvPr>
            <p:cNvCxnSpPr>
              <a:cxnSpLocks/>
              <a:stCxn id="1836" idx="0"/>
            </p:cNvCxnSpPr>
            <p:nvPr/>
          </p:nvCxnSpPr>
          <p:spPr>
            <a:xfrm flipV="1">
              <a:off x="6103173"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38" name="Straight Connector 1837">
              <a:extLst>
                <a:ext uri="{FF2B5EF4-FFF2-40B4-BE49-F238E27FC236}">
                  <a16:creationId xmlns:a16="http://schemas.microsoft.com/office/drawing/2014/main" id="{6FB427B6-98B5-A373-F216-79ED8E1F51A3}"/>
                </a:ext>
              </a:extLst>
            </p:cNvPr>
            <p:cNvCxnSpPr>
              <a:cxnSpLocks/>
            </p:cNvCxnSpPr>
            <p:nvPr/>
          </p:nvCxnSpPr>
          <p:spPr>
            <a:xfrm>
              <a:off x="6108892"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39" name="Group 1838">
            <a:extLst>
              <a:ext uri="{FF2B5EF4-FFF2-40B4-BE49-F238E27FC236}">
                <a16:creationId xmlns:a16="http://schemas.microsoft.com/office/drawing/2014/main" id="{3E712426-51BE-97B6-D128-51B829ADF916}"/>
              </a:ext>
            </a:extLst>
          </p:cNvPr>
          <p:cNvGrpSpPr/>
          <p:nvPr/>
        </p:nvGrpSpPr>
        <p:grpSpPr>
          <a:xfrm>
            <a:off x="431659" y="90836"/>
            <a:ext cx="721206" cy="609701"/>
            <a:chOff x="431659" y="90836"/>
            <a:chExt cx="721206" cy="609701"/>
          </a:xfrm>
        </p:grpSpPr>
        <p:sp>
          <p:nvSpPr>
            <p:cNvPr id="1840" name="Rectangle 1839">
              <a:extLst>
                <a:ext uri="{FF2B5EF4-FFF2-40B4-BE49-F238E27FC236}">
                  <a16:creationId xmlns:a16="http://schemas.microsoft.com/office/drawing/2014/main" id="{605C927C-D6A5-EF4B-33E6-A373ED3560DE}"/>
                </a:ext>
              </a:extLst>
            </p:cNvPr>
            <p:cNvSpPr/>
            <p:nvPr/>
          </p:nvSpPr>
          <p:spPr>
            <a:xfrm>
              <a:off x="43165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1841" name="Rectangle 1840">
              <a:extLst>
                <a:ext uri="{FF2B5EF4-FFF2-40B4-BE49-F238E27FC236}">
                  <a16:creationId xmlns:a16="http://schemas.microsoft.com/office/drawing/2014/main" id="{DD1D06A5-6975-792D-9056-BE786CE47AC3}"/>
                </a:ext>
              </a:extLst>
            </p:cNvPr>
            <p:cNvSpPr/>
            <p:nvPr/>
          </p:nvSpPr>
          <p:spPr>
            <a:xfrm flipV="1">
              <a:off x="1052673" y="908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2" name="Oval 15">
              <a:extLst>
                <a:ext uri="{FF2B5EF4-FFF2-40B4-BE49-F238E27FC236}">
                  <a16:creationId xmlns:a16="http://schemas.microsoft.com/office/drawing/2014/main" id="{A93638F7-19E9-9D72-457C-1C3802B4F4A0}"/>
                </a:ext>
              </a:extLst>
            </p:cNvPr>
            <p:cNvSpPr/>
            <p:nvPr/>
          </p:nvSpPr>
          <p:spPr>
            <a:xfrm>
              <a:off x="1080061"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43" name="Straight Connector 1842">
              <a:extLst>
                <a:ext uri="{FF2B5EF4-FFF2-40B4-BE49-F238E27FC236}">
                  <a16:creationId xmlns:a16="http://schemas.microsoft.com/office/drawing/2014/main" id="{194A399F-3EB6-70F6-348D-BD0191AE78C6}"/>
                </a:ext>
              </a:extLst>
            </p:cNvPr>
            <p:cNvCxnSpPr>
              <a:cxnSpLocks/>
              <a:stCxn id="1842" idx="0"/>
            </p:cNvCxnSpPr>
            <p:nvPr/>
          </p:nvCxnSpPr>
          <p:spPr>
            <a:xfrm flipV="1">
              <a:off x="1085758" y="104349"/>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44" name="Straight Connector 1843">
              <a:extLst>
                <a:ext uri="{FF2B5EF4-FFF2-40B4-BE49-F238E27FC236}">
                  <a16:creationId xmlns:a16="http://schemas.microsoft.com/office/drawing/2014/main" id="{F56EA749-1CF9-A339-8487-1E638EBAA13C}"/>
                </a:ext>
              </a:extLst>
            </p:cNvPr>
            <p:cNvCxnSpPr>
              <a:cxnSpLocks/>
            </p:cNvCxnSpPr>
            <p:nvPr/>
          </p:nvCxnSpPr>
          <p:spPr>
            <a:xfrm>
              <a:off x="1091477" y="104349"/>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45" name="Group 1844">
            <a:extLst>
              <a:ext uri="{FF2B5EF4-FFF2-40B4-BE49-F238E27FC236}">
                <a16:creationId xmlns:a16="http://schemas.microsoft.com/office/drawing/2014/main" id="{0BA7B87F-352C-5B0D-C693-373E617B4FF1}"/>
              </a:ext>
            </a:extLst>
          </p:cNvPr>
          <p:cNvGrpSpPr/>
          <p:nvPr/>
        </p:nvGrpSpPr>
        <p:grpSpPr>
          <a:xfrm>
            <a:off x="1267284" y="90836"/>
            <a:ext cx="721206" cy="609701"/>
            <a:chOff x="1267284" y="90836"/>
            <a:chExt cx="721206" cy="609701"/>
          </a:xfrm>
        </p:grpSpPr>
        <p:sp>
          <p:nvSpPr>
            <p:cNvPr id="1846" name="Rectangle 1845">
              <a:extLst>
                <a:ext uri="{FF2B5EF4-FFF2-40B4-BE49-F238E27FC236}">
                  <a16:creationId xmlns:a16="http://schemas.microsoft.com/office/drawing/2014/main" id="{01ED9975-ED72-63D7-87E1-5DA1563A9A8B}"/>
                </a:ext>
              </a:extLst>
            </p:cNvPr>
            <p:cNvSpPr/>
            <p:nvPr/>
          </p:nvSpPr>
          <p:spPr>
            <a:xfrm>
              <a:off x="1267284"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1847" name="Rectangle 1846">
              <a:extLst>
                <a:ext uri="{FF2B5EF4-FFF2-40B4-BE49-F238E27FC236}">
                  <a16:creationId xmlns:a16="http://schemas.microsoft.com/office/drawing/2014/main" id="{F9222DE7-52E8-0D96-69E4-2335F9A55065}"/>
                </a:ext>
              </a:extLst>
            </p:cNvPr>
            <p:cNvSpPr/>
            <p:nvPr/>
          </p:nvSpPr>
          <p:spPr>
            <a:xfrm flipV="1">
              <a:off x="1887254"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8" name="Oval 15">
              <a:extLst>
                <a:ext uri="{FF2B5EF4-FFF2-40B4-BE49-F238E27FC236}">
                  <a16:creationId xmlns:a16="http://schemas.microsoft.com/office/drawing/2014/main" id="{0BDC7070-2A60-7AAF-FD91-5ED0F22896DB}"/>
                </a:ext>
              </a:extLst>
            </p:cNvPr>
            <p:cNvSpPr/>
            <p:nvPr/>
          </p:nvSpPr>
          <p:spPr>
            <a:xfrm>
              <a:off x="1914643"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49" name="Straight Connector 1848">
              <a:extLst>
                <a:ext uri="{FF2B5EF4-FFF2-40B4-BE49-F238E27FC236}">
                  <a16:creationId xmlns:a16="http://schemas.microsoft.com/office/drawing/2014/main" id="{5A09782E-035D-6710-AAD9-4DDB5A527FF7}"/>
                </a:ext>
              </a:extLst>
            </p:cNvPr>
            <p:cNvCxnSpPr>
              <a:cxnSpLocks/>
              <a:stCxn id="1848" idx="0"/>
            </p:cNvCxnSpPr>
            <p:nvPr/>
          </p:nvCxnSpPr>
          <p:spPr>
            <a:xfrm flipV="1">
              <a:off x="1920339"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50" name="Straight Connector 1849">
              <a:extLst>
                <a:ext uri="{FF2B5EF4-FFF2-40B4-BE49-F238E27FC236}">
                  <a16:creationId xmlns:a16="http://schemas.microsoft.com/office/drawing/2014/main" id="{F6DDA290-BBE0-6C7F-F970-9D26E322FBDE}"/>
                </a:ext>
              </a:extLst>
            </p:cNvPr>
            <p:cNvCxnSpPr>
              <a:cxnSpLocks/>
            </p:cNvCxnSpPr>
            <p:nvPr/>
          </p:nvCxnSpPr>
          <p:spPr>
            <a:xfrm>
              <a:off x="1926058"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51" name="Group 1850">
            <a:extLst>
              <a:ext uri="{FF2B5EF4-FFF2-40B4-BE49-F238E27FC236}">
                <a16:creationId xmlns:a16="http://schemas.microsoft.com/office/drawing/2014/main" id="{00297B8B-3335-EBC4-DD62-B40BADAB01EC}"/>
              </a:ext>
            </a:extLst>
          </p:cNvPr>
          <p:cNvGrpSpPr/>
          <p:nvPr/>
        </p:nvGrpSpPr>
        <p:grpSpPr>
          <a:xfrm>
            <a:off x="2102909" y="90836"/>
            <a:ext cx="721206" cy="609701"/>
            <a:chOff x="2102909" y="90836"/>
            <a:chExt cx="721206" cy="609701"/>
          </a:xfrm>
        </p:grpSpPr>
        <p:sp>
          <p:nvSpPr>
            <p:cNvPr id="1852" name="Rectangle 1851">
              <a:extLst>
                <a:ext uri="{FF2B5EF4-FFF2-40B4-BE49-F238E27FC236}">
                  <a16:creationId xmlns:a16="http://schemas.microsoft.com/office/drawing/2014/main" id="{8344FAB7-B3C4-624D-FD0D-AE8AF90CB70E}"/>
                </a:ext>
              </a:extLst>
            </p:cNvPr>
            <p:cNvSpPr/>
            <p:nvPr/>
          </p:nvSpPr>
          <p:spPr>
            <a:xfrm>
              <a:off x="210290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1853" name="Rectangle 1852">
              <a:extLst>
                <a:ext uri="{FF2B5EF4-FFF2-40B4-BE49-F238E27FC236}">
                  <a16:creationId xmlns:a16="http://schemas.microsoft.com/office/drawing/2014/main" id="{F4C7F1DC-12BD-A713-E288-BA1C48ED5738}"/>
                </a:ext>
              </a:extLst>
            </p:cNvPr>
            <p:cNvSpPr/>
            <p:nvPr/>
          </p:nvSpPr>
          <p:spPr>
            <a:xfrm flipV="1">
              <a:off x="2722879"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54" name="Oval 15">
              <a:extLst>
                <a:ext uri="{FF2B5EF4-FFF2-40B4-BE49-F238E27FC236}">
                  <a16:creationId xmlns:a16="http://schemas.microsoft.com/office/drawing/2014/main" id="{BF5B0E5B-B13A-265E-281B-7C22218B4479}"/>
                </a:ext>
              </a:extLst>
            </p:cNvPr>
            <p:cNvSpPr/>
            <p:nvPr/>
          </p:nvSpPr>
          <p:spPr>
            <a:xfrm>
              <a:off x="2750268"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55" name="Straight Connector 1854">
              <a:extLst>
                <a:ext uri="{FF2B5EF4-FFF2-40B4-BE49-F238E27FC236}">
                  <a16:creationId xmlns:a16="http://schemas.microsoft.com/office/drawing/2014/main" id="{6B18EAEE-393E-CC0E-AE73-4AA2448F6862}"/>
                </a:ext>
              </a:extLst>
            </p:cNvPr>
            <p:cNvCxnSpPr>
              <a:cxnSpLocks/>
              <a:stCxn id="1854" idx="0"/>
            </p:cNvCxnSpPr>
            <p:nvPr/>
          </p:nvCxnSpPr>
          <p:spPr>
            <a:xfrm flipV="1">
              <a:off x="2755964"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56" name="Straight Connector 1855">
              <a:extLst>
                <a:ext uri="{FF2B5EF4-FFF2-40B4-BE49-F238E27FC236}">
                  <a16:creationId xmlns:a16="http://schemas.microsoft.com/office/drawing/2014/main" id="{80F1366A-D1EE-9DF4-B0A7-FBD78935141F}"/>
                </a:ext>
              </a:extLst>
            </p:cNvPr>
            <p:cNvCxnSpPr>
              <a:cxnSpLocks/>
            </p:cNvCxnSpPr>
            <p:nvPr/>
          </p:nvCxnSpPr>
          <p:spPr>
            <a:xfrm>
              <a:off x="2761683"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57" name="Group 1856">
            <a:extLst>
              <a:ext uri="{FF2B5EF4-FFF2-40B4-BE49-F238E27FC236}">
                <a16:creationId xmlns:a16="http://schemas.microsoft.com/office/drawing/2014/main" id="{FEF722AC-538B-FFE2-0D7E-F9385885C91F}"/>
              </a:ext>
            </a:extLst>
          </p:cNvPr>
          <p:cNvGrpSpPr/>
          <p:nvPr/>
        </p:nvGrpSpPr>
        <p:grpSpPr>
          <a:xfrm>
            <a:off x="3778363" y="2253333"/>
            <a:ext cx="721206" cy="609701"/>
            <a:chOff x="3778363" y="2253333"/>
            <a:chExt cx="721206" cy="609701"/>
          </a:xfrm>
        </p:grpSpPr>
        <p:sp>
          <p:nvSpPr>
            <p:cNvPr id="1858" name="Rectangle 1857">
              <a:extLst>
                <a:ext uri="{FF2B5EF4-FFF2-40B4-BE49-F238E27FC236}">
                  <a16:creationId xmlns:a16="http://schemas.microsoft.com/office/drawing/2014/main" id="{20531081-4BB8-B38F-03E0-16DF097072C7}"/>
                </a:ext>
              </a:extLst>
            </p:cNvPr>
            <p:cNvSpPr/>
            <p:nvPr/>
          </p:nvSpPr>
          <p:spPr>
            <a:xfrm>
              <a:off x="3778363"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1859" name="Rectangle 1858">
              <a:extLst>
                <a:ext uri="{FF2B5EF4-FFF2-40B4-BE49-F238E27FC236}">
                  <a16:creationId xmlns:a16="http://schemas.microsoft.com/office/drawing/2014/main" id="{ACB3012C-A1BD-DC12-700C-D764EB06FD70}"/>
                </a:ext>
              </a:extLst>
            </p:cNvPr>
            <p:cNvSpPr/>
            <p:nvPr/>
          </p:nvSpPr>
          <p:spPr>
            <a:xfrm flipV="1">
              <a:off x="4399377" y="2255721"/>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60" name="Oval 15">
              <a:extLst>
                <a:ext uri="{FF2B5EF4-FFF2-40B4-BE49-F238E27FC236}">
                  <a16:creationId xmlns:a16="http://schemas.microsoft.com/office/drawing/2014/main" id="{D9B318A0-0099-2342-1A85-B38F6F2540D8}"/>
                </a:ext>
              </a:extLst>
            </p:cNvPr>
            <p:cNvSpPr/>
            <p:nvPr/>
          </p:nvSpPr>
          <p:spPr>
            <a:xfrm>
              <a:off x="4426765"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61" name="Straight Connector 1860">
              <a:extLst>
                <a:ext uri="{FF2B5EF4-FFF2-40B4-BE49-F238E27FC236}">
                  <a16:creationId xmlns:a16="http://schemas.microsoft.com/office/drawing/2014/main" id="{874F8430-E530-19BC-9215-CDBE630C350D}"/>
                </a:ext>
              </a:extLst>
            </p:cNvPr>
            <p:cNvCxnSpPr>
              <a:cxnSpLocks/>
              <a:stCxn id="1860" idx="0"/>
            </p:cNvCxnSpPr>
            <p:nvPr/>
          </p:nvCxnSpPr>
          <p:spPr>
            <a:xfrm flipV="1">
              <a:off x="4432462" y="2269234"/>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62" name="Straight Connector 1861">
              <a:extLst>
                <a:ext uri="{FF2B5EF4-FFF2-40B4-BE49-F238E27FC236}">
                  <a16:creationId xmlns:a16="http://schemas.microsoft.com/office/drawing/2014/main" id="{D4896583-0190-BE46-B8A1-478F7AA56A75}"/>
                </a:ext>
              </a:extLst>
            </p:cNvPr>
            <p:cNvCxnSpPr>
              <a:cxnSpLocks/>
            </p:cNvCxnSpPr>
            <p:nvPr/>
          </p:nvCxnSpPr>
          <p:spPr>
            <a:xfrm>
              <a:off x="4438181" y="2269234"/>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63" name="Group 1862">
            <a:extLst>
              <a:ext uri="{FF2B5EF4-FFF2-40B4-BE49-F238E27FC236}">
                <a16:creationId xmlns:a16="http://schemas.microsoft.com/office/drawing/2014/main" id="{C65B6516-1F73-DFE4-207D-507A2E197388}"/>
              </a:ext>
            </a:extLst>
          </p:cNvPr>
          <p:cNvGrpSpPr/>
          <p:nvPr/>
        </p:nvGrpSpPr>
        <p:grpSpPr>
          <a:xfrm>
            <a:off x="2938534" y="811556"/>
            <a:ext cx="721206" cy="609701"/>
            <a:chOff x="2938534" y="811556"/>
            <a:chExt cx="721206" cy="609701"/>
          </a:xfrm>
        </p:grpSpPr>
        <p:sp>
          <p:nvSpPr>
            <p:cNvPr id="1864" name="Rectangle 1863">
              <a:extLst>
                <a:ext uri="{FF2B5EF4-FFF2-40B4-BE49-F238E27FC236}">
                  <a16:creationId xmlns:a16="http://schemas.microsoft.com/office/drawing/2014/main" id="{00DA9035-66E6-7005-4EDA-8FFDDC5F9815}"/>
                </a:ext>
              </a:extLst>
            </p:cNvPr>
            <p:cNvSpPr/>
            <p:nvPr/>
          </p:nvSpPr>
          <p:spPr>
            <a:xfrm>
              <a:off x="2938534"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1865" name="Rectangle 1864">
              <a:extLst>
                <a:ext uri="{FF2B5EF4-FFF2-40B4-BE49-F238E27FC236}">
                  <a16:creationId xmlns:a16="http://schemas.microsoft.com/office/drawing/2014/main" id="{8ACBB23C-2293-40CC-88D4-3A903FFD6834}"/>
                </a:ext>
              </a:extLst>
            </p:cNvPr>
            <p:cNvSpPr/>
            <p:nvPr/>
          </p:nvSpPr>
          <p:spPr>
            <a:xfrm flipV="1">
              <a:off x="3554781"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66" name="Oval 15">
              <a:extLst>
                <a:ext uri="{FF2B5EF4-FFF2-40B4-BE49-F238E27FC236}">
                  <a16:creationId xmlns:a16="http://schemas.microsoft.com/office/drawing/2014/main" id="{52CFD021-93A2-3CDD-3BD2-5891F2FB839F}"/>
                </a:ext>
              </a:extLst>
            </p:cNvPr>
            <p:cNvSpPr/>
            <p:nvPr/>
          </p:nvSpPr>
          <p:spPr>
            <a:xfrm>
              <a:off x="3582170"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67" name="Straight Connector 1866">
              <a:extLst>
                <a:ext uri="{FF2B5EF4-FFF2-40B4-BE49-F238E27FC236}">
                  <a16:creationId xmlns:a16="http://schemas.microsoft.com/office/drawing/2014/main" id="{3F3FE82A-A300-F5CE-61EC-00B2D8EA2322}"/>
                </a:ext>
              </a:extLst>
            </p:cNvPr>
            <p:cNvCxnSpPr>
              <a:cxnSpLocks/>
              <a:stCxn id="1866" idx="0"/>
            </p:cNvCxnSpPr>
            <p:nvPr/>
          </p:nvCxnSpPr>
          <p:spPr>
            <a:xfrm flipV="1">
              <a:off x="3587866"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68" name="Straight Connector 1867">
              <a:extLst>
                <a:ext uri="{FF2B5EF4-FFF2-40B4-BE49-F238E27FC236}">
                  <a16:creationId xmlns:a16="http://schemas.microsoft.com/office/drawing/2014/main" id="{EAF91A22-3606-5616-C9CF-59873D187180}"/>
                </a:ext>
              </a:extLst>
            </p:cNvPr>
            <p:cNvCxnSpPr>
              <a:cxnSpLocks/>
            </p:cNvCxnSpPr>
            <p:nvPr/>
          </p:nvCxnSpPr>
          <p:spPr>
            <a:xfrm>
              <a:off x="3593585"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69" name="Group 1868">
            <a:extLst>
              <a:ext uri="{FF2B5EF4-FFF2-40B4-BE49-F238E27FC236}">
                <a16:creationId xmlns:a16="http://schemas.microsoft.com/office/drawing/2014/main" id="{8A36FD6E-7D44-277C-8B84-3ED5F7622823}"/>
              </a:ext>
            </a:extLst>
          </p:cNvPr>
          <p:cNvGrpSpPr/>
          <p:nvPr/>
        </p:nvGrpSpPr>
        <p:grpSpPr>
          <a:xfrm>
            <a:off x="2102909" y="811556"/>
            <a:ext cx="721206" cy="609701"/>
            <a:chOff x="2102909" y="811556"/>
            <a:chExt cx="721206" cy="609701"/>
          </a:xfrm>
        </p:grpSpPr>
        <p:sp>
          <p:nvSpPr>
            <p:cNvPr id="1870" name="Rectangle 1869">
              <a:extLst>
                <a:ext uri="{FF2B5EF4-FFF2-40B4-BE49-F238E27FC236}">
                  <a16:creationId xmlns:a16="http://schemas.microsoft.com/office/drawing/2014/main" id="{37719A4A-8F60-B1CB-BBF4-DF42DB59D07E}"/>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871" name="Rectangle 1870">
              <a:extLst>
                <a:ext uri="{FF2B5EF4-FFF2-40B4-BE49-F238E27FC236}">
                  <a16:creationId xmlns:a16="http://schemas.microsoft.com/office/drawing/2014/main" id="{46E557F2-72BC-3691-19C1-1B4D93FECD4D}"/>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72" name="Oval 15">
              <a:extLst>
                <a:ext uri="{FF2B5EF4-FFF2-40B4-BE49-F238E27FC236}">
                  <a16:creationId xmlns:a16="http://schemas.microsoft.com/office/drawing/2014/main" id="{1A27679E-EE98-D9D9-6525-95F66AF83AA1}"/>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73" name="Straight Connector 1872">
              <a:extLst>
                <a:ext uri="{FF2B5EF4-FFF2-40B4-BE49-F238E27FC236}">
                  <a16:creationId xmlns:a16="http://schemas.microsoft.com/office/drawing/2014/main" id="{810947CF-0CA9-E87D-DE59-6289B87275B7}"/>
                </a:ext>
              </a:extLst>
            </p:cNvPr>
            <p:cNvCxnSpPr>
              <a:cxnSpLocks/>
              <a:stCxn id="1872"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74" name="Straight Connector 1873">
              <a:extLst>
                <a:ext uri="{FF2B5EF4-FFF2-40B4-BE49-F238E27FC236}">
                  <a16:creationId xmlns:a16="http://schemas.microsoft.com/office/drawing/2014/main" id="{5484E342-B5F8-0F04-2537-D9D2F2FA29EB}"/>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87" name="Group 1886">
            <a:extLst>
              <a:ext uri="{FF2B5EF4-FFF2-40B4-BE49-F238E27FC236}">
                <a16:creationId xmlns:a16="http://schemas.microsoft.com/office/drawing/2014/main" id="{88EB4922-83E2-9BE6-5162-9953CE19F413}"/>
              </a:ext>
            </a:extLst>
          </p:cNvPr>
          <p:cNvGrpSpPr/>
          <p:nvPr/>
        </p:nvGrpSpPr>
        <p:grpSpPr>
          <a:xfrm>
            <a:off x="7957577" y="1532276"/>
            <a:ext cx="721206" cy="609701"/>
            <a:chOff x="7957577" y="1532276"/>
            <a:chExt cx="721206" cy="609701"/>
          </a:xfrm>
        </p:grpSpPr>
        <p:sp>
          <p:nvSpPr>
            <p:cNvPr id="1888" name="Rectangle 1887">
              <a:hlinkHover r:id="" action="ppaction://noaction" highlightClick="1"/>
              <a:extLst>
                <a:ext uri="{FF2B5EF4-FFF2-40B4-BE49-F238E27FC236}">
                  <a16:creationId xmlns:a16="http://schemas.microsoft.com/office/drawing/2014/main" id="{46A8D207-7C74-1B89-773E-CB52491C808A}"/>
                </a:ext>
              </a:extLst>
            </p:cNvPr>
            <p:cNvSpPr/>
            <p:nvPr/>
          </p:nvSpPr>
          <p:spPr>
            <a:xfrm>
              <a:off x="7957577"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1889" name="Rectangle 1888">
              <a:extLst>
                <a:ext uri="{FF2B5EF4-FFF2-40B4-BE49-F238E27FC236}">
                  <a16:creationId xmlns:a16="http://schemas.microsoft.com/office/drawing/2014/main" id="{52C8D7E1-3A39-702E-B6A5-DB679A18BDE0}"/>
                </a:ext>
              </a:extLst>
            </p:cNvPr>
            <p:cNvSpPr/>
            <p:nvPr/>
          </p:nvSpPr>
          <p:spPr>
            <a:xfrm flipV="1">
              <a:off x="8571630" y="153528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90" name="Oval 15">
              <a:extLst>
                <a:ext uri="{FF2B5EF4-FFF2-40B4-BE49-F238E27FC236}">
                  <a16:creationId xmlns:a16="http://schemas.microsoft.com/office/drawing/2014/main" id="{4E5AE163-1E5A-A40D-2809-6BD33609AE58}"/>
                </a:ext>
              </a:extLst>
            </p:cNvPr>
            <p:cNvSpPr/>
            <p:nvPr/>
          </p:nvSpPr>
          <p:spPr>
            <a:xfrm>
              <a:off x="8599019" y="1572027"/>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91" name="Straight Connector 1890">
              <a:extLst>
                <a:ext uri="{FF2B5EF4-FFF2-40B4-BE49-F238E27FC236}">
                  <a16:creationId xmlns:a16="http://schemas.microsoft.com/office/drawing/2014/main" id="{359A30EF-F896-26E6-8FFF-E995BC2BE6C2}"/>
                </a:ext>
              </a:extLst>
            </p:cNvPr>
            <p:cNvCxnSpPr>
              <a:cxnSpLocks/>
              <a:stCxn id="1890" idx="0"/>
            </p:cNvCxnSpPr>
            <p:nvPr/>
          </p:nvCxnSpPr>
          <p:spPr>
            <a:xfrm flipV="1">
              <a:off x="8604716" y="154880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92" name="Straight Connector 1891">
              <a:extLst>
                <a:ext uri="{FF2B5EF4-FFF2-40B4-BE49-F238E27FC236}">
                  <a16:creationId xmlns:a16="http://schemas.microsoft.com/office/drawing/2014/main" id="{472EE958-D180-252C-04E8-0DC6D3041D6A}"/>
                </a:ext>
              </a:extLst>
            </p:cNvPr>
            <p:cNvCxnSpPr>
              <a:cxnSpLocks/>
            </p:cNvCxnSpPr>
            <p:nvPr/>
          </p:nvCxnSpPr>
          <p:spPr>
            <a:xfrm>
              <a:off x="8610435" y="154880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FDBB5494-FD53-95A1-A706-C39EACC297C1}"/>
              </a:ext>
            </a:extLst>
          </p:cNvPr>
          <p:cNvGrpSpPr/>
          <p:nvPr/>
        </p:nvGrpSpPr>
        <p:grpSpPr>
          <a:xfrm>
            <a:off x="4615774" y="3698231"/>
            <a:ext cx="721206" cy="609701"/>
            <a:chOff x="4615774" y="3698231"/>
            <a:chExt cx="721206" cy="609701"/>
          </a:xfrm>
        </p:grpSpPr>
        <p:sp>
          <p:nvSpPr>
            <p:cNvPr id="9" name="Rectangle 8">
              <a:hlinkHover r:id="" action="ppaction://noaction" highlightClick="1"/>
              <a:extLst>
                <a:ext uri="{FF2B5EF4-FFF2-40B4-BE49-F238E27FC236}">
                  <a16:creationId xmlns:a16="http://schemas.microsoft.com/office/drawing/2014/main" id="{39095E33-7A25-3D6A-BCE8-FF98B391B3BD}"/>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0" name="Oval 9">
              <a:extLst>
                <a:ext uri="{FF2B5EF4-FFF2-40B4-BE49-F238E27FC236}">
                  <a16:creationId xmlns:a16="http://schemas.microsoft.com/office/drawing/2014/main" id="{F1CF982B-3AC3-BCB8-98D3-A74C6F856231}"/>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 name="Isosceles Triangle 648">
              <a:extLst>
                <a:ext uri="{FF2B5EF4-FFF2-40B4-BE49-F238E27FC236}">
                  <a16:creationId xmlns:a16="http://schemas.microsoft.com/office/drawing/2014/main" id="{34912383-B776-4BC9-A04D-CC624AF0A0B6}"/>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FD1FADFA-212D-C5EF-2884-71FA51630C68}"/>
              </a:ext>
            </a:extLst>
          </p:cNvPr>
          <p:cNvGrpSpPr/>
          <p:nvPr/>
        </p:nvGrpSpPr>
        <p:grpSpPr>
          <a:xfrm>
            <a:off x="2099604" y="5136552"/>
            <a:ext cx="721206" cy="609701"/>
            <a:chOff x="2099604" y="5136552"/>
            <a:chExt cx="721206" cy="609701"/>
          </a:xfrm>
        </p:grpSpPr>
        <p:sp>
          <p:nvSpPr>
            <p:cNvPr id="17" name="Rectangle 16">
              <a:extLst>
                <a:ext uri="{FF2B5EF4-FFF2-40B4-BE49-F238E27FC236}">
                  <a16:creationId xmlns:a16="http://schemas.microsoft.com/office/drawing/2014/main" id="{1E502622-41D6-9DE2-EF08-DE8CC3AD6874}"/>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18" name="Right Triangle 17">
              <a:extLst>
                <a:ext uri="{FF2B5EF4-FFF2-40B4-BE49-F238E27FC236}">
                  <a16:creationId xmlns:a16="http://schemas.microsoft.com/office/drawing/2014/main" id="{BBA14FDC-837B-10D1-DD4F-7A1EA0E46A39}"/>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916D3606-0A7E-0C39-BDB6-5371D99D1C26}"/>
                </a:ext>
              </a:extLst>
            </p:cNvPr>
            <p:cNvGrpSpPr/>
            <p:nvPr/>
          </p:nvGrpSpPr>
          <p:grpSpPr>
            <a:xfrm>
              <a:off x="2765661" y="5151382"/>
              <a:ext cx="37817" cy="61390"/>
              <a:chOff x="3883481" y="2057400"/>
              <a:chExt cx="1608363" cy="2652031"/>
            </a:xfrm>
            <a:solidFill>
              <a:srgbClr val="A6A6A6">
                <a:alpha val="20000"/>
              </a:srgbClr>
            </a:solidFill>
          </p:grpSpPr>
          <p:sp>
            <p:nvSpPr>
              <p:cNvPr id="20" name="Oval 27">
                <a:extLst>
                  <a:ext uri="{FF2B5EF4-FFF2-40B4-BE49-F238E27FC236}">
                    <a16:creationId xmlns:a16="http://schemas.microsoft.com/office/drawing/2014/main" id="{624CFAF7-CF4A-1D2E-8075-4213669204E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 name="Oval 28">
                <a:extLst>
                  <a:ext uri="{FF2B5EF4-FFF2-40B4-BE49-F238E27FC236}">
                    <a16:creationId xmlns:a16="http://schemas.microsoft.com/office/drawing/2014/main" id="{C1565585-2A88-7708-9215-FB0201916E0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2" name="Group 21">
            <a:extLst>
              <a:ext uri="{FF2B5EF4-FFF2-40B4-BE49-F238E27FC236}">
                <a16:creationId xmlns:a16="http://schemas.microsoft.com/office/drawing/2014/main" id="{9A97EA7F-E72E-1170-37CE-D9C30F372BCA}"/>
              </a:ext>
            </a:extLst>
          </p:cNvPr>
          <p:cNvGrpSpPr/>
          <p:nvPr/>
        </p:nvGrpSpPr>
        <p:grpSpPr>
          <a:xfrm>
            <a:off x="2100392" y="4419620"/>
            <a:ext cx="721206" cy="609701"/>
            <a:chOff x="2100392" y="4419620"/>
            <a:chExt cx="721206" cy="609701"/>
          </a:xfrm>
        </p:grpSpPr>
        <p:sp>
          <p:nvSpPr>
            <p:cNvPr id="23" name="Rectangle 22">
              <a:extLst>
                <a:ext uri="{FF2B5EF4-FFF2-40B4-BE49-F238E27FC236}">
                  <a16:creationId xmlns:a16="http://schemas.microsoft.com/office/drawing/2014/main" id="{B95C9B01-4BE3-DCDA-7DB6-953F8B7324AA}"/>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24" name="Right Triangle 23">
              <a:extLst>
                <a:ext uri="{FF2B5EF4-FFF2-40B4-BE49-F238E27FC236}">
                  <a16:creationId xmlns:a16="http://schemas.microsoft.com/office/drawing/2014/main" id="{182F69B2-50B6-E1B7-8731-EA56F6D6115A}"/>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5" name="Group 24">
              <a:extLst>
                <a:ext uri="{FF2B5EF4-FFF2-40B4-BE49-F238E27FC236}">
                  <a16:creationId xmlns:a16="http://schemas.microsoft.com/office/drawing/2014/main" id="{A0201140-36F9-CE44-78BE-4AFE5FC1A601}"/>
                </a:ext>
              </a:extLst>
            </p:cNvPr>
            <p:cNvGrpSpPr/>
            <p:nvPr/>
          </p:nvGrpSpPr>
          <p:grpSpPr>
            <a:xfrm>
              <a:off x="2769856" y="4434450"/>
              <a:ext cx="37817" cy="61390"/>
              <a:chOff x="3883481" y="2057400"/>
              <a:chExt cx="1608363" cy="2652031"/>
            </a:xfrm>
            <a:solidFill>
              <a:srgbClr val="A6A6A6">
                <a:alpha val="20000"/>
              </a:srgbClr>
            </a:solidFill>
          </p:grpSpPr>
          <p:sp>
            <p:nvSpPr>
              <p:cNvPr id="26" name="Oval 27">
                <a:extLst>
                  <a:ext uri="{FF2B5EF4-FFF2-40B4-BE49-F238E27FC236}">
                    <a16:creationId xmlns:a16="http://schemas.microsoft.com/office/drawing/2014/main" id="{662F820C-E8E7-739C-9C71-1D3B2CEA2AE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Oval 28">
                <a:extLst>
                  <a:ext uri="{FF2B5EF4-FFF2-40B4-BE49-F238E27FC236}">
                    <a16:creationId xmlns:a16="http://schemas.microsoft.com/office/drawing/2014/main" id="{E3565146-965F-EAB2-9A6B-B85B36E1F2C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8" name="Group 27">
            <a:extLst>
              <a:ext uri="{FF2B5EF4-FFF2-40B4-BE49-F238E27FC236}">
                <a16:creationId xmlns:a16="http://schemas.microsoft.com/office/drawing/2014/main" id="{4D59306F-A54A-6DD1-151D-29933CC4317E}"/>
              </a:ext>
            </a:extLst>
          </p:cNvPr>
          <p:cNvGrpSpPr/>
          <p:nvPr/>
        </p:nvGrpSpPr>
        <p:grpSpPr>
          <a:xfrm>
            <a:off x="431659" y="3698227"/>
            <a:ext cx="721206" cy="609701"/>
            <a:chOff x="431659" y="3698227"/>
            <a:chExt cx="721206" cy="609701"/>
          </a:xfrm>
        </p:grpSpPr>
        <p:sp>
          <p:nvSpPr>
            <p:cNvPr id="29" name="Rectangle 28">
              <a:extLst>
                <a:ext uri="{FF2B5EF4-FFF2-40B4-BE49-F238E27FC236}">
                  <a16:creationId xmlns:a16="http://schemas.microsoft.com/office/drawing/2014/main" id="{07D12FD8-9111-89D0-B70B-A4EF12F38F0D}"/>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30" name="Right Triangle 29">
              <a:extLst>
                <a:ext uri="{FF2B5EF4-FFF2-40B4-BE49-F238E27FC236}">
                  <a16:creationId xmlns:a16="http://schemas.microsoft.com/office/drawing/2014/main" id="{DC9A3305-BD5D-C16E-BB66-726929AD8D06}"/>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7FD18A48-695E-4079-5164-A0FDB6C21B23}"/>
                </a:ext>
              </a:extLst>
            </p:cNvPr>
            <p:cNvGrpSpPr/>
            <p:nvPr/>
          </p:nvGrpSpPr>
          <p:grpSpPr>
            <a:xfrm>
              <a:off x="1102254" y="3706260"/>
              <a:ext cx="37817" cy="61390"/>
              <a:chOff x="3883481" y="2057400"/>
              <a:chExt cx="1608363" cy="2652031"/>
            </a:xfrm>
            <a:solidFill>
              <a:srgbClr val="A6A6A6"/>
            </a:solidFill>
          </p:grpSpPr>
          <p:sp>
            <p:nvSpPr>
              <p:cNvPr id="32" name="Oval 27">
                <a:extLst>
                  <a:ext uri="{FF2B5EF4-FFF2-40B4-BE49-F238E27FC236}">
                    <a16:creationId xmlns:a16="http://schemas.microsoft.com/office/drawing/2014/main" id="{563D5009-BC73-4A8D-0137-F1822B44E89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 name="Oval 28">
                <a:extLst>
                  <a:ext uri="{FF2B5EF4-FFF2-40B4-BE49-F238E27FC236}">
                    <a16:creationId xmlns:a16="http://schemas.microsoft.com/office/drawing/2014/main" id="{8E223948-F6E1-BEB3-38AA-29DBB14AD2F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 name="Group 33">
            <a:extLst>
              <a:ext uri="{FF2B5EF4-FFF2-40B4-BE49-F238E27FC236}">
                <a16:creationId xmlns:a16="http://schemas.microsoft.com/office/drawing/2014/main" id="{E7206458-2F77-EDC7-F333-F36259DE26CA}"/>
              </a:ext>
            </a:extLst>
          </p:cNvPr>
          <p:cNvGrpSpPr/>
          <p:nvPr/>
        </p:nvGrpSpPr>
        <p:grpSpPr>
          <a:xfrm>
            <a:off x="3779083" y="3698227"/>
            <a:ext cx="721206" cy="609701"/>
            <a:chOff x="3779083" y="3698227"/>
            <a:chExt cx="721206" cy="609701"/>
          </a:xfrm>
        </p:grpSpPr>
        <p:sp>
          <p:nvSpPr>
            <p:cNvPr id="35" name="Rectangle 34">
              <a:extLst>
                <a:ext uri="{FF2B5EF4-FFF2-40B4-BE49-F238E27FC236}">
                  <a16:creationId xmlns:a16="http://schemas.microsoft.com/office/drawing/2014/main" id="{25AF0041-0599-7778-B7DF-C9759CCED2AE}"/>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36" name="Right Triangle 35">
              <a:extLst>
                <a:ext uri="{FF2B5EF4-FFF2-40B4-BE49-F238E27FC236}">
                  <a16:creationId xmlns:a16="http://schemas.microsoft.com/office/drawing/2014/main" id="{AB7C748F-A50B-9D6C-70BF-EB375F377964}"/>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7" name="Group 36">
              <a:extLst>
                <a:ext uri="{FF2B5EF4-FFF2-40B4-BE49-F238E27FC236}">
                  <a16:creationId xmlns:a16="http://schemas.microsoft.com/office/drawing/2014/main" id="{812F1C74-FF54-818A-F945-9E570FA757F3}"/>
                </a:ext>
              </a:extLst>
            </p:cNvPr>
            <p:cNvGrpSpPr/>
            <p:nvPr/>
          </p:nvGrpSpPr>
          <p:grpSpPr>
            <a:xfrm>
              <a:off x="4448518" y="3706736"/>
              <a:ext cx="37817" cy="61390"/>
              <a:chOff x="3883481" y="2057400"/>
              <a:chExt cx="1608363" cy="2652031"/>
            </a:xfrm>
            <a:solidFill>
              <a:srgbClr val="A6A6A6"/>
            </a:solidFill>
          </p:grpSpPr>
          <p:sp>
            <p:nvSpPr>
              <p:cNvPr id="38" name="Oval 27">
                <a:extLst>
                  <a:ext uri="{FF2B5EF4-FFF2-40B4-BE49-F238E27FC236}">
                    <a16:creationId xmlns:a16="http://schemas.microsoft.com/office/drawing/2014/main" id="{A9E303E1-FB20-BF2C-89FA-A547881D256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 name="Oval 28">
                <a:extLst>
                  <a:ext uri="{FF2B5EF4-FFF2-40B4-BE49-F238E27FC236}">
                    <a16:creationId xmlns:a16="http://schemas.microsoft.com/office/drawing/2014/main" id="{E13B66FD-16DC-53AA-0378-A0FDA8DBCF1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8" name="Group 47">
            <a:extLst>
              <a:ext uri="{FF2B5EF4-FFF2-40B4-BE49-F238E27FC236}">
                <a16:creationId xmlns:a16="http://schemas.microsoft.com/office/drawing/2014/main" id="{CE1F1B67-D2E1-76D6-004D-B35B2BB89EA4}"/>
              </a:ext>
            </a:extLst>
          </p:cNvPr>
          <p:cNvGrpSpPr/>
          <p:nvPr/>
        </p:nvGrpSpPr>
        <p:grpSpPr>
          <a:xfrm>
            <a:off x="8807246" y="1508831"/>
            <a:ext cx="721206" cy="609701"/>
            <a:chOff x="8807246" y="1532278"/>
            <a:chExt cx="721206" cy="609701"/>
          </a:xfrm>
        </p:grpSpPr>
        <p:sp>
          <p:nvSpPr>
            <p:cNvPr id="49" name="Rectangle 48">
              <a:hlinkHover r:id="" action="ppaction://noaction" highlightClick="1"/>
              <a:extLst>
                <a:ext uri="{FF2B5EF4-FFF2-40B4-BE49-F238E27FC236}">
                  <a16:creationId xmlns:a16="http://schemas.microsoft.com/office/drawing/2014/main" id="{E2FAD371-CABF-66FE-A891-FA2EAEDB2317}"/>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50" name="Oval 49">
              <a:extLst>
                <a:ext uri="{FF2B5EF4-FFF2-40B4-BE49-F238E27FC236}">
                  <a16:creationId xmlns:a16="http://schemas.microsoft.com/office/drawing/2014/main" id="{30F419F7-DD7A-6594-9CE0-48E219BC61D7}"/>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 name="Isosceles Triangle 648">
              <a:extLst>
                <a:ext uri="{FF2B5EF4-FFF2-40B4-BE49-F238E27FC236}">
                  <a16:creationId xmlns:a16="http://schemas.microsoft.com/office/drawing/2014/main" id="{6519E1FD-71C8-7D8B-ED0D-A869E8A6B6A3}"/>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 name="Group 51">
            <a:extLst>
              <a:ext uri="{FF2B5EF4-FFF2-40B4-BE49-F238E27FC236}">
                <a16:creationId xmlns:a16="http://schemas.microsoft.com/office/drawing/2014/main" id="{39CD5DC9-AEBC-8687-2BBC-E7C78F9FAF31}"/>
              </a:ext>
            </a:extLst>
          </p:cNvPr>
          <p:cNvGrpSpPr/>
          <p:nvPr/>
        </p:nvGrpSpPr>
        <p:grpSpPr>
          <a:xfrm>
            <a:off x="11356242" y="1508829"/>
            <a:ext cx="721206" cy="609701"/>
            <a:chOff x="11356242" y="1532276"/>
            <a:chExt cx="721206" cy="609701"/>
          </a:xfrm>
        </p:grpSpPr>
        <p:sp>
          <p:nvSpPr>
            <p:cNvPr id="53" name="Rectangle 52">
              <a:hlinkHover r:id="" action="ppaction://noaction" highlightClick="1"/>
              <a:extLst>
                <a:ext uri="{FF2B5EF4-FFF2-40B4-BE49-F238E27FC236}">
                  <a16:creationId xmlns:a16="http://schemas.microsoft.com/office/drawing/2014/main" id="{1078EED9-CB74-6091-DF4A-BB7B05DA04E0}"/>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54" name="Oval 53">
              <a:extLst>
                <a:ext uri="{FF2B5EF4-FFF2-40B4-BE49-F238E27FC236}">
                  <a16:creationId xmlns:a16="http://schemas.microsoft.com/office/drawing/2014/main" id="{0F8A631C-92DE-C3E7-9E3C-AA9CF452CB15}"/>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 name="Isosceles Triangle 648">
              <a:extLst>
                <a:ext uri="{FF2B5EF4-FFF2-40B4-BE49-F238E27FC236}">
                  <a16:creationId xmlns:a16="http://schemas.microsoft.com/office/drawing/2014/main" id="{996CA351-1641-A234-BE6C-FC65D256B3B8}"/>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81" name="Group 1880">
            <a:extLst>
              <a:ext uri="{FF2B5EF4-FFF2-40B4-BE49-F238E27FC236}">
                <a16:creationId xmlns:a16="http://schemas.microsoft.com/office/drawing/2014/main" id="{E3D1428B-63F4-2F4E-75A8-9591DE835791}"/>
              </a:ext>
            </a:extLst>
          </p:cNvPr>
          <p:cNvGrpSpPr/>
          <p:nvPr/>
        </p:nvGrpSpPr>
        <p:grpSpPr>
          <a:xfrm>
            <a:off x="3776512" y="2950606"/>
            <a:ext cx="724130" cy="609701"/>
            <a:chOff x="3776512" y="2974053"/>
            <a:chExt cx="724130" cy="609701"/>
          </a:xfrm>
        </p:grpSpPr>
        <p:sp>
          <p:nvSpPr>
            <p:cNvPr id="1882" name="Rectangle 1881">
              <a:extLst>
                <a:ext uri="{FF2B5EF4-FFF2-40B4-BE49-F238E27FC236}">
                  <a16:creationId xmlns:a16="http://schemas.microsoft.com/office/drawing/2014/main" id="{D9DD0035-B3A3-701E-FEFD-0A79992E8D7C}"/>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1883" name="Right Triangle 1882">
              <a:extLst>
                <a:ext uri="{FF2B5EF4-FFF2-40B4-BE49-F238E27FC236}">
                  <a16:creationId xmlns:a16="http://schemas.microsoft.com/office/drawing/2014/main" id="{D70227B2-516B-DDB1-DDF1-1CD26D4840CD}"/>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884" name="Group 1883">
              <a:extLst>
                <a:ext uri="{FF2B5EF4-FFF2-40B4-BE49-F238E27FC236}">
                  <a16:creationId xmlns:a16="http://schemas.microsoft.com/office/drawing/2014/main" id="{10A2139E-D483-6359-8EF6-01DA83649D28}"/>
                </a:ext>
              </a:extLst>
            </p:cNvPr>
            <p:cNvGrpSpPr/>
            <p:nvPr/>
          </p:nvGrpSpPr>
          <p:grpSpPr>
            <a:xfrm>
              <a:off x="4450061" y="2982574"/>
              <a:ext cx="37817" cy="61390"/>
              <a:chOff x="3883481" y="2057400"/>
              <a:chExt cx="1608363" cy="2652031"/>
            </a:xfrm>
            <a:solidFill>
              <a:srgbClr val="A6A6A6">
                <a:alpha val="20000"/>
              </a:srgbClr>
            </a:solidFill>
          </p:grpSpPr>
          <p:sp>
            <p:nvSpPr>
              <p:cNvPr id="1885" name="Oval 27">
                <a:extLst>
                  <a:ext uri="{FF2B5EF4-FFF2-40B4-BE49-F238E27FC236}">
                    <a16:creationId xmlns:a16="http://schemas.microsoft.com/office/drawing/2014/main" id="{F5A6EDEC-1138-5060-A888-4958646EEA2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86" name="Oval 28">
                <a:extLst>
                  <a:ext uri="{FF2B5EF4-FFF2-40B4-BE49-F238E27FC236}">
                    <a16:creationId xmlns:a16="http://schemas.microsoft.com/office/drawing/2014/main" id="{E8703531-4CF7-F1C6-7E7F-B8582A93C53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sp>
        <p:nvSpPr>
          <p:cNvPr id="1932" name="Rectangle 1931">
            <a:hlinkClick r:id="rId4" action="ppaction://hlinksldjump"/>
            <a:hlinkHover r:id="rId4" action="ppaction://hlinksldjump"/>
            <a:extLst>
              <a:ext uri="{FF2B5EF4-FFF2-40B4-BE49-F238E27FC236}">
                <a16:creationId xmlns:a16="http://schemas.microsoft.com/office/drawing/2014/main" id="{000347F0-7066-1BCD-C0B1-78584F9FBB3C}"/>
              </a:ext>
            </a:extLst>
          </p:cNvPr>
          <p:cNvSpPr/>
          <p:nvPr/>
        </p:nvSpPr>
        <p:spPr>
          <a:xfrm>
            <a:off x="299024"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1933" name="Rectangle 1932">
            <a:hlinkClick r:id="rId5" action="ppaction://hlinksldjump"/>
            <a:hlinkHover r:id="rId5" action="ppaction://hlinksldjump"/>
            <a:extLst>
              <a:ext uri="{FF2B5EF4-FFF2-40B4-BE49-F238E27FC236}">
                <a16:creationId xmlns:a16="http://schemas.microsoft.com/office/drawing/2014/main" id="{E20A28F1-829A-BED6-57F3-3896EE10BD3D}"/>
              </a:ext>
            </a:extLst>
          </p:cNvPr>
          <p:cNvSpPr/>
          <p:nvPr/>
        </p:nvSpPr>
        <p:spPr>
          <a:xfrm>
            <a:off x="1975955"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1934" name="Rectangle 1933">
            <a:hlinkClick r:id="rId6" action="ppaction://hlinksldjump"/>
            <a:hlinkHover r:id="rId6" action="ppaction://hlinksldjump"/>
            <a:extLst>
              <a:ext uri="{FF2B5EF4-FFF2-40B4-BE49-F238E27FC236}">
                <a16:creationId xmlns:a16="http://schemas.microsoft.com/office/drawing/2014/main" id="{0857F542-65BF-18BC-EF42-7642734D2DDB}"/>
              </a:ext>
            </a:extLst>
          </p:cNvPr>
          <p:cNvSpPr/>
          <p:nvPr/>
        </p:nvSpPr>
        <p:spPr>
          <a:xfrm>
            <a:off x="3652886"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1936" name="Rectangle 1935">
            <a:hlinkClick r:id="rId7" action="ppaction://hlinksldjump"/>
            <a:hlinkHover r:id="rId7" action="ppaction://hlinksldjump"/>
            <a:extLst>
              <a:ext uri="{FF2B5EF4-FFF2-40B4-BE49-F238E27FC236}">
                <a16:creationId xmlns:a16="http://schemas.microsoft.com/office/drawing/2014/main" id="{1ED571B3-E3A1-B326-7A78-5BEAADF58123}"/>
              </a:ext>
            </a:extLst>
          </p:cNvPr>
          <p:cNvSpPr/>
          <p:nvPr/>
        </p:nvSpPr>
        <p:spPr>
          <a:xfrm>
            <a:off x="7107720" y="5802160"/>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937" name="Rectangle 1936">
            <a:hlinkClick r:id="rId8" action="ppaction://hlinksldjump"/>
            <a:hlinkHover r:id="rId8" action="ppaction://hlinksldjump"/>
            <a:extLst>
              <a:ext uri="{FF2B5EF4-FFF2-40B4-BE49-F238E27FC236}">
                <a16:creationId xmlns:a16="http://schemas.microsoft.com/office/drawing/2014/main" id="{4E50760D-A669-0B95-A70F-D8362ACE8284}"/>
              </a:ext>
            </a:extLst>
          </p:cNvPr>
          <p:cNvSpPr/>
          <p:nvPr/>
        </p:nvSpPr>
        <p:spPr>
          <a:xfrm>
            <a:off x="3652886"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1938" name="Rectangle 1937">
            <a:hlinkClick r:id="rId9" action="ppaction://hlinksldjump"/>
            <a:hlinkHover r:id="rId9" action="ppaction://hlinksldjump"/>
            <a:extLst>
              <a:ext uri="{FF2B5EF4-FFF2-40B4-BE49-F238E27FC236}">
                <a16:creationId xmlns:a16="http://schemas.microsoft.com/office/drawing/2014/main" id="{12DC41CC-5676-9476-B5A1-741F5E8F559B}"/>
              </a:ext>
            </a:extLst>
          </p:cNvPr>
          <p:cNvSpPr/>
          <p:nvPr/>
        </p:nvSpPr>
        <p:spPr>
          <a:xfrm>
            <a:off x="7107721" y="6284246"/>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939" name="Rectangle 1938">
            <a:hlinkClick r:id="rId10" action="ppaction://hlinksldjump"/>
            <a:hlinkHover r:id="rId10" action="ppaction://hlinksldjump"/>
            <a:extLst>
              <a:ext uri="{FF2B5EF4-FFF2-40B4-BE49-F238E27FC236}">
                <a16:creationId xmlns:a16="http://schemas.microsoft.com/office/drawing/2014/main" id="{4716A927-B27C-CA5B-1BD6-3DF25923EBE8}"/>
              </a:ext>
            </a:extLst>
          </p:cNvPr>
          <p:cNvSpPr/>
          <p:nvPr/>
        </p:nvSpPr>
        <p:spPr>
          <a:xfrm>
            <a:off x="10811623" y="5796447"/>
            <a:ext cx="1301668" cy="957208"/>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1940" name="Rectangle 1939">
            <a:hlinkClick r:id="rId11" action="ppaction://hlinksldjump"/>
            <a:hlinkHover r:id="rId11" action="ppaction://hlinksldjump"/>
            <a:extLst>
              <a:ext uri="{FF2B5EF4-FFF2-40B4-BE49-F238E27FC236}">
                <a16:creationId xmlns:a16="http://schemas.microsoft.com/office/drawing/2014/main" id="{B95FB6DF-5F85-2F64-F15E-59975DC7B23F}"/>
              </a:ext>
            </a:extLst>
          </p:cNvPr>
          <p:cNvSpPr/>
          <p:nvPr/>
        </p:nvSpPr>
        <p:spPr>
          <a:xfrm>
            <a:off x="299024" y="6299063"/>
            <a:ext cx="1637557" cy="454591"/>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941" name="Rectangle 1940">
            <a:hlinkClick r:id="rId12" action="ppaction://hlinksldjump"/>
            <a:hlinkHover r:id="rId12" action="ppaction://hlinksldjump"/>
            <a:extLst>
              <a:ext uri="{FF2B5EF4-FFF2-40B4-BE49-F238E27FC236}">
                <a16:creationId xmlns:a16="http://schemas.microsoft.com/office/drawing/2014/main" id="{1A51B4E9-A345-DD3C-C126-130E1BC81AE5}"/>
              </a:ext>
            </a:extLst>
          </p:cNvPr>
          <p:cNvSpPr/>
          <p:nvPr/>
        </p:nvSpPr>
        <p:spPr>
          <a:xfrm>
            <a:off x="1975955"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948" name="Rectangle 1947">
            <a:hlinkHover r:id="rId13" action="ppaction://hlinksldjump"/>
            <a:extLst>
              <a:ext uri="{FF2B5EF4-FFF2-40B4-BE49-F238E27FC236}">
                <a16:creationId xmlns:a16="http://schemas.microsoft.com/office/drawing/2014/main" id="{91B3FC56-C3EB-F198-31DE-3CB916DC0490}"/>
              </a:ext>
            </a:extLst>
          </p:cNvPr>
          <p:cNvSpPr/>
          <p:nvPr/>
        </p:nvSpPr>
        <p:spPr>
          <a:xfrm>
            <a:off x="8841667" y="5799653"/>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grpSp>
        <p:nvGrpSpPr>
          <p:cNvPr id="1943" name="Group 1942">
            <a:extLst>
              <a:ext uri="{FF2B5EF4-FFF2-40B4-BE49-F238E27FC236}">
                <a16:creationId xmlns:a16="http://schemas.microsoft.com/office/drawing/2014/main" id="{16BEDD8C-8ADF-2A8E-7DE7-7FE541FF36E8}"/>
              </a:ext>
            </a:extLst>
          </p:cNvPr>
          <p:cNvGrpSpPr/>
          <p:nvPr/>
        </p:nvGrpSpPr>
        <p:grpSpPr>
          <a:xfrm>
            <a:off x="7905566" y="751337"/>
            <a:ext cx="3396155" cy="4999377"/>
            <a:chOff x="7905566" y="751337"/>
            <a:chExt cx="3396155" cy="4999377"/>
          </a:xfrm>
        </p:grpSpPr>
        <p:cxnSp>
          <p:nvCxnSpPr>
            <p:cNvPr id="1944" name="Straight Connector 1943">
              <a:extLst>
                <a:ext uri="{FF2B5EF4-FFF2-40B4-BE49-F238E27FC236}">
                  <a16:creationId xmlns:a16="http://schemas.microsoft.com/office/drawing/2014/main" id="{68FF1B73-6FE8-5D5C-CF95-0248397CD23B}"/>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45" name="Straight Connector 1944">
              <a:extLst>
                <a:ext uri="{FF2B5EF4-FFF2-40B4-BE49-F238E27FC236}">
                  <a16:creationId xmlns:a16="http://schemas.microsoft.com/office/drawing/2014/main" id="{1508A9F1-F863-3B8C-E0DF-E84351B0CBA6}"/>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47" name="Straight Connector 1946">
              <a:extLst>
                <a:ext uri="{FF2B5EF4-FFF2-40B4-BE49-F238E27FC236}">
                  <a16:creationId xmlns:a16="http://schemas.microsoft.com/office/drawing/2014/main" id="{A7B0AC3B-890A-B44B-67F1-11680438C8A5}"/>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49" name="Straight Connector 1948">
              <a:extLst>
                <a:ext uri="{FF2B5EF4-FFF2-40B4-BE49-F238E27FC236}">
                  <a16:creationId xmlns:a16="http://schemas.microsoft.com/office/drawing/2014/main" id="{66116FCA-2CC1-B877-AD12-92A6A778F379}"/>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50" name="Straight Connector 1949">
              <a:extLst>
                <a:ext uri="{FF2B5EF4-FFF2-40B4-BE49-F238E27FC236}">
                  <a16:creationId xmlns:a16="http://schemas.microsoft.com/office/drawing/2014/main" id="{16280292-68F1-ECFF-44BE-E3B38D41308C}"/>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51" name="Straight Connector 1950">
              <a:extLst>
                <a:ext uri="{FF2B5EF4-FFF2-40B4-BE49-F238E27FC236}">
                  <a16:creationId xmlns:a16="http://schemas.microsoft.com/office/drawing/2014/main" id="{810BF470-14AB-47FE-1817-CAD4308ADDAA}"/>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52" name="Straight Connector 1951">
              <a:extLst>
                <a:ext uri="{FF2B5EF4-FFF2-40B4-BE49-F238E27FC236}">
                  <a16:creationId xmlns:a16="http://schemas.microsoft.com/office/drawing/2014/main" id="{52309293-9183-A60F-6E9D-881A8A9D6FD1}"/>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953" name="Straight Connector 1952">
            <a:extLst>
              <a:ext uri="{FF2B5EF4-FFF2-40B4-BE49-F238E27FC236}">
                <a16:creationId xmlns:a16="http://schemas.microsoft.com/office/drawing/2014/main" id="{6754A2BA-DE2F-045F-39BE-023DA7E00414}"/>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1954" name="Rectangle 1953">
            <a:hlinkClick r:id="rId14" action="ppaction://hlinksldjump"/>
            <a:hlinkHover r:id="rId14" action="ppaction://hlinksldjump"/>
            <a:extLst>
              <a:ext uri="{FF2B5EF4-FFF2-40B4-BE49-F238E27FC236}">
                <a16:creationId xmlns:a16="http://schemas.microsoft.com/office/drawing/2014/main" id="{8C0E5370-6CE9-E4B2-F881-51D48B7BC64A}"/>
              </a:ext>
            </a:extLst>
          </p:cNvPr>
          <p:cNvSpPr/>
          <p:nvPr/>
        </p:nvSpPr>
        <p:spPr>
          <a:xfrm>
            <a:off x="5329817" y="5802160"/>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1955" name="Rectangle 1954">
            <a:hlinkClick r:id="rId15" action="ppaction://hlinksldjump"/>
            <a:hlinkHover r:id="rId15" action="ppaction://hlinksldjump"/>
            <a:extLst>
              <a:ext uri="{FF2B5EF4-FFF2-40B4-BE49-F238E27FC236}">
                <a16:creationId xmlns:a16="http://schemas.microsoft.com/office/drawing/2014/main" id="{6D21E8BA-74C5-F4E2-3D59-FA31B2291916}"/>
              </a:ext>
            </a:extLst>
          </p:cNvPr>
          <p:cNvSpPr/>
          <p:nvPr/>
        </p:nvSpPr>
        <p:spPr>
          <a:xfrm>
            <a:off x="5329817" y="6284246"/>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Purview Suite</a:t>
            </a:r>
          </a:p>
        </p:txBody>
      </p:sp>
      <p:grpSp>
        <p:nvGrpSpPr>
          <p:cNvPr id="1956" name="Group 1955">
            <a:extLst>
              <a:ext uri="{FF2B5EF4-FFF2-40B4-BE49-F238E27FC236}">
                <a16:creationId xmlns:a16="http://schemas.microsoft.com/office/drawing/2014/main" id="{1E6F4AAA-E84A-4CA0-FC57-E700F79D362D}"/>
              </a:ext>
            </a:extLst>
          </p:cNvPr>
          <p:cNvGrpSpPr/>
          <p:nvPr/>
        </p:nvGrpSpPr>
        <p:grpSpPr>
          <a:xfrm>
            <a:off x="10520479" y="90836"/>
            <a:ext cx="721206" cy="609701"/>
            <a:chOff x="10520479" y="90836"/>
            <a:chExt cx="721206" cy="609701"/>
          </a:xfrm>
        </p:grpSpPr>
        <p:sp>
          <p:nvSpPr>
            <p:cNvPr id="1957" name="Rectangle 1956">
              <a:hlinkHover r:id="" action="ppaction://noaction" highlightClick="1"/>
              <a:extLst>
                <a:ext uri="{FF2B5EF4-FFF2-40B4-BE49-F238E27FC236}">
                  <a16:creationId xmlns:a16="http://schemas.microsoft.com/office/drawing/2014/main" id="{ACC4A941-5FDE-8B80-8B8A-73A5F68BAF0A}"/>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958" name="Oval 1957">
              <a:extLst>
                <a:ext uri="{FF2B5EF4-FFF2-40B4-BE49-F238E27FC236}">
                  <a16:creationId xmlns:a16="http://schemas.microsoft.com/office/drawing/2014/main" id="{8E294258-74F7-5249-C491-2EBE0F39FD61}"/>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59" name="Isosceles Triangle 648">
              <a:extLst>
                <a:ext uri="{FF2B5EF4-FFF2-40B4-BE49-F238E27FC236}">
                  <a16:creationId xmlns:a16="http://schemas.microsoft.com/office/drawing/2014/main" id="{EFFD5D64-EE8F-3F9C-FD8F-7E9A66618823}"/>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960" name="Group 1959">
            <a:extLst>
              <a:ext uri="{FF2B5EF4-FFF2-40B4-BE49-F238E27FC236}">
                <a16:creationId xmlns:a16="http://schemas.microsoft.com/office/drawing/2014/main" id="{A715A3A5-D6C9-C460-C298-2AF552C45894}"/>
              </a:ext>
            </a:extLst>
          </p:cNvPr>
          <p:cNvGrpSpPr/>
          <p:nvPr/>
        </p:nvGrpSpPr>
        <p:grpSpPr>
          <a:xfrm>
            <a:off x="11355832" y="5140982"/>
            <a:ext cx="721220" cy="609701"/>
            <a:chOff x="9656903" y="2253333"/>
            <a:chExt cx="721220" cy="609701"/>
          </a:xfrm>
        </p:grpSpPr>
        <p:sp>
          <p:nvSpPr>
            <p:cNvPr id="1961" name="Rectangle 1960">
              <a:hlinkHover r:id="" action="ppaction://noaction" highlightClick="1"/>
              <a:extLst>
                <a:ext uri="{FF2B5EF4-FFF2-40B4-BE49-F238E27FC236}">
                  <a16:creationId xmlns:a16="http://schemas.microsoft.com/office/drawing/2014/main" id="{5BE0C65A-7BFB-D9D8-8E38-E13432BA3C15}"/>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962" name="Rectangle 1961">
              <a:extLst>
                <a:ext uri="{FF2B5EF4-FFF2-40B4-BE49-F238E27FC236}">
                  <a16:creationId xmlns:a16="http://schemas.microsoft.com/office/drawing/2014/main" id="{C3D7EF5D-A189-55E6-CF9F-74B3F091F1DA}"/>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63" name="Oval 15">
              <a:extLst>
                <a:ext uri="{FF2B5EF4-FFF2-40B4-BE49-F238E27FC236}">
                  <a16:creationId xmlns:a16="http://schemas.microsoft.com/office/drawing/2014/main" id="{66E0413D-33A4-A79E-CDB3-6DE6871EE32F}"/>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64" name="Straight Connector 1963">
              <a:extLst>
                <a:ext uri="{FF2B5EF4-FFF2-40B4-BE49-F238E27FC236}">
                  <a16:creationId xmlns:a16="http://schemas.microsoft.com/office/drawing/2014/main" id="{B306A23D-61CE-117E-3C0D-1850A4CD0F3B}"/>
                </a:ext>
              </a:extLst>
            </p:cNvPr>
            <p:cNvCxnSpPr>
              <a:cxnSpLocks/>
              <a:stCxn id="1963"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65" name="Straight Connector 1964">
              <a:extLst>
                <a:ext uri="{FF2B5EF4-FFF2-40B4-BE49-F238E27FC236}">
                  <a16:creationId xmlns:a16="http://schemas.microsoft.com/office/drawing/2014/main" id="{1F671DDE-F900-2DF9-0EE3-1B91AEFF4F4E}"/>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966" name="Group 1965">
            <a:extLst>
              <a:ext uri="{FF2B5EF4-FFF2-40B4-BE49-F238E27FC236}">
                <a16:creationId xmlns:a16="http://schemas.microsoft.com/office/drawing/2014/main" id="{0AC67086-D7D0-77D6-70CB-57D1912FD59A}"/>
              </a:ext>
            </a:extLst>
          </p:cNvPr>
          <p:cNvGrpSpPr/>
          <p:nvPr/>
        </p:nvGrpSpPr>
        <p:grpSpPr>
          <a:xfrm>
            <a:off x="2934662" y="5148220"/>
            <a:ext cx="724130" cy="609701"/>
            <a:chOff x="4615448" y="2974053"/>
            <a:chExt cx="724130" cy="609701"/>
          </a:xfrm>
        </p:grpSpPr>
        <p:sp>
          <p:nvSpPr>
            <p:cNvPr id="1967" name="Rectangle 1966">
              <a:extLst>
                <a:ext uri="{FF2B5EF4-FFF2-40B4-BE49-F238E27FC236}">
                  <a16:creationId xmlns:a16="http://schemas.microsoft.com/office/drawing/2014/main" id="{17A7F7F0-B1A1-DCBC-85E8-6B9199953352}"/>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968" name="Right Triangle 1967">
              <a:extLst>
                <a:ext uri="{FF2B5EF4-FFF2-40B4-BE49-F238E27FC236}">
                  <a16:creationId xmlns:a16="http://schemas.microsoft.com/office/drawing/2014/main" id="{973C9BE6-81C0-BC2C-5123-BA06A67E583B}"/>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969" name="Group 1968">
              <a:extLst>
                <a:ext uri="{FF2B5EF4-FFF2-40B4-BE49-F238E27FC236}">
                  <a16:creationId xmlns:a16="http://schemas.microsoft.com/office/drawing/2014/main" id="{5D9F0EEA-9C59-F440-D450-EC22FF77C8F5}"/>
                </a:ext>
              </a:extLst>
            </p:cNvPr>
            <p:cNvGrpSpPr/>
            <p:nvPr/>
          </p:nvGrpSpPr>
          <p:grpSpPr>
            <a:xfrm>
              <a:off x="5288997" y="2982574"/>
              <a:ext cx="37817" cy="61390"/>
              <a:chOff x="3883481" y="2057400"/>
              <a:chExt cx="1608363" cy="2652031"/>
            </a:xfrm>
            <a:solidFill>
              <a:srgbClr val="A6A6A6">
                <a:alpha val="20000"/>
              </a:srgbClr>
            </a:solidFill>
          </p:grpSpPr>
          <p:sp>
            <p:nvSpPr>
              <p:cNvPr id="1970" name="Oval 27">
                <a:extLst>
                  <a:ext uri="{FF2B5EF4-FFF2-40B4-BE49-F238E27FC236}">
                    <a16:creationId xmlns:a16="http://schemas.microsoft.com/office/drawing/2014/main" id="{F4ED2744-087F-5127-28A7-578E91CDDA0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71" name="Oval 28">
                <a:extLst>
                  <a:ext uri="{FF2B5EF4-FFF2-40B4-BE49-F238E27FC236}">
                    <a16:creationId xmlns:a16="http://schemas.microsoft.com/office/drawing/2014/main" id="{50DC9A77-6486-876C-B29C-6FD5006D1DF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972" name="Group 1971">
            <a:extLst>
              <a:ext uri="{FF2B5EF4-FFF2-40B4-BE49-F238E27FC236}">
                <a16:creationId xmlns:a16="http://schemas.microsoft.com/office/drawing/2014/main" id="{C2D79CB6-5CDE-0E05-B281-2E82A811CA94}"/>
              </a:ext>
            </a:extLst>
          </p:cNvPr>
          <p:cNvGrpSpPr/>
          <p:nvPr/>
        </p:nvGrpSpPr>
        <p:grpSpPr>
          <a:xfrm>
            <a:off x="1268346" y="3698208"/>
            <a:ext cx="721891" cy="610396"/>
            <a:chOff x="1268346" y="3698208"/>
            <a:chExt cx="721891" cy="610396"/>
          </a:xfrm>
        </p:grpSpPr>
        <p:sp>
          <p:nvSpPr>
            <p:cNvPr id="1973" name="Rectangle 1972">
              <a:extLst>
                <a:ext uri="{FF2B5EF4-FFF2-40B4-BE49-F238E27FC236}">
                  <a16:creationId xmlns:a16="http://schemas.microsoft.com/office/drawing/2014/main" id="{B884249D-32A8-3EB2-A9AD-D1CD2DD3C38C}"/>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974" name="Right Triangle 1973">
              <a:extLst>
                <a:ext uri="{FF2B5EF4-FFF2-40B4-BE49-F238E27FC236}">
                  <a16:creationId xmlns:a16="http://schemas.microsoft.com/office/drawing/2014/main" id="{DAD90E67-8C16-A3E0-7C86-063A48AFE2D7}"/>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975" name="Group 1974">
              <a:extLst>
                <a:ext uri="{FF2B5EF4-FFF2-40B4-BE49-F238E27FC236}">
                  <a16:creationId xmlns:a16="http://schemas.microsoft.com/office/drawing/2014/main" id="{DBA71C50-738D-AFC3-BB0B-4218D32C1D0C}"/>
                </a:ext>
              </a:extLst>
            </p:cNvPr>
            <p:cNvGrpSpPr/>
            <p:nvPr/>
          </p:nvGrpSpPr>
          <p:grpSpPr>
            <a:xfrm>
              <a:off x="1939627" y="3704306"/>
              <a:ext cx="37817" cy="61390"/>
              <a:chOff x="3883481" y="2057400"/>
              <a:chExt cx="1608363" cy="2652031"/>
            </a:xfrm>
            <a:solidFill>
              <a:srgbClr val="A6A6A6">
                <a:alpha val="20000"/>
              </a:srgbClr>
            </a:solidFill>
          </p:grpSpPr>
          <p:sp>
            <p:nvSpPr>
              <p:cNvPr id="1976" name="Oval 27">
                <a:extLst>
                  <a:ext uri="{FF2B5EF4-FFF2-40B4-BE49-F238E27FC236}">
                    <a16:creationId xmlns:a16="http://schemas.microsoft.com/office/drawing/2014/main" id="{10E7BE77-8441-832B-2454-9FEF5C3A96B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77" name="Oval 28">
                <a:extLst>
                  <a:ext uri="{FF2B5EF4-FFF2-40B4-BE49-F238E27FC236}">
                    <a16:creationId xmlns:a16="http://schemas.microsoft.com/office/drawing/2014/main" id="{2C285483-EACE-1E9E-21C8-84C8AD2D94F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978" name="Group 1977">
            <a:extLst>
              <a:ext uri="{FF2B5EF4-FFF2-40B4-BE49-F238E27FC236}">
                <a16:creationId xmlns:a16="http://schemas.microsoft.com/office/drawing/2014/main" id="{5AE3BECF-50C1-DEEF-BA35-D09CE5A32310}"/>
              </a:ext>
            </a:extLst>
          </p:cNvPr>
          <p:cNvGrpSpPr/>
          <p:nvPr/>
        </p:nvGrpSpPr>
        <p:grpSpPr>
          <a:xfrm>
            <a:off x="5451979" y="3707588"/>
            <a:ext cx="721206" cy="609701"/>
            <a:chOff x="5451979" y="3707588"/>
            <a:chExt cx="721206" cy="609701"/>
          </a:xfrm>
        </p:grpSpPr>
        <p:sp>
          <p:nvSpPr>
            <p:cNvPr id="1979" name="Rectangle 1978">
              <a:hlinkHover r:id="" action="ppaction://noaction" highlightClick="1"/>
              <a:extLst>
                <a:ext uri="{FF2B5EF4-FFF2-40B4-BE49-F238E27FC236}">
                  <a16:creationId xmlns:a16="http://schemas.microsoft.com/office/drawing/2014/main" id="{82F08F05-DE99-3506-6FC0-043B0E60AE3D}"/>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980" name="Oval 1979">
              <a:extLst>
                <a:ext uri="{FF2B5EF4-FFF2-40B4-BE49-F238E27FC236}">
                  <a16:creationId xmlns:a16="http://schemas.microsoft.com/office/drawing/2014/main" id="{82AFB643-D826-B768-007B-F7B3F1787B55}"/>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81" name="Isosceles Triangle 648">
              <a:extLst>
                <a:ext uri="{FF2B5EF4-FFF2-40B4-BE49-F238E27FC236}">
                  <a16:creationId xmlns:a16="http://schemas.microsoft.com/office/drawing/2014/main" id="{2785DA4F-8AC7-7CDC-A9CB-717C48F335E9}"/>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982" name="Group 1981">
            <a:extLst>
              <a:ext uri="{FF2B5EF4-FFF2-40B4-BE49-F238E27FC236}">
                <a16:creationId xmlns:a16="http://schemas.microsoft.com/office/drawing/2014/main" id="{41A7C49F-CA9C-AB4F-E319-E1894B932670}"/>
              </a:ext>
            </a:extLst>
          </p:cNvPr>
          <p:cNvGrpSpPr/>
          <p:nvPr/>
        </p:nvGrpSpPr>
        <p:grpSpPr>
          <a:xfrm>
            <a:off x="4605608" y="811556"/>
            <a:ext cx="722055" cy="609701"/>
            <a:chOff x="4605608" y="811556"/>
            <a:chExt cx="722055" cy="609701"/>
          </a:xfrm>
        </p:grpSpPr>
        <p:sp>
          <p:nvSpPr>
            <p:cNvPr id="1983" name="Rectangle 1982">
              <a:extLst>
                <a:ext uri="{FF2B5EF4-FFF2-40B4-BE49-F238E27FC236}">
                  <a16:creationId xmlns:a16="http://schemas.microsoft.com/office/drawing/2014/main" id="{2434D944-C6E7-2817-F6C3-AAF182D8CA95}"/>
                </a:ext>
              </a:extLst>
            </p:cNvPr>
            <p:cNvSpPr/>
            <p:nvPr/>
          </p:nvSpPr>
          <p:spPr>
            <a:xfrm>
              <a:off x="4605608" y="811556"/>
              <a:ext cx="721203"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28" name="Rectangle 127">
              <a:extLst>
                <a:ext uri="{FF2B5EF4-FFF2-40B4-BE49-F238E27FC236}">
                  <a16:creationId xmlns:a16="http://schemas.microsoft.com/office/drawing/2014/main" id="{68DE5C6F-4860-620E-1390-13FB9DFFC995}"/>
                </a:ext>
              </a:extLst>
            </p:cNvPr>
            <p:cNvSpPr/>
            <p:nvPr/>
          </p:nvSpPr>
          <p:spPr>
            <a:xfrm flipV="1">
              <a:off x="5227471"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Oval 15">
              <a:extLst>
                <a:ext uri="{FF2B5EF4-FFF2-40B4-BE49-F238E27FC236}">
                  <a16:creationId xmlns:a16="http://schemas.microsoft.com/office/drawing/2014/main" id="{2E4EBDE7-64C1-C6BC-7209-0DD84D7F339F}"/>
                </a:ext>
              </a:extLst>
            </p:cNvPr>
            <p:cNvSpPr/>
            <p:nvPr/>
          </p:nvSpPr>
          <p:spPr>
            <a:xfrm>
              <a:off x="5254860"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2" name="Straight Connector 131">
              <a:extLst>
                <a:ext uri="{FF2B5EF4-FFF2-40B4-BE49-F238E27FC236}">
                  <a16:creationId xmlns:a16="http://schemas.microsoft.com/office/drawing/2014/main" id="{B47A9055-053C-DD68-BBA3-24C480910E3F}"/>
                </a:ext>
              </a:extLst>
            </p:cNvPr>
            <p:cNvCxnSpPr>
              <a:cxnSpLocks/>
              <a:stCxn id="131" idx="0"/>
            </p:cNvCxnSpPr>
            <p:nvPr/>
          </p:nvCxnSpPr>
          <p:spPr>
            <a:xfrm flipV="1">
              <a:off x="5260557"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3" name="Straight Connector 132">
              <a:extLst>
                <a:ext uri="{FF2B5EF4-FFF2-40B4-BE49-F238E27FC236}">
                  <a16:creationId xmlns:a16="http://schemas.microsoft.com/office/drawing/2014/main" id="{9A3DAEF5-5085-3DBD-08D1-78A6D02F2E5A}"/>
                </a:ext>
              </a:extLst>
            </p:cNvPr>
            <p:cNvCxnSpPr>
              <a:cxnSpLocks/>
            </p:cNvCxnSpPr>
            <p:nvPr/>
          </p:nvCxnSpPr>
          <p:spPr>
            <a:xfrm>
              <a:off x="5266276"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4" name="Group 133">
            <a:extLst>
              <a:ext uri="{FF2B5EF4-FFF2-40B4-BE49-F238E27FC236}">
                <a16:creationId xmlns:a16="http://schemas.microsoft.com/office/drawing/2014/main" id="{8419EDCA-FE06-517E-1504-AAE3592A0853}"/>
              </a:ext>
            </a:extLst>
          </p:cNvPr>
          <p:cNvGrpSpPr/>
          <p:nvPr/>
        </p:nvGrpSpPr>
        <p:grpSpPr>
          <a:xfrm>
            <a:off x="10506599" y="811556"/>
            <a:ext cx="721206" cy="609701"/>
            <a:chOff x="10506599" y="811556"/>
            <a:chExt cx="721206" cy="609701"/>
          </a:xfrm>
        </p:grpSpPr>
        <p:sp>
          <p:nvSpPr>
            <p:cNvPr id="135" name="Rectangle 134">
              <a:extLst>
                <a:ext uri="{FF2B5EF4-FFF2-40B4-BE49-F238E27FC236}">
                  <a16:creationId xmlns:a16="http://schemas.microsoft.com/office/drawing/2014/main" id="{BD04C84C-570E-3C03-418E-4E2820994F90}"/>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6" name="Rectangle 135">
              <a:extLst>
                <a:ext uri="{FF2B5EF4-FFF2-40B4-BE49-F238E27FC236}">
                  <a16:creationId xmlns:a16="http://schemas.microsoft.com/office/drawing/2014/main" id="{89FD9DEC-82AB-E2E7-3FB9-7D6F72C1A5FA}"/>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 name="Oval 15">
              <a:extLst>
                <a:ext uri="{FF2B5EF4-FFF2-40B4-BE49-F238E27FC236}">
                  <a16:creationId xmlns:a16="http://schemas.microsoft.com/office/drawing/2014/main" id="{9914A738-4C05-B96E-E09D-F9120A26D0D7}"/>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8" name="Straight Connector 137">
              <a:extLst>
                <a:ext uri="{FF2B5EF4-FFF2-40B4-BE49-F238E27FC236}">
                  <a16:creationId xmlns:a16="http://schemas.microsoft.com/office/drawing/2014/main" id="{B2FE8F59-F4CE-3F71-A9CC-17D70CB23643}"/>
                </a:ext>
              </a:extLst>
            </p:cNvPr>
            <p:cNvCxnSpPr>
              <a:cxnSpLocks/>
              <a:stCxn id="137"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9" name="Straight Connector 138">
              <a:extLst>
                <a:ext uri="{FF2B5EF4-FFF2-40B4-BE49-F238E27FC236}">
                  <a16:creationId xmlns:a16="http://schemas.microsoft.com/office/drawing/2014/main" id="{AB7FA167-D3C2-E0B5-CD92-2D8F50BD5A59}"/>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0" name="Group 139">
            <a:extLst>
              <a:ext uri="{FF2B5EF4-FFF2-40B4-BE49-F238E27FC236}">
                <a16:creationId xmlns:a16="http://schemas.microsoft.com/office/drawing/2014/main" id="{7FE136F5-4A0C-EAF7-0FEB-E9B823858D76}"/>
              </a:ext>
            </a:extLst>
          </p:cNvPr>
          <p:cNvGrpSpPr/>
          <p:nvPr/>
        </p:nvGrpSpPr>
        <p:grpSpPr>
          <a:xfrm>
            <a:off x="9651394" y="811173"/>
            <a:ext cx="721206" cy="609701"/>
            <a:chOff x="9657972" y="90836"/>
            <a:chExt cx="721206" cy="609701"/>
          </a:xfrm>
        </p:grpSpPr>
        <p:sp>
          <p:nvSpPr>
            <p:cNvPr id="141" name="Rectangle 140">
              <a:hlinkHover r:id="" action="ppaction://noaction" highlightClick="1"/>
              <a:extLst>
                <a:ext uri="{FF2B5EF4-FFF2-40B4-BE49-F238E27FC236}">
                  <a16:creationId xmlns:a16="http://schemas.microsoft.com/office/drawing/2014/main" id="{776D43E8-76D0-5295-62E5-AA080AC53E85}"/>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42" name="Diamond 141">
              <a:extLst>
                <a:ext uri="{FF2B5EF4-FFF2-40B4-BE49-F238E27FC236}">
                  <a16:creationId xmlns:a16="http://schemas.microsoft.com/office/drawing/2014/main" id="{509C8E41-01F2-572B-B3D5-5F4F10F97A93}"/>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3" name="Oval 142">
              <a:extLst>
                <a:ext uri="{FF2B5EF4-FFF2-40B4-BE49-F238E27FC236}">
                  <a16:creationId xmlns:a16="http://schemas.microsoft.com/office/drawing/2014/main" id="{A2261B26-43E3-C55E-78E4-C8C0EE10F60A}"/>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4" name="Group 143">
            <a:extLst>
              <a:ext uri="{FF2B5EF4-FFF2-40B4-BE49-F238E27FC236}">
                <a16:creationId xmlns:a16="http://schemas.microsoft.com/office/drawing/2014/main" id="{E5445FE6-6766-C027-C654-E850EEBF08C1}"/>
              </a:ext>
            </a:extLst>
          </p:cNvPr>
          <p:cNvGrpSpPr/>
          <p:nvPr/>
        </p:nvGrpSpPr>
        <p:grpSpPr>
          <a:xfrm>
            <a:off x="7116512" y="812701"/>
            <a:ext cx="721206" cy="609701"/>
            <a:chOff x="7957576" y="811556"/>
            <a:chExt cx="721206" cy="609701"/>
          </a:xfrm>
        </p:grpSpPr>
        <p:sp>
          <p:nvSpPr>
            <p:cNvPr id="145" name="Rectangle 144">
              <a:extLst>
                <a:ext uri="{FF2B5EF4-FFF2-40B4-BE49-F238E27FC236}">
                  <a16:creationId xmlns:a16="http://schemas.microsoft.com/office/drawing/2014/main" id="{C59B4EFD-B242-1FE3-2D84-00656761CE79}"/>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46" name="Rectangle 145">
              <a:extLst>
                <a:ext uri="{FF2B5EF4-FFF2-40B4-BE49-F238E27FC236}">
                  <a16:creationId xmlns:a16="http://schemas.microsoft.com/office/drawing/2014/main" id="{5F40104C-DB5F-7F48-8ED2-791311E76869}"/>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 name="Oval 15">
              <a:extLst>
                <a:ext uri="{FF2B5EF4-FFF2-40B4-BE49-F238E27FC236}">
                  <a16:creationId xmlns:a16="http://schemas.microsoft.com/office/drawing/2014/main" id="{D76F9E58-46B9-FC2B-8CA5-2F5CEBC0592B}"/>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8" name="Straight Connector 147">
              <a:extLst>
                <a:ext uri="{FF2B5EF4-FFF2-40B4-BE49-F238E27FC236}">
                  <a16:creationId xmlns:a16="http://schemas.microsoft.com/office/drawing/2014/main" id="{1DFBAF73-75DB-D06D-2582-B62FB863F686}"/>
                </a:ext>
              </a:extLst>
            </p:cNvPr>
            <p:cNvCxnSpPr>
              <a:cxnSpLocks/>
              <a:stCxn id="147"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9" name="Straight Connector 148">
              <a:extLst>
                <a:ext uri="{FF2B5EF4-FFF2-40B4-BE49-F238E27FC236}">
                  <a16:creationId xmlns:a16="http://schemas.microsoft.com/office/drawing/2014/main" id="{C4CA9927-D56C-4E3C-1EF0-C9A132EA4124}"/>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0" name="Group 149">
            <a:extLst>
              <a:ext uri="{FF2B5EF4-FFF2-40B4-BE49-F238E27FC236}">
                <a16:creationId xmlns:a16="http://schemas.microsoft.com/office/drawing/2014/main" id="{01F373E8-ABAC-BD28-D5F7-368DAA720F50}"/>
              </a:ext>
            </a:extLst>
          </p:cNvPr>
          <p:cNvGrpSpPr/>
          <p:nvPr/>
        </p:nvGrpSpPr>
        <p:grpSpPr>
          <a:xfrm>
            <a:off x="10508723" y="1536662"/>
            <a:ext cx="721206" cy="609701"/>
            <a:chOff x="11356242" y="1532276"/>
            <a:chExt cx="721206" cy="609701"/>
          </a:xfrm>
        </p:grpSpPr>
        <p:sp>
          <p:nvSpPr>
            <p:cNvPr id="151" name="Rectangle 150">
              <a:hlinkHover r:id="" action="ppaction://noaction" highlightClick="1"/>
              <a:extLst>
                <a:ext uri="{FF2B5EF4-FFF2-40B4-BE49-F238E27FC236}">
                  <a16:creationId xmlns:a16="http://schemas.microsoft.com/office/drawing/2014/main" id="{677D5020-3BFA-AF7F-7593-4C01215A82CD}"/>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52" name="Oval 151">
              <a:extLst>
                <a:ext uri="{FF2B5EF4-FFF2-40B4-BE49-F238E27FC236}">
                  <a16:creationId xmlns:a16="http://schemas.microsoft.com/office/drawing/2014/main" id="{E0034010-018B-F1D3-7299-E60D1B972D07}"/>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3" name="Isosceles Triangle 648">
              <a:extLst>
                <a:ext uri="{FF2B5EF4-FFF2-40B4-BE49-F238E27FC236}">
                  <a16:creationId xmlns:a16="http://schemas.microsoft.com/office/drawing/2014/main" id="{9577E7B0-5F00-A5FA-0D43-F280ED941249}"/>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4" name="Group 153">
            <a:extLst>
              <a:ext uri="{FF2B5EF4-FFF2-40B4-BE49-F238E27FC236}">
                <a16:creationId xmlns:a16="http://schemas.microsoft.com/office/drawing/2014/main" id="{AD32B18B-947A-E30B-788D-DE42E0D9FD5B}"/>
              </a:ext>
            </a:extLst>
          </p:cNvPr>
          <p:cNvGrpSpPr/>
          <p:nvPr/>
        </p:nvGrpSpPr>
        <p:grpSpPr>
          <a:xfrm>
            <a:off x="7957586" y="2253332"/>
            <a:ext cx="721206" cy="609701"/>
            <a:chOff x="7957586" y="2253332"/>
            <a:chExt cx="721206" cy="609701"/>
          </a:xfrm>
        </p:grpSpPr>
        <p:sp>
          <p:nvSpPr>
            <p:cNvPr id="155" name="Rectangle 154">
              <a:extLst>
                <a:ext uri="{FF2B5EF4-FFF2-40B4-BE49-F238E27FC236}">
                  <a16:creationId xmlns:a16="http://schemas.microsoft.com/office/drawing/2014/main" id="{4B24B69E-CD73-0554-517F-244BB7D21AF6}"/>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56" name="Right Triangle 155">
              <a:extLst>
                <a:ext uri="{FF2B5EF4-FFF2-40B4-BE49-F238E27FC236}">
                  <a16:creationId xmlns:a16="http://schemas.microsoft.com/office/drawing/2014/main" id="{9D1A5D84-6A1B-60E9-DC03-D7237C0DC3FE}"/>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57" name="Group 156">
              <a:extLst>
                <a:ext uri="{FF2B5EF4-FFF2-40B4-BE49-F238E27FC236}">
                  <a16:creationId xmlns:a16="http://schemas.microsoft.com/office/drawing/2014/main" id="{CCF40E3F-C116-BEBE-4ACA-8B84B3C1B7E1}"/>
                </a:ext>
              </a:extLst>
            </p:cNvPr>
            <p:cNvGrpSpPr/>
            <p:nvPr/>
          </p:nvGrpSpPr>
          <p:grpSpPr>
            <a:xfrm>
              <a:off x="8621942" y="2262669"/>
              <a:ext cx="37817" cy="61390"/>
              <a:chOff x="3883481" y="2057400"/>
              <a:chExt cx="1608363" cy="2652031"/>
            </a:xfrm>
            <a:solidFill>
              <a:srgbClr val="A6A6A6">
                <a:alpha val="20000"/>
              </a:srgbClr>
            </a:solidFill>
          </p:grpSpPr>
          <p:sp>
            <p:nvSpPr>
              <p:cNvPr id="158" name="Oval 27">
                <a:extLst>
                  <a:ext uri="{FF2B5EF4-FFF2-40B4-BE49-F238E27FC236}">
                    <a16:creationId xmlns:a16="http://schemas.microsoft.com/office/drawing/2014/main" id="{0AF74D1D-FBC5-30D0-807B-3167AA92B77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9" name="Oval 28">
                <a:extLst>
                  <a:ext uri="{FF2B5EF4-FFF2-40B4-BE49-F238E27FC236}">
                    <a16:creationId xmlns:a16="http://schemas.microsoft.com/office/drawing/2014/main" id="{51796D24-439C-DF35-2FD8-009A9E192AC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0" name="Group 159">
            <a:extLst>
              <a:ext uri="{FF2B5EF4-FFF2-40B4-BE49-F238E27FC236}">
                <a16:creationId xmlns:a16="http://schemas.microsoft.com/office/drawing/2014/main" id="{E56DE262-A53B-75A1-70B2-50E82CF74BF4}"/>
              </a:ext>
            </a:extLst>
          </p:cNvPr>
          <p:cNvGrpSpPr/>
          <p:nvPr/>
        </p:nvGrpSpPr>
        <p:grpSpPr>
          <a:xfrm>
            <a:off x="6290730" y="2257176"/>
            <a:ext cx="721206" cy="609701"/>
            <a:chOff x="8807250" y="2253334"/>
            <a:chExt cx="721206" cy="609701"/>
          </a:xfrm>
        </p:grpSpPr>
        <p:sp>
          <p:nvSpPr>
            <p:cNvPr id="161" name="Rectangle 160">
              <a:extLst>
                <a:ext uri="{FF2B5EF4-FFF2-40B4-BE49-F238E27FC236}">
                  <a16:creationId xmlns:a16="http://schemas.microsoft.com/office/drawing/2014/main" id="{7676C867-3F6A-022F-9604-66C0676067D1}"/>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62" name="Right Triangle 161">
              <a:extLst>
                <a:ext uri="{FF2B5EF4-FFF2-40B4-BE49-F238E27FC236}">
                  <a16:creationId xmlns:a16="http://schemas.microsoft.com/office/drawing/2014/main" id="{C01BE589-5C3C-F220-B4FC-7FB57470C73B}"/>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3" name="Oval 27">
              <a:extLst>
                <a:ext uri="{FF2B5EF4-FFF2-40B4-BE49-F238E27FC236}">
                  <a16:creationId xmlns:a16="http://schemas.microsoft.com/office/drawing/2014/main" id="{FD361710-7007-0777-A113-FB721F2BB3D1}"/>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4" name="Oval 28">
              <a:extLst>
                <a:ext uri="{FF2B5EF4-FFF2-40B4-BE49-F238E27FC236}">
                  <a16:creationId xmlns:a16="http://schemas.microsoft.com/office/drawing/2014/main" id="{75D4ADBE-C4B6-8954-9ED1-30C0B4066DB9}"/>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5" name="Group 164">
            <a:extLst>
              <a:ext uri="{FF2B5EF4-FFF2-40B4-BE49-F238E27FC236}">
                <a16:creationId xmlns:a16="http://schemas.microsoft.com/office/drawing/2014/main" id="{7C91DC04-8E22-7690-3E4D-213D1124B38B}"/>
              </a:ext>
            </a:extLst>
          </p:cNvPr>
          <p:cNvGrpSpPr/>
          <p:nvPr/>
        </p:nvGrpSpPr>
        <p:grpSpPr>
          <a:xfrm>
            <a:off x="9656903" y="2253333"/>
            <a:ext cx="721220" cy="609701"/>
            <a:chOff x="9656903" y="2253333"/>
            <a:chExt cx="721220" cy="609701"/>
          </a:xfrm>
        </p:grpSpPr>
        <p:sp>
          <p:nvSpPr>
            <p:cNvPr id="166" name="Rectangle 165">
              <a:hlinkHover r:id="" action="ppaction://noaction" highlightClick="1"/>
              <a:extLst>
                <a:ext uri="{FF2B5EF4-FFF2-40B4-BE49-F238E27FC236}">
                  <a16:creationId xmlns:a16="http://schemas.microsoft.com/office/drawing/2014/main" id="{74F90C35-8D68-51FD-B4CD-EE9F33F159D5}"/>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7" name="Rectangle 166">
              <a:extLst>
                <a:ext uri="{FF2B5EF4-FFF2-40B4-BE49-F238E27FC236}">
                  <a16:creationId xmlns:a16="http://schemas.microsoft.com/office/drawing/2014/main" id="{C5D26579-E2BF-565B-CCC7-CEF3C4E5801F}"/>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8" name="Oval 15">
              <a:extLst>
                <a:ext uri="{FF2B5EF4-FFF2-40B4-BE49-F238E27FC236}">
                  <a16:creationId xmlns:a16="http://schemas.microsoft.com/office/drawing/2014/main" id="{63F5AB12-8F70-6164-9F56-E7911956F426}"/>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9" name="Straight Connector 168">
              <a:extLst>
                <a:ext uri="{FF2B5EF4-FFF2-40B4-BE49-F238E27FC236}">
                  <a16:creationId xmlns:a16="http://schemas.microsoft.com/office/drawing/2014/main" id="{C648B20C-FB3E-6193-304A-0803EBD71431}"/>
                </a:ext>
              </a:extLst>
            </p:cNvPr>
            <p:cNvCxnSpPr>
              <a:cxnSpLocks/>
              <a:stCxn id="16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0" name="Straight Connector 169">
              <a:extLst>
                <a:ext uri="{FF2B5EF4-FFF2-40B4-BE49-F238E27FC236}">
                  <a16:creationId xmlns:a16="http://schemas.microsoft.com/office/drawing/2014/main" id="{71E3A208-1615-0A3E-35E3-E41603A7089E}"/>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DE4CDC47-FDAE-9E73-37A7-AC14DA3F1C27}"/>
              </a:ext>
            </a:extLst>
          </p:cNvPr>
          <p:cNvGrpSpPr/>
          <p:nvPr/>
        </p:nvGrpSpPr>
        <p:grpSpPr>
          <a:xfrm>
            <a:off x="8797459" y="2264859"/>
            <a:ext cx="721206" cy="609701"/>
            <a:chOff x="11356242" y="2253333"/>
            <a:chExt cx="721206" cy="609701"/>
          </a:xfrm>
        </p:grpSpPr>
        <p:sp>
          <p:nvSpPr>
            <p:cNvPr id="172" name="Rectangle 171">
              <a:hlinkHover r:id="" action="ppaction://noaction" highlightClick="1"/>
              <a:extLst>
                <a:ext uri="{FF2B5EF4-FFF2-40B4-BE49-F238E27FC236}">
                  <a16:creationId xmlns:a16="http://schemas.microsoft.com/office/drawing/2014/main" id="{C923D88D-C4DE-1DF3-781C-1BCE7BF2305A}"/>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73" name="Oval 172">
              <a:extLst>
                <a:ext uri="{FF2B5EF4-FFF2-40B4-BE49-F238E27FC236}">
                  <a16:creationId xmlns:a16="http://schemas.microsoft.com/office/drawing/2014/main" id="{2E1E4A2A-5A55-555F-9C89-DB0D747B3B0E}"/>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4" name="Isosceles Triangle 648">
              <a:extLst>
                <a:ext uri="{FF2B5EF4-FFF2-40B4-BE49-F238E27FC236}">
                  <a16:creationId xmlns:a16="http://schemas.microsoft.com/office/drawing/2014/main" id="{D8C68B9A-BB6A-CAE3-9A37-7027E9B17902}"/>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5" name="Group 174">
            <a:extLst>
              <a:ext uri="{FF2B5EF4-FFF2-40B4-BE49-F238E27FC236}">
                <a16:creationId xmlns:a16="http://schemas.microsoft.com/office/drawing/2014/main" id="{0AE78B64-4CAC-7BC5-CD19-176AFF6A258D}"/>
              </a:ext>
            </a:extLst>
          </p:cNvPr>
          <p:cNvGrpSpPr/>
          <p:nvPr/>
        </p:nvGrpSpPr>
        <p:grpSpPr>
          <a:xfrm>
            <a:off x="10506580" y="2253333"/>
            <a:ext cx="721206" cy="609701"/>
            <a:chOff x="10506580" y="2253333"/>
            <a:chExt cx="721206" cy="609701"/>
          </a:xfrm>
        </p:grpSpPr>
        <p:sp>
          <p:nvSpPr>
            <p:cNvPr id="176" name="Rectangle 175">
              <a:hlinkHover r:id="" action="ppaction://noaction" highlightClick="1"/>
              <a:extLst>
                <a:ext uri="{FF2B5EF4-FFF2-40B4-BE49-F238E27FC236}">
                  <a16:creationId xmlns:a16="http://schemas.microsoft.com/office/drawing/2014/main" id="{0AA2DA33-AB21-7BDF-F09D-70C518C345A8}"/>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77" name="Diamond 176">
              <a:extLst>
                <a:ext uri="{FF2B5EF4-FFF2-40B4-BE49-F238E27FC236}">
                  <a16:creationId xmlns:a16="http://schemas.microsoft.com/office/drawing/2014/main" id="{E7CE7BC5-248A-D069-351B-19C02D8C5493}"/>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1053C3CB-F066-5473-B703-4287A987EEDA}"/>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9" name="Group 178">
            <a:extLst>
              <a:ext uri="{FF2B5EF4-FFF2-40B4-BE49-F238E27FC236}">
                <a16:creationId xmlns:a16="http://schemas.microsoft.com/office/drawing/2014/main" id="{EFBF2F45-F039-2C0B-770F-9B86519FBFCA}"/>
              </a:ext>
            </a:extLst>
          </p:cNvPr>
          <p:cNvGrpSpPr/>
          <p:nvPr/>
        </p:nvGrpSpPr>
        <p:grpSpPr>
          <a:xfrm>
            <a:off x="5454173" y="2257175"/>
            <a:ext cx="721206" cy="609701"/>
            <a:chOff x="6287891" y="2253333"/>
            <a:chExt cx="721206" cy="609701"/>
          </a:xfrm>
        </p:grpSpPr>
        <p:sp>
          <p:nvSpPr>
            <p:cNvPr id="180" name="Rectangle 179">
              <a:extLst>
                <a:ext uri="{FF2B5EF4-FFF2-40B4-BE49-F238E27FC236}">
                  <a16:creationId xmlns:a16="http://schemas.microsoft.com/office/drawing/2014/main" id="{D733E57D-AB36-1C10-004F-241EEE4B66FD}"/>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181" name="Right Triangle 180">
              <a:extLst>
                <a:ext uri="{FF2B5EF4-FFF2-40B4-BE49-F238E27FC236}">
                  <a16:creationId xmlns:a16="http://schemas.microsoft.com/office/drawing/2014/main" id="{65338ABD-853E-4D87-6085-EED6740174B5}"/>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82" name="Group 181">
              <a:extLst>
                <a:ext uri="{FF2B5EF4-FFF2-40B4-BE49-F238E27FC236}">
                  <a16:creationId xmlns:a16="http://schemas.microsoft.com/office/drawing/2014/main" id="{9E4343E0-C4BD-925A-A3F3-C21D9C9420E0}"/>
                </a:ext>
              </a:extLst>
            </p:cNvPr>
            <p:cNvGrpSpPr/>
            <p:nvPr/>
          </p:nvGrpSpPr>
          <p:grpSpPr>
            <a:xfrm>
              <a:off x="6952470" y="2265099"/>
              <a:ext cx="37817" cy="61390"/>
              <a:chOff x="3883481" y="2057400"/>
              <a:chExt cx="1608363" cy="2652031"/>
            </a:xfrm>
            <a:solidFill>
              <a:srgbClr val="A6A6A6">
                <a:alpha val="20000"/>
              </a:srgbClr>
            </a:solidFill>
          </p:grpSpPr>
          <p:sp>
            <p:nvSpPr>
              <p:cNvPr id="183" name="Oval 27">
                <a:extLst>
                  <a:ext uri="{FF2B5EF4-FFF2-40B4-BE49-F238E27FC236}">
                    <a16:creationId xmlns:a16="http://schemas.microsoft.com/office/drawing/2014/main" id="{F6837A04-21AA-81A2-4090-9F5DDD76019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4" name="Oval 28">
                <a:extLst>
                  <a:ext uri="{FF2B5EF4-FFF2-40B4-BE49-F238E27FC236}">
                    <a16:creationId xmlns:a16="http://schemas.microsoft.com/office/drawing/2014/main" id="{6F0EC9B5-2201-E426-7D20-0869D309014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825B600F-CF18-6F91-D072-2F4838CC35EF}"/>
              </a:ext>
            </a:extLst>
          </p:cNvPr>
          <p:cNvGrpSpPr/>
          <p:nvPr/>
        </p:nvGrpSpPr>
        <p:grpSpPr>
          <a:xfrm>
            <a:off x="7113172" y="2252067"/>
            <a:ext cx="728239" cy="609701"/>
            <a:chOff x="5442073" y="811556"/>
            <a:chExt cx="728239" cy="609701"/>
          </a:xfrm>
        </p:grpSpPr>
        <p:sp>
          <p:nvSpPr>
            <p:cNvPr id="186" name="Rectangle 185">
              <a:extLst>
                <a:ext uri="{FF2B5EF4-FFF2-40B4-BE49-F238E27FC236}">
                  <a16:creationId xmlns:a16="http://schemas.microsoft.com/office/drawing/2014/main" id="{59F9531A-E234-1F2B-ED60-343805107A5C}"/>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187" name="Rectangle 186">
              <a:extLst>
                <a:ext uri="{FF2B5EF4-FFF2-40B4-BE49-F238E27FC236}">
                  <a16:creationId xmlns:a16="http://schemas.microsoft.com/office/drawing/2014/main" id="{E4C41375-88CC-6F91-2548-9DE2EBB864A3}"/>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8" name="Oval 15">
              <a:extLst>
                <a:ext uri="{FF2B5EF4-FFF2-40B4-BE49-F238E27FC236}">
                  <a16:creationId xmlns:a16="http://schemas.microsoft.com/office/drawing/2014/main" id="{9D4A4010-C01F-CD2B-37B8-926B61D3CD77}"/>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9" name="Straight Connector 188">
              <a:extLst>
                <a:ext uri="{FF2B5EF4-FFF2-40B4-BE49-F238E27FC236}">
                  <a16:creationId xmlns:a16="http://schemas.microsoft.com/office/drawing/2014/main" id="{67F9419C-96E6-10B6-81D0-5C150163C9ED}"/>
                </a:ext>
              </a:extLst>
            </p:cNvPr>
            <p:cNvCxnSpPr>
              <a:cxnSpLocks/>
              <a:stCxn id="188"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0" name="Straight Connector 189">
              <a:extLst>
                <a:ext uri="{FF2B5EF4-FFF2-40B4-BE49-F238E27FC236}">
                  <a16:creationId xmlns:a16="http://schemas.microsoft.com/office/drawing/2014/main" id="{48674C4A-1922-9EE0-09BF-D45D3368BC40}"/>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91" name="Group 190">
            <a:extLst>
              <a:ext uri="{FF2B5EF4-FFF2-40B4-BE49-F238E27FC236}">
                <a16:creationId xmlns:a16="http://schemas.microsoft.com/office/drawing/2014/main" id="{12E48DFF-92CC-494C-ED62-C3164FA1EB3D}"/>
              </a:ext>
            </a:extLst>
          </p:cNvPr>
          <p:cNvGrpSpPr/>
          <p:nvPr/>
        </p:nvGrpSpPr>
        <p:grpSpPr>
          <a:xfrm>
            <a:off x="11353919" y="2251694"/>
            <a:ext cx="721206" cy="609701"/>
            <a:chOff x="8807250" y="2253334"/>
            <a:chExt cx="721206" cy="609701"/>
          </a:xfrm>
        </p:grpSpPr>
        <p:sp>
          <p:nvSpPr>
            <p:cNvPr id="896" name="Rectangle 895">
              <a:extLst>
                <a:ext uri="{FF2B5EF4-FFF2-40B4-BE49-F238E27FC236}">
                  <a16:creationId xmlns:a16="http://schemas.microsoft.com/office/drawing/2014/main" id="{D6C434C0-21EF-F510-BBFB-BF18A8678999}"/>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897" name="Right Triangle 896">
              <a:extLst>
                <a:ext uri="{FF2B5EF4-FFF2-40B4-BE49-F238E27FC236}">
                  <a16:creationId xmlns:a16="http://schemas.microsoft.com/office/drawing/2014/main" id="{E47BE273-AF54-5518-D1A0-C2DA9875B28B}"/>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8" name="Oval 27">
              <a:extLst>
                <a:ext uri="{FF2B5EF4-FFF2-40B4-BE49-F238E27FC236}">
                  <a16:creationId xmlns:a16="http://schemas.microsoft.com/office/drawing/2014/main" id="{B6F6CB9A-4D1A-9A49-FE96-C4A0CDC0D36A}"/>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9" name="Oval 28">
              <a:extLst>
                <a:ext uri="{FF2B5EF4-FFF2-40B4-BE49-F238E27FC236}">
                  <a16:creationId xmlns:a16="http://schemas.microsoft.com/office/drawing/2014/main" id="{D804FE70-02C1-78F2-759A-08574E685A15}"/>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0" name="Group 899">
            <a:extLst>
              <a:ext uri="{FF2B5EF4-FFF2-40B4-BE49-F238E27FC236}">
                <a16:creationId xmlns:a16="http://schemas.microsoft.com/office/drawing/2014/main" id="{342D7FEA-B97A-2F11-3CF8-407383AF7153}"/>
              </a:ext>
            </a:extLst>
          </p:cNvPr>
          <p:cNvGrpSpPr/>
          <p:nvPr/>
        </p:nvGrpSpPr>
        <p:grpSpPr>
          <a:xfrm>
            <a:off x="2109092" y="2986575"/>
            <a:ext cx="721206" cy="649846"/>
            <a:chOff x="10506800" y="2974054"/>
            <a:chExt cx="721206" cy="649846"/>
          </a:xfrm>
        </p:grpSpPr>
        <p:sp>
          <p:nvSpPr>
            <p:cNvPr id="901" name="Rectangle 900">
              <a:extLst>
                <a:ext uri="{FF2B5EF4-FFF2-40B4-BE49-F238E27FC236}">
                  <a16:creationId xmlns:a16="http://schemas.microsoft.com/office/drawing/2014/main" id="{2EA4D65F-F677-9B0B-69C6-095FE9E387B8}"/>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902" name="Rectangle 901">
              <a:extLst>
                <a:ext uri="{FF2B5EF4-FFF2-40B4-BE49-F238E27FC236}">
                  <a16:creationId xmlns:a16="http://schemas.microsoft.com/office/drawing/2014/main" id="{5FFE2431-9333-6800-E38C-5719C22331D2}"/>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3" name="Oval 15">
              <a:extLst>
                <a:ext uri="{FF2B5EF4-FFF2-40B4-BE49-F238E27FC236}">
                  <a16:creationId xmlns:a16="http://schemas.microsoft.com/office/drawing/2014/main" id="{C0FE90E6-DFE8-3D03-5EF7-B611290F9B0C}"/>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04" name="Straight Connector 903">
              <a:extLst>
                <a:ext uri="{FF2B5EF4-FFF2-40B4-BE49-F238E27FC236}">
                  <a16:creationId xmlns:a16="http://schemas.microsoft.com/office/drawing/2014/main" id="{09157285-3694-EAC3-12D0-BA773DE4E2B8}"/>
                </a:ext>
              </a:extLst>
            </p:cNvPr>
            <p:cNvCxnSpPr>
              <a:cxnSpLocks/>
              <a:stCxn id="903"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05" name="Straight Connector 904">
              <a:extLst>
                <a:ext uri="{FF2B5EF4-FFF2-40B4-BE49-F238E27FC236}">
                  <a16:creationId xmlns:a16="http://schemas.microsoft.com/office/drawing/2014/main" id="{ACE29D70-9D76-6AEF-9062-9AA96FEAABD2}"/>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06" name="Group 905">
            <a:extLst>
              <a:ext uri="{FF2B5EF4-FFF2-40B4-BE49-F238E27FC236}">
                <a16:creationId xmlns:a16="http://schemas.microsoft.com/office/drawing/2014/main" id="{1547B727-8686-9099-A390-EA514F934AFC}"/>
              </a:ext>
            </a:extLst>
          </p:cNvPr>
          <p:cNvGrpSpPr/>
          <p:nvPr/>
        </p:nvGrpSpPr>
        <p:grpSpPr>
          <a:xfrm>
            <a:off x="4621827" y="2983922"/>
            <a:ext cx="721206" cy="654973"/>
            <a:chOff x="9657606" y="2974054"/>
            <a:chExt cx="721206" cy="654973"/>
          </a:xfrm>
        </p:grpSpPr>
        <p:sp>
          <p:nvSpPr>
            <p:cNvPr id="907" name="Rectangle 906">
              <a:extLst>
                <a:ext uri="{FF2B5EF4-FFF2-40B4-BE49-F238E27FC236}">
                  <a16:creationId xmlns:a16="http://schemas.microsoft.com/office/drawing/2014/main" id="{B93D3C46-5002-53BC-E7D4-C148A22E99D5}"/>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908" name="Rectangle 907">
              <a:extLst>
                <a:ext uri="{FF2B5EF4-FFF2-40B4-BE49-F238E27FC236}">
                  <a16:creationId xmlns:a16="http://schemas.microsoft.com/office/drawing/2014/main" id="{AF7F69A5-66C5-D8D9-FBBA-2611D80FB791}"/>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9" name="Oval 15">
              <a:extLst>
                <a:ext uri="{FF2B5EF4-FFF2-40B4-BE49-F238E27FC236}">
                  <a16:creationId xmlns:a16="http://schemas.microsoft.com/office/drawing/2014/main" id="{490344E6-D112-EA85-46BD-C67B3F811F85}"/>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10" name="Straight Connector 909">
              <a:extLst>
                <a:ext uri="{FF2B5EF4-FFF2-40B4-BE49-F238E27FC236}">
                  <a16:creationId xmlns:a16="http://schemas.microsoft.com/office/drawing/2014/main" id="{6D70975A-4B7C-0C1F-B302-7B9DB3D3B815}"/>
                </a:ext>
              </a:extLst>
            </p:cNvPr>
            <p:cNvCxnSpPr>
              <a:cxnSpLocks/>
              <a:stCxn id="909"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11" name="Straight Connector 910">
              <a:extLst>
                <a:ext uri="{FF2B5EF4-FFF2-40B4-BE49-F238E27FC236}">
                  <a16:creationId xmlns:a16="http://schemas.microsoft.com/office/drawing/2014/main" id="{3CBD2337-9DB0-658F-7AAE-700B8CD672A3}"/>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12" name="Group 911">
            <a:extLst>
              <a:ext uri="{FF2B5EF4-FFF2-40B4-BE49-F238E27FC236}">
                <a16:creationId xmlns:a16="http://schemas.microsoft.com/office/drawing/2014/main" id="{88E72028-6F3A-2C97-A82F-8F0AD3134822}"/>
              </a:ext>
            </a:extLst>
          </p:cNvPr>
          <p:cNvGrpSpPr/>
          <p:nvPr/>
        </p:nvGrpSpPr>
        <p:grpSpPr>
          <a:xfrm>
            <a:off x="11356001" y="2974057"/>
            <a:ext cx="721206" cy="609701"/>
            <a:chOff x="11356001" y="2974057"/>
            <a:chExt cx="721206" cy="609701"/>
          </a:xfrm>
        </p:grpSpPr>
        <p:sp>
          <p:nvSpPr>
            <p:cNvPr id="913" name="Rectangle 912">
              <a:hlinkHover r:id="" action="ppaction://noaction" highlightClick="1"/>
              <a:extLst>
                <a:ext uri="{FF2B5EF4-FFF2-40B4-BE49-F238E27FC236}">
                  <a16:creationId xmlns:a16="http://schemas.microsoft.com/office/drawing/2014/main" id="{00FE6F66-CF27-9FD7-51BB-F7AA15567EB5}"/>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914" name="Oval 913">
              <a:extLst>
                <a:ext uri="{FF2B5EF4-FFF2-40B4-BE49-F238E27FC236}">
                  <a16:creationId xmlns:a16="http://schemas.microsoft.com/office/drawing/2014/main" id="{B79DEF90-BEAC-A1D7-FDF4-90660C8472B1}"/>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5" name="Isosceles Triangle 648">
              <a:extLst>
                <a:ext uri="{FF2B5EF4-FFF2-40B4-BE49-F238E27FC236}">
                  <a16:creationId xmlns:a16="http://schemas.microsoft.com/office/drawing/2014/main" id="{446F7475-F4A2-B5A8-81E4-1349E5928136}"/>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6" name="Group 915">
            <a:extLst>
              <a:ext uri="{FF2B5EF4-FFF2-40B4-BE49-F238E27FC236}">
                <a16:creationId xmlns:a16="http://schemas.microsoft.com/office/drawing/2014/main" id="{D7101B2D-7114-B42E-65E5-81A903A08880}"/>
              </a:ext>
            </a:extLst>
          </p:cNvPr>
          <p:cNvGrpSpPr/>
          <p:nvPr/>
        </p:nvGrpSpPr>
        <p:grpSpPr>
          <a:xfrm>
            <a:off x="10506616" y="2984633"/>
            <a:ext cx="721220" cy="609701"/>
            <a:chOff x="9656903" y="2253333"/>
            <a:chExt cx="721220" cy="609701"/>
          </a:xfrm>
        </p:grpSpPr>
        <p:sp>
          <p:nvSpPr>
            <p:cNvPr id="917" name="Rectangle 916">
              <a:hlinkHover r:id="" action="ppaction://noaction" highlightClick="1"/>
              <a:extLst>
                <a:ext uri="{FF2B5EF4-FFF2-40B4-BE49-F238E27FC236}">
                  <a16:creationId xmlns:a16="http://schemas.microsoft.com/office/drawing/2014/main" id="{96B8FB6C-BB35-5567-F15C-493E852E96FF}"/>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918" name="Rectangle 917">
              <a:extLst>
                <a:ext uri="{FF2B5EF4-FFF2-40B4-BE49-F238E27FC236}">
                  <a16:creationId xmlns:a16="http://schemas.microsoft.com/office/drawing/2014/main" id="{50D89F88-3507-5A17-B617-986B26519136}"/>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9" name="Oval 15">
              <a:extLst>
                <a:ext uri="{FF2B5EF4-FFF2-40B4-BE49-F238E27FC236}">
                  <a16:creationId xmlns:a16="http://schemas.microsoft.com/office/drawing/2014/main" id="{03F00273-E39E-EE74-97F0-9544F4AC084F}"/>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0" name="Straight Connector 919">
              <a:extLst>
                <a:ext uri="{FF2B5EF4-FFF2-40B4-BE49-F238E27FC236}">
                  <a16:creationId xmlns:a16="http://schemas.microsoft.com/office/drawing/2014/main" id="{7BC83A59-5A28-A98E-CFEC-069E4EB1B35F}"/>
                </a:ext>
              </a:extLst>
            </p:cNvPr>
            <p:cNvCxnSpPr>
              <a:cxnSpLocks/>
              <a:stCxn id="91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21" name="Straight Connector 920">
              <a:extLst>
                <a:ext uri="{FF2B5EF4-FFF2-40B4-BE49-F238E27FC236}">
                  <a16:creationId xmlns:a16="http://schemas.microsoft.com/office/drawing/2014/main" id="{C1F6F4C3-9D29-3755-B8F1-3E5F1A3CC349}"/>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pic>
        <p:nvPicPr>
          <p:cNvPr id="2" name="Picture 1">
            <a:hlinkClick r:id="rId16" action="ppaction://hlinksldjump"/>
            <a:extLst>
              <a:ext uri="{FF2B5EF4-FFF2-40B4-BE49-F238E27FC236}">
                <a16:creationId xmlns:a16="http://schemas.microsoft.com/office/drawing/2014/main" id="{ACDFF49F-F1BB-7DB7-E4F2-35F014A72AB4}"/>
              </a:ext>
            </a:extLst>
          </p:cNvPr>
          <p:cNvPicPr>
            <a:picLocks noChangeAspect="1"/>
          </p:cNvPicPr>
          <p:nvPr/>
        </p:nvPicPr>
        <p:blipFill>
          <a:blip r:embed="rId17"/>
          <a:stretch>
            <a:fillRect/>
          </a:stretch>
        </p:blipFill>
        <p:spPr>
          <a:xfrm>
            <a:off x="0" y="0"/>
            <a:ext cx="211626" cy="6858000"/>
          </a:xfrm>
          <a:prstGeom prst="rect">
            <a:avLst/>
          </a:prstGeom>
        </p:spPr>
      </p:pic>
      <p:sp>
        <p:nvSpPr>
          <p:cNvPr id="3" name="Rectangle 2">
            <a:hlinkHover r:id="rId18" action="ppaction://hlinksldjump"/>
            <a:extLst>
              <a:ext uri="{FF2B5EF4-FFF2-40B4-BE49-F238E27FC236}">
                <a16:creationId xmlns:a16="http://schemas.microsoft.com/office/drawing/2014/main" id="{184CAE05-BA34-98F0-C3B6-1F5E499A3643}"/>
              </a:ext>
            </a:extLst>
          </p:cNvPr>
          <p:cNvSpPr/>
          <p:nvPr/>
        </p:nvSpPr>
        <p:spPr>
          <a:xfrm>
            <a:off x="8841666" y="6284246"/>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grpSp>
        <p:nvGrpSpPr>
          <p:cNvPr id="4" name="Group 3">
            <a:extLst>
              <a:ext uri="{FF2B5EF4-FFF2-40B4-BE49-F238E27FC236}">
                <a16:creationId xmlns:a16="http://schemas.microsoft.com/office/drawing/2014/main" id="{70BEE207-2E0A-4878-B46E-2CC18D99A4B5}"/>
              </a:ext>
            </a:extLst>
          </p:cNvPr>
          <p:cNvGrpSpPr/>
          <p:nvPr/>
        </p:nvGrpSpPr>
        <p:grpSpPr>
          <a:xfrm>
            <a:off x="9652491" y="2986436"/>
            <a:ext cx="721206" cy="609701"/>
            <a:chOff x="9657972" y="90836"/>
            <a:chExt cx="721206" cy="609701"/>
          </a:xfrm>
        </p:grpSpPr>
        <p:sp>
          <p:nvSpPr>
            <p:cNvPr id="5" name="Rectangle 4">
              <a:hlinkHover r:id="" action="ppaction://noaction" highlightClick="1"/>
              <a:extLst>
                <a:ext uri="{FF2B5EF4-FFF2-40B4-BE49-F238E27FC236}">
                  <a16:creationId xmlns:a16="http://schemas.microsoft.com/office/drawing/2014/main" id="{D6463B4C-4867-AA42-A74C-10809652E887}"/>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6" name="Diamond 5">
              <a:extLst>
                <a:ext uri="{FF2B5EF4-FFF2-40B4-BE49-F238E27FC236}">
                  <a16:creationId xmlns:a16="http://schemas.microsoft.com/office/drawing/2014/main" id="{FEEEBD64-A34A-AC3F-C9EF-DFBDEC3B0ADA}"/>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 name="Oval 6">
              <a:extLst>
                <a:ext uri="{FF2B5EF4-FFF2-40B4-BE49-F238E27FC236}">
                  <a16:creationId xmlns:a16="http://schemas.microsoft.com/office/drawing/2014/main" id="{1D49AC65-0B53-2CD5-AF48-0E417B6394E2}"/>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90512319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0353" y="173237"/>
            <a:ext cx="5835146"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Enterprise Mobility and Security E5</a:t>
            </a:r>
          </a:p>
        </p:txBody>
      </p:sp>
      <p:grpSp>
        <p:nvGrpSpPr>
          <p:cNvPr id="939" name="Group 938">
            <a:extLst>
              <a:ext uri="{FF2B5EF4-FFF2-40B4-BE49-F238E27FC236}">
                <a16:creationId xmlns:a16="http://schemas.microsoft.com/office/drawing/2014/main" id="{B266D873-C605-82B9-3B9D-E22932F6DAD0}"/>
              </a:ext>
            </a:extLst>
          </p:cNvPr>
          <p:cNvGrpSpPr/>
          <p:nvPr/>
        </p:nvGrpSpPr>
        <p:grpSpPr>
          <a:xfrm>
            <a:off x="8889741" y="-10444"/>
            <a:ext cx="754117" cy="803729"/>
            <a:chOff x="9401324" y="101482"/>
            <a:chExt cx="754117" cy="803729"/>
          </a:xfrm>
        </p:grpSpPr>
        <p:pic>
          <p:nvPicPr>
            <p:cNvPr id="940" name="Graphic 939" descr="Back with solid fill">
              <a:hlinkClick r:id="" action="ppaction://hlinkshowjump?jump=lastslideviewed"/>
              <a:extLst>
                <a:ext uri="{FF2B5EF4-FFF2-40B4-BE49-F238E27FC236}">
                  <a16:creationId xmlns:a16="http://schemas.microsoft.com/office/drawing/2014/main" id="{3C2F149F-3742-F114-C9CC-E980095C274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07970" y="101482"/>
              <a:ext cx="740824" cy="740824"/>
            </a:xfrm>
            <a:prstGeom prst="rect">
              <a:avLst/>
            </a:prstGeom>
          </p:spPr>
        </p:pic>
        <p:sp>
          <p:nvSpPr>
            <p:cNvPr id="941" name="TextBox 940">
              <a:extLst>
                <a:ext uri="{FF2B5EF4-FFF2-40B4-BE49-F238E27FC236}">
                  <a16:creationId xmlns:a16="http://schemas.microsoft.com/office/drawing/2014/main" id="{CED63370-4A74-B6A7-C784-08781CB9D9DD}"/>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grpSp>
        <p:nvGrpSpPr>
          <p:cNvPr id="942" name="Group 941">
            <a:extLst>
              <a:ext uri="{FF2B5EF4-FFF2-40B4-BE49-F238E27FC236}">
                <a16:creationId xmlns:a16="http://schemas.microsoft.com/office/drawing/2014/main" id="{28D62A81-59CE-02AE-8395-40DC16EC39F4}"/>
              </a:ext>
            </a:extLst>
          </p:cNvPr>
          <p:cNvGrpSpPr/>
          <p:nvPr/>
        </p:nvGrpSpPr>
        <p:grpSpPr>
          <a:xfrm>
            <a:off x="3779655" y="811556"/>
            <a:ext cx="721206" cy="609701"/>
            <a:chOff x="3779655" y="811556"/>
            <a:chExt cx="721206" cy="609701"/>
          </a:xfrm>
        </p:grpSpPr>
        <p:sp>
          <p:nvSpPr>
            <p:cNvPr id="943" name="Rectangle 942">
              <a:extLst>
                <a:ext uri="{FF2B5EF4-FFF2-40B4-BE49-F238E27FC236}">
                  <a16:creationId xmlns:a16="http://schemas.microsoft.com/office/drawing/2014/main" id="{0F27F9CE-79FE-8A27-43BC-BD96B87E3885}"/>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944" name="Rectangle 943">
              <a:extLst>
                <a:ext uri="{FF2B5EF4-FFF2-40B4-BE49-F238E27FC236}">
                  <a16:creationId xmlns:a16="http://schemas.microsoft.com/office/drawing/2014/main" id="{CEC1D95C-301E-402D-EB46-41000DDE80EA}"/>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5" name="Oval 15">
              <a:extLst>
                <a:ext uri="{FF2B5EF4-FFF2-40B4-BE49-F238E27FC236}">
                  <a16:creationId xmlns:a16="http://schemas.microsoft.com/office/drawing/2014/main" id="{0E3AEE17-E255-499E-08F8-793D2F706FCB}"/>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46" name="Straight Connector 945">
              <a:extLst>
                <a:ext uri="{FF2B5EF4-FFF2-40B4-BE49-F238E27FC236}">
                  <a16:creationId xmlns:a16="http://schemas.microsoft.com/office/drawing/2014/main" id="{4392E716-5B93-EB4F-ED3F-CF2D72AFE52A}"/>
                </a:ext>
              </a:extLst>
            </p:cNvPr>
            <p:cNvCxnSpPr>
              <a:cxnSpLocks/>
              <a:stCxn id="945"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47" name="Straight Connector 946">
              <a:extLst>
                <a:ext uri="{FF2B5EF4-FFF2-40B4-BE49-F238E27FC236}">
                  <a16:creationId xmlns:a16="http://schemas.microsoft.com/office/drawing/2014/main" id="{D4272F1A-11F0-81CE-0BC1-E5EF592E1B19}"/>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8" name="Group 947">
            <a:extLst>
              <a:ext uri="{FF2B5EF4-FFF2-40B4-BE49-F238E27FC236}">
                <a16:creationId xmlns:a16="http://schemas.microsoft.com/office/drawing/2014/main" id="{617B9F80-3806-7AEF-82E5-51DCA5379626}"/>
              </a:ext>
            </a:extLst>
          </p:cNvPr>
          <p:cNvGrpSpPr/>
          <p:nvPr/>
        </p:nvGrpSpPr>
        <p:grpSpPr>
          <a:xfrm>
            <a:off x="7959195" y="3698231"/>
            <a:ext cx="721206" cy="609701"/>
            <a:chOff x="7959195" y="3698231"/>
            <a:chExt cx="721206" cy="609701"/>
          </a:xfrm>
        </p:grpSpPr>
        <p:sp>
          <p:nvSpPr>
            <p:cNvPr id="949" name="Rectangle 948">
              <a:hlinkHover r:id="" action="ppaction://noaction" highlightClick="1"/>
              <a:extLst>
                <a:ext uri="{FF2B5EF4-FFF2-40B4-BE49-F238E27FC236}">
                  <a16:creationId xmlns:a16="http://schemas.microsoft.com/office/drawing/2014/main" id="{338F15CA-6BF2-6F56-4A25-AC9EE95518AC}"/>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950" name="Oval 949">
              <a:extLst>
                <a:ext uri="{FF2B5EF4-FFF2-40B4-BE49-F238E27FC236}">
                  <a16:creationId xmlns:a16="http://schemas.microsoft.com/office/drawing/2014/main" id="{C0011919-071D-24F9-E4C8-64A3CB815BF7}"/>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1" name="Isosceles Triangle 648">
              <a:extLst>
                <a:ext uri="{FF2B5EF4-FFF2-40B4-BE49-F238E27FC236}">
                  <a16:creationId xmlns:a16="http://schemas.microsoft.com/office/drawing/2014/main" id="{041CB82B-0B4A-AB78-284C-907211533BB3}"/>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8" name="Group 957">
            <a:extLst>
              <a:ext uri="{FF2B5EF4-FFF2-40B4-BE49-F238E27FC236}">
                <a16:creationId xmlns:a16="http://schemas.microsoft.com/office/drawing/2014/main" id="{359698FF-D8AF-B025-5C3E-782D5A2BA5EC}"/>
              </a:ext>
            </a:extLst>
          </p:cNvPr>
          <p:cNvGrpSpPr/>
          <p:nvPr/>
        </p:nvGrpSpPr>
        <p:grpSpPr>
          <a:xfrm>
            <a:off x="5448056" y="1532276"/>
            <a:ext cx="721206" cy="609701"/>
            <a:chOff x="5448056" y="1532276"/>
            <a:chExt cx="721206" cy="609701"/>
          </a:xfrm>
        </p:grpSpPr>
        <p:sp>
          <p:nvSpPr>
            <p:cNvPr id="959" name="Rectangle 958">
              <a:extLst>
                <a:ext uri="{FF2B5EF4-FFF2-40B4-BE49-F238E27FC236}">
                  <a16:creationId xmlns:a16="http://schemas.microsoft.com/office/drawing/2014/main" id="{59769BA7-F127-4935-2C8E-458E46A582E8}"/>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960" name="Rectangle 959">
              <a:extLst>
                <a:ext uri="{FF2B5EF4-FFF2-40B4-BE49-F238E27FC236}">
                  <a16:creationId xmlns:a16="http://schemas.microsoft.com/office/drawing/2014/main" id="{71709CCA-8922-C4A7-B23C-671D3631BA44}"/>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1" name="Oval 15">
              <a:extLst>
                <a:ext uri="{FF2B5EF4-FFF2-40B4-BE49-F238E27FC236}">
                  <a16:creationId xmlns:a16="http://schemas.microsoft.com/office/drawing/2014/main" id="{0519DFBF-7640-5DB9-2515-E5488C8D7D61}"/>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62" name="Straight Connector 961">
              <a:extLst>
                <a:ext uri="{FF2B5EF4-FFF2-40B4-BE49-F238E27FC236}">
                  <a16:creationId xmlns:a16="http://schemas.microsoft.com/office/drawing/2014/main" id="{BB805BE9-4486-1322-6E46-E485E073AA22}"/>
                </a:ext>
              </a:extLst>
            </p:cNvPr>
            <p:cNvCxnSpPr>
              <a:cxnSpLocks/>
              <a:stCxn id="961"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63" name="Straight Connector 962">
              <a:extLst>
                <a:ext uri="{FF2B5EF4-FFF2-40B4-BE49-F238E27FC236}">
                  <a16:creationId xmlns:a16="http://schemas.microsoft.com/office/drawing/2014/main" id="{3B760DDF-8545-53C8-34B4-19FC35958915}"/>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64" name="Group 963">
            <a:extLst>
              <a:ext uri="{FF2B5EF4-FFF2-40B4-BE49-F238E27FC236}">
                <a16:creationId xmlns:a16="http://schemas.microsoft.com/office/drawing/2014/main" id="{81AF4602-1DA0-F79E-D7C2-8038CB1C50E4}"/>
              </a:ext>
            </a:extLst>
          </p:cNvPr>
          <p:cNvGrpSpPr/>
          <p:nvPr/>
        </p:nvGrpSpPr>
        <p:grpSpPr>
          <a:xfrm>
            <a:off x="6284565" y="1532276"/>
            <a:ext cx="721206" cy="609701"/>
            <a:chOff x="6284565" y="1532276"/>
            <a:chExt cx="721206" cy="609701"/>
          </a:xfrm>
        </p:grpSpPr>
        <p:sp>
          <p:nvSpPr>
            <p:cNvPr id="965" name="Rectangle 964">
              <a:extLst>
                <a:ext uri="{FF2B5EF4-FFF2-40B4-BE49-F238E27FC236}">
                  <a16:creationId xmlns:a16="http://schemas.microsoft.com/office/drawing/2014/main" id="{FD293374-2610-C53B-657A-D319316AE817}"/>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966" name="Rectangle 965">
              <a:extLst>
                <a:ext uri="{FF2B5EF4-FFF2-40B4-BE49-F238E27FC236}">
                  <a16:creationId xmlns:a16="http://schemas.microsoft.com/office/drawing/2014/main" id="{61AE70C9-7929-8D3A-94B9-E05698366847}"/>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7" name="Oval 15">
              <a:extLst>
                <a:ext uri="{FF2B5EF4-FFF2-40B4-BE49-F238E27FC236}">
                  <a16:creationId xmlns:a16="http://schemas.microsoft.com/office/drawing/2014/main" id="{4C6DF00E-041E-37AC-B3E7-55F18C3A6E76}"/>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68" name="Straight Connector 967">
              <a:extLst>
                <a:ext uri="{FF2B5EF4-FFF2-40B4-BE49-F238E27FC236}">
                  <a16:creationId xmlns:a16="http://schemas.microsoft.com/office/drawing/2014/main" id="{E60E8F2C-F7F3-11DD-8610-307CE51C19EF}"/>
                </a:ext>
              </a:extLst>
            </p:cNvPr>
            <p:cNvCxnSpPr>
              <a:cxnSpLocks/>
              <a:stCxn id="967"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69" name="Straight Connector 968">
              <a:extLst>
                <a:ext uri="{FF2B5EF4-FFF2-40B4-BE49-F238E27FC236}">
                  <a16:creationId xmlns:a16="http://schemas.microsoft.com/office/drawing/2014/main" id="{0A86779B-0F52-E022-7265-0FB626A8A0FB}"/>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70" name="Group 969">
            <a:extLst>
              <a:ext uri="{FF2B5EF4-FFF2-40B4-BE49-F238E27FC236}">
                <a16:creationId xmlns:a16="http://schemas.microsoft.com/office/drawing/2014/main" id="{C3C670D5-92B8-DA5F-C344-BA33F4CD6D37}"/>
              </a:ext>
            </a:extLst>
          </p:cNvPr>
          <p:cNvGrpSpPr/>
          <p:nvPr/>
        </p:nvGrpSpPr>
        <p:grpSpPr>
          <a:xfrm>
            <a:off x="7121069" y="1532276"/>
            <a:ext cx="721206" cy="609701"/>
            <a:chOff x="7121069" y="1532276"/>
            <a:chExt cx="721206" cy="609701"/>
          </a:xfrm>
        </p:grpSpPr>
        <p:sp>
          <p:nvSpPr>
            <p:cNvPr id="971" name="Rectangle 970">
              <a:extLst>
                <a:ext uri="{FF2B5EF4-FFF2-40B4-BE49-F238E27FC236}">
                  <a16:creationId xmlns:a16="http://schemas.microsoft.com/office/drawing/2014/main" id="{E1340DF8-3FE6-35CF-DE32-362E662220F2}"/>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972" name="Rectangle 971">
              <a:extLst>
                <a:ext uri="{FF2B5EF4-FFF2-40B4-BE49-F238E27FC236}">
                  <a16:creationId xmlns:a16="http://schemas.microsoft.com/office/drawing/2014/main" id="{69E78C2E-904B-EB18-64D5-58555E14054E}"/>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3" name="Oval 15">
              <a:extLst>
                <a:ext uri="{FF2B5EF4-FFF2-40B4-BE49-F238E27FC236}">
                  <a16:creationId xmlns:a16="http://schemas.microsoft.com/office/drawing/2014/main" id="{75E116DE-744C-AFFE-989D-3E4C75F603DA}"/>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74" name="Straight Connector 973">
              <a:extLst>
                <a:ext uri="{FF2B5EF4-FFF2-40B4-BE49-F238E27FC236}">
                  <a16:creationId xmlns:a16="http://schemas.microsoft.com/office/drawing/2014/main" id="{32DE381F-02AB-EE94-9968-84B0656C800E}"/>
                </a:ext>
              </a:extLst>
            </p:cNvPr>
            <p:cNvCxnSpPr>
              <a:cxnSpLocks/>
              <a:stCxn id="973"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75" name="Straight Connector 974">
              <a:extLst>
                <a:ext uri="{FF2B5EF4-FFF2-40B4-BE49-F238E27FC236}">
                  <a16:creationId xmlns:a16="http://schemas.microsoft.com/office/drawing/2014/main" id="{1928A0D5-B882-E845-598A-DCBF212ED38B}"/>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76" name="Group 975">
            <a:extLst>
              <a:ext uri="{FF2B5EF4-FFF2-40B4-BE49-F238E27FC236}">
                <a16:creationId xmlns:a16="http://schemas.microsoft.com/office/drawing/2014/main" id="{442E9F5D-F53F-D381-82CE-3650EBE68DC5}"/>
              </a:ext>
            </a:extLst>
          </p:cNvPr>
          <p:cNvGrpSpPr/>
          <p:nvPr/>
        </p:nvGrpSpPr>
        <p:grpSpPr>
          <a:xfrm>
            <a:off x="3775045" y="1532276"/>
            <a:ext cx="721206" cy="609701"/>
            <a:chOff x="3775045" y="1532276"/>
            <a:chExt cx="721206" cy="609701"/>
          </a:xfrm>
        </p:grpSpPr>
        <p:sp>
          <p:nvSpPr>
            <p:cNvPr id="977" name="Rectangle 976">
              <a:extLst>
                <a:ext uri="{FF2B5EF4-FFF2-40B4-BE49-F238E27FC236}">
                  <a16:creationId xmlns:a16="http://schemas.microsoft.com/office/drawing/2014/main" id="{5238796C-E26E-87A6-6675-E4AE10ADB582}"/>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978" name="Right Triangle 977">
              <a:extLst>
                <a:ext uri="{FF2B5EF4-FFF2-40B4-BE49-F238E27FC236}">
                  <a16:creationId xmlns:a16="http://schemas.microsoft.com/office/drawing/2014/main" id="{8CC2B776-DD20-6398-B9A1-AD4548A06514}"/>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79" name="Group 978">
              <a:extLst>
                <a:ext uri="{FF2B5EF4-FFF2-40B4-BE49-F238E27FC236}">
                  <a16:creationId xmlns:a16="http://schemas.microsoft.com/office/drawing/2014/main" id="{7CB1E347-86B8-A560-C919-CE299B9F0D8C}"/>
                </a:ext>
              </a:extLst>
            </p:cNvPr>
            <p:cNvGrpSpPr/>
            <p:nvPr/>
          </p:nvGrpSpPr>
          <p:grpSpPr>
            <a:xfrm>
              <a:off x="4440495" y="1542936"/>
              <a:ext cx="37817" cy="61390"/>
              <a:chOff x="3883481" y="2057400"/>
              <a:chExt cx="1608363" cy="2652031"/>
            </a:xfrm>
            <a:solidFill>
              <a:srgbClr val="A6A6A6">
                <a:alpha val="20000"/>
              </a:srgbClr>
            </a:solidFill>
          </p:grpSpPr>
          <p:sp>
            <p:nvSpPr>
              <p:cNvPr id="980" name="Oval 27">
                <a:extLst>
                  <a:ext uri="{FF2B5EF4-FFF2-40B4-BE49-F238E27FC236}">
                    <a16:creationId xmlns:a16="http://schemas.microsoft.com/office/drawing/2014/main" id="{97DA94EF-C473-8D22-758B-7DEC09171C5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1" name="Oval 28">
                <a:extLst>
                  <a:ext uri="{FF2B5EF4-FFF2-40B4-BE49-F238E27FC236}">
                    <a16:creationId xmlns:a16="http://schemas.microsoft.com/office/drawing/2014/main" id="{AD9B5DBC-081F-8F6B-64C3-2CA8BE8D9A1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82" name="Group 981">
            <a:extLst>
              <a:ext uri="{FF2B5EF4-FFF2-40B4-BE49-F238E27FC236}">
                <a16:creationId xmlns:a16="http://schemas.microsoft.com/office/drawing/2014/main" id="{E1398D61-DB8B-EFBB-62DC-EC7F353D4E89}"/>
              </a:ext>
            </a:extLst>
          </p:cNvPr>
          <p:cNvGrpSpPr/>
          <p:nvPr/>
        </p:nvGrpSpPr>
        <p:grpSpPr>
          <a:xfrm>
            <a:off x="4611552" y="1532276"/>
            <a:ext cx="721206" cy="609701"/>
            <a:chOff x="4611552" y="1532276"/>
            <a:chExt cx="721206" cy="609701"/>
          </a:xfrm>
        </p:grpSpPr>
        <p:sp>
          <p:nvSpPr>
            <p:cNvPr id="983" name="Rectangle 982">
              <a:extLst>
                <a:ext uri="{FF2B5EF4-FFF2-40B4-BE49-F238E27FC236}">
                  <a16:creationId xmlns:a16="http://schemas.microsoft.com/office/drawing/2014/main" id="{1B6B6613-176A-4C75-0586-CF0967680CE1}"/>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984" name="Right Triangle 983">
              <a:extLst>
                <a:ext uri="{FF2B5EF4-FFF2-40B4-BE49-F238E27FC236}">
                  <a16:creationId xmlns:a16="http://schemas.microsoft.com/office/drawing/2014/main" id="{41079E5B-2278-AE81-4056-E5C911D184FC}"/>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85" name="Group 984">
              <a:extLst>
                <a:ext uri="{FF2B5EF4-FFF2-40B4-BE49-F238E27FC236}">
                  <a16:creationId xmlns:a16="http://schemas.microsoft.com/office/drawing/2014/main" id="{05765DE0-1F90-1EFA-875F-4BDDC26EB55D}"/>
                </a:ext>
              </a:extLst>
            </p:cNvPr>
            <p:cNvGrpSpPr/>
            <p:nvPr/>
          </p:nvGrpSpPr>
          <p:grpSpPr>
            <a:xfrm>
              <a:off x="5276135" y="1542936"/>
              <a:ext cx="37817" cy="61390"/>
              <a:chOff x="3883481" y="2057400"/>
              <a:chExt cx="1608363" cy="2652031"/>
            </a:xfrm>
            <a:solidFill>
              <a:srgbClr val="A6A6A6">
                <a:alpha val="20000"/>
              </a:srgbClr>
            </a:solidFill>
          </p:grpSpPr>
          <p:sp>
            <p:nvSpPr>
              <p:cNvPr id="986" name="Oval 27">
                <a:extLst>
                  <a:ext uri="{FF2B5EF4-FFF2-40B4-BE49-F238E27FC236}">
                    <a16:creationId xmlns:a16="http://schemas.microsoft.com/office/drawing/2014/main" id="{1FAC2D3C-5968-379C-6CAE-AB0FA2F4F5A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7" name="Oval 28">
                <a:extLst>
                  <a:ext uri="{FF2B5EF4-FFF2-40B4-BE49-F238E27FC236}">
                    <a16:creationId xmlns:a16="http://schemas.microsoft.com/office/drawing/2014/main" id="{35453EBD-D9B6-2A11-EC3C-50F37CBD90B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88" name="Group 987">
            <a:extLst>
              <a:ext uri="{FF2B5EF4-FFF2-40B4-BE49-F238E27FC236}">
                <a16:creationId xmlns:a16="http://schemas.microsoft.com/office/drawing/2014/main" id="{94FDEA3D-7A0D-BAFF-EFD0-7FB21115465D}"/>
              </a:ext>
            </a:extLst>
          </p:cNvPr>
          <p:cNvGrpSpPr/>
          <p:nvPr/>
        </p:nvGrpSpPr>
        <p:grpSpPr>
          <a:xfrm>
            <a:off x="2938537" y="1532271"/>
            <a:ext cx="721206" cy="610042"/>
            <a:chOff x="2938537" y="1532271"/>
            <a:chExt cx="721206" cy="610042"/>
          </a:xfrm>
        </p:grpSpPr>
        <p:sp>
          <p:nvSpPr>
            <p:cNvPr id="989" name="Rectangle 988">
              <a:extLst>
                <a:ext uri="{FF2B5EF4-FFF2-40B4-BE49-F238E27FC236}">
                  <a16:creationId xmlns:a16="http://schemas.microsoft.com/office/drawing/2014/main" id="{96153504-9D6C-EF3D-6A3A-9B3191378458}"/>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990" name="Right Triangle 989">
              <a:extLst>
                <a:ext uri="{FF2B5EF4-FFF2-40B4-BE49-F238E27FC236}">
                  <a16:creationId xmlns:a16="http://schemas.microsoft.com/office/drawing/2014/main" id="{FE0E7AC3-1621-8871-DF18-0C6D560C519B}"/>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1" name="Oval 27">
              <a:extLst>
                <a:ext uri="{FF2B5EF4-FFF2-40B4-BE49-F238E27FC236}">
                  <a16:creationId xmlns:a16="http://schemas.microsoft.com/office/drawing/2014/main" id="{CE42E521-FCD5-7C26-1595-1B23AD441FE9}"/>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2" name="Oval 28">
              <a:extLst>
                <a:ext uri="{FF2B5EF4-FFF2-40B4-BE49-F238E27FC236}">
                  <a16:creationId xmlns:a16="http://schemas.microsoft.com/office/drawing/2014/main" id="{81C73984-C7CA-3E9B-DD37-29CE83F422AB}"/>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04" name="Group 1003">
            <a:extLst>
              <a:ext uri="{FF2B5EF4-FFF2-40B4-BE49-F238E27FC236}">
                <a16:creationId xmlns:a16="http://schemas.microsoft.com/office/drawing/2014/main" id="{96A8FEB6-05BC-865C-12DD-302E5008A3DD}"/>
              </a:ext>
            </a:extLst>
          </p:cNvPr>
          <p:cNvGrpSpPr/>
          <p:nvPr/>
        </p:nvGrpSpPr>
        <p:grpSpPr>
          <a:xfrm>
            <a:off x="7959200" y="2974054"/>
            <a:ext cx="721206" cy="609701"/>
            <a:chOff x="7959200" y="2974054"/>
            <a:chExt cx="721206" cy="609701"/>
          </a:xfrm>
        </p:grpSpPr>
        <p:sp>
          <p:nvSpPr>
            <p:cNvPr id="1005" name="Rectangle 1004">
              <a:hlinkHover r:id="" action="ppaction://noaction" highlightClick="1"/>
              <a:extLst>
                <a:ext uri="{FF2B5EF4-FFF2-40B4-BE49-F238E27FC236}">
                  <a16:creationId xmlns:a16="http://schemas.microsoft.com/office/drawing/2014/main" id="{B97CAB9D-0F17-8526-7BE3-583954819526}"/>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1006" name="Diamond 1005">
              <a:extLst>
                <a:ext uri="{FF2B5EF4-FFF2-40B4-BE49-F238E27FC236}">
                  <a16:creationId xmlns:a16="http://schemas.microsoft.com/office/drawing/2014/main" id="{3A050624-0799-3FE5-CB0E-8A4912A3E1A2}"/>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07" name="Oval 1006">
              <a:extLst>
                <a:ext uri="{FF2B5EF4-FFF2-40B4-BE49-F238E27FC236}">
                  <a16:creationId xmlns:a16="http://schemas.microsoft.com/office/drawing/2014/main" id="{76AAD0AE-9D88-6E1E-4643-67E6424245AC}"/>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08" name="Group 1007">
            <a:extLst>
              <a:ext uri="{FF2B5EF4-FFF2-40B4-BE49-F238E27FC236}">
                <a16:creationId xmlns:a16="http://schemas.microsoft.com/office/drawing/2014/main" id="{4DC3A5E1-87A7-9CEB-51D7-F32590448D12}"/>
              </a:ext>
            </a:extLst>
          </p:cNvPr>
          <p:cNvGrpSpPr/>
          <p:nvPr/>
        </p:nvGrpSpPr>
        <p:grpSpPr>
          <a:xfrm>
            <a:off x="8795244" y="2974054"/>
            <a:ext cx="721206" cy="609701"/>
            <a:chOff x="8795244" y="2974054"/>
            <a:chExt cx="721206" cy="609701"/>
          </a:xfrm>
        </p:grpSpPr>
        <p:sp>
          <p:nvSpPr>
            <p:cNvPr id="1009" name="Rectangle 1008">
              <a:hlinkHover r:id="" action="ppaction://noaction" highlightClick="1"/>
              <a:extLst>
                <a:ext uri="{FF2B5EF4-FFF2-40B4-BE49-F238E27FC236}">
                  <a16:creationId xmlns:a16="http://schemas.microsoft.com/office/drawing/2014/main" id="{3D045FFE-F371-F896-FB00-5BC0078B2DAB}"/>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1010" name="Diamond 1009">
              <a:extLst>
                <a:ext uri="{FF2B5EF4-FFF2-40B4-BE49-F238E27FC236}">
                  <a16:creationId xmlns:a16="http://schemas.microsoft.com/office/drawing/2014/main" id="{BD2D66D3-C751-AB0E-67D9-9FB7DF42D806}"/>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1" name="Oval 1010">
              <a:extLst>
                <a:ext uri="{FF2B5EF4-FFF2-40B4-BE49-F238E27FC236}">
                  <a16:creationId xmlns:a16="http://schemas.microsoft.com/office/drawing/2014/main" id="{85E2C9FB-D448-3BA7-B5A8-9E8FC1D4250F}"/>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18" name="Group 1017">
            <a:extLst>
              <a:ext uri="{FF2B5EF4-FFF2-40B4-BE49-F238E27FC236}">
                <a16:creationId xmlns:a16="http://schemas.microsoft.com/office/drawing/2014/main" id="{CC5F84BA-E621-59B8-FD47-5C2A27E3E5A8}"/>
              </a:ext>
            </a:extLst>
          </p:cNvPr>
          <p:cNvGrpSpPr/>
          <p:nvPr/>
        </p:nvGrpSpPr>
        <p:grpSpPr>
          <a:xfrm>
            <a:off x="5442073" y="811556"/>
            <a:ext cx="728239" cy="609701"/>
            <a:chOff x="5442073" y="811556"/>
            <a:chExt cx="728239" cy="609701"/>
          </a:xfrm>
        </p:grpSpPr>
        <p:sp>
          <p:nvSpPr>
            <p:cNvPr id="1019" name="Rectangle 1018">
              <a:extLst>
                <a:ext uri="{FF2B5EF4-FFF2-40B4-BE49-F238E27FC236}">
                  <a16:creationId xmlns:a16="http://schemas.microsoft.com/office/drawing/2014/main" id="{A7320DF1-17AA-54A3-6A59-CC22015C7EE3}"/>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1020" name="Rectangle 1019">
              <a:extLst>
                <a:ext uri="{FF2B5EF4-FFF2-40B4-BE49-F238E27FC236}">
                  <a16:creationId xmlns:a16="http://schemas.microsoft.com/office/drawing/2014/main" id="{DE5FED21-B20B-8B93-2183-FEFC938FDE85}"/>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1" name="Oval 15">
              <a:extLst>
                <a:ext uri="{FF2B5EF4-FFF2-40B4-BE49-F238E27FC236}">
                  <a16:creationId xmlns:a16="http://schemas.microsoft.com/office/drawing/2014/main" id="{3DB21069-58DE-8EF3-BCC6-B2D4EA12FC85}"/>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22" name="Straight Connector 1021">
              <a:extLst>
                <a:ext uri="{FF2B5EF4-FFF2-40B4-BE49-F238E27FC236}">
                  <a16:creationId xmlns:a16="http://schemas.microsoft.com/office/drawing/2014/main" id="{23B4FD8A-687F-C8AE-EF44-4839F00FA8EB}"/>
                </a:ext>
              </a:extLst>
            </p:cNvPr>
            <p:cNvCxnSpPr>
              <a:cxnSpLocks/>
              <a:stCxn id="1021"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23" name="Straight Connector 1022">
              <a:extLst>
                <a:ext uri="{FF2B5EF4-FFF2-40B4-BE49-F238E27FC236}">
                  <a16:creationId xmlns:a16="http://schemas.microsoft.com/office/drawing/2014/main" id="{92B9FB5D-8ABD-B715-4BF2-5EC3A37DA574}"/>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24" name="Group 1023">
            <a:extLst>
              <a:ext uri="{FF2B5EF4-FFF2-40B4-BE49-F238E27FC236}">
                <a16:creationId xmlns:a16="http://schemas.microsoft.com/office/drawing/2014/main" id="{F6321451-4098-E007-CEF9-B43295F5B90B}"/>
              </a:ext>
            </a:extLst>
          </p:cNvPr>
          <p:cNvGrpSpPr/>
          <p:nvPr/>
        </p:nvGrpSpPr>
        <p:grpSpPr>
          <a:xfrm>
            <a:off x="7957576" y="811556"/>
            <a:ext cx="721206" cy="609701"/>
            <a:chOff x="7957576" y="811556"/>
            <a:chExt cx="721206" cy="609701"/>
          </a:xfrm>
        </p:grpSpPr>
        <p:sp>
          <p:nvSpPr>
            <p:cNvPr id="1025" name="Rectangle 1024">
              <a:extLst>
                <a:ext uri="{FF2B5EF4-FFF2-40B4-BE49-F238E27FC236}">
                  <a16:creationId xmlns:a16="http://schemas.microsoft.com/office/drawing/2014/main" id="{0B27B954-D7CD-381E-6875-0BE34706C380}"/>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1026" name="Rectangle 1025">
              <a:extLst>
                <a:ext uri="{FF2B5EF4-FFF2-40B4-BE49-F238E27FC236}">
                  <a16:creationId xmlns:a16="http://schemas.microsoft.com/office/drawing/2014/main" id="{F4848BFA-119E-50FA-2AC4-D8FFCCA59303}"/>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7" name="Oval 15">
              <a:extLst>
                <a:ext uri="{FF2B5EF4-FFF2-40B4-BE49-F238E27FC236}">
                  <a16:creationId xmlns:a16="http://schemas.microsoft.com/office/drawing/2014/main" id="{8BD298C8-8756-278A-4092-F5ED0115114F}"/>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28" name="Straight Connector 1027">
              <a:extLst>
                <a:ext uri="{FF2B5EF4-FFF2-40B4-BE49-F238E27FC236}">
                  <a16:creationId xmlns:a16="http://schemas.microsoft.com/office/drawing/2014/main" id="{BD8B129E-06EA-64D7-F887-A2F471A5D8FD}"/>
                </a:ext>
              </a:extLst>
            </p:cNvPr>
            <p:cNvCxnSpPr>
              <a:cxnSpLocks/>
              <a:stCxn id="1027"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29" name="Straight Connector 1028">
              <a:extLst>
                <a:ext uri="{FF2B5EF4-FFF2-40B4-BE49-F238E27FC236}">
                  <a16:creationId xmlns:a16="http://schemas.microsoft.com/office/drawing/2014/main" id="{757217CF-334F-ED8B-F732-1D491D329F44}"/>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38" name="Group 1037">
            <a:extLst>
              <a:ext uri="{FF2B5EF4-FFF2-40B4-BE49-F238E27FC236}">
                <a16:creationId xmlns:a16="http://schemas.microsoft.com/office/drawing/2014/main" id="{01A87CFA-0BB9-D97F-D868-C45B02D122E2}"/>
              </a:ext>
            </a:extLst>
          </p:cNvPr>
          <p:cNvGrpSpPr/>
          <p:nvPr/>
        </p:nvGrpSpPr>
        <p:grpSpPr>
          <a:xfrm>
            <a:off x="11356242" y="90836"/>
            <a:ext cx="721206" cy="609701"/>
            <a:chOff x="11356242" y="90836"/>
            <a:chExt cx="721206" cy="609701"/>
          </a:xfrm>
        </p:grpSpPr>
        <p:sp>
          <p:nvSpPr>
            <p:cNvPr id="1039" name="Rectangle 1038">
              <a:hlinkHover r:id="" action="ppaction://noaction" highlightClick="1"/>
              <a:extLst>
                <a:ext uri="{FF2B5EF4-FFF2-40B4-BE49-F238E27FC236}">
                  <a16:creationId xmlns:a16="http://schemas.microsoft.com/office/drawing/2014/main" id="{24CFF8E3-E8D1-9E83-E928-BA1F0D32C408}"/>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1040" name="Oval 1039">
              <a:extLst>
                <a:ext uri="{FF2B5EF4-FFF2-40B4-BE49-F238E27FC236}">
                  <a16:creationId xmlns:a16="http://schemas.microsoft.com/office/drawing/2014/main" id="{9F4CCF81-9FBF-4592-013F-F1C116932CB6}"/>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1" name="Isosceles Triangle 648">
              <a:extLst>
                <a:ext uri="{FF2B5EF4-FFF2-40B4-BE49-F238E27FC236}">
                  <a16:creationId xmlns:a16="http://schemas.microsoft.com/office/drawing/2014/main" id="{D592CBA9-2552-C84C-FE28-389BD75D6723}"/>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2" name="Group 1041">
            <a:extLst>
              <a:ext uri="{FF2B5EF4-FFF2-40B4-BE49-F238E27FC236}">
                <a16:creationId xmlns:a16="http://schemas.microsoft.com/office/drawing/2014/main" id="{3054D8FD-DDE0-BD8F-82B4-67ADBC71D2F5}"/>
              </a:ext>
            </a:extLst>
          </p:cNvPr>
          <p:cNvGrpSpPr/>
          <p:nvPr/>
        </p:nvGrpSpPr>
        <p:grpSpPr>
          <a:xfrm>
            <a:off x="11356243" y="3694774"/>
            <a:ext cx="721206" cy="609701"/>
            <a:chOff x="11356243" y="3694774"/>
            <a:chExt cx="721206" cy="609701"/>
          </a:xfrm>
        </p:grpSpPr>
        <p:sp>
          <p:nvSpPr>
            <p:cNvPr id="1043" name="Rectangle 1042">
              <a:hlinkHover r:id="" action="ppaction://noaction" highlightClick="1"/>
              <a:extLst>
                <a:ext uri="{FF2B5EF4-FFF2-40B4-BE49-F238E27FC236}">
                  <a16:creationId xmlns:a16="http://schemas.microsoft.com/office/drawing/2014/main" id="{6077F8E7-4530-476E-3AF4-0C5CBC2647FC}"/>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1044" name="Oval 1043">
              <a:extLst>
                <a:ext uri="{FF2B5EF4-FFF2-40B4-BE49-F238E27FC236}">
                  <a16:creationId xmlns:a16="http://schemas.microsoft.com/office/drawing/2014/main" id="{CCB2E987-7F52-5E50-5DE7-F0A5F0455CB9}"/>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5" name="Isosceles Triangle 648">
              <a:extLst>
                <a:ext uri="{FF2B5EF4-FFF2-40B4-BE49-F238E27FC236}">
                  <a16:creationId xmlns:a16="http://schemas.microsoft.com/office/drawing/2014/main" id="{CC0BDDCB-33A4-2BE2-E321-E0E522151304}"/>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6" name="Group 1045">
            <a:extLst>
              <a:ext uri="{FF2B5EF4-FFF2-40B4-BE49-F238E27FC236}">
                <a16:creationId xmlns:a16="http://schemas.microsoft.com/office/drawing/2014/main" id="{852B3FD1-4162-E227-65E3-D0EA35EDB13C}"/>
              </a:ext>
            </a:extLst>
          </p:cNvPr>
          <p:cNvGrpSpPr/>
          <p:nvPr/>
        </p:nvGrpSpPr>
        <p:grpSpPr>
          <a:xfrm>
            <a:off x="9657691" y="4419624"/>
            <a:ext cx="721206" cy="609701"/>
            <a:chOff x="9657691" y="4419624"/>
            <a:chExt cx="721206" cy="609701"/>
          </a:xfrm>
        </p:grpSpPr>
        <p:sp>
          <p:nvSpPr>
            <p:cNvPr id="1047" name="Rectangle 1046">
              <a:hlinkHover r:id="" action="ppaction://noaction" highlightClick="1"/>
              <a:extLst>
                <a:ext uri="{FF2B5EF4-FFF2-40B4-BE49-F238E27FC236}">
                  <a16:creationId xmlns:a16="http://schemas.microsoft.com/office/drawing/2014/main" id="{01BCD28F-A8F6-21FA-0ACB-2C59C2ADB008}"/>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1048" name="Oval 1047">
              <a:extLst>
                <a:ext uri="{FF2B5EF4-FFF2-40B4-BE49-F238E27FC236}">
                  <a16:creationId xmlns:a16="http://schemas.microsoft.com/office/drawing/2014/main" id="{B2D461A3-D772-A16B-E1C8-60A97E4A7EB8}"/>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9" name="Isosceles Triangle 648">
              <a:extLst>
                <a:ext uri="{FF2B5EF4-FFF2-40B4-BE49-F238E27FC236}">
                  <a16:creationId xmlns:a16="http://schemas.microsoft.com/office/drawing/2014/main" id="{66130CD3-13D2-ACE8-1E35-93D15807D801}"/>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50" name="Group 1049">
            <a:extLst>
              <a:ext uri="{FF2B5EF4-FFF2-40B4-BE49-F238E27FC236}">
                <a16:creationId xmlns:a16="http://schemas.microsoft.com/office/drawing/2014/main" id="{43E45D17-A6E6-1F1F-0533-49287265B151}"/>
              </a:ext>
            </a:extLst>
          </p:cNvPr>
          <p:cNvGrpSpPr/>
          <p:nvPr/>
        </p:nvGrpSpPr>
        <p:grpSpPr>
          <a:xfrm>
            <a:off x="10506968" y="4419620"/>
            <a:ext cx="721206" cy="609701"/>
            <a:chOff x="10506968" y="4419620"/>
            <a:chExt cx="721206" cy="609701"/>
          </a:xfrm>
        </p:grpSpPr>
        <p:sp>
          <p:nvSpPr>
            <p:cNvPr id="1051" name="Rectangle 1050">
              <a:hlinkHover r:id="" action="ppaction://noaction" highlightClick="1"/>
              <a:extLst>
                <a:ext uri="{FF2B5EF4-FFF2-40B4-BE49-F238E27FC236}">
                  <a16:creationId xmlns:a16="http://schemas.microsoft.com/office/drawing/2014/main" id="{E9C07B6A-99D7-8756-37E2-F98298EF019F}"/>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1052" name="Oval 1051">
              <a:extLst>
                <a:ext uri="{FF2B5EF4-FFF2-40B4-BE49-F238E27FC236}">
                  <a16:creationId xmlns:a16="http://schemas.microsoft.com/office/drawing/2014/main" id="{E9BD90FA-9423-A880-29E9-6E61AFE4FF94}"/>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53" name="Isosceles Triangle 648">
              <a:extLst>
                <a:ext uri="{FF2B5EF4-FFF2-40B4-BE49-F238E27FC236}">
                  <a16:creationId xmlns:a16="http://schemas.microsoft.com/office/drawing/2014/main" id="{B61E2893-CCF2-883D-15B7-3898DF4B5B74}"/>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54" name="Group 1053">
            <a:extLst>
              <a:ext uri="{FF2B5EF4-FFF2-40B4-BE49-F238E27FC236}">
                <a16:creationId xmlns:a16="http://schemas.microsoft.com/office/drawing/2014/main" id="{3A63C652-9151-AF76-CC18-F4848074A331}"/>
              </a:ext>
            </a:extLst>
          </p:cNvPr>
          <p:cNvGrpSpPr/>
          <p:nvPr/>
        </p:nvGrpSpPr>
        <p:grpSpPr>
          <a:xfrm>
            <a:off x="11356003" y="4416261"/>
            <a:ext cx="721206" cy="609701"/>
            <a:chOff x="11356003" y="4416261"/>
            <a:chExt cx="721206" cy="609701"/>
          </a:xfrm>
        </p:grpSpPr>
        <p:sp>
          <p:nvSpPr>
            <p:cNvPr id="1055" name="Rectangle 1054">
              <a:hlinkHover r:id="" action="ppaction://noaction" highlightClick="1"/>
              <a:extLst>
                <a:ext uri="{FF2B5EF4-FFF2-40B4-BE49-F238E27FC236}">
                  <a16:creationId xmlns:a16="http://schemas.microsoft.com/office/drawing/2014/main" id="{BCAF2B40-B76A-75FD-268D-BD9059FFF19F}"/>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1056" name="Oval 1055">
              <a:extLst>
                <a:ext uri="{FF2B5EF4-FFF2-40B4-BE49-F238E27FC236}">
                  <a16:creationId xmlns:a16="http://schemas.microsoft.com/office/drawing/2014/main" id="{3C0A1206-345C-FD74-9690-0FD0BFC46C03}"/>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57" name="Isosceles Triangle 648">
              <a:extLst>
                <a:ext uri="{FF2B5EF4-FFF2-40B4-BE49-F238E27FC236}">
                  <a16:creationId xmlns:a16="http://schemas.microsoft.com/office/drawing/2014/main" id="{8A9F9FCC-39E4-056F-0B52-DFF218D367BE}"/>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58" name="Group 1057">
            <a:extLst>
              <a:ext uri="{FF2B5EF4-FFF2-40B4-BE49-F238E27FC236}">
                <a16:creationId xmlns:a16="http://schemas.microsoft.com/office/drawing/2014/main" id="{32E205A3-0868-AE0D-6DCA-E9618AF3FD6E}"/>
              </a:ext>
            </a:extLst>
          </p:cNvPr>
          <p:cNvGrpSpPr/>
          <p:nvPr/>
        </p:nvGrpSpPr>
        <p:grpSpPr>
          <a:xfrm>
            <a:off x="8808526" y="4416261"/>
            <a:ext cx="721206" cy="609701"/>
            <a:chOff x="8808526" y="4416261"/>
            <a:chExt cx="721206" cy="609701"/>
          </a:xfrm>
        </p:grpSpPr>
        <p:sp>
          <p:nvSpPr>
            <p:cNvPr id="1059" name="Rectangle 1058">
              <a:hlinkHover r:id="" action="ppaction://noaction" highlightClick="1"/>
              <a:extLst>
                <a:ext uri="{FF2B5EF4-FFF2-40B4-BE49-F238E27FC236}">
                  <a16:creationId xmlns:a16="http://schemas.microsoft.com/office/drawing/2014/main" id="{D65CD3F7-D4CC-8FEB-E5A8-EAA9B616DF0C}"/>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1060" name="Oval 1059">
              <a:extLst>
                <a:ext uri="{FF2B5EF4-FFF2-40B4-BE49-F238E27FC236}">
                  <a16:creationId xmlns:a16="http://schemas.microsoft.com/office/drawing/2014/main" id="{1810B72D-CED5-1A81-BED4-7038AC7B5B57}"/>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1" name="Isosceles Triangle 648">
              <a:extLst>
                <a:ext uri="{FF2B5EF4-FFF2-40B4-BE49-F238E27FC236}">
                  <a16:creationId xmlns:a16="http://schemas.microsoft.com/office/drawing/2014/main" id="{7B41E0F7-B00D-B720-E465-5360E2A64D00}"/>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62" name="Group 1061">
            <a:extLst>
              <a:ext uri="{FF2B5EF4-FFF2-40B4-BE49-F238E27FC236}">
                <a16:creationId xmlns:a16="http://schemas.microsoft.com/office/drawing/2014/main" id="{CE6F1BA6-BA3A-FF99-822F-84A9BBDFA6F0}"/>
              </a:ext>
            </a:extLst>
          </p:cNvPr>
          <p:cNvGrpSpPr/>
          <p:nvPr/>
        </p:nvGrpSpPr>
        <p:grpSpPr>
          <a:xfrm>
            <a:off x="10509579" y="5141013"/>
            <a:ext cx="721206" cy="609701"/>
            <a:chOff x="10509579" y="5141013"/>
            <a:chExt cx="721206" cy="609701"/>
          </a:xfrm>
        </p:grpSpPr>
        <p:sp>
          <p:nvSpPr>
            <p:cNvPr id="1063" name="Rectangle 1062">
              <a:hlinkHover r:id="" action="ppaction://noaction" highlightClick="1"/>
              <a:extLst>
                <a:ext uri="{FF2B5EF4-FFF2-40B4-BE49-F238E27FC236}">
                  <a16:creationId xmlns:a16="http://schemas.microsoft.com/office/drawing/2014/main" id="{DF2830CB-CE37-B046-F02D-639276F5BD05}"/>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1064" name="Oval 1063">
              <a:extLst>
                <a:ext uri="{FF2B5EF4-FFF2-40B4-BE49-F238E27FC236}">
                  <a16:creationId xmlns:a16="http://schemas.microsoft.com/office/drawing/2014/main" id="{7DB94739-2FB1-B72C-D305-64CA80C8CEAA}"/>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5" name="Isosceles Triangle 648">
              <a:extLst>
                <a:ext uri="{FF2B5EF4-FFF2-40B4-BE49-F238E27FC236}">
                  <a16:creationId xmlns:a16="http://schemas.microsoft.com/office/drawing/2014/main" id="{E05AADC3-4C8B-5AFF-FEC0-158CEE98CE17}"/>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66" name="Group 1065">
            <a:extLst>
              <a:ext uri="{FF2B5EF4-FFF2-40B4-BE49-F238E27FC236}">
                <a16:creationId xmlns:a16="http://schemas.microsoft.com/office/drawing/2014/main" id="{E8132853-411C-D1B2-3975-F080E2E4D39F}"/>
              </a:ext>
            </a:extLst>
          </p:cNvPr>
          <p:cNvGrpSpPr/>
          <p:nvPr/>
        </p:nvGrpSpPr>
        <p:grpSpPr>
          <a:xfrm>
            <a:off x="9651076" y="5143367"/>
            <a:ext cx="721206" cy="609701"/>
            <a:chOff x="9651076" y="5143367"/>
            <a:chExt cx="721206" cy="609701"/>
          </a:xfrm>
        </p:grpSpPr>
        <p:sp>
          <p:nvSpPr>
            <p:cNvPr id="1067" name="Rectangle 1066">
              <a:hlinkHover r:id="" action="ppaction://noaction" highlightClick="1"/>
              <a:extLst>
                <a:ext uri="{FF2B5EF4-FFF2-40B4-BE49-F238E27FC236}">
                  <a16:creationId xmlns:a16="http://schemas.microsoft.com/office/drawing/2014/main" id="{CCB85AB7-04D4-52A0-1C14-8D63A822C0BE}"/>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1068" name="Oval 1067">
              <a:extLst>
                <a:ext uri="{FF2B5EF4-FFF2-40B4-BE49-F238E27FC236}">
                  <a16:creationId xmlns:a16="http://schemas.microsoft.com/office/drawing/2014/main" id="{E2D9042A-9114-A730-57C1-E5C129B18A71}"/>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9" name="Isosceles Triangle 648">
              <a:extLst>
                <a:ext uri="{FF2B5EF4-FFF2-40B4-BE49-F238E27FC236}">
                  <a16:creationId xmlns:a16="http://schemas.microsoft.com/office/drawing/2014/main" id="{FCB5169E-5311-F66D-6065-833F1839BEA7}"/>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70" name="Group 1069">
            <a:extLst>
              <a:ext uri="{FF2B5EF4-FFF2-40B4-BE49-F238E27FC236}">
                <a16:creationId xmlns:a16="http://schemas.microsoft.com/office/drawing/2014/main" id="{F2F3E927-1829-B325-AE72-ED15D1ECE47C}"/>
              </a:ext>
            </a:extLst>
          </p:cNvPr>
          <p:cNvGrpSpPr/>
          <p:nvPr/>
        </p:nvGrpSpPr>
        <p:grpSpPr>
          <a:xfrm>
            <a:off x="9657612" y="3698231"/>
            <a:ext cx="721206" cy="609701"/>
            <a:chOff x="9657612" y="3698231"/>
            <a:chExt cx="721206" cy="609701"/>
          </a:xfrm>
        </p:grpSpPr>
        <p:sp>
          <p:nvSpPr>
            <p:cNvPr id="1071" name="Rectangle 1070">
              <a:hlinkHover r:id="" action="ppaction://noaction" highlightClick="1"/>
              <a:extLst>
                <a:ext uri="{FF2B5EF4-FFF2-40B4-BE49-F238E27FC236}">
                  <a16:creationId xmlns:a16="http://schemas.microsoft.com/office/drawing/2014/main" id="{C9EB354E-A008-080F-8154-8423079E484B}"/>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1072" name="Oval 1071">
              <a:extLst>
                <a:ext uri="{FF2B5EF4-FFF2-40B4-BE49-F238E27FC236}">
                  <a16:creationId xmlns:a16="http://schemas.microsoft.com/office/drawing/2014/main" id="{7F6B075D-C0EC-670A-A119-E3C42F692578}"/>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3" name="Isosceles Triangle 648">
              <a:extLst>
                <a:ext uri="{FF2B5EF4-FFF2-40B4-BE49-F238E27FC236}">
                  <a16:creationId xmlns:a16="http://schemas.microsoft.com/office/drawing/2014/main" id="{3AFCC1C7-B02D-EA7A-8E4C-7799D2C7C136}"/>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74" name="Group 1073">
            <a:extLst>
              <a:ext uri="{FF2B5EF4-FFF2-40B4-BE49-F238E27FC236}">
                <a16:creationId xmlns:a16="http://schemas.microsoft.com/office/drawing/2014/main" id="{E2C409C1-D811-055D-16A3-8BFB0A2DFE61}"/>
              </a:ext>
            </a:extLst>
          </p:cNvPr>
          <p:cNvGrpSpPr/>
          <p:nvPr/>
        </p:nvGrpSpPr>
        <p:grpSpPr>
          <a:xfrm>
            <a:off x="10506928" y="3698227"/>
            <a:ext cx="721206" cy="609701"/>
            <a:chOff x="10506928" y="3698227"/>
            <a:chExt cx="721206" cy="609701"/>
          </a:xfrm>
        </p:grpSpPr>
        <p:sp>
          <p:nvSpPr>
            <p:cNvPr id="1075" name="Rectangle 1074">
              <a:hlinkHover r:id="" action="ppaction://noaction" highlightClick="1"/>
              <a:extLst>
                <a:ext uri="{FF2B5EF4-FFF2-40B4-BE49-F238E27FC236}">
                  <a16:creationId xmlns:a16="http://schemas.microsoft.com/office/drawing/2014/main" id="{832720C1-885C-B763-3916-737427182754}"/>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1076" name="Oval 1075">
              <a:extLst>
                <a:ext uri="{FF2B5EF4-FFF2-40B4-BE49-F238E27FC236}">
                  <a16:creationId xmlns:a16="http://schemas.microsoft.com/office/drawing/2014/main" id="{9823D691-06E6-6D02-A8EB-F787441D5D14}"/>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7" name="Isosceles Triangle 648">
              <a:extLst>
                <a:ext uri="{FF2B5EF4-FFF2-40B4-BE49-F238E27FC236}">
                  <a16:creationId xmlns:a16="http://schemas.microsoft.com/office/drawing/2014/main" id="{AC346B86-115D-913F-C4D5-9CBFB92F0831}"/>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78" name="Group 1077">
            <a:extLst>
              <a:ext uri="{FF2B5EF4-FFF2-40B4-BE49-F238E27FC236}">
                <a16:creationId xmlns:a16="http://schemas.microsoft.com/office/drawing/2014/main" id="{F7FB2D02-60C9-056A-4EDA-093AB83AADDE}"/>
              </a:ext>
            </a:extLst>
          </p:cNvPr>
          <p:cNvGrpSpPr/>
          <p:nvPr/>
        </p:nvGrpSpPr>
        <p:grpSpPr>
          <a:xfrm>
            <a:off x="8808417" y="5135710"/>
            <a:ext cx="721206" cy="609701"/>
            <a:chOff x="8808417" y="5135710"/>
            <a:chExt cx="721206" cy="609701"/>
          </a:xfrm>
        </p:grpSpPr>
        <p:sp>
          <p:nvSpPr>
            <p:cNvPr id="1079" name="Rectangle 1078">
              <a:hlinkHover r:id="" action="ppaction://noaction" highlightClick="1"/>
              <a:extLst>
                <a:ext uri="{FF2B5EF4-FFF2-40B4-BE49-F238E27FC236}">
                  <a16:creationId xmlns:a16="http://schemas.microsoft.com/office/drawing/2014/main" id="{1E24F572-C750-CA44-5BB1-6506461B5E7A}"/>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1080" name="Oval 1079">
              <a:extLst>
                <a:ext uri="{FF2B5EF4-FFF2-40B4-BE49-F238E27FC236}">
                  <a16:creationId xmlns:a16="http://schemas.microsoft.com/office/drawing/2014/main" id="{2EF8575B-EC60-B6CD-0A9A-63891DD751BE}"/>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81" name="Isosceles Triangle 648">
              <a:extLst>
                <a:ext uri="{FF2B5EF4-FFF2-40B4-BE49-F238E27FC236}">
                  <a16:creationId xmlns:a16="http://schemas.microsoft.com/office/drawing/2014/main" id="{486BD5B2-9DAA-16A3-5955-354594C39DDC}"/>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96" name="Group 1095">
            <a:extLst>
              <a:ext uri="{FF2B5EF4-FFF2-40B4-BE49-F238E27FC236}">
                <a16:creationId xmlns:a16="http://schemas.microsoft.com/office/drawing/2014/main" id="{544C34EB-4D43-7508-EE24-E0ECEB36E0A2}"/>
              </a:ext>
            </a:extLst>
          </p:cNvPr>
          <p:cNvGrpSpPr/>
          <p:nvPr/>
        </p:nvGrpSpPr>
        <p:grpSpPr>
          <a:xfrm>
            <a:off x="7957572" y="1532276"/>
            <a:ext cx="721206" cy="609701"/>
            <a:chOff x="7957572" y="1532276"/>
            <a:chExt cx="721206" cy="609701"/>
          </a:xfrm>
        </p:grpSpPr>
        <p:sp>
          <p:nvSpPr>
            <p:cNvPr id="1097" name="Rectangle 1096">
              <a:hlinkHover r:id="" action="ppaction://noaction" highlightClick="1"/>
              <a:extLst>
                <a:ext uri="{FF2B5EF4-FFF2-40B4-BE49-F238E27FC236}">
                  <a16:creationId xmlns:a16="http://schemas.microsoft.com/office/drawing/2014/main" id="{D687CDCD-EA42-0FF2-2C4C-E61661FE9402}"/>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1098" name="Rectangle 1097">
              <a:extLst>
                <a:ext uri="{FF2B5EF4-FFF2-40B4-BE49-F238E27FC236}">
                  <a16:creationId xmlns:a16="http://schemas.microsoft.com/office/drawing/2014/main" id="{2AEB50DC-9B89-0E82-B559-D304B435876D}"/>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99" name="Oval 15">
              <a:extLst>
                <a:ext uri="{FF2B5EF4-FFF2-40B4-BE49-F238E27FC236}">
                  <a16:creationId xmlns:a16="http://schemas.microsoft.com/office/drawing/2014/main" id="{5BECF88B-FD9E-1E6F-8447-6DFDC49CAD7C}"/>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00" name="Straight Connector 1099">
              <a:extLst>
                <a:ext uri="{FF2B5EF4-FFF2-40B4-BE49-F238E27FC236}">
                  <a16:creationId xmlns:a16="http://schemas.microsoft.com/office/drawing/2014/main" id="{A8B6D7A6-812C-7F9B-FE41-35DFCBE5A7CF}"/>
                </a:ext>
              </a:extLst>
            </p:cNvPr>
            <p:cNvCxnSpPr>
              <a:cxnSpLocks/>
              <a:stCxn id="1099"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01" name="Straight Connector 1100">
              <a:extLst>
                <a:ext uri="{FF2B5EF4-FFF2-40B4-BE49-F238E27FC236}">
                  <a16:creationId xmlns:a16="http://schemas.microsoft.com/office/drawing/2014/main" id="{31537374-D90A-0EAF-E071-50EE21E5D467}"/>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36" name="Group 1135">
            <a:extLst>
              <a:ext uri="{FF2B5EF4-FFF2-40B4-BE49-F238E27FC236}">
                <a16:creationId xmlns:a16="http://schemas.microsoft.com/office/drawing/2014/main" id="{E9031B41-9534-BCBD-2F86-661A1BAC4DE6}"/>
              </a:ext>
            </a:extLst>
          </p:cNvPr>
          <p:cNvGrpSpPr/>
          <p:nvPr/>
        </p:nvGrpSpPr>
        <p:grpSpPr>
          <a:xfrm>
            <a:off x="11356242" y="811556"/>
            <a:ext cx="721206" cy="609701"/>
            <a:chOff x="11356242" y="811556"/>
            <a:chExt cx="721206" cy="609701"/>
          </a:xfrm>
        </p:grpSpPr>
        <p:sp>
          <p:nvSpPr>
            <p:cNvPr id="1137" name="Rectangle 1136">
              <a:hlinkHover r:id="" action="ppaction://noaction" highlightClick="1"/>
              <a:extLst>
                <a:ext uri="{FF2B5EF4-FFF2-40B4-BE49-F238E27FC236}">
                  <a16:creationId xmlns:a16="http://schemas.microsoft.com/office/drawing/2014/main" id="{E492196F-74BE-9EA0-2645-FE7BA919BF17}"/>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1138" name="Oval 1137">
              <a:extLst>
                <a:ext uri="{FF2B5EF4-FFF2-40B4-BE49-F238E27FC236}">
                  <a16:creationId xmlns:a16="http://schemas.microsoft.com/office/drawing/2014/main" id="{0E76A5B1-0587-3D4B-A843-B9CFC526070F}"/>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39" name="Isosceles Triangle 648">
              <a:extLst>
                <a:ext uri="{FF2B5EF4-FFF2-40B4-BE49-F238E27FC236}">
                  <a16:creationId xmlns:a16="http://schemas.microsoft.com/office/drawing/2014/main" id="{F4F42A1F-BAED-28FC-24A4-8BFD1B5E85A2}"/>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40" name="Group 1139">
            <a:extLst>
              <a:ext uri="{FF2B5EF4-FFF2-40B4-BE49-F238E27FC236}">
                <a16:creationId xmlns:a16="http://schemas.microsoft.com/office/drawing/2014/main" id="{97F0DCD0-AFE2-0B41-6885-C7853152FEFA}"/>
              </a:ext>
            </a:extLst>
          </p:cNvPr>
          <p:cNvGrpSpPr/>
          <p:nvPr/>
        </p:nvGrpSpPr>
        <p:grpSpPr>
          <a:xfrm>
            <a:off x="8807249" y="811555"/>
            <a:ext cx="721206" cy="609701"/>
            <a:chOff x="8807249" y="811555"/>
            <a:chExt cx="721206" cy="609701"/>
          </a:xfrm>
        </p:grpSpPr>
        <p:sp>
          <p:nvSpPr>
            <p:cNvPr id="1141" name="Rectangle 1140">
              <a:hlinkHover r:id="" action="ppaction://noaction" highlightClick="1"/>
              <a:extLst>
                <a:ext uri="{FF2B5EF4-FFF2-40B4-BE49-F238E27FC236}">
                  <a16:creationId xmlns:a16="http://schemas.microsoft.com/office/drawing/2014/main" id="{B535DC3F-E6FE-5B38-A3FC-663BF87F4E72}"/>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1142" name="Diamond 1141">
              <a:extLst>
                <a:ext uri="{FF2B5EF4-FFF2-40B4-BE49-F238E27FC236}">
                  <a16:creationId xmlns:a16="http://schemas.microsoft.com/office/drawing/2014/main" id="{D2E10332-92CC-9001-19C7-9BA3466EAC59}"/>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43" name="Oval 1142">
              <a:extLst>
                <a:ext uri="{FF2B5EF4-FFF2-40B4-BE49-F238E27FC236}">
                  <a16:creationId xmlns:a16="http://schemas.microsoft.com/office/drawing/2014/main" id="{43C7FCCE-019E-E115-50F9-CA5007B8CDBB}"/>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44" name="Group 1143">
            <a:extLst>
              <a:ext uri="{FF2B5EF4-FFF2-40B4-BE49-F238E27FC236}">
                <a16:creationId xmlns:a16="http://schemas.microsoft.com/office/drawing/2014/main" id="{823AFA68-4724-DAC8-3719-515ED5ED4D23}"/>
              </a:ext>
            </a:extLst>
          </p:cNvPr>
          <p:cNvGrpSpPr/>
          <p:nvPr/>
        </p:nvGrpSpPr>
        <p:grpSpPr>
          <a:xfrm>
            <a:off x="8808419" y="3705986"/>
            <a:ext cx="721206" cy="609701"/>
            <a:chOff x="8808419" y="3705986"/>
            <a:chExt cx="721206" cy="609701"/>
          </a:xfrm>
        </p:grpSpPr>
        <p:sp>
          <p:nvSpPr>
            <p:cNvPr id="1145" name="Rectangle 1144">
              <a:hlinkHover r:id="" action="ppaction://noaction" highlightClick="1"/>
              <a:extLst>
                <a:ext uri="{FF2B5EF4-FFF2-40B4-BE49-F238E27FC236}">
                  <a16:creationId xmlns:a16="http://schemas.microsoft.com/office/drawing/2014/main" id="{530432DB-377D-7E81-31FF-2FBD448C4069}"/>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1146" name="Oval 1145">
              <a:extLst>
                <a:ext uri="{FF2B5EF4-FFF2-40B4-BE49-F238E27FC236}">
                  <a16:creationId xmlns:a16="http://schemas.microsoft.com/office/drawing/2014/main" id="{FF1C6458-38DB-C7B0-FF8A-37576A4BDB54}"/>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47" name="Isosceles Triangle 648">
              <a:extLst>
                <a:ext uri="{FF2B5EF4-FFF2-40B4-BE49-F238E27FC236}">
                  <a16:creationId xmlns:a16="http://schemas.microsoft.com/office/drawing/2014/main" id="{CB50E51A-619B-37CE-961B-63A53ABAE638}"/>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48" name="Group 1147">
            <a:extLst>
              <a:ext uri="{FF2B5EF4-FFF2-40B4-BE49-F238E27FC236}">
                <a16:creationId xmlns:a16="http://schemas.microsoft.com/office/drawing/2014/main" id="{D8675E1E-5BFD-3A0E-31AE-17B2886BB549}"/>
              </a:ext>
            </a:extLst>
          </p:cNvPr>
          <p:cNvGrpSpPr/>
          <p:nvPr/>
        </p:nvGrpSpPr>
        <p:grpSpPr>
          <a:xfrm>
            <a:off x="431659" y="90836"/>
            <a:ext cx="721210" cy="609701"/>
            <a:chOff x="431659" y="90836"/>
            <a:chExt cx="721210" cy="609701"/>
          </a:xfrm>
        </p:grpSpPr>
        <p:sp>
          <p:nvSpPr>
            <p:cNvPr id="1149" name="Rectangle 1148">
              <a:extLst>
                <a:ext uri="{FF2B5EF4-FFF2-40B4-BE49-F238E27FC236}">
                  <a16:creationId xmlns:a16="http://schemas.microsoft.com/office/drawing/2014/main" id="{4698DF7F-B1AB-0755-09F2-BF1669EA6426}"/>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1150" name="Rectangle 1149">
              <a:extLst>
                <a:ext uri="{FF2B5EF4-FFF2-40B4-BE49-F238E27FC236}">
                  <a16:creationId xmlns:a16="http://schemas.microsoft.com/office/drawing/2014/main" id="{F3F9E50B-B509-DA7F-6E7B-4160B1F4C7A8}"/>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51" name="Oval 15">
              <a:extLst>
                <a:ext uri="{FF2B5EF4-FFF2-40B4-BE49-F238E27FC236}">
                  <a16:creationId xmlns:a16="http://schemas.microsoft.com/office/drawing/2014/main" id="{5726CA75-070C-07E8-D9D6-A7339CE84ABE}"/>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52" name="Straight Connector 1151">
              <a:extLst>
                <a:ext uri="{FF2B5EF4-FFF2-40B4-BE49-F238E27FC236}">
                  <a16:creationId xmlns:a16="http://schemas.microsoft.com/office/drawing/2014/main" id="{601200C6-A3DF-C88F-9D1E-4A1C033EE8E3}"/>
                </a:ext>
              </a:extLst>
            </p:cNvPr>
            <p:cNvCxnSpPr>
              <a:cxnSpLocks/>
              <a:stCxn id="1151"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153" name="Straight Connector 1152">
              <a:extLst>
                <a:ext uri="{FF2B5EF4-FFF2-40B4-BE49-F238E27FC236}">
                  <a16:creationId xmlns:a16="http://schemas.microsoft.com/office/drawing/2014/main" id="{8232BBCC-1F0A-1AA7-7017-301D46973448}"/>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54" name="Group 1153">
            <a:extLst>
              <a:ext uri="{FF2B5EF4-FFF2-40B4-BE49-F238E27FC236}">
                <a16:creationId xmlns:a16="http://schemas.microsoft.com/office/drawing/2014/main" id="{37FDA6E9-55E8-91BF-0BA5-66D49C9F1538}"/>
              </a:ext>
            </a:extLst>
          </p:cNvPr>
          <p:cNvGrpSpPr/>
          <p:nvPr/>
        </p:nvGrpSpPr>
        <p:grpSpPr>
          <a:xfrm>
            <a:off x="1267282" y="90836"/>
            <a:ext cx="721206" cy="609701"/>
            <a:chOff x="1267282" y="90836"/>
            <a:chExt cx="721206" cy="609701"/>
          </a:xfrm>
        </p:grpSpPr>
        <p:sp>
          <p:nvSpPr>
            <p:cNvPr id="1155" name="Rectangle 1154">
              <a:extLst>
                <a:ext uri="{FF2B5EF4-FFF2-40B4-BE49-F238E27FC236}">
                  <a16:creationId xmlns:a16="http://schemas.microsoft.com/office/drawing/2014/main" id="{52411981-DAFB-CDE3-3E5C-226D2720F2BC}"/>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1156" name="Rectangle 1155">
              <a:extLst>
                <a:ext uri="{FF2B5EF4-FFF2-40B4-BE49-F238E27FC236}">
                  <a16:creationId xmlns:a16="http://schemas.microsoft.com/office/drawing/2014/main" id="{111A042C-1413-DDC4-1F47-C1317D8AF334}"/>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57" name="Oval 15">
              <a:extLst>
                <a:ext uri="{FF2B5EF4-FFF2-40B4-BE49-F238E27FC236}">
                  <a16:creationId xmlns:a16="http://schemas.microsoft.com/office/drawing/2014/main" id="{7483DC31-5B63-2DE4-CB1E-13C305EABE62}"/>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58" name="Straight Connector 1157">
              <a:extLst>
                <a:ext uri="{FF2B5EF4-FFF2-40B4-BE49-F238E27FC236}">
                  <a16:creationId xmlns:a16="http://schemas.microsoft.com/office/drawing/2014/main" id="{8FD704A4-847B-24D2-C429-84E63236800C}"/>
                </a:ext>
              </a:extLst>
            </p:cNvPr>
            <p:cNvCxnSpPr>
              <a:cxnSpLocks/>
              <a:stCxn id="1157"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159" name="Straight Connector 1158">
              <a:extLst>
                <a:ext uri="{FF2B5EF4-FFF2-40B4-BE49-F238E27FC236}">
                  <a16:creationId xmlns:a16="http://schemas.microsoft.com/office/drawing/2014/main" id="{D2D241B7-7EB4-4DD6-C0C0-F7F75F5F117F}"/>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60" name="Group 1159">
            <a:extLst>
              <a:ext uri="{FF2B5EF4-FFF2-40B4-BE49-F238E27FC236}">
                <a16:creationId xmlns:a16="http://schemas.microsoft.com/office/drawing/2014/main" id="{7C8ACBA1-3385-4DCC-A7CC-3091401CF1D7}"/>
              </a:ext>
            </a:extLst>
          </p:cNvPr>
          <p:cNvGrpSpPr/>
          <p:nvPr/>
        </p:nvGrpSpPr>
        <p:grpSpPr>
          <a:xfrm>
            <a:off x="2102907" y="90836"/>
            <a:ext cx="721206" cy="609701"/>
            <a:chOff x="2102907" y="90836"/>
            <a:chExt cx="721206" cy="609701"/>
          </a:xfrm>
        </p:grpSpPr>
        <p:sp>
          <p:nvSpPr>
            <p:cNvPr id="1161" name="Rectangle 1160">
              <a:extLst>
                <a:ext uri="{FF2B5EF4-FFF2-40B4-BE49-F238E27FC236}">
                  <a16:creationId xmlns:a16="http://schemas.microsoft.com/office/drawing/2014/main" id="{6637D544-B566-A6CE-5237-3165BA02C266}"/>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1162" name="Rectangle 1161">
              <a:extLst>
                <a:ext uri="{FF2B5EF4-FFF2-40B4-BE49-F238E27FC236}">
                  <a16:creationId xmlns:a16="http://schemas.microsoft.com/office/drawing/2014/main" id="{027464DD-4B32-955D-361B-6636FD7D27D1}"/>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63" name="Oval 15">
              <a:extLst>
                <a:ext uri="{FF2B5EF4-FFF2-40B4-BE49-F238E27FC236}">
                  <a16:creationId xmlns:a16="http://schemas.microsoft.com/office/drawing/2014/main" id="{4DC8C013-306C-1102-986D-37B048150426}"/>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64" name="Straight Connector 1163">
              <a:extLst>
                <a:ext uri="{FF2B5EF4-FFF2-40B4-BE49-F238E27FC236}">
                  <a16:creationId xmlns:a16="http://schemas.microsoft.com/office/drawing/2014/main" id="{CCAEECC6-9917-5C98-ED52-B9168BF12FF9}"/>
                </a:ext>
              </a:extLst>
            </p:cNvPr>
            <p:cNvCxnSpPr>
              <a:cxnSpLocks/>
              <a:stCxn id="1163"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165" name="Straight Connector 1164">
              <a:extLst>
                <a:ext uri="{FF2B5EF4-FFF2-40B4-BE49-F238E27FC236}">
                  <a16:creationId xmlns:a16="http://schemas.microsoft.com/office/drawing/2014/main" id="{BB0EEA96-68DB-763D-0FC6-B9B5172F31F7}"/>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66" name="Group 1165">
            <a:extLst>
              <a:ext uri="{FF2B5EF4-FFF2-40B4-BE49-F238E27FC236}">
                <a16:creationId xmlns:a16="http://schemas.microsoft.com/office/drawing/2014/main" id="{E182AA4A-5833-9518-CD09-828865B338A7}"/>
              </a:ext>
            </a:extLst>
          </p:cNvPr>
          <p:cNvGrpSpPr/>
          <p:nvPr/>
        </p:nvGrpSpPr>
        <p:grpSpPr>
          <a:xfrm>
            <a:off x="1269626" y="4419615"/>
            <a:ext cx="721206" cy="609701"/>
            <a:chOff x="1269626" y="4419615"/>
            <a:chExt cx="721206" cy="609701"/>
          </a:xfrm>
        </p:grpSpPr>
        <p:sp>
          <p:nvSpPr>
            <p:cNvPr id="1167" name="Rectangle 1166">
              <a:extLst>
                <a:ext uri="{FF2B5EF4-FFF2-40B4-BE49-F238E27FC236}">
                  <a16:creationId xmlns:a16="http://schemas.microsoft.com/office/drawing/2014/main" id="{26BBE11B-98E4-B7D9-CCB7-820A2FDEE291}"/>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1168" name="Cylinder 1167">
              <a:extLst>
                <a:ext uri="{FF2B5EF4-FFF2-40B4-BE49-F238E27FC236}">
                  <a16:creationId xmlns:a16="http://schemas.microsoft.com/office/drawing/2014/main" id="{EFD66713-87EA-5346-7D96-58573205C906}"/>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69" name="Group 1168">
            <a:extLst>
              <a:ext uri="{FF2B5EF4-FFF2-40B4-BE49-F238E27FC236}">
                <a16:creationId xmlns:a16="http://schemas.microsoft.com/office/drawing/2014/main" id="{EC67FF5E-1F13-7F88-8AAE-EA3B10A8AE2B}"/>
              </a:ext>
            </a:extLst>
          </p:cNvPr>
          <p:cNvGrpSpPr/>
          <p:nvPr/>
        </p:nvGrpSpPr>
        <p:grpSpPr>
          <a:xfrm>
            <a:off x="432841" y="4419615"/>
            <a:ext cx="721206" cy="609701"/>
            <a:chOff x="432841" y="4419615"/>
            <a:chExt cx="721206" cy="609701"/>
          </a:xfrm>
        </p:grpSpPr>
        <p:sp>
          <p:nvSpPr>
            <p:cNvPr id="1170" name="Rectangle 1169">
              <a:extLst>
                <a:ext uri="{FF2B5EF4-FFF2-40B4-BE49-F238E27FC236}">
                  <a16:creationId xmlns:a16="http://schemas.microsoft.com/office/drawing/2014/main" id="{6C7768CF-4B95-4B1D-DF71-940241BFF46E}"/>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1171" name="Cylinder 1170">
              <a:extLst>
                <a:ext uri="{FF2B5EF4-FFF2-40B4-BE49-F238E27FC236}">
                  <a16:creationId xmlns:a16="http://schemas.microsoft.com/office/drawing/2014/main" id="{A7258C6F-1A1E-C7AC-0995-64B0F0837620}"/>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72" name="Group 1171">
            <a:extLst>
              <a:ext uri="{FF2B5EF4-FFF2-40B4-BE49-F238E27FC236}">
                <a16:creationId xmlns:a16="http://schemas.microsoft.com/office/drawing/2014/main" id="{FF4A6ED6-1B65-F0E3-03B8-BD06B0B4A50B}"/>
              </a:ext>
            </a:extLst>
          </p:cNvPr>
          <p:cNvGrpSpPr/>
          <p:nvPr/>
        </p:nvGrpSpPr>
        <p:grpSpPr>
          <a:xfrm>
            <a:off x="1268467" y="5141008"/>
            <a:ext cx="721206" cy="609701"/>
            <a:chOff x="1268467" y="5141008"/>
            <a:chExt cx="721206" cy="609701"/>
          </a:xfrm>
        </p:grpSpPr>
        <p:sp>
          <p:nvSpPr>
            <p:cNvPr id="1173" name="Rectangle 1172">
              <a:extLst>
                <a:ext uri="{FF2B5EF4-FFF2-40B4-BE49-F238E27FC236}">
                  <a16:creationId xmlns:a16="http://schemas.microsoft.com/office/drawing/2014/main" id="{1583770B-C377-25C5-E5CB-E61CFBDD7FD2}"/>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1174" name="Cylinder 1173">
              <a:extLst>
                <a:ext uri="{FF2B5EF4-FFF2-40B4-BE49-F238E27FC236}">
                  <a16:creationId xmlns:a16="http://schemas.microsoft.com/office/drawing/2014/main" id="{AC428234-6E15-9A56-152A-3E80805B54EE}"/>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75" name="Group 1174">
            <a:extLst>
              <a:ext uri="{FF2B5EF4-FFF2-40B4-BE49-F238E27FC236}">
                <a16:creationId xmlns:a16="http://schemas.microsoft.com/office/drawing/2014/main" id="{DFE2E556-D664-C28F-9A8C-AF70A5C87AB9}"/>
              </a:ext>
            </a:extLst>
          </p:cNvPr>
          <p:cNvGrpSpPr/>
          <p:nvPr/>
        </p:nvGrpSpPr>
        <p:grpSpPr>
          <a:xfrm>
            <a:off x="431297" y="5141008"/>
            <a:ext cx="721206" cy="609701"/>
            <a:chOff x="431297" y="5141008"/>
            <a:chExt cx="721206" cy="609701"/>
          </a:xfrm>
        </p:grpSpPr>
        <p:sp>
          <p:nvSpPr>
            <p:cNvPr id="1176" name="Rectangle 1175">
              <a:extLst>
                <a:ext uri="{FF2B5EF4-FFF2-40B4-BE49-F238E27FC236}">
                  <a16:creationId xmlns:a16="http://schemas.microsoft.com/office/drawing/2014/main" id="{27BE32A6-BCCB-09EA-7B9B-64D97C4F37FC}"/>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1177" name="Cylinder 1176">
              <a:extLst>
                <a:ext uri="{FF2B5EF4-FFF2-40B4-BE49-F238E27FC236}">
                  <a16:creationId xmlns:a16="http://schemas.microsoft.com/office/drawing/2014/main" id="{B269120E-5946-FBB0-FD09-0ACF4979F0E4}"/>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78" name="Group 1177">
            <a:extLst>
              <a:ext uri="{FF2B5EF4-FFF2-40B4-BE49-F238E27FC236}">
                <a16:creationId xmlns:a16="http://schemas.microsoft.com/office/drawing/2014/main" id="{0B65D821-531A-FDBE-235A-DD00955C45C7}"/>
              </a:ext>
            </a:extLst>
          </p:cNvPr>
          <p:cNvGrpSpPr/>
          <p:nvPr/>
        </p:nvGrpSpPr>
        <p:grpSpPr>
          <a:xfrm>
            <a:off x="431660" y="3698226"/>
            <a:ext cx="721206" cy="609701"/>
            <a:chOff x="431660" y="3698226"/>
            <a:chExt cx="721206" cy="609701"/>
          </a:xfrm>
        </p:grpSpPr>
        <p:sp>
          <p:nvSpPr>
            <p:cNvPr id="1179" name="Rectangle 1178">
              <a:extLst>
                <a:ext uri="{FF2B5EF4-FFF2-40B4-BE49-F238E27FC236}">
                  <a16:creationId xmlns:a16="http://schemas.microsoft.com/office/drawing/2014/main" id="{4B133E27-99D7-8414-400E-5AA9611D9AA7}"/>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1180" name="Right Triangle 1179">
              <a:extLst>
                <a:ext uri="{FF2B5EF4-FFF2-40B4-BE49-F238E27FC236}">
                  <a16:creationId xmlns:a16="http://schemas.microsoft.com/office/drawing/2014/main" id="{A0BD9548-88DB-CC3F-6C4F-9E8BA5696DD1}"/>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81" name="Group 1180">
              <a:extLst>
                <a:ext uri="{FF2B5EF4-FFF2-40B4-BE49-F238E27FC236}">
                  <a16:creationId xmlns:a16="http://schemas.microsoft.com/office/drawing/2014/main" id="{88E921C2-492C-30A7-DA79-85F98740D1B4}"/>
                </a:ext>
              </a:extLst>
            </p:cNvPr>
            <p:cNvGrpSpPr/>
            <p:nvPr/>
          </p:nvGrpSpPr>
          <p:grpSpPr>
            <a:xfrm>
              <a:off x="1102253" y="3706270"/>
              <a:ext cx="37817" cy="61390"/>
              <a:chOff x="3883481" y="2057400"/>
              <a:chExt cx="1608363" cy="2652031"/>
            </a:xfrm>
            <a:solidFill>
              <a:srgbClr val="A6A6A6">
                <a:alpha val="20000"/>
              </a:srgbClr>
            </a:solidFill>
          </p:grpSpPr>
          <p:sp>
            <p:nvSpPr>
              <p:cNvPr id="1182" name="Oval 27">
                <a:extLst>
                  <a:ext uri="{FF2B5EF4-FFF2-40B4-BE49-F238E27FC236}">
                    <a16:creationId xmlns:a16="http://schemas.microsoft.com/office/drawing/2014/main" id="{5C7976B1-F785-A6EB-0DE8-9DF1C56748C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83" name="Oval 28">
                <a:extLst>
                  <a:ext uri="{FF2B5EF4-FFF2-40B4-BE49-F238E27FC236}">
                    <a16:creationId xmlns:a16="http://schemas.microsoft.com/office/drawing/2014/main" id="{87B0F19B-BEBE-F3AE-9469-AAEA4FC818E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94" name="Group 1193">
            <a:extLst>
              <a:ext uri="{FF2B5EF4-FFF2-40B4-BE49-F238E27FC236}">
                <a16:creationId xmlns:a16="http://schemas.microsoft.com/office/drawing/2014/main" id="{961A7144-8AA2-EEA6-B09D-A78D95F06BB2}"/>
              </a:ext>
            </a:extLst>
          </p:cNvPr>
          <p:cNvGrpSpPr/>
          <p:nvPr/>
        </p:nvGrpSpPr>
        <p:grpSpPr>
          <a:xfrm>
            <a:off x="3778361" y="2253333"/>
            <a:ext cx="721206" cy="609701"/>
            <a:chOff x="3778361" y="2253333"/>
            <a:chExt cx="721206" cy="609701"/>
          </a:xfrm>
        </p:grpSpPr>
        <p:sp>
          <p:nvSpPr>
            <p:cNvPr id="1195" name="Rectangle 1194">
              <a:extLst>
                <a:ext uri="{FF2B5EF4-FFF2-40B4-BE49-F238E27FC236}">
                  <a16:creationId xmlns:a16="http://schemas.microsoft.com/office/drawing/2014/main" id="{98DD2891-9E46-4155-53FF-8DB59C139A0C}"/>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1196" name="Rectangle 1195">
              <a:extLst>
                <a:ext uri="{FF2B5EF4-FFF2-40B4-BE49-F238E27FC236}">
                  <a16:creationId xmlns:a16="http://schemas.microsoft.com/office/drawing/2014/main" id="{57B47635-E20A-2840-C24C-52BE8B54120E}"/>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97" name="Oval 15">
              <a:extLst>
                <a:ext uri="{FF2B5EF4-FFF2-40B4-BE49-F238E27FC236}">
                  <a16:creationId xmlns:a16="http://schemas.microsoft.com/office/drawing/2014/main" id="{A9F69AD8-4C76-D3EF-8EC8-E9C7FA450FC4}"/>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98" name="Straight Connector 1197">
              <a:extLst>
                <a:ext uri="{FF2B5EF4-FFF2-40B4-BE49-F238E27FC236}">
                  <a16:creationId xmlns:a16="http://schemas.microsoft.com/office/drawing/2014/main" id="{EFB06546-AA3A-5398-77FD-72E1833703A0}"/>
                </a:ext>
              </a:extLst>
            </p:cNvPr>
            <p:cNvCxnSpPr>
              <a:cxnSpLocks/>
              <a:stCxn id="1197"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99" name="Straight Connector 1198">
              <a:extLst>
                <a:ext uri="{FF2B5EF4-FFF2-40B4-BE49-F238E27FC236}">
                  <a16:creationId xmlns:a16="http://schemas.microsoft.com/office/drawing/2014/main" id="{04C9969B-7139-57A5-83BD-A857B6E3ACA6}"/>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00" name="Group 1199">
            <a:extLst>
              <a:ext uri="{FF2B5EF4-FFF2-40B4-BE49-F238E27FC236}">
                <a16:creationId xmlns:a16="http://schemas.microsoft.com/office/drawing/2014/main" id="{698C7191-7A37-8B4B-85B1-F188673C9EA9}"/>
              </a:ext>
            </a:extLst>
          </p:cNvPr>
          <p:cNvGrpSpPr/>
          <p:nvPr/>
        </p:nvGrpSpPr>
        <p:grpSpPr>
          <a:xfrm>
            <a:off x="1268843" y="2253332"/>
            <a:ext cx="721206" cy="609701"/>
            <a:chOff x="1268843" y="2253332"/>
            <a:chExt cx="721206" cy="609701"/>
          </a:xfrm>
        </p:grpSpPr>
        <p:sp>
          <p:nvSpPr>
            <p:cNvPr id="1201" name="Rectangle 1200">
              <a:extLst>
                <a:ext uri="{FF2B5EF4-FFF2-40B4-BE49-F238E27FC236}">
                  <a16:creationId xmlns:a16="http://schemas.microsoft.com/office/drawing/2014/main" id="{552C913E-9225-63B6-6593-89CF1973E922}"/>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1202" name="Right Triangle 1201">
              <a:extLst>
                <a:ext uri="{FF2B5EF4-FFF2-40B4-BE49-F238E27FC236}">
                  <a16:creationId xmlns:a16="http://schemas.microsoft.com/office/drawing/2014/main" id="{44CE18B7-C599-3F07-B3C3-3A193F012EBD}"/>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03" name="Group 1202">
              <a:extLst>
                <a:ext uri="{FF2B5EF4-FFF2-40B4-BE49-F238E27FC236}">
                  <a16:creationId xmlns:a16="http://schemas.microsoft.com/office/drawing/2014/main" id="{A6383465-8949-A38F-A0DC-24AE8AD9DCAF}"/>
                </a:ext>
              </a:extLst>
            </p:cNvPr>
            <p:cNvGrpSpPr/>
            <p:nvPr/>
          </p:nvGrpSpPr>
          <p:grpSpPr>
            <a:xfrm>
              <a:off x="1939436" y="2265731"/>
              <a:ext cx="37817" cy="61390"/>
              <a:chOff x="3883481" y="2057400"/>
              <a:chExt cx="1608363" cy="2652031"/>
            </a:xfrm>
            <a:solidFill>
              <a:srgbClr val="A6A6A6">
                <a:alpha val="20000"/>
              </a:srgbClr>
            </a:solidFill>
          </p:grpSpPr>
          <p:sp>
            <p:nvSpPr>
              <p:cNvPr id="1204" name="Oval 27">
                <a:extLst>
                  <a:ext uri="{FF2B5EF4-FFF2-40B4-BE49-F238E27FC236}">
                    <a16:creationId xmlns:a16="http://schemas.microsoft.com/office/drawing/2014/main" id="{590981D5-61BD-41AA-63E1-C02C8A54AD1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05" name="Oval 28">
                <a:extLst>
                  <a:ext uri="{FF2B5EF4-FFF2-40B4-BE49-F238E27FC236}">
                    <a16:creationId xmlns:a16="http://schemas.microsoft.com/office/drawing/2014/main" id="{72199D02-C73A-CD36-30CF-1F730C69E11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06" name="Group 1205">
            <a:extLst>
              <a:ext uri="{FF2B5EF4-FFF2-40B4-BE49-F238E27FC236}">
                <a16:creationId xmlns:a16="http://schemas.microsoft.com/office/drawing/2014/main" id="{F7700BCB-AF43-4345-6AFD-F311D52D3603}"/>
              </a:ext>
            </a:extLst>
          </p:cNvPr>
          <p:cNvGrpSpPr/>
          <p:nvPr/>
        </p:nvGrpSpPr>
        <p:grpSpPr>
          <a:xfrm>
            <a:off x="2105351" y="2253333"/>
            <a:ext cx="721206" cy="609701"/>
            <a:chOff x="2105351" y="2253333"/>
            <a:chExt cx="721206" cy="609701"/>
          </a:xfrm>
        </p:grpSpPr>
        <p:sp>
          <p:nvSpPr>
            <p:cNvPr id="1207" name="Rectangle 1206">
              <a:extLst>
                <a:ext uri="{FF2B5EF4-FFF2-40B4-BE49-F238E27FC236}">
                  <a16:creationId xmlns:a16="http://schemas.microsoft.com/office/drawing/2014/main" id="{AF2D697A-A6A3-7734-9DFF-EA1D50A980AE}"/>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1208" name="Right Triangle 1207">
              <a:extLst>
                <a:ext uri="{FF2B5EF4-FFF2-40B4-BE49-F238E27FC236}">
                  <a16:creationId xmlns:a16="http://schemas.microsoft.com/office/drawing/2014/main" id="{D42D10C3-2987-E889-5EC1-AABF7813258D}"/>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09" name="Group 1208">
              <a:extLst>
                <a:ext uri="{FF2B5EF4-FFF2-40B4-BE49-F238E27FC236}">
                  <a16:creationId xmlns:a16="http://schemas.microsoft.com/office/drawing/2014/main" id="{6194148F-36CB-77F9-6B32-6AE03AFAD074}"/>
                </a:ext>
              </a:extLst>
            </p:cNvPr>
            <p:cNvGrpSpPr/>
            <p:nvPr/>
          </p:nvGrpSpPr>
          <p:grpSpPr>
            <a:xfrm>
              <a:off x="2771408" y="2265591"/>
              <a:ext cx="37817" cy="61390"/>
              <a:chOff x="3883481" y="2057400"/>
              <a:chExt cx="1608363" cy="2652031"/>
            </a:xfrm>
            <a:solidFill>
              <a:srgbClr val="A6A6A6">
                <a:alpha val="20000"/>
              </a:srgbClr>
            </a:solidFill>
          </p:grpSpPr>
          <p:sp>
            <p:nvSpPr>
              <p:cNvPr id="1210" name="Oval 27">
                <a:extLst>
                  <a:ext uri="{FF2B5EF4-FFF2-40B4-BE49-F238E27FC236}">
                    <a16:creationId xmlns:a16="http://schemas.microsoft.com/office/drawing/2014/main" id="{3ADC64E8-0FD2-B9D1-B43D-3D841B6A82A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11" name="Oval 28">
                <a:extLst>
                  <a:ext uri="{FF2B5EF4-FFF2-40B4-BE49-F238E27FC236}">
                    <a16:creationId xmlns:a16="http://schemas.microsoft.com/office/drawing/2014/main" id="{982CB259-1C52-499A-BE79-5B3E1E16DA0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12" name="Group 1211">
            <a:extLst>
              <a:ext uri="{FF2B5EF4-FFF2-40B4-BE49-F238E27FC236}">
                <a16:creationId xmlns:a16="http://schemas.microsoft.com/office/drawing/2014/main" id="{08F5D410-E5D8-A7D6-49F5-510FB272990C}"/>
              </a:ext>
            </a:extLst>
          </p:cNvPr>
          <p:cNvGrpSpPr/>
          <p:nvPr/>
        </p:nvGrpSpPr>
        <p:grpSpPr>
          <a:xfrm>
            <a:off x="2941860" y="2253333"/>
            <a:ext cx="721206" cy="609701"/>
            <a:chOff x="2941860" y="2253333"/>
            <a:chExt cx="721206" cy="609701"/>
          </a:xfrm>
        </p:grpSpPr>
        <p:sp>
          <p:nvSpPr>
            <p:cNvPr id="1213" name="Rectangle 1212">
              <a:extLst>
                <a:ext uri="{FF2B5EF4-FFF2-40B4-BE49-F238E27FC236}">
                  <a16:creationId xmlns:a16="http://schemas.microsoft.com/office/drawing/2014/main" id="{3C97CF1B-58B3-D142-740D-4A0F6A245212}"/>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1214" name="Right Triangle 1213">
              <a:extLst>
                <a:ext uri="{FF2B5EF4-FFF2-40B4-BE49-F238E27FC236}">
                  <a16:creationId xmlns:a16="http://schemas.microsoft.com/office/drawing/2014/main" id="{157E6F42-A8E0-2BAD-4544-58CD48DFBF4F}"/>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15" name="Group 1214">
              <a:extLst>
                <a:ext uri="{FF2B5EF4-FFF2-40B4-BE49-F238E27FC236}">
                  <a16:creationId xmlns:a16="http://schemas.microsoft.com/office/drawing/2014/main" id="{A14C9692-C5B3-3717-E822-76621B9C354E}"/>
                </a:ext>
              </a:extLst>
            </p:cNvPr>
            <p:cNvGrpSpPr/>
            <p:nvPr/>
          </p:nvGrpSpPr>
          <p:grpSpPr>
            <a:xfrm>
              <a:off x="3611250" y="2264969"/>
              <a:ext cx="37817" cy="61390"/>
              <a:chOff x="3883481" y="2057400"/>
              <a:chExt cx="1608363" cy="2652031"/>
            </a:xfrm>
            <a:solidFill>
              <a:srgbClr val="A6A6A6">
                <a:alpha val="20000"/>
              </a:srgbClr>
            </a:solidFill>
          </p:grpSpPr>
          <p:sp>
            <p:nvSpPr>
              <p:cNvPr id="1216" name="Oval 27">
                <a:extLst>
                  <a:ext uri="{FF2B5EF4-FFF2-40B4-BE49-F238E27FC236}">
                    <a16:creationId xmlns:a16="http://schemas.microsoft.com/office/drawing/2014/main" id="{B9CC48AD-1FB4-2AFD-A9F0-6075F334E11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17" name="Oval 28">
                <a:extLst>
                  <a:ext uri="{FF2B5EF4-FFF2-40B4-BE49-F238E27FC236}">
                    <a16:creationId xmlns:a16="http://schemas.microsoft.com/office/drawing/2014/main" id="{E5DB15CF-D77A-3599-EFC6-EFF138697D7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18" name="Group 1217">
            <a:extLst>
              <a:ext uri="{FF2B5EF4-FFF2-40B4-BE49-F238E27FC236}">
                <a16:creationId xmlns:a16="http://schemas.microsoft.com/office/drawing/2014/main" id="{DAE77413-0E58-384E-93EA-279C66834B3A}"/>
              </a:ext>
            </a:extLst>
          </p:cNvPr>
          <p:cNvGrpSpPr/>
          <p:nvPr/>
        </p:nvGrpSpPr>
        <p:grpSpPr>
          <a:xfrm>
            <a:off x="4614876" y="2253332"/>
            <a:ext cx="721206" cy="609701"/>
            <a:chOff x="4614876" y="2253332"/>
            <a:chExt cx="721206" cy="609701"/>
          </a:xfrm>
        </p:grpSpPr>
        <p:sp>
          <p:nvSpPr>
            <p:cNvPr id="1219" name="Rectangle 1218">
              <a:extLst>
                <a:ext uri="{FF2B5EF4-FFF2-40B4-BE49-F238E27FC236}">
                  <a16:creationId xmlns:a16="http://schemas.microsoft.com/office/drawing/2014/main" id="{E9D90D58-53C4-5D37-3375-1ED1FC375621}"/>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1220" name="Right Triangle 1219">
              <a:extLst>
                <a:ext uri="{FF2B5EF4-FFF2-40B4-BE49-F238E27FC236}">
                  <a16:creationId xmlns:a16="http://schemas.microsoft.com/office/drawing/2014/main" id="{C0FD888E-9148-AFBE-3647-DA6C958DA02D}"/>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21" name="Group 1220">
              <a:extLst>
                <a:ext uri="{FF2B5EF4-FFF2-40B4-BE49-F238E27FC236}">
                  <a16:creationId xmlns:a16="http://schemas.microsoft.com/office/drawing/2014/main" id="{75D7BB45-2CF9-EE14-1979-D1BDB95F6AA2}"/>
                </a:ext>
              </a:extLst>
            </p:cNvPr>
            <p:cNvGrpSpPr/>
            <p:nvPr/>
          </p:nvGrpSpPr>
          <p:grpSpPr>
            <a:xfrm>
              <a:off x="5280738" y="2264779"/>
              <a:ext cx="37817" cy="61390"/>
              <a:chOff x="3883481" y="2057400"/>
              <a:chExt cx="1608363" cy="2652031"/>
            </a:xfrm>
            <a:solidFill>
              <a:srgbClr val="A6A6A6">
                <a:alpha val="20000"/>
              </a:srgbClr>
            </a:solidFill>
          </p:grpSpPr>
          <p:sp>
            <p:nvSpPr>
              <p:cNvPr id="1222" name="Oval 27">
                <a:extLst>
                  <a:ext uri="{FF2B5EF4-FFF2-40B4-BE49-F238E27FC236}">
                    <a16:creationId xmlns:a16="http://schemas.microsoft.com/office/drawing/2014/main" id="{3EB96D2C-D405-B6D3-85F3-3F6F7144BE1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23" name="Oval 28">
                <a:extLst>
                  <a:ext uri="{FF2B5EF4-FFF2-40B4-BE49-F238E27FC236}">
                    <a16:creationId xmlns:a16="http://schemas.microsoft.com/office/drawing/2014/main" id="{5B16206C-1C0C-BD3D-6FF8-43E989C7ED3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36" name="Group 1235">
            <a:extLst>
              <a:ext uri="{FF2B5EF4-FFF2-40B4-BE49-F238E27FC236}">
                <a16:creationId xmlns:a16="http://schemas.microsoft.com/office/drawing/2014/main" id="{C15152DD-21D5-6399-2659-64FDC79D8281}"/>
              </a:ext>
            </a:extLst>
          </p:cNvPr>
          <p:cNvGrpSpPr/>
          <p:nvPr/>
        </p:nvGrpSpPr>
        <p:grpSpPr>
          <a:xfrm>
            <a:off x="431659" y="2253337"/>
            <a:ext cx="721895" cy="609700"/>
            <a:chOff x="431659" y="2253337"/>
            <a:chExt cx="721895" cy="609700"/>
          </a:xfrm>
        </p:grpSpPr>
        <p:sp>
          <p:nvSpPr>
            <p:cNvPr id="1237" name="Rectangle 1236">
              <a:hlinkHover r:id="" action="ppaction://noaction" highlightClick="1"/>
              <a:extLst>
                <a:ext uri="{FF2B5EF4-FFF2-40B4-BE49-F238E27FC236}">
                  <a16:creationId xmlns:a16="http://schemas.microsoft.com/office/drawing/2014/main" id="{05328F24-5845-FEBF-E6E9-4669037B6451}"/>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1238" name="Diamond 1237">
              <a:extLst>
                <a:ext uri="{FF2B5EF4-FFF2-40B4-BE49-F238E27FC236}">
                  <a16:creationId xmlns:a16="http://schemas.microsoft.com/office/drawing/2014/main" id="{38BB9D57-E007-AA5E-91F7-06B83D5C6843}"/>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9" name="Oval 1238">
              <a:extLst>
                <a:ext uri="{FF2B5EF4-FFF2-40B4-BE49-F238E27FC236}">
                  <a16:creationId xmlns:a16="http://schemas.microsoft.com/office/drawing/2014/main" id="{236714BC-33EB-1308-24B4-068F195D3115}"/>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44" name="Group 1243">
            <a:extLst>
              <a:ext uri="{FF2B5EF4-FFF2-40B4-BE49-F238E27FC236}">
                <a16:creationId xmlns:a16="http://schemas.microsoft.com/office/drawing/2014/main" id="{A0E3A979-169A-139C-8D7E-03B3F3E26D9D}"/>
              </a:ext>
            </a:extLst>
          </p:cNvPr>
          <p:cNvGrpSpPr/>
          <p:nvPr/>
        </p:nvGrpSpPr>
        <p:grpSpPr>
          <a:xfrm>
            <a:off x="2105348" y="1532276"/>
            <a:ext cx="721206" cy="609701"/>
            <a:chOff x="2105348" y="1532276"/>
            <a:chExt cx="721206" cy="609701"/>
          </a:xfrm>
        </p:grpSpPr>
        <p:sp>
          <p:nvSpPr>
            <p:cNvPr id="1245" name="Rectangle 1244">
              <a:extLst>
                <a:ext uri="{FF2B5EF4-FFF2-40B4-BE49-F238E27FC236}">
                  <a16:creationId xmlns:a16="http://schemas.microsoft.com/office/drawing/2014/main" id="{7EBA324C-D63B-52A4-A215-95874C16056B}"/>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1246" name="Rectangle 1245">
              <a:extLst>
                <a:ext uri="{FF2B5EF4-FFF2-40B4-BE49-F238E27FC236}">
                  <a16:creationId xmlns:a16="http://schemas.microsoft.com/office/drawing/2014/main" id="{F5CAD2D9-8BFB-9FE6-61A9-9B9832309541}"/>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7" name="Oval 15">
              <a:extLst>
                <a:ext uri="{FF2B5EF4-FFF2-40B4-BE49-F238E27FC236}">
                  <a16:creationId xmlns:a16="http://schemas.microsoft.com/office/drawing/2014/main" id="{FE581125-B8F2-ADAF-3683-4F7EBC613CFB}"/>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48" name="Straight Connector 1247">
              <a:extLst>
                <a:ext uri="{FF2B5EF4-FFF2-40B4-BE49-F238E27FC236}">
                  <a16:creationId xmlns:a16="http://schemas.microsoft.com/office/drawing/2014/main" id="{41C64071-1D20-08D7-2A19-34BF54AECC31}"/>
                </a:ext>
              </a:extLst>
            </p:cNvPr>
            <p:cNvCxnSpPr>
              <a:cxnSpLocks/>
              <a:stCxn id="1247"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249" name="Straight Connector 1248">
              <a:extLst>
                <a:ext uri="{FF2B5EF4-FFF2-40B4-BE49-F238E27FC236}">
                  <a16:creationId xmlns:a16="http://schemas.microsoft.com/office/drawing/2014/main" id="{34D410E1-E557-051A-F2EC-CB2984FF9445}"/>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50" name="Group 1249">
            <a:extLst>
              <a:ext uri="{FF2B5EF4-FFF2-40B4-BE49-F238E27FC236}">
                <a16:creationId xmlns:a16="http://schemas.microsoft.com/office/drawing/2014/main" id="{CA0A3C3A-0A76-6FAC-225D-CC5F7BA4C059}"/>
              </a:ext>
            </a:extLst>
          </p:cNvPr>
          <p:cNvGrpSpPr/>
          <p:nvPr/>
        </p:nvGrpSpPr>
        <p:grpSpPr>
          <a:xfrm>
            <a:off x="1268843" y="1532283"/>
            <a:ext cx="721206" cy="610032"/>
            <a:chOff x="1268843" y="1532283"/>
            <a:chExt cx="721206" cy="610032"/>
          </a:xfrm>
        </p:grpSpPr>
        <p:sp>
          <p:nvSpPr>
            <p:cNvPr id="1251" name="Rectangle 1250">
              <a:extLst>
                <a:ext uri="{FF2B5EF4-FFF2-40B4-BE49-F238E27FC236}">
                  <a16:creationId xmlns:a16="http://schemas.microsoft.com/office/drawing/2014/main" id="{7E3F82A2-4E24-47C3-4A2E-65606D38F5B8}"/>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1252" name="Right Triangle 1251">
              <a:extLst>
                <a:ext uri="{FF2B5EF4-FFF2-40B4-BE49-F238E27FC236}">
                  <a16:creationId xmlns:a16="http://schemas.microsoft.com/office/drawing/2014/main" id="{96DBC0D3-4CBC-5A4B-C3B1-B52C4D4DE9D2}"/>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53" name="Group 1252">
              <a:extLst>
                <a:ext uri="{FF2B5EF4-FFF2-40B4-BE49-F238E27FC236}">
                  <a16:creationId xmlns:a16="http://schemas.microsoft.com/office/drawing/2014/main" id="{B4BE9998-DE6C-656C-4064-41467C0F9353}"/>
                </a:ext>
              </a:extLst>
            </p:cNvPr>
            <p:cNvGrpSpPr/>
            <p:nvPr/>
          </p:nvGrpSpPr>
          <p:grpSpPr>
            <a:xfrm>
              <a:off x="1939436" y="1538374"/>
              <a:ext cx="37817" cy="61390"/>
              <a:chOff x="3883481" y="2057400"/>
              <a:chExt cx="1608363" cy="2652031"/>
            </a:xfrm>
            <a:solidFill>
              <a:srgbClr val="A6A6A6">
                <a:alpha val="20000"/>
              </a:srgbClr>
            </a:solidFill>
          </p:grpSpPr>
          <p:sp>
            <p:nvSpPr>
              <p:cNvPr id="1254" name="Oval 27">
                <a:extLst>
                  <a:ext uri="{FF2B5EF4-FFF2-40B4-BE49-F238E27FC236}">
                    <a16:creationId xmlns:a16="http://schemas.microsoft.com/office/drawing/2014/main" id="{5DA55779-1084-F237-9CE3-48142000CED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55" name="Oval 28">
                <a:extLst>
                  <a:ext uri="{FF2B5EF4-FFF2-40B4-BE49-F238E27FC236}">
                    <a16:creationId xmlns:a16="http://schemas.microsoft.com/office/drawing/2014/main" id="{7B34669B-1DC5-AB7B-D717-7799BBDC9A2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68" name="Group 1267">
            <a:extLst>
              <a:ext uri="{FF2B5EF4-FFF2-40B4-BE49-F238E27FC236}">
                <a16:creationId xmlns:a16="http://schemas.microsoft.com/office/drawing/2014/main" id="{95F8E2E3-4ABD-A793-1E32-3298553760D9}"/>
              </a:ext>
            </a:extLst>
          </p:cNvPr>
          <p:cNvGrpSpPr/>
          <p:nvPr/>
        </p:nvGrpSpPr>
        <p:grpSpPr>
          <a:xfrm>
            <a:off x="431659" y="2974054"/>
            <a:ext cx="721891" cy="609701"/>
            <a:chOff x="431659" y="2974054"/>
            <a:chExt cx="721891" cy="609701"/>
          </a:xfrm>
        </p:grpSpPr>
        <p:sp>
          <p:nvSpPr>
            <p:cNvPr id="1269" name="Rectangle 1268">
              <a:extLst>
                <a:ext uri="{FF2B5EF4-FFF2-40B4-BE49-F238E27FC236}">
                  <a16:creationId xmlns:a16="http://schemas.microsoft.com/office/drawing/2014/main" id="{479BA2B2-5894-FCEB-593E-CAF59EBFDB93}"/>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1270" name="Right Triangle 1269">
              <a:extLst>
                <a:ext uri="{FF2B5EF4-FFF2-40B4-BE49-F238E27FC236}">
                  <a16:creationId xmlns:a16="http://schemas.microsoft.com/office/drawing/2014/main" id="{4794A4FB-A240-92C5-4994-CDE7AA0CB210}"/>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71" name="Group 1270">
              <a:extLst>
                <a:ext uri="{FF2B5EF4-FFF2-40B4-BE49-F238E27FC236}">
                  <a16:creationId xmlns:a16="http://schemas.microsoft.com/office/drawing/2014/main" id="{FFB6B4FF-7A8B-DEDF-887B-B83417596E81}"/>
                </a:ext>
              </a:extLst>
            </p:cNvPr>
            <p:cNvGrpSpPr/>
            <p:nvPr/>
          </p:nvGrpSpPr>
          <p:grpSpPr>
            <a:xfrm>
              <a:off x="1102940" y="2981762"/>
              <a:ext cx="37817" cy="61390"/>
              <a:chOff x="3883481" y="2057400"/>
              <a:chExt cx="1608363" cy="2652031"/>
            </a:xfrm>
            <a:solidFill>
              <a:srgbClr val="A6A6A6">
                <a:alpha val="20000"/>
              </a:srgbClr>
            </a:solidFill>
          </p:grpSpPr>
          <p:sp>
            <p:nvSpPr>
              <p:cNvPr id="1272" name="Oval 27">
                <a:extLst>
                  <a:ext uri="{FF2B5EF4-FFF2-40B4-BE49-F238E27FC236}">
                    <a16:creationId xmlns:a16="http://schemas.microsoft.com/office/drawing/2014/main" id="{E51E6B7C-38B2-2ED6-2061-FA6833626F9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73" name="Oval 28">
                <a:extLst>
                  <a:ext uri="{FF2B5EF4-FFF2-40B4-BE49-F238E27FC236}">
                    <a16:creationId xmlns:a16="http://schemas.microsoft.com/office/drawing/2014/main" id="{D738AA7E-AC8C-B8DD-1222-65B9C9F6414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86" name="Group 1285">
            <a:extLst>
              <a:ext uri="{FF2B5EF4-FFF2-40B4-BE49-F238E27FC236}">
                <a16:creationId xmlns:a16="http://schemas.microsoft.com/office/drawing/2014/main" id="{BCD771F8-AC74-5D8E-716A-95797EB09C1F}"/>
              </a:ext>
            </a:extLst>
          </p:cNvPr>
          <p:cNvGrpSpPr/>
          <p:nvPr/>
        </p:nvGrpSpPr>
        <p:grpSpPr>
          <a:xfrm>
            <a:off x="431659" y="811556"/>
            <a:ext cx="721206" cy="609701"/>
            <a:chOff x="431659" y="811556"/>
            <a:chExt cx="721206" cy="609701"/>
          </a:xfrm>
        </p:grpSpPr>
        <p:sp>
          <p:nvSpPr>
            <p:cNvPr id="1287" name="Rectangle 1286">
              <a:extLst>
                <a:ext uri="{FF2B5EF4-FFF2-40B4-BE49-F238E27FC236}">
                  <a16:creationId xmlns:a16="http://schemas.microsoft.com/office/drawing/2014/main" id="{1A8501B5-7BF0-EB13-3CAE-6F5CDFE759D3}"/>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1288" name="Right Triangle 1287">
              <a:extLst>
                <a:ext uri="{FF2B5EF4-FFF2-40B4-BE49-F238E27FC236}">
                  <a16:creationId xmlns:a16="http://schemas.microsoft.com/office/drawing/2014/main" id="{29CFF257-285D-D345-6C55-3ECC1A65F70E}"/>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89" name="Group 1288">
              <a:extLst>
                <a:ext uri="{FF2B5EF4-FFF2-40B4-BE49-F238E27FC236}">
                  <a16:creationId xmlns:a16="http://schemas.microsoft.com/office/drawing/2014/main" id="{2829B864-48E7-D952-714A-F0386E1DCF63}"/>
                </a:ext>
              </a:extLst>
            </p:cNvPr>
            <p:cNvGrpSpPr/>
            <p:nvPr/>
          </p:nvGrpSpPr>
          <p:grpSpPr>
            <a:xfrm>
              <a:off x="1100969" y="819591"/>
              <a:ext cx="37817" cy="61390"/>
              <a:chOff x="3883481" y="2057400"/>
              <a:chExt cx="1608363" cy="2652031"/>
            </a:xfrm>
            <a:solidFill>
              <a:srgbClr val="A6A6A6">
                <a:alpha val="20000"/>
              </a:srgbClr>
            </a:solidFill>
          </p:grpSpPr>
          <p:sp>
            <p:nvSpPr>
              <p:cNvPr id="1290" name="Oval 27">
                <a:extLst>
                  <a:ext uri="{FF2B5EF4-FFF2-40B4-BE49-F238E27FC236}">
                    <a16:creationId xmlns:a16="http://schemas.microsoft.com/office/drawing/2014/main" id="{4E13F9BE-7D76-747C-941A-0DDFA123B4E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1" name="Oval 28">
                <a:extLst>
                  <a:ext uri="{FF2B5EF4-FFF2-40B4-BE49-F238E27FC236}">
                    <a16:creationId xmlns:a16="http://schemas.microsoft.com/office/drawing/2014/main" id="{6FDB13D5-35C0-76BA-411D-C7C2A935432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92" name="Group 1291">
            <a:extLst>
              <a:ext uri="{FF2B5EF4-FFF2-40B4-BE49-F238E27FC236}">
                <a16:creationId xmlns:a16="http://schemas.microsoft.com/office/drawing/2014/main" id="{2B787E41-0DBF-E474-3E95-1C32FD072D2E}"/>
              </a:ext>
            </a:extLst>
          </p:cNvPr>
          <p:cNvGrpSpPr/>
          <p:nvPr/>
        </p:nvGrpSpPr>
        <p:grpSpPr>
          <a:xfrm>
            <a:off x="1267285" y="811556"/>
            <a:ext cx="721206" cy="609701"/>
            <a:chOff x="1267285" y="811556"/>
            <a:chExt cx="721206" cy="609701"/>
          </a:xfrm>
        </p:grpSpPr>
        <p:sp>
          <p:nvSpPr>
            <p:cNvPr id="1293" name="Rectangle 1292">
              <a:extLst>
                <a:ext uri="{FF2B5EF4-FFF2-40B4-BE49-F238E27FC236}">
                  <a16:creationId xmlns:a16="http://schemas.microsoft.com/office/drawing/2014/main" id="{7F27EA58-0FD9-D6A1-87AB-0EB69C9EDDA9}"/>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1294" name="Right Triangle 1293">
              <a:extLst>
                <a:ext uri="{FF2B5EF4-FFF2-40B4-BE49-F238E27FC236}">
                  <a16:creationId xmlns:a16="http://schemas.microsoft.com/office/drawing/2014/main" id="{C063535F-315C-8E4E-C88E-140D392D9AFE}"/>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95" name="Group 1294">
              <a:extLst>
                <a:ext uri="{FF2B5EF4-FFF2-40B4-BE49-F238E27FC236}">
                  <a16:creationId xmlns:a16="http://schemas.microsoft.com/office/drawing/2014/main" id="{C153BE3C-3B74-FD7A-6F77-FF7A46384B0E}"/>
                </a:ext>
              </a:extLst>
            </p:cNvPr>
            <p:cNvGrpSpPr/>
            <p:nvPr/>
          </p:nvGrpSpPr>
          <p:grpSpPr>
            <a:xfrm>
              <a:off x="1937878" y="819591"/>
              <a:ext cx="37817" cy="61390"/>
              <a:chOff x="3883481" y="2057400"/>
              <a:chExt cx="1608363" cy="2652031"/>
            </a:xfrm>
            <a:solidFill>
              <a:srgbClr val="A6A6A6">
                <a:alpha val="20000"/>
              </a:srgbClr>
            </a:solidFill>
          </p:grpSpPr>
          <p:sp>
            <p:nvSpPr>
              <p:cNvPr id="1296" name="Oval 27">
                <a:extLst>
                  <a:ext uri="{FF2B5EF4-FFF2-40B4-BE49-F238E27FC236}">
                    <a16:creationId xmlns:a16="http://schemas.microsoft.com/office/drawing/2014/main" id="{91BC69C5-6A13-BB2D-6172-C910AA22D48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7" name="Oval 28">
                <a:extLst>
                  <a:ext uri="{FF2B5EF4-FFF2-40B4-BE49-F238E27FC236}">
                    <a16:creationId xmlns:a16="http://schemas.microsoft.com/office/drawing/2014/main" id="{9A11C76C-B373-0FF6-6D87-3F7736D88FE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98" name="Group 1297">
            <a:extLst>
              <a:ext uri="{FF2B5EF4-FFF2-40B4-BE49-F238E27FC236}">
                <a16:creationId xmlns:a16="http://schemas.microsoft.com/office/drawing/2014/main" id="{FD30DB72-F0CA-E437-229F-E9C5DAA366CE}"/>
              </a:ext>
            </a:extLst>
          </p:cNvPr>
          <p:cNvGrpSpPr/>
          <p:nvPr/>
        </p:nvGrpSpPr>
        <p:grpSpPr>
          <a:xfrm>
            <a:off x="2889438" y="751337"/>
            <a:ext cx="5022643" cy="5001728"/>
            <a:chOff x="2889438" y="751337"/>
            <a:chExt cx="5022643" cy="5001728"/>
          </a:xfrm>
        </p:grpSpPr>
        <p:cxnSp>
          <p:nvCxnSpPr>
            <p:cNvPr id="1299" name="Straight Connector 1298">
              <a:extLst>
                <a:ext uri="{FF2B5EF4-FFF2-40B4-BE49-F238E27FC236}">
                  <a16:creationId xmlns:a16="http://schemas.microsoft.com/office/drawing/2014/main" id="{E9B5AD3B-32E0-555F-90E9-3826FEA9D7A7}"/>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0" name="Straight Connector 1299">
              <a:extLst>
                <a:ext uri="{FF2B5EF4-FFF2-40B4-BE49-F238E27FC236}">
                  <a16:creationId xmlns:a16="http://schemas.microsoft.com/office/drawing/2014/main" id="{5FF9092D-2D3F-DB33-C3F2-CF24ED9E939F}"/>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1" name="Straight Connector 1300">
              <a:extLst>
                <a:ext uri="{FF2B5EF4-FFF2-40B4-BE49-F238E27FC236}">
                  <a16:creationId xmlns:a16="http://schemas.microsoft.com/office/drawing/2014/main" id="{310D3100-443C-3D89-233A-C83FA8861308}"/>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2" name="Straight Connector 1301">
              <a:extLst>
                <a:ext uri="{FF2B5EF4-FFF2-40B4-BE49-F238E27FC236}">
                  <a16:creationId xmlns:a16="http://schemas.microsoft.com/office/drawing/2014/main" id="{50895AF0-3D63-945F-AF4D-96429B8A0991}"/>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3" name="Straight Connector 1302">
              <a:extLst>
                <a:ext uri="{FF2B5EF4-FFF2-40B4-BE49-F238E27FC236}">
                  <a16:creationId xmlns:a16="http://schemas.microsoft.com/office/drawing/2014/main" id="{8ACBE5F7-C49E-FA51-BA42-992BAA2D0262}"/>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4" name="Straight Connector 1303">
              <a:extLst>
                <a:ext uri="{FF2B5EF4-FFF2-40B4-BE49-F238E27FC236}">
                  <a16:creationId xmlns:a16="http://schemas.microsoft.com/office/drawing/2014/main" id="{5477BD7F-0A29-281F-F0ED-F569A251DD2D}"/>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5" name="Straight Connector 1304">
              <a:extLst>
                <a:ext uri="{FF2B5EF4-FFF2-40B4-BE49-F238E27FC236}">
                  <a16:creationId xmlns:a16="http://schemas.microsoft.com/office/drawing/2014/main" id="{F2147906-8009-33C7-D7B2-C14F0C66EB53}"/>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6" name="Straight Connector 1305">
              <a:extLst>
                <a:ext uri="{FF2B5EF4-FFF2-40B4-BE49-F238E27FC236}">
                  <a16:creationId xmlns:a16="http://schemas.microsoft.com/office/drawing/2014/main" id="{EE2F29C8-FF85-F858-6FBB-012319C19F79}"/>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7" name="Straight Connector 1306">
              <a:extLst>
                <a:ext uri="{FF2B5EF4-FFF2-40B4-BE49-F238E27FC236}">
                  <a16:creationId xmlns:a16="http://schemas.microsoft.com/office/drawing/2014/main" id="{ABCFF785-80B0-C1B8-9DA1-5F39976C460C}"/>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8" name="Straight Connector 1307">
              <a:extLst>
                <a:ext uri="{FF2B5EF4-FFF2-40B4-BE49-F238E27FC236}">
                  <a16:creationId xmlns:a16="http://schemas.microsoft.com/office/drawing/2014/main" id="{27DC1DF3-EF57-004A-9F39-D28495DCC120}"/>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322" name="Group 1321">
            <a:extLst>
              <a:ext uri="{FF2B5EF4-FFF2-40B4-BE49-F238E27FC236}">
                <a16:creationId xmlns:a16="http://schemas.microsoft.com/office/drawing/2014/main" id="{42029270-D04C-CC82-E208-EDBC8259708F}"/>
              </a:ext>
            </a:extLst>
          </p:cNvPr>
          <p:cNvGrpSpPr/>
          <p:nvPr/>
        </p:nvGrpSpPr>
        <p:grpSpPr>
          <a:xfrm>
            <a:off x="6286130" y="4419624"/>
            <a:ext cx="721206" cy="609701"/>
            <a:chOff x="6286130" y="4419624"/>
            <a:chExt cx="721206" cy="609701"/>
          </a:xfrm>
        </p:grpSpPr>
        <p:sp>
          <p:nvSpPr>
            <p:cNvPr id="1323" name="Rectangle 1322">
              <a:hlinkHover r:id="" action="ppaction://noaction" highlightClick="1"/>
              <a:extLst>
                <a:ext uri="{FF2B5EF4-FFF2-40B4-BE49-F238E27FC236}">
                  <a16:creationId xmlns:a16="http://schemas.microsoft.com/office/drawing/2014/main" id="{424D7F30-6FEF-8CA2-AF4E-B3B494DAA6E3}"/>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1324" name="Oval 1323">
              <a:extLst>
                <a:ext uri="{FF2B5EF4-FFF2-40B4-BE49-F238E27FC236}">
                  <a16:creationId xmlns:a16="http://schemas.microsoft.com/office/drawing/2014/main" id="{CF50F558-C90A-FA67-2001-F41D4612E3E4}"/>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5" name="Isosceles Triangle 648">
              <a:extLst>
                <a:ext uri="{FF2B5EF4-FFF2-40B4-BE49-F238E27FC236}">
                  <a16:creationId xmlns:a16="http://schemas.microsoft.com/office/drawing/2014/main" id="{1D74EEAE-3BEF-B5B0-E8CE-6BF0F6B23F83}"/>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26" name="Group 1325">
            <a:extLst>
              <a:ext uri="{FF2B5EF4-FFF2-40B4-BE49-F238E27FC236}">
                <a16:creationId xmlns:a16="http://schemas.microsoft.com/office/drawing/2014/main" id="{3EB0A33E-9B52-3D5E-8509-E002A3E14766}"/>
              </a:ext>
            </a:extLst>
          </p:cNvPr>
          <p:cNvGrpSpPr/>
          <p:nvPr/>
        </p:nvGrpSpPr>
        <p:grpSpPr>
          <a:xfrm>
            <a:off x="5458940" y="5135305"/>
            <a:ext cx="721206" cy="609701"/>
            <a:chOff x="5458940" y="5135305"/>
            <a:chExt cx="721206" cy="609701"/>
          </a:xfrm>
        </p:grpSpPr>
        <p:sp>
          <p:nvSpPr>
            <p:cNvPr id="1327" name="Rectangle 1326">
              <a:hlinkHover r:id="" action="ppaction://noaction" highlightClick="1"/>
              <a:extLst>
                <a:ext uri="{FF2B5EF4-FFF2-40B4-BE49-F238E27FC236}">
                  <a16:creationId xmlns:a16="http://schemas.microsoft.com/office/drawing/2014/main" id="{D8F33220-2F8F-521C-5A12-C64AD2A918A1}"/>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1328" name="Oval 1327">
              <a:extLst>
                <a:ext uri="{FF2B5EF4-FFF2-40B4-BE49-F238E27FC236}">
                  <a16:creationId xmlns:a16="http://schemas.microsoft.com/office/drawing/2014/main" id="{4A6F3A48-29CD-1CBF-CA8C-4B503976EA41}"/>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9" name="Isosceles Triangle 648">
              <a:extLst>
                <a:ext uri="{FF2B5EF4-FFF2-40B4-BE49-F238E27FC236}">
                  <a16:creationId xmlns:a16="http://schemas.microsoft.com/office/drawing/2014/main" id="{6E04AB59-5D1A-67C8-F7C9-966457F8196C}"/>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30" name="Group 1329">
            <a:extLst>
              <a:ext uri="{FF2B5EF4-FFF2-40B4-BE49-F238E27FC236}">
                <a16:creationId xmlns:a16="http://schemas.microsoft.com/office/drawing/2014/main" id="{6F913C99-D3EE-DD9E-82B5-ABE6FC9A9A3F}"/>
              </a:ext>
            </a:extLst>
          </p:cNvPr>
          <p:cNvGrpSpPr/>
          <p:nvPr/>
        </p:nvGrpSpPr>
        <p:grpSpPr>
          <a:xfrm>
            <a:off x="6289146" y="5141017"/>
            <a:ext cx="721206" cy="609701"/>
            <a:chOff x="6289146" y="5141017"/>
            <a:chExt cx="721206" cy="609701"/>
          </a:xfrm>
        </p:grpSpPr>
        <p:sp>
          <p:nvSpPr>
            <p:cNvPr id="1331" name="Rectangle 1330">
              <a:hlinkHover r:id="" action="ppaction://noaction" highlightClick="1"/>
              <a:extLst>
                <a:ext uri="{FF2B5EF4-FFF2-40B4-BE49-F238E27FC236}">
                  <a16:creationId xmlns:a16="http://schemas.microsoft.com/office/drawing/2014/main" id="{EAAA410F-4635-E07A-5C1C-6C87FE403478}"/>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1332" name="Oval 1331">
              <a:extLst>
                <a:ext uri="{FF2B5EF4-FFF2-40B4-BE49-F238E27FC236}">
                  <a16:creationId xmlns:a16="http://schemas.microsoft.com/office/drawing/2014/main" id="{C9577B9E-1B1F-40EC-52FA-BBE4E4043664}"/>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33" name="Isosceles Triangle 648">
              <a:extLst>
                <a:ext uri="{FF2B5EF4-FFF2-40B4-BE49-F238E27FC236}">
                  <a16:creationId xmlns:a16="http://schemas.microsoft.com/office/drawing/2014/main" id="{6D7F6CB7-D384-9CA6-FFDE-CB177EEA3CB6}"/>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34" name="Group 1333">
            <a:extLst>
              <a:ext uri="{FF2B5EF4-FFF2-40B4-BE49-F238E27FC236}">
                <a16:creationId xmlns:a16="http://schemas.microsoft.com/office/drawing/2014/main" id="{CC4CCF3C-A34E-B56C-9E95-FBD063D80D81}"/>
              </a:ext>
            </a:extLst>
          </p:cNvPr>
          <p:cNvGrpSpPr/>
          <p:nvPr/>
        </p:nvGrpSpPr>
        <p:grpSpPr>
          <a:xfrm>
            <a:off x="7122911" y="4419624"/>
            <a:ext cx="721206" cy="609701"/>
            <a:chOff x="7122911" y="4419624"/>
            <a:chExt cx="721206" cy="609701"/>
          </a:xfrm>
        </p:grpSpPr>
        <p:sp>
          <p:nvSpPr>
            <p:cNvPr id="1335" name="Rectangle 1334">
              <a:hlinkHover r:id="" action="ppaction://noaction" highlightClick="1"/>
              <a:extLst>
                <a:ext uri="{FF2B5EF4-FFF2-40B4-BE49-F238E27FC236}">
                  <a16:creationId xmlns:a16="http://schemas.microsoft.com/office/drawing/2014/main" id="{9EACAD5F-88AC-BFBD-90CE-9E17101D9237}"/>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1336" name="Oval 1335">
              <a:extLst>
                <a:ext uri="{FF2B5EF4-FFF2-40B4-BE49-F238E27FC236}">
                  <a16:creationId xmlns:a16="http://schemas.microsoft.com/office/drawing/2014/main" id="{5C8F83AA-1E76-A410-1E04-CE85664E693B}"/>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37" name="Isosceles Triangle 648">
              <a:extLst>
                <a:ext uri="{FF2B5EF4-FFF2-40B4-BE49-F238E27FC236}">
                  <a16:creationId xmlns:a16="http://schemas.microsoft.com/office/drawing/2014/main" id="{7CE6C4FC-2B6D-CC45-B2AE-18E576F58010}"/>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42" name="Group 1341">
            <a:extLst>
              <a:ext uri="{FF2B5EF4-FFF2-40B4-BE49-F238E27FC236}">
                <a16:creationId xmlns:a16="http://schemas.microsoft.com/office/drawing/2014/main" id="{AA5BC115-3C9F-BF8C-8E7B-37BE27788061}"/>
              </a:ext>
            </a:extLst>
          </p:cNvPr>
          <p:cNvGrpSpPr/>
          <p:nvPr/>
        </p:nvGrpSpPr>
        <p:grpSpPr>
          <a:xfrm>
            <a:off x="5454385" y="4419624"/>
            <a:ext cx="721206" cy="609701"/>
            <a:chOff x="5454385" y="4419624"/>
            <a:chExt cx="721206" cy="609701"/>
          </a:xfrm>
        </p:grpSpPr>
        <p:sp>
          <p:nvSpPr>
            <p:cNvPr id="1343" name="Rectangle 1342">
              <a:hlinkHover r:id="" action="ppaction://noaction" highlightClick="1"/>
              <a:extLst>
                <a:ext uri="{FF2B5EF4-FFF2-40B4-BE49-F238E27FC236}">
                  <a16:creationId xmlns:a16="http://schemas.microsoft.com/office/drawing/2014/main" id="{2B06CC1A-D202-5A24-C5AB-5F31A668F7B3}"/>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1344" name="Oval 1343">
              <a:extLst>
                <a:ext uri="{FF2B5EF4-FFF2-40B4-BE49-F238E27FC236}">
                  <a16:creationId xmlns:a16="http://schemas.microsoft.com/office/drawing/2014/main" id="{B7913D52-FB09-B02C-18E0-484A60463AFA}"/>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45" name="Isosceles Triangle 648">
              <a:extLst>
                <a:ext uri="{FF2B5EF4-FFF2-40B4-BE49-F238E27FC236}">
                  <a16:creationId xmlns:a16="http://schemas.microsoft.com/office/drawing/2014/main" id="{B6E84C5F-1882-8CFB-79A4-8D5F140B3BC5}"/>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46" name="Group 1345">
            <a:extLst>
              <a:ext uri="{FF2B5EF4-FFF2-40B4-BE49-F238E27FC236}">
                <a16:creationId xmlns:a16="http://schemas.microsoft.com/office/drawing/2014/main" id="{121D3B85-A15B-1174-B1CE-40A7EAD67953}"/>
              </a:ext>
            </a:extLst>
          </p:cNvPr>
          <p:cNvGrpSpPr/>
          <p:nvPr/>
        </p:nvGrpSpPr>
        <p:grpSpPr>
          <a:xfrm>
            <a:off x="3775041" y="5130133"/>
            <a:ext cx="721895" cy="609700"/>
            <a:chOff x="3775041" y="5130133"/>
            <a:chExt cx="721895" cy="609700"/>
          </a:xfrm>
        </p:grpSpPr>
        <p:sp>
          <p:nvSpPr>
            <p:cNvPr id="1347" name="Rectangle 1346">
              <a:hlinkHover r:id="" action="ppaction://noaction" highlightClick="1"/>
              <a:extLst>
                <a:ext uri="{FF2B5EF4-FFF2-40B4-BE49-F238E27FC236}">
                  <a16:creationId xmlns:a16="http://schemas.microsoft.com/office/drawing/2014/main" id="{62589B20-AB6D-B358-073B-65D2ACC660C0}"/>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1348" name="Diamond 1347">
              <a:extLst>
                <a:ext uri="{FF2B5EF4-FFF2-40B4-BE49-F238E27FC236}">
                  <a16:creationId xmlns:a16="http://schemas.microsoft.com/office/drawing/2014/main" id="{654F75F6-6098-49B8-C37F-64D1E8F3F339}"/>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49" name="Oval 1348">
              <a:extLst>
                <a:ext uri="{FF2B5EF4-FFF2-40B4-BE49-F238E27FC236}">
                  <a16:creationId xmlns:a16="http://schemas.microsoft.com/office/drawing/2014/main" id="{B0B58B77-7B15-4B4E-E9D4-EB7990F8F83C}"/>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50" name="Group 1349">
            <a:extLst>
              <a:ext uri="{FF2B5EF4-FFF2-40B4-BE49-F238E27FC236}">
                <a16:creationId xmlns:a16="http://schemas.microsoft.com/office/drawing/2014/main" id="{72698A01-3021-9D35-C7A7-BA1E25102927}"/>
              </a:ext>
            </a:extLst>
          </p:cNvPr>
          <p:cNvGrpSpPr/>
          <p:nvPr/>
        </p:nvGrpSpPr>
        <p:grpSpPr>
          <a:xfrm>
            <a:off x="4618174" y="5130748"/>
            <a:ext cx="721895" cy="609700"/>
            <a:chOff x="4618174" y="5130748"/>
            <a:chExt cx="721895" cy="609700"/>
          </a:xfrm>
        </p:grpSpPr>
        <p:sp>
          <p:nvSpPr>
            <p:cNvPr id="1351" name="Rectangle 1350">
              <a:hlinkHover r:id="" action="ppaction://noaction" highlightClick="1"/>
              <a:extLst>
                <a:ext uri="{FF2B5EF4-FFF2-40B4-BE49-F238E27FC236}">
                  <a16:creationId xmlns:a16="http://schemas.microsoft.com/office/drawing/2014/main" id="{DD449AD9-3608-C866-46E8-74CE6925D2CE}"/>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1352" name="Diamond 1351">
              <a:extLst>
                <a:ext uri="{FF2B5EF4-FFF2-40B4-BE49-F238E27FC236}">
                  <a16:creationId xmlns:a16="http://schemas.microsoft.com/office/drawing/2014/main" id="{76F6E1A9-D1C6-6204-837C-4691038D38BB}"/>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53" name="Oval 1352">
              <a:extLst>
                <a:ext uri="{FF2B5EF4-FFF2-40B4-BE49-F238E27FC236}">
                  <a16:creationId xmlns:a16="http://schemas.microsoft.com/office/drawing/2014/main" id="{417F2B76-4813-49AC-BB6D-D786DC32C6A2}"/>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54" name="Group 1353">
            <a:extLst>
              <a:ext uri="{FF2B5EF4-FFF2-40B4-BE49-F238E27FC236}">
                <a16:creationId xmlns:a16="http://schemas.microsoft.com/office/drawing/2014/main" id="{8FAFFA8A-BCA6-0E1B-F4DD-10072DA6F382}"/>
              </a:ext>
            </a:extLst>
          </p:cNvPr>
          <p:cNvGrpSpPr/>
          <p:nvPr/>
        </p:nvGrpSpPr>
        <p:grpSpPr>
          <a:xfrm>
            <a:off x="7125833" y="5143368"/>
            <a:ext cx="721206" cy="609701"/>
            <a:chOff x="7125833" y="5143368"/>
            <a:chExt cx="721206" cy="609701"/>
          </a:xfrm>
        </p:grpSpPr>
        <p:sp>
          <p:nvSpPr>
            <p:cNvPr id="1355" name="Rectangle 1354">
              <a:hlinkHover r:id="" action="ppaction://noaction" highlightClick="1"/>
              <a:extLst>
                <a:ext uri="{FF2B5EF4-FFF2-40B4-BE49-F238E27FC236}">
                  <a16:creationId xmlns:a16="http://schemas.microsoft.com/office/drawing/2014/main" id="{BA2DD500-0BEB-645F-4C5B-26EB5860ADDD}"/>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1356" name="Oval 1355">
              <a:extLst>
                <a:ext uri="{FF2B5EF4-FFF2-40B4-BE49-F238E27FC236}">
                  <a16:creationId xmlns:a16="http://schemas.microsoft.com/office/drawing/2014/main" id="{0754A34B-A764-C51F-E853-3EEA23BFA975}"/>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57" name="Isosceles Triangle 648">
              <a:extLst>
                <a:ext uri="{FF2B5EF4-FFF2-40B4-BE49-F238E27FC236}">
                  <a16:creationId xmlns:a16="http://schemas.microsoft.com/office/drawing/2014/main" id="{34441320-0EEA-307E-D40B-2A4C23B8730C}"/>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58" name="Group 1357">
            <a:extLst>
              <a:ext uri="{FF2B5EF4-FFF2-40B4-BE49-F238E27FC236}">
                <a16:creationId xmlns:a16="http://schemas.microsoft.com/office/drawing/2014/main" id="{BAFA5AF8-3D47-84D4-EA88-99F9AB877FB5}"/>
              </a:ext>
            </a:extLst>
          </p:cNvPr>
          <p:cNvGrpSpPr/>
          <p:nvPr/>
        </p:nvGrpSpPr>
        <p:grpSpPr>
          <a:xfrm>
            <a:off x="7122911" y="3698231"/>
            <a:ext cx="721206" cy="609701"/>
            <a:chOff x="7122911" y="3698231"/>
            <a:chExt cx="721206" cy="609701"/>
          </a:xfrm>
        </p:grpSpPr>
        <p:sp>
          <p:nvSpPr>
            <p:cNvPr id="1359" name="Rectangle 1358">
              <a:hlinkHover r:id="" action="ppaction://noaction" highlightClick="1"/>
              <a:extLst>
                <a:ext uri="{FF2B5EF4-FFF2-40B4-BE49-F238E27FC236}">
                  <a16:creationId xmlns:a16="http://schemas.microsoft.com/office/drawing/2014/main" id="{16DB4EB3-94CD-1B09-77FB-C7CFFA567501}"/>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1360" name="Oval 1359">
              <a:extLst>
                <a:ext uri="{FF2B5EF4-FFF2-40B4-BE49-F238E27FC236}">
                  <a16:creationId xmlns:a16="http://schemas.microsoft.com/office/drawing/2014/main" id="{F68A6B56-6F45-3AA7-A9F6-CBC46507AC9B}"/>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1" name="Isosceles Triangle 648">
              <a:extLst>
                <a:ext uri="{FF2B5EF4-FFF2-40B4-BE49-F238E27FC236}">
                  <a16:creationId xmlns:a16="http://schemas.microsoft.com/office/drawing/2014/main" id="{01A8F09B-A16B-0C00-97E3-B44294DD70A8}"/>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62" name="Group 1361">
            <a:extLst>
              <a:ext uri="{FF2B5EF4-FFF2-40B4-BE49-F238E27FC236}">
                <a16:creationId xmlns:a16="http://schemas.microsoft.com/office/drawing/2014/main" id="{36E2606D-1682-5E4F-5336-15900778CFF6}"/>
              </a:ext>
            </a:extLst>
          </p:cNvPr>
          <p:cNvGrpSpPr/>
          <p:nvPr/>
        </p:nvGrpSpPr>
        <p:grpSpPr>
          <a:xfrm>
            <a:off x="6286224" y="3620338"/>
            <a:ext cx="721206" cy="687594"/>
            <a:chOff x="6286224" y="3620338"/>
            <a:chExt cx="721206" cy="687594"/>
          </a:xfrm>
        </p:grpSpPr>
        <p:cxnSp>
          <p:nvCxnSpPr>
            <p:cNvPr id="1363" name="Straight Connector 1362">
              <a:extLst>
                <a:ext uri="{FF2B5EF4-FFF2-40B4-BE49-F238E27FC236}">
                  <a16:creationId xmlns:a16="http://schemas.microsoft.com/office/drawing/2014/main" id="{123E0801-26A6-1E6B-D52E-5B702BF4F631}"/>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1364" name="Rectangle 1363">
              <a:hlinkHover r:id="" action="ppaction://noaction" highlightClick="1"/>
              <a:extLst>
                <a:ext uri="{FF2B5EF4-FFF2-40B4-BE49-F238E27FC236}">
                  <a16:creationId xmlns:a16="http://schemas.microsoft.com/office/drawing/2014/main" id="{34BEF164-66BE-12D0-3292-7DC316E2132E}"/>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1365" name="Oval 1364">
              <a:extLst>
                <a:ext uri="{FF2B5EF4-FFF2-40B4-BE49-F238E27FC236}">
                  <a16:creationId xmlns:a16="http://schemas.microsoft.com/office/drawing/2014/main" id="{B9690E30-03BE-9925-F0AF-5557EE79D2A8}"/>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6" name="Isosceles Triangle 648">
              <a:extLst>
                <a:ext uri="{FF2B5EF4-FFF2-40B4-BE49-F238E27FC236}">
                  <a16:creationId xmlns:a16="http://schemas.microsoft.com/office/drawing/2014/main" id="{C6472919-5283-20F9-9777-D0EB178CA3A7}"/>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77" name="Group 1376">
            <a:extLst>
              <a:ext uri="{FF2B5EF4-FFF2-40B4-BE49-F238E27FC236}">
                <a16:creationId xmlns:a16="http://schemas.microsoft.com/office/drawing/2014/main" id="{1C13125A-ADA2-8EA4-D6ED-343F168CFA16}"/>
              </a:ext>
            </a:extLst>
          </p:cNvPr>
          <p:cNvGrpSpPr/>
          <p:nvPr/>
        </p:nvGrpSpPr>
        <p:grpSpPr>
          <a:xfrm>
            <a:off x="6284590" y="811556"/>
            <a:ext cx="721206" cy="609701"/>
            <a:chOff x="6284590" y="811556"/>
            <a:chExt cx="721206" cy="609701"/>
          </a:xfrm>
        </p:grpSpPr>
        <p:sp>
          <p:nvSpPr>
            <p:cNvPr id="1378" name="Rectangle 1377">
              <a:hlinkHover r:id="" action="ppaction://noaction" highlightClick="1"/>
              <a:extLst>
                <a:ext uri="{FF2B5EF4-FFF2-40B4-BE49-F238E27FC236}">
                  <a16:creationId xmlns:a16="http://schemas.microsoft.com/office/drawing/2014/main" id="{EFFC2BC4-0E4E-91DB-0600-2B218DD07DA1}"/>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1379" name="Right Triangle 1378">
              <a:extLst>
                <a:ext uri="{FF2B5EF4-FFF2-40B4-BE49-F238E27FC236}">
                  <a16:creationId xmlns:a16="http://schemas.microsoft.com/office/drawing/2014/main" id="{77204071-AC6E-E596-56A9-F2D72BDBEF3A}"/>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0" name="Oval 27">
              <a:extLst>
                <a:ext uri="{FF2B5EF4-FFF2-40B4-BE49-F238E27FC236}">
                  <a16:creationId xmlns:a16="http://schemas.microsoft.com/office/drawing/2014/main" id="{B29FCC73-6C8B-CEDD-BA47-5E3A0B70E51A}"/>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1" name="Oval 28">
              <a:extLst>
                <a:ext uri="{FF2B5EF4-FFF2-40B4-BE49-F238E27FC236}">
                  <a16:creationId xmlns:a16="http://schemas.microsoft.com/office/drawing/2014/main" id="{771552C7-B0EF-259C-4091-C8BD200221D5}"/>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87" name="Group 1386">
            <a:extLst>
              <a:ext uri="{FF2B5EF4-FFF2-40B4-BE49-F238E27FC236}">
                <a16:creationId xmlns:a16="http://schemas.microsoft.com/office/drawing/2014/main" id="{36A6B2FD-92CA-592A-F162-CC376A939009}"/>
              </a:ext>
            </a:extLst>
          </p:cNvPr>
          <p:cNvGrpSpPr/>
          <p:nvPr/>
        </p:nvGrpSpPr>
        <p:grpSpPr>
          <a:xfrm>
            <a:off x="2942396" y="3698227"/>
            <a:ext cx="721206" cy="609701"/>
            <a:chOff x="2942396" y="3698227"/>
            <a:chExt cx="721206" cy="609701"/>
          </a:xfrm>
        </p:grpSpPr>
        <p:sp>
          <p:nvSpPr>
            <p:cNvPr id="1388" name="Rectangle 1387">
              <a:extLst>
                <a:ext uri="{FF2B5EF4-FFF2-40B4-BE49-F238E27FC236}">
                  <a16:creationId xmlns:a16="http://schemas.microsoft.com/office/drawing/2014/main" id="{BBCCAEEE-D481-2AD5-28D3-C684586E1D8B}"/>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1389" name="Right Triangle 1388">
              <a:extLst>
                <a:ext uri="{FF2B5EF4-FFF2-40B4-BE49-F238E27FC236}">
                  <a16:creationId xmlns:a16="http://schemas.microsoft.com/office/drawing/2014/main" id="{91E57BD8-2FA9-0BEA-3D4B-ECE66F37CD90}"/>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90" name="Group 1389">
              <a:extLst>
                <a:ext uri="{FF2B5EF4-FFF2-40B4-BE49-F238E27FC236}">
                  <a16:creationId xmlns:a16="http://schemas.microsoft.com/office/drawing/2014/main" id="{023D81F6-AB0E-49B7-A627-882A60B5F633}"/>
                </a:ext>
              </a:extLst>
            </p:cNvPr>
            <p:cNvGrpSpPr/>
            <p:nvPr/>
          </p:nvGrpSpPr>
          <p:grpSpPr>
            <a:xfrm>
              <a:off x="3607770" y="3713045"/>
              <a:ext cx="37817" cy="61390"/>
              <a:chOff x="3883481" y="2057400"/>
              <a:chExt cx="1608363" cy="2652031"/>
            </a:xfrm>
            <a:solidFill>
              <a:srgbClr val="A6A6A6"/>
            </a:solidFill>
          </p:grpSpPr>
          <p:sp>
            <p:nvSpPr>
              <p:cNvPr id="1391" name="Oval 27">
                <a:extLst>
                  <a:ext uri="{FF2B5EF4-FFF2-40B4-BE49-F238E27FC236}">
                    <a16:creationId xmlns:a16="http://schemas.microsoft.com/office/drawing/2014/main" id="{2382F39B-FB41-31E4-A7F8-63AAE6959BE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2" name="Oval 28">
                <a:extLst>
                  <a:ext uri="{FF2B5EF4-FFF2-40B4-BE49-F238E27FC236}">
                    <a16:creationId xmlns:a16="http://schemas.microsoft.com/office/drawing/2014/main" id="{98B3BC20-00FE-A0B1-7E06-CA28BAC83DA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99" name="Group 1398">
            <a:extLst>
              <a:ext uri="{FF2B5EF4-FFF2-40B4-BE49-F238E27FC236}">
                <a16:creationId xmlns:a16="http://schemas.microsoft.com/office/drawing/2014/main" id="{FFC99C54-7FA3-2289-BD1B-CB3A02C79C81}"/>
              </a:ext>
            </a:extLst>
          </p:cNvPr>
          <p:cNvGrpSpPr/>
          <p:nvPr/>
        </p:nvGrpSpPr>
        <p:grpSpPr>
          <a:xfrm>
            <a:off x="2105709" y="3698225"/>
            <a:ext cx="721206" cy="610376"/>
            <a:chOff x="2105709" y="3698225"/>
            <a:chExt cx="721206" cy="610376"/>
          </a:xfrm>
        </p:grpSpPr>
        <p:sp>
          <p:nvSpPr>
            <p:cNvPr id="1400" name="Rectangle 1399">
              <a:extLst>
                <a:ext uri="{FF2B5EF4-FFF2-40B4-BE49-F238E27FC236}">
                  <a16:creationId xmlns:a16="http://schemas.microsoft.com/office/drawing/2014/main" id="{040116A5-265E-616E-E492-B5B1C3A391FD}"/>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1401" name="Right Triangle 1400">
              <a:extLst>
                <a:ext uri="{FF2B5EF4-FFF2-40B4-BE49-F238E27FC236}">
                  <a16:creationId xmlns:a16="http://schemas.microsoft.com/office/drawing/2014/main" id="{920DCD28-A4D8-4890-CDA5-EE74C1610C0A}"/>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02" name="Group 1401">
              <a:extLst>
                <a:ext uri="{FF2B5EF4-FFF2-40B4-BE49-F238E27FC236}">
                  <a16:creationId xmlns:a16="http://schemas.microsoft.com/office/drawing/2014/main" id="{4073E20D-04C4-91AD-99D4-03CB6C656714}"/>
                </a:ext>
              </a:extLst>
            </p:cNvPr>
            <p:cNvGrpSpPr/>
            <p:nvPr/>
          </p:nvGrpSpPr>
          <p:grpSpPr>
            <a:xfrm>
              <a:off x="2776304" y="3704319"/>
              <a:ext cx="37817" cy="61390"/>
              <a:chOff x="3883481" y="2057400"/>
              <a:chExt cx="1608363" cy="2652031"/>
            </a:xfrm>
            <a:solidFill>
              <a:srgbClr val="A6A6A6"/>
            </a:solidFill>
          </p:grpSpPr>
          <p:sp>
            <p:nvSpPr>
              <p:cNvPr id="1403" name="Oval 27">
                <a:extLst>
                  <a:ext uri="{FF2B5EF4-FFF2-40B4-BE49-F238E27FC236}">
                    <a16:creationId xmlns:a16="http://schemas.microsoft.com/office/drawing/2014/main" id="{D972423E-0592-AAE5-E4A4-93CB561549A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4" name="Oval 28">
                <a:extLst>
                  <a:ext uri="{FF2B5EF4-FFF2-40B4-BE49-F238E27FC236}">
                    <a16:creationId xmlns:a16="http://schemas.microsoft.com/office/drawing/2014/main" id="{51F84E73-DA4C-AF65-9CDE-D52E274DECA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05" name="Group 1404">
            <a:extLst>
              <a:ext uri="{FF2B5EF4-FFF2-40B4-BE49-F238E27FC236}">
                <a16:creationId xmlns:a16="http://schemas.microsoft.com/office/drawing/2014/main" id="{131B432A-1A9B-0B05-C49B-0DA307B6F71E}"/>
              </a:ext>
            </a:extLst>
          </p:cNvPr>
          <p:cNvGrpSpPr/>
          <p:nvPr/>
        </p:nvGrpSpPr>
        <p:grpSpPr>
          <a:xfrm>
            <a:off x="431659" y="1532275"/>
            <a:ext cx="721893" cy="610039"/>
            <a:chOff x="431659" y="1532275"/>
            <a:chExt cx="721893" cy="610039"/>
          </a:xfrm>
        </p:grpSpPr>
        <p:sp>
          <p:nvSpPr>
            <p:cNvPr id="1406" name="Rectangle 1405">
              <a:extLst>
                <a:ext uri="{FF2B5EF4-FFF2-40B4-BE49-F238E27FC236}">
                  <a16:creationId xmlns:a16="http://schemas.microsoft.com/office/drawing/2014/main" id="{CFF70555-0ABC-F301-8969-8C11B014B7B0}"/>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1407" name="Right Triangle 1406">
              <a:extLst>
                <a:ext uri="{FF2B5EF4-FFF2-40B4-BE49-F238E27FC236}">
                  <a16:creationId xmlns:a16="http://schemas.microsoft.com/office/drawing/2014/main" id="{AF2C26DA-2611-3803-CD27-E941DADFE670}"/>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08" name="Group 1407">
              <a:extLst>
                <a:ext uri="{FF2B5EF4-FFF2-40B4-BE49-F238E27FC236}">
                  <a16:creationId xmlns:a16="http://schemas.microsoft.com/office/drawing/2014/main" id="{546F0B3C-665A-E785-98DC-49E23CB7F42C}"/>
                </a:ext>
              </a:extLst>
            </p:cNvPr>
            <p:cNvGrpSpPr/>
            <p:nvPr/>
          </p:nvGrpSpPr>
          <p:grpSpPr>
            <a:xfrm>
              <a:off x="1102941" y="1538369"/>
              <a:ext cx="37817" cy="61390"/>
              <a:chOff x="3883481" y="2057400"/>
              <a:chExt cx="1608363" cy="2652031"/>
            </a:xfrm>
            <a:solidFill>
              <a:srgbClr val="A6A6A6"/>
            </a:solidFill>
          </p:grpSpPr>
          <p:sp>
            <p:nvSpPr>
              <p:cNvPr id="1409" name="Oval 27">
                <a:extLst>
                  <a:ext uri="{FF2B5EF4-FFF2-40B4-BE49-F238E27FC236}">
                    <a16:creationId xmlns:a16="http://schemas.microsoft.com/office/drawing/2014/main" id="{A41F7062-99F9-56CF-4DD2-4BFDACE495C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0" name="Oval 28">
                <a:extLst>
                  <a:ext uri="{FF2B5EF4-FFF2-40B4-BE49-F238E27FC236}">
                    <a16:creationId xmlns:a16="http://schemas.microsoft.com/office/drawing/2014/main" id="{777F3F93-3873-2419-5541-14511AD0426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17" name="Group 1416">
            <a:extLst>
              <a:ext uri="{FF2B5EF4-FFF2-40B4-BE49-F238E27FC236}">
                <a16:creationId xmlns:a16="http://schemas.microsoft.com/office/drawing/2014/main" id="{43C865A4-26F8-6FC4-1BE8-0E1EA0B35D48}"/>
              </a:ext>
            </a:extLst>
          </p:cNvPr>
          <p:cNvGrpSpPr/>
          <p:nvPr/>
        </p:nvGrpSpPr>
        <p:grpSpPr>
          <a:xfrm>
            <a:off x="2940467" y="2974052"/>
            <a:ext cx="721206" cy="613156"/>
            <a:chOff x="2940467" y="2974052"/>
            <a:chExt cx="721206" cy="613156"/>
          </a:xfrm>
        </p:grpSpPr>
        <p:sp>
          <p:nvSpPr>
            <p:cNvPr id="1418" name="Rectangle 1417">
              <a:extLst>
                <a:ext uri="{FF2B5EF4-FFF2-40B4-BE49-F238E27FC236}">
                  <a16:creationId xmlns:a16="http://schemas.microsoft.com/office/drawing/2014/main" id="{C00A9592-65CD-D5A9-0F79-AB75FDA055E6}"/>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1419" name="Right Triangle 1418">
              <a:extLst>
                <a:ext uri="{FF2B5EF4-FFF2-40B4-BE49-F238E27FC236}">
                  <a16:creationId xmlns:a16="http://schemas.microsoft.com/office/drawing/2014/main" id="{F1586CC9-9347-C362-631F-8C72015B54F2}"/>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20" name="Group 1419">
              <a:extLst>
                <a:ext uri="{FF2B5EF4-FFF2-40B4-BE49-F238E27FC236}">
                  <a16:creationId xmlns:a16="http://schemas.microsoft.com/office/drawing/2014/main" id="{09D10A01-4302-A7DD-20CC-BB0495A00F87}"/>
                </a:ext>
              </a:extLst>
            </p:cNvPr>
            <p:cNvGrpSpPr/>
            <p:nvPr/>
          </p:nvGrpSpPr>
          <p:grpSpPr>
            <a:xfrm>
              <a:off x="3610505" y="2980146"/>
              <a:ext cx="37817" cy="61390"/>
              <a:chOff x="3883481" y="2057400"/>
              <a:chExt cx="1608363" cy="2652031"/>
            </a:xfrm>
            <a:solidFill>
              <a:srgbClr val="A6A6A6"/>
            </a:solidFill>
          </p:grpSpPr>
          <p:sp>
            <p:nvSpPr>
              <p:cNvPr id="1421" name="Oval 27">
                <a:extLst>
                  <a:ext uri="{FF2B5EF4-FFF2-40B4-BE49-F238E27FC236}">
                    <a16:creationId xmlns:a16="http://schemas.microsoft.com/office/drawing/2014/main" id="{A6EFCBD8-2C0F-2385-060D-F01D5AB53EB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2" name="Oval 28">
                <a:extLst>
                  <a:ext uri="{FF2B5EF4-FFF2-40B4-BE49-F238E27FC236}">
                    <a16:creationId xmlns:a16="http://schemas.microsoft.com/office/drawing/2014/main" id="{5DC721A0-BE78-433D-09E3-41BA9157EF9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23" name="Group 1422">
            <a:extLst>
              <a:ext uri="{FF2B5EF4-FFF2-40B4-BE49-F238E27FC236}">
                <a16:creationId xmlns:a16="http://schemas.microsoft.com/office/drawing/2014/main" id="{554CDC3C-795B-434A-681E-4E79A03BF536}"/>
              </a:ext>
            </a:extLst>
          </p:cNvPr>
          <p:cNvGrpSpPr/>
          <p:nvPr/>
        </p:nvGrpSpPr>
        <p:grpSpPr>
          <a:xfrm>
            <a:off x="1268379" y="2974054"/>
            <a:ext cx="721206" cy="609701"/>
            <a:chOff x="1268379" y="2974054"/>
            <a:chExt cx="721206" cy="609701"/>
          </a:xfrm>
        </p:grpSpPr>
        <p:sp>
          <p:nvSpPr>
            <p:cNvPr id="1424" name="Rectangle 1423">
              <a:extLst>
                <a:ext uri="{FF2B5EF4-FFF2-40B4-BE49-F238E27FC236}">
                  <a16:creationId xmlns:a16="http://schemas.microsoft.com/office/drawing/2014/main" id="{FB1D2D32-A0AA-AB24-E1DA-EEDBB86A940A}"/>
                </a:ext>
              </a:extLst>
            </p:cNvPr>
            <p:cNvSpPr/>
            <p:nvPr/>
          </p:nvSpPr>
          <p:spPr>
            <a:xfrm>
              <a:off x="126837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1425" name="Right Triangle 1424">
              <a:extLst>
                <a:ext uri="{FF2B5EF4-FFF2-40B4-BE49-F238E27FC236}">
                  <a16:creationId xmlns:a16="http://schemas.microsoft.com/office/drawing/2014/main" id="{681992A4-E100-8667-6DD9-4E11839A8EB9}"/>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26" name="Group 1425">
              <a:extLst>
                <a:ext uri="{FF2B5EF4-FFF2-40B4-BE49-F238E27FC236}">
                  <a16:creationId xmlns:a16="http://schemas.microsoft.com/office/drawing/2014/main" id="{62043A4C-C889-BF76-0B5B-635F9B034545}"/>
                </a:ext>
              </a:extLst>
            </p:cNvPr>
            <p:cNvGrpSpPr/>
            <p:nvPr/>
          </p:nvGrpSpPr>
          <p:grpSpPr>
            <a:xfrm>
              <a:off x="1938974" y="2986444"/>
              <a:ext cx="37817" cy="61390"/>
              <a:chOff x="3883481" y="2057400"/>
              <a:chExt cx="1608363" cy="2652031"/>
            </a:xfrm>
            <a:solidFill>
              <a:srgbClr val="A6A6A6"/>
            </a:solidFill>
          </p:grpSpPr>
          <p:sp>
            <p:nvSpPr>
              <p:cNvPr id="1427" name="Oval 27">
                <a:extLst>
                  <a:ext uri="{FF2B5EF4-FFF2-40B4-BE49-F238E27FC236}">
                    <a16:creationId xmlns:a16="http://schemas.microsoft.com/office/drawing/2014/main" id="{F36A0752-C225-C0FF-AC1A-911EE59F661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8" name="Oval 28">
                <a:extLst>
                  <a:ext uri="{FF2B5EF4-FFF2-40B4-BE49-F238E27FC236}">
                    <a16:creationId xmlns:a16="http://schemas.microsoft.com/office/drawing/2014/main" id="{E864907E-F07F-D3EE-4E39-C6E16FCFAA2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47" name="Group 1446">
            <a:extLst>
              <a:ext uri="{FF2B5EF4-FFF2-40B4-BE49-F238E27FC236}">
                <a16:creationId xmlns:a16="http://schemas.microsoft.com/office/drawing/2014/main" id="{0C736CDB-AADD-5AB9-558E-C366DBBEA69B}"/>
              </a:ext>
            </a:extLst>
          </p:cNvPr>
          <p:cNvGrpSpPr/>
          <p:nvPr/>
        </p:nvGrpSpPr>
        <p:grpSpPr>
          <a:xfrm>
            <a:off x="2937172" y="4419618"/>
            <a:ext cx="721206" cy="610376"/>
            <a:chOff x="2937172" y="4419618"/>
            <a:chExt cx="721206" cy="610376"/>
          </a:xfrm>
        </p:grpSpPr>
        <p:sp>
          <p:nvSpPr>
            <p:cNvPr id="1448" name="Rectangle 1447">
              <a:extLst>
                <a:ext uri="{FF2B5EF4-FFF2-40B4-BE49-F238E27FC236}">
                  <a16:creationId xmlns:a16="http://schemas.microsoft.com/office/drawing/2014/main" id="{EF100C42-EB41-13BE-A7BE-85A98BFE9003}"/>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1449" name="Right Triangle 1448">
              <a:extLst>
                <a:ext uri="{FF2B5EF4-FFF2-40B4-BE49-F238E27FC236}">
                  <a16:creationId xmlns:a16="http://schemas.microsoft.com/office/drawing/2014/main" id="{DFF04C6E-35CE-AC61-E110-639EFE63AF5A}"/>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50" name="Group 1449">
              <a:extLst>
                <a:ext uri="{FF2B5EF4-FFF2-40B4-BE49-F238E27FC236}">
                  <a16:creationId xmlns:a16="http://schemas.microsoft.com/office/drawing/2014/main" id="{E7C2932B-59A1-3E5A-3CE7-25B5E59BA39E}"/>
                </a:ext>
              </a:extLst>
            </p:cNvPr>
            <p:cNvGrpSpPr/>
            <p:nvPr/>
          </p:nvGrpSpPr>
          <p:grpSpPr>
            <a:xfrm>
              <a:off x="3607767" y="4425712"/>
              <a:ext cx="37817" cy="61390"/>
              <a:chOff x="3883481" y="2057400"/>
              <a:chExt cx="1608363" cy="2652031"/>
            </a:xfrm>
            <a:solidFill>
              <a:srgbClr val="A6A6A6"/>
            </a:solidFill>
          </p:grpSpPr>
          <p:sp>
            <p:nvSpPr>
              <p:cNvPr id="1451" name="Oval 27">
                <a:extLst>
                  <a:ext uri="{FF2B5EF4-FFF2-40B4-BE49-F238E27FC236}">
                    <a16:creationId xmlns:a16="http://schemas.microsoft.com/office/drawing/2014/main" id="{4561898C-7CFB-F389-7B37-C6B3DB85B3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2" name="Oval 28">
                <a:extLst>
                  <a:ext uri="{FF2B5EF4-FFF2-40B4-BE49-F238E27FC236}">
                    <a16:creationId xmlns:a16="http://schemas.microsoft.com/office/drawing/2014/main" id="{AD75CE95-CA2D-2C17-D753-2B2D420E261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61" name="Group 1560">
            <a:extLst>
              <a:ext uri="{FF2B5EF4-FFF2-40B4-BE49-F238E27FC236}">
                <a16:creationId xmlns:a16="http://schemas.microsoft.com/office/drawing/2014/main" id="{8CA6A0E2-C84A-FF95-F7FE-B1BC7146451C}"/>
              </a:ext>
            </a:extLst>
          </p:cNvPr>
          <p:cNvGrpSpPr/>
          <p:nvPr/>
        </p:nvGrpSpPr>
        <p:grpSpPr>
          <a:xfrm>
            <a:off x="6287105" y="2974054"/>
            <a:ext cx="721206" cy="609701"/>
            <a:chOff x="6287105" y="2974054"/>
            <a:chExt cx="721206" cy="609701"/>
          </a:xfrm>
        </p:grpSpPr>
        <p:sp>
          <p:nvSpPr>
            <p:cNvPr id="1562" name="Rectangle 1561">
              <a:hlinkHover r:id="" action="ppaction://noaction" highlightClick="1"/>
              <a:extLst>
                <a:ext uri="{FF2B5EF4-FFF2-40B4-BE49-F238E27FC236}">
                  <a16:creationId xmlns:a16="http://schemas.microsoft.com/office/drawing/2014/main" id="{DAD17266-0E2F-03AC-B198-BF0FB0B5BB8A}"/>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1563" name="Rectangle 1562">
              <a:extLst>
                <a:ext uri="{FF2B5EF4-FFF2-40B4-BE49-F238E27FC236}">
                  <a16:creationId xmlns:a16="http://schemas.microsoft.com/office/drawing/2014/main" id="{130F1A4F-6784-AFD8-091F-E368A9F6D449}"/>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4" name="Oval 15">
              <a:extLst>
                <a:ext uri="{FF2B5EF4-FFF2-40B4-BE49-F238E27FC236}">
                  <a16:creationId xmlns:a16="http://schemas.microsoft.com/office/drawing/2014/main" id="{DD30E116-DE8A-DE29-D885-52D05EB4CFFD}"/>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65" name="Straight Connector 1564">
              <a:extLst>
                <a:ext uri="{FF2B5EF4-FFF2-40B4-BE49-F238E27FC236}">
                  <a16:creationId xmlns:a16="http://schemas.microsoft.com/office/drawing/2014/main" id="{839C513B-8993-C453-C95F-FCDA6A229E37}"/>
                </a:ext>
              </a:extLst>
            </p:cNvPr>
            <p:cNvCxnSpPr>
              <a:cxnSpLocks/>
              <a:stCxn id="1564"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66" name="Straight Connector 1565">
              <a:extLst>
                <a:ext uri="{FF2B5EF4-FFF2-40B4-BE49-F238E27FC236}">
                  <a16:creationId xmlns:a16="http://schemas.microsoft.com/office/drawing/2014/main" id="{6D2AFB30-9711-82A0-3F66-B7FCD1037483}"/>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67" name="Group 1566">
            <a:extLst>
              <a:ext uri="{FF2B5EF4-FFF2-40B4-BE49-F238E27FC236}">
                <a16:creationId xmlns:a16="http://schemas.microsoft.com/office/drawing/2014/main" id="{FDEE8C65-E133-A14C-3176-2670191F3EC6}"/>
              </a:ext>
            </a:extLst>
          </p:cNvPr>
          <p:cNvGrpSpPr/>
          <p:nvPr/>
        </p:nvGrpSpPr>
        <p:grpSpPr>
          <a:xfrm>
            <a:off x="7123149" y="2974054"/>
            <a:ext cx="721206" cy="609701"/>
            <a:chOff x="7123149" y="2974054"/>
            <a:chExt cx="721206" cy="609701"/>
          </a:xfrm>
        </p:grpSpPr>
        <p:sp>
          <p:nvSpPr>
            <p:cNvPr id="1568" name="Rectangle 1567">
              <a:hlinkHover r:id="" action="ppaction://noaction" highlightClick="1"/>
              <a:extLst>
                <a:ext uri="{FF2B5EF4-FFF2-40B4-BE49-F238E27FC236}">
                  <a16:creationId xmlns:a16="http://schemas.microsoft.com/office/drawing/2014/main" id="{1770238D-2797-6C28-C62B-FE9317A8C83B}"/>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1569" name="Rectangle 1568">
              <a:extLst>
                <a:ext uri="{FF2B5EF4-FFF2-40B4-BE49-F238E27FC236}">
                  <a16:creationId xmlns:a16="http://schemas.microsoft.com/office/drawing/2014/main" id="{E0FAC3E7-5A3D-71EF-BB30-2E09E9761566}"/>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70" name="Oval 15">
              <a:extLst>
                <a:ext uri="{FF2B5EF4-FFF2-40B4-BE49-F238E27FC236}">
                  <a16:creationId xmlns:a16="http://schemas.microsoft.com/office/drawing/2014/main" id="{24838151-0F8F-21C2-EE46-905A818948A5}"/>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71" name="Straight Connector 1570">
              <a:extLst>
                <a:ext uri="{FF2B5EF4-FFF2-40B4-BE49-F238E27FC236}">
                  <a16:creationId xmlns:a16="http://schemas.microsoft.com/office/drawing/2014/main" id="{61F39A0D-D70B-A48C-D971-11CBAFC86B05}"/>
                </a:ext>
              </a:extLst>
            </p:cNvPr>
            <p:cNvCxnSpPr>
              <a:cxnSpLocks/>
              <a:stCxn id="1570"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72" name="Straight Connector 1571">
              <a:extLst>
                <a:ext uri="{FF2B5EF4-FFF2-40B4-BE49-F238E27FC236}">
                  <a16:creationId xmlns:a16="http://schemas.microsoft.com/office/drawing/2014/main" id="{AF840AB3-D066-B3E5-9CE6-4679DC9C9BF7}"/>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73" name="Group 1572">
            <a:extLst>
              <a:ext uri="{FF2B5EF4-FFF2-40B4-BE49-F238E27FC236}">
                <a16:creationId xmlns:a16="http://schemas.microsoft.com/office/drawing/2014/main" id="{EFCE8D57-98FF-99B6-1309-08222837E627}"/>
              </a:ext>
            </a:extLst>
          </p:cNvPr>
          <p:cNvGrpSpPr/>
          <p:nvPr/>
        </p:nvGrpSpPr>
        <p:grpSpPr>
          <a:xfrm>
            <a:off x="9656908" y="1532276"/>
            <a:ext cx="721206" cy="609701"/>
            <a:chOff x="9656908" y="1532276"/>
            <a:chExt cx="721206" cy="609701"/>
          </a:xfrm>
        </p:grpSpPr>
        <p:sp>
          <p:nvSpPr>
            <p:cNvPr id="1574" name="Rectangle 1573">
              <a:extLst>
                <a:ext uri="{FF2B5EF4-FFF2-40B4-BE49-F238E27FC236}">
                  <a16:creationId xmlns:a16="http://schemas.microsoft.com/office/drawing/2014/main" id="{DA7BF51A-35BC-D593-BD50-11518D3A3B27}"/>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575" name="Rectangle 1574">
              <a:extLst>
                <a:ext uri="{FF2B5EF4-FFF2-40B4-BE49-F238E27FC236}">
                  <a16:creationId xmlns:a16="http://schemas.microsoft.com/office/drawing/2014/main" id="{E978DE9E-8BAB-DD65-4B4E-CEC0B11FA786}"/>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76" name="Oval 15">
              <a:extLst>
                <a:ext uri="{FF2B5EF4-FFF2-40B4-BE49-F238E27FC236}">
                  <a16:creationId xmlns:a16="http://schemas.microsoft.com/office/drawing/2014/main" id="{B8720B97-DFA7-74EE-59D2-6847742B3723}"/>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77" name="Straight Connector 1576">
              <a:extLst>
                <a:ext uri="{FF2B5EF4-FFF2-40B4-BE49-F238E27FC236}">
                  <a16:creationId xmlns:a16="http://schemas.microsoft.com/office/drawing/2014/main" id="{43944211-13EC-CDA7-E037-26A71376F299}"/>
                </a:ext>
              </a:extLst>
            </p:cNvPr>
            <p:cNvCxnSpPr>
              <a:cxnSpLocks/>
              <a:stCxn id="1576"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78" name="Straight Connector 1577">
              <a:extLst>
                <a:ext uri="{FF2B5EF4-FFF2-40B4-BE49-F238E27FC236}">
                  <a16:creationId xmlns:a16="http://schemas.microsoft.com/office/drawing/2014/main" id="{1BC50076-D35B-028B-04E2-FFC034D8B70E}"/>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91" name="Group 1590">
            <a:extLst>
              <a:ext uri="{FF2B5EF4-FFF2-40B4-BE49-F238E27FC236}">
                <a16:creationId xmlns:a16="http://schemas.microsoft.com/office/drawing/2014/main" id="{7014C33E-F561-D5C2-60AA-5198237696DB}"/>
              </a:ext>
            </a:extLst>
          </p:cNvPr>
          <p:cNvGrpSpPr/>
          <p:nvPr/>
        </p:nvGrpSpPr>
        <p:grpSpPr>
          <a:xfrm>
            <a:off x="5454383" y="2974054"/>
            <a:ext cx="721206" cy="609701"/>
            <a:chOff x="5454383" y="2974054"/>
            <a:chExt cx="721206" cy="609701"/>
          </a:xfrm>
        </p:grpSpPr>
        <p:sp>
          <p:nvSpPr>
            <p:cNvPr id="1592" name="Rectangle 1591">
              <a:extLst>
                <a:ext uri="{FF2B5EF4-FFF2-40B4-BE49-F238E27FC236}">
                  <a16:creationId xmlns:a16="http://schemas.microsoft.com/office/drawing/2014/main" id="{C356B5AB-4BE3-409F-2749-AA5350153EDD}"/>
                </a:ext>
              </a:extLst>
            </p:cNvPr>
            <p:cNvSpPr/>
            <p:nvPr/>
          </p:nvSpPr>
          <p:spPr>
            <a:xfrm>
              <a:off x="5454383"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1593" name="Rectangle 1592">
              <a:extLst>
                <a:ext uri="{FF2B5EF4-FFF2-40B4-BE49-F238E27FC236}">
                  <a16:creationId xmlns:a16="http://schemas.microsoft.com/office/drawing/2014/main" id="{EEAB2654-1EBA-481B-25E4-679D1A0059B3}"/>
                </a:ext>
              </a:extLst>
            </p:cNvPr>
            <p:cNvSpPr/>
            <p:nvPr/>
          </p:nvSpPr>
          <p:spPr>
            <a:xfrm flipV="1">
              <a:off x="6064254"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4" name="Oval 15">
              <a:extLst>
                <a:ext uri="{FF2B5EF4-FFF2-40B4-BE49-F238E27FC236}">
                  <a16:creationId xmlns:a16="http://schemas.microsoft.com/office/drawing/2014/main" id="{7DAF4A25-1BE9-CA35-05AA-51ABBC38F8C7}"/>
                </a:ext>
              </a:extLst>
            </p:cNvPr>
            <p:cNvSpPr/>
            <p:nvPr/>
          </p:nvSpPr>
          <p:spPr>
            <a:xfrm>
              <a:off x="6091643"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95" name="Straight Connector 1594">
              <a:extLst>
                <a:ext uri="{FF2B5EF4-FFF2-40B4-BE49-F238E27FC236}">
                  <a16:creationId xmlns:a16="http://schemas.microsoft.com/office/drawing/2014/main" id="{223788BC-B00F-7D06-1C61-301E558644E3}"/>
                </a:ext>
              </a:extLst>
            </p:cNvPr>
            <p:cNvCxnSpPr>
              <a:cxnSpLocks/>
              <a:stCxn id="1594" idx="0"/>
            </p:cNvCxnSpPr>
            <p:nvPr/>
          </p:nvCxnSpPr>
          <p:spPr>
            <a:xfrm flipV="1">
              <a:off x="6097339"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96" name="Straight Connector 1595">
              <a:extLst>
                <a:ext uri="{FF2B5EF4-FFF2-40B4-BE49-F238E27FC236}">
                  <a16:creationId xmlns:a16="http://schemas.microsoft.com/office/drawing/2014/main" id="{AE06E914-F36D-EE0B-6A51-824C9D039A17}"/>
                </a:ext>
              </a:extLst>
            </p:cNvPr>
            <p:cNvCxnSpPr>
              <a:cxnSpLocks/>
            </p:cNvCxnSpPr>
            <p:nvPr/>
          </p:nvCxnSpPr>
          <p:spPr>
            <a:xfrm>
              <a:off x="6103058"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97" name="Group 1596">
            <a:extLst>
              <a:ext uri="{FF2B5EF4-FFF2-40B4-BE49-F238E27FC236}">
                <a16:creationId xmlns:a16="http://schemas.microsoft.com/office/drawing/2014/main" id="{BAAA722D-FD21-1D6E-89CC-6AAA5E311C11}"/>
              </a:ext>
            </a:extLst>
          </p:cNvPr>
          <p:cNvGrpSpPr/>
          <p:nvPr/>
        </p:nvGrpSpPr>
        <p:grpSpPr>
          <a:xfrm>
            <a:off x="2938534" y="811556"/>
            <a:ext cx="721206" cy="609701"/>
            <a:chOff x="2938534" y="811556"/>
            <a:chExt cx="721206" cy="609701"/>
          </a:xfrm>
        </p:grpSpPr>
        <p:sp>
          <p:nvSpPr>
            <p:cNvPr id="1598" name="Rectangle 1597">
              <a:extLst>
                <a:ext uri="{FF2B5EF4-FFF2-40B4-BE49-F238E27FC236}">
                  <a16:creationId xmlns:a16="http://schemas.microsoft.com/office/drawing/2014/main" id="{7A342D78-48D1-3C5F-3748-F0BE96AA210D}"/>
                </a:ext>
              </a:extLst>
            </p:cNvPr>
            <p:cNvSpPr/>
            <p:nvPr/>
          </p:nvSpPr>
          <p:spPr>
            <a:xfrm>
              <a:off x="2938534"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1599" name="Rectangle 1598">
              <a:extLst>
                <a:ext uri="{FF2B5EF4-FFF2-40B4-BE49-F238E27FC236}">
                  <a16:creationId xmlns:a16="http://schemas.microsoft.com/office/drawing/2014/main" id="{24D16C68-BFB9-BECE-8143-0433E8C0D765}"/>
                </a:ext>
              </a:extLst>
            </p:cNvPr>
            <p:cNvSpPr/>
            <p:nvPr/>
          </p:nvSpPr>
          <p:spPr>
            <a:xfrm flipV="1">
              <a:off x="3554781"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0" name="Oval 15">
              <a:extLst>
                <a:ext uri="{FF2B5EF4-FFF2-40B4-BE49-F238E27FC236}">
                  <a16:creationId xmlns:a16="http://schemas.microsoft.com/office/drawing/2014/main" id="{F0F1FFDD-66E7-C56A-1895-9B3674B0C951}"/>
                </a:ext>
              </a:extLst>
            </p:cNvPr>
            <p:cNvSpPr/>
            <p:nvPr/>
          </p:nvSpPr>
          <p:spPr>
            <a:xfrm>
              <a:off x="3582170"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01" name="Straight Connector 1600">
              <a:extLst>
                <a:ext uri="{FF2B5EF4-FFF2-40B4-BE49-F238E27FC236}">
                  <a16:creationId xmlns:a16="http://schemas.microsoft.com/office/drawing/2014/main" id="{A11DAE70-D3A6-BBDA-9AE3-B4176350773A}"/>
                </a:ext>
              </a:extLst>
            </p:cNvPr>
            <p:cNvCxnSpPr>
              <a:cxnSpLocks/>
              <a:stCxn id="1600" idx="0"/>
            </p:cNvCxnSpPr>
            <p:nvPr/>
          </p:nvCxnSpPr>
          <p:spPr>
            <a:xfrm flipV="1">
              <a:off x="3587866"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02" name="Straight Connector 1601">
              <a:extLst>
                <a:ext uri="{FF2B5EF4-FFF2-40B4-BE49-F238E27FC236}">
                  <a16:creationId xmlns:a16="http://schemas.microsoft.com/office/drawing/2014/main" id="{FF1ECD76-79DF-7ADA-3541-BFBBFAFADFF3}"/>
                </a:ext>
              </a:extLst>
            </p:cNvPr>
            <p:cNvCxnSpPr>
              <a:cxnSpLocks/>
            </p:cNvCxnSpPr>
            <p:nvPr/>
          </p:nvCxnSpPr>
          <p:spPr>
            <a:xfrm>
              <a:off x="3593585"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03" name="Group 1602">
            <a:extLst>
              <a:ext uri="{FF2B5EF4-FFF2-40B4-BE49-F238E27FC236}">
                <a16:creationId xmlns:a16="http://schemas.microsoft.com/office/drawing/2014/main" id="{7D4CDB2B-426F-A6C9-CF08-40B60F203C61}"/>
              </a:ext>
            </a:extLst>
          </p:cNvPr>
          <p:cNvGrpSpPr/>
          <p:nvPr/>
        </p:nvGrpSpPr>
        <p:grpSpPr>
          <a:xfrm>
            <a:off x="2102909" y="811556"/>
            <a:ext cx="721206" cy="609701"/>
            <a:chOff x="2102909" y="811556"/>
            <a:chExt cx="721206" cy="609701"/>
          </a:xfrm>
        </p:grpSpPr>
        <p:sp>
          <p:nvSpPr>
            <p:cNvPr id="1604" name="Rectangle 1603">
              <a:extLst>
                <a:ext uri="{FF2B5EF4-FFF2-40B4-BE49-F238E27FC236}">
                  <a16:creationId xmlns:a16="http://schemas.microsoft.com/office/drawing/2014/main" id="{CCF20FA9-20E1-E2F4-F658-70032B7A9C6F}"/>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05" name="Rectangle 1604">
              <a:extLst>
                <a:ext uri="{FF2B5EF4-FFF2-40B4-BE49-F238E27FC236}">
                  <a16:creationId xmlns:a16="http://schemas.microsoft.com/office/drawing/2014/main" id="{D3E3E4C9-8A91-D685-984F-B413E8DF1F07}"/>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6" name="Oval 15">
              <a:extLst>
                <a:ext uri="{FF2B5EF4-FFF2-40B4-BE49-F238E27FC236}">
                  <a16:creationId xmlns:a16="http://schemas.microsoft.com/office/drawing/2014/main" id="{F5C313E2-4347-ACD9-8853-B9BB06E70E2C}"/>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07" name="Straight Connector 1606">
              <a:extLst>
                <a:ext uri="{FF2B5EF4-FFF2-40B4-BE49-F238E27FC236}">
                  <a16:creationId xmlns:a16="http://schemas.microsoft.com/office/drawing/2014/main" id="{C4C8512E-D713-21F5-09F2-C2F3AED368A0}"/>
                </a:ext>
              </a:extLst>
            </p:cNvPr>
            <p:cNvCxnSpPr>
              <a:cxnSpLocks/>
              <a:stCxn id="1606"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08" name="Straight Connector 1607">
              <a:extLst>
                <a:ext uri="{FF2B5EF4-FFF2-40B4-BE49-F238E27FC236}">
                  <a16:creationId xmlns:a16="http://schemas.microsoft.com/office/drawing/2014/main" id="{CF903F41-0D3A-9D60-EC94-8AAF9F62E43A}"/>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09" name="Group 1608">
            <a:extLst>
              <a:ext uri="{FF2B5EF4-FFF2-40B4-BE49-F238E27FC236}">
                <a16:creationId xmlns:a16="http://schemas.microsoft.com/office/drawing/2014/main" id="{A4D0955A-4626-3432-62B2-D4F73943169F}"/>
              </a:ext>
            </a:extLst>
          </p:cNvPr>
          <p:cNvGrpSpPr/>
          <p:nvPr/>
        </p:nvGrpSpPr>
        <p:grpSpPr>
          <a:xfrm>
            <a:off x="10506599" y="811556"/>
            <a:ext cx="721206" cy="609701"/>
            <a:chOff x="10506599" y="811556"/>
            <a:chExt cx="721206" cy="609701"/>
          </a:xfrm>
        </p:grpSpPr>
        <p:sp>
          <p:nvSpPr>
            <p:cNvPr id="1610" name="Rectangle 1609">
              <a:extLst>
                <a:ext uri="{FF2B5EF4-FFF2-40B4-BE49-F238E27FC236}">
                  <a16:creationId xmlns:a16="http://schemas.microsoft.com/office/drawing/2014/main" id="{DF85DC8B-74D4-D75A-4207-FFCCAA22B7DD}"/>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11" name="Rectangle 1610">
              <a:extLst>
                <a:ext uri="{FF2B5EF4-FFF2-40B4-BE49-F238E27FC236}">
                  <a16:creationId xmlns:a16="http://schemas.microsoft.com/office/drawing/2014/main" id="{D236B057-6923-DB47-24B7-6221491CDAA1}"/>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2" name="Oval 15">
              <a:extLst>
                <a:ext uri="{FF2B5EF4-FFF2-40B4-BE49-F238E27FC236}">
                  <a16:creationId xmlns:a16="http://schemas.microsoft.com/office/drawing/2014/main" id="{7F3AE1DF-89E3-3C72-A693-79D541CBCF73}"/>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13" name="Straight Connector 1612">
              <a:extLst>
                <a:ext uri="{FF2B5EF4-FFF2-40B4-BE49-F238E27FC236}">
                  <a16:creationId xmlns:a16="http://schemas.microsoft.com/office/drawing/2014/main" id="{FD6092C4-71BB-B964-6F77-007B11C2215C}"/>
                </a:ext>
              </a:extLst>
            </p:cNvPr>
            <p:cNvCxnSpPr>
              <a:cxnSpLocks/>
              <a:stCxn id="1612"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14" name="Straight Connector 1613">
              <a:extLst>
                <a:ext uri="{FF2B5EF4-FFF2-40B4-BE49-F238E27FC236}">
                  <a16:creationId xmlns:a16="http://schemas.microsoft.com/office/drawing/2014/main" id="{1E32B304-F3A2-E972-CF7F-10794F309B09}"/>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6FC2C380-8B04-881C-42E7-EDC14F616BC0}"/>
              </a:ext>
            </a:extLst>
          </p:cNvPr>
          <p:cNvGrpSpPr/>
          <p:nvPr/>
        </p:nvGrpSpPr>
        <p:grpSpPr>
          <a:xfrm>
            <a:off x="2099602" y="5136552"/>
            <a:ext cx="721206" cy="609701"/>
            <a:chOff x="2099602" y="5136552"/>
            <a:chExt cx="721206" cy="609701"/>
          </a:xfrm>
        </p:grpSpPr>
        <p:sp>
          <p:nvSpPr>
            <p:cNvPr id="9" name="Rectangle 8">
              <a:extLst>
                <a:ext uri="{FF2B5EF4-FFF2-40B4-BE49-F238E27FC236}">
                  <a16:creationId xmlns:a16="http://schemas.microsoft.com/office/drawing/2014/main" id="{52F31416-BFA9-8154-5316-F074BCD29A10}"/>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10" name="Right Triangle 9">
              <a:extLst>
                <a:ext uri="{FF2B5EF4-FFF2-40B4-BE49-F238E27FC236}">
                  <a16:creationId xmlns:a16="http://schemas.microsoft.com/office/drawing/2014/main" id="{F6DAA97E-7A3B-4506-D6D5-346B8D3ACB49}"/>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0A07A5EF-6DCB-7DE6-F3BA-3A0E8F024A28}"/>
                </a:ext>
              </a:extLst>
            </p:cNvPr>
            <p:cNvGrpSpPr/>
            <p:nvPr/>
          </p:nvGrpSpPr>
          <p:grpSpPr>
            <a:xfrm>
              <a:off x="2765664" y="5151370"/>
              <a:ext cx="37817" cy="61390"/>
              <a:chOff x="3883481" y="2057400"/>
              <a:chExt cx="1608363" cy="2652031"/>
            </a:xfrm>
            <a:solidFill>
              <a:srgbClr val="A6A6A6"/>
            </a:solidFill>
          </p:grpSpPr>
          <p:sp>
            <p:nvSpPr>
              <p:cNvPr id="12" name="Oval 27">
                <a:extLst>
                  <a:ext uri="{FF2B5EF4-FFF2-40B4-BE49-F238E27FC236}">
                    <a16:creationId xmlns:a16="http://schemas.microsoft.com/office/drawing/2014/main" id="{F95A55B5-FB6C-7677-AF24-74D0B16029E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C62AFFE7-FC67-653C-7778-B9AC8624C2A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72334F41-A155-FB6B-829A-A6A4472A4F0C}"/>
              </a:ext>
            </a:extLst>
          </p:cNvPr>
          <p:cNvGrpSpPr/>
          <p:nvPr/>
        </p:nvGrpSpPr>
        <p:grpSpPr>
          <a:xfrm>
            <a:off x="2100388" y="4419620"/>
            <a:ext cx="721206" cy="609701"/>
            <a:chOff x="2100388" y="4419620"/>
            <a:chExt cx="721206" cy="609701"/>
          </a:xfrm>
        </p:grpSpPr>
        <p:sp>
          <p:nvSpPr>
            <p:cNvPr id="15" name="Rectangle 14">
              <a:extLst>
                <a:ext uri="{FF2B5EF4-FFF2-40B4-BE49-F238E27FC236}">
                  <a16:creationId xmlns:a16="http://schemas.microsoft.com/office/drawing/2014/main" id="{DAE99B24-EB20-3CF4-C4B5-8F792EDD4777}"/>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16" name="Right Triangle 15">
              <a:extLst>
                <a:ext uri="{FF2B5EF4-FFF2-40B4-BE49-F238E27FC236}">
                  <a16:creationId xmlns:a16="http://schemas.microsoft.com/office/drawing/2014/main" id="{179A1815-F354-B031-7E99-760B0976D041}"/>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 name="Group 16">
              <a:extLst>
                <a:ext uri="{FF2B5EF4-FFF2-40B4-BE49-F238E27FC236}">
                  <a16:creationId xmlns:a16="http://schemas.microsoft.com/office/drawing/2014/main" id="{2E987955-2BC7-3519-7DA0-C1D4FD78BC96}"/>
                </a:ext>
              </a:extLst>
            </p:cNvPr>
            <p:cNvGrpSpPr/>
            <p:nvPr/>
          </p:nvGrpSpPr>
          <p:grpSpPr>
            <a:xfrm>
              <a:off x="2769861" y="4434438"/>
              <a:ext cx="37817" cy="61390"/>
              <a:chOff x="3883481" y="2057400"/>
              <a:chExt cx="1608363" cy="2652031"/>
            </a:xfrm>
            <a:solidFill>
              <a:srgbClr val="A6A6A6"/>
            </a:solidFill>
          </p:grpSpPr>
          <p:sp>
            <p:nvSpPr>
              <p:cNvPr id="18" name="Oval 27">
                <a:extLst>
                  <a:ext uri="{FF2B5EF4-FFF2-40B4-BE49-F238E27FC236}">
                    <a16:creationId xmlns:a16="http://schemas.microsoft.com/office/drawing/2014/main" id="{43D29F75-DB20-B999-7743-9550B744CF2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Oval 28">
                <a:extLst>
                  <a:ext uri="{FF2B5EF4-FFF2-40B4-BE49-F238E27FC236}">
                    <a16:creationId xmlns:a16="http://schemas.microsoft.com/office/drawing/2014/main" id="{7BA562E4-1205-AA5A-416A-844D04439FE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 name="Group 19">
            <a:extLst>
              <a:ext uri="{FF2B5EF4-FFF2-40B4-BE49-F238E27FC236}">
                <a16:creationId xmlns:a16="http://schemas.microsoft.com/office/drawing/2014/main" id="{C9134BFF-E9B5-4216-F68C-9BD2D8A72148}"/>
              </a:ext>
            </a:extLst>
          </p:cNvPr>
          <p:cNvGrpSpPr/>
          <p:nvPr/>
        </p:nvGrpSpPr>
        <p:grpSpPr>
          <a:xfrm>
            <a:off x="3779087" y="3698226"/>
            <a:ext cx="721206" cy="609701"/>
            <a:chOff x="3779087" y="3698226"/>
            <a:chExt cx="721206" cy="609701"/>
          </a:xfrm>
        </p:grpSpPr>
        <p:sp>
          <p:nvSpPr>
            <p:cNvPr id="21" name="Rectangle 20">
              <a:extLst>
                <a:ext uri="{FF2B5EF4-FFF2-40B4-BE49-F238E27FC236}">
                  <a16:creationId xmlns:a16="http://schemas.microsoft.com/office/drawing/2014/main" id="{5711F99F-D7BF-23A5-27CE-3AE076121E6B}"/>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22" name="Right Triangle 21">
              <a:extLst>
                <a:ext uri="{FF2B5EF4-FFF2-40B4-BE49-F238E27FC236}">
                  <a16:creationId xmlns:a16="http://schemas.microsoft.com/office/drawing/2014/main" id="{AE46CA45-19E5-713C-4A66-0E9888D4B820}"/>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3" name="Group 22">
              <a:extLst>
                <a:ext uri="{FF2B5EF4-FFF2-40B4-BE49-F238E27FC236}">
                  <a16:creationId xmlns:a16="http://schemas.microsoft.com/office/drawing/2014/main" id="{02AA32FD-790A-D847-EC4C-AAD457ECB7AA}"/>
                </a:ext>
              </a:extLst>
            </p:cNvPr>
            <p:cNvGrpSpPr/>
            <p:nvPr/>
          </p:nvGrpSpPr>
          <p:grpSpPr>
            <a:xfrm>
              <a:off x="4448513" y="3706747"/>
              <a:ext cx="37817" cy="61390"/>
              <a:chOff x="3883481" y="2057400"/>
              <a:chExt cx="1608363" cy="2652031"/>
            </a:xfrm>
            <a:solidFill>
              <a:srgbClr val="A6A6A6">
                <a:alpha val="20000"/>
              </a:srgbClr>
            </a:solidFill>
          </p:grpSpPr>
          <p:sp>
            <p:nvSpPr>
              <p:cNvPr id="24" name="Oval 27">
                <a:extLst>
                  <a:ext uri="{FF2B5EF4-FFF2-40B4-BE49-F238E27FC236}">
                    <a16:creationId xmlns:a16="http://schemas.microsoft.com/office/drawing/2014/main" id="{3A9F14D4-D053-DB01-9B7A-1EA8A8DACD2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5" name="Oval 28">
                <a:extLst>
                  <a:ext uri="{FF2B5EF4-FFF2-40B4-BE49-F238E27FC236}">
                    <a16:creationId xmlns:a16="http://schemas.microsoft.com/office/drawing/2014/main" id="{D11562C8-2637-F0C7-8C0B-928F30BDDFE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6" name="Group 25">
            <a:extLst>
              <a:ext uri="{FF2B5EF4-FFF2-40B4-BE49-F238E27FC236}">
                <a16:creationId xmlns:a16="http://schemas.microsoft.com/office/drawing/2014/main" id="{F0B24F35-D637-BEA8-2FCE-2ED4A3B5BB63}"/>
              </a:ext>
            </a:extLst>
          </p:cNvPr>
          <p:cNvGrpSpPr/>
          <p:nvPr/>
        </p:nvGrpSpPr>
        <p:grpSpPr>
          <a:xfrm>
            <a:off x="4615774" y="3698231"/>
            <a:ext cx="721206" cy="609701"/>
            <a:chOff x="4615774" y="3698231"/>
            <a:chExt cx="721206" cy="609701"/>
          </a:xfrm>
        </p:grpSpPr>
        <p:sp>
          <p:nvSpPr>
            <p:cNvPr id="27" name="Rectangle 26">
              <a:hlinkHover r:id="" action="ppaction://noaction" highlightClick="1"/>
              <a:extLst>
                <a:ext uri="{FF2B5EF4-FFF2-40B4-BE49-F238E27FC236}">
                  <a16:creationId xmlns:a16="http://schemas.microsoft.com/office/drawing/2014/main" id="{1361F335-94DF-9787-8A1C-8422077ACFB0}"/>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28" name="Oval 27">
              <a:extLst>
                <a:ext uri="{FF2B5EF4-FFF2-40B4-BE49-F238E27FC236}">
                  <a16:creationId xmlns:a16="http://schemas.microsoft.com/office/drawing/2014/main" id="{AEDC5024-D7CA-5C65-AEFD-358C9A149611}"/>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 name="Isosceles Triangle 648">
              <a:extLst>
                <a:ext uri="{FF2B5EF4-FFF2-40B4-BE49-F238E27FC236}">
                  <a16:creationId xmlns:a16="http://schemas.microsoft.com/office/drawing/2014/main" id="{C0BB5D94-AD55-3468-66C3-53338DE0CC3D}"/>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2" name="Group 41">
            <a:extLst>
              <a:ext uri="{FF2B5EF4-FFF2-40B4-BE49-F238E27FC236}">
                <a16:creationId xmlns:a16="http://schemas.microsoft.com/office/drawing/2014/main" id="{FDECE101-E77C-1472-E7C8-1A54D516DCD6}"/>
              </a:ext>
            </a:extLst>
          </p:cNvPr>
          <p:cNvGrpSpPr/>
          <p:nvPr/>
        </p:nvGrpSpPr>
        <p:grpSpPr>
          <a:xfrm>
            <a:off x="8807246" y="1508831"/>
            <a:ext cx="721206" cy="609701"/>
            <a:chOff x="8807246" y="1532278"/>
            <a:chExt cx="721206" cy="609701"/>
          </a:xfrm>
        </p:grpSpPr>
        <p:sp>
          <p:nvSpPr>
            <p:cNvPr id="43" name="Rectangle 42">
              <a:hlinkHover r:id="" action="ppaction://noaction" highlightClick="1"/>
              <a:extLst>
                <a:ext uri="{FF2B5EF4-FFF2-40B4-BE49-F238E27FC236}">
                  <a16:creationId xmlns:a16="http://schemas.microsoft.com/office/drawing/2014/main" id="{1E55D000-5061-75F9-3CDB-8046BC5B6375}"/>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44" name="Oval 43">
              <a:extLst>
                <a:ext uri="{FF2B5EF4-FFF2-40B4-BE49-F238E27FC236}">
                  <a16:creationId xmlns:a16="http://schemas.microsoft.com/office/drawing/2014/main" id="{3AF8385F-3227-E559-A89C-23E6BE846E67}"/>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 name="Isosceles Triangle 648">
              <a:extLst>
                <a:ext uri="{FF2B5EF4-FFF2-40B4-BE49-F238E27FC236}">
                  <a16:creationId xmlns:a16="http://schemas.microsoft.com/office/drawing/2014/main" id="{4CE7743A-1451-AD6D-07DD-18EF65F159B0}"/>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 name="Group 45">
            <a:extLst>
              <a:ext uri="{FF2B5EF4-FFF2-40B4-BE49-F238E27FC236}">
                <a16:creationId xmlns:a16="http://schemas.microsoft.com/office/drawing/2014/main" id="{3F44FEBE-46A8-8E26-0788-5FB996231DCA}"/>
              </a:ext>
            </a:extLst>
          </p:cNvPr>
          <p:cNvGrpSpPr/>
          <p:nvPr/>
        </p:nvGrpSpPr>
        <p:grpSpPr>
          <a:xfrm>
            <a:off x="11356242" y="1508829"/>
            <a:ext cx="721206" cy="609701"/>
            <a:chOff x="11356242" y="1532276"/>
            <a:chExt cx="721206" cy="609701"/>
          </a:xfrm>
        </p:grpSpPr>
        <p:sp>
          <p:nvSpPr>
            <p:cNvPr id="47" name="Rectangle 46">
              <a:hlinkHover r:id="" action="ppaction://noaction" highlightClick="1"/>
              <a:extLst>
                <a:ext uri="{FF2B5EF4-FFF2-40B4-BE49-F238E27FC236}">
                  <a16:creationId xmlns:a16="http://schemas.microsoft.com/office/drawing/2014/main" id="{F6ADA4C3-2575-AB6F-AA54-04721848AFCC}"/>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48" name="Oval 47">
              <a:extLst>
                <a:ext uri="{FF2B5EF4-FFF2-40B4-BE49-F238E27FC236}">
                  <a16:creationId xmlns:a16="http://schemas.microsoft.com/office/drawing/2014/main" id="{B84E9CB6-6154-A9C3-C906-A01750143523}"/>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 name="Isosceles Triangle 648">
              <a:extLst>
                <a:ext uri="{FF2B5EF4-FFF2-40B4-BE49-F238E27FC236}">
                  <a16:creationId xmlns:a16="http://schemas.microsoft.com/office/drawing/2014/main" id="{2041900D-4520-01D7-4DFD-54BAD21C6C59}"/>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3" name="Group 132">
            <a:extLst>
              <a:ext uri="{FF2B5EF4-FFF2-40B4-BE49-F238E27FC236}">
                <a16:creationId xmlns:a16="http://schemas.microsoft.com/office/drawing/2014/main" id="{9A884583-283F-5081-E322-41D4FC6E1A1E}"/>
              </a:ext>
            </a:extLst>
          </p:cNvPr>
          <p:cNvGrpSpPr/>
          <p:nvPr/>
        </p:nvGrpSpPr>
        <p:grpSpPr>
          <a:xfrm>
            <a:off x="2928282" y="5138012"/>
            <a:ext cx="724141" cy="609701"/>
            <a:chOff x="4615447" y="2974054"/>
            <a:chExt cx="724141" cy="609701"/>
          </a:xfrm>
        </p:grpSpPr>
        <p:sp>
          <p:nvSpPr>
            <p:cNvPr id="134" name="Rectangle 133">
              <a:extLst>
                <a:ext uri="{FF2B5EF4-FFF2-40B4-BE49-F238E27FC236}">
                  <a16:creationId xmlns:a16="http://schemas.microsoft.com/office/drawing/2014/main" id="{3756024A-94E9-F024-2E37-941D6A98C9F8}"/>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35" name="Right Triangle 134">
              <a:extLst>
                <a:ext uri="{FF2B5EF4-FFF2-40B4-BE49-F238E27FC236}">
                  <a16:creationId xmlns:a16="http://schemas.microsoft.com/office/drawing/2014/main" id="{CC270E02-58A0-AFE5-FB08-8FB0173D6AA2}"/>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6" name="Group 135">
              <a:extLst>
                <a:ext uri="{FF2B5EF4-FFF2-40B4-BE49-F238E27FC236}">
                  <a16:creationId xmlns:a16="http://schemas.microsoft.com/office/drawing/2014/main" id="{FEB19A96-530F-DA6E-FD45-812B15B1113B}"/>
                </a:ext>
              </a:extLst>
            </p:cNvPr>
            <p:cNvGrpSpPr/>
            <p:nvPr/>
          </p:nvGrpSpPr>
          <p:grpSpPr>
            <a:xfrm>
              <a:off x="5288977" y="2982563"/>
              <a:ext cx="37817" cy="61390"/>
              <a:chOff x="3883481" y="2057400"/>
              <a:chExt cx="1608363" cy="2652031"/>
            </a:xfrm>
            <a:solidFill>
              <a:srgbClr val="A6A6A6"/>
            </a:solidFill>
          </p:grpSpPr>
          <p:sp>
            <p:nvSpPr>
              <p:cNvPr id="137" name="Oval 27">
                <a:extLst>
                  <a:ext uri="{FF2B5EF4-FFF2-40B4-BE49-F238E27FC236}">
                    <a16:creationId xmlns:a16="http://schemas.microsoft.com/office/drawing/2014/main" id="{C3C25A5C-8293-2D34-41CE-A2D80CAB071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 name="Oval 28">
                <a:extLst>
                  <a:ext uri="{FF2B5EF4-FFF2-40B4-BE49-F238E27FC236}">
                    <a16:creationId xmlns:a16="http://schemas.microsoft.com/office/drawing/2014/main" id="{617852D1-48AA-DFBE-86FE-E102BDE89A3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9" name="Group 138">
            <a:extLst>
              <a:ext uri="{FF2B5EF4-FFF2-40B4-BE49-F238E27FC236}">
                <a16:creationId xmlns:a16="http://schemas.microsoft.com/office/drawing/2014/main" id="{712DEDED-BBE9-8493-79A4-0C6AD7D54410}"/>
              </a:ext>
            </a:extLst>
          </p:cNvPr>
          <p:cNvGrpSpPr/>
          <p:nvPr/>
        </p:nvGrpSpPr>
        <p:grpSpPr>
          <a:xfrm>
            <a:off x="3776511" y="2974054"/>
            <a:ext cx="724141" cy="609701"/>
            <a:chOff x="3776511" y="2974054"/>
            <a:chExt cx="724141" cy="609701"/>
          </a:xfrm>
        </p:grpSpPr>
        <p:sp>
          <p:nvSpPr>
            <p:cNvPr id="140" name="Rectangle 139">
              <a:extLst>
                <a:ext uri="{FF2B5EF4-FFF2-40B4-BE49-F238E27FC236}">
                  <a16:creationId xmlns:a16="http://schemas.microsoft.com/office/drawing/2014/main" id="{5AC18E04-CF1F-8575-C64D-6B1BC906F1E7}"/>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141" name="Right Triangle 140">
              <a:extLst>
                <a:ext uri="{FF2B5EF4-FFF2-40B4-BE49-F238E27FC236}">
                  <a16:creationId xmlns:a16="http://schemas.microsoft.com/office/drawing/2014/main" id="{BD5DEB70-41F8-ADC6-D454-C86E6C608991}"/>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3" name="Group 142">
              <a:extLst>
                <a:ext uri="{FF2B5EF4-FFF2-40B4-BE49-F238E27FC236}">
                  <a16:creationId xmlns:a16="http://schemas.microsoft.com/office/drawing/2014/main" id="{B5E8E5AF-05BB-4410-B26A-76BEDF72A053}"/>
                </a:ext>
              </a:extLst>
            </p:cNvPr>
            <p:cNvGrpSpPr/>
            <p:nvPr/>
          </p:nvGrpSpPr>
          <p:grpSpPr>
            <a:xfrm>
              <a:off x="4450041" y="2982563"/>
              <a:ext cx="37817" cy="61390"/>
              <a:chOff x="3883481" y="2057400"/>
              <a:chExt cx="1608363" cy="2652031"/>
            </a:xfrm>
            <a:solidFill>
              <a:srgbClr val="A6A6A6"/>
            </a:solidFill>
          </p:grpSpPr>
          <p:sp>
            <p:nvSpPr>
              <p:cNvPr id="144" name="Oval 27">
                <a:extLst>
                  <a:ext uri="{FF2B5EF4-FFF2-40B4-BE49-F238E27FC236}">
                    <a16:creationId xmlns:a16="http://schemas.microsoft.com/office/drawing/2014/main" id="{B7A85CF7-9EEF-3FB7-15E8-8060B175D46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 name="Oval 28">
                <a:extLst>
                  <a:ext uri="{FF2B5EF4-FFF2-40B4-BE49-F238E27FC236}">
                    <a16:creationId xmlns:a16="http://schemas.microsoft.com/office/drawing/2014/main" id="{099AAED4-8216-882D-3B49-39EFCFA10B8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46" name="Rectangle 145">
            <a:hlinkClick r:id="rId4" action="ppaction://hlinksldjump"/>
            <a:hlinkHover r:id="rId4" action="ppaction://hlinksldjump"/>
            <a:extLst>
              <a:ext uri="{FF2B5EF4-FFF2-40B4-BE49-F238E27FC236}">
                <a16:creationId xmlns:a16="http://schemas.microsoft.com/office/drawing/2014/main" id="{979BA61E-40A8-27B9-375F-C102CA5DA39C}"/>
              </a:ext>
            </a:extLst>
          </p:cNvPr>
          <p:cNvSpPr/>
          <p:nvPr/>
        </p:nvSpPr>
        <p:spPr>
          <a:xfrm>
            <a:off x="299024"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147" name="Rectangle 146">
            <a:hlinkClick r:id="rId5" action="ppaction://hlinksldjump"/>
            <a:hlinkHover r:id="rId5" action="ppaction://hlinksldjump"/>
            <a:extLst>
              <a:ext uri="{FF2B5EF4-FFF2-40B4-BE49-F238E27FC236}">
                <a16:creationId xmlns:a16="http://schemas.microsoft.com/office/drawing/2014/main" id="{D5F788D4-4E07-9A94-0511-85D146A67572}"/>
              </a:ext>
            </a:extLst>
          </p:cNvPr>
          <p:cNvSpPr/>
          <p:nvPr/>
        </p:nvSpPr>
        <p:spPr>
          <a:xfrm>
            <a:off x="1975955"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148" name="Rectangle 147">
            <a:hlinkClick r:id="rId6" action="ppaction://hlinksldjump"/>
            <a:hlinkHover r:id="rId6" action="ppaction://hlinksldjump"/>
            <a:extLst>
              <a:ext uri="{FF2B5EF4-FFF2-40B4-BE49-F238E27FC236}">
                <a16:creationId xmlns:a16="http://schemas.microsoft.com/office/drawing/2014/main" id="{85FF1268-069F-002A-647D-98FA1D5E38B6}"/>
              </a:ext>
            </a:extLst>
          </p:cNvPr>
          <p:cNvSpPr/>
          <p:nvPr/>
        </p:nvSpPr>
        <p:spPr>
          <a:xfrm>
            <a:off x="3652886"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150" name="Rectangle 149">
            <a:hlinkClick r:id="rId7" action="ppaction://hlinksldjump"/>
            <a:hlinkHover r:id="rId7" action="ppaction://hlinksldjump"/>
            <a:extLst>
              <a:ext uri="{FF2B5EF4-FFF2-40B4-BE49-F238E27FC236}">
                <a16:creationId xmlns:a16="http://schemas.microsoft.com/office/drawing/2014/main" id="{F90BD886-29F4-A823-D1DE-674ECDE81D3F}"/>
              </a:ext>
            </a:extLst>
          </p:cNvPr>
          <p:cNvSpPr/>
          <p:nvPr/>
        </p:nvSpPr>
        <p:spPr>
          <a:xfrm>
            <a:off x="7107720" y="5802160"/>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51" name="Rectangle 150">
            <a:hlinkClick r:id="rId8" action="ppaction://hlinksldjump"/>
            <a:hlinkHover r:id="rId8" action="ppaction://hlinksldjump"/>
            <a:extLst>
              <a:ext uri="{FF2B5EF4-FFF2-40B4-BE49-F238E27FC236}">
                <a16:creationId xmlns:a16="http://schemas.microsoft.com/office/drawing/2014/main" id="{9B897982-9E36-EA1B-1259-88097DE11ECA}"/>
              </a:ext>
            </a:extLst>
          </p:cNvPr>
          <p:cNvSpPr/>
          <p:nvPr/>
        </p:nvSpPr>
        <p:spPr>
          <a:xfrm>
            <a:off x="3652886"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152" name="Rectangle 151">
            <a:hlinkClick r:id="rId9" action="ppaction://hlinksldjump"/>
            <a:hlinkHover r:id="rId9" action="ppaction://hlinksldjump"/>
            <a:extLst>
              <a:ext uri="{FF2B5EF4-FFF2-40B4-BE49-F238E27FC236}">
                <a16:creationId xmlns:a16="http://schemas.microsoft.com/office/drawing/2014/main" id="{529127BB-1077-BEF3-E385-57E3986601E3}"/>
              </a:ext>
            </a:extLst>
          </p:cNvPr>
          <p:cNvSpPr/>
          <p:nvPr/>
        </p:nvSpPr>
        <p:spPr>
          <a:xfrm>
            <a:off x="7107721" y="6284246"/>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53" name="Rectangle 152">
            <a:hlinkClick r:id="rId10" action="ppaction://hlinksldjump"/>
            <a:hlinkHover r:id="rId10" action="ppaction://hlinksldjump"/>
            <a:extLst>
              <a:ext uri="{FF2B5EF4-FFF2-40B4-BE49-F238E27FC236}">
                <a16:creationId xmlns:a16="http://schemas.microsoft.com/office/drawing/2014/main" id="{0713A023-FDA7-A6F2-CFAD-F29E1276A436}"/>
              </a:ext>
            </a:extLst>
          </p:cNvPr>
          <p:cNvSpPr/>
          <p:nvPr/>
        </p:nvSpPr>
        <p:spPr>
          <a:xfrm>
            <a:off x="10811623" y="5796447"/>
            <a:ext cx="1301668" cy="957208"/>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154" name="Rectangle 153">
            <a:hlinkClick r:id="rId11" action="ppaction://hlinksldjump"/>
            <a:hlinkHover r:id="rId11" action="ppaction://hlinksldjump"/>
            <a:extLst>
              <a:ext uri="{FF2B5EF4-FFF2-40B4-BE49-F238E27FC236}">
                <a16:creationId xmlns:a16="http://schemas.microsoft.com/office/drawing/2014/main" id="{D18C8EB5-E480-1669-F466-6B32A1C8D73A}"/>
              </a:ext>
            </a:extLst>
          </p:cNvPr>
          <p:cNvSpPr/>
          <p:nvPr/>
        </p:nvSpPr>
        <p:spPr>
          <a:xfrm>
            <a:off x="299024" y="6299063"/>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55" name="Rectangle 154">
            <a:hlinkClick r:id="rId12" action="ppaction://hlinksldjump"/>
            <a:hlinkHover r:id="rId12" action="ppaction://hlinksldjump"/>
            <a:extLst>
              <a:ext uri="{FF2B5EF4-FFF2-40B4-BE49-F238E27FC236}">
                <a16:creationId xmlns:a16="http://schemas.microsoft.com/office/drawing/2014/main" id="{5A9CA35B-FFEE-CD4B-5F15-1B401574A788}"/>
              </a:ext>
            </a:extLst>
          </p:cNvPr>
          <p:cNvSpPr/>
          <p:nvPr/>
        </p:nvSpPr>
        <p:spPr>
          <a:xfrm>
            <a:off x="1975955" y="6284246"/>
            <a:ext cx="1637557" cy="454591"/>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60" name="Rectangle 159">
            <a:hlinkHover r:id="rId13" action="ppaction://hlinksldjump"/>
            <a:extLst>
              <a:ext uri="{FF2B5EF4-FFF2-40B4-BE49-F238E27FC236}">
                <a16:creationId xmlns:a16="http://schemas.microsoft.com/office/drawing/2014/main" id="{6EE3654E-A2D4-C344-1A3A-7FF8B7D3C3AA}"/>
              </a:ext>
            </a:extLst>
          </p:cNvPr>
          <p:cNvSpPr/>
          <p:nvPr/>
        </p:nvSpPr>
        <p:spPr>
          <a:xfrm>
            <a:off x="8841667" y="5799653"/>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grpSp>
        <p:nvGrpSpPr>
          <p:cNvPr id="157" name="Group 156">
            <a:extLst>
              <a:ext uri="{FF2B5EF4-FFF2-40B4-BE49-F238E27FC236}">
                <a16:creationId xmlns:a16="http://schemas.microsoft.com/office/drawing/2014/main" id="{D88D5205-783D-59D8-7B51-2B8D20383395}"/>
              </a:ext>
            </a:extLst>
          </p:cNvPr>
          <p:cNvGrpSpPr/>
          <p:nvPr/>
        </p:nvGrpSpPr>
        <p:grpSpPr>
          <a:xfrm>
            <a:off x="7905566" y="751337"/>
            <a:ext cx="3396155" cy="4999377"/>
            <a:chOff x="7905566" y="751337"/>
            <a:chExt cx="3396155" cy="4999377"/>
          </a:xfrm>
        </p:grpSpPr>
        <p:cxnSp>
          <p:nvCxnSpPr>
            <p:cNvPr id="158" name="Straight Connector 157">
              <a:extLst>
                <a:ext uri="{FF2B5EF4-FFF2-40B4-BE49-F238E27FC236}">
                  <a16:creationId xmlns:a16="http://schemas.microsoft.com/office/drawing/2014/main" id="{0ABF0C84-F9A4-D9EF-AE4E-25857DF4662D}"/>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FF921191-C620-7DB9-C187-3BFB6183B9C5}"/>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8D8DF070-9B7D-497C-C6ED-5483B9FE4D33}"/>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a16:creationId xmlns:a16="http://schemas.microsoft.com/office/drawing/2014/main" id="{00C14BE8-538C-71B8-8FD6-B8DAEDFB04DC}"/>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8C9C0E5C-BD4E-91C1-8379-E969C983EBE3}"/>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D2A7099B-04B7-DC57-B5A6-BE38C1792247}"/>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551311A7-E17C-AF4B-59C0-A3CB25EE81B9}"/>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67" name="Straight Connector 166">
            <a:extLst>
              <a:ext uri="{FF2B5EF4-FFF2-40B4-BE49-F238E27FC236}">
                <a16:creationId xmlns:a16="http://schemas.microsoft.com/office/drawing/2014/main" id="{FE7738A8-150D-2377-E820-12EF22A9E426}"/>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168" name="Rectangle 167">
            <a:hlinkClick r:id="rId14" action="ppaction://hlinksldjump"/>
            <a:hlinkHover r:id="rId14" action="ppaction://hlinksldjump"/>
            <a:extLst>
              <a:ext uri="{FF2B5EF4-FFF2-40B4-BE49-F238E27FC236}">
                <a16:creationId xmlns:a16="http://schemas.microsoft.com/office/drawing/2014/main" id="{A74C4284-7311-1E31-A0EF-C851E97716AF}"/>
              </a:ext>
            </a:extLst>
          </p:cNvPr>
          <p:cNvSpPr/>
          <p:nvPr/>
        </p:nvSpPr>
        <p:spPr>
          <a:xfrm>
            <a:off x="5329817" y="5802160"/>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169" name="Rectangle 168">
            <a:hlinkClick r:id="rId15" action="ppaction://hlinksldjump"/>
            <a:hlinkHover r:id="rId15" action="ppaction://hlinksldjump"/>
            <a:extLst>
              <a:ext uri="{FF2B5EF4-FFF2-40B4-BE49-F238E27FC236}">
                <a16:creationId xmlns:a16="http://schemas.microsoft.com/office/drawing/2014/main" id="{D3877F0C-8200-0C72-83C9-2EB9268AE415}"/>
              </a:ext>
            </a:extLst>
          </p:cNvPr>
          <p:cNvSpPr/>
          <p:nvPr/>
        </p:nvSpPr>
        <p:spPr>
          <a:xfrm>
            <a:off x="5329817" y="6284246"/>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Purview Suite</a:t>
            </a:r>
          </a:p>
        </p:txBody>
      </p:sp>
      <p:grpSp>
        <p:nvGrpSpPr>
          <p:cNvPr id="170" name="Group 169">
            <a:extLst>
              <a:ext uri="{FF2B5EF4-FFF2-40B4-BE49-F238E27FC236}">
                <a16:creationId xmlns:a16="http://schemas.microsoft.com/office/drawing/2014/main" id="{F690ECED-F70E-9D7C-9026-BD8F45C26A64}"/>
              </a:ext>
            </a:extLst>
          </p:cNvPr>
          <p:cNvGrpSpPr/>
          <p:nvPr/>
        </p:nvGrpSpPr>
        <p:grpSpPr>
          <a:xfrm>
            <a:off x="4605607" y="811556"/>
            <a:ext cx="722054" cy="609701"/>
            <a:chOff x="4605607" y="811556"/>
            <a:chExt cx="722054" cy="609701"/>
          </a:xfrm>
        </p:grpSpPr>
        <p:sp>
          <p:nvSpPr>
            <p:cNvPr id="171" name="Rectangle 170">
              <a:extLst>
                <a:ext uri="{FF2B5EF4-FFF2-40B4-BE49-F238E27FC236}">
                  <a16:creationId xmlns:a16="http://schemas.microsoft.com/office/drawing/2014/main" id="{35C4FF54-A755-99DE-3AAA-02101D3FCB18}"/>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72" name="Rectangle 171">
              <a:extLst>
                <a:ext uri="{FF2B5EF4-FFF2-40B4-BE49-F238E27FC236}">
                  <a16:creationId xmlns:a16="http://schemas.microsoft.com/office/drawing/2014/main" id="{7B27E778-EEE9-CFF0-2A5E-60469A6BBACA}"/>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3" name="Oval 15">
              <a:extLst>
                <a:ext uri="{FF2B5EF4-FFF2-40B4-BE49-F238E27FC236}">
                  <a16:creationId xmlns:a16="http://schemas.microsoft.com/office/drawing/2014/main" id="{390D9082-C489-C3CC-6F3C-2C0674215F10}"/>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4" name="Straight Connector 173">
              <a:extLst>
                <a:ext uri="{FF2B5EF4-FFF2-40B4-BE49-F238E27FC236}">
                  <a16:creationId xmlns:a16="http://schemas.microsoft.com/office/drawing/2014/main" id="{F26C842C-297C-B52D-6DD6-37A3AF74FBEC}"/>
                </a:ext>
              </a:extLst>
            </p:cNvPr>
            <p:cNvCxnSpPr>
              <a:cxnSpLocks/>
              <a:stCxn id="173"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5" name="Straight Connector 174">
              <a:extLst>
                <a:ext uri="{FF2B5EF4-FFF2-40B4-BE49-F238E27FC236}">
                  <a16:creationId xmlns:a16="http://schemas.microsoft.com/office/drawing/2014/main" id="{D5A7B4D4-37DF-C651-0E5B-62B54F97D12C}"/>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6" name="Group 175">
            <a:extLst>
              <a:ext uri="{FF2B5EF4-FFF2-40B4-BE49-F238E27FC236}">
                <a16:creationId xmlns:a16="http://schemas.microsoft.com/office/drawing/2014/main" id="{3361A6E3-571B-938E-13C4-7C7F064D59A2}"/>
              </a:ext>
            </a:extLst>
          </p:cNvPr>
          <p:cNvGrpSpPr/>
          <p:nvPr/>
        </p:nvGrpSpPr>
        <p:grpSpPr>
          <a:xfrm>
            <a:off x="9651394" y="811173"/>
            <a:ext cx="721206" cy="609701"/>
            <a:chOff x="9657972" y="90836"/>
            <a:chExt cx="721206" cy="609701"/>
          </a:xfrm>
        </p:grpSpPr>
        <p:sp>
          <p:nvSpPr>
            <p:cNvPr id="177" name="Rectangle 176">
              <a:hlinkHover r:id="" action="ppaction://noaction" highlightClick="1"/>
              <a:extLst>
                <a:ext uri="{FF2B5EF4-FFF2-40B4-BE49-F238E27FC236}">
                  <a16:creationId xmlns:a16="http://schemas.microsoft.com/office/drawing/2014/main" id="{41C08F2A-1161-39C3-E959-47BE001F9DEC}"/>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78" name="Diamond 177">
              <a:extLst>
                <a:ext uri="{FF2B5EF4-FFF2-40B4-BE49-F238E27FC236}">
                  <a16:creationId xmlns:a16="http://schemas.microsoft.com/office/drawing/2014/main" id="{CD241685-F9C1-3713-C7B8-CCED70D8064C}"/>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8E2BC7D7-13F3-F66B-FE81-78302DE16A22}"/>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0" name="Group 179">
            <a:extLst>
              <a:ext uri="{FF2B5EF4-FFF2-40B4-BE49-F238E27FC236}">
                <a16:creationId xmlns:a16="http://schemas.microsoft.com/office/drawing/2014/main" id="{27B026F0-692D-BF92-97F2-5A4FE80AC1DD}"/>
              </a:ext>
            </a:extLst>
          </p:cNvPr>
          <p:cNvGrpSpPr/>
          <p:nvPr/>
        </p:nvGrpSpPr>
        <p:grpSpPr>
          <a:xfrm>
            <a:off x="10520479" y="90836"/>
            <a:ext cx="721206" cy="609701"/>
            <a:chOff x="10520479" y="90836"/>
            <a:chExt cx="721206" cy="609701"/>
          </a:xfrm>
        </p:grpSpPr>
        <p:sp>
          <p:nvSpPr>
            <p:cNvPr id="181" name="Rectangle 180">
              <a:hlinkHover r:id="" action="ppaction://noaction" highlightClick="1"/>
              <a:extLst>
                <a:ext uri="{FF2B5EF4-FFF2-40B4-BE49-F238E27FC236}">
                  <a16:creationId xmlns:a16="http://schemas.microsoft.com/office/drawing/2014/main" id="{BD1804EC-8973-F8BD-B87E-072B4175B25B}"/>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82" name="Oval 181">
              <a:extLst>
                <a:ext uri="{FF2B5EF4-FFF2-40B4-BE49-F238E27FC236}">
                  <a16:creationId xmlns:a16="http://schemas.microsoft.com/office/drawing/2014/main" id="{D32C443B-5BF3-5339-E79C-1889D699FC69}"/>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3" name="Isosceles Triangle 648">
              <a:extLst>
                <a:ext uri="{FF2B5EF4-FFF2-40B4-BE49-F238E27FC236}">
                  <a16:creationId xmlns:a16="http://schemas.microsoft.com/office/drawing/2014/main" id="{EE72F7B7-5169-6517-5971-B986101C706C}"/>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4" name="Group 183">
            <a:extLst>
              <a:ext uri="{FF2B5EF4-FFF2-40B4-BE49-F238E27FC236}">
                <a16:creationId xmlns:a16="http://schemas.microsoft.com/office/drawing/2014/main" id="{10F4B154-B609-4BFE-1CE9-B3ABC988648B}"/>
              </a:ext>
            </a:extLst>
          </p:cNvPr>
          <p:cNvGrpSpPr/>
          <p:nvPr/>
        </p:nvGrpSpPr>
        <p:grpSpPr>
          <a:xfrm>
            <a:off x="7116512" y="812701"/>
            <a:ext cx="721206" cy="609701"/>
            <a:chOff x="7957576" y="811556"/>
            <a:chExt cx="721206" cy="609701"/>
          </a:xfrm>
        </p:grpSpPr>
        <p:sp>
          <p:nvSpPr>
            <p:cNvPr id="185" name="Rectangle 184">
              <a:extLst>
                <a:ext uri="{FF2B5EF4-FFF2-40B4-BE49-F238E27FC236}">
                  <a16:creationId xmlns:a16="http://schemas.microsoft.com/office/drawing/2014/main" id="{F2313887-30ED-8E49-5A98-D11D401F3889}"/>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86" name="Rectangle 185">
              <a:extLst>
                <a:ext uri="{FF2B5EF4-FFF2-40B4-BE49-F238E27FC236}">
                  <a16:creationId xmlns:a16="http://schemas.microsoft.com/office/drawing/2014/main" id="{4137E3E0-C65A-AB0A-CED7-BB80E3B2436C}"/>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7" name="Oval 15">
              <a:extLst>
                <a:ext uri="{FF2B5EF4-FFF2-40B4-BE49-F238E27FC236}">
                  <a16:creationId xmlns:a16="http://schemas.microsoft.com/office/drawing/2014/main" id="{EF62C36A-94A6-985C-287A-1D968B732910}"/>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8" name="Straight Connector 187">
              <a:extLst>
                <a:ext uri="{FF2B5EF4-FFF2-40B4-BE49-F238E27FC236}">
                  <a16:creationId xmlns:a16="http://schemas.microsoft.com/office/drawing/2014/main" id="{0C2E0449-412A-E4F1-BDE8-07E2238AFCBE}"/>
                </a:ext>
              </a:extLst>
            </p:cNvPr>
            <p:cNvCxnSpPr>
              <a:cxnSpLocks/>
              <a:stCxn id="187"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9" name="Straight Connector 188">
              <a:extLst>
                <a:ext uri="{FF2B5EF4-FFF2-40B4-BE49-F238E27FC236}">
                  <a16:creationId xmlns:a16="http://schemas.microsoft.com/office/drawing/2014/main" id="{5C351ACB-6051-509B-2787-2140D03515DE}"/>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90" name="Group 189">
            <a:extLst>
              <a:ext uri="{FF2B5EF4-FFF2-40B4-BE49-F238E27FC236}">
                <a16:creationId xmlns:a16="http://schemas.microsoft.com/office/drawing/2014/main" id="{6433B4C1-E927-BD9F-5197-B43AD36A9290}"/>
              </a:ext>
            </a:extLst>
          </p:cNvPr>
          <p:cNvGrpSpPr/>
          <p:nvPr/>
        </p:nvGrpSpPr>
        <p:grpSpPr>
          <a:xfrm>
            <a:off x="10508723" y="1536662"/>
            <a:ext cx="721206" cy="609701"/>
            <a:chOff x="11356242" y="1532276"/>
            <a:chExt cx="721206" cy="609701"/>
          </a:xfrm>
        </p:grpSpPr>
        <p:sp>
          <p:nvSpPr>
            <p:cNvPr id="191" name="Rectangle 190">
              <a:hlinkHover r:id="" action="ppaction://noaction" highlightClick="1"/>
              <a:extLst>
                <a:ext uri="{FF2B5EF4-FFF2-40B4-BE49-F238E27FC236}">
                  <a16:creationId xmlns:a16="http://schemas.microsoft.com/office/drawing/2014/main" id="{AF9C27A0-20F7-9CD7-147C-321BE206DBC1}"/>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896" name="Oval 895">
              <a:extLst>
                <a:ext uri="{FF2B5EF4-FFF2-40B4-BE49-F238E27FC236}">
                  <a16:creationId xmlns:a16="http://schemas.microsoft.com/office/drawing/2014/main" id="{6922136C-4AC9-8D1D-A395-669D5EEA1630}"/>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7" name="Isosceles Triangle 648">
              <a:extLst>
                <a:ext uri="{FF2B5EF4-FFF2-40B4-BE49-F238E27FC236}">
                  <a16:creationId xmlns:a16="http://schemas.microsoft.com/office/drawing/2014/main" id="{4992630B-5669-339A-E9DF-EAE340E6BED5}"/>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8" name="Group 897">
            <a:extLst>
              <a:ext uri="{FF2B5EF4-FFF2-40B4-BE49-F238E27FC236}">
                <a16:creationId xmlns:a16="http://schemas.microsoft.com/office/drawing/2014/main" id="{A454F0B0-E142-F3F2-A1EA-71B58F69F2CF}"/>
              </a:ext>
            </a:extLst>
          </p:cNvPr>
          <p:cNvGrpSpPr/>
          <p:nvPr/>
        </p:nvGrpSpPr>
        <p:grpSpPr>
          <a:xfrm>
            <a:off x="11355832" y="5140982"/>
            <a:ext cx="721220" cy="609701"/>
            <a:chOff x="9656903" y="2253333"/>
            <a:chExt cx="721220" cy="609701"/>
          </a:xfrm>
        </p:grpSpPr>
        <p:sp>
          <p:nvSpPr>
            <p:cNvPr id="899" name="Rectangle 898">
              <a:hlinkHover r:id="" action="ppaction://noaction" highlightClick="1"/>
              <a:extLst>
                <a:ext uri="{FF2B5EF4-FFF2-40B4-BE49-F238E27FC236}">
                  <a16:creationId xmlns:a16="http://schemas.microsoft.com/office/drawing/2014/main" id="{69ECC8DD-9C84-1114-5A3A-75EAE5EEF311}"/>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900" name="Rectangle 899">
              <a:extLst>
                <a:ext uri="{FF2B5EF4-FFF2-40B4-BE49-F238E27FC236}">
                  <a16:creationId xmlns:a16="http://schemas.microsoft.com/office/drawing/2014/main" id="{E020CF4D-6BD8-23C3-EE22-88A48C523B9A}"/>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1" name="Oval 15">
              <a:extLst>
                <a:ext uri="{FF2B5EF4-FFF2-40B4-BE49-F238E27FC236}">
                  <a16:creationId xmlns:a16="http://schemas.microsoft.com/office/drawing/2014/main" id="{EC89BE79-389C-6180-3ED3-BF9A24DE49F2}"/>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02" name="Straight Connector 901">
              <a:extLst>
                <a:ext uri="{FF2B5EF4-FFF2-40B4-BE49-F238E27FC236}">
                  <a16:creationId xmlns:a16="http://schemas.microsoft.com/office/drawing/2014/main" id="{A0050DD8-7821-E5B1-8A2D-207501DFD3B1}"/>
                </a:ext>
              </a:extLst>
            </p:cNvPr>
            <p:cNvCxnSpPr>
              <a:cxnSpLocks/>
              <a:stCxn id="901"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03" name="Straight Connector 902">
              <a:extLst>
                <a:ext uri="{FF2B5EF4-FFF2-40B4-BE49-F238E27FC236}">
                  <a16:creationId xmlns:a16="http://schemas.microsoft.com/office/drawing/2014/main" id="{43D12555-CE95-3883-2A6F-69A9C1970BD2}"/>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04" name="Group 903">
            <a:extLst>
              <a:ext uri="{FF2B5EF4-FFF2-40B4-BE49-F238E27FC236}">
                <a16:creationId xmlns:a16="http://schemas.microsoft.com/office/drawing/2014/main" id="{10B8BECD-46FD-E1E0-8309-644E7DA8B2A9}"/>
              </a:ext>
            </a:extLst>
          </p:cNvPr>
          <p:cNvGrpSpPr/>
          <p:nvPr/>
        </p:nvGrpSpPr>
        <p:grpSpPr>
          <a:xfrm>
            <a:off x="6283037" y="2264881"/>
            <a:ext cx="721206" cy="609702"/>
            <a:chOff x="8807242" y="2253333"/>
            <a:chExt cx="721206" cy="609702"/>
          </a:xfrm>
        </p:grpSpPr>
        <p:sp>
          <p:nvSpPr>
            <p:cNvPr id="905" name="Rectangle 904">
              <a:extLst>
                <a:ext uri="{FF2B5EF4-FFF2-40B4-BE49-F238E27FC236}">
                  <a16:creationId xmlns:a16="http://schemas.microsoft.com/office/drawing/2014/main" id="{ED9401A4-AE14-CD7B-8AF8-98691C1251E5}"/>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906" name="Right Triangle 905">
              <a:extLst>
                <a:ext uri="{FF2B5EF4-FFF2-40B4-BE49-F238E27FC236}">
                  <a16:creationId xmlns:a16="http://schemas.microsoft.com/office/drawing/2014/main" id="{744638DB-F214-0D58-F4D6-D6B11D1846C0}"/>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7" name="Oval 27">
              <a:extLst>
                <a:ext uri="{FF2B5EF4-FFF2-40B4-BE49-F238E27FC236}">
                  <a16:creationId xmlns:a16="http://schemas.microsoft.com/office/drawing/2014/main" id="{6A864B51-DB37-D300-C5E3-495BD60F8C0C}"/>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8" name="Oval 28">
              <a:extLst>
                <a:ext uri="{FF2B5EF4-FFF2-40B4-BE49-F238E27FC236}">
                  <a16:creationId xmlns:a16="http://schemas.microsoft.com/office/drawing/2014/main" id="{C0BC4B89-513E-8739-F052-7E81C39EF832}"/>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09" name="Group 908">
            <a:extLst>
              <a:ext uri="{FF2B5EF4-FFF2-40B4-BE49-F238E27FC236}">
                <a16:creationId xmlns:a16="http://schemas.microsoft.com/office/drawing/2014/main" id="{1897EA3F-BCC0-E0B3-AB4D-4FEA30E940C3}"/>
              </a:ext>
            </a:extLst>
          </p:cNvPr>
          <p:cNvGrpSpPr/>
          <p:nvPr/>
        </p:nvGrpSpPr>
        <p:grpSpPr>
          <a:xfrm>
            <a:off x="7957586" y="2253332"/>
            <a:ext cx="721206" cy="609701"/>
            <a:chOff x="7957586" y="2253332"/>
            <a:chExt cx="721206" cy="609701"/>
          </a:xfrm>
        </p:grpSpPr>
        <p:sp>
          <p:nvSpPr>
            <p:cNvPr id="910" name="Rectangle 909">
              <a:extLst>
                <a:ext uri="{FF2B5EF4-FFF2-40B4-BE49-F238E27FC236}">
                  <a16:creationId xmlns:a16="http://schemas.microsoft.com/office/drawing/2014/main" id="{621CE8AA-AF33-3D5E-9E32-7F0FDD91586D}"/>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911" name="Right Triangle 910">
              <a:extLst>
                <a:ext uri="{FF2B5EF4-FFF2-40B4-BE49-F238E27FC236}">
                  <a16:creationId xmlns:a16="http://schemas.microsoft.com/office/drawing/2014/main" id="{2E380295-55CB-A114-3821-84228EF95359}"/>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12" name="Group 911">
              <a:extLst>
                <a:ext uri="{FF2B5EF4-FFF2-40B4-BE49-F238E27FC236}">
                  <a16:creationId xmlns:a16="http://schemas.microsoft.com/office/drawing/2014/main" id="{B6C38837-F12E-D6A2-F2F5-A6C7D23DE841}"/>
                </a:ext>
              </a:extLst>
            </p:cNvPr>
            <p:cNvGrpSpPr/>
            <p:nvPr/>
          </p:nvGrpSpPr>
          <p:grpSpPr>
            <a:xfrm>
              <a:off x="8621942" y="2262669"/>
              <a:ext cx="37817" cy="61390"/>
              <a:chOff x="3883481" y="2057400"/>
              <a:chExt cx="1608363" cy="2652031"/>
            </a:xfrm>
            <a:solidFill>
              <a:srgbClr val="A6A6A6">
                <a:alpha val="20000"/>
              </a:srgbClr>
            </a:solidFill>
          </p:grpSpPr>
          <p:sp>
            <p:nvSpPr>
              <p:cNvPr id="913" name="Oval 27">
                <a:extLst>
                  <a:ext uri="{FF2B5EF4-FFF2-40B4-BE49-F238E27FC236}">
                    <a16:creationId xmlns:a16="http://schemas.microsoft.com/office/drawing/2014/main" id="{95C929B1-8EB1-DC2B-BF2F-9F3FC571525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4" name="Oval 28">
                <a:extLst>
                  <a:ext uri="{FF2B5EF4-FFF2-40B4-BE49-F238E27FC236}">
                    <a16:creationId xmlns:a16="http://schemas.microsoft.com/office/drawing/2014/main" id="{B5F64309-E441-C221-3144-03C5CE00A92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15" name="Group 914">
            <a:extLst>
              <a:ext uri="{FF2B5EF4-FFF2-40B4-BE49-F238E27FC236}">
                <a16:creationId xmlns:a16="http://schemas.microsoft.com/office/drawing/2014/main" id="{1FC72605-491B-B52B-02AA-DDB3161C182C}"/>
              </a:ext>
            </a:extLst>
          </p:cNvPr>
          <p:cNvGrpSpPr/>
          <p:nvPr/>
        </p:nvGrpSpPr>
        <p:grpSpPr>
          <a:xfrm>
            <a:off x="9656903" y="2253333"/>
            <a:ext cx="721220" cy="609701"/>
            <a:chOff x="9656903" y="2253333"/>
            <a:chExt cx="721220" cy="609701"/>
          </a:xfrm>
        </p:grpSpPr>
        <p:sp>
          <p:nvSpPr>
            <p:cNvPr id="916" name="Rectangle 915">
              <a:hlinkHover r:id="" action="ppaction://noaction" highlightClick="1"/>
              <a:extLst>
                <a:ext uri="{FF2B5EF4-FFF2-40B4-BE49-F238E27FC236}">
                  <a16:creationId xmlns:a16="http://schemas.microsoft.com/office/drawing/2014/main" id="{BDB14591-05AA-E3A2-644F-F47EE959B851}"/>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917" name="Rectangle 916">
              <a:extLst>
                <a:ext uri="{FF2B5EF4-FFF2-40B4-BE49-F238E27FC236}">
                  <a16:creationId xmlns:a16="http://schemas.microsoft.com/office/drawing/2014/main" id="{449A8ACF-3619-9D95-BC69-6CE2A8F18DDE}"/>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8" name="Oval 15">
              <a:extLst>
                <a:ext uri="{FF2B5EF4-FFF2-40B4-BE49-F238E27FC236}">
                  <a16:creationId xmlns:a16="http://schemas.microsoft.com/office/drawing/2014/main" id="{AFBCDACA-2883-6526-DE0A-EB79DE6FA9DE}"/>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19" name="Straight Connector 918">
              <a:extLst>
                <a:ext uri="{FF2B5EF4-FFF2-40B4-BE49-F238E27FC236}">
                  <a16:creationId xmlns:a16="http://schemas.microsoft.com/office/drawing/2014/main" id="{AFF4CBF7-70C7-2733-B5D8-0750C6BEA84B}"/>
                </a:ext>
              </a:extLst>
            </p:cNvPr>
            <p:cNvCxnSpPr>
              <a:cxnSpLocks/>
              <a:stCxn id="91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20" name="Straight Connector 919">
              <a:extLst>
                <a:ext uri="{FF2B5EF4-FFF2-40B4-BE49-F238E27FC236}">
                  <a16:creationId xmlns:a16="http://schemas.microsoft.com/office/drawing/2014/main" id="{AF948A75-8FA5-A3EF-4153-DCB2E369A81D}"/>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21" name="Group 920">
            <a:extLst>
              <a:ext uri="{FF2B5EF4-FFF2-40B4-BE49-F238E27FC236}">
                <a16:creationId xmlns:a16="http://schemas.microsoft.com/office/drawing/2014/main" id="{5D62FEC0-ACD5-31EC-B125-961FDE68A2BD}"/>
              </a:ext>
            </a:extLst>
          </p:cNvPr>
          <p:cNvGrpSpPr/>
          <p:nvPr/>
        </p:nvGrpSpPr>
        <p:grpSpPr>
          <a:xfrm>
            <a:off x="8797459" y="2264859"/>
            <a:ext cx="721206" cy="609701"/>
            <a:chOff x="11356242" y="2253333"/>
            <a:chExt cx="721206" cy="609701"/>
          </a:xfrm>
        </p:grpSpPr>
        <p:sp>
          <p:nvSpPr>
            <p:cNvPr id="922" name="Rectangle 921">
              <a:hlinkHover r:id="" action="ppaction://noaction" highlightClick="1"/>
              <a:extLst>
                <a:ext uri="{FF2B5EF4-FFF2-40B4-BE49-F238E27FC236}">
                  <a16:creationId xmlns:a16="http://schemas.microsoft.com/office/drawing/2014/main" id="{6BD21869-8CAE-037E-3DE6-81B9A3403ABE}"/>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923" name="Oval 922">
              <a:extLst>
                <a:ext uri="{FF2B5EF4-FFF2-40B4-BE49-F238E27FC236}">
                  <a16:creationId xmlns:a16="http://schemas.microsoft.com/office/drawing/2014/main" id="{4672542C-DB19-3DEF-38F7-EF33B60AD328}"/>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4" name="Isosceles Triangle 648">
              <a:extLst>
                <a:ext uri="{FF2B5EF4-FFF2-40B4-BE49-F238E27FC236}">
                  <a16:creationId xmlns:a16="http://schemas.microsoft.com/office/drawing/2014/main" id="{D4C69750-BAFB-CB20-61EE-880C82A7B316}"/>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5" name="Group 924">
            <a:extLst>
              <a:ext uri="{FF2B5EF4-FFF2-40B4-BE49-F238E27FC236}">
                <a16:creationId xmlns:a16="http://schemas.microsoft.com/office/drawing/2014/main" id="{B4F759D5-053D-9531-5539-8783584400F4}"/>
              </a:ext>
            </a:extLst>
          </p:cNvPr>
          <p:cNvGrpSpPr/>
          <p:nvPr/>
        </p:nvGrpSpPr>
        <p:grpSpPr>
          <a:xfrm>
            <a:off x="10506580" y="2253333"/>
            <a:ext cx="721206" cy="609701"/>
            <a:chOff x="10506580" y="2253333"/>
            <a:chExt cx="721206" cy="609701"/>
          </a:xfrm>
        </p:grpSpPr>
        <p:sp>
          <p:nvSpPr>
            <p:cNvPr id="926" name="Rectangle 925">
              <a:hlinkHover r:id="" action="ppaction://noaction" highlightClick="1"/>
              <a:extLst>
                <a:ext uri="{FF2B5EF4-FFF2-40B4-BE49-F238E27FC236}">
                  <a16:creationId xmlns:a16="http://schemas.microsoft.com/office/drawing/2014/main" id="{E02AEE12-2963-BA20-AC7A-EAB7FCA03745}"/>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927" name="Diamond 926">
              <a:extLst>
                <a:ext uri="{FF2B5EF4-FFF2-40B4-BE49-F238E27FC236}">
                  <a16:creationId xmlns:a16="http://schemas.microsoft.com/office/drawing/2014/main" id="{1E3D6FA7-C6C0-EF18-BB65-DB123141AFF0}"/>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8" name="Oval 927">
              <a:extLst>
                <a:ext uri="{FF2B5EF4-FFF2-40B4-BE49-F238E27FC236}">
                  <a16:creationId xmlns:a16="http://schemas.microsoft.com/office/drawing/2014/main" id="{50663797-1C43-731F-7538-1E01FF3136EB}"/>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9" name="Group 928">
            <a:extLst>
              <a:ext uri="{FF2B5EF4-FFF2-40B4-BE49-F238E27FC236}">
                <a16:creationId xmlns:a16="http://schemas.microsoft.com/office/drawing/2014/main" id="{A31E90F3-7CE2-368E-19DA-10B42B7A8DEA}"/>
              </a:ext>
            </a:extLst>
          </p:cNvPr>
          <p:cNvGrpSpPr/>
          <p:nvPr/>
        </p:nvGrpSpPr>
        <p:grpSpPr>
          <a:xfrm>
            <a:off x="5454173" y="2257175"/>
            <a:ext cx="721206" cy="609701"/>
            <a:chOff x="6287891" y="2253333"/>
            <a:chExt cx="721206" cy="609701"/>
          </a:xfrm>
        </p:grpSpPr>
        <p:sp>
          <p:nvSpPr>
            <p:cNvPr id="930" name="Rectangle 929">
              <a:extLst>
                <a:ext uri="{FF2B5EF4-FFF2-40B4-BE49-F238E27FC236}">
                  <a16:creationId xmlns:a16="http://schemas.microsoft.com/office/drawing/2014/main" id="{2296B45F-7A41-C800-B990-0991366805C8}"/>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931" name="Right Triangle 930">
              <a:extLst>
                <a:ext uri="{FF2B5EF4-FFF2-40B4-BE49-F238E27FC236}">
                  <a16:creationId xmlns:a16="http://schemas.microsoft.com/office/drawing/2014/main" id="{1F67E604-473A-B367-6483-39B02029DC1F}"/>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32" name="Group 931">
              <a:extLst>
                <a:ext uri="{FF2B5EF4-FFF2-40B4-BE49-F238E27FC236}">
                  <a16:creationId xmlns:a16="http://schemas.microsoft.com/office/drawing/2014/main" id="{58324F26-7A36-BFC8-EE81-87713119E5F2}"/>
                </a:ext>
              </a:extLst>
            </p:cNvPr>
            <p:cNvGrpSpPr/>
            <p:nvPr/>
          </p:nvGrpSpPr>
          <p:grpSpPr>
            <a:xfrm>
              <a:off x="6952470" y="2265099"/>
              <a:ext cx="37817" cy="61390"/>
              <a:chOff x="3883481" y="2057400"/>
              <a:chExt cx="1608363" cy="2652031"/>
            </a:xfrm>
            <a:solidFill>
              <a:srgbClr val="A6A6A6">
                <a:alpha val="20000"/>
              </a:srgbClr>
            </a:solidFill>
          </p:grpSpPr>
          <p:sp>
            <p:nvSpPr>
              <p:cNvPr id="933" name="Oval 27">
                <a:extLst>
                  <a:ext uri="{FF2B5EF4-FFF2-40B4-BE49-F238E27FC236}">
                    <a16:creationId xmlns:a16="http://schemas.microsoft.com/office/drawing/2014/main" id="{2B4C03D6-0822-7DCD-0678-700C8900443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4" name="Oval 28">
                <a:extLst>
                  <a:ext uri="{FF2B5EF4-FFF2-40B4-BE49-F238E27FC236}">
                    <a16:creationId xmlns:a16="http://schemas.microsoft.com/office/drawing/2014/main" id="{3F7011ED-0FDF-F2C7-7DAC-8337FDE467A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35" name="Group 934">
            <a:extLst>
              <a:ext uri="{FF2B5EF4-FFF2-40B4-BE49-F238E27FC236}">
                <a16:creationId xmlns:a16="http://schemas.microsoft.com/office/drawing/2014/main" id="{CF342847-D30D-337E-7DC9-D0FF275A8010}"/>
              </a:ext>
            </a:extLst>
          </p:cNvPr>
          <p:cNvGrpSpPr/>
          <p:nvPr/>
        </p:nvGrpSpPr>
        <p:grpSpPr>
          <a:xfrm>
            <a:off x="7113172" y="2252067"/>
            <a:ext cx="728239" cy="609701"/>
            <a:chOff x="5442073" y="811556"/>
            <a:chExt cx="728239" cy="609701"/>
          </a:xfrm>
        </p:grpSpPr>
        <p:sp>
          <p:nvSpPr>
            <p:cNvPr id="936" name="Rectangle 935">
              <a:extLst>
                <a:ext uri="{FF2B5EF4-FFF2-40B4-BE49-F238E27FC236}">
                  <a16:creationId xmlns:a16="http://schemas.microsoft.com/office/drawing/2014/main" id="{DD3EEED1-0854-E68C-F2A6-3BE0D7F83F4A}"/>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937" name="Rectangle 936">
              <a:extLst>
                <a:ext uri="{FF2B5EF4-FFF2-40B4-BE49-F238E27FC236}">
                  <a16:creationId xmlns:a16="http://schemas.microsoft.com/office/drawing/2014/main" id="{24F6BCFF-328E-C608-46F3-6965B3F75A7E}"/>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8" name="Oval 15">
              <a:extLst>
                <a:ext uri="{FF2B5EF4-FFF2-40B4-BE49-F238E27FC236}">
                  <a16:creationId xmlns:a16="http://schemas.microsoft.com/office/drawing/2014/main" id="{B9F7C28B-ABE5-C886-4024-F7CAC324AF24}"/>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93" name="Straight Connector 992">
              <a:extLst>
                <a:ext uri="{FF2B5EF4-FFF2-40B4-BE49-F238E27FC236}">
                  <a16:creationId xmlns:a16="http://schemas.microsoft.com/office/drawing/2014/main" id="{8FDB0D9B-D361-1511-C2F2-C4597A1EA083}"/>
                </a:ext>
              </a:extLst>
            </p:cNvPr>
            <p:cNvCxnSpPr>
              <a:cxnSpLocks/>
              <a:stCxn id="938"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94" name="Straight Connector 993">
              <a:extLst>
                <a:ext uri="{FF2B5EF4-FFF2-40B4-BE49-F238E27FC236}">
                  <a16:creationId xmlns:a16="http://schemas.microsoft.com/office/drawing/2014/main" id="{C61A84D1-6029-C18C-1C25-02C504E60E52}"/>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95" name="Group 994">
            <a:extLst>
              <a:ext uri="{FF2B5EF4-FFF2-40B4-BE49-F238E27FC236}">
                <a16:creationId xmlns:a16="http://schemas.microsoft.com/office/drawing/2014/main" id="{F6401C1D-4730-FDD0-EEB0-3B655DD2C8F4}"/>
              </a:ext>
            </a:extLst>
          </p:cNvPr>
          <p:cNvGrpSpPr/>
          <p:nvPr/>
        </p:nvGrpSpPr>
        <p:grpSpPr>
          <a:xfrm>
            <a:off x="11353919" y="2251694"/>
            <a:ext cx="721206" cy="609701"/>
            <a:chOff x="8807250" y="2253334"/>
            <a:chExt cx="721206" cy="609701"/>
          </a:xfrm>
        </p:grpSpPr>
        <p:sp>
          <p:nvSpPr>
            <p:cNvPr id="996" name="Rectangle 995">
              <a:extLst>
                <a:ext uri="{FF2B5EF4-FFF2-40B4-BE49-F238E27FC236}">
                  <a16:creationId xmlns:a16="http://schemas.microsoft.com/office/drawing/2014/main" id="{7FD7D04C-8A5D-DF94-F488-907B88090A68}"/>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997" name="Right Triangle 996">
              <a:extLst>
                <a:ext uri="{FF2B5EF4-FFF2-40B4-BE49-F238E27FC236}">
                  <a16:creationId xmlns:a16="http://schemas.microsoft.com/office/drawing/2014/main" id="{621F96B2-264B-BB54-F46E-65EA1548E4C6}"/>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8" name="Oval 27">
              <a:extLst>
                <a:ext uri="{FF2B5EF4-FFF2-40B4-BE49-F238E27FC236}">
                  <a16:creationId xmlns:a16="http://schemas.microsoft.com/office/drawing/2014/main" id="{CCEA1D66-8E09-8335-2AED-01FB1A9B1561}"/>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9" name="Oval 28">
              <a:extLst>
                <a:ext uri="{FF2B5EF4-FFF2-40B4-BE49-F238E27FC236}">
                  <a16:creationId xmlns:a16="http://schemas.microsoft.com/office/drawing/2014/main" id="{3A4CDA83-2BAA-81B2-09EA-020428F10B10}"/>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00" name="Group 999">
            <a:extLst>
              <a:ext uri="{FF2B5EF4-FFF2-40B4-BE49-F238E27FC236}">
                <a16:creationId xmlns:a16="http://schemas.microsoft.com/office/drawing/2014/main" id="{72378A39-9011-8B97-F467-DCD2D8AC6B68}"/>
              </a:ext>
            </a:extLst>
          </p:cNvPr>
          <p:cNvGrpSpPr/>
          <p:nvPr/>
        </p:nvGrpSpPr>
        <p:grpSpPr>
          <a:xfrm>
            <a:off x="2107991" y="2974054"/>
            <a:ext cx="721206" cy="609701"/>
            <a:chOff x="10506805" y="2974054"/>
            <a:chExt cx="721206" cy="609701"/>
          </a:xfrm>
        </p:grpSpPr>
        <p:sp>
          <p:nvSpPr>
            <p:cNvPr id="1001" name="Rectangle 1000">
              <a:extLst>
                <a:ext uri="{FF2B5EF4-FFF2-40B4-BE49-F238E27FC236}">
                  <a16:creationId xmlns:a16="http://schemas.microsoft.com/office/drawing/2014/main" id="{4AB97CA1-BA8A-9797-79A9-0B83609AEF88}"/>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1002" name="Rectangle 1001">
              <a:extLst>
                <a:ext uri="{FF2B5EF4-FFF2-40B4-BE49-F238E27FC236}">
                  <a16:creationId xmlns:a16="http://schemas.microsoft.com/office/drawing/2014/main" id="{DA6261E6-97E9-034C-8C44-C7203D70B72E}"/>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3" name="Oval 15">
              <a:extLst>
                <a:ext uri="{FF2B5EF4-FFF2-40B4-BE49-F238E27FC236}">
                  <a16:creationId xmlns:a16="http://schemas.microsoft.com/office/drawing/2014/main" id="{3E2F0179-5F90-0C7D-71EC-6ACBDC15B984}"/>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34" name="Straight Connector 1033">
              <a:extLst>
                <a:ext uri="{FF2B5EF4-FFF2-40B4-BE49-F238E27FC236}">
                  <a16:creationId xmlns:a16="http://schemas.microsoft.com/office/drawing/2014/main" id="{F92B4C8C-0593-E1F7-490A-5622CB393E3E}"/>
                </a:ext>
              </a:extLst>
            </p:cNvPr>
            <p:cNvCxnSpPr>
              <a:cxnSpLocks/>
              <a:stCxn id="1003"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35" name="Straight Connector 1034">
              <a:extLst>
                <a:ext uri="{FF2B5EF4-FFF2-40B4-BE49-F238E27FC236}">
                  <a16:creationId xmlns:a16="http://schemas.microsoft.com/office/drawing/2014/main" id="{A7098F13-E62E-8EF7-1D20-C20A76ECF395}"/>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36" name="Group 1035">
            <a:extLst>
              <a:ext uri="{FF2B5EF4-FFF2-40B4-BE49-F238E27FC236}">
                <a16:creationId xmlns:a16="http://schemas.microsoft.com/office/drawing/2014/main" id="{B77E7CDF-68DE-A3FB-BC19-5C107DCDC3BC}"/>
              </a:ext>
            </a:extLst>
          </p:cNvPr>
          <p:cNvGrpSpPr/>
          <p:nvPr/>
        </p:nvGrpSpPr>
        <p:grpSpPr>
          <a:xfrm>
            <a:off x="4615253" y="2974053"/>
            <a:ext cx="721206" cy="609701"/>
            <a:chOff x="9657610" y="2974054"/>
            <a:chExt cx="721206" cy="609701"/>
          </a:xfrm>
        </p:grpSpPr>
        <p:sp>
          <p:nvSpPr>
            <p:cNvPr id="1037" name="Rectangle 1036">
              <a:extLst>
                <a:ext uri="{FF2B5EF4-FFF2-40B4-BE49-F238E27FC236}">
                  <a16:creationId xmlns:a16="http://schemas.microsoft.com/office/drawing/2014/main" id="{3A6B4781-D16E-D543-820B-0CED452B27FA}"/>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1088" name="Rectangle 1087">
              <a:extLst>
                <a:ext uri="{FF2B5EF4-FFF2-40B4-BE49-F238E27FC236}">
                  <a16:creationId xmlns:a16="http://schemas.microsoft.com/office/drawing/2014/main" id="{AE942322-A9FA-F713-CBD7-75240859171D}"/>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9" name="Oval 15">
              <a:extLst>
                <a:ext uri="{FF2B5EF4-FFF2-40B4-BE49-F238E27FC236}">
                  <a16:creationId xmlns:a16="http://schemas.microsoft.com/office/drawing/2014/main" id="{A128B148-2C80-7B2F-EFF9-1EA29C733464}"/>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90" name="Straight Connector 1089">
              <a:extLst>
                <a:ext uri="{FF2B5EF4-FFF2-40B4-BE49-F238E27FC236}">
                  <a16:creationId xmlns:a16="http://schemas.microsoft.com/office/drawing/2014/main" id="{A92F42C2-6473-698A-6F3E-71EC7A4F14DD}"/>
                </a:ext>
              </a:extLst>
            </p:cNvPr>
            <p:cNvCxnSpPr>
              <a:cxnSpLocks/>
              <a:stCxn id="1089"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91" name="Straight Connector 1090">
              <a:extLst>
                <a:ext uri="{FF2B5EF4-FFF2-40B4-BE49-F238E27FC236}">
                  <a16:creationId xmlns:a16="http://schemas.microsoft.com/office/drawing/2014/main" id="{745F669B-5D10-D5EA-DD1F-5B269E194D8B}"/>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02" name="Group 1101">
            <a:extLst>
              <a:ext uri="{FF2B5EF4-FFF2-40B4-BE49-F238E27FC236}">
                <a16:creationId xmlns:a16="http://schemas.microsoft.com/office/drawing/2014/main" id="{557DB916-EF1D-BB7D-C93A-969D053758EE}"/>
              </a:ext>
            </a:extLst>
          </p:cNvPr>
          <p:cNvGrpSpPr/>
          <p:nvPr/>
        </p:nvGrpSpPr>
        <p:grpSpPr>
          <a:xfrm>
            <a:off x="11356001" y="2974057"/>
            <a:ext cx="721206" cy="609701"/>
            <a:chOff x="11356001" y="2974057"/>
            <a:chExt cx="721206" cy="609701"/>
          </a:xfrm>
        </p:grpSpPr>
        <p:sp>
          <p:nvSpPr>
            <p:cNvPr id="1103" name="Rectangle 1102">
              <a:hlinkHover r:id="" action="ppaction://noaction" highlightClick="1"/>
              <a:extLst>
                <a:ext uri="{FF2B5EF4-FFF2-40B4-BE49-F238E27FC236}">
                  <a16:creationId xmlns:a16="http://schemas.microsoft.com/office/drawing/2014/main" id="{D6848054-70DC-3ADE-B53A-D107B818423F}"/>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104" name="Oval 1103">
              <a:extLst>
                <a:ext uri="{FF2B5EF4-FFF2-40B4-BE49-F238E27FC236}">
                  <a16:creationId xmlns:a16="http://schemas.microsoft.com/office/drawing/2014/main" id="{DDA4C5A5-90F2-A4D3-136E-06071921D2FD}"/>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05" name="Isosceles Triangle 648">
              <a:extLst>
                <a:ext uri="{FF2B5EF4-FFF2-40B4-BE49-F238E27FC236}">
                  <a16:creationId xmlns:a16="http://schemas.microsoft.com/office/drawing/2014/main" id="{3D72509A-000D-A360-C4B1-4C88102AB616}"/>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06" name="Group 1105">
            <a:extLst>
              <a:ext uri="{FF2B5EF4-FFF2-40B4-BE49-F238E27FC236}">
                <a16:creationId xmlns:a16="http://schemas.microsoft.com/office/drawing/2014/main" id="{2E4D2284-BDEF-59B3-F07B-37665CA3DFCF}"/>
              </a:ext>
            </a:extLst>
          </p:cNvPr>
          <p:cNvGrpSpPr/>
          <p:nvPr/>
        </p:nvGrpSpPr>
        <p:grpSpPr>
          <a:xfrm>
            <a:off x="10506616" y="2984633"/>
            <a:ext cx="721220" cy="609701"/>
            <a:chOff x="9656903" y="2253333"/>
            <a:chExt cx="721220" cy="609701"/>
          </a:xfrm>
        </p:grpSpPr>
        <p:sp>
          <p:nvSpPr>
            <p:cNvPr id="1107" name="Rectangle 1106">
              <a:hlinkHover r:id="" action="ppaction://noaction" highlightClick="1"/>
              <a:extLst>
                <a:ext uri="{FF2B5EF4-FFF2-40B4-BE49-F238E27FC236}">
                  <a16:creationId xmlns:a16="http://schemas.microsoft.com/office/drawing/2014/main" id="{09880C6E-0066-74A5-EBD1-2E14B341D075}"/>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108" name="Rectangle 1107">
              <a:extLst>
                <a:ext uri="{FF2B5EF4-FFF2-40B4-BE49-F238E27FC236}">
                  <a16:creationId xmlns:a16="http://schemas.microsoft.com/office/drawing/2014/main" id="{2241F89D-5ADA-EE86-6C5E-C42CBDFF47C6}"/>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09" name="Oval 15">
              <a:extLst>
                <a:ext uri="{FF2B5EF4-FFF2-40B4-BE49-F238E27FC236}">
                  <a16:creationId xmlns:a16="http://schemas.microsoft.com/office/drawing/2014/main" id="{A40C8128-1B42-4079-3A82-DAE70607D751}"/>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10" name="Straight Connector 1109">
              <a:extLst>
                <a:ext uri="{FF2B5EF4-FFF2-40B4-BE49-F238E27FC236}">
                  <a16:creationId xmlns:a16="http://schemas.microsoft.com/office/drawing/2014/main" id="{4BD2E6E3-E569-B23D-6BEA-F59FB328BD81}"/>
                </a:ext>
              </a:extLst>
            </p:cNvPr>
            <p:cNvCxnSpPr>
              <a:cxnSpLocks/>
              <a:stCxn id="110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11" name="Straight Connector 1110">
              <a:extLst>
                <a:ext uri="{FF2B5EF4-FFF2-40B4-BE49-F238E27FC236}">
                  <a16:creationId xmlns:a16="http://schemas.microsoft.com/office/drawing/2014/main" id="{FF878553-9911-82FF-93EB-B1E6A3545848}"/>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18" name="Group 1117">
            <a:extLst>
              <a:ext uri="{FF2B5EF4-FFF2-40B4-BE49-F238E27FC236}">
                <a16:creationId xmlns:a16="http://schemas.microsoft.com/office/drawing/2014/main" id="{A3C49C3B-4E05-88E7-CE1B-66301B9048FF}"/>
              </a:ext>
            </a:extLst>
          </p:cNvPr>
          <p:cNvGrpSpPr/>
          <p:nvPr/>
        </p:nvGrpSpPr>
        <p:grpSpPr>
          <a:xfrm>
            <a:off x="1268346" y="3698225"/>
            <a:ext cx="721893" cy="610376"/>
            <a:chOff x="1268346" y="3698225"/>
            <a:chExt cx="721893" cy="610376"/>
          </a:xfrm>
        </p:grpSpPr>
        <p:sp>
          <p:nvSpPr>
            <p:cNvPr id="1119" name="Rectangle 1118">
              <a:extLst>
                <a:ext uri="{FF2B5EF4-FFF2-40B4-BE49-F238E27FC236}">
                  <a16:creationId xmlns:a16="http://schemas.microsoft.com/office/drawing/2014/main" id="{977DC052-3229-3886-F5F9-BC7D4A8833AF}"/>
                </a:ext>
              </a:extLst>
            </p:cNvPr>
            <p:cNvSpPr/>
            <p:nvPr/>
          </p:nvSpPr>
          <p:spPr>
            <a:xfrm>
              <a:off x="1268346"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1120" name="Right Triangle 1119">
              <a:extLst>
                <a:ext uri="{FF2B5EF4-FFF2-40B4-BE49-F238E27FC236}">
                  <a16:creationId xmlns:a16="http://schemas.microsoft.com/office/drawing/2014/main" id="{4D2FB8D2-EC28-CE2B-0600-02C2FB9846C6}"/>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21" name="Group 1120">
              <a:extLst>
                <a:ext uri="{FF2B5EF4-FFF2-40B4-BE49-F238E27FC236}">
                  <a16:creationId xmlns:a16="http://schemas.microsoft.com/office/drawing/2014/main" id="{F79FCB29-25F1-A2A1-AF79-C86F99456911}"/>
                </a:ext>
              </a:extLst>
            </p:cNvPr>
            <p:cNvGrpSpPr/>
            <p:nvPr/>
          </p:nvGrpSpPr>
          <p:grpSpPr>
            <a:xfrm>
              <a:off x="1939628" y="3704319"/>
              <a:ext cx="37817" cy="61390"/>
              <a:chOff x="3883481" y="2057400"/>
              <a:chExt cx="1608363" cy="2652031"/>
            </a:xfrm>
            <a:solidFill>
              <a:srgbClr val="A6A6A6"/>
            </a:solidFill>
          </p:grpSpPr>
          <p:sp>
            <p:nvSpPr>
              <p:cNvPr id="1122" name="Oval 27">
                <a:extLst>
                  <a:ext uri="{FF2B5EF4-FFF2-40B4-BE49-F238E27FC236}">
                    <a16:creationId xmlns:a16="http://schemas.microsoft.com/office/drawing/2014/main" id="{BF77A8FD-74DD-2CC4-0960-BC714BF5069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3" name="Oval 28">
                <a:extLst>
                  <a:ext uri="{FF2B5EF4-FFF2-40B4-BE49-F238E27FC236}">
                    <a16:creationId xmlns:a16="http://schemas.microsoft.com/office/drawing/2014/main" id="{F4DE02F5-C21A-FED2-EE4F-AF860B15792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24" name="Group 1123">
            <a:extLst>
              <a:ext uri="{FF2B5EF4-FFF2-40B4-BE49-F238E27FC236}">
                <a16:creationId xmlns:a16="http://schemas.microsoft.com/office/drawing/2014/main" id="{31778D51-C924-3D0B-4662-AB4A07EE111C}"/>
              </a:ext>
            </a:extLst>
          </p:cNvPr>
          <p:cNvGrpSpPr/>
          <p:nvPr/>
        </p:nvGrpSpPr>
        <p:grpSpPr>
          <a:xfrm>
            <a:off x="5451979" y="3707588"/>
            <a:ext cx="721206" cy="609701"/>
            <a:chOff x="5451979" y="3707588"/>
            <a:chExt cx="721206" cy="609701"/>
          </a:xfrm>
        </p:grpSpPr>
        <p:sp>
          <p:nvSpPr>
            <p:cNvPr id="1125" name="Rectangle 1124">
              <a:hlinkHover r:id="" action="ppaction://noaction" highlightClick="1"/>
              <a:extLst>
                <a:ext uri="{FF2B5EF4-FFF2-40B4-BE49-F238E27FC236}">
                  <a16:creationId xmlns:a16="http://schemas.microsoft.com/office/drawing/2014/main" id="{2FA432D5-FCD6-8309-4E9C-D813397CDA63}"/>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126" name="Oval 1125">
              <a:extLst>
                <a:ext uri="{FF2B5EF4-FFF2-40B4-BE49-F238E27FC236}">
                  <a16:creationId xmlns:a16="http://schemas.microsoft.com/office/drawing/2014/main" id="{894902D3-BEBB-67A6-BE35-26ABE28F0DE7}"/>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7" name="Isosceles Triangle 648">
              <a:extLst>
                <a:ext uri="{FF2B5EF4-FFF2-40B4-BE49-F238E27FC236}">
                  <a16:creationId xmlns:a16="http://schemas.microsoft.com/office/drawing/2014/main" id="{988CCBD5-4B65-31C9-7955-4ED37CEA58F4}"/>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2" name="Picture 1">
            <a:hlinkClick r:id="rId16" action="ppaction://hlinksldjump"/>
            <a:extLst>
              <a:ext uri="{FF2B5EF4-FFF2-40B4-BE49-F238E27FC236}">
                <a16:creationId xmlns:a16="http://schemas.microsoft.com/office/drawing/2014/main" id="{C234438A-1156-A690-EBEA-62E4C5DE0CCF}"/>
              </a:ext>
            </a:extLst>
          </p:cNvPr>
          <p:cNvPicPr>
            <a:picLocks noChangeAspect="1"/>
          </p:cNvPicPr>
          <p:nvPr/>
        </p:nvPicPr>
        <p:blipFill>
          <a:blip r:embed="rId17"/>
          <a:stretch>
            <a:fillRect/>
          </a:stretch>
        </p:blipFill>
        <p:spPr>
          <a:xfrm>
            <a:off x="0" y="0"/>
            <a:ext cx="211626" cy="6858000"/>
          </a:xfrm>
          <a:prstGeom prst="rect">
            <a:avLst/>
          </a:prstGeom>
        </p:spPr>
      </p:pic>
      <p:sp>
        <p:nvSpPr>
          <p:cNvPr id="3" name="Rectangle 2">
            <a:hlinkHover r:id="rId18" action="ppaction://hlinksldjump"/>
            <a:extLst>
              <a:ext uri="{FF2B5EF4-FFF2-40B4-BE49-F238E27FC236}">
                <a16:creationId xmlns:a16="http://schemas.microsoft.com/office/drawing/2014/main" id="{4A93CFC6-B824-8EBC-F4CB-64AC635490D3}"/>
              </a:ext>
            </a:extLst>
          </p:cNvPr>
          <p:cNvSpPr/>
          <p:nvPr/>
        </p:nvSpPr>
        <p:spPr>
          <a:xfrm>
            <a:off x="8841666" y="6284246"/>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grpSp>
        <p:nvGrpSpPr>
          <p:cNvPr id="4" name="Group 3">
            <a:extLst>
              <a:ext uri="{FF2B5EF4-FFF2-40B4-BE49-F238E27FC236}">
                <a16:creationId xmlns:a16="http://schemas.microsoft.com/office/drawing/2014/main" id="{25427429-051E-447B-A5DE-3B21FF9E6A11}"/>
              </a:ext>
            </a:extLst>
          </p:cNvPr>
          <p:cNvGrpSpPr/>
          <p:nvPr/>
        </p:nvGrpSpPr>
        <p:grpSpPr>
          <a:xfrm>
            <a:off x="9652491" y="2986436"/>
            <a:ext cx="721206" cy="609701"/>
            <a:chOff x="9657972" y="90836"/>
            <a:chExt cx="721206" cy="609701"/>
          </a:xfrm>
        </p:grpSpPr>
        <p:sp>
          <p:nvSpPr>
            <p:cNvPr id="5" name="Rectangle 4">
              <a:hlinkHover r:id="" action="ppaction://noaction" highlightClick="1"/>
              <a:extLst>
                <a:ext uri="{FF2B5EF4-FFF2-40B4-BE49-F238E27FC236}">
                  <a16:creationId xmlns:a16="http://schemas.microsoft.com/office/drawing/2014/main" id="{0D71C73F-759B-ECC3-7AF7-A65B38BDB87A}"/>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6" name="Diamond 5">
              <a:extLst>
                <a:ext uri="{FF2B5EF4-FFF2-40B4-BE49-F238E27FC236}">
                  <a16:creationId xmlns:a16="http://schemas.microsoft.com/office/drawing/2014/main" id="{E74FF6CB-7407-CD57-0187-F355905D5455}"/>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 name="Oval 6">
              <a:extLst>
                <a:ext uri="{FF2B5EF4-FFF2-40B4-BE49-F238E27FC236}">
                  <a16:creationId xmlns:a16="http://schemas.microsoft.com/office/drawing/2014/main" id="{24F53E68-FEA3-46F3-83F1-9A14444723FE}"/>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3351914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8168" y="173237"/>
            <a:ext cx="581531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Windows Enterprise E5</a:t>
            </a:r>
          </a:p>
        </p:txBody>
      </p:sp>
      <p:grpSp>
        <p:nvGrpSpPr>
          <p:cNvPr id="31" name="Group 30">
            <a:extLst>
              <a:ext uri="{FF2B5EF4-FFF2-40B4-BE49-F238E27FC236}">
                <a16:creationId xmlns:a16="http://schemas.microsoft.com/office/drawing/2014/main" id="{F7AE8E7E-B16B-4AFD-B5B3-DEA68469ACF2}"/>
              </a:ext>
            </a:extLst>
          </p:cNvPr>
          <p:cNvGrpSpPr/>
          <p:nvPr/>
        </p:nvGrpSpPr>
        <p:grpSpPr>
          <a:xfrm>
            <a:off x="3779655" y="811556"/>
            <a:ext cx="721206" cy="609701"/>
            <a:chOff x="3779655" y="811556"/>
            <a:chExt cx="721206" cy="609701"/>
          </a:xfrm>
        </p:grpSpPr>
        <p:sp>
          <p:nvSpPr>
            <p:cNvPr id="34" name="Rectangle 33">
              <a:extLst>
                <a:ext uri="{FF2B5EF4-FFF2-40B4-BE49-F238E27FC236}">
                  <a16:creationId xmlns:a16="http://schemas.microsoft.com/office/drawing/2014/main" id="{9205E2B0-A8F9-DF75-C56D-2A98C190722C}"/>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37" name="Rectangle 36">
              <a:extLst>
                <a:ext uri="{FF2B5EF4-FFF2-40B4-BE49-F238E27FC236}">
                  <a16:creationId xmlns:a16="http://schemas.microsoft.com/office/drawing/2014/main" id="{D1981145-DC61-2735-9125-EE0CB6AC6AF3}"/>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 name="Oval 15">
              <a:extLst>
                <a:ext uri="{FF2B5EF4-FFF2-40B4-BE49-F238E27FC236}">
                  <a16:creationId xmlns:a16="http://schemas.microsoft.com/office/drawing/2014/main" id="{E6CF07C5-6E3D-E367-B189-BFAF26B0D39F}"/>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1" name="Straight Connector 40">
              <a:extLst>
                <a:ext uri="{FF2B5EF4-FFF2-40B4-BE49-F238E27FC236}">
                  <a16:creationId xmlns:a16="http://schemas.microsoft.com/office/drawing/2014/main" id="{242D47F9-F4B0-2488-8318-42DED113E1DC}"/>
                </a:ext>
              </a:extLst>
            </p:cNvPr>
            <p:cNvCxnSpPr>
              <a:cxnSpLocks/>
              <a:stCxn id="38"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2" name="Straight Connector 41">
              <a:extLst>
                <a:ext uri="{FF2B5EF4-FFF2-40B4-BE49-F238E27FC236}">
                  <a16:creationId xmlns:a16="http://schemas.microsoft.com/office/drawing/2014/main" id="{1369A432-CB47-0AFA-3129-BA71C3446E95}"/>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4" name="Group 43">
            <a:extLst>
              <a:ext uri="{FF2B5EF4-FFF2-40B4-BE49-F238E27FC236}">
                <a16:creationId xmlns:a16="http://schemas.microsoft.com/office/drawing/2014/main" id="{87010F85-32E2-FC0F-33F9-ECD9AE38E153}"/>
              </a:ext>
            </a:extLst>
          </p:cNvPr>
          <p:cNvGrpSpPr/>
          <p:nvPr/>
        </p:nvGrpSpPr>
        <p:grpSpPr>
          <a:xfrm>
            <a:off x="7959195" y="3698231"/>
            <a:ext cx="721206" cy="609701"/>
            <a:chOff x="7959195" y="3698231"/>
            <a:chExt cx="721206" cy="609701"/>
          </a:xfrm>
        </p:grpSpPr>
        <p:sp>
          <p:nvSpPr>
            <p:cNvPr id="45" name="Rectangle 44">
              <a:hlinkHover r:id="" action="ppaction://noaction" highlightClick="1"/>
              <a:extLst>
                <a:ext uri="{FF2B5EF4-FFF2-40B4-BE49-F238E27FC236}">
                  <a16:creationId xmlns:a16="http://schemas.microsoft.com/office/drawing/2014/main" id="{EF24EFCD-C058-BC51-88A8-5DF4BB3C157F}"/>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46" name="Oval 45">
              <a:extLst>
                <a:ext uri="{FF2B5EF4-FFF2-40B4-BE49-F238E27FC236}">
                  <a16:creationId xmlns:a16="http://schemas.microsoft.com/office/drawing/2014/main" id="{70CD3F31-6D2B-DD96-6F32-E4421CDE95E3}"/>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 name="Isosceles Triangle 648">
              <a:extLst>
                <a:ext uri="{FF2B5EF4-FFF2-40B4-BE49-F238E27FC236}">
                  <a16:creationId xmlns:a16="http://schemas.microsoft.com/office/drawing/2014/main" id="{273D421D-7430-D0FC-4E6E-1EC83D79C440}"/>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 name="Group 58">
            <a:extLst>
              <a:ext uri="{FF2B5EF4-FFF2-40B4-BE49-F238E27FC236}">
                <a16:creationId xmlns:a16="http://schemas.microsoft.com/office/drawing/2014/main" id="{61F839F6-5E27-2865-2F15-39F90C1C1673}"/>
              </a:ext>
            </a:extLst>
          </p:cNvPr>
          <p:cNvGrpSpPr/>
          <p:nvPr/>
        </p:nvGrpSpPr>
        <p:grpSpPr>
          <a:xfrm>
            <a:off x="5448056" y="1532276"/>
            <a:ext cx="721206" cy="609701"/>
            <a:chOff x="5448056" y="1532276"/>
            <a:chExt cx="721206" cy="609701"/>
          </a:xfrm>
        </p:grpSpPr>
        <p:sp>
          <p:nvSpPr>
            <p:cNvPr id="60" name="Rectangle 59">
              <a:extLst>
                <a:ext uri="{FF2B5EF4-FFF2-40B4-BE49-F238E27FC236}">
                  <a16:creationId xmlns:a16="http://schemas.microsoft.com/office/drawing/2014/main" id="{BC046F5A-81C8-3117-47DF-15E5A499AA15}"/>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67" name="Rectangle 66">
              <a:extLst>
                <a:ext uri="{FF2B5EF4-FFF2-40B4-BE49-F238E27FC236}">
                  <a16:creationId xmlns:a16="http://schemas.microsoft.com/office/drawing/2014/main" id="{2F704908-8324-8342-FE22-583793CCD9BB}"/>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 name="Oval 15">
              <a:extLst>
                <a:ext uri="{FF2B5EF4-FFF2-40B4-BE49-F238E27FC236}">
                  <a16:creationId xmlns:a16="http://schemas.microsoft.com/office/drawing/2014/main" id="{14409F5A-1E9C-4961-A8BF-BFD83B4832EB}"/>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9" name="Straight Connector 68">
              <a:extLst>
                <a:ext uri="{FF2B5EF4-FFF2-40B4-BE49-F238E27FC236}">
                  <a16:creationId xmlns:a16="http://schemas.microsoft.com/office/drawing/2014/main" id="{CDB40C97-EAD5-24E0-4ADC-DCC4EE3028C4}"/>
                </a:ext>
              </a:extLst>
            </p:cNvPr>
            <p:cNvCxnSpPr>
              <a:cxnSpLocks/>
              <a:stCxn id="68"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0" name="Straight Connector 69">
              <a:extLst>
                <a:ext uri="{FF2B5EF4-FFF2-40B4-BE49-F238E27FC236}">
                  <a16:creationId xmlns:a16="http://schemas.microsoft.com/office/drawing/2014/main" id="{E981F132-721D-C01B-0B4E-772104EBE80B}"/>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1" name="Group 70">
            <a:extLst>
              <a:ext uri="{FF2B5EF4-FFF2-40B4-BE49-F238E27FC236}">
                <a16:creationId xmlns:a16="http://schemas.microsoft.com/office/drawing/2014/main" id="{098902DC-9057-5026-11B9-6E3822FF733F}"/>
              </a:ext>
            </a:extLst>
          </p:cNvPr>
          <p:cNvGrpSpPr/>
          <p:nvPr/>
        </p:nvGrpSpPr>
        <p:grpSpPr>
          <a:xfrm>
            <a:off x="6284565" y="1532276"/>
            <a:ext cx="721206" cy="609701"/>
            <a:chOff x="6284565" y="1532276"/>
            <a:chExt cx="721206" cy="609701"/>
          </a:xfrm>
        </p:grpSpPr>
        <p:sp>
          <p:nvSpPr>
            <p:cNvPr id="72" name="Rectangle 71">
              <a:extLst>
                <a:ext uri="{FF2B5EF4-FFF2-40B4-BE49-F238E27FC236}">
                  <a16:creationId xmlns:a16="http://schemas.microsoft.com/office/drawing/2014/main" id="{A0E3F76E-C038-1F38-A94C-6AF954E10CD7}"/>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73" name="Rectangle 72">
              <a:extLst>
                <a:ext uri="{FF2B5EF4-FFF2-40B4-BE49-F238E27FC236}">
                  <a16:creationId xmlns:a16="http://schemas.microsoft.com/office/drawing/2014/main" id="{C26952DF-FC6B-5D07-4C3E-62D405A19D05}"/>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 name="Oval 15">
              <a:extLst>
                <a:ext uri="{FF2B5EF4-FFF2-40B4-BE49-F238E27FC236}">
                  <a16:creationId xmlns:a16="http://schemas.microsoft.com/office/drawing/2014/main" id="{17927292-0596-4F3A-4F2E-28D45E1DD1B1}"/>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5" name="Straight Connector 74">
              <a:extLst>
                <a:ext uri="{FF2B5EF4-FFF2-40B4-BE49-F238E27FC236}">
                  <a16:creationId xmlns:a16="http://schemas.microsoft.com/office/drawing/2014/main" id="{7AA42E01-1A35-E4CB-3EC6-7DB61F868C03}"/>
                </a:ext>
              </a:extLst>
            </p:cNvPr>
            <p:cNvCxnSpPr>
              <a:cxnSpLocks/>
              <a:stCxn id="74"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6" name="Straight Connector 75">
              <a:extLst>
                <a:ext uri="{FF2B5EF4-FFF2-40B4-BE49-F238E27FC236}">
                  <a16:creationId xmlns:a16="http://schemas.microsoft.com/office/drawing/2014/main" id="{2E155095-0FA6-C78A-C8DF-41B18A33F3E2}"/>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7434A783-2323-CCC4-0598-E79045790F1D}"/>
              </a:ext>
            </a:extLst>
          </p:cNvPr>
          <p:cNvGrpSpPr/>
          <p:nvPr/>
        </p:nvGrpSpPr>
        <p:grpSpPr>
          <a:xfrm>
            <a:off x="7121069" y="1532276"/>
            <a:ext cx="721206" cy="609701"/>
            <a:chOff x="7121069" y="1532276"/>
            <a:chExt cx="721206" cy="609701"/>
          </a:xfrm>
        </p:grpSpPr>
        <p:sp>
          <p:nvSpPr>
            <p:cNvPr id="78" name="Rectangle 77">
              <a:extLst>
                <a:ext uri="{FF2B5EF4-FFF2-40B4-BE49-F238E27FC236}">
                  <a16:creationId xmlns:a16="http://schemas.microsoft.com/office/drawing/2014/main" id="{8DFF5FF2-D962-FAA1-304C-C37C0563CC76}"/>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79" name="Rectangle 78">
              <a:extLst>
                <a:ext uri="{FF2B5EF4-FFF2-40B4-BE49-F238E27FC236}">
                  <a16:creationId xmlns:a16="http://schemas.microsoft.com/office/drawing/2014/main" id="{F98DE66B-8283-3105-CFF2-F36B99542E7D}"/>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 name="Oval 15">
              <a:extLst>
                <a:ext uri="{FF2B5EF4-FFF2-40B4-BE49-F238E27FC236}">
                  <a16:creationId xmlns:a16="http://schemas.microsoft.com/office/drawing/2014/main" id="{BF261D3B-3BCA-60CF-CE3B-51DA0592F67E}"/>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1" name="Straight Connector 80">
              <a:extLst>
                <a:ext uri="{FF2B5EF4-FFF2-40B4-BE49-F238E27FC236}">
                  <a16:creationId xmlns:a16="http://schemas.microsoft.com/office/drawing/2014/main" id="{A62AE1D2-D4AA-9261-827F-EBEABA6DDB41}"/>
                </a:ext>
              </a:extLst>
            </p:cNvPr>
            <p:cNvCxnSpPr>
              <a:cxnSpLocks/>
              <a:stCxn id="80"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2" name="Straight Connector 81">
              <a:extLst>
                <a:ext uri="{FF2B5EF4-FFF2-40B4-BE49-F238E27FC236}">
                  <a16:creationId xmlns:a16="http://schemas.microsoft.com/office/drawing/2014/main" id="{A011E1D4-810B-C94F-24D2-A17F23F046DF}"/>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3" name="Group 82">
            <a:extLst>
              <a:ext uri="{FF2B5EF4-FFF2-40B4-BE49-F238E27FC236}">
                <a16:creationId xmlns:a16="http://schemas.microsoft.com/office/drawing/2014/main" id="{7C12CE31-4D60-C7A8-9A24-F1589186F1ED}"/>
              </a:ext>
            </a:extLst>
          </p:cNvPr>
          <p:cNvGrpSpPr/>
          <p:nvPr/>
        </p:nvGrpSpPr>
        <p:grpSpPr>
          <a:xfrm>
            <a:off x="3775045" y="1532276"/>
            <a:ext cx="721206" cy="609701"/>
            <a:chOff x="3775045" y="1532276"/>
            <a:chExt cx="721206" cy="609701"/>
          </a:xfrm>
        </p:grpSpPr>
        <p:sp>
          <p:nvSpPr>
            <p:cNvPr id="84" name="Rectangle 83">
              <a:extLst>
                <a:ext uri="{FF2B5EF4-FFF2-40B4-BE49-F238E27FC236}">
                  <a16:creationId xmlns:a16="http://schemas.microsoft.com/office/drawing/2014/main" id="{EF0954E5-C620-2177-B89B-939042BCF7D9}"/>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85" name="Right Triangle 84">
              <a:extLst>
                <a:ext uri="{FF2B5EF4-FFF2-40B4-BE49-F238E27FC236}">
                  <a16:creationId xmlns:a16="http://schemas.microsoft.com/office/drawing/2014/main" id="{D2A3B9D2-F9AD-AFCE-B4B0-4E597C06A5CE}"/>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6" name="Group 85">
              <a:extLst>
                <a:ext uri="{FF2B5EF4-FFF2-40B4-BE49-F238E27FC236}">
                  <a16:creationId xmlns:a16="http://schemas.microsoft.com/office/drawing/2014/main" id="{7AEA5190-4666-7178-82C1-4940A7C88883}"/>
                </a:ext>
              </a:extLst>
            </p:cNvPr>
            <p:cNvGrpSpPr/>
            <p:nvPr/>
          </p:nvGrpSpPr>
          <p:grpSpPr>
            <a:xfrm>
              <a:off x="4440495" y="1542936"/>
              <a:ext cx="37817" cy="61390"/>
              <a:chOff x="3883481" y="2057400"/>
              <a:chExt cx="1608363" cy="2652031"/>
            </a:xfrm>
            <a:solidFill>
              <a:srgbClr val="A6A6A6">
                <a:alpha val="20000"/>
              </a:srgbClr>
            </a:solidFill>
          </p:grpSpPr>
          <p:sp>
            <p:nvSpPr>
              <p:cNvPr id="87" name="Oval 27">
                <a:extLst>
                  <a:ext uri="{FF2B5EF4-FFF2-40B4-BE49-F238E27FC236}">
                    <a16:creationId xmlns:a16="http://schemas.microsoft.com/office/drawing/2014/main" id="{30A3CFAA-14E3-7F58-F4F2-EB5FF554737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 name="Oval 28">
                <a:extLst>
                  <a:ext uri="{FF2B5EF4-FFF2-40B4-BE49-F238E27FC236}">
                    <a16:creationId xmlns:a16="http://schemas.microsoft.com/office/drawing/2014/main" id="{487FF289-FE50-9B49-CF3A-BE3DA5CBF25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9" name="Group 88">
            <a:extLst>
              <a:ext uri="{FF2B5EF4-FFF2-40B4-BE49-F238E27FC236}">
                <a16:creationId xmlns:a16="http://schemas.microsoft.com/office/drawing/2014/main" id="{FE5C1685-E1BF-8AFF-DBB9-02FDE1690DD7}"/>
              </a:ext>
            </a:extLst>
          </p:cNvPr>
          <p:cNvGrpSpPr/>
          <p:nvPr/>
        </p:nvGrpSpPr>
        <p:grpSpPr>
          <a:xfrm>
            <a:off x="4611552" y="1532276"/>
            <a:ext cx="721206" cy="609701"/>
            <a:chOff x="4611552" y="1532276"/>
            <a:chExt cx="721206" cy="609701"/>
          </a:xfrm>
        </p:grpSpPr>
        <p:sp>
          <p:nvSpPr>
            <p:cNvPr id="90" name="Rectangle 89">
              <a:extLst>
                <a:ext uri="{FF2B5EF4-FFF2-40B4-BE49-F238E27FC236}">
                  <a16:creationId xmlns:a16="http://schemas.microsoft.com/office/drawing/2014/main" id="{F96EDEF4-FD6A-6410-C8B9-D5CB942BFFFE}"/>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91" name="Right Triangle 90">
              <a:extLst>
                <a:ext uri="{FF2B5EF4-FFF2-40B4-BE49-F238E27FC236}">
                  <a16:creationId xmlns:a16="http://schemas.microsoft.com/office/drawing/2014/main" id="{0366F5A6-7ABA-2BA1-1B6E-EB8375F48671}"/>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2" name="Group 91">
              <a:extLst>
                <a:ext uri="{FF2B5EF4-FFF2-40B4-BE49-F238E27FC236}">
                  <a16:creationId xmlns:a16="http://schemas.microsoft.com/office/drawing/2014/main" id="{0636413C-D56F-D400-89F2-9F5F92F7F654}"/>
                </a:ext>
              </a:extLst>
            </p:cNvPr>
            <p:cNvGrpSpPr/>
            <p:nvPr/>
          </p:nvGrpSpPr>
          <p:grpSpPr>
            <a:xfrm>
              <a:off x="5276135" y="1542936"/>
              <a:ext cx="37817" cy="61390"/>
              <a:chOff x="3883481" y="2057400"/>
              <a:chExt cx="1608363" cy="2652031"/>
            </a:xfrm>
            <a:solidFill>
              <a:srgbClr val="A6A6A6">
                <a:alpha val="20000"/>
              </a:srgbClr>
            </a:solidFill>
          </p:grpSpPr>
          <p:sp>
            <p:nvSpPr>
              <p:cNvPr id="93" name="Oval 27">
                <a:extLst>
                  <a:ext uri="{FF2B5EF4-FFF2-40B4-BE49-F238E27FC236}">
                    <a16:creationId xmlns:a16="http://schemas.microsoft.com/office/drawing/2014/main" id="{4C34E163-86CC-4E49-73D6-57B29599AE0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 name="Oval 28">
                <a:extLst>
                  <a:ext uri="{FF2B5EF4-FFF2-40B4-BE49-F238E27FC236}">
                    <a16:creationId xmlns:a16="http://schemas.microsoft.com/office/drawing/2014/main" id="{63F5BC6D-8D1B-B36B-E043-05FB8E3061C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5" name="Group 94">
            <a:extLst>
              <a:ext uri="{FF2B5EF4-FFF2-40B4-BE49-F238E27FC236}">
                <a16:creationId xmlns:a16="http://schemas.microsoft.com/office/drawing/2014/main" id="{5C26A288-1C7D-324A-577F-60DCFEFD07D0}"/>
              </a:ext>
            </a:extLst>
          </p:cNvPr>
          <p:cNvGrpSpPr/>
          <p:nvPr/>
        </p:nvGrpSpPr>
        <p:grpSpPr>
          <a:xfrm>
            <a:off x="2938537" y="1532271"/>
            <a:ext cx="721206" cy="610042"/>
            <a:chOff x="2938537" y="1532271"/>
            <a:chExt cx="721206" cy="610042"/>
          </a:xfrm>
        </p:grpSpPr>
        <p:sp>
          <p:nvSpPr>
            <p:cNvPr id="96" name="Rectangle 95">
              <a:extLst>
                <a:ext uri="{FF2B5EF4-FFF2-40B4-BE49-F238E27FC236}">
                  <a16:creationId xmlns:a16="http://schemas.microsoft.com/office/drawing/2014/main" id="{5E13DCCE-5DA4-9CEC-D4BE-F320F75D8209}"/>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97" name="Right Triangle 96">
              <a:extLst>
                <a:ext uri="{FF2B5EF4-FFF2-40B4-BE49-F238E27FC236}">
                  <a16:creationId xmlns:a16="http://schemas.microsoft.com/office/drawing/2014/main" id="{0CEBBA11-F25F-E8D6-9C71-134F7416D5A5}"/>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 name="Oval 27">
              <a:extLst>
                <a:ext uri="{FF2B5EF4-FFF2-40B4-BE49-F238E27FC236}">
                  <a16:creationId xmlns:a16="http://schemas.microsoft.com/office/drawing/2014/main" id="{F8BAB48D-7239-E7D5-E9D9-A8942690694D}"/>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 name="Oval 28">
              <a:extLst>
                <a:ext uri="{FF2B5EF4-FFF2-40B4-BE49-F238E27FC236}">
                  <a16:creationId xmlns:a16="http://schemas.microsoft.com/office/drawing/2014/main" id="{4063A15A-C5F4-96BF-113A-556B062F5E4B}"/>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0" name="Group 99">
            <a:extLst>
              <a:ext uri="{FF2B5EF4-FFF2-40B4-BE49-F238E27FC236}">
                <a16:creationId xmlns:a16="http://schemas.microsoft.com/office/drawing/2014/main" id="{F50AC982-98B2-E8D5-8D2C-9E663D7A70F7}"/>
              </a:ext>
            </a:extLst>
          </p:cNvPr>
          <p:cNvGrpSpPr/>
          <p:nvPr/>
        </p:nvGrpSpPr>
        <p:grpSpPr>
          <a:xfrm>
            <a:off x="6287105" y="2974054"/>
            <a:ext cx="721206" cy="609701"/>
            <a:chOff x="6287105" y="2974054"/>
            <a:chExt cx="721206" cy="609701"/>
          </a:xfrm>
        </p:grpSpPr>
        <p:sp>
          <p:nvSpPr>
            <p:cNvPr id="102" name="Rectangle 101">
              <a:hlinkHover r:id="" action="ppaction://noaction" highlightClick="1"/>
              <a:extLst>
                <a:ext uri="{FF2B5EF4-FFF2-40B4-BE49-F238E27FC236}">
                  <a16:creationId xmlns:a16="http://schemas.microsoft.com/office/drawing/2014/main" id="{9644DF09-F528-14B8-3655-1F22ABE01F99}"/>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105" name="Rectangle 104">
              <a:extLst>
                <a:ext uri="{FF2B5EF4-FFF2-40B4-BE49-F238E27FC236}">
                  <a16:creationId xmlns:a16="http://schemas.microsoft.com/office/drawing/2014/main" id="{B296D70A-5867-94CC-31C7-99418631B262}"/>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 name="Oval 15">
              <a:extLst>
                <a:ext uri="{FF2B5EF4-FFF2-40B4-BE49-F238E27FC236}">
                  <a16:creationId xmlns:a16="http://schemas.microsoft.com/office/drawing/2014/main" id="{BA3B18C1-D098-19F1-AC4F-0536F79140E3}"/>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7" name="Straight Connector 106">
              <a:extLst>
                <a:ext uri="{FF2B5EF4-FFF2-40B4-BE49-F238E27FC236}">
                  <a16:creationId xmlns:a16="http://schemas.microsoft.com/office/drawing/2014/main" id="{2AF19504-104C-6BA2-D7AE-7FBD5AE04036}"/>
                </a:ext>
              </a:extLst>
            </p:cNvPr>
            <p:cNvCxnSpPr>
              <a:cxnSpLocks/>
              <a:stCxn id="106"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108" name="Group 107">
            <a:extLst>
              <a:ext uri="{FF2B5EF4-FFF2-40B4-BE49-F238E27FC236}">
                <a16:creationId xmlns:a16="http://schemas.microsoft.com/office/drawing/2014/main" id="{1DA0F466-48C7-3CA2-74F9-A2DC8E1C53D5}"/>
              </a:ext>
            </a:extLst>
          </p:cNvPr>
          <p:cNvGrpSpPr/>
          <p:nvPr/>
        </p:nvGrpSpPr>
        <p:grpSpPr>
          <a:xfrm>
            <a:off x="7123149" y="2974054"/>
            <a:ext cx="721206" cy="646284"/>
            <a:chOff x="7123149" y="2974054"/>
            <a:chExt cx="721206" cy="646284"/>
          </a:xfrm>
        </p:grpSpPr>
        <p:sp>
          <p:nvSpPr>
            <p:cNvPr id="109" name="Rectangle 108">
              <a:hlinkHover r:id="" action="ppaction://noaction" highlightClick="1"/>
              <a:extLst>
                <a:ext uri="{FF2B5EF4-FFF2-40B4-BE49-F238E27FC236}">
                  <a16:creationId xmlns:a16="http://schemas.microsoft.com/office/drawing/2014/main" id="{9B956343-D02B-9D24-BD45-2320F6730F7B}"/>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110" name="Rectangle 109">
              <a:extLst>
                <a:ext uri="{FF2B5EF4-FFF2-40B4-BE49-F238E27FC236}">
                  <a16:creationId xmlns:a16="http://schemas.microsoft.com/office/drawing/2014/main" id="{D28AB7B3-ECD8-B98D-0D17-07CF2C2BBAC6}"/>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1" name="Oval 15">
              <a:extLst>
                <a:ext uri="{FF2B5EF4-FFF2-40B4-BE49-F238E27FC236}">
                  <a16:creationId xmlns:a16="http://schemas.microsoft.com/office/drawing/2014/main" id="{24E474CA-4ED5-D656-93A1-F34DB0C5C2BB}"/>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12" name="Straight Connector 211">
              <a:extLst>
                <a:ext uri="{FF2B5EF4-FFF2-40B4-BE49-F238E27FC236}">
                  <a16:creationId xmlns:a16="http://schemas.microsoft.com/office/drawing/2014/main" id="{50EFF0D5-90A2-FE10-F78E-27F5CC031FF3}"/>
                </a:ext>
              </a:extLst>
            </p:cNvPr>
            <p:cNvCxnSpPr>
              <a:cxnSpLocks/>
              <a:stCxn id="211"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13" name="Straight Connector 212">
              <a:extLst>
                <a:ext uri="{FF2B5EF4-FFF2-40B4-BE49-F238E27FC236}">
                  <a16:creationId xmlns:a16="http://schemas.microsoft.com/office/drawing/2014/main" id="{B1FF7C97-8B52-95C6-4508-CA66A5E19F28}"/>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14" name="Group 213">
            <a:extLst>
              <a:ext uri="{FF2B5EF4-FFF2-40B4-BE49-F238E27FC236}">
                <a16:creationId xmlns:a16="http://schemas.microsoft.com/office/drawing/2014/main" id="{5031209D-C000-B138-E4B6-FDAC59C0DF13}"/>
              </a:ext>
            </a:extLst>
          </p:cNvPr>
          <p:cNvGrpSpPr/>
          <p:nvPr/>
        </p:nvGrpSpPr>
        <p:grpSpPr>
          <a:xfrm>
            <a:off x="7959200" y="2974054"/>
            <a:ext cx="721206" cy="609701"/>
            <a:chOff x="7959200" y="2974054"/>
            <a:chExt cx="721206" cy="609701"/>
          </a:xfrm>
        </p:grpSpPr>
        <p:sp>
          <p:nvSpPr>
            <p:cNvPr id="215" name="Rectangle 214">
              <a:hlinkHover r:id="" action="ppaction://noaction" highlightClick="1"/>
              <a:extLst>
                <a:ext uri="{FF2B5EF4-FFF2-40B4-BE49-F238E27FC236}">
                  <a16:creationId xmlns:a16="http://schemas.microsoft.com/office/drawing/2014/main" id="{7E97CE17-391D-3FAC-183C-A4ECD9425247}"/>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216" name="Diamond 215">
              <a:extLst>
                <a:ext uri="{FF2B5EF4-FFF2-40B4-BE49-F238E27FC236}">
                  <a16:creationId xmlns:a16="http://schemas.microsoft.com/office/drawing/2014/main" id="{362CC979-6D1B-D516-7D3C-3BB108775CAC}"/>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7" name="Oval 216">
              <a:extLst>
                <a:ext uri="{FF2B5EF4-FFF2-40B4-BE49-F238E27FC236}">
                  <a16:creationId xmlns:a16="http://schemas.microsoft.com/office/drawing/2014/main" id="{AF262225-C6B0-4AA9-E9A3-86933C4A6F1E}"/>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18" name="Group 217">
            <a:extLst>
              <a:ext uri="{FF2B5EF4-FFF2-40B4-BE49-F238E27FC236}">
                <a16:creationId xmlns:a16="http://schemas.microsoft.com/office/drawing/2014/main" id="{B5BF87C3-989F-275C-B7B9-A40F901B0C53}"/>
              </a:ext>
            </a:extLst>
          </p:cNvPr>
          <p:cNvGrpSpPr/>
          <p:nvPr/>
        </p:nvGrpSpPr>
        <p:grpSpPr>
          <a:xfrm>
            <a:off x="8795244" y="2974054"/>
            <a:ext cx="721206" cy="609701"/>
            <a:chOff x="8795244" y="2974054"/>
            <a:chExt cx="721206" cy="609701"/>
          </a:xfrm>
        </p:grpSpPr>
        <p:sp>
          <p:nvSpPr>
            <p:cNvPr id="219" name="Rectangle 218">
              <a:hlinkHover r:id="" action="ppaction://noaction" highlightClick="1"/>
              <a:extLst>
                <a:ext uri="{FF2B5EF4-FFF2-40B4-BE49-F238E27FC236}">
                  <a16:creationId xmlns:a16="http://schemas.microsoft.com/office/drawing/2014/main" id="{6D8FF7AB-E710-E4B9-75AD-699CBCC7BD67}"/>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220" name="Diamond 219">
              <a:extLst>
                <a:ext uri="{FF2B5EF4-FFF2-40B4-BE49-F238E27FC236}">
                  <a16:creationId xmlns:a16="http://schemas.microsoft.com/office/drawing/2014/main" id="{D19E0D9E-0FE5-EC9A-51DF-1D42ECF5CFD0}"/>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21" name="Oval 220">
              <a:extLst>
                <a:ext uri="{FF2B5EF4-FFF2-40B4-BE49-F238E27FC236}">
                  <a16:creationId xmlns:a16="http://schemas.microsoft.com/office/drawing/2014/main" id="{7E3E4FA4-86C9-4BEF-90FB-3C787B1AFA32}"/>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28" name="Group 227">
            <a:extLst>
              <a:ext uri="{FF2B5EF4-FFF2-40B4-BE49-F238E27FC236}">
                <a16:creationId xmlns:a16="http://schemas.microsoft.com/office/drawing/2014/main" id="{DF6B73F6-77A5-CDF1-69CF-90C8935FD4CB}"/>
              </a:ext>
            </a:extLst>
          </p:cNvPr>
          <p:cNvGrpSpPr/>
          <p:nvPr/>
        </p:nvGrpSpPr>
        <p:grpSpPr>
          <a:xfrm>
            <a:off x="5442073" y="811556"/>
            <a:ext cx="728239" cy="609701"/>
            <a:chOff x="5442073" y="811556"/>
            <a:chExt cx="728239" cy="609701"/>
          </a:xfrm>
        </p:grpSpPr>
        <p:sp>
          <p:nvSpPr>
            <p:cNvPr id="229" name="Rectangle 228">
              <a:extLst>
                <a:ext uri="{FF2B5EF4-FFF2-40B4-BE49-F238E27FC236}">
                  <a16:creationId xmlns:a16="http://schemas.microsoft.com/office/drawing/2014/main" id="{590A0586-4463-2691-E2EB-5F0206044292}"/>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230" name="Rectangle 229">
              <a:extLst>
                <a:ext uri="{FF2B5EF4-FFF2-40B4-BE49-F238E27FC236}">
                  <a16:creationId xmlns:a16="http://schemas.microsoft.com/office/drawing/2014/main" id="{13182674-AD9F-8DA7-35CA-715AD4175946}"/>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1" name="Oval 15">
              <a:extLst>
                <a:ext uri="{FF2B5EF4-FFF2-40B4-BE49-F238E27FC236}">
                  <a16:creationId xmlns:a16="http://schemas.microsoft.com/office/drawing/2014/main" id="{510E215B-301F-57F5-CBC3-56457960E401}"/>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32" name="Straight Connector 231">
              <a:extLst>
                <a:ext uri="{FF2B5EF4-FFF2-40B4-BE49-F238E27FC236}">
                  <a16:creationId xmlns:a16="http://schemas.microsoft.com/office/drawing/2014/main" id="{1B5FE86E-FF19-E9FE-F9CC-20BC7DFBEFA1}"/>
                </a:ext>
              </a:extLst>
            </p:cNvPr>
            <p:cNvCxnSpPr>
              <a:cxnSpLocks/>
              <a:stCxn id="231"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33" name="Straight Connector 232">
              <a:extLst>
                <a:ext uri="{FF2B5EF4-FFF2-40B4-BE49-F238E27FC236}">
                  <a16:creationId xmlns:a16="http://schemas.microsoft.com/office/drawing/2014/main" id="{60DCE7B3-8281-A25E-E612-8E37AAA9F1B5}"/>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34" name="Group 233">
            <a:extLst>
              <a:ext uri="{FF2B5EF4-FFF2-40B4-BE49-F238E27FC236}">
                <a16:creationId xmlns:a16="http://schemas.microsoft.com/office/drawing/2014/main" id="{F62656EC-E56B-B033-E842-E0D9A672D88C}"/>
              </a:ext>
            </a:extLst>
          </p:cNvPr>
          <p:cNvGrpSpPr/>
          <p:nvPr/>
        </p:nvGrpSpPr>
        <p:grpSpPr>
          <a:xfrm>
            <a:off x="6284597" y="811555"/>
            <a:ext cx="721206" cy="609701"/>
            <a:chOff x="6284597" y="811555"/>
            <a:chExt cx="721206" cy="609701"/>
          </a:xfrm>
        </p:grpSpPr>
        <p:sp>
          <p:nvSpPr>
            <p:cNvPr id="235" name="Rectangle 234">
              <a:hlinkHover r:id="" action="ppaction://noaction" highlightClick="1"/>
              <a:extLst>
                <a:ext uri="{FF2B5EF4-FFF2-40B4-BE49-F238E27FC236}">
                  <a16:creationId xmlns:a16="http://schemas.microsoft.com/office/drawing/2014/main" id="{CCC5DD21-681B-4EFC-0700-BA7C41870197}"/>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236" name="Right Triangle 235">
              <a:extLst>
                <a:ext uri="{FF2B5EF4-FFF2-40B4-BE49-F238E27FC236}">
                  <a16:creationId xmlns:a16="http://schemas.microsoft.com/office/drawing/2014/main" id="{BC47EB5F-6001-2DE8-19F3-55F76DFA044D}"/>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7" name="Oval 27">
              <a:extLst>
                <a:ext uri="{FF2B5EF4-FFF2-40B4-BE49-F238E27FC236}">
                  <a16:creationId xmlns:a16="http://schemas.microsoft.com/office/drawing/2014/main" id="{F26807F5-EEC9-4638-AACA-F17202CA0555}"/>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8" name="Oval 28">
              <a:extLst>
                <a:ext uri="{FF2B5EF4-FFF2-40B4-BE49-F238E27FC236}">
                  <a16:creationId xmlns:a16="http://schemas.microsoft.com/office/drawing/2014/main" id="{46B54BA2-0162-037E-0AF9-C2DCB0BABF80}"/>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44" name="Group 243">
            <a:extLst>
              <a:ext uri="{FF2B5EF4-FFF2-40B4-BE49-F238E27FC236}">
                <a16:creationId xmlns:a16="http://schemas.microsoft.com/office/drawing/2014/main" id="{C44235B8-C5CF-0E26-C0D8-23E02F8252B7}"/>
              </a:ext>
            </a:extLst>
          </p:cNvPr>
          <p:cNvGrpSpPr/>
          <p:nvPr/>
        </p:nvGrpSpPr>
        <p:grpSpPr>
          <a:xfrm>
            <a:off x="7957576" y="811556"/>
            <a:ext cx="721206" cy="609701"/>
            <a:chOff x="7957576" y="811556"/>
            <a:chExt cx="721206" cy="609701"/>
          </a:xfrm>
        </p:grpSpPr>
        <p:sp>
          <p:nvSpPr>
            <p:cNvPr id="245" name="Rectangle 244">
              <a:extLst>
                <a:ext uri="{FF2B5EF4-FFF2-40B4-BE49-F238E27FC236}">
                  <a16:creationId xmlns:a16="http://schemas.microsoft.com/office/drawing/2014/main" id="{731CAAFD-FBFF-7372-D80A-D59A5489CE28}"/>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246" name="Rectangle 245">
              <a:extLst>
                <a:ext uri="{FF2B5EF4-FFF2-40B4-BE49-F238E27FC236}">
                  <a16:creationId xmlns:a16="http://schemas.microsoft.com/office/drawing/2014/main" id="{4725AEE4-C08B-8325-23EE-CF71187D8ED3}"/>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47" name="Oval 15">
              <a:extLst>
                <a:ext uri="{FF2B5EF4-FFF2-40B4-BE49-F238E27FC236}">
                  <a16:creationId xmlns:a16="http://schemas.microsoft.com/office/drawing/2014/main" id="{4912C5D7-9DFC-7D76-D064-F6044D622DB2}"/>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48" name="Straight Connector 247">
              <a:extLst>
                <a:ext uri="{FF2B5EF4-FFF2-40B4-BE49-F238E27FC236}">
                  <a16:creationId xmlns:a16="http://schemas.microsoft.com/office/drawing/2014/main" id="{C27B389E-E00E-BC5D-E3AD-1AB241D98238}"/>
                </a:ext>
              </a:extLst>
            </p:cNvPr>
            <p:cNvCxnSpPr>
              <a:cxnSpLocks/>
              <a:stCxn id="247"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20" name="Straight Connector 519">
              <a:extLst>
                <a:ext uri="{FF2B5EF4-FFF2-40B4-BE49-F238E27FC236}">
                  <a16:creationId xmlns:a16="http://schemas.microsoft.com/office/drawing/2014/main" id="{2AA60FA8-8899-0FB5-A612-4FA060FFE8B3}"/>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29" name="Group 528">
            <a:extLst>
              <a:ext uri="{FF2B5EF4-FFF2-40B4-BE49-F238E27FC236}">
                <a16:creationId xmlns:a16="http://schemas.microsoft.com/office/drawing/2014/main" id="{8BA31183-AA5E-2883-0956-1AC42E6B2EDB}"/>
              </a:ext>
            </a:extLst>
          </p:cNvPr>
          <p:cNvGrpSpPr/>
          <p:nvPr/>
        </p:nvGrpSpPr>
        <p:grpSpPr>
          <a:xfrm>
            <a:off x="11356242" y="90836"/>
            <a:ext cx="721206" cy="609701"/>
            <a:chOff x="11356242" y="90836"/>
            <a:chExt cx="721206" cy="609701"/>
          </a:xfrm>
        </p:grpSpPr>
        <p:sp>
          <p:nvSpPr>
            <p:cNvPr id="530" name="Rectangle 529">
              <a:hlinkHover r:id="" action="ppaction://noaction" highlightClick="1"/>
              <a:extLst>
                <a:ext uri="{FF2B5EF4-FFF2-40B4-BE49-F238E27FC236}">
                  <a16:creationId xmlns:a16="http://schemas.microsoft.com/office/drawing/2014/main" id="{A3B78B94-7CD2-ABA3-6AD6-02E04E9F60A2}"/>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31" name="Oval 530">
              <a:extLst>
                <a:ext uri="{FF2B5EF4-FFF2-40B4-BE49-F238E27FC236}">
                  <a16:creationId xmlns:a16="http://schemas.microsoft.com/office/drawing/2014/main" id="{92B04E00-B06C-E357-6D03-3E43BCDD7CB7}"/>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2" name="Isosceles Triangle 648">
              <a:extLst>
                <a:ext uri="{FF2B5EF4-FFF2-40B4-BE49-F238E27FC236}">
                  <a16:creationId xmlns:a16="http://schemas.microsoft.com/office/drawing/2014/main" id="{EF7C26BD-4535-F27E-720E-8122750D2B76}"/>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3" name="Group 532">
            <a:extLst>
              <a:ext uri="{FF2B5EF4-FFF2-40B4-BE49-F238E27FC236}">
                <a16:creationId xmlns:a16="http://schemas.microsoft.com/office/drawing/2014/main" id="{745B6CEE-602C-B0AA-4415-30E44329FD50}"/>
              </a:ext>
            </a:extLst>
          </p:cNvPr>
          <p:cNvGrpSpPr/>
          <p:nvPr/>
        </p:nvGrpSpPr>
        <p:grpSpPr>
          <a:xfrm>
            <a:off x="11356243" y="3694774"/>
            <a:ext cx="721206" cy="609701"/>
            <a:chOff x="11356243" y="3694774"/>
            <a:chExt cx="721206" cy="609701"/>
          </a:xfrm>
        </p:grpSpPr>
        <p:sp>
          <p:nvSpPr>
            <p:cNvPr id="534" name="Rectangle 533">
              <a:hlinkHover r:id="" action="ppaction://noaction" highlightClick="1"/>
              <a:extLst>
                <a:ext uri="{FF2B5EF4-FFF2-40B4-BE49-F238E27FC236}">
                  <a16:creationId xmlns:a16="http://schemas.microsoft.com/office/drawing/2014/main" id="{04130D5F-184F-5310-B827-8F18E8DE9C58}"/>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35" name="Oval 534">
              <a:extLst>
                <a:ext uri="{FF2B5EF4-FFF2-40B4-BE49-F238E27FC236}">
                  <a16:creationId xmlns:a16="http://schemas.microsoft.com/office/drawing/2014/main" id="{B52D9073-763A-7657-9C8A-2EE8E3503178}"/>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6" name="Isosceles Triangle 648">
              <a:extLst>
                <a:ext uri="{FF2B5EF4-FFF2-40B4-BE49-F238E27FC236}">
                  <a16:creationId xmlns:a16="http://schemas.microsoft.com/office/drawing/2014/main" id="{1AF4C00C-1D5F-83A1-242F-B9E0D891E247}"/>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7" name="Group 536">
            <a:extLst>
              <a:ext uri="{FF2B5EF4-FFF2-40B4-BE49-F238E27FC236}">
                <a16:creationId xmlns:a16="http://schemas.microsoft.com/office/drawing/2014/main" id="{F8A5F89C-2A67-C801-E5A2-A22EAA637D24}"/>
              </a:ext>
            </a:extLst>
          </p:cNvPr>
          <p:cNvGrpSpPr/>
          <p:nvPr/>
        </p:nvGrpSpPr>
        <p:grpSpPr>
          <a:xfrm>
            <a:off x="9657691" y="4419624"/>
            <a:ext cx="721206" cy="609701"/>
            <a:chOff x="9657691" y="4419624"/>
            <a:chExt cx="721206" cy="609701"/>
          </a:xfrm>
        </p:grpSpPr>
        <p:sp>
          <p:nvSpPr>
            <p:cNvPr id="538" name="Rectangle 537">
              <a:hlinkHover r:id="" action="ppaction://noaction" highlightClick="1"/>
              <a:extLst>
                <a:ext uri="{FF2B5EF4-FFF2-40B4-BE49-F238E27FC236}">
                  <a16:creationId xmlns:a16="http://schemas.microsoft.com/office/drawing/2014/main" id="{0DBAA7B1-A98F-1616-19F4-A70F5B5B5E51}"/>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39" name="Oval 538">
              <a:extLst>
                <a:ext uri="{FF2B5EF4-FFF2-40B4-BE49-F238E27FC236}">
                  <a16:creationId xmlns:a16="http://schemas.microsoft.com/office/drawing/2014/main" id="{24CFA370-4532-44D9-E638-836D3E575EF5}"/>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0" name="Isosceles Triangle 648">
              <a:extLst>
                <a:ext uri="{FF2B5EF4-FFF2-40B4-BE49-F238E27FC236}">
                  <a16:creationId xmlns:a16="http://schemas.microsoft.com/office/drawing/2014/main" id="{EAD00EB5-216B-3D11-D241-B05391106684}"/>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1" name="Group 540">
            <a:extLst>
              <a:ext uri="{FF2B5EF4-FFF2-40B4-BE49-F238E27FC236}">
                <a16:creationId xmlns:a16="http://schemas.microsoft.com/office/drawing/2014/main" id="{C031E182-E3D6-4C0E-5ACC-2E7CF062A1C5}"/>
              </a:ext>
            </a:extLst>
          </p:cNvPr>
          <p:cNvGrpSpPr/>
          <p:nvPr/>
        </p:nvGrpSpPr>
        <p:grpSpPr>
          <a:xfrm>
            <a:off x="10506968" y="4419620"/>
            <a:ext cx="721206" cy="609701"/>
            <a:chOff x="10506968" y="4419620"/>
            <a:chExt cx="721206" cy="609701"/>
          </a:xfrm>
        </p:grpSpPr>
        <p:sp>
          <p:nvSpPr>
            <p:cNvPr id="542" name="Rectangle 541">
              <a:hlinkHover r:id="" action="ppaction://noaction" highlightClick="1"/>
              <a:extLst>
                <a:ext uri="{FF2B5EF4-FFF2-40B4-BE49-F238E27FC236}">
                  <a16:creationId xmlns:a16="http://schemas.microsoft.com/office/drawing/2014/main" id="{81ED15B1-D694-4C31-8766-E40F7431B0BB}"/>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43" name="Oval 542">
              <a:extLst>
                <a:ext uri="{FF2B5EF4-FFF2-40B4-BE49-F238E27FC236}">
                  <a16:creationId xmlns:a16="http://schemas.microsoft.com/office/drawing/2014/main" id="{018C62B7-F8A7-4192-4418-6AB276B6598C}"/>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4" name="Isosceles Triangle 648">
              <a:extLst>
                <a:ext uri="{FF2B5EF4-FFF2-40B4-BE49-F238E27FC236}">
                  <a16:creationId xmlns:a16="http://schemas.microsoft.com/office/drawing/2014/main" id="{8992F1A5-BEB1-DEC3-4690-10C6BB675B82}"/>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5" name="Group 544">
            <a:extLst>
              <a:ext uri="{FF2B5EF4-FFF2-40B4-BE49-F238E27FC236}">
                <a16:creationId xmlns:a16="http://schemas.microsoft.com/office/drawing/2014/main" id="{A5325D49-2BDE-52D1-8C6B-B1D21D22E806}"/>
              </a:ext>
            </a:extLst>
          </p:cNvPr>
          <p:cNvGrpSpPr/>
          <p:nvPr/>
        </p:nvGrpSpPr>
        <p:grpSpPr>
          <a:xfrm>
            <a:off x="11356003" y="4416261"/>
            <a:ext cx="721206" cy="609701"/>
            <a:chOff x="11356003" y="4416261"/>
            <a:chExt cx="721206" cy="609701"/>
          </a:xfrm>
        </p:grpSpPr>
        <p:sp>
          <p:nvSpPr>
            <p:cNvPr id="546" name="Rectangle 545">
              <a:hlinkHover r:id="" action="ppaction://noaction" highlightClick="1"/>
              <a:extLst>
                <a:ext uri="{FF2B5EF4-FFF2-40B4-BE49-F238E27FC236}">
                  <a16:creationId xmlns:a16="http://schemas.microsoft.com/office/drawing/2014/main" id="{3B0B8028-7535-F6D3-E0EF-F06187045287}"/>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47" name="Oval 546">
              <a:extLst>
                <a:ext uri="{FF2B5EF4-FFF2-40B4-BE49-F238E27FC236}">
                  <a16:creationId xmlns:a16="http://schemas.microsoft.com/office/drawing/2014/main" id="{C5E04692-8866-DCF1-43ED-86354B56EBA0}"/>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8" name="Isosceles Triangle 648">
              <a:extLst>
                <a:ext uri="{FF2B5EF4-FFF2-40B4-BE49-F238E27FC236}">
                  <a16:creationId xmlns:a16="http://schemas.microsoft.com/office/drawing/2014/main" id="{BBC296E6-24D7-E852-2CAB-5560FC0248BE}"/>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9" name="Group 548">
            <a:extLst>
              <a:ext uri="{FF2B5EF4-FFF2-40B4-BE49-F238E27FC236}">
                <a16:creationId xmlns:a16="http://schemas.microsoft.com/office/drawing/2014/main" id="{6D9AE97E-A637-7217-316E-7D3D60879D7C}"/>
              </a:ext>
            </a:extLst>
          </p:cNvPr>
          <p:cNvGrpSpPr/>
          <p:nvPr/>
        </p:nvGrpSpPr>
        <p:grpSpPr>
          <a:xfrm>
            <a:off x="8808526" y="4416261"/>
            <a:ext cx="721206" cy="609701"/>
            <a:chOff x="8808526" y="4416261"/>
            <a:chExt cx="721206" cy="609701"/>
          </a:xfrm>
        </p:grpSpPr>
        <p:sp>
          <p:nvSpPr>
            <p:cNvPr id="550" name="Rectangle 549">
              <a:hlinkHover r:id="" action="ppaction://noaction" highlightClick="1"/>
              <a:extLst>
                <a:ext uri="{FF2B5EF4-FFF2-40B4-BE49-F238E27FC236}">
                  <a16:creationId xmlns:a16="http://schemas.microsoft.com/office/drawing/2014/main" id="{A77B2794-7D4B-9758-9BFB-AC09ED4A9460}"/>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51" name="Oval 550">
              <a:extLst>
                <a:ext uri="{FF2B5EF4-FFF2-40B4-BE49-F238E27FC236}">
                  <a16:creationId xmlns:a16="http://schemas.microsoft.com/office/drawing/2014/main" id="{A9B4AD2E-2E28-E63A-B245-81EF85820E19}"/>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2" name="Isosceles Triangle 648">
              <a:extLst>
                <a:ext uri="{FF2B5EF4-FFF2-40B4-BE49-F238E27FC236}">
                  <a16:creationId xmlns:a16="http://schemas.microsoft.com/office/drawing/2014/main" id="{B2410936-816F-7BF9-0722-5EC3C5136913}"/>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3" name="Group 552">
            <a:extLst>
              <a:ext uri="{FF2B5EF4-FFF2-40B4-BE49-F238E27FC236}">
                <a16:creationId xmlns:a16="http://schemas.microsoft.com/office/drawing/2014/main" id="{625202D8-A7BA-9272-D327-B6C6FAE451CC}"/>
              </a:ext>
            </a:extLst>
          </p:cNvPr>
          <p:cNvGrpSpPr/>
          <p:nvPr/>
        </p:nvGrpSpPr>
        <p:grpSpPr>
          <a:xfrm>
            <a:off x="10509579" y="5141013"/>
            <a:ext cx="721206" cy="609701"/>
            <a:chOff x="10509579" y="5141013"/>
            <a:chExt cx="721206" cy="609701"/>
          </a:xfrm>
        </p:grpSpPr>
        <p:sp>
          <p:nvSpPr>
            <p:cNvPr id="554" name="Rectangle 553">
              <a:hlinkHover r:id="" action="ppaction://noaction" highlightClick="1"/>
              <a:extLst>
                <a:ext uri="{FF2B5EF4-FFF2-40B4-BE49-F238E27FC236}">
                  <a16:creationId xmlns:a16="http://schemas.microsoft.com/office/drawing/2014/main" id="{2F21C35D-036A-8307-2ACF-AE659E7BD064}"/>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55" name="Oval 554">
              <a:extLst>
                <a:ext uri="{FF2B5EF4-FFF2-40B4-BE49-F238E27FC236}">
                  <a16:creationId xmlns:a16="http://schemas.microsoft.com/office/drawing/2014/main" id="{6E1B5961-D35B-5CAA-0D30-49432EA2365D}"/>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6" name="Isosceles Triangle 648">
              <a:extLst>
                <a:ext uri="{FF2B5EF4-FFF2-40B4-BE49-F238E27FC236}">
                  <a16:creationId xmlns:a16="http://schemas.microsoft.com/office/drawing/2014/main" id="{4E6B75FC-913B-5991-1F48-19F14511B141}"/>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7" name="Group 556">
            <a:extLst>
              <a:ext uri="{FF2B5EF4-FFF2-40B4-BE49-F238E27FC236}">
                <a16:creationId xmlns:a16="http://schemas.microsoft.com/office/drawing/2014/main" id="{FFC6EFED-B79C-B5AD-3FEB-2CC4E20B0F18}"/>
              </a:ext>
            </a:extLst>
          </p:cNvPr>
          <p:cNvGrpSpPr/>
          <p:nvPr/>
        </p:nvGrpSpPr>
        <p:grpSpPr>
          <a:xfrm>
            <a:off x="9651076" y="5143367"/>
            <a:ext cx="721206" cy="609701"/>
            <a:chOff x="9651076" y="5143367"/>
            <a:chExt cx="721206" cy="609701"/>
          </a:xfrm>
        </p:grpSpPr>
        <p:sp>
          <p:nvSpPr>
            <p:cNvPr id="558" name="Rectangle 557">
              <a:hlinkHover r:id="" action="ppaction://noaction" highlightClick="1"/>
              <a:extLst>
                <a:ext uri="{FF2B5EF4-FFF2-40B4-BE49-F238E27FC236}">
                  <a16:creationId xmlns:a16="http://schemas.microsoft.com/office/drawing/2014/main" id="{7E8601E7-D934-ED2C-89E7-C5C39E8F40B5}"/>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59" name="Oval 558">
              <a:extLst>
                <a:ext uri="{FF2B5EF4-FFF2-40B4-BE49-F238E27FC236}">
                  <a16:creationId xmlns:a16="http://schemas.microsoft.com/office/drawing/2014/main" id="{13EB242B-97BC-CEC5-2437-3B8DAA3CF09F}"/>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0" name="Isosceles Triangle 648">
              <a:extLst>
                <a:ext uri="{FF2B5EF4-FFF2-40B4-BE49-F238E27FC236}">
                  <a16:creationId xmlns:a16="http://schemas.microsoft.com/office/drawing/2014/main" id="{E70471ED-7CD3-1EED-C0CB-3373C4148A6C}"/>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1" name="Group 560">
            <a:extLst>
              <a:ext uri="{FF2B5EF4-FFF2-40B4-BE49-F238E27FC236}">
                <a16:creationId xmlns:a16="http://schemas.microsoft.com/office/drawing/2014/main" id="{45C2E71D-239E-DD32-AC0E-6DD56FAA1582}"/>
              </a:ext>
            </a:extLst>
          </p:cNvPr>
          <p:cNvGrpSpPr/>
          <p:nvPr/>
        </p:nvGrpSpPr>
        <p:grpSpPr>
          <a:xfrm>
            <a:off x="9657612" y="3698231"/>
            <a:ext cx="721206" cy="609701"/>
            <a:chOff x="9657612" y="3698231"/>
            <a:chExt cx="721206" cy="609701"/>
          </a:xfrm>
        </p:grpSpPr>
        <p:sp>
          <p:nvSpPr>
            <p:cNvPr id="562" name="Rectangle 561">
              <a:hlinkHover r:id="" action="ppaction://noaction" highlightClick="1"/>
              <a:extLst>
                <a:ext uri="{FF2B5EF4-FFF2-40B4-BE49-F238E27FC236}">
                  <a16:creationId xmlns:a16="http://schemas.microsoft.com/office/drawing/2014/main" id="{F6DB4F78-3D3C-CBF8-3763-9B618B7D4B3B}"/>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63" name="Oval 562">
              <a:extLst>
                <a:ext uri="{FF2B5EF4-FFF2-40B4-BE49-F238E27FC236}">
                  <a16:creationId xmlns:a16="http://schemas.microsoft.com/office/drawing/2014/main" id="{C5185A97-2C0F-944F-7444-FD7E62880859}"/>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4" name="Isosceles Triangle 648">
              <a:extLst>
                <a:ext uri="{FF2B5EF4-FFF2-40B4-BE49-F238E27FC236}">
                  <a16:creationId xmlns:a16="http://schemas.microsoft.com/office/drawing/2014/main" id="{5F0C5496-5D40-699B-CA40-BF1996E2ACD7}"/>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5" name="Group 564">
            <a:extLst>
              <a:ext uri="{FF2B5EF4-FFF2-40B4-BE49-F238E27FC236}">
                <a16:creationId xmlns:a16="http://schemas.microsoft.com/office/drawing/2014/main" id="{0CF47A6A-7106-79B3-00B8-1C07B2BDE47E}"/>
              </a:ext>
            </a:extLst>
          </p:cNvPr>
          <p:cNvGrpSpPr/>
          <p:nvPr/>
        </p:nvGrpSpPr>
        <p:grpSpPr>
          <a:xfrm>
            <a:off x="10506928" y="3698227"/>
            <a:ext cx="721206" cy="609701"/>
            <a:chOff x="10506928" y="3698227"/>
            <a:chExt cx="721206" cy="609701"/>
          </a:xfrm>
        </p:grpSpPr>
        <p:sp>
          <p:nvSpPr>
            <p:cNvPr id="566" name="Rectangle 565">
              <a:hlinkHover r:id="" action="ppaction://noaction" highlightClick="1"/>
              <a:extLst>
                <a:ext uri="{FF2B5EF4-FFF2-40B4-BE49-F238E27FC236}">
                  <a16:creationId xmlns:a16="http://schemas.microsoft.com/office/drawing/2014/main" id="{88B2315D-2B09-727A-F8AF-6F7DD0ECEF67}"/>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67" name="Oval 566">
              <a:extLst>
                <a:ext uri="{FF2B5EF4-FFF2-40B4-BE49-F238E27FC236}">
                  <a16:creationId xmlns:a16="http://schemas.microsoft.com/office/drawing/2014/main" id="{D0F54DAE-F513-686A-B1B9-E47397B4516D}"/>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8" name="Isosceles Triangle 648">
              <a:extLst>
                <a:ext uri="{FF2B5EF4-FFF2-40B4-BE49-F238E27FC236}">
                  <a16:creationId xmlns:a16="http://schemas.microsoft.com/office/drawing/2014/main" id="{EC003E5E-2036-80A3-76F2-51E1C92DC7AA}"/>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9" name="Group 568">
            <a:extLst>
              <a:ext uri="{FF2B5EF4-FFF2-40B4-BE49-F238E27FC236}">
                <a16:creationId xmlns:a16="http://schemas.microsoft.com/office/drawing/2014/main" id="{F2EB8C4C-BA96-677B-2471-F18F04135863}"/>
              </a:ext>
            </a:extLst>
          </p:cNvPr>
          <p:cNvGrpSpPr/>
          <p:nvPr/>
        </p:nvGrpSpPr>
        <p:grpSpPr>
          <a:xfrm>
            <a:off x="8808417" y="5135710"/>
            <a:ext cx="721206" cy="609701"/>
            <a:chOff x="8808417" y="5135710"/>
            <a:chExt cx="721206" cy="609701"/>
          </a:xfrm>
        </p:grpSpPr>
        <p:sp>
          <p:nvSpPr>
            <p:cNvPr id="570" name="Rectangle 569">
              <a:hlinkHover r:id="" action="ppaction://noaction" highlightClick="1"/>
              <a:extLst>
                <a:ext uri="{FF2B5EF4-FFF2-40B4-BE49-F238E27FC236}">
                  <a16:creationId xmlns:a16="http://schemas.microsoft.com/office/drawing/2014/main" id="{763DE259-09F7-6A8C-4015-EB6249146280}"/>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71" name="Oval 570">
              <a:extLst>
                <a:ext uri="{FF2B5EF4-FFF2-40B4-BE49-F238E27FC236}">
                  <a16:creationId xmlns:a16="http://schemas.microsoft.com/office/drawing/2014/main" id="{16C6ABD0-D55E-E93A-C34E-947DAD446DAF}"/>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2" name="Isosceles Triangle 648">
              <a:extLst>
                <a:ext uri="{FF2B5EF4-FFF2-40B4-BE49-F238E27FC236}">
                  <a16:creationId xmlns:a16="http://schemas.microsoft.com/office/drawing/2014/main" id="{F9322420-5DDB-A607-6EE6-D80D6C6D08FA}"/>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7" name="Group 586">
            <a:extLst>
              <a:ext uri="{FF2B5EF4-FFF2-40B4-BE49-F238E27FC236}">
                <a16:creationId xmlns:a16="http://schemas.microsoft.com/office/drawing/2014/main" id="{8C5DF329-58AC-B073-B912-A7FBB28D1DBC}"/>
              </a:ext>
            </a:extLst>
          </p:cNvPr>
          <p:cNvGrpSpPr/>
          <p:nvPr/>
        </p:nvGrpSpPr>
        <p:grpSpPr>
          <a:xfrm>
            <a:off x="7957572" y="1532276"/>
            <a:ext cx="721206" cy="609701"/>
            <a:chOff x="7957572" y="1532276"/>
            <a:chExt cx="721206" cy="609701"/>
          </a:xfrm>
        </p:grpSpPr>
        <p:sp>
          <p:nvSpPr>
            <p:cNvPr id="588" name="Rectangle 587">
              <a:hlinkHover r:id="" action="ppaction://noaction" highlightClick="1"/>
              <a:extLst>
                <a:ext uri="{FF2B5EF4-FFF2-40B4-BE49-F238E27FC236}">
                  <a16:creationId xmlns:a16="http://schemas.microsoft.com/office/drawing/2014/main" id="{0B746002-1751-A0FB-7686-C5735B75D403}"/>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89" name="Rectangle 588">
              <a:extLst>
                <a:ext uri="{FF2B5EF4-FFF2-40B4-BE49-F238E27FC236}">
                  <a16:creationId xmlns:a16="http://schemas.microsoft.com/office/drawing/2014/main" id="{49D27906-8C59-FA1D-B4D9-5F0EE050BCF3}"/>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0" name="Oval 15">
              <a:extLst>
                <a:ext uri="{FF2B5EF4-FFF2-40B4-BE49-F238E27FC236}">
                  <a16:creationId xmlns:a16="http://schemas.microsoft.com/office/drawing/2014/main" id="{FC7C96DF-9486-8963-5B12-E9B04B464773}"/>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91" name="Straight Connector 590">
              <a:extLst>
                <a:ext uri="{FF2B5EF4-FFF2-40B4-BE49-F238E27FC236}">
                  <a16:creationId xmlns:a16="http://schemas.microsoft.com/office/drawing/2014/main" id="{3FAAD758-71AC-92BE-66C8-C13827F8EEF9}"/>
                </a:ext>
              </a:extLst>
            </p:cNvPr>
            <p:cNvCxnSpPr>
              <a:cxnSpLocks/>
              <a:stCxn id="590"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2" name="Straight Connector 591">
              <a:extLst>
                <a:ext uri="{FF2B5EF4-FFF2-40B4-BE49-F238E27FC236}">
                  <a16:creationId xmlns:a16="http://schemas.microsoft.com/office/drawing/2014/main" id="{34114959-D1DC-3AFF-BC41-8CDE7A7D5874}"/>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93" name="Group 592">
            <a:extLst>
              <a:ext uri="{FF2B5EF4-FFF2-40B4-BE49-F238E27FC236}">
                <a16:creationId xmlns:a16="http://schemas.microsoft.com/office/drawing/2014/main" id="{1AE77FAB-B965-A432-3434-836942D1776A}"/>
              </a:ext>
            </a:extLst>
          </p:cNvPr>
          <p:cNvGrpSpPr/>
          <p:nvPr/>
        </p:nvGrpSpPr>
        <p:grpSpPr>
          <a:xfrm>
            <a:off x="9656904" y="1532276"/>
            <a:ext cx="721206" cy="609701"/>
            <a:chOff x="9656904" y="1532276"/>
            <a:chExt cx="721206" cy="609701"/>
          </a:xfrm>
        </p:grpSpPr>
        <p:sp>
          <p:nvSpPr>
            <p:cNvPr id="594" name="Rectangle 593">
              <a:extLst>
                <a:ext uri="{FF2B5EF4-FFF2-40B4-BE49-F238E27FC236}">
                  <a16:creationId xmlns:a16="http://schemas.microsoft.com/office/drawing/2014/main" id="{1FBB638E-2A57-5809-43FE-D00778A3409A}"/>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95" name="Rectangle 594">
              <a:extLst>
                <a:ext uri="{FF2B5EF4-FFF2-40B4-BE49-F238E27FC236}">
                  <a16:creationId xmlns:a16="http://schemas.microsoft.com/office/drawing/2014/main" id="{8DB67144-6612-7892-4C81-5CF980F27C08}"/>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6" name="Oval 15">
              <a:extLst>
                <a:ext uri="{FF2B5EF4-FFF2-40B4-BE49-F238E27FC236}">
                  <a16:creationId xmlns:a16="http://schemas.microsoft.com/office/drawing/2014/main" id="{C2F2453E-B0F1-4697-52C9-47EBDD9809CF}"/>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97" name="Straight Connector 596">
              <a:extLst>
                <a:ext uri="{FF2B5EF4-FFF2-40B4-BE49-F238E27FC236}">
                  <a16:creationId xmlns:a16="http://schemas.microsoft.com/office/drawing/2014/main" id="{911006BC-DB7F-2779-F8D5-892100C0FE0E}"/>
                </a:ext>
              </a:extLst>
            </p:cNvPr>
            <p:cNvCxnSpPr>
              <a:cxnSpLocks/>
              <a:stCxn id="596"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8" name="Straight Connector 597">
              <a:extLst>
                <a:ext uri="{FF2B5EF4-FFF2-40B4-BE49-F238E27FC236}">
                  <a16:creationId xmlns:a16="http://schemas.microsoft.com/office/drawing/2014/main" id="{A8937A0A-C3F7-4714-CEDF-7BA8EFAEBFA8}"/>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7" name="Group 626">
            <a:extLst>
              <a:ext uri="{FF2B5EF4-FFF2-40B4-BE49-F238E27FC236}">
                <a16:creationId xmlns:a16="http://schemas.microsoft.com/office/drawing/2014/main" id="{878A7B4D-D921-7734-DFA2-B099A7895BAF}"/>
              </a:ext>
            </a:extLst>
          </p:cNvPr>
          <p:cNvGrpSpPr/>
          <p:nvPr/>
        </p:nvGrpSpPr>
        <p:grpSpPr>
          <a:xfrm>
            <a:off x="11356242" y="811556"/>
            <a:ext cx="721206" cy="609701"/>
            <a:chOff x="11356242" y="811556"/>
            <a:chExt cx="721206" cy="609701"/>
          </a:xfrm>
        </p:grpSpPr>
        <p:sp>
          <p:nvSpPr>
            <p:cNvPr id="628" name="Rectangle 627">
              <a:hlinkHover r:id="" action="ppaction://noaction" highlightClick="1"/>
              <a:extLst>
                <a:ext uri="{FF2B5EF4-FFF2-40B4-BE49-F238E27FC236}">
                  <a16:creationId xmlns:a16="http://schemas.microsoft.com/office/drawing/2014/main" id="{93AB8712-D42D-A70F-7134-D55494A330BF}"/>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29" name="Oval 628">
              <a:extLst>
                <a:ext uri="{FF2B5EF4-FFF2-40B4-BE49-F238E27FC236}">
                  <a16:creationId xmlns:a16="http://schemas.microsoft.com/office/drawing/2014/main" id="{7BC3ED7C-8104-05DC-7562-D50352F3A792}"/>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0" name="Isosceles Triangle 648">
              <a:extLst>
                <a:ext uri="{FF2B5EF4-FFF2-40B4-BE49-F238E27FC236}">
                  <a16:creationId xmlns:a16="http://schemas.microsoft.com/office/drawing/2014/main" id="{F3BABCF1-18CF-24D7-5E74-2B859FAA95FB}"/>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1" name="Group 630">
            <a:extLst>
              <a:ext uri="{FF2B5EF4-FFF2-40B4-BE49-F238E27FC236}">
                <a16:creationId xmlns:a16="http://schemas.microsoft.com/office/drawing/2014/main" id="{92DA46F1-E474-BC53-F9BC-AB8EB27EAA8E}"/>
              </a:ext>
            </a:extLst>
          </p:cNvPr>
          <p:cNvGrpSpPr/>
          <p:nvPr/>
        </p:nvGrpSpPr>
        <p:grpSpPr>
          <a:xfrm>
            <a:off x="8807249" y="811555"/>
            <a:ext cx="721206" cy="609701"/>
            <a:chOff x="8807249" y="811555"/>
            <a:chExt cx="721206" cy="609701"/>
          </a:xfrm>
        </p:grpSpPr>
        <p:sp>
          <p:nvSpPr>
            <p:cNvPr id="632" name="Rectangle 631">
              <a:hlinkHover r:id="" action="ppaction://noaction" highlightClick="1"/>
              <a:extLst>
                <a:ext uri="{FF2B5EF4-FFF2-40B4-BE49-F238E27FC236}">
                  <a16:creationId xmlns:a16="http://schemas.microsoft.com/office/drawing/2014/main" id="{F247D12F-1C34-9FDE-A64A-C69B0E7C41D3}"/>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33" name="Diamond 632">
              <a:extLst>
                <a:ext uri="{FF2B5EF4-FFF2-40B4-BE49-F238E27FC236}">
                  <a16:creationId xmlns:a16="http://schemas.microsoft.com/office/drawing/2014/main" id="{E941D3A0-0933-3D5C-7F83-F16900DACCEE}"/>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4" name="Oval 633">
              <a:extLst>
                <a:ext uri="{FF2B5EF4-FFF2-40B4-BE49-F238E27FC236}">
                  <a16:creationId xmlns:a16="http://schemas.microsoft.com/office/drawing/2014/main" id="{A99873A1-D0E8-7905-615C-6DACAC890C07}"/>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5" name="Group 634">
            <a:extLst>
              <a:ext uri="{FF2B5EF4-FFF2-40B4-BE49-F238E27FC236}">
                <a16:creationId xmlns:a16="http://schemas.microsoft.com/office/drawing/2014/main" id="{51CACA63-3598-A440-539D-FF31A291B714}"/>
              </a:ext>
            </a:extLst>
          </p:cNvPr>
          <p:cNvGrpSpPr/>
          <p:nvPr/>
        </p:nvGrpSpPr>
        <p:grpSpPr>
          <a:xfrm>
            <a:off x="8808419" y="3705986"/>
            <a:ext cx="721206" cy="609701"/>
            <a:chOff x="8808419" y="3705986"/>
            <a:chExt cx="721206" cy="609701"/>
          </a:xfrm>
        </p:grpSpPr>
        <p:sp>
          <p:nvSpPr>
            <p:cNvPr id="636" name="Rectangle 635">
              <a:hlinkHover r:id="" action="ppaction://noaction" highlightClick="1"/>
              <a:extLst>
                <a:ext uri="{FF2B5EF4-FFF2-40B4-BE49-F238E27FC236}">
                  <a16:creationId xmlns:a16="http://schemas.microsoft.com/office/drawing/2014/main" id="{42543A4A-7EC4-4ADD-3A81-E58C4D87BD36}"/>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37" name="Oval 636">
              <a:extLst>
                <a:ext uri="{FF2B5EF4-FFF2-40B4-BE49-F238E27FC236}">
                  <a16:creationId xmlns:a16="http://schemas.microsoft.com/office/drawing/2014/main" id="{B9DEE1B5-2BBC-7F1C-3724-18396B2A04C7}"/>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8" name="Isosceles Triangle 648">
              <a:extLst>
                <a:ext uri="{FF2B5EF4-FFF2-40B4-BE49-F238E27FC236}">
                  <a16:creationId xmlns:a16="http://schemas.microsoft.com/office/drawing/2014/main" id="{F198936C-69CA-D118-B786-C5D707B5E94A}"/>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9" name="Group 638">
            <a:extLst>
              <a:ext uri="{FF2B5EF4-FFF2-40B4-BE49-F238E27FC236}">
                <a16:creationId xmlns:a16="http://schemas.microsoft.com/office/drawing/2014/main" id="{E61684C3-C4E1-CF2C-A354-3ECD933C2910}"/>
              </a:ext>
            </a:extLst>
          </p:cNvPr>
          <p:cNvGrpSpPr/>
          <p:nvPr/>
        </p:nvGrpSpPr>
        <p:grpSpPr>
          <a:xfrm>
            <a:off x="431659" y="90836"/>
            <a:ext cx="721210" cy="609701"/>
            <a:chOff x="431659" y="90836"/>
            <a:chExt cx="721210" cy="609701"/>
          </a:xfrm>
        </p:grpSpPr>
        <p:sp>
          <p:nvSpPr>
            <p:cNvPr id="640" name="Rectangle 639">
              <a:extLst>
                <a:ext uri="{FF2B5EF4-FFF2-40B4-BE49-F238E27FC236}">
                  <a16:creationId xmlns:a16="http://schemas.microsoft.com/office/drawing/2014/main" id="{DDA5998F-DD2B-CE76-F275-AAD3316C7446}"/>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41" name="Rectangle 640">
              <a:extLst>
                <a:ext uri="{FF2B5EF4-FFF2-40B4-BE49-F238E27FC236}">
                  <a16:creationId xmlns:a16="http://schemas.microsoft.com/office/drawing/2014/main" id="{394C8F22-06D1-9C80-10A2-CD2290A542FC}"/>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2" name="Oval 15">
              <a:extLst>
                <a:ext uri="{FF2B5EF4-FFF2-40B4-BE49-F238E27FC236}">
                  <a16:creationId xmlns:a16="http://schemas.microsoft.com/office/drawing/2014/main" id="{109F5A00-98A4-B733-076C-32F60D0049A0}"/>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43" name="Straight Connector 642">
              <a:extLst>
                <a:ext uri="{FF2B5EF4-FFF2-40B4-BE49-F238E27FC236}">
                  <a16:creationId xmlns:a16="http://schemas.microsoft.com/office/drawing/2014/main" id="{A7B10805-BD06-4712-D520-749112D59E0E}"/>
                </a:ext>
              </a:extLst>
            </p:cNvPr>
            <p:cNvCxnSpPr>
              <a:cxnSpLocks/>
              <a:stCxn id="642"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44" name="Straight Connector 643">
              <a:extLst>
                <a:ext uri="{FF2B5EF4-FFF2-40B4-BE49-F238E27FC236}">
                  <a16:creationId xmlns:a16="http://schemas.microsoft.com/office/drawing/2014/main" id="{0F5F354B-972D-1736-D0D8-50FB4AE89384}"/>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45" name="Group 644">
            <a:extLst>
              <a:ext uri="{FF2B5EF4-FFF2-40B4-BE49-F238E27FC236}">
                <a16:creationId xmlns:a16="http://schemas.microsoft.com/office/drawing/2014/main" id="{66CD5191-3EE8-2A50-9ECD-A8E6FBED9B4D}"/>
              </a:ext>
            </a:extLst>
          </p:cNvPr>
          <p:cNvGrpSpPr/>
          <p:nvPr/>
        </p:nvGrpSpPr>
        <p:grpSpPr>
          <a:xfrm>
            <a:off x="1267282" y="90836"/>
            <a:ext cx="721206" cy="609701"/>
            <a:chOff x="1267282" y="90836"/>
            <a:chExt cx="721206" cy="609701"/>
          </a:xfrm>
        </p:grpSpPr>
        <p:sp>
          <p:nvSpPr>
            <p:cNvPr id="646" name="Rectangle 645">
              <a:extLst>
                <a:ext uri="{FF2B5EF4-FFF2-40B4-BE49-F238E27FC236}">
                  <a16:creationId xmlns:a16="http://schemas.microsoft.com/office/drawing/2014/main" id="{6D722745-F2D4-7759-5F88-2AE834BECC3F}"/>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47" name="Rectangle 646">
              <a:extLst>
                <a:ext uri="{FF2B5EF4-FFF2-40B4-BE49-F238E27FC236}">
                  <a16:creationId xmlns:a16="http://schemas.microsoft.com/office/drawing/2014/main" id="{86A583AB-AA52-37A0-B56E-9108813D1043}"/>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8" name="Oval 15">
              <a:extLst>
                <a:ext uri="{FF2B5EF4-FFF2-40B4-BE49-F238E27FC236}">
                  <a16:creationId xmlns:a16="http://schemas.microsoft.com/office/drawing/2014/main" id="{11F230E6-8F2B-0225-DCE5-CB0B16316EC4}"/>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49" name="Straight Connector 648">
              <a:extLst>
                <a:ext uri="{FF2B5EF4-FFF2-40B4-BE49-F238E27FC236}">
                  <a16:creationId xmlns:a16="http://schemas.microsoft.com/office/drawing/2014/main" id="{77FD9737-C8F6-B4B6-0B93-33CF39577F8F}"/>
                </a:ext>
              </a:extLst>
            </p:cNvPr>
            <p:cNvCxnSpPr>
              <a:cxnSpLocks/>
              <a:stCxn id="648"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50" name="Straight Connector 649">
              <a:extLst>
                <a:ext uri="{FF2B5EF4-FFF2-40B4-BE49-F238E27FC236}">
                  <a16:creationId xmlns:a16="http://schemas.microsoft.com/office/drawing/2014/main" id="{363974D7-2762-D70E-558E-4C3339039EF6}"/>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1" name="Group 650">
            <a:extLst>
              <a:ext uri="{FF2B5EF4-FFF2-40B4-BE49-F238E27FC236}">
                <a16:creationId xmlns:a16="http://schemas.microsoft.com/office/drawing/2014/main" id="{E3F430C3-2EE5-5569-3251-7923E61CD638}"/>
              </a:ext>
            </a:extLst>
          </p:cNvPr>
          <p:cNvGrpSpPr/>
          <p:nvPr/>
        </p:nvGrpSpPr>
        <p:grpSpPr>
          <a:xfrm>
            <a:off x="2102907" y="90836"/>
            <a:ext cx="721206" cy="609701"/>
            <a:chOff x="2102907" y="90836"/>
            <a:chExt cx="721206" cy="609701"/>
          </a:xfrm>
        </p:grpSpPr>
        <p:sp>
          <p:nvSpPr>
            <p:cNvPr id="652" name="Rectangle 651">
              <a:extLst>
                <a:ext uri="{FF2B5EF4-FFF2-40B4-BE49-F238E27FC236}">
                  <a16:creationId xmlns:a16="http://schemas.microsoft.com/office/drawing/2014/main" id="{6EEB9E93-F2EF-746B-E1A0-4D5DF5CED3B3}"/>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53" name="Rectangle 652">
              <a:extLst>
                <a:ext uri="{FF2B5EF4-FFF2-40B4-BE49-F238E27FC236}">
                  <a16:creationId xmlns:a16="http://schemas.microsoft.com/office/drawing/2014/main" id="{5D4492A8-CD04-A985-6856-0A423BF4A571}"/>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4" name="Oval 15">
              <a:extLst>
                <a:ext uri="{FF2B5EF4-FFF2-40B4-BE49-F238E27FC236}">
                  <a16:creationId xmlns:a16="http://schemas.microsoft.com/office/drawing/2014/main" id="{8AD0410F-8008-4D9A-7CCA-19BA884C3665}"/>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55" name="Straight Connector 654">
              <a:extLst>
                <a:ext uri="{FF2B5EF4-FFF2-40B4-BE49-F238E27FC236}">
                  <a16:creationId xmlns:a16="http://schemas.microsoft.com/office/drawing/2014/main" id="{3A9F6318-3C12-39A6-370E-435BEF41A334}"/>
                </a:ext>
              </a:extLst>
            </p:cNvPr>
            <p:cNvCxnSpPr>
              <a:cxnSpLocks/>
              <a:stCxn id="654"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56" name="Straight Connector 655">
              <a:extLst>
                <a:ext uri="{FF2B5EF4-FFF2-40B4-BE49-F238E27FC236}">
                  <a16:creationId xmlns:a16="http://schemas.microsoft.com/office/drawing/2014/main" id="{E6B40C2F-7995-487E-C87D-FBF9D33D3E0A}"/>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7" name="Group 656">
            <a:extLst>
              <a:ext uri="{FF2B5EF4-FFF2-40B4-BE49-F238E27FC236}">
                <a16:creationId xmlns:a16="http://schemas.microsoft.com/office/drawing/2014/main" id="{835F7217-48A1-2DDB-B724-7F0209EF8A09}"/>
              </a:ext>
            </a:extLst>
          </p:cNvPr>
          <p:cNvGrpSpPr/>
          <p:nvPr/>
        </p:nvGrpSpPr>
        <p:grpSpPr>
          <a:xfrm>
            <a:off x="1269626" y="4419615"/>
            <a:ext cx="721206" cy="609701"/>
            <a:chOff x="1269626" y="4419615"/>
            <a:chExt cx="721206" cy="609701"/>
          </a:xfrm>
        </p:grpSpPr>
        <p:sp>
          <p:nvSpPr>
            <p:cNvPr id="658" name="Rectangle 657">
              <a:extLst>
                <a:ext uri="{FF2B5EF4-FFF2-40B4-BE49-F238E27FC236}">
                  <a16:creationId xmlns:a16="http://schemas.microsoft.com/office/drawing/2014/main" id="{DA087B8A-E833-F4E3-3432-44F1192B16AF}"/>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59" name="Cylinder 658">
              <a:extLst>
                <a:ext uri="{FF2B5EF4-FFF2-40B4-BE49-F238E27FC236}">
                  <a16:creationId xmlns:a16="http://schemas.microsoft.com/office/drawing/2014/main" id="{AE7CAD16-A15C-7909-A5AA-34579DE94B7C}"/>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0" name="Group 659">
            <a:extLst>
              <a:ext uri="{FF2B5EF4-FFF2-40B4-BE49-F238E27FC236}">
                <a16:creationId xmlns:a16="http://schemas.microsoft.com/office/drawing/2014/main" id="{4974076F-D4F7-5C02-19C7-253DB0E59B26}"/>
              </a:ext>
            </a:extLst>
          </p:cNvPr>
          <p:cNvGrpSpPr/>
          <p:nvPr/>
        </p:nvGrpSpPr>
        <p:grpSpPr>
          <a:xfrm>
            <a:off x="432841" y="4419615"/>
            <a:ext cx="721206" cy="609701"/>
            <a:chOff x="432841" y="4419615"/>
            <a:chExt cx="721206" cy="609701"/>
          </a:xfrm>
        </p:grpSpPr>
        <p:sp>
          <p:nvSpPr>
            <p:cNvPr id="661" name="Rectangle 660">
              <a:extLst>
                <a:ext uri="{FF2B5EF4-FFF2-40B4-BE49-F238E27FC236}">
                  <a16:creationId xmlns:a16="http://schemas.microsoft.com/office/drawing/2014/main" id="{AAFD0EC7-DF2F-454D-4485-39FE4A51AAF8}"/>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62" name="Cylinder 661">
              <a:extLst>
                <a:ext uri="{FF2B5EF4-FFF2-40B4-BE49-F238E27FC236}">
                  <a16:creationId xmlns:a16="http://schemas.microsoft.com/office/drawing/2014/main" id="{82067CCC-7E4A-3952-C955-60210910E229}"/>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3" name="Group 662">
            <a:extLst>
              <a:ext uri="{FF2B5EF4-FFF2-40B4-BE49-F238E27FC236}">
                <a16:creationId xmlns:a16="http://schemas.microsoft.com/office/drawing/2014/main" id="{86651C62-FFD4-CFD8-7D28-E560E8578FE2}"/>
              </a:ext>
            </a:extLst>
          </p:cNvPr>
          <p:cNvGrpSpPr/>
          <p:nvPr/>
        </p:nvGrpSpPr>
        <p:grpSpPr>
          <a:xfrm>
            <a:off x="1268467" y="5141008"/>
            <a:ext cx="721206" cy="609701"/>
            <a:chOff x="1268467" y="5141008"/>
            <a:chExt cx="721206" cy="609701"/>
          </a:xfrm>
        </p:grpSpPr>
        <p:sp>
          <p:nvSpPr>
            <p:cNvPr id="664" name="Rectangle 663">
              <a:extLst>
                <a:ext uri="{FF2B5EF4-FFF2-40B4-BE49-F238E27FC236}">
                  <a16:creationId xmlns:a16="http://schemas.microsoft.com/office/drawing/2014/main" id="{AF8345B1-33DD-B114-05CE-966CE98B2EDB}"/>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65" name="Cylinder 664">
              <a:extLst>
                <a:ext uri="{FF2B5EF4-FFF2-40B4-BE49-F238E27FC236}">
                  <a16:creationId xmlns:a16="http://schemas.microsoft.com/office/drawing/2014/main" id="{507C0730-2995-D8F2-7B55-4BC4828A82AD}"/>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6" name="Group 665">
            <a:extLst>
              <a:ext uri="{FF2B5EF4-FFF2-40B4-BE49-F238E27FC236}">
                <a16:creationId xmlns:a16="http://schemas.microsoft.com/office/drawing/2014/main" id="{93E2EF64-E5FB-C583-A397-2EB74D744D06}"/>
              </a:ext>
            </a:extLst>
          </p:cNvPr>
          <p:cNvGrpSpPr/>
          <p:nvPr/>
        </p:nvGrpSpPr>
        <p:grpSpPr>
          <a:xfrm>
            <a:off x="431297" y="5141008"/>
            <a:ext cx="721206" cy="609701"/>
            <a:chOff x="431297" y="5141008"/>
            <a:chExt cx="721206" cy="609701"/>
          </a:xfrm>
        </p:grpSpPr>
        <p:sp>
          <p:nvSpPr>
            <p:cNvPr id="667" name="Rectangle 666">
              <a:extLst>
                <a:ext uri="{FF2B5EF4-FFF2-40B4-BE49-F238E27FC236}">
                  <a16:creationId xmlns:a16="http://schemas.microsoft.com/office/drawing/2014/main" id="{8A76F3BD-BF33-0CD6-5396-327F85C929FB}"/>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68" name="Cylinder 667">
              <a:extLst>
                <a:ext uri="{FF2B5EF4-FFF2-40B4-BE49-F238E27FC236}">
                  <a16:creationId xmlns:a16="http://schemas.microsoft.com/office/drawing/2014/main" id="{B8FB1236-E4F6-3ECB-977F-69DC1B6FCD0A}"/>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9" name="Group 668">
            <a:extLst>
              <a:ext uri="{FF2B5EF4-FFF2-40B4-BE49-F238E27FC236}">
                <a16:creationId xmlns:a16="http://schemas.microsoft.com/office/drawing/2014/main" id="{063EB6E5-B1EC-6CF6-8C5E-A1896A41DA44}"/>
              </a:ext>
            </a:extLst>
          </p:cNvPr>
          <p:cNvGrpSpPr/>
          <p:nvPr/>
        </p:nvGrpSpPr>
        <p:grpSpPr>
          <a:xfrm>
            <a:off x="431660" y="3698226"/>
            <a:ext cx="721206" cy="609701"/>
            <a:chOff x="431660" y="3698226"/>
            <a:chExt cx="721206" cy="609701"/>
          </a:xfrm>
        </p:grpSpPr>
        <p:sp>
          <p:nvSpPr>
            <p:cNvPr id="670" name="Rectangle 669">
              <a:extLst>
                <a:ext uri="{FF2B5EF4-FFF2-40B4-BE49-F238E27FC236}">
                  <a16:creationId xmlns:a16="http://schemas.microsoft.com/office/drawing/2014/main" id="{C2AE1103-9676-11BB-357C-F53B62AB0E77}"/>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71" name="Right Triangle 670">
              <a:extLst>
                <a:ext uri="{FF2B5EF4-FFF2-40B4-BE49-F238E27FC236}">
                  <a16:creationId xmlns:a16="http://schemas.microsoft.com/office/drawing/2014/main" id="{782F5201-7B3C-8892-DD28-F9202C8B54CB}"/>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2" name="Group 671">
              <a:extLst>
                <a:ext uri="{FF2B5EF4-FFF2-40B4-BE49-F238E27FC236}">
                  <a16:creationId xmlns:a16="http://schemas.microsoft.com/office/drawing/2014/main" id="{FD6394C3-FDC9-4B5A-7BB3-FA2717684079}"/>
                </a:ext>
              </a:extLst>
            </p:cNvPr>
            <p:cNvGrpSpPr/>
            <p:nvPr/>
          </p:nvGrpSpPr>
          <p:grpSpPr>
            <a:xfrm>
              <a:off x="1102253" y="3706270"/>
              <a:ext cx="37817" cy="61390"/>
              <a:chOff x="3883481" y="2057400"/>
              <a:chExt cx="1608363" cy="2652031"/>
            </a:xfrm>
            <a:solidFill>
              <a:srgbClr val="A6A6A6">
                <a:alpha val="20000"/>
              </a:srgbClr>
            </a:solidFill>
          </p:grpSpPr>
          <p:sp>
            <p:nvSpPr>
              <p:cNvPr id="673" name="Oval 27">
                <a:extLst>
                  <a:ext uri="{FF2B5EF4-FFF2-40B4-BE49-F238E27FC236}">
                    <a16:creationId xmlns:a16="http://schemas.microsoft.com/office/drawing/2014/main" id="{56E2C379-3B44-C9F3-73D3-74321397BF2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4" name="Oval 28">
                <a:extLst>
                  <a:ext uri="{FF2B5EF4-FFF2-40B4-BE49-F238E27FC236}">
                    <a16:creationId xmlns:a16="http://schemas.microsoft.com/office/drawing/2014/main" id="{2D2D840E-9201-AD1C-04E9-F77C47A1F1F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5" name="Group 674">
            <a:extLst>
              <a:ext uri="{FF2B5EF4-FFF2-40B4-BE49-F238E27FC236}">
                <a16:creationId xmlns:a16="http://schemas.microsoft.com/office/drawing/2014/main" id="{161D293A-D2A7-35B3-DEAB-E2D3685156FC}"/>
              </a:ext>
            </a:extLst>
          </p:cNvPr>
          <p:cNvGrpSpPr/>
          <p:nvPr/>
        </p:nvGrpSpPr>
        <p:grpSpPr>
          <a:xfrm>
            <a:off x="2942399" y="3698227"/>
            <a:ext cx="721206" cy="609701"/>
            <a:chOff x="2942399" y="3698227"/>
            <a:chExt cx="721206" cy="609701"/>
          </a:xfrm>
        </p:grpSpPr>
        <p:sp>
          <p:nvSpPr>
            <p:cNvPr id="676" name="Rectangle 675">
              <a:extLst>
                <a:ext uri="{FF2B5EF4-FFF2-40B4-BE49-F238E27FC236}">
                  <a16:creationId xmlns:a16="http://schemas.microsoft.com/office/drawing/2014/main" id="{E9811682-6AAD-D246-2238-223A5AF3D9D6}"/>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77" name="Right Triangle 676">
              <a:extLst>
                <a:ext uri="{FF2B5EF4-FFF2-40B4-BE49-F238E27FC236}">
                  <a16:creationId xmlns:a16="http://schemas.microsoft.com/office/drawing/2014/main" id="{00CFA1B3-1206-EA68-40F4-7823FDBA9E2D}"/>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8" name="Group 677">
              <a:extLst>
                <a:ext uri="{FF2B5EF4-FFF2-40B4-BE49-F238E27FC236}">
                  <a16:creationId xmlns:a16="http://schemas.microsoft.com/office/drawing/2014/main" id="{42D8BD76-2A38-85C6-223C-221F6879C898}"/>
                </a:ext>
              </a:extLst>
            </p:cNvPr>
            <p:cNvGrpSpPr/>
            <p:nvPr/>
          </p:nvGrpSpPr>
          <p:grpSpPr>
            <a:xfrm>
              <a:off x="3607767" y="3713057"/>
              <a:ext cx="37817" cy="61390"/>
              <a:chOff x="3883481" y="2057400"/>
              <a:chExt cx="1608363" cy="2652031"/>
            </a:xfrm>
            <a:solidFill>
              <a:srgbClr val="A6A6A6">
                <a:alpha val="20000"/>
              </a:srgbClr>
            </a:solidFill>
          </p:grpSpPr>
          <p:sp>
            <p:nvSpPr>
              <p:cNvPr id="679" name="Oval 27">
                <a:extLst>
                  <a:ext uri="{FF2B5EF4-FFF2-40B4-BE49-F238E27FC236}">
                    <a16:creationId xmlns:a16="http://schemas.microsoft.com/office/drawing/2014/main" id="{D676D1CB-1E83-8161-EEA8-6A75870812A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0" name="Oval 28">
                <a:extLst>
                  <a:ext uri="{FF2B5EF4-FFF2-40B4-BE49-F238E27FC236}">
                    <a16:creationId xmlns:a16="http://schemas.microsoft.com/office/drawing/2014/main" id="{2E1D9646-C879-347B-04ED-81857798951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7" name="Group 696">
            <a:extLst>
              <a:ext uri="{FF2B5EF4-FFF2-40B4-BE49-F238E27FC236}">
                <a16:creationId xmlns:a16="http://schemas.microsoft.com/office/drawing/2014/main" id="{13A980C6-220C-FDC7-9664-64D60E86162F}"/>
              </a:ext>
            </a:extLst>
          </p:cNvPr>
          <p:cNvGrpSpPr/>
          <p:nvPr/>
        </p:nvGrpSpPr>
        <p:grpSpPr>
          <a:xfrm>
            <a:off x="2105710" y="3698208"/>
            <a:ext cx="721206" cy="610396"/>
            <a:chOff x="2105710" y="3698208"/>
            <a:chExt cx="721206" cy="610396"/>
          </a:xfrm>
        </p:grpSpPr>
        <p:sp>
          <p:nvSpPr>
            <p:cNvPr id="698" name="Rectangle 697">
              <a:extLst>
                <a:ext uri="{FF2B5EF4-FFF2-40B4-BE49-F238E27FC236}">
                  <a16:creationId xmlns:a16="http://schemas.microsoft.com/office/drawing/2014/main" id="{2447EF88-1D92-A230-A8FA-232FCE15A8C7}"/>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99" name="Right Triangle 698">
              <a:extLst>
                <a:ext uri="{FF2B5EF4-FFF2-40B4-BE49-F238E27FC236}">
                  <a16:creationId xmlns:a16="http://schemas.microsoft.com/office/drawing/2014/main" id="{9D91D619-BE95-7D8E-2F3A-C79896A56B19}"/>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0" name="Group 699">
              <a:extLst>
                <a:ext uri="{FF2B5EF4-FFF2-40B4-BE49-F238E27FC236}">
                  <a16:creationId xmlns:a16="http://schemas.microsoft.com/office/drawing/2014/main" id="{6C48024C-44A1-2B48-F5DB-76CD40EDED91}"/>
                </a:ext>
              </a:extLst>
            </p:cNvPr>
            <p:cNvGrpSpPr/>
            <p:nvPr/>
          </p:nvGrpSpPr>
          <p:grpSpPr>
            <a:xfrm>
              <a:off x="2776303" y="3704306"/>
              <a:ext cx="37817" cy="61390"/>
              <a:chOff x="3883481" y="2057400"/>
              <a:chExt cx="1608363" cy="2652031"/>
            </a:xfrm>
            <a:solidFill>
              <a:srgbClr val="A6A6A6">
                <a:alpha val="20000"/>
              </a:srgbClr>
            </a:solidFill>
          </p:grpSpPr>
          <p:sp>
            <p:nvSpPr>
              <p:cNvPr id="701" name="Oval 27">
                <a:extLst>
                  <a:ext uri="{FF2B5EF4-FFF2-40B4-BE49-F238E27FC236}">
                    <a16:creationId xmlns:a16="http://schemas.microsoft.com/office/drawing/2014/main" id="{1882C392-FDE8-6C78-EE33-04536B06DDC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2" name="Oval 28">
                <a:extLst>
                  <a:ext uri="{FF2B5EF4-FFF2-40B4-BE49-F238E27FC236}">
                    <a16:creationId xmlns:a16="http://schemas.microsoft.com/office/drawing/2014/main" id="{DEC14BCE-1753-53C0-E7AF-8085CAAA46E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3" name="Group 702">
            <a:extLst>
              <a:ext uri="{FF2B5EF4-FFF2-40B4-BE49-F238E27FC236}">
                <a16:creationId xmlns:a16="http://schemas.microsoft.com/office/drawing/2014/main" id="{B90008F3-8A80-5B99-6EBE-009D91CEBF13}"/>
              </a:ext>
            </a:extLst>
          </p:cNvPr>
          <p:cNvGrpSpPr/>
          <p:nvPr/>
        </p:nvGrpSpPr>
        <p:grpSpPr>
          <a:xfrm>
            <a:off x="3778361" y="2253333"/>
            <a:ext cx="721206" cy="609701"/>
            <a:chOff x="3778361" y="2253333"/>
            <a:chExt cx="721206" cy="609701"/>
          </a:xfrm>
        </p:grpSpPr>
        <p:sp>
          <p:nvSpPr>
            <p:cNvPr id="704" name="Rectangle 703">
              <a:extLst>
                <a:ext uri="{FF2B5EF4-FFF2-40B4-BE49-F238E27FC236}">
                  <a16:creationId xmlns:a16="http://schemas.microsoft.com/office/drawing/2014/main" id="{DF28C879-44BE-60D2-4636-DD94509B1D45}"/>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705" name="Rectangle 704">
              <a:extLst>
                <a:ext uri="{FF2B5EF4-FFF2-40B4-BE49-F238E27FC236}">
                  <a16:creationId xmlns:a16="http://schemas.microsoft.com/office/drawing/2014/main" id="{C8E35E37-30D7-6ED9-7D06-07DBE9A1F36F}"/>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6" name="Oval 15">
              <a:extLst>
                <a:ext uri="{FF2B5EF4-FFF2-40B4-BE49-F238E27FC236}">
                  <a16:creationId xmlns:a16="http://schemas.microsoft.com/office/drawing/2014/main" id="{098D1A84-8269-CE87-33AF-618AE3A686E7}"/>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07" name="Straight Connector 706">
              <a:extLst>
                <a:ext uri="{FF2B5EF4-FFF2-40B4-BE49-F238E27FC236}">
                  <a16:creationId xmlns:a16="http://schemas.microsoft.com/office/drawing/2014/main" id="{B3C50FDD-33B0-F686-86A5-70116C7AE622}"/>
                </a:ext>
              </a:extLst>
            </p:cNvPr>
            <p:cNvCxnSpPr>
              <a:cxnSpLocks/>
              <a:stCxn id="706"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08" name="Straight Connector 707">
              <a:extLst>
                <a:ext uri="{FF2B5EF4-FFF2-40B4-BE49-F238E27FC236}">
                  <a16:creationId xmlns:a16="http://schemas.microsoft.com/office/drawing/2014/main" id="{0087F560-F475-ED4E-6E8E-16794E68064C}"/>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09" name="Group 708">
            <a:extLst>
              <a:ext uri="{FF2B5EF4-FFF2-40B4-BE49-F238E27FC236}">
                <a16:creationId xmlns:a16="http://schemas.microsoft.com/office/drawing/2014/main" id="{FE31B1CD-4E59-01B9-845B-C6D7B3AFBBA5}"/>
              </a:ext>
            </a:extLst>
          </p:cNvPr>
          <p:cNvGrpSpPr/>
          <p:nvPr/>
        </p:nvGrpSpPr>
        <p:grpSpPr>
          <a:xfrm>
            <a:off x="431659" y="2253337"/>
            <a:ext cx="721895" cy="609700"/>
            <a:chOff x="431659" y="2253337"/>
            <a:chExt cx="721895" cy="609700"/>
          </a:xfrm>
        </p:grpSpPr>
        <p:sp>
          <p:nvSpPr>
            <p:cNvPr id="710" name="Rectangle 709">
              <a:hlinkHover r:id="" action="ppaction://noaction" highlightClick="1"/>
              <a:extLst>
                <a:ext uri="{FF2B5EF4-FFF2-40B4-BE49-F238E27FC236}">
                  <a16:creationId xmlns:a16="http://schemas.microsoft.com/office/drawing/2014/main" id="{8D8B8BA6-DE03-6F1D-0668-9FBD563DBEC1}"/>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11" name="Diamond 710">
              <a:extLst>
                <a:ext uri="{FF2B5EF4-FFF2-40B4-BE49-F238E27FC236}">
                  <a16:creationId xmlns:a16="http://schemas.microsoft.com/office/drawing/2014/main" id="{497C8A85-70BD-3B52-C60C-12D56F86CD9E}"/>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2" name="Oval 711">
              <a:extLst>
                <a:ext uri="{FF2B5EF4-FFF2-40B4-BE49-F238E27FC236}">
                  <a16:creationId xmlns:a16="http://schemas.microsoft.com/office/drawing/2014/main" id="{669A1798-ADEA-7305-5123-2F0D5C6828FE}"/>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17" name="Group 716">
            <a:extLst>
              <a:ext uri="{FF2B5EF4-FFF2-40B4-BE49-F238E27FC236}">
                <a16:creationId xmlns:a16="http://schemas.microsoft.com/office/drawing/2014/main" id="{C48EA220-2C7A-9F03-8C6A-B4A41D9A1686}"/>
              </a:ext>
            </a:extLst>
          </p:cNvPr>
          <p:cNvGrpSpPr/>
          <p:nvPr/>
        </p:nvGrpSpPr>
        <p:grpSpPr>
          <a:xfrm>
            <a:off x="2105348" y="1532276"/>
            <a:ext cx="721206" cy="609701"/>
            <a:chOff x="2105348" y="1532276"/>
            <a:chExt cx="721206" cy="609701"/>
          </a:xfrm>
        </p:grpSpPr>
        <p:sp>
          <p:nvSpPr>
            <p:cNvPr id="718" name="Rectangle 717">
              <a:extLst>
                <a:ext uri="{FF2B5EF4-FFF2-40B4-BE49-F238E27FC236}">
                  <a16:creationId xmlns:a16="http://schemas.microsoft.com/office/drawing/2014/main" id="{BA1A7FAD-0E32-F9C2-1AD8-6DEBFAEF808B}"/>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19" name="Rectangle 718">
              <a:extLst>
                <a:ext uri="{FF2B5EF4-FFF2-40B4-BE49-F238E27FC236}">
                  <a16:creationId xmlns:a16="http://schemas.microsoft.com/office/drawing/2014/main" id="{68E1E6D4-2EFF-E52F-BF77-BAB6F1C44A65}"/>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0" name="Oval 15">
              <a:extLst>
                <a:ext uri="{FF2B5EF4-FFF2-40B4-BE49-F238E27FC236}">
                  <a16:creationId xmlns:a16="http://schemas.microsoft.com/office/drawing/2014/main" id="{BAF299A5-AB8D-3428-5D02-221344189F0D}"/>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21" name="Straight Connector 720">
              <a:extLst>
                <a:ext uri="{FF2B5EF4-FFF2-40B4-BE49-F238E27FC236}">
                  <a16:creationId xmlns:a16="http://schemas.microsoft.com/office/drawing/2014/main" id="{97B8248F-C77C-1CD3-7166-71F2ACD63F9D}"/>
                </a:ext>
              </a:extLst>
            </p:cNvPr>
            <p:cNvCxnSpPr>
              <a:cxnSpLocks/>
              <a:stCxn id="720"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22" name="Straight Connector 721">
              <a:extLst>
                <a:ext uri="{FF2B5EF4-FFF2-40B4-BE49-F238E27FC236}">
                  <a16:creationId xmlns:a16="http://schemas.microsoft.com/office/drawing/2014/main" id="{C96525A0-1720-1BA0-EFA1-59230CAAAF48}"/>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23" name="Group 722">
            <a:extLst>
              <a:ext uri="{FF2B5EF4-FFF2-40B4-BE49-F238E27FC236}">
                <a16:creationId xmlns:a16="http://schemas.microsoft.com/office/drawing/2014/main" id="{E6B6CA08-9E3D-1886-A460-CE1CB492E543}"/>
              </a:ext>
            </a:extLst>
          </p:cNvPr>
          <p:cNvGrpSpPr/>
          <p:nvPr/>
        </p:nvGrpSpPr>
        <p:grpSpPr>
          <a:xfrm>
            <a:off x="431659" y="1532283"/>
            <a:ext cx="721891" cy="610032"/>
            <a:chOff x="431659" y="1532283"/>
            <a:chExt cx="721891" cy="610032"/>
          </a:xfrm>
        </p:grpSpPr>
        <p:sp>
          <p:nvSpPr>
            <p:cNvPr id="724" name="Rectangle 723">
              <a:extLst>
                <a:ext uri="{FF2B5EF4-FFF2-40B4-BE49-F238E27FC236}">
                  <a16:creationId xmlns:a16="http://schemas.microsoft.com/office/drawing/2014/main" id="{00E29431-56E9-0174-AFDB-F8AE9F3986DA}"/>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25" name="Right Triangle 724">
              <a:extLst>
                <a:ext uri="{FF2B5EF4-FFF2-40B4-BE49-F238E27FC236}">
                  <a16:creationId xmlns:a16="http://schemas.microsoft.com/office/drawing/2014/main" id="{D633EB6F-667B-70B1-6B24-0B0366C9DC50}"/>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6" name="Group 725">
              <a:extLst>
                <a:ext uri="{FF2B5EF4-FFF2-40B4-BE49-F238E27FC236}">
                  <a16:creationId xmlns:a16="http://schemas.microsoft.com/office/drawing/2014/main" id="{D979D5DB-CDD5-2F0B-F31B-9CD338E1E2DF}"/>
                </a:ext>
              </a:extLst>
            </p:cNvPr>
            <p:cNvGrpSpPr/>
            <p:nvPr/>
          </p:nvGrpSpPr>
          <p:grpSpPr>
            <a:xfrm>
              <a:off x="1102940" y="1538374"/>
              <a:ext cx="37817" cy="61390"/>
              <a:chOff x="3883481" y="2057400"/>
              <a:chExt cx="1608363" cy="2652031"/>
            </a:xfrm>
            <a:solidFill>
              <a:srgbClr val="A6A6A6">
                <a:alpha val="20000"/>
              </a:srgbClr>
            </a:solidFill>
          </p:grpSpPr>
          <p:sp>
            <p:nvSpPr>
              <p:cNvPr id="727" name="Oval 27">
                <a:extLst>
                  <a:ext uri="{FF2B5EF4-FFF2-40B4-BE49-F238E27FC236}">
                    <a16:creationId xmlns:a16="http://schemas.microsoft.com/office/drawing/2014/main" id="{C8361211-3C79-DCAA-9D7C-BBD0D26A1C0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8" name="Oval 28">
                <a:extLst>
                  <a:ext uri="{FF2B5EF4-FFF2-40B4-BE49-F238E27FC236}">
                    <a16:creationId xmlns:a16="http://schemas.microsoft.com/office/drawing/2014/main" id="{3A4907EE-6FAC-E508-EE75-DD0EE451281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9" name="Group 728">
            <a:extLst>
              <a:ext uri="{FF2B5EF4-FFF2-40B4-BE49-F238E27FC236}">
                <a16:creationId xmlns:a16="http://schemas.microsoft.com/office/drawing/2014/main" id="{A52537CE-E241-D1B6-F20F-7454FAEC4D1C}"/>
              </a:ext>
            </a:extLst>
          </p:cNvPr>
          <p:cNvGrpSpPr/>
          <p:nvPr/>
        </p:nvGrpSpPr>
        <p:grpSpPr>
          <a:xfrm>
            <a:off x="1268843" y="1532283"/>
            <a:ext cx="721206" cy="610032"/>
            <a:chOff x="1268843" y="1532283"/>
            <a:chExt cx="721206" cy="610032"/>
          </a:xfrm>
        </p:grpSpPr>
        <p:sp>
          <p:nvSpPr>
            <p:cNvPr id="730" name="Rectangle 729">
              <a:extLst>
                <a:ext uri="{FF2B5EF4-FFF2-40B4-BE49-F238E27FC236}">
                  <a16:creationId xmlns:a16="http://schemas.microsoft.com/office/drawing/2014/main" id="{FA0AB56C-B05B-6888-9F2D-E2C6A6465AC0}"/>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31" name="Right Triangle 730">
              <a:extLst>
                <a:ext uri="{FF2B5EF4-FFF2-40B4-BE49-F238E27FC236}">
                  <a16:creationId xmlns:a16="http://schemas.microsoft.com/office/drawing/2014/main" id="{55375BEF-3C0B-1783-5DCF-1BE4F5C0EB7B}"/>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32" name="Group 731">
              <a:extLst>
                <a:ext uri="{FF2B5EF4-FFF2-40B4-BE49-F238E27FC236}">
                  <a16:creationId xmlns:a16="http://schemas.microsoft.com/office/drawing/2014/main" id="{5E2F111E-BEDA-B0AD-4433-392ECEDD5F2C}"/>
                </a:ext>
              </a:extLst>
            </p:cNvPr>
            <p:cNvGrpSpPr/>
            <p:nvPr/>
          </p:nvGrpSpPr>
          <p:grpSpPr>
            <a:xfrm>
              <a:off x="1939436" y="1538374"/>
              <a:ext cx="37817" cy="61390"/>
              <a:chOff x="3883481" y="2057400"/>
              <a:chExt cx="1608363" cy="2652031"/>
            </a:xfrm>
            <a:solidFill>
              <a:srgbClr val="A6A6A6">
                <a:alpha val="20000"/>
              </a:srgbClr>
            </a:solidFill>
          </p:grpSpPr>
          <p:sp>
            <p:nvSpPr>
              <p:cNvPr id="733" name="Oval 27">
                <a:extLst>
                  <a:ext uri="{FF2B5EF4-FFF2-40B4-BE49-F238E27FC236}">
                    <a16:creationId xmlns:a16="http://schemas.microsoft.com/office/drawing/2014/main" id="{37E247B7-A19C-9321-0EA6-7CCEDD1052E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4" name="Oval 28">
                <a:extLst>
                  <a:ext uri="{FF2B5EF4-FFF2-40B4-BE49-F238E27FC236}">
                    <a16:creationId xmlns:a16="http://schemas.microsoft.com/office/drawing/2014/main" id="{71EB4184-BC23-111A-B10B-79B2D2CF276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35" name="Group 734">
            <a:extLst>
              <a:ext uri="{FF2B5EF4-FFF2-40B4-BE49-F238E27FC236}">
                <a16:creationId xmlns:a16="http://schemas.microsoft.com/office/drawing/2014/main" id="{3253E324-13A3-1C84-F955-DB7DC4AF8B0F}"/>
              </a:ext>
            </a:extLst>
          </p:cNvPr>
          <p:cNvGrpSpPr/>
          <p:nvPr/>
        </p:nvGrpSpPr>
        <p:grpSpPr>
          <a:xfrm>
            <a:off x="5454379" y="2974054"/>
            <a:ext cx="721206" cy="649846"/>
            <a:chOff x="5454379" y="2974054"/>
            <a:chExt cx="721206" cy="649846"/>
          </a:xfrm>
        </p:grpSpPr>
        <p:sp>
          <p:nvSpPr>
            <p:cNvPr id="736" name="Rectangle 735">
              <a:extLst>
                <a:ext uri="{FF2B5EF4-FFF2-40B4-BE49-F238E27FC236}">
                  <a16:creationId xmlns:a16="http://schemas.microsoft.com/office/drawing/2014/main" id="{439CB604-8A95-B342-7CA4-DFBC009D7C75}"/>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37" name="Rectangle 736">
              <a:extLst>
                <a:ext uri="{FF2B5EF4-FFF2-40B4-BE49-F238E27FC236}">
                  <a16:creationId xmlns:a16="http://schemas.microsoft.com/office/drawing/2014/main" id="{5AE389C7-426A-934F-0BCE-BEE512705113}"/>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8" name="Oval 15">
              <a:extLst>
                <a:ext uri="{FF2B5EF4-FFF2-40B4-BE49-F238E27FC236}">
                  <a16:creationId xmlns:a16="http://schemas.microsoft.com/office/drawing/2014/main" id="{3A97B97D-54B9-B046-8CB3-0C2A3BFAEB9D}"/>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9" name="Straight Connector 738">
              <a:extLst>
                <a:ext uri="{FF2B5EF4-FFF2-40B4-BE49-F238E27FC236}">
                  <a16:creationId xmlns:a16="http://schemas.microsoft.com/office/drawing/2014/main" id="{34C9E38D-6ADD-746B-864B-3A2733F82252}"/>
                </a:ext>
              </a:extLst>
            </p:cNvPr>
            <p:cNvCxnSpPr>
              <a:cxnSpLocks/>
              <a:stCxn id="738"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0" name="Straight Connector 739">
              <a:extLst>
                <a:ext uri="{FF2B5EF4-FFF2-40B4-BE49-F238E27FC236}">
                  <a16:creationId xmlns:a16="http://schemas.microsoft.com/office/drawing/2014/main" id="{416788DE-7F5E-B106-6FCC-648BF449632E}"/>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47" name="Group 746">
            <a:extLst>
              <a:ext uri="{FF2B5EF4-FFF2-40B4-BE49-F238E27FC236}">
                <a16:creationId xmlns:a16="http://schemas.microsoft.com/office/drawing/2014/main" id="{4CE19A9F-F653-0030-9697-EC5DADF939EA}"/>
              </a:ext>
            </a:extLst>
          </p:cNvPr>
          <p:cNvGrpSpPr/>
          <p:nvPr/>
        </p:nvGrpSpPr>
        <p:grpSpPr>
          <a:xfrm>
            <a:off x="2940469" y="2974031"/>
            <a:ext cx="721206" cy="613175"/>
            <a:chOff x="2940469" y="2974031"/>
            <a:chExt cx="721206" cy="613175"/>
          </a:xfrm>
        </p:grpSpPr>
        <p:sp>
          <p:nvSpPr>
            <p:cNvPr id="748" name="Rectangle 747">
              <a:extLst>
                <a:ext uri="{FF2B5EF4-FFF2-40B4-BE49-F238E27FC236}">
                  <a16:creationId xmlns:a16="http://schemas.microsoft.com/office/drawing/2014/main" id="{17F0014C-26A0-C857-149A-FF359EA0688F}"/>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49" name="Right Triangle 748">
              <a:extLst>
                <a:ext uri="{FF2B5EF4-FFF2-40B4-BE49-F238E27FC236}">
                  <a16:creationId xmlns:a16="http://schemas.microsoft.com/office/drawing/2014/main" id="{70F200E2-F920-BE7D-3A17-B63FD7167054}"/>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0" name="Group 749">
              <a:extLst>
                <a:ext uri="{FF2B5EF4-FFF2-40B4-BE49-F238E27FC236}">
                  <a16:creationId xmlns:a16="http://schemas.microsoft.com/office/drawing/2014/main" id="{05534C6C-60BD-1DAC-0314-B2780064DDF8}"/>
                </a:ext>
              </a:extLst>
            </p:cNvPr>
            <p:cNvGrpSpPr/>
            <p:nvPr/>
          </p:nvGrpSpPr>
          <p:grpSpPr>
            <a:xfrm>
              <a:off x="3610502" y="2980132"/>
              <a:ext cx="37817" cy="61390"/>
              <a:chOff x="3883481" y="2057400"/>
              <a:chExt cx="1608363" cy="2652031"/>
            </a:xfrm>
            <a:solidFill>
              <a:srgbClr val="A6A6A6">
                <a:alpha val="20000"/>
              </a:srgbClr>
            </a:solidFill>
          </p:grpSpPr>
          <p:sp>
            <p:nvSpPr>
              <p:cNvPr id="751" name="Oval 27">
                <a:extLst>
                  <a:ext uri="{FF2B5EF4-FFF2-40B4-BE49-F238E27FC236}">
                    <a16:creationId xmlns:a16="http://schemas.microsoft.com/office/drawing/2014/main" id="{032C068F-5564-B4F3-4D53-23CC4889327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2" name="Oval 28">
                <a:extLst>
                  <a:ext uri="{FF2B5EF4-FFF2-40B4-BE49-F238E27FC236}">
                    <a16:creationId xmlns:a16="http://schemas.microsoft.com/office/drawing/2014/main" id="{B545D0CD-B1FC-C171-A61C-AF6192A223E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3" name="Group 752">
            <a:extLst>
              <a:ext uri="{FF2B5EF4-FFF2-40B4-BE49-F238E27FC236}">
                <a16:creationId xmlns:a16="http://schemas.microsoft.com/office/drawing/2014/main" id="{3BA5B509-4F2E-E92A-009A-3C6638869A7A}"/>
              </a:ext>
            </a:extLst>
          </p:cNvPr>
          <p:cNvGrpSpPr/>
          <p:nvPr/>
        </p:nvGrpSpPr>
        <p:grpSpPr>
          <a:xfrm>
            <a:off x="1268380" y="2974053"/>
            <a:ext cx="721206" cy="609701"/>
            <a:chOff x="1268380" y="2974053"/>
            <a:chExt cx="721206" cy="609701"/>
          </a:xfrm>
        </p:grpSpPr>
        <p:sp>
          <p:nvSpPr>
            <p:cNvPr id="754" name="Rectangle 753">
              <a:extLst>
                <a:ext uri="{FF2B5EF4-FFF2-40B4-BE49-F238E27FC236}">
                  <a16:creationId xmlns:a16="http://schemas.microsoft.com/office/drawing/2014/main" id="{6BB20B86-46C9-5FBA-C698-3AAE37F23DB0}"/>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55" name="Right Triangle 754">
              <a:extLst>
                <a:ext uri="{FF2B5EF4-FFF2-40B4-BE49-F238E27FC236}">
                  <a16:creationId xmlns:a16="http://schemas.microsoft.com/office/drawing/2014/main" id="{8D176298-B371-7D81-72FA-AD3F9EE7D69C}"/>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6" name="Group 755">
              <a:extLst>
                <a:ext uri="{FF2B5EF4-FFF2-40B4-BE49-F238E27FC236}">
                  <a16:creationId xmlns:a16="http://schemas.microsoft.com/office/drawing/2014/main" id="{3E33D290-EBC2-3A7B-9DE8-B5A24B658B39}"/>
                </a:ext>
              </a:extLst>
            </p:cNvPr>
            <p:cNvGrpSpPr/>
            <p:nvPr/>
          </p:nvGrpSpPr>
          <p:grpSpPr>
            <a:xfrm>
              <a:off x="1938973" y="2986452"/>
              <a:ext cx="37817" cy="61390"/>
              <a:chOff x="3883481" y="2057400"/>
              <a:chExt cx="1608363" cy="2652031"/>
            </a:xfrm>
            <a:solidFill>
              <a:srgbClr val="A6A6A6">
                <a:alpha val="20000"/>
              </a:srgbClr>
            </a:solidFill>
          </p:grpSpPr>
          <p:sp>
            <p:nvSpPr>
              <p:cNvPr id="757" name="Oval 27">
                <a:extLst>
                  <a:ext uri="{FF2B5EF4-FFF2-40B4-BE49-F238E27FC236}">
                    <a16:creationId xmlns:a16="http://schemas.microsoft.com/office/drawing/2014/main" id="{9E97C460-063A-59A3-CD51-71AC8671AEC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8" name="Oval 28">
                <a:extLst>
                  <a:ext uri="{FF2B5EF4-FFF2-40B4-BE49-F238E27FC236}">
                    <a16:creationId xmlns:a16="http://schemas.microsoft.com/office/drawing/2014/main" id="{16C60C1F-A774-8BF7-6B70-BCEF0D89779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9" name="Group 758">
            <a:extLst>
              <a:ext uri="{FF2B5EF4-FFF2-40B4-BE49-F238E27FC236}">
                <a16:creationId xmlns:a16="http://schemas.microsoft.com/office/drawing/2014/main" id="{B2AF53EF-3CBA-EB19-53D3-C10D707477B0}"/>
              </a:ext>
            </a:extLst>
          </p:cNvPr>
          <p:cNvGrpSpPr/>
          <p:nvPr/>
        </p:nvGrpSpPr>
        <p:grpSpPr>
          <a:xfrm>
            <a:off x="2938534" y="811556"/>
            <a:ext cx="721206" cy="609701"/>
            <a:chOff x="2938534" y="811556"/>
            <a:chExt cx="721206" cy="609701"/>
          </a:xfrm>
        </p:grpSpPr>
        <p:sp>
          <p:nvSpPr>
            <p:cNvPr id="760" name="Rectangle 759">
              <a:extLst>
                <a:ext uri="{FF2B5EF4-FFF2-40B4-BE49-F238E27FC236}">
                  <a16:creationId xmlns:a16="http://schemas.microsoft.com/office/drawing/2014/main" id="{34C0C73F-FAA7-7363-6E57-A35800B06C92}"/>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61" name="Rectangle 760">
              <a:extLst>
                <a:ext uri="{FF2B5EF4-FFF2-40B4-BE49-F238E27FC236}">
                  <a16:creationId xmlns:a16="http://schemas.microsoft.com/office/drawing/2014/main" id="{EE26895F-AAB8-9454-696B-6EF7229B75E3}"/>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2" name="Oval 15">
              <a:extLst>
                <a:ext uri="{FF2B5EF4-FFF2-40B4-BE49-F238E27FC236}">
                  <a16:creationId xmlns:a16="http://schemas.microsoft.com/office/drawing/2014/main" id="{8A4AC5BF-A2AE-769A-26EE-4B03724EF029}"/>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63" name="Straight Connector 762">
              <a:extLst>
                <a:ext uri="{FF2B5EF4-FFF2-40B4-BE49-F238E27FC236}">
                  <a16:creationId xmlns:a16="http://schemas.microsoft.com/office/drawing/2014/main" id="{BBCCD992-0AD9-4859-48CC-4A3D2348AB5A}"/>
                </a:ext>
              </a:extLst>
            </p:cNvPr>
            <p:cNvCxnSpPr>
              <a:cxnSpLocks/>
              <a:stCxn id="762"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64" name="Straight Connector 763">
              <a:extLst>
                <a:ext uri="{FF2B5EF4-FFF2-40B4-BE49-F238E27FC236}">
                  <a16:creationId xmlns:a16="http://schemas.microsoft.com/office/drawing/2014/main" id="{1174D6E1-42D6-B66D-93F5-85DF8610ECAC}"/>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71" name="Group 770">
            <a:extLst>
              <a:ext uri="{FF2B5EF4-FFF2-40B4-BE49-F238E27FC236}">
                <a16:creationId xmlns:a16="http://schemas.microsoft.com/office/drawing/2014/main" id="{93727744-C20C-6175-A0AA-55690CEB57D1}"/>
              </a:ext>
            </a:extLst>
          </p:cNvPr>
          <p:cNvGrpSpPr/>
          <p:nvPr/>
        </p:nvGrpSpPr>
        <p:grpSpPr>
          <a:xfrm>
            <a:off x="431659" y="811556"/>
            <a:ext cx="721206" cy="609701"/>
            <a:chOff x="431659" y="811556"/>
            <a:chExt cx="721206" cy="609701"/>
          </a:xfrm>
        </p:grpSpPr>
        <p:sp>
          <p:nvSpPr>
            <p:cNvPr id="772" name="Rectangle 771">
              <a:extLst>
                <a:ext uri="{FF2B5EF4-FFF2-40B4-BE49-F238E27FC236}">
                  <a16:creationId xmlns:a16="http://schemas.microsoft.com/office/drawing/2014/main" id="{B813D78B-BB68-DD84-9DA0-5114E5671236}"/>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73" name="Right Triangle 772">
              <a:extLst>
                <a:ext uri="{FF2B5EF4-FFF2-40B4-BE49-F238E27FC236}">
                  <a16:creationId xmlns:a16="http://schemas.microsoft.com/office/drawing/2014/main" id="{72107ABE-EE45-86B4-787D-BD13E1BCE0AD}"/>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4" name="Group 773">
              <a:extLst>
                <a:ext uri="{FF2B5EF4-FFF2-40B4-BE49-F238E27FC236}">
                  <a16:creationId xmlns:a16="http://schemas.microsoft.com/office/drawing/2014/main" id="{05C92A4D-B63C-773A-F2F8-E235B0AE2676}"/>
                </a:ext>
              </a:extLst>
            </p:cNvPr>
            <p:cNvGrpSpPr/>
            <p:nvPr/>
          </p:nvGrpSpPr>
          <p:grpSpPr>
            <a:xfrm>
              <a:off x="1100969" y="819591"/>
              <a:ext cx="37817" cy="61390"/>
              <a:chOff x="3883481" y="2057400"/>
              <a:chExt cx="1608363" cy="2652031"/>
            </a:xfrm>
            <a:solidFill>
              <a:srgbClr val="A6A6A6">
                <a:alpha val="20000"/>
              </a:srgbClr>
            </a:solidFill>
          </p:grpSpPr>
          <p:sp>
            <p:nvSpPr>
              <p:cNvPr id="775" name="Oval 27">
                <a:extLst>
                  <a:ext uri="{FF2B5EF4-FFF2-40B4-BE49-F238E27FC236}">
                    <a16:creationId xmlns:a16="http://schemas.microsoft.com/office/drawing/2014/main" id="{8737A24D-D657-B6BF-CBF1-83A866FA9DD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6" name="Oval 28">
                <a:extLst>
                  <a:ext uri="{FF2B5EF4-FFF2-40B4-BE49-F238E27FC236}">
                    <a16:creationId xmlns:a16="http://schemas.microsoft.com/office/drawing/2014/main" id="{47654E2D-CB68-40CA-3715-2F2513CD611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7" name="Group 776">
            <a:extLst>
              <a:ext uri="{FF2B5EF4-FFF2-40B4-BE49-F238E27FC236}">
                <a16:creationId xmlns:a16="http://schemas.microsoft.com/office/drawing/2014/main" id="{F9FC53F3-3438-8E7D-5B27-BF9ACC6F25BD}"/>
              </a:ext>
            </a:extLst>
          </p:cNvPr>
          <p:cNvGrpSpPr/>
          <p:nvPr/>
        </p:nvGrpSpPr>
        <p:grpSpPr>
          <a:xfrm>
            <a:off x="1267285" y="811556"/>
            <a:ext cx="721206" cy="609701"/>
            <a:chOff x="1267285" y="811556"/>
            <a:chExt cx="721206" cy="609701"/>
          </a:xfrm>
        </p:grpSpPr>
        <p:sp>
          <p:nvSpPr>
            <p:cNvPr id="778" name="Rectangle 777">
              <a:extLst>
                <a:ext uri="{FF2B5EF4-FFF2-40B4-BE49-F238E27FC236}">
                  <a16:creationId xmlns:a16="http://schemas.microsoft.com/office/drawing/2014/main" id="{08CDDE48-F719-58AE-B5B0-DA8CE21A1FCE}"/>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779" name="Right Triangle 778">
              <a:extLst>
                <a:ext uri="{FF2B5EF4-FFF2-40B4-BE49-F238E27FC236}">
                  <a16:creationId xmlns:a16="http://schemas.microsoft.com/office/drawing/2014/main" id="{CB6D308F-CE21-603E-9BAA-1FA68C447891}"/>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0" name="Group 779">
              <a:extLst>
                <a:ext uri="{FF2B5EF4-FFF2-40B4-BE49-F238E27FC236}">
                  <a16:creationId xmlns:a16="http://schemas.microsoft.com/office/drawing/2014/main" id="{1B94119C-2808-131B-8E3D-05F0BA11505C}"/>
                </a:ext>
              </a:extLst>
            </p:cNvPr>
            <p:cNvGrpSpPr/>
            <p:nvPr/>
          </p:nvGrpSpPr>
          <p:grpSpPr>
            <a:xfrm>
              <a:off x="1937878" y="819591"/>
              <a:ext cx="37817" cy="61390"/>
              <a:chOff x="3883481" y="2057400"/>
              <a:chExt cx="1608363" cy="2652031"/>
            </a:xfrm>
            <a:solidFill>
              <a:srgbClr val="A6A6A6">
                <a:alpha val="20000"/>
              </a:srgbClr>
            </a:solidFill>
          </p:grpSpPr>
          <p:sp>
            <p:nvSpPr>
              <p:cNvPr id="781" name="Oval 27">
                <a:extLst>
                  <a:ext uri="{FF2B5EF4-FFF2-40B4-BE49-F238E27FC236}">
                    <a16:creationId xmlns:a16="http://schemas.microsoft.com/office/drawing/2014/main" id="{E4A38C64-4AB4-65F7-E2FE-E0C1FC75745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2" name="Oval 28">
                <a:extLst>
                  <a:ext uri="{FF2B5EF4-FFF2-40B4-BE49-F238E27FC236}">
                    <a16:creationId xmlns:a16="http://schemas.microsoft.com/office/drawing/2014/main" id="{11EA909D-0953-8418-FAD2-41ACA1AE0D3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9" name="Group 788">
            <a:extLst>
              <a:ext uri="{FF2B5EF4-FFF2-40B4-BE49-F238E27FC236}">
                <a16:creationId xmlns:a16="http://schemas.microsoft.com/office/drawing/2014/main" id="{D51C423C-33AD-0A59-F4BF-2E17D021656F}"/>
              </a:ext>
            </a:extLst>
          </p:cNvPr>
          <p:cNvGrpSpPr/>
          <p:nvPr/>
        </p:nvGrpSpPr>
        <p:grpSpPr>
          <a:xfrm>
            <a:off x="2889438" y="751337"/>
            <a:ext cx="5022643" cy="5001728"/>
            <a:chOff x="2889438" y="751337"/>
            <a:chExt cx="5022643" cy="5001728"/>
          </a:xfrm>
        </p:grpSpPr>
        <p:cxnSp>
          <p:nvCxnSpPr>
            <p:cNvPr id="790" name="Straight Connector 789">
              <a:extLst>
                <a:ext uri="{FF2B5EF4-FFF2-40B4-BE49-F238E27FC236}">
                  <a16:creationId xmlns:a16="http://schemas.microsoft.com/office/drawing/2014/main" id="{7F21632E-B6BF-05A8-1607-9BF9BF6DB078}"/>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1" name="Straight Connector 790">
              <a:extLst>
                <a:ext uri="{FF2B5EF4-FFF2-40B4-BE49-F238E27FC236}">
                  <a16:creationId xmlns:a16="http://schemas.microsoft.com/office/drawing/2014/main" id="{D7A78B2B-93B9-9502-BA19-0D566F1F470C}"/>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74086A87-F49E-8A3A-EE5A-BF93CACFE2EA}"/>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3" name="Straight Connector 792">
              <a:extLst>
                <a:ext uri="{FF2B5EF4-FFF2-40B4-BE49-F238E27FC236}">
                  <a16:creationId xmlns:a16="http://schemas.microsoft.com/office/drawing/2014/main" id="{3E2289E3-6BB2-CB65-D7FD-23FDDED3BE95}"/>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4" name="Straight Connector 793">
              <a:extLst>
                <a:ext uri="{FF2B5EF4-FFF2-40B4-BE49-F238E27FC236}">
                  <a16:creationId xmlns:a16="http://schemas.microsoft.com/office/drawing/2014/main" id="{5D6EE0E1-78C5-943F-2B24-39CF25A22DCB}"/>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5" name="Straight Connector 794">
              <a:extLst>
                <a:ext uri="{FF2B5EF4-FFF2-40B4-BE49-F238E27FC236}">
                  <a16:creationId xmlns:a16="http://schemas.microsoft.com/office/drawing/2014/main" id="{C5999AFC-0C82-B3AA-2BB6-6C43DDB4E526}"/>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6" name="Straight Connector 795">
              <a:extLst>
                <a:ext uri="{FF2B5EF4-FFF2-40B4-BE49-F238E27FC236}">
                  <a16:creationId xmlns:a16="http://schemas.microsoft.com/office/drawing/2014/main" id="{BF053D5E-2A5C-6054-D6DA-DCA904997A7A}"/>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7" name="Straight Connector 796">
              <a:extLst>
                <a:ext uri="{FF2B5EF4-FFF2-40B4-BE49-F238E27FC236}">
                  <a16:creationId xmlns:a16="http://schemas.microsoft.com/office/drawing/2014/main" id="{6B2CC838-F291-1D73-CACE-660F3D4AD327}"/>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8" name="Straight Connector 797">
              <a:extLst>
                <a:ext uri="{FF2B5EF4-FFF2-40B4-BE49-F238E27FC236}">
                  <a16:creationId xmlns:a16="http://schemas.microsoft.com/office/drawing/2014/main" id="{06456DE6-FCAA-1B25-9DD3-0B5F04AA7E0F}"/>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9" name="Straight Connector 798">
              <a:extLst>
                <a:ext uri="{FF2B5EF4-FFF2-40B4-BE49-F238E27FC236}">
                  <a16:creationId xmlns:a16="http://schemas.microsoft.com/office/drawing/2014/main" id="{CCC815F6-E1FE-F0AE-29A8-6C49272B67CA}"/>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25" name="Group 824">
            <a:extLst>
              <a:ext uri="{FF2B5EF4-FFF2-40B4-BE49-F238E27FC236}">
                <a16:creationId xmlns:a16="http://schemas.microsoft.com/office/drawing/2014/main" id="{00E890E8-2053-10E6-78C6-7DE387B61629}"/>
              </a:ext>
            </a:extLst>
          </p:cNvPr>
          <p:cNvGrpSpPr/>
          <p:nvPr/>
        </p:nvGrpSpPr>
        <p:grpSpPr>
          <a:xfrm>
            <a:off x="2937173" y="4419601"/>
            <a:ext cx="721206" cy="610396"/>
            <a:chOff x="2937173" y="4419601"/>
            <a:chExt cx="721206" cy="610396"/>
          </a:xfrm>
        </p:grpSpPr>
        <p:sp>
          <p:nvSpPr>
            <p:cNvPr id="826" name="Rectangle 825">
              <a:extLst>
                <a:ext uri="{FF2B5EF4-FFF2-40B4-BE49-F238E27FC236}">
                  <a16:creationId xmlns:a16="http://schemas.microsoft.com/office/drawing/2014/main" id="{0EDBD164-5710-3FE1-6570-6057754BDFDE}"/>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27" name="Right Triangle 826">
              <a:extLst>
                <a:ext uri="{FF2B5EF4-FFF2-40B4-BE49-F238E27FC236}">
                  <a16:creationId xmlns:a16="http://schemas.microsoft.com/office/drawing/2014/main" id="{3BE4EA21-84C9-80C0-7EC1-B065D6574D0E}"/>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28" name="Group 827">
              <a:extLst>
                <a:ext uri="{FF2B5EF4-FFF2-40B4-BE49-F238E27FC236}">
                  <a16:creationId xmlns:a16="http://schemas.microsoft.com/office/drawing/2014/main" id="{AA5D6035-CE7F-4CAC-6581-7B6BD4BF7A41}"/>
                </a:ext>
              </a:extLst>
            </p:cNvPr>
            <p:cNvGrpSpPr/>
            <p:nvPr/>
          </p:nvGrpSpPr>
          <p:grpSpPr>
            <a:xfrm>
              <a:off x="3607766" y="4425699"/>
              <a:ext cx="37817" cy="61390"/>
              <a:chOff x="3883481" y="2057400"/>
              <a:chExt cx="1608363" cy="2652031"/>
            </a:xfrm>
            <a:solidFill>
              <a:srgbClr val="A6A6A6">
                <a:alpha val="20000"/>
              </a:srgbClr>
            </a:solidFill>
          </p:grpSpPr>
          <p:sp>
            <p:nvSpPr>
              <p:cNvPr id="829" name="Oval 27">
                <a:extLst>
                  <a:ext uri="{FF2B5EF4-FFF2-40B4-BE49-F238E27FC236}">
                    <a16:creationId xmlns:a16="http://schemas.microsoft.com/office/drawing/2014/main" id="{167136BE-3B35-DD7D-79E7-1C18A1A0D64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0" name="Oval 28">
                <a:extLst>
                  <a:ext uri="{FF2B5EF4-FFF2-40B4-BE49-F238E27FC236}">
                    <a16:creationId xmlns:a16="http://schemas.microsoft.com/office/drawing/2014/main" id="{150BCD89-3042-709A-E58F-BA9360A9CFB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31" name="Group 830">
            <a:extLst>
              <a:ext uri="{FF2B5EF4-FFF2-40B4-BE49-F238E27FC236}">
                <a16:creationId xmlns:a16="http://schemas.microsoft.com/office/drawing/2014/main" id="{C9694865-5919-8F09-61B7-20AF07C8836A}"/>
              </a:ext>
            </a:extLst>
          </p:cNvPr>
          <p:cNvGrpSpPr/>
          <p:nvPr/>
        </p:nvGrpSpPr>
        <p:grpSpPr>
          <a:xfrm>
            <a:off x="6286130" y="4419624"/>
            <a:ext cx="721206" cy="609701"/>
            <a:chOff x="6286130" y="4419624"/>
            <a:chExt cx="721206" cy="609701"/>
          </a:xfrm>
        </p:grpSpPr>
        <p:sp>
          <p:nvSpPr>
            <p:cNvPr id="832" name="Rectangle 831">
              <a:hlinkHover r:id="" action="ppaction://noaction" highlightClick="1"/>
              <a:extLst>
                <a:ext uri="{FF2B5EF4-FFF2-40B4-BE49-F238E27FC236}">
                  <a16:creationId xmlns:a16="http://schemas.microsoft.com/office/drawing/2014/main" id="{18370ABB-3337-A60E-EB86-CAD0FC560DBF}"/>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33" name="Oval 832">
              <a:extLst>
                <a:ext uri="{FF2B5EF4-FFF2-40B4-BE49-F238E27FC236}">
                  <a16:creationId xmlns:a16="http://schemas.microsoft.com/office/drawing/2014/main" id="{96E34514-7A59-9B4D-1257-CD37AFA92474}"/>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4" name="Isosceles Triangle 648">
              <a:extLst>
                <a:ext uri="{FF2B5EF4-FFF2-40B4-BE49-F238E27FC236}">
                  <a16:creationId xmlns:a16="http://schemas.microsoft.com/office/drawing/2014/main" id="{8C493532-20DE-A059-80B8-37091CF836EF}"/>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35" name="Group 834">
            <a:extLst>
              <a:ext uri="{FF2B5EF4-FFF2-40B4-BE49-F238E27FC236}">
                <a16:creationId xmlns:a16="http://schemas.microsoft.com/office/drawing/2014/main" id="{04DF07F7-98EC-2BCB-93C2-DCBE0F7F7342}"/>
              </a:ext>
            </a:extLst>
          </p:cNvPr>
          <p:cNvGrpSpPr/>
          <p:nvPr/>
        </p:nvGrpSpPr>
        <p:grpSpPr>
          <a:xfrm>
            <a:off x="5458940" y="5135305"/>
            <a:ext cx="721206" cy="609701"/>
            <a:chOff x="5458940" y="5135305"/>
            <a:chExt cx="721206" cy="609701"/>
          </a:xfrm>
        </p:grpSpPr>
        <p:sp>
          <p:nvSpPr>
            <p:cNvPr id="836" name="Rectangle 835">
              <a:hlinkHover r:id="" action="ppaction://noaction" highlightClick="1"/>
              <a:extLst>
                <a:ext uri="{FF2B5EF4-FFF2-40B4-BE49-F238E27FC236}">
                  <a16:creationId xmlns:a16="http://schemas.microsoft.com/office/drawing/2014/main" id="{38DE8DA4-D247-C872-BC50-9F18C3AF3E33}"/>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37" name="Oval 836">
              <a:extLst>
                <a:ext uri="{FF2B5EF4-FFF2-40B4-BE49-F238E27FC236}">
                  <a16:creationId xmlns:a16="http://schemas.microsoft.com/office/drawing/2014/main" id="{6A815FE0-A3CC-BBAD-E921-FA39BD1820CE}"/>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8" name="Isosceles Triangle 648">
              <a:extLst>
                <a:ext uri="{FF2B5EF4-FFF2-40B4-BE49-F238E27FC236}">
                  <a16:creationId xmlns:a16="http://schemas.microsoft.com/office/drawing/2014/main" id="{073A0E06-C447-47EF-F300-519DC86D44DB}"/>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39" name="Group 838">
            <a:extLst>
              <a:ext uri="{FF2B5EF4-FFF2-40B4-BE49-F238E27FC236}">
                <a16:creationId xmlns:a16="http://schemas.microsoft.com/office/drawing/2014/main" id="{F283E2F8-8B4D-7392-17E0-0E1853B7E48E}"/>
              </a:ext>
            </a:extLst>
          </p:cNvPr>
          <p:cNvGrpSpPr/>
          <p:nvPr/>
        </p:nvGrpSpPr>
        <p:grpSpPr>
          <a:xfrm>
            <a:off x="6289146" y="5141017"/>
            <a:ext cx="721206" cy="609701"/>
            <a:chOff x="6289146" y="5141017"/>
            <a:chExt cx="721206" cy="609701"/>
          </a:xfrm>
        </p:grpSpPr>
        <p:sp>
          <p:nvSpPr>
            <p:cNvPr id="840" name="Rectangle 839">
              <a:hlinkHover r:id="" action="ppaction://noaction" highlightClick="1"/>
              <a:extLst>
                <a:ext uri="{FF2B5EF4-FFF2-40B4-BE49-F238E27FC236}">
                  <a16:creationId xmlns:a16="http://schemas.microsoft.com/office/drawing/2014/main" id="{78E79E68-53AF-7131-45A0-598318A91F96}"/>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41" name="Oval 840">
              <a:extLst>
                <a:ext uri="{FF2B5EF4-FFF2-40B4-BE49-F238E27FC236}">
                  <a16:creationId xmlns:a16="http://schemas.microsoft.com/office/drawing/2014/main" id="{57695FC3-9ACE-1F38-1896-F5544F4FAAFB}"/>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2" name="Isosceles Triangle 648">
              <a:extLst>
                <a:ext uri="{FF2B5EF4-FFF2-40B4-BE49-F238E27FC236}">
                  <a16:creationId xmlns:a16="http://schemas.microsoft.com/office/drawing/2014/main" id="{C92575B3-E1FA-60B0-3843-DDA4CCE71FB5}"/>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3" name="Group 842">
            <a:extLst>
              <a:ext uri="{FF2B5EF4-FFF2-40B4-BE49-F238E27FC236}">
                <a16:creationId xmlns:a16="http://schemas.microsoft.com/office/drawing/2014/main" id="{51349479-D303-6092-2E18-42D2F71B68AA}"/>
              </a:ext>
            </a:extLst>
          </p:cNvPr>
          <p:cNvGrpSpPr/>
          <p:nvPr/>
        </p:nvGrpSpPr>
        <p:grpSpPr>
          <a:xfrm>
            <a:off x="7122911" y="4419624"/>
            <a:ext cx="721206" cy="609701"/>
            <a:chOff x="7122911" y="4419624"/>
            <a:chExt cx="721206" cy="609701"/>
          </a:xfrm>
        </p:grpSpPr>
        <p:sp>
          <p:nvSpPr>
            <p:cNvPr id="844" name="Rectangle 843">
              <a:hlinkHover r:id="" action="ppaction://noaction" highlightClick="1"/>
              <a:extLst>
                <a:ext uri="{FF2B5EF4-FFF2-40B4-BE49-F238E27FC236}">
                  <a16:creationId xmlns:a16="http://schemas.microsoft.com/office/drawing/2014/main" id="{EA9F1B59-3560-1D6B-5C0E-D9C4AC0CEA5B}"/>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45" name="Oval 844">
              <a:extLst>
                <a:ext uri="{FF2B5EF4-FFF2-40B4-BE49-F238E27FC236}">
                  <a16:creationId xmlns:a16="http://schemas.microsoft.com/office/drawing/2014/main" id="{43E2D8B6-0AC3-A993-5F8D-D7CDB0902019}"/>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6" name="Isosceles Triangle 648">
              <a:extLst>
                <a:ext uri="{FF2B5EF4-FFF2-40B4-BE49-F238E27FC236}">
                  <a16:creationId xmlns:a16="http://schemas.microsoft.com/office/drawing/2014/main" id="{E3CA186D-00B4-39C3-11B6-F4144397A3C0}"/>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1" name="Group 850">
            <a:extLst>
              <a:ext uri="{FF2B5EF4-FFF2-40B4-BE49-F238E27FC236}">
                <a16:creationId xmlns:a16="http://schemas.microsoft.com/office/drawing/2014/main" id="{9DBDEAFE-250A-7985-5698-71340FC7578A}"/>
              </a:ext>
            </a:extLst>
          </p:cNvPr>
          <p:cNvGrpSpPr/>
          <p:nvPr/>
        </p:nvGrpSpPr>
        <p:grpSpPr>
          <a:xfrm>
            <a:off x="5454385" y="4419624"/>
            <a:ext cx="721206" cy="609701"/>
            <a:chOff x="5454385" y="4419624"/>
            <a:chExt cx="721206" cy="609701"/>
          </a:xfrm>
        </p:grpSpPr>
        <p:sp>
          <p:nvSpPr>
            <p:cNvPr id="852" name="Rectangle 851">
              <a:hlinkHover r:id="" action="ppaction://noaction" highlightClick="1"/>
              <a:extLst>
                <a:ext uri="{FF2B5EF4-FFF2-40B4-BE49-F238E27FC236}">
                  <a16:creationId xmlns:a16="http://schemas.microsoft.com/office/drawing/2014/main" id="{4DAC95B1-3A9E-1B66-7AD5-9CF3AF5CB98E}"/>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53" name="Oval 852">
              <a:extLst>
                <a:ext uri="{FF2B5EF4-FFF2-40B4-BE49-F238E27FC236}">
                  <a16:creationId xmlns:a16="http://schemas.microsoft.com/office/drawing/2014/main" id="{1D4C4704-9C9D-7BDE-4869-57FB3E167B2D}"/>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4" name="Isosceles Triangle 648">
              <a:extLst>
                <a:ext uri="{FF2B5EF4-FFF2-40B4-BE49-F238E27FC236}">
                  <a16:creationId xmlns:a16="http://schemas.microsoft.com/office/drawing/2014/main" id="{CA79AF10-B85F-8762-67AF-72957E51A6F7}"/>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5" name="Group 854">
            <a:extLst>
              <a:ext uri="{FF2B5EF4-FFF2-40B4-BE49-F238E27FC236}">
                <a16:creationId xmlns:a16="http://schemas.microsoft.com/office/drawing/2014/main" id="{7DF0F57B-834F-48EB-5040-66B53D065B5F}"/>
              </a:ext>
            </a:extLst>
          </p:cNvPr>
          <p:cNvGrpSpPr/>
          <p:nvPr/>
        </p:nvGrpSpPr>
        <p:grpSpPr>
          <a:xfrm>
            <a:off x="3775041" y="5130133"/>
            <a:ext cx="721895" cy="609700"/>
            <a:chOff x="3775041" y="5130133"/>
            <a:chExt cx="721895" cy="609700"/>
          </a:xfrm>
        </p:grpSpPr>
        <p:sp>
          <p:nvSpPr>
            <p:cNvPr id="856" name="Rectangle 855">
              <a:hlinkHover r:id="" action="ppaction://noaction" highlightClick="1"/>
              <a:extLst>
                <a:ext uri="{FF2B5EF4-FFF2-40B4-BE49-F238E27FC236}">
                  <a16:creationId xmlns:a16="http://schemas.microsoft.com/office/drawing/2014/main" id="{D77B8381-8524-B08C-3BDB-608B9795287A}"/>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57" name="Diamond 856">
              <a:extLst>
                <a:ext uri="{FF2B5EF4-FFF2-40B4-BE49-F238E27FC236}">
                  <a16:creationId xmlns:a16="http://schemas.microsoft.com/office/drawing/2014/main" id="{459BFBCA-7E27-89BF-8814-FB6C21521EDC}"/>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8" name="Oval 857">
              <a:extLst>
                <a:ext uri="{FF2B5EF4-FFF2-40B4-BE49-F238E27FC236}">
                  <a16:creationId xmlns:a16="http://schemas.microsoft.com/office/drawing/2014/main" id="{0E85A78C-3949-1FE5-E51A-0ABEFC542C9B}"/>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9" name="Group 858">
            <a:extLst>
              <a:ext uri="{FF2B5EF4-FFF2-40B4-BE49-F238E27FC236}">
                <a16:creationId xmlns:a16="http://schemas.microsoft.com/office/drawing/2014/main" id="{C278DACC-07BF-0454-9B24-57E9150E6EEE}"/>
              </a:ext>
            </a:extLst>
          </p:cNvPr>
          <p:cNvGrpSpPr/>
          <p:nvPr/>
        </p:nvGrpSpPr>
        <p:grpSpPr>
          <a:xfrm>
            <a:off x="4618174" y="5130748"/>
            <a:ext cx="721895" cy="609700"/>
            <a:chOff x="4618174" y="5130748"/>
            <a:chExt cx="721895" cy="609700"/>
          </a:xfrm>
        </p:grpSpPr>
        <p:sp>
          <p:nvSpPr>
            <p:cNvPr id="860" name="Rectangle 859">
              <a:hlinkHover r:id="" action="ppaction://noaction" highlightClick="1"/>
              <a:extLst>
                <a:ext uri="{FF2B5EF4-FFF2-40B4-BE49-F238E27FC236}">
                  <a16:creationId xmlns:a16="http://schemas.microsoft.com/office/drawing/2014/main" id="{54FF4218-0A36-48B0-BFA6-AEB226DA025F}"/>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61" name="Diamond 860">
              <a:extLst>
                <a:ext uri="{FF2B5EF4-FFF2-40B4-BE49-F238E27FC236}">
                  <a16:creationId xmlns:a16="http://schemas.microsoft.com/office/drawing/2014/main" id="{764F984C-C3C1-0A68-427A-385198EC9FA6}"/>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2" name="Oval 861">
              <a:extLst>
                <a:ext uri="{FF2B5EF4-FFF2-40B4-BE49-F238E27FC236}">
                  <a16:creationId xmlns:a16="http://schemas.microsoft.com/office/drawing/2014/main" id="{9219438F-8551-3B20-E10D-701DA06738FD}"/>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3" name="Group 862">
            <a:extLst>
              <a:ext uri="{FF2B5EF4-FFF2-40B4-BE49-F238E27FC236}">
                <a16:creationId xmlns:a16="http://schemas.microsoft.com/office/drawing/2014/main" id="{A3F01763-8C7F-9AA7-55A0-74A5B05CDBA4}"/>
              </a:ext>
            </a:extLst>
          </p:cNvPr>
          <p:cNvGrpSpPr/>
          <p:nvPr/>
        </p:nvGrpSpPr>
        <p:grpSpPr>
          <a:xfrm>
            <a:off x="7125833" y="5143368"/>
            <a:ext cx="721206" cy="609701"/>
            <a:chOff x="7125833" y="5143368"/>
            <a:chExt cx="721206" cy="609701"/>
          </a:xfrm>
        </p:grpSpPr>
        <p:sp>
          <p:nvSpPr>
            <p:cNvPr id="864" name="Rectangle 863">
              <a:hlinkHover r:id="" action="ppaction://noaction" highlightClick="1"/>
              <a:extLst>
                <a:ext uri="{FF2B5EF4-FFF2-40B4-BE49-F238E27FC236}">
                  <a16:creationId xmlns:a16="http://schemas.microsoft.com/office/drawing/2014/main" id="{19C8EF1C-4147-3D07-02D4-61D47F3FD648}"/>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65" name="Oval 864">
              <a:extLst>
                <a:ext uri="{FF2B5EF4-FFF2-40B4-BE49-F238E27FC236}">
                  <a16:creationId xmlns:a16="http://schemas.microsoft.com/office/drawing/2014/main" id="{2BA554D5-8612-73F2-121C-0CD0021E9BC4}"/>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6" name="Isosceles Triangle 648">
              <a:extLst>
                <a:ext uri="{FF2B5EF4-FFF2-40B4-BE49-F238E27FC236}">
                  <a16:creationId xmlns:a16="http://schemas.microsoft.com/office/drawing/2014/main" id="{ADBC1520-F33B-463C-9DA5-E252D043569E}"/>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7" name="Group 866">
            <a:extLst>
              <a:ext uri="{FF2B5EF4-FFF2-40B4-BE49-F238E27FC236}">
                <a16:creationId xmlns:a16="http://schemas.microsoft.com/office/drawing/2014/main" id="{E18908A9-2BD2-48B9-A0BF-D7EB7CC30A4E}"/>
              </a:ext>
            </a:extLst>
          </p:cNvPr>
          <p:cNvGrpSpPr/>
          <p:nvPr/>
        </p:nvGrpSpPr>
        <p:grpSpPr>
          <a:xfrm>
            <a:off x="7122911" y="3698231"/>
            <a:ext cx="721206" cy="609701"/>
            <a:chOff x="7122911" y="3698231"/>
            <a:chExt cx="721206" cy="609701"/>
          </a:xfrm>
        </p:grpSpPr>
        <p:sp>
          <p:nvSpPr>
            <p:cNvPr id="868" name="Rectangle 867">
              <a:hlinkHover r:id="" action="ppaction://noaction" highlightClick="1"/>
              <a:extLst>
                <a:ext uri="{FF2B5EF4-FFF2-40B4-BE49-F238E27FC236}">
                  <a16:creationId xmlns:a16="http://schemas.microsoft.com/office/drawing/2014/main" id="{F72ECD13-69A0-181D-BD76-573EC3208D59}"/>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69" name="Oval 868">
              <a:extLst>
                <a:ext uri="{FF2B5EF4-FFF2-40B4-BE49-F238E27FC236}">
                  <a16:creationId xmlns:a16="http://schemas.microsoft.com/office/drawing/2014/main" id="{0B23F0A9-DD2F-0D3A-DA14-DD4294B7A671}"/>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0" name="Isosceles Triangle 648">
              <a:extLst>
                <a:ext uri="{FF2B5EF4-FFF2-40B4-BE49-F238E27FC236}">
                  <a16:creationId xmlns:a16="http://schemas.microsoft.com/office/drawing/2014/main" id="{8EA94310-2B92-9DEB-6AAD-47747789FC31}"/>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1" name="Group 870">
            <a:extLst>
              <a:ext uri="{FF2B5EF4-FFF2-40B4-BE49-F238E27FC236}">
                <a16:creationId xmlns:a16="http://schemas.microsoft.com/office/drawing/2014/main" id="{C42E62B0-C9C4-8A25-D636-0672590CCAA5}"/>
              </a:ext>
            </a:extLst>
          </p:cNvPr>
          <p:cNvGrpSpPr/>
          <p:nvPr/>
        </p:nvGrpSpPr>
        <p:grpSpPr>
          <a:xfrm>
            <a:off x="6286224" y="3620338"/>
            <a:ext cx="721206" cy="687594"/>
            <a:chOff x="6286224" y="3620338"/>
            <a:chExt cx="721206" cy="687594"/>
          </a:xfrm>
        </p:grpSpPr>
        <p:cxnSp>
          <p:nvCxnSpPr>
            <p:cNvPr id="872" name="Straight Connector 871">
              <a:extLst>
                <a:ext uri="{FF2B5EF4-FFF2-40B4-BE49-F238E27FC236}">
                  <a16:creationId xmlns:a16="http://schemas.microsoft.com/office/drawing/2014/main" id="{368F2854-6E2E-2FD7-BB8A-25208A8BA2F1}"/>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73" name="Rectangle 872">
              <a:hlinkHover r:id="" action="ppaction://noaction" highlightClick="1"/>
              <a:extLst>
                <a:ext uri="{FF2B5EF4-FFF2-40B4-BE49-F238E27FC236}">
                  <a16:creationId xmlns:a16="http://schemas.microsoft.com/office/drawing/2014/main" id="{A1BF293D-F748-44C5-6F63-24FF8650EC15}"/>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74" name="Oval 873">
              <a:extLst>
                <a:ext uri="{FF2B5EF4-FFF2-40B4-BE49-F238E27FC236}">
                  <a16:creationId xmlns:a16="http://schemas.microsoft.com/office/drawing/2014/main" id="{53C893FF-C3C6-B88C-7365-1D1696A4E1DE}"/>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5" name="Isosceles Triangle 648">
              <a:extLst>
                <a:ext uri="{FF2B5EF4-FFF2-40B4-BE49-F238E27FC236}">
                  <a16:creationId xmlns:a16="http://schemas.microsoft.com/office/drawing/2014/main" id="{446F829F-9FDB-8F18-5AB0-F8123F03E8D4}"/>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2" name="Group 891">
            <a:extLst>
              <a:ext uri="{FF2B5EF4-FFF2-40B4-BE49-F238E27FC236}">
                <a16:creationId xmlns:a16="http://schemas.microsoft.com/office/drawing/2014/main" id="{8F5E8B7A-7D9A-1D92-5847-E7DAF3C9A906}"/>
              </a:ext>
            </a:extLst>
          </p:cNvPr>
          <p:cNvGrpSpPr/>
          <p:nvPr/>
        </p:nvGrpSpPr>
        <p:grpSpPr>
          <a:xfrm>
            <a:off x="1268842" y="2253333"/>
            <a:ext cx="721206" cy="609701"/>
            <a:chOff x="1268842" y="2253333"/>
            <a:chExt cx="721206" cy="609701"/>
          </a:xfrm>
        </p:grpSpPr>
        <p:sp>
          <p:nvSpPr>
            <p:cNvPr id="893" name="Rectangle 892">
              <a:extLst>
                <a:ext uri="{FF2B5EF4-FFF2-40B4-BE49-F238E27FC236}">
                  <a16:creationId xmlns:a16="http://schemas.microsoft.com/office/drawing/2014/main" id="{389D7FB7-DF1A-C97E-1CA9-C92FC794F0D6}"/>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894" name="Right Triangle 893">
              <a:extLst>
                <a:ext uri="{FF2B5EF4-FFF2-40B4-BE49-F238E27FC236}">
                  <a16:creationId xmlns:a16="http://schemas.microsoft.com/office/drawing/2014/main" id="{26A26CC6-009C-D637-6F93-ACFB72DF55D2}"/>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95" name="Group 894">
              <a:extLst>
                <a:ext uri="{FF2B5EF4-FFF2-40B4-BE49-F238E27FC236}">
                  <a16:creationId xmlns:a16="http://schemas.microsoft.com/office/drawing/2014/main" id="{8A88372E-8BAD-9167-F593-3D912396AC52}"/>
                </a:ext>
              </a:extLst>
            </p:cNvPr>
            <p:cNvGrpSpPr/>
            <p:nvPr/>
          </p:nvGrpSpPr>
          <p:grpSpPr>
            <a:xfrm>
              <a:off x="1939437" y="2265723"/>
              <a:ext cx="37817" cy="61390"/>
              <a:chOff x="3883481" y="2057400"/>
              <a:chExt cx="1608363" cy="2652031"/>
            </a:xfrm>
            <a:solidFill>
              <a:srgbClr val="A6A6A6"/>
            </a:solidFill>
          </p:grpSpPr>
          <p:sp>
            <p:nvSpPr>
              <p:cNvPr id="896" name="Oval 27">
                <a:extLst>
                  <a:ext uri="{FF2B5EF4-FFF2-40B4-BE49-F238E27FC236}">
                    <a16:creationId xmlns:a16="http://schemas.microsoft.com/office/drawing/2014/main" id="{52A2CB24-9458-F1B6-A54F-3CE9F46A3CD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7" name="Oval 28">
                <a:extLst>
                  <a:ext uri="{FF2B5EF4-FFF2-40B4-BE49-F238E27FC236}">
                    <a16:creationId xmlns:a16="http://schemas.microsoft.com/office/drawing/2014/main" id="{E79626C9-BE82-7C75-482F-008A27188D6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98" name="Group 897">
            <a:extLst>
              <a:ext uri="{FF2B5EF4-FFF2-40B4-BE49-F238E27FC236}">
                <a16:creationId xmlns:a16="http://schemas.microsoft.com/office/drawing/2014/main" id="{C2E65734-6F84-028C-9A7F-F80127CB2B39}"/>
              </a:ext>
            </a:extLst>
          </p:cNvPr>
          <p:cNvGrpSpPr/>
          <p:nvPr/>
        </p:nvGrpSpPr>
        <p:grpSpPr>
          <a:xfrm>
            <a:off x="2105349" y="2253333"/>
            <a:ext cx="721206" cy="609701"/>
            <a:chOff x="2105349" y="2253333"/>
            <a:chExt cx="721206" cy="609701"/>
          </a:xfrm>
        </p:grpSpPr>
        <p:sp>
          <p:nvSpPr>
            <p:cNvPr id="899" name="Rectangle 898">
              <a:extLst>
                <a:ext uri="{FF2B5EF4-FFF2-40B4-BE49-F238E27FC236}">
                  <a16:creationId xmlns:a16="http://schemas.microsoft.com/office/drawing/2014/main" id="{2BD6FEE0-6FAB-7BD0-E5A0-FF1479A16830}"/>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900" name="Right Triangle 899">
              <a:extLst>
                <a:ext uri="{FF2B5EF4-FFF2-40B4-BE49-F238E27FC236}">
                  <a16:creationId xmlns:a16="http://schemas.microsoft.com/office/drawing/2014/main" id="{C15F734F-4ECB-1515-0DEE-7DA54E8FD3BA}"/>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01" name="Group 900">
              <a:extLst>
                <a:ext uri="{FF2B5EF4-FFF2-40B4-BE49-F238E27FC236}">
                  <a16:creationId xmlns:a16="http://schemas.microsoft.com/office/drawing/2014/main" id="{453C92EF-453B-AB43-33A2-345EBE381FBB}"/>
                </a:ext>
              </a:extLst>
            </p:cNvPr>
            <p:cNvGrpSpPr/>
            <p:nvPr/>
          </p:nvGrpSpPr>
          <p:grpSpPr>
            <a:xfrm>
              <a:off x="2771411" y="2265582"/>
              <a:ext cx="37817" cy="61390"/>
              <a:chOff x="3883481" y="2057400"/>
              <a:chExt cx="1608363" cy="2652031"/>
            </a:xfrm>
            <a:solidFill>
              <a:srgbClr val="A6A6A6"/>
            </a:solidFill>
          </p:grpSpPr>
          <p:sp>
            <p:nvSpPr>
              <p:cNvPr id="902" name="Oval 27">
                <a:extLst>
                  <a:ext uri="{FF2B5EF4-FFF2-40B4-BE49-F238E27FC236}">
                    <a16:creationId xmlns:a16="http://schemas.microsoft.com/office/drawing/2014/main" id="{342BF985-83FE-F433-419F-289216255D7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3" name="Oval 28">
                <a:extLst>
                  <a:ext uri="{FF2B5EF4-FFF2-40B4-BE49-F238E27FC236}">
                    <a16:creationId xmlns:a16="http://schemas.microsoft.com/office/drawing/2014/main" id="{8DE12833-5A70-9584-C82A-55EFDD42C59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04" name="Group 903">
            <a:extLst>
              <a:ext uri="{FF2B5EF4-FFF2-40B4-BE49-F238E27FC236}">
                <a16:creationId xmlns:a16="http://schemas.microsoft.com/office/drawing/2014/main" id="{DE0F2269-19DD-7249-8F40-0342A4623E3D}"/>
              </a:ext>
            </a:extLst>
          </p:cNvPr>
          <p:cNvGrpSpPr/>
          <p:nvPr/>
        </p:nvGrpSpPr>
        <p:grpSpPr>
          <a:xfrm>
            <a:off x="2941856" y="2253333"/>
            <a:ext cx="721206" cy="609701"/>
            <a:chOff x="2941856" y="2253333"/>
            <a:chExt cx="721206" cy="609701"/>
          </a:xfrm>
        </p:grpSpPr>
        <p:sp>
          <p:nvSpPr>
            <p:cNvPr id="905" name="Rectangle 904">
              <a:extLst>
                <a:ext uri="{FF2B5EF4-FFF2-40B4-BE49-F238E27FC236}">
                  <a16:creationId xmlns:a16="http://schemas.microsoft.com/office/drawing/2014/main" id="{EE9758FC-A183-BA80-1006-6AAD400F1056}"/>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906" name="Right Triangle 905">
              <a:extLst>
                <a:ext uri="{FF2B5EF4-FFF2-40B4-BE49-F238E27FC236}">
                  <a16:creationId xmlns:a16="http://schemas.microsoft.com/office/drawing/2014/main" id="{1FD860FC-0D5D-F6D0-F9DA-BB8061D5A47C}"/>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07" name="Group 906">
              <a:extLst>
                <a:ext uri="{FF2B5EF4-FFF2-40B4-BE49-F238E27FC236}">
                  <a16:creationId xmlns:a16="http://schemas.microsoft.com/office/drawing/2014/main" id="{3A23D105-77C5-0CC9-D181-CA9424E1A45A}"/>
                </a:ext>
              </a:extLst>
            </p:cNvPr>
            <p:cNvGrpSpPr/>
            <p:nvPr/>
          </p:nvGrpSpPr>
          <p:grpSpPr>
            <a:xfrm>
              <a:off x="3611254" y="2264960"/>
              <a:ext cx="37817" cy="61390"/>
              <a:chOff x="3883481" y="2057400"/>
              <a:chExt cx="1608363" cy="2652031"/>
            </a:xfrm>
            <a:solidFill>
              <a:srgbClr val="A6A6A6"/>
            </a:solidFill>
          </p:grpSpPr>
          <p:sp>
            <p:nvSpPr>
              <p:cNvPr id="908" name="Oval 27">
                <a:extLst>
                  <a:ext uri="{FF2B5EF4-FFF2-40B4-BE49-F238E27FC236}">
                    <a16:creationId xmlns:a16="http://schemas.microsoft.com/office/drawing/2014/main" id="{1C52BFDA-FE62-D451-1B5D-E202A0D4E63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9" name="Oval 28">
                <a:extLst>
                  <a:ext uri="{FF2B5EF4-FFF2-40B4-BE49-F238E27FC236}">
                    <a16:creationId xmlns:a16="http://schemas.microsoft.com/office/drawing/2014/main" id="{FD7E3B5C-96C2-E595-D0A7-D907471FD16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10" name="Group 909">
            <a:extLst>
              <a:ext uri="{FF2B5EF4-FFF2-40B4-BE49-F238E27FC236}">
                <a16:creationId xmlns:a16="http://schemas.microsoft.com/office/drawing/2014/main" id="{05BE6211-CF11-CFA5-C39B-6E9414FE7329}"/>
              </a:ext>
            </a:extLst>
          </p:cNvPr>
          <p:cNvGrpSpPr/>
          <p:nvPr/>
        </p:nvGrpSpPr>
        <p:grpSpPr>
          <a:xfrm>
            <a:off x="4614870" y="2253333"/>
            <a:ext cx="721206" cy="609701"/>
            <a:chOff x="4614870" y="2253333"/>
            <a:chExt cx="721206" cy="609701"/>
          </a:xfrm>
        </p:grpSpPr>
        <p:sp>
          <p:nvSpPr>
            <p:cNvPr id="911" name="Rectangle 910">
              <a:extLst>
                <a:ext uri="{FF2B5EF4-FFF2-40B4-BE49-F238E27FC236}">
                  <a16:creationId xmlns:a16="http://schemas.microsoft.com/office/drawing/2014/main" id="{DA004868-5C42-7C1A-4469-9A480A61FF25}"/>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912" name="Right Triangle 911">
              <a:extLst>
                <a:ext uri="{FF2B5EF4-FFF2-40B4-BE49-F238E27FC236}">
                  <a16:creationId xmlns:a16="http://schemas.microsoft.com/office/drawing/2014/main" id="{4BA30D3E-D887-3D12-DA54-28C51F475338}"/>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13" name="Group 912">
              <a:extLst>
                <a:ext uri="{FF2B5EF4-FFF2-40B4-BE49-F238E27FC236}">
                  <a16:creationId xmlns:a16="http://schemas.microsoft.com/office/drawing/2014/main" id="{7704D027-AAB5-940D-0058-ABC24F3B28AB}"/>
                </a:ext>
              </a:extLst>
            </p:cNvPr>
            <p:cNvGrpSpPr/>
            <p:nvPr/>
          </p:nvGrpSpPr>
          <p:grpSpPr>
            <a:xfrm>
              <a:off x="5280746" y="2264771"/>
              <a:ext cx="37817" cy="61390"/>
              <a:chOff x="3883481" y="2057400"/>
              <a:chExt cx="1608363" cy="2652031"/>
            </a:xfrm>
            <a:solidFill>
              <a:srgbClr val="A6A6A6"/>
            </a:solidFill>
          </p:grpSpPr>
          <p:sp>
            <p:nvSpPr>
              <p:cNvPr id="914" name="Oval 27">
                <a:extLst>
                  <a:ext uri="{FF2B5EF4-FFF2-40B4-BE49-F238E27FC236}">
                    <a16:creationId xmlns:a16="http://schemas.microsoft.com/office/drawing/2014/main" id="{6930522C-C4DA-80F9-9774-7B528B0ECAE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5" name="Oval 28">
                <a:extLst>
                  <a:ext uri="{FF2B5EF4-FFF2-40B4-BE49-F238E27FC236}">
                    <a16:creationId xmlns:a16="http://schemas.microsoft.com/office/drawing/2014/main" id="{485C2D75-1C09-0F21-4AA9-FCBFF30CB4F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34" name="Group 933">
            <a:extLst>
              <a:ext uri="{FF2B5EF4-FFF2-40B4-BE49-F238E27FC236}">
                <a16:creationId xmlns:a16="http://schemas.microsoft.com/office/drawing/2014/main" id="{90590303-1B3A-B195-A374-1CFE765D037C}"/>
              </a:ext>
            </a:extLst>
          </p:cNvPr>
          <p:cNvGrpSpPr/>
          <p:nvPr/>
        </p:nvGrpSpPr>
        <p:grpSpPr>
          <a:xfrm>
            <a:off x="431659" y="2974054"/>
            <a:ext cx="721893" cy="609701"/>
            <a:chOff x="431659" y="2974054"/>
            <a:chExt cx="721893" cy="609701"/>
          </a:xfrm>
        </p:grpSpPr>
        <p:sp>
          <p:nvSpPr>
            <p:cNvPr id="935" name="Rectangle 934">
              <a:extLst>
                <a:ext uri="{FF2B5EF4-FFF2-40B4-BE49-F238E27FC236}">
                  <a16:creationId xmlns:a16="http://schemas.microsoft.com/office/drawing/2014/main" id="{C01AEAA9-3186-A9C8-ECBD-D5B7EFCA7F81}"/>
                </a:ext>
              </a:extLst>
            </p:cNvPr>
            <p:cNvSpPr/>
            <p:nvPr/>
          </p:nvSpPr>
          <p:spPr>
            <a:xfrm>
              <a:off x="43165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936" name="Right Triangle 935">
              <a:extLst>
                <a:ext uri="{FF2B5EF4-FFF2-40B4-BE49-F238E27FC236}">
                  <a16:creationId xmlns:a16="http://schemas.microsoft.com/office/drawing/2014/main" id="{D95A1FEB-A7DE-6286-0931-14E0066C0AF8}"/>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37" name="Group 936">
              <a:extLst>
                <a:ext uri="{FF2B5EF4-FFF2-40B4-BE49-F238E27FC236}">
                  <a16:creationId xmlns:a16="http://schemas.microsoft.com/office/drawing/2014/main" id="{5C2F12CC-08AA-8396-E491-EFB16378B54C}"/>
                </a:ext>
              </a:extLst>
            </p:cNvPr>
            <p:cNvGrpSpPr/>
            <p:nvPr/>
          </p:nvGrpSpPr>
          <p:grpSpPr>
            <a:xfrm>
              <a:off x="1102941" y="2981751"/>
              <a:ext cx="37817" cy="61390"/>
              <a:chOff x="3883481" y="2057400"/>
              <a:chExt cx="1608363" cy="2652031"/>
            </a:xfrm>
            <a:solidFill>
              <a:srgbClr val="A6A6A6"/>
            </a:solidFill>
          </p:grpSpPr>
          <p:sp>
            <p:nvSpPr>
              <p:cNvPr id="938" name="Oval 27">
                <a:extLst>
                  <a:ext uri="{FF2B5EF4-FFF2-40B4-BE49-F238E27FC236}">
                    <a16:creationId xmlns:a16="http://schemas.microsoft.com/office/drawing/2014/main" id="{14C5DCF9-15BA-6BAD-84C2-5E64972A5E6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9" name="Oval 28">
                <a:extLst>
                  <a:ext uri="{FF2B5EF4-FFF2-40B4-BE49-F238E27FC236}">
                    <a16:creationId xmlns:a16="http://schemas.microsoft.com/office/drawing/2014/main" id="{C3CD1B13-8BBE-E612-E39D-F0900B598AC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 name="Group 7">
            <a:extLst>
              <a:ext uri="{FF2B5EF4-FFF2-40B4-BE49-F238E27FC236}">
                <a16:creationId xmlns:a16="http://schemas.microsoft.com/office/drawing/2014/main" id="{53ABE843-F213-FA58-E428-0B61E02E3592}"/>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DA89F1DD-BDB8-9174-F989-BA880AD2502B}"/>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923D8571-B8F0-41AB-0E3D-DB8D3A624E44}"/>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4D39619C-406B-E416-885B-081AA3E34CD2}"/>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543EEDFF-EE2D-AF74-69EA-D52973B2A2D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AC7F16C4-9460-1782-EFF3-2F30603C4AE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58C360E5-6A1F-5EB3-561F-6C09CA686C8E}"/>
              </a:ext>
            </a:extLst>
          </p:cNvPr>
          <p:cNvGrpSpPr/>
          <p:nvPr/>
        </p:nvGrpSpPr>
        <p:grpSpPr>
          <a:xfrm>
            <a:off x="4615774" y="3698231"/>
            <a:ext cx="721206" cy="609701"/>
            <a:chOff x="4615774" y="3698231"/>
            <a:chExt cx="721206" cy="609701"/>
          </a:xfrm>
        </p:grpSpPr>
        <p:sp>
          <p:nvSpPr>
            <p:cNvPr id="15" name="Rectangle 14">
              <a:hlinkHover r:id="" action="ppaction://noaction" highlightClick="1"/>
              <a:extLst>
                <a:ext uri="{FF2B5EF4-FFF2-40B4-BE49-F238E27FC236}">
                  <a16:creationId xmlns:a16="http://schemas.microsoft.com/office/drawing/2014/main" id="{593DE936-DB7A-BDF4-93CC-7752A9225236}"/>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9D5E1549-8AA3-02C9-4D4A-8DC164EF1EC2}"/>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E2FA7906-1521-4A75-FAD1-298F1BD09478}"/>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2" name="Group 21">
            <a:extLst>
              <a:ext uri="{FF2B5EF4-FFF2-40B4-BE49-F238E27FC236}">
                <a16:creationId xmlns:a16="http://schemas.microsoft.com/office/drawing/2014/main" id="{819C6BA9-BCFB-FFC5-A665-6D661C504719}"/>
              </a:ext>
            </a:extLst>
          </p:cNvPr>
          <p:cNvGrpSpPr/>
          <p:nvPr/>
        </p:nvGrpSpPr>
        <p:grpSpPr>
          <a:xfrm>
            <a:off x="2099604" y="5136552"/>
            <a:ext cx="721206" cy="609701"/>
            <a:chOff x="2099604" y="5136552"/>
            <a:chExt cx="721206" cy="609701"/>
          </a:xfrm>
        </p:grpSpPr>
        <p:sp>
          <p:nvSpPr>
            <p:cNvPr id="23" name="Rectangle 22">
              <a:extLst>
                <a:ext uri="{FF2B5EF4-FFF2-40B4-BE49-F238E27FC236}">
                  <a16:creationId xmlns:a16="http://schemas.microsoft.com/office/drawing/2014/main" id="{182BC7D5-7ED6-CB8F-A5AD-1C576C3F8B5B}"/>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24" name="Right Triangle 23">
              <a:extLst>
                <a:ext uri="{FF2B5EF4-FFF2-40B4-BE49-F238E27FC236}">
                  <a16:creationId xmlns:a16="http://schemas.microsoft.com/office/drawing/2014/main" id="{5EC8FE66-4C6C-6751-8797-C7274A04C417}"/>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5" name="Group 24">
              <a:extLst>
                <a:ext uri="{FF2B5EF4-FFF2-40B4-BE49-F238E27FC236}">
                  <a16:creationId xmlns:a16="http://schemas.microsoft.com/office/drawing/2014/main" id="{4F6C85C3-F951-80C4-A0DC-FF8E94046FD6}"/>
                </a:ext>
              </a:extLst>
            </p:cNvPr>
            <p:cNvGrpSpPr/>
            <p:nvPr/>
          </p:nvGrpSpPr>
          <p:grpSpPr>
            <a:xfrm>
              <a:off x="2765661" y="5151382"/>
              <a:ext cx="37817" cy="61390"/>
              <a:chOff x="3883481" y="2057400"/>
              <a:chExt cx="1608363" cy="2652031"/>
            </a:xfrm>
            <a:solidFill>
              <a:srgbClr val="A6A6A6">
                <a:alpha val="20000"/>
              </a:srgbClr>
            </a:solidFill>
          </p:grpSpPr>
          <p:sp>
            <p:nvSpPr>
              <p:cNvPr id="26" name="Oval 27">
                <a:extLst>
                  <a:ext uri="{FF2B5EF4-FFF2-40B4-BE49-F238E27FC236}">
                    <a16:creationId xmlns:a16="http://schemas.microsoft.com/office/drawing/2014/main" id="{0DA62160-D5DA-945F-DA19-EB198485FB0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Oval 28">
                <a:extLst>
                  <a:ext uri="{FF2B5EF4-FFF2-40B4-BE49-F238E27FC236}">
                    <a16:creationId xmlns:a16="http://schemas.microsoft.com/office/drawing/2014/main" id="{FE68E113-914C-942D-AC12-2C2673A90E6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8" name="Group 27">
            <a:extLst>
              <a:ext uri="{FF2B5EF4-FFF2-40B4-BE49-F238E27FC236}">
                <a16:creationId xmlns:a16="http://schemas.microsoft.com/office/drawing/2014/main" id="{A04B9366-1C16-79D2-4FE4-8E53F5408F8D}"/>
              </a:ext>
            </a:extLst>
          </p:cNvPr>
          <p:cNvGrpSpPr/>
          <p:nvPr/>
        </p:nvGrpSpPr>
        <p:grpSpPr>
          <a:xfrm>
            <a:off x="2100392" y="4419620"/>
            <a:ext cx="721206" cy="609701"/>
            <a:chOff x="2100392" y="4419620"/>
            <a:chExt cx="721206" cy="609701"/>
          </a:xfrm>
        </p:grpSpPr>
        <p:sp>
          <p:nvSpPr>
            <p:cNvPr id="29" name="Rectangle 28">
              <a:extLst>
                <a:ext uri="{FF2B5EF4-FFF2-40B4-BE49-F238E27FC236}">
                  <a16:creationId xmlns:a16="http://schemas.microsoft.com/office/drawing/2014/main" id="{54586CEA-D5D2-7331-4DDE-AEBD015A8797}"/>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32" name="Right Triangle 31">
              <a:extLst>
                <a:ext uri="{FF2B5EF4-FFF2-40B4-BE49-F238E27FC236}">
                  <a16:creationId xmlns:a16="http://schemas.microsoft.com/office/drawing/2014/main" id="{EEC82D01-9B70-952C-1271-19E865F6C113}"/>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3" name="Group 32">
              <a:extLst>
                <a:ext uri="{FF2B5EF4-FFF2-40B4-BE49-F238E27FC236}">
                  <a16:creationId xmlns:a16="http://schemas.microsoft.com/office/drawing/2014/main" id="{C2C0AA51-5E49-9F2E-7FA9-A76095A8F83A}"/>
                </a:ext>
              </a:extLst>
            </p:cNvPr>
            <p:cNvGrpSpPr/>
            <p:nvPr/>
          </p:nvGrpSpPr>
          <p:grpSpPr>
            <a:xfrm>
              <a:off x="2769856" y="4434450"/>
              <a:ext cx="37817" cy="61390"/>
              <a:chOff x="3883481" y="2057400"/>
              <a:chExt cx="1608363" cy="2652031"/>
            </a:xfrm>
            <a:solidFill>
              <a:srgbClr val="A6A6A6">
                <a:alpha val="20000"/>
              </a:srgbClr>
            </a:solidFill>
          </p:grpSpPr>
          <p:sp>
            <p:nvSpPr>
              <p:cNvPr id="35" name="Oval 27">
                <a:extLst>
                  <a:ext uri="{FF2B5EF4-FFF2-40B4-BE49-F238E27FC236}">
                    <a16:creationId xmlns:a16="http://schemas.microsoft.com/office/drawing/2014/main" id="{1A867AF4-1982-3D35-A512-1F3F49D5367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6" name="Oval 28">
                <a:extLst>
                  <a:ext uri="{FF2B5EF4-FFF2-40B4-BE49-F238E27FC236}">
                    <a16:creationId xmlns:a16="http://schemas.microsoft.com/office/drawing/2014/main" id="{CAECA705-34BD-4C23-E6B3-D40ECE98DAF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2" name="Group 51">
            <a:extLst>
              <a:ext uri="{FF2B5EF4-FFF2-40B4-BE49-F238E27FC236}">
                <a16:creationId xmlns:a16="http://schemas.microsoft.com/office/drawing/2014/main" id="{E82625D3-31FA-3688-A1BD-1ACA055C1B90}"/>
              </a:ext>
            </a:extLst>
          </p:cNvPr>
          <p:cNvGrpSpPr/>
          <p:nvPr/>
        </p:nvGrpSpPr>
        <p:grpSpPr>
          <a:xfrm>
            <a:off x="8807246" y="1508831"/>
            <a:ext cx="721206" cy="609701"/>
            <a:chOff x="8807246" y="1532278"/>
            <a:chExt cx="721206" cy="609701"/>
          </a:xfrm>
        </p:grpSpPr>
        <p:sp>
          <p:nvSpPr>
            <p:cNvPr id="53" name="Rectangle 52">
              <a:hlinkHover r:id="" action="ppaction://noaction" highlightClick="1"/>
              <a:extLst>
                <a:ext uri="{FF2B5EF4-FFF2-40B4-BE49-F238E27FC236}">
                  <a16:creationId xmlns:a16="http://schemas.microsoft.com/office/drawing/2014/main" id="{DE53F45A-22F8-26D8-B48B-D25A8C5E3392}"/>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54" name="Oval 53">
              <a:extLst>
                <a:ext uri="{FF2B5EF4-FFF2-40B4-BE49-F238E27FC236}">
                  <a16:creationId xmlns:a16="http://schemas.microsoft.com/office/drawing/2014/main" id="{496EA760-B012-421C-E0A0-7AD3F2DDBCA3}"/>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 name="Isosceles Triangle 648">
              <a:extLst>
                <a:ext uri="{FF2B5EF4-FFF2-40B4-BE49-F238E27FC236}">
                  <a16:creationId xmlns:a16="http://schemas.microsoft.com/office/drawing/2014/main" id="{AAC4E878-7C73-E77F-C0FD-3034800E14D0}"/>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 name="Group 55">
            <a:extLst>
              <a:ext uri="{FF2B5EF4-FFF2-40B4-BE49-F238E27FC236}">
                <a16:creationId xmlns:a16="http://schemas.microsoft.com/office/drawing/2014/main" id="{45E0DA44-D7D6-874A-6AA7-02FBB0B6668C}"/>
              </a:ext>
            </a:extLst>
          </p:cNvPr>
          <p:cNvGrpSpPr/>
          <p:nvPr/>
        </p:nvGrpSpPr>
        <p:grpSpPr>
          <a:xfrm>
            <a:off x="11356242" y="1508829"/>
            <a:ext cx="721206" cy="609701"/>
            <a:chOff x="11356242" y="1532276"/>
            <a:chExt cx="721206" cy="609701"/>
          </a:xfrm>
        </p:grpSpPr>
        <p:sp>
          <p:nvSpPr>
            <p:cNvPr id="58" name="Rectangle 57">
              <a:hlinkHover r:id="" action="ppaction://noaction" highlightClick="1"/>
              <a:extLst>
                <a:ext uri="{FF2B5EF4-FFF2-40B4-BE49-F238E27FC236}">
                  <a16:creationId xmlns:a16="http://schemas.microsoft.com/office/drawing/2014/main" id="{272B0CAC-9596-9B29-F472-BB440DBCBBBD}"/>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61" name="Oval 60">
              <a:extLst>
                <a:ext uri="{FF2B5EF4-FFF2-40B4-BE49-F238E27FC236}">
                  <a16:creationId xmlns:a16="http://schemas.microsoft.com/office/drawing/2014/main" id="{C0DB6FC7-C452-1B5E-670A-7833CBABF95E}"/>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 name="Isosceles Triangle 648">
              <a:extLst>
                <a:ext uri="{FF2B5EF4-FFF2-40B4-BE49-F238E27FC236}">
                  <a16:creationId xmlns:a16="http://schemas.microsoft.com/office/drawing/2014/main" id="{4290A25D-2FA7-59FA-E856-0E143AD6B135}"/>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2" name="Group 111">
            <a:extLst>
              <a:ext uri="{FF2B5EF4-FFF2-40B4-BE49-F238E27FC236}">
                <a16:creationId xmlns:a16="http://schemas.microsoft.com/office/drawing/2014/main" id="{6DC1B2E3-51E6-320B-251E-EDD13C4A8D4B}"/>
              </a:ext>
            </a:extLst>
          </p:cNvPr>
          <p:cNvGrpSpPr/>
          <p:nvPr/>
        </p:nvGrpSpPr>
        <p:grpSpPr>
          <a:xfrm>
            <a:off x="3776512" y="2950606"/>
            <a:ext cx="724130" cy="609701"/>
            <a:chOff x="3776512" y="2974053"/>
            <a:chExt cx="724130" cy="609701"/>
          </a:xfrm>
        </p:grpSpPr>
        <p:sp>
          <p:nvSpPr>
            <p:cNvPr id="113" name="Rectangle 112">
              <a:extLst>
                <a:ext uri="{FF2B5EF4-FFF2-40B4-BE49-F238E27FC236}">
                  <a16:creationId xmlns:a16="http://schemas.microsoft.com/office/drawing/2014/main" id="{09451C32-F8B4-7A2C-C909-7CA0FC52FCA7}"/>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114" name="Right Triangle 113">
              <a:extLst>
                <a:ext uri="{FF2B5EF4-FFF2-40B4-BE49-F238E27FC236}">
                  <a16:creationId xmlns:a16="http://schemas.microsoft.com/office/drawing/2014/main" id="{5CB22120-DE0C-FEBA-976C-ADFAC3772ED1}"/>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5" name="Group 114">
              <a:extLst>
                <a:ext uri="{FF2B5EF4-FFF2-40B4-BE49-F238E27FC236}">
                  <a16:creationId xmlns:a16="http://schemas.microsoft.com/office/drawing/2014/main" id="{400BB51A-9558-7D3F-DA81-1143A72F05AB}"/>
                </a:ext>
              </a:extLst>
            </p:cNvPr>
            <p:cNvGrpSpPr/>
            <p:nvPr/>
          </p:nvGrpSpPr>
          <p:grpSpPr>
            <a:xfrm>
              <a:off x="4450061" y="2982574"/>
              <a:ext cx="37817" cy="61390"/>
              <a:chOff x="3883481" y="2057400"/>
              <a:chExt cx="1608363" cy="2652031"/>
            </a:xfrm>
            <a:solidFill>
              <a:srgbClr val="A6A6A6">
                <a:alpha val="20000"/>
              </a:srgbClr>
            </a:solidFill>
          </p:grpSpPr>
          <p:sp>
            <p:nvSpPr>
              <p:cNvPr id="116" name="Oval 27">
                <a:extLst>
                  <a:ext uri="{FF2B5EF4-FFF2-40B4-BE49-F238E27FC236}">
                    <a16:creationId xmlns:a16="http://schemas.microsoft.com/office/drawing/2014/main" id="{E0735BE9-5978-36A4-B9F9-9A8C7BE3C9B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 name="Oval 28">
                <a:extLst>
                  <a:ext uri="{FF2B5EF4-FFF2-40B4-BE49-F238E27FC236}">
                    <a16:creationId xmlns:a16="http://schemas.microsoft.com/office/drawing/2014/main" id="{3EF1F1EF-A3CA-60B8-A8AD-CF0E37215E3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sp>
        <p:nvSpPr>
          <p:cNvPr id="128" name="Rectangle 127">
            <a:hlinkClick r:id="rId3" action="ppaction://hlinksldjump"/>
            <a:hlinkHover r:id="rId3" action="ppaction://hlinksldjump"/>
            <a:extLst>
              <a:ext uri="{FF2B5EF4-FFF2-40B4-BE49-F238E27FC236}">
                <a16:creationId xmlns:a16="http://schemas.microsoft.com/office/drawing/2014/main" id="{9037BACD-C8A7-124D-4126-DE27C55999DB}"/>
              </a:ext>
            </a:extLst>
          </p:cNvPr>
          <p:cNvSpPr/>
          <p:nvPr/>
        </p:nvSpPr>
        <p:spPr>
          <a:xfrm>
            <a:off x="299024"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129" name="Rectangle 128">
            <a:hlinkClick r:id="rId4" action="ppaction://hlinksldjump"/>
            <a:hlinkHover r:id="rId4" action="ppaction://hlinksldjump"/>
            <a:extLst>
              <a:ext uri="{FF2B5EF4-FFF2-40B4-BE49-F238E27FC236}">
                <a16:creationId xmlns:a16="http://schemas.microsoft.com/office/drawing/2014/main" id="{D6A099DA-82F1-9EB0-A755-C33D952354C0}"/>
              </a:ext>
            </a:extLst>
          </p:cNvPr>
          <p:cNvSpPr/>
          <p:nvPr/>
        </p:nvSpPr>
        <p:spPr>
          <a:xfrm>
            <a:off x="1975955"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131" name="Rectangle 130">
            <a:hlinkClick r:id="rId5" action="ppaction://hlinksldjump"/>
            <a:hlinkHover r:id="rId5" action="ppaction://hlinksldjump"/>
            <a:extLst>
              <a:ext uri="{FF2B5EF4-FFF2-40B4-BE49-F238E27FC236}">
                <a16:creationId xmlns:a16="http://schemas.microsoft.com/office/drawing/2014/main" id="{088E3749-1BCB-8DB5-9281-5257499A8158}"/>
              </a:ext>
            </a:extLst>
          </p:cNvPr>
          <p:cNvSpPr/>
          <p:nvPr/>
        </p:nvSpPr>
        <p:spPr>
          <a:xfrm>
            <a:off x="3652886"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133" name="Rectangle 132">
            <a:hlinkClick r:id="rId6" action="ppaction://hlinksldjump"/>
            <a:hlinkHover r:id="rId6" action="ppaction://hlinksldjump"/>
            <a:extLst>
              <a:ext uri="{FF2B5EF4-FFF2-40B4-BE49-F238E27FC236}">
                <a16:creationId xmlns:a16="http://schemas.microsoft.com/office/drawing/2014/main" id="{B633E7C4-779E-813B-4CB7-5E0416CDBB81}"/>
              </a:ext>
            </a:extLst>
          </p:cNvPr>
          <p:cNvSpPr/>
          <p:nvPr/>
        </p:nvSpPr>
        <p:spPr>
          <a:xfrm>
            <a:off x="7107720" y="5802160"/>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34" name="Rectangle 133">
            <a:hlinkClick r:id="rId7" action="ppaction://hlinksldjump"/>
            <a:hlinkHover r:id="rId7" action="ppaction://hlinksldjump"/>
            <a:extLst>
              <a:ext uri="{FF2B5EF4-FFF2-40B4-BE49-F238E27FC236}">
                <a16:creationId xmlns:a16="http://schemas.microsoft.com/office/drawing/2014/main" id="{5E2AFFB4-2C29-2FBF-F5BF-0F695163D0A4}"/>
              </a:ext>
            </a:extLst>
          </p:cNvPr>
          <p:cNvSpPr/>
          <p:nvPr/>
        </p:nvSpPr>
        <p:spPr>
          <a:xfrm>
            <a:off x="3652886" y="6284246"/>
            <a:ext cx="1637557" cy="454591"/>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135" name="Rectangle 134">
            <a:hlinkClick r:id="rId8" action="ppaction://hlinksldjump"/>
            <a:hlinkHover r:id="rId8" action="ppaction://hlinksldjump"/>
            <a:extLst>
              <a:ext uri="{FF2B5EF4-FFF2-40B4-BE49-F238E27FC236}">
                <a16:creationId xmlns:a16="http://schemas.microsoft.com/office/drawing/2014/main" id="{AEA8FCD7-EE07-869B-ED2C-1441FFB8F03D}"/>
              </a:ext>
            </a:extLst>
          </p:cNvPr>
          <p:cNvSpPr/>
          <p:nvPr/>
        </p:nvSpPr>
        <p:spPr>
          <a:xfrm>
            <a:off x="7107721" y="6284246"/>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36" name="Rectangle 135">
            <a:hlinkClick r:id="rId9" action="ppaction://hlinksldjump"/>
            <a:hlinkHover r:id="rId9" action="ppaction://hlinksldjump"/>
            <a:extLst>
              <a:ext uri="{FF2B5EF4-FFF2-40B4-BE49-F238E27FC236}">
                <a16:creationId xmlns:a16="http://schemas.microsoft.com/office/drawing/2014/main" id="{9E02A858-C9ED-32B3-46A1-14E272C7C115}"/>
              </a:ext>
            </a:extLst>
          </p:cNvPr>
          <p:cNvSpPr/>
          <p:nvPr/>
        </p:nvSpPr>
        <p:spPr>
          <a:xfrm>
            <a:off x="10811623" y="5796447"/>
            <a:ext cx="1301668" cy="957208"/>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137" name="Rectangle 136">
            <a:hlinkClick r:id="rId10" action="ppaction://hlinksldjump"/>
            <a:hlinkHover r:id="rId10" action="ppaction://hlinksldjump"/>
            <a:extLst>
              <a:ext uri="{FF2B5EF4-FFF2-40B4-BE49-F238E27FC236}">
                <a16:creationId xmlns:a16="http://schemas.microsoft.com/office/drawing/2014/main" id="{E48F62E8-C5B4-04C8-8BBE-78331A7F5F62}"/>
              </a:ext>
            </a:extLst>
          </p:cNvPr>
          <p:cNvSpPr/>
          <p:nvPr/>
        </p:nvSpPr>
        <p:spPr>
          <a:xfrm>
            <a:off x="299024" y="6299063"/>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38" name="Rectangle 137">
            <a:hlinkClick r:id="rId11" action="ppaction://hlinksldjump"/>
            <a:hlinkHover r:id="rId11" action="ppaction://hlinksldjump"/>
            <a:extLst>
              <a:ext uri="{FF2B5EF4-FFF2-40B4-BE49-F238E27FC236}">
                <a16:creationId xmlns:a16="http://schemas.microsoft.com/office/drawing/2014/main" id="{1F878BCE-4D55-ADAF-36A2-5D4B05F4E42B}"/>
              </a:ext>
            </a:extLst>
          </p:cNvPr>
          <p:cNvSpPr/>
          <p:nvPr/>
        </p:nvSpPr>
        <p:spPr>
          <a:xfrm>
            <a:off x="1975955"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940" name="Rectangle 939">
            <a:hlinkHover r:id="rId12" action="ppaction://hlinksldjump"/>
            <a:extLst>
              <a:ext uri="{FF2B5EF4-FFF2-40B4-BE49-F238E27FC236}">
                <a16:creationId xmlns:a16="http://schemas.microsoft.com/office/drawing/2014/main" id="{A6763061-41AA-D82B-1AB4-79ED40C0266B}"/>
              </a:ext>
            </a:extLst>
          </p:cNvPr>
          <p:cNvSpPr/>
          <p:nvPr/>
        </p:nvSpPr>
        <p:spPr>
          <a:xfrm>
            <a:off x="8841667" y="5799653"/>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grpSp>
        <p:nvGrpSpPr>
          <p:cNvPr id="941" name="Group 940">
            <a:extLst>
              <a:ext uri="{FF2B5EF4-FFF2-40B4-BE49-F238E27FC236}">
                <a16:creationId xmlns:a16="http://schemas.microsoft.com/office/drawing/2014/main" id="{355E5575-6A79-4BFD-026B-000D379CA798}"/>
              </a:ext>
            </a:extLst>
          </p:cNvPr>
          <p:cNvGrpSpPr/>
          <p:nvPr/>
        </p:nvGrpSpPr>
        <p:grpSpPr>
          <a:xfrm>
            <a:off x="7905566" y="751337"/>
            <a:ext cx="3396155" cy="4999377"/>
            <a:chOff x="7905566" y="751337"/>
            <a:chExt cx="3396155" cy="4999377"/>
          </a:xfrm>
        </p:grpSpPr>
        <p:cxnSp>
          <p:nvCxnSpPr>
            <p:cNvPr id="942" name="Straight Connector 941">
              <a:extLst>
                <a:ext uri="{FF2B5EF4-FFF2-40B4-BE49-F238E27FC236}">
                  <a16:creationId xmlns:a16="http://schemas.microsoft.com/office/drawing/2014/main" id="{FA2258E1-78DC-737D-281B-724AA13D6CD1}"/>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3" name="Straight Connector 942">
              <a:extLst>
                <a:ext uri="{FF2B5EF4-FFF2-40B4-BE49-F238E27FC236}">
                  <a16:creationId xmlns:a16="http://schemas.microsoft.com/office/drawing/2014/main" id="{F3952616-A278-9612-4325-FD30C783D5B9}"/>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4" name="Straight Connector 943">
              <a:extLst>
                <a:ext uri="{FF2B5EF4-FFF2-40B4-BE49-F238E27FC236}">
                  <a16:creationId xmlns:a16="http://schemas.microsoft.com/office/drawing/2014/main" id="{CB6E82FA-B20C-45CA-A7E4-96D4266D264C}"/>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5" name="Straight Connector 944">
              <a:extLst>
                <a:ext uri="{FF2B5EF4-FFF2-40B4-BE49-F238E27FC236}">
                  <a16:creationId xmlns:a16="http://schemas.microsoft.com/office/drawing/2014/main" id="{B58C4664-FEE8-79A0-0E3F-86A49C0A9A77}"/>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0" name="Straight Connector 989">
              <a:extLst>
                <a:ext uri="{FF2B5EF4-FFF2-40B4-BE49-F238E27FC236}">
                  <a16:creationId xmlns:a16="http://schemas.microsoft.com/office/drawing/2014/main" id="{EF6D7816-1C87-B51B-2965-800541BE328A}"/>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1" name="Straight Connector 990">
              <a:extLst>
                <a:ext uri="{FF2B5EF4-FFF2-40B4-BE49-F238E27FC236}">
                  <a16:creationId xmlns:a16="http://schemas.microsoft.com/office/drawing/2014/main" id="{E2775A1A-B1D9-09EE-EBFB-D823E0509D4A}"/>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2" name="Straight Connector 991">
              <a:extLst>
                <a:ext uri="{FF2B5EF4-FFF2-40B4-BE49-F238E27FC236}">
                  <a16:creationId xmlns:a16="http://schemas.microsoft.com/office/drawing/2014/main" id="{A4C1696F-6222-D523-1293-D134F07A426D}"/>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993" name="Straight Connector 992">
            <a:extLst>
              <a:ext uri="{FF2B5EF4-FFF2-40B4-BE49-F238E27FC236}">
                <a16:creationId xmlns:a16="http://schemas.microsoft.com/office/drawing/2014/main" id="{1891D816-7BB4-74B1-8870-C245008ED869}"/>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994" name="Rectangle 993">
            <a:hlinkClick r:id="rId13" action="ppaction://hlinksldjump"/>
            <a:hlinkHover r:id="rId13" action="ppaction://hlinksldjump"/>
            <a:extLst>
              <a:ext uri="{FF2B5EF4-FFF2-40B4-BE49-F238E27FC236}">
                <a16:creationId xmlns:a16="http://schemas.microsoft.com/office/drawing/2014/main" id="{EBCC76C9-6343-451E-2278-26FF91661D29}"/>
              </a:ext>
            </a:extLst>
          </p:cNvPr>
          <p:cNvSpPr/>
          <p:nvPr/>
        </p:nvSpPr>
        <p:spPr>
          <a:xfrm>
            <a:off x="5329817" y="5802160"/>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995" name="Rectangle 994">
            <a:hlinkClick r:id="rId14" action="ppaction://hlinksldjump"/>
            <a:hlinkHover r:id="rId14" action="ppaction://hlinksldjump"/>
            <a:extLst>
              <a:ext uri="{FF2B5EF4-FFF2-40B4-BE49-F238E27FC236}">
                <a16:creationId xmlns:a16="http://schemas.microsoft.com/office/drawing/2014/main" id="{5699C95B-C1D6-23DE-CA73-652380F4DAE2}"/>
              </a:ext>
            </a:extLst>
          </p:cNvPr>
          <p:cNvSpPr/>
          <p:nvPr/>
        </p:nvSpPr>
        <p:spPr>
          <a:xfrm>
            <a:off x="5329817" y="6284246"/>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Purview Suite</a:t>
            </a:r>
          </a:p>
        </p:txBody>
      </p:sp>
      <p:grpSp>
        <p:nvGrpSpPr>
          <p:cNvPr id="996" name="Group 995">
            <a:extLst>
              <a:ext uri="{FF2B5EF4-FFF2-40B4-BE49-F238E27FC236}">
                <a16:creationId xmlns:a16="http://schemas.microsoft.com/office/drawing/2014/main" id="{A3538642-1725-DC2B-6C8C-2BFD34ED8BDA}"/>
              </a:ext>
            </a:extLst>
          </p:cNvPr>
          <p:cNvGrpSpPr/>
          <p:nvPr/>
        </p:nvGrpSpPr>
        <p:grpSpPr>
          <a:xfrm>
            <a:off x="7957576" y="2253333"/>
            <a:ext cx="721206" cy="609701"/>
            <a:chOff x="7957576" y="2253333"/>
            <a:chExt cx="721206" cy="609701"/>
          </a:xfrm>
        </p:grpSpPr>
        <p:sp>
          <p:nvSpPr>
            <p:cNvPr id="997" name="Rectangle 996">
              <a:extLst>
                <a:ext uri="{FF2B5EF4-FFF2-40B4-BE49-F238E27FC236}">
                  <a16:creationId xmlns:a16="http://schemas.microsoft.com/office/drawing/2014/main" id="{27D2A068-9A04-F2F3-3B63-B6E4E87B02AC}"/>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998" name="Right Triangle 997">
              <a:extLst>
                <a:ext uri="{FF2B5EF4-FFF2-40B4-BE49-F238E27FC236}">
                  <a16:creationId xmlns:a16="http://schemas.microsoft.com/office/drawing/2014/main" id="{F414F6F8-7805-FE4C-259B-3C70CC7DFAA0}"/>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99" name="Group 998">
              <a:extLst>
                <a:ext uri="{FF2B5EF4-FFF2-40B4-BE49-F238E27FC236}">
                  <a16:creationId xmlns:a16="http://schemas.microsoft.com/office/drawing/2014/main" id="{F43CACFB-9B16-35BC-33A0-63E372544BB6}"/>
                </a:ext>
              </a:extLst>
            </p:cNvPr>
            <p:cNvGrpSpPr/>
            <p:nvPr/>
          </p:nvGrpSpPr>
          <p:grpSpPr>
            <a:xfrm>
              <a:off x="8621953" y="2262661"/>
              <a:ext cx="37817" cy="61390"/>
              <a:chOff x="3883481" y="2057400"/>
              <a:chExt cx="1608363" cy="2652031"/>
            </a:xfrm>
            <a:solidFill>
              <a:srgbClr val="A6A6A6"/>
            </a:solidFill>
          </p:grpSpPr>
          <p:sp>
            <p:nvSpPr>
              <p:cNvPr id="1000" name="Oval 27">
                <a:extLst>
                  <a:ext uri="{FF2B5EF4-FFF2-40B4-BE49-F238E27FC236}">
                    <a16:creationId xmlns:a16="http://schemas.microsoft.com/office/drawing/2014/main" id="{D5ED4C66-80EE-E7FC-928D-557B86CC0DE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1" name="Oval 28">
                <a:extLst>
                  <a:ext uri="{FF2B5EF4-FFF2-40B4-BE49-F238E27FC236}">
                    <a16:creationId xmlns:a16="http://schemas.microsoft.com/office/drawing/2014/main" id="{DC7F3D8D-58C6-65BB-A553-11C974B222A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02" name="Group 1001">
            <a:extLst>
              <a:ext uri="{FF2B5EF4-FFF2-40B4-BE49-F238E27FC236}">
                <a16:creationId xmlns:a16="http://schemas.microsoft.com/office/drawing/2014/main" id="{07AEE3D1-0B3B-8CF0-8A21-9203DACC515C}"/>
              </a:ext>
            </a:extLst>
          </p:cNvPr>
          <p:cNvGrpSpPr/>
          <p:nvPr/>
        </p:nvGrpSpPr>
        <p:grpSpPr>
          <a:xfrm>
            <a:off x="9656908" y="2253333"/>
            <a:ext cx="721206" cy="609701"/>
            <a:chOff x="9656908" y="2253333"/>
            <a:chExt cx="721206" cy="609701"/>
          </a:xfrm>
        </p:grpSpPr>
        <p:sp>
          <p:nvSpPr>
            <p:cNvPr id="1003" name="Rectangle 1002">
              <a:hlinkHover r:id="" action="ppaction://noaction" highlightClick="1"/>
              <a:extLst>
                <a:ext uri="{FF2B5EF4-FFF2-40B4-BE49-F238E27FC236}">
                  <a16:creationId xmlns:a16="http://schemas.microsoft.com/office/drawing/2014/main" id="{D95C291D-D85D-D391-50A7-4ADD230C229C}"/>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04" name="Rectangle 1003">
              <a:extLst>
                <a:ext uri="{FF2B5EF4-FFF2-40B4-BE49-F238E27FC236}">
                  <a16:creationId xmlns:a16="http://schemas.microsoft.com/office/drawing/2014/main" id="{EF48429F-C91F-7868-CA10-11DD0F6D8416}"/>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5" name="Oval 15">
              <a:extLst>
                <a:ext uri="{FF2B5EF4-FFF2-40B4-BE49-F238E27FC236}">
                  <a16:creationId xmlns:a16="http://schemas.microsoft.com/office/drawing/2014/main" id="{7C9AC9DD-AECB-C46C-5E4A-16B9A24C03AF}"/>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06" name="Straight Connector 1005">
              <a:extLst>
                <a:ext uri="{FF2B5EF4-FFF2-40B4-BE49-F238E27FC236}">
                  <a16:creationId xmlns:a16="http://schemas.microsoft.com/office/drawing/2014/main" id="{BB184A40-E08A-6D6C-991D-4CEE2ED71FB9}"/>
                </a:ext>
              </a:extLst>
            </p:cNvPr>
            <p:cNvCxnSpPr>
              <a:cxnSpLocks/>
              <a:stCxn id="1005"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07" name="Straight Connector 1006">
              <a:extLst>
                <a:ext uri="{FF2B5EF4-FFF2-40B4-BE49-F238E27FC236}">
                  <a16:creationId xmlns:a16="http://schemas.microsoft.com/office/drawing/2014/main" id="{D0AB2DDC-075A-743D-1EC9-12FC6EF30482}"/>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08" name="Group 1007">
            <a:extLst>
              <a:ext uri="{FF2B5EF4-FFF2-40B4-BE49-F238E27FC236}">
                <a16:creationId xmlns:a16="http://schemas.microsoft.com/office/drawing/2014/main" id="{379BF8EA-76DC-A17A-46C6-BD9CB49DF117}"/>
              </a:ext>
            </a:extLst>
          </p:cNvPr>
          <p:cNvGrpSpPr/>
          <p:nvPr/>
        </p:nvGrpSpPr>
        <p:grpSpPr>
          <a:xfrm>
            <a:off x="5446483" y="2257175"/>
            <a:ext cx="721206" cy="609701"/>
            <a:chOff x="6287884" y="2253333"/>
            <a:chExt cx="721206" cy="609701"/>
          </a:xfrm>
        </p:grpSpPr>
        <p:sp>
          <p:nvSpPr>
            <p:cNvPr id="1009" name="Rectangle 1008">
              <a:extLst>
                <a:ext uri="{FF2B5EF4-FFF2-40B4-BE49-F238E27FC236}">
                  <a16:creationId xmlns:a16="http://schemas.microsoft.com/office/drawing/2014/main" id="{79ACB7B9-890A-D8C7-FF4E-28F2E34FCF4B}"/>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010" name="Right Triangle 1009">
              <a:extLst>
                <a:ext uri="{FF2B5EF4-FFF2-40B4-BE49-F238E27FC236}">
                  <a16:creationId xmlns:a16="http://schemas.microsoft.com/office/drawing/2014/main" id="{7DD4C218-1BC3-6248-476E-EA5C0621CFB9}"/>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11" name="Group 1010">
              <a:extLst>
                <a:ext uri="{FF2B5EF4-FFF2-40B4-BE49-F238E27FC236}">
                  <a16:creationId xmlns:a16="http://schemas.microsoft.com/office/drawing/2014/main" id="{7D357430-30DB-1DE7-A717-608D4A2EEE0A}"/>
                </a:ext>
              </a:extLst>
            </p:cNvPr>
            <p:cNvGrpSpPr/>
            <p:nvPr/>
          </p:nvGrpSpPr>
          <p:grpSpPr>
            <a:xfrm>
              <a:off x="6952478" y="2265091"/>
              <a:ext cx="37817" cy="61390"/>
              <a:chOff x="3883481" y="2057400"/>
              <a:chExt cx="1608363" cy="2652031"/>
            </a:xfrm>
            <a:solidFill>
              <a:srgbClr val="A6A6A6"/>
            </a:solidFill>
          </p:grpSpPr>
          <p:sp>
            <p:nvSpPr>
              <p:cNvPr id="1012" name="Oval 27">
                <a:extLst>
                  <a:ext uri="{FF2B5EF4-FFF2-40B4-BE49-F238E27FC236}">
                    <a16:creationId xmlns:a16="http://schemas.microsoft.com/office/drawing/2014/main" id="{DB7E2715-859E-54FC-6BC2-F435EA155F3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3" name="Oval 28">
                <a:extLst>
                  <a:ext uri="{FF2B5EF4-FFF2-40B4-BE49-F238E27FC236}">
                    <a16:creationId xmlns:a16="http://schemas.microsoft.com/office/drawing/2014/main" id="{A0F30679-B471-6C4F-D766-FC8AD1B7A4E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14" name="Group 1013">
            <a:extLst>
              <a:ext uri="{FF2B5EF4-FFF2-40B4-BE49-F238E27FC236}">
                <a16:creationId xmlns:a16="http://schemas.microsoft.com/office/drawing/2014/main" id="{D8A01849-7941-5DA4-A2DE-5B1E082EAAF0}"/>
              </a:ext>
            </a:extLst>
          </p:cNvPr>
          <p:cNvGrpSpPr/>
          <p:nvPr/>
        </p:nvGrpSpPr>
        <p:grpSpPr>
          <a:xfrm>
            <a:off x="6290730" y="2257176"/>
            <a:ext cx="721206" cy="609701"/>
            <a:chOff x="8807250" y="2253334"/>
            <a:chExt cx="721206" cy="609701"/>
          </a:xfrm>
        </p:grpSpPr>
        <p:sp>
          <p:nvSpPr>
            <p:cNvPr id="1015" name="Rectangle 1014">
              <a:extLst>
                <a:ext uri="{FF2B5EF4-FFF2-40B4-BE49-F238E27FC236}">
                  <a16:creationId xmlns:a16="http://schemas.microsoft.com/office/drawing/2014/main" id="{7BF32573-29CB-1A59-29A8-624589C0FEE4}"/>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016" name="Right Triangle 1015">
              <a:extLst>
                <a:ext uri="{FF2B5EF4-FFF2-40B4-BE49-F238E27FC236}">
                  <a16:creationId xmlns:a16="http://schemas.microsoft.com/office/drawing/2014/main" id="{5EEF23DD-7535-A110-1A33-3964B53AE09B}"/>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7" name="Oval 27">
              <a:extLst>
                <a:ext uri="{FF2B5EF4-FFF2-40B4-BE49-F238E27FC236}">
                  <a16:creationId xmlns:a16="http://schemas.microsoft.com/office/drawing/2014/main" id="{4B572F54-7EEA-91A8-718A-5AE8C3CB7AAB}"/>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8" name="Oval 28">
              <a:extLst>
                <a:ext uri="{FF2B5EF4-FFF2-40B4-BE49-F238E27FC236}">
                  <a16:creationId xmlns:a16="http://schemas.microsoft.com/office/drawing/2014/main" id="{A2289A0B-BFC0-05D7-4EDC-7CD5F40EA2B8}"/>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19" name="Group 1018">
            <a:extLst>
              <a:ext uri="{FF2B5EF4-FFF2-40B4-BE49-F238E27FC236}">
                <a16:creationId xmlns:a16="http://schemas.microsoft.com/office/drawing/2014/main" id="{A5D51FCD-DB5C-CFBB-359C-9E142D76E9B1}"/>
              </a:ext>
            </a:extLst>
          </p:cNvPr>
          <p:cNvGrpSpPr/>
          <p:nvPr/>
        </p:nvGrpSpPr>
        <p:grpSpPr>
          <a:xfrm>
            <a:off x="8797459" y="2264859"/>
            <a:ext cx="721206" cy="609701"/>
            <a:chOff x="11356242" y="2253333"/>
            <a:chExt cx="721206" cy="609701"/>
          </a:xfrm>
        </p:grpSpPr>
        <p:sp>
          <p:nvSpPr>
            <p:cNvPr id="1020" name="Rectangle 1019">
              <a:hlinkHover r:id="" action="ppaction://noaction" highlightClick="1"/>
              <a:extLst>
                <a:ext uri="{FF2B5EF4-FFF2-40B4-BE49-F238E27FC236}">
                  <a16:creationId xmlns:a16="http://schemas.microsoft.com/office/drawing/2014/main" id="{CB8CEC4B-ABB3-AE04-E864-1A7CCB30CEA8}"/>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021" name="Oval 1020">
              <a:extLst>
                <a:ext uri="{FF2B5EF4-FFF2-40B4-BE49-F238E27FC236}">
                  <a16:creationId xmlns:a16="http://schemas.microsoft.com/office/drawing/2014/main" id="{F27C48BA-09DC-A775-70CB-8EB83551D0FF}"/>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2" name="Isosceles Triangle 648">
              <a:extLst>
                <a:ext uri="{FF2B5EF4-FFF2-40B4-BE49-F238E27FC236}">
                  <a16:creationId xmlns:a16="http://schemas.microsoft.com/office/drawing/2014/main" id="{E7D0B7F7-C110-D27D-B261-2DDD4EA333A1}"/>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23" name="Group 1022">
            <a:extLst>
              <a:ext uri="{FF2B5EF4-FFF2-40B4-BE49-F238E27FC236}">
                <a16:creationId xmlns:a16="http://schemas.microsoft.com/office/drawing/2014/main" id="{179CEB82-21A8-B19C-CDB2-06BF7895F6FC}"/>
              </a:ext>
            </a:extLst>
          </p:cNvPr>
          <p:cNvGrpSpPr/>
          <p:nvPr/>
        </p:nvGrpSpPr>
        <p:grpSpPr>
          <a:xfrm>
            <a:off x="10506580" y="2253333"/>
            <a:ext cx="721206" cy="609701"/>
            <a:chOff x="10506580" y="2253333"/>
            <a:chExt cx="721206" cy="609701"/>
          </a:xfrm>
        </p:grpSpPr>
        <p:sp>
          <p:nvSpPr>
            <p:cNvPr id="512" name="Rectangle 511">
              <a:hlinkHover r:id="" action="ppaction://noaction" highlightClick="1"/>
              <a:extLst>
                <a:ext uri="{FF2B5EF4-FFF2-40B4-BE49-F238E27FC236}">
                  <a16:creationId xmlns:a16="http://schemas.microsoft.com/office/drawing/2014/main" id="{01E76713-14EE-82EA-E5D9-3EAB1CFBC3D5}"/>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513" name="Diamond 512">
              <a:extLst>
                <a:ext uri="{FF2B5EF4-FFF2-40B4-BE49-F238E27FC236}">
                  <a16:creationId xmlns:a16="http://schemas.microsoft.com/office/drawing/2014/main" id="{F2FA8B04-4ECA-5C5B-6731-B6E782FCFE32}"/>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4" name="Oval 513">
              <a:extLst>
                <a:ext uri="{FF2B5EF4-FFF2-40B4-BE49-F238E27FC236}">
                  <a16:creationId xmlns:a16="http://schemas.microsoft.com/office/drawing/2014/main" id="{72F23473-1A99-0500-401D-E08CDB2E8278}"/>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5" name="Group 514">
            <a:extLst>
              <a:ext uri="{FF2B5EF4-FFF2-40B4-BE49-F238E27FC236}">
                <a16:creationId xmlns:a16="http://schemas.microsoft.com/office/drawing/2014/main" id="{315C6E96-3300-6B5A-7116-327402A12D82}"/>
              </a:ext>
            </a:extLst>
          </p:cNvPr>
          <p:cNvGrpSpPr/>
          <p:nvPr/>
        </p:nvGrpSpPr>
        <p:grpSpPr>
          <a:xfrm>
            <a:off x="2934662" y="5148220"/>
            <a:ext cx="724130" cy="609701"/>
            <a:chOff x="4615448" y="2974053"/>
            <a:chExt cx="724130" cy="609701"/>
          </a:xfrm>
        </p:grpSpPr>
        <p:sp>
          <p:nvSpPr>
            <p:cNvPr id="516" name="Rectangle 515">
              <a:extLst>
                <a:ext uri="{FF2B5EF4-FFF2-40B4-BE49-F238E27FC236}">
                  <a16:creationId xmlns:a16="http://schemas.microsoft.com/office/drawing/2014/main" id="{825428AE-FADE-2F4B-C963-B1C738A04FA5}"/>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517" name="Right Triangle 516">
              <a:extLst>
                <a:ext uri="{FF2B5EF4-FFF2-40B4-BE49-F238E27FC236}">
                  <a16:creationId xmlns:a16="http://schemas.microsoft.com/office/drawing/2014/main" id="{29FD4DEA-F6E6-023A-072A-06949A89D03E}"/>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18" name="Group 517">
              <a:extLst>
                <a:ext uri="{FF2B5EF4-FFF2-40B4-BE49-F238E27FC236}">
                  <a16:creationId xmlns:a16="http://schemas.microsoft.com/office/drawing/2014/main" id="{C4A3AAE6-E849-AD93-5277-C8324967F120}"/>
                </a:ext>
              </a:extLst>
            </p:cNvPr>
            <p:cNvGrpSpPr/>
            <p:nvPr/>
          </p:nvGrpSpPr>
          <p:grpSpPr>
            <a:xfrm>
              <a:off x="5288997" y="2982574"/>
              <a:ext cx="37817" cy="61390"/>
              <a:chOff x="3883481" y="2057400"/>
              <a:chExt cx="1608363" cy="2652031"/>
            </a:xfrm>
            <a:solidFill>
              <a:srgbClr val="A6A6A6">
                <a:alpha val="20000"/>
              </a:srgbClr>
            </a:solidFill>
          </p:grpSpPr>
          <p:sp>
            <p:nvSpPr>
              <p:cNvPr id="519" name="Oval 27">
                <a:extLst>
                  <a:ext uri="{FF2B5EF4-FFF2-40B4-BE49-F238E27FC236}">
                    <a16:creationId xmlns:a16="http://schemas.microsoft.com/office/drawing/2014/main" id="{63C1BF85-18F0-86C3-E2E0-C2F06CB59B3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5" name="Oval 28">
                <a:extLst>
                  <a:ext uri="{FF2B5EF4-FFF2-40B4-BE49-F238E27FC236}">
                    <a16:creationId xmlns:a16="http://schemas.microsoft.com/office/drawing/2014/main" id="{F6CD62DE-D0AB-ADC9-6DA2-089C2133BA1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26" name="Group 525">
            <a:extLst>
              <a:ext uri="{FF2B5EF4-FFF2-40B4-BE49-F238E27FC236}">
                <a16:creationId xmlns:a16="http://schemas.microsoft.com/office/drawing/2014/main" id="{11C4BCA2-6A98-43F8-DCBB-89D7EA77F640}"/>
              </a:ext>
            </a:extLst>
          </p:cNvPr>
          <p:cNvGrpSpPr/>
          <p:nvPr/>
        </p:nvGrpSpPr>
        <p:grpSpPr>
          <a:xfrm>
            <a:off x="11355832" y="5140982"/>
            <a:ext cx="721220" cy="609701"/>
            <a:chOff x="9656903" y="2253333"/>
            <a:chExt cx="721220" cy="609701"/>
          </a:xfrm>
        </p:grpSpPr>
        <p:sp>
          <p:nvSpPr>
            <p:cNvPr id="527" name="Rectangle 526">
              <a:hlinkHover r:id="" action="ppaction://noaction" highlightClick="1"/>
              <a:extLst>
                <a:ext uri="{FF2B5EF4-FFF2-40B4-BE49-F238E27FC236}">
                  <a16:creationId xmlns:a16="http://schemas.microsoft.com/office/drawing/2014/main" id="{9D91958F-3549-1CC1-388B-16AECCC1A998}"/>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28" name="Rectangle 527">
              <a:extLst>
                <a:ext uri="{FF2B5EF4-FFF2-40B4-BE49-F238E27FC236}">
                  <a16:creationId xmlns:a16="http://schemas.microsoft.com/office/drawing/2014/main" id="{9CA1FA67-9FBD-EBC0-ADD4-9AE49B838720}"/>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3" name="Oval 15">
              <a:extLst>
                <a:ext uri="{FF2B5EF4-FFF2-40B4-BE49-F238E27FC236}">
                  <a16:creationId xmlns:a16="http://schemas.microsoft.com/office/drawing/2014/main" id="{3ACC458A-887B-E37D-6E97-A81387FF02D8}"/>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4" name="Straight Connector 573">
              <a:extLst>
                <a:ext uri="{FF2B5EF4-FFF2-40B4-BE49-F238E27FC236}">
                  <a16:creationId xmlns:a16="http://schemas.microsoft.com/office/drawing/2014/main" id="{3362BD3B-B700-6870-03BF-B063B033A954}"/>
                </a:ext>
              </a:extLst>
            </p:cNvPr>
            <p:cNvCxnSpPr>
              <a:cxnSpLocks/>
              <a:stCxn id="573"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5" name="Straight Connector 574">
              <a:extLst>
                <a:ext uri="{FF2B5EF4-FFF2-40B4-BE49-F238E27FC236}">
                  <a16:creationId xmlns:a16="http://schemas.microsoft.com/office/drawing/2014/main" id="{DBE71651-2019-CC73-A067-BA2F5A7638C7}"/>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0" name="Group 139">
            <a:extLst>
              <a:ext uri="{FF2B5EF4-FFF2-40B4-BE49-F238E27FC236}">
                <a16:creationId xmlns:a16="http://schemas.microsoft.com/office/drawing/2014/main" id="{3961B940-C266-0D51-C1D9-E79FCBE34C1F}"/>
              </a:ext>
            </a:extLst>
          </p:cNvPr>
          <p:cNvGrpSpPr/>
          <p:nvPr/>
        </p:nvGrpSpPr>
        <p:grpSpPr>
          <a:xfrm>
            <a:off x="7113172" y="2252067"/>
            <a:ext cx="728239" cy="609701"/>
            <a:chOff x="5442073" y="811556"/>
            <a:chExt cx="728239" cy="609701"/>
          </a:xfrm>
        </p:grpSpPr>
        <p:sp>
          <p:nvSpPr>
            <p:cNvPr id="141" name="Rectangle 140">
              <a:extLst>
                <a:ext uri="{FF2B5EF4-FFF2-40B4-BE49-F238E27FC236}">
                  <a16:creationId xmlns:a16="http://schemas.microsoft.com/office/drawing/2014/main" id="{1D6DBB33-6DD3-4FA7-EDD9-8C84CC489EF6}"/>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142" name="Rectangle 141">
              <a:extLst>
                <a:ext uri="{FF2B5EF4-FFF2-40B4-BE49-F238E27FC236}">
                  <a16:creationId xmlns:a16="http://schemas.microsoft.com/office/drawing/2014/main" id="{4D5773C1-EC38-7388-38A8-E0FCF573CE3A}"/>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3" name="Oval 15">
              <a:extLst>
                <a:ext uri="{FF2B5EF4-FFF2-40B4-BE49-F238E27FC236}">
                  <a16:creationId xmlns:a16="http://schemas.microsoft.com/office/drawing/2014/main" id="{358A301F-25CC-8F49-7197-782540C30156}"/>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4" name="Straight Connector 143">
              <a:extLst>
                <a:ext uri="{FF2B5EF4-FFF2-40B4-BE49-F238E27FC236}">
                  <a16:creationId xmlns:a16="http://schemas.microsoft.com/office/drawing/2014/main" id="{78037639-82C5-9ADD-A6A5-66DFC0438F39}"/>
                </a:ext>
              </a:extLst>
            </p:cNvPr>
            <p:cNvCxnSpPr>
              <a:cxnSpLocks/>
              <a:stCxn id="143"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5" name="Straight Connector 144">
              <a:extLst>
                <a:ext uri="{FF2B5EF4-FFF2-40B4-BE49-F238E27FC236}">
                  <a16:creationId xmlns:a16="http://schemas.microsoft.com/office/drawing/2014/main" id="{06E59400-8C41-8DB1-2090-75314E06D865}"/>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a16="http://schemas.microsoft.com/office/drawing/2014/main" id="{693E6AA6-A7DB-6765-837C-080B4EE29349}"/>
              </a:ext>
            </a:extLst>
          </p:cNvPr>
          <p:cNvGrpSpPr/>
          <p:nvPr/>
        </p:nvGrpSpPr>
        <p:grpSpPr>
          <a:xfrm>
            <a:off x="11353919" y="2251694"/>
            <a:ext cx="721206" cy="609701"/>
            <a:chOff x="8807250" y="2253334"/>
            <a:chExt cx="721206" cy="609701"/>
          </a:xfrm>
        </p:grpSpPr>
        <p:sp>
          <p:nvSpPr>
            <p:cNvPr id="147" name="Rectangle 146">
              <a:extLst>
                <a:ext uri="{FF2B5EF4-FFF2-40B4-BE49-F238E27FC236}">
                  <a16:creationId xmlns:a16="http://schemas.microsoft.com/office/drawing/2014/main" id="{AC215D97-6668-13DE-91AC-E998E792C328}"/>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148" name="Right Triangle 147">
              <a:extLst>
                <a:ext uri="{FF2B5EF4-FFF2-40B4-BE49-F238E27FC236}">
                  <a16:creationId xmlns:a16="http://schemas.microsoft.com/office/drawing/2014/main" id="{C6700B33-522A-7C38-C34D-759295AF3129}"/>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9" name="Oval 27">
              <a:extLst>
                <a:ext uri="{FF2B5EF4-FFF2-40B4-BE49-F238E27FC236}">
                  <a16:creationId xmlns:a16="http://schemas.microsoft.com/office/drawing/2014/main" id="{56BF10FF-C110-86F9-14EC-BCC36A1F071A}"/>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0" name="Oval 28">
              <a:extLst>
                <a:ext uri="{FF2B5EF4-FFF2-40B4-BE49-F238E27FC236}">
                  <a16:creationId xmlns:a16="http://schemas.microsoft.com/office/drawing/2014/main" id="{D967120A-2BE0-A169-6AB5-CFCF8633B786}"/>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1" name="Group 150">
            <a:extLst>
              <a:ext uri="{FF2B5EF4-FFF2-40B4-BE49-F238E27FC236}">
                <a16:creationId xmlns:a16="http://schemas.microsoft.com/office/drawing/2014/main" id="{BA91A4A6-B182-4365-144C-7AA7F4E33F17}"/>
              </a:ext>
            </a:extLst>
          </p:cNvPr>
          <p:cNvGrpSpPr/>
          <p:nvPr/>
        </p:nvGrpSpPr>
        <p:grpSpPr>
          <a:xfrm>
            <a:off x="4605607" y="811556"/>
            <a:ext cx="722054" cy="609701"/>
            <a:chOff x="4605607" y="811556"/>
            <a:chExt cx="722054" cy="609701"/>
          </a:xfrm>
        </p:grpSpPr>
        <p:sp>
          <p:nvSpPr>
            <p:cNvPr id="152" name="Rectangle 151">
              <a:extLst>
                <a:ext uri="{FF2B5EF4-FFF2-40B4-BE49-F238E27FC236}">
                  <a16:creationId xmlns:a16="http://schemas.microsoft.com/office/drawing/2014/main" id="{7B8AFB1C-457C-9285-F141-8E13B1756950}"/>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3" name="Rectangle 152">
              <a:extLst>
                <a:ext uri="{FF2B5EF4-FFF2-40B4-BE49-F238E27FC236}">
                  <a16:creationId xmlns:a16="http://schemas.microsoft.com/office/drawing/2014/main" id="{353FD519-D6FA-F505-9619-8D717F150B4F}"/>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4" name="Oval 15">
              <a:extLst>
                <a:ext uri="{FF2B5EF4-FFF2-40B4-BE49-F238E27FC236}">
                  <a16:creationId xmlns:a16="http://schemas.microsoft.com/office/drawing/2014/main" id="{E5663060-1A00-70B8-A7A8-CD41755EB43D}"/>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5" name="Straight Connector 154">
              <a:extLst>
                <a:ext uri="{FF2B5EF4-FFF2-40B4-BE49-F238E27FC236}">
                  <a16:creationId xmlns:a16="http://schemas.microsoft.com/office/drawing/2014/main" id="{65383854-4DB9-2CDF-490B-4A425CCE8A26}"/>
                </a:ext>
              </a:extLst>
            </p:cNvPr>
            <p:cNvCxnSpPr>
              <a:cxnSpLocks/>
              <a:stCxn id="154"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6" name="Straight Connector 155">
              <a:extLst>
                <a:ext uri="{FF2B5EF4-FFF2-40B4-BE49-F238E27FC236}">
                  <a16:creationId xmlns:a16="http://schemas.microsoft.com/office/drawing/2014/main" id="{A06E32D2-A879-5DEF-CF56-A5BEDD70D9F5}"/>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7" name="Group 156">
            <a:extLst>
              <a:ext uri="{FF2B5EF4-FFF2-40B4-BE49-F238E27FC236}">
                <a16:creationId xmlns:a16="http://schemas.microsoft.com/office/drawing/2014/main" id="{5ECF5BA9-317C-F09A-DF24-BE80B5EFC43F}"/>
              </a:ext>
            </a:extLst>
          </p:cNvPr>
          <p:cNvGrpSpPr/>
          <p:nvPr/>
        </p:nvGrpSpPr>
        <p:grpSpPr>
          <a:xfrm>
            <a:off x="9651394" y="811173"/>
            <a:ext cx="721206" cy="609701"/>
            <a:chOff x="9657972" y="90836"/>
            <a:chExt cx="721206" cy="609701"/>
          </a:xfrm>
        </p:grpSpPr>
        <p:sp>
          <p:nvSpPr>
            <p:cNvPr id="159" name="Rectangle 158">
              <a:hlinkHover r:id="" action="ppaction://noaction" highlightClick="1"/>
              <a:extLst>
                <a:ext uri="{FF2B5EF4-FFF2-40B4-BE49-F238E27FC236}">
                  <a16:creationId xmlns:a16="http://schemas.microsoft.com/office/drawing/2014/main" id="{6CD06E39-B6AB-FC76-75B0-F751247ADE62}"/>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60" name="Diamond 159">
              <a:extLst>
                <a:ext uri="{FF2B5EF4-FFF2-40B4-BE49-F238E27FC236}">
                  <a16:creationId xmlns:a16="http://schemas.microsoft.com/office/drawing/2014/main" id="{32238909-251E-6502-376B-D09ED897B8B3}"/>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1" name="Oval 160">
              <a:extLst>
                <a:ext uri="{FF2B5EF4-FFF2-40B4-BE49-F238E27FC236}">
                  <a16:creationId xmlns:a16="http://schemas.microsoft.com/office/drawing/2014/main" id="{F01C4383-DEBA-51D3-C0FD-5BC6BBFF51A8}"/>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2" name="Group 161">
            <a:extLst>
              <a:ext uri="{FF2B5EF4-FFF2-40B4-BE49-F238E27FC236}">
                <a16:creationId xmlns:a16="http://schemas.microsoft.com/office/drawing/2014/main" id="{8850CD12-5389-A0CB-FE34-66BB0A7F0DEA}"/>
              </a:ext>
            </a:extLst>
          </p:cNvPr>
          <p:cNvGrpSpPr/>
          <p:nvPr/>
        </p:nvGrpSpPr>
        <p:grpSpPr>
          <a:xfrm>
            <a:off x="10520479" y="90836"/>
            <a:ext cx="721206" cy="609701"/>
            <a:chOff x="10520479" y="90836"/>
            <a:chExt cx="721206" cy="609701"/>
          </a:xfrm>
        </p:grpSpPr>
        <p:sp>
          <p:nvSpPr>
            <p:cNvPr id="163" name="Rectangle 162">
              <a:hlinkHover r:id="" action="ppaction://noaction" highlightClick="1"/>
              <a:extLst>
                <a:ext uri="{FF2B5EF4-FFF2-40B4-BE49-F238E27FC236}">
                  <a16:creationId xmlns:a16="http://schemas.microsoft.com/office/drawing/2014/main" id="{5EB0239B-B224-2A1F-B2AB-5A64C5A6DFD3}"/>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64" name="Oval 163">
              <a:extLst>
                <a:ext uri="{FF2B5EF4-FFF2-40B4-BE49-F238E27FC236}">
                  <a16:creationId xmlns:a16="http://schemas.microsoft.com/office/drawing/2014/main" id="{BAB17908-5AD4-859F-16CC-31CC8D202CCD}"/>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5" name="Isosceles Triangle 648">
              <a:extLst>
                <a:ext uri="{FF2B5EF4-FFF2-40B4-BE49-F238E27FC236}">
                  <a16:creationId xmlns:a16="http://schemas.microsoft.com/office/drawing/2014/main" id="{97FB5BFA-084A-175C-2FC2-CA425BABB756}"/>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6" name="Group 165">
            <a:extLst>
              <a:ext uri="{FF2B5EF4-FFF2-40B4-BE49-F238E27FC236}">
                <a16:creationId xmlns:a16="http://schemas.microsoft.com/office/drawing/2014/main" id="{7600B84F-098F-9F07-18BC-D52E092C5997}"/>
              </a:ext>
            </a:extLst>
          </p:cNvPr>
          <p:cNvGrpSpPr/>
          <p:nvPr/>
        </p:nvGrpSpPr>
        <p:grpSpPr>
          <a:xfrm>
            <a:off x="2102908" y="811556"/>
            <a:ext cx="721206" cy="609701"/>
            <a:chOff x="2102908" y="811556"/>
            <a:chExt cx="721206" cy="609701"/>
          </a:xfrm>
        </p:grpSpPr>
        <p:sp>
          <p:nvSpPr>
            <p:cNvPr id="167" name="Rectangle 166">
              <a:extLst>
                <a:ext uri="{FF2B5EF4-FFF2-40B4-BE49-F238E27FC236}">
                  <a16:creationId xmlns:a16="http://schemas.microsoft.com/office/drawing/2014/main" id="{233692FD-A898-3B23-62CB-79A362BFF58C}"/>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8" name="Rectangle 167">
              <a:extLst>
                <a:ext uri="{FF2B5EF4-FFF2-40B4-BE49-F238E27FC236}">
                  <a16:creationId xmlns:a16="http://schemas.microsoft.com/office/drawing/2014/main" id="{BB4B62B0-020F-3245-C307-BB9815BE634E}"/>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9" name="Oval 15">
              <a:extLst>
                <a:ext uri="{FF2B5EF4-FFF2-40B4-BE49-F238E27FC236}">
                  <a16:creationId xmlns:a16="http://schemas.microsoft.com/office/drawing/2014/main" id="{1798AB28-27FD-36F3-929D-25DE5542F123}"/>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0" name="Straight Connector 169">
              <a:extLst>
                <a:ext uri="{FF2B5EF4-FFF2-40B4-BE49-F238E27FC236}">
                  <a16:creationId xmlns:a16="http://schemas.microsoft.com/office/drawing/2014/main" id="{43D1E8DA-FAA3-9ED6-93E9-785B23A52E3A}"/>
                </a:ext>
              </a:extLst>
            </p:cNvPr>
            <p:cNvCxnSpPr>
              <a:cxnSpLocks/>
              <a:stCxn id="169"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71" name="Straight Connector 170">
              <a:extLst>
                <a:ext uri="{FF2B5EF4-FFF2-40B4-BE49-F238E27FC236}">
                  <a16:creationId xmlns:a16="http://schemas.microsoft.com/office/drawing/2014/main" id="{3014F121-6E80-888E-F971-FA90816FC056}"/>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2" name="Group 171">
            <a:extLst>
              <a:ext uri="{FF2B5EF4-FFF2-40B4-BE49-F238E27FC236}">
                <a16:creationId xmlns:a16="http://schemas.microsoft.com/office/drawing/2014/main" id="{63783155-D1DF-564F-F741-B17DBC84FAA0}"/>
              </a:ext>
            </a:extLst>
          </p:cNvPr>
          <p:cNvGrpSpPr/>
          <p:nvPr/>
        </p:nvGrpSpPr>
        <p:grpSpPr>
          <a:xfrm>
            <a:off x="10506594" y="811556"/>
            <a:ext cx="721220" cy="609701"/>
            <a:chOff x="10506594" y="811556"/>
            <a:chExt cx="721220" cy="609701"/>
          </a:xfrm>
        </p:grpSpPr>
        <p:sp>
          <p:nvSpPr>
            <p:cNvPr id="173" name="Rectangle 172">
              <a:extLst>
                <a:ext uri="{FF2B5EF4-FFF2-40B4-BE49-F238E27FC236}">
                  <a16:creationId xmlns:a16="http://schemas.microsoft.com/office/drawing/2014/main" id="{75FF8067-4185-4E18-D722-225305F44B15}"/>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74" name="Rectangle 173">
              <a:extLst>
                <a:ext uri="{FF2B5EF4-FFF2-40B4-BE49-F238E27FC236}">
                  <a16:creationId xmlns:a16="http://schemas.microsoft.com/office/drawing/2014/main" id="{5C2183AA-89F9-0899-8517-76ED55F7995E}"/>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5" name="Oval 15">
              <a:extLst>
                <a:ext uri="{FF2B5EF4-FFF2-40B4-BE49-F238E27FC236}">
                  <a16:creationId xmlns:a16="http://schemas.microsoft.com/office/drawing/2014/main" id="{8D554A8C-A434-B776-286C-6E317C7D4A4C}"/>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6" name="Straight Connector 175">
              <a:extLst>
                <a:ext uri="{FF2B5EF4-FFF2-40B4-BE49-F238E27FC236}">
                  <a16:creationId xmlns:a16="http://schemas.microsoft.com/office/drawing/2014/main" id="{8DB6324F-8829-5BE2-1411-DD0F249BC2A4}"/>
                </a:ext>
              </a:extLst>
            </p:cNvPr>
            <p:cNvCxnSpPr>
              <a:cxnSpLocks/>
              <a:stCxn id="175"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7" name="Straight Connector 176">
              <a:extLst>
                <a:ext uri="{FF2B5EF4-FFF2-40B4-BE49-F238E27FC236}">
                  <a16:creationId xmlns:a16="http://schemas.microsoft.com/office/drawing/2014/main" id="{4AC527CD-924F-D34B-4350-81F8A18A7099}"/>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8" name="Group 177">
            <a:extLst>
              <a:ext uri="{FF2B5EF4-FFF2-40B4-BE49-F238E27FC236}">
                <a16:creationId xmlns:a16="http://schemas.microsoft.com/office/drawing/2014/main" id="{9A46DDE8-56CF-BC5F-BBEA-03081E11E3DA}"/>
              </a:ext>
            </a:extLst>
          </p:cNvPr>
          <p:cNvGrpSpPr/>
          <p:nvPr/>
        </p:nvGrpSpPr>
        <p:grpSpPr>
          <a:xfrm>
            <a:off x="7116512" y="812701"/>
            <a:ext cx="721206" cy="609701"/>
            <a:chOff x="7957576" y="811556"/>
            <a:chExt cx="721206" cy="609701"/>
          </a:xfrm>
        </p:grpSpPr>
        <p:sp>
          <p:nvSpPr>
            <p:cNvPr id="179" name="Rectangle 178">
              <a:extLst>
                <a:ext uri="{FF2B5EF4-FFF2-40B4-BE49-F238E27FC236}">
                  <a16:creationId xmlns:a16="http://schemas.microsoft.com/office/drawing/2014/main" id="{71AE0634-3DF0-7858-030E-849EEEAED4EA}"/>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80" name="Rectangle 179">
              <a:extLst>
                <a:ext uri="{FF2B5EF4-FFF2-40B4-BE49-F238E27FC236}">
                  <a16:creationId xmlns:a16="http://schemas.microsoft.com/office/drawing/2014/main" id="{B5331045-2D03-0DA5-BE62-43FDBA0D2478}"/>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1" name="Oval 15">
              <a:extLst>
                <a:ext uri="{FF2B5EF4-FFF2-40B4-BE49-F238E27FC236}">
                  <a16:creationId xmlns:a16="http://schemas.microsoft.com/office/drawing/2014/main" id="{1B9F7B6B-F4CC-833A-3F6A-88A748311E03}"/>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2" name="Straight Connector 181">
              <a:extLst>
                <a:ext uri="{FF2B5EF4-FFF2-40B4-BE49-F238E27FC236}">
                  <a16:creationId xmlns:a16="http://schemas.microsoft.com/office/drawing/2014/main" id="{A9644942-F99C-AC96-79AB-744E193BC9E8}"/>
                </a:ext>
              </a:extLst>
            </p:cNvPr>
            <p:cNvCxnSpPr>
              <a:cxnSpLocks/>
              <a:stCxn id="181"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3" name="Straight Connector 182">
              <a:extLst>
                <a:ext uri="{FF2B5EF4-FFF2-40B4-BE49-F238E27FC236}">
                  <a16:creationId xmlns:a16="http://schemas.microsoft.com/office/drawing/2014/main" id="{CEF99582-A492-EFD6-95D5-8ACBCA0709FD}"/>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4" name="Group 183">
            <a:extLst>
              <a:ext uri="{FF2B5EF4-FFF2-40B4-BE49-F238E27FC236}">
                <a16:creationId xmlns:a16="http://schemas.microsoft.com/office/drawing/2014/main" id="{D16C7939-59EB-2E44-3ACB-FF02281F3D07}"/>
              </a:ext>
            </a:extLst>
          </p:cNvPr>
          <p:cNvGrpSpPr/>
          <p:nvPr/>
        </p:nvGrpSpPr>
        <p:grpSpPr>
          <a:xfrm>
            <a:off x="10508723" y="1536662"/>
            <a:ext cx="721206" cy="609701"/>
            <a:chOff x="11356242" y="1532276"/>
            <a:chExt cx="721206" cy="609701"/>
          </a:xfrm>
        </p:grpSpPr>
        <p:sp>
          <p:nvSpPr>
            <p:cNvPr id="185" name="Rectangle 184">
              <a:hlinkHover r:id="" action="ppaction://noaction" highlightClick="1"/>
              <a:extLst>
                <a:ext uri="{FF2B5EF4-FFF2-40B4-BE49-F238E27FC236}">
                  <a16:creationId xmlns:a16="http://schemas.microsoft.com/office/drawing/2014/main" id="{CB868901-A7EE-0EC2-C570-EB1029711431}"/>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86" name="Oval 185">
              <a:extLst>
                <a:ext uri="{FF2B5EF4-FFF2-40B4-BE49-F238E27FC236}">
                  <a16:creationId xmlns:a16="http://schemas.microsoft.com/office/drawing/2014/main" id="{6599FDFD-3A69-FE5E-4203-1944EEBFD3A3}"/>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7" name="Isosceles Triangle 648">
              <a:extLst>
                <a:ext uri="{FF2B5EF4-FFF2-40B4-BE49-F238E27FC236}">
                  <a16:creationId xmlns:a16="http://schemas.microsoft.com/office/drawing/2014/main" id="{37FD8EF8-3FD2-3C4F-B314-C95FC2A7ED2C}"/>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8" name="Group 187">
            <a:extLst>
              <a:ext uri="{FF2B5EF4-FFF2-40B4-BE49-F238E27FC236}">
                <a16:creationId xmlns:a16="http://schemas.microsoft.com/office/drawing/2014/main" id="{5707D8BC-54D9-ED19-05E7-DE4C56D7BB73}"/>
              </a:ext>
            </a:extLst>
          </p:cNvPr>
          <p:cNvGrpSpPr/>
          <p:nvPr/>
        </p:nvGrpSpPr>
        <p:grpSpPr>
          <a:xfrm>
            <a:off x="2109092" y="2986575"/>
            <a:ext cx="721206" cy="649846"/>
            <a:chOff x="10506800" y="2974054"/>
            <a:chExt cx="721206" cy="649846"/>
          </a:xfrm>
        </p:grpSpPr>
        <p:sp>
          <p:nvSpPr>
            <p:cNvPr id="189" name="Rectangle 188">
              <a:extLst>
                <a:ext uri="{FF2B5EF4-FFF2-40B4-BE49-F238E27FC236}">
                  <a16:creationId xmlns:a16="http://schemas.microsoft.com/office/drawing/2014/main" id="{722DBFBA-7B48-F455-E7B1-476B683753AB}"/>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90" name="Rectangle 189">
              <a:extLst>
                <a:ext uri="{FF2B5EF4-FFF2-40B4-BE49-F238E27FC236}">
                  <a16:creationId xmlns:a16="http://schemas.microsoft.com/office/drawing/2014/main" id="{1709D2D0-6E2C-9527-3BDB-6AC2F0D8FF7B}"/>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1" name="Oval 15">
              <a:extLst>
                <a:ext uri="{FF2B5EF4-FFF2-40B4-BE49-F238E27FC236}">
                  <a16:creationId xmlns:a16="http://schemas.microsoft.com/office/drawing/2014/main" id="{335D0DC0-ED9F-003A-8127-5C17F796B6C8}"/>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6" name="Straight Connector 575">
              <a:extLst>
                <a:ext uri="{FF2B5EF4-FFF2-40B4-BE49-F238E27FC236}">
                  <a16:creationId xmlns:a16="http://schemas.microsoft.com/office/drawing/2014/main" id="{82A984FB-5E8B-9E43-DE94-E76F41E8AC6C}"/>
                </a:ext>
              </a:extLst>
            </p:cNvPr>
            <p:cNvCxnSpPr>
              <a:cxnSpLocks/>
              <a:stCxn id="191"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7" name="Straight Connector 576">
              <a:extLst>
                <a:ext uri="{FF2B5EF4-FFF2-40B4-BE49-F238E27FC236}">
                  <a16:creationId xmlns:a16="http://schemas.microsoft.com/office/drawing/2014/main" id="{AEEB51FA-9841-EF9F-7F57-6B7D98EA1374}"/>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78" name="Group 577">
            <a:extLst>
              <a:ext uri="{FF2B5EF4-FFF2-40B4-BE49-F238E27FC236}">
                <a16:creationId xmlns:a16="http://schemas.microsoft.com/office/drawing/2014/main" id="{3623BAD4-1079-693A-882F-A30E6E3E0103}"/>
              </a:ext>
            </a:extLst>
          </p:cNvPr>
          <p:cNvGrpSpPr/>
          <p:nvPr/>
        </p:nvGrpSpPr>
        <p:grpSpPr>
          <a:xfrm>
            <a:off x="4621827" y="2983922"/>
            <a:ext cx="721206" cy="654973"/>
            <a:chOff x="9657606" y="2974054"/>
            <a:chExt cx="721206" cy="654973"/>
          </a:xfrm>
        </p:grpSpPr>
        <p:sp>
          <p:nvSpPr>
            <p:cNvPr id="579" name="Rectangle 578">
              <a:extLst>
                <a:ext uri="{FF2B5EF4-FFF2-40B4-BE49-F238E27FC236}">
                  <a16:creationId xmlns:a16="http://schemas.microsoft.com/office/drawing/2014/main" id="{E0F7CCE1-6CD2-79B6-45E9-DEAEB3E0A989}"/>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580" name="Rectangle 579">
              <a:extLst>
                <a:ext uri="{FF2B5EF4-FFF2-40B4-BE49-F238E27FC236}">
                  <a16:creationId xmlns:a16="http://schemas.microsoft.com/office/drawing/2014/main" id="{9C160FC5-ACD9-4D9D-C27B-7389FE2623E2}"/>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1" name="Oval 15">
              <a:extLst>
                <a:ext uri="{FF2B5EF4-FFF2-40B4-BE49-F238E27FC236}">
                  <a16:creationId xmlns:a16="http://schemas.microsoft.com/office/drawing/2014/main" id="{BC870CD7-3374-1571-1F96-E372E21D81A6}"/>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82" name="Straight Connector 581">
              <a:extLst>
                <a:ext uri="{FF2B5EF4-FFF2-40B4-BE49-F238E27FC236}">
                  <a16:creationId xmlns:a16="http://schemas.microsoft.com/office/drawing/2014/main" id="{03B6F054-BF01-FC59-4CE3-C0737D5B2486}"/>
                </a:ext>
              </a:extLst>
            </p:cNvPr>
            <p:cNvCxnSpPr>
              <a:cxnSpLocks/>
              <a:stCxn id="581"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9" name="Straight Connector 598">
              <a:extLst>
                <a:ext uri="{FF2B5EF4-FFF2-40B4-BE49-F238E27FC236}">
                  <a16:creationId xmlns:a16="http://schemas.microsoft.com/office/drawing/2014/main" id="{602A9182-BF5A-57D3-916A-CCA62A0AA04F}"/>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0" name="Group 599">
            <a:extLst>
              <a:ext uri="{FF2B5EF4-FFF2-40B4-BE49-F238E27FC236}">
                <a16:creationId xmlns:a16="http://schemas.microsoft.com/office/drawing/2014/main" id="{4F2244FE-285C-027E-362A-C14E37ED9103}"/>
              </a:ext>
            </a:extLst>
          </p:cNvPr>
          <p:cNvGrpSpPr/>
          <p:nvPr/>
        </p:nvGrpSpPr>
        <p:grpSpPr>
          <a:xfrm>
            <a:off x="11356001" y="2974057"/>
            <a:ext cx="721206" cy="609701"/>
            <a:chOff x="11356001" y="2974057"/>
            <a:chExt cx="721206" cy="609701"/>
          </a:xfrm>
        </p:grpSpPr>
        <p:sp>
          <p:nvSpPr>
            <p:cNvPr id="601" name="Rectangle 600">
              <a:hlinkHover r:id="" action="ppaction://noaction" highlightClick="1"/>
              <a:extLst>
                <a:ext uri="{FF2B5EF4-FFF2-40B4-BE49-F238E27FC236}">
                  <a16:creationId xmlns:a16="http://schemas.microsoft.com/office/drawing/2014/main" id="{AFC1BF42-0F88-1593-7A08-5FBCC33CA5E9}"/>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602" name="Oval 601">
              <a:extLst>
                <a:ext uri="{FF2B5EF4-FFF2-40B4-BE49-F238E27FC236}">
                  <a16:creationId xmlns:a16="http://schemas.microsoft.com/office/drawing/2014/main" id="{3D0E69D4-4B66-8F33-3EC8-47B8756F2DBB}"/>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3" name="Isosceles Triangle 648">
              <a:extLst>
                <a:ext uri="{FF2B5EF4-FFF2-40B4-BE49-F238E27FC236}">
                  <a16:creationId xmlns:a16="http://schemas.microsoft.com/office/drawing/2014/main" id="{07842A38-4D85-F737-657A-7173CB33C4F5}"/>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4" name="Group 603">
            <a:extLst>
              <a:ext uri="{FF2B5EF4-FFF2-40B4-BE49-F238E27FC236}">
                <a16:creationId xmlns:a16="http://schemas.microsoft.com/office/drawing/2014/main" id="{BD529E1E-2698-24D5-4F89-ED76369EF9E2}"/>
              </a:ext>
            </a:extLst>
          </p:cNvPr>
          <p:cNvGrpSpPr/>
          <p:nvPr/>
        </p:nvGrpSpPr>
        <p:grpSpPr>
          <a:xfrm>
            <a:off x="1268346" y="3698208"/>
            <a:ext cx="721891" cy="610396"/>
            <a:chOff x="1268346" y="3698208"/>
            <a:chExt cx="721891" cy="610396"/>
          </a:xfrm>
        </p:grpSpPr>
        <p:sp>
          <p:nvSpPr>
            <p:cNvPr id="605" name="Rectangle 604">
              <a:extLst>
                <a:ext uri="{FF2B5EF4-FFF2-40B4-BE49-F238E27FC236}">
                  <a16:creationId xmlns:a16="http://schemas.microsoft.com/office/drawing/2014/main" id="{BE4D9E9C-8AD7-04F0-A5A3-15C6B764DBBD}"/>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606" name="Right Triangle 605">
              <a:extLst>
                <a:ext uri="{FF2B5EF4-FFF2-40B4-BE49-F238E27FC236}">
                  <a16:creationId xmlns:a16="http://schemas.microsoft.com/office/drawing/2014/main" id="{982012CF-FD15-5275-8CD7-06428BCB06CE}"/>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07" name="Group 606">
              <a:extLst>
                <a:ext uri="{FF2B5EF4-FFF2-40B4-BE49-F238E27FC236}">
                  <a16:creationId xmlns:a16="http://schemas.microsoft.com/office/drawing/2014/main" id="{1BBB0D2A-E18A-AEB2-54C4-590428BEAD7F}"/>
                </a:ext>
              </a:extLst>
            </p:cNvPr>
            <p:cNvGrpSpPr/>
            <p:nvPr/>
          </p:nvGrpSpPr>
          <p:grpSpPr>
            <a:xfrm>
              <a:off x="1939627" y="3704306"/>
              <a:ext cx="37817" cy="61390"/>
              <a:chOff x="3883481" y="2057400"/>
              <a:chExt cx="1608363" cy="2652031"/>
            </a:xfrm>
            <a:solidFill>
              <a:srgbClr val="A6A6A6">
                <a:alpha val="20000"/>
              </a:srgbClr>
            </a:solidFill>
          </p:grpSpPr>
          <p:sp>
            <p:nvSpPr>
              <p:cNvPr id="608" name="Oval 27">
                <a:extLst>
                  <a:ext uri="{FF2B5EF4-FFF2-40B4-BE49-F238E27FC236}">
                    <a16:creationId xmlns:a16="http://schemas.microsoft.com/office/drawing/2014/main" id="{8242AE4B-62BF-C009-B56F-F9E25AC7C0D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9" name="Oval 28">
                <a:extLst>
                  <a:ext uri="{FF2B5EF4-FFF2-40B4-BE49-F238E27FC236}">
                    <a16:creationId xmlns:a16="http://schemas.microsoft.com/office/drawing/2014/main" id="{333307C0-B6FB-D70A-31D3-102B5156021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10" name="Group 609">
            <a:extLst>
              <a:ext uri="{FF2B5EF4-FFF2-40B4-BE49-F238E27FC236}">
                <a16:creationId xmlns:a16="http://schemas.microsoft.com/office/drawing/2014/main" id="{C7CCA11C-D935-4F84-A631-795D2E3C3B5F}"/>
              </a:ext>
            </a:extLst>
          </p:cNvPr>
          <p:cNvGrpSpPr/>
          <p:nvPr/>
        </p:nvGrpSpPr>
        <p:grpSpPr>
          <a:xfrm>
            <a:off x="5451979" y="3707588"/>
            <a:ext cx="721206" cy="609701"/>
            <a:chOff x="5451979" y="3707588"/>
            <a:chExt cx="721206" cy="609701"/>
          </a:xfrm>
        </p:grpSpPr>
        <p:sp>
          <p:nvSpPr>
            <p:cNvPr id="611" name="Rectangle 610">
              <a:hlinkHover r:id="" action="ppaction://noaction" highlightClick="1"/>
              <a:extLst>
                <a:ext uri="{FF2B5EF4-FFF2-40B4-BE49-F238E27FC236}">
                  <a16:creationId xmlns:a16="http://schemas.microsoft.com/office/drawing/2014/main" id="{A2124840-B678-8293-0056-3D4984C864FF}"/>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12" name="Oval 611">
              <a:extLst>
                <a:ext uri="{FF2B5EF4-FFF2-40B4-BE49-F238E27FC236}">
                  <a16:creationId xmlns:a16="http://schemas.microsoft.com/office/drawing/2014/main" id="{BD9741B1-4C28-4DBB-5668-3A59173B05E4}"/>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3" name="Isosceles Triangle 648">
              <a:extLst>
                <a:ext uri="{FF2B5EF4-FFF2-40B4-BE49-F238E27FC236}">
                  <a16:creationId xmlns:a16="http://schemas.microsoft.com/office/drawing/2014/main" id="{500C4F60-9FCC-B466-9F39-55E00E0E708C}"/>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4" name="Group 613">
            <a:extLst>
              <a:ext uri="{FF2B5EF4-FFF2-40B4-BE49-F238E27FC236}">
                <a16:creationId xmlns:a16="http://schemas.microsoft.com/office/drawing/2014/main" id="{F387A078-E445-E4EB-7127-8AC1B1DBBDBF}"/>
              </a:ext>
            </a:extLst>
          </p:cNvPr>
          <p:cNvGrpSpPr/>
          <p:nvPr/>
        </p:nvGrpSpPr>
        <p:grpSpPr>
          <a:xfrm>
            <a:off x="10506616" y="2984633"/>
            <a:ext cx="721220" cy="609701"/>
            <a:chOff x="9656903" y="2253333"/>
            <a:chExt cx="721220" cy="609701"/>
          </a:xfrm>
        </p:grpSpPr>
        <p:sp>
          <p:nvSpPr>
            <p:cNvPr id="615" name="Rectangle 614">
              <a:hlinkHover r:id="" action="ppaction://noaction" highlightClick="1"/>
              <a:extLst>
                <a:ext uri="{FF2B5EF4-FFF2-40B4-BE49-F238E27FC236}">
                  <a16:creationId xmlns:a16="http://schemas.microsoft.com/office/drawing/2014/main" id="{6C216ADF-D638-BCB8-D6BC-9A9C86168F3C}"/>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16" name="Rectangle 615">
              <a:extLst>
                <a:ext uri="{FF2B5EF4-FFF2-40B4-BE49-F238E27FC236}">
                  <a16:creationId xmlns:a16="http://schemas.microsoft.com/office/drawing/2014/main" id="{981825AA-9EDE-D0DE-B90D-EA3955C5A70B}"/>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2" name="Oval 15">
              <a:extLst>
                <a:ext uri="{FF2B5EF4-FFF2-40B4-BE49-F238E27FC236}">
                  <a16:creationId xmlns:a16="http://schemas.microsoft.com/office/drawing/2014/main" id="{D2512EA3-4FAE-278E-842B-E86A6ECC557B}"/>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3" name="Straight Connector 192">
              <a:extLst>
                <a:ext uri="{FF2B5EF4-FFF2-40B4-BE49-F238E27FC236}">
                  <a16:creationId xmlns:a16="http://schemas.microsoft.com/office/drawing/2014/main" id="{C8ECDDA6-ED83-2764-A21E-564C6697830B}"/>
                </a:ext>
              </a:extLst>
            </p:cNvPr>
            <p:cNvCxnSpPr>
              <a:cxnSpLocks/>
              <a:stCxn id="192"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4" name="Straight Connector 193">
              <a:extLst>
                <a:ext uri="{FF2B5EF4-FFF2-40B4-BE49-F238E27FC236}">
                  <a16:creationId xmlns:a16="http://schemas.microsoft.com/office/drawing/2014/main" id="{E7BE9C3E-3B90-DD37-8597-EF77F73C0665}"/>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pic>
        <p:nvPicPr>
          <p:cNvPr id="2" name="Picture 1">
            <a:hlinkClick r:id="rId15" action="ppaction://hlinksldjump"/>
            <a:extLst>
              <a:ext uri="{FF2B5EF4-FFF2-40B4-BE49-F238E27FC236}">
                <a16:creationId xmlns:a16="http://schemas.microsoft.com/office/drawing/2014/main" id="{9B370939-DB56-91DB-B9B9-44B214425DFE}"/>
              </a:ext>
            </a:extLst>
          </p:cNvPr>
          <p:cNvPicPr>
            <a:picLocks noChangeAspect="1"/>
          </p:cNvPicPr>
          <p:nvPr/>
        </p:nvPicPr>
        <p:blipFill>
          <a:blip r:embed="rId16"/>
          <a:stretch>
            <a:fillRect/>
          </a:stretch>
        </p:blipFill>
        <p:spPr>
          <a:xfrm>
            <a:off x="0" y="0"/>
            <a:ext cx="211626" cy="6858000"/>
          </a:xfrm>
          <a:prstGeom prst="rect">
            <a:avLst/>
          </a:prstGeom>
        </p:spPr>
      </p:pic>
      <p:sp>
        <p:nvSpPr>
          <p:cNvPr id="3" name="Rectangle 2">
            <a:hlinkHover r:id="rId17" action="ppaction://hlinksldjump"/>
            <a:extLst>
              <a:ext uri="{FF2B5EF4-FFF2-40B4-BE49-F238E27FC236}">
                <a16:creationId xmlns:a16="http://schemas.microsoft.com/office/drawing/2014/main" id="{CD47970C-9A21-FE18-74AE-120B9290747A}"/>
              </a:ext>
            </a:extLst>
          </p:cNvPr>
          <p:cNvSpPr/>
          <p:nvPr/>
        </p:nvSpPr>
        <p:spPr>
          <a:xfrm>
            <a:off x="8841666" y="6284246"/>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grpSp>
        <p:nvGrpSpPr>
          <p:cNvPr id="4" name="Group 3">
            <a:extLst>
              <a:ext uri="{FF2B5EF4-FFF2-40B4-BE49-F238E27FC236}">
                <a16:creationId xmlns:a16="http://schemas.microsoft.com/office/drawing/2014/main" id="{44425259-6A2D-CF82-8132-81757E269977}"/>
              </a:ext>
            </a:extLst>
          </p:cNvPr>
          <p:cNvGrpSpPr/>
          <p:nvPr/>
        </p:nvGrpSpPr>
        <p:grpSpPr>
          <a:xfrm>
            <a:off x="9652491" y="2986436"/>
            <a:ext cx="721206" cy="609701"/>
            <a:chOff x="9657972" y="90836"/>
            <a:chExt cx="721206" cy="609701"/>
          </a:xfrm>
        </p:grpSpPr>
        <p:sp>
          <p:nvSpPr>
            <p:cNvPr id="5" name="Rectangle 4">
              <a:hlinkHover r:id="" action="ppaction://noaction" highlightClick="1"/>
              <a:extLst>
                <a:ext uri="{FF2B5EF4-FFF2-40B4-BE49-F238E27FC236}">
                  <a16:creationId xmlns:a16="http://schemas.microsoft.com/office/drawing/2014/main" id="{8D626269-84E1-EFE5-E2EE-EEB46F3966B1}"/>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6" name="Diamond 5">
              <a:extLst>
                <a:ext uri="{FF2B5EF4-FFF2-40B4-BE49-F238E27FC236}">
                  <a16:creationId xmlns:a16="http://schemas.microsoft.com/office/drawing/2014/main" id="{783B4C20-3B31-D884-988D-3B63FCBBF982}"/>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 name="Oval 6">
              <a:extLst>
                <a:ext uri="{FF2B5EF4-FFF2-40B4-BE49-F238E27FC236}">
                  <a16:creationId xmlns:a16="http://schemas.microsoft.com/office/drawing/2014/main" id="{C633737C-B9A6-CA1D-EBBC-FA3FBADFBF69}"/>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82892980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 name="TextBox 433">
            <a:extLst>
              <a:ext uri="{FF2B5EF4-FFF2-40B4-BE49-F238E27FC236}">
                <a16:creationId xmlns:a16="http://schemas.microsoft.com/office/drawing/2014/main" id="{E9C3B1FA-3067-85B4-90F0-69D6BDFA343E}"/>
              </a:ext>
            </a:extLst>
          </p:cNvPr>
          <p:cNvSpPr txBox="1"/>
          <p:nvPr/>
        </p:nvSpPr>
        <p:spPr>
          <a:xfrm>
            <a:off x="2951363" y="-27584"/>
            <a:ext cx="5831236"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365 Purview Suite</a:t>
            </a:r>
          </a:p>
        </p:txBody>
      </p:sp>
      <p:sp>
        <p:nvSpPr>
          <p:cNvPr id="13" name="Rectangle 12">
            <a:hlinkHover r:id="" action="ppaction://noaction" highlightClick="1"/>
            <a:extLst>
              <a:ext uri="{FF2B5EF4-FFF2-40B4-BE49-F238E27FC236}">
                <a16:creationId xmlns:a16="http://schemas.microsoft.com/office/drawing/2014/main" id="{1490D283-F17F-FFED-CDB1-EFC21F905948}"/>
              </a:ext>
            </a:extLst>
          </p:cNvPr>
          <p:cNvSpPr/>
          <p:nvPr/>
        </p:nvSpPr>
        <p:spPr>
          <a:xfrm>
            <a:off x="6495519" y="424543"/>
            <a:ext cx="2255264" cy="321226"/>
          </a:xfrm>
          <a:prstGeom prst="rect">
            <a:avLst/>
          </a:prstGeom>
          <a:solidFill>
            <a:srgbClr val="FFFFCC">
              <a:alpha val="57000"/>
            </a:srgbClr>
          </a:solidFill>
          <a:ln w="44450">
            <a:solidFill>
              <a:schemeClr val="accent1">
                <a:alpha val="10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Continue Slide for separate compliance SKUs (Discontinued</a:t>
            </a:r>
            <a:endParaRPr kumimoji="0" lang="en-GB" sz="10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grpSp>
        <p:nvGrpSpPr>
          <p:cNvPr id="14" name="Group 13">
            <a:extLst>
              <a:ext uri="{FF2B5EF4-FFF2-40B4-BE49-F238E27FC236}">
                <a16:creationId xmlns:a16="http://schemas.microsoft.com/office/drawing/2014/main" id="{8AD60BF5-7FB0-8737-665B-E4E9C4F1541E}"/>
              </a:ext>
            </a:extLst>
          </p:cNvPr>
          <p:cNvGrpSpPr/>
          <p:nvPr/>
        </p:nvGrpSpPr>
        <p:grpSpPr>
          <a:xfrm>
            <a:off x="8874840" y="58136"/>
            <a:ext cx="754117" cy="803729"/>
            <a:chOff x="9401324" y="101482"/>
            <a:chExt cx="754117" cy="803729"/>
          </a:xfrm>
        </p:grpSpPr>
        <p:pic>
          <p:nvPicPr>
            <p:cNvPr id="15" name="Graphic 14" descr="Back with solid fill">
              <a:hlinkClick r:id="" action="ppaction://hlinkshowjump?jump=lastslideviewed"/>
              <a:extLst>
                <a:ext uri="{FF2B5EF4-FFF2-40B4-BE49-F238E27FC236}">
                  <a16:creationId xmlns:a16="http://schemas.microsoft.com/office/drawing/2014/main" id="{E324EF05-D84F-F3D6-DF21-D4D21F82D06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07970" y="101482"/>
              <a:ext cx="740824" cy="740824"/>
            </a:xfrm>
            <a:prstGeom prst="rect">
              <a:avLst/>
            </a:prstGeom>
          </p:spPr>
        </p:pic>
        <p:sp>
          <p:nvSpPr>
            <p:cNvPr id="16" name="TextBox 15">
              <a:extLst>
                <a:ext uri="{FF2B5EF4-FFF2-40B4-BE49-F238E27FC236}">
                  <a16:creationId xmlns:a16="http://schemas.microsoft.com/office/drawing/2014/main" id="{4A83069B-BCFA-C8DF-D7C0-581ACE408E5B}"/>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grpSp>
        <p:nvGrpSpPr>
          <p:cNvPr id="27" name="Group 26">
            <a:extLst>
              <a:ext uri="{FF2B5EF4-FFF2-40B4-BE49-F238E27FC236}">
                <a16:creationId xmlns:a16="http://schemas.microsoft.com/office/drawing/2014/main" id="{98657111-24C4-4701-3836-53082F46A76D}"/>
              </a:ext>
            </a:extLst>
          </p:cNvPr>
          <p:cNvGrpSpPr/>
          <p:nvPr/>
        </p:nvGrpSpPr>
        <p:grpSpPr>
          <a:xfrm>
            <a:off x="7959195" y="3698231"/>
            <a:ext cx="721206" cy="609701"/>
            <a:chOff x="7959195" y="3698231"/>
            <a:chExt cx="721206" cy="609701"/>
          </a:xfrm>
        </p:grpSpPr>
        <p:sp>
          <p:nvSpPr>
            <p:cNvPr id="28" name="Rectangle 27">
              <a:hlinkHover r:id="" action="ppaction://noaction" highlightClick="1"/>
              <a:extLst>
                <a:ext uri="{FF2B5EF4-FFF2-40B4-BE49-F238E27FC236}">
                  <a16:creationId xmlns:a16="http://schemas.microsoft.com/office/drawing/2014/main" id="{C7679DA1-4D3A-8AC4-A571-81C1D8E9264B}"/>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29" name="Oval 28">
              <a:extLst>
                <a:ext uri="{FF2B5EF4-FFF2-40B4-BE49-F238E27FC236}">
                  <a16:creationId xmlns:a16="http://schemas.microsoft.com/office/drawing/2014/main" id="{51F91031-BD59-FC7A-6003-97DEBE43F271}"/>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2" name="Isosceles Triangle 648">
              <a:extLst>
                <a:ext uri="{FF2B5EF4-FFF2-40B4-BE49-F238E27FC236}">
                  <a16:creationId xmlns:a16="http://schemas.microsoft.com/office/drawing/2014/main" id="{66F96B0F-5E8D-25BD-A340-DB632CEC4FC8}"/>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 name="Group 63">
            <a:extLst>
              <a:ext uri="{FF2B5EF4-FFF2-40B4-BE49-F238E27FC236}">
                <a16:creationId xmlns:a16="http://schemas.microsoft.com/office/drawing/2014/main" id="{F345099D-9DD2-0E05-77B3-2694B88FEA44}"/>
              </a:ext>
            </a:extLst>
          </p:cNvPr>
          <p:cNvGrpSpPr/>
          <p:nvPr/>
        </p:nvGrpSpPr>
        <p:grpSpPr>
          <a:xfrm>
            <a:off x="6287105" y="2974054"/>
            <a:ext cx="721206" cy="609701"/>
            <a:chOff x="6287105" y="2974054"/>
            <a:chExt cx="721206" cy="609701"/>
          </a:xfrm>
        </p:grpSpPr>
        <p:sp>
          <p:nvSpPr>
            <p:cNvPr id="65" name="Rectangle 64">
              <a:hlinkHover r:id="" action="ppaction://noaction" highlightClick="1"/>
              <a:extLst>
                <a:ext uri="{FF2B5EF4-FFF2-40B4-BE49-F238E27FC236}">
                  <a16:creationId xmlns:a16="http://schemas.microsoft.com/office/drawing/2014/main" id="{3F8089B5-981C-C5E7-73F6-26ED3E2A27FB}"/>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66" name="Rectangle 65">
              <a:extLst>
                <a:ext uri="{FF2B5EF4-FFF2-40B4-BE49-F238E27FC236}">
                  <a16:creationId xmlns:a16="http://schemas.microsoft.com/office/drawing/2014/main" id="{DF5A1856-66B1-E34A-8AAC-7CD79D9779B2}"/>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 name="Oval 15">
              <a:extLst>
                <a:ext uri="{FF2B5EF4-FFF2-40B4-BE49-F238E27FC236}">
                  <a16:creationId xmlns:a16="http://schemas.microsoft.com/office/drawing/2014/main" id="{780665D9-1D87-CA04-9144-2E6F9E23F7B5}"/>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7" name="Straight Connector 116">
              <a:extLst>
                <a:ext uri="{FF2B5EF4-FFF2-40B4-BE49-F238E27FC236}">
                  <a16:creationId xmlns:a16="http://schemas.microsoft.com/office/drawing/2014/main" id="{1544C1B1-79A3-CA4F-A4D1-9130F7537F62}"/>
                </a:ext>
              </a:extLst>
            </p:cNvPr>
            <p:cNvCxnSpPr>
              <a:cxnSpLocks/>
              <a:stCxn id="89"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118" name="Group 117">
            <a:extLst>
              <a:ext uri="{FF2B5EF4-FFF2-40B4-BE49-F238E27FC236}">
                <a16:creationId xmlns:a16="http://schemas.microsoft.com/office/drawing/2014/main" id="{820968C3-CC04-4E0D-BDCD-AEDC0A8F236A}"/>
              </a:ext>
            </a:extLst>
          </p:cNvPr>
          <p:cNvGrpSpPr/>
          <p:nvPr/>
        </p:nvGrpSpPr>
        <p:grpSpPr>
          <a:xfrm>
            <a:off x="7123149" y="2974054"/>
            <a:ext cx="721206" cy="646284"/>
            <a:chOff x="7123149" y="2974054"/>
            <a:chExt cx="721206" cy="646284"/>
          </a:xfrm>
        </p:grpSpPr>
        <p:sp>
          <p:nvSpPr>
            <p:cNvPr id="119" name="Rectangle 118">
              <a:hlinkHover r:id="" action="ppaction://noaction" highlightClick="1"/>
              <a:extLst>
                <a:ext uri="{FF2B5EF4-FFF2-40B4-BE49-F238E27FC236}">
                  <a16:creationId xmlns:a16="http://schemas.microsoft.com/office/drawing/2014/main" id="{DADE381C-41F2-7434-1FC7-B5BEEB86321E}"/>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122" name="Rectangle 121">
              <a:extLst>
                <a:ext uri="{FF2B5EF4-FFF2-40B4-BE49-F238E27FC236}">
                  <a16:creationId xmlns:a16="http://schemas.microsoft.com/office/drawing/2014/main" id="{70B78A99-DBD6-C932-DF7E-1A0AC6C3CE45}"/>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0" name="Oval 15">
              <a:extLst>
                <a:ext uri="{FF2B5EF4-FFF2-40B4-BE49-F238E27FC236}">
                  <a16:creationId xmlns:a16="http://schemas.microsoft.com/office/drawing/2014/main" id="{B8A241E1-7F07-F6B0-C215-53CC52D62633}"/>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4" name="Straight Connector 143">
              <a:extLst>
                <a:ext uri="{FF2B5EF4-FFF2-40B4-BE49-F238E27FC236}">
                  <a16:creationId xmlns:a16="http://schemas.microsoft.com/office/drawing/2014/main" id="{D9C98B7D-DECF-76F9-CCA1-2C029A8998D2}"/>
                </a:ext>
              </a:extLst>
            </p:cNvPr>
            <p:cNvCxnSpPr>
              <a:cxnSpLocks/>
              <a:stCxn id="130"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4" name="Straight Connector 153">
              <a:extLst>
                <a:ext uri="{FF2B5EF4-FFF2-40B4-BE49-F238E27FC236}">
                  <a16:creationId xmlns:a16="http://schemas.microsoft.com/office/drawing/2014/main" id="{A4F79887-412A-1884-4E35-BFF4BC70F36D}"/>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5" name="Group 154">
            <a:extLst>
              <a:ext uri="{FF2B5EF4-FFF2-40B4-BE49-F238E27FC236}">
                <a16:creationId xmlns:a16="http://schemas.microsoft.com/office/drawing/2014/main" id="{A938C333-831C-345F-C6DF-BE97ADBFD2EF}"/>
              </a:ext>
            </a:extLst>
          </p:cNvPr>
          <p:cNvGrpSpPr/>
          <p:nvPr/>
        </p:nvGrpSpPr>
        <p:grpSpPr>
          <a:xfrm>
            <a:off x="7959200" y="2974054"/>
            <a:ext cx="721206" cy="609701"/>
            <a:chOff x="7959200" y="2974054"/>
            <a:chExt cx="721206" cy="609701"/>
          </a:xfrm>
        </p:grpSpPr>
        <p:sp>
          <p:nvSpPr>
            <p:cNvPr id="187" name="Rectangle 186">
              <a:hlinkHover r:id="" action="ppaction://noaction" highlightClick="1"/>
              <a:extLst>
                <a:ext uri="{FF2B5EF4-FFF2-40B4-BE49-F238E27FC236}">
                  <a16:creationId xmlns:a16="http://schemas.microsoft.com/office/drawing/2014/main" id="{93D70521-6DE8-FD8E-07C6-8140BBFFBEDC}"/>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188" name="Diamond 187">
              <a:extLst>
                <a:ext uri="{FF2B5EF4-FFF2-40B4-BE49-F238E27FC236}">
                  <a16:creationId xmlns:a16="http://schemas.microsoft.com/office/drawing/2014/main" id="{12653DDA-C85F-261B-9C15-30D139951AC3}"/>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0" name="Oval 189">
              <a:extLst>
                <a:ext uri="{FF2B5EF4-FFF2-40B4-BE49-F238E27FC236}">
                  <a16:creationId xmlns:a16="http://schemas.microsoft.com/office/drawing/2014/main" id="{C641670D-7C85-152C-8C2D-CB65442AFCAD}"/>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29" name="Group 228">
            <a:extLst>
              <a:ext uri="{FF2B5EF4-FFF2-40B4-BE49-F238E27FC236}">
                <a16:creationId xmlns:a16="http://schemas.microsoft.com/office/drawing/2014/main" id="{2B0EA94B-34D9-D83B-6451-E7DCC5F0F3DE}"/>
              </a:ext>
            </a:extLst>
          </p:cNvPr>
          <p:cNvGrpSpPr/>
          <p:nvPr/>
        </p:nvGrpSpPr>
        <p:grpSpPr>
          <a:xfrm>
            <a:off x="8795244" y="2974054"/>
            <a:ext cx="721206" cy="609701"/>
            <a:chOff x="8795244" y="2974054"/>
            <a:chExt cx="721206" cy="609701"/>
          </a:xfrm>
        </p:grpSpPr>
        <p:sp>
          <p:nvSpPr>
            <p:cNvPr id="230" name="Rectangle 229">
              <a:hlinkHover r:id="" action="ppaction://noaction" highlightClick="1"/>
              <a:extLst>
                <a:ext uri="{FF2B5EF4-FFF2-40B4-BE49-F238E27FC236}">
                  <a16:creationId xmlns:a16="http://schemas.microsoft.com/office/drawing/2014/main" id="{2EDEBE2D-13F4-FE84-1F6B-D833522AAC05}"/>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231" name="Diamond 230">
              <a:extLst>
                <a:ext uri="{FF2B5EF4-FFF2-40B4-BE49-F238E27FC236}">
                  <a16:creationId xmlns:a16="http://schemas.microsoft.com/office/drawing/2014/main" id="{87118FC5-462E-A3B0-64EE-96EDDC49E8EA}"/>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2" name="Oval 231">
              <a:extLst>
                <a:ext uri="{FF2B5EF4-FFF2-40B4-BE49-F238E27FC236}">
                  <a16:creationId xmlns:a16="http://schemas.microsoft.com/office/drawing/2014/main" id="{55131CD8-1495-B637-D7AA-11CDDA5DE96A}"/>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9" name="Group 468">
            <a:extLst>
              <a:ext uri="{FF2B5EF4-FFF2-40B4-BE49-F238E27FC236}">
                <a16:creationId xmlns:a16="http://schemas.microsoft.com/office/drawing/2014/main" id="{6713A3A7-D3FD-884E-9315-A99C11C7D290}"/>
              </a:ext>
            </a:extLst>
          </p:cNvPr>
          <p:cNvGrpSpPr/>
          <p:nvPr/>
        </p:nvGrpSpPr>
        <p:grpSpPr>
          <a:xfrm>
            <a:off x="11356242" y="90836"/>
            <a:ext cx="721206" cy="609701"/>
            <a:chOff x="11356242" y="90836"/>
            <a:chExt cx="721206" cy="609701"/>
          </a:xfrm>
        </p:grpSpPr>
        <p:sp>
          <p:nvSpPr>
            <p:cNvPr id="470" name="Rectangle 469">
              <a:hlinkHover r:id="" action="ppaction://noaction" highlightClick="1"/>
              <a:extLst>
                <a:ext uri="{FF2B5EF4-FFF2-40B4-BE49-F238E27FC236}">
                  <a16:creationId xmlns:a16="http://schemas.microsoft.com/office/drawing/2014/main" id="{7197B1EA-B84E-105E-1611-D07D8ABA7182}"/>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471" name="Oval 470">
              <a:extLst>
                <a:ext uri="{FF2B5EF4-FFF2-40B4-BE49-F238E27FC236}">
                  <a16:creationId xmlns:a16="http://schemas.microsoft.com/office/drawing/2014/main" id="{17E85072-CA2F-A299-BC73-D8C1C52FEBBB}"/>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2" name="Isosceles Triangle 648">
              <a:extLst>
                <a:ext uri="{FF2B5EF4-FFF2-40B4-BE49-F238E27FC236}">
                  <a16:creationId xmlns:a16="http://schemas.microsoft.com/office/drawing/2014/main" id="{A61610A5-0E7B-C63D-AC01-10504374C429}"/>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3" name="Group 472">
            <a:extLst>
              <a:ext uri="{FF2B5EF4-FFF2-40B4-BE49-F238E27FC236}">
                <a16:creationId xmlns:a16="http://schemas.microsoft.com/office/drawing/2014/main" id="{E5C789BF-EA51-5198-EB20-45BAC488E734}"/>
              </a:ext>
            </a:extLst>
          </p:cNvPr>
          <p:cNvGrpSpPr/>
          <p:nvPr/>
        </p:nvGrpSpPr>
        <p:grpSpPr>
          <a:xfrm>
            <a:off x="11356243" y="3694774"/>
            <a:ext cx="721206" cy="609701"/>
            <a:chOff x="11356243" y="3694774"/>
            <a:chExt cx="721206" cy="609701"/>
          </a:xfrm>
        </p:grpSpPr>
        <p:sp>
          <p:nvSpPr>
            <p:cNvPr id="474" name="Rectangle 473">
              <a:hlinkHover r:id="" action="ppaction://noaction" highlightClick="1"/>
              <a:extLst>
                <a:ext uri="{FF2B5EF4-FFF2-40B4-BE49-F238E27FC236}">
                  <a16:creationId xmlns:a16="http://schemas.microsoft.com/office/drawing/2014/main" id="{E05BA515-886F-70DD-67B7-32FFEC3BEBD7}"/>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475" name="Oval 474">
              <a:extLst>
                <a:ext uri="{FF2B5EF4-FFF2-40B4-BE49-F238E27FC236}">
                  <a16:creationId xmlns:a16="http://schemas.microsoft.com/office/drawing/2014/main" id="{03F3D84A-DDD1-B009-FD28-BF34244BFB02}"/>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6" name="Isosceles Triangle 648">
              <a:extLst>
                <a:ext uri="{FF2B5EF4-FFF2-40B4-BE49-F238E27FC236}">
                  <a16:creationId xmlns:a16="http://schemas.microsoft.com/office/drawing/2014/main" id="{9C201E36-B09D-5FCE-57C6-9370D3ED8B58}"/>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7" name="Group 476">
            <a:extLst>
              <a:ext uri="{FF2B5EF4-FFF2-40B4-BE49-F238E27FC236}">
                <a16:creationId xmlns:a16="http://schemas.microsoft.com/office/drawing/2014/main" id="{690F9C0C-BD65-0E89-AF2A-F09BE32BEF01}"/>
              </a:ext>
            </a:extLst>
          </p:cNvPr>
          <p:cNvGrpSpPr/>
          <p:nvPr/>
        </p:nvGrpSpPr>
        <p:grpSpPr>
          <a:xfrm>
            <a:off x="9657691" y="4419624"/>
            <a:ext cx="721206" cy="609701"/>
            <a:chOff x="9657691" y="4419624"/>
            <a:chExt cx="721206" cy="609701"/>
          </a:xfrm>
        </p:grpSpPr>
        <p:sp>
          <p:nvSpPr>
            <p:cNvPr id="478" name="Rectangle 477">
              <a:hlinkHover r:id="" action="ppaction://noaction" highlightClick="1"/>
              <a:extLst>
                <a:ext uri="{FF2B5EF4-FFF2-40B4-BE49-F238E27FC236}">
                  <a16:creationId xmlns:a16="http://schemas.microsoft.com/office/drawing/2014/main" id="{4D76EB7B-F8C9-1098-F7B5-957F47F4EB0E}"/>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479" name="Oval 478">
              <a:extLst>
                <a:ext uri="{FF2B5EF4-FFF2-40B4-BE49-F238E27FC236}">
                  <a16:creationId xmlns:a16="http://schemas.microsoft.com/office/drawing/2014/main" id="{6037315B-891F-5E46-C0D3-E7D4DBAC33FA}"/>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0" name="Isosceles Triangle 648">
              <a:extLst>
                <a:ext uri="{FF2B5EF4-FFF2-40B4-BE49-F238E27FC236}">
                  <a16:creationId xmlns:a16="http://schemas.microsoft.com/office/drawing/2014/main" id="{FA34760D-097D-5837-BD51-ABE20DC1B635}"/>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81" name="Group 480">
            <a:extLst>
              <a:ext uri="{FF2B5EF4-FFF2-40B4-BE49-F238E27FC236}">
                <a16:creationId xmlns:a16="http://schemas.microsoft.com/office/drawing/2014/main" id="{1131668B-16B2-99B2-F1AB-7ACE113FDDE9}"/>
              </a:ext>
            </a:extLst>
          </p:cNvPr>
          <p:cNvGrpSpPr/>
          <p:nvPr/>
        </p:nvGrpSpPr>
        <p:grpSpPr>
          <a:xfrm>
            <a:off x="10506968" y="4419620"/>
            <a:ext cx="721206" cy="609701"/>
            <a:chOff x="10506968" y="4419620"/>
            <a:chExt cx="721206" cy="609701"/>
          </a:xfrm>
        </p:grpSpPr>
        <p:sp>
          <p:nvSpPr>
            <p:cNvPr id="482" name="Rectangle 481">
              <a:hlinkHover r:id="" action="ppaction://noaction" highlightClick="1"/>
              <a:extLst>
                <a:ext uri="{FF2B5EF4-FFF2-40B4-BE49-F238E27FC236}">
                  <a16:creationId xmlns:a16="http://schemas.microsoft.com/office/drawing/2014/main" id="{A92FDE49-C048-8072-F199-CFA579E22FF3}"/>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483" name="Oval 482">
              <a:extLst>
                <a:ext uri="{FF2B5EF4-FFF2-40B4-BE49-F238E27FC236}">
                  <a16:creationId xmlns:a16="http://schemas.microsoft.com/office/drawing/2014/main" id="{5A06639E-C1D1-4F62-28A0-AAFE8E87B373}"/>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4" name="Isosceles Triangle 648">
              <a:extLst>
                <a:ext uri="{FF2B5EF4-FFF2-40B4-BE49-F238E27FC236}">
                  <a16:creationId xmlns:a16="http://schemas.microsoft.com/office/drawing/2014/main" id="{7E9CCF31-0F80-9FAC-E13A-A8DE9868DA25}"/>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85" name="Group 484">
            <a:extLst>
              <a:ext uri="{FF2B5EF4-FFF2-40B4-BE49-F238E27FC236}">
                <a16:creationId xmlns:a16="http://schemas.microsoft.com/office/drawing/2014/main" id="{4BDC6FC9-B79E-03E3-09CA-4E96A5BB2721}"/>
              </a:ext>
            </a:extLst>
          </p:cNvPr>
          <p:cNvGrpSpPr/>
          <p:nvPr/>
        </p:nvGrpSpPr>
        <p:grpSpPr>
          <a:xfrm>
            <a:off x="11356003" y="4416261"/>
            <a:ext cx="721206" cy="609701"/>
            <a:chOff x="11356003" y="4416261"/>
            <a:chExt cx="721206" cy="609701"/>
          </a:xfrm>
        </p:grpSpPr>
        <p:sp>
          <p:nvSpPr>
            <p:cNvPr id="486" name="Rectangle 485">
              <a:hlinkHover r:id="" action="ppaction://noaction" highlightClick="1"/>
              <a:extLst>
                <a:ext uri="{FF2B5EF4-FFF2-40B4-BE49-F238E27FC236}">
                  <a16:creationId xmlns:a16="http://schemas.microsoft.com/office/drawing/2014/main" id="{BE0FEAFF-EA09-0BCC-043B-77CC8A7DBC75}"/>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487" name="Oval 486">
              <a:extLst>
                <a:ext uri="{FF2B5EF4-FFF2-40B4-BE49-F238E27FC236}">
                  <a16:creationId xmlns:a16="http://schemas.microsoft.com/office/drawing/2014/main" id="{3450581B-1AB3-5398-CE31-37AFD44D69F7}"/>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8" name="Isosceles Triangle 648">
              <a:extLst>
                <a:ext uri="{FF2B5EF4-FFF2-40B4-BE49-F238E27FC236}">
                  <a16:creationId xmlns:a16="http://schemas.microsoft.com/office/drawing/2014/main" id="{1631FA14-798D-D64F-0AA9-EB77832438EA}"/>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89" name="Group 488">
            <a:extLst>
              <a:ext uri="{FF2B5EF4-FFF2-40B4-BE49-F238E27FC236}">
                <a16:creationId xmlns:a16="http://schemas.microsoft.com/office/drawing/2014/main" id="{BBC709AB-E01E-119D-3EB5-669BD3E7D0D8}"/>
              </a:ext>
            </a:extLst>
          </p:cNvPr>
          <p:cNvGrpSpPr/>
          <p:nvPr/>
        </p:nvGrpSpPr>
        <p:grpSpPr>
          <a:xfrm>
            <a:off x="8808526" y="4416261"/>
            <a:ext cx="721206" cy="609701"/>
            <a:chOff x="8808526" y="4416261"/>
            <a:chExt cx="721206" cy="609701"/>
          </a:xfrm>
        </p:grpSpPr>
        <p:sp>
          <p:nvSpPr>
            <p:cNvPr id="490" name="Rectangle 489">
              <a:hlinkHover r:id="" action="ppaction://noaction" highlightClick="1"/>
              <a:extLst>
                <a:ext uri="{FF2B5EF4-FFF2-40B4-BE49-F238E27FC236}">
                  <a16:creationId xmlns:a16="http://schemas.microsoft.com/office/drawing/2014/main" id="{864AF940-AA51-1743-9EBB-B82D181836A7}"/>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491" name="Oval 490">
              <a:extLst>
                <a:ext uri="{FF2B5EF4-FFF2-40B4-BE49-F238E27FC236}">
                  <a16:creationId xmlns:a16="http://schemas.microsoft.com/office/drawing/2014/main" id="{AF30613A-B1A8-EB0B-039E-CE08B3C58657}"/>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2" name="Isosceles Triangle 648">
              <a:extLst>
                <a:ext uri="{FF2B5EF4-FFF2-40B4-BE49-F238E27FC236}">
                  <a16:creationId xmlns:a16="http://schemas.microsoft.com/office/drawing/2014/main" id="{2A4C4CAB-F322-8633-76CC-B9A800C38DD5}"/>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3" name="Group 492">
            <a:extLst>
              <a:ext uri="{FF2B5EF4-FFF2-40B4-BE49-F238E27FC236}">
                <a16:creationId xmlns:a16="http://schemas.microsoft.com/office/drawing/2014/main" id="{D9B263C2-EB4F-4FFC-7078-8922C2DAD5A7}"/>
              </a:ext>
            </a:extLst>
          </p:cNvPr>
          <p:cNvGrpSpPr/>
          <p:nvPr/>
        </p:nvGrpSpPr>
        <p:grpSpPr>
          <a:xfrm>
            <a:off x="10509579" y="5141013"/>
            <a:ext cx="721206" cy="609701"/>
            <a:chOff x="10509579" y="5141013"/>
            <a:chExt cx="721206" cy="609701"/>
          </a:xfrm>
        </p:grpSpPr>
        <p:sp>
          <p:nvSpPr>
            <p:cNvPr id="494" name="Rectangle 493">
              <a:hlinkHover r:id="" action="ppaction://noaction" highlightClick="1"/>
              <a:extLst>
                <a:ext uri="{FF2B5EF4-FFF2-40B4-BE49-F238E27FC236}">
                  <a16:creationId xmlns:a16="http://schemas.microsoft.com/office/drawing/2014/main" id="{28489B6E-6343-BD0D-8EE1-CBFB6674ADB4}"/>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495" name="Oval 494">
              <a:extLst>
                <a:ext uri="{FF2B5EF4-FFF2-40B4-BE49-F238E27FC236}">
                  <a16:creationId xmlns:a16="http://schemas.microsoft.com/office/drawing/2014/main" id="{5F193635-3C9F-3386-0BB9-D8D84299BA80}"/>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6" name="Isosceles Triangle 648">
              <a:extLst>
                <a:ext uri="{FF2B5EF4-FFF2-40B4-BE49-F238E27FC236}">
                  <a16:creationId xmlns:a16="http://schemas.microsoft.com/office/drawing/2014/main" id="{473F77AE-8182-B2FF-7C0E-E9EB042A8E09}"/>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7" name="Group 496">
            <a:extLst>
              <a:ext uri="{FF2B5EF4-FFF2-40B4-BE49-F238E27FC236}">
                <a16:creationId xmlns:a16="http://schemas.microsoft.com/office/drawing/2014/main" id="{6EE8350D-AF65-BC9C-50B9-53B3EE915E3F}"/>
              </a:ext>
            </a:extLst>
          </p:cNvPr>
          <p:cNvGrpSpPr/>
          <p:nvPr/>
        </p:nvGrpSpPr>
        <p:grpSpPr>
          <a:xfrm>
            <a:off x="9651076" y="5143367"/>
            <a:ext cx="721206" cy="609701"/>
            <a:chOff x="9651076" y="5143367"/>
            <a:chExt cx="721206" cy="609701"/>
          </a:xfrm>
        </p:grpSpPr>
        <p:sp>
          <p:nvSpPr>
            <p:cNvPr id="498" name="Rectangle 497">
              <a:hlinkHover r:id="" action="ppaction://noaction" highlightClick="1"/>
              <a:extLst>
                <a:ext uri="{FF2B5EF4-FFF2-40B4-BE49-F238E27FC236}">
                  <a16:creationId xmlns:a16="http://schemas.microsoft.com/office/drawing/2014/main" id="{0096458D-338F-10B7-471D-A6FA479E64A0}"/>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499" name="Oval 498">
              <a:extLst>
                <a:ext uri="{FF2B5EF4-FFF2-40B4-BE49-F238E27FC236}">
                  <a16:creationId xmlns:a16="http://schemas.microsoft.com/office/drawing/2014/main" id="{D98D4293-AC0F-3963-4F3B-C87E5379796B}"/>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0" name="Isosceles Triangle 648">
              <a:extLst>
                <a:ext uri="{FF2B5EF4-FFF2-40B4-BE49-F238E27FC236}">
                  <a16:creationId xmlns:a16="http://schemas.microsoft.com/office/drawing/2014/main" id="{25CD345A-7EAA-695B-0EEF-960FDB64C942}"/>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1" name="Group 500">
            <a:extLst>
              <a:ext uri="{FF2B5EF4-FFF2-40B4-BE49-F238E27FC236}">
                <a16:creationId xmlns:a16="http://schemas.microsoft.com/office/drawing/2014/main" id="{06A80717-D67C-327F-131D-CB718DCFFEB6}"/>
              </a:ext>
            </a:extLst>
          </p:cNvPr>
          <p:cNvGrpSpPr/>
          <p:nvPr/>
        </p:nvGrpSpPr>
        <p:grpSpPr>
          <a:xfrm>
            <a:off x="9657612" y="3698231"/>
            <a:ext cx="721206" cy="609701"/>
            <a:chOff x="9657612" y="3698231"/>
            <a:chExt cx="721206" cy="609701"/>
          </a:xfrm>
        </p:grpSpPr>
        <p:sp>
          <p:nvSpPr>
            <p:cNvPr id="502" name="Rectangle 501">
              <a:hlinkHover r:id="" action="ppaction://noaction" highlightClick="1"/>
              <a:extLst>
                <a:ext uri="{FF2B5EF4-FFF2-40B4-BE49-F238E27FC236}">
                  <a16:creationId xmlns:a16="http://schemas.microsoft.com/office/drawing/2014/main" id="{C64F85C7-56E7-2B2B-0CAC-F850BF5D2157}"/>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03" name="Oval 502">
              <a:extLst>
                <a:ext uri="{FF2B5EF4-FFF2-40B4-BE49-F238E27FC236}">
                  <a16:creationId xmlns:a16="http://schemas.microsoft.com/office/drawing/2014/main" id="{588AD90C-992D-4C64-8769-BF9F16353395}"/>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4" name="Isosceles Triangle 648">
              <a:extLst>
                <a:ext uri="{FF2B5EF4-FFF2-40B4-BE49-F238E27FC236}">
                  <a16:creationId xmlns:a16="http://schemas.microsoft.com/office/drawing/2014/main" id="{762974F0-D663-49C7-4364-853B9AD2DDB8}"/>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5" name="Group 504">
            <a:extLst>
              <a:ext uri="{FF2B5EF4-FFF2-40B4-BE49-F238E27FC236}">
                <a16:creationId xmlns:a16="http://schemas.microsoft.com/office/drawing/2014/main" id="{7ED0CC06-090D-7FCA-E2C7-8B19E93BF343}"/>
              </a:ext>
            </a:extLst>
          </p:cNvPr>
          <p:cNvGrpSpPr/>
          <p:nvPr/>
        </p:nvGrpSpPr>
        <p:grpSpPr>
          <a:xfrm>
            <a:off x="10506928" y="3698227"/>
            <a:ext cx="721206" cy="609701"/>
            <a:chOff x="10506928" y="3698227"/>
            <a:chExt cx="721206" cy="609701"/>
          </a:xfrm>
        </p:grpSpPr>
        <p:sp>
          <p:nvSpPr>
            <p:cNvPr id="506" name="Rectangle 505">
              <a:hlinkHover r:id="" action="ppaction://noaction" highlightClick="1"/>
              <a:extLst>
                <a:ext uri="{FF2B5EF4-FFF2-40B4-BE49-F238E27FC236}">
                  <a16:creationId xmlns:a16="http://schemas.microsoft.com/office/drawing/2014/main" id="{A0A29182-AA18-482A-BD1B-51D2794E7AEE}"/>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07" name="Oval 506">
              <a:extLst>
                <a:ext uri="{FF2B5EF4-FFF2-40B4-BE49-F238E27FC236}">
                  <a16:creationId xmlns:a16="http://schemas.microsoft.com/office/drawing/2014/main" id="{3AD80A02-5DF7-01D7-766F-87C3BB511019}"/>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8" name="Isosceles Triangle 648">
              <a:extLst>
                <a:ext uri="{FF2B5EF4-FFF2-40B4-BE49-F238E27FC236}">
                  <a16:creationId xmlns:a16="http://schemas.microsoft.com/office/drawing/2014/main" id="{1B3343A4-DA21-9741-4AA4-FD1BBED90D54}"/>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9" name="Group 508">
            <a:extLst>
              <a:ext uri="{FF2B5EF4-FFF2-40B4-BE49-F238E27FC236}">
                <a16:creationId xmlns:a16="http://schemas.microsoft.com/office/drawing/2014/main" id="{52814B1C-0B56-5855-F988-9371861F66F8}"/>
              </a:ext>
            </a:extLst>
          </p:cNvPr>
          <p:cNvGrpSpPr/>
          <p:nvPr/>
        </p:nvGrpSpPr>
        <p:grpSpPr>
          <a:xfrm>
            <a:off x="8808417" y="5135710"/>
            <a:ext cx="721206" cy="609701"/>
            <a:chOff x="8808417" y="5135710"/>
            <a:chExt cx="721206" cy="609701"/>
          </a:xfrm>
        </p:grpSpPr>
        <p:sp>
          <p:nvSpPr>
            <p:cNvPr id="510" name="Rectangle 509">
              <a:hlinkHover r:id="" action="ppaction://noaction" highlightClick="1"/>
              <a:extLst>
                <a:ext uri="{FF2B5EF4-FFF2-40B4-BE49-F238E27FC236}">
                  <a16:creationId xmlns:a16="http://schemas.microsoft.com/office/drawing/2014/main" id="{403A1D6D-5CA5-1CE2-C508-8691A54F97F1}"/>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11" name="Oval 510">
              <a:extLst>
                <a:ext uri="{FF2B5EF4-FFF2-40B4-BE49-F238E27FC236}">
                  <a16:creationId xmlns:a16="http://schemas.microsoft.com/office/drawing/2014/main" id="{C2BAD908-E99E-B3F7-7D35-DEA259BFFDAE}"/>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2" name="Isosceles Triangle 648">
              <a:extLst>
                <a:ext uri="{FF2B5EF4-FFF2-40B4-BE49-F238E27FC236}">
                  <a16:creationId xmlns:a16="http://schemas.microsoft.com/office/drawing/2014/main" id="{2A168971-8016-5AC0-18CA-6FBAEEF35958}"/>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7" name="Group 566">
            <a:extLst>
              <a:ext uri="{FF2B5EF4-FFF2-40B4-BE49-F238E27FC236}">
                <a16:creationId xmlns:a16="http://schemas.microsoft.com/office/drawing/2014/main" id="{C70D2E12-B469-2B54-28E7-3EB29FA335FD}"/>
              </a:ext>
            </a:extLst>
          </p:cNvPr>
          <p:cNvGrpSpPr/>
          <p:nvPr/>
        </p:nvGrpSpPr>
        <p:grpSpPr>
          <a:xfrm>
            <a:off x="11356242" y="811556"/>
            <a:ext cx="721206" cy="609701"/>
            <a:chOff x="11356242" y="811556"/>
            <a:chExt cx="721206" cy="609701"/>
          </a:xfrm>
        </p:grpSpPr>
        <p:sp>
          <p:nvSpPr>
            <p:cNvPr id="568" name="Rectangle 567">
              <a:hlinkHover r:id="" action="ppaction://noaction" highlightClick="1"/>
              <a:extLst>
                <a:ext uri="{FF2B5EF4-FFF2-40B4-BE49-F238E27FC236}">
                  <a16:creationId xmlns:a16="http://schemas.microsoft.com/office/drawing/2014/main" id="{EF3C1F75-D7AC-F859-7D33-B28E11136062}"/>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569" name="Oval 568">
              <a:extLst>
                <a:ext uri="{FF2B5EF4-FFF2-40B4-BE49-F238E27FC236}">
                  <a16:creationId xmlns:a16="http://schemas.microsoft.com/office/drawing/2014/main" id="{DBC87FFA-5661-E86E-76C1-F5657E9A2A48}"/>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0" name="Isosceles Triangle 648">
              <a:extLst>
                <a:ext uri="{FF2B5EF4-FFF2-40B4-BE49-F238E27FC236}">
                  <a16:creationId xmlns:a16="http://schemas.microsoft.com/office/drawing/2014/main" id="{68592786-42EC-3124-4AAE-A46A909884B2}"/>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1" name="Group 570">
            <a:extLst>
              <a:ext uri="{FF2B5EF4-FFF2-40B4-BE49-F238E27FC236}">
                <a16:creationId xmlns:a16="http://schemas.microsoft.com/office/drawing/2014/main" id="{F0C185A2-810D-377E-684E-4C7F76CBFB2E}"/>
              </a:ext>
            </a:extLst>
          </p:cNvPr>
          <p:cNvGrpSpPr/>
          <p:nvPr/>
        </p:nvGrpSpPr>
        <p:grpSpPr>
          <a:xfrm>
            <a:off x="8807249" y="811555"/>
            <a:ext cx="721206" cy="609701"/>
            <a:chOff x="8807249" y="811555"/>
            <a:chExt cx="721206" cy="609701"/>
          </a:xfrm>
        </p:grpSpPr>
        <p:sp>
          <p:nvSpPr>
            <p:cNvPr id="572" name="Rectangle 571">
              <a:hlinkHover r:id="" action="ppaction://noaction" highlightClick="1"/>
              <a:extLst>
                <a:ext uri="{FF2B5EF4-FFF2-40B4-BE49-F238E27FC236}">
                  <a16:creationId xmlns:a16="http://schemas.microsoft.com/office/drawing/2014/main" id="{133468C9-08BD-B390-8DB7-4A5FA3F0BD2B}"/>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573" name="Diamond 572">
              <a:extLst>
                <a:ext uri="{FF2B5EF4-FFF2-40B4-BE49-F238E27FC236}">
                  <a16:creationId xmlns:a16="http://schemas.microsoft.com/office/drawing/2014/main" id="{33A837A0-8952-24B3-0A73-93F165B86BBC}"/>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4" name="Oval 573">
              <a:extLst>
                <a:ext uri="{FF2B5EF4-FFF2-40B4-BE49-F238E27FC236}">
                  <a16:creationId xmlns:a16="http://schemas.microsoft.com/office/drawing/2014/main" id="{422B1353-4B7C-CEA7-8A60-59C54FC1079D}"/>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5" name="Group 574">
            <a:extLst>
              <a:ext uri="{FF2B5EF4-FFF2-40B4-BE49-F238E27FC236}">
                <a16:creationId xmlns:a16="http://schemas.microsoft.com/office/drawing/2014/main" id="{1BC229CA-E6E0-1A02-D578-BEC82FCC3D15}"/>
              </a:ext>
            </a:extLst>
          </p:cNvPr>
          <p:cNvGrpSpPr/>
          <p:nvPr/>
        </p:nvGrpSpPr>
        <p:grpSpPr>
          <a:xfrm>
            <a:off x="8808419" y="3705986"/>
            <a:ext cx="721206" cy="609701"/>
            <a:chOff x="8808419" y="3705986"/>
            <a:chExt cx="721206" cy="609701"/>
          </a:xfrm>
        </p:grpSpPr>
        <p:sp>
          <p:nvSpPr>
            <p:cNvPr id="576" name="Rectangle 575">
              <a:hlinkHover r:id="" action="ppaction://noaction" highlightClick="1"/>
              <a:extLst>
                <a:ext uri="{FF2B5EF4-FFF2-40B4-BE49-F238E27FC236}">
                  <a16:creationId xmlns:a16="http://schemas.microsoft.com/office/drawing/2014/main" id="{CBD6143F-6BC6-A316-5491-D72FABCF7CAC}"/>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577" name="Oval 576">
              <a:extLst>
                <a:ext uri="{FF2B5EF4-FFF2-40B4-BE49-F238E27FC236}">
                  <a16:creationId xmlns:a16="http://schemas.microsoft.com/office/drawing/2014/main" id="{D57873E5-634A-4EFE-A694-6908B12B2807}"/>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8" name="Isosceles Triangle 648">
              <a:extLst>
                <a:ext uri="{FF2B5EF4-FFF2-40B4-BE49-F238E27FC236}">
                  <a16:creationId xmlns:a16="http://schemas.microsoft.com/office/drawing/2014/main" id="{76799E0A-4072-E1CB-639D-FAECCE316FC2}"/>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7" name="Group 596">
            <a:extLst>
              <a:ext uri="{FF2B5EF4-FFF2-40B4-BE49-F238E27FC236}">
                <a16:creationId xmlns:a16="http://schemas.microsoft.com/office/drawing/2014/main" id="{07E1F985-2DF0-F18C-83CB-2D97D9D83FC7}"/>
              </a:ext>
            </a:extLst>
          </p:cNvPr>
          <p:cNvGrpSpPr/>
          <p:nvPr/>
        </p:nvGrpSpPr>
        <p:grpSpPr>
          <a:xfrm>
            <a:off x="1269626" y="4419615"/>
            <a:ext cx="721206" cy="609701"/>
            <a:chOff x="1269626" y="4419615"/>
            <a:chExt cx="721206" cy="609701"/>
          </a:xfrm>
        </p:grpSpPr>
        <p:sp>
          <p:nvSpPr>
            <p:cNvPr id="598" name="Rectangle 597">
              <a:extLst>
                <a:ext uri="{FF2B5EF4-FFF2-40B4-BE49-F238E27FC236}">
                  <a16:creationId xmlns:a16="http://schemas.microsoft.com/office/drawing/2014/main" id="{596A8B5B-9B9D-BF62-5927-4685C161A5CD}"/>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599" name="Cylinder 598">
              <a:extLst>
                <a:ext uri="{FF2B5EF4-FFF2-40B4-BE49-F238E27FC236}">
                  <a16:creationId xmlns:a16="http://schemas.microsoft.com/office/drawing/2014/main" id="{D65540E1-519E-901C-EF06-347D8C31B1E0}"/>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0" name="Group 599">
            <a:extLst>
              <a:ext uri="{FF2B5EF4-FFF2-40B4-BE49-F238E27FC236}">
                <a16:creationId xmlns:a16="http://schemas.microsoft.com/office/drawing/2014/main" id="{7FB2C228-A3AD-430C-CE10-1E4880117149}"/>
              </a:ext>
            </a:extLst>
          </p:cNvPr>
          <p:cNvGrpSpPr/>
          <p:nvPr/>
        </p:nvGrpSpPr>
        <p:grpSpPr>
          <a:xfrm>
            <a:off x="432841" y="4419615"/>
            <a:ext cx="721206" cy="609701"/>
            <a:chOff x="432841" y="4419615"/>
            <a:chExt cx="721206" cy="609701"/>
          </a:xfrm>
        </p:grpSpPr>
        <p:sp>
          <p:nvSpPr>
            <p:cNvPr id="601" name="Rectangle 600">
              <a:extLst>
                <a:ext uri="{FF2B5EF4-FFF2-40B4-BE49-F238E27FC236}">
                  <a16:creationId xmlns:a16="http://schemas.microsoft.com/office/drawing/2014/main" id="{1890129B-226E-97FE-A9FF-B2113DEDB941}"/>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02" name="Cylinder 601">
              <a:extLst>
                <a:ext uri="{FF2B5EF4-FFF2-40B4-BE49-F238E27FC236}">
                  <a16:creationId xmlns:a16="http://schemas.microsoft.com/office/drawing/2014/main" id="{245739B2-73C5-5CFE-EBB1-057C72E674A9}"/>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3" name="Group 602">
            <a:extLst>
              <a:ext uri="{FF2B5EF4-FFF2-40B4-BE49-F238E27FC236}">
                <a16:creationId xmlns:a16="http://schemas.microsoft.com/office/drawing/2014/main" id="{A5946699-8BA3-CAA4-4F01-E4BBF4D9B017}"/>
              </a:ext>
            </a:extLst>
          </p:cNvPr>
          <p:cNvGrpSpPr/>
          <p:nvPr/>
        </p:nvGrpSpPr>
        <p:grpSpPr>
          <a:xfrm>
            <a:off x="1268467" y="5141008"/>
            <a:ext cx="721206" cy="609701"/>
            <a:chOff x="1268467" y="5141008"/>
            <a:chExt cx="721206" cy="609701"/>
          </a:xfrm>
        </p:grpSpPr>
        <p:sp>
          <p:nvSpPr>
            <p:cNvPr id="604" name="Rectangle 603">
              <a:extLst>
                <a:ext uri="{FF2B5EF4-FFF2-40B4-BE49-F238E27FC236}">
                  <a16:creationId xmlns:a16="http://schemas.microsoft.com/office/drawing/2014/main" id="{39D6DE76-2C2C-BF61-5BC2-DD5B7FD910BC}"/>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05" name="Cylinder 604">
              <a:extLst>
                <a:ext uri="{FF2B5EF4-FFF2-40B4-BE49-F238E27FC236}">
                  <a16:creationId xmlns:a16="http://schemas.microsoft.com/office/drawing/2014/main" id="{0BF2667B-FF1A-13CA-CC64-0686578A1143}"/>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6" name="Group 605">
            <a:extLst>
              <a:ext uri="{FF2B5EF4-FFF2-40B4-BE49-F238E27FC236}">
                <a16:creationId xmlns:a16="http://schemas.microsoft.com/office/drawing/2014/main" id="{C5A6FC02-FE48-4CD9-6916-A694429C6B9B}"/>
              </a:ext>
            </a:extLst>
          </p:cNvPr>
          <p:cNvGrpSpPr/>
          <p:nvPr/>
        </p:nvGrpSpPr>
        <p:grpSpPr>
          <a:xfrm>
            <a:off x="431297" y="5141008"/>
            <a:ext cx="721206" cy="609701"/>
            <a:chOff x="431297" y="5141008"/>
            <a:chExt cx="721206" cy="609701"/>
          </a:xfrm>
        </p:grpSpPr>
        <p:sp>
          <p:nvSpPr>
            <p:cNvPr id="607" name="Rectangle 606">
              <a:extLst>
                <a:ext uri="{FF2B5EF4-FFF2-40B4-BE49-F238E27FC236}">
                  <a16:creationId xmlns:a16="http://schemas.microsoft.com/office/drawing/2014/main" id="{E8049E4C-B875-C6F6-2A2F-F77310A5AAB3}"/>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08" name="Cylinder 607">
              <a:extLst>
                <a:ext uri="{FF2B5EF4-FFF2-40B4-BE49-F238E27FC236}">
                  <a16:creationId xmlns:a16="http://schemas.microsoft.com/office/drawing/2014/main" id="{65591EA7-9C2D-64CF-2418-0A6D8A88CCD4}"/>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3" name="Group 612">
            <a:extLst>
              <a:ext uri="{FF2B5EF4-FFF2-40B4-BE49-F238E27FC236}">
                <a16:creationId xmlns:a16="http://schemas.microsoft.com/office/drawing/2014/main" id="{CE1AE8B3-343C-2CD0-B283-132A653AA8EA}"/>
              </a:ext>
            </a:extLst>
          </p:cNvPr>
          <p:cNvGrpSpPr/>
          <p:nvPr/>
        </p:nvGrpSpPr>
        <p:grpSpPr>
          <a:xfrm>
            <a:off x="3778361" y="2253333"/>
            <a:ext cx="721206" cy="609701"/>
            <a:chOff x="3778361" y="2253333"/>
            <a:chExt cx="721206" cy="609701"/>
          </a:xfrm>
        </p:grpSpPr>
        <p:sp>
          <p:nvSpPr>
            <p:cNvPr id="614" name="Rectangle 613">
              <a:extLst>
                <a:ext uri="{FF2B5EF4-FFF2-40B4-BE49-F238E27FC236}">
                  <a16:creationId xmlns:a16="http://schemas.microsoft.com/office/drawing/2014/main" id="{30C08419-B59A-6B99-0187-316816601A99}"/>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15" name="Rectangle 614">
              <a:extLst>
                <a:ext uri="{FF2B5EF4-FFF2-40B4-BE49-F238E27FC236}">
                  <a16:creationId xmlns:a16="http://schemas.microsoft.com/office/drawing/2014/main" id="{D77926CC-C76C-6CEC-E5F4-62F35E83E3AA}"/>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6" name="Oval 15">
              <a:extLst>
                <a:ext uri="{FF2B5EF4-FFF2-40B4-BE49-F238E27FC236}">
                  <a16:creationId xmlns:a16="http://schemas.microsoft.com/office/drawing/2014/main" id="{D83C2585-A3AA-3C27-7B80-331C6DA54242}"/>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7" name="Straight Connector 616">
              <a:extLst>
                <a:ext uri="{FF2B5EF4-FFF2-40B4-BE49-F238E27FC236}">
                  <a16:creationId xmlns:a16="http://schemas.microsoft.com/office/drawing/2014/main" id="{49D89308-4F57-D46F-F163-267710556A73}"/>
                </a:ext>
              </a:extLst>
            </p:cNvPr>
            <p:cNvCxnSpPr>
              <a:cxnSpLocks/>
              <a:stCxn id="616"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18" name="Straight Connector 617">
              <a:extLst>
                <a:ext uri="{FF2B5EF4-FFF2-40B4-BE49-F238E27FC236}">
                  <a16:creationId xmlns:a16="http://schemas.microsoft.com/office/drawing/2014/main" id="{3C30EC43-4000-61C2-4A1E-36F0FE0250A9}"/>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9" name="Group 618">
            <a:extLst>
              <a:ext uri="{FF2B5EF4-FFF2-40B4-BE49-F238E27FC236}">
                <a16:creationId xmlns:a16="http://schemas.microsoft.com/office/drawing/2014/main" id="{C63930F6-5D8F-985E-C5C1-8EC5FCCB7766}"/>
              </a:ext>
            </a:extLst>
          </p:cNvPr>
          <p:cNvGrpSpPr/>
          <p:nvPr/>
        </p:nvGrpSpPr>
        <p:grpSpPr>
          <a:xfrm>
            <a:off x="431659" y="2253337"/>
            <a:ext cx="721895" cy="609700"/>
            <a:chOff x="431659" y="2253337"/>
            <a:chExt cx="721895" cy="609700"/>
          </a:xfrm>
        </p:grpSpPr>
        <p:sp>
          <p:nvSpPr>
            <p:cNvPr id="620" name="Rectangle 619">
              <a:hlinkHover r:id="" action="ppaction://noaction" highlightClick="1"/>
              <a:extLst>
                <a:ext uri="{FF2B5EF4-FFF2-40B4-BE49-F238E27FC236}">
                  <a16:creationId xmlns:a16="http://schemas.microsoft.com/office/drawing/2014/main" id="{B030BCC0-42E7-22A3-40B7-2BC7368C4D31}"/>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621" name="Diamond 620">
              <a:extLst>
                <a:ext uri="{FF2B5EF4-FFF2-40B4-BE49-F238E27FC236}">
                  <a16:creationId xmlns:a16="http://schemas.microsoft.com/office/drawing/2014/main" id="{8ABDE8AA-A385-D5D4-3560-354F0440954A}"/>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2" name="Oval 621">
              <a:extLst>
                <a:ext uri="{FF2B5EF4-FFF2-40B4-BE49-F238E27FC236}">
                  <a16:creationId xmlns:a16="http://schemas.microsoft.com/office/drawing/2014/main" id="{F5544590-FB75-1471-A1E7-24D712AA080C}"/>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9" name="Group 638">
            <a:extLst>
              <a:ext uri="{FF2B5EF4-FFF2-40B4-BE49-F238E27FC236}">
                <a16:creationId xmlns:a16="http://schemas.microsoft.com/office/drawing/2014/main" id="{F4ABB48E-FA10-31CD-2092-E1865D76F4D8}"/>
              </a:ext>
            </a:extLst>
          </p:cNvPr>
          <p:cNvGrpSpPr/>
          <p:nvPr/>
        </p:nvGrpSpPr>
        <p:grpSpPr>
          <a:xfrm>
            <a:off x="5454379" y="2974054"/>
            <a:ext cx="721206" cy="649846"/>
            <a:chOff x="5454379" y="2974054"/>
            <a:chExt cx="721206" cy="649846"/>
          </a:xfrm>
        </p:grpSpPr>
        <p:sp>
          <p:nvSpPr>
            <p:cNvPr id="640" name="Rectangle 639">
              <a:extLst>
                <a:ext uri="{FF2B5EF4-FFF2-40B4-BE49-F238E27FC236}">
                  <a16:creationId xmlns:a16="http://schemas.microsoft.com/office/drawing/2014/main" id="{1BD47849-766C-9726-90A5-CBDA7EEDB1C3}"/>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641" name="Rectangle 640">
              <a:extLst>
                <a:ext uri="{FF2B5EF4-FFF2-40B4-BE49-F238E27FC236}">
                  <a16:creationId xmlns:a16="http://schemas.microsoft.com/office/drawing/2014/main" id="{EA7F84E9-44C8-4C70-CFEF-A9633DD4C205}"/>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2" name="Oval 15">
              <a:extLst>
                <a:ext uri="{FF2B5EF4-FFF2-40B4-BE49-F238E27FC236}">
                  <a16:creationId xmlns:a16="http://schemas.microsoft.com/office/drawing/2014/main" id="{92090F12-E107-967F-650C-7C84A418B754}"/>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43" name="Straight Connector 642">
              <a:extLst>
                <a:ext uri="{FF2B5EF4-FFF2-40B4-BE49-F238E27FC236}">
                  <a16:creationId xmlns:a16="http://schemas.microsoft.com/office/drawing/2014/main" id="{7507972D-BE78-8239-0B9D-F62C5E4BE05B}"/>
                </a:ext>
              </a:extLst>
            </p:cNvPr>
            <p:cNvCxnSpPr>
              <a:cxnSpLocks/>
              <a:stCxn id="642"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44" name="Straight Connector 643">
              <a:extLst>
                <a:ext uri="{FF2B5EF4-FFF2-40B4-BE49-F238E27FC236}">
                  <a16:creationId xmlns:a16="http://schemas.microsoft.com/office/drawing/2014/main" id="{A4BAD6A2-3F72-A759-49D2-0FDA6D79A895}"/>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7" name="Group 656">
            <a:extLst>
              <a:ext uri="{FF2B5EF4-FFF2-40B4-BE49-F238E27FC236}">
                <a16:creationId xmlns:a16="http://schemas.microsoft.com/office/drawing/2014/main" id="{935F4112-3E62-6C5A-DC24-D014B99C04B3}"/>
              </a:ext>
            </a:extLst>
          </p:cNvPr>
          <p:cNvGrpSpPr/>
          <p:nvPr/>
        </p:nvGrpSpPr>
        <p:grpSpPr>
          <a:xfrm>
            <a:off x="2889438" y="751337"/>
            <a:ext cx="5022643" cy="5001728"/>
            <a:chOff x="2889438" y="751337"/>
            <a:chExt cx="5022643" cy="5001728"/>
          </a:xfrm>
        </p:grpSpPr>
        <p:cxnSp>
          <p:nvCxnSpPr>
            <p:cNvPr id="658" name="Straight Connector 657">
              <a:extLst>
                <a:ext uri="{FF2B5EF4-FFF2-40B4-BE49-F238E27FC236}">
                  <a16:creationId xmlns:a16="http://schemas.microsoft.com/office/drawing/2014/main" id="{20242989-ED02-9A3E-84F1-6B62CC8DD8ED}"/>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6E432C29-53FA-DADF-8505-9617EA28EDDF}"/>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176501E6-02AA-AB73-0519-21FF65E9CB6B}"/>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A0292D72-FF8F-D755-9358-34C938BF26CD}"/>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7776EAD6-EC80-8CAC-D317-8AF2B3F03ABC}"/>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3" name="Straight Connector 662">
              <a:extLst>
                <a:ext uri="{FF2B5EF4-FFF2-40B4-BE49-F238E27FC236}">
                  <a16:creationId xmlns:a16="http://schemas.microsoft.com/office/drawing/2014/main" id="{F8004CB4-E686-AAC8-7F5B-69327F3CB57B}"/>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4" name="Straight Connector 663">
              <a:extLst>
                <a:ext uri="{FF2B5EF4-FFF2-40B4-BE49-F238E27FC236}">
                  <a16:creationId xmlns:a16="http://schemas.microsoft.com/office/drawing/2014/main" id="{ED0CC438-701F-07B6-F4CF-BC00EE924642}"/>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5" name="Straight Connector 664">
              <a:extLst>
                <a:ext uri="{FF2B5EF4-FFF2-40B4-BE49-F238E27FC236}">
                  <a16:creationId xmlns:a16="http://schemas.microsoft.com/office/drawing/2014/main" id="{FBEF4CCB-922C-8B06-D37F-516A92DDDEAE}"/>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6" name="Straight Connector 665">
              <a:extLst>
                <a:ext uri="{FF2B5EF4-FFF2-40B4-BE49-F238E27FC236}">
                  <a16:creationId xmlns:a16="http://schemas.microsoft.com/office/drawing/2014/main" id="{323CB127-6E25-DE91-BCF1-CBE2D1B80390}"/>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7" name="Straight Connector 666">
              <a:extLst>
                <a:ext uri="{FF2B5EF4-FFF2-40B4-BE49-F238E27FC236}">
                  <a16:creationId xmlns:a16="http://schemas.microsoft.com/office/drawing/2014/main" id="{7E574156-ED03-7204-EBB3-86743FAAD12C}"/>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681" name="Group 680">
            <a:extLst>
              <a:ext uri="{FF2B5EF4-FFF2-40B4-BE49-F238E27FC236}">
                <a16:creationId xmlns:a16="http://schemas.microsoft.com/office/drawing/2014/main" id="{506E8806-36A1-B2E7-C16F-8364C36D040A}"/>
              </a:ext>
            </a:extLst>
          </p:cNvPr>
          <p:cNvGrpSpPr/>
          <p:nvPr/>
        </p:nvGrpSpPr>
        <p:grpSpPr>
          <a:xfrm>
            <a:off x="6286130" y="4419624"/>
            <a:ext cx="721206" cy="609701"/>
            <a:chOff x="6286130" y="4419624"/>
            <a:chExt cx="721206" cy="609701"/>
          </a:xfrm>
        </p:grpSpPr>
        <p:sp>
          <p:nvSpPr>
            <p:cNvPr id="682" name="Rectangle 681">
              <a:hlinkHover r:id="" action="ppaction://noaction" highlightClick="1"/>
              <a:extLst>
                <a:ext uri="{FF2B5EF4-FFF2-40B4-BE49-F238E27FC236}">
                  <a16:creationId xmlns:a16="http://schemas.microsoft.com/office/drawing/2014/main" id="{898853C9-0F27-8017-6B2E-6CFC77190994}"/>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683" name="Oval 682">
              <a:extLst>
                <a:ext uri="{FF2B5EF4-FFF2-40B4-BE49-F238E27FC236}">
                  <a16:creationId xmlns:a16="http://schemas.microsoft.com/office/drawing/2014/main" id="{ED5DE955-A7DE-BE05-B7E8-6D08F1F5D559}"/>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4" name="Isosceles Triangle 648">
              <a:extLst>
                <a:ext uri="{FF2B5EF4-FFF2-40B4-BE49-F238E27FC236}">
                  <a16:creationId xmlns:a16="http://schemas.microsoft.com/office/drawing/2014/main" id="{7A4CDFBE-6667-C444-C92D-E67722B1B63D}"/>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85" name="Group 684">
            <a:extLst>
              <a:ext uri="{FF2B5EF4-FFF2-40B4-BE49-F238E27FC236}">
                <a16:creationId xmlns:a16="http://schemas.microsoft.com/office/drawing/2014/main" id="{02A92685-1A1E-DB3A-51C1-5E1FDAE6CB89}"/>
              </a:ext>
            </a:extLst>
          </p:cNvPr>
          <p:cNvGrpSpPr/>
          <p:nvPr/>
        </p:nvGrpSpPr>
        <p:grpSpPr>
          <a:xfrm>
            <a:off x="5458940" y="5135305"/>
            <a:ext cx="721206" cy="609701"/>
            <a:chOff x="5458940" y="5135305"/>
            <a:chExt cx="721206" cy="609701"/>
          </a:xfrm>
        </p:grpSpPr>
        <p:sp>
          <p:nvSpPr>
            <p:cNvPr id="686" name="Rectangle 685">
              <a:hlinkHover r:id="" action="ppaction://noaction" highlightClick="1"/>
              <a:extLst>
                <a:ext uri="{FF2B5EF4-FFF2-40B4-BE49-F238E27FC236}">
                  <a16:creationId xmlns:a16="http://schemas.microsoft.com/office/drawing/2014/main" id="{F0E641C6-4862-7DBD-0056-F0D9BE1FDF32}"/>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687" name="Oval 686">
              <a:extLst>
                <a:ext uri="{FF2B5EF4-FFF2-40B4-BE49-F238E27FC236}">
                  <a16:creationId xmlns:a16="http://schemas.microsoft.com/office/drawing/2014/main" id="{75C006C8-CBCA-BF27-DAFB-E888D88B8C27}"/>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8" name="Isosceles Triangle 648">
              <a:extLst>
                <a:ext uri="{FF2B5EF4-FFF2-40B4-BE49-F238E27FC236}">
                  <a16:creationId xmlns:a16="http://schemas.microsoft.com/office/drawing/2014/main" id="{0A940B54-295A-4429-36DD-1B4A788AD38D}"/>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89" name="Group 688">
            <a:extLst>
              <a:ext uri="{FF2B5EF4-FFF2-40B4-BE49-F238E27FC236}">
                <a16:creationId xmlns:a16="http://schemas.microsoft.com/office/drawing/2014/main" id="{CDC42193-613D-1B4E-F0C6-0966B4E7EEBC}"/>
              </a:ext>
            </a:extLst>
          </p:cNvPr>
          <p:cNvGrpSpPr/>
          <p:nvPr/>
        </p:nvGrpSpPr>
        <p:grpSpPr>
          <a:xfrm>
            <a:off x="6289146" y="5141017"/>
            <a:ext cx="721206" cy="609701"/>
            <a:chOff x="6289146" y="5141017"/>
            <a:chExt cx="721206" cy="609701"/>
          </a:xfrm>
        </p:grpSpPr>
        <p:sp>
          <p:nvSpPr>
            <p:cNvPr id="690" name="Rectangle 689">
              <a:hlinkHover r:id="" action="ppaction://noaction" highlightClick="1"/>
              <a:extLst>
                <a:ext uri="{FF2B5EF4-FFF2-40B4-BE49-F238E27FC236}">
                  <a16:creationId xmlns:a16="http://schemas.microsoft.com/office/drawing/2014/main" id="{F9AD17BD-0D0F-547C-12A2-5A55A2C3DFDA}"/>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691" name="Oval 690">
              <a:extLst>
                <a:ext uri="{FF2B5EF4-FFF2-40B4-BE49-F238E27FC236}">
                  <a16:creationId xmlns:a16="http://schemas.microsoft.com/office/drawing/2014/main" id="{52A16071-D498-9EBD-355C-B4585904943A}"/>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2" name="Isosceles Triangle 648">
              <a:extLst>
                <a:ext uri="{FF2B5EF4-FFF2-40B4-BE49-F238E27FC236}">
                  <a16:creationId xmlns:a16="http://schemas.microsoft.com/office/drawing/2014/main" id="{185477B1-242C-838D-9B53-347AFB029756}"/>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93" name="Group 692">
            <a:extLst>
              <a:ext uri="{FF2B5EF4-FFF2-40B4-BE49-F238E27FC236}">
                <a16:creationId xmlns:a16="http://schemas.microsoft.com/office/drawing/2014/main" id="{91235CAA-6641-6A65-B349-78A2886BBDD2}"/>
              </a:ext>
            </a:extLst>
          </p:cNvPr>
          <p:cNvGrpSpPr/>
          <p:nvPr/>
        </p:nvGrpSpPr>
        <p:grpSpPr>
          <a:xfrm>
            <a:off x="7122911" y="4419624"/>
            <a:ext cx="721206" cy="609701"/>
            <a:chOff x="7122911" y="4419624"/>
            <a:chExt cx="721206" cy="609701"/>
          </a:xfrm>
        </p:grpSpPr>
        <p:sp>
          <p:nvSpPr>
            <p:cNvPr id="694" name="Rectangle 693">
              <a:hlinkHover r:id="" action="ppaction://noaction" highlightClick="1"/>
              <a:extLst>
                <a:ext uri="{FF2B5EF4-FFF2-40B4-BE49-F238E27FC236}">
                  <a16:creationId xmlns:a16="http://schemas.microsoft.com/office/drawing/2014/main" id="{76A74D11-3448-83A3-E88F-4DB0A9414D59}"/>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695" name="Oval 694">
              <a:extLst>
                <a:ext uri="{FF2B5EF4-FFF2-40B4-BE49-F238E27FC236}">
                  <a16:creationId xmlns:a16="http://schemas.microsoft.com/office/drawing/2014/main" id="{E58B7BAC-7BEF-DD6C-BF8E-DAD60EE4DE44}"/>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6" name="Isosceles Triangle 648">
              <a:extLst>
                <a:ext uri="{FF2B5EF4-FFF2-40B4-BE49-F238E27FC236}">
                  <a16:creationId xmlns:a16="http://schemas.microsoft.com/office/drawing/2014/main" id="{2E6D50C3-AEE2-51AC-6180-925D2BFA9673}"/>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1" name="Group 700">
            <a:extLst>
              <a:ext uri="{FF2B5EF4-FFF2-40B4-BE49-F238E27FC236}">
                <a16:creationId xmlns:a16="http://schemas.microsoft.com/office/drawing/2014/main" id="{C28AD3D6-9E0C-BF07-8E4B-C5A26A8F1FC0}"/>
              </a:ext>
            </a:extLst>
          </p:cNvPr>
          <p:cNvGrpSpPr/>
          <p:nvPr/>
        </p:nvGrpSpPr>
        <p:grpSpPr>
          <a:xfrm>
            <a:off x="5454385" y="4419624"/>
            <a:ext cx="721206" cy="609701"/>
            <a:chOff x="5454385" y="4419624"/>
            <a:chExt cx="721206" cy="609701"/>
          </a:xfrm>
        </p:grpSpPr>
        <p:sp>
          <p:nvSpPr>
            <p:cNvPr id="702" name="Rectangle 701">
              <a:hlinkHover r:id="" action="ppaction://noaction" highlightClick="1"/>
              <a:extLst>
                <a:ext uri="{FF2B5EF4-FFF2-40B4-BE49-F238E27FC236}">
                  <a16:creationId xmlns:a16="http://schemas.microsoft.com/office/drawing/2014/main" id="{86F11EC4-FE67-D237-C8FE-5B9BD1DF9C1D}"/>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703" name="Oval 702">
              <a:extLst>
                <a:ext uri="{FF2B5EF4-FFF2-40B4-BE49-F238E27FC236}">
                  <a16:creationId xmlns:a16="http://schemas.microsoft.com/office/drawing/2014/main" id="{B9C3FD18-F1CE-27CA-75C8-BE2169FAD60E}"/>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4" name="Isosceles Triangle 648">
              <a:extLst>
                <a:ext uri="{FF2B5EF4-FFF2-40B4-BE49-F238E27FC236}">
                  <a16:creationId xmlns:a16="http://schemas.microsoft.com/office/drawing/2014/main" id="{1D542F80-781A-BD83-2A89-2E44850CC93A}"/>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5" name="Group 704">
            <a:extLst>
              <a:ext uri="{FF2B5EF4-FFF2-40B4-BE49-F238E27FC236}">
                <a16:creationId xmlns:a16="http://schemas.microsoft.com/office/drawing/2014/main" id="{79012885-0FEC-1FB4-CB41-4EAAC4CB85E3}"/>
              </a:ext>
            </a:extLst>
          </p:cNvPr>
          <p:cNvGrpSpPr/>
          <p:nvPr/>
        </p:nvGrpSpPr>
        <p:grpSpPr>
          <a:xfrm>
            <a:off x="3775041" y="5130133"/>
            <a:ext cx="721895" cy="609700"/>
            <a:chOff x="3775041" y="5130133"/>
            <a:chExt cx="721895" cy="609700"/>
          </a:xfrm>
        </p:grpSpPr>
        <p:sp>
          <p:nvSpPr>
            <p:cNvPr id="706" name="Rectangle 705">
              <a:hlinkHover r:id="" action="ppaction://noaction" highlightClick="1"/>
              <a:extLst>
                <a:ext uri="{FF2B5EF4-FFF2-40B4-BE49-F238E27FC236}">
                  <a16:creationId xmlns:a16="http://schemas.microsoft.com/office/drawing/2014/main" id="{F7F03C90-CE01-413E-F7E2-69B5AA6EBD25}"/>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707" name="Diamond 706">
              <a:extLst>
                <a:ext uri="{FF2B5EF4-FFF2-40B4-BE49-F238E27FC236}">
                  <a16:creationId xmlns:a16="http://schemas.microsoft.com/office/drawing/2014/main" id="{2102B6B3-0DC1-C938-1029-6F47B1AB054D}"/>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8" name="Oval 707">
              <a:extLst>
                <a:ext uri="{FF2B5EF4-FFF2-40B4-BE49-F238E27FC236}">
                  <a16:creationId xmlns:a16="http://schemas.microsoft.com/office/drawing/2014/main" id="{7A78608A-D45C-3C1E-81D5-C0495C272BBD}"/>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09" name="Group 708">
            <a:extLst>
              <a:ext uri="{FF2B5EF4-FFF2-40B4-BE49-F238E27FC236}">
                <a16:creationId xmlns:a16="http://schemas.microsoft.com/office/drawing/2014/main" id="{3AD699C6-24CC-5337-4F7A-9232DA2835E9}"/>
              </a:ext>
            </a:extLst>
          </p:cNvPr>
          <p:cNvGrpSpPr/>
          <p:nvPr/>
        </p:nvGrpSpPr>
        <p:grpSpPr>
          <a:xfrm>
            <a:off x="4618174" y="5130748"/>
            <a:ext cx="721895" cy="609700"/>
            <a:chOff x="4618174" y="5130748"/>
            <a:chExt cx="721895" cy="609700"/>
          </a:xfrm>
        </p:grpSpPr>
        <p:sp>
          <p:nvSpPr>
            <p:cNvPr id="710" name="Rectangle 709">
              <a:hlinkHover r:id="" action="ppaction://noaction" highlightClick="1"/>
              <a:extLst>
                <a:ext uri="{FF2B5EF4-FFF2-40B4-BE49-F238E27FC236}">
                  <a16:creationId xmlns:a16="http://schemas.microsoft.com/office/drawing/2014/main" id="{3C2ECD17-A68C-108A-9452-31B1B412A58D}"/>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711" name="Diamond 710">
              <a:extLst>
                <a:ext uri="{FF2B5EF4-FFF2-40B4-BE49-F238E27FC236}">
                  <a16:creationId xmlns:a16="http://schemas.microsoft.com/office/drawing/2014/main" id="{ABA96B9B-61F1-1D4F-C283-26CC700576A3}"/>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2" name="Oval 711">
              <a:extLst>
                <a:ext uri="{FF2B5EF4-FFF2-40B4-BE49-F238E27FC236}">
                  <a16:creationId xmlns:a16="http://schemas.microsoft.com/office/drawing/2014/main" id="{CE94495C-AB3B-7E95-6EA2-95C8322C004B}"/>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13" name="Group 712">
            <a:extLst>
              <a:ext uri="{FF2B5EF4-FFF2-40B4-BE49-F238E27FC236}">
                <a16:creationId xmlns:a16="http://schemas.microsoft.com/office/drawing/2014/main" id="{CCAE40AB-5359-74C1-AD2D-51A2F037D708}"/>
              </a:ext>
            </a:extLst>
          </p:cNvPr>
          <p:cNvGrpSpPr/>
          <p:nvPr/>
        </p:nvGrpSpPr>
        <p:grpSpPr>
          <a:xfrm>
            <a:off x="7125833" y="5143368"/>
            <a:ext cx="721206" cy="609701"/>
            <a:chOff x="7125833" y="5143368"/>
            <a:chExt cx="721206" cy="609701"/>
          </a:xfrm>
        </p:grpSpPr>
        <p:sp>
          <p:nvSpPr>
            <p:cNvPr id="714" name="Rectangle 713">
              <a:hlinkHover r:id="" action="ppaction://noaction" highlightClick="1"/>
              <a:extLst>
                <a:ext uri="{FF2B5EF4-FFF2-40B4-BE49-F238E27FC236}">
                  <a16:creationId xmlns:a16="http://schemas.microsoft.com/office/drawing/2014/main" id="{EEA818ED-309E-2FFD-5094-C52062D00471}"/>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715" name="Oval 714">
              <a:extLst>
                <a:ext uri="{FF2B5EF4-FFF2-40B4-BE49-F238E27FC236}">
                  <a16:creationId xmlns:a16="http://schemas.microsoft.com/office/drawing/2014/main" id="{6BD548B3-09C3-A2EB-AFAE-06032E986789}"/>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6" name="Isosceles Triangle 648">
              <a:extLst>
                <a:ext uri="{FF2B5EF4-FFF2-40B4-BE49-F238E27FC236}">
                  <a16:creationId xmlns:a16="http://schemas.microsoft.com/office/drawing/2014/main" id="{600A20EC-AB84-EB72-CFB3-097E10B85BA6}"/>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17" name="Group 716">
            <a:extLst>
              <a:ext uri="{FF2B5EF4-FFF2-40B4-BE49-F238E27FC236}">
                <a16:creationId xmlns:a16="http://schemas.microsoft.com/office/drawing/2014/main" id="{E3022671-3CAF-5962-DDD1-DCA467AEAF48}"/>
              </a:ext>
            </a:extLst>
          </p:cNvPr>
          <p:cNvGrpSpPr/>
          <p:nvPr/>
        </p:nvGrpSpPr>
        <p:grpSpPr>
          <a:xfrm>
            <a:off x="7122911" y="3698231"/>
            <a:ext cx="721206" cy="609701"/>
            <a:chOff x="7122911" y="3698231"/>
            <a:chExt cx="721206" cy="609701"/>
          </a:xfrm>
        </p:grpSpPr>
        <p:sp>
          <p:nvSpPr>
            <p:cNvPr id="718" name="Rectangle 717">
              <a:hlinkHover r:id="" action="ppaction://noaction" highlightClick="1"/>
              <a:extLst>
                <a:ext uri="{FF2B5EF4-FFF2-40B4-BE49-F238E27FC236}">
                  <a16:creationId xmlns:a16="http://schemas.microsoft.com/office/drawing/2014/main" id="{4D47BA94-B55B-902D-417D-F1FC996AF381}"/>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719" name="Oval 718">
              <a:extLst>
                <a:ext uri="{FF2B5EF4-FFF2-40B4-BE49-F238E27FC236}">
                  <a16:creationId xmlns:a16="http://schemas.microsoft.com/office/drawing/2014/main" id="{59D1DF77-B77B-E148-0679-2378A6833D6E}"/>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0" name="Isosceles Triangle 648">
              <a:extLst>
                <a:ext uri="{FF2B5EF4-FFF2-40B4-BE49-F238E27FC236}">
                  <a16:creationId xmlns:a16="http://schemas.microsoft.com/office/drawing/2014/main" id="{24E35187-2E8D-808E-7DB2-30A5B9E7D063}"/>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21" name="Group 720">
            <a:extLst>
              <a:ext uri="{FF2B5EF4-FFF2-40B4-BE49-F238E27FC236}">
                <a16:creationId xmlns:a16="http://schemas.microsoft.com/office/drawing/2014/main" id="{29E3A8ED-A336-F0C6-83B6-94EA547BFA9C}"/>
              </a:ext>
            </a:extLst>
          </p:cNvPr>
          <p:cNvGrpSpPr/>
          <p:nvPr/>
        </p:nvGrpSpPr>
        <p:grpSpPr>
          <a:xfrm>
            <a:off x="6286224" y="3620338"/>
            <a:ext cx="721206" cy="687594"/>
            <a:chOff x="6286224" y="3620338"/>
            <a:chExt cx="721206" cy="687594"/>
          </a:xfrm>
        </p:grpSpPr>
        <p:cxnSp>
          <p:nvCxnSpPr>
            <p:cNvPr id="722" name="Straight Connector 721">
              <a:extLst>
                <a:ext uri="{FF2B5EF4-FFF2-40B4-BE49-F238E27FC236}">
                  <a16:creationId xmlns:a16="http://schemas.microsoft.com/office/drawing/2014/main" id="{4AC14EFF-FA6F-75CC-9E95-D0F4966F84F8}"/>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723" name="Rectangle 722">
              <a:hlinkHover r:id="" action="ppaction://noaction" highlightClick="1"/>
              <a:extLst>
                <a:ext uri="{FF2B5EF4-FFF2-40B4-BE49-F238E27FC236}">
                  <a16:creationId xmlns:a16="http://schemas.microsoft.com/office/drawing/2014/main" id="{BBB1E584-E04E-3BBB-CF20-D2F7E0D68750}"/>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724" name="Oval 723">
              <a:extLst>
                <a:ext uri="{FF2B5EF4-FFF2-40B4-BE49-F238E27FC236}">
                  <a16:creationId xmlns:a16="http://schemas.microsoft.com/office/drawing/2014/main" id="{F6A5B7E1-8AAD-CE0D-1B1E-909DD855E6AC}"/>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5" name="Isosceles Triangle 648">
              <a:extLst>
                <a:ext uri="{FF2B5EF4-FFF2-40B4-BE49-F238E27FC236}">
                  <a16:creationId xmlns:a16="http://schemas.microsoft.com/office/drawing/2014/main" id="{61E9251B-9E41-2DB9-D331-84EA00A86DEF}"/>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42" name="Group 741">
            <a:extLst>
              <a:ext uri="{FF2B5EF4-FFF2-40B4-BE49-F238E27FC236}">
                <a16:creationId xmlns:a16="http://schemas.microsoft.com/office/drawing/2014/main" id="{193365AC-54D3-27F7-2AC7-E048CEC89E91}"/>
              </a:ext>
            </a:extLst>
          </p:cNvPr>
          <p:cNvGrpSpPr/>
          <p:nvPr/>
        </p:nvGrpSpPr>
        <p:grpSpPr>
          <a:xfrm>
            <a:off x="3775041" y="1532276"/>
            <a:ext cx="721206" cy="609701"/>
            <a:chOff x="3775041" y="1532276"/>
            <a:chExt cx="721206" cy="609701"/>
          </a:xfrm>
        </p:grpSpPr>
        <p:sp>
          <p:nvSpPr>
            <p:cNvPr id="743" name="Rectangle 742">
              <a:extLst>
                <a:ext uri="{FF2B5EF4-FFF2-40B4-BE49-F238E27FC236}">
                  <a16:creationId xmlns:a16="http://schemas.microsoft.com/office/drawing/2014/main" id="{4CA72EFC-D012-C80D-822B-22A3C1C90148}"/>
                </a:ext>
              </a:extLst>
            </p:cNvPr>
            <p:cNvSpPr/>
            <p:nvPr/>
          </p:nvSpPr>
          <p:spPr>
            <a:xfrm>
              <a:off x="3775041"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744" name="Right Triangle 743">
              <a:extLst>
                <a:ext uri="{FF2B5EF4-FFF2-40B4-BE49-F238E27FC236}">
                  <a16:creationId xmlns:a16="http://schemas.microsoft.com/office/drawing/2014/main" id="{2899722D-F33C-774B-46BC-94C6397730F7}"/>
                </a:ext>
              </a:extLst>
            </p:cNvPr>
            <p:cNvSpPr/>
            <p:nvPr/>
          </p:nvSpPr>
          <p:spPr>
            <a:xfrm rot="10800000">
              <a:off x="437405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45" name="Group 744">
              <a:extLst>
                <a:ext uri="{FF2B5EF4-FFF2-40B4-BE49-F238E27FC236}">
                  <a16:creationId xmlns:a16="http://schemas.microsoft.com/office/drawing/2014/main" id="{7281D3B1-CCEE-2E9C-EA11-E6BA1BF55480}"/>
                </a:ext>
              </a:extLst>
            </p:cNvPr>
            <p:cNvGrpSpPr/>
            <p:nvPr/>
          </p:nvGrpSpPr>
          <p:grpSpPr>
            <a:xfrm>
              <a:off x="4440500" y="1542931"/>
              <a:ext cx="37817" cy="61390"/>
              <a:chOff x="3883481" y="2057400"/>
              <a:chExt cx="1608363" cy="2652031"/>
            </a:xfrm>
            <a:solidFill>
              <a:srgbClr val="A6A6A6"/>
            </a:solidFill>
          </p:grpSpPr>
          <p:sp>
            <p:nvSpPr>
              <p:cNvPr id="746" name="Oval 27">
                <a:extLst>
                  <a:ext uri="{FF2B5EF4-FFF2-40B4-BE49-F238E27FC236}">
                    <a16:creationId xmlns:a16="http://schemas.microsoft.com/office/drawing/2014/main" id="{8C1A00FB-300D-4D15-0BCA-F1921115D56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7" name="Oval 28">
                <a:extLst>
                  <a:ext uri="{FF2B5EF4-FFF2-40B4-BE49-F238E27FC236}">
                    <a16:creationId xmlns:a16="http://schemas.microsoft.com/office/drawing/2014/main" id="{64B84FB4-2064-A04A-ECE8-3602437BDFE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48" name="Group 747">
            <a:extLst>
              <a:ext uri="{FF2B5EF4-FFF2-40B4-BE49-F238E27FC236}">
                <a16:creationId xmlns:a16="http://schemas.microsoft.com/office/drawing/2014/main" id="{8366668F-03D4-FB8E-6189-0BBA2E96E915}"/>
              </a:ext>
            </a:extLst>
          </p:cNvPr>
          <p:cNvGrpSpPr/>
          <p:nvPr/>
        </p:nvGrpSpPr>
        <p:grpSpPr>
          <a:xfrm>
            <a:off x="4611548" y="1532276"/>
            <a:ext cx="721206" cy="609701"/>
            <a:chOff x="4611548" y="1532276"/>
            <a:chExt cx="721206" cy="609701"/>
          </a:xfrm>
        </p:grpSpPr>
        <p:sp>
          <p:nvSpPr>
            <p:cNvPr id="749" name="Rectangle 748">
              <a:extLst>
                <a:ext uri="{FF2B5EF4-FFF2-40B4-BE49-F238E27FC236}">
                  <a16:creationId xmlns:a16="http://schemas.microsoft.com/office/drawing/2014/main" id="{FD358B57-8CDD-710C-602F-02C2CE958C0D}"/>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750" name="Right Triangle 749">
              <a:extLst>
                <a:ext uri="{FF2B5EF4-FFF2-40B4-BE49-F238E27FC236}">
                  <a16:creationId xmlns:a16="http://schemas.microsoft.com/office/drawing/2014/main" id="{AD9D126E-3285-9490-A354-02F2095707B6}"/>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51" name="Group 750">
              <a:extLst>
                <a:ext uri="{FF2B5EF4-FFF2-40B4-BE49-F238E27FC236}">
                  <a16:creationId xmlns:a16="http://schemas.microsoft.com/office/drawing/2014/main" id="{7A88686B-7A8C-CAC2-0C0A-B1BA51A7E2EB}"/>
                </a:ext>
              </a:extLst>
            </p:cNvPr>
            <p:cNvGrpSpPr/>
            <p:nvPr/>
          </p:nvGrpSpPr>
          <p:grpSpPr>
            <a:xfrm>
              <a:off x="5276140" y="1542931"/>
              <a:ext cx="37817" cy="61390"/>
              <a:chOff x="3883481" y="2057400"/>
              <a:chExt cx="1608363" cy="2652031"/>
            </a:xfrm>
            <a:solidFill>
              <a:srgbClr val="A6A6A6"/>
            </a:solidFill>
          </p:grpSpPr>
          <p:sp>
            <p:nvSpPr>
              <p:cNvPr id="752" name="Oval 27">
                <a:extLst>
                  <a:ext uri="{FF2B5EF4-FFF2-40B4-BE49-F238E27FC236}">
                    <a16:creationId xmlns:a16="http://schemas.microsoft.com/office/drawing/2014/main" id="{B1D46DA8-21E4-80CD-C777-56589DB8A49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3" name="Oval 28">
                <a:extLst>
                  <a:ext uri="{FF2B5EF4-FFF2-40B4-BE49-F238E27FC236}">
                    <a16:creationId xmlns:a16="http://schemas.microsoft.com/office/drawing/2014/main" id="{44254E70-61D4-E303-69FC-260C2DEB392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54" name="Group 753">
            <a:extLst>
              <a:ext uri="{FF2B5EF4-FFF2-40B4-BE49-F238E27FC236}">
                <a16:creationId xmlns:a16="http://schemas.microsoft.com/office/drawing/2014/main" id="{C14B3F49-AB24-0D02-E4C5-1BC86E07A68B}"/>
              </a:ext>
            </a:extLst>
          </p:cNvPr>
          <p:cNvGrpSpPr/>
          <p:nvPr/>
        </p:nvGrpSpPr>
        <p:grpSpPr>
          <a:xfrm>
            <a:off x="2938534" y="1532275"/>
            <a:ext cx="721206" cy="610039"/>
            <a:chOff x="2938534" y="1532275"/>
            <a:chExt cx="721206" cy="610039"/>
          </a:xfrm>
        </p:grpSpPr>
        <p:sp>
          <p:nvSpPr>
            <p:cNvPr id="755" name="Rectangle 754">
              <a:extLst>
                <a:ext uri="{FF2B5EF4-FFF2-40B4-BE49-F238E27FC236}">
                  <a16:creationId xmlns:a16="http://schemas.microsoft.com/office/drawing/2014/main" id="{0EF48940-7793-9D43-5CB8-C56A114FFDE3}"/>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756" name="Right Triangle 755">
              <a:extLst>
                <a:ext uri="{FF2B5EF4-FFF2-40B4-BE49-F238E27FC236}">
                  <a16:creationId xmlns:a16="http://schemas.microsoft.com/office/drawing/2014/main" id="{9235D41E-C7A5-6828-5589-2971F799AD1A}"/>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7" name="Oval 27">
              <a:extLst>
                <a:ext uri="{FF2B5EF4-FFF2-40B4-BE49-F238E27FC236}">
                  <a16:creationId xmlns:a16="http://schemas.microsoft.com/office/drawing/2014/main" id="{F2BE062A-F47A-AFA8-27BE-AEADBFA62337}"/>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8" name="Oval 28">
              <a:extLst>
                <a:ext uri="{FF2B5EF4-FFF2-40B4-BE49-F238E27FC236}">
                  <a16:creationId xmlns:a16="http://schemas.microsoft.com/office/drawing/2014/main" id="{ABF98111-398E-4821-F042-FA181F4D0DB2}"/>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759" name="Group 758">
            <a:extLst>
              <a:ext uri="{FF2B5EF4-FFF2-40B4-BE49-F238E27FC236}">
                <a16:creationId xmlns:a16="http://schemas.microsoft.com/office/drawing/2014/main" id="{8EE19AE5-01A3-11E5-AB5A-719A4D929DF6}"/>
              </a:ext>
            </a:extLst>
          </p:cNvPr>
          <p:cNvGrpSpPr/>
          <p:nvPr/>
        </p:nvGrpSpPr>
        <p:grpSpPr>
          <a:xfrm>
            <a:off x="6284590" y="811556"/>
            <a:ext cx="721206" cy="609701"/>
            <a:chOff x="6284590" y="811556"/>
            <a:chExt cx="721206" cy="609701"/>
          </a:xfrm>
        </p:grpSpPr>
        <p:sp>
          <p:nvSpPr>
            <p:cNvPr id="760" name="Rectangle 759">
              <a:hlinkHover r:id="" action="ppaction://noaction" highlightClick="1"/>
              <a:extLst>
                <a:ext uri="{FF2B5EF4-FFF2-40B4-BE49-F238E27FC236}">
                  <a16:creationId xmlns:a16="http://schemas.microsoft.com/office/drawing/2014/main" id="{C115DC89-D460-B059-817C-4E140B7A6249}"/>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761" name="Right Triangle 760">
              <a:extLst>
                <a:ext uri="{FF2B5EF4-FFF2-40B4-BE49-F238E27FC236}">
                  <a16:creationId xmlns:a16="http://schemas.microsoft.com/office/drawing/2014/main" id="{A1B4D1FF-721A-63A6-6E66-81A30A2394D8}"/>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62" name="Oval 27">
              <a:extLst>
                <a:ext uri="{FF2B5EF4-FFF2-40B4-BE49-F238E27FC236}">
                  <a16:creationId xmlns:a16="http://schemas.microsoft.com/office/drawing/2014/main" id="{4BC25241-8CF2-A24E-E834-180D6A8A5AFA}"/>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63" name="Oval 28">
              <a:extLst>
                <a:ext uri="{FF2B5EF4-FFF2-40B4-BE49-F238E27FC236}">
                  <a16:creationId xmlns:a16="http://schemas.microsoft.com/office/drawing/2014/main" id="{A2A84698-8BDC-28E4-497B-D5C950E6BF90}"/>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769" name="Group 768">
            <a:extLst>
              <a:ext uri="{FF2B5EF4-FFF2-40B4-BE49-F238E27FC236}">
                <a16:creationId xmlns:a16="http://schemas.microsoft.com/office/drawing/2014/main" id="{82E71F7A-F9F0-637D-A6F0-6C94FE1F7CA4}"/>
              </a:ext>
            </a:extLst>
          </p:cNvPr>
          <p:cNvGrpSpPr/>
          <p:nvPr/>
        </p:nvGrpSpPr>
        <p:grpSpPr>
          <a:xfrm>
            <a:off x="431659" y="3698227"/>
            <a:ext cx="721206" cy="609701"/>
            <a:chOff x="431659" y="3698227"/>
            <a:chExt cx="721206" cy="609701"/>
          </a:xfrm>
        </p:grpSpPr>
        <p:sp>
          <p:nvSpPr>
            <p:cNvPr id="770" name="Rectangle 769">
              <a:extLst>
                <a:ext uri="{FF2B5EF4-FFF2-40B4-BE49-F238E27FC236}">
                  <a16:creationId xmlns:a16="http://schemas.microsoft.com/office/drawing/2014/main" id="{E575B5C0-CB66-2F4C-10F8-F875EB70D3E2}"/>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771" name="Right Triangle 770">
              <a:extLst>
                <a:ext uri="{FF2B5EF4-FFF2-40B4-BE49-F238E27FC236}">
                  <a16:creationId xmlns:a16="http://schemas.microsoft.com/office/drawing/2014/main" id="{B8F9CA71-3FE2-2E7A-A25C-F485F4BB37F8}"/>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72" name="Group 771">
              <a:extLst>
                <a:ext uri="{FF2B5EF4-FFF2-40B4-BE49-F238E27FC236}">
                  <a16:creationId xmlns:a16="http://schemas.microsoft.com/office/drawing/2014/main" id="{83F4D1DC-F32A-9BC4-74BF-4963F85CF3E9}"/>
                </a:ext>
              </a:extLst>
            </p:cNvPr>
            <p:cNvGrpSpPr/>
            <p:nvPr/>
          </p:nvGrpSpPr>
          <p:grpSpPr>
            <a:xfrm>
              <a:off x="1102254" y="3706260"/>
              <a:ext cx="37817" cy="61390"/>
              <a:chOff x="3883481" y="2057400"/>
              <a:chExt cx="1608363" cy="2652031"/>
            </a:xfrm>
            <a:solidFill>
              <a:srgbClr val="A6A6A6"/>
            </a:solidFill>
          </p:grpSpPr>
          <p:sp>
            <p:nvSpPr>
              <p:cNvPr id="773" name="Oval 27">
                <a:extLst>
                  <a:ext uri="{FF2B5EF4-FFF2-40B4-BE49-F238E27FC236}">
                    <a16:creationId xmlns:a16="http://schemas.microsoft.com/office/drawing/2014/main" id="{3F8F602F-8D5E-8871-C4BC-C98EECC1515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74" name="Oval 28">
                <a:extLst>
                  <a:ext uri="{FF2B5EF4-FFF2-40B4-BE49-F238E27FC236}">
                    <a16:creationId xmlns:a16="http://schemas.microsoft.com/office/drawing/2014/main" id="{01D28728-A029-58B2-A55A-65283EAEC74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87" name="Group 786">
            <a:extLst>
              <a:ext uri="{FF2B5EF4-FFF2-40B4-BE49-F238E27FC236}">
                <a16:creationId xmlns:a16="http://schemas.microsoft.com/office/drawing/2014/main" id="{8661A0F9-0EF9-3145-7A6B-F59027E2F29C}"/>
              </a:ext>
            </a:extLst>
          </p:cNvPr>
          <p:cNvGrpSpPr/>
          <p:nvPr/>
        </p:nvGrpSpPr>
        <p:grpSpPr>
          <a:xfrm>
            <a:off x="2105709" y="3698225"/>
            <a:ext cx="721206" cy="610376"/>
            <a:chOff x="2105709" y="3698225"/>
            <a:chExt cx="721206" cy="610376"/>
          </a:xfrm>
        </p:grpSpPr>
        <p:sp>
          <p:nvSpPr>
            <p:cNvPr id="788" name="Rectangle 787">
              <a:extLst>
                <a:ext uri="{FF2B5EF4-FFF2-40B4-BE49-F238E27FC236}">
                  <a16:creationId xmlns:a16="http://schemas.microsoft.com/office/drawing/2014/main" id="{4049DB4F-8B97-DA21-80F0-324CF25706F1}"/>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789" name="Right Triangle 788">
              <a:extLst>
                <a:ext uri="{FF2B5EF4-FFF2-40B4-BE49-F238E27FC236}">
                  <a16:creationId xmlns:a16="http://schemas.microsoft.com/office/drawing/2014/main" id="{DB62D5E5-E3B2-B9F1-83D7-187CE8BE7A54}"/>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90" name="Group 789">
              <a:extLst>
                <a:ext uri="{FF2B5EF4-FFF2-40B4-BE49-F238E27FC236}">
                  <a16:creationId xmlns:a16="http://schemas.microsoft.com/office/drawing/2014/main" id="{E791FCF9-25C7-2986-08C8-F3B5A23D2E1E}"/>
                </a:ext>
              </a:extLst>
            </p:cNvPr>
            <p:cNvGrpSpPr/>
            <p:nvPr/>
          </p:nvGrpSpPr>
          <p:grpSpPr>
            <a:xfrm>
              <a:off x="2776304" y="3704319"/>
              <a:ext cx="37817" cy="61390"/>
              <a:chOff x="3883481" y="2057400"/>
              <a:chExt cx="1608363" cy="2652031"/>
            </a:xfrm>
            <a:solidFill>
              <a:srgbClr val="A6A6A6"/>
            </a:solidFill>
          </p:grpSpPr>
          <p:sp>
            <p:nvSpPr>
              <p:cNvPr id="791" name="Oval 27">
                <a:extLst>
                  <a:ext uri="{FF2B5EF4-FFF2-40B4-BE49-F238E27FC236}">
                    <a16:creationId xmlns:a16="http://schemas.microsoft.com/office/drawing/2014/main" id="{31A9BD27-0C92-7D5F-F36C-79BBF1AA74C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92" name="Oval 28">
                <a:extLst>
                  <a:ext uri="{FF2B5EF4-FFF2-40B4-BE49-F238E27FC236}">
                    <a16:creationId xmlns:a16="http://schemas.microsoft.com/office/drawing/2014/main" id="{1E6B79ED-149C-8233-651B-15D61070210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93" name="Group 792">
            <a:extLst>
              <a:ext uri="{FF2B5EF4-FFF2-40B4-BE49-F238E27FC236}">
                <a16:creationId xmlns:a16="http://schemas.microsoft.com/office/drawing/2014/main" id="{FC985AF9-454E-A59B-8D3B-684FE84A3783}"/>
              </a:ext>
            </a:extLst>
          </p:cNvPr>
          <p:cNvGrpSpPr/>
          <p:nvPr/>
        </p:nvGrpSpPr>
        <p:grpSpPr>
          <a:xfrm>
            <a:off x="1268842" y="2253333"/>
            <a:ext cx="721206" cy="609701"/>
            <a:chOff x="1268842" y="2253333"/>
            <a:chExt cx="721206" cy="609701"/>
          </a:xfrm>
        </p:grpSpPr>
        <p:sp>
          <p:nvSpPr>
            <p:cNvPr id="794" name="Rectangle 793">
              <a:extLst>
                <a:ext uri="{FF2B5EF4-FFF2-40B4-BE49-F238E27FC236}">
                  <a16:creationId xmlns:a16="http://schemas.microsoft.com/office/drawing/2014/main" id="{0761DFB3-E351-04E6-8599-465DFAE4CC9E}"/>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795" name="Right Triangle 794">
              <a:extLst>
                <a:ext uri="{FF2B5EF4-FFF2-40B4-BE49-F238E27FC236}">
                  <a16:creationId xmlns:a16="http://schemas.microsoft.com/office/drawing/2014/main" id="{EE5CE9BD-C0B1-0F50-83FF-E8CDC56CBB12}"/>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96" name="Group 795">
              <a:extLst>
                <a:ext uri="{FF2B5EF4-FFF2-40B4-BE49-F238E27FC236}">
                  <a16:creationId xmlns:a16="http://schemas.microsoft.com/office/drawing/2014/main" id="{7080F95A-5776-793B-6BE0-6DE9A5847D66}"/>
                </a:ext>
              </a:extLst>
            </p:cNvPr>
            <p:cNvGrpSpPr/>
            <p:nvPr/>
          </p:nvGrpSpPr>
          <p:grpSpPr>
            <a:xfrm>
              <a:off x="1939437" y="2265723"/>
              <a:ext cx="37817" cy="61390"/>
              <a:chOff x="3883481" y="2057400"/>
              <a:chExt cx="1608363" cy="2652031"/>
            </a:xfrm>
            <a:solidFill>
              <a:srgbClr val="A6A6A6"/>
            </a:solidFill>
          </p:grpSpPr>
          <p:sp>
            <p:nvSpPr>
              <p:cNvPr id="797" name="Oval 27">
                <a:extLst>
                  <a:ext uri="{FF2B5EF4-FFF2-40B4-BE49-F238E27FC236}">
                    <a16:creationId xmlns:a16="http://schemas.microsoft.com/office/drawing/2014/main" id="{AB9AFB20-B8D0-BF5B-1379-99EF1C83EB3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98" name="Oval 28">
                <a:extLst>
                  <a:ext uri="{FF2B5EF4-FFF2-40B4-BE49-F238E27FC236}">
                    <a16:creationId xmlns:a16="http://schemas.microsoft.com/office/drawing/2014/main" id="{8BCEB90F-F432-63E7-F2B8-364B5710886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99" name="Group 798">
            <a:extLst>
              <a:ext uri="{FF2B5EF4-FFF2-40B4-BE49-F238E27FC236}">
                <a16:creationId xmlns:a16="http://schemas.microsoft.com/office/drawing/2014/main" id="{69165DC3-E8B9-04B7-DA76-E6325D7E627A}"/>
              </a:ext>
            </a:extLst>
          </p:cNvPr>
          <p:cNvGrpSpPr/>
          <p:nvPr/>
        </p:nvGrpSpPr>
        <p:grpSpPr>
          <a:xfrm>
            <a:off x="2105349" y="2253333"/>
            <a:ext cx="721206" cy="609701"/>
            <a:chOff x="2105349" y="2253333"/>
            <a:chExt cx="721206" cy="609701"/>
          </a:xfrm>
        </p:grpSpPr>
        <p:sp>
          <p:nvSpPr>
            <p:cNvPr id="800" name="Rectangle 799">
              <a:extLst>
                <a:ext uri="{FF2B5EF4-FFF2-40B4-BE49-F238E27FC236}">
                  <a16:creationId xmlns:a16="http://schemas.microsoft.com/office/drawing/2014/main" id="{46391348-C573-0957-00C0-CD2C0E5B8DF8}"/>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801" name="Right Triangle 800">
              <a:extLst>
                <a:ext uri="{FF2B5EF4-FFF2-40B4-BE49-F238E27FC236}">
                  <a16:creationId xmlns:a16="http://schemas.microsoft.com/office/drawing/2014/main" id="{1B727A01-E532-26C5-3D0D-3221FFAC7ED1}"/>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02" name="Group 801">
              <a:extLst>
                <a:ext uri="{FF2B5EF4-FFF2-40B4-BE49-F238E27FC236}">
                  <a16:creationId xmlns:a16="http://schemas.microsoft.com/office/drawing/2014/main" id="{75409F91-91C7-0422-018A-F139BC686ADA}"/>
                </a:ext>
              </a:extLst>
            </p:cNvPr>
            <p:cNvGrpSpPr/>
            <p:nvPr/>
          </p:nvGrpSpPr>
          <p:grpSpPr>
            <a:xfrm>
              <a:off x="2771411" y="2265582"/>
              <a:ext cx="37817" cy="61390"/>
              <a:chOff x="3883481" y="2057400"/>
              <a:chExt cx="1608363" cy="2652031"/>
            </a:xfrm>
            <a:solidFill>
              <a:srgbClr val="A6A6A6"/>
            </a:solidFill>
          </p:grpSpPr>
          <p:sp>
            <p:nvSpPr>
              <p:cNvPr id="803" name="Oval 27">
                <a:extLst>
                  <a:ext uri="{FF2B5EF4-FFF2-40B4-BE49-F238E27FC236}">
                    <a16:creationId xmlns:a16="http://schemas.microsoft.com/office/drawing/2014/main" id="{B7B3FB78-238B-B019-3E35-076AFA9A015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4" name="Oval 28">
                <a:extLst>
                  <a:ext uri="{FF2B5EF4-FFF2-40B4-BE49-F238E27FC236}">
                    <a16:creationId xmlns:a16="http://schemas.microsoft.com/office/drawing/2014/main" id="{703F004B-E854-4635-A382-EC525ABF7C3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05" name="Group 804">
            <a:extLst>
              <a:ext uri="{FF2B5EF4-FFF2-40B4-BE49-F238E27FC236}">
                <a16:creationId xmlns:a16="http://schemas.microsoft.com/office/drawing/2014/main" id="{5D700BEB-8D75-F7A4-A154-4A40381422A4}"/>
              </a:ext>
            </a:extLst>
          </p:cNvPr>
          <p:cNvGrpSpPr/>
          <p:nvPr/>
        </p:nvGrpSpPr>
        <p:grpSpPr>
          <a:xfrm>
            <a:off x="2941856" y="2253333"/>
            <a:ext cx="721206" cy="609701"/>
            <a:chOff x="2941856" y="2253333"/>
            <a:chExt cx="721206" cy="609701"/>
          </a:xfrm>
        </p:grpSpPr>
        <p:sp>
          <p:nvSpPr>
            <p:cNvPr id="806" name="Rectangle 805">
              <a:extLst>
                <a:ext uri="{FF2B5EF4-FFF2-40B4-BE49-F238E27FC236}">
                  <a16:creationId xmlns:a16="http://schemas.microsoft.com/office/drawing/2014/main" id="{2FCBEAE4-D8DE-9336-C0B8-BB09F4E717CB}"/>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807" name="Right Triangle 806">
              <a:extLst>
                <a:ext uri="{FF2B5EF4-FFF2-40B4-BE49-F238E27FC236}">
                  <a16:creationId xmlns:a16="http://schemas.microsoft.com/office/drawing/2014/main" id="{58F81C8A-E82F-B6A7-0F70-7C697E524F76}"/>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08" name="Group 807">
              <a:extLst>
                <a:ext uri="{FF2B5EF4-FFF2-40B4-BE49-F238E27FC236}">
                  <a16:creationId xmlns:a16="http://schemas.microsoft.com/office/drawing/2014/main" id="{29A9F94C-177A-4115-90B8-776D53F1F9D1}"/>
                </a:ext>
              </a:extLst>
            </p:cNvPr>
            <p:cNvGrpSpPr/>
            <p:nvPr/>
          </p:nvGrpSpPr>
          <p:grpSpPr>
            <a:xfrm>
              <a:off x="3611254" y="2264960"/>
              <a:ext cx="37817" cy="61390"/>
              <a:chOff x="3883481" y="2057400"/>
              <a:chExt cx="1608363" cy="2652031"/>
            </a:xfrm>
            <a:solidFill>
              <a:srgbClr val="A6A6A6"/>
            </a:solidFill>
          </p:grpSpPr>
          <p:sp>
            <p:nvSpPr>
              <p:cNvPr id="809" name="Oval 27">
                <a:extLst>
                  <a:ext uri="{FF2B5EF4-FFF2-40B4-BE49-F238E27FC236}">
                    <a16:creationId xmlns:a16="http://schemas.microsoft.com/office/drawing/2014/main" id="{09605278-CAC2-80E8-4119-3B8B420209C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10" name="Oval 28">
                <a:extLst>
                  <a:ext uri="{FF2B5EF4-FFF2-40B4-BE49-F238E27FC236}">
                    <a16:creationId xmlns:a16="http://schemas.microsoft.com/office/drawing/2014/main" id="{E484B3F5-A88B-27F9-8237-47268398EBA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11" name="Group 810">
            <a:extLst>
              <a:ext uri="{FF2B5EF4-FFF2-40B4-BE49-F238E27FC236}">
                <a16:creationId xmlns:a16="http://schemas.microsoft.com/office/drawing/2014/main" id="{CB50E015-CDDC-BCF8-7960-6C1946B98DB3}"/>
              </a:ext>
            </a:extLst>
          </p:cNvPr>
          <p:cNvGrpSpPr/>
          <p:nvPr/>
        </p:nvGrpSpPr>
        <p:grpSpPr>
          <a:xfrm>
            <a:off x="4614870" y="2253333"/>
            <a:ext cx="721206" cy="609701"/>
            <a:chOff x="4614870" y="2253333"/>
            <a:chExt cx="721206" cy="609701"/>
          </a:xfrm>
        </p:grpSpPr>
        <p:sp>
          <p:nvSpPr>
            <p:cNvPr id="812" name="Rectangle 811">
              <a:extLst>
                <a:ext uri="{FF2B5EF4-FFF2-40B4-BE49-F238E27FC236}">
                  <a16:creationId xmlns:a16="http://schemas.microsoft.com/office/drawing/2014/main" id="{5B16AE7D-2CAC-F533-5939-52AE2B1FE44B}"/>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813" name="Right Triangle 812">
              <a:extLst>
                <a:ext uri="{FF2B5EF4-FFF2-40B4-BE49-F238E27FC236}">
                  <a16:creationId xmlns:a16="http://schemas.microsoft.com/office/drawing/2014/main" id="{9711CE18-1E8E-65DA-852B-89E44708B106}"/>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14" name="Group 813">
              <a:extLst>
                <a:ext uri="{FF2B5EF4-FFF2-40B4-BE49-F238E27FC236}">
                  <a16:creationId xmlns:a16="http://schemas.microsoft.com/office/drawing/2014/main" id="{ACFB41ED-6F53-16CC-5237-E38975377A33}"/>
                </a:ext>
              </a:extLst>
            </p:cNvPr>
            <p:cNvGrpSpPr/>
            <p:nvPr/>
          </p:nvGrpSpPr>
          <p:grpSpPr>
            <a:xfrm>
              <a:off x="5280746" y="2264771"/>
              <a:ext cx="37817" cy="61390"/>
              <a:chOff x="3883481" y="2057400"/>
              <a:chExt cx="1608363" cy="2652031"/>
            </a:xfrm>
            <a:solidFill>
              <a:srgbClr val="A6A6A6"/>
            </a:solidFill>
          </p:grpSpPr>
          <p:sp>
            <p:nvSpPr>
              <p:cNvPr id="815" name="Oval 27">
                <a:extLst>
                  <a:ext uri="{FF2B5EF4-FFF2-40B4-BE49-F238E27FC236}">
                    <a16:creationId xmlns:a16="http://schemas.microsoft.com/office/drawing/2014/main" id="{2B104B2B-8618-7779-7AC1-E8760BBC569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16" name="Oval 28">
                <a:extLst>
                  <a:ext uri="{FF2B5EF4-FFF2-40B4-BE49-F238E27FC236}">
                    <a16:creationId xmlns:a16="http://schemas.microsoft.com/office/drawing/2014/main" id="{4F9B874F-F1FF-27E7-74AC-951BF81908F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29" name="Group 828">
            <a:extLst>
              <a:ext uri="{FF2B5EF4-FFF2-40B4-BE49-F238E27FC236}">
                <a16:creationId xmlns:a16="http://schemas.microsoft.com/office/drawing/2014/main" id="{975FADE6-3819-0C1B-91F9-76EB15480BD6}"/>
              </a:ext>
            </a:extLst>
          </p:cNvPr>
          <p:cNvGrpSpPr/>
          <p:nvPr/>
        </p:nvGrpSpPr>
        <p:grpSpPr>
          <a:xfrm>
            <a:off x="431659" y="1532275"/>
            <a:ext cx="721893" cy="610039"/>
            <a:chOff x="431659" y="1532275"/>
            <a:chExt cx="721893" cy="610039"/>
          </a:xfrm>
        </p:grpSpPr>
        <p:sp>
          <p:nvSpPr>
            <p:cNvPr id="830" name="Rectangle 829">
              <a:extLst>
                <a:ext uri="{FF2B5EF4-FFF2-40B4-BE49-F238E27FC236}">
                  <a16:creationId xmlns:a16="http://schemas.microsoft.com/office/drawing/2014/main" id="{BC684706-5D37-8A89-CD96-08BAE3027D1B}"/>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831" name="Right Triangle 830">
              <a:extLst>
                <a:ext uri="{FF2B5EF4-FFF2-40B4-BE49-F238E27FC236}">
                  <a16:creationId xmlns:a16="http://schemas.microsoft.com/office/drawing/2014/main" id="{34A9A470-7F5F-2782-77D3-333C372170D9}"/>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32" name="Group 831">
              <a:extLst>
                <a:ext uri="{FF2B5EF4-FFF2-40B4-BE49-F238E27FC236}">
                  <a16:creationId xmlns:a16="http://schemas.microsoft.com/office/drawing/2014/main" id="{65D858A3-D167-09AE-373E-79DBF7F08A08}"/>
                </a:ext>
              </a:extLst>
            </p:cNvPr>
            <p:cNvGrpSpPr/>
            <p:nvPr/>
          </p:nvGrpSpPr>
          <p:grpSpPr>
            <a:xfrm>
              <a:off x="1102941" y="1538369"/>
              <a:ext cx="37817" cy="61390"/>
              <a:chOff x="3883481" y="2057400"/>
              <a:chExt cx="1608363" cy="2652031"/>
            </a:xfrm>
            <a:solidFill>
              <a:srgbClr val="A6A6A6"/>
            </a:solidFill>
          </p:grpSpPr>
          <p:sp>
            <p:nvSpPr>
              <p:cNvPr id="833" name="Oval 27">
                <a:extLst>
                  <a:ext uri="{FF2B5EF4-FFF2-40B4-BE49-F238E27FC236}">
                    <a16:creationId xmlns:a16="http://schemas.microsoft.com/office/drawing/2014/main" id="{A04BF4C0-3F4F-4C78-15D4-1C19705ED2D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34" name="Oval 28">
                <a:extLst>
                  <a:ext uri="{FF2B5EF4-FFF2-40B4-BE49-F238E27FC236}">
                    <a16:creationId xmlns:a16="http://schemas.microsoft.com/office/drawing/2014/main" id="{90CB96A0-6A4F-3A3E-0826-7D55A53C639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35" name="Group 834">
            <a:extLst>
              <a:ext uri="{FF2B5EF4-FFF2-40B4-BE49-F238E27FC236}">
                <a16:creationId xmlns:a16="http://schemas.microsoft.com/office/drawing/2014/main" id="{6A6517E1-2CFE-1EA4-8BC6-00DA0F28C591}"/>
              </a:ext>
            </a:extLst>
          </p:cNvPr>
          <p:cNvGrpSpPr/>
          <p:nvPr/>
        </p:nvGrpSpPr>
        <p:grpSpPr>
          <a:xfrm>
            <a:off x="1268842" y="1532275"/>
            <a:ext cx="721206" cy="610039"/>
            <a:chOff x="1268842" y="1532275"/>
            <a:chExt cx="721206" cy="610039"/>
          </a:xfrm>
        </p:grpSpPr>
        <p:sp>
          <p:nvSpPr>
            <p:cNvPr id="836" name="Rectangle 835">
              <a:extLst>
                <a:ext uri="{FF2B5EF4-FFF2-40B4-BE49-F238E27FC236}">
                  <a16:creationId xmlns:a16="http://schemas.microsoft.com/office/drawing/2014/main" id="{76C3338B-FB31-939C-2B62-4798166F29DB}"/>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837" name="Right Triangle 836">
              <a:extLst>
                <a:ext uri="{FF2B5EF4-FFF2-40B4-BE49-F238E27FC236}">
                  <a16:creationId xmlns:a16="http://schemas.microsoft.com/office/drawing/2014/main" id="{354AF546-610C-B573-2A91-CA6EFF31735C}"/>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38" name="Group 837">
              <a:extLst>
                <a:ext uri="{FF2B5EF4-FFF2-40B4-BE49-F238E27FC236}">
                  <a16:creationId xmlns:a16="http://schemas.microsoft.com/office/drawing/2014/main" id="{871717D9-D3B4-C81F-C97B-F8CEE47FC199}"/>
                </a:ext>
              </a:extLst>
            </p:cNvPr>
            <p:cNvGrpSpPr/>
            <p:nvPr/>
          </p:nvGrpSpPr>
          <p:grpSpPr>
            <a:xfrm>
              <a:off x="1939437" y="1538369"/>
              <a:ext cx="37817" cy="61390"/>
              <a:chOff x="3883481" y="2057400"/>
              <a:chExt cx="1608363" cy="2652031"/>
            </a:xfrm>
            <a:solidFill>
              <a:srgbClr val="A6A6A6"/>
            </a:solidFill>
          </p:grpSpPr>
          <p:sp>
            <p:nvSpPr>
              <p:cNvPr id="839" name="Oval 27">
                <a:extLst>
                  <a:ext uri="{FF2B5EF4-FFF2-40B4-BE49-F238E27FC236}">
                    <a16:creationId xmlns:a16="http://schemas.microsoft.com/office/drawing/2014/main" id="{210158C4-0FDE-92A6-AE3D-ACA858776E1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0" name="Oval 28">
                <a:extLst>
                  <a:ext uri="{FF2B5EF4-FFF2-40B4-BE49-F238E27FC236}">
                    <a16:creationId xmlns:a16="http://schemas.microsoft.com/office/drawing/2014/main" id="{FC5E00A2-443E-B196-B430-81C93288B49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47" name="Group 846">
            <a:extLst>
              <a:ext uri="{FF2B5EF4-FFF2-40B4-BE49-F238E27FC236}">
                <a16:creationId xmlns:a16="http://schemas.microsoft.com/office/drawing/2014/main" id="{11D30AAC-5342-AC53-C8E4-E5A852B6F65C}"/>
              </a:ext>
            </a:extLst>
          </p:cNvPr>
          <p:cNvGrpSpPr/>
          <p:nvPr/>
        </p:nvGrpSpPr>
        <p:grpSpPr>
          <a:xfrm>
            <a:off x="431659" y="2974054"/>
            <a:ext cx="721893" cy="609701"/>
            <a:chOff x="431659" y="2974054"/>
            <a:chExt cx="721893" cy="609701"/>
          </a:xfrm>
        </p:grpSpPr>
        <p:sp>
          <p:nvSpPr>
            <p:cNvPr id="848" name="Rectangle 847">
              <a:extLst>
                <a:ext uri="{FF2B5EF4-FFF2-40B4-BE49-F238E27FC236}">
                  <a16:creationId xmlns:a16="http://schemas.microsoft.com/office/drawing/2014/main" id="{D591A374-6010-0AF3-CBAE-BF2398B80CBF}"/>
                </a:ext>
              </a:extLst>
            </p:cNvPr>
            <p:cNvSpPr/>
            <p:nvPr/>
          </p:nvSpPr>
          <p:spPr>
            <a:xfrm>
              <a:off x="43165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849" name="Right Triangle 848">
              <a:extLst>
                <a:ext uri="{FF2B5EF4-FFF2-40B4-BE49-F238E27FC236}">
                  <a16:creationId xmlns:a16="http://schemas.microsoft.com/office/drawing/2014/main" id="{8EA949ED-5F6E-C5A5-0407-2E64ABF6F198}"/>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50" name="Group 849">
              <a:extLst>
                <a:ext uri="{FF2B5EF4-FFF2-40B4-BE49-F238E27FC236}">
                  <a16:creationId xmlns:a16="http://schemas.microsoft.com/office/drawing/2014/main" id="{AF60B242-58B7-68F3-D5E3-B70B3B67076F}"/>
                </a:ext>
              </a:extLst>
            </p:cNvPr>
            <p:cNvGrpSpPr/>
            <p:nvPr/>
          </p:nvGrpSpPr>
          <p:grpSpPr>
            <a:xfrm>
              <a:off x="1102941" y="2981751"/>
              <a:ext cx="37817" cy="61390"/>
              <a:chOff x="3883481" y="2057400"/>
              <a:chExt cx="1608363" cy="2652031"/>
            </a:xfrm>
            <a:solidFill>
              <a:srgbClr val="A6A6A6"/>
            </a:solidFill>
          </p:grpSpPr>
          <p:sp>
            <p:nvSpPr>
              <p:cNvPr id="851" name="Oval 27">
                <a:extLst>
                  <a:ext uri="{FF2B5EF4-FFF2-40B4-BE49-F238E27FC236}">
                    <a16:creationId xmlns:a16="http://schemas.microsoft.com/office/drawing/2014/main" id="{E59DB118-B9DE-176D-145D-A3C76D986CB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2" name="Oval 28">
                <a:extLst>
                  <a:ext uri="{FF2B5EF4-FFF2-40B4-BE49-F238E27FC236}">
                    <a16:creationId xmlns:a16="http://schemas.microsoft.com/office/drawing/2014/main" id="{A3B74227-1E9A-2ECD-9B1E-54B9ED68B7C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53" name="Group 852">
            <a:extLst>
              <a:ext uri="{FF2B5EF4-FFF2-40B4-BE49-F238E27FC236}">
                <a16:creationId xmlns:a16="http://schemas.microsoft.com/office/drawing/2014/main" id="{2B54B58A-B87E-558A-258A-43254791AFFB}"/>
              </a:ext>
            </a:extLst>
          </p:cNvPr>
          <p:cNvGrpSpPr/>
          <p:nvPr/>
        </p:nvGrpSpPr>
        <p:grpSpPr>
          <a:xfrm>
            <a:off x="2928745" y="5130727"/>
            <a:ext cx="724141" cy="609701"/>
            <a:chOff x="4615447" y="2974054"/>
            <a:chExt cx="724141" cy="609701"/>
          </a:xfrm>
        </p:grpSpPr>
        <p:sp>
          <p:nvSpPr>
            <p:cNvPr id="854" name="Rectangle 853">
              <a:extLst>
                <a:ext uri="{FF2B5EF4-FFF2-40B4-BE49-F238E27FC236}">
                  <a16:creationId xmlns:a16="http://schemas.microsoft.com/office/drawing/2014/main" id="{1ABDF2BD-8E4D-04E8-5E9D-50B868E36633}"/>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855" name="Right Triangle 854">
              <a:extLst>
                <a:ext uri="{FF2B5EF4-FFF2-40B4-BE49-F238E27FC236}">
                  <a16:creationId xmlns:a16="http://schemas.microsoft.com/office/drawing/2014/main" id="{3D82350E-C2F3-6A2A-9056-D7D5BBD936CC}"/>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56" name="Group 855">
              <a:extLst>
                <a:ext uri="{FF2B5EF4-FFF2-40B4-BE49-F238E27FC236}">
                  <a16:creationId xmlns:a16="http://schemas.microsoft.com/office/drawing/2014/main" id="{1D3B7DF8-FFD0-034D-C92A-BD094AF77491}"/>
                </a:ext>
              </a:extLst>
            </p:cNvPr>
            <p:cNvGrpSpPr/>
            <p:nvPr/>
          </p:nvGrpSpPr>
          <p:grpSpPr>
            <a:xfrm>
              <a:off x="5288977" y="2982563"/>
              <a:ext cx="37817" cy="61390"/>
              <a:chOff x="3883481" y="2057400"/>
              <a:chExt cx="1608363" cy="2652031"/>
            </a:xfrm>
            <a:solidFill>
              <a:srgbClr val="A6A6A6"/>
            </a:solidFill>
          </p:grpSpPr>
          <p:sp>
            <p:nvSpPr>
              <p:cNvPr id="857" name="Oval 27">
                <a:extLst>
                  <a:ext uri="{FF2B5EF4-FFF2-40B4-BE49-F238E27FC236}">
                    <a16:creationId xmlns:a16="http://schemas.microsoft.com/office/drawing/2014/main" id="{E0BBCF91-89DB-DB48-BA24-008FB4804E0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8" name="Oval 28">
                <a:extLst>
                  <a:ext uri="{FF2B5EF4-FFF2-40B4-BE49-F238E27FC236}">
                    <a16:creationId xmlns:a16="http://schemas.microsoft.com/office/drawing/2014/main" id="{932B2A58-8951-72FA-2935-64B0F673758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59" name="Group 858">
            <a:extLst>
              <a:ext uri="{FF2B5EF4-FFF2-40B4-BE49-F238E27FC236}">
                <a16:creationId xmlns:a16="http://schemas.microsoft.com/office/drawing/2014/main" id="{FDACA8BB-71E4-D7E4-B1A3-CAC853478958}"/>
              </a:ext>
            </a:extLst>
          </p:cNvPr>
          <p:cNvGrpSpPr/>
          <p:nvPr/>
        </p:nvGrpSpPr>
        <p:grpSpPr>
          <a:xfrm>
            <a:off x="2940467" y="2974052"/>
            <a:ext cx="721206" cy="613156"/>
            <a:chOff x="2940467" y="2974052"/>
            <a:chExt cx="721206" cy="613156"/>
          </a:xfrm>
        </p:grpSpPr>
        <p:sp>
          <p:nvSpPr>
            <p:cNvPr id="860" name="Rectangle 859">
              <a:extLst>
                <a:ext uri="{FF2B5EF4-FFF2-40B4-BE49-F238E27FC236}">
                  <a16:creationId xmlns:a16="http://schemas.microsoft.com/office/drawing/2014/main" id="{64467823-41C2-C234-7600-E96B3B764F16}"/>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861" name="Right Triangle 860">
              <a:extLst>
                <a:ext uri="{FF2B5EF4-FFF2-40B4-BE49-F238E27FC236}">
                  <a16:creationId xmlns:a16="http://schemas.microsoft.com/office/drawing/2014/main" id="{D8A4ECA5-E71D-B324-CC54-D66B8CD979B4}"/>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62" name="Group 861">
              <a:extLst>
                <a:ext uri="{FF2B5EF4-FFF2-40B4-BE49-F238E27FC236}">
                  <a16:creationId xmlns:a16="http://schemas.microsoft.com/office/drawing/2014/main" id="{CEC6086D-910F-A4C9-0BDC-2818D1C28B9E}"/>
                </a:ext>
              </a:extLst>
            </p:cNvPr>
            <p:cNvGrpSpPr/>
            <p:nvPr/>
          </p:nvGrpSpPr>
          <p:grpSpPr>
            <a:xfrm>
              <a:off x="3610505" y="2980146"/>
              <a:ext cx="37817" cy="61390"/>
              <a:chOff x="3883481" y="2057400"/>
              <a:chExt cx="1608363" cy="2652031"/>
            </a:xfrm>
            <a:solidFill>
              <a:srgbClr val="A6A6A6"/>
            </a:solidFill>
          </p:grpSpPr>
          <p:sp>
            <p:nvSpPr>
              <p:cNvPr id="863" name="Oval 27">
                <a:extLst>
                  <a:ext uri="{FF2B5EF4-FFF2-40B4-BE49-F238E27FC236}">
                    <a16:creationId xmlns:a16="http://schemas.microsoft.com/office/drawing/2014/main" id="{C9A2B06C-B329-898A-F819-80589C9DA12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4" name="Oval 28">
                <a:extLst>
                  <a:ext uri="{FF2B5EF4-FFF2-40B4-BE49-F238E27FC236}">
                    <a16:creationId xmlns:a16="http://schemas.microsoft.com/office/drawing/2014/main" id="{62179EDB-1F8F-1560-7CB4-193C24A2025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65" name="Group 864">
            <a:extLst>
              <a:ext uri="{FF2B5EF4-FFF2-40B4-BE49-F238E27FC236}">
                <a16:creationId xmlns:a16="http://schemas.microsoft.com/office/drawing/2014/main" id="{CA71AE07-1A92-8EBD-FC68-0BFCA4BA9C87}"/>
              </a:ext>
            </a:extLst>
          </p:cNvPr>
          <p:cNvGrpSpPr/>
          <p:nvPr/>
        </p:nvGrpSpPr>
        <p:grpSpPr>
          <a:xfrm>
            <a:off x="431659" y="811556"/>
            <a:ext cx="721206" cy="609701"/>
            <a:chOff x="431659" y="811556"/>
            <a:chExt cx="721206" cy="609701"/>
          </a:xfrm>
        </p:grpSpPr>
        <p:sp>
          <p:nvSpPr>
            <p:cNvPr id="866" name="Rectangle 865">
              <a:extLst>
                <a:ext uri="{FF2B5EF4-FFF2-40B4-BE49-F238E27FC236}">
                  <a16:creationId xmlns:a16="http://schemas.microsoft.com/office/drawing/2014/main" id="{A2A9859E-3D58-FE77-0773-A0DC7FDCDACD}"/>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867" name="Right Triangle 866">
              <a:extLst>
                <a:ext uri="{FF2B5EF4-FFF2-40B4-BE49-F238E27FC236}">
                  <a16:creationId xmlns:a16="http://schemas.microsoft.com/office/drawing/2014/main" id="{DE7A0751-2E01-94DE-FFB9-17C15E8E1760}"/>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68" name="Group 867">
              <a:extLst>
                <a:ext uri="{FF2B5EF4-FFF2-40B4-BE49-F238E27FC236}">
                  <a16:creationId xmlns:a16="http://schemas.microsoft.com/office/drawing/2014/main" id="{B44C2E87-1F0B-C064-A37F-5A3EE748E611}"/>
                </a:ext>
              </a:extLst>
            </p:cNvPr>
            <p:cNvGrpSpPr/>
            <p:nvPr/>
          </p:nvGrpSpPr>
          <p:grpSpPr>
            <a:xfrm>
              <a:off x="1100972" y="819589"/>
              <a:ext cx="37817" cy="61390"/>
              <a:chOff x="3883481" y="2057400"/>
              <a:chExt cx="1608363" cy="2652031"/>
            </a:xfrm>
            <a:solidFill>
              <a:srgbClr val="A6A6A6"/>
            </a:solidFill>
          </p:grpSpPr>
          <p:sp>
            <p:nvSpPr>
              <p:cNvPr id="869" name="Oval 27">
                <a:extLst>
                  <a:ext uri="{FF2B5EF4-FFF2-40B4-BE49-F238E27FC236}">
                    <a16:creationId xmlns:a16="http://schemas.microsoft.com/office/drawing/2014/main" id="{EE63E222-21B4-8A30-0DAF-D3D5D937AE9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0" name="Oval 28">
                <a:extLst>
                  <a:ext uri="{FF2B5EF4-FFF2-40B4-BE49-F238E27FC236}">
                    <a16:creationId xmlns:a16="http://schemas.microsoft.com/office/drawing/2014/main" id="{2FDA4B0F-80FA-34D3-90AB-75767ABDC92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71" name="Group 870">
            <a:extLst>
              <a:ext uri="{FF2B5EF4-FFF2-40B4-BE49-F238E27FC236}">
                <a16:creationId xmlns:a16="http://schemas.microsoft.com/office/drawing/2014/main" id="{60F4261C-00E8-7E13-0159-935BB0E20CA6}"/>
              </a:ext>
            </a:extLst>
          </p:cNvPr>
          <p:cNvGrpSpPr/>
          <p:nvPr/>
        </p:nvGrpSpPr>
        <p:grpSpPr>
          <a:xfrm>
            <a:off x="1267284" y="811556"/>
            <a:ext cx="721206" cy="609701"/>
            <a:chOff x="1267284" y="811556"/>
            <a:chExt cx="721206" cy="609701"/>
          </a:xfrm>
        </p:grpSpPr>
        <p:sp>
          <p:nvSpPr>
            <p:cNvPr id="872" name="Rectangle 871">
              <a:extLst>
                <a:ext uri="{FF2B5EF4-FFF2-40B4-BE49-F238E27FC236}">
                  <a16:creationId xmlns:a16="http://schemas.microsoft.com/office/drawing/2014/main" id="{779518FA-2BFC-17CC-A43E-AA336D5C4C57}"/>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873" name="Right Triangle 872">
              <a:extLst>
                <a:ext uri="{FF2B5EF4-FFF2-40B4-BE49-F238E27FC236}">
                  <a16:creationId xmlns:a16="http://schemas.microsoft.com/office/drawing/2014/main" id="{884DD392-9B88-83D9-5300-F71709A04B9A}"/>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74" name="Group 873">
              <a:extLst>
                <a:ext uri="{FF2B5EF4-FFF2-40B4-BE49-F238E27FC236}">
                  <a16:creationId xmlns:a16="http://schemas.microsoft.com/office/drawing/2014/main" id="{93FBC49D-F91A-68C8-DCE2-183990E7B63F}"/>
                </a:ext>
              </a:extLst>
            </p:cNvPr>
            <p:cNvGrpSpPr/>
            <p:nvPr/>
          </p:nvGrpSpPr>
          <p:grpSpPr>
            <a:xfrm>
              <a:off x="1937879" y="819589"/>
              <a:ext cx="37817" cy="61390"/>
              <a:chOff x="3883481" y="2057400"/>
              <a:chExt cx="1608363" cy="2652031"/>
            </a:xfrm>
            <a:solidFill>
              <a:srgbClr val="A6A6A6"/>
            </a:solidFill>
          </p:grpSpPr>
          <p:sp>
            <p:nvSpPr>
              <p:cNvPr id="875" name="Oval 27">
                <a:extLst>
                  <a:ext uri="{FF2B5EF4-FFF2-40B4-BE49-F238E27FC236}">
                    <a16:creationId xmlns:a16="http://schemas.microsoft.com/office/drawing/2014/main" id="{0B47C535-31FA-7C4D-121A-AC92EBFD9BF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6" name="Oval 28">
                <a:extLst>
                  <a:ext uri="{FF2B5EF4-FFF2-40B4-BE49-F238E27FC236}">
                    <a16:creationId xmlns:a16="http://schemas.microsoft.com/office/drawing/2014/main" id="{E0DD986F-3ABA-F18C-F178-50F3D3E8BBD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77" name="Group 876">
            <a:extLst>
              <a:ext uri="{FF2B5EF4-FFF2-40B4-BE49-F238E27FC236}">
                <a16:creationId xmlns:a16="http://schemas.microsoft.com/office/drawing/2014/main" id="{9B4ECC84-4FB4-09DB-7AB9-36C12F202A3B}"/>
              </a:ext>
            </a:extLst>
          </p:cNvPr>
          <p:cNvGrpSpPr/>
          <p:nvPr/>
        </p:nvGrpSpPr>
        <p:grpSpPr>
          <a:xfrm>
            <a:off x="3776511" y="2974054"/>
            <a:ext cx="724141" cy="609701"/>
            <a:chOff x="3776511" y="2974054"/>
            <a:chExt cx="724141" cy="609701"/>
          </a:xfrm>
        </p:grpSpPr>
        <p:sp>
          <p:nvSpPr>
            <p:cNvPr id="878" name="Rectangle 877">
              <a:extLst>
                <a:ext uri="{FF2B5EF4-FFF2-40B4-BE49-F238E27FC236}">
                  <a16:creationId xmlns:a16="http://schemas.microsoft.com/office/drawing/2014/main" id="{57CEB930-4EF2-683A-B432-6DD9738C59F3}"/>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a:t>
              </a:r>
              <a:r>
                <a:rPr lang="en-GB" sz="600">
                  <a:solidFill>
                    <a:srgbClr val="1F4E79"/>
                  </a:solidFill>
                  <a:latin typeface="Century Gothic" panose="020B0502020202020204" pitchFamily="34" charset="0"/>
                </a:rPr>
                <a:t>Target Resources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879" name="Right Triangle 878">
              <a:extLst>
                <a:ext uri="{FF2B5EF4-FFF2-40B4-BE49-F238E27FC236}">
                  <a16:creationId xmlns:a16="http://schemas.microsoft.com/office/drawing/2014/main" id="{6E3D3C75-2AB0-8A65-9038-A73F9B12759C}"/>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80" name="Group 879">
              <a:extLst>
                <a:ext uri="{FF2B5EF4-FFF2-40B4-BE49-F238E27FC236}">
                  <a16:creationId xmlns:a16="http://schemas.microsoft.com/office/drawing/2014/main" id="{416FA01F-380B-D283-2CB6-D817BD8A0B2C}"/>
                </a:ext>
              </a:extLst>
            </p:cNvPr>
            <p:cNvGrpSpPr/>
            <p:nvPr/>
          </p:nvGrpSpPr>
          <p:grpSpPr>
            <a:xfrm>
              <a:off x="4450041" y="2982563"/>
              <a:ext cx="37817" cy="61390"/>
              <a:chOff x="3883481" y="2057400"/>
              <a:chExt cx="1608363" cy="2652031"/>
            </a:xfrm>
            <a:solidFill>
              <a:srgbClr val="A6A6A6"/>
            </a:solidFill>
          </p:grpSpPr>
          <p:sp>
            <p:nvSpPr>
              <p:cNvPr id="881" name="Oval 27">
                <a:extLst>
                  <a:ext uri="{FF2B5EF4-FFF2-40B4-BE49-F238E27FC236}">
                    <a16:creationId xmlns:a16="http://schemas.microsoft.com/office/drawing/2014/main" id="{F5E0A900-B49A-2658-66E5-307A358923D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2" name="Oval 28">
                <a:extLst>
                  <a:ext uri="{FF2B5EF4-FFF2-40B4-BE49-F238E27FC236}">
                    <a16:creationId xmlns:a16="http://schemas.microsoft.com/office/drawing/2014/main" id="{C00CDCA1-D9ED-88D8-C6ED-CE120712B7D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95" name="Group 894">
            <a:extLst>
              <a:ext uri="{FF2B5EF4-FFF2-40B4-BE49-F238E27FC236}">
                <a16:creationId xmlns:a16="http://schemas.microsoft.com/office/drawing/2014/main" id="{C31E45C1-E22D-F26D-3D6E-054907DDBB20}"/>
              </a:ext>
            </a:extLst>
          </p:cNvPr>
          <p:cNvGrpSpPr/>
          <p:nvPr/>
        </p:nvGrpSpPr>
        <p:grpSpPr>
          <a:xfrm>
            <a:off x="2937172" y="4419618"/>
            <a:ext cx="721206" cy="610376"/>
            <a:chOff x="2937172" y="4419618"/>
            <a:chExt cx="721206" cy="610376"/>
          </a:xfrm>
        </p:grpSpPr>
        <p:sp>
          <p:nvSpPr>
            <p:cNvPr id="896" name="Rectangle 895">
              <a:extLst>
                <a:ext uri="{FF2B5EF4-FFF2-40B4-BE49-F238E27FC236}">
                  <a16:creationId xmlns:a16="http://schemas.microsoft.com/office/drawing/2014/main" id="{656E6796-EB90-690C-7857-F0BC76694E5D}"/>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897" name="Right Triangle 896">
              <a:extLst>
                <a:ext uri="{FF2B5EF4-FFF2-40B4-BE49-F238E27FC236}">
                  <a16:creationId xmlns:a16="http://schemas.microsoft.com/office/drawing/2014/main" id="{A1C668EB-B961-2CE1-45FA-18F6F69761E3}"/>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98" name="Group 897">
              <a:extLst>
                <a:ext uri="{FF2B5EF4-FFF2-40B4-BE49-F238E27FC236}">
                  <a16:creationId xmlns:a16="http://schemas.microsoft.com/office/drawing/2014/main" id="{85E4FE28-FBBB-A748-9694-DA991A7AF11B}"/>
                </a:ext>
              </a:extLst>
            </p:cNvPr>
            <p:cNvGrpSpPr/>
            <p:nvPr/>
          </p:nvGrpSpPr>
          <p:grpSpPr>
            <a:xfrm>
              <a:off x="3607767" y="4425712"/>
              <a:ext cx="37817" cy="61390"/>
              <a:chOff x="3883481" y="2057400"/>
              <a:chExt cx="1608363" cy="2652031"/>
            </a:xfrm>
            <a:solidFill>
              <a:srgbClr val="A6A6A6"/>
            </a:solidFill>
          </p:grpSpPr>
          <p:sp>
            <p:nvSpPr>
              <p:cNvPr id="899" name="Oval 27">
                <a:extLst>
                  <a:ext uri="{FF2B5EF4-FFF2-40B4-BE49-F238E27FC236}">
                    <a16:creationId xmlns:a16="http://schemas.microsoft.com/office/drawing/2014/main" id="{6BD87B5C-70BA-3E95-2255-3DA5CF2C77A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0" name="Oval 28">
                <a:extLst>
                  <a:ext uri="{FF2B5EF4-FFF2-40B4-BE49-F238E27FC236}">
                    <a16:creationId xmlns:a16="http://schemas.microsoft.com/office/drawing/2014/main" id="{059BEE48-478E-878C-8F40-5783871A7B7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71" name="Group 1170">
            <a:extLst>
              <a:ext uri="{FF2B5EF4-FFF2-40B4-BE49-F238E27FC236}">
                <a16:creationId xmlns:a16="http://schemas.microsoft.com/office/drawing/2014/main" id="{0D8B5212-A3C4-F185-5888-7E6FEE7D9116}"/>
              </a:ext>
            </a:extLst>
          </p:cNvPr>
          <p:cNvGrpSpPr/>
          <p:nvPr/>
        </p:nvGrpSpPr>
        <p:grpSpPr>
          <a:xfrm>
            <a:off x="3779655" y="811556"/>
            <a:ext cx="721206" cy="609701"/>
            <a:chOff x="3779655" y="811556"/>
            <a:chExt cx="721206" cy="609701"/>
          </a:xfrm>
        </p:grpSpPr>
        <p:sp>
          <p:nvSpPr>
            <p:cNvPr id="1172" name="Rectangle 1171">
              <a:extLst>
                <a:ext uri="{FF2B5EF4-FFF2-40B4-BE49-F238E27FC236}">
                  <a16:creationId xmlns:a16="http://schemas.microsoft.com/office/drawing/2014/main" id="{846BE0EE-9082-E410-ABA9-80E514836E99}"/>
                </a:ext>
              </a:extLst>
            </p:cNvPr>
            <p:cNvSpPr/>
            <p:nvPr/>
          </p:nvSpPr>
          <p:spPr>
            <a:xfrm>
              <a:off x="3779655"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1173" name="Rectangle 1172">
              <a:extLst>
                <a:ext uri="{FF2B5EF4-FFF2-40B4-BE49-F238E27FC236}">
                  <a16:creationId xmlns:a16="http://schemas.microsoft.com/office/drawing/2014/main" id="{C36D16F4-3866-A499-B67C-9F4CE70949AA}"/>
                </a:ext>
              </a:extLst>
            </p:cNvPr>
            <p:cNvSpPr/>
            <p:nvPr/>
          </p:nvSpPr>
          <p:spPr>
            <a:xfrm flipV="1">
              <a:off x="4395608"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4" name="Oval 15">
              <a:extLst>
                <a:ext uri="{FF2B5EF4-FFF2-40B4-BE49-F238E27FC236}">
                  <a16:creationId xmlns:a16="http://schemas.microsoft.com/office/drawing/2014/main" id="{E8DB2F28-9E53-1116-E3C0-E73841EB19AE}"/>
                </a:ext>
              </a:extLst>
            </p:cNvPr>
            <p:cNvSpPr/>
            <p:nvPr/>
          </p:nvSpPr>
          <p:spPr>
            <a:xfrm>
              <a:off x="4422997"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no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75" name="Straight Connector 1174">
              <a:extLst>
                <a:ext uri="{FF2B5EF4-FFF2-40B4-BE49-F238E27FC236}">
                  <a16:creationId xmlns:a16="http://schemas.microsoft.com/office/drawing/2014/main" id="{107EB97E-F709-7061-034B-B5467E88D4EF}"/>
                </a:ext>
              </a:extLst>
            </p:cNvPr>
            <p:cNvCxnSpPr>
              <a:cxnSpLocks/>
              <a:stCxn id="1174" idx="0"/>
            </p:cNvCxnSpPr>
            <p:nvPr/>
          </p:nvCxnSpPr>
          <p:spPr>
            <a:xfrm flipV="1">
              <a:off x="4428694"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76" name="Straight Connector 1175">
              <a:extLst>
                <a:ext uri="{FF2B5EF4-FFF2-40B4-BE49-F238E27FC236}">
                  <a16:creationId xmlns:a16="http://schemas.microsoft.com/office/drawing/2014/main" id="{9FFE0462-BD8E-01AE-674A-EE0303D53F6E}"/>
                </a:ext>
              </a:extLst>
            </p:cNvPr>
            <p:cNvCxnSpPr>
              <a:cxnSpLocks/>
            </p:cNvCxnSpPr>
            <p:nvPr/>
          </p:nvCxnSpPr>
          <p:spPr>
            <a:xfrm>
              <a:off x="4434413"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77" name="Group 1176">
            <a:extLst>
              <a:ext uri="{FF2B5EF4-FFF2-40B4-BE49-F238E27FC236}">
                <a16:creationId xmlns:a16="http://schemas.microsoft.com/office/drawing/2014/main" id="{0E4C80F9-E325-F227-74B5-F8A084FD856A}"/>
              </a:ext>
            </a:extLst>
          </p:cNvPr>
          <p:cNvGrpSpPr/>
          <p:nvPr/>
        </p:nvGrpSpPr>
        <p:grpSpPr>
          <a:xfrm>
            <a:off x="5448055" y="1532276"/>
            <a:ext cx="721206" cy="609701"/>
            <a:chOff x="5448055" y="1532276"/>
            <a:chExt cx="721206" cy="609701"/>
          </a:xfrm>
        </p:grpSpPr>
        <p:sp>
          <p:nvSpPr>
            <p:cNvPr id="1178" name="Rectangle 1177">
              <a:extLst>
                <a:ext uri="{FF2B5EF4-FFF2-40B4-BE49-F238E27FC236}">
                  <a16:creationId xmlns:a16="http://schemas.microsoft.com/office/drawing/2014/main" id="{1F2E0E7C-E2CC-8FCE-FFCC-3551414B1F82}"/>
                </a:ext>
              </a:extLst>
            </p:cNvPr>
            <p:cNvSpPr/>
            <p:nvPr/>
          </p:nvSpPr>
          <p:spPr>
            <a:xfrm>
              <a:off x="5448055"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1179" name="Rectangle 1178">
              <a:extLst>
                <a:ext uri="{FF2B5EF4-FFF2-40B4-BE49-F238E27FC236}">
                  <a16:creationId xmlns:a16="http://schemas.microsoft.com/office/drawing/2014/main" id="{CC3F277D-F9DB-F2CA-5EFB-66F706F5DC85}"/>
                </a:ext>
              </a:extLst>
            </p:cNvPr>
            <p:cNvSpPr/>
            <p:nvPr/>
          </p:nvSpPr>
          <p:spPr>
            <a:xfrm flipV="1">
              <a:off x="6059657"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0" name="Oval 15">
              <a:extLst>
                <a:ext uri="{FF2B5EF4-FFF2-40B4-BE49-F238E27FC236}">
                  <a16:creationId xmlns:a16="http://schemas.microsoft.com/office/drawing/2014/main" id="{27D4FE78-8E54-0FD7-F2D9-F328E6D83A7E}"/>
                </a:ext>
              </a:extLst>
            </p:cNvPr>
            <p:cNvSpPr/>
            <p:nvPr/>
          </p:nvSpPr>
          <p:spPr>
            <a:xfrm>
              <a:off x="6087046"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81" name="Straight Connector 1180">
              <a:extLst>
                <a:ext uri="{FF2B5EF4-FFF2-40B4-BE49-F238E27FC236}">
                  <a16:creationId xmlns:a16="http://schemas.microsoft.com/office/drawing/2014/main" id="{2419BE9A-632B-D931-2A26-6664F6941F4C}"/>
                </a:ext>
              </a:extLst>
            </p:cNvPr>
            <p:cNvCxnSpPr>
              <a:cxnSpLocks/>
              <a:stCxn id="1180" idx="0"/>
            </p:cNvCxnSpPr>
            <p:nvPr/>
          </p:nvCxnSpPr>
          <p:spPr>
            <a:xfrm flipV="1">
              <a:off x="6092743"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82" name="Straight Connector 1181">
              <a:extLst>
                <a:ext uri="{FF2B5EF4-FFF2-40B4-BE49-F238E27FC236}">
                  <a16:creationId xmlns:a16="http://schemas.microsoft.com/office/drawing/2014/main" id="{F2498CF7-9240-30F1-DE9F-0A964AB2767B}"/>
                </a:ext>
              </a:extLst>
            </p:cNvPr>
            <p:cNvCxnSpPr>
              <a:cxnSpLocks/>
            </p:cNvCxnSpPr>
            <p:nvPr/>
          </p:nvCxnSpPr>
          <p:spPr>
            <a:xfrm>
              <a:off x="6098462"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83" name="Group 1182">
            <a:extLst>
              <a:ext uri="{FF2B5EF4-FFF2-40B4-BE49-F238E27FC236}">
                <a16:creationId xmlns:a16="http://schemas.microsoft.com/office/drawing/2014/main" id="{365285DB-134A-9E2C-431B-88EA953BE366}"/>
              </a:ext>
            </a:extLst>
          </p:cNvPr>
          <p:cNvGrpSpPr/>
          <p:nvPr/>
        </p:nvGrpSpPr>
        <p:grpSpPr>
          <a:xfrm>
            <a:off x="6284562" y="1532276"/>
            <a:ext cx="721206" cy="609701"/>
            <a:chOff x="6284562" y="1532276"/>
            <a:chExt cx="721206" cy="609701"/>
          </a:xfrm>
        </p:grpSpPr>
        <p:sp>
          <p:nvSpPr>
            <p:cNvPr id="1184" name="Rectangle 1183">
              <a:extLst>
                <a:ext uri="{FF2B5EF4-FFF2-40B4-BE49-F238E27FC236}">
                  <a16:creationId xmlns:a16="http://schemas.microsoft.com/office/drawing/2014/main" id="{78B97F0D-96AD-0E00-5C01-4B5944DCEAB8}"/>
                </a:ext>
              </a:extLst>
            </p:cNvPr>
            <p:cNvSpPr/>
            <p:nvPr/>
          </p:nvSpPr>
          <p:spPr>
            <a:xfrm>
              <a:off x="6284562"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1185" name="Rectangle 1184">
              <a:extLst>
                <a:ext uri="{FF2B5EF4-FFF2-40B4-BE49-F238E27FC236}">
                  <a16:creationId xmlns:a16="http://schemas.microsoft.com/office/drawing/2014/main" id="{8EC09DF8-40ED-8C71-0747-7DE4779CD978}"/>
                </a:ext>
              </a:extLst>
            </p:cNvPr>
            <p:cNvSpPr/>
            <p:nvPr/>
          </p:nvSpPr>
          <p:spPr>
            <a:xfrm flipV="1">
              <a:off x="6902312"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6" name="Oval 15">
              <a:extLst>
                <a:ext uri="{FF2B5EF4-FFF2-40B4-BE49-F238E27FC236}">
                  <a16:creationId xmlns:a16="http://schemas.microsoft.com/office/drawing/2014/main" id="{CD6ACC4A-A163-88A9-8EF7-CC138963EECA}"/>
                </a:ext>
              </a:extLst>
            </p:cNvPr>
            <p:cNvSpPr/>
            <p:nvPr/>
          </p:nvSpPr>
          <p:spPr>
            <a:xfrm>
              <a:off x="6929701"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87" name="Straight Connector 1186">
              <a:extLst>
                <a:ext uri="{FF2B5EF4-FFF2-40B4-BE49-F238E27FC236}">
                  <a16:creationId xmlns:a16="http://schemas.microsoft.com/office/drawing/2014/main" id="{C97F84CA-50F5-CB22-6D4A-F5C9CD357EB0}"/>
                </a:ext>
              </a:extLst>
            </p:cNvPr>
            <p:cNvCxnSpPr>
              <a:cxnSpLocks/>
              <a:stCxn id="1186" idx="0"/>
            </p:cNvCxnSpPr>
            <p:nvPr/>
          </p:nvCxnSpPr>
          <p:spPr>
            <a:xfrm flipV="1">
              <a:off x="6935398"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88" name="Straight Connector 1187">
              <a:extLst>
                <a:ext uri="{FF2B5EF4-FFF2-40B4-BE49-F238E27FC236}">
                  <a16:creationId xmlns:a16="http://schemas.microsoft.com/office/drawing/2014/main" id="{69EDE511-13B1-4582-7A00-EC81679B5C7F}"/>
                </a:ext>
              </a:extLst>
            </p:cNvPr>
            <p:cNvCxnSpPr>
              <a:cxnSpLocks/>
            </p:cNvCxnSpPr>
            <p:nvPr/>
          </p:nvCxnSpPr>
          <p:spPr>
            <a:xfrm>
              <a:off x="6941117"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89" name="Group 1188">
            <a:extLst>
              <a:ext uri="{FF2B5EF4-FFF2-40B4-BE49-F238E27FC236}">
                <a16:creationId xmlns:a16="http://schemas.microsoft.com/office/drawing/2014/main" id="{AF2A6655-5EFB-CAC9-C711-26A517E5D4B1}"/>
              </a:ext>
            </a:extLst>
          </p:cNvPr>
          <p:cNvGrpSpPr/>
          <p:nvPr/>
        </p:nvGrpSpPr>
        <p:grpSpPr>
          <a:xfrm>
            <a:off x="7121069" y="1532276"/>
            <a:ext cx="721206" cy="609701"/>
            <a:chOff x="7121069" y="1532276"/>
            <a:chExt cx="721206" cy="609701"/>
          </a:xfrm>
        </p:grpSpPr>
        <p:sp>
          <p:nvSpPr>
            <p:cNvPr id="1190" name="Rectangle 1189">
              <a:extLst>
                <a:ext uri="{FF2B5EF4-FFF2-40B4-BE49-F238E27FC236}">
                  <a16:creationId xmlns:a16="http://schemas.microsoft.com/office/drawing/2014/main" id="{6B9A2C04-C8FA-C231-839D-8059671D722E}"/>
                </a:ext>
              </a:extLst>
            </p:cNvPr>
            <p:cNvSpPr/>
            <p:nvPr/>
          </p:nvSpPr>
          <p:spPr>
            <a:xfrm>
              <a:off x="712106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1191" name="Rectangle 1190">
              <a:extLst>
                <a:ext uri="{FF2B5EF4-FFF2-40B4-BE49-F238E27FC236}">
                  <a16:creationId xmlns:a16="http://schemas.microsoft.com/office/drawing/2014/main" id="{F985D61A-059F-E3A4-23E0-9377E3592AAB}"/>
                </a:ext>
              </a:extLst>
            </p:cNvPr>
            <p:cNvSpPr/>
            <p:nvPr/>
          </p:nvSpPr>
          <p:spPr>
            <a:xfrm flipV="1">
              <a:off x="7736853"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2" name="Oval 15">
              <a:extLst>
                <a:ext uri="{FF2B5EF4-FFF2-40B4-BE49-F238E27FC236}">
                  <a16:creationId xmlns:a16="http://schemas.microsoft.com/office/drawing/2014/main" id="{E8DF04EA-5467-175B-039D-354C2C4FCDD1}"/>
                </a:ext>
              </a:extLst>
            </p:cNvPr>
            <p:cNvSpPr/>
            <p:nvPr/>
          </p:nvSpPr>
          <p:spPr>
            <a:xfrm>
              <a:off x="7764242"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93" name="Straight Connector 1192">
              <a:extLst>
                <a:ext uri="{FF2B5EF4-FFF2-40B4-BE49-F238E27FC236}">
                  <a16:creationId xmlns:a16="http://schemas.microsoft.com/office/drawing/2014/main" id="{FE734A78-96BB-C167-67A4-3EFCA1DEB708}"/>
                </a:ext>
              </a:extLst>
            </p:cNvPr>
            <p:cNvCxnSpPr>
              <a:cxnSpLocks/>
              <a:stCxn id="1192" idx="0"/>
            </p:cNvCxnSpPr>
            <p:nvPr/>
          </p:nvCxnSpPr>
          <p:spPr>
            <a:xfrm flipV="1">
              <a:off x="7769939"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94" name="Straight Connector 1193">
              <a:extLst>
                <a:ext uri="{FF2B5EF4-FFF2-40B4-BE49-F238E27FC236}">
                  <a16:creationId xmlns:a16="http://schemas.microsoft.com/office/drawing/2014/main" id="{166F7F47-4159-BB11-B2EC-1FEE24C269BF}"/>
                </a:ext>
              </a:extLst>
            </p:cNvPr>
            <p:cNvCxnSpPr>
              <a:cxnSpLocks/>
            </p:cNvCxnSpPr>
            <p:nvPr/>
          </p:nvCxnSpPr>
          <p:spPr>
            <a:xfrm>
              <a:off x="7775658"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01" name="Group 1200">
            <a:extLst>
              <a:ext uri="{FF2B5EF4-FFF2-40B4-BE49-F238E27FC236}">
                <a16:creationId xmlns:a16="http://schemas.microsoft.com/office/drawing/2014/main" id="{23F1E5EC-A282-AA6F-E32D-52B9F36EC8AD}"/>
              </a:ext>
            </a:extLst>
          </p:cNvPr>
          <p:cNvGrpSpPr/>
          <p:nvPr/>
        </p:nvGrpSpPr>
        <p:grpSpPr>
          <a:xfrm>
            <a:off x="5442072" y="811556"/>
            <a:ext cx="728208" cy="609701"/>
            <a:chOff x="5442072" y="811556"/>
            <a:chExt cx="728208" cy="609701"/>
          </a:xfrm>
        </p:grpSpPr>
        <p:sp>
          <p:nvSpPr>
            <p:cNvPr id="1202" name="Rectangle 1201">
              <a:extLst>
                <a:ext uri="{FF2B5EF4-FFF2-40B4-BE49-F238E27FC236}">
                  <a16:creationId xmlns:a16="http://schemas.microsoft.com/office/drawing/2014/main" id="{11B77426-F8A0-1F49-FC40-EB61DC5DDFC6}"/>
                </a:ext>
              </a:extLst>
            </p:cNvPr>
            <p:cNvSpPr/>
            <p:nvPr/>
          </p:nvSpPr>
          <p:spPr>
            <a:xfrm>
              <a:off x="5442072" y="811556"/>
              <a:ext cx="721207"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1203" name="Rectangle 1202">
              <a:extLst>
                <a:ext uri="{FF2B5EF4-FFF2-40B4-BE49-F238E27FC236}">
                  <a16:creationId xmlns:a16="http://schemas.microsoft.com/office/drawing/2014/main" id="{34C8A074-E8F0-7AE3-AC0F-5E45B071A108}"/>
                </a:ext>
              </a:extLst>
            </p:cNvPr>
            <p:cNvSpPr/>
            <p:nvPr/>
          </p:nvSpPr>
          <p:spPr>
            <a:xfrm flipV="1">
              <a:off x="6070087" y="820272"/>
              <a:ext cx="100193"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4" name="Oval 15">
              <a:extLst>
                <a:ext uri="{FF2B5EF4-FFF2-40B4-BE49-F238E27FC236}">
                  <a16:creationId xmlns:a16="http://schemas.microsoft.com/office/drawing/2014/main" id="{B4FE7677-DAD8-70AF-8388-F0E8B89B4FB5}"/>
                </a:ext>
              </a:extLst>
            </p:cNvPr>
            <p:cNvSpPr/>
            <p:nvPr/>
          </p:nvSpPr>
          <p:spPr>
            <a:xfrm>
              <a:off x="6097476"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05" name="Straight Connector 1204">
              <a:extLst>
                <a:ext uri="{FF2B5EF4-FFF2-40B4-BE49-F238E27FC236}">
                  <a16:creationId xmlns:a16="http://schemas.microsoft.com/office/drawing/2014/main" id="{573C7457-B0B6-39EA-A1DE-BF9C22C4A4EA}"/>
                </a:ext>
              </a:extLst>
            </p:cNvPr>
            <p:cNvCxnSpPr>
              <a:cxnSpLocks/>
              <a:stCxn id="1204" idx="0"/>
            </p:cNvCxnSpPr>
            <p:nvPr/>
          </p:nvCxnSpPr>
          <p:spPr>
            <a:xfrm flipV="1">
              <a:off x="6103173"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06" name="Straight Connector 1205">
              <a:extLst>
                <a:ext uri="{FF2B5EF4-FFF2-40B4-BE49-F238E27FC236}">
                  <a16:creationId xmlns:a16="http://schemas.microsoft.com/office/drawing/2014/main" id="{DD18CBC7-914F-B9EC-F4BD-51DF409D0FFC}"/>
                </a:ext>
              </a:extLst>
            </p:cNvPr>
            <p:cNvCxnSpPr>
              <a:cxnSpLocks/>
            </p:cNvCxnSpPr>
            <p:nvPr/>
          </p:nvCxnSpPr>
          <p:spPr>
            <a:xfrm>
              <a:off x="6108892"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13" name="Group 1212">
            <a:extLst>
              <a:ext uri="{FF2B5EF4-FFF2-40B4-BE49-F238E27FC236}">
                <a16:creationId xmlns:a16="http://schemas.microsoft.com/office/drawing/2014/main" id="{30751E53-CF24-4587-1C6D-ECA7429A21BD}"/>
              </a:ext>
            </a:extLst>
          </p:cNvPr>
          <p:cNvGrpSpPr/>
          <p:nvPr/>
        </p:nvGrpSpPr>
        <p:grpSpPr>
          <a:xfrm>
            <a:off x="7957577" y="1532276"/>
            <a:ext cx="721206" cy="609701"/>
            <a:chOff x="7957577" y="1532276"/>
            <a:chExt cx="721206" cy="609701"/>
          </a:xfrm>
        </p:grpSpPr>
        <p:sp>
          <p:nvSpPr>
            <p:cNvPr id="1214" name="Rectangle 1213">
              <a:hlinkHover r:id="" action="ppaction://noaction" highlightClick="1"/>
              <a:extLst>
                <a:ext uri="{FF2B5EF4-FFF2-40B4-BE49-F238E27FC236}">
                  <a16:creationId xmlns:a16="http://schemas.microsoft.com/office/drawing/2014/main" id="{822D47FB-83C2-C21A-5072-68DDFF2AA077}"/>
                </a:ext>
              </a:extLst>
            </p:cNvPr>
            <p:cNvSpPr/>
            <p:nvPr/>
          </p:nvSpPr>
          <p:spPr>
            <a:xfrm>
              <a:off x="7957577"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1215" name="Rectangle 1214">
              <a:extLst>
                <a:ext uri="{FF2B5EF4-FFF2-40B4-BE49-F238E27FC236}">
                  <a16:creationId xmlns:a16="http://schemas.microsoft.com/office/drawing/2014/main" id="{62CB4C79-F2BE-A660-5E2B-8F332F1661BA}"/>
                </a:ext>
              </a:extLst>
            </p:cNvPr>
            <p:cNvSpPr/>
            <p:nvPr/>
          </p:nvSpPr>
          <p:spPr>
            <a:xfrm flipV="1">
              <a:off x="8571630" y="153528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6" name="Oval 15">
              <a:extLst>
                <a:ext uri="{FF2B5EF4-FFF2-40B4-BE49-F238E27FC236}">
                  <a16:creationId xmlns:a16="http://schemas.microsoft.com/office/drawing/2014/main" id="{B05C50E4-E1E7-03FC-4FCF-36B353360A81}"/>
                </a:ext>
              </a:extLst>
            </p:cNvPr>
            <p:cNvSpPr/>
            <p:nvPr/>
          </p:nvSpPr>
          <p:spPr>
            <a:xfrm>
              <a:off x="8599019" y="1572027"/>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17" name="Straight Connector 1216">
              <a:extLst>
                <a:ext uri="{FF2B5EF4-FFF2-40B4-BE49-F238E27FC236}">
                  <a16:creationId xmlns:a16="http://schemas.microsoft.com/office/drawing/2014/main" id="{487D7BC8-33E1-59FB-B22A-F36D9DA5FFE7}"/>
                </a:ext>
              </a:extLst>
            </p:cNvPr>
            <p:cNvCxnSpPr>
              <a:cxnSpLocks/>
              <a:stCxn id="1216" idx="0"/>
            </p:cNvCxnSpPr>
            <p:nvPr/>
          </p:nvCxnSpPr>
          <p:spPr>
            <a:xfrm flipV="1">
              <a:off x="8604716" y="154880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18" name="Straight Connector 1217">
              <a:extLst>
                <a:ext uri="{FF2B5EF4-FFF2-40B4-BE49-F238E27FC236}">
                  <a16:creationId xmlns:a16="http://schemas.microsoft.com/office/drawing/2014/main" id="{D906B46D-25C0-CF67-0C86-E789492C1E96}"/>
                </a:ext>
              </a:extLst>
            </p:cNvPr>
            <p:cNvCxnSpPr>
              <a:cxnSpLocks/>
            </p:cNvCxnSpPr>
            <p:nvPr/>
          </p:nvCxnSpPr>
          <p:spPr>
            <a:xfrm>
              <a:off x="8610435" y="154880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19" name="Group 1218">
            <a:extLst>
              <a:ext uri="{FF2B5EF4-FFF2-40B4-BE49-F238E27FC236}">
                <a16:creationId xmlns:a16="http://schemas.microsoft.com/office/drawing/2014/main" id="{C6905511-EC7A-015C-1934-F5D61877DE1E}"/>
              </a:ext>
            </a:extLst>
          </p:cNvPr>
          <p:cNvGrpSpPr/>
          <p:nvPr/>
        </p:nvGrpSpPr>
        <p:grpSpPr>
          <a:xfrm>
            <a:off x="9656908" y="1532276"/>
            <a:ext cx="721206" cy="609701"/>
            <a:chOff x="9656908" y="1532276"/>
            <a:chExt cx="721206" cy="609701"/>
          </a:xfrm>
        </p:grpSpPr>
        <p:sp>
          <p:nvSpPr>
            <p:cNvPr id="1220" name="Rectangle 1219">
              <a:extLst>
                <a:ext uri="{FF2B5EF4-FFF2-40B4-BE49-F238E27FC236}">
                  <a16:creationId xmlns:a16="http://schemas.microsoft.com/office/drawing/2014/main" id="{54C4178C-8405-A5CD-ACFE-F1221AD07F7E}"/>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221" name="Rectangle 1220">
              <a:extLst>
                <a:ext uri="{FF2B5EF4-FFF2-40B4-BE49-F238E27FC236}">
                  <a16:creationId xmlns:a16="http://schemas.microsoft.com/office/drawing/2014/main" id="{30C50169-638D-D6D7-FA36-5D361E573EB9}"/>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2" name="Oval 15">
              <a:extLst>
                <a:ext uri="{FF2B5EF4-FFF2-40B4-BE49-F238E27FC236}">
                  <a16:creationId xmlns:a16="http://schemas.microsoft.com/office/drawing/2014/main" id="{22CDBB7F-8810-BA9E-81B6-ECD69F9B0347}"/>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23" name="Straight Connector 1222">
              <a:extLst>
                <a:ext uri="{FF2B5EF4-FFF2-40B4-BE49-F238E27FC236}">
                  <a16:creationId xmlns:a16="http://schemas.microsoft.com/office/drawing/2014/main" id="{E788658E-90E8-5A00-5BDF-19DC914BB1B1}"/>
                </a:ext>
              </a:extLst>
            </p:cNvPr>
            <p:cNvCxnSpPr>
              <a:cxnSpLocks/>
              <a:stCxn id="1222"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24" name="Straight Connector 1223">
              <a:extLst>
                <a:ext uri="{FF2B5EF4-FFF2-40B4-BE49-F238E27FC236}">
                  <a16:creationId xmlns:a16="http://schemas.microsoft.com/office/drawing/2014/main" id="{72CD6091-09CC-6C51-4F80-D0F8B1AEFF69}"/>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25" name="Group 1224">
            <a:extLst>
              <a:ext uri="{FF2B5EF4-FFF2-40B4-BE49-F238E27FC236}">
                <a16:creationId xmlns:a16="http://schemas.microsoft.com/office/drawing/2014/main" id="{E5B9A8E6-D61A-82E9-C1F9-6CB7CBE6B963}"/>
              </a:ext>
            </a:extLst>
          </p:cNvPr>
          <p:cNvGrpSpPr/>
          <p:nvPr/>
        </p:nvGrpSpPr>
        <p:grpSpPr>
          <a:xfrm>
            <a:off x="431659" y="90836"/>
            <a:ext cx="721206" cy="609701"/>
            <a:chOff x="431659" y="90836"/>
            <a:chExt cx="721206" cy="609701"/>
          </a:xfrm>
        </p:grpSpPr>
        <p:sp>
          <p:nvSpPr>
            <p:cNvPr id="1226" name="Rectangle 1225">
              <a:extLst>
                <a:ext uri="{FF2B5EF4-FFF2-40B4-BE49-F238E27FC236}">
                  <a16:creationId xmlns:a16="http://schemas.microsoft.com/office/drawing/2014/main" id="{9BA8F7CA-2CD3-086B-E538-9630B0818036}"/>
                </a:ext>
              </a:extLst>
            </p:cNvPr>
            <p:cNvSpPr/>
            <p:nvPr/>
          </p:nvSpPr>
          <p:spPr>
            <a:xfrm>
              <a:off x="43165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1227" name="Rectangle 1226">
              <a:extLst>
                <a:ext uri="{FF2B5EF4-FFF2-40B4-BE49-F238E27FC236}">
                  <a16:creationId xmlns:a16="http://schemas.microsoft.com/office/drawing/2014/main" id="{A7F2B591-CD13-809D-D12E-A89A14CD78DD}"/>
                </a:ext>
              </a:extLst>
            </p:cNvPr>
            <p:cNvSpPr/>
            <p:nvPr/>
          </p:nvSpPr>
          <p:spPr>
            <a:xfrm flipV="1">
              <a:off x="1052673" y="908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8" name="Oval 15">
              <a:extLst>
                <a:ext uri="{FF2B5EF4-FFF2-40B4-BE49-F238E27FC236}">
                  <a16:creationId xmlns:a16="http://schemas.microsoft.com/office/drawing/2014/main" id="{17130638-1F32-6213-78AB-C2AF1F54C86E}"/>
                </a:ext>
              </a:extLst>
            </p:cNvPr>
            <p:cNvSpPr/>
            <p:nvPr/>
          </p:nvSpPr>
          <p:spPr>
            <a:xfrm>
              <a:off x="1080061"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29" name="Straight Connector 1228">
              <a:extLst>
                <a:ext uri="{FF2B5EF4-FFF2-40B4-BE49-F238E27FC236}">
                  <a16:creationId xmlns:a16="http://schemas.microsoft.com/office/drawing/2014/main" id="{DC9F6539-75DB-CAB9-6C82-747598644AAA}"/>
                </a:ext>
              </a:extLst>
            </p:cNvPr>
            <p:cNvCxnSpPr>
              <a:cxnSpLocks/>
              <a:stCxn id="1228" idx="0"/>
            </p:cNvCxnSpPr>
            <p:nvPr/>
          </p:nvCxnSpPr>
          <p:spPr>
            <a:xfrm flipV="1">
              <a:off x="1085758" y="104349"/>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30" name="Straight Connector 1229">
              <a:extLst>
                <a:ext uri="{FF2B5EF4-FFF2-40B4-BE49-F238E27FC236}">
                  <a16:creationId xmlns:a16="http://schemas.microsoft.com/office/drawing/2014/main" id="{213B542A-E477-B2BD-B261-F3F699C1EA1C}"/>
                </a:ext>
              </a:extLst>
            </p:cNvPr>
            <p:cNvCxnSpPr>
              <a:cxnSpLocks/>
            </p:cNvCxnSpPr>
            <p:nvPr/>
          </p:nvCxnSpPr>
          <p:spPr>
            <a:xfrm>
              <a:off x="1091477" y="104349"/>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31" name="Group 1230">
            <a:extLst>
              <a:ext uri="{FF2B5EF4-FFF2-40B4-BE49-F238E27FC236}">
                <a16:creationId xmlns:a16="http://schemas.microsoft.com/office/drawing/2014/main" id="{E9579E48-23FB-D723-BDAB-6CB113FFCAE0}"/>
              </a:ext>
            </a:extLst>
          </p:cNvPr>
          <p:cNvGrpSpPr/>
          <p:nvPr/>
        </p:nvGrpSpPr>
        <p:grpSpPr>
          <a:xfrm>
            <a:off x="1267284" y="90836"/>
            <a:ext cx="721206" cy="609701"/>
            <a:chOff x="1267284" y="90836"/>
            <a:chExt cx="721206" cy="609701"/>
          </a:xfrm>
        </p:grpSpPr>
        <p:sp>
          <p:nvSpPr>
            <p:cNvPr id="1232" name="Rectangle 1231">
              <a:extLst>
                <a:ext uri="{FF2B5EF4-FFF2-40B4-BE49-F238E27FC236}">
                  <a16:creationId xmlns:a16="http://schemas.microsoft.com/office/drawing/2014/main" id="{75FA86DD-6829-97E8-F36A-0DA85B3D8536}"/>
                </a:ext>
              </a:extLst>
            </p:cNvPr>
            <p:cNvSpPr/>
            <p:nvPr/>
          </p:nvSpPr>
          <p:spPr>
            <a:xfrm>
              <a:off x="1267284"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1233" name="Rectangle 1232">
              <a:extLst>
                <a:ext uri="{FF2B5EF4-FFF2-40B4-BE49-F238E27FC236}">
                  <a16:creationId xmlns:a16="http://schemas.microsoft.com/office/drawing/2014/main" id="{D8B9427D-64DF-AD69-C00E-211933769FA5}"/>
                </a:ext>
              </a:extLst>
            </p:cNvPr>
            <p:cNvSpPr/>
            <p:nvPr/>
          </p:nvSpPr>
          <p:spPr>
            <a:xfrm flipV="1">
              <a:off x="1887254"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4" name="Oval 15">
              <a:extLst>
                <a:ext uri="{FF2B5EF4-FFF2-40B4-BE49-F238E27FC236}">
                  <a16:creationId xmlns:a16="http://schemas.microsoft.com/office/drawing/2014/main" id="{1331951A-89B0-499B-1817-EF9EBC80D2B1}"/>
                </a:ext>
              </a:extLst>
            </p:cNvPr>
            <p:cNvSpPr/>
            <p:nvPr/>
          </p:nvSpPr>
          <p:spPr>
            <a:xfrm>
              <a:off x="1914643"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35" name="Straight Connector 1234">
              <a:extLst>
                <a:ext uri="{FF2B5EF4-FFF2-40B4-BE49-F238E27FC236}">
                  <a16:creationId xmlns:a16="http://schemas.microsoft.com/office/drawing/2014/main" id="{07D52F94-3299-97E3-CAF3-6F0A49767775}"/>
                </a:ext>
              </a:extLst>
            </p:cNvPr>
            <p:cNvCxnSpPr>
              <a:cxnSpLocks/>
              <a:stCxn id="1234" idx="0"/>
            </p:cNvCxnSpPr>
            <p:nvPr/>
          </p:nvCxnSpPr>
          <p:spPr>
            <a:xfrm flipV="1">
              <a:off x="1920339"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36" name="Straight Connector 1235">
              <a:extLst>
                <a:ext uri="{FF2B5EF4-FFF2-40B4-BE49-F238E27FC236}">
                  <a16:creationId xmlns:a16="http://schemas.microsoft.com/office/drawing/2014/main" id="{8BBED04A-71A8-0653-F3D7-9F3E98DAFE22}"/>
                </a:ext>
              </a:extLst>
            </p:cNvPr>
            <p:cNvCxnSpPr>
              <a:cxnSpLocks/>
            </p:cNvCxnSpPr>
            <p:nvPr/>
          </p:nvCxnSpPr>
          <p:spPr>
            <a:xfrm>
              <a:off x="1926058"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37" name="Group 1236">
            <a:extLst>
              <a:ext uri="{FF2B5EF4-FFF2-40B4-BE49-F238E27FC236}">
                <a16:creationId xmlns:a16="http://schemas.microsoft.com/office/drawing/2014/main" id="{92672064-A4C2-7B63-8A57-2EE3F421B843}"/>
              </a:ext>
            </a:extLst>
          </p:cNvPr>
          <p:cNvGrpSpPr/>
          <p:nvPr/>
        </p:nvGrpSpPr>
        <p:grpSpPr>
          <a:xfrm>
            <a:off x="2102909" y="90836"/>
            <a:ext cx="721206" cy="609701"/>
            <a:chOff x="2102909" y="90836"/>
            <a:chExt cx="721206" cy="609701"/>
          </a:xfrm>
        </p:grpSpPr>
        <p:sp>
          <p:nvSpPr>
            <p:cNvPr id="1238" name="Rectangle 1237">
              <a:extLst>
                <a:ext uri="{FF2B5EF4-FFF2-40B4-BE49-F238E27FC236}">
                  <a16:creationId xmlns:a16="http://schemas.microsoft.com/office/drawing/2014/main" id="{4A81588F-25F4-41C1-D403-884698256509}"/>
                </a:ext>
              </a:extLst>
            </p:cNvPr>
            <p:cNvSpPr/>
            <p:nvPr/>
          </p:nvSpPr>
          <p:spPr>
            <a:xfrm>
              <a:off x="210290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1239" name="Rectangle 1238">
              <a:extLst>
                <a:ext uri="{FF2B5EF4-FFF2-40B4-BE49-F238E27FC236}">
                  <a16:creationId xmlns:a16="http://schemas.microsoft.com/office/drawing/2014/main" id="{211923D9-0902-BAF8-35E8-50BCF0DBAE41}"/>
                </a:ext>
              </a:extLst>
            </p:cNvPr>
            <p:cNvSpPr/>
            <p:nvPr/>
          </p:nvSpPr>
          <p:spPr>
            <a:xfrm flipV="1">
              <a:off x="2722879"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0" name="Oval 15">
              <a:extLst>
                <a:ext uri="{FF2B5EF4-FFF2-40B4-BE49-F238E27FC236}">
                  <a16:creationId xmlns:a16="http://schemas.microsoft.com/office/drawing/2014/main" id="{D19006CE-965F-2D72-B65F-402C11F3590B}"/>
                </a:ext>
              </a:extLst>
            </p:cNvPr>
            <p:cNvSpPr/>
            <p:nvPr/>
          </p:nvSpPr>
          <p:spPr>
            <a:xfrm>
              <a:off x="2750268"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41" name="Straight Connector 1240">
              <a:extLst>
                <a:ext uri="{FF2B5EF4-FFF2-40B4-BE49-F238E27FC236}">
                  <a16:creationId xmlns:a16="http://schemas.microsoft.com/office/drawing/2014/main" id="{36D78CFA-882F-97B0-9044-4BA272814AAA}"/>
                </a:ext>
              </a:extLst>
            </p:cNvPr>
            <p:cNvCxnSpPr>
              <a:cxnSpLocks/>
              <a:stCxn id="1240" idx="0"/>
            </p:cNvCxnSpPr>
            <p:nvPr/>
          </p:nvCxnSpPr>
          <p:spPr>
            <a:xfrm flipV="1">
              <a:off x="2755964"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42" name="Straight Connector 1241">
              <a:extLst>
                <a:ext uri="{FF2B5EF4-FFF2-40B4-BE49-F238E27FC236}">
                  <a16:creationId xmlns:a16="http://schemas.microsoft.com/office/drawing/2014/main" id="{BD53FBBE-DE13-DC6F-5B1F-DC165D8C0C78}"/>
                </a:ext>
              </a:extLst>
            </p:cNvPr>
            <p:cNvCxnSpPr>
              <a:cxnSpLocks/>
            </p:cNvCxnSpPr>
            <p:nvPr/>
          </p:nvCxnSpPr>
          <p:spPr>
            <a:xfrm>
              <a:off x="2761683"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43" name="Group 1242">
            <a:extLst>
              <a:ext uri="{FF2B5EF4-FFF2-40B4-BE49-F238E27FC236}">
                <a16:creationId xmlns:a16="http://schemas.microsoft.com/office/drawing/2014/main" id="{74ED956C-0955-47CB-77D8-ACF5678D6273}"/>
              </a:ext>
            </a:extLst>
          </p:cNvPr>
          <p:cNvGrpSpPr/>
          <p:nvPr/>
        </p:nvGrpSpPr>
        <p:grpSpPr>
          <a:xfrm>
            <a:off x="3778363" y="2253333"/>
            <a:ext cx="721206" cy="609701"/>
            <a:chOff x="3778363" y="2253333"/>
            <a:chExt cx="721206" cy="609701"/>
          </a:xfrm>
        </p:grpSpPr>
        <p:sp>
          <p:nvSpPr>
            <p:cNvPr id="1244" name="Rectangle 1243">
              <a:extLst>
                <a:ext uri="{FF2B5EF4-FFF2-40B4-BE49-F238E27FC236}">
                  <a16:creationId xmlns:a16="http://schemas.microsoft.com/office/drawing/2014/main" id="{DE265332-78A2-B692-B71A-75AF4D41541C}"/>
                </a:ext>
              </a:extLst>
            </p:cNvPr>
            <p:cNvSpPr/>
            <p:nvPr/>
          </p:nvSpPr>
          <p:spPr>
            <a:xfrm>
              <a:off x="3778363"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1245" name="Rectangle 1244">
              <a:extLst>
                <a:ext uri="{FF2B5EF4-FFF2-40B4-BE49-F238E27FC236}">
                  <a16:creationId xmlns:a16="http://schemas.microsoft.com/office/drawing/2014/main" id="{20E3446F-4C68-83F8-C170-15CA696FCC22}"/>
                </a:ext>
              </a:extLst>
            </p:cNvPr>
            <p:cNvSpPr/>
            <p:nvPr/>
          </p:nvSpPr>
          <p:spPr>
            <a:xfrm flipV="1">
              <a:off x="4399377" y="2255721"/>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6" name="Oval 15">
              <a:extLst>
                <a:ext uri="{FF2B5EF4-FFF2-40B4-BE49-F238E27FC236}">
                  <a16:creationId xmlns:a16="http://schemas.microsoft.com/office/drawing/2014/main" id="{0D329111-DD7E-EEFD-8E0B-ED1DF74530BA}"/>
                </a:ext>
              </a:extLst>
            </p:cNvPr>
            <p:cNvSpPr/>
            <p:nvPr/>
          </p:nvSpPr>
          <p:spPr>
            <a:xfrm>
              <a:off x="4426765"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47" name="Straight Connector 1246">
              <a:extLst>
                <a:ext uri="{FF2B5EF4-FFF2-40B4-BE49-F238E27FC236}">
                  <a16:creationId xmlns:a16="http://schemas.microsoft.com/office/drawing/2014/main" id="{545AFCA5-42B5-92F4-956B-EA6A4B89C2C6}"/>
                </a:ext>
              </a:extLst>
            </p:cNvPr>
            <p:cNvCxnSpPr>
              <a:cxnSpLocks/>
              <a:stCxn id="1246" idx="0"/>
            </p:cNvCxnSpPr>
            <p:nvPr/>
          </p:nvCxnSpPr>
          <p:spPr>
            <a:xfrm flipV="1">
              <a:off x="4432462" y="2269234"/>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48" name="Straight Connector 1247">
              <a:extLst>
                <a:ext uri="{FF2B5EF4-FFF2-40B4-BE49-F238E27FC236}">
                  <a16:creationId xmlns:a16="http://schemas.microsoft.com/office/drawing/2014/main" id="{F3E89FA4-2878-03C8-462C-FFA7390C8B35}"/>
                </a:ext>
              </a:extLst>
            </p:cNvPr>
            <p:cNvCxnSpPr>
              <a:cxnSpLocks/>
            </p:cNvCxnSpPr>
            <p:nvPr/>
          </p:nvCxnSpPr>
          <p:spPr>
            <a:xfrm>
              <a:off x="4438181" y="2269234"/>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49" name="Group 1248">
            <a:extLst>
              <a:ext uri="{FF2B5EF4-FFF2-40B4-BE49-F238E27FC236}">
                <a16:creationId xmlns:a16="http://schemas.microsoft.com/office/drawing/2014/main" id="{C845489C-F970-F246-8A2A-CD8ED0032BFF}"/>
              </a:ext>
            </a:extLst>
          </p:cNvPr>
          <p:cNvGrpSpPr/>
          <p:nvPr/>
        </p:nvGrpSpPr>
        <p:grpSpPr>
          <a:xfrm>
            <a:off x="2105349" y="1532276"/>
            <a:ext cx="721206" cy="609701"/>
            <a:chOff x="2105349" y="1532276"/>
            <a:chExt cx="721206" cy="609701"/>
          </a:xfrm>
        </p:grpSpPr>
        <p:sp>
          <p:nvSpPr>
            <p:cNvPr id="1250" name="Rectangle 1249">
              <a:extLst>
                <a:ext uri="{FF2B5EF4-FFF2-40B4-BE49-F238E27FC236}">
                  <a16:creationId xmlns:a16="http://schemas.microsoft.com/office/drawing/2014/main" id="{7AF592FD-2BCF-886C-C11C-79E79503D101}"/>
                </a:ext>
              </a:extLst>
            </p:cNvPr>
            <p:cNvSpPr/>
            <p:nvPr/>
          </p:nvSpPr>
          <p:spPr>
            <a:xfrm>
              <a:off x="210534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1251" name="Rectangle 1250">
              <a:extLst>
                <a:ext uri="{FF2B5EF4-FFF2-40B4-BE49-F238E27FC236}">
                  <a16:creationId xmlns:a16="http://schemas.microsoft.com/office/drawing/2014/main" id="{7EA6CB79-6A00-9938-1529-BF9A97BB6C08}"/>
                </a:ext>
              </a:extLst>
            </p:cNvPr>
            <p:cNvSpPr/>
            <p:nvPr/>
          </p:nvSpPr>
          <p:spPr>
            <a:xfrm flipV="1">
              <a:off x="2723327" y="153912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52" name="Oval 15">
              <a:extLst>
                <a:ext uri="{FF2B5EF4-FFF2-40B4-BE49-F238E27FC236}">
                  <a16:creationId xmlns:a16="http://schemas.microsoft.com/office/drawing/2014/main" id="{254E8A35-F42E-1402-E641-4DD68B913F7C}"/>
                </a:ext>
              </a:extLst>
            </p:cNvPr>
            <p:cNvSpPr/>
            <p:nvPr/>
          </p:nvSpPr>
          <p:spPr>
            <a:xfrm>
              <a:off x="2750716" y="157586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53" name="Straight Connector 1252">
              <a:extLst>
                <a:ext uri="{FF2B5EF4-FFF2-40B4-BE49-F238E27FC236}">
                  <a16:creationId xmlns:a16="http://schemas.microsoft.com/office/drawing/2014/main" id="{BC107607-57A2-3C4F-8886-8C0F61065CBD}"/>
                </a:ext>
              </a:extLst>
            </p:cNvPr>
            <p:cNvCxnSpPr>
              <a:cxnSpLocks/>
              <a:stCxn id="1252" idx="0"/>
            </p:cNvCxnSpPr>
            <p:nvPr/>
          </p:nvCxnSpPr>
          <p:spPr>
            <a:xfrm flipV="1">
              <a:off x="2756412" y="1552636"/>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54" name="Straight Connector 1253">
              <a:extLst>
                <a:ext uri="{FF2B5EF4-FFF2-40B4-BE49-F238E27FC236}">
                  <a16:creationId xmlns:a16="http://schemas.microsoft.com/office/drawing/2014/main" id="{5A44AC54-E59A-5113-EC50-DAD3C25A17FF}"/>
                </a:ext>
              </a:extLst>
            </p:cNvPr>
            <p:cNvCxnSpPr>
              <a:cxnSpLocks/>
            </p:cNvCxnSpPr>
            <p:nvPr/>
          </p:nvCxnSpPr>
          <p:spPr>
            <a:xfrm>
              <a:off x="2762131" y="1552636"/>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55" name="Group 1254">
            <a:extLst>
              <a:ext uri="{FF2B5EF4-FFF2-40B4-BE49-F238E27FC236}">
                <a16:creationId xmlns:a16="http://schemas.microsoft.com/office/drawing/2014/main" id="{D6A83523-BB96-A9EE-2762-F52B7CCF5AA5}"/>
              </a:ext>
            </a:extLst>
          </p:cNvPr>
          <p:cNvGrpSpPr/>
          <p:nvPr/>
        </p:nvGrpSpPr>
        <p:grpSpPr>
          <a:xfrm>
            <a:off x="2938534" y="811556"/>
            <a:ext cx="721206" cy="609701"/>
            <a:chOff x="2938534" y="811556"/>
            <a:chExt cx="721206" cy="609701"/>
          </a:xfrm>
        </p:grpSpPr>
        <p:sp>
          <p:nvSpPr>
            <p:cNvPr id="1256" name="Rectangle 1255">
              <a:extLst>
                <a:ext uri="{FF2B5EF4-FFF2-40B4-BE49-F238E27FC236}">
                  <a16:creationId xmlns:a16="http://schemas.microsoft.com/office/drawing/2014/main" id="{FF89CA28-3B00-DBB9-D0A7-67BCD944486D}"/>
                </a:ext>
              </a:extLst>
            </p:cNvPr>
            <p:cNvSpPr/>
            <p:nvPr/>
          </p:nvSpPr>
          <p:spPr>
            <a:xfrm>
              <a:off x="2938534"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1257" name="Rectangle 1256">
              <a:extLst>
                <a:ext uri="{FF2B5EF4-FFF2-40B4-BE49-F238E27FC236}">
                  <a16:creationId xmlns:a16="http://schemas.microsoft.com/office/drawing/2014/main" id="{83FCDA29-DB1A-1FA3-5045-D0D8659FD103}"/>
                </a:ext>
              </a:extLst>
            </p:cNvPr>
            <p:cNvSpPr/>
            <p:nvPr/>
          </p:nvSpPr>
          <p:spPr>
            <a:xfrm flipV="1">
              <a:off x="3554781"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58" name="Oval 15">
              <a:extLst>
                <a:ext uri="{FF2B5EF4-FFF2-40B4-BE49-F238E27FC236}">
                  <a16:creationId xmlns:a16="http://schemas.microsoft.com/office/drawing/2014/main" id="{69176004-E927-C10E-5B2B-BAF85BD52F75}"/>
                </a:ext>
              </a:extLst>
            </p:cNvPr>
            <p:cNvSpPr/>
            <p:nvPr/>
          </p:nvSpPr>
          <p:spPr>
            <a:xfrm>
              <a:off x="3582170"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59" name="Straight Connector 1258">
              <a:extLst>
                <a:ext uri="{FF2B5EF4-FFF2-40B4-BE49-F238E27FC236}">
                  <a16:creationId xmlns:a16="http://schemas.microsoft.com/office/drawing/2014/main" id="{ED4778B0-29BF-229F-1E9C-88F6926B2DB6}"/>
                </a:ext>
              </a:extLst>
            </p:cNvPr>
            <p:cNvCxnSpPr>
              <a:cxnSpLocks/>
              <a:stCxn id="1258" idx="0"/>
            </p:cNvCxnSpPr>
            <p:nvPr/>
          </p:nvCxnSpPr>
          <p:spPr>
            <a:xfrm flipV="1">
              <a:off x="3587866"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60" name="Straight Connector 1259">
              <a:extLst>
                <a:ext uri="{FF2B5EF4-FFF2-40B4-BE49-F238E27FC236}">
                  <a16:creationId xmlns:a16="http://schemas.microsoft.com/office/drawing/2014/main" id="{2E4553E0-7C2A-ADF5-64C3-7D37AB678F91}"/>
                </a:ext>
              </a:extLst>
            </p:cNvPr>
            <p:cNvCxnSpPr>
              <a:cxnSpLocks/>
            </p:cNvCxnSpPr>
            <p:nvPr/>
          </p:nvCxnSpPr>
          <p:spPr>
            <a:xfrm>
              <a:off x="3593585"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B975FDCD-F0E3-B46E-DC93-E0349627F30D}"/>
              </a:ext>
            </a:extLst>
          </p:cNvPr>
          <p:cNvGrpSpPr/>
          <p:nvPr/>
        </p:nvGrpSpPr>
        <p:grpSpPr>
          <a:xfrm>
            <a:off x="4615774" y="3698231"/>
            <a:ext cx="721206" cy="609701"/>
            <a:chOff x="4615774" y="3698231"/>
            <a:chExt cx="721206" cy="609701"/>
          </a:xfrm>
        </p:grpSpPr>
        <p:sp>
          <p:nvSpPr>
            <p:cNvPr id="9" name="Rectangle 8">
              <a:hlinkHover r:id="" action="ppaction://noaction" highlightClick="1"/>
              <a:extLst>
                <a:ext uri="{FF2B5EF4-FFF2-40B4-BE49-F238E27FC236}">
                  <a16:creationId xmlns:a16="http://schemas.microsoft.com/office/drawing/2014/main" id="{99BFC97E-C9D3-8277-2CE3-04FD1A6BF37D}"/>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0" name="Oval 9">
              <a:extLst>
                <a:ext uri="{FF2B5EF4-FFF2-40B4-BE49-F238E27FC236}">
                  <a16:creationId xmlns:a16="http://schemas.microsoft.com/office/drawing/2014/main" id="{28166E48-DFB8-D9A7-067B-5484773AA30A}"/>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 name="Isosceles Triangle 648">
              <a:extLst>
                <a:ext uri="{FF2B5EF4-FFF2-40B4-BE49-F238E27FC236}">
                  <a16:creationId xmlns:a16="http://schemas.microsoft.com/office/drawing/2014/main" id="{015BB5BC-12B5-47DA-57B0-1CCE167CD4C9}"/>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0" name="Group 19">
            <a:extLst>
              <a:ext uri="{FF2B5EF4-FFF2-40B4-BE49-F238E27FC236}">
                <a16:creationId xmlns:a16="http://schemas.microsoft.com/office/drawing/2014/main" id="{44849AAC-E6A0-0A35-8BCA-F0A43440B69F}"/>
              </a:ext>
            </a:extLst>
          </p:cNvPr>
          <p:cNvGrpSpPr/>
          <p:nvPr/>
        </p:nvGrpSpPr>
        <p:grpSpPr>
          <a:xfrm>
            <a:off x="2942396" y="3698227"/>
            <a:ext cx="721206" cy="609701"/>
            <a:chOff x="2942396" y="3698227"/>
            <a:chExt cx="721206" cy="609701"/>
          </a:xfrm>
        </p:grpSpPr>
        <p:sp>
          <p:nvSpPr>
            <p:cNvPr id="21" name="Rectangle 20">
              <a:extLst>
                <a:ext uri="{FF2B5EF4-FFF2-40B4-BE49-F238E27FC236}">
                  <a16:creationId xmlns:a16="http://schemas.microsoft.com/office/drawing/2014/main" id="{5BE0144E-5FD1-6171-A147-E73649E3D164}"/>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22" name="Right Triangle 21">
              <a:extLst>
                <a:ext uri="{FF2B5EF4-FFF2-40B4-BE49-F238E27FC236}">
                  <a16:creationId xmlns:a16="http://schemas.microsoft.com/office/drawing/2014/main" id="{4312B030-3796-A68F-E11C-50B69A9C1F40}"/>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3" name="Group 22">
              <a:extLst>
                <a:ext uri="{FF2B5EF4-FFF2-40B4-BE49-F238E27FC236}">
                  <a16:creationId xmlns:a16="http://schemas.microsoft.com/office/drawing/2014/main" id="{90B9F62A-5A47-71F3-44B4-E2B32E9EA233}"/>
                </a:ext>
              </a:extLst>
            </p:cNvPr>
            <p:cNvGrpSpPr/>
            <p:nvPr/>
          </p:nvGrpSpPr>
          <p:grpSpPr>
            <a:xfrm>
              <a:off x="3607770" y="3713045"/>
              <a:ext cx="37817" cy="61390"/>
              <a:chOff x="3883481" y="2057400"/>
              <a:chExt cx="1608363" cy="2652031"/>
            </a:xfrm>
            <a:solidFill>
              <a:srgbClr val="A6A6A6"/>
            </a:solidFill>
          </p:grpSpPr>
          <p:sp>
            <p:nvSpPr>
              <p:cNvPr id="24" name="Oval 27">
                <a:extLst>
                  <a:ext uri="{FF2B5EF4-FFF2-40B4-BE49-F238E27FC236}">
                    <a16:creationId xmlns:a16="http://schemas.microsoft.com/office/drawing/2014/main" id="{81A332A8-0D8D-D168-EA27-D5787B27F61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Oval 28">
                <a:extLst>
                  <a:ext uri="{FF2B5EF4-FFF2-40B4-BE49-F238E27FC236}">
                    <a16:creationId xmlns:a16="http://schemas.microsoft.com/office/drawing/2014/main" id="{97F35F30-5DDF-9BEF-9B16-B3FA14DC105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 name="Group 25">
            <a:extLst>
              <a:ext uri="{FF2B5EF4-FFF2-40B4-BE49-F238E27FC236}">
                <a16:creationId xmlns:a16="http://schemas.microsoft.com/office/drawing/2014/main" id="{6FD50DB1-6E66-EBFB-B29F-939555E24F76}"/>
              </a:ext>
            </a:extLst>
          </p:cNvPr>
          <p:cNvGrpSpPr/>
          <p:nvPr/>
        </p:nvGrpSpPr>
        <p:grpSpPr>
          <a:xfrm>
            <a:off x="3779083" y="3698227"/>
            <a:ext cx="721206" cy="609701"/>
            <a:chOff x="3779083" y="3698227"/>
            <a:chExt cx="721206" cy="609701"/>
          </a:xfrm>
        </p:grpSpPr>
        <p:sp>
          <p:nvSpPr>
            <p:cNvPr id="30" name="Rectangle 29">
              <a:extLst>
                <a:ext uri="{FF2B5EF4-FFF2-40B4-BE49-F238E27FC236}">
                  <a16:creationId xmlns:a16="http://schemas.microsoft.com/office/drawing/2014/main" id="{57586712-5C66-1E93-2417-260A1DFCCA69}"/>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31" name="Right Triangle 30">
              <a:extLst>
                <a:ext uri="{FF2B5EF4-FFF2-40B4-BE49-F238E27FC236}">
                  <a16:creationId xmlns:a16="http://schemas.microsoft.com/office/drawing/2014/main" id="{3CDEAD92-2541-76C3-ADF5-D9C2DBE9BF87}"/>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3" name="Group 32">
              <a:extLst>
                <a:ext uri="{FF2B5EF4-FFF2-40B4-BE49-F238E27FC236}">
                  <a16:creationId xmlns:a16="http://schemas.microsoft.com/office/drawing/2014/main" id="{C41814E7-42A6-8106-742C-2FC8D25E2F15}"/>
                </a:ext>
              </a:extLst>
            </p:cNvPr>
            <p:cNvGrpSpPr/>
            <p:nvPr/>
          </p:nvGrpSpPr>
          <p:grpSpPr>
            <a:xfrm>
              <a:off x="4448518" y="3706736"/>
              <a:ext cx="37817" cy="61390"/>
              <a:chOff x="3883481" y="2057400"/>
              <a:chExt cx="1608363" cy="2652031"/>
            </a:xfrm>
            <a:solidFill>
              <a:srgbClr val="A6A6A6"/>
            </a:solidFill>
          </p:grpSpPr>
          <p:sp>
            <p:nvSpPr>
              <p:cNvPr id="34" name="Oval 27">
                <a:extLst>
                  <a:ext uri="{FF2B5EF4-FFF2-40B4-BE49-F238E27FC236}">
                    <a16:creationId xmlns:a16="http://schemas.microsoft.com/office/drawing/2014/main" id="{7991BA35-25D6-A793-17D1-AAC62B77E57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 name="Oval 28">
                <a:extLst>
                  <a:ext uri="{FF2B5EF4-FFF2-40B4-BE49-F238E27FC236}">
                    <a16:creationId xmlns:a16="http://schemas.microsoft.com/office/drawing/2014/main" id="{6CF884C2-6277-38DA-2F35-533B1901EBB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6" name="Group 35">
            <a:extLst>
              <a:ext uri="{FF2B5EF4-FFF2-40B4-BE49-F238E27FC236}">
                <a16:creationId xmlns:a16="http://schemas.microsoft.com/office/drawing/2014/main" id="{1E1C600F-3364-355D-2017-05FE1F0CFCD5}"/>
              </a:ext>
            </a:extLst>
          </p:cNvPr>
          <p:cNvGrpSpPr/>
          <p:nvPr/>
        </p:nvGrpSpPr>
        <p:grpSpPr>
          <a:xfrm>
            <a:off x="1268379" y="2974054"/>
            <a:ext cx="721206" cy="609701"/>
            <a:chOff x="1268379" y="2974054"/>
            <a:chExt cx="721206" cy="609701"/>
          </a:xfrm>
        </p:grpSpPr>
        <p:sp>
          <p:nvSpPr>
            <p:cNvPr id="37" name="Rectangle 36">
              <a:extLst>
                <a:ext uri="{FF2B5EF4-FFF2-40B4-BE49-F238E27FC236}">
                  <a16:creationId xmlns:a16="http://schemas.microsoft.com/office/drawing/2014/main" id="{C78A9A9A-58ED-3BB4-796D-DC21E0973C6D}"/>
                </a:ext>
              </a:extLst>
            </p:cNvPr>
            <p:cNvSpPr/>
            <p:nvPr/>
          </p:nvSpPr>
          <p:spPr>
            <a:xfrm>
              <a:off x="126837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38" name="Right Triangle 37">
              <a:extLst>
                <a:ext uri="{FF2B5EF4-FFF2-40B4-BE49-F238E27FC236}">
                  <a16:creationId xmlns:a16="http://schemas.microsoft.com/office/drawing/2014/main" id="{A5684582-1858-ABAE-E04F-E187370E4C87}"/>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9" name="Group 38">
              <a:extLst>
                <a:ext uri="{FF2B5EF4-FFF2-40B4-BE49-F238E27FC236}">
                  <a16:creationId xmlns:a16="http://schemas.microsoft.com/office/drawing/2014/main" id="{5F8AFD40-434A-CA5B-8D23-6EEED3699E07}"/>
                </a:ext>
              </a:extLst>
            </p:cNvPr>
            <p:cNvGrpSpPr/>
            <p:nvPr/>
          </p:nvGrpSpPr>
          <p:grpSpPr>
            <a:xfrm>
              <a:off x="1938974" y="2986444"/>
              <a:ext cx="37817" cy="61390"/>
              <a:chOff x="3883481" y="2057400"/>
              <a:chExt cx="1608363" cy="2652031"/>
            </a:xfrm>
            <a:solidFill>
              <a:srgbClr val="A6A6A6"/>
            </a:solidFill>
          </p:grpSpPr>
          <p:sp>
            <p:nvSpPr>
              <p:cNvPr id="40" name="Oval 27">
                <a:extLst>
                  <a:ext uri="{FF2B5EF4-FFF2-40B4-BE49-F238E27FC236}">
                    <a16:creationId xmlns:a16="http://schemas.microsoft.com/office/drawing/2014/main" id="{03F60F75-0A50-9469-8B7A-8E42129AD1B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 name="Oval 28">
                <a:extLst>
                  <a:ext uri="{FF2B5EF4-FFF2-40B4-BE49-F238E27FC236}">
                    <a16:creationId xmlns:a16="http://schemas.microsoft.com/office/drawing/2014/main" id="{69034FFC-D513-13E6-8D5C-493D05C8BA6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2" name="Group 41">
            <a:extLst>
              <a:ext uri="{FF2B5EF4-FFF2-40B4-BE49-F238E27FC236}">
                <a16:creationId xmlns:a16="http://schemas.microsoft.com/office/drawing/2014/main" id="{1E30C8F5-8A7C-5F90-55A9-27C6297F931F}"/>
              </a:ext>
            </a:extLst>
          </p:cNvPr>
          <p:cNvGrpSpPr/>
          <p:nvPr/>
        </p:nvGrpSpPr>
        <p:grpSpPr>
          <a:xfrm>
            <a:off x="2099602" y="5136552"/>
            <a:ext cx="721206" cy="609701"/>
            <a:chOff x="2099602" y="5136552"/>
            <a:chExt cx="721206" cy="609701"/>
          </a:xfrm>
        </p:grpSpPr>
        <p:sp>
          <p:nvSpPr>
            <p:cNvPr id="43" name="Rectangle 42">
              <a:extLst>
                <a:ext uri="{FF2B5EF4-FFF2-40B4-BE49-F238E27FC236}">
                  <a16:creationId xmlns:a16="http://schemas.microsoft.com/office/drawing/2014/main" id="{4F27E3A3-233C-D17F-51E2-EFA2D9875195}"/>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44" name="Right Triangle 43">
              <a:extLst>
                <a:ext uri="{FF2B5EF4-FFF2-40B4-BE49-F238E27FC236}">
                  <a16:creationId xmlns:a16="http://schemas.microsoft.com/office/drawing/2014/main" id="{074129CE-568F-731A-9D2C-4DA9BC9ED5E7}"/>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5" name="Group 44">
              <a:extLst>
                <a:ext uri="{FF2B5EF4-FFF2-40B4-BE49-F238E27FC236}">
                  <a16:creationId xmlns:a16="http://schemas.microsoft.com/office/drawing/2014/main" id="{7902E689-33DF-4731-73D3-94435390690F}"/>
                </a:ext>
              </a:extLst>
            </p:cNvPr>
            <p:cNvGrpSpPr/>
            <p:nvPr/>
          </p:nvGrpSpPr>
          <p:grpSpPr>
            <a:xfrm>
              <a:off x="2765664" y="5151370"/>
              <a:ext cx="37817" cy="61390"/>
              <a:chOff x="3883481" y="2057400"/>
              <a:chExt cx="1608363" cy="2652031"/>
            </a:xfrm>
            <a:solidFill>
              <a:srgbClr val="A6A6A6"/>
            </a:solidFill>
          </p:grpSpPr>
          <p:sp>
            <p:nvSpPr>
              <p:cNvPr id="46" name="Oval 27">
                <a:extLst>
                  <a:ext uri="{FF2B5EF4-FFF2-40B4-BE49-F238E27FC236}">
                    <a16:creationId xmlns:a16="http://schemas.microsoft.com/office/drawing/2014/main" id="{1D9179BB-B0A9-B78D-E9A4-A0B39D0BC57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 name="Oval 28">
                <a:extLst>
                  <a:ext uri="{FF2B5EF4-FFF2-40B4-BE49-F238E27FC236}">
                    <a16:creationId xmlns:a16="http://schemas.microsoft.com/office/drawing/2014/main" id="{0E5563D1-0064-0302-0E38-FE300C9A401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8" name="Group 47">
            <a:extLst>
              <a:ext uri="{FF2B5EF4-FFF2-40B4-BE49-F238E27FC236}">
                <a16:creationId xmlns:a16="http://schemas.microsoft.com/office/drawing/2014/main" id="{3AC580AB-CA89-29E3-31E0-F63A3B6D9706}"/>
              </a:ext>
            </a:extLst>
          </p:cNvPr>
          <p:cNvGrpSpPr/>
          <p:nvPr/>
        </p:nvGrpSpPr>
        <p:grpSpPr>
          <a:xfrm>
            <a:off x="2100388" y="4419620"/>
            <a:ext cx="721206" cy="609701"/>
            <a:chOff x="2100388" y="4419620"/>
            <a:chExt cx="721206" cy="609701"/>
          </a:xfrm>
        </p:grpSpPr>
        <p:sp>
          <p:nvSpPr>
            <p:cNvPr id="49" name="Rectangle 48">
              <a:extLst>
                <a:ext uri="{FF2B5EF4-FFF2-40B4-BE49-F238E27FC236}">
                  <a16:creationId xmlns:a16="http://schemas.microsoft.com/office/drawing/2014/main" id="{316DC670-F605-2924-58DB-15C6A7AC2E6B}"/>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50" name="Right Triangle 49">
              <a:extLst>
                <a:ext uri="{FF2B5EF4-FFF2-40B4-BE49-F238E27FC236}">
                  <a16:creationId xmlns:a16="http://schemas.microsoft.com/office/drawing/2014/main" id="{E180C7A6-B4E2-6F4B-1F1D-B9BC18492E18}"/>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1" name="Group 50">
              <a:extLst>
                <a:ext uri="{FF2B5EF4-FFF2-40B4-BE49-F238E27FC236}">
                  <a16:creationId xmlns:a16="http://schemas.microsoft.com/office/drawing/2014/main" id="{D6EA02BB-A8A4-3C85-64A8-C685EAAAE79D}"/>
                </a:ext>
              </a:extLst>
            </p:cNvPr>
            <p:cNvGrpSpPr/>
            <p:nvPr/>
          </p:nvGrpSpPr>
          <p:grpSpPr>
            <a:xfrm>
              <a:off x="2769861" y="4434438"/>
              <a:ext cx="37817" cy="61390"/>
              <a:chOff x="3883481" y="2057400"/>
              <a:chExt cx="1608363" cy="2652031"/>
            </a:xfrm>
            <a:solidFill>
              <a:srgbClr val="A6A6A6"/>
            </a:solidFill>
          </p:grpSpPr>
          <p:sp>
            <p:nvSpPr>
              <p:cNvPr id="52" name="Oval 27">
                <a:extLst>
                  <a:ext uri="{FF2B5EF4-FFF2-40B4-BE49-F238E27FC236}">
                    <a16:creationId xmlns:a16="http://schemas.microsoft.com/office/drawing/2014/main" id="{A4949E65-C8E8-A282-C3F6-371D2A38863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 name="Oval 28">
                <a:extLst>
                  <a:ext uri="{FF2B5EF4-FFF2-40B4-BE49-F238E27FC236}">
                    <a16:creationId xmlns:a16="http://schemas.microsoft.com/office/drawing/2014/main" id="{F3829994-427C-4009-BBEA-776782F1FFB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4" name="Group 53">
            <a:extLst>
              <a:ext uri="{FF2B5EF4-FFF2-40B4-BE49-F238E27FC236}">
                <a16:creationId xmlns:a16="http://schemas.microsoft.com/office/drawing/2014/main" id="{7E98FCB9-2B3D-9C15-256E-00A238B577FD}"/>
              </a:ext>
            </a:extLst>
          </p:cNvPr>
          <p:cNvGrpSpPr/>
          <p:nvPr/>
        </p:nvGrpSpPr>
        <p:grpSpPr>
          <a:xfrm>
            <a:off x="7957576" y="811556"/>
            <a:ext cx="721206" cy="609701"/>
            <a:chOff x="7957576" y="811556"/>
            <a:chExt cx="721206" cy="609701"/>
          </a:xfrm>
        </p:grpSpPr>
        <p:sp>
          <p:nvSpPr>
            <p:cNvPr id="55" name="Rectangle 54">
              <a:extLst>
                <a:ext uri="{FF2B5EF4-FFF2-40B4-BE49-F238E27FC236}">
                  <a16:creationId xmlns:a16="http://schemas.microsoft.com/office/drawing/2014/main" id="{7CF28868-7B7E-B584-A97F-13DD3D7BBFDE}"/>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56" name="Rectangle 55">
              <a:extLst>
                <a:ext uri="{FF2B5EF4-FFF2-40B4-BE49-F238E27FC236}">
                  <a16:creationId xmlns:a16="http://schemas.microsoft.com/office/drawing/2014/main" id="{0D1C1237-6BA8-348A-6B05-4AF40E0F6AB3}"/>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 name="Oval 15">
              <a:extLst>
                <a:ext uri="{FF2B5EF4-FFF2-40B4-BE49-F238E27FC236}">
                  <a16:creationId xmlns:a16="http://schemas.microsoft.com/office/drawing/2014/main" id="{BE965FC8-1E76-45F6-B09E-425AD370238C}"/>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8" name="Straight Connector 57">
              <a:extLst>
                <a:ext uri="{FF2B5EF4-FFF2-40B4-BE49-F238E27FC236}">
                  <a16:creationId xmlns:a16="http://schemas.microsoft.com/office/drawing/2014/main" id="{2C7ECE26-2EF9-B8EA-1128-D43A081CE715}"/>
                </a:ext>
              </a:extLst>
            </p:cNvPr>
            <p:cNvCxnSpPr>
              <a:cxnSpLocks/>
              <a:stCxn id="57"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9" name="Straight Connector 58">
              <a:extLst>
                <a:ext uri="{FF2B5EF4-FFF2-40B4-BE49-F238E27FC236}">
                  <a16:creationId xmlns:a16="http://schemas.microsoft.com/office/drawing/2014/main" id="{D66F80AC-20DD-87E3-339B-133153322A37}"/>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E8BC51F4-C39E-C00E-A293-FB90D90C3CED}"/>
              </a:ext>
            </a:extLst>
          </p:cNvPr>
          <p:cNvGrpSpPr/>
          <p:nvPr/>
        </p:nvGrpSpPr>
        <p:grpSpPr>
          <a:xfrm>
            <a:off x="8807246" y="1508831"/>
            <a:ext cx="721206" cy="609701"/>
            <a:chOff x="8807246" y="1532278"/>
            <a:chExt cx="721206" cy="609701"/>
          </a:xfrm>
        </p:grpSpPr>
        <p:sp>
          <p:nvSpPr>
            <p:cNvPr id="78" name="Rectangle 77">
              <a:hlinkHover r:id="" action="ppaction://noaction" highlightClick="1"/>
              <a:extLst>
                <a:ext uri="{FF2B5EF4-FFF2-40B4-BE49-F238E27FC236}">
                  <a16:creationId xmlns:a16="http://schemas.microsoft.com/office/drawing/2014/main" id="{25504E22-A225-A546-FCA7-2FB6B0660167}"/>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79" name="Oval 78">
              <a:extLst>
                <a:ext uri="{FF2B5EF4-FFF2-40B4-BE49-F238E27FC236}">
                  <a16:creationId xmlns:a16="http://schemas.microsoft.com/office/drawing/2014/main" id="{1C121C5B-C1C3-FA58-2941-7B035D9A16BE}"/>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 name="Isosceles Triangle 648">
              <a:extLst>
                <a:ext uri="{FF2B5EF4-FFF2-40B4-BE49-F238E27FC236}">
                  <a16:creationId xmlns:a16="http://schemas.microsoft.com/office/drawing/2014/main" id="{110A29EC-364B-CB2D-5BA6-2DF11160D438}"/>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1" name="Group 80">
            <a:extLst>
              <a:ext uri="{FF2B5EF4-FFF2-40B4-BE49-F238E27FC236}">
                <a16:creationId xmlns:a16="http://schemas.microsoft.com/office/drawing/2014/main" id="{93917B6E-675C-7B6C-54F0-0C2744999878}"/>
              </a:ext>
            </a:extLst>
          </p:cNvPr>
          <p:cNvGrpSpPr/>
          <p:nvPr/>
        </p:nvGrpSpPr>
        <p:grpSpPr>
          <a:xfrm>
            <a:off x="11356242" y="1508829"/>
            <a:ext cx="721206" cy="609701"/>
            <a:chOff x="11356242" y="1532276"/>
            <a:chExt cx="721206" cy="609701"/>
          </a:xfrm>
        </p:grpSpPr>
        <p:sp>
          <p:nvSpPr>
            <p:cNvPr id="82" name="Rectangle 81">
              <a:hlinkHover r:id="" action="ppaction://noaction" highlightClick="1"/>
              <a:extLst>
                <a:ext uri="{FF2B5EF4-FFF2-40B4-BE49-F238E27FC236}">
                  <a16:creationId xmlns:a16="http://schemas.microsoft.com/office/drawing/2014/main" id="{69D40E02-C334-E817-A19B-F8756DE1DF31}"/>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83" name="Oval 82">
              <a:extLst>
                <a:ext uri="{FF2B5EF4-FFF2-40B4-BE49-F238E27FC236}">
                  <a16:creationId xmlns:a16="http://schemas.microsoft.com/office/drawing/2014/main" id="{A05CD087-A933-4D21-F490-4885DF8C7469}"/>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 name="Isosceles Triangle 648">
              <a:extLst>
                <a:ext uri="{FF2B5EF4-FFF2-40B4-BE49-F238E27FC236}">
                  <a16:creationId xmlns:a16="http://schemas.microsoft.com/office/drawing/2014/main" id="{15B9E9A5-C6D5-706B-067C-7FCCC809C7EA}"/>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
        <p:nvSpPr>
          <p:cNvPr id="98" name="Rectangle 97">
            <a:hlinkClick r:id="rId4" action="ppaction://hlinksldjump"/>
            <a:hlinkHover r:id="rId4" action="ppaction://hlinksldjump"/>
            <a:extLst>
              <a:ext uri="{FF2B5EF4-FFF2-40B4-BE49-F238E27FC236}">
                <a16:creationId xmlns:a16="http://schemas.microsoft.com/office/drawing/2014/main" id="{B37E61D0-413F-5673-8B63-17DAFE6BDD13}"/>
              </a:ext>
            </a:extLst>
          </p:cNvPr>
          <p:cNvSpPr/>
          <p:nvPr/>
        </p:nvSpPr>
        <p:spPr>
          <a:xfrm>
            <a:off x="299024"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99" name="Rectangle 98">
            <a:hlinkClick r:id="rId5" action="ppaction://hlinksldjump"/>
            <a:hlinkHover r:id="rId5" action="ppaction://hlinksldjump"/>
            <a:extLst>
              <a:ext uri="{FF2B5EF4-FFF2-40B4-BE49-F238E27FC236}">
                <a16:creationId xmlns:a16="http://schemas.microsoft.com/office/drawing/2014/main" id="{E95B78F7-1A2F-CD50-F61A-C4A831D67660}"/>
              </a:ext>
            </a:extLst>
          </p:cNvPr>
          <p:cNvSpPr/>
          <p:nvPr/>
        </p:nvSpPr>
        <p:spPr>
          <a:xfrm>
            <a:off x="1975955"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100" name="Rectangle 99">
            <a:hlinkClick r:id="rId6" action="ppaction://hlinksldjump"/>
            <a:hlinkHover r:id="rId6" action="ppaction://hlinksldjump"/>
            <a:extLst>
              <a:ext uri="{FF2B5EF4-FFF2-40B4-BE49-F238E27FC236}">
                <a16:creationId xmlns:a16="http://schemas.microsoft.com/office/drawing/2014/main" id="{0C4014D9-87CF-936B-F5EA-C3AD15F9302B}"/>
              </a:ext>
            </a:extLst>
          </p:cNvPr>
          <p:cNvSpPr/>
          <p:nvPr/>
        </p:nvSpPr>
        <p:spPr>
          <a:xfrm>
            <a:off x="3652886"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101" name="Rectangle 100">
            <a:hlinkClick r:id="rId7" action="ppaction://hlinksldjump"/>
            <a:hlinkHover r:id="rId7" action="ppaction://hlinksldjump"/>
            <a:extLst>
              <a:ext uri="{FF2B5EF4-FFF2-40B4-BE49-F238E27FC236}">
                <a16:creationId xmlns:a16="http://schemas.microsoft.com/office/drawing/2014/main" id="{60C12568-06DA-1377-2882-13A00D539A6A}"/>
              </a:ext>
            </a:extLst>
          </p:cNvPr>
          <p:cNvSpPr/>
          <p:nvPr/>
        </p:nvSpPr>
        <p:spPr>
          <a:xfrm>
            <a:off x="5329817" y="5802160"/>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102" name="Rectangle 101">
            <a:hlinkClick r:id="rId8" action="ppaction://hlinksldjump"/>
            <a:hlinkHover r:id="rId8" action="ppaction://hlinksldjump"/>
            <a:extLst>
              <a:ext uri="{FF2B5EF4-FFF2-40B4-BE49-F238E27FC236}">
                <a16:creationId xmlns:a16="http://schemas.microsoft.com/office/drawing/2014/main" id="{40C09368-2DEB-3C2A-7CB4-B75BDC39EFF1}"/>
              </a:ext>
            </a:extLst>
          </p:cNvPr>
          <p:cNvSpPr/>
          <p:nvPr/>
        </p:nvSpPr>
        <p:spPr>
          <a:xfrm>
            <a:off x="7107720" y="5802160"/>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03" name="Rectangle 102">
            <a:hlinkClick r:id="rId9" action="ppaction://hlinksldjump"/>
            <a:hlinkHover r:id="rId9" action="ppaction://hlinksldjump"/>
            <a:extLst>
              <a:ext uri="{FF2B5EF4-FFF2-40B4-BE49-F238E27FC236}">
                <a16:creationId xmlns:a16="http://schemas.microsoft.com/office/drawing/2014/main" id="{D2A7A793-2CC1-3C03-D326-E61CBB977E03}"/>
              </a:ext>
            </a:extLst>
          </p:cNvPr>
          <p:cNvSpPr/>
          <p:nvPr/>
        </p:nvSpPr>
        <p:spPr>
          <a:xfrm>
            <a:off x="3652886"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104" name="Rectangle 103">
            <a:hlinkClick r:id="rId10" action="ppaction://hlinksldjump"/>
            <a:hlinkHover r:id="rId10" action="ppaction://hlinksldjump"/>
            <a:extLst>
              <a:ext uri="{FF2B5EF4-FFF2-40B4-BE49-F238E27FC236}">
                <a16:creationId xmlns:a16="http://schemas.microsoft.com/office/drawing/2014/main" id="{5C457367-4148-F167-EB29-A7DB117F090F}"/>
              </a:ext>
            </a:extLst>
          </p:cNvPr>
          <p:cNvSpPr/>
          <p:nvPr/>
        </p:nvSpPr>
        <p:spPr>
          <a:xfrm>
            <a:off x="7107721" y="6284246"/>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05" name="Rectangle 104">
            <a:hlinkClick r:id="rId11" action="ppaction://hlinksldjump"/>
            <a:hlinkHover r:id="rId11" action="ppaction://hlinksldjump"/>
            <a:extLst>
              <a:ext uri="{FF2B5EF4-FFF2-40B4-BE49-F238E27FC236}">
                <a16:creationId xmlns:a16="http://schemas.microsoft.com/office/drawing/2014/main" id="{84EBB7CF-77A9-B704-995B-BA85364A7D53}"/>
              </a:ext>
            </a:extLst>
          </p:cNvPr>
          <p:cNvSpPr/>
          <p:nvPr/>
        </p:nvSpPr>
        <p:spPr>
          <a:xfrm>
            <a:off x="10811623" y="5796447"/>
            <a:ext cx="1301668" cy="957208"/>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106" name="Rectangle 105">
            <a:hlinkClick r:id="rId12" action="ppaction://hlinksldjump"/>
            <a:hlinkHover r:id="rId12" action="ppaction://hlinksldjump"/>
            <a:extLst>
              <a:ext uri="{FF2B5EF4-FFF2-40B4-BE49-F238E27FC236}">
                <a16:creationId xmlns:a16="http://schemas.microsoft.com/office/drawing/2014/main" id="{0EB5E67E-4C3B-4497-30E0-498B7F9CA288}"/>
              </a:ext>
            </a:extLst>
          </p:cNvPr>
          <p:cNvSpPr/>
          <p:nvPr/>
        </p:nvSpPr>
        <p:spPr>
          <a:xfrm>
            <a:off x="299024" y="6299063"/>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07" name="Rectangle 106">
            <a:hlinkClick r:id="rId13" action="ppaction://hlinksldjump"/>
            <a:hlinkHover r:id="rId13" action="ppaction://hlinksldjump"/>
            <a:extLst>
              <a:ext uri="{FF2B5EF4-FFF2-40B4-BE49-F238E27FC236}">
                <a16:creationId xmlns:a16="http://schemas.microsoft.com/office/drawing/2014/main" id="{F3855D6B-0321-84CB-0B46-D4A99F234E8E}"/>
              </a:ext>
            </a:extLst>
          </p:cNvPr>
          <p:cNvSpPr/>
          <p:nvPr/>
        </p:nvSpPr>
        <p:spPr>
          <a:xfrm>
            <a:off x="1975955"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08" name="Rectangle 107">
            <a:hlinkClick r:id="rId14" action="ppaction://hlinksldjump"/>
            <a:hlinkHover r:id="rId14" action="ppaction://hlinksldjump"/>
            <a:extLst>
              <a:ext uri="{FF2B5EF4-FFF2-40B4-BE49-F238E27FC236}">
                <a16:creationId xmlns:a16="http://schemas.microsoft.com/office/drawing/2014/main" id="{065C2B9F-7056-E954-EF98-6D8D4812C24A}"/>
              </a:ext>
            </a:extLst>
          </p:cNvPr>
          <p:cNvSpPr/>
          <p:nvPr/>
        </p:nvSpPr>
        <p:spPr>
          <a:xfrm>
            <a:off x="5329817" y="6284246"/>
            <a:ext cx="1738529" cy="454591"/>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11" name="Rectangle 110">
            <a:hlinkHover r:id="rId15" action="ppaction://hlinksldjump"/>
            <a:extLst>
              <a:ext uri="{FF2B5EF4-FFF2-40B4-BE49-F238E27FC236}">
                <a16:creationId xmlns:a16="http://schemas.microsoft.com/office/drawing/2014/main" id="{72DBBA36-E022-8204-2DFA-FEB6389A762C}"/>
              </a:ext>
            </a:extLst>
          </p:cNvPr>
          <p:cNvSpPr/>
          <p:nvPr/>
        </p:nvSpPr>
        <p:spPr>
          <a:xfrm>
            <a:off x="8841667" y="5799653"/>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grpSp>
        <p:nvGrpSpPr>
          <p:cNvPr id="109" name="Group 108">
            <a:extLst>
              <a:ext uri="{FF2B5EF4-FFF2-40B4-BE49-F238E27FC236}">
                <a16:creationId xmlns:a16="http://schemas.microsoft.com/office/drawing/2014/main" id="{870FBC6C-A54E-A0DA-11D2-DD4D332418CE}"/>
              </a:ext>
            </a:extLst>
          </p:cNvPr>
          <p:cNvGrpSpPr/>
          <p:nvPr/>
        </p:nvGrpSpPr>
        <p:grpSpPr>
          <a:xfrm>
            <a:off x="7905566" y="751337"/>
            <a:ext cx="3396155" cy="4999377"/>
            <a:chOff x="7905566" y="751337"/>
            <a:chExt cx="3396155" cy="4999377"/>
          </a:xfrm>
        </p:grpSpPr>
        <p:cxnSp>
          <p:nvCxnSpPr>
            <p:cNvPr id="112" name="Straight Connector 111">
              <a:extLst>
                <a:ext uri="{FF2B5EF4-FFF2-40B4-BE49-F238E27FC236}">
                  <a16:creationId xmlns:a16="http://schemas.microsoft.com/office/drawing/2014/main" id="{339C31AF-E925-6F4E-9CDD-F8A5128A416F}"/>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D479CE93-6953-D4E0-E038-EBC18B372903}"/>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C29EA6B9-42D7-0C15-10F2-AE4D318F2022}"/>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A1265CAD-E54D-894F-19BB-DD3DB4F114EC}"/>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E9D70573-DFE9-1002-DAA2-ACE742755FFC}"/>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3A3BBDC9-C247-475C-DDCD-4DC258351532}"/>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9DE65AF2-4CC3-81CB-885C-88D45A4FC763}"/>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23" name="Straight Connector 122">
            <a:extLst>
              <a:ext uri="{FF2B5EF4-FFF2-40B4-BE49-F238E27FC236}">
                <a16:creationId xmlns:a16="http://schemas.microsoft.com/office/drawing/2014/main" id="{A68C79EC-4B95-4312-0F97-9291D28EAD04}"/>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24" name="Group 123">
            <a:extLst>
              <a:ext uri="{FF2B5EF4-FFF2-40B4-BE49-F238E27FC236}">
                <a16:creationId xmlns:a16="http://schemas.microsoft.com/office/drawing/2014/main" id="{DA3FD90F-9031-FCC7-E0D9-FCC6FF059D3C}"/>
              </a:ext>
            </a:extLst>
          </p:cNvPr>
          <p:cNvGrpSpPr/>
          <p:nvPr/>
        </p:nvGrpSpPr>
        <p:grpSpPr>
          <a:xfrm>
            <a:off x="9651394" y="811173"/>
            <a:ext cx="721206" cy="609701"/>
            <a:chOff x="9657972" y="90836"/>
            <a:chExt cx="721206" cy="609701"/>
          </a:xfrm>
        </p:grpSpPr>
        <p:sp>
          <p:nvSpPr>
            <p:cNvPr id="125" name="Rectangle 124">
              <a:hlinkHover r:id="" action="ppaction://noaction" highlightClick="1"/>
              <a:extLst>
                <a:ext uri="{FF2B5EF4-FFF2-40B4-BE49-F238E27FC236}">
                  <a16:creationId xmlns:a16="http://schemas.microsoft.com/office/drawing/2014/main" id="{5E94F47E-886B-3C93-0828-6AF1BA42DF7D}"/>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26" name="Diamond 125">
              <a:extLst>
                <a:ext uri="{FF2B5EF4-FFF2-40B4-BE49-F238E27FC236}">
                  <a16:creationId xmlns:a16="http://schemas.microsoft.com/office/drawing/2014/main" id="{3D815A79-584F-5B28-438C-6A26D5C4AB40}"/>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7" name="Oval 126">
              <a:extLst>
                <a:ext uri="{FF2B5EF4-FFF2-40B4-BE49-F238E27FC236}">
                  <a16:creationId xmlns:a16="http://schemas.microsoft.com/office/drawing/2014/main" id="{93377AC0-B32C-5D26-8536-5E32379873BD}"/>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8" name="Group 127">
            <a:extLst>
              <a:ext uri="{FF2B5EF4-FFF2-40B4-BE49-F238E27FC236}">
                <a16:creationId xmlns:a16="http://schemas.microsoft.com/office/drawing/2014/main" id="{BC839EE3-ED3D-EB01-7FAE-6932624CBFE1}"/>
              </a:ext>
            </a:extLst>
          </p:cNvPr>
          <p:cNvGrpSpPr/>
          <p:nvPr/>
        </p:nvGrpSpPr>
        <p:grpSpPr>
          <a:xfrm>
            <a:off x="10520479" y="90836"/>
            <a:ext cx="721206" cy="609701"/>
            <a:chOff x="10520479" y="90836"/>
            <a:chExt cx="721206" cy="609701"/>
          </a:xfrm>
        </p:grpSpPr>
        <p:sp>
          <p:nvSpPr>
            <p:cNvPr id="129" name="Rectangle 128">
              <a:hlinkHover r:id="" action="ppaction://noaction" highlightClick="1"/>
              <a:extLst>
                <a:ext uri="{FF2B5EF4-FFF2-40B4-BE49-F238E27FC236}">
                  <a16:creationId xmlns:a16="http://schemas.microsoft.com/office/drawing/2014/main" id="{48FCE3C7-6F3C-91C7-3E4B-E38B29559FF8}"/>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31" name="Oval 130">
              <a:extLst>
                <a:ext uri="{FF2B5EF4-FFF2-40B4-BE49-F238E27FC236}">
                  <a16:creationId xmlns:a16="http://schemas.microsoft.com/office/drawing/2014/main" id="{2BE9D940-2C16-8773-3800-7AD9FAE78762}"/>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 name="Isosceles Triangle 648">
              <a:extLst>
                <a:ext uri="{FF2B5EF4-FFF2-40B4-BE49-F238E27FC236}">
                  <a16:creationId xmlns:a16="http://schemas.microsoft.com/office/drawing/2014/main" id="{4C84F804-175A-FB63-609F-C5B8F41F7931}"/>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3" name="Group 132">
            <a:extLst>
              <a:ext uri="{FF2B5EF4-FFF2-40B4-BE49-F238E27FC236}">
                <a16:creationId xmlns:a16="http://schemas.microsoft.com/office/drawing/2014/main" id="{AB30E0D4-7BCB-2EFE-4345-94BEC72EB50E}"/>
              </a:ext>
            </a:extLst>
          </p:cNvPr>
          <p:cNvGrpSpPr/>
          <p:nvPr/>
        </p:nvGrpSpPr>
        <p:grpSpPr>
          <a:xfrm>
            <a:off x="10506594" y="811556"/>
            <a:ext cx="721220" cy="609701"/>
            <a:chOff x="10506594" y="811556"/>
            <a:chExt cx="721220" cy="609701"/>
          </a:xfrm>
        </p:grpSpPr>
        <p:sp>
          <p:nvSpPr>
            <p:cNvPr id="134" name="Rectangle 133">
              <a:extLst>
                <a:ext uri="{FF2B5EF4-FFF2-40B4-BE49-F238E27FC236}">
                  <a16:creationId xmlns:a16="http://schemas.microsoft.com/office/drawing/2014/main" id="{31E8B17E-5726-9D16-1462-2FCE6A5D45FD}"/>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35" name="Rectangle 134">
              <a:extLst>
                <a:ext uri="{FF2B5EF4-FFF2-40B4-BE49-F238E27FC236}">
                  <a16:creationId xmlns:a16="http://schemas.microsoft.com/office/drawing/2014/main" id="{AB241F94-18F4-9079-96FD-1EAAAC5E5249}"/>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 name="Oval 15">
              <a:extLst>
                <a:ext uri="{FF2B5EF4-FFF2-40B4-BE49-F238E27FC236}">
                  <a16:creationId xmlns:a16="http://schemas.microsoft.com/office/drawing/2014/main" id="{0D6F3C6B-DBE1-EA64-0DE4-2F5F9969CCD8}"/>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7" name="Straight Connector 136">
              <a:extLst>
                <a:ext uri="{FF2B5EF4-FFF2-40B4-BE49-F238E27FC236}">
                  <a16:creationId xmlns:a16="http://schemas.microsoft.com/office/drawing/2014/main" id="{5770F022-CFBA-4EFA-D68C-018D1EC7B087}"/>
                </a:ext>
              </a:extLst>
            </p:cNvPr>
            <p:cNvCxnSpPr>
              <a:cxnSpLocks/>
              <a:stCxn id="136"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38" name="Straight Connector 137">
              <a:extLst>
                <a:ext uri="{FF2B5EF4-FFF2-40B4-BE49-F238E27FC236}">
                  <a16:creationId xmlns:a16="http://schemas.microsoft.com/office/drawing/2014/main" id="{B72CECC5-64BE-236E-6346-62BC9838105A}"/>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9" name="Group 138">
            <a:extLst>
              <a:ext uri="{FF2B5EF4-FFF2-40B4-BE49-F238E27FC236}">
                <a16:creationId xmlns:a16="http://schemas.microsoft.com/office/drawing/2014/main" id="{E4046313-1552-DA38-F25D-F442F7579147}"/>
              </a:ext>
            </a:extLst>
          </p:cNvPr>
          <p:cNvGrpSpPr/>
          <p:nvPr/>
        </p:nvGrpSpPr>
        <p:grpSpPr>
          <a:xfrm>
            <a:off x="10508723" y="1536662"/>
            <a:ext cx="721206" cy="609701"/>
            <a:chOff x="11356242" y="1532276"/>
            <a:chExt cx="721206" cy="609701"/>
          </a:xfrm>
        </p:grpSpPr>
        <p:sp>
          <p:nvSpPr>
            <p:cNvPr id="140" name="Rectangle 139">
              <a:hlinkHover r:id="" action="ppaction://noaction" highlightClick="1"/>
              <a:extLst>
                <a:ext uri="{FF2B5EF4-FFF2-40B4-BE49-F238E27FC236}">
                  <a16:creationId xmlns:a16="http://schemas.microsoft.com/office/drawing/2014/main" id="{2A2722D8-6B9C-5964-DE6C-F2A0C0B7F12E}"/>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41" name="Oval 140">
              <a:extLst>
                <a:ext uri="{FF2B5EF4-FFF2-40B4-BE49-F238E27FC236}">
                  <a16:creationId xmlns:a16="http://schemas.microsoft.com/office/drawing/2014/main" id="{54E96C66-321F-694A-122E-CA977B518963}"/>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2" name="Isosceles Triangle 648">
              <a:extLst>
                <a:ext uri="{FF2B5EF4-FFF2-40B4-BE49-F238E27FC236}">
                  <a16:creationId xmlns:a16="http://schemas.microsoft.com/office/drawing/2014/main" id="{8D6622A5-FB9A-8B37-C6DB-7C4298E18EC8}"/>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3" name="Group 142">
            <a:extLst>
              <a:ext uri="{FF2B5EF4-FFF2-40B4-BE49-F238E27FC236}">
                <a16:creationId xmlns:a16="http://schemas.microsoft.com/office/drawing/2014/main" id="{D328B8C9-DCB2-6A9D-2A2B-80E84EBF3200}"/>
              </a:ext>
            </a:extLst>
          </p:cNvPr>
          <p:cNvGrpSpPr/>
          <p:nvPr/>
        </p:nvGrpSpPr>
        <p:grpSpPr>
          <a:xfrm>
            <a:off x="11355832" y="5140982"/>
            <a:ext cx="721220" cy="609701"/>
            <a:chOff x="9656903" y="2253333"/>
            <a:chExt cx="721220" cy="609701"/>
          </a:xfrm>
        </p:grpSpPr>
        <p:sp>
          <p:nvSpPr>
            <p:cNvPr id="145" name="Rectangle 144">
              <a:hlinkHover r:id="" action="ppaction://noaction" highlightClick="1"/>
              <a:extLst>
                <a:ext uri="{FF2B5EF4-FFF2-40B4-BE49-F238E27FC236}">
                  <a16:creationId xmlns:a16="http://schemas.microsoft.com/office/drawing/2014/main" id="{20A35002-ED9C-6A10-9199-EE808BFAB83E}"/>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6" name="Rectangle 145">
              <a:extLst>
                <a:ext uri="{FF2B5EF4-FFF2-40B4-BE49-F238E27FC236}">
                  <a16:creationId xmlns:a16="http://schemas.microsoft.com/office/drawing/2014/main" id="{484E5123-AA41-C0D3-E1B8-581E39990B2C}"/>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 name="Oval 15">
              <a:extLst>
                <a:ext uri="{FF2B5EF4-FFF2-40B4-BE49-F238E27FC236}">
                  <a16:creationId xmlns:a16="http://schemas.microsoft.com/office/drawing/2014/main" id="{7348C483-4A20-B6EE-1063-2015537E3533}"/>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8" name="Straight Connector 147">
              <a:extLst>
                <a:ext uri="{FF2B5EF4-FFF2-40B4-BE49-F238E27FC236}">
                  <a16:creationId xmlns:a16="http://schemas.microsoft.com/office/drawing/2014/main" id="{7FBEE598-8E6D-AB31-20FE-19C5A23D3832}"/>
                </a:ext>
              </a:extLst>
            </p:cNvPr>
            <p:cNvCxnSpPr>
              <a:cxnSpLocks/>
              <a:stCxn id="147"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9" name="Straight Connector 148">
              <a:extLst>
                <a:ext uri="{FF2B5EF4-FFF2-40B4-BE49-F238E27FC236}">
                  <a16:creationId xmlns:a16="http://schemas.microsoft.com/office/drawing/2014/main" id="{FF0DCC47-257D-B3FB-CAB2-C949BBEDEF89}"/>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0" name="Group 149">
            <a:extLst>
              <a:ext uri="{FF2B5EF4-FFF2-40B4-BE49-F238E27FC236}">
                <a16:creationId xmlns:a16="http://schemas.microsoft.com/office/drawing/2014/main" id="{02B703C7-63CE-B335-A781-9339C11D49D9}"/>
              </a:ext>
            </a:extLst>
          </p:cNvPr>
          <p:cNvGrpSpPr/>
          <p:nvPr/>
        </p:nvGrpSpPr>
        <p:grpSpPr>
          <a:xfrm>
            <a:off x="7957576" y="2253333"/>
            <a:ext cx="721206" cy="609701"/>
            <a:chOff x="7957576" y="2253333"/>
            <a:chExt cx="721206" cy="609701"/>
          </a:xfrm>
        </p:grpSpPr>
        <p:sp>
          <p:nvSpPr>
            <p:cNvPr id="151" name="Rectangle 150">
              <a:extLst>
                <a:ext uri="{FF2B5EF4-FFF2-40B4-BE49-F238E27FC236}">
                  <a16:creationId xmlns:a16="http://schemas.microsoft.com/office/drawing/2014/main" id="{1C197336-E1B4-18D6-F045-FF2E9E29CF14}"/>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152" name="Right Triangle 151">
              <a:extLst>
                <a:ext uri="{FF2B5EF4-FFF2-40B4-BE49-F238E27FC236}">
                  <a16:creationId xmlns:a16="http://schemas.microsoft.com/office/drawing/2014/main" id="{625B40B7-7F0D-52ED-DB48-B272FC4AAD2E}"/>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3" name="Group 152">
              <a:extLst>
                <a:ext uri="{FF2B5EF4-FFF2-40B4-BE49-F238E27FC236}">
                  <a16:creationId xmlns:a16="http://schemas.microsoft.com/office/drawing/2014/main" id="{6BCB521D-5FB2-4759-A2C8-8B60A3DD7D30}"/>
                </a:ext>
              </a:extLst>
            </p:cNvPr>
            <p:cNvGrpSpPr/>
            <p:nvPr/>
          </p:nvGrpSpPr>
          <p:grpSpPr>
            <a:xfrm>
              <a:off x="8621953" y="2262661"/>
              <a:ext cx="37817" cy="61390"/>
              <a:chOff x="3883481" y="2057400"/>
              <a:chExt cx="1608363" cy="2652031"/>
            </a:xfrm>
            <a:solidFill>
              <a:srgbClr val="A6A6A6"/>
            </a:solidFill>
          </p:grpSpPr>
          <p:sp>
            <p:nvSpPr>
              <p:cNvPr id="156" name="Oval 27">
                <a:extLst>
                  <a:ext uri="{FF2B5EF4-FFF2-40B4-BE49-F238E27FC236}">
                    <a16:creationId xmlns:a16="http://schemas.microsoft.com/office/drawing/2014/main" id="{C2774A9D-3DEA-BB1C-A8C3-DFD7D9ECB6D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7" name="Oval 28">
                <a:extLst>
                  <a:ext uri="{FF2B5EF4-FFF2-40B4-BE49-F238E27FC236}">
                    <a16:creationId xmlns:a16="http://schemas.microsoft.com/office/drawing/2014/main" id="{EEDE699D-71B7-66E1-9B5F-F74E683C08E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8" name="Group 157">
            <a:extLst>
              <a:ext uri="{FF2B5EF4-FFF2-40B4-BE49-F238E27FC236}">
                <a16:creationId xmlns:a16="http://schemas.microsoft.com/office/drawing/2014/main" id="{F8FF25C2-FFD6-4F60-512B-30CC3EF7B802}"/>
              </a:ext>
            </a:extLst>
          </p:cNvPr>
          <p:cNvGrpSpPr/>
          <p:nvPr/>
        </p:nvGrpSpPr>
        <p:grpSpPr>
          <a:xfrm>
            <a:off x="6283037" y="2264881"/>
            <a:ext cx="721206" cy="609702"/>
            <a:chOff x="8807242" y="2253333"/>
            <a:chExt cx="721206" cy="609702"/>
          </a:xfrm>
        </p:grpSpPr>
        <p:sp>
          <p:nvSpPr>
            <p:cNvPr id="159" name="Rectangle 158">
              <a:extLst>
                <a:ext uri="{FF2B5EF4-FFF2-40B4-BE49-F238E27FC236}">
                  <a16:creationId xmlns:a16="http://schemas.microsoft.com/office/drawing/2014/main" id="{E3CC0D7B-E655-BF5A-02F9-D011E40246AB}"/>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160" name="Right Triangle 159">
              <a:extLst>
                <a:ext uri="{FF2B5EF4-FFF2-40B4-BE49-F238E27FC236}">
                  <a16:creationId xmlns:a16="http://schemas.microsoft.com/office/drawing/2014/main" id="{5CD5DE88-434C-3665-4089-E4132D8E7EF4}"/>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Oval 27">
              <a:extLst>
                <a:ext uri="{FF2B5EF4-FFF2-40B4-BE49-F238E27FC236}">
                  <a16:creationId xmlns:a16="http://schemas.microsoft.com/office/drawing/2014/main" id="{75E0865D-EA15-CEE6-D64E-A892F9209E57}"/>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 name="Oval 28">
              <a:extLst>
                <a:ext uri="{FF2B5EF4-FFF2-40B4-BE49-F238E27FC236}">
                  <a16:creationId xmlns:a16="http://schemas.microsoft.com/office/drawing/2014/main" id="{C918567B-DBB0-59C4-8634-73452DBD088F}"/>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3" name="Group 162">
            <a:extLst>
              <a:ext uri="{FF2B5EF4-FFF2-40B4-BE49-F238E27FC236}">
                <a16:creationId xmlns:a16="http://schemas.microsoft.com/office/drawing/2014/main" id="{5283FDF4-0C62-4252-80C9-1215C7EEB7C8}"/>
              </a:ext>
            </a:extLst>
          </p:cNvPr>
          <p:cNvGrpSpPr/>
          <p:nvPr/>
        </p:nvGrpSpPr>
        <p:grpSpPr>
          <a:xfrm>
            <a:off x="11356557" y="2249491"/>
            <a:ext cx="721206" cy="609701"/>
            <a:chOff x="5451377" y="2253333"/>
            <a:chExt cx="721206" cy="609701"/>
          </a:xfrm>
        </p:grpSpPr>
        <p:sp>
          <p:nvSpPr>
            <p:cNvPr id="164" name="Rectangle 163">
              <a:extLst>
                <a:ext uri="{FF2B5EF4-FFF2-40B4-BE49-F238E27FC236}">
                  <a16:creationId xmlns:a16="http://schemas.microsoft.com/office/drawing/2014/main" id="{AAE519D2-0904-C852-F271-768BFFB1D1B4}"/>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65" name="Right Triangle 164">
              <a:extLst>
                <a:ext uri="{FF2B5EF4-FFF2-40B4-BE49-F238E27FC236}">
                  <a16:creationId xmlns:a16="http://schemas.microsoft.com/office/drawing/2014/main" id="{54A0D3B8-69EE-9876-7782-4DD36BE3D051}"/>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6" name="Group 165">
              <a:extLst>
                <a:ext uri="{FF2B5EF4-FFF2-40B4-BE49-F238E27FC236}">
                  <a16:creationId xmlns:a16="http://schemas.microsoft.com/office/drawing/2014/main" id="{F7C06262-61EA-7C9C-0CC1-9684D2D8A296}"/>
                </a:ext>
              </a:extLst>
            </p:cNvPr>
            <p:cNvGrpSpPr/>
            <p:nvPr/>
          </p:nvGrpSpPr>
          <p:grpSpPr>
            <a:xfrm>
              <a:off x="6116566" y="2264771"/>
              <a:ext cx="37817" cy="61390"/>
              <a:chOff x="3883481" y="2057400"/>
              <a:chExt cx="1608363" cy="2652031"/>
            </a:xfrm>
            <a:solidFill>
              <a:srgbClr val="A6A6A6"/>
            </a:solidFill>
          </p:grpSpPr>
          <p:sp>
            <p:nvSpPr>
              <p:cNvPr id="167" name="Oval 27">
                <a:extLst>
                  <a:ext uri="{FF2B5EF4-FFF2-40B4-BE49-F238E27FC236}">
                    <a16:creationId xmlns:a16="http://schemas.microsoft.com/office/drawing/2014/main" id="{0C7CCD23-7320-B55F-DBE0-C57A82DA9B4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Oval 28">
                <a:extLst>
                  <a:ext uri="{FF2B5EF4-FFF2-40B4-BE49-F238E27FC236}">
                    <a16:creationId xmlns:a16="http://schemas.microsoft.com/office/drawing/2014/main" id="{C5AB36A0-5B42-3707-1852-399CA61F843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5D9707D4-3CF7-FDAA-5938-36A19DC9D1CB}"/>
              </a:ext>
            </a:extLst>
          </p:cNvPr>
          <p:cNvGrpSpPr/>
          <p:nvPr/>
        </p:nvGrpSpPr>
        <p:grpSpPr>
          <a:xfrm>
            <a:off x="5446483" y="2257175"/>
            <a:ext cx="721206" cy="609701"/>
            <a:chOff x="6287884" y="2253333"/>
            <a:chExt cx="721206" cy="609701"/>
          </a:xfrm>
        </p:grpSpPr>
        <p:sp>
          <p:nvSpPr>
            <p:cNvPr id="170" name="Rectangle 169">
              <a:extLst>
                <a:ext uri="{FF2B5EF4-FFF2-40B4-BE49-F238E27FC236}">
                  <a16:creationId xmlns:a16="http://schemas.microsoft.com/office/drawing/2014/main" id="{B9EA221D-62AB-BBE8-FFCD-8A2FA9D16A06}"/>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71" name="Right Triangle 170">
              <a:extLst>
                <a:ext uri="{FF2B5EF4-FFF2-40B4-BE49-F238E27FC236}">
                  <a16:creationId xmlns:a16="http://schemas.microsoft.com/office/drawing/2014/main" id="{93ACB531-12B9-66AE-2CCC-E2C2073C4018}"/>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2" name="Group 171">
              <a:extLst>
                <a:ext uri="{FF2B5EF4-FFF2-40B4-BE49-F238E27FC236}">
                  <a16:creationId xmlns:a16="http://schemas.microsoft.com/office/drawing/2014/main" id="{24DE2860-3F36-9B23-DA01-657EA9E45B97}"/>
                </a:ext>
              </a:extLst>
            </p:cNvPr>
            <p:cNvGrpSpPr/>
            <p:nvPr/>
          </p:nvGrpSpPr>
          <p:grpSpPr>
            <a:xfrm>
              <a:off x="6952478" y="2265091"/>
              <a:ext cx="37817" cy="61390"/>
              <a:chOff x="3883481" y="2057400"/>
              <a:chExt cx="1608363" cy="2652031"/>
            </a:xfrm>
            <a:solidFill>
              <a:srgbClr val="A6A6A6"/>
            </a:solidFill>
          </p:grpSpPr>
          <p:sp>
            <p:nvSpPr>
              <p:cNvPr id="173" name="Oval 27">
                <a:extLst>
                  <a:ext uri="{FF2B5EF4-FFF2-40B4-BE49-F238E27FC236}">
                    <a16:creationId xmlns:a16="http://schemas.microsoft.com/office/drawing/2014/main" id="{12D3E8A1-78E6-15D6-E1B7-15E8B5308E0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Oval 28">
                <a:extLst>
                  <a:ext uri="{FF2B5EF4-FFF2-40B4-BE49-F238E27FC236}">
                    <a16:creationId xmlns:a16="http://schemas.microsoft.com/office/drawing/2014/main" id="{4A4303AB-EAAD-C914-3866-02489E49508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5" name="Group 174">
            <a:extLst>
              <a:ext uri="{FF2B5EF4-FFF2-40B4-BE49-F238E27FC236}">
                <a16:creationId xmlns:a16="http://schemas.microsoft.com/office/drawing/2014/main" id="{18FBC185-950E-4512-262B-B2CDDD0294C4}"/>
              </a:ext>
            </a:extLst>
          </p:cNvPr>
          <p:cNvGrpSpPr/>
          <p:nvPr/>
        </p:nvGrpSpPr>
        <p:grpSpPr>
          <a:xfrm>
            <a:off x="9656903" y="2253333"/>
            <a:ext cx="721220" cy="609701"/>
            <a:chOff x="9656903" y="2253333"/>
            <a:chExt cx="721220" cy="609701"/>
          </a:xfrm>
        </p:grpSpPr>
        <p:sp>
          <p:nvSpPr>
            <p:cNvPr id="176" name="Rectangle 175">
              <a:hlinkHover r:id="" action="ppaction://noaction" highlightClick="1"/>
              <a:extLst>
                <a:ext uri="{FF2B5EF4-FFF2-40B4-BE49-F238E27FC236}">
                  <a16:creationId xmlns:a16="http://schemas.microsoft.com/office/drawing/2014/main" id="{5B2F70FF-D373-7131-C3B5-347998E01D56}"/>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77" name="Rectangle 176">
              <a:extLst>
                <a:ext uri="{FF2B5EF4-FFF2-40B4-BE49-F238E27FC236}">
                  <a16:creationId xmlns:a16="http://schemas.microsoft.com/office/drawing/2014/main" id="{DFC24CB4-A2BA-63F4-CAAB-94E2382C32C7}"/>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8" name="Oval 15">
              <a:extLst>
                <a:ext uri="{FF2B5EF4-FFF2-40B4-BE49-F238E27FC236}">
                  <a16:creationId xmlns:a16="http://schemas.microsoft.com/office/drawing/2014/main" id="{22B0A281-F4A9-F102-1ACB-799A0B450871}"/>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9" name="Straight Connector 178">
              <a:extLst>
                <a:ext uri="{FF2B5EF4-FFF2-40B4-BE49-F238E27FC236}">
                  <a16:creationId xmlns:a16="http://schemas.microsoft.com/office/drawing/2014/main" id="{C992D7A6-B804-30E4-ED31-9AAFB5D80D72}"/>
                </a:ext>
              </a:extLst>
            </p:cNvPr>
            <p:cNvCxnSpPr>
              <a:cxnSpLocks/>
              <a:stCxn id="17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0" name="Straight Connector 179">
              <a:extLst>
                <a:ext uri="{FF2B5EF4-FFF2-40B4-BE49-F238E27FC236}">
                  <a16:creationId xmlns:a16="http://schemas.microsoft.com/office/drawing/2014/main" id="{84C69300-AA19-7C9D-D67B-467B26DE68D6}"/>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2" name="Group 181">
            <a:extLst>
              <a:ext uri="{FF2B5EF4-FFF2-40B4-BE49-F238E27FC236}">
                <a16:creationId xmlns:a16="http://schemas.microsoft.com/office/drawing/2014/main" id="{6E4736DE-46DE-8DFB-127D-5AFC1F2225E8}"/>
              </a:ext>
            </a:extLst>
          </p:cNvPr>
          <p:cNvGrpSpPr/>
          <p:nvPr/>
        </p:nvGrpSpPr>
        <p:grpSpPr>
          <a:xfrm>
            <a:off x="8797459" y="2264859"/>
            <a:ext cx="721206" cy="609701"/>
            <a:chOff x="11356242" y="2253333"/>
            <a:chExt cx="721206" cy="609701"/>
          </a:xfrm>
        </p:grpSpPr>
        <p:sp>
          <p:nvSpPr>
            <p:cNvPr id="183" name="Rectangle 182">
              <a:hlinkHover r:id="" action="ppaction://noaction" highlightClick="1"/>
              <a:extLst>
                <a:ext uri="{FF2B5EF4-FFF2-40B4-BE49-F238E27FC236}">
                  <a16:creationId xmlns:a16="http://schemas.microsoft.com/office/drawing/2014/main" id="{9900F133-F3FC-162B-8D81-E06A3B6BECAA}"/>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84" name="Oval 183">
              <a:extLst>
                <a:ext uri="{FF2B5EF4-FFF2-40B4-BE49-F238E27FC236}">
                  <a16:creationId xmlns:a16="http://schemas.microsoft.com/office/drawing/2014/main" id="{2A3F6222-D2EC-1BFE-6EB7-D4B7A8DBED5D}"/>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5" name="Isosceles Triangle 648">
              <a:extLst>
                <a:ext uri="{FF2B5EF4-FFF2-40B4-BE49-F238E27FC236}">
                  <a16:creationId xmlns:a16="http://schemas.microsoft.com/office/drawing/2014/main" id="{C6C240A8-110C-3430-EFF1-B15EAD4EDF09}"/>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6" name="Group 185">
            <a:extLst>
              <a:ext uri="{FF2B5EF4-FFF2-40B4-BE49-F238E27FC236}">
                <a16:creationId xmlns:a16="http://schemas.microsoft.com/office/drawing/2014/main" id="{6EA6CECF-0351-7706-117F-B9BDC1FC3809}"/>
              </a:ext>
            </a:extLst>
          </p:cNvPr>
          <p:cNvGrpSpPr/>
          <p:nvPr/>
        </p:nvGrpSpPr>
        <p:grpSpPr>
          <a:xfrm>
            <a:off x="10506580" y="2253333"/>
            <a:ext cx="721206" cy="609701"/>
            <a:chOff x="10506580" y="2253333"/>
            <a:chExt cx="721206" cy="609701"/>
          </a:xfrm>
        </p:grpSpPr>
        <p:sp>
          <p:nvSpPr>
            <p:cNvPr id="189" name="Rectangle 188">
              <a:hlinkHover r:id="" action="ppaction://noaction" highlightClick="1"/>
              <a:extLst>
                <a:ext uri="{FF2B5EF4-FFF2-40B4-BE49-F238E27FC236}">
                  <a16:creationId xmlns:a16="http://schemas.microsoft.com/office/drawing/2014/main" id="{59990372-B98B-9272-9F16-D7AA5B120C68}"/>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91" name="Diamond 190">
              <a:extLst>
                <a:ext uri="{FF2B5EF4-FFF2-40B4-BE49-F238E27FC236}">
                  <a16:creationId xmlns:a16="http://schemas.microsoft.com/office/drawing/2014/main" id="{7259A3B0-FD09-1C23-8EF9-CDB9F3DD7013}"/>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2" name="Oval 191">
              <a:extLst>
                <a:ext uri="{FF2B5EF4-FFF2-40B4-BE49-F238E27FC236}">
                  <a16:creationId xmlns:a16="http://schemas.microsoft.com/office/drawing/2014/main" id="{E7CF4D8F-0FC9-7E99-A19F-A1406F4F2ECA}"/>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93" name="Group 192">
            <a:extLst>
              <a:ext uri="{FF2B5EF4-FFF2-40B4-BE49-F238E27FC236}">
                <a16:creationId xmlns:a16="http://schemas.microsoft.com/office/drawing/2014/main" id="{5472760D-4618-190C-CABA-1C4E8FCF1137}"/>
              </a:ext>
            </a:extLst>
          </p:cNvPr>
          <p:cNvGrpSpPr/>
          <p:nvPr/>
        </p:nvGrpSpPr>
        <p:grpSpPr>
          <a:xfrm>
            <a:off x="7113172" y="2252067"/>
            <a:ext cx="728239" cy="609701"/>
            <a:chOff x="5442073" y="811556"/>
            <a:chExt cx="728239" cy="609701"/>
          </a:xfrm>
        </p:grpSpPr>
        <p:sp>
          <p:nvSpPr>
            <p:cNvPr id="194" name="Rectangle 193">
              <a:extLst>
                <a:ext uri="{FF2B5EF4-FFF2-40B4-BE49-F238E27FC236}">
                  <a16:creationId xmlns:a16="http://schemas.microsoft.com/office/drawing/2014/main" id="{5A063B97-31D5-CC76-DD46-5F96BACCDDA0}"/>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195" name="Rectangle 194">
              <a:extLst>
                <a:ext uri="{FF2B5EF4-FFF2-40B4-BE49-F238E27FC236}">
                  <a16:creationId xmlns:a16="http://schemas.microsoft.com/office/drawing/2014/main" id="{BE662F4B-A23B-F506-F0AC-5A611D2E7650}"/>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6" name="Oval 15">
              <a:extLst>
                <a:ext uri="{FF2B5EF4-FFF2-40B4-BE49-F238E27FC236}">
                  <a16:creationId xmlns:a16="http://schemas.microsoft.com/office/drawing/2014/main" id="{83ED73B2-5988-4685-6E33-D463EF25AB76}"/>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7" name="Straight Connector 196">
              <a:extLst>
                <a:ext uri="{FF2B5EF4-FFF2-40B4-BE49-F238E27FC236}">
                  <a16:creationId xmlns:a16="http://schemas.microsoft.com/office/drawing/2014/main" id="{C14F87E4-BDAB-0603-5C1D-34C909D10576}"/>
                </a:ext>
              </a:extLst>
            </p:cNvPr>
            <p:cNvCxnSpPr>
              <a:cxnSpLocks/>
              <a:stCxn id="196"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8" name="Straight Connector 197">
              <a:extLst>
                <a:ext uri="{FF2B5EF4-FFF2-40B4-BE49-F238E27FC236}">
                  <a16:creationId xmlns:a16="http://schemas.microsoft.com/office/drawing/2014/main" id="{DB909F1A-C15A-0F16-D8E6-B84533D5E9FA}"/>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99" name="Group 198">
            <a:extLst>
              <a:ext uri="{FF2B5EF4-FFF2-40B4-BE49-F238E27FC236}">
                <a16:creationId xmlns:a16="http://schemas.microsoft.com/office/drawing/2014/main" id="{ABDAED80-E8BB-BA95-49B2-113FB1B9459D}"/>
              </a:ext>
            </a:extLst>
          </p:cNvPr>
          <p:cNvGrpSpPr/>
          <p:nvPr/>
        </p:nvGrpSpPr>
        <p:grpSpPr>
          <a:xfrm>
            <a:off x="2109092" y="2986575"/>
            <a:ext cx="721206" cy="649846"/>
            <a:chOff x="10506800" y="2974054"/>
            <a:chExt cx="721206" cy="649846"/>
          </a:xfrm>
        </p:grpSpPr>
        <p:sp>
          <p:nvSpPr>
            <p:cNvPr id="200" name="Rectangle 199">
              <a:extLst>
                <a:ext uri="{FF2B5EF4-FFF2-40B4-BE49-F238E27FC236}">
                  <a16:creationId xmlns:a16="http://schemas.microsoft.com/office/drawing/2014/main" id="{B7FBD02F-BFE8-1285-1944-E8D46BF2F2B4}"/>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201" name="Rectangle 200">
              <a:extLst>
                <a:ext uri="{FF2B5EF4-FFF2-40B4-BE49-F238E27FC236}">
                  <a16:creationId xmlns:a16="http://schemas.microsoft.com/office/drawing/2014/main" id="{610E428F-71E1-1FA8-6291-7866BE44C158}"/>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2" name="Oval 15">
              <a:extLst>
                <a:ext uri="{FF2B5EF4-FFF2-40B4-BE49-F238E27FC236}">
                  <a16:creationId xmlns:a16="http://schemas.microsoft.com/office/drawing/2014/main" id="{63BF537C-2C46-F3F9-019B-B2813B2B652E}"/>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03" name="Straight Connector 202">
              <a:extLst>
                <a:ext uri="{FF2B5EF4-FFF2-40B4-BE49-F238E27FC236}">
                  <a16:creationId xmlns:a16="http://schemas.microsoft.com/office/drawing/2014/main" id="{B44BB710-2832-C8EA-1A31-51FB268F7454}"/>
                </a:ext>
              </a:extLst>
            </p:cNvPr>
            <p:cNvCxnSpPr>
              <a:cxnSpLocks/>
              <a:stCxn id="202"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04" name="Straight Connector 203">
              <a:extLst>
                <a:ext uri="{FF2B5EF4-FFF2-40B4-BE49-F238E27FC236}">
                  <a16:creationId xmlns:a16="http://schemas.microsoft.com/office/drawing/2014/main" id="{C87BE0B2-10AF-869B-6217-F66BB1FD05D8}"/>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05" name="Group 204">
            <a:extLst>
              <a:ext uri="{FF2B5EF4-FFF2-40B4-BE49-F238E27FC236}">
                <a16:creationId xmlns:a16="http://schemas.microsoft.com/office/drawing/2014/main" id="{96A7C014-9ED0-0DB6-E055-A04EC3719125}"/>
              </a:ext>
            </a:extLst>
          </p:cNvPr>
          <p:cNvGrpSpPr/>
          <p:nvPr/>
        </p:nvGrpSpPr>
        <p:grpSpPr>
          <a:xfrm>
            <a:off x="4621827" y="2983922"/>
            <a:ext cx="721206" cy="654973"/>
            <a:chOff x="9657606" y="2974054"/>
            <a:chExt cx="721206" cy="654973"/>
          </a:xfrm>
        </p:grpSpPr>
        <p:sp>
          <p:nvSpPr>
            <p:cNvPr id="206" name="Rectangle 205">
              <a:extLst>
                <a:ext uri="{FF2B5EF4-FFF2-40B4-BE49-F238E27FC236}">
                  <a16:creationId xmlns:a16="http://schemas.microsoft.com/office/drawing/2014/main" id="{A617C116-C7E0-C227-74FB-4D0B741866C2}"/>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207" name="Rectangle 206">
              <a:extLst>
                <a:ext uri="{FF2B5EF4-FFF2-40B4-BE49-F238E27FC236}">
                  <a16:creationId xmlns:a16="http://schemas.microsoft.com/office/drawing/2014/main" id="{FAA62BE6-05CB-5F22-D812-120056FC1795}"/>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8" name="Oval 15">
              <a:extLst>
                <a:ext uri="{FF2B5EF4-FFF2-40B4-BE49-F238E27FC236}">
                  <a16:creationId xmlns:a16="http://schemas.microsoft.com/office/drawing/2014/main" id="{E26C5D36-7A6C-AB02-D205-4A7D62829224}"/>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09" name="Straight Connector 208">
              <a:extLst>
                <a:ext uri="{FF2B5EF4-FFF2-40B4-BE49-F238E27FC236}">
                  <a16:creationId xmlns:a16="http://schemas.microsoft.com/office/drawing/2014/main" id="{88C90E21-D044-7689-79C8-975DB00CA9FD}"/>
                </a:ext>
              </a:extLst>
            </p:cNvPr>
            <p:cNvCxnSpPr>
              <a:cxnSpLocks/>
              <a:stCxn id="208"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10" name="Straight Connector 209">
              <a:extLst>
                <a:ext uri="{FF2B5EF4-FFF2-40B4-BE49-F238E27FC236}">
                  <a16:creationId xmlns:a16="http://schemas.microsoft.com/office/drawing/2014/main" id="{313AE899-2E1D-D0B6-B83A-4130D5EB18A5}"/>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11" name="Group 210">
            <a:extLst>
              <a:ext uri="{FF2B5EF4-FFF2-40B4-BE49-F238E27FC236}">
                <a16:creationId xmlns:a16="http://schemas.microsoft.com/office/drawing/2014/main" id="{199EA5A8-5BB5-9EE8-3090-507FA9B0DECA}"/>
              </a:ext>
            </a:extLst>
          </p:cNvPr>
          <p:cNvGrpSpPr/>
          <p:nvPr/>
        </p:nvGrpSpPr>
        <p:grpSpPr>
          <a:xfrm>
            <a:off x="11356001" y="2974057"/>
            <a:ext cx="721206" cy="609701"/>
            <a:chOff x="11356001" y="2974057"/>
            <a:chExt cx="721206" cy="609701"/>
          </a:xfrm>
        </p:grpSpPr>
        <p:sp>
          <p:nvSpPr>
            <p:cNvPr id="212" name="Rectangle 211">
              <a:hlinkHover r:id="" action="ppaction://noaction" highlightClick="1"/>
              <a:extLst>
                <a:ext uri="{FF2B5EF4-FFF2-40B4-BE49-F238E27FC236}">
                  <a16:creationId xmlns:a16="http://schemas.microsoft.com/office/drawing/2014/main" id="{13AA691A-BBE3-3BEF-8392-965169002CD0}"/>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213" name="Oval 212">
              <a:extLst>
                <a:ext uri="{FF2B5EF4-FFF2-40B4-BE49-F238E27FC236}">
                  <a16:creationId xmlns:a16="http://schemas.microsoft.com/office/drawing/2014/main" id="{5D5C2320-8CF0-1717-1CC1-4CD754F125C6}"/>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4" name="Isosceles Triangle 648">
              <a:extLst>
                <a:ext uri="{FF2B5EF4-FFF2-40B4-BE49-F238E27FC236}">
                  <a16:creationId xmlns:a16="http://schemas.microsoft.com/office/drawing/2014/main" id="{32A1D2BE-9626-D76E-1F9A-858CBBBD4645}"/>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15" name="Group 214">
            <a:extLst>
              <a:ext uri="{FF2B5EF4-FFF2-40B4-BE49-F238E27FC236}">
                <a16:creationId xmlns:a16="http://schemas.microsoft.com/office/drawing/2014/main" id="{47A54FC7-DDE1-B7A1-7083-912AF9250798}"/>
              </a:ext>
            </a:extLst>
          </p:cNvPr>
          <p:cNvGrpSpPr/>
          <p:nvPr/>
        </p:nvGrpSpPr>
        <p:grpSpPr>
          <a:xfrm>
            <a:off x="10506616" y="2984633"/>
            <a:ext cx="721220" cy="609701"/>
            <a:chOff x="9656903" y="2253333"/>
            <a:chExt cx="721220" cy="609701"/>
          </a:xfrm>
        </p:grpSpPr>
        <p:sp>
          <p:nvSpPr>
            <p:cNvPr id="216" name="Rectangle 215">
              <a:hlinkHover r:id="" action="ppaction://noaction" highlightClick="1"/>
              <a:extLst>
                <a:ext uri="{FF2B5EF4-FFF2-40B4-BE49-F238E27FC236}">
                  <a16:creationId xmlns:a16="http://schemas.microsoft.com/office/drawing/2014/main" id="{4C904E2F-2975-3D79-C8CE-7C99DF0B7443}"/>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217" name="Rectangle 216">
              <a:extLst>
                <a:ext uri="{FF2B5EF4-FFF2-40B4-BE49-F238E27FC236}">
                  <a16:creationId xmlns:a16="http://schemas.microsoft.com/office/drawing/2014/main" id="{76E30DF3-A603-9363-37D1-1BD7C17E754E}"/>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8" name="Oval 15">
              <a:extLst>
                <a:ext uri="{FF2B5EF4-FFF2-40B4-BE49-F238E27FC236}">
                  <a16:creationId xmlns:a16="http://schemas.microsoft.com/office/drawing/2014/main" id="{CADD780B-B3B2-0A7A-60C6-180ECF20C850}"/>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19" name="Straight Connector 218">
              <a:extLst>
                <a:ext uri="{FF2B5EF4-FFF2-40B4-BE49-F238E27FC236}">
                  <a16:creationId xmlns:a16="http://schemas.microsoft.com/office/drawing/2014/main" id="{FB84A8F7-D0BD-D6F1-9BEE-9794E74C2C17}"/>
                </a:ext>
              </a:extLst>
            </p:cNvPr>
            <p:cNvCxnSpPr>
              <a:cxnSpLocks/>
              <a:stCxn id="21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20" name="Straight Connector 219">
              <a:extLst>
                <a:ext uri="{FF2B5EF4-FFF2-40B4-BE49-F238E27FC236}">
                  <a16:creationId xmlns:a16="http://schemas.microsoft.com/office/drawing/2014/main" id="{ACF29FC3-081E-E3BD-BF97-E831EEFBD686}"/>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27" name="Group 226">
            <a:extLst>
              <a:ext uri="{FF2B5EF4-FFF2-40B4-BE49-F238E27FC236}">
                <a16:creationId xmlns:a16="http://schemas.microsoft.com/office/drawing/2014/main" id="{C3CD01C8-4CFD-D73A-1ABD-4CFAF3EC41AE}"/>
              </a:ext>
            </a:extLst>
          </p:cNvPr>
          <p:cNvGrpSpPr/>
          <p:nvPr/>
        </p:nvGrpSpPr>
        <p:grpSpPr>
          <a:xfrm>
            <a:off x="1268346" y="3698225"/>
            <a:ext cx="721893" cy="610376"/>
            <a:chOff x="1268346" y="3698225"/>
            <a:chExt cx="721893" cy="610376"/>
          </a:xfrm>
        </p:grpSpPr>
        <p:sp>
          <p:nvSpPr>
            <p:cNvPr id="228" name="Rectangle 227">
              <a:extLst>
                <a:ext uri="{FF2B5EF4-FFF2-40B4-BE49-F238E27FC236}">
                  <a16:creationId xmlns:a16="http://schemas.microsoft.com/office/drawing/2014/main" id="{B9F5ABC0-2F86-9DB2-6DCA-E66C2AE9A771}"/>
                </a:ext>
              </a:extLst>
            </p:cNvPr>
            <p:cNvSpPr/>
            <p:nvPr/>
          </p:nvSpPr>
          <p:spPr>
            <a:xfrm>
              <a:off x="1268346"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233" name="Right Triangle 232">
              <a:extLst>
                <a:ext uri="{FF2B5EF4-FFF2-40B4-BE49-F238E27FC236}">
                  <a16:creationId xmlns:a16="http://schemas.microsoft.com/office/drawing/2014/main" id="{C3748186-3EB2-0959-9B73-31452094AD14}"/>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34" name="Group 233">
              <a:extLst>
                <a:ext uri="{FF2B5EF4-FFF2-40B4-BE49-F238E27FC236}">
                  <a16:creationId xmlns:a16="http://schemas.microsoft.com/office/drawing/2014/main" id="{7B1DECC4-433A-434B-B450-4373D27E94BE}"/>
                </a:ext>
              </a:extLst>
            </p:cNvPr>
            <p:cNvGrpSpPr/>
            <p:nvPr/>
          </p:nvGrpSpPr>
          <p:grpSpPr>
            <a:xfrm>
              <a:off x="1939628" y="3704319"/>
              <a:ext cx="37817" cy="61390"/>
              <a:chOff x="3883481" y="2057400"/>
              <a:chExt cx="1608363" cy="2652031"/>
            </a:xfrm>
            <a:solidFill>
              <a:srgbClr val="A6A6A6"/>
            </a:solidFill>
          </p:grpSpPr>
          <p:sp>
            <p:nvSpPr>
              <p:cNvPr id="235" name="Oval 27">
                <a:extLst>
                  <a:ext uri="{FF2B5EF4-FFF2-40B4-BE49-F238E27FC236}">
                    <a16:creationId xmlns:a16="http://schemas.microsoft.com/office/drawing/2014/main" id="{4F16B812-8B53-0B9E-4790-5DC85961447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 name="Oval 28">
                <a:extLst>
                  <a:ext uri="{FF2B5EF4-FFF2-40B4-BE49-F238E27FC236}">
                    <a16:creationId xmlns:a16="http://schemas.microsoft.com/office/drawing/2014/main" id="{6B6624A9-AA99-6ED9-CC7E-705D6715390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7" name="Group 236">
            <a:extLst>
              <a:ext uri="{FF2B5EF4-FFF2-40B4-BE49-F238E27FC236}">
                <a16:creationId xmlns:a16="http://schemas.microsoft.com/office/drawing/2014/main" id="{1DCF0693-0B18-0CA0-E02F-7343544DB4AB}"/>
              </a:ext>
            </a:extLst>
          </p:cNvPr>
          <p:cNvGrpSpPr/>
          <p:nvPr/>
        </p:nvGrpSpPr>
        <p:grpSpPr>
          <a:xfrm>
            <a:off x="5451979" y="3707588"/>
            <a:ext cx="721206" cy="609701"/>
            <a:chOff x="5451979" y="3707588"/>
            <a:chExt cx="721206" cy="609701"/>
          </a:xfrm>
        </p:grpSpPr>
        <p:sp>
          <p:nvSpPr>
            <p:cNvPr id="238" name="Rectangle 237">
              <a:hlinkHover r:id="" action="ppaction://noaction" highlightClick="1"/>
              <a:extLst>
                <a:ext uri="{FF2B5EF4-FFF2-40B4-BE49-F238E27FC236}">
                  <a16:creationId xmlns:a16="http://schemas.microsoft.com/office/drawing/2014/main" id="{3665676E-C978-D16B-6B54-3B59BC99897A}"/>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239" name="Oval 238">
              <a:extLst>
                <a:ext uri="{FF2B5EF4-FFF2-40B4-BE49-F238E27FC236}">
                  <a16:creationId xmlns:a16="http://schemas.microsoft.com/office/drawing/2014/main" id="{E592BBEC-E244-F941-2990-3ED73E686B36}"/>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40" name="Isosceles Triangle 648">
              <a:extLst>
                <a:ext uri="{FF2B5EF4-FFF2-40B4-BE49-F238E27FC236}">
                  <a16:creationId xmlns:a16="http://schemas.microsoft.com/office/drawing/2014/main" id="{5EC3626F-96ED-CCE0-16DC-E3E7DC76FD1F}"/>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41" name="Group 240">
            <a:extLst>
              <a:ext uri="{FF2B5EF4-FFF2-40B4-BE49-F238E27FC236}">
                <a16:creationId xmlns:a16="http://schemas.microsoft.com/office/drawing/2014/main" id="{67D53059-1BEA-730F-771A-D3D8CFE8948F}"/>
              </a:ext>
            </a:extLst>
          </p:cNvPr>
          <p:cNvGrpSpPr/>
          <p:nvPr/>
        </p:nvGrpSpPr>
        <p:grpSpPr>
          <a:xfrm>
            <a:off x="4605608" y="811556"/>
            <a:ext cx="722055" cy="609701"/>
            <a:chOff x="4605608" y="811556"/>
            <a:chExt cx="722055" cy="609701"/>
          </a:xfrm>
        </p:grpSpPr>
        <p:sp>
          <p:nvSpPr>
            <p:cNvPr id="242" name="Rectangle 241">
              <a:extLst>
                <a:ext uri="{FF2B5EF4-FFF2-40B4-BE49-F238E27FC236}">
                  <a16:creationId xmlns:a16="http://schemas.microsoft.com/office/drawing/2014/main" id="{432856DF-4AAE-D37E-D7BA-3A9CE1A7EF53}"/>
                </a:ext>
              </a:extLst>
            </p:cNvPr>
            <p:cNvSpPr/>
            <p:nvPr/>
          </p:nvSpPr>
          <p:spPr>
            <a:xfrm>
              <a:off x="4605608" y="811556"/>
              <a:ext cx="721203"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43" name="Rectangle 242">
              <a:extLst>
                <a:ext uri="{FF2B5EF4-FFF2-40B4-BE49-F238E27FC236}">
                  <a16:creationId xmlns:a16="http://schemas.microsoft.com/office/drawing/2014/main" id="{604EA1A0-6298-3A99-E0AA-409D36FA7AAB}"/>
                </a:ext>
              </a:extLst>
            </p:cNvPr>
            <p:cNvSpPr/>
            <p:nvPr/>
          </p:nvSpPr>
          <p:spPr>
            <a:xfrm flipV="1">
              <a:off x="5227471"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4" name="Oval 15">
              <a:extLst>
                <a:ext uri="{FF2B5EF4-FFF2-40B4-BE49-F238E27FC236}">
                  <a16:creationId xmlns:a16="http://schemas.microsoft.com/office/drawing/2014/main" id="{0762C5DD-0217-68D5-C89F-56D2EF25B674}"/>
                </a:ext>
              </a:extLst>
            </p:cNvPr>
            <p:cNvSpPr/>
            <p:nvPr/>
          </p:nvSpPr>
          <p:spPr>
            <a:xfrm>
              <a:off x="5254860"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5" name="Straight Connector 244">
              <a:extLst>
                <a:ext uri="{FF2B5EF4-FFF2-40B4-BE49-F238E27FC236}">
                  <a16:creationId xmlns:a16="http://schemas.microsoft.com/office/drawing/2014/main" id="{BD194BA6-EA83-C770-4622-75DF851F66F3}"/>
                </a:ext>
              </a:extLst>
            </p:cNvPr>
            <p:cNvCxnSpPr>
              <a:cxnSpLocks/>
              <a:stCxn id="244" idx="0"/>
            </p:cNvCxnSpPr>
            <p:nvPr/>
          </p:nvCxnSpPr>
          <p:spPr>
            <a:xfrm flipV="1">
              <a:off x="5260557"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46" name="Straight Connector 245">
              <a:extLst>
                <a:ext uri="{FF2B5EF4-FFF2-40B4-BE49-F238E27FC236}">
                  <a16:creationId xmlns:a16="http://schemas.microsoft.com/office/drawing/2014/main" id="{76BDD522-BBAE-05AE-AC9F-7CFCC7DB6F96}"/>
                </a:ext>
              </a:extLst>
            </p:cNvPr>
            <p:cNvCxnSpPr>
              <a:cxnSpLocks/>
            </p:cNvCxnSpPr>
            <p:nvPr/>
          </p:nvCxnSpPr>
          <p:spPr>
            <a:xfrm>
              <a:off x="5266276"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47" name="Group 246">
            <a:extLst>
              <a:ext uri="{FF2B5EF4-FFF2-40B4-BE49-F238E27FC236}">
                <a16:creationId xmlns:a16="http://schemas.microsoft.com/office/drawing/2014/main" id="{0152F20F-A37E-7885-FE95-B0C82EC96808}"/>
              </a:ext>
            </a:extLst>
          </p:cNvPr>
          <p:cNvGrpSpPr/>
          <p:nvPr/>
        </p:nvGrpSpPr>
        <p:grpSpPr>
          <a:xfrm>
            <a:off x="7113074" y="816139"/>
            <a:ext cx="721206" cy="609701"/>
            <a:chOff x="7957576" y="811556"/>
            <a:chExt cx="721206" cy="609701"/>
          </a:xfrm>
        </p:grpSpPr>
        <p:sp>
          <p:nvSpPr>
            <p:cNvPr id="248" name="Rectangle 247">
              <a:extLst>
                <a:ext uri="{FF2B5EF4-FFF2-40B4-BE49-F238E27FC236}">
                  <a16:creationId xmlns:a16="http://schemas.microsoft.com/office/drawing/2014/main" id="{2CF3D626-B0AA-8C85-1438-1921A53590BD}"/>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249" name="Rectangle 248">
              <a:extLst>
                <a:ext uri="{FF2B5EF4-FFF2-40B4-BE49-F238E27FC236}">
                  <a16:creationId xmlns:a16="http://schemas.microsoft.com/office/drawing/2014/main" id="{9AA0DD3D-7F86-5C67-C2CC-2C66223B33A2}"/>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0" name="Oval 15">
              <a:extLst>
                <a:ext uri="{FF2B5EF4-FFF2-40B4-BE49-F238E27FC236}">
                  <a16:creationId xmlns:a16="http://schemas.microsoft.com/office/drawing/2014/main" id="{89418CBD-AD1B-13BC-8BAF-EF1F979A9E58}"/>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51" name="Straight Connector 250">
              <a:extLst>
                <a:ext uri="{FF2B5EF4-FFF2-40B4-BE49-F238E27FC236}">
                  <a16:creationId xmlns:a16="http://schemas.microsoft.com/office/drawing/2014/main" id="{BE22D094-39F6-24C7-9247-0DDDE80B4C65}"/>
                </a:ext>
              </a:extLst>
            </p:cNvPr>
            <p:cNvCxnSpPr>
              <a:cxnSpLocks/>
              <a:stCxn id="250"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52" name="Straight Connector 251">
              <a:extLst>
                <a:ext uri="{FF2B5EF4-FFF2-40B4-BE49-F238E27FC236}">
                  <a16:creationId xmlns:a16="http://schemas.microsoft.com/office/drawing/2014/main" id="{50ED2041-BA9C-26E5-A4AF-99BAB1F647EB}"/>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53" name="Group 252">
            <a:extLst>
              <a:ext uri="{FF2B5EF4-FFF2-40B4-BE49-F238E27FC236}">
                <a16:creationId xmlns:a16="http://schemas.microsoft.com/office/drawing/2014/main" id="{9773F081-4228-96D9-D2C5-B47AA449F007}"/>
              </a:ext>
            </a:extLst>
          </p:cNvPr>
          <p:cNvGrpSpPr/>
          <p:nvPr/>
        </p:nvGrpSpPr>
        <p:grpSpPr>
          <a:xfrm>
            <a:off x="2102908" y="811556"/>
            <a:ext cx="721206" cy="609701"/>
            <a:chOff x="2102908" y="811556"/>
            <a:chExt cx="721206" cy="609701"/>
          </a:xfrm>
        </p:grpSpPr>
        <p:sp>
          <p:nvSpPr>
            <p:cNvPr id="254" name="Rectangle 253">
              <a:extLst>
                <a:ext uri="{FF2B5EF4-FFF2-40B4-BE49-F238E27FC236}">
                  <a16:creationId xmlns:a16="http://schemas.microsoft.com/office/drawing/2014/main" id="{B9180384-6E91-8BBF-C60A-95EA319E2025}"/>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255" name="Rectangle 254">
              <a:extLst>
                <a:ext uri="{FF2B5EF4-FFF2-40B4-BE49-F238E27FC236}">
                  <a16:creationId xmlns:a16="http://schemas.microsoft.com/office/drawing/2014/main" id="{C8027758-4597-2A0E-B53E-DA9B92CF4A78}"/>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4" name="Oval 15">
              <a:extLst>
                <a:ext uri="{FF2B5EF4-FFF2-40B4-BE49-F238E27FC236}">
                  <a16:creationId xmlns:a16="http://schemas.microsoft.com/office/drawing/2014/main" id="{59383018-2F16-24F3-D3C5-CB57ABC225B1}"/>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85" name="Straight Connector 384">
              <a:extLst>
                <a:ext uri="{FF2B5EF4-FFF2-40B4-BE49-F238E27FC236}">
                  <a16:creationId xmlns:a16="http://schemas.microsoft.com/office/drawing/2014/main" id="{9B65FDAB-B79B-0F0B-7089-6FF641BA9B80}"/>
                </a:ext>
              </a:extLst>
            </p:cNvPr>
            <p:cNvCxnSpPr>
              <a:cxnSpLocks/>
              <a:stCxn id="384"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386" name="Straight Connector 385">
              <a:extLst>
                <a:ext uri="{FF2B5EF4-FFF2-40B4-BE49-F238E27FC236}">
                  <a16:creationId xmlns:a16="http://schemas.microsoft.com/office/drawing/2014/main" id="{DD35142F-B359-34A9-F70B-D25A73514524}"/>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pic>
        <p:nvPicPr>
          <p:cNvPr id="2" name="Picture 1">
            <a:hlinkClick r:id="rId16" action="ppaction://hlinksldjump"/>
            <a:extLst>
              <a:ext uri="{FF2B5EF4-FFF2-40B4-BE49-F238E27FC236}">
                <a16:creationId xmlns:a16="http://schemas.microsoft.com/office/drawing/2014/main" id="{1E4783B5-DB3C-43B3-8454-033E0FB33012}"/>
              </a:ext>
            </a:extLst>
          </p:cNvPr>
          <p:cNvPicPr>
            <a:picLocks noChangeAspect="1"/>
          </p:cNvPicPr>
          <p:nvPr/>
        </p:nvPicPr>
        <p:blipFill>
          <a:blip r:embed="rId17"/>
          <a:stretch>
            <a:fillRect/>
          </a:stretch>
        </p:blipFill>
        <p:spPr>
          <a:xfrm>
            <a:off x="0" y="0"/>
            <a:ext cx="211626" cy="6858000"/>
          </a:xfrm>
          <a:prstGeom prst="rect">
            <a:avLst/>
          </a:prstGeom>
        </p:spPr>
      </p:pic>
      <p:sp>
        <p:nvSpPr>
          <p:cNvPr id="3" name="Rectangle 2">
            <a:hlinkHover r:id="rId18" action="ppaction://hlinksldjump"/>
            <a:extLst>
              <a:ext uri="{FF2B5EF4-FFF2-40B4-BE49-F238E27FC236}">
                <a16:creationId xmlns:a16="http://schemas.microsoft.com/office/drawing/2014/main" id="{C1640479-3514-CD4A-7304-A2077C774D8F}"/>
              </a:ext>
            </a:extLst>
          </p:cNvPr>
          <p:cNvSpPr/>
          <p:nvPr/>
        </p:nvSpPr>
        <p:spPr>
          <a:xfrm>
            <a:off x="8841666" y="6284246"/>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grpSp>
        <p:nvGrpSpPr>
          <p:cNvPr id="4" name="Group 3">
            <a:extLst>
              <a:ext uri="{FF2B5EF4-FFF2-40B4-BE49-F238E27FC236}">
                <a16:creationId xmlns:a16="http://schemas.microsoft.com/office/drawing/2014/main" id="{FD5DAC0C-A529-0A54-AD94-499A11443EA3}"/>
              </a:ext>
            </a:extLst>
          </p:cNvPr>
          <p:cNvGrpSpPr/>
          <p:nvPr/>
        </p:nvGrpSpPr>
        <p:grpSpPr>
          <a:xfrm>
            <a:off x="9652491" y="2986436"/>
            <a:ext cx="721206" cy="609701"/>
            <a:chOff x="9657972" y="90836"/>
            <a:chExt cx="721206" cy="609701"/>
          </a:xfrm>
        </p:grpSpPr>
        <p:sp>
          <p:nvSpPr>
            <p:cNvPr id="5" name="Rectangle 4">
              <a:hlinkHover r:id="" action="ppaction://noaction" highlightClick="1"/>
              <a:extLst>
                <a:ext uri="{FF2B5EF4-FFF2-40B4-BE49-F238E27FC236}">
                  <a16:creationId xmlns:a16="http://schemas.microsoft.com/office/drawing/2014/main" id="{84D38E5B-92FB-F43B-4CFA-7CC7AD8196D8}"/>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6" name="Diamond 5">
              <a:extLst>
                <a:ext uri="{FF2B5EF4-FFF2-40B4-BE49-F238E27FC236}">
                  <a16:creationId xmlns:a16="http://schemas.microsoft.com/office/drawing/2014/main" id="{74ACC0C8-975C-52AF-A99B-81E61F849DC6}"/>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 name="Oval 6">
              <a:extLst>
                <a:ext uri="{FF2B5EF4-FFF2-40B4-BE49-F238E27FC236}">
                  <a16:creationId xmlns:a16="http://schemas.microsoft.com/office/drawing/2014/main" id="{1E2313F4-D2FC-FA61-FC8B-4FB475B16480}"/>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70428283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4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1434" name="Group 1433">
            <a:extLst>
              <a:ext uri="{FF2B5EF4-FFF2-40B4-BE49-F238E27FC236}">
                <a16:creationId xmlns:a16="http://schemas.microsoft.com/office/drawing/2014/main" id="{0C565417-0631-3865-3920-BB8CFB678DE2}"/>
              </a:ext>
            </a:extLst>
          </p:cNvPr>
          <p:cNvGrpSpPr/>
          <p:nvPr/>
        </p:nvGrpSpPr>
        <p:grpSpPr>
          <a:xfrm>
            <a:off x="7957577" y="1532276"/>
            <a:ext cx="721206" cy="609701"/>
            <a:chOff x="7957577" y="1532276"/>
            <a:chExt cx="721206" cy="609701"/>
          </a:xfrm>
        </p:grpSpPr>
        <p:sp>
          <p:nvSpPr>
            <p:cNvPr id="1376" name="Rectangle 1375">
              <a:hlinkHover r:id="" action="ppaction://noaction" highlightClick="1"/>
              <a:extLst>
                <a:ext uri="{FF2B5EF4-FFF2-40B4-BE49-F238E27FC236}">
                  <a16:creationId xmlns:a16="http://schemas.microsoft.com/office/drawing/2014/main" id="{7C3A3481-B9BC-1EB3-846A-90F17A3CDE79}"/>
                </a:ext>
              </a:extLst>
            </p:cNvPr>
            <p:cNvSpPr/>
            <p:nvPr/>
          </p:nvSpPr>
          <p:spPr>
            <a:xfrm>
              <a:off x="7957577" y="1532276"/>
              <a:ext cx="721206" cy="609701"/>
            </a:xfrm>
            <a:prstGeom prst="rect">
              <a:avLst/>
            </a:prstGeom>
            <a:solidFill>
              <a:srgbClr val="385723"/>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prstClr val="white"/>
                  </a:solidFill>
                  <a:latin typeface="Century Gothic" panose="020B0502020202020204" pitchFamily="34" charset="0"/>
                </a:rPr>
                <a:t>Microsoft Purview Compliance Manager</a:t>
              </a:r>
            </a:p>
          </p:txBody>
        </p:sp>
        <p:sp>
          <p:nvSpPr>
            <p:cNvPr id="1377" name="Rectangle 1376">
              <a:extLst>
                <a:ext uri="{FF2B5EF4-FFF2-40B4-BE49-F238E27FC236}">
                  <a16:creationId xmlns:a16="http://schemas.microsoft.com/office/drawing/2014/main" id="{B67CC296-F705-B74A-C13A-F23D4EDA8805}"/>
                </a:ext>
              </a:extLst>
            </p:cNvPr>
            <p:cNvSpPr/>
            <p:nvPr/>
          </p:nvSpPr>
          <p:spPr>
            <a:xfrm flipV="1">
              <a:off x="8571630" y="153528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8" name="Oval 15">
              <a:extLst>
                <a:ext uri="{FF2B5EF4-FFF2-40B4-BE49-F238E27FC236}">
                  <a16:creationId xmlns:a16="http://schemas.microsoft.com/office/drawing/2014/main" id="{E41A4079-4108-CF92-4123-B4905FCB8444}"/>
                </a:ext>
              </a:extLst>
            </p:cNvPr>
            <p:cNvSpPr/>
            <p:nvPr/>
          </p:nvSpPr>
          <p:spPr>
            <a:xfrm>
              <a:off x="8599019" y="1572027"/>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79" name="Straight Connector 1378">
              <a:extLst>
                <a:ext uri="{FF2B5EF4-FFF2-40B4-BE49-F238E27FC236}">
                  <a16:creationId xmlns:a16="http://schemas.microsoft.com/office/drawing/2014/main" id="{F5FC2AF9-8C2A-C16A-DC8D-14906A139607}"/>
                </a:ext>
              </a:extLst>
            </p:cNvPr>
            <p:cNvCxnSpPr>
              <a:cxnSpLocks/>
              <a:stCxn id="1378" idx="0"/>
            </p:cNvCxnSpPr>
            <p:nvPr/>
          </p:nvCxnSpPr>
          <p:spPr>
            <a:xfrm flipV="1">
              <a:off x="8604716" y="154880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80" name="Straight Connector 1379">
              <a:extLst>
                <a:ext uri="{FF2B5EF4-FFF2-40B4-BE49-F238E27FC236}">
                  <a16:creationId xmlns:a16="http://schemas.microsoft.com/office/drawing/2014/main" id="{476A7C35-7B88-E954-3F10-3B633BD77000}"/>
                </a:ext>
              </a:extLst>
            </p:cNvPr>
            <p:cNvCxnSpPr>
              <a:cxnSpLocks/>
            </p:cNvCxnSpPr>
            <p:nvPr/>
          </p:nvCxnSpPr>
          <p:spPr>
            <a:xfrm>
              <a:off x="8610435" y="154880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sp>
        <p:nvSpPr>
          <p:cNvPr id="907" name="TextBox 906">
            <a:extLst>
              <a:ext uri="{FF2B5EF4-FFF2-40B4-BE49-F238E27FC236}">
                <a16:creationId xmlns:a16="http://schemas.microsoft.com/office/drawing/2014/main" id="{340FBA47-3526-AD3F-B7D4-E248F2A04B6F}"/>
              </a:ext>
            </a:extLst>
          </p:cNvPr>
          <p:cNvSpPr txBox="1"/>
          <p:nvPr/>
        </p:nvSpPr>
        <p:spPr>
          <a:xfrm>
            <a:off x="2951363" y="-27584"/>
            <a:ext cx="5831236"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365 E5 Purview Suite</a:t>
            </a:r>
          </a:p>
        </p:txBody>
      </p:sp>
      <p:grpSp>
        <p:nvGrpSpPr>
          <p:cNvPr id="909" name="Group 908">
            <a:extLst>
              <a:ext uri="{FF2B5EF4-FFF2-40B4-BE49-F238E27FC236}">
                <a16:creationId xmlns:a16="http://schemas.microsoft.com/office/drawing/2014/main" id="{FAB31AFA-03FA-D8AD-302C-93F49BFE16ED}"/>
              </a:ext>
            </a:extLst>
          </p:cNvPr>
          <p:cNvGrpSpPr/>
          <p:nvPr/>
        </p:nvGrpSpPr>
        <p:grpSpPr>
          <a:xfrm>
            <a:off x="8874840" y="58136"/>
            <a:ext cx="754117" cy="803729"/>
            <a:chOff x="9401324" y="101482"/>
            <a:chExt cx="754117" cy="803729"/>
          </a:xfrm>
        </p:grpSpPr>
        <p:pic>
          <p:nvPicPr>
            <p:cNvPr id="910" name="Graphic 909" descr="Back with solid fill">
              <a:hlinkClick r:id="" action="ppaction://hlinkshowjump?jump=lastslideviewed"/>
              <a:extLst>
                <a:ext uri="{FF2B5EF4-FFF2-40B4-BE49-F238E27FC236}">
                  <a16:creationId xmlns:a16="http://schemas.microsoft.com/office/drawing/2014/main" id="{64B08CB6-75BE-3CBA-8B76-0D4E5D05B14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07970" y="101482"/>
              <a:ext cx="740824" cy="740824"/>
            </a:xfrm>
            <a:prstGeom prst="rect">
              <a:avLst/>
            </a:prstGeom>
          </p:spPr>
        </p:pic>
        <p:sp>
          <p:nvSpPr>
            <p:cNvPr id="911" name="TextBox 910">
              <a:extLst>
                <a:ext uri="{FF2B5EF4-FFF2-40B4-BE49-F238E27FC236}">
                  <a16:creationId xmlns:a16="http://schemas.microsoft.com/office/drawing/2014/main" id="{FD18BFC1-B557-1FB5-5CE3-88215CA64D5F}"/>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grpSp>
        <p:nvGrpSpPr>
          <p:cNvPr id="912" name="Group 911">
            <a:extLst>
              <a:ext uri="{FF2B5EF4-FFF2-40B4-BE49-F238E27FC236}">
                <a16:creationId xmlns:a16="http://schemas.microsoft.com/office/drawing/2014/main" id="{6B5D2602-A9AA-A82E-88AF-7A32E0EB36C5}"/>
              </a:ext>
            </a:extLst>
          </p:cNvPr>
          <p:cNvGrpSpPr/>
          <p:nvPr/>
        </p:nvGrpSpPr>
        <p:grpSpPr>
          <a:xfrm>
            <a:off x="7959195" y="3698231"/>
            <a:ext cx="721206" cy="609701"/>
            <a:chOff x="7959195" y="3698231"/>
            <a:chExt cx="721206" cy="609701"/>
          </a:xfrm>
        </p:grpSpPr>
        <p:sp>
          <p:nvSpPr>
            <p:cNvPr id="913" name="Rectangle 912">
              <a:hlinkHover r:id="" action="ppaction://noaction" highlightClick="1"/>
              <a:extLst>
                <a:ext uri="{FF2B5EF4-FFF2-40B4-BE49-F238E27FC236}">
                  <a16:creationId xmlns:a16="http://schemas.microsoft.com/office/drawing/2014/main" id="{7C2CEC47-A40C-D57C-722F-47574FDDB417}"/>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914" name="Oval 913">
              <a:extLst>
                <a:ext uri="{FF2B5EF4-FFF2-40B4-BE49-F238E27FC236}">
                  <a16:creationId xmlns:a16="http://schemas.microsoft.com/office/drawing/2014/main" id="{6D8D40E5-896C-7FD9-4E85-028475EF3F02}"/>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5" name="Isosceles Triangle 648">
              <a:extLst>
                <a:ext uri="{FF2B5EF4-FFF2-40B4-BE49-F238E27FC236}">
                  <a16:creationId xmlns:a16="http://schemas.microsoft.com/office/drawing/2014/main" id="{D3FC1218-2ECD-4BBB-BEAD-7EA6AD8DE9BB}"/>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6" name="Group 915">
            <a:extLst>
              <a:ext uri="{FF2B5EF4-FFF2-40B4-BE49-F238E27FC236}">
                <a16:creationId xmlns:a16="http://schemas.microsoft.com/office/drawing/2014/main" id="{F42DCA40-DE49-E548-57E1-3358C43E8B2B}"/>
              </a:ext>
            </a:extLst>
          </p:cNvPr>
          <p:cNvGrpSpPr/>
          <p:nvPr/>
        </p:nvGrpSpPr>
        <p:grpSpPr>
          <a:xfrm>
            <a:off x="6287105" y="2974054"/>
            <a:ext cx="721206" cy="609701"/>
            <a:chOff x="6287105" y="2974054"/>
            <a:chExt cx="721206" cy="609701"/>
          </a:xfrm>
        </p:grpSpPr>
        <p:sp>
          <p:nvSpPr>
            <p:cNvPr id="917" name="Rectangle 916">
              <a:hlinkHover r:id="" action="ppaction://noaction" highlightClick="1"/>
              <a:extLst>
                <a:ext uri="{FF2B5EF4-FFF2-40B4-BE49-F238E27FC236}">
                  <a16:creationId xmlns:a16="http://schemas.microsoft.com/office/drawing/2014/main" id="{EEFD4C9D-DCC5-6641-798B-183F7D8712E1}"/>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918" name="Rectangle 917">
              <a:extLst>
                <a:ext uri="{FF2B5EF4-FFF2-40B4-BE49-F238E27FC236}">
                  <a16:creationId xmlns:a16="http://schemas.microsoft.com/office/drawing/2014/main" id="{2152738D-2FE8-FB27-816E-0E3D61150E8C}"/>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9" name="Oval 15">
              <a:extLst>
                <a:ext uri="{FF2B5EF4-FFF2-40B4-BE49-F238E27FC236}">
                  <a16:creationId xmlns:a16="http://schemas.microsoft.com/office/drawing/2014/main" id="{718EE546-E263-2A43-1690-196692A46968}"/>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0" name="Straight Connector 919">
              <a:extLst>
                <a:ext uri="{FF2B5EF4-FFF2-40B4-BE49-F238E27FC236}">
                  <a16:creationId xmlns:a16="http://schemas.microsoft.com/office/drawing/2014/main" id="{B810AB59-8821-90E5-5DAB-11553C32D12E}"/>
                </a:ext>
              </a:extLst>
            </p:cNvPr>
            <p:cNvCxnSpPr>
              <a:cxnSpLocks/>
              <a:stCxn id="919"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921" name="Group 920">
            <a:extLst>
              <a:ext uri="{FF2B5EF4-FFF2-40B4-BE49-F238E27FC236}">
                <a16:creationId xmlns:a16="http://schemas.microsoft.com/office/drawing/2014/main" id="{1B5C90D9-EDD1-1CEB-AEB4-77FF978ECAFF}"/>
              </a:ext>
            </a:extLst>
          </p:cNvPr>
          <p:cNvGrpSpPr/>
          <p:nvPr/>
        </p:nvGrpSpPr>
        <p:grpSpPr>
          <a:xfrm>
            <a:off x="7123149" y="2974054"/>
            <a:ext cx="721206" cy="646284"/>
            <a:chOff x="7123149" y="2974054"/>
            <a:chExt cx="721206" cy="646284"/>
          </a:xfrm>
        </p:grpSpPr>
        <p:sp>
          <p:nvSpPr>
            <p:cNvPr id="922" name="Rectangle 921">
              <a:hlinkHover r:id="" action="ppaction://noaction" highlightClick="1"/>
              <a:extLst>
                <a:ext uri="{FF2B5EF4-FFF2-40B4-BE49-F238E27FC236}">
                  <a16:creationId xmlns:a16="http://schemas.microsoft.com/office/drawing/2014/main" id="{E9F9F7BF-1998-C3E9-A55A-3237216DC1A7}"/>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923" name="Rectangle 922">
              <a:extLst>
                <a:ext uri="{FF2B5EF4-FFF2-40B4-BE49-F238E27FC236}">
                  <a16:creationId xmlns:a16="http://schemas.microsoft.com/office/drawing/2014/main" id="{F1BB4F9E-4091-D2E4-69CC-FC462E532281}"/>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4" name="Oval 15">
              <a:extLst>
                <a:ext uri="{FF2B5EF4-FFF2-40B4-BE49-F238E27FC236}">
                  <a16:creationId xmlns:a16="http://schemas.microsoft.com/office/drawing/2014/main" id="{D8FFF1A7-2C2E-8DDE-4E18-022013E26BC2}"/>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5" name="Straight Connector 924">
              <a:extLst>
                <a:ext uri="{FF2B5EF4-FFF2-40B4-BE49-F238E27FC236}">
                  <a16:creationId xmlns:a16="http://schemas.microsoft.com/office/drawing/2014/main" id="{C2DB053C-3D1E-043C-8244-BBBC541E79AF}"/>
                </a:ext>
              </a:extLst>
            </p:cNvPr>
            <p:cNvCxnSpPr>
              <a:cxnSpLocks/>
              <a:stCxn id="924"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26" name="Straight Connector 925">
              <a:extLst>
                <a:ext uri="{FF2B5EF4-FFF2-40B4-BE49-F238E27FC236}">
                  <a16:creationId xmlns:a16="http://schemas.microsoft.com/office/drawing/2014/main" id="{3D6C1107-B82B-989E-44FF-22588FD67773}"/>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27" name="Group 926">
            <a:extLst>
              <a:ext uri="{FF2B5EF4-FFF2-40B4-BE49-F238E27FC236}">
                <a16:creationId xmlns:a16="http://schemas.microsoft.com/office/drawing/2014/main" id="{C0A529A9-12D7-0481-9EAF-7E9AC14FCA9C}"/>
              </a:ext>
            </a:extLst>
          </p:cNvPr>
          <p:cNvGrpSpPr/>
          <p:nvPr/>
        </p:nvGrpSpPr>
        <p:grpSpPr>
          <a:xfrm>
            <a:off x="7959200" y="2974054"/>
            <a:ext cx="721206" cy="609701"/>
            <a:chOff x="7959200" y="2974054"/>
            <a:chExt cx="721206" cy="609701"/>
          </a:xfrm>
        </p:grpSpPr>
        <p:sp>
          <p:nvSpPr>
            <p:cNvPr id="928" name="Rectangle 927">
              <a:hlinkHover r:id="" action="ppaction://noaction" highlightClick="1"/>
              <a:extLst>
                <a:ext uri="{FF2B5EF4-FFF2-40B4-BE49-F238E27FC236}">
                  <a16:creationId xmlns:a16="http://schemas.microsoft.com/office/drawing/2014/main" id="{1BF62B20-518E-1DA2-073C-E08D7F878188}"/>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929" name="Diamond 928">
              <a:extLst>
                <a:ext uri="{FF2B5EF4-FFF2-40B4-BE49-F238E27FC236}">
                  <a16:creationId xmlns:a16="http://schemas.microsoft.com/office/drawing/2014/main" id="{C1AF0658-9DC1-06DC-53DC-387FC3D48C73}"/>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0" name="Oval 929">
              <a:extLst>
                <a:ext uri="{FF2B5EF4-FFF2-40B4-BE49-F238E27FC236}">
                  <a16:creationId xmlns:a16="http://schemas.microsoft.com/office/drawing/2014/main" id="{10ABB08F-8720-EEB5-8D12-ECACAF2F3208}"/>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1" name="Group 930">
            <a:extLst>
              <a:ext uri="{FF2B5EF4-FFF2-40B4-BE49-F238E27FC236}">
                <a16:creationId xmlns:a16="http://schemas.microsoft.com/office/drawing/2014/main" id="{16B10DEE-372D-0729-EEA7-9E5110928675}"/>
              </a:ext>
            </a:extLst>
          </p:cNvPr>
          <p:cNvGrpSpPr/>
          <p:nvPr/>
        </p:nvGrpSpPr>
        <p:grpSpPr>
          <a:xfrm>
            <a:off x="8795244" y="2974054"/>
            <a:ext cx="721206" cy="609701"/>
            <a:chOff x="8795244" y="2974054"/>
            <a:chExt cx="721206" cy="609701"/>
          </a:xfrm>
        </p:grpSpPr>
        <p:sp>
          <p:nvSpPr>
            <p:cNvPr id="932" name="Rectangle 931">
              <a:hlinkHover r:id="" action="ppaction://noaction" highlightClick="1"/>
              <a:extLst>
                <a:ext uri="{FF2B5EF4-FFF2-40B4-BE49-F238E27FC236}">
                  <a16:creationId xmlns:a16="http://schemas.microsoft.com/office/drawing/2014/main" id="{117A631D-226B-566C-78A8-6B769517673F}"/>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933" name="Diamond 932">
              <a:extLst>
                <a:ext uri="{FF2B5EF4-FFF2-40B4-BE49-F238E27FC236}">
                  <a16:creationId xmlns:a16="http://schemas.microsoft.com/office/drawing/2014/main" id="{8EEB96B0-A5F7-4536-A41A-2A52409ADC84}"/>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4" name="Oval 933">
              <a:extLst>
                <a:ext uri="{FF2B5EF4-FFF2-40B4-BE49-F238E27FC236}">
                  <a16:creationId xmlns:a16="http://schemas.microsoft.com/office/drawing/2014/main" id="{99A848F1-0BDB-E910-8596-A2FA3EAD1F3A}"/>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3" name="Group 942">
            <a:extLst>
              <a:ext uri="{FF2B5EF4-FFF2-40B4-BE49-F238E27FC236}">
                <a16:creationId xmlns:a16="http://schemas.microsoft.com/office/drawing/2014/main" id="{0BAE93F3-812C-34AE-CE5F-50E26ACFA033}"/>
              </a:ext>
            </a:extLst>
          </p:cNvPr>
          <p:cNvGrpSpPr/>
          <p:nvPr/>
        </p:nvGrpSpPr>
        <p:grpSpPr>
          <a:xfrm>
            <a:off x="11356242" y="90836"/>
            <a:ext cx="721206" cy="609701"/>
            <a:chOff x="11356242" y="90836"/>
            <a:chExt cx="721206" cy="609701"/>
          </a:xfrm>
        </p:grpSpPr>
        <p:sp>
          <p:nvSpPr>
            <p:cNvPr id="944" name="Rectangle 943">
              <a:hlinkHover r:id="" action="ppaction://noaction" highlightClick="1"/>
              <a:extLst>
                <a:ext uri="{FF2B5EF4-FFF2-40B4-BE49-F238E27FC236}">
                  <a16:creationId xmlns:a16="http://schemas.microsoft.com/office/drawing/2014/main" id="{1A6B5D00-24CD-A60B-5DA4-880599B7BA12}"/>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945" name="Oval 944">
              <a:extLst>
                <a:ext uri="{FF2B5EF4-FFF2-40B4-BE49-F238E27FC236}">
                  <a16:creationId xmlns:a16="http://schemas.microsoft.com/office/drawing/2014/main" id="{2351C406-2B93-60D6-251A-7085A34D4E2C}"/>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6" name="Isosceles Triangle 648">
              <a:extLst>
                <a:ext uri="{FF2B5EF4-FFF2-40B4-BE49-F238E27FC236}">
                  <a16:creationId xmlns:a16="http://schemas.microsoft.com/office/drawing/2014/main" id="{D2A0B51D-718F-3612-4FE8-2191C47A671B}"/>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7" name="Group 946">
            <a:extLst>
              <a:ext uri="{FF2B5EF4-FFF2-40B4-BE49-F238E27FC236}">
                <a16:creationId xmlns:a16="http://schemas.microsoft.com/office/drawing/2014/main" id="{96AC3CD8-39C7-B4CA-BB1D-9FDF95CCD2D4}"/>
              </a:ext>
            </a:extLst>
          </p:cNvPr>
          <p:cNvGrpSpPr/>
          <p:nvPr/>
        </p:nvGrpSpPr>
        <p:grpSpPr>
          <a:xfrm>
            <a:off x="11356243" y="3694774"/>
            <a:ext cx="721206" cy="609701"/>
            <a:chOff x="11356243" y="3694774"/>
            <a:chExt cx="721206" cy="609701"/>
          </a:xfrm>
        </p:grpSpPr>
        <p:sp>
          <p:nvSpPr>
            <p:cNvPr id="948" name="Rectangle 947">
              <a:hlinkHover r:id="" action="ppaction://noaction" highlightClick="1"/>
              <a:extLst>
                <a:ext uri="{FF2B5EF4-FFF2-40B4-BE49-F238E27FC236}">
                  <a16:creationId xmlns:a16="http://schemas.microsoft.com/office/drawing/2014/main" id="{E4EEC065-9616-0275-3E68-DF6C866BF74F}"/>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949" name="Oval 948">
              <a:extLst>
                <a:ext uri="{FF2B5EF4-FFF2-40B4-BE49-F238E27FC236}">
                  <a16:creationId xmlns:a16="http://schemas.microsoft.com/office/drawing/2014/main" id="{5F7D6EFB-C2D9-E81E-2A8E-45C05BAD393A}"/>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0" name="Isosceles Triangle 648">
              <a:extLst>
                <a:ext uri="{FF2B5EF4-FFF2-40B4-BE49-F238E27FC236}">
                  <a16:creationId xmlns:a16="http://schemas.microsoft.com/office/drawing/2014/main" id="{3F4DF1A4-4D87-C30B-156C-24D3B40A32BA}"/>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1" name="Group 950">
            <a:extLst>
              <a:ext uri="{FF2B5EF4-FFF2-40B4-BE49-F238E27FC236}">
                <a16:creationId xmlns:a16="http://schemas.microsoft.com/office/drawing/2014/main" id="{CC1FFEAB-0B8D-A8BF-C1E6-85AA53A6987C}"/>
              </a:ext>
            </a:extLst>
          </p:cNvPr>
          <p:cNvGrpSpPr/>
          <p:nvPr/>
        </p:nvGrpSpPr>
        <p:grpSpPr>
          <a:xfrm>
            <a:off x="9657691" y="4419624"/>
            <a:ext cx="721206" cy="609701"/>
            <a:chOff x="9657691" y="4419624"/>
            <a:chExt cx="721206" cy="609701"/>
          </a:xfrm>
        </p:grpSpPr>
        <p:sp>
          <p:nvSpPr>
            <p:cNvPr id="952" name="Rectangle 951">
              <a:hlinkHover r:id="" action="ppaction://noaction" highlightClick="1"/>
              <a:extLst>
                <a:ext uri="{FF2B5EF4-FFF2-40B4-BE49-F238E27FC236}">
                  <a16:creationId xmlns:a16="http://schemas.microsoft.com/office/drawing/2014/main" id="{8097C3EE-3C20-F945-EC49-9A9F97281E18}"/>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953" name="Oval 952">
              <a:extLst>
                <a:ext uri="{FF2B5EF4-FFF2-40B4-BE49-F238E27FC236}">
                  <a16:creationId xmlns:a16="http://schemas.microsoft.com/office/drawing/2014/main" id="{B7F08FD3-945E-895E-3B9B-4452948536C5}"/>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4" name="Isosceles Triangle 648">
              <a:extLst>
                <a:ext uri="{FF2B5EF4-FFF2-40B4-BE49-F238E27FC236}">
                  <a16:creationId xmlns:a16="http://schemas.microsoft.com/office/drawing/2014/main" id="{C48F109E-80D2-7BFA-597F-BCA015EBB0AA}"/>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5" name="Group 954">
            <a:extLst>
              <a:ext uri="{FF2B5EF4-FFF2-40B4-BE49-F238E27FC236}">
                <a16:creationId xmlns:a16="http://schemas.microsoft.com/office/drawing/2014/main" id="{5C65F9B5-6411-50E7-99D8-C45B04AD02AF}"/>
              </a:ext>
            </a:extLst>
          </p:cNvPr>
          <p:cNvGrpSpPr/>
          <p:nvPr/>
        </p:nvGrpSpPr>
        <p:grpSpPr>
          <a:xfrm>
            <a:off x="10506968" y="4419620"/>
            <a:ext cx="721206" cy="609701"/>
            <a:chOff x="10506968" y="4419620"/>
            <a:chExt cx="721206" cy="609701"/>
          </a:xfrm>
        </p:grpSpPr>
        <p:sp>
          <p:nvSpPr>
            <p:cNvPr id="956" name="Rectangle 955">
              <a:hlinkHover r:id="" action="ppaction://noaction" highlightClick="1"/>
              <a:extLst>
                <a:ext uri="{FF2B5EF4-FFF2-40B4-BE49-F238E27FC236}">
                  <a16:creationId xmlns:a16="http://schemas.microsoft.com/office/drawing/2014/main" id="{DDD68CA0-4B71-CA18-1B9E-9CA663606138}"/>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957" name="Oval 956">
              <a:extLst>
                <a:ext uri="{FF2B5EF4-FFF2-40B4-BE49-F238E27FC236}">
                  <a16:creationId xmlns:a16="http://schemas.microsoft.com/office/drawing/2014/main" id="{C7C7C4B4-31FF-E387-C930-7716A8AB1499}"/>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8" name="Isosceles Triangle 648">
              <a:extLst>
                <a:ext uri="{FF2B5EF4-FFF2-40B4-BE49-F238E27FC236}">
                  <a16:creationId xmlns:a16="http://schemas.microsoft.com/office/drawing/2014/main" id="{C246A51A-4D4F-5DCB-B237-87720286A763}"/>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9" name="Group 958">
            <a:extLst>
              <a:ext uri="{FF2B5EF4-FFF2-40B4-BE49-F238E27FC236}">
                <a16:creationId xmlns:a16="http://schemas.microsoft.com/office/drawing/2014/main" id="{FC830881-57B3-AFEA-49AD-B1D7AB7792CB}"/>
              </a:ext>
            </a:extLst>
          </p:cNvPr>
          <p:cNvGrpSpPr/>
          <p:nvPr/>
        </p:nvGrpSpPr>
        <p:grpSpPr>
          <a:xfrm>
            <a:off x="11356003" y="4416261"/>
            <a:ext cx="721206" cy="609701"/>
            <a:chOff x="11356003" y="4416261"/>
            <a:chExt cx="721206" cy="609701"/>
          </a:xfrm>
        </p:grpSpPr>
        <p:sp>
          <p:nvSpPr>
            <p:cNvPr id="960" name="Rectangle 959">
              <a:hlinkHover r:id="" action="ppaction://noaction" highlightClick="1"/>
              <a:extLst>
                <a:ext uri="{FF2B5EF4-FFF2-40B4-BE49-F238E27FC236}">
                  <a16:creationId xmlns:a16="http://schemas.microsoft.com/office/drawing/2014/main" id="{83568EE2-54F4-4BF3-CF6F-3BF894ED0D6E}"/>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961" name="Oval 960">
              <a:extLst>
                <a:ext uri="{FF2B5EF4-FFF2-40B4-BE49-F238E27FC236}">
                  <a16:creationId xmlns:a16="http://schemas.microsoft.com/office/drawing/2014/main" id="{02B23818-E27E-7EB2-6296-B59F916490E9}"/>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2" name="Isosceles Triangle 648">
              <a:extLst>
                <a:ext uri="{FF2B5EF4-FFF2-40B4-BE49-F238E27FC236}">
                  <a16:creationId xmlns:a16="http://schemas.microsoft.com/office/drawing/2014/main" id="{822CC575-598A-C684-99FC-B70C74175579}"/>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3" name="Group 962">
            <a:extLst>
              <a:ext uri="{FF2B5EF4-FFF2-40B4-BE49-F238E27FC236}">
                <a16:creationId xmlns:a16="http://schemas.microsoft.com/office/drawing/2014/main" id="{539A6642-4380-1AE3-75B1-ABC615959859}"/>
              </a:ext>
            </a:extLst>
          </p:cNvPr>
          <p:cNvGrpSpPr/>
          <p:nvPr/>
        </p:nvGrpSpPr>
        <p:grpSpPr>
          <a:xfrm>
            <a:off x="8808526" y="4416261"/>
            <a:ext cx="721206" cy="609701"/>
            <a:chOff x="8808526" y="4416261"/>
            <a:chExt cx="721206" cy="609701"/>
          </a:xfrm>
        </p:grpSpPr>
        <p:sp>
          <p:nvSpPr>
            <p:cNvPr id="964" name="Rectangle 963">
              <a:hlinkHover r:id="" action="ppaction://noaction" highlightClick="1"/>
              <a:extLst>
                <a:ext uri="{FF2B5EF4-FFF2-40B4-BE49-F238E27FC236}">
                  <a16:creationId xmlns:a16="http://schemas.microsoft.com/office/drawing/2014/main" id="{EED2DE43-E099-17DE-7171-90F0143C1024}"/>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965" name="Oval 964">
              <a:extLst>
                <a:ext uri="{FF2B5EF4-FFF2-40B4-BE49-F238E27FC236}">
                  <a16:creationId xmlns:a16="http://schemas.microsoft.com/office/drawing/2014/main" id="{72B3F817-A130-E90E-7471-89CAB47AEE37}"/>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6" name="Isosceles Triangle 648">
              <a:extLst>
                <a:ext uri="{FF2B5EF4-FFF2-40B4-BE49-F238E27FC236}">
                  <a16:creationId xmlns:a16="http://schemas.microsoft.com/office/drawing/2014/main" id="{1DF89005-36FD-36C0-6974-7026296611FE}"/>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7" name="Group 966">
            <a:extLst>
              <a:ext uri="{FF2B5EF4-FFF2-40B4-BE49-F238E27FC236}">
                <a16:creationId xmlns:a16="http://schemas.microsoft.com/office/drawing/2014/main" id="{75B95C94-26F5-B3BB-F1F6-FA4BE9028E5D}"/>
              </a:ext>
            </a:extLst>
          </p:cNvPr>
          <p:cNvGrpSpPr/>
          <p:nvPr/>
        </p:nvGrpSpPr>
        <p:grpSpPr>
          <a:xfrm>
            <a:off x="10509579" y="5141013"/>
            <a:ext cx="721206" cy="609701"/>
            <a:chOff x="10509579" y="5141013"/>
            <a:chExt cx="721206" cy="609701"/>
          </a:xfrm>
        </p:grpSpPr>
        <p:sp>
          <p:nvSpPr>
            <p:cNvPr id="968" name="Rectangle 967">
              <a:hlinkHover r:id="" action="ppaction://noaction" highlightClick="1"/>
              <a:extLst>
                <a:ext uri="{FF2B5EF4-FFF2-40B4-BE49-F238E27FC236}">
                  <a16:creationId xmlns:a16="http://schemas.microsoft.com/office/drawing/2014/main" id="{28503855-58B9-0057-31FA-19E26B389AC1}"/>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969" name="Oval 968">
              <a:extLst>
                <a:ext uri="{FF2B5EF4-FFF2-40B4-BE49-F238E27FC236}">
                  <a16:creationId xmlns:a16="http://schemas.microsoft.com/office/drawing/2014/main" id="{B031395A-5E9F-6386-6734-8040FE15D3CE}"/>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0" name="Isosceles Triangle 648">
              <a:extLst>
                <a:ext uri="{FF2B5EF4-FFF2-40B4-BE49-F238E27FC236}">
                  <a16:creationId xmlns:a16="http://schemas.microsoft.com/office/drawing/2014/main" id="{00792B6B-3D34-A38F-D534-3282266CDD1D}"/>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71" name="Group 970">
            <a:extLst>
              <a:ext uri="{FF2B5EF4-FFF2-40B4-BE49-F238E27FC236}">
                <a16:creationId xmlns:a16="http://schemas.microsoft.com/office/drawing/2014/main" id="{4442FAC4-4108-2B87-2FB9-8FC5348423F9}"/>
              </a:ext>
            </a:extLst>
          </p:cNvPr>
          <p:cNvGrpSpPr/>
          <p:nvPr/>
        </p:nvGrpSpPr>
        <p:grpSpPr>
          <a:xfrm>
            <a:off x="9651076" y="5143367"/>
            <a:ext cx="721206" cy="609701"/>
            <a:chOff x="9651076" y="5143367"/>
            <a:chExt cx="721206" cy="609701"/>
          </a:xfrm>
        </p:grpSpPr>
        <p:sp>
          <p:nvSpPr>
            <p:cNvPr id="972" name="Rectangle 971">
              <a:hlinkHover r:id="" action="ppaction://noaction" highlightClick="1"/>
              <a:extLst>
                <a:ext uri="{FF2B5EF4-FFF2-40B4-BE49-F238E27FC236}">
                  <a16:creationId xmlns:a16="http://schemas.microsoft.com/office/drawing/2014/main" id="{69415E83-4629-11BF-2553-DA32C1C7FE58}"/>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973" name="Oval 972">
              <a:extLst>
                <a:ext uri="{FF2B5EF4-FFF2-40B4-BE49-F238E27FC236}">
                  <a16:creationId xmlns:a16="http://schemas.microsoft.com/office/drawing/2014/main" id="{336B0C8B-0FE6-3258-C984-989CB976E36F}"/>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4" name="Isosceles Triangle 648">
              <a:extLst>
                <a:ext uri="{FF2B5EF4-FFF2-40B4-BE49-F238E27FC236}">
                  <a16:creationId xmlns:a16="http://schemas.microsoft.com/office/drawing/2014/main" id="{06B2DDAF-7D17-92A3-B732-D5DD5F8F4FF1}"/>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75" name="Group 974">
            <a:extLst>
              <a:ext uri="{FF2B5EF4-FFF2-40B4-BE49-F238E27FC236}">
                <a16:creationId xmlns:a16="http://schemas.microsoft.com/office/drawing/2014/main" id="{7B83061B-5C25-BC50-EC59-1F1ADBF625F3}"/>
              </a:ext>
            </a:extLst>
          </p:cNvPr>
          <p:cNvGrpSpPr/>
          <p:nvPr/>
        </p:nvGrpSpPr>
        <p:grpSpPr>
          <a:xfrm>
            <a:off x="9657612" y="3698231"/>
            <a:ext cx="721206" cy="609701"/>
            <a:chOff x="9657612" y="3698231"/>
            <a:chExt cx="721206" cy="609701"/>
          </a:xfrm>
        </p:grpSpPr>
        <p:sp>
          <p:nvSpPr>
            <p:cNvPr id="976" name="Rectangle 975">
              <a:hlinkHover r:id="" action="ppaction://noaction" highlightClick="1"/>
              <a:extLst>
                <a:ext uri="{FF2B5EF4-FFF2-40B4-BE49-F238E27FC236}">
                  <a16:creationId xmlns:a16="http://schemas.microsoft.com/office/drawing/2014/main" id="{26C613DD-19BA-51AB-2210-7CCD3DF82A48}"/>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977" name="Oval 976">
              <a:extLst>
                <a:ext uri="{FF2B5EF4-FFF2-40B4-BE49-F238E27FC236}">
                  <a16:creationId xmlns:a16="http://schemas.microsoft.com/office/drawing/2014/main" id="{96E1ECB8-1414-F893-ED70-9ED0F1F66AA9}"/>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8" name="Isosceles Triangle 648">
              <a:extLst>
                <a:ext uri="{FF2B5EF4-FFF2-40B4-BE49-F238E27FC236}">
                  <a16:creationId xmlns:a16="http://schemas.microsoft.com/office/drawing/2014/main" id="{2AF3BB72-6A64-F2D5-D97E-6F57F498BB35}"/>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79" name="Group 978">
            <a:extLst>
              <a:ext uri="{FF2B5EF4-FFF2-40B4-BE49-F238E27FC236}">
                <a16:creationId xmlns:a16="http://schemas.microsoft.com/office/drawing/2014/main" id="{1141E8D8-74D0-7470-657D-61768B420858}"/>
              </a:ext>
            </a:extLst>
          </p:cNvPr>
          <p:cNvGrpSpPr/>
          <p:nvPr/>
        </p:nvGrpSpPr>
        <p:grpSpPr>
          <a:xfrm>
            <a:off x="10506928" y="3698227"/>
            <a:ext cx="721206" cy="609701"/>
            <a:chOff x="10506928" y="3698227"/>
            <a:chExt cx="721206" cy="609701"/>
          </a:xfrm>
        </p:grpSpPr>
        <p:sp>
          <p:nvSpPr>
            <p:cNvPr id="980" name="Rectangle 979">
              <a:hlinkHover r:id="" action="ppaction://noaction" highlightClick="1"/>
              <a:extLst>
                <a:ext uri="{FF2B5EF4-FFF2-40B4-BE49-F238E27FC236}">
                  <a16:creationId xmlns:a16="http://schemas.microsoft.com/office/drawing/2014/main" id="{6C8CE0D6-EFFD-9DD7-B8BE-EFBCE5B78D8F}"/>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981" name="Oval 980">
              <a:extLst>
                <a:ext uri="{FF2B5EF4-FFF2-40B4-BE49-F238E27FC236}">
                  <a16:creationId xmlns:a16="http://schemas.microsoft.com/office/drawing/2014/main" id="{E23DA458-6EB4-6FDD-88D3-03D08836A591}"/>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2" name="Isosceles Triangle 648">
              <a:extLst>
                <a:ext uri="{FF2B5EF4-FFF2-40B4-BE49-F238E27FC236}">
                  <a16:creationId xmlns:a16="http://schemas.microsoft.com/office/drawing/2014/main" id="{5CA55769-B766-DD1E-8DB1-40A68D10D3D4}"/>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83" name="Group 982">
            <a:extLst>
              <a:ext uri="{FF2B5EF4-FFF2-40B4-BE49-F238E27FC236}">
                <a16:creationId xmlns:a16="http://schemas.microsoft.com/office/drawing/2014/main" id="{D361FF8F-5D19-93A9-44F7-D86B4CBFCF37}"/>
              </a:ext>
            </a:extLst>
          </p:cNvPr>
          <p:cNvGrpSpPr/>
          <p:nvPr/>
        </p:nvGrpSpPr>
        <p:grpSpPr>
          <a:xfrm>
            <a:off x="8808417" y="5135710"/>
            <a:ext cx="721206" cy="609701"/>
            <a:chOff x="8808417" y="5135710"/>
            <a:chExt cx="721206" cy="609701"/>
          </a:xfrm>
        </p:grpSpPr>
        <p:sp>
          <p:nvSpPr>
            <p:cNvPr id="984" name="Rectangle 983">
              <a:hlinkHover r:id="" action="ppaction://noaction" highlightClick="1"/>
              <a:extLst>
                <a:ext uri="{FF2B5EF4-FFF2-40B4-BE49-F238E27FC236}">
                  <a16:creationId xmlns:a16="http://schemas.microsoft.com/office/drawing/2014/main" id="{794D8C21-7014-CE13-691C-ED7E50F98D85}"/>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985" name="Oval 984">
              <a:extLst>
                <a:ext uri="{FF2B5EF4-FFF2-40B4-BE49-F238E27FC236}">
                  <a16:creationId xmlns:a16="http://schemas.microsoft.com/office/drawing/2014/main" id="{36CBB335-DB13-7656-E036-D6E82C47CAE0}"/>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6" name="Isosceles Triangle 648">
              <a:extLst>
                <a:ext uri="{FF2B5EF4-FFF2-40B4-BE49-F238E27FC236}">
                  <a16:creationId xmlns:a16="http://schemas.microsoft.com/office/drawing/2014/main" id="{40151543-81C5-C121-CA31-EACED244270C}"/>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29" name="Group 1028">
            <a:extLst>
              <a:ext uri="{FF2B5EF4-FFF2-40B4-BE49-F238E27FC236}">
                <a16:creationId xmlns:a16="http://schemas.microsoft.com/office/drawing/2014/main" id="{46A9287F-91E1-B0FD-4277-60E7A97B31EC}"/>
              </a:ext>
            </a:extLst>
          </p:cNvPr>
          <p:cNvGrpSpPr/>
          <p:nvPr/>
        </p:nvGrpSpPr>
        <p:grpSpPr>
          <a:xfrm>
            <a:off x="11356242" y="811556"/>
            <a:ext cx="721206" cy="609701"/>
            <a:chOff x="11356242" y="811556"/>
            <a:chExt cx="721206" cy="609701"/>
          </a:xfrm>
        </p:grpSpPr>
        <p:sp>
          <p:nvSpPr>
            <p:cNvPr id="1030" name="Rectangle 1029">
              <a:hlinkHover r:id="" action="ppaction://noaction" highlightClick="1"/>
              <a:extLst>
                <a:ext uri="{FF2B5EF4-FFF2-40B4-BE49-F238E27FC236}">
                  <a16:creationId xmlns:a16="http://schemas.microsoft.com/office/drawing/2014/main" id="{D320684E-6DC2-4B9E-5EFF-940859D5B822}"/>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1031" name="Oval 1030">
              <a:extLst>
                <a:ext uri="{FF2B5EF4-FFF2-40B4-BE49-F238E27FC236}">
                  <a16:creationId xmlns:a16="http://schemas.microsoft.com/office/drawing/2014/main" id="{2EC0572A-7056-FD9C-CDCE-46D07F9DBBB1}"/>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2" name="Isosceles Triangle 648">
              <a:extLst>
                <a:ext uri="{FF2B5EF4-FFF2-40B4-BE49-F238E27FC236}">
                  <a16:creationId xmlns:a16="http://schemas.microsoft.com/office/drawing/2014/main" id="{895E2424-109B-67B6-7029-73F0BD5692A9}"/>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33" name="Group 1032">
            <a:extLst>
              <a:ext uri="{FF2B5EF4-FFF2-40B4-BE49-F238E27FC236}">
                <a16:creationId xmlns:a16="http://schemas.microsoft.com/office/drawing/2014/main" id="{36D7C964-BA67-3279-80EA-E8897F5C2047}"/>
              </a:ext>
            </a:extLst>
          </p:cNvPr>
          <p:cNvGrpSpPr/>
          <p:nvPr/>
        </p:nvGrpSpPr>
        <p:grpSpPr>
          <a:xfrm>
            <a:off x="8807249" y="811555"/>
            <a:ext cx="721206" cy="609701"/>
            <a:chOff x="8807249" y="811555"/>
            <a:chExt cx="721206" cy="609701"/>
          </a:xfrm>
        </p:grpSpPr>
        <p:sp>
          <p:nvSpPr>
            <p:cNvPr id="1034" name="Rectangle 1033">
              <a:hlinkHover r:id="" action="ppaction://noaction" highlightClick="1"/>
              <a:extLst>
                <a:ext uri="{FF2B5EF4-FFF2-40B4-BE49-F238E27FC236}">
                  <a16:creationId xmlns:a16="http://schemas.microsoft.com/office/drawing/2014/main" id="{D2429A9F-CF2D-5122-D32A-96F835FB6CE2}"/>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1035" name="Diamond 1034">
              <a:extLst>
                <a:ext uri="{FF2B5EF4-FFF2-40B4-BE49-F238E27FC236}">
                  <a16:creationId xmlns:a16="http://schemas.microsoft.com/office/drawing/2014/main" id="{8C978075-0D99-5BB6-583D-A7814C1B0148}"/>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6" name="Oval 1035">
              <a:extLst>
                <a:ext uri="{FF2B5EF4-FFF2-40B4-BE49-F238E27FC236}">
                  <a16:creationId xmlns:a16="http://schemas.microsoft.com/office/drawing/2014/main" id="{F0B65345-EF21-160E-0447-5FFAB8D34EAC}"/>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37" name="Group 1036">
            <a:extLst>
              <a:ext uri="{FF2B5EF4-FFF2-40B4-BE49-F238E27FC236}">
                <a16:creationId xmlns:a16="http://schemas.microsoft.com/office/drawing/2014/main" id="{C8B8EF01-4AA9-B5CD-B0DE-1F786C40D1C9}"/>
              </a:ext>
            </a:extLst>
          </p:cNvPr>
          <p:cNvGrpSpPr/>
          <p:nvPr/>
        </p:nvGrpSpPr>
        <p:grpSpPr>
          <a:xfrm>
            <a:off x="8808419" y="3705986"/>
            <a:ext cx="721206" cy="609701"/>
            <a:chOff x="8808419" y="3705986"/>
            <a:chExt cx="721206" cy="609701"/>
          </a:xfrm>
        </p:grpSpPr>
        <p:sp>
          <p:nvSpPr>
            <p:cNvPr id="1038" name="Rectangle 1037">
              <a:hlinkHover r:id="" action="ppaction://noaction" highlightClick="1"/>
              <a:extLst>
                <a:ext uri="{FF2B5EF4-FFF2-40B4-BE49-F238E27FC236}">
                  <a16:creationId xmlns:a16="http://schemas.microsoft.com/office/drawing/2014/main" id="{81F37E1C-BE58-CDB6-9140-1A57A6CB0EF4}"/>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1039" name="Oval 1038">
              <a:extLst>
                <a:ext uri="{FF2B5EF4-FFF2-40B4-BE49-F238E27FC236}">
                  <a16:creationId xmlns:a16="http://schemas.microsoft.com/office/drawing/2014/main" id="{AD3B11AC-F6A9-8580-0DA6-C905D1D44091}"/>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0" name="Isosceles Triangle 648">
              <a:extLst>
                <a:ext uri="{FF2B5EF4-FFF2-40B4-BE49-F238E27FC236}">
                  <a16:creationId xmlns:a16="http://schemas.microsoft.com/office/drawing/2014/main" id="{37122B06-D289-D736-48BA-1F3EB5A5BFD5}"/>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1" name="Group 1040">
            <a:extLst>
              <a:ext uri="{FF2B5EF4-FFF2-40B4-BE49-F238E27FC236}">
                <a16:creationId xmlns:a16="http://schemas.microsoft.com/office/drawing/2014/main" id="{934EE0C0-6BD1-50A6-29E9-BB4A358DB04D}"/>
              </a:ext>
            </a:extLst>
          </p:cNvPr>
          <p:cNvGrpSpPr/>
          <p:nvPr/>
        </p:nvGrpSpPr>
        <p:grpSpPr>
          <a:xfrm>
            <a:off x="1269626" y="4419615"/>
            <a:ext cx="721206" cy="609701"/>
            <a:chOff x="1269626" y="4419615"/>
            <a:chExt cx="721206" cy="609701"/>
          </a:xfrm>
        </p:grpSpPr>
        <p:sp>
          <p:nvSpPr>
            <p:cNvPr id="1042" name="Rectangle 1041">
              <a:extLst>
                <a:ext uri="{FF2B5EF4-FFF2-40B4-BE49-F238E27FC236}">
                  <a16:creationId xmlns:a16="http://schemas.microsoft.com/office/drawing/2014/main" id="{1C6D4497-1F91-DF36-41F1-EE5FEBC7E336}"/>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1043" name="Cylinder 1042">
              <a:extLst>
                <a:ext uri="{FF2B5EF4-FFF2-40B4-BE49-F238E27FC236}">
                  <a16:creationId xmlns:a16="http://schemas.microsoft.com/office/drawing/2014/main" id="{4067D7CD-5473-4A8E-9848-F2D90106538E}"/>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4" name="Group 1043">
            <a:extLst>
              <a:ext uri="{FF2B5EF4-FFF2-40B4-BE49-F238E27FC236}">
                <a16:creationId xmlns:a16="http://schemas.microsoft.com/office/drawing/2014/main" id="{0C860C3C-A5F0-A520-1E93-3A86865CD56F}"/>
              </a:ext>
            </a:extLst>
          </p:cNvPr>
          <p:cNvGrpSpPr/>
          <p:nvPr/>
        </p:nvGrpSpPr>
        <p:grpSpPr>
          <a:xfrm>
            <a:off x="432841" y="4419615"/>
            <a:ext cx="721206" cy="609701"/>
            <a:chOff x="432841" y="4419615"/>
            <a:chExt cx="721206" cy="609701"/>
          </a:xfrm>
        </p:grpSpPr>
        <p:sp>
          <p:nvSpPr>
            <p:cNvPr id="1045" name="Rectangle 1044">
              <a:extLst>
                <a:ext uri="{FF2B5EF4-FFF2-40B4-BE49-F238E27FC236}">
                  <a16:creationId xmlns:a16="http://schemas.microsoft.com/office/drawing/2014/main" id="{579CD703-BED1-20B5-AEE1-0B176695C913}"/>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1046" name="Cylinder 1045">
              <a:extLst>
                <a:ext uri="{FF2B5EF4-FFF2-40B4-BE49-F238E27FC236}">
                  <a16:creationId xmlns:a16="http://schemas.microsoft.com/office/drawing/2014/main" id="{F99E7177-9B0A-2BA1-CF38-4C8E8B4A5D19}"/>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7" name="Group 1046">
            <a:extLst>
              <a:ext uri="{FF2B5EF4-FFF2-40B4-BE49-F238E27FC236}">
                <a16:creationId xmlns:a16="http://schemas.microsoft.com/office/drawing/2014/main" id="{78A9B83F-D8D1-49E3-DD52-E09F0C9EAC85}"/>
              </a:ext>
            </a:extLst>
          </p:cNvPr>
          <p:cNvGrpSpPr/>
          <p:nvPr/>
        </p:nvGrpSpPr>
        <p:grpSpPr>
          <a:xfrm>
            <a:off x="1268467" y="5141008"/>
            <a:ext cx="721206" cy="609701"/>
            <a:chOff x="1268467" y="5141008"/>
            <a:chExt cx="721206" cy="609701"/>
          </a:xfrm>
        </p:grpSpPr>
        <p:sp>
          <p:nvSpPr>
            <p:cNvPr id="1048" name="Rectangle 1047">
              <a:extLst>
                <a:ext uri="{FF2B5EF4-FFF2-40B4-BE49-F238E27FC236}">
                  <a16:creationId xmlns:a16="http://schemas.microsoft.com/office/drawing/2014/main" id="{B5605079-594D-1A7D-D742-C4D539EFB90F}"/>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1049" name="Cylinder 1048">
              <a:extLst>
                <a:ext uri="{FF2B5EF4-FFF2-40B4-BE49-F238E27FC236}">
                  <a16:creationId xmlns:a16="http://schemas.microsoft.com/office/drawing/2014/main" id="{99F67190-AEB2-234F-2CDC-199F94BB7F49}"/>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50" name="Group 1049">
            <a:extLst>
              <a:ext uri="{FF2B5EF4-FFF2-40B4-BE49-F238E27FC236}">
                <a16:creationId xmlns:a16="http://schemas.microsoft.com/office/drawing/2014/main" id="{11529519-00C8-3CCC-D602-D4A80060B538}"/>
              </a:ext>
            </a:extLst>
          </p:cNvPr>
          <p:cNvGrpSpPr/>
          <p:nvPr/>
        </p:nvGrpSpPr>
        <p:grpSpPr>
          <a:xfrm>
            <a:off x="431297" y="5141008"/>
            <a:ext cx="721206" cy="609701"/>
            <a:chOff x="431297" y="5141008"/>
            <a:chExt cx="721206" cy="609701"/>
          </a:xfrm>
        </p:grpSpPr>
        <p:sp>
          <p:nvSpPr>
            <p:cNvPr id="1051" name="Rectangle 1050">
              <a:extLst>
                <a:ext uri="{FF2B5EF4-FFF2-40B4-BE49-F238E27FC236}">
                  <a16:creationId xmlns:a16="http://schemas.microsoft.com/office/drawing/2014/main" id="{FA561916-BCD1-DAA6-A562-0B89EC38267E}"/>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1052" name="Cylinder 1051">
              <a:extLst>
                <a:ext uri="{FF2B5EF4-FFF2-40B4-BE49-F238E27FC236}">
                  <a16:creationId xmlns:a16="http://schemas.microsoft.com/office/drawing/2014/main" id="{5890707E-470A-F9C0-50E6-81971AF40600}"/>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63" name="Group 1062">
            <a:extLst>
              <a:ext uri="{FF2B5EF4-FFF2-40B4-BE49-F238E27FC236}">
                <a16:creationId xmlns:a16="http://schemas.microsoft.com/office/drawing/2014/main" id="{5DBF213A-F32A-1697-ACC3-E5CBB57219C3}"/>
              </a:ext>
            </a:extLst>
          </p:cNvPr>
          <p:cNvGrpSpPr/>
          <p:nvPr/>
        </p:nvGrpSpPr>
        <p:grpSpPr>
          <a:xfrm>
            <a:off x="431659" y="2253337"/>
            <a:ext cx="721895" cy="609700"/>
            <a:chOff x="431659" y="2253337"/>
            <a:chExt cx="721895" cy="609700"/>
          </a:xfrm>
        </p:grpSpPr>
        <p:sp>
          <p:nvSpPr>
            <p:cNvPr id="1064" name="Rectangle 1063">
              <a:hlinkHover r:id="" action="ppaction://noaction" highlightClick="1"/>
              <a:extLst>
                <a:ext uri="{FF2B5EF4-FFF2-40B4-BE49-F238E27FC236}">
                  <a16:creationId xmlns:a16="http://schemas.microsoft.com/office/drawing/2014/main" id="{F9E506EE-04D9-2B05-E21A-9E1D3B47FABD}"/>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1065" name="Diamond 1064">
              <a:extLst>
                <a:ext uri="{FF2B5EF4-FFF2-40B4-BE49-F238E27FC236}">
                  <a16:creationId xmlns:a16="http://schemas.microsoft.com/office/drawing/2014/main" id="{2EE8B31A-1693-2555-F182-5BA6B4226C4B}"/>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6" name="Oval 1065">
              <a:extLst>
                <a:ext uri="{FF2B5EF4-FFF2-40B4-BE49-F238E27FC236}">
                  <a16:creationId xmlns:a16="http://schemas.microsoft.com/office/drawing/2014/main" id="{91F80A26-B356-0268-A27F-025AA0A209AB}"/>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77" name="Group 1076">
            <a:extLst>
              <a:ext uri="{FF2B5EF4-FFF2-40B4-BE49-F238E27FC236}">
                <a16:creationId xmlns:a16="http://schemas.microsoft.com/office/drawing/2014/main" id="{CB1CBADF-5EAB-7A71-C498-91EC4D0CBECE}"/>
              </a:ext>
            </a:extLst>
          </p:cNvPr>
          <p:cNvGrpSpPr/>
          <p:nvPr/>
        </p:nvGrpSpPr>
        <p:grpSpPr>
          <a:xfrm>
            <a:off x="5454379" y="2974054"/>
            <a:ext cx="721206" cy="649846"/>
            <a:chOff x="5454379" y="2974054"/>
            <a:chExt cx="721206" cy="649846"/>
          </a:xfrm>
        </p:grpSpPr>
        <p:sp>
          <p:nvSpPr>
            <p:cNvPr id="1078" name="Rectangle 1077">
              <a:extLst>
                <a:ext uri="{FF2B5EF4-FFF2-40B4-BE49-F238E27FC236}">
                  <a16:creationId xmlns:a16="http://schemas.microsoft.com/office/drawing/2014/main" id="{99163603-B625-64D0-27C6-E16E4B7B57EE}"/>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1079" name="Rectangle 1078">
              <a:extLst>
                <a:ext uri="{FF2B5EF4-FFF2-40B4-BE49-F238E27FC236}">
                  <a16:creationId xmlns:a16="http://schemas.microsoft.com/office/drawing/2014/main" id="{504786F3-F3F2-972A-8059-2F283E8BCCD8}"/>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80" name="Oval 15">
              <a:extLst>
                <a:ext uri="{FF2B5EF4-FFF2-40B4-BE49-F238E27FC236}">
                  <a16:creationId xmlns:a16="http://schemas.microsoft.com/office/drawing/2014/main" id="{68734DC2-BC3C-64EE-AF2E-1A4E67026EC4}"/>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81" name="Straight Connector 1080">
              <a:extLst>
                <a:ext uri="{FF2B5EF4-FFF2-40B4-BE49-F238E27FC236}">
                  <a16:creationId xmlns:a16="http://schemas.microsoft.com/office/drawing/2014/main" id="{204134E3-40E4-CB9C-3FD1-96BF383EC2F2}"/>
                </a:ext>
              </a:extLst>
            </p:cNvPr>
            <p:cNvCxnSpPr>
              <a:cxnSpLocks/>
              <a:stCxn id="1080"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82" name="Straight Connector 1081">
              <a:extLst>
                <a:ext uri="{FF2B5EF4-FFF2-40B4-BE49-F238E27FC236}">
                  <a16:creationId xmlns:a16="http://schemas.microsoft.com/office/drawing/2014/main" id="{4A277BFE-7ECC-574E-A379-C9EBFE9C04DF}"/>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83" name="Group 1082">
            <a:extLst>
              <a:ext uri="{FF2B5EF4-FFF2-40B4-BE49-F238E27FC236}">
                <a16:creationId xmlns:a16="http://schemas.microsoft.com/office/drawing/2014/main" id="{9028B0EE-FEC7-47D2-C34C-B1239B5277E9}"/>
              </a:ext>
            </a:extLst>
          </p:cNvPr>
          <p:cNvGrpSpPr/>
          <p:nvPr/>
        </p:nvGrpSpPr>
        <p:grpSpPr>
          <a:xfrm>
            <a:off x="2102908" y="811556"/>
            <a:ext cx="721206" cy="609701"/>
            <a:chOff x="2102908" y="811556"/>
            <a:chExt cx="721206" cy="609701"/>
          </a:xfrm>
        </p:grpSpPr>
        <p:sp>
          <p:nvSpPr>
            <p:cNvPr id="1084" name="Rectangle 1083">
              <a:extLst>
                <a:ext uri="{FF2B5EF4-FFF2-40B4-BE49-F238E27FC236}">
                  <a16:creationId xmlns:a16="http://schemas.microsoft.com/office/drawing/2014/main" id="{38FEF9BE-42C8-1770-8561-31B88C32B1C4}"/>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085" name="Rectangle 1084">
              <a:extLst>
                <a:ext uri="{FF2B5EF4-FFF2-40B4-BE49-F238E27FC236}">
                  <a16:creationId xmlns:a16="http://schemas.microsoft.com/office/drawing/2014/main" id="{B749ED98-6198-AD91-ACE8-258BB40AD345}"/>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86" name="Oval 15">
              <a:extLst>
                <a:ext uri="{FF2B5EF4-FFF2-40B4-BE49-F238E27FC236}">
                  <a16:creationId xmlns:a16="http://schemas.microsoft.com/office/drawing/2014/main" id="{3D6D536F-AAC3-4D64-7F10-62CB2F7F8903}"/>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87" name="Straight Connector 1086">
              <a:extLst>
                <a:ext uri="{FF2B5EF4-FFF2-40B4-BE49-F238E27FC236}">
                  <a16:creationId xmlns:a16="http://schemas.microsoft.com/office/drawing/2014/main" id="{F8E0B44C-9566-ACAE-9E78-E833D9DFAE51}"/>
                </a:ext>
              </a:extLst>
            </p:cNvPr>
            <p:cNvCxnSpPr>
              <a:cxnSpLocks/>
              <a:stCxn id="1086"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088" name="Straight Connector 1087">
              <a:extLst>
                <a:ext uri="{FF2B5EF4-FFF2-40B4-BE49-F238E27FC236}">
                  <a16:creationId xmlns:a16="http://schemas.microsoft.com/office/drawing/2014/main" id="{F2F76E0B-352C-7063-DDE8-B2F9B5DCD2E9}"/>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89" name="Group 1088">
            <a:extLst>
              <a:ext uri="{FF2B5EF4-FFF2-40B4-BE49-F238E27FC236}">
                <a16:creationId xmlns:a16="http://schemas.microsoft.com/office/drawing/2014/main" id="{D6FF20DE-1054-BB76-2394-0FC0DCBED86B}"/>
              </a:ext>
            </a:extLst>
          </p:cNvPr>
          <p:cNvGrpSpPr/>
          <p:nvPr/>
        </p:nvGrpSpPr>
        <p:grpSpPr>
          <a:xfrm>
            <a:off x="2889438" y="751337"/>
            <a:ext cx="5022643" cy="5001728"/>
            <a:chOff x="2889438" y="751337"/>
            <a:chExt cx="5022643" cy="5001728"/>
          </a:xfrm>
        </p:grpSpPr>
        <p:cxnSp>
          <p:nvCxnSpPr>
            <p:cNvPr id="1090" name="Straight Connector 1089">
              <a:extLst>
                <a:ext uri="{FF2B5EF4-FFF2-40B4-BE49-F238E27FC236}">
                  <a16:creationId xmlns:a16="http://schemas.microsoft.com/office/drawing/2014/main" id="{2A7DB0E8-078D-BFE1-06EB-14C174620BA4}"/>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1" name="Straight Connector 1090">
              <a:extLst>
                <a:ext uri="{FF2B5EF4-FFF2-40B4-BE49-F238E27FC236}">
                  <a16:creationId xmlns:a16="http://schemas.microsoft.com/office/drawing/2014/main" id="{400479AF-63DE-4B9E-68C7-222001E09161}"/>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2" name="Straight Connector 1091">
              <a:extLst>
                <a:ext uri="{FF2B5EF4-FFF2-40B4-BE49-F238E27FC236}">
                  <a16:creationId xmlns:a16="http://schemas.microsoft.com/office/drawing/2014/main" id="{B6AD85C3-9C2A-51EC-00DB-9FAD0946F463}"/>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3" name="Straight Connector 1092">
              <a:extLst>
                <a:ext uri="{FF2B5EF4-FFF2-40B4-BE49-F238E27FC236}">
                  <a16:creationId xmlns:a16="http://schemas.microsoft.com/office/drawing/2014/main" id="{00379D68-8B95-CEED-684F-05FD4E635505}"/>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4" name="Straight Connector 1093">
              <a:extLst>
                <a:ext uri="{FF2B5EF4-FFF2-40B4-BE49-F238E27FC236}">
                  <a16:creationId xmlns:a16="http://schemas.microsoft.com/office/drawing/2014/main" id="{BC6633E4-97DD-8E43-35C8-C790500866CD}"/>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5" name="Straight Connector 1094">
              <a:extLst>
                <a:ext uri="{FF2B5EF4-FFF2-40B4-BE49-F238E27FC236}">
                  <a16:creationId xmlns:a16="http://schemas.microsoft.com/office/drawing/2014/main" id="{8DA5C07B-E7F4-84A4-7991-37E115708495}"/>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6" name="Straight Connector 1095">
              <a:extLst>
                <a:ext uri="{FF2B5EF4-FFF2-40B4-BE49-F238E27FC236}">
                  <a16:creationId xmlns:a16="http://schemas.microsoft.com/office/drawing/2014/main" id="{68752EED-883E-3CA9-41E2-3D52CEE32A65}"/>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7" name="Straight Connector 1096">
              <a:extLst>
                <a:ext uri="{FF2B5EF4-FFF2-40B4-BE49-F238E27FC236}">
                  <a16:creationId xmlns:a16="http://schemas.microsoft.com/office/drawing/2014/main" id="{D98ED09F-01D0-ABB7-7C1C-11D078DBE6FE}"/>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8" name="Straight Connector 1097">
              <a:extLst>
                <a:ext uri="{FF2B5EF4-FFF2-40B4-BE49-F238E27FC236}">
                  <a16:creationId xmlns:a16="http://schemas.microsoft.com/office/drawing/2014/main" id="{46C73635-65D6-6F25-4A37-8BC3F51F3560}"/>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9" name="Straight Connector 1098">
              <a:extLst>
                <a:ext uri="{FF2B5EF4-FFF2-40B4-BE49-F238E27FC236}">
                  <a16:creationId xmlns:a16="http://schemas.microsoft.com/office/drawing/2014/main" id="{04FA76A4-15F9-752E-2623-637354DF84CF}"/>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113" name="Group 1112">
            <a:extLst>
              <a:ext uri="{FF2B5EF4-FFF2-40B4-BE49-F238E27FC236}">
                <a16:creationId xmlns:a16="http://schemas.microsoft.com/office/drawing/2014/main" id="{7F52A69C-7DD4-8BA7-E48C-DB9EA046E451}"/>
              </a:ext>
            </a:extLst>
          </p:cNvPr>
          <p:cNvGrpSpPr/>
          <p:nvPr/>
        </p:nvGrpSpPr>
        <p:grpSpPr>
          <a:xfrm>
            <a:off x="6286130" y="4419624"/>
            <a:ext cx="721206" cy="609701"/>
            <a:chOff x="6286130" y="4419624"/>
            <a:chExt cx="721206" cy="609701"/>
          </a:xfrm>
        </p:grpSpPr>
        <p:sp>
          <p:nvSpPr>
            <p:cNvPr id="1114" name="Rectangle 1113">
              <a:hlinkHover r:id="" action="ppaction://noaction" highlightClick="1"/>
              <a:extLst>
                <a:ext uri="{FF2B5EF4-FFF2-40B4-BE49-F238E27FC236}">
                  <a16:creationId xmlns:a16="http://schemas.microsoft.com/office/drawing/2014/main" id="{D6412C14-FB53-9B06-50F0-5A05355776B3}"/>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1115" name="Oval 1114">
              <a:extLst>
                <a:ext uri="{FF2B5EF4-FFF2-40B4-BE49-F238E27FC236}">
                  <a16:creationId xmlns:a16="http://schemas.microsoft.com/office/drawing/2014/main" id="{1B71D3BB-0050-9E33-6439-D6D24F49AF3C}"/>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16" name="Isosceles Triangle 648">
              <a:extLst>
                <a:ext uri="{FF2B5EF4-FFF2-40B4-BE49-F238E27FC236}">
                  <a16:creationId xmlns:a16="http://schemas.microsoft.com/office/drawing/2014/main" id="{450FFDC5-9D49-83D7-DE37-E224F4EC7DBC}"/>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17" name="Group 1116">
            <a:extLst>
              <a:ext uri="{FF2B5EF4-FFF2-40B4-BE49-F238E27FC236}">
                <a16:creationId xmlns:a16="http://schemas.microsoft.com/office/drawing/2014/main" id="{B57139CC-4BED-9EA9-C651-EC25AB9C8942}"/>
              </a:ext>
            </a:extLst>
          </p:cNvPr>
          <p:cNvGrpSpPr/>
          <p:nvPr/>
        </p:nvGrpSpPr>
        <p:grpSpPr>
          <a:xfrm>
            <a:off x="5458940" y="5135305"/>
            <a:ext cx="721206" cy="609701"/>
            <a:chOff x="5458940" y="5135305"/>
            <a:chExt cx="721206" cy="609701"/>
          </a:xfrm>
        </p:grpSpPr>
        <p:sp>
          <p:nvSpPr>
            <p:cNvPr id="1118" name="Rectangle 1117">
              <a:hlinkHover r:id="" action="ppaction://noaction" highlightClick="1"/>
              <a:extLst>
                <a:ext uri="{FF2B5EF4-FFF2-40B4-BE49-F238E27FC236}">
                  <a16:creationId xmlns:a16="http://schemas.microsoft.com/office/drawing/2014/main" id="{39469D86-FA15-6EEF-1925-46813D672507}"/>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1119" name="Oval 1118">
              <a:extLst>
                <a:ext uri="{FF2B5EF4-FFF2-40B4-BE49-F238E27FC236}">
                  <a16:creationId xmlns:a16="http://schemas.microsoft.com/office/drawing/2014/main" id="{8B0BDB89-0410-63D0-7148-CEF15B61868B}"/>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0" name="Isosceles Triangle 648">
              <a:extLst>
                <a:ext uri="{FF2B5EF4-FFF2-40B4-BE49-F238E27FC236}">
                  <a16:creationId xmlns:a16="http://schemas.microsoft.com/office/drawing/2014/main" id="{A4686C42-16AE-D67E-BE4E-9330D3E7474E}"/>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21" name="Group 1120">
            <a:extLst>
              <a:ext uri="{FF2B5EF4-FFF2-40B4-BE49-F238E27FC236}">
                <a16:creationId xmlns:a16="http://schemas.microsoft.com/office/drawing/2014/main" id="{547D2235-EF58-CE96-1630-8D85ED135A4A}"/>
              </a:ext>
            </a:extLst>
          </p:cNvPr>
          <p:cNvGrpSpPr/>
          <p:nvPr/>
        </p:nvGrpSpPr>
        <p:grpSpPr>
          <a:xfrm>
            <a:off x="6289146" y="5141017"/>
            <a:ext cx="721206" cy="609701"/>
            <a:chOff x="6289146" y="5141017"/>
            <a:chExt cx="721206" cy="609701"/>
          </a:xfrm>
        </p:grpSpPr>
        <p:sp>
          <p:nvSpPr>
            <p:cNvPr id="1122" name="Rectangle 1121">
              <a:hlinkHover r:id="" action="ppaction://noaction" highlightClick="1"/>
              <a:extLst>
                <a:ext uri="{FF2B5EF4-FFF2-40B4-BE49-F238E27FC236}">
                  <a16:creationId xmlns:a16="http://schemas.microsoft.com/office/drawing/2014/main" id="{197AA9D7-ADCB-01C0-3831-AB78EC3BA985}"/>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1123" name="Oval 1122">
              <a:extLst>
                <a:ext uri="{FF2B5EF4-FFF2-40B4-BE49-F238E27FC236}">
                  <a16:creationId xmlns:a16="http://schemas.microsoft.com/office/drawing/2014/main" id="{353F9EFD-07DC-FD04-7D20-6FAB10969080}"/>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4" name="Isosceles Triangle 648">
              <a:extLst>
                <a:ext uri="{FF2B5EF4-FFF2-40B4-BE49-F238E27FC236}">
                  <a16:creationId xmlns:a16="http://schemas.microsoft.com/office/drawing/2014/main" id="{FCEE885E-E34A-82DF-970D-98C5600A89B0}"/>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25" name="Group 1124">
            <a:extLst>
              <a:ext uri="{FF2B5EF4-FFF2-40B4-BE49-F238E27FC236}">
                <a16:creationId xmlns:a16="http://schemas.microsoft.com/office/drawing/2014/main" id="{900349C2-312D-65F6-2BE9-A90D2ECB3B1B}"/>
              </a:ext>
            </a:extLst>
          </p:cNvPr>
          <p:cNvGrpSpPr/>
          <p:nvPr/>
        </p:nvGrpSpPr>
        <p:grpSpPr>
          <a:xfrm>
            <a:off x="7122911" y="4419624"/>
            <a:ext cx="721206" cy="609701"/>
            <a:chOff x="7122911" y="4419624"/>
            <a:chExt cx="721206" cy="609701"/>
          </a:xfrm>
        </p:grpSpPr>
        <p:sp>
          <p:nvSpPr>
            <p:cNvPr id="1126" name="Rectangle 1125">
              <a:hlinkHover r:id="" action="ppaction://noaction" highlightClick="1"/>
              <a:extLst>
                <a:ext uri="{FF2B5EF4-FFF2-40B4-BE49-F238E27FC236}">
                  <a16:creationId xmlns:a16="http://schemas.microsoft.com/office/drawing/2014/main" id="{FD3A951A-3986-A1B7-1E0F-4043FE532BE8}"/>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1127" name="Oval 1126">
              <a:extLst>
                <a:ext uri="{FF2B5EF4-FFF2-40B4-BE49-F238E27FC236}">
                  <a16:creationId xmlns:a16="http://schemas.microsoft.com/office/drawing/2014/main" id="{12A79258-2703-BAED-D162-C7ECE83D0787}"/>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8" name="Isosceles Triangle 648">
              <a:extLst>
                <a:ext uri="{FF2B5EF4-FFF2-40B4-BE49-F238E27FC236}">
                  <a16:creationId xmlns:a16="http://schemas.microsoft.com/office/drawing/2014/main" id="{27F2F926-18E9-A0C6-92C0-9265DAC96C0E}"/>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33" name="Group 1132">
            <a:extLst>
              <a:ext uri="{FF2B5EF4-FFF2-40B4-BE49-F238E27FC236}">
                <a16:creationId xmlns:a16="http://schemas.microsoft.com/office/drawing/2014/main" id="{593435E0-173B-2D5F-DEE7-CDB96F9F1D62}"/>
              </a:ext>
            </a:extLst>
          </p:cNvPr>
          <p:cNvGrpSpPr/>
          <p:nvPr/>
        </p:nvGrpSpPr>
        <p:grpSpPr>
          <a:xfrm>
            <a:off x="5454385" y="4419624"/>
            <a:ext cx="721206" cy="609701"/>
            <a:chOff x="5454385" y="4419624"/>
            <a:chExt cx="721206" cy="609701"/>
          </a:xfrm>
        </p:grpSpPr>
        <p:sp>
          <p:nvSpPr>
            <p:cNvPr id="1134" name="Rectangle 1133">
              <a:hlinkHover r:id="" action="ppaction://noaction" highlightClick="1"/>
              <a:extLst>
                <a:ext uri="{FF2B5EF4-FFF2-40B4-BE49-F238E27FC236}">
                  <a16:creationId xmlns:a16="http://schemas.microsoft.com/office/drawing/2014/main" id="{B08C8DDE-B35A-C21E-0223-D8AF66B3DC18}"/>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1135" name="Oval 1134">
              <a:extLst>
                <a:ext uri="{FF2B5EF4-FFF2-40B4-BE49-F238E27FC236}">
                  <a16:creationId xmlns:a16="http://schemas.microsoft.com/office/drawing/2014/main" id="{DA25A050-7F17-DD76-5626-258A4CD4D123}"/>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36" name="Isosceles Triangle 648">
              <a:extLst>
                <a:ext uri="{FF2B5EF4-FFF2-40B4-BE49-F238E27FC236}">
                  <a16:creationId xmlns:a16="http://schemas.microsoft.com/office/drawing/2014/main" id="{E6A9C28B-4760-6885-DB39-33B4B8148404}"/>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37" name="Group 1136">
            <a:extLst>
              <a:ext uri="{FF2B5EF4-FFF2-40B4-BE49-F238E27FC236}">
                <a16:creationId xmlns:a16="http://schemas.microsoft.com/office/drawing/2014/main" id="{64F2E63D-3054-991E-048D-FEDDF9FD1FFA}"/>
              </a:ext>
            </a:extLst>
          </p:cNvPr>
          <p:cNvGrpSpPr/>
          <p:nvPr/>
        </p:nvGrpSpPr>
        <p:grpSpPr>
          <a:xfrm>
            <a:off x="3775041" y="5130133"/>
            <a:ext cx="721895" cy="609700"/>
            <a:chOff x="3775041" y="5130133"/>
            <a:chExt cx="721895" cy="609700"/>
          </a:xfrm>
        </p:grpSpPr>
        <p:sp>
          <p:nvSpPr>
            <p:cNvPr id="1138" name="Rectangle 1137">
              <a:hlinkHover r:id="" action="ppaction://noaction" highlightClick="1"/>
              <a:extLst>
                <a:ext uri="{FF2B5EF4-FFF2-40B4-BE49-F238E27FC236}">
                  <a16:creationId xmlns:a16="http://schemas.microsoft.com/office/drawing/2014/main" id="{A53642F7-C44C-CD3C-9F7E-DD5F4FDED0A5}"/>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1139" name="Diamond 1138">
              <a:extLst>
                <a:ext uri="{FF2B5EF4-FFF2-40B4-BE49-F238E27FC236}">
                  <a16:creationId xmlns:a16="http://schemas.microsoft.com/office/drawing/2014/main" id="{6225C03E-3765-82B3-C893-201D1F41D463}"/>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40" name="Oval 1139">
              <a:extLst>
                <a:ext uri="{FF2B5EF4-FFF2-40B4-BE49-F238E27FC236}">
                  <a16:creationId xmlns:a16="http://schemas.microsoft.com/office/drawing/2014/main" id="{4D252FCB-0EE0-56BF-2A89-564130262394}"/>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41" name="Group 1140">
            <a:extLst>
              <a:ext uri="{FF2B5EF4-FFF2-40B4-BE49-F238E27FC236}">
                <a16:creationId xmlns:a16="http://schemas.microsoft.com/office/drawing/2014/main" id="{88E9E554-8EBE-4EEA-92BF-D1FFA8626C4B}"/>
              </a:ext>
            </a:extLst>
          </p:cNvPr>
          <p:cNvGrpSpPr/>
          <p:nvPr/>
        </p:nvGrpSpPr>
        <p:grpSpPr>
          <a:xfrm>
            <a:off x="4618174" y="5130748"/>
            <a:ext cx="721895" cy="609700"/>
            <a:chOff x="4618174" y="5130748"/>
            <a:chExt cx="721895" cy="609700"/>
          </a:xfrm>
        </p:grpSpPr>
        <p:sp>
          <p:nvSpPr>
            <p:cNvPr id="1142" name="Rectangle 1141">
              <a:hlinkHover r:id="" action="ppaction://noaction" highlightClick="1"/>
              <a:extLst>
                <a:ext uri="{FF2B5EF4-FFF2-40B4-BE49-F238E27FC236}">
                  <a16:creationId xmlns:a16="http://schemas.microsoft.com/office/drawing/2014/main" id="{F2A39FB0-B9A8-19BD-1FE0-B689B1A4DAE8}"/>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1143" name="Diamond 1142">
              <a:extLst>
                <a:ext uri="{FF2B5EF4-FFF2-40B4-BE49-F238E27FC236}">
                  <a16:creationId xmlns:a16="http://schemas.microsoft.com/office/drawing/2014/main" id="{AD9ED6AA-2F75-1C07-1212-8B6A1E3B0932}"/>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44" name="Oval 1143">
              <a:extLst>
                <a:ext uri="{FF2B5EF4-FFF2-40B4-BE49-F238E27FC236}">
                  <a16:creationId xmlns:a16="http://schemas.microsoft.com/office/drawing/2014/main" id="{55875537-BF09-DEE5-DED3-EE133CA954C9}"/>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45" name="Group 1144">
            <a:extLst>
              <a:ext uri="{FF2B5EF4-FFF2-40B4-BE49-F238E27FC236}">
                <a16:creationId xmlns:a16="http://schemas.microsoft.com/office/drawing/2014/main" id="{C00D9D69-E626-D808-5292-CED191ED7CFB}"/>
              </a:ext>
            </a:extLst>
          </p:cNvPr>
          <p:cNvGrpSpPr/>
          <p:nvPr/>
        </p:nvGrpSpPr>
        <p:grpSpPr>
          <a:xfrm>
            <a:off x="7125833" y="5143368"/>
            <a:ext cx="721206" cy="609701"/>
            <a:chOff x="7125833" y="5143368"/>
            <a:chExt cx="721206" cy="609701"/>
          </a:xfrm>
        </p:grpSpPr>
        <p:sp>
          <p:nvSpPr>
            <p:cNvPr id="1146" name="Rectangle 1145">
              <a:hlinkHover r:id="" action="ppaction://noaction" highlightClick="1"/>
              <a:extLst>
                <a:ext uri="{FF2B5EF4-FFF2-40B4-BE49-F238E27FC236}">
                  <a16:creationId xmlns:a16="http://schemas.microsoft.com/office/drawing/2014/main" id="{E6776907-D6C6-992B-7F3F-5A7A3DA12B73}"/>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1147" name="Oval 1146">
              <a:extLst>
                <a:ext uri="{FF2B5EF4-FFF2-40B4-BE49-F238E27FC236}">
                  <a16:creationId xmlns:a16="http://schemas.microsoft.com/office/drawing/2014/main" id="{4EE695CC-CB06-0F48-61FB-34BE9BA41E9C}"/>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48" name="Isosceles Triangle 648">
              <a:extLst>
                <a:ext uri="{FF2B5EF4-FFF2-40B4-BE49-F238E27FC236}">
                  <a16:creationId xmlns:a16="http://schemas.microsoft.com/office/drawing/2014/main" id="{AB917FD0-C5B0-1624-F96F-F647EE757FCF}"/>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49" name="Group 1148">
            <a:extLst>
              <a:ext uri="{FF2B5EF4-FFF2-40B4-BE49-F238E27FC236}">
                <a16:creationId xmlns:a16="http://schemas.microsoft.com/office/drawing/2014/main" id="{ACEEAFE3-3595-01CE-944A-83E6C2411D8E}"/>
              </a:ext>
            </a:extLst>
          </p:cNvPr>
          <p:cNvGrpSpPr/>
          <p:nvPr/>
        </p:nvGrpSpPr>
        <p:grpSpPr>
          <a:xfrm>
            <a:off x="7122911" y="3698231"/>
            <a:ext cx="721206" cy="609701"/>
            <a:chOff x="7122911" y="3698231"/>
            <a:chExt cx="721206" cy="609701"/>
          </a:xfrm>
        </p:grpSpPr>
        <p:sp>
          <p:nvSpPr>
            <p:cNvPr id="1150" name="Rectangle 1149">
              <a:hlinkHover r:id="" action="ppaction://noaction" highlightClick="1"/>
              <a:extLst>
                <a:ext uri="{FF2B5EF4-FFF2-40B4-BE49-F238E27FC236}">
                  <a16:creationId xmlns:a16="http://schemas.microsoft.com/office/drawing/2014/main" id="{76DD85B8-DB6F-A22F-9EED-8957E687FDCF}"/>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1151" name="Oval 1150">
              <a:extLst>
                <a:ext uri="{FF2B5EF4-FFF2-40B4-BE49-F238E27FC236}">
                  <a16:creationId xmlns:a16="http://schemas.microsoft.com/office/drawing/2014/main" id="{9D65C20E-EA61-A993-B816-7BD160FE2E08}"/>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52" name="Isosceles Triangle 648">
              <a:extLst>
                <a:ext uri="{FF2B5EF4-FFF2-40B4-BE49-F238E27FC236}">
                  <a16:creationId xmlns:a16="http://schemas.microsoft.com/office/drawing/2014/main" id="{D2D1D031-AC06-A3B2-A124-F6D73AAE4DB6}"/>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53" name="Group 1152">
            <a:extLst>
              <a:ext uri="{FF2B5EF4-FFF2-40B4-BE49-F238E27FC236}">
                <a16:creationId xmlns:a16="http://schemas.microsoft.com/office/drawing/2014/main" id="{FF4701E6-8E6C-A189-1DD7-9DB941763FBC}"/>
              </a:ext>
            </a:extLst>
          </p:cNvPr>
          <p:cNvGrpSpPr/>
          <p:nvPr/>
        </p:nvGrpSpPr>
        <p:grpSpPr>
          <a:xfrm>
            <a:off x="6286224" y="3620338"/>
            <a:ext cx="721206" cy="687594"/>
            <a:chOff x="6286224" y="3620338"/>
            <a:chExt cx="721206" cy="687594"/>
          </a:xfrm>
        </p:grpSpPr>
        <p:cxnSp>
          <p:nvCxnSpPr>
            <p:cNvPr id="1154" name="Straight Connector 1153">
              <a:extLst>
                <a:ext uri="{FF2B5EF4-FFF2-40B4-BE49-F238E27FC236}">
                  <a16:creationId xmlns:a16="http://schemas.microsoft.com/office/drawing/2014/main" id="{74ECC751-A57F-87A5-696A-CE6985BD9101}"/>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1155" name="Rectangle 1154">
              <a:hlinkHover r:id="" action="ppaction://noaction" highlightClick="1"/>
              <a:extLst>
                <a:ext uri="{FF2B5EF4-FFF2-40B4-BE49-F238E27FC236}">
                  <a16:creationId xmlns:a16="http://schemas.microsoft.com/office/drawing/2014/main" id="{66427A10-A53A-3BD1-C88E-3DD17EDF43A0}"/>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1156" name="Oval 1155">
              <a:extLst>
                <a:ext uri="{FF2B5EF4-FFF2-40B4-BE49-F238E27FC236}">
                  <a16:creationId xmlns:a16="http://schemas.microsoft.com/office/drawing/2014/main" id="{5B3F14C8-CEB4-54F3-CC67-68D527EBED6B}"/>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57" name="Isosceles Triangle 648">
              <a:extLst>
                <a:ext uri="{FF2B5EF4-FFF2-40B4-BE49-F238E27FC236}">
                  <a16:creationId xmlns:a16="http://schemas.microsoft.com/office/drawing/2014/main" id="{1EA90DDF-32DE-CE84-AADF-431A696C0B3C}"/>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37" name="Group 1436">
            <a:extLst>
              <a:ext uri="{FF2B5EF4-FFF2-40B4-BE49-F238E27FC236}">
                <a16:creationId xmlns:a16="http://schemas.microsoft.com/office/drawing/2014/main" id="{F27B16DD-9E4A-D2FA-30F3-3E6CA90590A2}"/>
              </a:ext>
            </a:extLst>
          </p:cNvPr>
          <p:cNvGrpSpPr/>
          <p:nvPr/>
        </p:nvGrpSpPr>
        <p:grpSpPr>
          <a:xfrm>
            <a:off x="3775041" y="1532276"/>
            <a:ext cx="721206" cy="609701"/>
            <a:chOff x="3775041" y="1532276"/>
            <a:chExt cx="721206" cy="609701"/>
          </a:xfrm>
        </p:grpSpPr>
        <p:sp>
          <p:nvSpPr>
            <p:cNvPr id="1175" name="Rectangle 1174">
              <a:extLst>
                <a:ext uri="{FF2B5EF4-FFF2-40B4-BE49-F238E27FC236}">
                  <a16:creationId xmlns:a16="http://schemas.microsoft.com/office/drawing/2014/main" id="{5EEE9469-CCC2-2B1D-6DD1-4C2C2911954E}"/>
                </a:ext>
              </a:extLst>
            </p:cNvPr>
            <p:cNvSpPr/>
            <p:nvPr/>
          </p:nvSpPr>
          <p:spPr>
            <a:xfrm>
              <a:off x="3775041" y="1532276"/>
              <a:ext cx="721206" cy="609701"/>
            </a:xfrm>
            <a:prstGeom prst="rect">
              <a:avLst/>
            </a:prstGeom>
            <a:solidFill>
              <a:srgbClr val="385723"/>
            </a:solidFill>
            <a:ln w="12700">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prstClr val="white"/>
                  </a:solidFill>
                  <a:latin typeface="Century Gothic" panose="020B0502020202020204" pitchFamily="34" charset="0"/>
                </a:rPr>
                <a:t>Microsoft Purview Data Lifecycle Management</a:t>
              </a:r>
            </a:p>
          </p:txBody>
        </p:sp>
        <p:sp>
          <p:nvSpPr>
            <p:cNvPr id="1176" name="Right Triangle 1175">
              <a:extLst>
                <a:ext uri="{FF2B5EF4-FFF2-40B4-BE49-F238E27FC236}">
                  <a16:creationId xmlns:a16="http://schemas.microsoft.com/office/drawing/2014/main" id="{C64765E9-0137-4B86-AA28-BA0D27B5A0FE}"/>
                </a:ext>
              </a:extLst>
            </p:cNvPr>
            <p:cNvSpPr/>
            <p:nvPr/>
          </p:nvSpPr>
          <p:spPr>
            <a:xfrm rot="10800000">
              <a:off x="437405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77" name="Group 1176">
              <a:extLst>
                <a:ext uri="{FF2B5EF4-FFF2-40B4-BE49-F238E27FC236}">
                  <a16:creationId xmlns:a16="http://schemas.microsoft.com/office/drawing/2014/main" id="{66E2FB5B-1EA1-37E9-B939-55298C8A5145}"/>
                </a:ext>
              </a:extLst>
            </p:cNvPr>
            <p:cNvGrpSpPr/>
            <p:nvPr/>
          </p:nvGrpSpPr>
          <p:grpSpPr>
            <a:xfrm>
              <a:off x="4440500" y="1542931"/>
              <a:ext cx="37817" cy="61390"/>
              <a:chOff x="3883481" y="2057400"/>
              <a:chExt cx="1608363" cy="2652031"/>
            </a:xfrm>
            <a:solidFill>
              <a:srgbClr val="A6A6A6"/>
            </a:solidFill>
          </p:grpSpPr>
          <p:sp>
            <p:nvSpPr>
              <p:cNvPr id="1178" name="Oval 27">
                <a:extLst>
                  <a:ext uri="{FF2B5EF4-FFF2-40B4-BE49-F238E27FC236}">
                    <a16:creationId xmlns:a16="http://schemas.microsoft.com/office/drawing/2014/main" id="{4186E5EF-5611-1E77-AEF3-2568DE56E49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9" name="Oval 28">
                <a:extLst>
                  <a:ext uri="{FF2B5EF4-FFF2-40B4-BE49-F238E27FC236}">
                    <a16:creationId xmlns:a16="http://schemas.microsoft.com/office/drawing/2014/main" id="{6D57D0B0-A518-7B9B-626C-DE893E7CA3B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80" name="Group 1179">
            <a:extLst>
              <a:ext uri="{FF2B5EF4-FFF2-40B4-BE49-F238E27FC236}">
                <a16:creationId xmlns:a16="http://schemas.microsoft.com/office/drawing/2014/main" id="{6944130E-32EC-CC39-839B-777793D71E1F}"/>
              </a:ext>
            </a:extLst>
          </p:cNvPr>
          <p:cNvGrpSpPr/>
          <p:nvPr/>
        </p:nvGrpSpPr>
        <p:grpSpPr>
          <a:xfrm>
            <a:off x="4611548" y="1532276"/>
            <a:ext cx="721206" cy="609701"/>
            <a:chOff x="4611548" y="1532276"/>
            <a:chExt cx="721206" cy="609701"/>
          </a:xfrm>
        </p:grpSpPr>
        <p:sp>
          <p:nvSpPr>
            <p:cNvPr id="1181" name="Rectangle 1180">
              <a:extLst>
                <a:ext uri="{FF2B5EF4-FFF2-40B4-BE49-F238E27FC236}">
                  <a16:creationId xmlns:a16="http://schemas.microsoft.com/office/drawing/2014/main" id="{F11ACFB3-0A36-CA07-FDFC-EC5C8CF81C38}"/>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182" name="Right Triangle 1181">
              <a:extLst>
                <a:ext uri="{FF2B5EF4-FFF2-40B4-BE49-F238E27FC236}">
                  <a16:creationId xmlns:a16="http://schemas.microsoft.com/office/drawing/2014/main" id="{D4BA4965-A84F-60B0-1C3D-DD088036D5E8}"/>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83" name="Group 1182">
              <a:extLst>
                <a:ext uri="{FF2B5EF4-FFF2-40B4-BE49-F238E27FC236}">
                  <a16:creationId xmlns:a16="http://schemas.microsoft.com/office/drawing/2014/main" id="{27D2443B-3244-5183-C0B2-45F70103BABC}"/>
                </a:ext>
              </a:extLst>
            </p:cNvPr>
            <p:cNvGrpSpPr/>
            <p:nvPr/>
          </p:nvGrpSpPr>
          <p:grpSpPr>
            <a:xfrm>
              <a:off x="5276140" y="1542931"/>
              <a:ext cx="37817" cy="61390"/>
              <a:chOff x="3883481" y="2057400"/>
              <a:chExt cx="1608363" cy="2652031"/>
            </a:xfrm>
            <a:solidFill>
              <a:srgbClr val="A6A6A6"/>
            </a:solidFill>
          </p:grpSpPr>
          <p:sp>
            <p:nvSpPr>
              <p:cNvPr id="1184" name="Oval 27">
                <a:extLst>
                  <a:ext uri="{FF2B5EF4-FFF2-40B4-BE49-F238E27FC236}">
                    <a16:creationId xmlns:a16="http://schemas.microsoft.com/office/drawing/2014/main" id="{338BA3AA-3FC1-2A51-F49D-7A90EFF5781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5" name="Oval 28">
                <a:extLst>
                  <a:ext uri="{FF2B5EF4-FFF2-40B4-BE49-F238E27FC236}">
                    <a16:creationId xmlns:a16="http://schemas.microsoft.com/office/drawing/2014/main" id="{64E03700-622B-25F0-2D41-E65F33B6AC7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36" name="Group 1435">
            <a:extLst>
              <a:ext uri="{FF2B5EF4-FFF2-40B4-BE49-F238E27FC236}">
                <a16:creationId xmlns:a16="http://schemas.microsoft.com/office/drawing/2014/main" id="{72F8ABCE-4113-8374-0DC0-E5712BBB3238}"/>
              </a:ext>
            </a:extLst>
          </p:cNvPr>
          <p:cNvGrpSpPr/>
          <p:nvPr/>
        </p:nvGrpSpPr>
        <p:grpSpPr>
          <a:xfrm>
            <a:off x="2938534" y="1532275"/>
            <a:ext cx="721206" cy="610039"/>
            <a:chOff x="2938534" y="1532275"/>
            <a:chExt cx="721206" cy="610039"/>
          </a:xfrm>
        </p:grpSpPr>
        <p:sp>
          <p:nvSpPr>
            <p:cNvPr id="1187" name="Rectangle 1186">
              <a:extLst>
                <a:ext uri="{FF2B5EF4-FFF2-40B4-BE49-F238E27FC236}">
                  <a16:creationId xmlns:a16="http://schemas.microsoft.com/office/drawing/2014/main" id="{56FA3ACB-9EBB-966C-8868-968C5BFC481F}"/>
                </a:ext>
              </a:extLst>
            </p:cNvPr>
            <p:cNvSpPr/>
            <p:nvPr/>
          </p:nvSpPr>
          <p:spPr>
            <a:xfrm>
              <a:off x="2938534" y="1532612"/>
              <a:ext cx="721206" cy="609702"/>
            </a:xfrm>
            <a:prstGeom prst="rect">
              <a:avLst/>
            </a:prstGeom>
            <a:solidFill>
              <a:srgbClr val="385723"/>
            </a:solidFill>
            <a:ln w="12700">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prstClr val="white"/>
                  </a:solidFill>
                  <a:latin typeface="Century Gothic" panose="020B0502020202020204" pitchFamily="34" charset="0"/>
                </a:rPr>
                <a:t>Microsoft Purview eDiscovery (Standard)</a:t>
              </a:r>
            </a:p>
          </p:txBody>
        </p:sp>
        <p:sp>
          <p:nvSpPr>
            <p:cNvPr id="1188" name="Right Triangle 1187">
              <a:extLst>
                <a:ext uri="{FF2B5EF4-FFF2-40B4-BE49-F238E27FC236}">
                  <a16:creationId xmlns:a16="http://schemas.microsoft.com/office/drawing/2014/main" id="{C349AD80-E4C4-5A2E-3971-6CE7FADEA785}"/>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9" name="Oval 27">
              <a:extLst>
                <a:ext uri="{FF2B5EF4-FFF2-40B4-BE49-F238E27FC236}">
                  <a16:creationId xmlns:a16="http://schemas.microsoft.com/office/drawing/2014/main" id="{B589EAAB-867D-F963-752D-2943BB7BF32D}"/>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0" name="Oval 28">
              <a:extLst>
                <a:ext uri="{FF2B5EF4-FFF2-40B4-BE49-F238E27FC236}">
                  <a16:creationId xmlns:a16="http://schemas.microsoft.com/office/drawing/2014/main" id="{F7984763-50EA-B06B-9290-0AB8DEAF0760}"/>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91" name="Group 1190">
            <a:extLst>
              <a:ext uri="{FF2B5EF4-FFF2-40B4-BE49-F238E27FC236}">
                <a16:creationId xmlns:a16="http://schemas.microsoft.com/office/drawing/2014/main" id="{53B8DF4E-FDA8-F902-1670-1E1E45D966E7}"/>
              </a:ext>
            </a:extLst>
          </p:cNvPr>
          <p:cNvGrpSpPr/>
          <p:nvPr/>
        </p:nvGrpSpPr>
        <p:grpSpPr>
          <a:xfrm>
            <a:off x="6284590" y="811556"/>
            <a:ext cx="721206" cy="609701"/>
            <a:chOff x="6284590" y="811556"/>
            <a:chExt cx="721206" cy="609701"/>
          </a:xfrm>
        </p:grpSpPr>
        <p:sp>
          <p:nvSpPr>
            <p:cNvPr id="1192" name="Rectangle 1191">
              <a:hlinkHover r:id="" action="ppaction://noaction" highlightClick="1"/>
              <a:extLst>
                <a:ext uri="{FF2B5EF4-FFF2-40B4-BE49-F238E27FC236}">
                  <a16:creationId xmlns:a16="http://schemas.microsoft.com/office/drawing/2014/main" id="{95143B41-9CC7-93A9-A90C-B843CE2DFBF6}"/>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1193" name="Right Triangle 1192">
              <a:extLst>
                <a:ext uri="{FF2B5EF4-FFF2-40B4-BE49-F238E27FC236}">
                  <a16:creationId xmlns:a16="http://schemas.microsoft.com/office/drawing/2014/main" id="{EBE60EA4-9DCC-200A-8806-0432CD0AB366}"/>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4" name="Oval 27">
              <a:extLst>
                <a:ext uri="{FF2B5EF4-FFF2-40B4-BE49-F238E27FC236}">
                  <a16:creationId xmlns:a16="http://schemas.microsoft.com/office/drawing/2014/main" id="{FDBBBC38-0F1D-B446-F011-DF93CCB39B45}"/>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5" name="Oval 28">
              <a:extLst>
                <a:ext uri="{FF2B5EF4-FFF2-40B4-BE49-F238E27FC236}">
                  <a16:creationId xmlns:a16="http://schemas.microsoft.com/office/drawing/2014/main" id="{7D757A4B-4A50-5DC2-26D5-BA6B98694476}"/>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01" name="Group 1200">
            <a:extLst>
              <a:ext uri="{FF2B5EF4-FFF2-40B4-BE49-F238E27FC236}">
                <a16:creationId xmlns:a16="http://schemas.microsoft.com/office/drawing/2014/main" id="{4F790367-5E80-E335-9011-DA71A12D7691}"/>
              </a:ext>
            </a:extLst>
          </p:cNvPr>
          <p:cNvGrpSpPr/>
          <p:nvPr/>
        </p:nvGrpSpPr>
        <p:grpSpPr>
          <a:xfrm>
            <a:off x="431659" y="3698227"/>
            <a:ext cx="721206" cy="609701"/>
            <a:chOff x="431659" y="3698227"/>
            <a:chExt cx="721206" cy="609701"/>
          </a:xfrm>
        </p:grpSpPr>
        <p:sp>
          <p:nvSpPr>
            <p:cNvPr id="1202" name="Rectangle 1201">
              <a:extLst>
                <a:ext uri="{FF2B5EF4-FFF2-40B4-BE49-F238E27FC236}">
                  <a16:creationId xmlns:a16="http://schemas.microsoft.com/office/drawing/2014/main" id="{98FE944A-BC2A-F21E-A178-E38A3A589DDA}"/>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1203" name="Right Triangle 1202">
              <a:extLst>
                <a:ext uri="{FF2B5EF4-FFF2-40B4-BE49-F238E27FC236}">
                  <a16:creationId xmlns:a16="http://schemas.microsoft.com/office/drawing/2014/main" id="{35714BEA-247D-7920-69C9-C403BD99BD29}"/>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04" name="Group 1203">
              <a:extLst>
                <a:ext uri="{FF2B5EF4-FFF2-40B4-BE49-F238E27FC236}">
                  <a16:creationId xmlns:a16="http://schemas.microsoft.com/office/drawing/2014/main" id="{CD2F78FF-36AF-37A1-2EE8-05B0B605D186}"/>
                </a:ext>
              </a:extLst>
            </p:cNvPr>
            <p:cNvGrpSpPr/>
            <p:nvPr/>
          </p:nvGrpSpPr>
          <p:grpSpPr>
            <a:xfrm>
              <a:off x="1102254" y="3706260"/>
              <a:ext cx="37817" cy="61390"/>
              <a:chOff x="3883481" y="2057400"/>
              <a:chExt cx="1608363" cy="2652031"/>
            </a:xfrm>
            <a:solidFill>
              <a:srgbClr val="A6A6A6"/>
            </a:solidFill>
          </p:grpSpPr>
          <p:sp>
            <p:nvSpPr>
              <p:cNvPr id="1205" name="Oval 27">
                <a:extLst>
                  <a:ext uri="{FF2B5EF4-FFF2-40B4-BE49-F238E27FC236}">
                    <a16:creationId xmlns:a16="http://schemas.microsoft.com/office/drawing/2014/main" id="{3A399A0B-A0CB-438C-EE79-A714E691D79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6" name="Oval 28">
                <a:extLst>
                  <a:ext uri="{FF2B5EF4-FFF2-40B4-BE49-F238E27FC236}">
                    <a16:creationId xmlns:a16="http://schemas.microsoft.com/office/drawing/2014/main" id="{4476D379-BBD8-D7F7-F586-BFF88DEC85B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9" name="Group 1218">
            <a:extLst>
              <a:ext uri="{FF2B5EF4-FFF2-40B4-BE49-F238E27FC236}">
                <a16:creationId xmlns:a16="http://schemas.microsoft.com/office/drawing/2014/main" id="{4D20B77A-97E3-FD8A-ED02-C2B70CFC4C60}"/>
              </a:ext>
            </a:extLst>
          </p:cNvPr>
          <p:cNvGrpSpPr/>
          <p:nvPr/>
        </p:nvGrpSpPr>
        <p:grpSpPr>
          <a:xfrm>
            <a:off x="2105709" y="3698225"/>
            <a:ext cx="721206" cy="610376"/>
            <a:chOff x="2105709" y="3698225"/>
            <a:chExt cx="721206" cy="610376"/>
          </a:xfrm>
        </p:grpSpPr>
        <p:sp>
          <p:nvSpPr>
            <p:cNvPr id="1220" name="Rectangle 1219">
              <a:extLst>
                <a:ext uri="{FF2B5EF4-FFF2-40B4-BE49-F238E27FC236}">
                  <a16:creationId xmlns:a16="http://schemas.microsoft.com/office/drawing/2014/main" id="{7AC2AF1D-ADD1-A5BA-EDF4-3EB95D2F9072}"/>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1221" name="Right Triangle 1220">
              <a:extLst>
                <a:ext uri="{FF2B5EF4-FFF2-40B4-BE49-F238E27FC236}">
                  <a16:creationId xmlns:a16="http://schemas.microsoft.com/office/drawing/2014/main" id="{D5BA7401-7C9B-4435-641A-3F821D0D2CCC}"/>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22" name="Group 1221">
              <a:extLst>
                <a:ext uri="{FF2B5EF4-FFF2-40B4-BE49-F238E27FC236}">
                  <a16:creationId xmlns:a16="http://schemas.microsoft.com/office/drawing/2014/main" id="{7903B97B-650E-BF30-042D-C865DEECE128}"/>
                </a:ext>
              </a:extLst>
            </p:cNvPr>
            <p:cNvGrpSpPr/>
            <p:nvPr/>
          </p:nvGrpSpPr>
          <p:grpSpPr>
            <a:xfrm>
              <a:off x="2776304" y="3704319"/>
              <a:ext cx="37817" cy="61390"/>
              <a:chOff x="3883481" y="2057400"/>
              <a:chExt cx="1608363" cy="2652031"/>
            </a:xfrm>
            <a:solidFill>
              <a:srgbClr val="A6A6A6"/>
            </a:solidFill>
          </p:grpSpPr>
          <p:sp>
            <p:nvSpPr>
              <p:cNvPr id="1223" name="Oval 27">
                <a:extLst>
                  <a:ext uri="{FF2B5EF4-FFF2-40B4-BE49-F238E27FC236}">
                    <a16:creationId xmlns:a16="http://schemas.microsoft.com/office/drawing/2014/main" id="{86E3CDCE-F0EE-CD5C-1AFA-E9210DBEC08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4" name="Oval 28">
                <a:extLst>
                  <a:ext uri="{FF2B5EF4-FFF2-40B4-BE49-F238E27FC236}">
                    <a16:creationId xmlns:a16="http://schemas.microsoft.com/office/drawing/2014/main" id="{7C57E4E1-FD77-B95E-889C-9855291C8C2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25" name="Group 1224">
            <a:extLst>
              <a:ext uri="{FF2B5EF4-FFF2-40B4-BE49-F238E27FC236}">
                <a16:creationId xmlns:a16="http://schemas.microsoft.com/office/drawing/2014/main" id="{DEA42E40-BA86-C210-3949-31A5E87ACBC7}"/>
              </a:ext>
            </a:extLst>
          </p:cNvPr>
          <p:cNvGrpSpPr/>
          <p:nvPr/>
        </p:nvGrpSpPr>
        <p:grpSpPr>
          <a:xfrm>
            <a:off x="1268842" y="2253333"/>
            <a:ext cx="721206" cy="609701"/>
            <a:chOff x="1268842" y="2253333"/>
            <a:chExt cx="721206" cy="609701"/>
          </a:xfrm>
        </p:grpSpPr>
        <p:sp>
          <p:nvSpPr>
            <p:cNvPr id="1226" name="Rectangle 1225">
              <a:extLst>
                <a:ext uri="{FF2B5EF4-FFF2-40B4-BE49-F238E27FC236}">
                  <a16:creationId xmlns:a16="http://schemas.microsoft.com/office/drawing/2014/main" id="{9C43AE3A-42B5-9B39-449D-2F20D4447653}"/>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1227" name="Right Triangle 1226">
              <a:extLst>
                <a:ext uri="{FF2B5EF4-FFF2-40B4-BE49-F238E27FC236}">
                  <a16:creationId xmlns:a16="http://schemas.microsoft.com/office/drawing/2014/main" id="{F439D1CB-4005-65DA-9944-939840FD511A}"/>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28" name="Group 1227">
              <a:extLst>
                <a:ext uri="{FF2B5EF4-FFF2-40B4-BE49-F238E27FC236}">
                  <a16:creationId xmlns:a16="http://schemas.microsoft.com/office/drawing/2014/main" id="{6ED76DF1-20E9-1B65-F35D-9FCDA48AC434}"/>
                </a:ext>
              </a:extLst>
            </p:cNvPr>
            <p:cNvGrpSpPr/>
            <p:nvPr/>
          </p:nvGrpSpPr>
          <p:grpSpPr>
            <a:xfrm>
              <a:off x="1939437" y="2265723"/>
              <a:ext cx="37817" cy="61390"/>
              <a:chOff x="3883481" y="2057400"/>
              <a:chExt cx="1608363" cy="2652031"/>
            </a:xfrm>
            <a:solidFill>
              <a:srgbClr val="A6A6A6"/>
            </a:solidFill>
          </p:grpSpPr>
          <p:sp>
            <p:nvSpPr>
              <p:cNvPr id="1229" name="Oval 27">
                <a:extLst>
                  <a:ext uri="{FF2B5EF4-FFF2-40B4-BE49-F238E27FC236}">
                    <a16:creationId xmlns:a16="http://schemas.microsoft.com/office/drawing/2014/main" id="{95DB516D-FDAB-3D5A-70C4-9504A316665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0" name="Oval 28">
                <a:extLst>
                  <a:ext uri="{FF2B5EF4-FFF2-40B4-BE49-F238E27FC236}">
                    <a16:creationId xmlns:a16="http://schemas.microsoft.com/office/drawing/2014/main" id="{60D20EFE-D04B-1207-0F1C-11FDA322484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31" name="Group 1230">
            <a:extLst>
              <a:ext uri="{FF2B5EF4-FFF2-40B4-BE49-F238E27FC236}">
                <a16:creationId xmlns:a16="http://schemas.microsoft.com/office/drawing/2014/main" id="{67C7A069-EEDA-361E-3341-433FD42CAC4F}"/>
              </a:ext>
            </a:extLst>
          </p:cNvPr>
          <p:cNvGrpSpPr/>
          <p:nvPr/>
        </p:nvGrpSpPr>
        <p:grpSpPr>
          <a:xfrm>
            <a:off x="2105349" y="2253333"/>
            <a:ext cx="721206" cy="609701"/>
            <a:chOff x="2105349" y="2253333"/>
            <a:chExt cx="721206" cy="609701"/>
          </a:xfrm>
        </p:grpSpPr>
        <p:sp>
          <p:nvSpPr>
            <p:cNvPr id="1232" name="Rectangle 1231">
              <a:extLst>
                <a:ext uri="{FF2B5EF4-FFF2-40B4-BE49-F238E27FC236}">
                  <a16:creationId xmlns:a16="http://schemas.microsoft.com/office/drawing/2014/main" id="{A9F66554-C1DC-2308-61AC-21733A80E172}"/>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1233" name="Right Triangle 1232">
              <a:extLst>
                <a:ext uri="{FF2B5EF4-FFF2-40B4-BE49-F238E27FC236}">
                  <a16:creationId xmlns:a16="http://schemas.microsoft.com/office/drawing/2014/main" id="{158B4EF2-BF08-5584-77E4-7410C8435BD3}"/>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34" name="Group 1233">
              <a:extLst>
                <a:ext uri="{FF2B5EF4-FFF2-40B4-BE49-F238E27FC236}">
                  <a16:creationId xmlns:a16="http://schemas.microsoft.com/office/drawing/2014/main" id="{58B7A546-E981-3CEB-A518-DC8E81870C3C}"/>
                </a:ext>
              </a:extLst>
            </p:cNvPr>
            <p:cNvGrpSpPr/>
            <p:nvPr/>
          </p:nvGrpSpPr>
          <p:grpSpPr>
            <a:xfrm>
              <a:off x="2771411" y="2265582"/>
              <a:ext cx="37817" cy="61390"/>
              <a:chOff x="3883481" y="2057400"/>
              <a:chExt cx="1608363" cy="2652031"/>
            </a:xfrm>
            <a:solidFill>
              <a:srgbClr val="A6A6A6"/>
            </a:solidFill>
          </p:grpSpPr>
          <p:sp>
            <p:nvSpPr>
              <p:cNvPr id="1235" name="Oval 27">
                <a:extLst>
                  <a:ext uri="{FF2B5EF4-FFF2-40B4-BE49-F238E27FC236}">
                    <a16:creationId xmlns:a16="http://schemas.microsoft.com/office/drawing/2014/main" id="{C3BBA863-0978-F66A-80A9-34114560039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6" name="Oval 28">
                <a:extLst>
                  <a:ext uri="{FF2B5EF4-FFF2-40B4-BE49-F238E27FC236}">
                    <a16:creationId xmlns:a16="http://schemas.microsoft.com/office/drawing/2014/main" id="{20D1AA2B-C628-C69B-112E-3CC96A53BDA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37" name="Group 1236">
            <a:extLst>
              <a:ext uri="{FF2B5EF4-FFF2-40B4-BE49-F238E27FC236}">
                <a16:creationId xmlns:a16="http://schemas.microsoft.com/office/drawing/2014/main" id="{E9F95C33-77C1-1A5F-B34D-98D6ED0B29A3}"/>
              </a:ext>
            </a:extLst>
          </p:cNvPr>
          <p:cNvGrpSpPr/>
          <p:nvPr/>
        </p:nvGrpSpPr>
        <p:grpSpPr>
          <a:xfrm>
            <a:off x="2941856" y="2253333"/>
            <a:ext cx="721206" cy="609701"/>
            <a:chOff x="2941856" y="2253333"/>
            <a:chExt cx="721206" cy="609701"/>
          </a:xfrm>
        </p:grpSpPr>
        <p:sp>
          <p:nvSpPr>
            <p:cNvPr id="1238" name="Rectangle 1237">
              <a:extLst>
                <a:ext uri="{FF2B5EF4-FFF2-40B4-BE49-F238E27FC236}">
                  <a16:creationId xmlns:a16="http://schemas.microsoft.com/office/drawing/2014/main" id="{161FE3C2-CD3D-DF7E-8F0A-2D7BE14B8A60}"/>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1239" name="Right Triangle 1238">
              <a:extLst>
                <a:ext uri="{FF2B5EF4-FFF2-40B4-BE49-F238E27FC236}">
                  <a16:creationId xmlns:a16="http://schemas.microsoft.com/office/drawing/2014/main" id="{BB11508A-344A-B8C1-0B49-879A2228EAB3}"/>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40" name="Group 1239">
              <a:extLst>
                <a:ext uri="{FF2B5EF4-FFF2-40B4-BE49-F238E27FC236}">
                  <a16:creationId xmlns:a16="http://schemas.microsoft.com/office/drawing/2014/main" id="{D3BE6BAD-20C5-4D52-930D-80999F61EA93}"/>
                </a:ext>
              </a:extLst>
            </p:cNvPr>
            <p:cNvGrpSpPr/>
            <p:nvPr/>
          </p:nvGrpSpPr>
          <p:grpSpPr>
            <a:xfrm>
              <a:off x="3611254" y="2264960"/>
              <a:ext cx="37817" cy="61390"/>
              <a:chOff x="3883481" y="2057400"/>
              <a:chExt cx="1608363" cy="2652031"/>
            </a:xfrm>
            <a:solidFill>
              <a:srgbClr val="A6A6A6"/>
            </a:solidFill>
          </p:grpSpPr>
          <p:sp>
            <p:nvSpPr>
              <p:cNvPr id="1241" name="Oval 27">
                <a:extLst>
                  <a:ext uri="{FF2B5EF4-FFF2-40B4-BE49-F238E27FC236}">
                    <a16:creationId xmlns:a16="http://schemas.microsoft.com/office/drawing/2014/main" id="{E76A651D-C8AF-AE10-1DE4-8BEA31774B9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2" name="Oval 28">
                <a:extLst>
                  <a:ext uri="{FF2B5EF4-FFF2-40B4-BE49-F238E27FC236}">
                    <a16:creationId xmlns:a16="http://schemas.microsoft.com/office/drawing/2014/main" id="{12AFC26A-4366-1507-8C58-E8ED603181E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43" name="Group 1242">
            <a:extLst>
              <a:ext uri="{FF2B5EF4-FFF2-40B4-BE49-F238E27FC236}">
                <a16:creationId xmlns:a16="http://schemas.microsoft.com/office/drawing/2014/main" id="{5976F58A-F185-1FB5-F326-ACF1464F4F08}"/>
              </a:ext>
            </a:extLst>
          </p:cNvPr>
          <p:cNvGrpSpPr/>
          <p:nvPr/>
        </p:nvGrpSpPr>
        <p:grpSpPr>
          <a:xfrm>
            <a:off x="4614870" y="2253333"/>
            <a:ext cx="721206" cy="609701"/>
            <a:chOff x="4614870" y="2253333"/>
            <a:chExt cx="721206" cy="609701"/>
          </a:xfrm>
        </p:grpSpPr>
        <p:sp>
          <p:nvSpPr>
            <p:cNvPr id="1244" name="Rectangle 1243">
              <a:extLst>
                <a:ext uri="{FF2B5EF4-FFF2-40B4-BE49-F238E27FC236}">
                  <a16:creationId xmlns:a16="http://schemas.microsoft.com/office/drawing/2014/main" id="{0EF830E5-58F5-E924-9A9A-DBD702A1C0B7}"/>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1245" name="Right Triangle 1244">
              <a:extLst>
                <a:ext uri="{FF2B5EF4-FFF2-40B4-BE49-F238E27FC236}">
                  <a16:creationId xmlns:a16="http://schemas.microsoft.com/office/drawing/2014/main" id="{72190480-77E3-5F91-870F-C4B3535D1CD0}"/>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46" name="Group 1245">
              <a:extLst>
                <a:ext uri="{FF2B5EF4-FFF2-40B4-BE49-F238E27FC236}">
                  <a16:creationId xmlns:a16="http://schemas.microsoft.com/office/drawing/2014/main" id="{0E3C9291-EE36-BAF9-4578-BCADDE5A1F81}"/>
                </a:ext>
              </a:extLst>
            </p:cNvPr>
            <p:cNvGrpSpPr/>
            <p:nvPr/>
          </p:nvGrpSpPr>
          <p:grpSpPr>
            <a:xfrm>
              <a:off x="5280746" y="2264771"/>
              <a:ext cx="37817" cy="61390"/>
              <a:chOff x="3883481" y="2057400"/>
              <a:chExt cx="1608363" cy="2652031"/>
            </a:xfrm>
            <a:solidFill>
              <a:srgbClr val="A6A6A6"/>
            </a:solidFill>
          </p:grpSpPr>
          <p:sp>
            <p:nvSpPr>
              <p:cNvPr id="1247" name="Oval 27">
                <a:extLst>
                  <a:ext uri="{FF2B5EF4-FFF2-40B4-BE49-F238E27FC236}">
                    <a16:creationId xmlns:a16="http://schemas.microsoft.com/office/drawing/2014/main" id="{66018D43-6E00-DBCF-AC9F-2F564FE02D8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8" name="Oval 28">
                <a:extLst>
                  <a:ext uri="{FF2B5EF4-FFF2-40B4-BE49-F238E27FC236}">
                    <a16:creationId xmlns:a16="http://schemas.microsoft.com/office/drawing/2014/main" id="{3CF3C0FE-AC28-8D4B-0E54-C4245D70618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28" name="Group 1427">
            <a:extLst>
              <a:ext uri="{FF2B5EF4-FFF2-40B4-BE49-F238E27FC236}">
                <a16:creationId xmlns:a16="http://schemas.microsoft.com/office/drawing/2014/main" id="{971C0833-B1B6-BE58-2FA1-AAFACD4D5A3B}"/>
              </a:ext>
            </a:extLst>
          </p:cNvPr>
          <p:cNvGrpSpPr/>
          <p:nvPr/>
        </p:nvGrpSpPr>
        <p:grpSpPr>
          <a:xfrm>
            <a:off x="431659" y="1532275"/>
            <a:ext cx="721893" cy="610039"/>
            <a:chOff x="431659" y="1532275"/>
            <a:chExt cx="721893" cy="610039"/>
          </a:xfrm>
        </p:grpSpPr>
        <p:sp>
          <p:nvSpPr>
            <p:cNvPr id="1262" name="Rectangle 1261">
              <a:extLst>
                <a:ext uri="{FF2B5EF4-FFF2-40B4-BE49-F238E27FC236}">
                  <a16:creationId xmlns:a16="http://schemas.microsoft.com/office/drawing/2014/main" id="{8297D5DA-8890-2E2F-2EB0-0096C1A0AB53}"/>
                </a:ext>
              </a:extLst>
            </p:cNvPr>
            <p:cNvSpPr/>
            <p:nvPr/>
          </p:nvSpPr>
          <p:spPr>
            <a:xfrm>
              <a:off x="431659" y="1532612"/>
              <a:ext cx="721206" cy="609702"/>
            </a:xfrm>
            <a:prstGeom prst="rect">
              <a:avLst/>
            </a:prstGeom>
            <a:solidFill>
              <a:srgbClr val="385723"/>
            </a:solidFill>
            <a:ln w="12700">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prstClr val="white"/>
                  </a:solidFill>
                  <a:latin typeface="Century Gothic" panose="020B0502020202020204" pitchFamily="34" charset="0"/>
                </a:rPr>
                <a:t>Microsoft Purview Information Protection</a:t>
              </a:r>
            </a:p>
          </p:txBody>
        </p:sp>
        <p:sp>
          <p:nvSpPr>
            <p:cNvPr id="1263" name="Right Triangle 1262">
              <a:extLst>
                <a:ext uri="{FF2B5EF4-FFF2-40B4-BE49-F238E27FC236}">
                  <a16:creationId xmlns:a16="http://schemas.microsoft.com/office/drawing/2014/main" id="{92DD2AF9-2374-F824-889F-BD95A8343E90}"/>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64" name="Group 1263">
              <a:extLst>
                <a:ext uri="{FF2B5EF4-FFF2-40B4-BE49-F238E27FC236}">
                  <a16:creationId xmlns:a16="http://schemas.microsoft.com/office/drawing/2014/main" id="{D42090AC-9BD9-88F3-FD14-F1872902B45C}"/>
                </a:ext>
              </a:extLst>
            </p:cNvPr>
            <p:cNvGrpSpPr/>
            <p:nvPr/>
          </p:nvGrpSpPr>
          <p:grpSpPr>
            <a:xfrm>
              <a:off x="1102941" y="1538369"/>
              <a:ext cx="37817" cy="61390"/>
              <a:chOff x="3883481" y="2057400"/>
              <a:chExt cx="1608363" cy="2652031"/>
            </a:xfrm>
            <a:solidFill>
              <a:srgbClr val="A6A6A6"/>
            </a:solidFill>
          </p:grpSpPr>
          <p:sp>
            <p:nvSpPr>
              <p:cNvPr id="1265" name="Oval 27">
                <a:extLst>
                  <a:ext uri="{FF2B5EF4-FFF2-40B4-BE49-F238E27FC236}">
                    <a16:creationId xmlns:a16="http://schemas.microsoft.com/office/drawing/2014/main" id="{7ED32411-A25D-A7B1-DDEC-D4A6CCE1C78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6" name="Oval 28">
                <a:extLst>
                  <a:ext uri="{FF2B5EF4-FFF2-40B4-BE49-F238E27FC236}">
                    <a16:creationId xmlns:a16="http://schemas.microsoft.com/office/drawing/2014/main" id="{881BCD98-9A72-9789-0304-9617852A374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67" name="Group 1266">
            <a:extLst>
              <a:ext uri="{FF2B5EF4-FFF2-40B4-BE49-F238E27FC236}">
                <a16:creationId xmlns:a16="http://schemas.microsoft.com/office/drawing/2014/main" id="{69538DB6-5EFA-11CA-15B8-691E91C65B42}"/>
              </a:ext>
            </a:extLst>
          </p:cNvPr>
          <p:cNvGrpSpPr/>
          <p:nvPr/>
        </p:nvGrpSpPr>
        <p:grpSpPr>
          <a:xfrm>
            <a:off x="1268842" y="1532275"/>
            <a:ext cx="721206" cy="610039"/>
            <a:chOff x="1268842" y="1532275"/>
            <a:chExt cx="721206" cy="610039"/>
          </a:xfrm>
        </p:grpSpPr>
        <p:sp>
          <p:nvSpPr>
            <p:cNvPr id="1268" name="Rectangle 1267">
              <a:extLst>
                <a:ext uri="{FF2B5EF4-FFF2-40B4-BE49-F238E27FC236}">
                  <a16:creationId xmlns:a16="http://schemas.microsoft.com/office/drawing/2014/main" id="{9958AE64-2F28-E606-3741-B989DBC63D40}"/>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1269" name="Right Triangle 1268">
              <a:extLst>
                <a:ext uri="{FF2B5EF4-FFF2-40B4-BE49-F238E27FC236}">
                  <a16:creationId xmlns:a16="http://schemas.microsoft.com/office/drawing/2014/main" id="{869EF278-0366-C58B-608B-9E25C6B4C680}"/>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70" name="Group 1269">
              <a:extLst>
                <a:ext uri="{FF2B5EF4-FFF2-40B4-BE49-F238E27FC236}">
                  <a16:creationId xmlns:a16="http://schemas.microsoft.com/office/drawing/2014/main" id="{FEFE37C4-EDBC-F2D2-C4BF-C2EADAA59B8B}"/>
                </a:ext>
              </a:extLst>
            </p:cNvPr>
            <p:cNvGrpSpPr/>
            <p:nvPr/>
          </p:nvGrpSpPr>
          <p:grpSpPr>
            <a:xfrm>
              <a:off x="1939437" y="1538369"/>
              <a:ext cx="37817" cy="61390"/>
              <a:chOff x="3883481" y="2057400"/>
              <a:chExt cx="1608363" cy="2652031"/>
            </a:xfrm>
            <a:solidFill>
              <a:srgbClr val="A6A6A6"/>
            </a:solidFill>
          </p:grpSpPr>
          <p:sp>
            <p:nvSpPr>
              <p:cNvPr id="1271" name="Oval 27">
                <a:extLst>
                  <a:ext uri="{FF2B5EF4-FFF2-40B4-BE49-F238E27FC236}">
                    <a16:creationId xmlns:a16="http://schemas.microsoft.com/office/drawing/2014/main" id="{34E71225-1DA9-91DF-BD1A-BB4D5A861A4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2" name="Oval 28">
                <a:extLst>
                  <a:ext uri="{FF2B5EF4-FFF2-40B4-BE49-F238E27FC236}">
                    <a16:creationId xmlns:a16="http://schemas.microsoft.com/office/drawing/2014/main" id="{D0FE7082-D0A7-45E8-50FD-108A391D933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79" name="Group 1278">
            <a:extLst>
              <a:ext uri="{FF2B5EF4-FFF2-40B4-BE49-F238E27FC236}">
                <a16:creationId xmlns:a16="http://schemas.microsoft.com/office/drawing/2014/main" id="{5BE04244-4C1F-6F93-CF52-D7CF82EEE8DE}"/>
              </a:ext>
            </a:extLst>
          </p:cNvPr>
          <p:cNvGrpSpPr/>
          <p:nvPr/>
        </p:nvGrpSpPr>
        <p:grpSpPr>
          <a:xfrm>
            <a:off x="431659" y="2974054"/>
            <a:ext cx="721893" cy="609701"/>
            <a:chOff x="431659" y="2974054"/>
            <a:chExt cx="721893" cy="609701"/>
          </a:xfrm>
        </p:grpSpPr>
        <p:sp>
          <p:nvSpPr>
            <p:cNvPr id="1280" name="Rectangle 1279">
              <a:extLst>
                <a:ext uri="{FF2B5EF4-FFF2-40B4-BE49-F238E27FC236}">
                  <a16:creationId xmlns:a16="http://schemas.microsoft.com/office/drawing/2014/main" id="{20B77892-E58F-BBBA-2818-C42B1F846BC1}"/>
                </a:ext>
              </a:extLst>
            </p:cNvPr>
            <p:cNvSpPr/>
            <p:nvPr/>
          </p:nvSpPr>
          <p:spPr>
            <a:xfrm>
              <a:off x="43165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1281" name="Right Triangle 1280">
              <a:extLst>
                <a:ext uri="{FF2B5EF4-FFF2-40B4-BE49-F238E27FC236}">
                  <a16:creationId xmlns:a16="http://schemas.microsoft.com/office/drawing/2014/main" id="{FE530B28-2E92-8566-EC7D-8CF945ABEC77}"/>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82" name="Group 1281">
              <a:extLst>
                <a:ext uri="{FF2B5EF4-FFF2-40B4-BE49-F238E27FC236}">
                  <a16:creationId xmlns:a16="http://schemas.microsoft.com/office/drawing/2014/main" id="{D2D19D1F-0FB0-4C25-395F-B761AAB7FB61}"/>
                </a:ext>
              </a:extLst>
            </p:cNvPr>
            <p:cNvGrpSpPr/>
            <p:nvPr/>
          </p:nvGrpSpPr>
          <p:grpSpPr>
            <a:xfrm>
              <a:off x="1102941" y="2981751"/>
              <a:ext cx="37817" cy="61390"/>
              <a:chOff x="3883481" y="2057400"/>
              <a:chExt cx="1608363" cy="2652031"/>
            </a:xfrm>
            <a:solidFill>
              <a:srgbClr val="A6A6A6"/>
            </a:solidFill>
          </p:grpSpPr>
          <p:sp>
            <p:nvSpPr>
              <p:cNvPr id="1283" name="Oval 27">
                <a:extLst>
                  <a:ext uri="{FF2B5EF4-FFF2-40B4-BE49-F238E27FC236}">
                    <a16:creationId xmlns:a16="http://schemas.microsoft.com/office/drawing/2014/main" id="{780D9EFD-04D2-29E2-7AC8-851EF9A45CA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4" name="Oval 28">
                <a:extLst>
                  <a:ext uri="{FF2B5EF4-FFF2-40B4-BE49-F238E27FC236}">
                    <a16:creationId xmlns:a16="http://schemas.microsoft.com/office/drawing/2014/main" id="{B7774398-9791-87D5-DBB3-AC2E0FA5874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1" name="Group 1290">
            <a:extLst>
              <a:ext uri="{FF2B5EF4-FFF2-40B4-BE49-F238E27FC236}">
                <a16:creationId xmlns:a16="http://schemas.microsoft.com/office/drawing/2014/main" id="{C48971E8-C32D-64F3-EA36-7CEEF8BA9E84}"/>
              </a:ext>
            </a:extLst>
          </p:cNvPr>
          <p:cNvGrpSpPr/>
          <p:nvPr/>
        </p:nvGrpSpPr>
        <p:grpSpPr>
          <a:xfrm>
            <a:off x="2940467" y="2974052"/>
            <a:ext cx="721206" cy="613156"/>
            <a:chOff x="2940467" y="2974052"/>
            <a:chExt cx="721206" cy="613156"/>
          </a:xfrm>
        </p:grpSpPr>
        <p:sp>
          <p:nvSpPr>
            <p:cNvPr id="1292" name="Rectangle 1291">
              <a:extLst>
                <a:ext uri="{FF2B5EF4-FFF2-40B4-BE49-F238E27FC236}">
                  <a16:creationId xmlns:a16="http://schemas.microsoft.com/office/drawing/2014/main" id="{4825E502-5919-8706-478E-1FB37C03FD47}"/>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1293" name="Right Triangle 1292">
              <a:extLst>
                <a:ext uri="{FF2B5EF4-FFF2-40B4-BE49-F238E27FC236}">
                  <a16:creationId xmlns:a16="http://schemas.microsoft.com/office/drawing/2014/main" id="{F1D3DB8B-5660-0DCF-DCAB-240085BF33DB}"/>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94" name="Group 1293">
              <a:extLst>
                <a:ext uri="{FF2B5EF4-FFF2-40B4-BE49-F238E27FC236}">
                  <a16:creationId xmlns:a16="http://schemas.microsoft.com/office/drawing/2014/main" id="{BA624EE0-EBCC-0BCD-7E6A-B2153361C42A}"/>
                </a:ext>
              </a:extLst>
            </p:cNvPr>
            <p:cNvGrpSpPr/>
            <p:nvPr/>
          </p:nvGrpSpPr>
          <p:grpSpPr>
            <a:xfrm>
              <a:off x="3610505" y="2980146"/>
              <a:ext cx="37817" cy="61390"/>
              <a:chOff x="3883481" y="2057400"/>
              <a:chExt cx="1608363" cy="2652031"/>
            </a:xfrm>
            <a:solidFill>
              <a:srgbClr val="A6A6A6"/>
            </a:solidFill>
          </p:grpSpPr>
          <p:sp>
            <p:nvSpPr>
              <p:cNvPr id="1295" name="Oval 27">
                <a:extLst>
                  <a:ext uri="{FF2B5EF4-FFF2-40B4-BE49-F238E27FC236}">
                    <a16:creationId xmlns:a16="http://schemas.microsoft.com/office/drawing/2014/main" id="{02A48E10-CE8C-07AE-CCCE-E6460A29670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6" name="Oval 28">
                <a:extLst>
                  <a:ext uri="{FF2B5EF4-FFF2-40B4-BE49-F238E27FC236}">
                    <a16:creationId xmlns:a16="http://schemas.microsoft.com/office/drawing/2014/main" id="{1C70B3C2-E835-A6FF-5DC1-F1876FDE523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7" name="Group 1296">
            <a:extLst>
              <a:ext uri="{FF2B5EF4-FFF2-40B4-BE49-F238E27FC236}">
                <a16:creationId xmlns:a16="http://schemas.microsoft.com/office/drawing/2014/main" id="{044C668B-2DEB-7B2B-FAED-0F5E1FA507A6}"/>
              </a:ext>
            </a:extLst>
          </p:cNvPr>
          <p:cNvGrpSpPr/>
          <p:nvPr/>
        </p:nvGrpSpPr>
        <p:grpSpPr>
          <a:xfrm>
            <a:off x="431659" y="811556"/>
            <a:ext cx="721206" cy="609701"/>
            <a:chOff x="431659" y="811556"/>
            <a:chExt cx="721206" cy="609701"/>
          </a:xfrm>
        </p:grpSpPr>
        <p:sp>
          <p:nvSpPr>
            <p:cNvPr id="1298" name="Rectangle 1297">
              <a:extLst>
                <a:ext uri="{FF2B5EF4-FFF2-40B4-BE49-F238E27FC236}">
                  <a16:creationId xmlns:a16="http://schemas.microsoft.com/office/drawing/2014/main" id="{B417478F-E4A2-0128-4DF6-A5FE8C0D3BF0}"/>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1299" name="Right Triangle 1298">
              <a:extLst>
                <a:ext uri="{FF2B5EF4-FFF2-40B4-BE49-F238E27FC236}">
                  <a16:creationId xmlns:a16="http://schemas.microsoft.com/office/drawing/2014/main" id="{8A5A8654-F752-A2C4-149A-DA3EC4669B30}"/>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00" name="Group 1299">
              <a:extLst>
                <a:ext uri="{FF2B5EF4-FFF2-40B4-BE49-F238E27FC236}">
                  <a16:creationId xmlns:a16="http://schemas.microsoft.com/office/drawing/2014/main" id="{AC10A199-C52D-6EBE-391E-58F6EFB45CC6}"/>
                </a:ext>
              </a:extLst>
            </p:cNvPr>
            <p:cNvGrpSpPr/>
            <p:nvPr/>
          </p:nvGrpSpPr>
          <p:grpSpPr>
            <a:xfrm>
              <a:off x="1100972" y="819589"/>
              <a:ext cx="37817" cy="61390"/>
              <a:chOff x="3883481" y="2057400"/>
              <a:chExt cx="1608363" cy="2652031"/>
            </a:xfrm>
            <a:solidFill>
              <a:srgbClr val="A6A6A6"/>
            </a:solidFill>
          </p:grpSpPr>
          <p:sp>
            <p:nvSpPr>
              <p:cNvPr id="1301" name="Oval 27">
                <a:extLst>
                  <a:ext uri="{FF2B5EF4-FFF2-40B4-BE49-F238E27FC236}">
                    <a16:creationId xmlns:a16="http://schemas.microsoft.com/office/drawing/2014/main" id="{4DA1B3D3-BC50-0228-2C67-0844AD40DB8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2" name="Oval 28">
                <a:extLst>
                  <a:ext uri="{FF2B5EF4-FFF2-40B4-BE49-F238E27FC236}">
                    <a16:creationId xmlns:a16="http://schemas.microsoft.com/office/drawing/2014/main" id="{FB7AD453-CEF5-FE82-4808-5C8F6B9056A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03" name="Group 1302">
            <a:extLst>
              <a:ext uri="{FF2B5EF4-FFF2-40B4-BE49-F238E27FC236}">
                <a16:creationId xmlns:a16="http://schemas.microsoft.com/office/drawing/2014/main" id="{C62B81E2-A79B-61C0-FEE9-3E15E7E1DE1B}"/>
              </a:ext>
            </a:extLst>
          </p:cNvPr>
          <p:cNvGrpSpPr/>
          <p:nvPr/>
        </p:nvGrpSpPr>
        <p:grpSpPr>
          <a:xfrm>
            <a:off x="1267284" y="811556"/>
            <a:ext cx="721206" cy="609701"/>
            <a:chOff x="1267284" y="811556"/>
            <a:chExt cx="721206" cy="609701"/>
          </a:xfrm>
        </p:grpSpPr>
        <p:sp>
          <p:nvSpPr>
            <p:cNvPr id="1304" name="Rectangle 1303">
              <a:extLst>
                <a:ext uri="{FF2B5EF4-FFF2-40B4-BE49-F238E27FC236}">
                  <a16:creationId xmlns:a16="http://schemas.microsoft.com/office/drawing/2014/main" id="{F9E11357-2EFF-9BD5-ED22-57A7E8B931DF}"/>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1305" name="Right Triangle 1304">
              <a:extLst>
                <a:ext uri="{FF2B5EF4-FFF2-40B4-BE49-F238E27FC236}">
                  <a16:creationId xmlns:a16="http://schemas.microsoft.com/office/drawing/2014/main" id="{DF4C9B6A-EC87-F856-1FFD-86D9E62E3BF9}"/>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06" name="Group 1305">
              <a:extLst>
                <a:ext uri="{FF2B5EF4-FFF2-40B4-BE49-F238E27FC236}">
                  <a16:creationId xmlns:a16="http://schemas.microsoft.com/office/drawing/2014/main" id="{482FA49F-C132-A80D-4705-179E4A666DAD}"/>
                </a:ext>
              </a:extLst>
            </p:cNvPr>
            <p:cNvGrpSpPr/>
            <p:nvPr/>
          </p:nvGrpSpPr>
          <p:grpSpPr>
            <a:xfrm>
              <a:off x="1937879" y="819589"/>
              <a:ext cx="37817" cy="61390"/>
              <a:chOff x="3883481" y="2057400"/>
              <a:chExt cx="1608363" cy="2652031"/>
            </a:xfrm>
            <a:solidFill>
              <a:srgbClr val="A6A6A6"/>
            </a:solidFill>
          </p:grpSpPr>
          <p:sp>
            <p:nvSpPr>
              <p:cNvPr id="1307" name="Oval 27">
                <a:extLst>
                  <a:ext uri="{FF2B5EF4-FFF2-40B4-BE49-F238E27FC236}">
                    <a16:creationId xmlns:a16="http://schemas.microsoft.com/office/drawing/2014/main" id="{F5FAA033-315C-90C4-3F28-E1B15460928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8" name="Oval 28">
                <a:extLst>
                  <a:ext uri="{FF2B5EF4-FFF2-40B4-BE49-F238E27FC236}">
                    <a16:creationId xmlns:a16="http://schemas.microsoft.com/office/drawing/2014/main" id="{317955CA-9F26-2F45-7D37-D5101403411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27" name="Group 1326">
            <a:extLst>
              <a:ext uri="{FF2B5EF4-FFF2-40B4-BE49-F238E27FC236}">
                <a16:creationId xmlns:a16="http://schemas.microsoft.com/office/drawing/2014/main" id="{8877A4A2-D001-9AEC-B05B-3FB483CE1867}"/>
              </a:ext>
            </a:extLst>
          </p:cNvPr>
          <p:cNvGrpSpPr/>
          <p:nvPr/>
        </p:nvGrpSpPr>
        <p:grpSpPr>
          <a:xfrm>
            <a:off x="2937172" y="4419618"/>
            <a:ext cx="721206" cy="610376"/>
            <a:chOff x="2937172" y="4419618"/>
            <a:chExt cx="721206" cy="610376"/>
          </a:xfrm>
        </p:grpSpPr>
        <p:sp>
          <p:nvSpPr>
            <p:cNvPr id="1328" name="Rectangle 1327">
              <a:extLst>
                <a:ext uri="{FF2B5EF4-FFF2-40B4-BE49-F238E27FC236}">
                  <a16:creationId xmlns:a16="http://schemas.microsoft.com/office/drawing/2014/main" id="{B0CCE321-E269-2D52-6C0E-B8E5DED79FDB}"/>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1329" name="Right Triangle 1328">
              <a:extLst>
                <a:ext uri="{FF2B5EF4-FFF2-40B4-BE49-F238E27FC236}">
                  <a16:creationId xmlns:a16="http://schemas.microsoft.com/office/drawing/2014/main" id="{0C190002-779D-7D0B-1648-865C88EC6149}"/>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30" name="Group 1329">
              <a:extLst>
                <a:ext uri="{FF2B5EF4-FFF2-40B4-BE49-F238E27FC236}">
                  <a16:creationId xmlns:a16="http://schemas.microsoft.com/office/drawing/2014/main" id="{4A524075-CD51-2497-2B45-8162FAE3D0B4}"/>
                </a:ext>
              </a:extLst>
            </p:cNvPr>
            <p:cNvGrpSpPr/>
            <p:nvPr/>
          </p:nvGrpSpPr>
          <p:grpSpPr>
            <a:xfrm>
              <a:off x="3607767" y="4425712"/>
              <a:ext cx="37817" cy="61390"/>
              <a:chOff x="3883481" y="2057400"/>
              <a:chExt cx="1608363" cy="2652031"/>
            </a:xfrm>
            <a:solidFill>
              <a:srgbClr val="A6A6A6"/>
            </a:solidFill>
          </p:grpSpPr>
          <p:sp>
            <p:nvSpPr>
              <p:cNvPr id="1331" name="Oval 27">
                <a:extLst>
                  <a:ext uri="{FF2B5EF4-FFF2-40B4-BE49-F238E27FC236}">
                    <a16:creationId xmlns:a16="http://schemas.microsoft.com/office/drawing/2014/main" id="{55D7F5A6-6D18-E281-D2F1-4FB292BB4B5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2" name="Oval 28">
                <a:extLst>
                  <a:ext uri="{FF2B5EF4-FFF2-40B4-BE49-F238E27FC236}">
                    <a16:creationId xmlns:a16="http://schemas.microsoft.com/office/drawing/2014/main" id="{B5E6FFAE-EB23-06F5-56F1-BA10401C994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25" name="Group 1424">
            <a:extLst>
              <a:ext uri="{FF2B5EF4-FFF2-40B4-BE49-F238E27FC236}">
                <a16:creationId xmlns:a16="http://schemas.microsoft.com/office/drawing/2014/main" id="{F5D3163F-331C-1BEF-5F24-7663B463C764}"/>
              </a:ext>
            </a:extLst>
          </p:cNvPr>
          <p:cNvGrpSpPr/>
          <p:nvPr/>
        </p:nvGrpSpPr>
        <p:grpSpPr>
          <a:xfrm>
            <a:off x="3779655" y="811556"/>
            <a:ext cx="721206" cy="609701"/>
            <a:chOff x="3779655" y="811556"/>
            <a:chExt cx="721206" cy="609701"/>
          </a:xfrm>
        </p:grpSpPr>
        <p:sp>
          <p:nvSpPr>
            <p:cNvPr id="1334" name="Rectangle 1333">
              <a:extLst>
                <a:ext uri="{FF2B5EF4-FFF2-40B4-BE49-F238E27FC236}">
                  <a16:creationId xmlns:a16="http://schemas.microsoft.com/office/drawing/2014/main" id="{08D05BC3-52DA-C422-D545-7ACEA7165E39}"/>
                </a:ext>
              </a:extLst>
            </p:cNvPr>
            <p:cNvSpPr/>
            <p:nvPr/>
          </p:nvSpPr>
          <p:spPr>
            <a:xfrm>
              <a:off x="3779655" y="811556"/>
              <a:ext cx="721206" cy="609701"/>
            </a:xfrm>
            <a:prstGeom prst="rect">
              <a:avLst/>
            </a:prstGeom>
            <a:solidFill>
              <a:schemeClr val="accent2"/>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srgbClr val="1F4E79"/>
                  </a:solidFill>
                  <a:latin typeface="Century Gothic" panose="020B0502020202020204" pitchFamily="34" charset="0"/>
                </a:rPr>
                <a:t>Microsoft Purview Comms Compliance</a:t>
              </a:r>
            </a:p>
          </p:txBody>
        </p:sp>
        <p:sp>
          <p:nvSpPr>
            <p:cNvPr id="1335" name="Rectangle 1334">
              <a:extLst>
                <a:ext uri="{FF2B5EF4-FFF2-40B4-BE49-F238E27FC236}">
                  <a16:creationId xmlns:a16="http://schemas.microsoft.com/office/drawing/2014/main" id="{977FB91D-E0AD-4C90-93AD-4409A7138E49}"/>
                </a:ext>
              </a:extLst>
            </p:cNvPr>
            <p:cNvSpPr/>
            <p:nvPr/>
          </p:nvSpPr>
          <p:spPr>
            <a:xfrm flipV="1">
              <a:off x="4395608"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6" name="Oval 15">
              <a:extLst>
                <a:ext uri="{FF2B5EF4-FFF2-40B4-BE49-F238E27FC236}">
                  <a16:creationId xmlns:a16="http://schemas.microsoft.com/office/drawing/2014/main" id="{AF3671CB-8867-35F3-6BAB-80E1F7B567BB}"/>
                </a:ext>
              </a:extLst>
            </p:cNvPr>
            <p:cNvSpPr/>
            <p:nvPr/>
          </p:nvSpPr>
          <p:spPr>
            <a:xfrm>
              <a:off x="4422997"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no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37" name="Straight Connector 1336">
              <a:extLst>
                <a:ext uri="{FF2B5EF4-FFF2-40B4-BE49-F238E27FC236}">
                  <a16:creationId xmlns:a16="http://schemas.microsoft.com/office/drawing/2014/main" id="{317C5C75-0732-EBC9-106B-3BE3F0B0B059}"/>
                </a:ext>
              </a:extLst>
            </p:cNvPr>
            <p:cNvCxnSpPr>
              <a:cxnSpLocks/>
              <a:stCxn id="1336" idx="0"/>
            </p:cNvCxnSpPr>
            <p:nvPr/>
          </p:nvCxnSpPr>
          <p:spPr>
            <a:xfrm flipV="1">
              <a:off x="4428694"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38" name="Straight Connector 1337">
              <a:extLst>
                <a:ext uri="{FF2B5EF4-FFF2-40B4-BE49-F238E27FC236}">
                  <a16:creationId xmlns:a16="http://schemas.microsoft.com/office/drawing/2014/main" id="{DE8E43DF-4722-96D5-3C97-D8F3A60B4967}"/>
                </a:ext>
              </a:extLst>
            </p:cNvPr>
            <p:cNvCxnSpPr>
              <a:cxnSpLocks/>
            </p:cNvCxnSpPr>
            <p:nvPr/>
          </p:nvCxnSpPr>
          <p:spPr>
            <a:xfrm>
              <a:off x="4434413"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39" name="Group 1438">
            <a:extLst>
              <a:ext uri="{FF2B5EF4-FFF2-40B4-BE49-F238E27FC236}">
                <a16:creationId xmlns:a16="http://schemas.microsoft.com/office/drawing/2014/main" id="{159B0BD7-8692-7D21-CD70-34A47CCCF215}"/>
              </a:ext>
            </a:extLst>
          </p:cNvPr>
          <p:cNvGrpSpPr/>
          <p:nvPr/>
        </p:nvGrpSpPr>
        <p:grpSpPr>
          <a:xfrm>
            <a:off x="5448055" y="1532276"/>
            <a:ext cx="721206" cy="609701"/>
            <a:chOff x="5448055" y="1532276"/>
            <a:chExt cx="721206" cy="609701"/>
          </a:xfrm>
        </p:grpSpPr>
        <p:sp>
          <p:nvSpPr>
            <p:cNvPr id="1340" name="Rectangle 1339">
              <a:extLst>
                <a:ext uri="{FF2B5EF4-FFF2-40B4-BE49-F238E27FC236}">
                  <a16:creationId xmlns:a16="http://schemas.microsoft.com/office/drawing/2014/main" id="{594C2A63-4FFE-14F2-411C-C4F945D24E14}"/>
                </a:ext>
              </a:extLst>
            </p:cNvPr>
            <p:cNvSpPr/>
            <p:nvPr/>
          </p:nvSpPr>
          <p:spPr>
            <a:xfrm>
              <a:off x="5448055" y="1532276"/>
              <a:ext cx="721206" cy="609701"/>
            </a:xfrm>
            <a:prstGeom prst="rect">
              <a:avLst/>
            </a:prstGeom>
            <a:solidFill>
              <a:srgbClr val="7030A0"/>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prstClr val="white"/>
                  </a:solidFill>
                  <a:latin typeface="Century Gothic" panose="020B0502020202020204" pitchFamily="34" charset="0"/>
                </a:rPr>
                <a:t>Microsoft Purview Audit (Premium)</a:t>
              </a:r>
            </a:p>
          </p:txBody>
        </p:sp>
        <p:sp>
          <p:nvSpPr>
            <p:cNvPr id="1341" name="Rectangle 1340">
              <a:extLst>
                <a:ext uri="{FF2B5EF4-FFF2-40B4-BE49-F238E27FC236}">
                  <a16:creationId xmlns:a16="http://schemas.microsoft.com/office/drawing/2014/main" id="{4A04D7EF-39CC-BE5D-E349-93A225AA3059}"/>
                </a:ext>
              </a:extLst>
            </p:cNvPr>
            <p:cNvSpPr/>
            <p:nvPr/>
          </p:nvSpPr>
          <p:spPr>
            <a:xfrm flipV="1">
              <a:off x="6059657"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2" name="Oval 15">
              <a:extLst>
                <a:ext uri="{FF2B5EF4-FFF2-40B4-BE49-F238E27FC236}">
                  <a16:creationId xmlns:a16="http://schemas.microsoft.com/office/drawing/2014/main" id="{BD7F152D-9DED-6523-7E66-97559803546F}"/>
                </a:ext>
              </a:extLst>
            </p:cNvPr>
            <p:cNvSpPr/>
            <p:nvPr/>
          </p:nvSpPr>
          <p:spPr>
            <a:xfrm>
              <a:off x="6087046"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43" name="Straight Connector 1342">
              <a:extLst>
                <a:ext uri="{FF2B5EF4-FFF2-40B4-BE49-F238E27FC236}">
                  <a16:creationId xmlns:a16="http://schemas.microsoft.com/office/drawing/2014/main" id="{4B8A211F-CF79-ED4B-0B39-8781DF16DCE5}"/>
                </a:ext>
              </a:extLst>
            </p:cNvPr>
            <p:cNvCxnSpPr>
              <a:cxnSpLocks/>
              <a:stCxn id="1342" idx="0"/>
            </p:cNvCxnSpPr>
            <p:nvPr/>
          </p:nvCxnSpPr>
          <p:spPr>
            <a:xfrm flipV="1">
              <a:off x="6092743"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44" name="Straight Connector 1343">
              <a:extLst>
                <a:ext uri="{FF2B5EF4-FFF2-40B4-BE49-F238E27FC236}">
                  <a16:creationId xmlns:a16="http://schemas.microsoft.com/office/drawing/2014/main" id="{3C37E2D3-1FFB-61A1-1A55-BF74818F9C89}"/>
                </a:ext>
              </a:extLst>
            </p:cNvPr>
            <p:cNvCxnSpPr>
              <a:cxnSpLocks/>
            </p:cNvCxnSpPr>
            <p:nvPr/>
          </p:nvCxnSpPr>
          <p:spPr>
            <a:xfrm>
              <a:off x="6098462"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40" name="Group 1439">
            <a:extLst>
              <a:ext uri="{FF2B5EF4-FFF2-40B4-BE49-F238E27FC236}">
                <a16:creationId xmlns:a16="http://schemas.microsoft.com/office/drawing/2014/main" id="{59560C59-C93F-211D-95F0-3B6EDAE3B7FD}"/>
              </a:ext>
            </a:extLst>
          </p:cNvPr>
          <p:cNvGrpSpPr/>
          <p:nvPr/>
        </p:nvGrpSpPr>
        <p:grpSpPr>
          <a:xfrm>
            <a:off x="6284562" y="1532276"/>
            <a:ext cx="721206" cy="609701"/>
            <a:chOff x="6284562" y="1532276"/>
            <a:chExt cx="721206" cy="609701"/>
          </a:xfrm>
        </p:grpSpPr>
        <p:sp>
          <p:nvSpPr>
            <p:cNvPr id="1346" name="Rectangle 1345">
              <a:extLst>
                <a:ext uri="{FF2B5EF4-FFF2-40B4-BE49-F238E27FC236}">
                  <a16:creationId xmlns:a16="http://schemas.microsoft.com/office/drawing/2014/main" id="{558F2217-72EC-3E95-D713-1293A0D60B8A}"/>
                </a:ext>
              </a:extLst>
            </p:cNvPr>
            <p:cNvSpPr/>
            <p:nvPr/>
          </p:nvSpPr>
          <p:spPr>
            <a:xfrm>
              <a:off x="6284562" y="1532276"/>
              <a:ext cx="721206" cy="609701"/>
            </a:xfrm>
            <a:prstGeom prst="rect">
              <a:avLst/>
            </a:prstGeom>
            <a:solidFill>
              <a:srgbClr val="7030A0"/>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prstClr val="white"/>
                  </a:solidFill>
                  <a:latin typeface="Century Gothic" panose="020B0502020202020204" pitchFamily="34" charset="0"/>
                </a:rPr>
                <a:t>Microsoft Purview eDiscovery (Premium)</a:t>
              </a:r>
            </a:p>
          </p:txBody>
        </p:sp>
        <p:sp>
          <p:nvSpPr>
            <p:cNvPr id="1347" name="Rectangle 1346">
              <a:extLst>
                <a:ext uri="{FF2B5EF4-FFF2-40B4-BE49-F238E27FC236}">
                  <a16:creationId xmlns:a16="http://schemas.microsoft.com/office/drawing/2014/main" id="{891A3629-43CE-32AC-322D-A4E35F8AC532}"/>
                </a:ext>
              </a:extLst>
            </p:cNvPr>
            <p:cNvSpPr/>
            <p:nvPr/>
          </p:nvSpPr>
          <p:spPr>
            <a:xfrm flipV="1">
              <a:off x="6902312"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8" name="Oval 15">
              <a:extLst>
                <a:ext uri="{FF2B5EF4-FFF2-40B4-BE49-F238E27FC236}">
                  <a16:creationId xmlns:a16="http://schemas.microsoft.com/office/drawing/2014/main" id="{29DE7D0B-9154-233A-E9F5-0B9531AA237D}"/>
                </a:ext>
              </a:extLst>
            </p:cNvPr>
            <p:cNvSpPr/>
            <p:nvPr/>
          </p:nvSpPr>
          <p:spPr>
            <a:xfrm>
              <a:off x="6929701"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49" name="Straight Connector 1348">
              <a:extLst>
                <a:ext uri="{FF2B5EF4-FFF2-40B4-BE49-F238E27FC236}">
                  <a16:creationId xmlns:a16="http://schemas.microsoft.com/office/drawing/2014/main" id="{F7AD5189-44F3-338A-B599-E02C0ADD013C}"/>
                </a:ext>
              </a:extLst>
            </p:cNvPr>
            <p:cNvCxnSpPr>
              <a:cxnSpLocks/>
              <a:stCxn id="1348" idx="0"/>
            </p:cNvCxnSpPr>
            <p:nvPr/>
          </p:nvCxnSpPr>
          <p:spPr>
            <a:xfrm flipV="1">
              <a:off x="6935398"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50" name="Straight Connector 1349">
              <a:extLst>
                <a:ext uri="{FF2B5EF4-FFF2-40B4-BE49-F238E27FC236}">
                  <a16:creationId xmlns:a16="http://schemas.microsoft.com/office/drawing/2014/main" id="{5FA0A0F2-8674-9369-7894-3516B68718FC}"/>
                </a:ext>
              </a:extLst>
            </p:cNvPr>
            <p:cNvCxnSpPr>
              <a:cxnSpLocks/>
            </p:cNvCxnSpPr>
            <p:nvPr/>
          </p:nvCxnSpPr>
          <p:spPr>
            <a:xfrm>
              <a:off x="6941117"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33" name="Group 1432">
            <a:extLst>
              <a:ext uri="{FF2B5EF4-FFF2-40B4-BE49-F238E27FC236}">
                <a16:creationId xmlns:a16="http://schemas.microsoft.com/office/drawing/2014/main" id="{368014D3-B9EB-0FA0-8ECE-34E1DFF95B53}"/>
              </a:ext>
            </a:extLst>
          </p:cNvPr>
          <p:cNvGrpSpPr/>
          <p:nvPr/>
        </p:nvGrpSpPr>
        <p:grpSpPr>
          <a:xfrm>
            <a:off x="7121069" y="1532276"/>
            <a:ext cx="721206" cy="609701"/>
            <a:chOff x="7121069" y="1532276"/>
            <a:chExt cx="721206" cy="609701"/>
          </a:xfrm>
        </p:grpSpPr>
        <p:sp>
          <p:nvSpPr>
            <p:cNvPr id="1352" name="Rectangle 1351">
              <a:extLst>
                <a:ext uri="{FF2B5EF4-FFF2-40B4-BE49-F238E27FC236}">
                  <a16:creationId xmlns:a16="http://schemas.microsoft.com/office/drawing/2014/main" id="{32C50A13-03BD-DE62-E63E-BDA9B19CDE63}"/>
                </a:ext>
              </a:extLst>
            </p:cNvPr>
            <p:cNvSpPr/>
            <p:nvPr/>
          </p:nvSpPr>
          <p:spPr>
            <a:xfrm>
              <a:off x="7121069" y="1532276"/>
              <a:ext cx="721206" cy="609701"/>
            </a:xfrm>
            <a:prstGeom prst="rect">
              <a:avLst/>
            </a:prstGeom>
            <a:solidFill>
              <a:srgbClr val="385723"/>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prstClr val="white"/>
                  </a:solidFill>
                  <a:latin typeface="Century Gothic" panose="020B0502020202020204" pitchFamily="34" charset="0"/>
                </a:rPr>
                <a:t>Microsoft Purview Records Management</a:t>
              </a:r>
            </a:p>
          </p:txBody>
        </p:sp>
        <p:sp>
          <p:nvSpPr>
            <p:cNvPr id="1353" name="Rectangle 1352">
              <a:extLst>
                <a:ext uri="{FF2B5EF4-FFF2-40B4-BE49-F238E27FC236}">
                  <a16:creationId xmlns:a16="http://schemas.microsoft.com/office/drawing/2014/main" id="{86DED7C4-9BD3-4E79-A0C0-6A4F3799E5ED}"/>
                </a:ext>
              </a:extLst>
            </p:cNvPr>
            <p:cNvSpPr/>
            <p:nvPr/>
          </p:nvSpPr>
          <p:spPr>
            <a:xfrm flipV="1">
              <a:off x="7736853"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4" name="Oval 15">
              <a:extLst>
                <a:ext uri="{FF2B5EF4-FFF2-40B4-BE49-F238E27FC236}">
                  <a16:creationId xmlns:a16="http://schemas.microsoft.com/office/drawing/2014/main" id="{E0FE7592-A13A-CE72-7E38-45E86BC8904A}"/>
                </a:ext>
              </a:extLst>
            </p:cNvPr>
            <p:cNvSpPr/>
            <p:nvPr/>
          </p:nvSpPr>
          <p:spPr>
            <a:xfrm>
              <a:off x="7764242"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55" name="Straight Connector 1354">
              <a:extLst>
                <a:ext uri="{FF2B5EF4-FFF2-40B4-BE49-F238E27FC236}">
                  <a16:creationId xmlns:a16="http://schemas.microsoft.com/office/drawing/2014/main" id="{2B47AC20-F148-1DE3-8473-2B468161D15E}"/>
                </a:ext>
              </a:extLst>
            </p:cNvPr>
            <p:cNvCxnSpPr>
              <a:cxnSpLocks/>
              <a:stCxn id="1354" idx="0"/>
            </p:cNvCxnSpPr>
            <p:nvPr/>
          </p:nvCxnSpPr>
          <p:spPr>
            <a:xfrm flipV="1">
              <a:off x="7769939"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56" name="Straight Connector 1355">
              <a:extLst>
                <a:ext uri="{FF2B5EF4-FFF2-40B4-BE49-F238E27FC236}">
                  <a16:creationId xmlns:a16="http://schemas.microsoft.com/office/drawing/2014/main" id="{573BB050-2399-D713-380C-FAC39D664A76}"/>
                </a:ext>
              </a:extLst>
            </p:cNvPr>
            <p:cNvCxnSpPr>
              <a:cxnSpLocks/>
            </p:cNvCxnSpPr>
            <p:nvPr/>
          </p:nvCxnSpPr>
          <p:spPr>
            <a:xfrm>
              <a:off x="7775658"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32" name="Group 1431">
            <a:extLst>
              <a:ext uri="{FF2B5EF4-FFF2-40B4-BE49-F238E27FC236}">
                <a16:creationId xmlns:a16="http://schemas.microsoft.com/office/drawing/2014/main" id="{F6CE6C7C-924F-9336-EE60-D15207631C0B}"/>
              </a:ext>
            </a:extLst>
          </p:cNvPr>
          <p:cNvGrpSpPr/>
          <p:nvPr/>
        </p:nvGrpSpPr>
        <p:grpSpPr>
          <a:xfrm>
            <a:off x="4605608" y="811556"/>
            <a:ext cx="722055" cy="609701"/>
            <a:chOff x="4605608" y="811556"/>
            <a:chExt cx="722055" cy="609701"/>
          </a:xfrm>
        </p:grpSpPr>
        <p:sp>
          <p:nvSpPr>
            <p:cNvPr id="1358" name="Rectangle 1357">
              <a:extLst>
                <a:ext uri="{FF2B5EF4-FFF2-40B4-BE49-F238E27FC236}">
                  <a16:creationId xmlns:a16="http://schemas.microsoft.com/office/drawing/2014/main" id="{CE1F92E6-A87A-9304-73AF-3CDF3F627A31}"/>
                </a:ext>
              </a:extLst>
            </p:cNvPr>
            <p:cNvSpPr/>
            <p:nvPr/>
          </p:nvSpPr>
          <p:spPr>
            <a:xfrm>
              <a:off x="4605608" y="811556"/>
              <a:ext cx="721203" cy="609701"/>
            </a:xfrm>
            <a:prstGeom prst="rect">
              <a:avLst/>
            </a:prstGeom>
            <a:solidFill>
              <a:srgbClr val="385723"/>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sz="600">
                  <a:solidFill>
                    <a:prstClr val="white"/>
                  </a:solidFill>
                  <a:latin typeface="Century Gothic" panose="020B0502020202020204" pitchFamily="34" charset="0"/>
                </a:rPr>
                <a:t>Microsoft Purview Endpoint DLP (on‑prem scenarios)</a:t>
              </a:r>
            </a:p>
          </p:txBody>
        </p:sp>
        <p:sp>
          <p:nvSpPr>
            <p:cNvPr id="1359" name="Rectangle 1358">
              <a:extLst>
                <a:ext uri="{FF2B5EF4-FFF2-40B4-BE49-F238E27FC236}">
                  <a16:creationId xmlns:a16="http://schemas.microsoft.com/office/drawing/2014/main" id="{03A30062-94AD-D3A8-1608-3DA90387BE9C}"/>
                </a:ext>
              </a:extLst>
            </p:cNvPr>
            <p:cNvSpPr/>
            <p:nvPr/>
          </p:nvSpPr>
          <p:spPr>
            <a:xfrm flipV="1">
              <a:off x="5227471"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0" name="Oval 15">
              <a:extLst>
                <a:ext uri="{FF2B5EF4-FFF2-40B4-BE49-F238E27FC236}">
                  <a16:creationId xmlns:a16="http://schemas.microsoft.com/office/drawing/2014/main" id="{7BF9D369-5C2F-2177-656A-189EE61D541F}"/>
                </a:ext>
              </a:extLst>
            </p:cNvPr>
            <p:cNvSpPr/>
            <p:nvPr/>
          </p:nvSpPr>
          <p:spPr>
            <a:xfrm>
              <a:off x="5254860"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61" name="Straight Connector 1360">
              <a:extLst>
                <a:ext uri="{FF2B5EF4-FFF2-40B4-BE49-F238E27FC236}">
                  <a16:creationId xmlns:a16="http://schemas.microsoft.com/office/drawing/2014/main" id="{29C069C5-2591-002A-A740-EB27BC43DA44}"/>
                </a:ext>
              </a:extLst>
            </p:cNvPr>
            <p:cNvCxnSpPr>
              <a:cxnSpLocks/>
              <a:stCxn id="1360" idx="0"/>
            </p:cNvCxnSpPr>
            <p:nvPr/>
          </p:nvCxnSpPr>
          <p:spPr>
            <a:xfrm flipV="1">
              <a:off x="5260557"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62" name="Straight Connector 1361">
              <a:extLst>
                <a:ext uri="{FF2B5EF4-FFF2-40B4-BE49-F238E27FC236}">
                  <a16:creationId xmlns:a16="http://schemas.microsoft.com/office/drawing/2014/main" id="{EBA78892-FA95-0C48-2C34-E7484A9B2469}"/>
                </a:ext>
              </a:extLst>
            </p:cNvPr>
            <p:cNvCxnSpPr>
              <a:cxnSpLocks/>
            </p:cNvCxnSpPr>
            <p:nvPr/>
          </p:nvCxnSpPr>
          <p:spPr>
            <a:xfrm>
              <a:off x="5266276"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26" name="Group 1425">
            <a:extLst>
              <a:ext uri="{FF2B5EF4-FFF2-40B4-BE49-F238E27FC236}">
                <a16:creationId xmlns:a16="http://schemas.microsoft.com/office/drawing/2014/main" id="{264DD1BB-0CBA-FEFE-073F-C5F5A3A55EEB}"/>
              </a:ext>
            </a:extLst>
          </p:cNvPr>
          <p:cNvGrpSpPr/>
          <p:nvPr/>
        </p:nvGrpSpPr>
        <p:grpSpPr>
          <a:xfrm>
            <a:off x="5442072" y="811556"/>
            <a:ext cx="728208" cy="609701"/>
            <a:chOff x="5442072" y="811556"/>
            <a:chExt cx="728208" cy="609701"/>
          </a:xfrm>
        </p:grpSpPr>
        <p:sp>
          <p:nvSpPr>
            <p:cNvPr id="1364" name="Rectangle 1363">
              <a:extLst>
                <a:ext uri="{FF2B5EF4-FFF2-40B4-BE49-F238E27FC236}">
                  <a16:creationId xmlns:a16="http://schemas.microsoft.com/office/drawing/2014/main" id="{FCDEA359-49A3-1927-2F46-A804C7757410}"/>
                </a:ext>
              </a:extLst>
            </p:cNvPr>
            <p:cNvSpPr/>
            <p:nvPr/>
          </p:nvSpPr>
          <p:spPr>
            <a:xfrm>
              <a:off x="5442072" y="811556"/>
              <a:ext cx="721207" cy="609701"/>
            </a:xfrm>
            <a:prstGeom prst="rect">
              <a:avLst/>
            </a:prstGeom>
            <a:solidFill>
              <a:schemeClr val="accent2"/>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srgbClr val="1F4E79"/>
                  </a:solidFill>
                  <a:latin typeface="Century Gothic" panose="020B0502020202020204" pitchFamily="34" charset="0"/>
                </a:rPr>
                <a:t>Privileged Access Management</a:t>
              </a:r>
            </a:p>
          </p:txBody>
        </p:sp>
        <p:sp>
          <p:nvSpPr>
            <p:cNvPr id="1365" name="Rectangle 1364">
              <a:extLst>
                <a:ext uri="{FF2B5EF4-FFF2-40B4-BE49-F238E27FC236}">
                  <a16:creationId xmlns:a16="http://schemas.microsoft.com/office/drawing/2014/main" id="{D0B154B3-4077-C8E4-3939-175E12B9A58B}"/>
                </a:ext>
              </a:extLst>
            </p:cNvPr>
            <p:cNvSpPr/>
            <p:nvPr/>
          </p:nvSpPr>
          <p:spPr>
            <a:xfrm flipV="1">
              <a:off x="6070087" y="820272"/>
              <a:ext cx="100193"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6" name="Oval 15">
              <a:extLst>
                <a:ext uri="{FF2B5EF4-FFF2-40B4-BE49-F238E27FC236}">
                  <a16:creationId xmlns:a16="http://schemas.microsoft.com/office/drawing/2014/main" id="{ED8E83FC-7FC2-3ACA-D463-B37F56A4C864}"/>
                </a:ext>
              </a:extLst>
            </p:cNvPr>
            <p:cNvSpPr/>
            <p:nvPr/>
          </p:nvSpPr>
          <p:spPr>
            <a:xfrm>
              <a:off x="6097476"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67" name="Straight Connector 1366">
              <a:extLst>
                <a:ext uri="{FF2B5EF4-FFF2-40B4-BE49-F238E27FC236}">
                  <a16:creationId xmlns:a16="http://schemas.microsoft.com/office/drawing/2014/main" id="{52593FF7-967B-F1C5-0F6F-F887C4D9376A}"/>
                </a:ext>
              </a:extLst>
            </p:cNvPr>
            <p:cNvCxnSpPr>
              <a:cxnSpLocks/>
              <a:stCxn id="1366" idx="0"/>
            </p:cNvCxnSpPr>
            <p:nvPr/>
          </p:nvCxnSpPr>
          <p:spPr>
            <a:xfrm flipV="1">
              <a:off x="6103173"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68" name="Straight Connector 1367">
              <a:extLst>
                <a:ext uri="{FF2B5EF4-FFF2-40B4-BE49-F238E27FC236}">
                  <a16:creationId xmlns:a16="http://schemas.microsoft.com/office/drawing/2014/main" id="{CFC92A06-A120-EFE4-19B4-897A655F4D24}"/>
                </a:ext>
              </a:extLst>
            </p:cNvPr>
            <p:cNvCxnSpPr>
              <a:cxnSpLocks/>
            </p:cNvCxnSpPr>
            <p:nvPr/>
          </p:nvCxnSpPr>
          <p:spPr>
            <a:xfrm>
              <a:off x="6108892"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27" name="Group 1426">
            <a:extLst>
              <a:ext uri="{FF2B5EF4-FFF2-40B4-BE49-F238E27FC236}">
                <a16:creationId xmlns:a16="http://schemas.microsoft.com/office/drawing/2014/main" id="{1139D8DA-3A59-78F7-2F01-C6FC79CA7E8D}"/>
              </a:ext>
            </a:extLst>
          </p:cNvPr>
          <p:cNvGrpSpPr/>
          <p:nvPr/>
        </p:nvGrpSpPr>
        <p:grpSpPr>
          <a:xfrm>
            <a:off x="7957576" y="811556"/>
            <a:ext cx="721206" cy="609701"/>
            <a:chOff x="7957576" y="811556"/>
            <a:chExt cx="721206" cy="609701"/>
          </a:xfrm>
        </p:grpSpPr>
        <p:sp>
          <p:nvSpPr>
            <p:cNvPr id="1370" name="Rectangle 1369">
              <a:extLst>
                <a:ext uri="{FF2B5EF4-FFF2-40B4-BE49-F238E27FC236}">
                  <a16:creationId xmlns:a16="http://schemas.microsoft.com/office/drawing/2014/main" id="{8CAA9A13-239E-45E5-71FD-B345E087B10D}"/>
                </a:ext>
              </a:extLst>
            </p:cNvPr>
            <p:cNvSpPr/>
            <p:nvPr/>
          </p:nvSpPr>
          <p:spPr>
            <a:xfrm>
              <a:off x="7957576" y="811556"/>
              <a:ext cx="721206" cy="609701"/>
            </a:xfrm>
            <a:prstGeom prst="rect">
              <a:avLst/>
            </a:prstGeom>
            <a:solidFill>
              <a:schemeClr val="accent2"/>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srgbClr val="1F4E79"/>
                  </a:solidFill>
                  <a:latin typeface="Century Gothic" panose="020B0502020202020204" pitchFamily="34" charset="0"/>
                </a:rPr>
                <a:t>Microsoft Purview Insider Risk Management</a:t>
              </a:r>
            </a:p>
          </p:txBody>
        </p:sp>
        <p:sp>
          <p:nvSpPr>
            <p:cNvPr id="1371" name="Rectangle 1370">
              <a:extLst>
                <a:ext uri="{FF2B5EF4-FFF2-40B4-BE49-F238E27FC236}">
                  <a16:creationId xmlns:a16="http://schemas.microsoft.com/office/drawing/2014/main" id="{384B3CB2-D2C7-4F2B-48D6-50B188527ADF}"/>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2" name="Oval 15">
              <a:extLst>
                <a:ext uri="{FF2B5EF4-FFF2-40B4-BE49-F238E27FC236}">
                  <a16:creationId xmlns:a16="http://schemas.microsoft.com/office/drawing/2014/main" id="{207E77C8-639F-2E92-171E-B53A62536D5C}"/>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73" name="Straight Connector 1372">
              <a:extLst>
                <a:ext uri="{FF2B5EF4-FFF2-40B4-BE49-F238E27FC236}">
                  <a16:creationId xmlns:a16="http://schemas.microsoft.com/office/drawing/2014/main" id="{623BD69B-5083-6DE7-5F92-DB2A8A2AB695}"/>
                </a:ext>
              </a:extLst>
            </p:cNvPr>
            <p:cNvCxnSpPr>
              <a:cxnSpLocks/>
              <a:stCxn id="1372"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74" name="Straight Connector 1373">
              <a:extLst>
                <a:ext uri="{FF2B5EF4-FFF2-40B4-BE49-F238E27FC236}">
                  <a16:creationId xmlns:a16="http://schemas.microsoft.com/office/drawing/2014/main" id="{C1F5103C-0143-1C0D-9217-5669B7E4D9C2}"/>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35" name="Group 1434">
            <a:extLst>
              <a:ext uri="{FF2B5EF4-FFF2-40B4-BE49-F238E27FC236}">
                <a16:creationId xmlns:a16="http://schemas.microsoft.com/office/drawing/2014/main" id="{125836BA-BE1A-1DE6-1503-EDCDE246B3BF}"/>
              </a:ext>
            </a:extLst>
          </p:cNvPr>
          <p:cNvGrpSpPr/>
          <p:nvPr/>
        </p:nvGrpSpPr>
        <p:grpSpPr>
          <a:xfrm>
            <a:off x="9656908" y="1532276"/>
            <a:ext cx="721206" cy="609701"/>
            <a:chOff x="9656908" y="1532276"/>
            <a:chExt cx="721206" cy="609701"/>
          </a:xfrm>
        </p:grpSpPr>
        <p:sp>
          <p:nvSpPr>
            <p:cNvPr id="1382" name="Rectangle 1381">
              <a:extLst>
                <a:ext uri="{FF2B5EF4-FFF2-40B4-BE49-F238E27FC236}">
                  <a16:creationId xmlns:a16="http://schemas.microsoft.com/office/drawing/2014/main" id="{25CB3145-806A-CF10-8E9E-8FA93257344E}"/>
                </a:ext>
              </a:extLst>
            </p:cNvPr>
            <p:cNvSpPr/>
            <p:nvPr/>
          </p:nvSpPr>
          <p:spPr>
            <a:xfrm>
              <a:off x="9656908" y="1532276"/>
              <a:ext cx="721206" cy="609701"/>
            </a:xfrm>
            <a:prstGeom prst="rect">
              <a:avLst/>
            </a:prstGeom>
            <a:solidFill>
              <a:srgbClr val="385723"/>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nn-NO" sz="600">
                  <a:solidFill>
                    <a:prstClr val="white"/>
                  </a:solidFill>
                  <a:latin typeface="Century Gothic" panose="020B0502020202020204" pitchFamily="34" charset="0"/>
                </a:rPr>
                <a:t>Microsoft Defender for Cloud Apps</a:t>
              </a:r>
              <a:endParaRPr lang="en-GB" sz="600">
                <a:solidFill>
                  <a:prstClr val="white"/>
                </a:solidFill>
                <a:latin typeface="Century Gothic" panose="020B0502020202020204" pitchFamily="34" charset="0"/>
              </a:endParaRPr>
            </a:p>
          </p:txBody>
        </p:sp>
        <p:sp>
          <p:nvSpPr>
            <p:cNvPr id="1383" name="Rectangle 1382">
              <a:extLst>
                <a:ext uri="{FF2B5EF4-FFF2-40B4-BE49-F238E27FC236}">
                  <a16:creationId xmlns:a16="http://schemas.microsoft.com/office/drawing/2014/main" id="{4C17F123-7635-1B63-FED8-02790617E06C}"/>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4" name="Oval 15">
              <a:extLst>
                <a:ext uri="{FF2B5EF4-FFF2-40B4-BE49-F238E27FC236}">
                  <a16:creationId xmlns:a16="http://schemas.microsoft.com/office/drawing/2014/main" id="{8FBEE74D-0D5E-73E1-6AA4-E2B755EC7F9E}"/>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85" name="Straight Connector 1384">
              <a:extLst>
                <a:ext uri="{FF2B5EF4-FFF2-40B4-BE49-F238E27FC236}">
                  <a16:creationId xmlns:a16="http://schemas.microsoft.com/office/drawing/2014/main" id="{553AF9E4-2538-B199-17F1-C2F4B9CC273D}"/>
                </a:ext>
              </a:extLst>
            </p:cNvPr>
            <p:cNvCxnSpPr>
              <a:cxnSpLocks/>
              <a:stCxn id="1384"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86" name="Straight Connector 1385">
              <a:extLst>
                <a:ext uri="{FF2B5EF4-FFF2-40B4-BE49-F238E27FC236}">
                  <a16:creationId xmlns:a16="http://schemas.microsoft.com/office/drawing/2014/main" id="{0C790C70-8832-7CA3-8B0F-81FE38A63B13}"/>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23" name="Group 1422">
            <a:extLst>
              <a:ext uri="{FF2B5EF4-FFF2-40B4-BE49-F238E27FC236}">
                <a16:creationId xmlns:a16="http://schemas.microsoft.com/office/drawing/2014/main" id="{6C73C5E3-804F-AD73-F90D-8F591BE37270}"/>
              </a:ext>
            </a:extLst>
          </p:cNvPr>
          <p:cNvGrpSpPr/>
          <p:nvPr/>
        </p:nvGrpSpPr>
        <p:grpSpPr>
          <a:xfrm>
            <a:off x="431659" y="90836"/>
            <a:ext cx="721206" cy="609701"/>
            <a:chOff x="431659" y="90836"/>
            <a:chExt cx="721206" cy="609701"/>
          </a:xfrm>
        </p:grpSpPr>
        <p:sp>
          <p:nvSpPr>
            <p:cNvPr id="1388" name="Rectangle 1387">
              <a:extLst>
                <a:ext uri="{FF2B5EF4-FFF2-40B4-BE49-F238E27FC236}">
                  <a16:creationId xmlns:a16="http://schemas.microsoft.com/office/drawing/2014/main" id="{8DAA0F71-4D47-E485-6E97-D1B0C207A01B}"/>
                </a:ext>
              </a:extLst>
            </p:cNvPr>
            <p:cNvSpPr/>
            <p:nvPr/>
          </p:nvSpPr>
          <p:spPr>
            <a:xfrm>
              <a:off x="431659" y="90836"/>
              <a:ext cx="721206" cy="609701"/>
            </a:xfrm>
            <a:prstGeom prst="rect">
              <a:avLst/>
            </a:prstGeom>
            <a:solidFill>
              <a:schemeClr val="accent2"/>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srgbClr val="1F4E79"/>
                  </a:solidFill>
                  <a:latin typeface="Century Gothic" panose="020B0502020202020204" pitchFamily="34" charset="0"/>
                </a:rPr>
                <a:t>Microsoft Purview Customer Lockbox</a:t>
              </a:r>
            </a:p>
          </p:txBody>
        </p:sp>
        <p:sp>
          <p:nvSpPr>
            <p:cNvPr id="1389" name="Rectangle 1388">
              <a:extLst>
                <a:ext uri="{FF2B5EF4-FFF2-40B4-BE49-F238E27FC236}">
                  <a16:creationId xmlns:a16="http://schemas.microsoft.com/office/drawing/2014/main" id="{744265C6-D0A4-C8D8-3116-54740AD31A1F}"/>
                </a:ext>
              </a:extLst>
            </p:cNvPr>
            <p:cNvSpPr/>
            <p:nvPr/>
          </p:nvSpPr>
          <p:spPr>
            <a:xfrm flipV="1">
              <a:off x="1052673" y="908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0" name="Oval 15">
              <a:extLst>
                <a:ext uri="{FF2B5EF4-FFF2-40B4-BE49-F238E27FC236}">
                  <a16:creationId xmlns:a16="http://schemas.microsoft.com/office/drawing/2014/main" id="{1F0CE217-48FB-CF52-40AA-4260FB625EAD}"/>
                </a:ext>
              </a:extLst>
            </p:cNvPr>
            <p:cNvSpPr/>
            <p:nvPr/>
          </p:nvSpPr>
          <p:spPr>
            <a:xfrm>
              <a:off x="1080061"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91" name="Straight Connector 1390">
              <a:extLst>
                <a:ext uri="{FF2B5EF4-FFF2-40B4-BE49-F238E27FC236}">
                  <a16:creationId xmlns:a16="http://schemas.microsoft.com/office/drawing/2014/main" id="{67E5847D-52EB-C588-63B6-F3F1BAA946F4}"/>
                </a:ext>
              </a:extLst>
            </p:cNvPr>
            <p:cNvCxnSpPr>
              <a:cxnSpLocks/>
              <a:stCxn id="1390" idx="0"/>
            </p:cNvCxnSpPr>
            <p:nvPr/>
          </p:nvCxnSpPr>
          <p:spPr>
            <a:xfrm flipV="1">
              <a:off x="1085758" y="104349"/>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92" name="Straight Connector 1391">
              <a:extLst>
                <a:ext uri="{FF2B5EF4-FFF2-40B4-BE49-F238E27FC236}">
                  <a16:creationId xmlns:a16="http://schemas.microsoft.com/office/drawing/2014/main" id="{CF664A1C-5EF1-F343-1BEB-BA21D2579175}"/>
                </a:ext>
              </a:extLst>
            </p:cNvPr>
            <p:cNvCxnSpPr>
              <a:cxnSpLocks/>
            </p:cNvCxnSpPr>
            <p:nvPr/>
          </p:nvCxnSpPr>
          <p:spPr>
            <a:xfrm>
              <a:off x="1091477" y="104349"/>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29" name="Group 1428">
            <a:extLst>
              <a:ext uri="{FF2B5EF4-FFF2-40B4-BE49-F238E27FC236}">
                <a16:creationId xmlns:a16="http://schemas.microsoft.com/office/drawing/2014/main" id="{A701E601-9B2C-DEB9-0CF8-39072A74B735}"/>
              </a:ext>
            </a:extLst>
          </p:cNvPr>
          <p:cNvGrpSpPr/>
          <p:nvPr/>
        </p:nvGrpSpPr>
        <p:grpSpPr>
          <a:xfrm>
            <a:off x="1267284" y="90836"/>
            <a:ext cx="721206" cy="609701"/>
            <a:chOff x="1267284" y="90836"/>
            <a:chExt cx="721206" cy="609701"/>
          </a:xfrm>
        </p:grpSpPr>
        <p:sp>
          <p:nvSpPr>
            <p:cNvPr id="1394" name="Rectangle 1393">
              <a:extLst>
                <a:ext uri="{FF2B5EF4-FFF2-40B4-BE49-F238E27FC236}">
                  <a16:creationId xmlns:a16="http://schemas.microsoft.com/office/drawing/2014/main" id="{223A3E02-F213-0846-3A76-2B165174D922}"/>
                </a:ext>
              </a:extLst>
            </p:cNvPr>
            <p:cNvSpPr/>
            <p:nvPr/>
          </p:nvSpPr>
          <p:spPr>
            <a:xfrm>
              <a:off x="1267284" y="90836"/>
              <a:ext cx="721206" cy="609701"/>
            </a:xfrm>
            <a:prstGeom prst="rect">
              <a:avLst/>
            </a:prstGeom>
            <a:solidFill>
              <a:srgbClr val="385723"/>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prstClr val="white"/>
                  </a:solidFill>
                  <a:latin typeface="Century Gothic" panose="020B0502020202020204" pitchFamily="34" charset="0"/>
                </a:rPr>
                <a:t>Microsoft Purview Customer Key</a:t>
              </a:r>
            </a:p>
          </p:txBody>
        </p:sp>
        <p:sp>
          <p:nvSpPr>
            <p:cNvPr id="1395" name="Rectangle 1394">
              <a:extLst>
                <a:ext uri="{FF2B5EF4-FFF2-40B4-BE49-F238E27FC236}">
                  <a16:creationId xmlns:a16="http://schemas.microsoft.com/office/drawing/2014/main" id="{8BCCEA1B-CC85-F4A5-41FE-7BD04CED376C}"/>
                </a:ext>
              </a:extLst>
            </p:cNvPr>
            <p:cNvSpPr/>
            <p:nvPr/>
          </p:nvSpPr>
          <p:spPr>
            <a:xfrm flipV="1">
              <a:off x="1887254"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6" name="Oval 15">
              <a:extLst>
                <a:ext uri="{FF2B5EF4-FFF2-40B4-BE49-F238E27FC236}">
                  <a16:creationId xmlns:a16="http://schemas.microsoft.com/office/drawing/2014/main" id="{C1755D51-6998-D5B0-187F-D024EDDE794E}"/>
                </a:ext>
              </a:extLst>
            </p:cNvPr>
            <p:cNvSpPr/>
            <p:nvPr/>
          </p:nvSpPr>
          <p:spPr>
            <a:xfrm>
              <a:off x="1914643"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97" name="Straight Connector 1396">
              <a:extLst>
                <a:ext uri="{FF2B5EF4-FFF2-40B4-BE49-F238E27FC236}">
                  <a16:creationId xmlns:a16="http://schemas.microsoft.com/office/drawing/2014/main" id="{D0CA9187-D902-9A0B-9B85-5AD22ADE120D}"/>
                </a:ext>
              </a:extLst>
            </p:cNvPr>
            <p:cNvCxnSpPr>
              <a:cxnSpLocks/>
              <a:stCxn id="1396" idx="0"/>
            </p:cNvCxnSpPr>
            <p:nvPr/>
          </p:nvCxnSpPr>
          <p:spPr>
            <a:xfrm flipV="1">
              <a:off x="1920339"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98" name="Straight Connector 1397">
              <a:extLst>
                <a:ext uri="{FF2B5EF4-FFF2-40B4-BE49-F238E27FC236}">
                  <a16:creationId xmlns:a16="http://schemas.microsoft.com/office/drawing/2014/main" id="{3160707D-70AC-3A9F-CF1A-19C786A339BA}"/>
                </a:ext>
              </a:extLst>
            </p:cNvPr>
            <p:cNvCxnSpPr>
              <a:cxnSpLocks/>
            </p:cNvCxnSpPr>
            <p:nvPr/>
          </p:nvCxnSpPr>
          <p:spPr>
            <a:xfrm>
              <a:off x="1926058"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24" name="Group 1423">
            <a:extLst>
              <a:ext uri="{FF2B5EF4-FFF2-40B4-BE49-F238E27FC236}">
                <a16:creationId xmlns:a16="http://schemas.microsoft.com/office/drawing/2014/main" id="{3AB4D60C-3928-1BAA-A258-C695EAA93513}"/>
              </a:ext>
            </a:extLst>
          </p:cNvPr>
          <p:cNvGrpSpPr/>
          <p:nvPr/>
        </p:nvGrpSpPr>
        <p:grpSpPr>
          <a:xfrm>
            <a:off x="2102909" y="90836"/>
            <a:ext cx="721206" cy="609701"/>
            <a:chOff x="2102909" y="90836"/>
            <a:chExt cx="721206" cy="609701"/>
          </a:xfrm>
        </p:grpSpPr>
        <p:sp>
          <p:nvSpPr>
            <p:cNvPr id="1400" name="Rectangle 1399">
              <a:extLst>
                <a:ext uri="{FF2B5EF4-FFF2-40B4-BE49-F238E27FC236}">
                  <a16:creationId xmlns:a16="http://schemas.microsoft.com/office/drawing/2014/main" id="{510C0F8E-E9D2-BD04-4E2D-75F80A043944}"/>
                </a:ext>
              </a:extLst>
            </p:cNvPr>
            <p:cNvSpPr/>
            <p:nvPr/>
          </p:nvSpPr>
          <p:spPr>
            <a:xfrm>
              <a:off x="2102909" y="90836"/>
              <a:ext cx="721206" cy="609701"/>
            </a:xfrm>
            <a:prstGeom prst="rect">
              <a:avLst/>
            </a:prstGeom>
            <a:solidFill>
              <a:schemeClr val="accent2"/>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srgbClr val="1F4E79"/>
                  </a:solidFill>
                  <a:latin typeface="Century Gothic" panose="020B0502020202020204" pitchFamily="34" charset="0"/>
                </a:rPr>
                <a:t>Microsoft Purview Information Barriers</a:t>
              </a:r>
            </a:p>
          </p:txBody>
        </p:sp>
        <p:sp>
          <p:nvSpPr>
            <p:cNvPr id="1401" name="Rectangle 1400">
              <a:extLst>
                <a:ext uri="{FF2B5EF4-FFF2-40B4-BE49-F238E27FC236}">
                  <a16:creationId xmlns:a16="http://schemas.microsoft.com/office/drawing/2014/main" id="{EEE03352-31D8-66C3-4892-17B3B5181D9D}"/>
                </a:ext>
              </a:extLst>
            </p:cNvPr>
            <p:cNvSpPr/>
            <p:nvPr/>
          </p:nvSpPr>
          <p:spPr>
            <a:xfrm flipV="1">
              <a:off x="2722879"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2" name="Oval 15">
              <a:extLst>
                <a:ext uri="{FF2B5EF4-FFF2-40B4-BE49-F238E27FC236}">
                  <a16:creationId xmlns:a16="http://schemas.microsoft.com/office/drawing/2014/main" id="{12DBF934-0031-3029-CD31-7C5A1A03432E}"/>
                </a:ext>
              </a:extLst>
            </p:cNvPr>
            <p:cNvSpPr/>
            <p:nvPr/>
          </p:nvSpPr>
          <p:spPr>
            <a:xfrm>
              <a:off x="2750268"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03" name="Straight Connector 1402">
              <a:extLst>
                <a:ext uri="{FF2B5EF4-FFF2-40B4-BE49-F238E27FC236}">
                  <a16:creationId xmlns:a16="http://schemas.microsoft.com/office/drawing/2014/main" id="{5051C28A-97AF-0956-0CB8-E53227A43C56}"/>
                </a:ext>
              </a:extLst>
            </p:cNvPr>
            <p:cNvCxnSpPr>
              <a:cxnSpLocks/>
              <a:stCxn id="1402" idx="0"/>
            </p:cNvCxnSpPr>
            <p:nvPr/>
          </p:nvCxnSpPr>
          <p:spPr>
            <a:xfrm flipV="1">
              <a:off x="2755964"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04" name="Straight Connector 1403">
              <a:extLst>
                <a:ext uri="{FF2B5EF4-FFF2-40B4-BE49-F238E27FC236}">
                  <a16:creationId xmlns:a16="http://schemas.microsoft.com/office/drawing/2014/main" id="{0D57C1C9-445A-9666-A1EB-76F4965ED09E}"/>
                </a:ext>
              </a:extLst>
            </p:cNvPr>
            <p:cNvCxnSpPr>
              <a:cxnSpLocks/>
            </p:cNvCxnSpPr>
            <p:nvPr/>
          </p:nvCxnSpPr>
          <p:spPr>
            <a:xfrm>
              <a:off x="2761683"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38" name="Group 1437">
            <a:extLst>
              <a:ext uri="{FF2B5EF4-FFF2-40B4-BE49-F238E27FC236}">
                <a16:creationId xmlns:a16="http://schemas.microsoft.com/office/drawing/2014/main" id="{5DD39127-473A-9AB5-9585-67FD902A6AA2}"/>
              </a:ext>
            </a:extLst>
          </p:cNvPr>
          <p:cNvGrpSpPr/>
          <p:nvPr/>
        </p:nvGrpSpPr>
        <p:grpSpPr>
          <a:xfrm>
            <a:off x="3778361" y="2253333"/>
            <a:ext cx="721208" cy="609701"/>
            <a:chOff x="3778361" y="2253333"/>
            <a:chExt cx="721208" cy="609701"/>
          </a:xfrm>
        </p:grpSpPr>
        <p:grpSp>
          <p:nvGrpSpPr>
            <p:cNvPr id="1057" name="Group 1056">
              <a:extLst>
                <a:ext uri="{FF2B5EF4-FFF2-40B4-BE49-F238E27FC236}">
                  <a16:creationId xmlns:a16="http://schemas.microsoft.com/office/drawing/2014/main" id="{51F21472-5789-B2A9-E9B4-7169ADFC06E8}"/>
                </a:ext>
              </a:extLst>
            </p:cNvPr>
            <p:cNvGrpSpPr/>
            <p:nvPr/>
          </p:nvGrpSpPr>
          <p:grpSpPr>
            <a:xfrm>
              <a:off x="3778361" y="2253333"/>
              <a:ext cx="721206" cy="609701"/>
              <a:chOff x="3778361" y="2253333"/>
              <a:chExt cx="721206" cy="609701"/>
            </a:xfrm>
          </p:grpSpPr>
          <p:sp>
            <p:nvSpPr>
              <p:cNvPr id="1058" name="Rectangle 1057">
                <a:extLst>
                  <a:ext uri="{FF2B5EF4-FFF2-40B4-BE49-F238E27FC236}">
                    <a16:creationId xmlns:a16="http://schemas.microsoft.com/office/drawing/2014/main" id="{D65B05B7-F331-0123-12B7-890FAD6869D9}"/>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1059" name="Rectangle 1058">
                <a:extLst>
                  <a:ext uri="{FF2B5EF4-FFF2-40B4-BE49-F238E27FC236}">
                    <a16:creationId xmlns:a16="http://schemas.microsoft.com/office/drawing/2014/main" id="{8F3F99E7-7994-B3C0-AFA4-47F8345AF317}"/>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0" name="Oval 15">
                <a:extLst>
                  <a:ext uri="{FF2B5EF4-FFF2-40B4-BE49-F238E27FC236}">
                    <a16:creationId xmlns:a16="http://schemas.microsoft.com/office/drawing/2014/main" id="{E444EF9F-9725-6DA5-9915-9D876EB962CE}"/>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61" name="Straight Connector 1060">
                <a:extLst>
                  <a:ext uri="{FF2B5EF4-FFF2-40B4-BE49-F238E27FC236}">
                    <a16:creationId xmlns:a16="http://schemas.microsoft.com/office/drawing/2014/main" id="{0E1E88BF-62D0-45A8-5AC2-826CBC7B67A6}"/>
                  </a:ext>
                </a:extLst>
              </p:cNvPr>
              <p:cNvCxnSpPr>
                <a:cxnSpLocks/>
                <a:stCxn id="1060"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62" name="Straight Connector 1061">
                <a:extLst>
                  <a:ext uri="{FF2B5EF4-FFF2-40B4-BE49-F238E27FC236}">
                    <a16:creationId xmlns:a16="http://schemas.microsoft.com/office/drawing/2014/main" id="{3AD49443-9086-A892-585F-B5C6DA061F2B}"/>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sp>
          <p:nvSpPr>
            <p:cNvPr id="1406" name="Rectangle 1405">
              <a:extLst>
                <a:ext uri="{FF2B5EF4-FFF2-40B4-BE49-F238E27FC236}">
                  <a16:creationId xmlns:a16="http://schemas.microsoft.com/office/drawing/2014/main" id="{4B91CF15-DDAE-79DF-312C-EDD49048215A}"/>
                </a:ext>
              </a:extLst>
            </p:cNvPr>
            <p:cNvSpPr/>
            <p:nvPr/>
          </p:nvSpPr>
          <p:spPr>
            <a:xfrm>
              <a:off x="3778363" y="2253333"/>
              <a:ext cx="721206" cy="609701"/>
            </a:xfrm>
            <a:prstGeom prst="rect">
              <a:avLst/>
            </a:prstGeom>
            <a:solidFill>
              <a:srgbClr val="385723"/>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prstClr val="white"/>
                  </a:solidFill>
                  <a:latin typeface="Century Gothic" panose="020B0502020202020204" pitchFamily="34" charset="0"/>
                </a:rPr>
                <a:t>Endpoint Data Loss Prevention</a:t>
              </a:r>
            </a:p>
          </p:txBody>
        </p:sp>
        <p:sp>
          <p:nvSpPr>
            <p:cNvPr id="1407" name="Rectangle 1406">
              <a:extLst>
                <a:ext uri="{FF2B5EF4-FFF2-40B4-BE49-F238E27FC236}">
                  <a16:creationId xmlns:a16="http://schemas.microsoft.com/office/drawing/2014/main" id="{C5893935-BBE8-9844-A118-5447B302C194}"/>
                </a:ext>
              </a:extLst>
            </p:cNvPr>
            <p:cNvSpPr/>
            <p:nvPr/>
          </p:nvSpPr>
          <p:spPr>
            <a:xfrm flipV="1">
              <a:off x="4399377" y="2255721"/>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8" name="Oval 15">
              <a:extLst>
                <a:ext uri="{FF2B5EF4-FFF2-40B4-BE49-F238E27FC236}">
                  <a16:creationId xmlns:a16="http://schemas.microsoft.com/office/drawing/2014/main" id="{149E6912-F6E9-54EB-164C-EBDC12665B39}"/>
                </a:ext>
              </a:extLst>
            </p:cNvPr>
            <p:cNvSpPr/>
            <p:nvPr/>
          </p:nvSpPr>
          <p:spPr>
            <a:xfrm>
              <a:off x="4426765"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09" name="Straight Connector 1408">
              <a:extLst>
                <a:ext uri="{FF2B5EF4-FFF2-40B4-BE49-F238E27FC236}">
                  <a16:creationId xmlns:a16="http://schemas.microsoft.com/office/drawing/2014/main" id="{461F889A-6733-5BE3-89ED-28FF846978F8}"/>
                </a:ext>
              </a:extLst>
            </p:cNvPr>
            <p:cNvCxnSpPr>
              <a:cxnSpLocks/>
              <a:stCxn id="1408" idx="0"/>
            </p:cNvCxnSpPr>
            <p:nvPr/>
          </p:nvCxnSpPr>
          <p:spPr>
            <a:xfrm flipV="1">
              <a:off x="4432462" y="2269234"/>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10" name="Straight Connector 1409">
              <a:extLst>
                <a:ext uri="{FF2B5EF4-FFF2-40B4-BE49-F238E27FC236}">
                  <a16:creationId xmlns:a16="http://schemas.microsoft.com/office/drawing/2014/main" id="{F1291425-3865-C253-3100-357DBEC2D206}"/>
                </a:ext>
              </a:extLst>
            </p:cNvPr>
            <p:cNvCxnSpPr>
              <a:cxnSpLocks/>
            </p:cNvCxnSpPr>
            <p:nvPr/>
          </p:nvCxnSpPr>
          <p:spPr>
            <a:xfrm>
              <a:off x="4438181" y="2269234"/>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30" name="Group 1429">
            <a:extLst>
              <a:ext uri="{FF2B5EF4-FFF2-40B4-BE49-F238E27FC236}">
                <a16:creationId xmlns:a16="http://schemas.microsoft.com/office/drawing/2014/main" id="{8889760F-9A48-16D6-0017-1B95BEA4FCF3}"/>
              </a:ext>
            </a:extLst>
          </p:cNvPr>
          <p:cNvGrpSpPr/>
          <p:nvPr/>
        </p:nvGrpSpPr>
        <p:grpSpPr>
          <a:xfrm>
            <a:off x="2105349" y="1532276"/>
            <a:ext cx="721206" cy="609701"/>
            <a:chOff x="2105349" y="1532276"/>
            <a:chExt cx="721206" cy="609701"/>
          </a:xfrm>
        </p:grpSpPr>
        <p:sp>
          <p:nvSpPr>
            <p:cNvPr id="1412" name="Rectangle 1411">
              <a:extLst>
                <a:ext uri="{FF2B5EF4-FFF2-40B4-BE49-F238E27FC236}">
                  <a16:creationId xmlns:a16="http://schemas.microsoft.com/office/drawing/2014/main" id="{139960DF-CE1C-50AB-3796-FBB560AA25A9}"/>
                </a:ext>
              </a:extLst>
            </p:cNvPr>
            <p:cNvSpPr/>
            <p:nvPr/>
          </p:nvSpPr>
          <p:spPr>
            <a:xfrm>
              <a:off x="2105349" y="1532276"/>
              <a:ext cx="721206" cy="609701"/>
            </a:xfrm>
            <a:prstGeom prst="rect">
              <a:avLst/>
            </a:prstGeom>
            <a:solidFill>
              <a:srgbClr val="385723"/>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prstClr val="white"/>
                  </a:solidFill>
                  <a:latin typeface="Century Gothic" panose="020B0502020202020204" pitchFamily="34" charset="0"/>
                </a:rPr>
                <a:t>Advanced Classifiers</a:t>
              </a:r>
            </a:p>
          </p:txBody>
        </p:sp>
        <p:sp>
          <p:nvSpPr>
            <p:cNvPr id="1413" name="Rectangle 1412">
              <a:extLst>
                <a:ext uri="{FF2B5EF4-FFF2-40B4-BE49-F238E27FC236}">
                  <a16:creationId xmlns:a16="http://schemas.microsoft.com/office/drawing/2014/main" id="{85D693E2-5DDE-2DFB-DEEB-FC2F18024C66}"/>
                </a:ext>
              </a:extLst>
            </p:cNvPr>
            <p:cNvSpPr/>
            <p:nvPr/>
          </p:nvSpPr>
          <p:spPr>
            <a:xfrm flipV="1">
              <a:off x="2723327" y="153912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4" name="Oval 15">
              <a:extLst>
                <a:ext uri="{FF2B5EF4-FFF2-40B4-BE49-F238E27FC236}">
                  <a16:creationId xmlns:a16="http://schemas.microsoft.com/office/drawing/2014/main" id="{8D914751-01B7-2EE3-DD2D-E55FF3700E0A}"/>
                </a:ext>
              </a:extLst>
            </p:cNvPr>
            <p:cNvSpPr/>
            <p:nvPr/>
          </p:nvSpPr>
          <p:spPr>
            <a:xfrm>
              <a:off x="2750716" y="157586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15" name="Straight Connector 1414">
              <a:extLst>
                <a:ext uri="{FF2B5EF4-FFF2-40B4-BE49-F238E27FC236}">
                  <a16:creationId xmlns:a16="http://schemas.microsoft.com/office/drawing/2014/main" id="{50F90882-8E6C-592A-BD18-03C2CA4BA69D}"/>
                </a:ext>
              </a:extLst>
            </p:cNvPr>
            <p:cNvCxnSpPr>
              <a:cxnSpLocks/>
              <a:stCxn id="1414" idx="0"/>
            </p:cNvCxnSpPr>
            <p:nvPr/>
          </p:nvCxnSpPr>
          <p:spPr>
            <a:xfrm flipV="1">
              <a:off x="2756412" y="1552636"/>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16" name="Straight Connector 1415">
              <a:extLst>
                <a:ext uri="{FF2B5EF4-FFF2-40B4-BE49-F238E27FC236}">
                  <a16:creationId xmlns:a16="http://schemas.microsoft.com/office/drawing/2014/main" id="{17C4B4E6-C00D-FC28-CD29-E9C01CB33653}"/>
                </a:ext>
              </a:extLst>
            </p:cNvPr>
            <p:cNvCxnSpPr>
              <a:cxnSpLocks/>
            </p:cNvCxnSpPr>
            <p:nvPr/>
          </p:nvCxnSpPr>
          <p:spPr>
            <a:xfrm>
              <a:off x="2762131" y="1552636"/>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31" name="Group 1430">
            <a:extLst>
              <a:ext uri="{FF2B5EF4-FFF2-40B4-BE49-F238E27FC236}">
                <a16:creationId xmlns:a16="http://schemas.microsoft.com/office/drawing/2014/main" id="{C5622EF0-F464-7004-25D3-1F8E68B4F1AB}"/>
              </a:ext>
            </a:extLst>
          </p:cNvPr>
          <p:cNvGrpSpPr/>
          <p:nvPr/>
        </p:nvGrpSpPr>
        <p:grpSpPr>
          <a:xfrm>
            <a:off x="2938534" y="811556"/>
            <a:ext cx="721206" cy="609701"/>
            <a:chOff x="2938534" y="811556"/>
            <a:chExt cx="721206" cy="609701"/>
          </a:xfrm>
        </p:grpSpPr>
        <p:sp>
          <p:nvSpPr>
            <p:cNvPr id="1418" name="Rectangle 1417">
              <a:extLst>
                <a:ext uri="{FF2B5EF4-FFF2-40B4-BE49-F238E27FC236}">
                  <a16:creationId xmlns:a16="http://schemas.microsoft.com/office/drawing/2014/main" id="{510E218B-2939-4800-7D3C-9C0886C5A8C9}"/>
                </a:ext>
              </a:extLst>
            </p:cNvPr>
            <p:cNvSpPr/>
            <p:nvPr/>
          </p:nvSpPr>
          <p:spPr>
            <a:xfrm>
              <a:off x="2938534" y="811556"/>
              <a:ext cx="721206" cy="609701"/>
            </a:xfrm>
            <a:prstGeom prst="rect">
              <a:avLst/>
            </a:prstGeom>
            <a:solidFill>
              <a:srgbClr val="385723"/>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600">
                  <a:solidFill>
                    <a:prstClr val="white"/>
                  </a:solidFill>
                  <a:latin typeface="Century Gothic" panose="020B0502020202020204" pitchFamily="34" charset="0"/>
                </a:rPr>
                <a:t>Teams Data Loss Prevention</a:t>
              </a:r>
            </a:p>
          </p:txBody>
        </p:sp>
        <p:sp>
          <p:nvSpPr>
            <p:cNvPr id="1419" name="Rectangle 1418">
              <a:extLst>
                <a:ext uri="{FF2B5EF4-FFF2-40B4-BE49-F238E27FC236}">
                  <a16:creationId xmlns:a16="http://schemas.microsoft.com/office/drawing/2014/main" id="{AA75070C-73D3-685A-3730-615AE13B4E29}"/>
                </a:ext>
              </a:extLst>
            </p:cNvPr>
            <p:cNvSpPr/>
            <p:nvPr/>
          </p:nvSpPr>
          <p:spPr>
            <a:xfrm flipV="1">
              <a:off x="3554781"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0" name="Oval 15">
              <a:extLst>
                <a:ext uri="{FF2B5EF4-FFF2-40B4-BE49-F238E27FC236}">
                  <a16:creationId xmlns:a16="http://schemas.microsoft.com/office/drawing/2014/main" id="{A36B8C81-2DC7-A2EE-86BD-2F9897B203A0}"/>
                </a:ext>
              </a:extLst>
            </p:cNvPr>
            <p:cNvSpPr/>
            <p:nvPr/>
          </p:nvSpPr>
          <p:spPr>
            <a:xfrm>
              <a:off x="3582170"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21" name="Straight Connector 1420">
              <a:extLst>
                <a:ext uri="{FF2B5EF4-FFF2-40B4-BE49-F238E27FC236}">
                  <a16:creationId xmlns:a16="http://schemas.microsoft.com/office/drawing/2014/main" id="{FC99AE34-EFF0-0A2B-45FB-EDF646315F52}"/>
                </a:ext>
              </a:extLst>
            </p:cNvPr>
            <p:cNvCxnSpPr>
              <a:cxnSpLocks/>
              <a:stCxn id="1420" idx="0"/>
            </p:cNvCxnSpPr>
            <p:nvPr/>
          </p:nvCxnSpPr>
          <p:spPr>
            <a:xfrm flipV="1">
              <a:off x="3587866"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22" name="Straight Connector 1421">
              <a:extLst>
                <a:ext uri="{FF2B5EF4-FFF2-40B4-BE49-F238E27FC236}">
                  <a16:creationId xmlns:a16="http://schemas.microsoft.com/office/drawing/2014/main" id="{86EF92E6-BBD7-CC82-D92A-E2E7C364D33E}"/>
                </a:ext>
              </a:extLst>
            </p:cNvPr>
            <p:cNvCxnSpPr>
              <a:cxnSpLocks/>
            </p:cNvCxnSpPr>
            <p:nvPr/>
          </p:nvCxnSpPr>
          <p:spPr>
            <a:xfrm>
              <a:off x="3593585"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 name="Group 1">
            <a:extLst>
              <a:ext uri="{FF2B5EF4-FFF2-40B4-BE49-F238E27FC236}">
                <a16:creationId xmlns:a16="http://schemas.microsoft.com/office/drawing/2014/main" id="{CE76ACEC-E89C-9561-793C-8917E2AF5C30}"/>
              </a:ext>
            </a:extLst>
          </p:cNvPr>
          <p:cNvGrpSpPr/>
          <p:nvPr/>
        </p:nvGrpSpPr>
        <p:grpSpPr>
          <a:xfrm>
            <a:off x="2942396" y="3698227"/>
            <a:ext cx="721206" cy="609701"/>
            <a:chOff x="2942396" y="3698227"/>
            <a:chExt cx="721206" cy="609701"/>
          </a:xfrm>
        </p:grpSpPr>
        <p:sp>
          <p:nvSpPr>
            <p:cNvPr id="3" name="Rectangle 2">
              <a:extLst>
                <a:ext uri="{FF2B5EF4-FFF2-40B4-BE49-F238E27FC236}">
                  <a16:creationId xmlns:a16="http://schemas.microsoft.com/office/drawing/2014/main" id="{81CF5163-0C94-686D-7ABB-AFEF8A2E4B30}"/>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4" name="Right Triangle 3">
              <a:extLst>
                <a:ext uri="{FF2B5EF4-FFF2-40B4-BE49-F238E27FC236}">
                  <a16:creationId xmlns:a16="http://schemas.microsoft.com/office/drawing/2014/main" id="{CF311734-27EE-B20E-14FF-EEB84D4AA964}"/>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946423B8-B12A-8B28-8BE6-C000D0717007}"/>
                </a:ext>
              </a:extLst>
            </p:cNvPr>
            <p:cNvGrpSpPr/>
            <p:nvPr/>
          </p:nvGrpSpPr>
          <p:grpSpPr>
            <a:xfrm>
              <a:off x="3607770" y="3713045"/>
              <a:ext cx="37817" cy="61390"/>
              <a:chOff x="3883481" y="2057400"/>
              <a:chExt cx="1608363" cy="2652031"/>
            </a:xfrm>
            <a:solidFill>
              <a:srgbClr val="A6A6A6"/>
            </a:solidFill>
          </p:grpSpPr>
          <p:sp>
            <p:nvSpPr>
              <p:cNvPr id="6" name="Oval 27">
                <a:extLst>
                  <a:ext uri="{FF2B5EF4-FFF2-40B4-BE49-F238E27FC236}">
                    <a16:creationId xmlns:a16="http://schemas.microsoft.com/office/drawing/2014/main" id="{77141D56-BC0D-C121-678B-E6113BCC19A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Oval 28">
                <a:extLst>
                  <a:ext uri="{FF2B5EF4-FFF2-40B4-BE49-F238E27FC236}">
                    <a16:creationId xmlns:a16="http://schemas.microsoft.com/office/drawing/2014/main" id="{0886146F-79DF-2D41-3995-D823DD24B77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 name="Group 7">
            <a:extLst>
              <a:ext uri="{FF2B5EF4-FFF2-40B4-BE49-F238E27FC236}">
                <a16:creationId xmlns:a16="http://schemas.microsoft.com/office/drawing/2014/main" id="{A678CE10-FAA0-A320-9F44-452CB1FF12FE}"/>
              </a:ext>
            </a:extLst>
          </p:cNvPr>
          <p:cNvGrpSpPr/>
          <p:nvPr/>
        </p:nvGrpSpPr>
        <p:grpSpPr>
          <a:xfrm>
            <a:off x="3779083" y="3698227"/>
            <a:ext cx="721206" cy="609701"/>
            <a:chOff x="3779083" y="3698227"/>
            <a:chExt cx="721206" cy="609701"/>
          </a:xfrm>
        </p:grpSpPr>
        <p:sp>
          <p:nvSpPr>
            <p:cNvPr id="9" name="Rectangle 8">
              <a:extLst>
                <a:ext uri="{FF2B5EF4-FFF2-40B4-BE49-F238E27FC236}">
                  <a16:creationId xmlns:a16="http://schemas.microsoft.com/office/drawing/2014/main" id="{5FBCE328-A7FD-7764-EAD3-7AEAB803D43B}"/>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C9D8DD3D-8003-0EB5-FD8A-1E41F6A3BCF0}"/>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1A925B89-4159-845E-59EA-99F36A7EC3ED}"/>
                </a:ext>
              </a:extLst>
            </p:cNvPr>
            <p:cNvGrpSpPr/>
            <p:nvPr/>
          </p:nvGrpSpPr>
          <p:grpSpPr>
            <a:xfrm>
              <a:off x="4448518" y="3706736"/>
              <a:ext cx="37817" cy="61390"/>
              <a:chOff x="3883481" y="2057400"/>
              <a:chExt cx="1608363" cy="2652031"/>
            </a:xfrm>
            <a:solidFill>
              <a:srgbClr val="A6A6A6"/>
            </a:solidFill>
          </p:grpSpPr>
          <p:sp>
            <p:nvSpPr>
              <p:cNvPr id="12" name="Oval 27">
                <a:extLst>
                  <a:ext uri="{FF2B5EF4-FFF2-40B4-BE49-F238E27FC236}">
                    <a16:creationId xmlns:a16="http://schemas.microsoft.com/office/drawing/2014/main" id="{2CE67944-733F-FDD6-880E-CF4663A9D71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0001E7CF-DA70-BB4D-629C-26CE6E8B100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B5704F75-54D5-B13E-3549-AB06FCAC3541}"/>
              </a:ext>
            </a:extLst>
          </p:cNvPr>
          <p:cNvGrpSpPr/>
          <p:nvPr/>
        </p:nvGrpSpPr>
        <p:grpSpPr>
          <a:xfrm>
            <a:off x="1268379" y="2974054"/>
            <a:ext cx="721206" cy="609701"/>
            <a:chOff x="1268379" y="2974054"/>
            <a:chExt cx="721206" cy="609701"/>
          </a:xfrm>
        </p:grpSpPr>
        <p:sp>
          <p:nvSpPr>
            <p:cNvPr id="15" name="Rectangle 14">
              <a:extLst>
                <a:ext uri="{FF2B5EF4-FFF2-40B4-BE49-F238E27FC236}">
                  <a16:creationId xmlns:a16="http://schemas.microsoft.com/office/drawing/2014/main" id="{C0AEA220-327E-B0BC-26C3-A4F6A52E11B0}"/>
                </a:ext>
              </a:extLst>
            </p:cNvPr>
            <p:cNvSpPr/>
            <p:nvPr/>
          </p:nvSpPr>
          <p:spPr>
            <a:xfrm>
              <a:off x="126837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16" name="Right Triangle 15">
              <a:extLst>
                <a:ext uri="{FF2B5EF4-FFF2-40B4-BE49-F238E27FC236}">
                  <a16:creationId xmlns:a16="http://schemas.microsoft.com/office/drawing/2014/main" id="{4737E510-CBAA-F20E-A3A9-483D5477DE53}"/>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 name="Group 16">
              <a:extLst>
                <a:ext uri="{FF2B5EF4-FFF2-40B4-BE49-F238E27FC236}">
                  <a16:creationId xmlns:a16="http://schemas.microsoft.com/office/drawing/2014/main" id="{AB0447D7-F6AD-792E-FC89-4A68940471B6}"/>
                </a:ext>
              </a:extLst>
            </p:cNvPr>
            <p:cNvGrpSpPr/>
            <p:nvPr/>
          </p:nvGrpSpPr>
          <p:grpSpPr>
            <a:xfrm>
              <a:off x="1938974" y="2986444"/>
              <a:ext cx="37817" cy="61390"/>
              <a:chOff x="3883481" y="2057400"/>
              <a:chExt cx="1608363" cy="2652031"/>
            </a:xfrm>
            <a:solidFill>
              <a:srgbClr val="A6A6A6"/>
            </a:solidFill>
          </p:grpSpPr>
          <p:sp>
            <p:nvSpPr>
              <p:cNvPr id="18" name="Oval 27">
                <a:extLst>
                  <a:ext uri="{FF2B5EF4-FFF2-40B4-BE49-F238E27FC236}">
                    <a16:creationId xmlns:a16="http://schemas.microsoft.com/office/drawing/2014/main" id="{13DB6D93-D5CB-80EB-224C-38A859E8408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Oval 28">
                <a:extLst>
                  <a:ext uri="{FF2B5EF4-FFF2-40B4-BE49-F238E27FC236}">
                    <a16:creationId xmlns:a16="http://schemas.microsoft.com/office/drawing/2014/main" id="{2B621677-C017-A3C4-32F4-385BB34040E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 name="Group 19">
            <a:extLst>
              <a:ext uri="{FF2B5EF4-FFF2-40B4-BE49-F238E27FC236}">
                <a16:creationId xmlns:a16="http://schemas.microsoft.com/office/drawing/2014/main" id="{FE1BC298-9A57-E074-D774-DE242F282837}"/>
              </a:ext>
            </a:extLst>
          </p:cNvPr>
          <p:cNvGrpSpPr/>
          <p:nvPr/>
        </p:nvGrpSpPr>
        <p:grpSpPr>
          <a:xfrm>
            <a:off x="2099602" y="5136552"/>
            <a:ext cx="721206" cy="609701"/>
            <a:chOff x="2099602" y="5136552"/>
            <a:chExt cx="721206" cy="609701"/>
          </a:xfrm>
        </p:grpSpPr>
        <p:sp>
          <p:nvSpPr>
            <p:cNvPr id="21" name="Rectangle 20">
              <a:extLst>
                <a:ext uri="{FF2B5EF4-FFF2-40B4-BE49-F238E27FC236}">
                  <a16:creationId xmlns:a16="http://schemas.microsoft.com/office/drawing/2014/main" id="{78BD8EEE-D189-FE5E-1024-11191A5428B9}"/>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22" name="Right Triangle 21">
              <a:extLst>
                <a:ext uri="{FF2B5EF4-FFF2-40B4-BE49-F238E27FC236}">
                  <a16:creationId xmlns:a16="http://schemas.microsoft.com/office/drawing/2014/main" id="{55AD9D4D-5A44-150E-3E8B-B6C9DDE2F18E}"/>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3" name="Group 22">
              <a:extLst>
                <a:ext uri="{FF2B5EF4-FFF2-40B4-BE49-F238E27FC236}">
                  <a16:creationId xmlns:a16="http://schemas.microsoft.com/office/drawing/2014/main" id="{4D662781-DB83-792E-9C90-DB91B0039E86}"/>
                </a:ext>
              </a:extLst>
            </p:cNvPr>
            <p:cNvGrpSpPr/>
            <p:nvPr/>
          </p:nvGrpSpPr>
          <p:grpSpPr>
            <a:xfrm>
              <a:off x="2765664" y="5151370"/>
              <a:ext cx="37817" cy="61390"/>
              <a:chOff x="3883481" y="2057400"/>
              <a:chExt cx="1608363" cy="2652031"/>
            </a:xfrm>
            <a:solidFill>
              <a:srgbClr val="A6A6A6"/>
            </a:solidFill>
          </p:grpSpPr>
          <p:sp>
            <p:nvSpPr>
              <p:cNvPr id="24" name="Oval 27">
                <a:extLst>
                  <a:ext uri="{FF2B5EF4-FFF2-40B4-BE49-F238E27FC236}">
                    <a16:creationId xmlns:a16="http://schemas.microsoft.com/office/drawing/2014/main" id="{FFFA5C82-4B94-F6A5-EF96-223270F770C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Oval 28">
                <a:extLst>
                  <a:ext uri="{FF2B5EF4-FFF2-40B4-BE49-F238E27FC236}">
                    <a16:creationId xmlns:a16="http://schemas.microsoft.com/office/drawing/2014/main" id="{0AA51792-7086-C35F-827E-778AD376728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 name="Group 25">
            <a:extLst>
              <a:ext uri="{FF2B5EF4-FFF2-40B4-BE49-F238E27FC236}">
                <a16:creationId xmlns:a16="http://schemas.microsoft.com/office/drawing/2014/main" id="{1E6BAC41-0ADC-1C79-EEA9-D5A646C0FFB3}"/>
              </a:ext>
            </a:extLst>
          </p:cNvPr>
          <p:cNvGrpSpPr/>
          <p:nvPr/>
        </p:nvGrpSpPr>
        <p:grpSpPr>
          <a:xfrm>
            <a:off x="2100388" y="4419620"/>
            <a:ext cx="721206" cy="609701"/>
            <a:chOff x="2100388" y="4419620"/>
            <a:chExt cx="721206" cy="609701"/>
          </a:xfrm>
        </p:grpSpPr>
        <p:sp>
          <p:nvSpPr>
            <p:cNvPr id="27" name="Rectangle 26">
              <a:extLst>
                <a:ext uri="{FF2B5EF4-FFF2-40B4-BE49-F238E27FC236}">
                  <a16:creationId xmlns:a16="http://schemas.microsoft.com/office/drawing/2014/main" id="{8AF9729D-03CE-A3AD-E653-405E188D7A21}"/>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28" name="Right Triangle 27">
              <a:extLst>
                <a:ext uri="{FF2B5EF4-FFF2-40B4-BE49-F238E27FC236}">
                  <a16:creationId xmlns:a16="http://schemas.microsoft.com/office/drawing/2014/main" id="{6E629BFA-DC2D-30C2-3CD0-35E74B7C2EE8}"/>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9" name="Group 28">
              <a:extLst>
                <a:ext uri="{FF2B5EF4-FFF2-40B4-BE49-F238E27FC236}">
                  <a16:creationId xmlns:a16="http://schemas.microsoft.com/office/drawing/2014/main" id="{90BDFD7E-4226-2F3D-EE63-AD7A2D798243}"/>
                </a:ext>
              </a:extLst>
            </p:cNvPr>
            <p:cNvGrpSpPr/>
            <p:nvPr/>
          </p:nvGrpSpPr>
          <p:grpSpPr>
            <a:xfrm>
              <a:off x="2769861" y="4434438"/>
              <a:ext cx="37817" cy="61390"/>
              <a:chOff x="3883481" y="2057400"/>
              <a:chExt cx="1608363" cy="2652031"/>
            </a:xfrm>
            <a:solidFill>
              <a:srgbClr val="A6A6A6"/>
            </a:solidFill>
          </p:grpSpPr>
          <p:sp>
            <p:nvSpPr>
              <p:cNvPr id="30" name="Oval 27">
                <a:extLst>
                  <a:ext uri="{FF2B5EF4-FFF2-40B4-BE49-F238E27FC236}">
                    <a16:creationId xmlns:a16="http://schemas.microsoft.com/office/drawing/2014/main" id="{13668709-95A9-2591-25CC-A1BCA908191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Oval 28">
                <a:extLst>
                  <a:ext uri="{FF2B5EF4-FFF2-40B4-BE49-F238E27FC236}">
                    <a16:creationId xmlns:a16="http://schemas.microsoft.com/office/drawing/2014/main" id="{48FBFBA6-041A-78C6-B4CE-31EDD8D0345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8" name="Group 37">
            <a:extLst>
              <a:ext uri="{FF2B5EF4-FFF2-40B4-BE49-F238E27FC236}">
                <a16:creationId xmlns:a16="http://schemas.microsoft.com/office/drawing/2014/main" id="{27136627-9BFB-88E3-DD2A-4D67AC68F509}"/>
              </a:ext>
            </a:extLst>
          </p:cNvPr>
          <p:cNvGrpSpPr/>
          <p:nvPr/>
        </p:nvGrpSpPr>
        <p:grpSpPr>
          <a:xfrm>
            <a:off x="4615774" y="3698231"/>
            <a:ext cx="721206" cy="609701"/>
            <a:chOff x="4615774" y="3698231"/>
            <a:chExt cx="721206" cy="609701"/>
          </a:xfrm>
        </p:grpSpPr>
        <p:sp>
          <p:nvSpPr>
            <p:cNvPr id="39" name="Rectangle 38">
              <a:hlinkHover r:id="" action="ppaction://noaction" highlightClick="1"/>
              <a:extLst>
                <a:ext uri="{FF2B5EF4-FFF2-40B4-BE49-F238E27FC236}">
                  <a16:creationId xmlns:a16="http://schemas.microsoft.com/office/drawing/2014/main" id="{E1FEA356-5AF8-F97E-2FD0-75AFD01FAD02}"/>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40" name="Oval 39">
              <a:extLst>
                <a:ext uri="{FF2B5EF4-FFF2-40B4-BE49-F238E27FC236}">
                  <a16:creationId xmlns:a16="http://schemas.microsoft.com/office/drawing/2014/main" id="{388FD67D-E4C6-A6DC-F344-DB2DB00846FB}"/>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 name="Isosceles Triangle 648">
              <a:extLst>
                <a:ext uri="{FF2B5EF4-FFF2-40B4-BE49-F238E27FC236}">
                  <a16:creationId xmlns:a16="http://schemas.microsoft.com/office/drawing/2014/main" id="{F541DBBA-DE50-500C-F49C-E1EDEA8D95FB}"/>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 name="Group 45">
            <a:extLst>
              <a:ext uri="{FF2B5EF4-FFF2-40B4-BE49-F238E27FC236}">
                <a16:creationId xmlns:a16="http://schemas.microsoft.com/office/drawing/2014/main" id="{E097CB93-3084-3C3D-6D30-8917A41FB2C9}"/>
              </a:ext>
            </a:extLst>
          </p:cNvPr>
          <p:cNvGrpSpPr/>
          <p:nvPr/>
        </p:nvGrpSpPr>
        <p:grpSpPr>
          <a:xfrm>
            <a:off x="2928745" y="5138012"/>
            <a:ext cx="724141" cy="609701"/>
            <a:chOff x="4615447" y="2974054"/>
            <a:chExt cx="724141" cy="609701"/>
          </a:xfrm>
        </p:grpSpPr>
        <p:sp>
          <p:nvSpPr>
            <p:cNvPr id="47" name="Rectangle 46">
              <a:extLst>
                <a:ext uri="{FF2B5EF4-FFF2-40B4-BE49-F238E27FC236}">
                  <a16:creationId xmlns:a16="http://schemas.microsoft.com/office/drawing/2014/main" id="{E13B64AB-008F-5AEE-8897-14AE00FAF1D3}"/>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48" name="Right Triangle 47">
              <a:extLst>
                <a:ext uri="{FF2B5EF4-FFF2-40B4-BE49-F238E27FC236}">
                  <a16:creationId xmlns:a16="http://schemas.microsoft.com/office/drawing/2014/main" id="{22FD5884-9192-EFD0-3076-7575D7360B12}"/>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9" name="Group 48">
              <a:extLst>
                <a:ext uri="{FF2B5EF4-FFF2-40B4-BE49-F238E27FC236}">
                  <a16:creationId xmlns:a16="http://schemas.microsoft.com/office/drawing/2014/main" id="{35EE9B6A-A42F-4058-3157-A06D35F554D1}"/>
                </a:ext>
              </a:extLst>
            </p:cNvPr>
            <p:cNvGrpSpPr/>
            <p:nvPr/>
          </p:nvGrpSpPr>
          <p:grpSpPr>
            <a:xfrm>
              <a:off x="5288977" y="2982563"/>
              <a:ext cx="37817" cy="61390"/>
              <a:chOff x="3883481" y="2057400"/>
              <a:chExt cx="1608363" cy="2652031"/>
            </a:xfrm>
            <a:solidFill>
              <a:srgbClr val="A6A6A6"/>
            </a:solidFill>
          </p:grpSpPr>
          <p:sp>
            <p:nvSpPr>
              <p:cNvPr id="50" name="Oval 27">
                <a:extLst>
                  <a:ext uri="{FF2B5EF4-FFF2-40B4-BE49-F238E27FC236}">
                    <a16:creationId xmlns:a16="http://schemas.microsoft.com/office/drawing/2014/main" id="{3A055520-0A25-315A-FD38-1328B2583F1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 name="Oval 28">
                <a:extLst>
                  <a:ext uri="{FF2B5EF4-FFF2-40B4-BE49-F238E27FC236}">
                    <a16:creationId xmlns:a16="http://schemas.microsoft.com/office/drawing/2014/main" id="{C28403CF-D22A-0E40-1FD0-DFE6E207B49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2" name="Group 51">
            <a:extLst>
              <a:ext uri="{FF2B5EF4-FFF2-40B4-BE49-F238E27FC236}">
                <a16:creationId xmlns:a16="http://schemas.microsoft.com/office/drawing/2014/main" id="{9EB012C4-C5EF-796F-71EE-4A849CF246FF}"/>
              </a:ext>
            </a:extLst>
          </p:cNvPr>
          <p:cNvGrpSpPr/>
          <p:nvPr/>
        </p:nvGrpSpPr>
        <p:grpSpPr>
          <a:xfrm>
            <a:off x="3776511" y="2974054"/>
            <a:ext cx="724141" cy="609701"/>
            <a:chOff x="3776511" y="2974054"/>
            <a:chExt cx="724141" cy="609701"/>
          </a:xfrm>
        </p:grpSpPr>
        <p:sp>
          <p:nvSpPr>
            <p:cNvPr id="53" name="Rectangle 52">
              <a:extLst>
                <a:ext uri="{FF2B5EF4-FFF2-40B4-BE49-F238E27FC236}">
                  <a16:creationId xmlns:a16="http://schemas.microsoft.com/office/drawing/2014/main" id="{A69ED621-7403-A972-1250-B935B2878633}"/>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54" name="Right Triangle 53">
              <a:extLst>
                <a:ext uri="{FF2B5EF4-FFF2-40B4-BE49-F238E27FC236}">
                  <a16:creationId xmlns:a16="http://schemas.microsoft.com/office/drawing/2014/main" id="{495BC5C8-2EA1-4880-E6DF-D417E3106C28}"/>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5" name="Group 54">
              <a:extLst>
                <a:ext uri="{FF2B5EF4-FFF2-40B4-BE49-F238E27FC236}">
                  <a16:creationId xmlns:a16="http://schemas.microsoft.com/office/drawing/2014/main" id="{330075AD-C48C-5B8B-DF54-91524A6D39A0}"/>
                </a:ext>
              </a:extLst>
            </p:cNvPr>
            <p:cNvGrpSpPr/>
            <p:nvPr/>
          </p:nvGrpSpPr>
          <p:grpSpPr>
            <a:xfrm>
              <a:off x="4450041" y="2982563"/>
              <a:ext cx="37817" cy="61390"/>
              <a:chOff x="3883481" y="2057400"/>
              <a:chExt cx="1608363" cy="2652031"/>
            </a:xfrm>
            <a:solidFill>
              <a:srgbClr val="A6A6A6"/>
            </a:solidFill>
          </p:grpSpPr>
          <p:sp>
            <p:nvSpPr>
              <p:cNvPr id="56" name="Oval 27">
                <a:extLst>
                  <a:ext uri="{FF2B5EF4-FFF2-40B4-BE49-F238E27FC236}">
                    <a16:creationId xmlns:a16="http://schemas.microsoft.com/office/drawing/2014/main" id="{479C6A7C-25A1-C593-B0AE-02F550C9FB1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 name="Oval 28">
                <a:extLst>
                  <a:ext uri="{FF2B5EF4-FFF2-40B4-BE49-F238E27FC236}">
                    <a16:creationId xmlns:a16="http://schemas.microsoft.com/office/drawing/2014/main" id="{D0816458-C29C-88CF-A7AD-ABD67AB87AC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8" name="Group 57">
            <a:extLst>
              <a:ext uri="{FF2B5EF4-FFF2-40B4-BE49-F238E27FC236}">
                <a16:creationId xmlns:a16="http://schemas.microsoft.com/office/drawing/2014/main" id="{BE9CFEDF-0BEB-B2AF-72F6-94DB2A1F935C}"/>
              </a:ext>
            </a:extLst>
          </p:cNvPr>
          <p:cNvGrpSpPr/>
          <p:nvPr/>
        </p:nvGrpSpPr>
        <p:grpSpPr>
          <a:xfrm>
            <a:off x="7113074" y="816139"/>
            <a:ext cx="721206" cy="609701"/>
            <a:chOff x="7957576" y="811556"/>
            <a:chExt cx="721206" cy="609701"/>
          </a:xfrm>
        </p:grpSpPr>
        <p:sp>
          <p:nvSpPr>
            <p:cNvPr id="59" name="Rectangle 58">
              <a:extLst>
                <a:ext uri="{FF2B5EF4-FFF2-40B4-BE49-F238E27FC236}">
                  <a16:creationId xmlns:a16="http://schemas.microsoft.com/office/drawing/2014/main" id="{96A22CD5-B6D1-75DA-46B9-07482B412B98}"/>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60" name="Rectangle 59">
              <a:extLst>
                <a:ext uri="{FF2B5EF4-FFF2-40B4-BE49-F238E27FC236}">
                  <a16:creationId xmlns:a16="http://schemas.microsoft.com/office/drawing/2014/main" id="{670DAF6E-75F0-6A10-2FA8-2835EAA1484E}"/>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 name="Oval 15">
              <a:extLst>
                <a:ext uri="{FF2B5EF4-FFF2-40B4-BE49-F238E27FC236}">
                  <a16:creationId xmlns:a16="http://schemas.microsoft.com/office/drawing/2014/main" id="{679C8E14-0588-853B-9D0B-2C61FD632089}"/>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2" name="Straight Connector 61">
              <a:extLst>
                <a:ext uri="{FF2B5EF4-FFF2-40B4-BE49-F238E27FC236}">
                  <a16:creationId xmlns:a16="http://schemas.microsoft.com/office/drawing/2014/main" id="{8E7DCC54-E46F-8497-DE3B-46A7CC8161BC}"/>
                </a:ext>
              </a:extLst>
            </p:cNvPr>
            <p:cNvCxnSpPr>
              <a:cxnSpLocks/>
              <a:stCxn id="61"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3" name="Straight Connector 62">
              <a:extLst>
                <a:ext uri="{FF2B5EF4-FFF2-40B4-BE49-F238E27FC236}">
                  <a16:creationId xmlns:a16="http://schemas.microsoft.com/office/drawing/2014/main" id="{7E1151F4-BF2B-5655-99ED-D7CAEDAB4117}"/>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28" name="Group 1927">
            <a:extLst>
              <a:ext uri="{FF2B5EF4-FFF2-40B4-BE49-F238E27FC236}">
                <a16:creationId xmlns:a16="http://schemas.microsoft.com/office/drawing/2014/main" id="{3A567D3B-3E85-DA67-B6B3-3490EE8186E5}"/>
              </a:ext>
            </a:extLst>
          </p:cNvPr>
          <p:cNvGrpSpPr/>
          <p:nvPr/>
        </p:nvGrpSpPr>
        <p:grpSpPr>
          <a:xfrm>
            <a:off x="8807246" y="1508831"/>
            <a:ext cx="721206" cy="609701"/>
            <a:chOff x="8807246" y="1532278"/>
            <a:chExt cx="721206" cy="609701"/>
          </a:xfrm>
        </p:grpSpPr>
        <p:sp>
          <p:nvSpPr>
            <p:cNvPr id="1929" name="Rectangle 1928">
              <a:hlinkHover r:id="" action="ppaction://noaction" highlightClick="1"/>
              <a:extLst>
                <a:ext uri="{FF2B5EF4-FFF2-40B4-BE49-F238E27FC236}">
                  <a16:creationId xmlns:a16="http://schemas.microsoft.com/office/drawing/2014/main" id="{A3E77D28-0188-260E-0E00-D297F992CD96}"/>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1930" name="Oval 1929">
              <a:extLst>
                <a:ext uri="{FF2B5EF4-FFF2-40B4-BE49-F238E27FC236}">
                  <a16:creationId xmlns:a16="http://schemas.microsoft.com/office/drawing/2014/main" id="{4D53336B-9C23-F1D0-8CA9-CFFB9B3707EB}"/>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31" name="Isosceles Triangle 648">
              <a:extLst>
                <a:ext uri="{FF2B5EF4-FFF2-40B4-BE49-F238E27FC236}">
                  <a16:creationId xmlns:a16="http://schemas.microsoft.com/office/drawing/2014/main" id="{5567F482-6167-858B-A524-D52F2126803A}"/>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932" name="Group 1931">
            <a:extLst>
              <a:ext uri="{FF2B5EF4-FFF2-40B4-BE49-F238E27FC236}">
                <a16:creationId xmlns:a16="http://schemas.microsoft.com/office/drawing/2014/main" id="{433BF31D-4F6E-B6AD-13F1-3DC8FA5C118C}"/>
              </a:ext>
            </a:extLst>
          </p:cNvPr>
          <p:cNvGrpSpPr/>
          <p:nvPr/>
        </p:nvGrpSpPr>
        <p:grpSpPr>
          <a:xfrm>
            <a:off x="11356242" y="1508829"/>
            <a:ext cx="721206" cy="609701"/>
            <a:chOff x="11356242" y="1532276"/>
            <a:chExt cx="721206" cy="609701"/>
          </a:xfrm>
        </p:grpSpPr>
        <p:sp>
          <p:nvSpPr>
            <p:cNvPr id="1933" name="Rectangle 1932">
              <a:hlinkHover r:id="" action="ppaction://noaction" highlightClick="1"/>
              <a:extLst>
                <a:ext uri="{FF2B5EF4-FFF2-40B4-BE49-F238E27FC236}">
                  <a16:creationId xmlns:a16="http://schemas.microsoft.com/office/drawing/2014/main" id="{65374915-F5A3-5E12-FC70-5F707D997ADD}"/>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1934" name="Oval 1933">
              <a:extLst>
                <a:ext uri="{FF2B5EF4-FFF2-40B4-BE49-F238E27FC236}">
                  <a16:creationId xmlns:a16="http://schemas.microsoft.com/office/drawing/2014/main" id="{7D04F8DD-5DEA-DFE8-E458-4AE1B9D29454}"/>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35" name="Isosceles Triangle 648">
              <a:extLst>
                <a:ext uri="{FF2B5EF4-FFF2-40B4-BE49-F238E27FC236}">
                  <a16:creationId xmlns:a16="http://schemas.microsoft.com/office/drawing/2014/main" id="{34548F87-B9C2-C854-BAAC-50AC39AAE943}"/>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
        <p:nvSpPr>
          <p:cNvPr id="1948" name="Rectangle 1947">
            <a:hlinkClick r:id="rId4" action="ppaction://hlinksldjump"/>
            <a:hlinkHover r:id="rId4" action="ppaction://hlinksldjump"/>
            <a:extLst>
              <a:ext uri="{FF2B5EF4-FFF2-40B4-BE49-F238E27FC236}">
                <a16:creationId xmlns:a16="http://schemas.microsoft.com/office/drawing/2014/main" id="{8E99B534-8F21-807A-7A8E-1895FC673286}"/>
              </a:ext>
            </a:extLst>
          </p:cNvPr>
          <p:cNvSpPr/>
          <p:nvPr/>
        </p:nvSpPr>
        <p:spPr>
          <a:xfrm>
            <a:off x="299024"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1949" name="Rectangle 1948">
            <a:hlinkClick r:id="rId5" action="ppaction://hlinksldjump"/>
            <a:hlinkHover r:id="rId5" action="ppaction://hlinksldjump"/>
            <a:extLst>
              <a:ext uri="{FF2B5EF4-FFF2-40B4-BE49-F238E27FC236}">
                <a16:creationId xmlns:a16="http://schemas.microsoft.com/office/drawing/2014/main" id="{F4318AE4-5E58-8619-7BED-3EB2362562A5}"/>
              </a:ext>
            </a:extLst>
          </p:cNvPr>
          <p:cNvSpPr/>
          <p:nvPr/>
        </p:nvSpPr>
        <p:spPr>
          <a:xfrm>
            <a:off x="1975955"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1950" name="Rectangle 1949">
            <a:hlinkClick r:id="rId6" action="ppaction://hlinksldjump"/>
            <a:hlinkHover r:id="rId6" action="ppaction://hlinksldjump"/>
            <a:extLst>
              <a:ext uri="{FF2B5EF4-FFF2-40B4-BE49-F238E27FC236}">
                <a16:creationId xmlns:a16="http://schemas.microsoft.com/office/drawing/2014/main" id="{0942E1CE-3CD6-3600-D20F-6D129CB383AF}"/>
              </a:ext>
            </a:extLst>
          </p:cNvPr>
          <p:cNvSpPr/>
          <p:nvPr/>
        </p:nvSpPr>
        <p:spPr>
          <a:xfrm>
            <a:off x="3652886"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1951" name="Rectangle 1950">
            <a:hlinkClick r:id="rId7" action="ppaction://hlinksldjump"/>
            <a:hlinkHover r:id="rId7" action="ppaction://hlinksldjump"/>
            <a:extLst>
              <a:ext uri="{FF2B5EF4-FFF2-40B4-BE49-F238E27FC236}">
                <a16:creationId xmlns:a16="http://schemas.microsoft.com/office/drawing/2014/main" id="{AC9226EB-21EB-9204-5812-3078CEA42290}"/>
              </a:ext>
            </a:extLst>
          </p:cNvPr>
          <p:cNvSpPr/>
          <p:nvPr/>
        </p:nvSpPr>
        <p:spPr>
          <a:xfrm>
            <a:off x="5329817" y="5802160"/>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1952" name="Rectangle 1951">
            <a:hlinkClick r:id="rId8" action="ppaction://hlinksldjump"/>
            <a:hlinkHover r:id="rId8" action="ppaction://hlinksldjump"/>
            <a:extLst>
              <a:ext uri="{FF2B5EF4-FFF2-40B4-BE49-F238E27FC236}">
                <a16:creationId xmlns:a16="http://schemas.microsoft.com/office/drawing/2014/main" id="{26286C7D-053D-5BF8-4DC0-D402137A3E09}"/>
              </a:ext>
            </a:extLst>
          </p:cNvPr>
          <p:cNvSpPr/>
          <p:nvPr/>
        </p:nvSpPr>
        <p:spPr>
          <a:xfrm>
            <a:off x="7107720" y="5802160"/>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953" name="Rectangle 1952">
            <a:hlinkClick r:id="rId9" action="ppaction://hlinksldjump"/>
            <a:hlinkHover r:id="rId9" action="ppaction://hlinksldjump"/>
            <a:extLst>
              <a:ext uri="{FF2B5EF4-FFF2-40B4-BE49-F238E27FC236}">
                <a16:creationId xmlns:a16="http://schemas.microsoft.com/office/drawing/2014/main" id="{BCA289DF-A149-FAED-30B6-0DB12783E831}"/>
              </a:ext>
            </a:extLst>
          </p:cNvPr>
          <p:cNvSpPr/>
          <p:nvPr/>
        </p:nvSpPr>
        <p:spPr>
          <a:xfrm>
            <a:off x="3652886"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1954" name="Rectangle 1953">
            <a:hlinkClick r:id="rId10" action="ppaction://hlinksldjump"/>
            <a:hlinkHover r:id="rId10" action="ppaction://hlinksldjump"/>
            <a:extLst>
              <a:ext uri="{FF2B5EF4-FFF2-40B4-BE49-F238E27FC236}">
                <a16:creationId xmlns:a16="http://schemas.microsoft.com/office/drawing/2014/main" id="{0D838F3F-C354-C1E0-59B0-6F8199A8BECB}"/>
              </a:ext>
            </a:extLst>
          </p:cNvPr>
          <p:cNvSpPr/>
          <p:nvPr/>
        </p:nvSpPr>
        <p:spPr>
          <a:xfrm>
            <a:off x="7107721" y="6284246"/>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955" name="Rectangle 1954">
            <a:hlinkClick r:id="rId11" action="ppaction://hlinksldjump"/>
            <a:hlinkHover r:id="rId11" action="ppaction://hlinksldjump"/>
            <a:extLst>
              <a:ext uri="{FF2B5EF4-FFF2-40B4-BE49-F238E27FC236}">
                <a16:creationId xmlns:a16="http://schemas.microsoft.com/office/drawing/2014/main" id="{78D42354-AB20-462E-B18D-399E1C577C81}"/>
              </a:ext>
            </a:extLst>
          </p:cNvPr>
          <p:cNvSpPr/>
          <p:nvPr/>
        </p:nvSpPr>
        <p:spPr>
          <a:xfrm>
            <a:off x="10811623" y="5796447"/>
            <a:ext cx="1301668" cy="957208"/>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1956" name="Rectangle 1955">
            <a:hlinkClick r:id="rId12" action="ppaction://hlinksldjump"/>
            <a:hlinkHover r:id="rId12" action="ppaction://hlinksldjump"/>
            <a:extLst>
              <a:ext uri="{FF2B5EF4-FFF2-40B4-BE49-F238E27FC236}">
                <a16:creationId xmlns:a16="http://schemas.microsoft.com/office/drawing/2014/main" id="{A445C935-54D4-FC4F-747B-2BBB3B9DD799}"/>
              </a:ext>
            </a:extLst>
          </p:cNvPr>
          <p:cNvSpPr/>
          <p:nvPr/>
        </p:nvSpPr>
        <p:spPr>
          <a:xfrm>
            <a:off x="299024" y="6299063"/>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958" name="Rectangle 1957">
            <a:hlinkClick r:id="rId13" action="ppaction://hlinksldjump"/>
            <a:hlinkHover r:id="rId13" action="ppaction://hlinksldjump"/>
            <a:extLst>
              <a:ext uri="{FF2B5EF4-FFF2-40B4-BE49-F238E27FC236}">
                <a16:creationId xmlns:a16="http://schemas.microsoft.com/office/drawing/2014/main" id="{0D72DD72-98D7-C7F9-B17C-4B0F92690F40}"/>
              </a:ext>
            </a:extLst>
          </p:cNvPr>
          <p:cNvSpPr/>
          <p:nvPr/>
        </p:nvSpPr>
        <p:spPr>
          <a:xfrm>
            <a:off x="1975955"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959" name="Rectangle 1958">
            <a:hlinkClick r:id="rId14" action="ppaction://hlinksldjump"/>
            <a:hlinkHover r:id="rId14" action="ppaction://hlinksldjump"/>
            <a:extLst>
              <a:ext uri="{FF2B5EF4-FFF2-40B4-BE49-F238E27FC236}">
                <a16:creationId xmlns:a16="http://schemas.microsoft.com/office/drawing/2014/main" id="{043C44A8-4C4D-F7C9-0D88-FFD60B674228}"/>
              </a:ext>
            </a:extLst>
          </p:cNvPr>
          <p:cNvSpPr/>
          <p:nvPr/>
        </p:nvSpPr>
        <p:spPr>
          <a:xfrm>
            <a:off x="5329817" y="6284246"/>
            <a:ext cx="1738529" cy="454591"/>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Purview Suite</a:t>
            </a:r>
          </a:p>
        </p:txBody>
      </p:sp>
      <p:grpSp>
        <p:nvGrpSpPr>
          <p:cNvPr id="1351" name="Group 1350">
            <a:extLst>
              <a:ext uri="{FF2B5EF4-FFF2-40B4-BE49-F238E27FC236}">
                <a16:creationId xmlns:a16="http://schemas.microsoft.com/office/drawing/2014/main" id="{A6D35E15-A418-59E2-693E-41C1F57B339E}"/>
              </a:ext>
            </a:extLst>
          </p:cNvPr>
          <p:cNvGrpSpPr/>
          <p:nvPr/>
        </p:nvGrpSpPr>
        <p:grpSpPr>
          <a:xfrm>
            <a:off x="7905566" y="751337"/>
            <a:ext cx="3396155" cy="4999377"/>
            <a:chOff x="7905566" y="751337"/>
            <a:chExt cx="3396155" cy="4999377"/>
          </a:xfrm>
        </p:grpSpPr>
        <p:cxnSp>
          <p:nvCxnSpPr>
            <p:cNvPr id="1357" name="Straight Connector 1356">
              <a:extLst>
                <a:ext uri="{FF2B5EF4-FFF2-40B4-BE49-F238E27FC236}">
                  <a16:creationId xmlns:a16="http://schemas.microsoft.com/office/drawing/2014/main" id="{F71414CB-A1E9-6373-3677-F78B95AFFB9B}"/>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3" name="Straight Connector 1362">
              <a:extLst>
                <a:ext uri="{FF2B5EF4-FFF2-40B4-BE49-F238E27FC236}">
                  <a16:creationId xmlns:a16="http://schemas.microsoft.com/office/drawing/2014/main" id="{35AC883F-BEF2-023E-6964-52D6F78DA059}"/>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9" name="Straight Connector 1368">
              <a:extLst>
                <a:ext uri="{FF2B5EF4-FFF2-40B4-BE49-F238E27FC236}">
                  <a16:creationId xmlns:a16="http://schemas.microsoft.com/office/drawing/2014/main" id="{8EFBEDF1-E820-A5E6-F86E-C268262EE1CF}"/>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5" name="Straight Connector 1374">
              <a:extLst>
                <a:ext uri="{FF2B5EF4-FFF2-40B4-BE49-F238E27FC236}">
                  <a16:creationId xmlns:a16="http://schemas.microsoft.com/office/drawing/2014/main" id="{013A1A4F-B73F-9E96-108D-FCC9020B9AF2}"/>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81" name="Straight Connector 1380">
              <a:extLst>
                <a:ext uri="{FF2B5EF4-FFF2-40B4-BE49-F238E27FC236}">
                  <a16:creationId xmlns:a16="http://schemas.microsoft.com/office/drawing/2014/main" id="{72F23F44-9E2E-3A63-C33B-22D7644A13A8}"/>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87" name="Straight Connector 1386">
              <a:extLst>
                <a:ext uri="{FF2B5EF4-FFF2-40B4-BE49-F238E27FC236}">
                  <a16:creationId xmlns:a16="http://schemas.microsoft.com/office/drawing/2014/main" id="{686B77D1-70A7-36C6-47D8-C21EAD91B40A}"/>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3" name="Straight Connector 1392">
              <a:extLst>
                <a:ext uri="{FF2B5EF4-FFF2-40B4-BE49-F238E27FC236}">
                  <a16:creationId xmlns:a16="http://schemas.microsoft.com/office/drawing/2014/main" id="{CAD03FCD-8B4C-DE9D-7657-316C97C0CE45}"/>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345" name="Rectangle 1344">
            <a:hlinkHover r:id="rId15" action="ppaction://hlinksldjump"/>
            <a:extLst>
              <a:ext uri="{FF2B5EF4-FFF2-40B4-BE49-F238E27FC236}">
                <a16:creationId xmlns:a16="http://schemas.microsoft.com/office/drawing/2014/main" id="{BDA500B0-60D4-10FF-3BCD-EF38F76614CE}"/>
              </a:ext>
            </a:extLst>
          </p:cNvPr>
          <p:cNvSpPr/>
          <p:nvPr/>
        </p:nvSpPr>
        <p:spPr>
          <a:xfrm>
            <a:off x="8841667" y="5799653"/>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cxnSp>
        <p:nvCxnSpPr>
          <p:cNvPr id="1399" name="Straight Connector 1398">
            <a:extLst>
              <a:ext uri="{FF2B5EF4-FFF2-40B4-BE49-F238E27FC236}">
                <a16:creationId xmlns:a16="http://schemas.microsoft.com/office/drawing/2014/main" id="{0BC372E8-0BF2-156A-C50D-052EA8A5656A}"/>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957" name="Table 6">
            <a:extLst>
              <a:ext uri="{FF2B5EF4-FFF2-40B4-BE49-F238E27FC236}">
                <a16:creationId xmlns:a16="http://schemas.microsoft.com/office/drawing/2014/main" id="{F5128425-35EC-A2D7-96BF-726D19B16847}"/>
              </a:ext>
            </a:extLst>
          </p:cNvPr>
          <p:cNvGraphicFramePr>
            <a:graphicFrameLocks noGrp="1"/>
          </p:cNvGraphicFramePr>
          <p:nvPr>
            <p:extLst>
              <p:ext uri="{D42A27DB-BD31-4B8C-83A1-F6EECF244321}">
                <p14:modId xmlns:p14="http://schemas.microsoft.com/office/powerpoint/2010/main" val="3823884217"/>
              </p:ext>
            </p:extLst>
          </p:nvPr>
        </p:nvGraphicFramePr>
        <p:xfrm>
          <a:off x="4834829" y="3972541"/>
          <a:ext cx="5577964" cy="1208074"/>
        </p:xfrm>
        <a:graphic>
          <a:graphicData uri="http://schemas.openxmlformats.org/drawingml/2006/table">
            <a:tbl>
              <a:tblPr firstRow="1" bandRow="1">
                <a:tableStyleId>{5C22544A-7EE6-4342-B048-85BDC9FD1C3A}</a:tableStyleId>
              </a:tblPr>
              <a:tblGrid>
                <a:gridCol w="5577964">
                  <a:extLst>
                    <a:ext uri="{9D8B030D-6E8A-4147-A177-3AD203B41FA5}">
                      <a16:colId xmlns:a16="http://schemas.microsoft.com/office/drawing/2014/main" val="2071797905"/>
                    </a:ext>
                  </a:extLst>
                </a:gridCol>
              </a:tblGrid>
              <a:tr h="400997">
                <a:tc>
                  <a:txBody>
                    <a:bodyPr/>
                    <a:lstStyle/>
                    <a:p>
                      <a:r>
                        <a:rPr lang="en-GB" sz="1800" b="0"/>
                        <a:t>Information Protection &amp; Governance</a:t>
                      </a:r>
                    </a:p>
                  </a:txBody>
                  <a:tcPr marL="120299" marR="120299" marT="60149" marB="60149">
                    <a:solidFill>
                      <a:schemeClr val="accent6">
                        <a:lumMod val="75000"/>
                      </a:schemeClr>
                    </a:solidFill>
                  </a:tcPr>
                </a:tc>
                <a:extLst>
                  <a:ext uri="{0D108BD9-81ED-4DB2-BD59-A6C34878D82A}">
                    <a16:rowId xmlns:a16="http://schemas.microsoft.com/office/drawing/2014/main" val="1554338904"/>
                  </a:ext>
                </a:extLst>
              </a:tr>
              <a:tr h="400997">
                <a:tc>
                  <a:txBody>
                    <a:bodyPr/>
                    <a:lstStyle/>
                    <a:p>
                      <a:r>
                        <a:rPr lang="en-GB" sz="1800"/>
                        <a:t>Microsoft Purview Insider Risk Management</a:t>
                      </a:r>
                    </a:p>
                  </a:txBody>
                  <a:tcPr marL="120299" marR="120299" marT="60149" marB="60149">
                    <a:solidFill>
                      <a:schemeClr val="accent2"/>
                    </a:solidFill>
                  </a:tcPr>
                </a:tc>
                <a:extLst>
                  <a:ext uri="{0D108BD9-81ED-4DB2-BD59-A6C34878D82A}">
                    <a16:rowId xmlns:a16="http://schemas.microsoft.com/office/drawing/2014/main" val="1915558731"/>
                  </a:ext>
                </a:extLst>
              </a:tr>
              <a:tr h="406080">
                <a:tc>
                  <a:txBody>
                    <a:bodyPr/>
                    <a:lstStyle/>
                    <a:p>
                      <a:r>
                        <a:rPr lang="en-GB" sz="1800">
                          <a:solidFill>
                            <a:schemeClr val="bg1"/>
                          </a:solidFill>
                        </a:rPr>
                        <a:t>Discover and Respond</a:t>
                      </a:r>
                    </a:p>
                  </a:txBody>
                  <a:tcPr marL="120299" marR="120299" marT="60149" marB="60149">
                    <a:solidFill>
                      <a:srgbClr val="75547C"/>
                    </a:solidFill>
                  </a:tcPr>
                </a:tc>
                <a:extLst>
                  <a:ext uri="{0D108BD9-81ED-4DB2-BD59-A6C34878D82A}">
                    <a16:rowId xmlns:a16="http://schemas.microsoft.com/office/drawing/2014/main" val="1655914790"/>
                  </a:ext>
                </a:extLst>
              </a:tr>
            </a:tbl>
          </a:graphicData>
        </a:graphic>
      </p:graphicFrame>
      <p:grpSp>
        <p:nvGrpSpPr>
          <p:cNvPr id="1405" name="Group 1404">
            <a:extLst>
              <a:ext uri="{FF2B5EF4-FFF2-40B4-BE49-F238E27FC236}">
                <a16:creationId xmlns:a16="http://schemas.microsoft.com/office/drawing/2014/main" id="{4D36B54A-6DEE-7C20-404E-4C5AA70EF0F3}"/>
              </a:ext>
            </a:extLst>
          </p:cNvPr>
          <p:cNvGrpSpPr/>
          <p:nvPr/>
        </p:nvGrpSpPr>
        <p:grpSpPr>
          <a:xfrm>
            <a:off x="9651394" y="811173"/>
            <a:ext cx="721206" cy="609701"/>
            <a:chOff x="9657972" y="90836"/>
            <a:chExt cx="721206" cy="609701"/>
          </a:xfrm>
        </p:grpSpPr>
        <p:sp>
          <p:nvSpPr>
            <p:cNvPr id="896" name="Rectangle 895">
              <a:hlinkHover r:id="" action="ppaction://noaction" highlightClick="1"/>
              <a:extLst>
                <a:ext uri="{FF2B5EF4-FFF2-40B4-BE49-F238E27FC236}">
                  <a16:creationId xmlns:a16="http://schemas.microsoft.com/office/drawing/2014/main" id="{2ED8D14C-DD94-897D-5672-B976771B33B5}"/>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897" name="Diamond 896">
              <a:extLst>
                <a:ext uri="{FF2B5EF4-FFF2-40B4-BE49-F238E27FC236}">
                  <a16:creationId xmlns:a16="http://schemas.microsoft.com/office/drawing/2014/main" id="{7D260841-7324-81C1-28BD-0F8758CEFE5B}"/>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8" name="Oval 897">
              <a:extLst>
                <a:ext uri="{FF2B5EF4-FFF2-40B4-BE49-F238E27FC236}">
                  <a16:creationId xmlns:a16="http://schemas.microsoft.com/office/drawing/2014/main" id="{5C033C3C-EB9D-2C8D-3503-EA9C68A75090}"/>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9" name="Group 898">
            <a:extLst>
              <a:ext uri="{FF2B5EF4-FFF2-40B4-BE49-F238E27FC236}">
                <a16:creationId xmlns:a16="http://schemas.microsoft.com/office/drawing/2014/main" id="{4471DABC-0173-54D8-6B1C-0EBD53574D7E}"/>
              </a:ext>
            </a:extLst>
          </p:cNvPr>
          <p:cNvGrpSpPr/>
          <p:nvPr/>
        </p:nvGrpSpPr>
        <p:grpSpPr>
          <a:xfrm>
            <a:off x="10520479" y="90836"/>
            <a:ext cx="721206" cy="609701"/>
            <a:chOff x="10520479" y="90836"/>
            <a:chExt cx="721206" cy="609701"/>
          </a:xfrm>
        </p:grpSpPr>
        <p:sp>
          <p:nvSpPr>
            <p:cNvPr id="900" name="Rectangle 899">
              <a:hlinkHover r:id="" action="ppaction://noaction" highlightClick="1"/>
              <a:extLst>
                <a:ext uri="{FF2B5EF4-FFF2-40B4-BE49-F238E27FC236}">
                  <a16:creationId xmlns:a16="http://schemas.microsoft.com/office/drawing/2014/main" id="{BCF892A9-C05D-46CB-6E53-E74DA0BC0CCB}"/>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901" name="Oval 900">
              <a:extLst>
                <a:ext uri="{FF2B5EF4-FFF2-40B4-BE49-F238E27FC236}">
                  <a16:creationId xmlns:a16="http://schemas.microsoft.com/office/drawing/2014/main" id="{7A04C83F-3938-B09D-4A85-7B670F6825FD}"/>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2" name="Isosceles Triangle 648">
              <a:extLst>
                <a:ext uri="{FF2B5EF4-FFF2-40B4-BE49-F238E27FC236}">
                  <a16:creationId xmlns:a16="http://schemas.microsoft.com/office/drawing/2014/main" id="{BE2E7F3A-D586-7FBD-6582-43DE9F08D51B}"/>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3" name="Group 902">
            <a:extLst>
              <a:ext uri="{FF2B5EF4-FFF2-40B4-BE49-F238E27FC236}">
                <a16:creationId xmlns:a16="http://schemas.microsoft.com/office/drawing/2014/main" id="{BF999F65-3B47-BE81-936B-BE826F1B05BD}"/>
              </a:ext>
            </a:extLst>
          </p:cNvPr>
          <p:cNvGrpSpPr/>
          <p:nvPr/>
        </p:nvGrpSpPr>
        <p:grpSpPr>
          <a:xfrm>
            <a:off x="10506594" y="811556"/>
            <a:ext cx="721220" cy="609701"/>
            <a:chOff x="10506594" y="811556"/>
            <a:chExt cx="721220" cy="609701"/>
          </a:xfrm>
        </p:grpSpPr>
        <p:sp>
          <p:nvSpPr>
            <p:cNvPr id="904" name="Rectangle 903">
              <a:extLst>
                <a:ext uri="{FF2B5EF4-FFF2-40B4-BE49-F238E27FC236}">
                  <a16:creationId xmlns:a16="http://schemas.microsoft.com/office/drawing/2014/main" id="{B68391C1-BC04-8F9C-955D-761A27A69706}"/>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905" name="Rectangle 904">
              <a:extLst>
                <a:ext uri="{FF2B5EF4-FFF2-40B4-BE49-F238E27FC236}">
                  <a16:creationId xmlns:a16="http://schemas.microsoft.com/office/drawing/2014/main" id="{D03277D4-508E-132D-EC74-4F187E5FDEBB}"/>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6" name="Oval 15">
              <a:extLst>
                <a:ext uri="{FF2B5EF4-FFF2-40B4-BE49-F238E27FC236}">
                  <a16:creationId xmlns:a16="http://schemas.microsoft.com/office/drawing/2014/main" id="{DAD6BEE2-1923-B9F7-1AA4-42EDE2ABCF91}"/>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08" name="Straight Connector 907">
              <a:extLst>
                <a:ext uri="{FF2B5EF4-FFF2-40B4-BE49-F238E27FC236}">
                  <a16:creationId xmlns:a16="http://schemas.microsoft.com/office/drawing/2014/main" id="{BAE58D5A-8D05-AACB-1F74-A0054237D4CE}"/>
                </a:ext>
              </a:extLst>
            </p:cNvPr>
            <p:cNvCxnSpPr>
              <a:cxnSpLocks/>
              <a:stCxn id="906"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39" name="Straight Connector 938">
              <a:extLst>
                <a:ext uri="{FF2B5EF4-FFF2-40B4-BE49-F238E27FC236}">
                  <a16:creationId xmlns:a16="http://schemas.microsoft.com/office/drawing/2014/main" id="{F6EFCD94-DFE8-F013-A783-CBC934B91CFC}"/>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0" name="Group 939">
            <a:extLst>
              <a:ext uri="{FF2B5EF4-FFF2-40B4-BE49-F238E27FC236}">
                <a16:creationId xmlns:a16="http://schemas.microsoft.com/office/drawing/2014/main" id="{2C90B874-E993-9775-2F71-912840907671}"/>
              </a:ext>
            </a:extLst>
          </p:cNvPr>
          <p:cNvGrpSpPr/>
          <p:nvPr/>
        </p:nvGrpSpPr>
        <p:grpSpPr>
          <a:xfrm>
            <a:off x="10508723" y="1536662"/>
            <a:ext cx="721206" cy="609701"/>
            <a:chOff x="11356242" y="1532276"/>
            <a:chExt cx="721206" cy="609701"/>
          </a:xfrm>
        </p:grpSpPr>
        <p:sp>
          <p:nvSpPr>
            <p:cNvPr id="941" name="Rectangle 940">
              <a:hlinkHover r:id="" action="ppaction://noaction" highlightClick="1"/>
              <a:extLst>
                <a:ext uri="{FF2B5EF4-FFF2-40B4-BE49-F238E27FC236}">
                  <a16:creationId xmlns:a16="http://schemas.microsoft.com/office/drawing/2014/main" id="{A941FE1A-DD7F-8B93-316C-199213059B2F}"/>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942" name="Oval 941">
              <a:extLst>
                <a:ext uri="{FF2B5EF4-FFF2-40B4-BE49-F238E27FC236}">
                  <a16:creationId xmlns:a16="http://schemas.microsoft.com/office/drawing/2014/main" id="{09B9C8A9-BA71-B093-8D1F-885C8B5A05A3}"/>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11" name="Isosceles Triangle 648">
              <a:extLst>
                <a:ext uri="{FF2B5EF4-FFF2-40B4-BE49-F238E27FC236}">
                  <a16:creationId xmlns:a16="http://schemas.microsoft.com/office/drawing/2014/main" id="{266DF2D8-61BC-26BA-B402-E8FD64C88883}"/>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17" name="Group 1416">
            <a:extLst>
              <a:ext uri="{FF2B5EF4-FFF2-40B4-BE49-F238E27FC236}">
                <a16:creationId xmlns:a16="http://schemas.microsoft.com/office/drawing/2014/main" id="{5622759F-E073-D69E-6051-11679CF7F29A}"/>
              </a:ext>
            </a:extLst>
          </p:cNvPr>
          <p:cNvGrpSpPr/>
          <p:nvPr/>
        </p:nvGrpSpPr>
        <p:grpSpPr>
          <a:xfrm>
            <a:off x="7957576" y="2253333"/>
            <a:ext cx="721206" cy="609701"/>
            <a:chOff x="7957576" y="2253333"/>
            <a:chExt cx="721206" cy="609701"/>
          </a:xfrm>
        </p:grpSpPr>
        <p:sp>
          <p:nvSpPr>
            <p:cNvPr id="1441" name="Rectangle 1440">
              <a:extLst>
                <a:ext uri="{FF2B5EF4-FFF2-40B4-BE49-F238E27FC236}">
                  <a16:creationId xmlns:a16="http://schemas.microsoft.com/office/drawing/2014/main" id="{06998983-71A1-DAE1-36A9-582F77D73822}"/>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1442" name="Right Triangle 1441">
              <a:extLst>
                <a:ext uri="{FF2B5EF4-FFF2-40B4-BE49-F238E27FC236}">
                  <a16:creationId xmlns:a16="http://schemas.microsoft.com/office/drawing/2014/main" id="{77F7BF23-8E64-41D8-AC3E-1FBAD5533AD2}"/>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43" name="Group 1442">
              <a:extLst>
                <a:ext uri="{FF2B5EF4-FFF2-40B4-BE49-F238E27FC236}">
                  <a16:creationId xmlns:a16="http://schemas.microsoft.com/office/drawing/2014/main" id="{32272262-02A8-B789-D367-95AC4E45AD4A}"/>
                </a:ext>
              </a:extLst>
            </p:cNvPr>
            <p:cNvGrpSpPr/>
            <p:nvPr/>
          </p:nvGrpSpPr>
          <p:grpSpPr>
            <a:xfrm>
              <a:off x="8621953" y="2262661"/>
              <a:ext cx="37817" cy="61390"/>
              <a:chOff x="3883481" y="2057400"/>
              <a:chExt cx="1608363" cy="2652031"/>
            </a:xfrm>
            <a:solidFill>
              <a:srgbClr val="A6A6A6"/>
            </a:solidFill>
          </p:grpSpPr>
          <p:sp>
            <p:nvSpPr>
              <p:cNvPr id="1444" name="Oval 27">
                <a:extLst>
                  <a:ext uri="{FF2B5EF4-FFF2-40B4-BE49-F238E27FC236}">
                    <a16:creationId xmlns:a16="http://schemas.microsoft.com/office/drawing/2014/main" id="{DEE629B1-FF38-99DE-4AC1-83A7247018D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5" name="Oval 28">
                <a:extLst>
                  <a:ext uri="{FF2B5EF4-FFF2-40B4-BE49-F238E27FC236}">
                    <a16:creationId xmlns:a16="http://schemas.microsoft.com/office/drawing/2014/main" id="{76232106-BE38-D2C4-5BEC-2FA51526175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46" name="Group 1445">
            <a:extLst>
              <a:ext uri="{FF2B5EF4-FFF2-40B4-BE49-F238E27FC236}">
                <a16:creationId xmlns:a16="http://schemas.microsoft.com/office/drawing/2014/main" id="{A144B1CC-623E-41AB-A54A-2F85A10F1569}"/>
              </a:ext>
            </a:extLst>
          </p:cNvPr>
          <p:cNvGrpSpPr/>
          <p:nvPr/>
        </p:nvGrpSpPr>
        <p:grpSpPr>
          <a:xfrm>
            <a:off x="6283037" y="2264881"/>
            <a:ext cx="721206" cy="609702"/>
            <a:chOff x="8807242" y="2253333"/>
            <a:chExt cx="721206" cy="609702"/>
          </a:xfrm>
        </p:grpSpPr>
        <p:sp>
          <p:nvSpPr>
            <p:cNvPr id="1447" name="Rectangle 1446">
              <a:extLst>
                <a:ext uri="{FF2B5EF4-FFF2-40B4-BE49-F238E27FC236}">
                  <a16:creationId xmlns:a16="http://schemas.microsoft.com/office/drawing/2014/main" id="{BE8B5DB4-5869-99CB-2D89-D9DEE56D8B4C}"/>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1448" name="Right Triangle 1447">
              <a:extLst>
                <a:ext uri="{FF2B5EF4-FFF2-40B4-BE49-F238E27FC236}">
                  <a16:creationId xmlns:a16="http://schemas.microsoft.com/office/drawing/2014/main" id="{117408A0-C1FB-34B0-81E2-8DD21A156BCC}"/>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9" name="Oval 27">
              <a:extLst>
                <a:ext uri="{FF2B5EF4-FFF2-40B4-BE49-F238E27FC236}">
                  <a16:creationId xmlns:a16="http://schemas.microsoft.com/office/drawing/2014/main" id="{48DAFB97-088A-ED1C-F6D4-4EC7DC139B70}"/>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0" name="Oval 28">
              <a:extLst>
                <a:ext uri="{FF2B5EF4-FFF2-40B4-BE49-F238E27FC236}">
                  <a16:creationId xmlns:a16="http://schemas.microsoft.com/office/drawing/2014/main" id="{092A5719-849A-3424-867B-6E3057DC7C8A}"/>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51" name="Group 1450">
            <a:extLst>
              <a:ext uri="{FF2B5EF4-FFF2-40B4-BE49-F238E27FC236}">
                <a16:creationId xmlns:a16="http://schemas.microsoft.com/office/drawing/2014/main" id="{83843F89-8252-B057-9512-869318237370}"/>
              </a:ext>
            </a:extLst>
          </p:cNvPr>
          <p:cNvGrpSpPr/>
          <p:nvPr/>
        </p:nvGrpSpPr>
        <p:grpSpPr>
          <a:xfrm>
            <a:off x="11356557" y="2249491"/>
            <a:ext cx="721206" cy="609701"/>
            <a:chOff x="5451377" y="2253333"/>
            <a:chExt cx="721206" cy="609701"/>
          </a:xfrm>
        </p:grpSpPr>
        <p:sp>
          <p:nvSpPr>
            <p:cNvPr id="1452" name="Rectangle 1451">
              <a:extLst>
                <a:ext uri="{FF2B5EF4-FFF2-40B4-BE49-F238E27FC236}">
                  <a16:creationId xmlns:a16="http://schemas.microsoft.com/office/drawing/2014/main" id="{1F5E9541-936D-D860-0853-69FC1DC774AA}"/>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453" name="Right Triangle 1452">
              <a:extLst>
                <a:ext uri="{FF2B5EF4-FFF2-40B4-BE49-F238E27FC236}">
                  <a16:creationId xmlns:a16="http://schemas.microsoft.com/office/drawing/2014/main" id="{2397EDB3-1F75-449D-FC1E-494EC821DC77}"/>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54" name="Group 1453">
              <a:extLst>
                <a:ext uri="{FF2B5EF4-FFF2-40B4-BE49-F238E27FC236}">
                  <a16:creationId xmlns:a16="http://schemas.microsoft.com/office/drawing/2014/main" id="{63ECA276-45AC-8395-EC17-15C65835A11C}"/>
                </a:ext>
              </a:extLst>
            </p:cNvPr>
            <p:cNvGrpSpPr/>
            <p:nvPr/>
          </p:nvGrpSpPr>
          <p:grpSpPr>
            <a:xfrm>
              <a:off x="6116566" y="2264771"/>
              <a:ext cx="37817" cy="61390"/>
              <a:chOff x="3883481" y="2057400"/>
              <a:chExt cx="1608363" cy="2652031"/>
            </a:xfrm>
            <a:solidFill>
              <a:srgbClr val="A6A6A6"/>
            </a:solidFill>
          </p:grpSpPr>
          <p:sp>
            <p:nvSpPr>
              <p:cNvPr id="1455" name="Oval 27">
                <a:extLst>
                  <a:ext uri="{FF2B5EF4-FFF2-40B4-BE49-F238E27FC236}">
                    <a16:creationId xmlns:a16="http://schemas.microsoft.com/office/drawing/2014/main" id="{6103596F-BA16-33F2-1DF5-E92CDF16B35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6" name="Oval 28">
                <a:extLst>
                  <a:ext uri="{FF2B5EF4-FFF2-40B4-BE49-F238E27FC236}">
                    <a16:creationId xmlns:a16="http://schemas.microsoft.com/office/drawing/2014/main" id="{39B1DB71-D67C-D5C8-304F-3266C3DFD95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7" name="Group 1456">
            <a:extLst>
              <a:ext uri="{FF2B5EF4-FFF2-40B4-BE49-F238E27FC236}">
                <a16:creationId xmlns:a16="http://schemas.microsoft.com/office/drawing/2014/main" id="{A10F838E-686B-4607-4538-B5BCAB7CC754}"/>
              </a:ext>
            </a:extLst>
          </p:cNvPr>
          <p:cNvGrpSpPr/>
          <p:nvPr/>
        </p:nvGrpSpPr>
        <p:grpSpPr>
          <a:xfrm>
            <a:off x="5446483" y="2257175"/>
            <a:ext cx="721206" cy="609701"/>
            <a:chOff x="6287884" y="2253333"/>
            <a:chExt cx="721206" cy="609701"/>
          </a:xfrm>
        </p:grpSpPr>
        <p:sp>
          <p:nvSpPr>
            <p:cNvPr id="1458" name="Rectangle 1457">
              <a:extLst>
                <a:ext uri="{FF2B5EF4-FFF2-40B4-BE49-F238E27FC236}">
                  <a16:creationId xmlns:a16="http://schemas.microsoft.com/office/drawing/2014/main" id="{A072E294-8C55-DEBF-4CF0-ABE21BC0FAA6}"/>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459" name="Right Triangle 1458">
              <a:extLst>
                <a:ext uri="{FF2B5EF4-FFF2-40B4-BE49-F238E27FC236}">
                  <a16:creationId xmlns:a16="http://schemas.microsoft.com/office/drawing/2014/main" id="{AA8777F6-0F14-4598-0E6B-2A9B1DB954F6}"/>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60" name="Group 1459">
              <a:extLst>
                <a:ext uri="{FF2B5EF4-FFF2-40B4-BE49-F238E27FC236}">
                  <a16:creationId xmlns:a16="http://schemas.microsoft.com/office/drawing/2014/main" id="{B6C779AE-D2A6-B0B1-E736-4C5A410BF920}"/>
                </a:ext>
              </a:extLst>
            </p:cNvPr>
            <p:cNvGrpSpPr/>
            <p:nvPr/>
          </p:nvGrpSpPr>
          <p:grpSpPr>
            <a:xfrm>
              <a:off x="6952478" y="2265091"/>
              <a:ext cx="37817" cy="61390"/>
              <a:chOff x="3883481" y="2057400"/>
              <a:chExt cx="1608363" cy="2652031"/>
            </a:xfrm>
            <a:solidFill>
              <a:srgbClr val="A6A6A6"/>
            </a:solidFill>
          </p:grpSpPr>
          <p:sp>
            <p:nvSpPr>
              <p:cNvPr id="1461" name="Oval 27">
                <a:extLst>
                  <a:ext uri="{FF2B5EF4-FFF2-40B4-BE49-F238E27FC236}">
                    <a16:creationId xmlns:a16="http://schemas.microsoft.com/office/drawing/2014/main" id="{02A115D5-C0D9-BE24-5A25-188E2C3B220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62" name="Oval 28">
                <a:extLst>
                  <a:ext uri="{FF2B5EF4-FFF2-40B4-BE49-F238E27FC236}">
                    <a16:creationId xmlns:a16="http://schemas.microsoft.com/office/drawing/2014/main" id="{3B9D5151-F4C0-934E-D495-CA96C0438D7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63" name="Group 1462">
            <a:extLst>
              <a:ext uri="{FF2B5EF4-FFF2-40B4-BE49-F238E27FC236}">
                <a16:creationId xmlns:a16="http://schemas.microsoft.com/office/drawing/2014/main" id="{1173DB15-B5BD-7886-8AC0-ADE54CE0B671}"/>
              </a:ext>
            </a:extLst>
          </p:cNvPr>
          <p:cNvGrpSpPr/>
          <p:nvPr/>
        </p:nvGrpSpPr>
        <p:grpSpPr>
          <a:xfrm>
            <a:off x="9656903" y="2253333"/>
            <a:ext cx="721220" cy="609701"/>
            <a:chOff x="9656903" y="2253333"/>
            <a:chExt cx="721220" cy="609701"/>
          </a:xfrm>
        </p:grpSpPr>
        <p:sp>
          <p:nvSpPr>
            <p:cNvPr id="1464" name="Rectangle 1463">
              <a:hlinkHover r:id="" action="ppaction://noaction" highlightClick="1"/>
              <a:extLst>
                <a:ext uri="{FF2B5EF4-FFF2-40B4-BE49-F238E27FC236}">
                  <a16:creationId xmlns:a16="http://schemas.microsoft.com/office/drawing/2014/main" id="{E7E54BF5-D36C-F02C-12EC-22A01D1202F7}"/>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65" name="Rectangle 1464">
              <a:extLst>
                <a:ext uri="{FF2B5EF4-FFF2-40B4-BE49-F238E27FC236}">
                  <a16:creationId xmlns:a16="http://schemas.microsoft.com/office/drawing/2014/main" id="{C5F1B89D-F916-D869-F203-AB87EBD93F0B}"/>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66" name="Oval 15">
              <a:extLst>
                <a:ext uri="{FF2B5EF4-FFF2-40B4-BE49-F238E27FC236}">
                  <a16:creationId xmlns:a16="http://schemas.microsoft.com/office/drawing/2014/main" id="{613B4F45-49F4-F3D2-998F-0F7FFD84E1B5}"/>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67" name="Straight Connector 1466">
              <a:extLst>
                <a:ext uri="{FF2B5EF4-FFF2-40B4-BE49-F238E27FC236}">
                  <a16:creationId xmlns:a16="http://schemas.microsoft.com/office/drawing/2014/main" id="{3EF74F07-E739-0F3E-7688-634E06C7C5A7}"/>
                </a:ext>
              </a:extLst>
            </p:cNvPr>
            <p:cNvCxnSpPr>
              <a:cxnSpLocks/>
              <a:stCxn id="146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68" name="Straight Connector 1467">
              <a:extLst>
                <a:ext uri="{FF2B5EF4-FFF2-40B4-BE49-F238E27FC236}">
                  <a16:creationId xmlns:a16="http://schemas.microsoft.com/office/drawing/2014/main" id="{28295823-3C81-3B4B-9C41-B8E598390152}"/>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69" name="Group 1468">
            <a:extLst>
              <a:ext uri="{FF2B5EF4-FFF2-40B4-BE49-F238E27FC236}">
                <a16:creationId xmlns:a16="http://schemas.microsoft.com/office/drawing/2014/main" id="{AA4004C2-2427-C1B1-6150-EC4A4542841C}"/>
              </a:ext>
            </a:extLst>
          </p:cNvPr>
          <p:cNvGrpSpPr/>
          <p:nvPr/>
        </p:nvGrpSpPr>
        <p:grpSpPr>
          <a:xfrm>
            <a:off x="8797459" y="2264859"/>
            <a:ext cx="721206" cy="609701"/>
            <a:chOff x="11356242" y="2253333"/>
            <a:chExt cx="721206" cy="609701"/>
          </a:xfrm>
        </p:grpSpPr>
        <p:sp>
          <p:nvSpPr>
            <p:cNvPr id="1470" name="Rectangle 1469">
              <a:hlinkHover r:id="" action="ppaction://noaction" highlightClick="1"/>
              <a:extLst>
                <a:ext uri="{FF2B5EF4-FFF2-40B4-BE49-F238E27FC236}">
                  <a16:creationId xmlns:a16="http://schemas.microsoft.com/office/drawing/2014/main" id="{69C7EB22-8492-B2A7-194C-A296C724F9B7}"/>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471" name="Oval 1470">
              <a:extLst>
                <a:ext uri="{FF2B5EF4-FFF2-40B4-BE49-F238E27FC236}">
                  <a16:creationId xmlns:a16="http://schemas.microsoft.com/office/drawing/2014/main" id="{E4959976-3982-0229-02D2-3EA47DAAA32D}"/>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3" name="Isosceles Triangle 648">
              <a:extLst>
                <a:ext uri="{FF2B5EF4-FFF2-40B4-BE49-F238E27FC236}">
                  <a16:creationId xmlns:a16="http://schemas.microsoft.com/office/drawing/2014/main" id="{8F406E77-1276-A00F-5703-D673A5F3A163}"/>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94" name="Group 993">
            <a:extLst>
              <a:ext uri="{FF2B5EF4-FFF2-40B4-BE49-F238E27FC236}">
                <a16:creationId xmlns:a16="http://schemas.microsoft.com/office/drawing/2014/main" id="{22E1E830-1FC5-94AA-32B8-FEFD809696F9}"/>
              </a:ext>
            </a:extLst>
          </p:cNvPr>
          <p:cNvGrpSpPr/>
          <p:nvPr/>
        </p:nvGrpSpPr>
        <p:grpSpPr>
          <a:xfrm>
            <a:off x="10506580" y="2253333"/>
            <a:ext cx="721206" cy="609701"/>
            <a:chOff x="10506580" y="2253333"/>
            <a:chExt cx="721206" cy="609701"/>
          </a:xfrm>
        </p:grpSpPr>
        <p:sp>
          <p:nvSpPr>
            <p:cNvPr id="995" name="Rectangle 994">
              <a:hlinkHover r:id="" action="ppaction://noaction" highlightClick="1"/>
              <a:extLst>
                <a:ext uri="{FF2B5EF4-FFF2-40B4-BE49-F238E27FC236}">
                  <a16:creationId xmlns:a16="http://schemas.microsoft.com/office/drawing/2014/main" id="{694B0A45-72E2-A15F-045A-DD8A5E0ADAD5}"/>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996" name="Diamond 995">
              <a:extLst>
                <a:ext uri="{FF2B5EF4-FFF2-40B4-BE49-F238E27FC236}">
                  <a16:creationId xmlns:a16="http://schemas.microsoft.com/office/drawing/2014/main" id="{D9BA1237-C1A2-C325-2A82-AE53F64E2178}"/>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01" name="Oval 1000">
              <a:extLst>
                <a:ext uri="{FF2B5EF4-FFF2-40B4-BE49-F238E27FC236}">
                  <a16:creationId xmlns:a16="http://schemas.microsoft.com/office/drawing/2014/main" id="{998BA24F-3485-CBF5-6BB5-B05B193741CE}"/>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02" name="Group 1001">
            <a:extLst>
              <a:ext uri="{FF2B5EF4-FFF2-40B4-BE49-F238E27FC236}">
                <a16:creationId xmlns:a16="http://schemas.microsoft.com/office/drawing/2014/main" id="{A6716648-95D3-F762-E351-CB54BE946A57}"/>
              </a:ext>
            </a:extLst>
          </p:cNvPr>
          <p:cNvGrpSpPr/>
          <p:nvPr/>
        </p:nvGrpSpPr>
        <p:grpSpPr>
          <a:xfrm>
            <a:off x="7113172" y="2252067"/>
            <a:ext cx="728239" cy="609701"/>
            <a:chOff x="5442073" y="811556"/>
            <a:chExt cx="728239" cy="609701"/>
          </a:xfrm>
        </p:grpSpPr>
        <p:sp>
          <p:nvSpPr>
            <p:cNvPr id="1003" name="Rectangle 1002">
              <a:extLst>
                <a:ext uri="{FF2B5EF4-FFF2-40B4-BE49-F238E27FC236}">
                  <a16:creationId xmlns:a16="http://schemas.microsoft.com/office/drawing/2014/main" id="{C3061A60-7969-7BFF-43EB-760EEA25444F}"/>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1004" name="Rectangle 1003">
              <a:extLst>
                <a:ext uri="{FF2B5EF4-FFF2-40B4-BE49-F238E27FC236}">
                  <a16:creationId xmlns:a16="http://schemas.microsoft.com/office/drawing/2014/main" id="{0DE2A23D-2A0A-3C54-F746-99C416E42DED}"/>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05" name="Oval 15">
              <a:extLst>
                <a:ext uri="{FF2B5EF4-FFF2-40B4-BE49-F238E27FC236}">
                  <a16:creationId xmlns:a16="http://schemas.microsoft.com/office/drawing/2014/main" id="{3ED0C0B1-62B6-7B11-77ED-94B4EC212DD7}"/>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06" name="Straight Connector 1005">
              <a:extLst>
                <a:ext uri="{FF2B5EF4-FFF2-40B4-BE49-F238E27FC236}">
                  <a16:creationId xmlns:a16="http://schemas.microsoft.com/office/drawing/2014/main" id="{CD549DA7-BCD1-F61E-266B-6DFA14FBF908}"/>
                </a:ext>
              </a:extLst>
            </p:cNvPr>
            <p:cNvCxnSpPr>
              <a:cxnSpLocks/>
              <a:stCxn id="1005"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07" name="Straight Connector 1006">
              <a:extLst>
                <a:ext uri="{FF2B5EF4-FFF2-40B4-BE49-F238E27FC236}">
                  <a16:creationId xmlns:a16="http://schemas.microsoft.com/office/drawing/2014/main" id="{629918E9-9F49-5E9D-F81B-9E59BD860796}"/>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08" name="Group 1007">
            <a:extLst>
              <a:ext uri="{FF2B5EF4-FFF2-40B4-BE49-F238E27FC236}">
                <a16:creationId xmlns:a16="http://schemas.microsoft.com/office/drawing/2014/main" id="{8E8E0FE7-7B45-6774-9FE5-8DA2C6C1367D}"/>
              </a:ext>
            </a:extLst>
          </p:cNvPr>
          <p:cNvGrpSpPr/>
          <p:nvPr/>
        </p:nvGrpSpPr>
        <p:grpSpPr>
          <a:xfrm>
            <a:off x="2109092" y="2986575"/>
            <a:ext cx="721206" cy="649846"/>
            <a:chOff x="10506800" y="2974054"/>
            <a:chExt cx="721206" cy="649846"/>
          </a:xfrm>
        </p:grpSpPr>
        <p:sp>
          <p:nvSpPr>
            <p:cNvPr id="1009" name="Rectangle 1008">
              <a:extLst>
                <a:ext uri="{FF2B5EF4-FFF2-40B4-BE49-F238E27FC236}">
                  <a16:creationId xmlns:a16="http://schemas.microsoft.com/office/drawing/2014/main" id="{042ACE93-28DD-6506-390B-BA839DAC72B5}"/>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010" name="Rectangle 1009">
              <a:extLst>
                <a:ext uri="{FF2B5EF4-FFF2-40B4-BE49-F238E27FC236}">
                  <a16:creationId xmlns:a16="http://schemas.microsoft.com/office/drawing/2014/main" id="{F62CE2CD-66FE-CDC6-6994-9E69EC731D29}"/>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1" name="Oval 15">
              <a:extLst>
                <a:ext uri="{FF2B5EF4-FFF2-40B4-BE49-F238E27FC236}">
                  <a16:creationId xmlns:a16="http://schemas.microsoft.com/office/drawing/2014/main" id="{091DD714-AD8B-FD81-1084-76C683533D91}"/>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12" name="Straight Connector 1011">
              <a:extLst>
                <a:ext uri="{FF2B5EF4-FFF2-40B4-BE49-F238E27FC236}">
                  <a16:creationId xmlns:a16="http://schemas.microsoft.com/office/drawing/2014/main" id="{55D1F151-36B6-F3EE-D6D4-3593A19A1261}"/>
                </a:ext>
              </a:extLst>
            </p:cNvPr>
            <p:cNvCxnSpPr>
              <a:cxnSpLocks/>
              <a:stCxn id="1011"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13" name="Straight Connector 1012">
              <a:extLst>
                <a:ext uri="{FF2B5EF4-FFF2-40B4-BE49-F238E27FC236}">
                  <a16:creationId xmlns:a16="http://schemas.microsoft.com/office/drawing/2014/main" id="{D0EAECD2-7B36-4344-3AA7-DF8405A5B643}"/>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14" name="Group 1013">
            <a:extLst>
              <a:ext uri="{FF2B5EF4-FFF2-40B4-BE49-F238E27FC236}">
                <a16:creationId xmlns:a16="http://schemas.microsoft.com/office/drawing/2014/main" id="{48659668-045C-9330-F286-0575EC158265}"/>
              </a:ext>
            </a:extLst>
          </p:cNvPr>
          <p:cNvGrpSpPr/>
          <p:nvPr/>
        </p:nvGrpSpPr>
        <p:grpSpPr>
          <a:xfrm>
            <a:off x="4621827" y="2983922"/>
            <a:ext cx="721206" cy="654973"/>
            <a:chOff x="9657606" y="2974054"/>
            <a:chExt cx="721206" cy="654973"/>
          </a:xfrm>
        </p:grpSpPr>
        <p:sp>
          <p:nvSpPr>
            <p:cNvPr id="1015" name="Rectangle 1014">
              <a:extLst>
                <a:ext uri="{FF2B5EF4-FFF2-40B4-BE49-F238E27FC236}">
                  <a16:creationId xmlns:a16="http://schemas.microsoft.com/office/drawing/2014/main" id="{FC47B314-B982-A4C8-3E9C-4D54A5C1D40A}"/>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016" name="Rectangle 1015">
              <a:extLst>
                <a:ext uri="{FF2B5EF4-FFF2-40B4-BE49-F238E27FC236}">
                  <a16:creationId xmlns:a16="http://schemas.microsoft.com/office/drawing/2014/main" id="{804FC111-BEE6-2E3B-0509-6FC5906B614E}"/>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7" name="Oval 15">
              <a:extLst>
                <a:ext uri="{FF2B5EF4-FFF2-40B4-BE49-F238E27FC236}">
                  <a16:creationId xmlns:a16="http://schemas.microsoft.com/office/drawing/2014/main" id="{D78EE383-A3CD-FBFB-FCE3-784A9E4E0BE2}"/>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18" name="Straight Connector 1017">
              <a:extLst>
                <a:ext uri="{FF2B5EF4-FFF2-40B4-BE49-F238E27FC236}">
                  <a16:creationId xmlns:a16="http://schemas.microsoft.com/office/drawing/2014/main" id="{DA35E39A-2FE0-9599-3C59-5C6BC41741DA}"/>
                </a:ext>
              </a:extLst>
            </p:cNvPr>
            <p:cNvCxnSpPr>
              <a:cxnSpLocks/>
              <a:stCxn id="1017"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8" name="Straight Connector 127">
              <a:extLst>
                <a:ext uri="{FF2B5EF4-FFF2-40B4-BE49-F238E27FC236}">
                  <a16:creationId xmlns:a16="http://schemas.microsoft.com/office/drawing/2014/main" id="{0D8A8DA5-45EC-068B-9431-54742E85AB20}"/>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9" name="Group 128">
            <a:extLst>
              <a:ext uri="{FF2B5EF4-FFF2-40B4-BE49-F238E27FC236}">
                <a16:creationId xmlns:a16="http://schemas.microsoft.com/office/drawing/2014/main" id="{F769D1FA-C2C3-C926-B80E-08238BED5155}"/>
              </a:ext>
            </a:extLst>
          </p:cNvPr>
          <p:cNvGrpSpPr/>
          <p:nvPr/>
        </p:nvGrpSpPr>
        <p:grpSpPr>
          <a:xfrm>
            <a:off x="11356001" y="2974057"/>
            <a:ext cx="721206" cy="609701"/>
            <a:chOff x="11356001" y="2974057"/>
            <a:chExt cx="721206" cy="609701"/>
          </a:xfrm>
        </p:grpSpPr>
        <p:sp>
          <p:nvSpPr>
            <p:cNvPr id="130" name="Rectangle 129">
              <a:hlinkHover r:id="" action="ppaction://noaction" highlightClick="1"/>
              <a:extLst>
                <a:ext uri="{FF2B5EF4-FFF2-40B4-BE49-F238E27FC236}">
                  <a16:creationId xmlns:a16="http://schemas.microsoft.com/office/drawing/2014/main" id="{329DB54A-1B12-617F-B30A-A392315533EE}"/>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31" name="Oval 130">
              <a:extLst>
                <a:ext uri="{FF2B5EF4-FFF2-40B4-BE49-F238E27FC236}">
                  <a16:creationId xmlns:a16="http://schemas.microsoft.com/office/drawing/2014/main" id="{A10314CC-A23C-1858-28B2-0E9E57370416}"/>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 name="Isosceles Triangle 648">
              <a:extLst>
                <a:ext uri="{FF2B5EF4-FFF2-40B4-BE49-F238E27FC236}">
                  <a16:creationId xmlns:a16="http://schemas.microsoft.com/office/drawing/2014/main" id="{F5CB50CB-6C04-0956-8B8E-DD9AA12BDB8D}"/>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3" name="Group 132">
            <a:extLst>
              <a:ext uri="{FF2B5EF4-FFF2-40B4-BE49-F238E27FC236}">
                <a16:creationId xmlns:a16="http://schemas.microsoft.com/office/drawing/2014/main" id="{666FDB38-C521-D5F9-161F-EC9E8B1F7663}"/>
              </a:ext>
            </a:extLst>
          </p:cNvPr>
          <p:cNvGrpSpPr/>
          <p:nvPr/>
        </p:nvGrpSpPr>
        <p:grpSpPr>
          <a:xfrm>
            <a:off x="10506616" y="2984633"/>
            <a:ext cx="721220" cy="609701"/>
            <a:chOff x="9656903" y="2253333"/>
            <a:chExt cx="721220" cy="609701"/>
          </a:xfrm>
        </p:grpSpPr>
        <p:sp>
          <p:nvSpPr>
            <p:cNvPr id="134" name="Rectangle 133">
              <a:hlinkHover r:id="" action="ppaction://noaction" highlightClick="1"/>
              <a:extLst>
                <a:ext uri="{FF2B5EF4-FFF2-40B4-BE49-F238E27FC236}">
                  <a16:creationId xmlns:a16="http://schemas.microsoft.com/office/drawing/2014/main" id="{F26E29A9-38DF-B349-4418-8741EE7CD4D6}"/>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35" name="Rectangle 134">
              <a:extLst>
                <a:ext uri="{FF2B5EF4-FFF2-40B4-BE49-F238E27FC236}">
                  <a16:creationId xmlns:a16="http://schemas.microsoft.com/office/drawing/2014/main" id="{BD4DDAE2-39CA-BBD9-EEC4-C34862ECEF90}"/>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 name="Oval 15">
              <a:extLst>
                <a:ext uri="{FF2B5EF4-FFF2-40B4-BE49-F238E27FC236}">
                  <a16:creationId xmlns:a16="http://schemas.microsoft.com/office/drawing/2014/main" id="{131506C9-A023-2A63-A3F0-3E1C0A07720D}"/>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7" name="Straight Connector 136">
              <a:extLst>
                <a:ext uri="{FF2B5EF4-FFF2-40B4-BE49-F238E27FC236}">
                  <a16:creationId xmlns:a16="http://schemas.microsoft.com/office/drawing/2014/main" id="{BE0E818F-EC3D-54C0-DFD7-BE4CA1A32E67}"/>
                </a:ext>
              </a:extLst>
            </p:cNvPr>
            <p:cNvCxnSpPr>
              <a:cxnSpLocks/>
              <a:stCxn id="13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38" name="Straight Connector 137">
              <a:extLst>
                <a:ext uri="{FF2B5EF4-FFF2-40B4-BE49-F238E27FC236}">
                  <a16:creationId xmlns:a16="http://schemas.microsoft.com/office/drawing/2014/main" id="{4ADDEA9B-C30A-CFC8-0F24-58E899E5A23B}"/>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5" name="Group 144">
            <a:extLst>
              <a:ext uri="{FF2B5EF4-FFF2-40B4-BE49-F238E27FC236}">
                <a16:creationId xmlns:a16="http://schemas.microsoft.com/office/drawing/2014/main" id="{76719109-B0E5-9BDC-2C74-291F6AEB129C}"/>
              </a:ext>
            </a:extLst>
          </p:cNvPr>
          <p:cNvGrpSpPr/>
          <p:nvPr/>
        </p:nvGrpSpPr>
        <p:grpSpPr>
          <a:xfrm>
            <a:off x="11355832" y="5140982"/>
            <a:ext cx="721220" cy="609701"/>
            <a:chOff x="9656903" y="2253333"/>
            <a:chExt cx="721220" cy="609701"/>
          </a:xfrm>
        </p:grpSpPr>
        <p:sp>
          <p:nvSpPr>
            <p:cNvPr id="146" name="Rectangle 145">
              <a:hlinkHover r:id="" action="ppaction://noaction" highlightClick="1"/>
              <a:extLst>
                <a:ext uri="{FF2B5EF4-FFF2-40B4-BE49-F238E27FC236}">
                  <a16:creationId xmlns:a16="http://schemas.microsoft.com/office/drawing/2014/main" id="{A2C7BB15-306D-90CE-6AC9-B140F809BEAD}"/>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7" name="Rectangle 146">
              <a:extLst>
                <a:ext uri="{FF2B5EF4-FFF2-40B4-BE49-F238E27FC236}">
                  <a16:creationId xmlns:a16="http://schemas.microsoft.com/office/drawing/2014/main" id="{5581DA01-8211-B3FE-BD58-3AE9EF1D598A}"/>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8" name="Oval 15">
              <a:extLst>
                <a:ext uri="{FF2B5EF4-FFF2-40B4-BE49-F238E27FC236}">
                  <a16:creationId xmlns:a16="http://schemas.microsoft.com/office/drawing/2014/main" id="{6BBC9D85-8B41-E163-7228-B4A131E50165}"/>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9" name="Straight Connector 148">
              <a:extLst>
                <a:ext uri="{FF2B5EF4-FFF2-40B4-BE49-F238E27FC236}">
                  <a16:creationId xmlns:a16="http://schemas.microsoft.com/office/drawing/2014/main" id="{B9FE6678-0011-B6EF-A000-8249F2A5A6BF}"/>
                </a:ext>
              </a:extLst>
            </p:cNvPr>
            <p:cNvCxnSpPr>
              <a:cxnSpLocks/>
              <a:stCxn id="14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0" name="Straight Connector 149">
              <a:extLst>
                <a:ext uri="{FF2B5EF4-FFF2-40B4-BE49-F238E27FC236}">
                  <a16:creationId xmlns:a16="http://schemas.microsoft.com/office/drawing/2014/main" id="{98FBA424-50E0-BEE6-B0AF-1B1956B80FD7}"/>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1" name="Group 150">
            <a:extLst>
              <a:ext uri="{FF2B5EF4-FFF2-40B4-BE49-F238E27FC236}">
                <a16:creationId xmlns:a16="http://schemas.microsoft.com/office/drawing/2014/main" id="{AC9135D9-53DC-A5CC-BBA7-D5B2AF577FB1}"/>
              </a:ext>
            </a:extLst>
          </p:cNvPr>
          <p:cNvGrpSpPr/>
          <p:nvPr/>
        </p:nvGrpSpPr>
        <p:grpSpPr>
          <a:xfrm>
            <a:off x="1268346" y="3698225"/>
            <a:ext cx="721893" cy="610376"/>
            <a:chOff x="1268346" y="3698225"/>
            <a:chExt cx="721893" cy="610376"/>
          </a:xfrm>
        </p:grpSpPr>
        <p:sp>
          <p:nvSpPr>
            <p:cNvPr id="152" name="Rectangle 151">
              <a:extLst>
                <a:ext uri="{FF2B5EF4-FFF2-40B4-BE49-F238E27FC236}">
                  <a16:creationId xmlns:a16="http://schemas.microsoft.com/office/drawing/2014/main" id="{08F9CE16-BC33-CD11-F4E0-F81A9CDE9BB1}"/>
                </a:ext>
              </a:extLst>
            </p:cNvPr>
            <p:cNvSpPr/>
            <p:nvPr/>
          </p:nvSpPr>
          <p:spPr>
            <a:xfrm>
              <a:off x="1268346"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153" name="Right Triangle 152">
              <a:extLst>
                <a:ext uri="{FF2B5EF4-FFF2-40B4-BE49-F238E27FC236}">
                  <a16:creationId xmlns:a16="http://schemas.microsoft.com/office/drawing/2014/main" id="{0659419A-CD45-DC59-A476-359A56D1A8E7}"/>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4" name="Group 153">
              <a:extLst>
                <a:ext uri="{FF2B5EF4-FFF2-40B4-BE49-F238E27FC236}">
                  <a16:creationId xmlns:a16="http://schemas.microsoft.com/office/drawing/2014/main" id="{8D14D48B-1963-BB01-5CE4-BB834EA592A8}"/>
                </a:ext>
              </a:extLst>
            </p:cNvPr>
            <p:cNvGrpSpPr/>
            <p:nvPr/>
          </p:nvGrpSpPr>
          <p:grpSpPr>
            <a:xfrm>
              <a:off x="1939628" y="3704319"/>
              <a:ext cx="37817" cy="61390"/>
              <a:chOff x="3883481" y="2057400"/>
              <a:chExt cx="1608363" cy="2652031"/>
            </a:xfrm>
            <a:solidFill>
              <a:srgbClr val="A6A6A6"/>
            </a:solidFill>
          </p:grpSpPr>
          <p:sp>
            <p:nvSpPr>
              <p:cNvPr id="155" name="Oval 27">
                <a:extLst>
                  <a:ext uri="{FF2B5EF4-FFF2-40B4-BE49-F238E27FC236}">
                    <a16:creationId xmlns:a16="http://schemas.microsoft.com/office/drawing/2014/main" id="{C9C38042-3898-11F2-58BF-9608B6665ED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Oval 28">
                <a:extLst>
                  <a:ext uri="{FF2B5EF4-FFF2-40B4-BE49-F238E27FC236}">
                    <a16:creationId xmlns:a16="http://schemas.microsoft.com/office/drawing/2014/main" id="{A399A8B6-D628-DD9C-BDC8-F06A4B2FD91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7" name="Group 156">
            <a:extLst>
              <a:ext uri="{FF2B5EF4-FFF2-40B4-BE49-F238E27FC236}">
                <a16:creationId xmlns:a16="http://schemas.microsoft.com/office/drawing/2014/main" id="{6003DA59-4876-8E08-D860-5A679D839E39}"/>
              </a:ext>
            </a:extLst>
          </p:cNvPr>
          <p:cNvGrpSpPr/>
          <p:nvPr/>
        </p:nvGrpSpPr>
        <p:grpSpPr>
          <a:xfrm>
            <a:off x="5451979" y="3707588"/>
            <a:ext cx="721206" cy="609701"/>
            <a:chOff x="5451979" y="3707588"/>
            <a:chExt cx="721206" cy="609701"/>
          </a:xfrm>
        </p:grpSpPr>
        <p:sp>
          <p:nvSpPr>
            <p:cNvPr id="158" name="Rectangle 157">
              <a:hlinkHover r:id="" action="ppaction://noaction" highlightClick="1"/>
              <a:extLst>
                <a:ext uri="{FF2B5EF4-FFF2-40B4-BE49-F238E27FC236}">
                  <a16:creationId xmlns:a16="http://schemas.microsoft.com/office/drawing/2014/main" id="{3E0812C9-121D-AB86-3DE3-4B99BFA5E7A9}"/>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9" name="Oval 158">
              <a:extLst>
                <a:ext uri="{FF2B5EF4-FFF2-40B4-BE49-F238E27FC236}">
                  <a16:creationId xmlns:a16="http://schemas.microsoft.com/office/drawing/2014/main" id="{A7FC7BBA-C5D2-8B7B-C25C-90FDD6C89A35}"/>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0" name="Isosceles Triangle 648">
              <a:extLst>
                <a:ext uri="{FF2B5EF4-FFF2-40B4-BE49-F238E27FC236}">
                  <a16:creationId xmlns:a16="http://schemas.microsoft.com/office/drawing/2014/main" id="{11FB2D75-144F-5A75-8FDC-A61472C7040A}"/>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32" name="Picture 31">
            <a:hlinkClick r:id="rId16" action="ppaction://hlinksldjump"/>
            <a:extLst>
              <a:ext uri="{FF2B5EF4-FFF2-40B4-BE49-F238E27FC236}">
                <a16:creationId xmlns:a16="http://schemas.microsoft.com/office/drawing/2014/main" id="{CD0190E7-8B47-B4AC-7B23-796363B3A10B}"/>
              </a:ext>
            </a:extLst>
          </p:cNvPr>
          <p:cNvPicPr>
            <a:picLocks noChangeAspect="1"/>
          </p:cNvPicPr>
          <p:nvPr/>
        </p:nvPicPr>
        <p:blipFill>
          <a:blip r:embed="rId17"/>
          <a:stretch>
            <a:fillRect/>
          </a:stretch>
        </p:blipFill>
        <p:spPr>
          <a:xfrm>
            <a:off x="0" y="0"/>
            <a:ext cx="211626" cy="6858000"/>
          </a:xfrm>
          <a:prstGeom prst="rect">
            <a:avLst/>
          </a:prstGeom>
        </p:spPr>
      </p:pic>
      <p:sp>
        <p:nvSpPr>
          <p:cNvPr id="33" name="Rectangle 32">
            <a:hlinkHover r:id="rId18" action="ppaction://hlinksldjump"/>
            <a:extLst>
              <a:ext uri="{FF2B5EF4-FFF2-40B4-BE49-F238E27FC236}">
                <a16:creationId xmlns:a16="http://schemas.microsoft.com/office/drawing/2014/main" id="{C00D7F58-E23C-1821-9527-6FBFDF3A6481}"/>
              </a:ext>
            </a:extLst>
          </p:cNvPr>
          <p:cNvSpPr/>
          <p:nvPr/>
        </p:nvSpPr>
        <p:spPr>
          <a:xfrm>
            <a:off x="8841666" y="6284246"/>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grpSp>
        <p:nvGrpSpPr>
          <p:cNvPr id="34" name="Group 33">
            <a:extLst>
              <a:ext uri="{FF2B5EF4-FFF2-40B4-BE49-F238E27FC236}">
                <a16:creationId xmlns:a16="http://schemas.microsoft.com/office/drawing/2014/main" id="{3A852C12-780F-B98D-62DF-7B5959D93B70}"/>
              </a:ext>
            </a:extLst>
          </p:cNvPr>
          <p:cNvGrpSpPr/>
          <p:nvPr/>
        </p:nvGrpSpPr>
        <p:grpSpPr>
          <a:xfrm>
            <a:off x="9652491" y="2986436"/>
            <a:ext cx="721206" cy="609701"/>
            <a:chOff x="9657972" y="90836"/>
            <a:chExt cx="721206" cy="609701"/>
          </a:xfrm>
        </p:grpSpPr>
        <p:sp>
          <p:nvSpPr>
            <p:cNvPr id="35" name="Rectangle 34">
              <a:hlinkHover r:id="" action="ppaction://noaction" highlightClick="1"/>
              <a:extLst>
                <a:ext uri="{FF2B5EF4-FFF2-40B4-BE49-F238E27FC236}">
                  <a16:creationId xmlns:a16="http://schemas.microsoft.com/office/drawing/2014/main" id="{8B294069-5B36-C520-F6F7-C26BD4FF74A5}"/>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36" name="Diamond 35">
              <a:extLst>
                <a:ext uri="{FF2B5EF4-FFF2-40B4-BE49-F238E27FC236}">
                  <a16:creationId xmlns:a16="http://schemas.microsoft.com/office/drawing/2014/main" id="{6B7F0051-780C-BBB2-5CEE-2EBE13A577D5}"/>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7" name="Oval 36">
              <a:extLst>
                <a:ext uri="{FF2B5EF4-FFF2-40B4-BE49-F238E27FC236}">
                  <a16:creationId xmlns:a16="http://schemas.microsoft.com/office/drawing/2014/main" id="{C9267EAA-6215-7EDA-9B93-B1470AC37D4C}"/>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05838041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3" name="TextBox 452">
            <a:extLst>
              <a:ext uri="{FF2B5EF4-FFF2-40B4-BE49-F238E27FC236}">
                <a16:creationId xmlns:a16="http://schemas.microsoft.com/office/drawing/2014/main" id="{0F8CC1B4-F7C7-1166-FA2F-507E0C7243F6}"/>
              </a:ext>
            </a:extLst>
          </p:cNvPr>
          <p:cNvSpPr txBox="1"/>
          <p:nvPr/>
        </p:nvSpPr>
        <p:spPr>
          <a:xfrm>
            <a:off x="3233032" y="102366"/>
            <a:ext cx="582733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365 E5</a:t>
            </a:r>
          </a:p>
        </p:txBody>
      </p:sp>
      <p:grpSp>
        <p:nvGrpSpPr>
          <p:cNvPr id="21" name="Group 20">
            <a:extLst>
              <a:ext uri="{FF2B5EF4-FFF2-40B4-BE49-F238E27FC236}">
                <a16:creationId xmlns:a16="http://schemas.microsoft.com/office/drawing/2014/main" id="{C16AA01A-2302-1044-58EE-1FE6305FC1A6}"/>
              </a:ext>
            </a:extLst>
          </p:cNvPr>
          <p:cNvGrpSpPr/>
          <p:nvPr/>
        </p:nvGrpSpPr>
        <p:grpSpPr>
          <a:xfrm>
            <a:off x="8874840" y="58136"/>
            <a:ext cx="754117" cy="803729"/>
            <a:chOff x="9401324" y="101482"/>
            <a:chExt cx="754117" cy="803729"/>
          </a:xfrm>
        </p:grpSpPr>
        <p:pic>
          <p:nvPicPr>
            <p:cNvPr id="22" name="Graphic 21" descr="Back with solid fill">
              <a:hlinkClick r:id="" action="ppaction://hlinkshowjump?jump=lastslideviewed"/>
              <a:extLst>
                <a:ext uri="{FF2B5EF4-FFF2-40B4-BE49-F238E27FC236}">
                  <a16:creationId xmlns:a16="http://schemas.microsoft.com/office/drawing/2014/main" id="{42ECD3C6-898F-445F-6352-8E0EFC5547C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07970" y="101482"/>
              <a:ext cx="740824" cy="740824"/>
            </a:xfrm>
            <a:prstGeom prst="rect">
              <a:avLst/>
            </a:prstGeom>
          </p:spPr>
        </p:pic>
        <p:sp>
          <p:nvSpPr>
            <p:cNvPr id="23" name="TextBox 22">
              <a:extLst>
                <a:ext uri="{FF2B5EF4-FFF2-40B4-BE49-F238E27FC236}">
                  <a16:creationId xmlns:a16="http://schemas.microsoft.com/office/drawing/2014/main" id="{64F56D8E-434F-F9F8-4BB5-E275851E7288}"/>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grpSp>
        <p:nvGrpSpPr>
          <p:cNvPr id="24" name="Group 23">
            <a:extLst>
              <a:ext uri="{FF2B5EF4-FFF2-40B4-BE49-F238E27FC236}">
                <a16:creationId xmlns:a16="http://schemas.microsoft.com/office/drawing/2014/main" id="{783820E5-9556-AC40-9A48-400CFCFD9ED9}"/>
              </a:ext>
            </a:extLst>
          </p:cNvPr>
          <p:cNvGrpSpPr/>
          <p:nvPr/>
        </p:nvGrpSpPr>
        <p:grpSpPr>
          <a:xfrm>
            <a:off x="7959195" y="3698231"/>
            <a:ext cx="721206" cy="609701"/>
            <a:chOff x="7959195" y="3698231"/>
            <a:chExt cx="721206" cy="609701"/>
          </a:xfrm>
        </p:grpSpPr>
        <p:sp>
          <p:nvSpPr>
            <p:cNvPr id="25" name="Rectangle 24">
              <a:hlinkHover r:id="" action="ppaction://noaction" highlightClick="1"/>
              <a:extLst>
                <a:ext uri="{FF2B5EF4-FFF2-40B4-BE49-F238E27FC236}">
                  <a16:creationId xmlns:a16="http://schemas.microsoft.com/office/drawing/2014/main" id="{54746E38-044F-F767-4795-BE4271A3948B}"/>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26" name="Oval 25">
              <a:extLst>
                <a:ext uri="{FF2B5EF4-FFF2-40B4-BE49-F238E27FC236}">
                  <a16:creationId xmlns:a16="http://schemas.microsoft.com/office/drawing/2014/main" id="{E839DCBA-DE51-024D-0AF3-38B4CBAF8879}"/>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Isosceles Triangle 648">
              <a:extLst>
                <a:ext uri="{FF2B5EF4-FFF2-40B4-BE49-F238E27FC236}">
                  <a16:creationId xmlns:a16="http://schemas.microsoft.com/office/drawing/2014/main" id="{19CFE9AE-B548-D59F-58CA-6946C5CC55FE}"/>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 name="Group 49">
            <a:extLst>
              <a:ext uri="{FF2B5EF4-FFF2-40B4-BE49-F238E27FC236}">
                <a16:creationId xmlns:a16="http://schemas.microsoft.com/office/drawing/2014/main" id="{CA399754-659D-48A2-A388-6F7FE00CE84E}"/>
              </a:ext>
            </a:extLst>
          </p:cNvPr>
          <p:cNvGrpSpPr/>
          <p:nvPr/>
        </p:nvGrpSpPr>
        <p:grpSpPr>
          <a:xfrm>
            <a:off x="7959200" y="2974054"/>
            <a:ext cx="721206" cy="609701"/>
            <a:chOff x="7959200" y="2974054"/>
            <a:chExt cx="721206" cy="609701"/>
          </a:xfrm>
        </p:grpSpPr>
        <p:sp>
          <p:nvSpPr>
            <p:cNvPr id="51" name="Rectangle 50">
              <a:hlinkHover r:id="" action="ppaction://noaction" highlightClick="1"/>
              <a:extLst>
                <a:ext uri="{FF2B5EF4-FFF2-40B4-BE49-F238E27FC236}">
                  <a16:creationId xmlns:a16="http://schemas.microsoft.com/office/drawing/2014/main" id="{82675416-F906-849A-9B2F-4E071B7619B1}"/>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52" name="Diamond 51">
              <a:extLst>
                <a:ext uri="{FF2B5EF4-FFF2-40B4-BE49-F238E27FC236}">
                  <a16:creationId xmlns:a16="http://schemas.microsoft.com/office/drawing/2014/main" id="{85D14E8A-04F9-E912-0239-0F86C9D1C098}"/>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 name="Oval 52">
              <a:extLst>
                <a:ext uri="{FF2B5EF4-FFF2-40B4-BE49-F238E27FC236}">
                  <a16:creationId xmlns:a16="http://schemas.microsoft.com/office/drawing/2014/main" id="{16FBB569-8FC6-2F32-B256-7766D77BFE4A}"/>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 name="Group 53">
            <a:extLst>
              <a:ext uri="{FF2B5EF4-FFF2-40B4-BE49-F238E27FC236}">
                <a16:creationId xmlns:a16="http://schemas.microsoft.com/office/drawing/2014/main" id="{71EF1931-C5F1-1258-B60B-BA93AFDEE02E}"/>
              </a:ext>
            </a:extLst>
          </p:cNvPr>
          <p:cNvGrpSpPr/>
          <p:nvPr/>
        </p:nvGrpSpPr>
        <p:grpSpPr>
          <a:xfrm>
            <a:off x="8795244" y="2974054"/>
            <a:ext cx="721206" cy="609701"/>
            <a:chOff x="8795244" y="2974054"/>
            <a:chExt cx="721206" cy="609701"/>
          </a:xfrm>
        </p:grpSpPr>
        <p:sp>
          <p:nvSpPr>
            <p:cNvPr id="55" name="Rectangle 54">
              <a:hlinkHover r:id="" action="ppaction://noaction" highlightClick="1"/>
              <a:extLst>
                <a:ext uri="{FF2B5EF4-FFF2-40B4-BE49-F238E27FC236}">
                  <a16:creationId xmlns:a16="http://schemas.microsoft.com/office/drawing/2014/main" id="{1D7433E8-C6BF-99DC-280D-9E156B1F0370}"/>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56" name="Diamond 55">
              <a:extLst>
                <a:ext uri="{FF2B5EF4-FFF2-40B4-BE49-F238E27FC236}">
                  <a16:creationId xmlns:a16="http://schemas.microsoft.com/office/drawing/2014/main" id="{A5398014-0616-AE4A-2352-F89934B44A27}"/>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 name="Oval 60">
              <a:extLst>
                <a:ext uri="{FF2B5EF4-FFF2-40B4-BE49-F238E27FC236}">
                  <a16:creationId xmlns:a16="http://schemas.microsoft.com/office/drawing/2014/main" id="{0FFBB8E5-116B-E844-C37D-E1298AF5C05F}"/>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 name="Group 83">
            <a:extLst>
              <a:ext uri="{FF2B5EF4-FFF2-40B4-BE49-F238E27FC236}">
                <a16:creationId xmlns:a16="http://schemas.microsoft.com/office/drawing/2014/main" id="{43B8BB5D-6622-67FC-0626-D813CA05A5CE}"/>
              </a:ext>
            </a:extLst>
          </p:cNvPr>
          <p:cNvGrpSpPr/>
          <p:nvPr/>
        </p:nvGrpSpPr>
        <p:grpSpPr>
          <a:xfrm>
            <a:off x="11356242" y="90836"/>
            <a:ext cx="721206" cy="609701"/>
            <a:chOff x="11356242" y="90836"/>
            <a:chExt cx="721206" cy="609701"/>
          </a:xfrm>
        </p:grpSpPr>
        <p:sp>
          <p:nvSpPr>
            <p:cNvPr id="85" name="Rectangle 84">
              <a:hlinkHover r:id="" action="ppaction://noaction" highlightClick="1"/>
              <a:extLst>
                <a:ext uri="{FF2B5EF4-FFF2-40B4-BE49-F238E27FC236}">
                  <a16:creationId xmlns:a16="http://schemas.microsoft.com/office/drawing/2014/main" id="{201C3FCE-A2C5-D8EF-39BD-8330D7A59F5B}"/>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86" name="Oval 85">
              <a:extLst>
                <a:ext uri="{FF2B5EF4-FFF2-40B4-BE49-F238E27FC236}">
                  <a16:creationId xmlns:a16="http://schemas.microsoft.com/office/drawing/2014/main" id="{7D7344B1-B5EE-0056-9C55-187C9F752EE7}"/>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 name="Isosceles Triangle 648">
              <a:extLst>
                <a:ext uri="{FF2B5EF4-FFF2-40B4-BE49-F238E27FC236}">
                  <a16:creationId xmlns:a16="http://schemas.microsoft.com/office/drawing/2014/main" id="{7AC6EE60-B7A7-C14D-4B00-1DEC4ACBFB5D}"/>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 name="Group 87">
            <a:extLst>
              <a:ext uri="{FF2B5EF4-FFF2-40B4-BE49-F238E27FC236}">
                <a16:creationId xmlns:a16="http://schemas.microsoft.com/office/drawing/2014/main" id="{44CF0737-9AB5-2BAF-662F-0A8973ABD9A1}"/>
              </a:ext>
            </a:extLst>
          </p:cNvPr>
          <p:cNvGrpSpPr/>
          <p:nvPr/>
        </p:nvGrpSpPr>
        <p:grpSpPr>
          <a:xfrm>
            <a:off x="11356243" y="3694774"/>
            <a:ext cx="721206" cy="609701"/>
            <a:chOff x="11356243" y="3694774"/>
            <a:chExt cx="721206" cy="609701"/>
          </a:xfrm>
        </p:grpSpPr>
        <p:sp>
          <p:nvSpPr>
            <p:cNvPr id="89" name="Rectangle 88">
              <a:hlinkHover r:id="" action="ppaction://noaction" highlightClick="1"/>
              <a:extLst>
                <a:ext uri="{FF2B5EF4-FFF2-40B4-BE49-F238E27FC236}">
                  <a16:creationId xmlns:a16="http://schemas.microsoft.com/office/drawing/2014/main" id="{F55711E0-9D2D-366C-20C6-38D3FBAC6AEB}"/>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90" name="Oval 89">
              <a:extLst>
                <a:ext uri="{FF2B5EF4-FFF2-40B4-BE49-F238E27FC236}">
                  <a16:creationId xmlns:a16="http://schemas.microsoft.com/office/drawing/2014/main" id="{9A997A19-9AAC-3702-C1ED-246A41783E52}"/>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 name="Isosceles Triangle 648">
              <a:extLst>
                <a:ext uri="{FF2B5EF4-FFF2-40B4-BE49-F238E27FC236}">
                  <a16:creationId xmlns:a16="http://schemas.microsoft.com/office/drawing/2014/main" id="{05158B25-0F3A-847A-128B-65B25CB400C1}"/>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 name="Group 91">
            <a:extLst>
              <a:ext uri="{FF2B5EF4-FFF2-40B4-BE49-F238E27FC236}">
                <a16:creationId xmlns:a16="http://schemas.microsoft.com/office/drawing/2014/main" id="{5E38547E-9B07-6A4B-C759-467149816958}"/>
              </a:ext>
            </a:extLst>
          </p:cNvPr>
          <p:cNvGrpSpPr/>
          <p:nvPr/>
        </p:nvGrpSpPr>
        <p:grpSpPr>
          <a:xfrm>
            <a:off x="9657691" y="4419624"/>
            <a:ext cx="721206" cy="609701"/>
            <a:chOff x="9657691" y="4419624"/>
            <a:chExt cx="721206" cy="609701"/>
          </a:xfrm>
        </p:grpSpPr>
        <p:sp>
          <p:nvSpPr>
            <p:cNvPr id="93" name="Rectangle 92">
              <a:hlinkHover r:id="" action="ppaction://noaction" highlightClick="1"/>
              <a:extLst>
                <a:ext uri="{FF2B5EF4-FFF2-40B4-BE49-F238E27FC236}">
                  <a16:creationId xmlns:a16="http://schemas.microsoft.com/office/drawing/2014/main" id="{0A99C3C7-681F-E7A7-FDAB-3986624F325D}"/>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94" name="Oval 93">
              <a:extLst>
                <a:ext uri="{FF2B5EF4-FFF2-40B4-BE49-F238E27FC236}">
                  <a16:creationId xmlns:a16="http://schemas.microsoft.com/office/drawing/2014/main" id="{96578C7C-B6D3-0B65-4663-810ABE7D589B}"/>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 name="Isosceles Triangle 648">
              <a:extLst>
                <a:ext uri="{FF2B5EF4-FFF2-40B4-BE49-F238E27FC236}">
                  <a16:creationId xmlns:a16="http://schemas.microsoft.com/office/drawing/2014/main" id="{CD0C3F8E-8D12-207F-B4C0-8BE21EDF0AB9}"/>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 name="Group 95">
            <a:extLst>
              <a:ext uri="{FF2B5EF4-FFF2-40B4-BE49-F238E27FC236}">
                <a16:creationId xmlns:a16="http://schemas.microsoft.com/office/drawing/2014/main" id="{7F2164D7-13A3-2853-C21D-6950C4B92408}"/>
              </a:ext>
            </a:extLst>
          </p:cNvPr>
          <p:cNvGrpSpPr/>
          <p:nvPr/>
        </p:nvGrpSpPr>
        <p:grpSpPr>
          <a:xfrm>
            <a:off x="10506968" y="4419620"/>
            <a:ext cx="721206" cy="609701"/>
            <a:chOff x="10506968" y="4419620"/>
            <a:chExt cx="721206" cy="609701"/>
          </a:xfrm>
        </p:grpSpPr>
        <p:sp>
          <p:nvSpPr>
            <p:cNvPr id="102" name="Rectangle 101">
              <a:hlinkHover r:id="" action="ppaction://noaction" highlightClick="1"/>
              <a:extLst>
                <a:ext uri="{FF2B5EF4-FFF2-40B4-BE49-F238E27FC236}">
                  <a16:creationId xmlns:a16="http://schemas.microsoft.com/office/drawing/2014/main" id="{6D806C9C-0E6C-19A8-EEDD-1AB628CB9BE4}"/>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118" name="Oval 117">
              <a:extLst>
                <a:ext uri="{FF2B5EF4-FFF2-40B4-BE49-F238E27FC236}">
                  <a16:creationId xmlns:a16="http://schemas.microsoft.com/office/drawing/2014/main" id="{590D4990-BB72-F389-D01F-D581030D1B6F}"/>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9" name="Isosceles Triangle 648">
              <a:extLst>
                <a:ext uri="{FF2B5EF4-FFF2-40B4-BE49-F238E27FC236}">
                  <a16:creationId xmlns:a16="http://schemas.microsoft.com/office/drawing/2014/main" id="{22AE9E10-2A4F-E53D-D50C-4A473EA740F9}"/>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0" name="Group 119">
            <a:extLst>
              <a:ext uri="{FF2B5EF4-FFF2-40B4-BE49-F238E27FC236}">
                <a16:creationId xmlns:a16="http://schemas.microsoft.com/office/drawing/2014/main" id="{835B3132-C94D-06BB-A41E-5B557A972FCE}"/>
              </a:ext>
            </a:extLst>
          </p:cNvPr>
          <p:cNvGrpSpPr/>
          <p:nvPr/>
        </p:nvGrpSpPr>
        <p:grpSpPr>
          <a:xfrm>
            <a:off x="11356003" y="4416261"/>
            <a:ext cx="721206" cy="609701"/>
            <a:chOff x="11356003" y="4416261"/>
            <a:chExt cx="721206" cy="609701"/>
          </a:xfrm>
        </p:grpSpPr>
        <p:sp>
          <p:nvSpPr>
            <p:cNvPr id="122" name="Rectangle 121">
              <a:hlinkHover r:id="" action="ppaction://noaction" highlightClick="1"/>
              <a:extLst>
                <a:ext uri="{FF2B5EF4-FFF2-40B4-BE49-F238E27FC236}">
                  <a16:creationId xmlns:a16="http://schemas.microsoft.com/office/drawing/2014/main" id="{17E8EC32-F687-5EB5-3D90-FFEFD8AA31E0}"/>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123" name="Oval 122">
              <a:extLst>
                <a:ext uri="{FF2B5EF4-FFF2-40B4-BE49-F238E27FC236}">
                  <a16:creationId xmlns:a16="http://schemas.microsoft.com/office/drawing/2014/main" id="{8CF0AC82-A0C9-8AE8-B4E2-140B2525DF67}"/>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 name="Isosceles Triangle 648">
              <a:extLst>
                <a:ext uri="{FF2B5EF4-FFF2-40B4-BE49-F238E27FC236}">
                  <a16:creationId xmlns:a16="http://schemas.microsoft.com/office/drawing/2014/main" id="{DA177263-1F6C-0194-B9C0-F2145B7B0CCF}"/>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5" name="Group 124">
            <a:extLst>
              <a:ext uri="{FF2B5EF4-FFF2-40B4-BE49-F238E27FC236}">
                <a16:creationId xmlns:a16="http://schemas.microsoft.com/office/drawing/2014/main" id="{0152FA20-EF30-3ADF-BAF7-81C6721A5250}"/>
              </a:ext>
            </a:extLst>
          </p:cNvPr>
          <p:cNvGrpSpPr/>
          <p:nvPr/>
        </p:nvGrpSpPr>
        <p:grpSpPr>
          <a:xfrm>
            <a:off x="8808526" y="4416261"/>
            <a:ext cx="721206" cy="609701"/>
            <a:chOff x="8808526" y="4416261"/>
            <a:chExt cx="721206" cy="609701"/>
          </a:xfrm>
        </p:grpSpPr>
        <p:sp>
          <p:nvSpPr>
            <p:cNvPr id="126" name="Rectangle 125">
              <a:hlinkHover r:id="" action="ppaction://noaction" highlightClick="1"/>
              <a:extLst>
                <a:ext uri="{FF2B5EF4-FFF2-40B4-BE49-F238E27FC236}">
                  <a16:creationId xmlns:a16="http://schemas.microsoft.com/office/drawing/2014/main" id="{4CABE99B-6533-4358-9118-D54A904CAECC}"/>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127" name="Oval 126">
              <a:extLst>
                <a:ext uri="{FF2B5EF4-FFF2-40B4-BE49-F238E27FC236}">
                  <a16:creationId xmlns:a16="http://schemas.microsoft.com/office/drawing/2014/main" id="{23E6BB44-AF65-FD00-7BE0-DFE7399AAADD}"/>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8" name="Isosceles Triangle 648">
              <a:extLst>
                <a:ext uri="{FF2B5EF4-FFF2-40B4-BE49-F238E27FC236}">
                  <a16:creationId xmlns:a16="http://schemas.microsoft.com/office/drawing/2014/main" id="{C96D5211-FA5B-BA77-B1C2-55871E43D546}"/>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9" name="Group 128">
            <a:extLst>
              <a:ext uri="{FF2B5EF4-FFF2-40B4-BE49-F238E27FC236}">
                <a16:creationId xmlns:a16="http://schemas.microsoft.com/office/drawing/2014/main" id="{C7D47DDC-988B-47D4-06F8-BB19BD4026F1}"/>
              </a:ext>
            </a:extLst>
          </p:cNvPr>
          <p:cNvGrpSpPr/>
          <p:nvPr/>
        </p:nvGrpSpPr>
        <p:grpSpPr>
          <a:xfrm>
            <a:off x="10509579" y="5141013"/>
            <a:ext cx="721206" cy="609701"/>
            <a:chOff x="10509579" y="5141013"/>
            <a:chExt cx="721206" cy="609701"/>
          </a:xfrm>
        </p:grpSpPr>
        <p:sp>
          <p:nvSpPr>
            <p:cNvPr id="130" name="Rectangle 129">
              <a:hlinkHover r:id="" action="ppaction://noaction" highlightClick="1"/>
              <a:extLst>
                <a:ext uri="{FF2B5EF4-FFF2-40B4-BE49-F238E27FC236}">
                  <a16:creationId xmlns:a16="http://schemas.microsoft.com/office/drawing/2014/main" id="{0818F10C-AF57-0F56-43C9-5254AA395A85}"/>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131" name="Oval 130">
              <a:extLst>
                <a:ext uri="{FF2B5EF4-FFF2-40B4-BE49-F238E27FC236}">
                  <a16:creationId xmlns:a16="http://schemas.microsoft.com/office/drawing/2014/main" id="{CDBE7E5D-FDD0-51C5-0F38-A9184F37048C}"/>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 name="Isosceles Triangle 648">
              <a:extLst>
                <a:ext uri="{FF2B5EF4-FFF2-40B4-BE49-F238E27FC236}">
                  <a16:creationId xmlns:a16="http://schemas.microsoft.com/office/drawing/2014/main" id="{F81DE366-A744-8D56-1A5A-23A8841D59E8}"/>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3" name="Group 132">
            <a:extLst>
              <a:ext uri="{FF2B5EF4-FFF2-40B4-BE49-F238E27FC236}">
                <a16:creationId xmlns:a16="http://schemas.microsoft.com/office/drawing/2014/main" id="{8DC2844A-D431-97FA-72E1-BD4185D8F82B}"/>
              </a:ext>
            </a:extLst>
          </p:cNvPr>
          <p:cNvGrpSpPr/>
          <p:nvPr/>
        </p:nvGrpSpPr>
        <p:grpSpPr>
          <a:xfrm>
            <a:off x="9651076" y="5143367"/>
            <a:ext cx="721206" cy="609701"/>
            <a:chOff x="9651076" y="5143367"/>
            <a:chExt cx="721206" cy="609701"/>
          </a:xfrm>
        </p:grpSpPr>
        <p:sp>
          <p:nvSpPr>
            <p:cNvPr id="207" name="Rectangle 206">
              <a:hlinkHover r:id="" action="ppaction://noaction" highlightClick="1"/>
              <a:extLst>
                <a:ext uri="{FF2B5EF4-FFF2-40B4-BE49-F238E27FC236}">
                  <a16:creationId xmlns:a16="http://schemas.microsoft.com/office/drawing/2014/main" id="{CF53A030-2849-A245-E444-1D50696C07CC}"/>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208" name="Oval 207">
              <a:extLst>
                <a:ext uri="{FF2B5EF4-FFF2-40B4-BE49-F238E27FC236}">
                  <a16:creationId xmlns:a16="http://schemas.microsoft.com/office/drawing/2014/main" id="{1A73DF6B-E01F-697F-BE09-9E38DBB7CA55}"/>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9" name="Isosceles Triangle 648">
              <a:extLst>
                <a:ext uri="{FF2B5EF4-FFF2-40B4-BE49-F238E27FC236}">
                  <a16:creationId xmlns:a16="http://schemas.microsoft.com/office/drawing/2014/main" id="{A2E32BA2-EB60-772D-E875-9B9087B549DF}"/>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10" name="Group 209">
            <a:extLst>
              <a:ext uri="{FF2B5EF4-FFF2-40B4-BE49-F238E27FC236}">
                <a16:creationId xmlns:a16="http://schemas.microsoft.com/office/drawing/2014/main" id="{BC8C3C1F-FC03-48DD-7121-40BE29BDCDE1}"/>
              </a:ext>
            </a:extLst>
          </p:cNvPr>
          <p:cNvGrpSpPr/>
          <p:nvPr/>
        </p:nvGrpSpPr>
        <p:grpSpPr>
          <a:xfrm>
            <a:off x="9657612" y="3698231"/>
            <a:ext cx="721206" cy="609701"/>
            <a:chOff x="9657612" y="3698231"/>
            <a:chExt cx="721206" cy="609701"/>
          </a:xfrm>
        </p:grpSpPr>
        <p:sp>
          <p:nvSpPr>
            <p:cNvPr id="211" name="Rectangle 210">
              <a:hlinkHover r:id="" action="ppaction://noaction" highlightClick="1"/>
              <a:extLst>
                <a:ext uri="{FF2B5EF4-FFF2-40B4-BE49-F238E27FC236}">
                  <a16:creationId xmlns:a16="http://schemas.microsoft.com/office/drawing/2014/main" id="{E7B0D01A-9AC5-DD13-F379-88DEBDB04733}"/>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212" name="Oval 211">
              <a:extLst>
                <a:ext uri="{FF2B5EF4-FFF2-40B4-BE49-F238E27FC236}">
                  <a16:creationId xmlns:a16="http://schemas.microsoft.com/office/drawing/2014/main" id="{88355681-F738-F6D8-DA76-9882109C8536}"/>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5" name="Isosceles Triangle 648">
              <a:extLst>
                <a:ext uri="{FF2B5EF4-FFF2-40B4-BE49-F238E27FC236}">
                  <a16:creationId xmlns:a16="http://schemas.microsoft.com/office/drawing/2014/main" id="{61946AC9-6161-FA56-4C2A-D5774D99C68A}"/>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86" name="Group 485">
            <a:extLst>
              <a:ext uri="{FF2B5EF4-FFF2-40B4-BE49-F238E27FC236}">
                <a16:creationId xmlns:a16="http://schemas.microsoft.com/office/drawing/2014/main" id="{EB1273A6-4579-E6E1-9680-24B470543FBD}"/>
              </a:ext>
            </a:extLst>
          </p:cNvPr>
          <p:cNvGrpSpPr/>
          <p:nvPr/>
        </p:nvGrpSpPr>
        <p:grpSpPr>
          <a:xfrm>
            <a:off x="10506928" y="3698227"/>
            <a:ext cx="721206" cy="609701"/>
            <a:chOff x="10506928" y="3698227"/>
            <a:chExt cx="721206" cy="609701"/>
          </a:xfrm>
        </p:grpSpPr>
        <p:sp>
          <p:nvSpPr>
            <p:cNvPr id="487" name="Rectangle 486">
              <a:hlinkHover r:id="" action="ppaction://noaction" highlightClick="1"/>
              <a:extLst>
                <a:ext uri="{FF2B5EF4-FFF2-40B4-BE49-F238E27FC236}">
                  <a16:creationId xmlns:a16="http://schemas.microsoft.com/office/drawing/2014/main" id="{49B5CDCB-9BF5-516B-D48E-0B823F88DB58}"/>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488" name="Oval 487">
              <a:extLst>
                <a:ext uri="{FF2B5EF4-FFF2-40B4-BE49-F238E27FC236}">
                  <a16:creationId xmlns:a16="http://schemas.microsoft.com/office/drawing/2014/main" id="{5D0B7B61-5FFE-6669-30EC-AE62D702FC89}"/>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9" name="Isosceles Triangle 648">
              <a:extLst>
                <a:ext uri="{FF2B5EF4-FFF2-40B4-BE49-F238E27FC236}">
                  <a16:creationId xmlns:a16="http://schemas.microsoft.com/office/drawing/2014/main" id="{C79A3D64-9AFE-975A-0215-304B9BE84B2A}"/>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0" name="Group 489">
            <a:extLst>
              <a:ext uri="{FF2B5EF4-FFF2-40B4-BE49-F238E27FC236}">
                <a16:creationId xmlns:a16="http://schemas.microsoft.com/office/drawing/2014/main" id="{7179C526-9016-C3B6-E488-359FCD9F48F8}"/>
              </a:ext>
            </a:extLst>
          </p:cNvPr>
          <p:cNvGrpSpPr/>
          <p:nvPr/>
        </p:nvGrpSpPr>
        <p:grpSpPr>
          <a:xfrm>
            <a:off x="8808417" y="5135710"/>
            <a:ext cx="721206" cy="609701"/>
            <a:chOff x="8808417" y="5135710"/>
            <a:chExt cx="721206" cy="609701"/>
          </a:xfrm>
        </p:grpSpPr>
        <p:sp>
          <p:nvSpPr>
            <p:cNvPr id="491" name="Rectangle 490">
              <a:hlinkHover r:id="" action="ppaction://noaction" highlightClick="1"/>
              <a:extLst>
                <a:ext uri="{FF2B5EF4-FFF2-40B4-BE49-F238E27FC236}">
                  <a16:creationId xmlns:a16="http://schemas.microsoft.com/office/drawing/2014/main" id="{ABDA5569-6076-9C93-0350-08187946C991}"/>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492" name="Oval 491">
              <a:extLst>
                <a:ext uri="{FF2B5EF4-FFF2-40B4-BE49-F238E27FC236}">
                  <a16:creationId xmlns:a16="http://schemas.microsoft.com/office/drawing/2014/main" id="{FA1C8561-53D7-28F0-449A-D7091149277D}"/>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3" name="Isosceles Triangle 648">
              <a:extLst>
                <a:ext uri="{FF2B5EF4-FFF2-40B4-BE49-F238E27FC236}">
                  <a16:creationId xmlns:a16="http://schemas.microsoft.com/office/drawing/2014/main" id="{52ADC57F-3FC0-4F68-7623-7E58135D6085}"/>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6" name="Group 535">
            <a:extLst>
              <a:ext uri="{FF2B5EF4-FFF2-40B4-BE49-F238E27FC236}">
                <a16:creationId xmlns:a16="http://schemas.microsoft.com/office/drawing/2014/main" id="{47C09B7B-6A81-E830-45EE-584171616F44}"/>
              </a:ext>
            </a:extLst>
          </p:cNvPr>
          <p:cNvGrpSpPr/>
          <p:nvPr/>
        </p:nvGrpSpPr>
        <p:grpSpPr>
          <a:xfrm>
            <a:off x="11356242" y="811556"/>
            <a:ext cx="721206" cy="609701"/>
            <a:chOff x="11356242" y="811556"/>
            <a:chExt cx="721206" cy="609701"/>
          </a:xfrm>
        </p:grpSpPr>
        <p:sp>
          <p:nvSpPr>
            <p:cNvPr id="537" name="Rectangle 536">
              <a:hlinkHover r:id="" action="ppaction://noaction" highlightClick="1"/>
              <a:extLst>
                <a:ext uri="{FF2B5EF4-FFF2-40B4-BE49-F238E27FC236}">
                  <a16:creationId xmlns:a16="http://schemas.microsoft.com/office/drawing/2014/main" id="{4DA45896-9E07-0634-F8B0-FB38D844E8FE}"/>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538" name="Oval 537">
              <a:extLst>
                <a:ext uri="{FF2B5EF4-FFF2-40B4-BE49-F238E27FC236}">
                  <a16:creationId xmlns:a16="http://schemas.microsoft.com/office/drawing/2014/main" id="{256079C6-DF4F-FE1E-DB04-AA70A2E02970}"/>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9" name="Isosceles Triangle 648">
              <a:extLst>
                <a:ext uri="{FF2B5EF4-FFF2-40B4-BE49-F238E27FC236}">
                  <a16:creationId xmlns:a16="http://schemas.microsoft.com/office/drawing/2014/main" id="{6B97CCB2-37C4-56BE-22EB-82C062AD4735}"/>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0" name="Group 539">
            <a:extLst>
              <a:ext uri="{FF2B5EF4-FFF2-40B4-BE49-F238E27FC236}">
                <a16:creationId xmlns:a16="http://schemas.microsoft.com/office/drawing/2014/main" id="{D1EF7087-8E4F-1758-7AA3-7ABC8FE7751A}"/>
              </a:ext>
            </a:extLst>
          </p:cNvPr>
          <p:cNvGrpSpPr/>
          <p:nvPr/>
        </p:nvGrpSpPr>
        <p:grpSpPr>
          <a:xfrm>
            <a:off x="8807249" y="811555"/>
            <a:ext cx="721206" cy="609701"/>
            <a:chOff x="8807249" y="811555"/>
            <a:chExt cx="721206" cy="609701"/>
          </a:xfrm>
        </p:grpSpPr>
        <p:sp>
          <p:nvSpPr>
            <p:cNvPr id="541" name="Rectangle 540">
              <a:hlinkHover r:id="" action="ppaction://noaction" highlightClick="1"/>
              <a:extLst>
                <a:ext uri="{FF2B5EF4-FFF2-40B4-BE49-F238E27FC236}">
                  <a16:creationId xmlns:a16="http://schemas.microsoft.com/office/drawing/2014/main" id="{653AE778-70D0-B12D-1F5D-879C01114B42}"/>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542" name="Diamond 541">
              <a:extLst>
                <a:ext uri="{FF2B5EF4-FFF2-40B4-BE49-F238E27FC236}">
                  <a16:creationId xmlns:a16="http://schemas.microsoft.com/office/drawing/2014/main" id="{A304B9C8-1D8B-113A-F697-32DBE881641C}"/>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3" name="Oval 542">
              <a:extLst>
                <a:ext uri="{FF2B5EF4-FFF2-40B4-BE49-F238E27FC236}">
                  <a16:creationId xmlns:a16="http://schemas.microsoft.com/office/drawing/2014/main" id="{AAB29212-A8AA-4E09-FBF1-2D2339EB4067}"/>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4" name="Group 543">
            <a:extLst>
              <a:ext uri="{FF2B5EF4-FFF2-40B4-BE49-F238E27FC236}">
                <a16:creationId xmlns:a16="http://schemas.microsoft.com/office/drawing/2014/main" id="{F5CD3D04-0EEC-C3A7-8255-03E225E35502}"/>
              </a:ext>
            </a:extLst>
          </p:cNvPr>
          <p:cNvGrpSpPr/>
          <p:nvPr/>
        </p:nvGrpSpPr>
        <p:grpSpPr>
          <a:xfrm>
            <a:off x="8808419" y="3705986"/>
            <a:ext cx="721206" cy="609701"/>
            <a:chOff x="8808419" y="3705986"/>
            <a:chExt cx="721206" cy="609701"/>
          </a:xfrm>
        </p:grpSpPr>
        <p:sp>
          <p:nvSpPr>
            <p:cNvPr id="545" name="Rectangle 544">
              <a:hlinkHover r:id="" action="ppaction://noaction" highlightClick="1"/>
              <a:extLst>
                <a:ext uri="{FF2B5EF4-FFF2-40B4-BE49-F238E27FC236}">
                  <a16:creationId xmlns:a16="http://schemas.microsoft.com/office/drawing/2014/main" id="{FAD01014-02CD-2EDC-DD7F-81F18CCE248C}"/>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546" name="Oval 545">
              <a:extLst>
                <a:ext uri="{FF2B5EF4-FFF2-40B4-BE49-F238E27FC236}">
                  <a16:creationId xmlns:a16="http://schemas.microsoft.com/office/drawing/2014/main" id="{B6484B84-E268-97BE-E830-5D7482D591DF}"/>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7" name="Isosceles Triangle 648">
              <a:extLst>
                <a:ext uri="{FF2B5EF4-FFF2-40B4-BE49-F238E27FC236}">
                  <a16:creationId xmlns:a16="http://schemas.microsoft.com/office/drawing/2014/main" id="{A36B544C-66E8-35A3-7190-E5295289289A}"/>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465DC50C-6498-980C-9C2D-283E3479BB73}"/>
              </a:ext>
            </a:extLst>
          </p:cNvPr>
          <p:cNvGrpSpPr/>
          <p:nvPr/>
        </p:nvGrpSpPr>
        <p:grpSpPr>
          <a:xfrm>
            <a:off x="1269626" y="4419615"/>
            <a:ext cx="721206" cy="609701"/>
            <a:chOff x="1269626" y="4419615"/>
            <a:chExt cx="721206" cy="609701"/>
          </a:xfrm>
        </p:grpSpPr>
        <p:sp>
          <p:nvSpPr>
            <p:cNvPr id="549" name="Rectangle 548">
              <a:extLst>
                <a:ext uri="{FF2B5EF4-FFF2-40B4-BE49-F238E27FC236}">
                  <a16:creationId xmlns:a16="http://schemas.microsoft.com/office/drawing/2014/main" id="{23C790DF-AF83-3BA0-176B-0C873C2713E2}"/>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550" name="Cylinder 549">
              <a:extLst>
                <a:ext uri="{FF2B5EF4-FFF2-40B4-BE49-F238E27FC236}">
                  <a16:creationId xmlns:a16="http://schemas.microsoft.com/office/drawing/2014/main" id="{E8BAA507-9DCB-B007-DB15-DB4667A9CE14}"/>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1" name="Group 550">
            <a:extLst>
              <a:ext uri="{FF2B5EF4-FFF2-40B4-BE49-F238E27FC236}">
                <a16:creationId xmlns:a16="http://schemas.microsoft.com/office/drawing/2014/main" id="{C52088C1-2B5E-3B5E-90AA-CF680F244307}"/>
              </a:ext>
            </a:extLst>
          </p:cNvPr>
          <p:cNvGrpSpPr/>
          <p:nvPr/>
        </p:nvGrpSpPr>
        <p:grpSpPr>
          <a:xfrm>
            <a:off x="432841" y="4419615"/>
            <a:ext cx="721206" cy="609701"/>
            <a:chOff x="432841" y="4419615"/>
            <a:chExt cx="721206" cy="609701"/>
          </a:xfrm>
        </p:grpSpPr>
        <p:sp>
          <p:nvSpPr>
            <p:cNvPr id="552" name="Rectangle 551">
              <a:extLst>
                <a:ext uri="{FF2B5EF4-FFF2-40B4-BE49-F238E27FC236}">
                  <a16:creationId xmlns:a16="http://schemas.microsoft.com/office/drawing/2014/main" id="{212B72C4-0912-2E60-D5FD-1C134BF29020}"/>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553" name="Cylinder 552">
              <a:extLst>
                <a:ext uri="{FF2B5EF4-FFF2-40B4-BE49-F238E27FC236}">
                  <a16:creationId xmlns:a16="http://schemas.microsoft.com/office/drawing/2014/main" id="{CD3B05C6-2ACB-A662-139C-712D8333AB25}"/>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4" name="Group 553">
            <a:extLst>
              <a:ext uri="{FF2B5EF4-FFF2-40B4-BE49-F238E27FC236}">
                <a16:creationId xmlns:a16="http://schemas.microsoft.com/office/drawing/2014/main" id="{8AF4D1B6-36F1-B833-3767-FC2B9BAF1529}"/>
              </a:ext>
            </a:extLst>
          </p:cNvPr>
          <p:cNvGrpSpPr/>
          <p:nvPr/>
        </p:nvGrpSpPr>
        <p:grpSpPr>
          <a:xfrm>
            <a:off x="1268467" y="5141008"/>
            <a:ext cx="721206" cy="609701"/>
            <a:chOff x="1268467" y="5141008"/>
            <a:chExt cx="721206" cy="609701"/>
          </a:xfrm>
        </p:grpSpPr>
        <p:sp>
          <p:nvSpPr>
            <p:cNvPr id="555" name="Rectangle 554">
              <a:extLst>
                <a:ext uri="{FF2B5EF4-FFF2-40B4-BE49-F238E27FC236}">
                  <a16:creationId xmlns:a16="http://schemas.microsoft.com/office/drawing/2014/main" id="{9E78FEC6-1690-3EE4-56F5-7EAAC6127ACB}"/>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556" name="Cylinder 555">
              <a:extLst>
                <a:ext uri="{FF2B5EF4-FFF2-40B4-BE49-F238E27FC236}">
                  <a16:creationId xmlns:a16="http://schemas.microsoft.com/office/drawing/2014/main" id="{20C2925A-D671-DDAA-BB98-9DE3087DC8F8}"/>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7" name="Group 556">
            <a:extLst>
              <a:ext uri="{FF2B5EF4-FFF2-40B4-BE49-F238E27FC236}">
                <a16:creationId xmlns:a16="http://schemas.microsoft.com/office/drawing/2014/main" id="{B1FC6557-B949-51BA-A560-B8514603B1BA}"/>
              </a:ext>
            </a:extLst>
          </p:cNvPr>
          <p:cNvGrpSpPr/>
          <p:nvPr/>
        </p:nvGrpSpPr>
        <p:grpSpPr>
          <a:xfrm>
            <a:off x="431297" y="5141008"/>
            <a:ext cx="721206" cy="609701"/>
            <a:chOff x="431297" y="5141008"/>
            <a:chExt cx="721206" cy="609701"/>
          </a:xfrm>
        </p:grpSpPr>
        <p:sp>
          <p:nvSpPr>
            <p:cNvPr id="558" name="Rectangle 557">
              <a:extLst>
                <a:ext uri="{FF2B5EF4-FFF2-40B4-BE49-F238E27FC236}">
                  <a16:creationId xmlns:a16="http://schemas.microsoft.com/office/drawing/2014/main" id="{91E841FE-2915-1290-1D75-C4A67618AFF2}"/>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559" name="Cylinder 558">
              <a:extLst>
                <a:ext uri="{FF2B5EF4-FFF2-40B4-BE49-F238E27FC236}">
                  <a16:creationId xmlns:a16="http://schemas.microsoft.com/office/drawing/2014/main" id="{4CFD9A68-A282-499C-AF5E-981388BA0D08}"/>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4" name="Group 563">
            <a:extLst>
              <a:ext uri="{FF2B5EF4-FFF2-40B4-BE49-F238E27FC236}">
                <a16:creationId xmlns:a16="http://schemas.microsoft.com/office/drawing/2014/main" id="{3EE968EF-DD8B-6FD4-64D9-5FFDBADADDDE}"/>
              </a:ext>
            </a:extLst>
          </p:cNvPr>
          <p:cNvGrpSpPr/>
          <p:nvPr/>
        </p:nvGrpSpPr>
        <p:grpSpPr>
          <a:xfrm>
            <a:off x="3778361" y="2253333"/>
            <a:ext cx="721206" cy="609701"/>
            <a:chOff x="3778361" y="2253333"/>
            <a:chExt cx="721206" cy="609701"/>
          </a:xfrm>
        </p:grpSpPr>
        <p:sp>
          <p:nvSpPr>
            <p:cNvPr id="565" name="Rectangle 564">
              <a:extLst>
                <a:ext uri="{FF2B5EF4-FFF2-40B4-BE49-F238E27FC236}">
                  <a16:creationId xmlns:a16="http://schemas.microsoft.com/office/drawing/2014/main" id="{C34534AB-0779-E84A-C76B-6FC5BE42602F}"/>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566" name="Rectangle 565">
              <a:extLst>
                <a:ext uri="{FF2B5EF4-FFF2-40B4-BE49-F238E27FC236}">
                  <a16:creationId xmlns:a16="http://schemas.microsoft.com/office/drawing/2014/main" id="{146F78A2-3B75-B87A-AA8C-61DC2D0B9285}"/>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7" name="Oval 15">
              <a:extLst>
                <a:ext uri="{FF2B5EF4-FFF2-40B4-BE49-F238E27FC236}">
                  <a16:creationId xmlns:a16="http://schemas.microsoft.com/office/drawing/2014/main" id="{52A7BFAA-02F9-D8B5-D1E6-1A9E59BFB31B}"/>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8" name="Straight Connector 567">
              <a:extLst>
                <a:ext uri="{FF2B5EF4-FFF2-40B4-BE49-F238E27FC236}">
                  <a16:creationId xmlns:a16="http://schemas.microsoft.com/office/drawing/2014/main" id="{3DFE4C32-BD67-20C2-61F7-C72F5F142FE8}"/>
                </a:ext>
              </a:extLst>
            </p:cNvPr>
            <p:cNvCxnSpPr>
              <a:cxnSpLocks/>
              <a:stCxn id="567"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69" name="Straight Connector 568">
              <a:extLst>
                <a:ext uri="{FF2B5EF4-FFF2-40B4-BE49-F238E27FC236}">
                  <a16:creationId xmlns:a16="http://schemas.microsoft.com/office/drawing/2014/main" id="{04126645-9B53-A9A5-47D7-29553A25E471}"/>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70" name="Group 569">
            <a:extLst>
              <a:ext uri="{FF2B5EF4-FFF2-40B4-BE49-F238E27FC236}">
                <a16:creationId xmlns:a16="http://schemas.microsoft.com/office/drawing/2014/main" id="{023D9C26-77AE-8749-456A-61CCFB60373A}"/>
              </a:ext>
            </a:extLst>
          </p:cNvPr>
          <p:cNvGrpSpPr/>
          <p:nvPr/>
        </p:nvGrpSpPr>
        <p:grpSpPr>
          <a:xfrm>
            <a:off x="431659" y="2253337"/>
            <a:ext cx="721895" cy="609700"/>
            <a:chOff x="431659" y="2253337"/>
            <a:chExt cx="721895" cy="609700"/>
          </a:xfrm>
        </p:grpSpPr>
        <p:sp>
          <p:nvSpPr>
            <p:cNvPr id="571" name="Rectangle 570">
              <a:hlinkHover r:id="" action="ppaction://noaction" highlightClick="1"/>
              <a:extLst>
                <a:ext uri="{FF2B5EF4-FFF2-40B4-BE49-F238E27FC236}">
                  <a16:creationId xmlns:a16="http://schemas.microsoft.com/office/drawing/2014/main" id="{9627324E-9266-6EA4-7ADE-058B6D85D8DD}"/>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572" name="Diamond 571">
              <a:extLst>
                <a:ext uri="{FF2B5EF4-FFF2-40B4-BE49-F238E27FC236}">
                  <a16:creationId xmlns:a16="http://schemas.microsoft.com/office/drawing/2014/main" id="{C76944B9-E91F-B9F6-4A05-3444427D3169}"/>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3" name="Oval 572">
              <a:extLst>
                <a:ext uri="{FF2B5EF4-FFF2-40B4-BE49-F238E27FC236}">
                  <a16:creationId xmlns:a16="http://schemas.microsoft.com/office/drawing/2014/main" id="{BA5287AD-2D1C-AD86-12BF-DD6CD9ED7001}"/>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9" name="Group 608">
            <a:extLst>
              <a:ext uri="{FF2B5EF4-FFF2-40B4-BE49-F238E27FC236}">
                <a16:creationId xmlns:a16="http://schemas.microsoft.com/office/drawing/2014/main" id="{C98E1717-0A1E-88BD-2A70-BF9939B810F9}"/>
              </a:ext>
            </a:extLst>
          </p:cNvPr>
          <p:cNvGrpSpPr/>
          <p:nvPr/>
        </p:nvGrpSpPr>
        <p:grpSpPr>
          <a:xfrm>
            <a:off x="6286130" y="4419624"/>
            <a:ext cx="721206" cy="609701"/>
            <a:chOff x="6286130" y="4419624"/>
            <a:chExt cx="721206" cy="609701"/>
          </a:xfrm>
        </p:grpSpPr>
        <p:sp>
          <p:nvSpPr>
            <p:cNvPr id="610" name="Rectangle 609">
              <a:hlinkHover r:id="" action="ppaction://noaction" highlightClick="1"/>
              <a:extLst>
                <a:ext uri="{FF2B5EF4-FFF2-40B4-BE49-F238E27FC236}">
                  <a16:creationId xmlns:a16="http://schemas.microsoft.com/office/drawing/2014/main" id="{E016A534-0D3D-66E3-A727-FEF06102B80D}"/>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611" name="Oval 610">
              <a:extLst>
                <a:ext uri="{FF2B5EF4-FFF2-40B4-BE49-F238E27FC236}">
                  <a16:creationId xmlns:a16="http://schemas.microsoft.com/office/drawing/2014/main" id="{7E64E5C0-F20A-6466-7530-37DDE177A65B}"/>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2" name="Isosceles Triangle 648">
              <a:extLst>
                <a:ext uri="{FF2B5EF4-FFF2-40B4-BE49-F238E27FC236}">
                  <a16:creationId xmlns:a16="http://schemas.microsoft.com/office/drawing/2014/main" id="{BB071D65-7517-DB41-D9B5-294A57EBE2A3}"/>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3" name="Group 612">
            <a:extLst>
              <a:ext uri="{FF2B5EF4-FFF2-40B4-BE49-F238E27FC236}">
                <a16:creationId xmlns:a16="http://schemas.microsoft.com/office/drawing/2014/main" id="{119FAAD8-A872-CD00-4341-85BED2EEE6C7}"/>
              </a:ext>
            </a:extLst>
          </p:cNvPr>
          <p:cNvGrpSpPr/>
          <p:nvPr/>
        </p:nvGrpSpPr>
        <p:grpSpPr>
          <a:xfrm>
            <a:off x="5458940" y="5135305"/>
            <a:ext cx="721206" cy="609701"/>
            <a:chOff x="5458940" y="5135305"/>
            <a:chExt cx="721206" cy="609701"/>
          </a:xfrm>
        </p:grpSpPr>
        <p:sp>
          <p:nvSpPr>
            <p:cNvPr id="614" name="Rectangle 613">
              <a:hlinkHover r:id="" action="ppaction://noaction" highlightClick="1"/>
              <a:extLst>
                <a:ext uri="{FF2B5EF4-FFF2-40B4-BE49-F238E27FC236}">
                  <a16:creationId xmlns:a16="http://schemas.microsoft.com/office/drawing/2014/main" id="{C3C39A10-C794-CA72-E4F8-9B4810A32373}"/>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615" name="Oval 614">
              <a:extLst>
                <a:ext uri="{FF2B5EF4-FFF2-40B4-BE49-F238E27FC236}">
                  <a16:creationId xmlns:a16="http://schemas.microsoft.com/office/drawing/2014/main" id="{CE03623A-C2D6-43A0-CC49-F0384FFB8568}"/>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6" name="Isosceles Triangle 648">
              <a:extLst>
                <a:ext uri="{FF2B5EF4-FFF2-40B4-BE49-F238E27FC236}">
                  <a16:creationId xmlns:a16="http://schemas.microsoft.com/office/drawing/2014/main" id="{3629C942-2A50-9C17-F86F-BDC627D2F732}"/>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7" name="Group 616">
            <a:extLst>
              <a:ext uri="{FF2B5EF4-FFF2-40B4-BE49-F238E27FC236}">
                <a16:creationId xmlns:a16="http://schemas.microsoft.com/office/drawing/2014/main" id="{F9664F68-1ABB-BABA-520B-4F8365E2532F}"/>
              </a:ext>
            </a:extLst>
          </p:cNvPr>
          <p:cNvGrpSpPr/>
          <p:nvPr/>
        </p:nvGrpSpPr>
        <p:grpSpPr>
          <a:xfrm>
            <a:off x="6289146" y="5141017"/>
            <a:ext cx="721206" cy="609701"/>
            <a:chOff x="6289146" y="5141017"/>
            <a:chExt cx="721206" cy="609701"/>
          </a:xfrm>
        </p:grpSpPr>
        <p:sp>
          <p:nvSpPr>
            <p:cNvPr id="618" name="Rectangle 617">
              <a:hlinkHover r:id="" action="ppaction://noaction" highlightClick="1"/>
              <a:extLst>
                <a:ext uri="{FF2B5EF4-FFF2-40B4-BE49-F238E27FC236}">
                  <a16:creationId xmlns:a16="http://schemas.microsoft.com/office/drawing/2014/main" id="{D60BF06D-FF11-EEE5-A968-9CA304EE0E53}"/>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619" name="Oval 618">
              <a:extLst>
                <a:ext uri="{FF2B5EF4-FFF2-40B4-BE49-F238E27FC236}">
                  <a16:creationId xmlns:a16="http://schemas.microsoft.com/office/drawing/2014/main" id="{521A3AE8-7DB5-7709-AC2B-7A8E95AE46AE}"/>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0" name="Isosceles Triangle 648">
              <a:extLst>
                <a:ext uri="{FF2B5EF4-FFF2-40B4-BE49-F238E27FC236}">
                  <a16:creationId xmlns:a16="http://schemas.microsoft.com/office/drawing/2014/main" id="{AA926F3D-2EA0-D35F-D7EC-ACCD0B3BFA9C}"/>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1" name="Group 620">
            <a:extLst>
              <a:ext uri="{FF2B5EF4-FFF2-40B4-BE49-F238E27FC236}">
                <a16:creationId xmlns:a16="http://schemas.microsoft.com/office/drawing/2014/main" id="{916025BB-7B64-E5A0-6712-56ECA5DCFC65}"/>
              </a:ext>
            </a:extLst>
          </p:cNvPr>
          <p:cNvGrpSpPr/>
          <p:nvPr/>
        </p:nvGrpSpPr>
        <p:grpSpPr>
          <a:xfrm>
            <a:off x="7122911" y="4419624"/>
            <a:ext cx="721206" cy="609701"/>
            <a:chOff x="7122911" y="4419624"/>
            <a:chExt cx="721206" cy="609701"/>
          </a:xfrm>
        </p:grpSpPr>
        <p:sp>
          <p:nvSpPr>
            <p:cNvPr id="622" name="Rectangle 621">
              <a:hlinkHover r:id="" action="ppaction://noaction" highlightClick="1"/>
              <a:extLst>
                <a:ext uri="{FF2B5EF4-FFF2-40B4-BE49-F238E27FC236}">
                  <a16:creationId xmlns:a16="http://schemas.microsoft.com/office/drawing/2014/main" id="{846F587E-10F0-5261-706E-05E577E7BA5C}"/>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623" name="Oval 622">
              <a:extLst>
                <a:ext uri="{FF2B5EF4-FFF2-40B4-BE49-F238E27FC236}">
                  <a16:creationId xmlns:a16="http://schemas.microsoft.com/office/drawing/2014/main" id="{5FAA5E40-F947-C177-D6D6-FEBC1AD963AD}"/>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4" name="Isosceles Triangle 648">
              <a:extLst>
                <a:ext uri="{FF2B5EF4-FFF2-40B4-BE49-F238E27FC236}">
                  <a16:creationId xmlns:a16="http://schemas.microsoft.com/office/drawing/2014/main" id="{BB85E267-7C0F-70B4-6AE8-6FBA28F35BCF}"/>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9" name="Group 628">
            <a:extLst>
              <a:ext uri="{FF2B5EF4-FFF2-40B4-BE49-F238E27FC236}">
                <a16:creationId xmlns:a16="http://schemas.microsoft.com/office/drawing/2014/main" id="{A88AE920-27DF-C49C-4628-BD8D2606B450}"/>
              </a:ext>
            </a:extLst>
          </p:cNvPr>
          <p:cNvGrpSpPr/>
          <p:nvPr/>
        </p:nvGrpSpPr>
        <p:grpSpPr>
          <a:xfrm>
            <a:off x="5454385" y="4419624"/>
            <a:ext cx="721206" cy="609701"/>
            <a:chOff x="5454385" y="4419624"/>
            <a:chExt cx="721206" cy="609701"/>
          </a:xfrm>
        </p:grpSpPr>
        <p:sp>
          <p:nvSpPr>
            <p:cNvPr id="630" name="Rectangle 629">
              <a:hlinkHover r:id="" action="ppaction://noaction" highlightClick="1"/>
              <a:extLst>
                <a:ext uri="{FF2B5EF4-FFF2-40B4-BE49-F238E27FC236}">
                  <a16:creationId xmlns:a16="http://schemas.microsoft.com/office/drawing/2014/main" id="{0AC98857-28B8-F4BC-DC08-FD344306B12B}"/>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631" name="Oval 630">
              <a:extLst>
                <a:ext uri="{FF2B5EF4-FFF2-40B4-BE49-F238E27FC236}">
                  <a16:creationId xmlns:a16="http://schemas.microsoft.com/office/drawing/2014/main" id="{7836F1AC-2F1F-937A-D11D-69EEF37EA2F1}"/>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2" name="Isosceles Triangle 648">
              <a:extLst>
                <a:ext uri="{FF2B5EF4-FFF2-40B4-BE49-F238E27FC236}">
                  <a16:creationId xmlns:a16="http://schemas.microsoft.com/office/drawing/2014/main" id="{27E917A9-63F5-99D8-0BF7-FCEBF24BF98D}"/>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3" name="Group 632">
            <a:extLst>
              <a:ext uri="{FF2B5EF4-FFF2-40B4-BE49-F238E27FC236}">
                <a16:creationId xmlns:a16="http://schemas.microsoft.com/office/drawing/2014/main" id="{A8D8CE07-F0B9-77EF-345D-3C02113F1D01}"/>
              </a:ext>
            </a:extLst>
          </p:cNvPr>
          <p:cNvGrpSpPr/>
          <p:nvPr/>
        </p:nvGrpSpPr>
        <p:grpSpPr>
          <a:xfrm>
            <a:off x="3775041" y="5130133"/>
            <a:ext cx="721895" cy="609700"/>
            <a:chOff x="3775041" y="5130133"/>
            <a:chExt cx="721895" cy="609700"/>
          </a:xfrm>
        </p:grpSpPr>
        <p:sp>
          <p:nvSpPr>
            <p:cNvPr id="634" name="Rectangle 633">
              <a:hlinkHover r:id="" action="ppaction://noaction" highlightClick="1"/>
              <a:extLst>
                <a:ext uri="{FF2B5EF4-FFF2-40B4-BE49-F238E27FC236}">
                  <a16:creationId xmlns:a16="http://schemas.microsoft.com/office/drawing/2014/main" id="{49B314A6-DB63-E9B9-4E3B-7C301A0F3A13}"/>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635" name="Diamond 634">
              <a:extLst>
                <a:ext uri="{FF2B5EF4-FFF2-40B4-BE49-F238E27FC236}">
                  <a16:creationId xmlns:a16="http://schemas.microsoft.com/office/drawing/2014/main" id="{178E26A6-3E16-454F-B396-A6BC8F9B9346}"/>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6" name="Oval 635">
              <a:extLst>
                <a:ext uri="{FF2B5EF4-FFF2-40B4-BE49-F238E27FC236}">
                  <a16:creationId xmlns:a16="http://schemas.microsoft.com/office/drawing/2014/main" id="{54BE8183-A4E6-E6C6-74CB-9389956B8F8B}"/>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7" name="Group 636">
            <a:extLst>
              <a:ext uri="{FF2B5EF4-FFF2-40B4-BE49-F238E27FC236}">
                <a16:creationId xmlns:a16="http://schemas.microsoft.com/office/drawing/2014/main" id="{11A8FE80-B9B0-43DB-E8DC-C2E5A61BE2A0}"/>
              </a:ext>
            </a:extLst>
          </p:cNvPr>
          <p:cNvGrpSpPr/>
          <p:nvPr/>
        </p:nvGrpSpPr>
        <p:grpSpPr>
          <a:xfrm>
            <a:off x="4618174" y="5130748"/>
            <a:ext cx="721895" cy="609700"/>
            <a:chOff x="4618174" y="5130748"/>
            <a:chExt cx="721895" cy="609700"/>
          </a:xfrm>
        </p:grpSpPr>
        <p:sp>
          <p:nvSpPr>
            <p:cNvPr id="638" name="Rectangle 637">
              <a:hlinkHover r:id="" action="ppaction://noaction" highlightClick="1"/>
              <a:extLst>
                <a:ext uri="{FF2B5EF4-FFF2-40B4-BE49-F238E27FC236}">
                  <a16:creationId xmlns:a16="http://schemas.microsoft.com/office/drawing/2014/main" id="{7E96D599-81B6-FF42-C7DD-9A45D5539AD4}"/>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639" name="Diamond 638">
              <a:extLst>
                <a:ext uri="{FF2B5EF4-FFF2-40B4-BE49-F238E27FC236}">
                  <a16:creationId xmlns:a16="http://schemas.microsoft.com/office/drawing/2014/main" id="{44DF027B-61CD-9D54-059D-441CCFC6A058}"/>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0" name="Oval 639">
              <a:extLst>
                <a:ext uri="{FF2B5EF4-FFF2-40B4-BE49-F238E27FC236}">
                  <a16:creationId xmlns:a16="http://schemas.microsoft.com/office/drawing/2014/main" id="{2993593B-2C96-C509-98BF-6FD4F40FED5E}"/>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1" name="Group 640">
            <a:extLst>
              <a:ext uri="{FF2B5EF4-FFF2-40B4-BE49-F238E27FC236}">
                <a16:creationId xmlns:a16="http://schemas.microsoft.com/office/drawing/2014/main" id="{E1C5CB8E-A4C2-43B7-31A1-02ED67EEDF51}"/>
              </a:ext>
            </a:extLst>
          </p:cNvPr>
          <p:cNvGrpSpPr/>
          <p:nvPr/>
        </p:nvGrpSpPr>
        <p:grpSpPr>
          <a:xfrm>
            <a:off x="7125833" y="5143368"/>
            <a:ext cx="721206" cy="609701"/>
            <a:chOff x="7125833" y="5143368"/>
            <a:chExt cx="721206" cy="609701"/>
          </a:xfrm>
        </p:grpSpPr>
        <p:sp>
          <p:nvSpPr>
            <p:cNvPr id="642" name="Rectangle 641">
              <a:hlinkHover r:id="" action="ppaction://noaction" highlightClick="1"/>
              <a:extLst>
                <a:ext uri="{FF2B5EF4-FFF2-40B4-BE49-F238E27FC236}">
                  <a16:creationId xmlns:a16="http://schemas.microsoft.com/office/drawing/2014/main" id="{F7EC1971-33FF-A986-630E-DCBFC17305A4}"/>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643" name="Oval 642">
              <a:extLst>
                <a:ext uri="{FF2B5EF4-FFF2-40B4-BE49-F238E27FC236}">
                  <a16:creationId xmlns:a16="http://schemas.microsoft.com/office/drawing/2014/main" id="{BBDED94A-C2E2-EDDF-A64A-A13F2F048D6B}"/>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4" name="Isosceles Triangle 648">
              <a:extLst>
                <a:ext uri="{FF2B5EF4-FFF2-40B4-BE49-F238E27FC236}">
                  <a16:creationId xmlns:a16="http://schemas.microsoft.com/office/drawing/2014/main" id="{AF1CD8C1-6844-21CB-F5B8-AE221642BF55}"/>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5" name="Group 644">
            <a:extLst>
              <a:ext uri="{FF2B5EF4-FFF2-40B4-BE49-F238E27FC236}">
                <a16:creationId xmlns:a16="http://schemas.microsoft.com/office/drawing/2014/main" id="{E7A6BEB9-B076-9647-9802-305F4656398C}"/>
              </a:ext>
            </a:extLst>
          </p:cNvPr>
          <p:cNvGrpSpPr/>
          <p:nvPr/>
        </p:nvGrpSpPr>
        <p:grpSpPr>
          <a:xfrm>
            <a:off x="7122911" y="3698231"/>
            <a:ext cx="721206" cy="609701"/>
            <a:chOff x="7122911" y="3698231"/>
            <a:chExt cx="721206" cy="609701"/>
          </a:xfrm>
        </p:grpSpPr>
        <p:sp>
          <p:nvSpPr>
            <p:cNvPr id="646" name="Rectangle 645">
              <a:hlinkHover r:id="" action="ppaction://noaction" highlightClick="1"/>
              <a:extLst>
                <a:ext uri="{FF2B5EF4-FFF2-40B4-BE49-F238E27FC236}">
                  <a16:creationId xmlns:a16="http://schemas.microsoft.com/office/drawing/2014/main" id="{C4B7C7EC-7D9C-709B-0847-BBA460880DD3}"/>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647" name="Oval 646">
              <a:extLst>
                <a:ext uri="{FF2B5EF4-FFF2-40B4-BE49-F238E27FC236}">
                  <a16:creationId xmlns:a16="http://schemas.microsoft.com/office/drawing/2014/main" id="{B408F797-0E9F-04FF-3036-94511439921A}"/>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8" name="Isosceles Triangle 648">
              <a:extLst>
                <a:ext uri="{FF2B5EF4-FFF2-40B4-BE49-F238E27FC236}">
                  <a16:creationId xmlns:a16="http://schemas.microsoft.com/office/drawing/2014/main" id="{07F2FA32-2D57-E84A-90C4-14CC3A5B8120}"/>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9" name="Group 648">
            <a:extLst>
              <a:ext uri="{FF2B5EF4-FFF2-40B4-BE49-F238E27FC236}">
                <a16:creationId xmlns:a16="http://schemas.microsoft.com/office/drawing/2014/main" id="{19952D98-BAF6-243D-2D24-3CF2F278A607}"/>
              </a:ext>
            </a:extLst>
          </p:cNvPr>
          <p:cNvGrpSpPr/>
          <p:nvPr/>
        </p:nvGrpSpPr>
        <p:grpSpPr>
          <a:xfrm>
            <a:off x="6286224" y="3620338"/>
            <a:ext cx="721206" cy="687594"/>
            <a:chOff x="6286224" y="3620338"/>
            <a:chExt cx="721206" cy="687594"/>
          </a:xfrm>
        </p:grpSpPr>
        <p:cxnSp>
          <p:nvCxnSpPr>
            <p:cNvPr id="650" name="Straight Connector 649">
              <a:extLst>
                <a:ext uri="{FF2B5EF4-FFF2-40B4-BE49-F238E27FC236}">
                  <a16:creationId xmlns:a16="http://schemas.microsoft.com/office/drawing/2014/main" id="{F2D24EF4-AEB5-EEA3-7E79-A606C07F23DF}"/>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651" name="Rectangle 650">
              <a:hlinkHover r:id="" action="ppaction://noaction" highlightClick="1"/>
              <a:extLst>
                <a:ext uri="{FF2B5EF4-FFF2-40B4-BE49-F238E27FC236}">
                  <a16:creationId xmlns:a16="http://schemas.microsoft.com/office/drawing/2014/main" id="{82AE0DDC-A7D3-6B19-40DD-657FC22EE0C2}"/>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652" name="Oval 651">
              <a:extLst>
                <a:ext uri="{FF2B5EF4-FFF2-40B4-BE49-F238E27FC236}">
                  <a16:creationId xmlns:a16="http://schemas.microsoft.com/office/drawing/2014/main" id="{F08932BF-6395-AAC2-6D2F-575A03C8E890}"/>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3" name="Isosceles Triangle 648">
              <a:extLst>
                <a:ext uri="{FF2B5EF4-FFF2-40B4-BE49-F238E27FC236}">
                  <a16:creationId xmlns:a16="http://schemas.microsoft.com/office/drawing/2014/main" id="{B2C0BB71-0BFA-9B14-0076-BABF57DF3C59}"/>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0" name="Group 669">
            <a:extLst>
              <a:ext uri="{FF2B5EF4-FFF2-40B4-BE49-F238E27FC236}">
                <a16:creationId xmlns:a16="http://schemas.microsoft.com/office/drawing/2014/main" id="{75587A14-5BD7-F9D9-31D2-52536E8659FC}"/>
              </a:ext>
            </a:extLst>
          </p:cNvPr>
          <p:cNvGrpSpPr/>
          <p:nvPr/>
        </p:nvGrpSpPr>
        <p:grpSpPr>
          <a:xfrm>
            <a:off x="3775041" y="1532276"/>
            <a:ext cx="721206" cy="609701"/>
            <a:chOff x="3775041" y="1532276"/>
            <a:chExt cx="721206" cy="609701"/>
          </a:xfrm>
        </p:grpSpPr>
        <p:sp>
          <p:nvSpPr>
            <p:cNvPr id="671" name="Rectangle 670">
              <a:extLst>
                <a:ext uri="{FF2B5EF4-FFF2-40B4-BE49-F238E27FC236}">
                  <a16:creationId xmlns:a16="http://schemas.microsoft.com/office/drawing/2014/main" id="{15C5046B-9065-06EF-8BF5-058F40B93364}"/>
                </a:ext>
              </a:extLst>
            </p:cNvPr>
            <p:cNvSpPr/>
            <p:nvPr/>
          </p:nvSpPr>
          <p:spPr>
            <a:xfrm>
              <a:off x="3775041"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672" name="Right Triangle 671">
              <a:extLst>
                <a:ext uri="{FF2B5EF4-FFF2-40B4-BE49-F238E27FC236}">
                  <a16:creationId xmlns:a16="http://schemas.microsoft.com/office/drawing/2014/main" id="{25C04063-2887-687C-8D60-3CC3ABA398C2}"/>
                </a:ext>
              </a:extLst>
            </p:cNvPr>
            <p:cNvSpPr/>
            <p:nvPr/>
          </p:nvSpPr>
          <p:spPr>
            <a:xfrm rot="10800000">
              <a:off x="437405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73" name="Group 672">
              <a:extLst>
                <a:ext uri="{FF2B5EF4-FFF2-40B4-BE49-F238E27FC236}">
                  <a16:creationId xmlns:a16="http://schemas.microsoft.com/office/drawing/2014/main" id="{D8AF1EAE-0D6A-8D0E-A7E4-6B0B0085B4FA}"/>
                </a:ext>
              </a:extLst>
            </p:cNvPr>
            <p:cNvGrpSpPr/>
            <p:nvPr/>
          </p:nvGrpSpPr>
          <p:grpSpPr>
            <a:xfrm>
              <a:off x="4440500" y="1542931"/>
              <a:ext cx="37817" cy="61390"/>
              <a:chOff x="3883481" y="2057400"/>
              <a:chExt cx="1608363" cy="2652031"/>
            </a:xfrm>
            <a:solidFill>
              <a:srgbClr val="A6A6A6"/>
            </a:solidFill>
          </p:grpSpPr>
          <p:sp>
            <p:nvSpPr>
              <p:cNvPr id="674" name="Oval 27">
                <a:extLst>
                  <a:ext uri="{FF2B5EF4-FFF2-40B4-BE49-F238E27FC236}">
                    <a16:creationId xmlns:a16="http://schemas.microsoft.com/office/drawing/2014/main" id="{E6054F44-8DF7-FBD2-360E-CF9EA6F165F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5" name="Oval 28">
                <a:extLst>
                  <a:ext uri="{FF2B5EF4-FFF2-40B4-BE49-F238E27FC236}">
                    <a16:creationId xmlns:a16="http://schemas.microsoft.com/office/drawing/2014/main" id="{A5D0EC93-7B87-554F-6E4D-1E723F80730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76" name="Group 675">
            <a:extLst>
              <a:ext uri="{FF2B5EF4-FFF2-40B4-BE49-F238E27FC236}">
                <a16:creationId xmlns:a16="http://schemas.microsoft.com/office/drawing/2014/main" id="{53532808-DCBB-E236-81F5-EC1026083680}"/>
              </a:ext>
            </a:extLst>
          </p:cNvPr>
          <p:cNvGrpSpPr/>
          <p:nvPr/>
        </p:nvGrpSpPr>
        <p:grpSpPr>
          <a:xfrm>
            <a:off x="4611548" y="1532276"/>
            <a:ext cx="721206" cy="609701"/>
            <a:chOff x="4611548" y="1532276"/>
            <a:chExt cx="721206" cy="609701"/>
          </a:xfrm>
        </p:grpSpPr>
        <p:sp>
          <p:nvSpPr>
            <p:cNvPr id="677" name="Rectangle 676">
              <a:extLst>
                <a:ext uri="{FF2B5EF4-FFF2-40B4-BE49-F238E27FC236}">
                  <a16:creationId xmlns:a16="http://schemas.microsoft.com/office/drawing/2014/main" id="{33A5C988-94FF-93D9-4739-4F5E60F983DA}"/>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678" name="Right Triangle 677">
              <a:extLst>
                <a:ext uri="{FF2B5EF4-FFF2-40B4-BE49-F238E27FC236}">
                  <a16:creationId xmlns:a16="http://schemas.microsoft.com/office/drawing/2014/main" id="{668F444D-5F51-DECD-1813-A371D5C30EE9}"/>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79" name="Group 678">
              <a:extLst>
                <a:ext uri="{FF2B5EF4-FFF2-40B4-BE49-F238E27FC236}">
                  <a16:creationId xmlns:a16="http://schemas.microsoft.com/office/drawing/2014/main" id="{F19E0BD9-9F6C-B1A7-A686-55450AE6E84A}"/>
                </a:ext>
              </a:extLst>
            </p:cNvPr>
            <p:cNvGrpSpPr/>
            <p:nvPr/>
          </p:nvGrpSpPr>
          <p:grpSpPr>
            <a:xfrm>
              <a:off x="5276140" y="1542931"/>
              <a:ext cx="37817" cy="61390"/>
              <a:chOff x="3883481" y="2057400"/>
              <a:chExt cx="1608363" cy="2652031"/>
            </a:xfrm>
            <a:solidFill>
              <a:srgbClr val="A6A6A6"/>
            </a:solidFill>
          </p:grpSpPr>
          <p:sp>
            <p:nvSpPr>
              <p:cNvPr id="680" name="Oval 27">
                <a:extLst>
                  <a:ext uri="{FF2B5EF4-FFF2-40B4-BE49-F238E27FC236}">
                    <a16:creationId xmlns:a16="http://schemas.microsoft.com/office/drawing/2014/main" id="{6465437F-AF69-588D-16D5-393D1B129C6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1" name="Oval 28">
                <a:extLst>
                  <a:ext uri="{FF2B5EF4-FFF2-40B4-BE49-F238E27FC236}">
                    <a16:creationId xmlns:a16="http://schemas.microsoft.com/office/drawing/2014/main" id="{7AF945BC-FC03-4235-EAE1-8C411C71A6A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82" name="Group 681">
            <a:extLst>
              <a:ext uri="{FF2B5EF4-FFF2-40B4-BE49-F238E27FC236}">
                <a16:creationId xmlns:a16="http://schemas.microsoft.com/office/drawing/2014/main" id="{DDFBE358-2771-3630-5765-FD1400B1ED08}"/>
              </a:ext>
            </a:extLst>
          </p:cNvPr>
          <p:cNvGrpSpPr/>
          <p:nvPr/>
        </p:nvGrpSpPr>
        <p:grpSpPr>
          <a:xfrm>
            <a:off x="2938534" y="1532275"/>
            <a:ext cx="721206" cy="610039"/>
            <a:chOff x="2938534" y="1532275"/>
            <a:chExt cx="721206" cy="610039"/>
          </a:xfrm>
        </p:grpSpPr>
        <p:sp>
          <p:nvSpPr>
            <p:cNvPr id="683" name="Rectangle 682">
              <a:extLst>
                <a:ext uri="{FF2B5EF4-FFF2-40B4-BE49-F238E27FC236}">
                  <a16:creationId xmlns:a16="http://schemas.microsoft.com/office/drawing/2014/main" id="{7AD9BC97-D7D8-2CF9-4893-9959CE17A195}"/>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684" name="Right Triangle 683">
              <a:extLst>
                <a:ext uri="{FF2B5EF4-FFF2-40B4-BE49-F238E27FC236}">
                  <a16:creationId xmlns:a16="http://schemas.microsoft.com/office/drawing/2014/main" id="{C314A277-C05D-5EE3-C3FC-D9E374CA90F0}"/>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5" name="Oval 27">
              <a:extLst>
                <a:ext uri="{FF2B5EF4-FFF2-40B4-BE49-F238E27FC236}">
                  <a16:creationId xmlns:a16="http://schemas.microsoft.com/office/drawing/2014/main" id="{C85E053B-0D9D-53A8-2EE6-89D04ECBFD90}"/>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6" name="Oval 28">
              <a:extLst>
                <a:ext uri="{FF2B5EF4-FFF2-40B4-BE49-F238E27FC236}">
                  <a16:creationId xmlns:a16="http://schemas.microsoft.com/office/drawing/2014/main" id="{100F4CDD-8621-92FE-1FA9-3B9CBBF919A1}"/>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87" name="Group 686">
            <a:extLst>
              <a:ext uri="{FF2B5EF4-FFF2-40B4-BE49-F238E27FC236}">
                <a16:creationId xmlns:a16="http://schemas.microsoft.com/office/drawing/2014/main" id="{F4EEC897-D9EA-3D28-37E5-308C6553BB52}"/>
              </a:ext>
            </a:extLst>
          </p:cNvPr>
          <p:cNvGrpSpPr/>
          <p:nvPr/>
        </p:nvGrpSpPr>
        <p:grpSpPr>
          <a:xfrm>
            <a:off x="6284590" y="811556"/>
            <a:ext cx="721206" cy="609701"/>
            <a:chOff x="6284590" y="811556"/>
            <a:chExt cx="721206" cy="609701"/>
          </a:xfrm>
        </p:grpSpPr>
        <p:sp>
          <p:nvSpPr>
            <p:cNvPr id="688" name="Rectangle 687">
              <a:hlinkHover r:id="" action="ppaction://noaction" highlightClick="1"/>
              <a:extLst>
                <a:ext uri="{FF2B5EF4-FFF2-40B4-BE49-F238E27FC236}">
                  <a16:creationId xmlns:a16="http://schemas.microsoft.com/office/drawing/2014/main" id="{36DBBC50-18C3-FB69-63F1-14108C049E28}"/>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689" name="Right Triangle 688">
              <a:extLst>
                <a:ext uri="{FF2B5EF4-FFF2-40B4-BE49-F238E27FC236}">
                  <a16:creationId xmlns:a16="http://schemas.microsoft.com/office/drawing/2014/main" id="{5A0A7815-0AA7-99AD-45A2-2C1A25426962}"/>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0" name="Oval 27">
              <a:extLst>
                <a:ext uri="{FF2B5EF4-FFF2-40B4-BE49-F238E27FC236}">
                  <a16:creationId xmlns:a16="http://schemas.microsoft.com/office/drawing/2014/main" id="{BFE09552-9D5F-FD76-8293-81FB81125FB9}"/>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1" name="Oval 28">
              <a:extLst>
                <a:ext uri="{FF2B5EF4-FFF2-40B4-BE49-F238E27FC236}">
                  <a16:creationId xmlns:a16="http://schemas.microsoft.com/office/drawing/2014/main" id="{207EA304-3191-50D5-0106-4458D886BAD4}"/>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97" name="Group 696">
            <a:extLst>
              <a:ext uri="{FF2B5EF4-FFF2-40B4-BE49-F238E27FC236}">
                <a16:creationId xmlns:a16="http://schemas.microsoft.com/office/drawing/2014/main" id="{9E150012-FF99-F97B-8B09-F880076226F7}"/>
              </a:ext>
            </a:extLst>
          </p:cNvPr>
          <p:cNvGrpSpPr/>
          <p:nvPr/>
        </p:nvGrpSpPr>
        <p:grpSpPr>
          <a:xfrm>
            <a:off x="431659" y="3698227"/>
            <a:ext cx="721206" cy="609701"/>
            <a:chOff x="431659" y="3698227"/>
            <a:chExt cx="721206" cy="609701"/>
          </a:xfrm>
        </p:grpSpPr>
        <p:sp>
          <p:nvSpPr>
            <p:cNvPr id="698" name="Rectangle 697">
              <a:extLst>
                <a:ext uri="{FF2B5EF4-FFF2-40B4-BE49-F238E27FC236}">
                  <a16:creationId xmlns:a16="http://schemas.microsoft.com/office/drawing/2014/main" id="{EEEC375C-8992-5A5F-5104-A6063ED82247}"/>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699" name="Right Triangle 698">
              <a:extLst>
                <a:ext uri="{FF2B5EF4-FFF2-40B4-BE49-F238E27FC236}">
                  <a16:creationId xmlns:a16="http://schemas.microsoft.com/office/drawing/2014/main" id="{4D4B0005-71AF-8434-1D24-3AD2CA07B9BB}"/>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00" name="Group 699">
              <a:extLst>
                <a:ext uri="{FF2B5EF4-FFF2-40B4-BE49-F238E27FC236}">
                  <a16:creationId xmlns:a16="http://schemas.microsoft.com/office/drawing/2014/main" id="{6B4B2BD6-6501-39C5-2985-D9D52DAB5214}"/>
                </a:ext>
              </a:extLst>
            </p:cNvPr>
            <p:cNvGrpSpPr/>
            <p:nvPr/>
          </p:nvGrpSpPr>
          <p:grpSpPr>
            <a:xfrm>
              <a:off x="1102254" y="3706260"/>
              <a:ext cx="37817" cy="61390"/>
              <a:chOff x="3883481" y="2057400"/>
              <a:chExt cx="1608363" cy="2652031"/>
            </a:xfrm>
            <a:solidFill>
              <a:srgbClr val="A6A6A6"/>
            </a:solidFill>
          </p:grpSpPr>
          <p:sp>
            <p:nvSpPr>
              <p:cNvPr id="701" name="Oval 27">
                <a:extLst>
                  <a:ext uri="{FF2B5EF4-FFF2-40B4-BE49-F238E27FC236}">
                    <a16:creationId xmlns:a16="http://schemas.microsoft.com/office/drawing/2014/main" id="{98B3BE69-1B54-4384-006D-A0B12680500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2" name="Oval 28">
                <a:extLst>
                  <a:ext uri="{FF2B5EF4-FFF2-40B4-BE49-F238E27FC236}">
                    <a16:creationId xmlns:a16="http://schemas.microsoft.com/office/drawing/2014/main" id="{F8CFF08A-AC24-C375-C778-B3E8CFE9AD6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15" name="Group 714">
            <a:extLst>
              <a:ext uri="{FF2B5EF4-FFF2-40B4-BE49-F238E27FC236}">
                <a16:creationId xmlns:a16="http://schemas.microsoft.com/office/drawing/2014/main" id="{6E0B5ED9-EE1A-242B-5D59-2DDD3E9AC648}"/>
              </a:ext>
            </a:extLst>
          </p:cNvPr>
          <p:cNvGrpSpPr/>
          <p:nvPr/>
        </p:nvGrpSpPr>
        <p:grpSpPr>
          <a:xfrm>
            <a:off x="2105709" y="3698225"/>
            <a:ext cx="721206" cy="610376"/>
            <a:chOff x="2105709" y="3698225"/>
            <a:chExt cx="721206" cy="610376"/>
          </a:xfrm>
        </p:grpSpPr>
        <p:sp>
          <p:nvSpPr>
            <p:cNvPr id="716" name="Rectangle 715">
              <a:extLst>
                <a:ext uri="{FF2B5EF4-FFF2-40B4-BE49-F238E27FC236}">
                  <a16:creationId xmlns:a16="http://schemas.microsoft.com/office/drawing/2014/main" id="{8123BC7C-C0A1-8894-B6C8-E1C42302ED78}"/>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717" name="Right Triangle 716">
              <a:extLst>
                <a:ext uri="{FF2B5EF4-FFF2-40B4-BE49-F238E27FC236}">
                  <a16:creationId xmlns:a16="http://schemas.microsoft.com/office/drawing/2014/main" id="{722AD176-3157-1C2C-E1E1-7BFA91AE9286}"/>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18" name="Group 717">
              <a:extLst>
                <a:ext uri="{FF2B5EF4-FFF2-40B4-BE49-F238E27FC236}">
                  <a16:creationId xmlns:a16="http://schemas.microsoft.com/office/drawing/2014/main" id="{D2AFA77C-EAE8-D102-5545-A051FFBC89BD}"/>
                </a:ext>
              </a:extLst>
            </p:cNvPr>
            <p:cNvGrpSpPr/>
            <p:nvPr/>
          </p:nvGrpSpPr>
          <p:grpSpPr>
            <a:xfrm>
              <a:off x="2776304" y="3704319"/>
              <a:ext cx="37817" cy="61390"/>
              <a:chOff x="3883481" y="2057400"/>
              <a:chExt cx="1608363" cy="2652031"/>
            </a:xfrm>
            <a:solidFill>
              <a:srgbClr val="A6A6A6"/>
            </a:solidFill>
          </p:grpSpPr>
          <p:sp>
            <p:nvSpPr>
              <p:cNvPr id="719" name="Oval 27">
                <a:extLst>
                  <a:ext uri="{FF2B5EF4-FFF2-40B4-BE49-F238E27FC236}">
                    <a16:creationId xmlns:a16="http://schemas.microsoft.com/office/drawing/2014/main" id="{A824EB8C-F72B-0B56-326A-CBDAE572891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0" name="Oval 28">
                <a:extLst>
                  <a:ext uri="{FF2B5EF4-FFF2-40B4-BE49-F238E27FC236}">
                    <a16:creationId xmlns:a16="http://schemas.microsoft.com/office/drawing/2014/main" id="{1555EE83-1BCF-EE74-4E21-BACBF5B5315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21" name="Group 720">
            <a:extLst>
              <a:ext uri="{FF2B5EF4-FFF2-40B4-BE49-F238E27FC236}">
                <a16:creationId xmlns:a16="http://schemas.microsoft.com/office/drawing/2014/main" id="{19EDAF0A-297D-8A81-1E16-CF42EF36AB17}"/>
              </a:ext>
            </a:extLst>
          </p:cNvPr>
          <p:cNvGrpSpPr/>
          <p:nvPr/>
        </p:nvGrpSpPr>
        <p:grpSpPr>
          <a:xfrm>
            <a:off x="1268842" y="2253333"/>
            <a:ext cx="721206" cy="609701"/>
            <a:chOff x="1268842" y="2253333"/>
            <a:chExt cx="721206" cy="609701"/>
          </a:xfrm>
        </p:grpSpPr>
        <p:sp>
          <p:nvSpPr>
            <p:cNvPr id="722" name="Rectangle 721">
              <a:extLst>
                <a:ext uri="{FF2B5EF4-FFF2-40B4-BE49-F238E27FC236}">
                  <a16:creationId xmlns:a16="http://schemas.microsoft.com/office/drawing/2014/main" id="{5B4312D6-72CF-338C-7AD8-15BCE507A6AA}"/>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723" name="Right Triangle 722">
              <a:extLst>
                <a:ext uri="{FF2B5EF4-FFF2-40B4-BE49-F238E27FC236}">
                  <a16:creationId xmlns:a16="http://schemas.microsoft.com/office/drawing/2014/main" id="{DEE57F9C-2269-E040-08DB-F81D14DAF0BC}"/>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24" name="Group 723">
              <a:extLst>
                <a:ext uri="{FF2B5EF4-FFF2-40B4-BE49-F238E27FC236}">
                  <a16:creationId xmlns:a16="http://schemas.microsoft.com/office/drawing/2014/main" id="{26B42379-2744-E9C2-BE47-E59FE9A128D6}"/>
                </a:ext>
              </a:extLst>
            </p:cNvPr>
            <p:cNvGrpSpPr/>
            <p:nvPr/>
          </p:nvGrpSpPr>
          <p:grpSpPr>
            <a:xfrm>
              <a:off x="1939437" y="2265723"/>
              <a:ext cx="37817" cy="61390"/>
              <a:chOff x="3883481" y="2057400"/>
              <a:chExt cx="1608363" cy="2652031"/>
            </a:xfrm>
            <a:solidFill>
              <a:srgbClr val="A6A6A6"/>
            </a:solidFill>
          </p:grpSpPr>
          <p:sp>
            <p:nvSpPr>
              <p:cNvPr id="725" name="Oval 27">
                <a:extLst>
                  <a:ext uri="{FF2B5EF4-FFF2-40B4-BE49-F238E27FC236}">
                    <a16:creationId xmlns:a16="http://schemas.microsoft.com/office/drawing/2014/main" id="{49AA337A-8092-C456-9A3F-5CA4F9F251E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6" name="Oval 28">
                <a:extLst>
                  <a:ext uri="{FF2B5EF4-FFF2-40B4-BE49-F238E27FC236}">
                    <a16:creationId xmlns:a16="http://schemas.microsoft.com/office/drawing/2014/main" id="{C3BC3826-1D64-E3E3-80FA-CAD0A1CA5D4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27" name="Group 726">
            <a:extLst>
              <a:ext uri="{FF2B5EF4-FFF2-40B4-BE49-F238E27FC236}">
                <a16:creationId xmlns:a16="http://schemas.microsoft.com/office/drawing/2014/main" id="{7E5E1E7D-0159-0DC0-3B75-376FB45F08CF}"/>
              </a:ext>
            </a:extLst>
          </p:cNvPr>
          <p:cNvGrpSpPr/>
          <p:nvPr/>
        </p:nvGrpSpPr>
        <p:grpSpPr>
          <a:xfrm>
            <a:off x="2105349" y="2253333"/>
            <a:ext cx="721206" cy="609701"/>
            <a:chOff x="2105349" y="2253333"/>
            <a:chExt cx="721206" cy="609701"/>
          </a:xfrm>
        </p:grpSpPr>
        <p:sp>
          <p:nvSpPr>
            <p:cNvPr id="728" name="Rectangle 727">
              <a:extLst>
                <a:ext uri="{FF2B5EF4-FFF2-40B4-BE49-F238E27FC236}">
                  <a16:creationId xmlns:a16="http://schemas.microsoft.com/office/drawing/2014/main" id="{90331AEE-6AD5-5609-17E3-387BDAA83ECA}"/>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729" name="Right Triangle 728">
              <a:extLst>
                <a:ext uri="{FF2B5EF4-FFF2-40B4-BE49-F238E27FC236}">
                  <a16:creationId xmlns:a16="http://schemas.microsoft.com/office/drawing/2014/main" id="{87D24C0C-0BAA-8E0D-2341-F63FD3B30E49}"/>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30" name="Group 729">
              <a:extLst>
                <a:ext uri="{FF2B5EF4-FFF2-40B4-BE49-F238E27FC236}">
                  <a16:creationId xmlns:a16="http://schemas.microsoft.com/office/drawing/2014/main" id="{4CE29632-B011-0233-24AB-1C478061EF63}"/>
                </a:ext>
              </a:extLst>
            </p:cNvPr>
            <p:cNvGrpSpPr/>
            <p:nvPr/>
          </p:nvGrpSpPr>
          <p:grpSpPr>
            <a:xfrm>
              <a:off x="2771411" y="2265582"/>
              <a:ext cx="37817" cy="61390"/>
              <a:chOff x="3883481" y="2057400"/>
              <a:chExt cx="1608363" cy="2652031"/>
            </a:xfrm>
            <a:solidFill>
              <a:srgbClr val="A6A6A6"/>
            </a:solidFill>
          </p:grpSpPr>
          <p:sp>
            <p:nvSpPr>
              <p:cNvPr id="731" name="Oval 27">
                <a:extLst>
                  <a:ext uri="{FF2B5EF4-FFF2-40B4-BE49-F238E27FC236}">
                    <a16:creationId xmlns:a16="http://schemas.microsoft.com/office/drawing/2014/main" id="{085DA7E7-F4DA-20A9-7DC7-463A09DBF47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2" name="Oval 28">
                <a:extLst>
                  <a:ext uri="{FF2B5EF4-FFF2-40B4-BE49-F238E27FC236}">
                    <a16:creationId xmlns:a16="http://schemas.microsoft.com/office/drawing/2014/main" id="{AE5CF614-192F-7D85-0395-B260648932A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33" name="Group 732">
            <a:extLst>
              <a:ext uri="{FF2B5EF4-FFF2-40B4-BE49-F238E27FC236}">
                <a16:creationId xmlns:a16="http://schemas.microsoft.com/office/drawing/2014/main" id="{585C506C-13D4-E0A4-8CE7-3F2ADD72D5B3}"/>
              </a:ext>
            </a:extLst>
          </p:cNvPr>
          <p:cNvGrpSpPr/>
          <p:nvPr/>
        </p:nvGrpSpPr>
        <p:grpSpPr>
          <a:xfrm>
            <a:off x="2941856" y="2253333"/>
            <a:ext cx="721206" cy="609701"/>
            <a:chOff x="2941856" y="2253333"/>
            <a:chExt cx="721206" cy="609701"/>
          </a:xfrm>
        </p:grpSpPr>
        <p:sp>
          <p:nvSpPr>
            <p:cNvPr id="734" name="Rectangle 733">
              <a:extLst>
                <a:ext uri="{FF2B5EF4-FFF2-40B4-BE49-F238E27FC236}">
                  <a16:creationId xmlns:a16="http://schemas.microsoft.com/office/drawing/2014/main" id="{AB46FA8D-D6E8-7352-46E9-BBA05DDF054E}"/>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735" name="Right Triangle 734">
              <a:extLst>
                <a:ext uri="{FF2B5EF4-FFF2-40B4-BE49-F238E27FC236}">
                  <a16:creationId xmlns:a16="http://schemas.microsoft.com/office/drawing/2014/main" id="{657BEAF4-0AF2-463F-984E-06791C19E7DA}"/>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36" name="Group 735">
              <a:extLst>
                <a:ext uri="{FF2B5EF4-FFF2-40B4-BE49-F238E27FC236}">
                  <a16:creationId xmlns:a16="http://schemas.microsoft.com/office/drawing/2014/main" id="{8BF3D553-056A-5B74-4436-38147B165FB6}"/>
                </a:ext>
              </a:extLst>
            </p:cNvPr>
            <p:cNvGrpSpPr/>
            <p:nvPr/>
          </p:nvGrpSpPr>
          <p:grpSpPr>
            <a:xfrm>
              <a:off x="3611254" y="2264960"/>
              <a:ext cx="37817" cy="61390"/>
              <a:chOff x="3883481" y="2057400"/>
              <a:chExt cx="1608363" cy="2652031"/>
            </a:xfrm>
            <a:solidFill>
              <a:srgbClr val="A6A6A6"/>
            </a:solidFill>
          </p:grpSpPr>
          <p:sp>
            <p:nvSpPr>
              <p:cNvPr id="737" name="Oval 27">
                <a:extLst>
                  <a:ext uri="{FF2B5EF4-FFF2-40B4-BE49-F238E27FC236}">
                    <a16:creationId xmlns:a16="http://schemas.microsoft.com/office/drawing/2014/main" id="{CCB4A349-CBE9-71AA-F59A-430A498B9AC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8" name="Oval 28">
                <a:extLst>
                  <a:ext uri="{FF2B5EF4-FFF2-40B4-BE49-F238E27FC236}">
                    <a16:creationId xmlns:a16="http://schemas.microsoft.com/office/drawing/2014/main" id="{1D96A808-392F-C23E-1E7B-C79CAE59383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39" name="Group 738">
            <a:extLst>
              <a:ext uri="{FF2B5EF4-FFF2-40B4-BE49-F238E27FC236}">
                <a16:creationId xmlns:a16="http://schemas.microsoft.com/office/drawing/2014/main" id="{6BECAD37-9342-AF48-B3AB-D93E745A0DFC}"/>
              </a:ext>
            </a:extLst>
          </p:cNvPr>
          <p:cNvGrpSpPr/>
          <p:nvPr/>
        </p:nvGrpSpPr>
        <p:grpSpPr>
          <a:xfrm>
            <a:off x="4614870" y="2253333"/>
            <a:ext cx="721206" cy="609701"/>
            <a:chOff x="4614870" y="2253333"/>
            <a:chExt cx="721206" cy="609701"/>
          </a:xfrm>
        </p:grpSpPr>
        <p:sp>
          <p:nvSpPr>
            <p:cNvPr id="740" name="Rectangle 739">
              <a:extLst>
                <a:ext uri="{FF2B5EF4-FFF2-40B4-BE49-F238E27FC236}">
                  <a16:creationId xmlns:a16="http://schemas.microsoft.com/office/drawing/2014/main" id="{5897D52D-7114-EF04-7AB6-B30E59BD3F1D}"/>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741" name="Right Triangle 740">
              <a:extLst>
                <a:ext uri="{FF2B5EF4-FFF2-40B4-BE49-F238E27FC236}">
                  <a16:creationId xmlns:a16="http://schemas.microsoft.com/office/drawing/2014/main" id="{40D77A25-54E8-CDF1-D7FD-AD503D720969}"/>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42" name="Group 741">
              <a:extLst>
                <a:ext uri="{FF2B5EF4-FFF2-40B4-BE49-F238E27FC236}">
                  <a16:creationId xmlns:a16="http://schemas.microsoft.com/office/drawing/2014/main" id="{37C40710-2325-9C66-1DDD-A3A4C59AAAB2}"/>
                </a:ext>
              </a:extLst>
            </p:cNvPr>
            <p:cNvGrpSpPr/>
            <p:nvPr/>
          </p:nvGrpSpPr>
          <p:grpSpPr>
            <a:xfrm>
              <a:off x="5280746" y="2264771"/>
              <a:ext cx="37817" cy="61390"/>
              <a:chOff x="3883481" y="2057400"/>
              <a:chExt cx="1608363" cy="2652031"/>
            </a:xfrm>
            <a:solidFill>
              <a:srgbClr val="A6A6A6"/>
            </a:solidFill>
          </p:grpSpPr>
          <p:sp>
            <p:nvSpPr>
              <p:cNvPr id="743" name="Oval 27">
                <a:extLst>
                  <a:ext uri="{FF2B5EF4-FFF2-40B4-BE49-F238E27FC236}">
                    <a16:creationId xmlns:a16="http://schemas.microsoft.com/office/drawing/2014/main" id="{C09C9549-98EC-572B-CD9F-1B768F248A0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4" name="Oval 28">
                <a:extLst>
                  <a:ext uri="{FF2B5EF4-FFF2-40B4-BE49-F238E27FC236}">
                    <a16:creationId xmlns:a16="http://schemas.microsoft.com/office/drawing/2014/main" id="{A76B1FEC-B465-4D31-1C15-94508C5A474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57" name="Group 756">
            <a:extLst>
              <a:ext uri="{FF2B5EF4-FFF2-40B4-BE49-F238E27FC236}">
                <a16:creationId xmlns:a16="http://schemas.microsoft.com/office/drawing/2014/main" id="{FADF9C59-AE98-9E39-5A6F-FAAFAD6CBB13}"/>
              </a:ext>
            </a:extLst>
          </p:cNvPr>
          <p:cNvGrpSpPr/>
          <p:nvPr/>
        </p:nvGrpSpPr>
        <p:grpSpPr>
          <a:xfrm>
            <a:off x="431659" y="1532275"/>
            <a:ext cx="721893" cy="610039"/>
            <a:chOff x="431659" y="1532275"/>
            <a:chExt cx="721893" cy="610039"/>
          </a:xfrm>
        </p:grpSpPr>
        <p:sp>
          <p:nvSpPr>
            <p:cNvPr id="758" name="Rectangle 757">
              <a:extLst>
                <a:ext uri="{FF2B5EF4-FFF2-40B4-BE49-F238E27FC236}">
                  <a16:creationId xmlns:a16="http://schemas.microsoft.com/office/drawing/2014/main" id="{CECE378D-F91A-7BEB-1D2B-E817C59DE850}"/>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759" name="Right Triangle 758">
              <a:extLst>
                <a:ext uri="{FF2B5EF4-FFF2-40B4-BE49-F238E27FC236}">
                  <a16:creationId xmlns:a16="http://schemas.microsoft.com/office/drawing/2014/main" id="{1F7D0CC1-E072-F873-10B9-FAD2C457E309}"/>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60" name="Group 759">
              <a:extLst>
                <a:ext uri="{FF2B5EF4-FFF2-40B4-BE49-F238E27FC236}">
                  <a16:creationId xmlns:a16="http://schemas.microsoft.com/office/drawing/2014/main" id="{FF9B69A5-EF80-9985-D44A-6B20E689229E}"/>
                </a:ext>
              </a:extLst>
            </p:cNvPr>
            <p:cNvGrpSpPr/>
            <p:nvPr/>
          </p:nvGrpSpPr>
          <p:grpSpPr>
            <a:xfrm>
              <a:off x="1102941" y="1538369"/>
              <a:ext cx="37817" cy="61390"/>
              <a:chOff x="3883481" y="2057400"/>
              <a:chExt cx="1608363" cy="2652031"/>
            </a:xfrm>
            <a:solidFill>
              <a:srgbClr val="A6A6A6"/>
            </a:solidFill>
          </p:grpSpPr>
          <p:sp>
            <p:nvSpPr>
              <p:cNvPr id="761" name="Oval 27">
                <a:extLst>
                  <a:ext uri="{FF2B5EF4-FFF2-40B4-BE49-F238E27FC236}">
                    <a16:creationId xmlns:a16="http://schemas.microsoft.com/office/drawing/2014/main" id="{FBCF5F2C-E2F7-CF95-72D0-12114E432E8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62" name="Oval 28">
                <a:extLst>
                  <a:ext uri="{FF2B5EF4-FFF2-40B4-BE49-F238E27FC236}">
                    <a16:creationId xmlns:a16="http://schemas.microsoft.com/office/drawing/2014/main" id="{5D64D7DA-C611-AC09-DD19-C9AB8AE3047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63" name="Group 762">
            <a:extLst>
              <a:ext uri="{FF2B5EF4-FFF2-40B4-BE49-F238E27FC236}">
                <a16:creationId xmlns:a16="http://schemas.microsoft.com/office/drawing/2014/main" id="{D743167E-2B97-E640-CFC2-EACF389024CF}"/>
              </a:ext>
            </a:extLst>
          </p:cNvPr>
          <p:cNvGrpSpPr/>
          <p:nvPr/>
        </p:nvGrpSpPr>
        <p:grpSpPr>
          <a:xfrm>
            <a:off x="1268842" y="1532275"/>
            <a:ext cx="721206" cy="610039"/>
            <a:chOff x="1268842" y="1532275"/>
            <a:chExt cx="721206" cy="610039"/>
          </a:xfrm>
        </p:grpSpPr>
        <p:sp>
          <p:nvSpPr>
            <p:cNvPr id="764" name="Rectangle 763">
              <a:extLst>
                <a:ext uri="{FF2B5EF4-FFF2-40B4-BE49-F238E27FC236}">
                  <a16:creationId xmlns:a16="http://schemas.microsoft.com/office/drawing/2014/main" id="{582EFC16-5394-2689-59EE-F477AF8B755D}"/>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765" name="Right Triangle 764">
              <a:extLst>
                <a:ext uri="{FF2B5EF4-FFF2-40B4-BE49-F238E27FC236}">
                  <a16:creationId xmlns:a16="http://schemas.microsoft.com/office/drawing/2014/main" id="{23CF4474-1E0E-1D25-9EE0-0116F91CE7C1}"/>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66" name="Group 765">
              <a:extLst>
                <a:ext uri="{FF2B5EF4-FFF2-40B4-BE49-F238E27FC236}">
                  <a16:creationId xmlns:a16="http://schemas.microsoft.com/office/drawing/2014/main" id="{66FADF6B-A299-D1DC-E603-5FD06D80027B}"/>
                </a:ext>
              </a:extLst>
            </p:cNvPr>
            <p:cNvGrpSpPr/>
            <p:nvPr/>
          </p:nvGrpSpPr>
          <p:grpSpPr>
            <a:xfrm>
              <a:off x="1939437" y="1538369"/>
              <a:ext cx="37817" cy="61390"/>
              <a:chOff x="3883481" y="2057400"/>
              <a:chExt cx="1608363" cy="2652031"/>
            </a:xfrm>
            <a:solidFill>
              <a:srgbClr val="A6A6A6"/>
            </a:solidFill>
          </p:grpSpPr>
          <p:sp>
            <p:nvSpPr>
              <p:cNvPr id="767" name="Oval 27">
                <a:extLst>
                  <a:ext uri="{FF2B5EF4-FFF2-40B4-BE49-F238E27FC236}">
                    <a16:creationId xmlns:a16="http://schemas.microsoft.com/office/drawing/2014/main" id="{3860211F-D7CF-20F0-A050-1B9C7ACCCFC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68" name="Oval 28">
                <a:extLst>
                  <a:ext uri="{FF2B5EF4-FFF2-40B4-BE49-F238E27FC236}">
                    <a16:creationId xmlns:a16="http://schemas.microsoft.com/office/drawing/2014/main" id="{317D8A85-72B7-CA0D-D733-95E40ACB623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75" name="Group 774">
            <a:extLst>
              <a:ext uri="{FF2B5EF4-FFF2-40B4-BE49-F238E27FC236}">
                <a16:creationId xmlns:a16="http://schemas.microsoft.com/office/drawing/2014/main" id="{3BEE8237-947E-0ED5-3788-BE4BBC602631}"/>
              </a:ext>
            </a:extLst>
          </p:cNvPr>
          <p:cNvGrpSpPr/>
          <p:nvPr/>
        </p:nvGrpSpPr>
        <p:grpSpPr>
          <a:xfrm>
            <a:off x="431659" y="2974054"/>
            <a:ext cx="721893" cy="609701"/>
            <a:chOff x="431659" y="2974054"/>
            <a:chExt cx="721893" cy="609701"/>
          </a:xfrm>
        </p:grpSpPr>
        <p:sp>
          <p:nvSpPr>
            <p:cNvPr id="776" name="Rectangle 775">
              <a:extLst>
                <a:ext uri="{FF2B5EF4-FFF2-40B4-BE49-F238E27FC236}">
                  <a16:creationId xmlns:a16="http://schemas.microsoft.com/office/drawing/2014/main" id="{07C843C4-868E-9DD9-D012-D2F9F524D7A6}"/>
                </a:ext>
              </a:extLst>
            </p:cNvPr>
            <p:cNvSpPr/>
            <p:nvPr/>
          </p:nvSpPr>
          <p:spPr>
            <a:xfrm>
              <a:off x="43165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777" name="Right Triangle 776">
              <a:extLst>
                <a:ext uri="{FF2B5EF4-FFF2-40B4-BE49-F238E27FC236}">
                  <a16:creationId xmlns:a16="http://schemas.microsoft.com/office/drawing/2014/main" id="{F1D5DB47-79BE-D627-4AEC-3D16D286B64C}"/>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78" name="Group 777">
              <a:extLst>
                <a:ext uri="{FF2B5EF4-FFF2-40B4-BE49-F238E27FC236}">
                  <a16:creationId xmlns:a16="http://schemas.microsoft.com/office/drawing/2014/main" id="{4DEA8650-5DA2-7F56-81F1-22F631CA1CF8}"/>
                </a:ext>
              </a:extLst>
            </p:cNvPr>
            <p:cNvGrpSpPr/>
            <p:nvPr/>
          </p:nvGrpSpPr>
          <p:grpSpPr>
            <a:xfrm>
              <a:off x="1102941" y="2981751"/>
              <a:ext cx="37817" cy="61390"/>
              <a:chOff x="3883481" y="2057400"/>
              <a:chExt cx="1608363" cy="2652031"/>
            </a:xfrm>
            <a:solidFill>
              <a:srgbClr val="A6A6A6"/>
            </a:solidFill>
          </p:grpSpPr>
          <p:sp>
            <p:nvSpPr>
              <p:cNvPr id="779" name="Oval 27">
                <a:extLst>
                  <a:ext uri="{FF2B5EF4-FFF2-40B4-BE49-F238E27FC236}">
                    <a16:creationId xmlns:a16="http://schemas.microsoft.com/office/drawing/2014/main" id="{4E306D00-2607-234E-895A-6ECAE43DF7A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0" name="Oval 28">
                <a:extLst>
                  <a:ext uri="{FF2B5EF4-FFF2-40B4-BE49-F238E27FC236}">
                    <a16:creationId xmlns:a16="http://schemas.microsoft.com/office/drawing/2014/main" id="{9DE732F4-B809-8616-25D6-E5D64CFF005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87" name="Group 786">
            <a:extLst>
              <a:ext uri="{FF2B5EF4-FFF2-40B4-BE49-F238E27FC236}">
                <a16:creationId xmlns:a16="http://schemas.microsoft.com/office/drawing/2014/main" id="{1D5AC9FC-00A1-6C7F-5CC2-8134527A3841}"/>
              </a:ext>
            </a:extLst>
          </p:cNvPr>
          <p:cNvGrpSpPr/>
          <p:nvPr/>
        </p:nvGrpSpPr>
        <p:grpSpPr>
          <a:xfrm>
            <a:off x="2940467" y="2974052"/>
            <a:ext cx="721206" cy="613156"/>
            <a:chOff x="2940467" y="2974052"/>
            <a:chExt cx="721206" cy="613156"/>
          </a:xfrm>
        </p:grpSpPr>
        <p:sp>
          <p:nvSpPr>
            <p:cNvPr id="788" name="Rectangle 787">
              <a:extLst>
                <a:ext uri="{FF2B5EF4-FFF2-40B4-BE49-F238E27FC236}">
                  <a16:creationId xmlns:a16="http://schemas.microsoft.com/office/drawing/2014/main" id="{100B3E0D-09CC-79D1-9BCE-1C158D038850}"/>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789" name="Right Triangle 788">
              <a:extLst>
                <a:ext uri="{FF2B5EF4-FFF2-40B4-BE49-F238E27FC236}">
                  <a16:creationId xmlns:a16="http://schemas.microsoft.com/office/drawing/2014/main" id="{4B5F6AFB-BCB8-B2F6-6869-23553ADD3557}"/>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90" name="Group 789">
              <a:extLst>
                <a:ext uri="{FF2B5EF4-FFF2-40B4-BE49-F238E27FC236}">
                  <a16:creationId xmlns:a16="http://schemas.microsoft.com/office/drawing/2014/main" id="{4B02FAE5-8F41-1A9A-7549-82CDDDD7E75F}"/>
                </a:ext>
              </a:extLst>
            </p:cNvPr>
            <p:cNvGrpSpPr/>
            <p:nvPr/>
          </p:nvGrpSpPr>
          <p:grpSpPr>
            <a:xfrm>
              <a:off x="3610505" y="2980146"/>
              <a:ext cx="37817" cy="61390"/>
              <a:chOff x="3883481" y="2057400"/>
              <a:chExt cx="1608363" cy="2652031"/>
            </a:xfrm>
            <a:solidFill>
              <a:srgbClr val="A6A6A6"/>
            </a:solidFill>
          </p:grpSpPr>
          <p:sp>
            <p:nvSpPr>
              <p:cNvPr id="791" name="Oval 27">
                <a:extLst>
                  <a:ext uri="{FF2B5EF4-FFF2-40B4-BE49-F238E27FC236}">
                    <a16:creationId xmlns:a16="http://schemas.microsoft.com/office/drawing/2014/main" id="{9908350A-DB4C-0CDB-7BFD-ABB6D0CF187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92" name="Oval 28">
                <a:extLst>
                  <a:ext uri="{FF2B5EF4-FFF2-40B4-BE49-F238E27FC236}">
                    <a16:creationId xmlns:a16="http://schemas.microsoft.com/office/drawing/2014/main" id="{938C4945-7763-227E-8A8E-F20949E8F01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93" name="Group 792">
            <a:extLst>
              <a:ext uri="{FF2B5EF4-FFF2-40B4-BE49-F238E27FC236}">
                <a16:creationId xmlns:a16="http://schemas.microsoft.com/office/drawing/2014/main" id="{1EDF197A-6807-E852-1D9E-D840B4075203}"/>
              </a:ext>
            </a:extLst>
          </p:cNvPr>
          <p:cNvGrpSpPr/>
          <p:nvPr/>
        </p:nvGrpSpPr>
        <p:grpSpPr>
          <a:xfrm>
            <a:off x="431659" y="811556"/>
            <a:ext cx="721206" cy="609701"/>
            <a:chOff x="431659" y="811556"/>
            <a:chExt cx="721206" cy="609701"/>
          </a:xfrm>
        </p:grpSpPr>
        <p:sp>
          <p:nvSpPr>
            <p:cNvPr id="794" name="Rectangle 793">
              <a:extLst>
                <a:ext uri="{FF2B5EF4-FFF2-40B4-BE49-F238E27FC236}">
                  <a16:creationId xmlns:a16="http://schemas.microsoft.com/office/drawing/2014/main" id="{A2B0DFD2-4C93-76E9-CA69-34B4DDD1BAF1}"/>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795" name="Right Triangle 794">
              <a:extLst>
                <a:ext uri="{FF2B5EF4-FFF2-40B4-BE49-F238E27FC236}">
                  <a16:creationId xmlns:a16="http://schemas.microsoft.com/office/drawing/2014/main" id="{78252BD4-64DE-D097-C6C6-21E75195B4BE}"/>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96" name="Group 795">
              <a:extLst>
                <a:ext uri="{FF2B5EF4-FFF2-40B4-BE49-F238E27FC236}">
                  <a16:creationId xmlns:a16="http://schemas.microsoft.com/office/drawing/2014/main" id="{1D2E4021-B03C-E2D2-3AAC-60789E3F3BBA}"/>
                </a:ext>
              </a:extLst>
            </p:cNvPr>
            <p:cNvGrpSpPr/>
            <p:nvPr/>
          </p:nvGrpSpPr>
          <p:grpSpPr>
            <a:xfrm>
              <a:off x="1100972" y="819589"/>
              <a:ext cx="37817" cy="61390"/>
              <a:chOff x="3883481" y="2057400"/>
              <a:chExt cx="1608363" cy="2652031"/>
            </a:xfrm>
            <a:solidFill>
              <a:srgbClr val="A6A6A6"/>
            </a:solidFill>
          </p:grpSpPr>
          <p:sp>
            <p:nvSpPr>
              <p:cNvPr id="797" name="Oval 27">
                <a:extLst>
                  <a:ext uri="{FF2B5EF4-FFF2-40B4-BE49-F238E27FC236}">
                    <a16:creationId xmlns:a16="http://schemas.microsoft.com/office/drawing/2014/main" id="{DABDD13D-8293-23E4-0878-C2334F41A41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98" name="Oval 28">
                <a:extLst>
                  <a:ext uri="{FF2B5EF4-FFF2-40B4-BE49-F238E27FC236}">
                    <a16:creationId xmlns:a16="http://schemas.microsoft.com/office/drawing/2014/main" id="{A090A605-8D51-5389-B3AF-194FBC88C56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99" name="Group 798">
            <a:extLst>
              <a:ext uri="{FF2B5EF4-FFF2-40B4-BE49-F238E27FC236}">
                <a16:creationId xmlns:a16="http://schemas.microsoft.com/office/drawing/2014/main" id="{2A40E0BB-92E8-7245-7948-F84D80C73E12}"/>
              </a:ext>
            </a:extLst>
          </p:cNvPr>
          <p:cNvGrpSpPr/>
          <p:nvPr/>
        </p:nvGrpSpPr>
        <p:grpSpPr>
          <a:xfrm>
            <a:off x="1267284" y="811556"/>
            <a:ext cx="721206" cy="609701"/>
            <a:chOff x="1267284" y="811556"/>
            <a:chExt cx="721206" cy="609701"/>
          </a:xfrm>
        </p:grpSpPr>
        <p:sp>
          <p:nvSpPr>
            <p:cNvPr id="800" name="Rectangle 799">
              <a:extLst>
                <a:ext uri="{FF2B5EF4-FFF2-40B4-BE49-F238E27FC236}">
                  <a16:creationId xmlns:a16="http://schemas.microsoft.com/office/drawing/2014/main" id="{D950F1AA-E66F-12BA-99D2-283E513A95A7}"/>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801" name="Right Triangle 800">
              <a:extLst>
                <a:ext uri="{FF2B5EF4-FFF2-40B4-BE49-F238E27FC236}">
                  <a16:creationId xmlns:a16="http://schemas.microsoft.com/office/drawing/2014/main" id="{A5970E2D-20B7-5BBC-8EC7-E623732A1B05}"/>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02" name="Group 801">
              <a:extLst>
                <a:ext uri="{FF2B5EF4-FFF2-40B4-BE49-F238E27FC236}">
                  <a16:creationId xmlns:a16="http://schemas.microsoft.com/office/drawing/2014/main" id="{368CD39A-7386-D7BB-203B-79681C3A28A5}"/>
                </a:ext>
              </a:extLst>
            </p:cNvPr>
            <p:cNvGrpSpPr/>
            <p:nvPr/>
          </p:nvGrpSpPr>
          <p:grpSpPr>
            <a:xfrm>
              <a:off x="1937879" y="819589"/>
              <a:ext cx="37817" cy="61390"/>
              <a:chOff x="3883481" y="2057400"/>
              <a:chExt cx="1608363" cy="2652031"/>
            </a:xfrm>
            <a:solidFill>
              <a:srgbClr val="A6A6A6"/>
            </a:solidFill>
          </p:grpSpPr>
          <p:sp>
            <p:nvSpPr>
              <p:cNvPr id="803" name="Oval 27">
                <a:extLst>
                  <a:ext uri="{FF2B5EF4-FFF2-40B4-BE49-F238E27FC236}">
                    <a16:creationId xmlns:a16="http://schemas.microsoft.com/office/drawing/2014/main" id="{7169FD40-C432-ECC6-9A72-4BEFFEDDD54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4" name="Oval 28">
                <a:extLst>
                  <a:ext uri="{FF2B5EF4-FFF2-40B4-BE49-F238E27FC236}">
                    <a16:creationId xmlns:a16="http://schemas.microsoft.com/office/drawing/2014/main" id="{C055229C-976E-B305-3EE2-A5E25CDDB5A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23" name="Group 822">
            <a:extLst>
              <a:ext uri="{FF2B5EF4-FFF2-40B4-BE49-F238E27FC236}">
                <a16:creationId xmlns:a16="http://schemas.microsoft.com/office/drawing/2014/main" id="{CC082F07-BE55-EEFD-4EC5-7388799B4F47}"/>
              </a:ext>
            </a:extLst>
          </p:cNvPr>
          <p:cNvGrpSpPr/>
          <p:nvPr/>
        </p:nvGrpSpPr>
        <p:grpSpPr>
          <a:xfrm>
            <a:off x="2937172" y="4419618"/>
            <a:ext cx="721206" cy="610376"/>
            <a:chOff x="2937172" y="4419618"/>
            <a:chExt cx="721206" cy="610376"/>
          </a:xfrm>
        </p:grpSpPr>
        <p:sp>
          <p:nvSpPr>
            <p:cNvPr id="824" name="Rectangle 823">
              <a:extLst>
                <a:ext uri="{FF2B5EF4-FFF2-40B4-BE49-F238E27FC236}">
                  <a16:creationId xmlns:a16="http://schemas.microsoft.com/office/drawing/2014/main" id="{E83E1EB1-0147-AF0A-88F1-1E0FD0C54748}"/>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825" name="Right Triangle 824">
              <a:extLst>
                <a:ext uri="{FF2B5EF4-FFF2-40B4-BE49-F238E27FC236}">
                  <a16:creationId xmlns:a16="http://schemas.microsoft.com/office/drawing/2014/main" id="{92DE8379-8F57-7612-0A7E-D6469BEF26C4}"/>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26" name="Group 825">
              <a:extLst>
                <a:ext uri="{FF2B5EF4-FFF2-40B4-BE49-F238E27FC236}">
                  <a16:creationId xmlns:a16="http://schemas.microsoft.com/office/drawing/2014/main" id="{4BEB5AFF-FA83-D785-A4A4-6E6E79891520}"/>
                </a:ext>
              </a:extLst>
            </p:cNvPr>
            <p:cNvGrpSpPr/>
            <p:nvPr/>
          </p:nvGrpSpPr>
          <p:grpSpPr>
            <a:xfrm>
              <a:off x="3607767" y="4425712"/>
              <a:ext cx="37817" cy="61390"/>
              <a:chOff x="3883481" y="2057400"/>
              <a:chExt cx="1608363" cy="2652031"/>
            </a:xfrm>
            <a:solidFill>
              <a:srgbClr val="A6A6A6"/>
            </a:solidFill>
          </p:grpSpPr>
          <p:sp>
            <p:nvSpPr>
              <p:cNvPr id="827" name="Oval 27">
                <a:extLst>
                  <a:ext uri="{FF2B5EF4-FFF2-40B4-BE49-F238E27FC236}">
                    <a16:creationId xmlns:a16="http://schemas.microsoft.com/office/drawing/2014/main" id="{92A8B4A1-6660-3411-031E-0228F4B483C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28" name="Oval 28">
                <a:extLst>
                  <a:ext uri="{FF2B5EF4-FFF2-40B4-BE49-F238E27FC236}">
                    <a16:creationId xmlns:a16="http://schemas.microsoft.com/office/drawing/2014/main" id="{82B49C58-5610-3798-DE7C-E6958BE144F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29" name="Group 828">
            <a:extLst>
              <a:ext uri="{FF2B5EF4-FFF2-40B4-BE49-F238E27FC236}">
                <a16:creationId xmlns:a16="http://schemas.microsoft.com/office/drawing/2014/main" id="{29988C23-29BA-00C3-E223-CECC0B398DD5}"/>
              </a:ext>
            </a:extLst>
          </p:cNvPr>
          <p:cNvGrpSpPr/>
          <p:nvPr/>
        </p:nvGrpSpPr>
        <p:grpSpPr>
          <a:xfrm>
            <a:off x="3779655" y="811556"/>
            <a:ext cx="721206" cy="609701"/>
            <a:chOff x="3779655" y="811556"/>
            <a:chExt cx="721206" cy="609701"/>
          </a:xfrm>
        </p:grpSpPr>
        <p:sp>
          <p:nvSpPr>
            <p:cNvPr id="830" name="Rectangle 829">
              <a:extLst>
                <a:ext uri="{FF2B5EF4-FFF2-40B4-BE49-F238E27FC236}">
                  <a16:creationId xmlns:a16="http://schemas.microsoft.com/office/drawing/2014/main" id="{2F717B8C-3568-F6C1-1638-ABA69F262F7F}"/>
                </a:ext>
              </a:extLst>
            </p:cNvPr>
            <p:cNvSpPr/>
            <p:nvPr/>
          </p:nvSpPr>
          <p:spPr>
            <a:xfrm>
              <a:off x="3779655"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831" name="Rectangle 830">
              <a:extLst>
                <a:ext uri="{FF2B5EF4-FFF2-40B4-BE49-F238E27FC236}">
                  <a16:creationId xmlns:a16="http://schemas.microsoft.com/office/drawing/2014/main" id="{C53B47C3-57ED-BB8D-A5A4-911D2869DA9B}"/>
                </a:ext>
              </a:extLst>
            </p:cNvPr>
            <p:cNvSpPr/>
            <p:nvPr/>
          </p:nvSpPr>
          <p:spPr>
            <a:xfrm flipV="1">
              <a:off x="4395608"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32" name="Oval 15">
              <a:extLst>
                <a:ext uri="{FF2B5EF4-FFF2-40B4-BE49-F238E27FC236}">
                  <a16:creationId xmlns:a16="http://schemas.microsoft.com/office/drawing/2014/main" id="{4CABD317-87C9-8FBB-9839-BA9E3F32EB53}"/>
                </a:ext>
              </a:extLst>
            </p:cNvPr>
            <p:cNvSpPr/>
            <p:nvPr/>
          </p:nvSpPr>
          <p:spPr>
            <a:xfrm>
              <a:off x="4422997"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no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33" name="Straight Connector 832">
              <a:extLst>
                <a:ext uri="{FF2B5EF4-FFF2-40B4-BE49-F238E27FC236}">
                  <a16:creationId xmlns:a16="http://schemas.microsoft.com/office/drawing/2014/main" id="{C4DC2F97-2043-FD43-DE65-E6F71FB623BB}"/>
                </a:ext>
              </a:extLst>
            </p:cNvPr>
            <p:cNvCxnSpPr>
              <a:cxnSpLocks/>
              <a:stCxn id="832" idx="0"/>
            </p:cNvCxnSpPr>
            <p:nvPr/>
          </p:nvCxnSpPr>
          <p:spPr>
            <a:xfrm flipV="1">
              <a:off x="4428694"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34" name="Straight Connector 833">
              <a:extLst>
                <a:ext uri="{FF2B5EF4-FFF2-40B4-BE49-F238E27FC236}">
                  <a16:creationId xmlns:a16="http://schemas.microsoft.com/office/drawing/2014/main" id="{9CF8D0F4-2B4D-86E8-A44D-6053EE09FD68}"/>
                </a:ext>
              </a:extLst>
            </p:cNvPr>
            <p:cNvCxnSpPr>
              <a:cxnSpLocks/>
            </p:cNvCxnSpPr>
            <p:nvPr/>
          </p:nvCxnSpPr>
          <p:spPr>
            <a:xfrm>
              <a:off x="4434413"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35" name="Group 834">
            <a:extLst>
              <a:ext uri="{FF2B5EF4-FFF2-40B4-BE49-F238E27FC236}">
                <a16:creationId xmlns:a16="http://schemas.microsoft.com/office/drawing/2014/main" id="{9C3448FD-75C4-DD39-34F6-383A2B87D685}"/>
              </a:ext>
            </a:extLst>
          </p:cNvPr>
          <p:cNvGrpSpPr/>
          <p:nvPr/>
        </p:nvGrpSpPr>
        <p:grpSpPr>
          <a:xfrm>
            <a:off x="5448055" y="1532276"/>
            <a:ext cx="721206" cy="609701"/>
            <a:chOff x="5448055" y="1532276"/>
            <a:chExt cx="721206" cy="609701"/>
          </a:xfrm>
        </p:grpSpPr>
        <p:sp>
          <p:nvSpPr>
            <p:cNvPr id="836" name="Rectangle 835">
              <a:extLst>
                <a:ext uri="{FF2B5EF4-FFF2-40B4-BE49-F238E27FC236}">
                  <a16:creationId xmlns:a16="http://schemas.microsoft.com/office/drawing/2014/main" id="{8570AD3A-B6B7-B0BA-0446-D0A1BC2FFF6B}"/>
                </a:ext>
              </a:extLst>
            </p:cNvPr>
            <p:cNvSpPr/>
            <p:nvPr/>
          </p:nvSpPr>
          <p:spPr>
            <a:xfrm>
              <a:off x="5448055"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837" name="Rectangle 836">
              <a:extLst>
                <a:ext uri="{FF2B5EF4-FFF2-40B4-BE49-F238E27FC236}">
                  <a16:creationId xmlns:a16="http://schemas.microsoft.com/office/drawing/2014/main" id="{2A121242-AFDC-A3D8-AF63-C60A887D0D4A}"/>
                </a:ext>
              </a:extLst>
            </p:cNvPr>
            <p:cNvSpPr/>
            <p:nvPr/>
          </p:nvSpPr>
          <p:spPr>
            <a:xfrm flipV="1">
              <a:off x="6059657"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38" name="Oval 15">
              <a:extLst>
                <a:ext uri="{FF2B5EF4-FFF2-40B4-BE49-F238E27FC236}">
                  <a16:creationId xmlns:a16="http://schemas.microsoft.com/office/drawing/2014/main" id="{B849F72C-90E3-EDA1-313F-D1FABC37822D}"/>
                </a:ext>
              </a:extLst>
            </p:cNvPr>
            <p:cNvSpPr/>
            <p:nvPr/>
          </p:nvSpPr>
          <p:spPr>
            <a:xfrm>
              <a:off x="6087046"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39" name="Straight Connector 838">
              <a:extLst>
                <a:ext uri="{FF2B5EF4-FFF2-40B4-BE49-F238E27FC236}">
                  <a16:creationId xmlns:a16="http://schemas.microsoft.com/office/drawing/2014/main" id="{2DA4BAFF-E774-9E87-C02F-868D215424EB}"/>
                </a:ext>
              </a:extLst>
            </p:cNvPr>
            <p:cNvCxnSpPr>
              <a:cxnSpLocks/>
              <a:stCxn id="838" idx="0"/>
            </p:cNvCxnSpPr>
            <p:nvPr/>
          </p:nvCxnSpPr>
          <p:spPr>
            <a:xfrm flipV="1">
              <a:off x="6092743"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40" name="Straight Connector 839">
              <a:extLst>
                <a:ext uri="{FF2B5EF4-FFF2-40B4-BE49-F238E27FC236}">
                  <a16:creationId xmlns:a16="http://schemas.microsoft.com/office/drawing/2014/main" id="{23CEB7FC-8058-EA9E-6FF1-720E98A6521D}"/>
                </a:ext>
              </a:extLst>
            </p:cNvPr>
            <p:cNvCxnSpPr>
              <a:cxnSpLocks/>
            </p:cNvCxnSpPr>
            <p:nvPr/>
          </p:nvCxnSpPr>
          <p:spPr>
            <a:xfrm>
              <a:off x="6098462"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41" name="Group 840">
            <a:extLst>
              <a:ext uri="{FF2B5EF4-FFF2-40B4-BE49-F238E27FC236}">
                <a16:creationId xmlns:a16="http://schemas.microsoft.com/office/drawing/2014/main" id="{A202B1D3-2EEC-52E7-2FEB-0AE7D2F7BC46}"/>
              </a:ext>
            </a:extLst>
          </p:cNvPr>
          <p:cNvGrpSpPr/>
          <p:nvPr/>
        </p:nvGrpSpPr>
        <p:grpSpPr>
          <a:xfrm>
            <a:off x="6284562" y="1532276"/>
            <a:ext cx="721206" cy="609701"/>
            <a:chOff x="6284562" y="1532276"/>
            <a:chExt cx="721206" cy="609701"/>
          </a:xfrm>
        </p:grpSpPr>
        <p:sp>
          <p:nvSpPr>
            <p:cNvPr id="842" name="Rectangle 841">
              <a:extLst>
                <a:ext uri="{FF2B5EF4-FFF2-40B4-BE49-F238E27FC236}">
                  <a16:creationId xmlns:a16="http://schemas.microsoft.com/office/drawing/2014/main" id="{C024EC38-A785-A9D8-0F82-62AF78C8CE6C}"/>
                </a:ext>
              </a:extLst>
            </p:cNvPr>
            <p:cNvSpPr/>
            <p:nvPr/>
          </p:nvSpPr>
          <p:spPr>
            <a:xfrm>
              <a:off x="6284562"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843" name="Rectangle 842">
              <a:extLst>
                <a:ext uri="{FF2B5EF4-FFF2-40B4-BE49-F238E27FC236}">
                  <a16:creationId xmlns:a16="http://schemas.microsoft.com/office/drawing/2014/main" id="{699312E2-92D6-AC4E-1729-6D668BED74F2}"/>
                </a:ext>
              </a:extLst>
            </p:cNvPr>
            <p:cNvSpPr/>
            <p:nvPr/>
          </p:nvSpPr>
          <p:spPr>
            <a:xfrm flipV="1">
              <a:off x="6902312"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4" name="Oval 15">
              <a:extLst>
                <a:ext uri="{FF2B5EF4-FFF2-40B4-BE49-F238E27FC236}">
                  <a16:creationId xmlns:a16="http://schemas.microsoft.com/office/drawing/2014/main" id="{9D87136A-10D2-9417-D702-5F7D4CA28E50}"/>
                </a:ext>
              </a:extLst>
            </p:cNvPr>
            <p:cNvSpPr/>
            <p:nvPr/>
          </p:nvSpPr>
          <p:spPr>
            <a:xfrm>
              <a:off x="6929701"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45" name="Straight Connector 844">
              <a:extLst>
                <a:ext uri="{FF2B5EF4-FFF2-40B4-BE49-F238E27FC236}">
                  <a16:creationId xmlns:a16="http://schemas.microsoft.com/office/drawing/2014/main" id="{314A387F-7BEC-DBBF-73F6-FF0CE69DCB3C}"/>
                </a:ext>
              </a:extLst>
            </p:cNvPr>
            <p:cNvCxnSpPr>
              <a:cxnSpLocks/>
              <a:stCxn id="844" idx="0"/>
            </p:cNvCxnSpPr>
            <p:nvPr/>
          </p:nvCxnSpPr>
          <p:spPr>
            <a:xfrm flipV="1">
              <a:off x="6935398"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46" name="Straight Connector 845">
              <a:extLst>
                <a:ext uri="{FF2B5EF4-FFF2-40B4-BE49-F238E27FC236}">
                  <a16:creationId xmlns:a16="http://schemas.microsoft.com/office/drawing/2014/main" id="{294E0B5C-4EC2-A10F-3B55-2E3DA5A3682B}"/>
                </a:ext>
              </a:extLst>
            </p:cNvPr>
            <p:cNvCxnSpPr>
              <a:cxnSpLocks/>
            </p:cNvCxnSpPr>
            <p:nvPr/>
          </p:nvCxnSpPr>
          <p:spPr>
            <a:xfrm>
              <a:off x="6941117"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47" name="Group 846">
            <a:extLst>
              <a:ext uri="{FF2B5EF4-FFF2-40B4-BE49-F238E27FC236}">
                <a16:creationId xmlns:a16="http://schemas.microsoft.com/office/drawing/2014/main" id="{77AC7E36-FFB6-6859-4E17-462FF0C3C9A1}"/>
              </a:ext>
            </a:extLst>
          </p:cNvPr>
          <p:cNvGrpSpPr/>
          <p:nvPr/>
        </p:nvGrpSpPr>
        <p:grpSpPr>
          <a:xfrm>
            <a:off x="7121069" y="1532276"/>
            <a:ext cx="721206" cy="609701"/>
            <a:chOff x="7121069" y="1532276"/>
            <a:chExt cx="721206" cy="609701"/>
          </a:xfrm>
        </p:grpSpPr>
        <p:sp>
          <p:nvSpPr>
            <p:cNvPr id="848" name="Rectangle 847">
              <a:extLst>
                <a:ext uri="{FF2B5EF4-FFF2-40B4-BE49-F238E27FC236}">
                  <a16:creationId xmlns:a16="http://schemas.microsoft.com/office/drawing/2014/main" id="{8191FFDB-2277-3CB6-7DDD-388038B4F627}"/>
                </a:ext>
              </a:extLst>
            </p:cNvPr>
            <p:cNvSpPr/>
            <p:nvPr/>
          </p:nvSpPr>
          <p:spPr>
            <a:xfrm>
              <a:off x="712106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849" name="Rectangle 848">
              <a:extLst>
                <a:ext uri="{FF2B5EF4-FFF2-40B4-BE49-F238E27FC236}">
                  <a16:creationId xmlns:a16="http://schemas.microsoft.com/office/drawing/2014/main" id="{BC9D765C-006A-E59A-2921-277CE6916FE4}"/>
                </a:ext>
              </a:extLst>
            </p:cNvPr>
            <p:cNvSpPr/>
            <p:nvPr/>
          </p:nvSpPr>
          <p:spPr>
            <a:xfrm flipV="1">
              <a:off x="7736853"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0" name="Oval 15">
              <a:extLst>
                <a:ext uri="{FF2B5EF4-FFF2-40B4-BE49-F238E27FC236}">
                  <a16:creationId xmlns:a16="http://schemas.microsoft.com/office/drawing/2014/main" id="{BD8DE045-6725-E6F8-1209-BFDB258D53DD}"/>
                </a:ext>
              </a:extLst>
            </p:cNvPr>
            <p:cNvSpPr/>
            <p:nvPr/>
          </p:nvSpPr>
          <p:spPr>
            <a:xfrm>
              <a:off x="7764242"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51" name="Straight Connector 850">
              <a:extLst>
                <a:ext uri="{FF2B5EF4-FFF2-40B4-BE49-F238E27FC236}">
                  <a16:creationId xmlns:a16="http://schemas.microsoft.com/office/drawing/2014/main" id="{CF7F631D-6A9B-5101-4B72-A22348EA2AE5}"/>
                </a:ext>
              </a:extLst>
            </p:cNvPr>
            <p:cNvCxnSpPr>
              <a:cxnSpLocks/>
              <a:stCxn id="850" idx="0"/>
            </p:cNvCxnSpPr>
            <p:nvPr/>
          </p:nvCxnSpPr>
          <p:spPr>
            <a:xfrm flipV="1">
              <a:off x="7769939"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52" name="Straight Connector 851">
              <a:extLst>
                <a:ext uri="{FF2B5EF4-FFF2-40B4-BE49-F238E27FC236}">
                  <a16:creationId xmlns:a16="http://schemas.microsoft.com/office/drawing/2014/main" id="{F4476CB9-110B-4AFD-CD4C-D182DB5403BD}"/>
                </a:ext>
              </a:extLst>
            </p:cNvPr>
            <p:cNvCxnSpPr>
              <a:cxnSpLocks/>
            </p:cNvCxnSpPr>
            <p:nvPr/>
          </p:nvCxnSpPr>
          <p:spPr>
            <a:xfrm>
              <a:off x="7775658"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59" name="Group 858">
            <a:extLst>
              <a:ext uri="{FF2B5EF4-FFF2-40B4-BE49-F238E27FC236}">
                <a16:creationId xmlns:a16="http://schemas.microsoft.com/office/drawing/2014/main" id="{F53E0087-0526-2BED-1F4F-DB70C681F88C}"/>
              </a:ext>
            </a:extLst>
          </p:cNvPr>
          <p:cNvGrpSpPr/>
          <p:nvPr/>
        </p:nvGrpSpPr>
        <p:grpSpPr>
          <a:xfrm>
            <a:off x="5442072" y="811556"/>
            <a:ext cx="728208" cy="609701"/>
            <a:chOff x="5442072" y="811556"/>
            <a:chExt cx="728208" cy="609701"/>
          </a:xfrm>
        </p:grpSpPr>
        <p:sp>
          <p:nvSpPr>
            <p:cNvPr id="860" name="Rectangle 859">
              <a:extLst>
                <a:ext uri="{FF2B5EF4-FFF2-40B4-BE49-F238E27FC236}">
                  <a16:creationId xmlns:a16="http://schemas.microsoft.com/office/drawing/2014/main" id="{2B149C21-2210-77CC-8EBC-DF5542AE92B1}"/>
                </a:ext>
              </a:extLst>
            </p:cNvPr>
            <p:cNvSpPr/>
            <p:nvPr/>
          </p:nvSpPr>
          <p:spPr>
            <a:xfrm>
              <a:off x="5442072" y="811556"/>
              <a:ext cx="721207"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861" name="Rectangle 860">
              <a:extLst>
                <a:ext uri="{FF2B5EF4-FFF2-40B4-BE49-F238E27FC236}">
                  <a16:creationId xmlns:a16="http://schemas.microsoft.com/office/drawing/2014/main" id="{C27EA119-0BF8-EB95-D6EC-3B98FF5B5E98}"/>
                </a:ext>
              </a:extLst>
            </p:cNvPr>
            <p:cNvSpPr/>
            <p:nvPr/>
          </p:nvSpPr>
          <p:spPr>
            <a:xfrm flipV="1">
              <a:off x="6070087" y="820272"/>
              <a:ext cx="100193"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2" name="Oval 15">
              <a:extLst>
                <a:ext uri="{FF2B5EF4-FFF2-40B4-BE49-F238E27FC236}">
                  <a16:creationId xmlns:a16="http://schemas.microsoft.com/office/drawing/2014/main" id="{456745A0-707B-4212-71CE-EA49D7E14881}"/>
                </a:ext>
              </a:extLst>
            </p:cNvPr>
            <p:cNvSpPr/>
            <p:nvPr/>
          </p:nvSpPr>
          <p:spPr>
            <a:xfrm>
              <a:off x="6097476"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63" name="Straight Connector 862">
              <a:extLst>
                <a:ext uri="{FF2B5EF4-FFF2-40B4-BE49-F238E27FC236}">
                  <a16:creationId xmlns:a16="http://schemas.microsoft.com/office/drawing/2014/main" id="{E70FA452-9BC7-5B40-9445-4C9D6EFC5E6A}"/>
                </a:ext>
              </a:extLst>
            </p:cNvPr>
            <p:cNvCxnSpPr>
              <a:cxnSpLocks/>
              <a:stCxn id="862" idx="0"/>
            </p:cNvCxnSpPr>
            <p:nvPr/>
          </p:nvCxnSpPr>
          <p:spPr>
            <a:xfrm flipV="1">
              <a:off x="6103173"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64" name="Straight Connector 863">
              <a:extLst>
                <a:ext uri="{FF2B5EF4-FFF2-40B4-BE49-F238E27FC236}">
                  <a16:creationId xmlns:a16="http://schemas.microsoft.com/office/drawing/2014/main" id="{6B3DC8A0-634B-0583-3DAB-FA1252BDF876}"/>
                </a:ext>
              </a:extLst>
            </p:cNvPr>
            <p:cNvCxnSpPr>
              <a:cxnSpLocks/>
            </p:cNvCxnSpPr>
            <p:nvPr/>
          </p:nvCxnSpPr>
          <p:spPr>
            <a:xfrm>
              <a:off x="6108892"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65" name="Group 864">
            <a:extLst>
              <a:ext uri="{FF2B5EF4-FFF2-40B4-BE49-F238E27FC236}">
                <a16:creationId xmlns:a16="http://schemas.microsoft.com/office/drawing/2014/main" id="{3FDFC2F0-846B-E8D2-94A0-4A4C6EDD8EA0}"/>
              </a:ext>
            </a:extLst>
          </p:cNvPr>
          <p:cNvGrpSpPr/>
          <p:nvPr/>
        </p:nvGrpSpPr>
        <p:grpSpPr>
          <a:xfrm>
            <a:off x="7957576" y="811556"/>
            <a:ext cx="721206" cy="609701"/>
            <a:chOff x="7957576" y="811556"/>
            <a:chExt cx="721206" cy="609701"/>
          </a:xfrm>
        </p:grpSpPr>
        <p:sp>
          <p:nvSpPr>
            <p:cNvPr id="866" name="Rectangle 865">
              <a:extLst>
                <a:ext uri="{FF2B5EF4-FFF2-40B4-BE49-F238E27FC236}">
                  <a16:creationId xmlns:a16="http://schemas.microsoft.com/office/drawing/2014/main" id="{DDA4048B-0A7B-7809-CDBE-A96A279292C1}"/>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867" name="Rectangle 866">
              <a:extLst>
                <a:ext uri="{FF2B5EF4-FFF2-40B4-BE49-F238E27FC236}">
                  <a16:creationId xmlns:a16="http://schemas.microsoft.com/office/drawing/2014/main" id="{1760267B-C6C9-A54F-8F2A-8D65E1BA3CC1}"/>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8" name="Oval 15">
              <a:extLst>
                <a:ext uri="{FF2B5EF4-FFF2-40B4-BE49-F238E27FC236}">
                  <a16:creationId xmlns:a16="http://schemas.microsoft.com/office/drawing/2014/main" id="{10D0B0AE-16C7-E5F5-149F-9A2A80634B94}"/>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69" name="Straight Connector 868">
              <a:extLst>
                <a:ext uri="{FF2B5EF4-FFF2-40B4-BE49-F238E27FC236}">
                  <a16:creationId xmlns:a16="http://schemas.microsoft.com/office/drawing/2014/main" id="{AF9A294D-59B6-F640-6164-2DAF45DD8CD0}"/>
                </a:ext>
              </a:extLst>
            </p:cNvPr>
            <p:cNvCxnSpPr>
              <a:cxnSpLocks/>
              <a:stCxn id="868"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70" name="Straight Connector 869">
              <a:extLst>
                <a:ext uri="{FF2B5EF4-FFF2-40B4-BE49-F238E27FC236}">
                  <a16:creationId xmlns:a16="http://schemas.microsoft.com/office/drawing/2014/main" id="{339C4B6F-F392-84F0-87C9-5CBBD3095F9E}"/>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71" name="Group 870">
            <a:extLst>
              <a:ext uri="{FF2B5EF4-FFF2-40B4-BE49-F238E27FC236}">
                <a16:creationId xmlns:a16="http://schemas.microsoft.com/office/drawing/2014/main" id="{83F20575-7F3B-62C8-BE65-F090F4217A58}"/>
              </a:ext>
            </a:extLst>
          </p:cNvPr>
          <p:cNvGrpSpPr/>
          <p:nvPr/>
        </p:nvGrpSpPr>
        <p:grpSpPr>
          <a:xfrm>
            <a:off x="7957577" y="1532276"/>
            <a:ext cx="721206" cy="609701"/>
            <a:chOff x="7957577" y="1532276"/>
            <a:chExt cx="721206" cy="609701"/>
          </a:xfrm>
        </p:grpSpPr>
        <p:sp>
          <p:nvSpPr>
            <p:cNvPr id="872" name="Rectangle 871">
              <a:hlinkHover r:id="" action="ppaction://noaction" highlightClick="1"/>
              <a:extLst>
                <a:ext uri="{FF2B5EF4-FFF2-40B4-BE49-F238E27FC236}">
                  <a16:creationId xmlns:a16="http://schemas.microsoft.com/office/drawing/2014/main" id="{F2A22A57-C6F0-6FE7-4580-5279B93F64C6}"/>
                </a:ext>
              </a:extLst>
            </p:cNvPr>
            <p:cNvSpPr/>
            <p:nvPr/>
          </p:nvSpPr>
          <p:spPr>
            <a:xfrm>
              <a:off x="7957577"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873" name="Rectangle 872">
              <a:extLst>
                <a:ext uri="{FF2B5EF4-FFF2-40B4-BE49-F238E27FC236}">
                  <a16:creationId xmlns:a16="http://schemas.microsoft.com/office/drawing/2014/main" id="{F7310A3B-5335-713F-52DD-40C142ADC5F0}"/>
                </a:ext>
              </a:extLst>
            </p:cNvPr>
            <p:cNvSpPr/>
            <p:nvPr/>
          </p:nvSpPr>
          <p:spPr>
            <a:xfrm flipV="1">
              <a:off x="8571630" y="153528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4" name="Oval 15">
              <a:extLst>
                <a:ext uri="{FF2B5EF4-FFF2-40B4-BE49-F238E27FC236}">
                  <a16:creationId xmlns:a16="http://schemas.microsoft.com/office/drawing/2014/main" id="{54DEA68C-C31D-0B0D-839A-6E3407644F96}"/>
                </a:ext>
              </a:extLst>
            </p:cNvPr>
            <p:cNvSpPr/>
            <p:nvPr/>
          </p:nvSpPr>
          <p:spPr>
            <a:xfrm>
              <a:off x="8599019" y="1572027"/>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75" name="Straight Connector 874">
              <a:extLst>
                <a:ext uri="{FF2B5EF4-FFF2-40B4-BE49-F238E27FC236}">
                  <a16:creationId xmlns:a16="http://schemas.microsoft.com/office/drawing/2014/main" id="{1EFE0B93-02E8-C691-F9E5-A72EA5D61576}"/>
                </a:ext>
              </a:extLst>
            </p:cNvPr>
            <p:cNvCxnSpPr>
              <a:cxnSpLocks/>
              <a:stCxn id="874" idx="0"/>
            </p:cNvCxnSpPr>
            <p:nvPr/>
          </p:nvCxnSpPr>
          <p:spPr>
            <a:xfrm flipV="1">
              <a:off x="8604716" y="154880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76" name="Straight Connector 875">
              <a:extLst>
                <a:ext uri="{FF2B5EF4-FFF2-40B4-BE49-F238E27FC236}">
                  <a16:creationId xmlns:a16="http://schemas.microsoft.com/office/drawing/2014/main" id="{5339620B-E9BA-46CF-583E-6A7544F91C48}"/>
                </a:ext>
              </a:extLst>
            </p:cNvPr>
            <p:cNvCxnSpPr>
              <a:cxnSpLocks/>
            </p:cNvCxnSpPr>
            <p:nvPr/>
          </p:nvCxnSpPr>
          <p:spPr>
            <a:xfrm>
              <a:off x="8610435" y="154880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77" name="Group 876">
            <a:extLst>
              <a:ext uri="{FF2B5EF4-FFF2-40B4-BE49-F238E27FC236}">
                <a16:creationId xmlns:a16="http://schemas.microsoft.com/office/drawing/2014/main" id="{D48338C8-8558-6E83-A0A5-64D505D599D7}"/>
              </a:ext>
            </a:extLst>
          </p:cNvPr>
          <p:cNvGrpSpPr/>
          <p:nvPr/>
        </p:nvGrpSpPr>
        <p:grpSpPr>
          <a:xfrm>
            <a:off x="9656908" y="1532276"/>
            <a:ext cx="721206" cy="609701"/>
            <a:chOff x="9656908" y="1532276"/>
            <a:chExt cx="721206" cy="609701"/>
          </a:xfrm>
        </p:grpSpPr>
        <p:sp>
          <p:nvSpPr>
            <p:cNvPr id="878" name="Rectangle 877">
              <a:extLst>
                <a:ext uri="{FF2B5EF4-FFF2-40B4-BE49-F238E27FC236}">
                  <a16:creationId xmlns:a16="http://schemas.microsoft.com/office/drawing/2014/main" id="{8E9F7317-34D3-AFAE-E092-259C008A60AD}"/>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879" name="Rectangle 878">
              <a:extLst>
                <a:ext uri="{FF2B5EF4-FFF2-40B4-BE49-F238E27FC236}">
                  <a16:creationId xmlns:a16="http://schemas.microsoft.com/office/drawing/2014/main" id="{D06140A8-B1BC-1C22-24E3-270AE3B29DEB}"/>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0" name="Oval 15">
              <a:extLst>
                <a:ext uri="{FF2B5EF4-FFF2-40B4-BE49-F238E27FC236}">
                  <a16:creationId xmlns:a16="http://schemas.microsoft.com/office/drawing/2014/main" id="{D48CE4C5-F419-ACE6-6A1C-7D6D0D038C14}"/>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81" name="Straight Connector 880">
              <a:extLst>
                <a:ext uri="{FF2B5EF4-FFF2-40B4-BE49-F238E27FC236}">
                  <a16:creationId xmlns:a16="http://schemas.microsoft.com/office/drawing/2014/main" id="{B72AB2A3-99E0-EEF9-5A11-72B8D41DE537}"/>
                </a:ext>
              </a:extLst>
            </p:cNvPr>
            <p:cNvCxnSpPr>
              <a:cxnSpLocks/>
              <a:stCxn id="880"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82" name="Straight Connector 881">
              <a:extLst>
                <a:ext uri="{FF2B5EF4-FFF2-40B4-BE49-F238E27FC236}">
                  <a16:creationId xmlns:a16="http://schemas.microsoft.com/office/drawing/2014/main" id="{FBBA83CE-4133-E968-375E-DD8654CC21D0}"/>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83" name="Group 882">
            <a:extLst>
              <a:ext uri="{FF2B5EF4-FFF2-40B4-BE49-F238E27FC236}">
                <a16:creationId xmlns:a16="http://schemas.microsoft.com/office/drawing/2014/main" id="{1C6CB0F2-79C4-D303-0016-B790858247DB}"/>
              </a:ext>
            </a:extLst>
          </p:cNvPr>
          <p:cNvGrpSpPr/>
          <p:nvPr/>
        </p:nvGrpSpPr>
        <p:grpSpPr>
          <a:xfrm>
            <a:off x="431659" y="90836"/>
            <a:ext cx="721206" cy="609701"/>
            <a:chOff x="431659" y="90836"/>
            <a:chExt cx="721206" cy="609701"/>
          </a:xfrm>
        </p:grpSpPr>
        <p:sp>
          <p:nvSpPr>
            <p:cNvPr id="884" name="Rectangle 883">
              <a:extLst>
                <a:ext uri="{FF2B5EF4-FFF2-40B4-BE49-F238E27FC236}">
                  <a16:creationId xmlns:a16="http://schemas.microsoft.com/office/drawing/2014/main" id="{279CC630-A4EE-C357-6046-10C8D488F4C9}"/>
                </a:ext>
              </a:extLst>
            </p:cNvPr>
            <p:cNvSpPr/>
            <p:nvPr/>
          </p:nvSpPr>
          <p:spPr>
            <a:xfrm>
              <a:off x="43165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885" name="Rectangle 884">
              <a:extLst>
                <a:ext uri="{FF2B5EF4-FFF2-40B4-BE49-F238E27FC236}">
                  <a16:creationId xmlns:a16="http://schemas.microsoft.com/office/drawing/2014/main" id="{03A383B1-EAA5-D9F6-4906-6C6903BC7E55}"/>
                </a:ext>
              </a:extLst>
            </p:cNvPr>
            <p:cNvSpPr/>
            <p:nvPr/>
          </p:nvSpPr>
          <p:spPr>
            <a:xfrm flipV="1">
              <a:off x="1052673" y="908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6" name="Oval 15">
              <a:extLst>
                <a:ext uri="{FF2B5EF4-FFF2-40B4-BE49-F238E27FC236}">
                  <a16:creationId xmlns:a16="http://schemas.microsoft.com/office/drawing/2014/main" id="{7269A614-809B-1194-0A39-DF6B03E414C0}"/>
                </a:ext>
              </a:extLst>
            </p:cNvPr>
            <p:cNvSpPr/>
            <p:nvPr/>
          </p:nvSpPr>
          <p:spPr>
            <a:xfrm>
              <a:off x="1080061"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87" name="Straight Connector 886">
              <a:extLst>
                <a:ext uri="{FF2B5EF4-FFF2-40B4-BE49-F238E27FC236}">
                  <a16:creationId xmlns:a16="http://schemas.microsoft.com/office/drawing/2014/main" id="{7F82D69E-8AE9-D397-6FAE-C90F0E237C6A}"/>
                </a:ext>
              </a:extLst>
            </p:cNvPr>
            <p:cNvCxnSpPr>
              <a:cxnSpLocks/>
              <a:stCxn id="886" idx="0"/>
            </p:cNvCxnSpPr>
            <p:nvPr/>
          </p:nvCxnSpPr>
          <p:spPr>
            <a:xfrm flipV="1">
              <a:off x="1085758" y="104349"/>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88" name="Straight Connector 887">
              <a:extLst>
                <a:ext uri="{FF2B5EF4-FFF2-40B4-BE49-F238E27FC236}">
                  <a16:creationId xmlns:a16="http://schemas.microsoft.com/office/drawing/2014/main" id="{FF89FC75-2763-9859-9254-654524C2C9BA}"/>
                </a:ext>
              </a:extLst>
            </p:cNvPr>
            <p:cNvCxnSpPr>
              <a:cxnSpLocks/>
            </p:cNvCxnSpPr>
            <p:nvPr/>
          </p:nvCxnSpPr>
          <p:spPr>
            <a:xfrm>
              <a:off x="1091477" y="104349"/>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89" name="Group 888">
            <a:extLst>
              <a:ext uri="{FF2B5EF4-FFF2-40B4-BE49-F238E27FC236}">
                <a16:creationId xmlns:a16="http://schemas.microsoft.com/office/drawing/2014/main" id="{368A889F-AC86-983B-9DD9-30480B8816E3}"/>
              </a:ext>
            </a:extLst>
          </p:cNvPr>
          <p:cNvGrpSpPr/>
          <p:nvPr/>
        </p:nvGrpSpPr>
        <p:grpSpPr>
          <a:xfrm>
            <a:off x="1267284" y="90836"/>
            <a:ext cx="721206" cy="609701"/>
            <a:chOff x="1267284" y="90836"/>
            <a:chExt cx="721206" cy="609701"/>
          </a:xfrm>
        </p:grpSpPr>
        <p:sp>
          <p:nvSpPr>
            <p:cNvPr id="890" name="Rectangle 889">
              <a:extLst>
                <a:ext uri="{FF2B5EF4-FFF2-40B4-BE49-F238E27FC236}">
                  <a16:creationId xmlns:a16="http://schemas.microsoft.com/office/drawing/2014/main" id="{F782F064-47A9-5CF4-FBBD-8974E001CB28}"/>
                </a:ext>
              </a:extLst>
            </p:cNvPr>
            <p:cNvSpPr/>
            <p:nvPr/>
          </p:nvSpPr>
          <p:spPr>
            <a:xfrm>
              <a:off x="1267284"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891" name="Rectangle 890">
              <a:extLst>
                <a:ext uri="{FF2B5EF4-FFF2-40B4-BE49-F238E27FC236}">
                  <a16:creationId xmlns:a16="http://schemas.microsoft.com/office/drawing/2014/main" id="{C6DB1806-3157-0166-0976-956B3AE75C05}"/>
                </a:ext>
              </a:extLst>
            </p:cNvPr>
            <p:cNvSpPr/>
            <p:nvPr/>
          </p:nvSpPr>
          <p:spPr>
            <a:xfrm flipV="1">
              <a:off x="1887254"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2" name="Oval 15">
              <a:extLst>
                <a:ext uri="{FF2B5EF4-FFF2-40B4-BE49-F238E27FC236}">
                  <a16:creationId xmlns:a16="http://schemas.microsoft.com/office/drawing/2014/main" id="{C9378519-D673-B083-E0F5-A8B208ACD960}"/>
                </a:ext>
              </a:extLst>
            </p:cNvPr>
            <p:cNvSpPr/>
            <p:nvPr/>
          </p:nvSpPr>
          <p:spPr>
            <a:xfrm>
              <a:off x="1914643"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93" name="Straight Connector 892">
              <a:extLst>
                <a:ext uri="{FF2B5EF4-FFF2-40B4-BE49-F238E27FC236}">
                  <a16:creationId xmlns:a16="http://schemas.microsoft.com/office/drawing/2014/main" id="{4736E4D5-0337-6801-9280-B249EA592F2E}"/>
                </a:ext>
              </a:extLst>
            </p:cNvPr>
            <p:cNvCxnSpPr>
              <a:cxnSpLocks/>
              <a:stCxn id="892" idx="0"/>
            </p:cNvCxnSpPr>
            <p:nvPr/>
          </p:nvCxnSpPr>
          <p:spPr>
            <a:xfrm flipV="1">
              <a:off x="1920339"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94" name="Straight Connector 893">
              <a:extLst>
                <a:ext uri="{FF2B5EF4-FFF2-40B4-BE49-F238E27FC236}">
                  <a16:creationId xmlns:a16="http://schemas.microsoft.com/office/drawing/2014/main" id="{74ED464E-D5C3-4131-057D-CBBECF6C23A7}"/>
                </a:ext>
              </a:extLst>
            </p:cNvPr>
            <p:cNvCxnSpPr>
              <a:cxnSpLocks/>
            </p:cNvCxnSpPr>
            <p:nvPr/>
          </p:nvCxnSpPr>
          <p:spPr>
            <a:xfrm>
              <a:off x="1926058"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95" name="Group 894">
            <a:extLst>
              <a:ext uri="{FF2B5EF4-FFF2-40B4-BE49-F238E27FC236}">
                <a16:creationId xmlns:a16="http://schemas.microsoft.com/office/drawing/2014/main" id="{5E9925DC-8B3F-73D1-D1CF-E0A4147828D6}"/>
              </a:ext>
            </a:extLst>
          </p:cNvPr>
          <p:cNvGrpSpPr/>
          <p:nvPr/>
        </p:nvGrpSpPr>
        <p:grpSpPr>
          <a:xfrm>
            <a:off x="2102909" y="90836"/>
            <a:ext cx="721206" cy="609701"/>
            <a:chOff x="2102909" y="90836"/>
            <a:chExt cx="721206" cy="609701"/>
          </a:xfrm>
        </p:grpSpPr>
        <p:sp>
          <p:nvSpPr>
            <p:cNvPr id="896" name="Rectangle 895">
              <a:extLst>
                <a:ext uri="{FF2B5EF4-FFF2-40B4-BE49-F238E27FC236}">
                  <a16:creationId xmlns:a16="http://schemas.microsoft.com/office/drawing/2014/main" id="{627245F1-54EE-4E58-55E3-1B71E8A4DCEF}"/>
                </a:ext>
              </a:extLst>
            </p:cNvPr>
            <p:cNvSpPr/>
            <p:nvPr/>
          </p:nvSpPr>
          <p:spPr>
            <a:xfrm>
              <a:off x="210290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897" name="Rectangle 896">
              <a:extLst>
                <a:ext uri="{FF2B5EF4-FFF2-40B4-BE49-F238E27FC236}">
                  <a16:creationId xmlns:a16="http://schemas.microsoft.com/office/drawing/2014/main" id="{AB88024D-D7CB-53D2-829B-204CF9F50FB1}"/>
                </a:ext>
              </a:extLst>
            </p:cNvPr>
            <p:cNvSpPr/>
            <p:nvPr/>
          </p:nvSpPr>
          <p:spPr>
            <a:xfrm flipV="1">
              <a:off x="2722879"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8" name="Oval 15">
              <a:extLst>
                <a:ext uri="{FF2B5EF4-FFF2-40B4-BE49-F238E27FC236}">
                  <a16:creationId xmlns:a16="http://schemas.microsoft.com/office/drawing/2014/main" id="{EE102FFB-F099-1701-9AB1-5841D99C6EFB}"/>
                </a:ext>
              </a:extLst>
            </p:cNvPr>
            <p:cNvSpPr/>
            <p:nvPr/>
          </p:nvSpPr>
          <p:spPr>
            <a:xfrm>
              <a:off x="2750268"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99" name="Straight Connector 898">
              <a:extLst>
                <a:ext uri="{FF2B5EF4-FFF2-40B4-BE49-F238E27FC236}">
                  <a16:creationId xmlns:a16="http://schemas.microsoft.com/office/drawing/2014/main" id="{4037E74B-D0C4-D2D5-1E03-D5947FB5ACD7}"/>
                </a:ext>
              </a:extLst>
            </p:cNvPr>
            <p:cNvCxnSpPr>
              <a:cxnSpLocks/>
              <a:stCxn id="898" idx="0"/>
            </p:cNvCxnSpPr>
            <p:nvPr/>
          </p:nvCxnSpPr>
          <p:spPr>
            <a:xfrm flipV="1">
              <a:off x="2755964"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00" name="Straight Connector 899">
              <a:extLst>
                <a:ext uri="{FF2B5EF4-FFF2-40B4-BE49-F238E27FC236}">
                  <a16:creationId xmlns:a16="http://schemas.microsoft.com/office/drawing/2014/main" id="{1DCD1CB8-15F2-D40D-0A32-DFDC97781808}"/>
                </a:ext>
              </a:extLst>
            </p:cNvPr>
            <p:cNvCxnSpPr>
              <a:cxnSpLocks/>
            </p:cNvCxnSpPr>
            <p:nvPr/>
          </p:nvCxnSpPr>
          <p:spPr>
            <a:xfrm>
              <a:off x="2761683"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01" name="Group 900">
            <a:extLst>
              <a:ext uri="{FF2B5EF4-FFF2-40B4-BE49-F238E27FC236}">
                <a16:creationId xmlns:a16="http://schemas.microsoft.com/office/drawing/2014/main" id="{C37859F3-5F0B-F1B6-0D75-15E11F5C6A66}"/>
              </a:ext>
            </a:extLst>
          </p:cNvPr>
          <p:cNvGrpSpPr/>
          <p:nvPr/>
        </p:nvGrpSpPr>
        <p:grpSpPr>
          <a:xfrm>
            <a:off x="3778363" y="2253333"/>
            <a:ext cx="721206" cy="609701"/>
            <a:chOff x="3778363" y="2253333"/>
            <a:chExt cx="721206" cy="609701"/>
          </a:xfrm>
        </p:grpSpPr>
        <p:sp>
          <p:nvSpPr>
            <p:cNvPr id="902" name="Rectangle 901">
              <a:extLst>
                <a:ext uri="{FF2B5EF4-FFF2-40B4-BE49-F238E27FC236}">
                  <a16:creationId xmlns:a16="http://schemas.microsoft.com/office/drawing/2014/main" id="{CB0387BB-4F02-49B4-2800-6EDC892DC11E}"/>
                </a:ext>
              </a:extLst>
            </p:cNvPr>
            <p:cNvSpPr/>
            <p:nvPr/>
          </p:nvSpPr>
          <p:spPr>
            <a:xfrm>
              <a:off x="3778363"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903" name="Rectangle 902">
              <a:extLst>
                <a:ext uri="{FF2B5EF4-FFF2-40B4-BE49-F238E27FC236}">
                  <a16:creationId xmlns:a16="http://schemas.microsoft.com/office/drawing/2014/main" id="{F3B73E53-9464-31AB-FD21-8C050CB93290}"/>
                </a:ext>
              </a:extLst>
            </p:cNvPr>
            <p:cNvSpPr/>
            <p:nvPr/>
          </p:nvSpPr>
          <p:spPr>
            <a:xfrm flipV="1">
              <a:off x="4399377" y="2255721"/>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4" name="Oval 15">
              <a:extLst>
                <a:ext uri="{FF2B5EF4-FFF2-40B4-BE49-F238E27FC236}">
                  <a16:creationId xmlns:a16="http://schemas.microsoft.com/office/drawing/2014/main" id="{0B86D361-50A6-CF30-EB18-AB75E56DFDD2}"/>
                </a:ext>
              </a:extLst>
            </p:cNvPr>
            <p:cNvSpPr/>
            <p:nvPr/>
          </p:nvSpPr>
          <p:spPr>
            <a:xfrm>
              <a:off x="4426765"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05" name="Straight Connector 904">
              <a:extLst>
                <a:ext uri="{FF2B5EF4-FFF2-40B4-BE49-F238E27FC236}">
                  <a16:creationId xmlns:a16="http://schemas.microsoft.com/office/drawing/2014/main" id="{EF90D221-9034-CCC1-564F-4544782A8159}"/>
                </a:ext>
              </a:extLst>
            </p:cNvPr>
            <p:cNvCxnSpPr>
              <a:cxnSpLocks/>
              <a:stCxn id="904" idx="0"/>
            </p:cNvCxnSpPr>
            <p:nvPr/>
          </p:nvCxnSpPr>
          <p:spPr>
            <a:xfrm flipV="1">
              <a:off x="4432462" y="2269234"/>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06" name="Straight Connector 905">
              <a:extLst>
                <a:ext uri="{FF2B5EF4-FFF2-40B4-BE49-F238E27FC236}">
                  <a16:creationId xmlns:a16="http://schemas.microsoft.com/office/drawing/2014/main" id="{63369509-CF12-1899-0EDC-57A051CC41A6}"/>
                </a:ext>
              </a:extLst>
            </p:cNvPr>
            <p:cNvCxnSpPr>
              <a:cxnSpLocks/>
            </p:cNvCxnSpPr>
            <p:nvPr/>
          </p:nvCxnSpPr>
          <p:spPr>
            <a:xfrm>
              <a:off x="4438181" y="2269234"/>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07" name="Group 906">
            <a:extLst>
              <a:ext uri="{FF2B5EF4-FFF2-40B4-BE49-F238E27FC236}">
                <a16:creationId xmlns:a16="http://schemas.microsoft.com/office/drawing/2014/main" id="{940857A1-3D2D-C858-AD2A-862549D8E2C7}"/>
              </a:ext>
            </a:extLst>
          </p:cNvPr>
          <p:cNvGrpSpPr/>
          <p:nvPr/>
        </p:nvGrpSpPr>
        <p:grpSpPr>
          <a:xfrm>
            <a:off x="2105349" y="1532276"/>
            <a:ext cx="721206" cy="609701"/>
            <a:chOff x="2105349" y="1532276"/>
            <a:chExt cx="721206" cy="609701"/>
          </a:xfrm>
        </p:grpSpPr>
        <p:sp>
          <p:nvSpPr>
            <p:cNvPr id="908" name="Rectangle 907">
              <a:extLst>
                <a:ext uri="{FF2B5EF4-FFF2-40B4-BE49-F238E27FC236}">
                  <a16:creationId xmlns:a16="http://schemas.microsoft.com/office/drawing/2014/main" id="{2F9506F5-C03B-97E9-6FD3-9ABCB9F090F0}"/>
                </a:ext>
              </a:extLst>
            </p:cNvPr>
            <p:cNvSpPr/>
            <p:nvPr/>
          </p:nvSpPr>
          <p:spPr>
            <a:xfrm>
              <a:off x="210534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909" name="Rectangle 908">
              <a:extLst>
                <a:ext uri="{FF2B5EF4-FFF2-40B4-BE49-F238E27FC236}">
                  <a16:creationId xmlns:a16="http://schemas.microsoft.com/office/drawing/2014/main" id="{31602D50-C266-9E94-A0F1-9446B6AD5857}"/>
                </a:ext>
              </a:extLst>
            </p:cNvPr>
            <p:cNvSpPr/>
            <p:nvPr/>
          </p:nvSpPr>
          <p:spPr>
            <a:xfrm flipV="1">
              <a:off x="2723327" y="153912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0" name="Oval 15">
              <a:extLst>
                <a:ext uri="{FF2B5EF4-FFF2-40B4-BE49-F238E27FC236}">
                  <a16:creationId xmlns:a16="http://schemas.microsoft.com/office/drawing/2014/main" id="{56DF7F64-9100-7141-99C9-A71549408094}"/>
                </a:ext>
              </a:extLst>
            </p:cNvPr>
            <p:cNvSpPr/>
            <p:nvPr/>
          </p:nvSpPr>
          <p:spPr>
            <a:xfrm>
              <a:off x="2750716" y="157586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11" name="Straight Connector 910">
              <a:extLst>
                <a:ext uri="{FF2B5EF4-FFF2-40B4-BE49-F238E27FC236}">
                  <a16:creationId xmlns:a16="http://schemas.microsoft.com/office/drawing/2014/main" id="{89DB26AD-246A-4A52-C294-F038ECA9A01C}"/>
                </a:ext>
              </a:extLst>
            </p:cNvPr>
            <p:cNvCxnSpPr>
              <a:cxnSpLocks/>
              <a:stCxn id="910" idx="0"/>
            </p:cNvCxnSpPr>
            <p:nvPr/>
          </p:nvCxnSpPr>
          <p:spPr>
            <a:xfrm flipV="1">
              <a:off x="2756412" y="1552636"/>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12" name="Straight Connector 911">
              <a:extLst>
                <a:ext uri="{FF2B5EF4-FFF2-40B4-BE49-F238E27FC236}">
                  <a16:creationId xmlns:a16="http://schemas.microsoft.com/office/drawing/2014/main" id="{696E121E-EF7F-9874-79E4-253B4B909B94}"/>
                </a:ext>
              </a:extLst>
            </p:cNvPr>
            <p:cNvCxnSpPr>
              <a:cxnSpLocks/>
            </p:cNvCxnSpPr>
            <p:nvPr/>
          </p:nvCxnSpPr>
          <p:spPr>
            <a:xfrm>
              <a:off x="2762131" y="1552636"/>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13" name="Group 912">
            <a:extLst>
              <a:ext uri="{FF2B5EF4-FFF2-40B4-BE49-F238E27FC236}">
                <a16:creationId xmlns:a16="http://schemas.microsoft.com/office/drawing/2014/main" id="{1E77853B-E6AC-0BE5-2CC7-BB6B5C213FCB}"/>
              </a:ext>
            </a:extLst>
          </p:cNvPr>
          <p:cNvGrpSpPr/>
          <p:nvPr/>
        </p:nvGrpSpPr>
        <p:grpSpPr>
          <a:xfrm>
            <a:off x="2938534" y="811556"/>
            <a:ext cx="721206" cy="609701"/>
            <a:chOff x="2938534" y="811556"/>
            <a:chExt cx="721206" cy="609701"/>
          </a:xfrm>
        </p:grpSpPr>
        <p:sp>
          <p:nvSpPr>
            <p:cNvPr id="914" name="Rectangle 913">
              <a:extLst>
                <a:ext uri="{FF2B5EF4-FFF2-40B4-BE49-F238E27FC236}">
                  <a16:creationId xmlns:a16="http://schemas.microsoft.com/office/drawing/2014/main" id="{7E18C9F9-3023-D83E-2013-DBC980CAEA84}"/>
                </a:ext>
              </a:extLst>
            </p:cNvPr>
            <p:cNvSpPr/>
            <p:nvPr/>
          </p:nvSpPr>
          <p:spPr>
            <a:xfrm>
              <a:off x="2938534"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915" name="Rectangle 914">
              <a:extLst>
                <a:ext uri="{FF2B5EF4-FFF2-40B4-BE49-F238E27FC236}">
                  <a16:creationId xmlns:a16="http://schemas.microsoft.com/office/drawing/2014/main" id="{03CB6EA8-F86B-8771-D14D-B905DB5D27D6}"/>
                </a:ext>
              </a:extLst>
            </p:cNvPr>
            <p:cNvSpPr/>
            <p:nvPr/>
          </p:nvSpPr>
          <p:spPr>
            <a:xfrm flipV="1">
              <a:off x="3554781"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6" name="Oval 15">
              <a:extLst>
                <a:ext uri="{FF2B5EF4-FFF2-40B4-BE49-F238E27FC236}">
                  <a16:creationId xmlns:a16="http://schemas.microsoft.com/office/drawing/2014/main" id="{9A9F8B15-A251-5AB8-71C3-3EECC6C72ECE}"/>
                </a:ext>
              </a:extLst>
            </p:cNvPr>
            <p:cNvSpPr/>
            <p:nvPr/>
          </p:nvSpPr>
          <p:spPr>
            <a:xfrm>
              <a:off x="3582170"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17" name="Straight Connector 916">
              <a:extLst>
                <a:ext uri="{FF2B5EF4-FFF2-40B4-BE49-F238E27FC236}">
                  <a16:creationId xmlns:a16="http://schemas.microsoft.com/office/drawing/2014/main" id="{1C3DE1EF-ECB1-A002-D903-7866521454BE}"/>
                </a:ext>
              </a:extLst>
            </p:cNvPr>
            <p:cNvCxnSpPr>
              <a:cxnSpLocks/>
              <a:stCxn id="916" idx="0"/>
            </p:cNvCxnSpPr>
            <p:nvPr/>
          </p:nvCxnSpPr>
          <p:spPr>
            <a:xfrm flipV="1">
              <a:off x="3587866"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18" name="Straight Connector 917">
              <a:extLst>
                <a:ext uri="{FF2B5EF4-FFF2-40B4-BE49-F238E27FC236}">
                  <a16:creationId xmlns:a16="http://schemas.microsoft.com/office/drawing/2014/main" id="{F8458250-1CD9-4BC4-AC65-86D608812D1B}"/>
                </a:ext>
              </a:extLst>
            </p:cNvPr>
            <p:cNvCxnSpPr>
              <a:cxnSpLocks/>
            </p:cNvCxnSpPr>
            <p:nvPr/>
          </p:nvCxnSpPr>
          <p:spPr>
            <a:xfrm>
              <a:off x="3593585"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73" name="Group 972">
            <a:extLst>
              <a:ext uri="{FF2B5EF4-FFF2-40B4-BE49-F238E27FC236}">
                <a16:creationId xmlns:a16="http://schemas.microsoft.com/office/drawing/2014/main" id="{881A6698-90CE-43CF-67A8-C5F339BE892A}"/>
              </a:ext>
            </a:extLst>
          </p:cNvPr>
          <p:cNvGrpSpPr/>
          <p:nvPr/>
        </p:nvGrpSpPr>
        <p:grpSpPr>
          <a:xfrm>
            <a:off x="6287884" y="2974052"/>
            <a:ext cx="721206" cy="609701"/>
            <a:chOff x="6287105" y="2974054"/>
            <a:chExt cx="721206" cy="609701"/>
          </a:xfrm>
        </p:grpSpPr>
        <p:sp>
          <p:nvSpPr>
            <p:cNvPr id="974" name="Rectangle 973">
              <a:hlinkHover r:id="" action="ppaction://noaction" highlightClick="1"/>
              <a:extLst>
                <a:ext uri="{FF2B5EF4-FFF2-40B4-BE49-F238E27FC236}">
                  <a16:creationId xmlns:a16="http://schemas.microsoft.com/office/drawing/2014/main" id="{76D14623-C38B-2751-D979-B2B213C3DF9C}"/>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975" name="Rectangle 974">
              <a:extLst>
                <a:ext uri="{FF2B5EF4-FFF2-40B4-BE49-F238E27FC236}">
                  <a16:creationId xmlns:a16="http://schemas.microsoft.com/office/drawing/2014/main" id="{47778766-313E-3528-A5C1-CCCB130156E9}"/>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6" name="Oval 15">
              <a:extLst>
                <a:ext uri="{FF2B5EF4-FFF2-40B4-BE49-F238E27FC236}">
                  <a16:creationId xmlns:a16="http://schemas.microsoft.com/office/drawing/2014/main" id="{7DD6D2C8-44B1-F328-BC10-7CB158E5FC86}"/>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77" name="Straight Connector 976">
              <a:extLst>
                <a:ext uri="{FF2B5EF4-FFF2-40B4-BE49-F238E27FC236}">
                  <a16:creationId xmlns:a16="http://schemas.microsoft.com/office/drawing/2014/main" id="{5B184026-CBD9-CE3A-C112-6685415F42C3}"/>
                </a:ext>
              </a:extLst>
            </p:cNvPr>
            <p:cNvCxnSpPr>
              <a:cxnSpLocks/>
              <a:stCxn id="976"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78" name="Straight Connector 977">
              <a:extLst>
                <a:ext uri="{FF2B5EF4-FFF2-40B4-BE49-F238E27FC236}">
                  <a16:creationId xmlns:a16="http://schemas.microsoft.com/office/drawing/2014/main" id="{829FFD36-71A6-5A55-A897-E600CED34E72}"/>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79" name="Group 978">
            <a:extLst>
              <a:ext uri="{FF2B5EF4-FFF2-40B4-BE49-F238E27FC236}">
                <a16:creationId xmlns:a16="http://schemas.microsoft.com/office/drawing/2014/main" id="{611C93A9-57F1-5899-405A-DE1F55931CAB}"/>
              </a:ext>
            </a:extLst>
          </p:cNvPr>
          <p:cNvGrpSpPr/>
          <p:nvPr/>
        </p:nvGrpSpPr>
        <p:grpSpPr>
          <a:xfrm>
            <a:off x="7123928" y="2974052"/>
            <a:ext cx="721206" cy="609701"/>
            <a:chOff x="7123149" y="2974054"/>
            <a:chExt cx="721206" cy="609701"/>
          </a:xfrm>
        </p:grpSpPr>
        <p:sp>
          <p:nvSpPr>
            <p:cNvPr id="980" name="Rectangle 979">
              <a:hlinkHover r:id="" action="ppaction://noaction" highlightClick="1"/>
              <a:extLst>
                <a:ext uri="{FF2B5EF4-FFF2-40B4-BE49-F238E27FC236}">
                  <a16:creationId xmlns:a16="http://schemas.microsoft.com/office/drawing/2014/main" id="{ADA25E60-ABE2-BFF3-9985-47D2EBAA3DD0}"/>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981" name="Rectangle 980">
              <a:extLst>
                <a:ext uri="{FF2B5EF4-FFF2-40B4-BE49-F238E27FC236}">
                  <a16:creationId xmlns:a16="http://schemas.microsoft.com/office/drawing/2014/main" id="{8C96C27E-E032-AC7F-97EC-050630F99DE3}"/>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2" name="Oval 15">
              <a:extLst>
                <a:ext uri="{FF2B5EF4-FFF2-40B4-BE49-F238E27FC236}">
                  <a16:creationId xmlns:a16="http://schemas.microsoft.com/office/drawing/2014/main" id="{58723919-DFA3-77D4-128C-718D785775A6}"/>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83" name="Straight Connector 982">
              <a:extLst>
                <a:ext uri="{FF2B5EF4-FFF2-40B4-BE49-F238E27FC236}">
                  <a16:creationId xmlns:a16="http://schemas.microsoft.com/office/drawing/2014/main" id="{2CDBE19C-4E70-B725-EB30-6D10BD8BE5F3}"/>
                </a:ext>
              </a:extLst>
            </p:cNvPr>
            <p:cNvCxnSpPr>
              <a:cxnSpLocks/>
              <a:stCxn id="982"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84" name="Straight Connector 983">
              <a:extLst>
                <a:ext uri="{FF2B5EF4-FFF2-40B4-BE49-F238E27FC236}">
                  <a16:creationId xmlns:a16="http://schemas.microsoft.com/office/drawing/2014/main" id="{E0814797-F708-1176-6449-6A0C36C3A6B0}"/>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91" name="Group 990">
            <a:extLst>
              <a:ext uri="{FF2B5EF4-FFF2-40B4-BE49-F238E27FC236}">
                <a16:creationId xmlns:a16="http://schemas.microsoft.com/office/drawing/2014/main" id="{FB6B77D8-D13B-55D5-61B8-E6697C75E7ED}"/>
              </a:ext>
            </a:extLst>
          </p:cNvPr>
          <p:cNvGrpSpPr/>
          <p:nvPr/>
        </p:nvGrpSpPr>
        <p:grpSpPr>
          <a:xfrm>
            <a:off x="9657687" y="1532274"/>
            <a:ext cx="721206" cy="609701"/>
            <a:chOff x="9656908" y="1532276"/>
            <a:chExt cx="721206" cy="609701"/>
          </a:xfrm>
        </p:grpSpPr>
        <p:sp>
          <p:nvSpPr>
            <p:cNvPr id="992" name="Rectangle 991">
              <a:extLst>
                <a:ext uri="{FF2B5EF4-FFF2-40B4-BE49-F238E27FC236}">
                  <a16:creationId xmlns:a16="http://schemas.microsoft.com/office/drawing/2014/main" id="{ED78E15D-3361-13AD-409D-00E3AAC1A164}"/>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93" name="Rectangle 992">
              <a:extLst>
                <a:ext uri="{FF2B5EF4-FFF2-40B4-BE49-F238E27FC236}">
                  <a16:creationId xmlns:a16="http://schemas.microsoft.com/office/drawing/2014/main" id="{90E42785-6641-ACA1-999D-3A65F9662270}"/>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4" name="Oval 15">
              <a:extLst>
                <a:ext uri="{FF2B5EF4-FFF2-40B4-BE49-F238E27FC236}">
                  <a16:creationId xmlns:a16="http://schemas.microsoft.com/office/drawing/2014/main" id="{C778E5A6-DB66-FC63-8B33-B1AF0F81357B}"/>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95" name="Straight Connector 994">
              <a:extLst>
                <a:ext uri="{FF2B5EF4-FFF2-40B4-BE49-F238E27FC236}">
                  <a16:creationId xmlns:a16="http://schemas.microsoft.com/office/drawing/2014/main" id="{CDD6BCCD-3353-D60D-A253-7A4E5ECC4E26}"/>
                </a:ext>
              </a:extLst>
            </p:cNvPr>
            <p:cNvCxnSpPr>
              <a:cxnSpLocks/>
              <a:stCxn id="994"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96" name="Straight Connector 995">
              <a:extLst>
                <a:ext uri="{FF2B5EF4-FFF2-40B4-BE49-F238E27FC236}">
                  <a16:creationId xmlns:a16="http://schemas.microsoft.com/office/drawing/2014/main" id="{8254E761-8FE2-A488-885B-B313DCF443D5}"/>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09" name="Group 1008">
            <a:extLst>
              <a:ext uri="{FF2B5EF4-FFF2-40B4-BE49-F238E27FC236}">
                <a16:creationId xmlns:a16="http://schemas.microsoft.com/office/drawing/2014/main" id="{C27FD8AC-068A-E259-7D15-A507DBEA1F12}"/>
              </a:ext>
            </a:extLst>
          </p:cNvPr>
          <p:cNvGrpSpPr/>
          <p:nvPr/>
        </p:nvGrpSpPr>
        <p:grpSpPr>
          <a:xfrm>
            <a:off x="5455162" y="2974052"/>
            <a:ext cx="721206" cy="609701"/>
            <a:chOff x="5454383" y="2974054"/>
            <a:chExt cx="721206" cy="609701"/>
          </a:xfrm>
        </p:grpSpPr>
        <p:sp>
          <p:nvSpPr>
            <p:cNvPr id="1010" name="Rectangle 1009">
              <a:extLst>
                <a:ext uri="{FF2B5EF4-FFF2-40B4-BE49-F238E27FC236}">
                  <a16:creationId xmlns:a16="http://schemas.microsoft.com/office/drawing/2014/main" id="{FFC2F9D3-1441-92B8-2363-828D65E222E7}"/>
                </a:ext>
              </a:extLst>
            </p:cNvPr>
            <p:cNvSpPr/>
            <p:nvPr/>
          </p:nvSpPr>
          <p:spPr>
            <a:xfrm>
              <a:off x="5454383"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1011" name="Rectangle 1010">
              <a:extLst>
                <a:ext uri="{FF2B5EF4-FFF2-40B4-BE49-F238E27FC236}">
                  <a16:creationId xmlns:a16="http://schemas.microsoft.com/office/drawing/2014/main" id="{AC6E5642-D60A-C18A-5614-24DA9DE8CF73}"/>
                </a:ext>
              </a:extLst>
            </p:cNvPr>
            <p:cNvSpPr/>
            <p:nvPr/>
          </p:nvSpPr>
          <p:spPr>
            <a:xfrm flipV="1">
              <a:off x="6064254"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2" name="Oval 15">
              <a:extLst>
                <a:ext uri="{FF2B5EF4-FFF2-40B4-BE49-F238E27FC236}">
                  <a16:creationId xmlns:a16="http://schemas.microsoft.com/office/drawing/2014/main" id="{8C111928-4743-B1D8-2752-24A5DBE485F1}"/>
                </a:ext>
              </a:extLst>
            </p:cNvPr>
            <p:cNvSpPr/>
            <p:nvPr/>
          </p:nvSpPr>
          <p:spPr>
            <a:xfrm>
              <a:off x="6091643"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13" name="Straight Connector 1012">
              <a:extLst>
                <a:ext uri="{FF2B5EF4-FFF2-40B4-BE49-F238E27FC236}">
                  <a16:creationId xmlns:a16="http://schemas.microsoft.com/office/drawing/2014/main" id="{D4990ACD-4963-84EF-5802-BDDCF983AFFF}"/>
                </a:ext>
              </a:extLst>
            </p:cNvPr>
            <p:cNvCxnSpPr>
              <a:cxnSpLocks/>
              <a:stCxn id="1012" idx="0"/>
            </p:cNvCxnSpPr>
            <p:nvPr/>
          </p:nvCxnSpPr>
          <p:spPr>
            <a:xfrm flipV="1">
              <a:off x="6097339"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14" name="Straight Connector 1013">
              <a:extLst>
                <a:ext uri="{FF2B5EF4-FFF2-40B4-BE49-F238E27FC236}">
                  <a16:creationId xmlns:a16="http://schemas.microsoft.com/office/drawing/2014/main" id="{193B1E4E-B26C-BA61-BB3C-F4FA4C8CF139}"/>
                </a:ext>
              </a:extLst>
            </p:cNvPr>
            <p:cNvCxnSpPr>
              <a:cxnSpLocks/>
            </p:cNvCxnSpPr>
            <p:nvPr/>
          </p:nvCxnSpPr>
          <p:spPr>
            <a:xfrm>
              <a:off x="6103058"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 name="Group 1">
            <a:extLst>
              <a:ext uri="{FF2B5EF4-FFF2-40B4-BE49-F238E27FC236}">
                <a16:creationId xmlns:a16="http://schemas.microsoft.com/office/drawing/2014/main" id="{79F7B682-516C-BB4E-490B-2DEFC5F06353}"/>
              </a:ext>
            </a:extLst>
          </p:cNvPr>
          <p:cNvGrpSpPr/>
          <p:nvPr/>
        </p:nvGrpSpPr>
        <p:grpSpPr>
          <a:xfrm>
            <a:off x="4615774" y="3698231"/>
            <a:ext cx="721206" cy="609701"/>
            <a:chOff x="4615774" y="3698231"/>
            <a:chExt cx="721206" cy="609701"/>
          </a:xfrm>
        </p:grpSpPr>
        <p:sp>
          <p:nvSpPr>
            <p:cNvPr id="3" name="Rectangle 2">
              <a:hlinkHover r:id="" action="ppaction://noaction" highlightClick="1"/>
              <a:extLst>
                <a:ext uri="{FF2B5EF4-FFF2-40B4-BE49-F238E27FC236}">
                  <a16:creationId xmlns:a16="http://schemas.microsoft.com/office/drawing/2014/main" id="{9CD96111-A7ED-0602-611E-F09CCC9C3FA3}"/>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4" name="Oval 3">
              <a:extLst>
                <a:ext uri="{FF2B5EF4-FFF2-40B4-BE49-F238E27FC236}">
                  <a16:creationId xmlns:a16="http://schemas.microsoft.com/office/drawing/2014/main" id="{54E2F119-A15A-1856-928D-783F246A4CBB}"/>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 name="Isosceles Triangle 648">
              <a:extLst>
                <a:ext uri="{FF2B5EF4-FFF2-40B4-BE49-F238E27FC236}">
                  <a16:creationId xmlns:a16="http://schemas.microsoft.com/office/drawing/2014/main" id="{DFEEA161-B18C-7688-9AC9-B5062A534970}"/>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7C611907-7AF7-634F-A25F-36DE78EFF733}"/>
              </a:ext>
            </a:extLst>
          </p:cNvPr>
          <p:cNvGrpSpPr/>
          <p:nvPr/>
        </p:nvGrpSpPr>
        <p:grpSpPr>
          <a:xfrm>
            <a:off x="2942396" y="3698227"/>
            <a:ext cx="721206" cy="609701"/>
            <a:chOff x="2942396" y="3698227"/>
            <a:chExt cx="721206" cy="609701"/>
          </a:xfrm>
        </p:grpSpPr>
        <p:sp>
          <p:nvSpPr>
            <p:cNvPr id="17" name="Rectangle 16">
              <a:extLst>
                <a:ext uri="{FF2B5EF4-FFF2-40B4-BE49-F238E27FC236}">
                  <a16:creationId xmlns:a16="http://schemas.microsoft.com/office/drawing/2014/main" id="{A86EDF42-81F4-A602-C4EF-FD40C03DFFB1}"/>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18" name="Right Triangle 17">
              <a:extLst>
                <a:ext uri="{FF2B5EF4-FFF2-40B4-BE49-F238E27FC236}">
                  <a16:creationId xmlns:a16="http://schemas.microsoft.com/office/drawing/2014/main" id="{341DF379-6088-0A32-8D90-D17A20A8127F}"/>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3B5FEA32-29F4-C94E-DD26-F3D2D6378110}"/>
                </a:ext>
              </a:extLst>
            </p:cNvPr>
            <p:cNvGrpSpPr/>
            <p:nvPr/>
          </p:nvGrpSpPr>
          <p:grpSpPr>
            <a:xfrm>
              <a:off x="3607770" y="3713045"/>
              <a:ext cx="37817" cy="61390"/>
              <a:chOff x="3883481" y="2057400"/>
              <a:chExt cx="1608363" cy="2652031"/>
            </a:xfrm>
            <a:solidFill>
              <a:srgbClr val="A6A6A6"/>
            </a:solidFill>
          </p:grpSpPr>
          <p:sp>
            <p:nvSpPr>
              <p:cNvPr id="20" name="Oval 27">
                <a:extLst>
                  <a:ext uri="{FF2B5EF4-FFF2-40B4-BE49-F238E27FC236}">
                    <a16:creationId xmlns:a16="http://schemas.microsoft.com/office/drawing/2014/main" id="{8F60E08E-7C6B-E6F4-D5C9-B21F721869A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Oval 28">
                <a:extLst>
                  <a:ext uri="{FF2B5EF4-FFF2-40B4-BE49-F238E27FC236}">
                    <a16:creationId xmlns:a16="http://schemas.microsoft.com/office/drawing/2014/main" id="{51230133-4CD9-5DC2-AA0B-C8687D68268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9" name="Group 28">
            <a:extLst>
              <a:ext uri="{FF2B5EF4-FFF2-40B4-BE49-F238E27FC236}">
                <a16:creationId xmlns:a16="http://schemas.microsoft.com/office/drawing/2014/main" id="{2FF2A785-2A53-7A63-F626-C15DEA753B3A}"/>
              </a:ext>
            </a:extLst>
          </p:cNvPr>
          <p:cNvGrpSpPr/>
          <p:nvPr/>
        </p:nvGrpSpPr>
        <p:grpSpPr>
          <a:xfrm>
            <a:off x="3779083" y="3698227"/>
            <a:ext cx="721206" cy="609701"/>
            <a:chOff x="3779083" y="3698227"/>
            <a:chExt cx="721206" cy="609701"/>
          </a:xfrm>
        </p:grpSpPr>
        <p:sp>
          <p:nvSpPr>
            <p:cNvPr id="30" name="Rectangle 29">
              <a:extLst>
                <a:ext uri="{FF2B5EF4-FFF2-40B4-BE49-F238E27FC236}">
                  <a16:creationId xmlns:a16="http://schemas.microsoft.com/office/drawing/2014/main" id="{43E8D088-E0F2-5A5B-7CBE-2D95256233C3}"/>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31" name="Right Triangle 30">
              <a:extLst>
                <a:ext uri="{FF2B5EF4-FFF2-40B4-BE49-F238E27FC236}">
                  <a16:creationId xmlns:a16="http://schemas.microsoft.com/office/drawing/2014/main" id="{B1967B35-8B67-E1CC-A034-F8B1D8155F9D}"/>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2" name="Group 31">
              <a:extLst>
                <a:ext uri="{FF2B5EF4-FFF2-40B4-BE49-F238E27FC236}">
                  <a16:creationId xmlns:a16="http://schemas.microsoft.com/office/drawing/2014/main" id="{CA271550-D099-F18D-8747-D356DD70264C}"/>
                </a:ext>
              </a:extLst>
            </p:cNvPr>
            <p:cNvGrpSpPr/>
            <p:nvPr/>
          </p:nvGrpSpPr>
          <p:grpSpPr>
            <a:xfrm>
              <a:off x="4448518" y="3706736"/>
              <a:ext cx="37817" cy="61390"/>
              <a:chOff x="3883481" y="2057400"/>
              <a:chExt cx="1608363" cy="2652031"/>
            </a:xfrm>
            <a:solidFill>
              <a:srgbClr val="A6A6A6"/>
            </a:solidFill>
          </p:grpSpPr>
          <p:sp>
            <p:nvSpPr>
              <p:cNvPr id="33" name="Oval 27">
                <a:extLst>
                  <a:ext uri="{FF2B5EF4-FFF2-40B4-BE49-F238E27FC236}">
                    <a16:creationId xmlns:a16="http://schemas.microsoft.com/office/drawing/2014/main" id="{8CF7B776-F458-DD49-BA68-6F3CE9CB3E5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 name="Oval 28">
                <a:extLst>
                  <a:ext uri="{FF2B5EF4-FFF2-40B4-BE49-F238E27FC236}">
                    <a16:creationId xmlns:a16="http://schemas.microsoft.com/office/drawing/2014/main" id="{29657346-D2FF-653A-9AD3-653750AE003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5" name="Group 34">
            <a:extLst>
              <a:ext uri="{FF2B5EF4-FFF2-40B4-BE49-F238E27FC236}">
                <a16:creationId xmlns:a16="http://schemas.microsoft.com/office/drawing/2014/main" id="{74495C02-CCB0-CE0B-9FFA-8934F75AAED3}"/>
              </a:ext>
            </a:extLst>
          </p:cNvPr>
          <p:cNvGrpSpPr/>
          <p:nvPr/>
        </p:nvGrpSpPr>
        <p:grpSpPr>
          <a:xfrm>
            <a:off x="1268379" y="2974054"/>
            <a:ext cx="721206" cy="609701"/>
            <a:chOff x="1268379" y="2974054"/>
            <a:chExt cx="721206" cy="609701"/>
          </a:xfrm>
        </p:grpSpPr>
        <p:sp>
          <p:nvSpPr>
            <p:cNvPr id="36" name="Rectangle 35">
              <a:extLst>
                <a:ext uri="{FF2B5EF4-FFF2-40B4-BE49-F238E27FC236}">
                  <a16:creationId xmlns:a16="http://schemas.microsoft.com/office/drawing/2014/main" id="{1B413385-3695-8BE7-AA80-D92393D9F68B}"/>
                </a:ext>
              </a:extLst>
            </p:cNvPr>
            <p:cNvSpPr/>
            <p:nvPr/>
          </p:nvSpPr>
          <p:spPr>
            <a:xfrm>
              <a:off x="126837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37" name="Right Triangle 36">
              <a:extLst>
                <a:ext uri="{FF2B5EF4-FFF2-40B4-BE49-F238E27FC236}">
                  <a16:creationId xmlns:a16="http://schemas.microsoft.com/office/drawing/2014/main" id="{F943501B-F1EF-2A8A-1337-1541EE402778}"/>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8" name="Group 37">
              <a:extLst>
                <a:ext uri="{FF2B5EF4-FFF2-40B4-BE49-F238E27FC236}">
                  <a16:creationId xmlns:a16="http://schemas.microsoft.com/office/drawing/2014/main" id="{F1A2676D-6B58-3650-13A2-754C529A811F}"/>
                </a:ext>
              </a:extLst>
            </p:cNvPr>
            <p:cNvGrpSpPr/>
            <p:nvPr/>
          </p:nvGrpSpPr>
          <p:grpSpPr>
            <a:xfrm>
              <a:off x="1938974" y="2986444"/>
              <a:ext cx="37817" cy="61390"/>
              <a:chOff x="3883481" y="2057400"/>
              <a:chExt cx="1608363" cy="2652031"/>
            </a:xfrm>
            <a:solidFill>
              <a:srgbClr val="A6A6A6"/>
            </a:solidFill>
          </p:grpSpPr>
          <p:sp>
            <p:nvSpPr>
              <p:cNvPr id="39" name="Oval 27">
                <a:extLst>
                  <a:ext uri="{FF2B5EF4-FFF2-40B4-BE49-F238E27FC236}">
                    <a16:creationId xmlns:a16="http://schemas.microsoft.com/office/drawing/2014/main" id="{7E06B4C8-59A3-D0FC-9CE4-55D46B8E142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 name="Oval 28">
                <a:extLst>
                  <a:ext uri="{FF2B5EF4-FFF2-40B4-BE49-F238E27FC236}">
                    <a16:creationId xmlns:a16="http://schemas.microsoft.com/office/drawing/2014/main" id="{1F1E3597-7772-017C-EDE6-DFBEBA5F64A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1" name="Group 40">
            <a:extLst>
              <a:ext uri="{FF2B5EF4-FFF2-40B4-BE49-F238E27FC236}">
                <a16:creationId xmlns:a16="http://schemas.microsoft.com/office/drawing/2014/main" id="{C55E861F-17B9-A689-6D44-59E8F6C5CE37}"/>
              </a:ext>
            </a:extLst>
          </p:cNvPr>
          <p:cNvGrpSpPr/>
          <p:nvPr/>
        </p:nvGrpSpPr>
        <p:grpSpPr>
          <a:xfrm>
            <a:off x="2099602" y="5136552"/>
            <a:ext cx="721206" cy="609701"/>
            <a:chOff x="2099602" y="5136552"/>
            <a:chExt cx="721206" cy="609701"/>
          </a:xfrm>
        </p:grpSpPr>
        <p:sp>
          <p:nvSpPr>
            <p:cNvPr id="42" name="Rectangle 41">
              <a:extLst>
                <a:ext uri="{FF2B5EF4-FFF2-40B4-BE49-F238E27FC236}">
                  <a16:creationId xmlns:a16="http://schemas.microsoft.com/office/drawing/2014/main" id="{363D8F37-D853-9688-C7F6-DE0FA0C3EA4C}"/>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43" name="Right Triangle 42">
              <a:extLst>
                <a:ext uri="{FF2B5EF4-FFF2-40B4-BE49-F238E27FC236}">
                  <a16:creationId xmlns:a16="http://schemas.microsoft.com/office/drawing/2014/main" id="{79236EF5-5F1B-E71E-7272-78BB24A03D5F}"/>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4" name="Group 43">
              <a:extLst>
                <a:ext uri="{FF2B5EF4-FFF2-40B4-BE49-F238E27FC236}">
                  <a16:creationId xmlns:a16="http://schemas.microsoft.com/office/drawing/2014/main" id="{9A809A11-0CCE-BDD0-B69D-10115F936834}"/>
                </a:ext>
              </a:extLst>
            </p:cNvPr>
            <p:cNvGrpSpPr/>
            <p:nvPr/>
          </p:nvGrpSpPr>
          <p:grpSpPr>
            <a:xfrm>
              <a:off x="2765664" y="5151370"/>
              <a:ext cx="37817" cy="61390"/>
              <a:chOff x="3883481" y="2057400"/>
              <a:chExt cx="1608363" cy="2652031"/>
            </a:xfrm>
            <a:solidFill>
              <a:srgbClr val="A6A6A6"/>
            </a:solidFill>
          </p:grpSpPr>
          <p:sp>
            <p:nvSpPr>
              <p:cNvPr id="45" name="Oval 27">
                <a:extLst>
                  <a:ext uri="{FF2B5EF4-FFF2-40B4-BE49-F238E27FC236}">
                    <a16:creationId xmlns:a16="http://schemas.microsoft.com/office/drawing/2014/main" id="{7A5366B5-8D3E-C9A8-017C-6151D2167A9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 name="Oval 28">
                <a:extLst>
                  <a:ext uri="{FF2B5EF4-FFF2-40B4-BE49-F238E27FC236}">
                    <a16:creationId xmlns:a16="http://schemas.microsoft.com/office/drawing/2014/main" id="{2B6C87A1-393C-06A6-3CA2-96655A10F7A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 name="Group 46">
            <a:extLst>
              <a:ext uri="{FF2B5EF4-FFF2-40B4-BE49-F238E27FC236}">
                <a16:creationId xmlns:a16="http://schemas.microsoft.com/office/drawing/2014/main" id="{B1BD634F-0A90-C584-3CA6-84C0423E70FF}"/>
              </a:ext>
            </a:extLst>
          </p:cNvPr>
          <p:cNvGrpSpPr/>
          <p:nvPr/>
        </p:nvGrpSpPr>
        <p:grpSpPr>
          <a:xfrm>
            <a:off x="2100388" y="4419620"/>
            <a:ext cx="721206" cy="609701"/>
            <a:chOff x="2100388" y="4419620"/>
            <a:chExt cx="721206" cy="609701"/>
          </a:xfrm>
        </p:grpSpPr>
        <p:sp>
          <p:nvSpPr>
            <p:cNvPr id="48" name="Rectangle 47">
              <a:extLst>
                <a:ext uri="{FF2B5EF4-FFF2-40B4-BE49-F238E27FC236}">
                  <a16:creationId xmlns:a16="http://schemas.microsoft.com/office/drawing/2014/main" id="{D73C8773-337D-A838-5CDA-723B3A5E8FD9}"/>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49" name="Right Triangle 48">
              <a:extLst>
                <a:ext uri="{FF2B5EF4-FFF2-40B4-BE49-F238E27FC236}">
                  <a16:creationId xmlns:a16="http://schemas.microsoft.com/office/drawing/2014/main" id="{7E8C3011-7919-CCF9-995B-C5852F5013C4}"/>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7" name="Group 56">
              <a:extLst>
                <a:ext uri="{FF2B5EF4-FFF2-40B4-BE49-F238E27FC236}">
                  <a16:creationId xmlns:a16="http://schemas.microsoft.com/office/drawing/2014/main" id="{96244472-4A8E-27E3-84CF-349EF14C93F2}"/>
                </a:ext>
              </a:extLst>
            </p:cNvPr>
            <p:cNvGrpSpPr/>
            <p:nvPr/>
          </p:nvGrpSpPr>
          <p:grpSpPr>
            <a:xfrm>
              <a:off x="2769861" y="4434438"/>
              <a:ext cx="37817" cy="61390"/>
              <a:chOff x="3883481" y="2057400"/>
              <a:chExt cx="1608363" cy="2652031"/>
            </a:xfrm>
            <a:solidFill>
              <a:srgbClr val="A6A6A6"/>
            </a:solidFill>
          </p:grpSpPr>
          <p:sp>
            <p:nvSpPr>
              <p:cNvPr id="58" name="Oval 27">
                <a:extLst>
                  <a:ext uri="{FF2B5EF4-FFF2-40B4-BE49-F238E27FC236}">
                    <a16:creationId xmlns:a16="http://schemas.microsoft.com/office/drawing/2014/main" id="{B46A41AB-FE97-9E1D-437C-DE89E0E9FE3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 name="Oval 28">
                <a:extLst>
                  <a:ext uri="{FF2B5EF4-FFF2-40B4-BE49-F238E27FC236}">
                    <a16:creationId xmlns:a16="http://schemas.microsoft.com/office/drawing/2014/main" id="{8831971F-8723-F558-BEEB-683B83A46C6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4" name="Group 73">
            <a:extLst>
              <a:ext uri="{FF2B5EF4-FFF2-40B4-BE49-F238E27FC236}">
                <a16:creationId xmlns:a16="http://schemas.microsoft.com/office/drawing/2014/main" id="{F030FCAA-AD7F-7AAF-EB2B-E79A4461E128}"/>
              </a:ext>
            </a:extLst>
          </p:cNvPr>
          <p:cNvGrpSpPr/>
          <p:nvPr/>
        </p:nvGrpSpPr>
        <p:grpSpPr>
          <a:xfrm>
            <a:off x="8807246" y="1508831"/>
            <a:ext cx="721206" cy="609701"/>
            <a:chOff x="8807246" y="1532278"/>
            <a:chExt cx="721206" cy="609701"/>
          </a:xfrm>
        </p:grpSpPr>
        <p:sp>
          <p:nvSpPr>
            <p:cNvPr id="75" name="Rectangle 74">
              <a:hlinkHover r:id="" action="ppaction://noaction" highlightClick="1"/>
              <a:extLst>
                <a:ext uri="{FF2B5EF4-FFF2-40B4-BE49-F238E27FC236}">
                  <a16:creationId xmlns:a16="http://schemas.microsoft.com/office/drawing/2014/main" id="{B5839321-2D85-7386-9382-002E375D3C32}"/>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76" name="Oval 75">
              <a:extLst>
                <a:ext uri="{FF2B5EF4-FFF2-40B4-BE49-F238E27FC236}">
                  <a16:creationId xmlns:a16="http://schemas.microsoft.com/office/drawing/2014/main" id="{4E95D779-D5CE-BCFA-C8F2-2737801F09B5}"/>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 name="Isosceles Triangle 648">
              <a:extLst>
                <a:ext uri="{FF2B5EF4-FFF2-40B4-BE49-F238E27FC236}">
                  <a16:creationId xmlns:a16="http://schemas.microsoft.com/office/drawing/2014/main" id="{20F6F252-8EDD-3753-5E25-8812B32CC6D1}"/>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8" name="Group 77">
            <a:extLst>
              <a:ext uri="{FF2B5EF4-FFF2-40B4-BE49-F238E27FC236}">
                <a16:creationId xmlns:a16="http://schemas.microsoft.com/office/drawing/2014/main" id="{D7B197F5-5552-FE4A-BDD4-3A1C19B45C74}"/>
              </a:ext>
            </a:extLst>
          </p:cNvPr>
          <p:cNvGrpSpPr/>
          <p:nvPr/>
        </p:nvGrpSpPr>
        <p:grpSpPr>
          <a:xfrm>
            <a:off x="11356242" y="1508829"/>
            <a:ext cx="721206" cy="609701"/>
            <a:chOff x="11356242" y="1532276"/>
            <a:chExt cx="721206" cy="609701"/>
          </a:xfrm>
        </p:grpSpPr>
        <p:sp>
          <p:nvSpPr>
            <p:cNvPr id="79" name="Rectangle 78">
              <a:hlinkHover r:id="" action="ppaction://noaction" highlightClick="1"/>
              <a:extLst>
                <a:ext uri="{FF2B5EF4-FFF2-40B4-BE49-F238E27FC236}">
                  <a16:creationId xmlns:a16="http://schemas.microsoft.com/office/drawing/2014/main" id="{8A2045F5-F8E3-6F85-3709-944F33E02620}"/>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80" name="Oval 79">
              <a:extLst>
                <a:ext uri="{FF2B5EF4-FFF2-40B4-BE49-F238E27FC236}">
                  <a16:creationId xmlns:a16="http://schemas.microsoft.com/office/drawing/2014/main" id="{68C87DF6-0B80-1A26-5CEC-DDCF2BED1ED8}"/>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 name="Isosceles Triangle 648">
              <a:extLst>
                <a:ext uri="{FF2B5EF4-FFF2-40B4-BE49-F238E27FC236}">
                  <a16:creationId xmlns:a16="http://schemas.microsoft.com/office/drawing/2014/main" id="{CB740EA7-BD02-2A20-8DC9-1619CF1C013A}"/>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7" name="Group 116">
            <a:extLst>
              <a:ext uri="{FF2B5EF4-FFF2-40B4-BE49-F238E27FC236}">
                <a16:creationId xmlns:a16="http://schemas.microsoft.com/office/drawing/2014/main" id="{9BDEC227-EC9E-AD56-6C6C-7912F40C437B}"/>
              </a:ext>
            </a:extLst>
          </p:cNvPr>
          <p:cNvGrpSpPr/>
          <p:nvPr/>
        </p:nvGrpSpPr>
        <p:grpSpPr>
          <a:xfrm>
            <a:off x="3776511" y="2974054"/>
            <a:ext cx="724141" cy="609701"/>
            <a:chOff x="3776511" y="2974054"/>
            <a:chExt cx="724141" cy="609701"/>
          </a:xfrm>
        </p:grpSpPr>
        <p:sp>
          <p:nvSpPr>
            <p:cNvPr id="134" name="Rectangle 133">
              <a:extLst>
                <a:ext uri="{FF2B5EF4-FFF2-40B4-BE49-F238E27FC236}">
                  <a16:creationId xmlns:a16="http://schemas.microsoft.com/office/drawing/2014/main" id="{89B04FE8-104D-B3C9-3980-0D94DA0E0385}"/>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135" name="Right Triangle 134">
              <a:extLst>
                <a:ext uri="{FF2B5EF4-FFF2-40B4-BE49-F238E27FC236}">
                  <a16:creationId xmlns:a16="http://schemas.microsoft.com/office/drawing/2014/main" id="{B5C4457F-6A36-AD10-111E-5407E74861E3}"/>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6" name="Group 135">
              <a:extLst>
                <a:ext uri="{FF2B5EF4-FFF2-40B4-BE49-F238E27FC236}">
                  <a16:creationId xmlns:a16="http://schemas.microsoft.com/office/drawing/2014/main" id="{5E867659-2EF5-47AE-A8F2-143BF01F40CD}"/>
                </a:ext>
              </a:extLst>
            </p:cNvPr>
            <p:cNvGrpSpPr/>
            <p:nvPr/>
          </p:nvGrpSpPr>
          <p:grpSpPr>
            <a:xfrm>
              <a:off x="4450041" y="2982563"/>
              <a:ext cx="37817" cy="61390"/>
              <a:chOff x="3883481" y="2057400"/>
              <a:chExt cx="1608363" cy="2652031"/>
            </a:xfrm>
            <a:solidFill>
              <a:srgbClr val="A6A6A6"/>
            </a:solidFill>
          </p:grpSpPr>
          <p:sp>
            <p:nvSpPr>
              <p:cNvPr id="137" name="Oval 27">
                <a:extLst>
                  <a:ext uri="{FF2B5EF4-FFF2-40B4-BE49-F238E27FC236}">
                    <a16:creationId xmlns:a16="http://schemas.microsoft.com/office/drawing/2014/main" id="{F45945EF-E9E5-E6D7-E122-BB69865FA83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 name="Oval 28">
                <a:extLst>
                  <a:ext uri="{FF2B5EF4-FFF2-40B4-BE49-F238E27FC236}">
                    <a16:creationId xmlns:a16="http://schemas.microsoft.com/office/drawing/2014/main" id="{7CAC60BC-FE5C-B8F1-7CEE-39D40E303E9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65" name="Rectangle 164">
            <a:hlinkClick r:id="rId4" action="ppaction://hlinksldjump"/>
            <a:hlinkHover r:id="rId4" action="ppaction://hlinksldjump"/>
            <a:extLst>
              <a:ext uri="{FF2B5EF4-FFF2-40B4-BE49-F238E27FC236}">
                <a16:creationId xmlns:a16="http://schemas.microsoft.com/office/drawing/2014/main" id="{5BF1729C-05B1-9C2A-6144-EA138A83FFF1}"/>
              </a:ext>
            </a:extLst>
          </p:cNvPr>
          <p:cNvSpPr/>
          <p:nvPr/>
        </p:nvSpPr>
        <p:spPr>
          <a:xfrm>
            <a:off x="299024"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166" name="Rectangle 165">
            <a:hlinkClick r:id="rId5" action="ppaction://hlinksldjump"/>
            <a:hlinkHover r:id="rId5" action="ppaction://hlinksldjump"/>
            <a:extLst>
              <a:ext uri="{FF2B5EF4-FFF2-40B4-BE49-F238E27FC236}">
                <a16:creationId xmlns:a16="http://schemas.microsoft.com/office/drawing/2014/main" id="{07038FEC-3840-748F-099D-9279EBB1F9CE}"/>
              </a:ext>
            </a:extLst>
          </p:cNvPr>
          <p:cNvSpPr/>
          <p:nvPr/>
        </p:nvSpPr>
        <p:spPr>
          <a:xfrm>
            <a:off x="1975955"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167" name="Rectangle 166">
            <a:hlinkClick r:id="rId6" action="ppaction://hlinksldjump"/>
            <a:hlinkHover r:id="rId6" action="ppaction://hlinksldjump"/>
            <a:extLst>
              <a:ext uri="{FF2B5EF4-FFF2-40B4-BE49-F238E27FC236}">
                <a16:creationId xmlns:a16="http://schemas.microsoft.com/office/drawing/2014/main" id="{0A79156B-E3B6-84BC-49B3-4FE13D4CCF6E}"/>
              </a:ext>
            </a:extLst>
          </p:cNvPr>
          <p:cNvSpPr/>
          <p:nvPr/>
        </p:nvSpPr>
        <p:spPr>
          <a:xfrm>
            <a:off x="3652886"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169" name="Rectangle 168">
            <a:hlinkClick r:id="rId7" action="ppaction://hlinksldjump"/>
            <a:hlinkHover r:id="rId7" action="ppaction://hlinksldjump"/>
            <a:extLst>
              <a:ext uri="{FF2B5EF4-FFF2-40B4-BE49-F238E27FC236}">
                <a16:creationId xmlns:a16="http://schemas.microsoft.com/office/drawing/2014/main" id="{3249527E-C216-D2D0-6A07-8CC843B5ABA5}"/>
              </a:ext>
            </a:extLst>
          </p:cNvPr>
          <p:cNvSpPr/>
          <p:nvPr/>
        </p:nvSpPr>
        <p:spPr>
          <a:xfrm>
            <a:off x="7107720" y="5802160"/>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70" name="Rectangle 169">
            <a:hlinkClick r:id="rId8" action="ppaction://hlinksldjump"/>
            <a:hlinkHover r:id="rId8" action="ppaction://hlinksldjump"/>
            <a:extLst>
              <a:ext uri="{FF2B5EF4-FFF2-40B4-BE49-F238E27FC236}">
                <a16:creationId xmlns:a16="http://schemas.microsoft.com/office/drawing/2014/main" id="{B2E4C89A-7EA3-2951-E835-3AA12D4385D7}"/>
              </a:ext>
            </a:extLst>
          </p:cNvPr>
          <p:cNvSpPr/>
          <p:nvPr/>
        </p:nvSpPr>
        <p:spPr>
          <a:xfrm>
            <a:off x="3652886"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171" name="Rectangle 170">
            <a:hlinkClick r:id="rId9" action="ppaction://hlinksldjump"/>
            <a:hlinkHover r:id="rId9" action="ppaction://hlinksldjump"/>
            <a:extLst>
              <a:ext uri="{FF2B5EF4-FFF2-40B4-BE49-F238E27FC236}">
                <a16:creationId xmlns:a16="http://schemas.microsoft.com/office/drawing/2014/main" id="{F65D4EF9-B6B6-6361-5CAD-5E45B24F750B}"/>
              </a:ext>
            </a:extLst>
          </p:cNvPr>
          <p:cNvSpPr/>
          <p:nvPr/>
        </p:nvSpPr>
        <p:spPr>
          <a:xfrm>
            <a:off x="7107721" y="6284246"/>
            <a:ext cx="1705982" cy="454591"/>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72" name="Rectangle 171">
            <a:hlinkClick r:id="rId10" action="ppaction://hlinksldjump"/>
            <a:hlinkHover r:id="rId10" action="ppaction://hlinksldjump"/>
            <a:extLst>
              <a:ext uri="{FF2B5EF4-FFF2-40B4-BE49-F238E27FC236}">
                <a16:creationId xmlns:a16="http://schemas.microsoft.com/office/drawing/2014/main" id="{C349B622-0D04-5989-BD62-86ED99F00D3B}"/>
              </a:ext>
            </a:extLst>
          </p:cNvPr>
          <p:cNvSpPr/>
          <p:nvPr/>
        </p:nvSpPr>
        <p:spPr>
          <a:xfrm>
            <a:off x="10811623" y="5796447"/>
            <a:ext cx="1301668" cy="957208"/>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173" name="Rectangle 172">
            <a:hlinkClick r:id="rId11" action="ppaction://hlinksldjump"/>
            <a:hlinkHover r:id="rId11" action="ppaction://hlinksldjump"/>
            <a:extLst>
              <a:ext uri="{FF2B5EF4-FFF2-40B4-BE49-F238E27FC236}">
                <a16:creationId xmlns:a16="http://schemas.microsoft.com/office/drawing/2014/main" id="{041BD6D9-4497-CAF5-8DF2-7CB7214AABB0}"/>
              </a:ext>
            </a:extLst>
          </p:cNvPr>
          <p:cNvSpPr/>
          <p:nvPr/>
        </p:nvSpPr>
        <p:spPr>
          <a:xfrm>
            <a:off x="299024" y="6299063"/>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74" name="Rectangle 173">
            <a:hlinkClick r:id="rId12" action="ppaction://hlinksldjump"/>
            <a:hlinkHover r:id="rId12" action="ppaction://hlinksldjump"/>
            <a:extLst>
              <a:ext uri="{FF2B5EF4-FFF2-40B4-BE49-F238E27FC236}">
                <a16:creationId xmlns:a16="http://schemas.microsoft.com/office/drawing/2014/main" id="{4AD25805-1C6D-6F8E-E8D5-D53B144ADEBE}"/>
              </a:ext>
            </a:extLst>
          </p:cNvPr>
          <p:cNvSpPr/>
          <p:nvPr/>
        </p:nvSpPr>
        <p:spPr>
          <a:xfrm>
            <a:off x="1975955"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66" name="Rectangle 65">
            <a:hlinkHover r:id="rId13" action="ppaction://hlinksldjump"/>
            <a:extLst>
              <a:ext uri="{FF2B5EF4-FFF2-40B4-BE49-F238E27FC236}">
                <a16:creationId xmlns:a16="http://schemas.microsoft.com/office/drawing/2014/main" id="{0D679D3B-237A-62CF-37B5-6313E8F2758A}"/>
              </a:ext>
            </a:extLst>
          </p:cNvPr>
          <p:cNvSpPr/>
          <p:nvPr/>
        </p:nvSpPr>
        <p:spPr>
          <a:xfrm>
            <a:off x="8841667" y="5799653"/>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grpSp>
        <p:nvGrpSpPr>
          <p:cNvPr id="81" name="Group 80">
            <a:extLst>
              <a:ext uri="{FF2B5EF4-FFF2-40B4-BE49-F238E27FC236}">
                <a16:creationId xmlns:a16="http://schemas.microsoft.com/office/drawing/2014/main" id="{F262EDE0-B171-7A4D-243C-2BB191CD54DD}"/>
              </a:ext>
            </a:extLst>
          </p:cNvPr>
          <p:cNvGrpSpPr/>
          <p:nvPr/>
        </p:nvGrpSpPr>
        <p:grpSpPr>
          <a:xfrm>
            <a:off x="2889438" y="751337"/>
            <a:ext cx="5022643" cy="5001728"/>
            <a:chOff x="2889438" y="751337"/>
            <a:chExt cx="5022643" cy="5001728"/>
          </a:xfrm>
        </p:grpSpPr>
        <p:cxnSp>
          <p:nvCxnSpPr>
            <p:cNvPr id="82" name="Straight Connector 81">
              <a:extLst>
                <a:ext uri="{FF2B5EF4-FFF2-40B4-BE49-F238E27FC236}">
                  <a16:creationId xmlns:a16="http://schemas.microsoft.com/office/drawing/2014/main" id="{D0AF5592-AF3E-77B3-ABFF-82113984886E}"/>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B0A487AD-72EC-06B7-C40A-8213EE2E124C}"/>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4803809C-119F-4CD2-258D-8134FF57EF93}"/>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id="{CF65B810-CDE2-035E-081C-2AF9E1D54AC6}"/>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a:extLst>
                <a:ext uri="{FF2B5EF4-FFF2-40B4-BE49-F238E27FC236}">
                  <a16:creationId xmlns:a16="http://schemas.microsoft.com/office/drawing/2014/main" id="{1AC10F7C-5463-D7AE-87D4-186843C5E5AB}"/>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888A589B-3E7D-5492-69FE-F8E4E25A265E}"/>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86CB4D92-779A-D03D-9390-2CB198D707F8}"/>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FD911F0A-2E24-0F76-C16F-7344DC4A5463}"/>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3673B1F6-BC39-1FFB-7757-4B8A8C7C9C95}"/>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784EC5C1-AD4D-F4C5-D0FA-3CF7A708ACFA}"/>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85" name="Group 184">
            <a:extLst>
              <a:ext uri="{FF2B5EF4-FFF2-40B4-BE49-F238E27FC236}">
                <a16:creationId xmlns:a16="http://schemas.microsoft.com/office/drawing/2014/main" id="{589D08DF-6424-A8D7-1344-406ED53C62D2}"/>
              </a:ext>
            </a:extLst>
          </p:cNvPr>
          <p:cNvGrpSpPr/>
          <p:nvPr/>
        </p:nvGrpSpPr>
        <p:grpSpPr>
          <a:xfrm>
            <a:off x="7905566" y="751337"/>
            <a:ext cx="3396155" cy="4999377"/>
            <a:chOff x="7905566" y="751337"/>
            <a:chExt cx="3396155" cy="4999377"/>
          </a:xfrm>
        </p:grpSpPr>
        <p:cxnSp>
          <p:nvCxnSpPr>
            <p:cNvPr id="186" name="Straight Connector 185">
              <a:extLst>
                <a:ext uri="{FF2B5EF4-FFF2-40B4-BE49-F238E27FC236}">
                  <a16:creationId xmlns:a16="http://schemas.microsoft.com/office/drawing/2014/main" id="{E0DF055B-B0D8-69FA-7854-9958649119B1}"/>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id="{9C3CA6D9-AED8-CA45-75DE-640460622C13}"/>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DE0BBB22-1FD7-CA90-AD67-09C34DDA726C}"/>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a:extLst>
                <a:ext uri="{FF2B5EF4-FFF2-40B4-BE49-F238E27FC236}">
                  <a16:creationId xmlns:a16="http://schemas.microsoft.com/office/drawing/2014/main" id="{AF947991-BD60-9E1D-2231-7C4560568B49}"/>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id="{E8950CCB-4727-E764-3383-97829F1BC57C}"/>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F2D69265-C48C-7F61-6423-6C13F2A8552B}"/>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A43D0645-459A-17D3-0404-D1064D726753}"/>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93" name="Straight Connector 192">
            <a:extLst>
              <a:ext uri="{FF2B5EF4-FFF2-40B4-BE49-F238E27FC236}">
                <a16:creationId xmlns:a16="http://schemas.microsoft.com/office/drawing/2014/main" id="{5C166410-79B5-240B-8822-EAD79F167F5A}"/>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194" name="Rectangle 193">
            <a:hlinkClick r:id="rId14" action="ppaction://hlinksldjump"/>
            <a:hlinkHover r:id="rId14" action="ppaction://hlinksldjump"/>
            <a:extLst>
              <a:ext uri="{FF2B5EF4-FFF2-40B4-BE49-F238E27FC236}">
                <a16:creationId xmlns:a16="http://schemas.microsoft.com/office/drawing/2014/main" id="{EF476F97-B931-DE10-C6C4-5F627E97AA96}"/>
              </a:ext>
            </a:extLst>
          </p:cNvPr>
          <p:cNvSpPr/>
          <p:nvPr/>
        </p:nvSpPr>
        <p:spPr>
          <a:xfrm>
            <a:off x="5329817" y="5802160"/>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195" name="Rectangle 194">
            <a:hlinkClick r:id="rId15" action="ppaction://hlinksldjump"/>
            <a:hlinkHover r:id="rId15" action="ppaction://hlinksldjump"/>
            <a:extLst>
              <a:ext uri="{FF2B5EF4-FFF2-40B4-BE49-F238E27FC236}">
                <a16:creationId xmlns:a16="http://schemas.microsoft.com/office/drawing/2014/main" id="{72622D3F-9829-2DCC-4F9D-D20310C6A278}"/>
              </a:ext>
            </a:extLst>
          </p:cNvPr>
          <p:cNvSpPr/>
          <p:nvPr/>
        </p:nvSpPr>
        <p:spPr>
          <a:xfrm>
            <a:off x="5329817" y="6284246"/>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Purview Suite</a:t>
            </a:r>
          </a:p>
        </p:txBody>
      </p:sp>
      <p:grpSp>
        <p:nvGrpSpPr>
          <p:cNvPr id="196" name="Group 195">
            <a:extLst>
              <a:ext uri="{FF2B5EF4-FFF2-40B4-BE49-F238E27FC236}">
                <a16:creationId xmlns:a16="http://schemas.microsoft.com/office/drawing/2014/main" id="{3EA33CB3-9F7B-2FE5-3DC1-3AC31D37B224}"/>
              </a:ext>
            </a:extLst>
          </p:cNvPr>
          <p:cNvGrpSpPr/>
          <p:nvPr/>
        </p:nvGrpSpPr>
        <p:grpSpPr>
          <a:xfrm>
            <a:off x="10520479" y="90836"/>
            <a:ext cx="721206" cy="609701"/>
            <a:chOff x="10520479" y="90836"/>
            <a:chExt cx="721206" cy="609701"/>
          </a:xfrm>
        </p:grpSpPr>
        <p:sp>
          <p:nvSpPr>
            <p:cNvPr id="197" name="Rectangle 196">
              <a:hlinkHover r:id="" action="ppaction://noaction" highlightClick="1"/>
              <a:extLst>
                <a:ext uri="{FF2B5EF4-FFF2-40B4-BE49-F238E27FC236}">
                  <a16:creationId xmlns:a16="http://schemas.microsoft.com/office/drawing/2014/main" id="{B1539A39-656F-66DD-5F3F-E3312024C282}"/>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98" name="Oval 197">
              <a:extLst>
                <a:ext uri="{FF2B5EF4-FFF2-40B4-BE49-F238E27FC236}">
                  <a16:creationId xmlns:a16="http://schemas.microsoft.com/office/drawing/2014/main" id="{E7863744-59B3-BC3B-8624-959219EBF5A2}"/>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9" name="Isosceles Triangle 648">
              <a:extLst>
                <a:ext uri="{FF2B5EF4-FFF2-40B4-BE49-F238E27FC236}">
                  <a16:creationId xmlns:a16="http://schemas.microsoft.com/office/drawing/2014/main" id="{CECB2541-4227-A9CE-365D-16E4E59501C8}"/>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06" name="Group 205">
            <a:extLst>
              <a:ext uri="{FF2B5EF4-FFF2-40B4-BE49-F238E27FC236}">
                <a16:creationId xmlns:a16="http://schemas.microsoft.com/office/drawing/2014/main" id="{3EBC166E-9911-4271-707D-2EA4A9A87AE5}"/>
              </a:ext>
            </a:extLst>
          </p:cNvPr>
          <p:cNvGrpSpPr/>
          <p:nvPr/>
        </p:nvGrpSpPr>
        <p:grpSpPr>
          <a:xfrm>
            <a:off x="4605608" y="811556"/>
            <a:ext cx="722055" cy="609701"/>
            <a:chOff x="4605608" y="811556"/>
            <a:chExt cx="722055" cy="609701"/>
          </a:xfrm>
        </p:grpSpPr>
        <p:sp>
          <p:nvSpPr>
            <p:cNvPr id="213" name="Rectangle 212">
              <a:extLst>
                <a:ext uri="{FF2B5EF4-FFF2-40B4-BE49-F238E27FC236}">
                  <a16:creationId xmlns:a16="http://schemas.microsoft.com/office/drawing/2014/main" id="{4405AE05-2D96-CA0A-8805-CBA686B28852}"/>
                </a:ext>
              </a:extLst>
            </p:cNvPr>
            <p:cNvSpPr/>
            <p:nvPr/>
          </p:nvSpPr>
          <p:spPr>
            <a:xfrm>
              <a:off x="4605608" y="811556"/>
              <a:ext cx="721203"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14" name="Rectangle 213">
              <a:extLst>
                <a:ext uri="{FF2B5EF4-FFF2-40B4-BE49-F238E27FC236}">
                  <a16:creationId xmlns:a16="http://schemas.microsoft.com/office/drawing/2014/main" id="{003C912D-43E2-3972-16F7-5739993FE45E}"/>
                </a:ext>
              </a:extLst>
            </p:cNvPr>
            <p:cNvSpPr/>
            <p:nvPr/>
          </p:nvSpPr>
          <p:spPr>
            <a:xfrm flipV="1">
              <a:off x="5227471"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5" name="Oval 15">
              <a:extLst>
                <a:ext uri="{FF2B5EF4-FFF2-40B4-BE49-F238E27FC236}">
                  <a16:creationId xmlns:a16="http://schemas.microsoft.com/office/drawing/2014/main" id="{C3B301A6-695A-B3BD-7A20-CFF9324C855D}"/>
                </a:ext>
              </a:extLst>
            </p:cNvPr>
            <p:cNvSpPr/>
            <p:nvPr/>
          </p:nvSpPr>
          <p:spPr>
            <a:xfrm>
              <a:off x="5254860"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16" name="Straight Connector 215">
              <a:extLst>
                <a:ext uri="{FF2B5EF4-FFF2-40B4-BE49-F238E27FC236}">
                  <a16:creationId xmlns:a16="http://schemas.microsoft.com/office/drawing/2014/main" id="{426DED38-4EEF-824B-06E3-C8E25CEC22A8}"/>
                </a:ext>
              </a:extLst>
            </p:cNvPr>
            <p:cNvCxnSpPr>
              <a:cxnSpLocks/>
              <a:stCxn id="215" idx="0"/>
            </p:cNvCxnSpPr>
            <p:nvPr/>
          </p:nvCxnSpPr>
          <p:spPr>
            <a:xfrm flipV="1">
              <a:off x="5260557"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17" name="Straight Connector 216">
              <a:extLst>
                <a:ext uri="{FF2B5EF4-FFF2-40B4-BE49-F238E27FC236}">
                  <a16:creationId xmlns:a16="http://schemas.microsoft.com/office/drawing/2014/main" id="{4CC4A1F4-091B-6948-05EF-44B74AA55624}"/>
                </a:ext>
              </a:extLst>
            </p:cNvPr>
            <p:cNvCxnSpPr>
              <a:cxnSpLocks/>
            </p:cNvCxnSpPr>
            <p:nvPr/>
          </p:nvCxnSpPr>
          <p:spPr>
            <a:xfrm>
              <a:off x="5266276"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18" name="Group 217">
            <a:extLst>
              <a:ext uri="{FF2B5EF4-FFF2-40B4-BE49-F238E27FC236}">
                <a16:creationId xmlns:a16="http://schemas.microsoft.com/office/drawing/2014/main" id="{D496786A-B84A-DDBD-45C3-1EA81E49BCCD}"/>
              </a:ext>
            </a:extLst>
          </p:cNvPr>
          <p:cNvGrpSpPr/>
          <p:nvPr/>
        </p:nvGrpSpPr>
        <p:grpSpPr>
          <a:xfrm>
            <a:off x="2102909" y="811556"/>
            <a:ext cx="721206" cy="609701"/>
            <a:chOff x="2102909" y="811556"/>
            <a:chExt cx="721206" cy="609701"/>
          </a:xfrm>
        </p:grpSpPr>
        <p:sp>
          <p:nvSpPr>
            <p:cNvPr id="219" name="Rectangle 218">
              <a:extLst>
                <a:ext uri="{FF2B5EF4-FFF2-40B4-BE49-F238E27FC236}">
                  <a16:creationId xmlns:a16="http://schemas.microsoft.com/office/drawing/2014/main" id="{1B88DDD3-2AAD-4C9B-5765-616492CC9A83}"/>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20" name="Rectangle 219">
              <a:extLst>
                <a:ext uri="{FF2B5EF4-FFF2-40B4-BE49-F238E27FC236}">
                  <a16:creationId xmlns:a16="http://schemas.microsoft.com/office/drawing/2014/main" id="{A9309500-3262-9659-F15E-04E13BECA4A6}"/>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1" name="Oval 15">
              <a:extLst>
                <a:ext uri="{FF2B5EF4-FFF2-40B4-BE49-F238E27FC236}">
                  <a16:creationId xmlns:a16="http://schemas.microsoft.com/office/drawing/2014/main" id="{8907689C-48C2-5F04-22B7-853CBB65595C}"/>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2" name="Straight Connector 221">
              <a:extLst>
                <a:ext uri="{FF2B5EF4-FFF2-40B4-BE49-F238E27FC236}">
                  <a16:creationId xmlns:a16="http://schemas.microsoft.com/office/drawing/2014/main" id="{0614B43C-58BC-74A2-8443-EBB162B2F4C1}"/>
                </a:ext>
              </a:extLst>
            </p:cNvPr>
            <p:cNvCxnSpPr>
              <a:cxnSpLocks/>
              <a:stCxn id="221"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3" name="Straight Connector 222">
              <a:extLst>
                <a:ext uri="{FF2B5EF4-FFF2-40B4-BE49-F238E27FC236}">
                  <a16:creationId xmlns:a16="http://schemas.microsoft.com/office/drawing/2014/main" id="{CF2C37FC-DA16-326F-397A-61DA1ED27F02}"/>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24" name="Group 223">
            <a:extLst>
              <a:ext uri="{FF2B5EF4-FFF2-40B4-BE49-F238E27FC236}">
                <a16:creationId xmlns:a16="http://schemas.microsoft.com/office/drawing/2014/main" id="{38FA4330-CF08-B9D1-532A-C31E7E028E30}"/>
              </a:ext>
            </a:extLst>
          </p:cNvPr>
          <p:cNvGrpSpPr/>
          <p:nvPr/>
        </p:nvGrpSpPr>
        <p:grpSpPr>
          <a:xfrm>
            <a:off x="10506599" y="811556"/>
            <a:ext cx="721206" cy="609701"/>
            <a:chOff x="10506599" y="811556"/>
            <a:chExt cx="721206" cy="609701"/>
          </a:xfrm>
        </p:grpSpPr>
        <p:sp>
          <p:nvSpPr>
            <p:cNvPr id="225" name="Rectangle 224">
              <a:extLst>
                <a:ext uri="{FF2B5EF4-FFF2-40B4-BE49-F238E27FC236}">
                  <a16:creationId xmlns:a16="http://schemas.microsoft.com/office/drawing/2014/main" id="{319E6636-1078-7BEB-002E-A8074301A1AF}"/>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26" name="Rectangle 225">
              <a:extLst>
                <a:ext uri="{FF2B5EF4-FFF2-40B4-BE49-F238E27FC236}">
                  <a16:creationId xmlns:a16="http://schemas.microsoft.com/office/drawing/2014/main" id="{E0BB904A-8940-0EA3-3601-605A05C42540}"/>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Oval 15">
              <a:extLst>
                <a:ext uri="{FF2B5EF4-FFF2-40B4-BE49-F238E27FC236}">
                  <a16:creationId xmlns:a16="http://schemas.microsoft.com/office/drawing/2014/main" id="{5E81EC84-E487-2410-57A8-6A2A91CE6EBE}"/>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8" name="Straight Connector 227">
              <a:extLst>
                <a:ext uri="{FF2B5EF4-FFF2-40B4-BE49-F238E27FC236}">
                  <a16:creationId xmlns:a16="http://schemas.microsoft.com/office/drawing/2014/main" id="{307F0873-3876-857E-2830-3265FB3C1B54}"/>
                </a:ext>
              </a:extLst>
            </p:cNvPr>
            <p:cNvCxnSpPr>
              <a:cxnSpLocks/>
              <a:stCxn id="227"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29" name="Straight Connector 228">
              <a:extLst>
                <a:ext uri="{FF2B5EF4-FFF2-40B4-BE49-F238E27FC236}">
                  <a16:creationId xmlns:a16="http://schemas.microsoft.com/office/drawing/2014/main" id="{53EB8B8E-87B7-9260-BDEC-C7AF905C6DF3}"/>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0" name="Group 229">
            <a:extLst>
              <a:ext uri="{FF2B5EF4-FFF2-40B4-BE49-F238E27FC236}">
                <a16:creationId xmlns:a16="http://schemas.microsoft.com/office/drawing/2014/main" id="{94886BA3-5B05-27FF-EA67-CBE7655F86C0}"/>
              </a:ext>
            </a:extLst>
          </p:cNvPr>
          <p:cNvGrpSpPr/>
          <p:nvPr/>
        </p:nvGrpSpPr>
        <p:grpSpPr>
          <a:xfrm>
            <a:off x="7113074" y="816139"/>
            <a:ext cx="721206" cy="609701"/>
            <a:chOff x="7957576" y="811556"/>
            <a:chExt cx="721206" cy="609701"/>
          </a:xfrm>
        </p:grpSpPr>
        <p:sp>
          <p:nvSpPr>
            <p:cNvPr id="231" name="Rectangle 230">
              <a:extLst>
                <a:ext uri="{FF2B5EF4-FFF2-40B4-BE49-F238E27FC236}">
                  <a16:creationId xmlns:a16="http://schemas.microsoft.com/office/drawing/2014/main" id="{266C3A2D-0370-CC99-9B40-493A9D4A3554}"/>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232" name="Rectangle 231">
              <a:extLst>
                <a:ext uri="{FF2B5EF4-FFF2-40B4-BE49-F238E27FC236}">
                  <a16:creationId xmlns:a16="http://schemas.microsoft.com/office/drawing/2014/main" id="{439DF7FF-256F-D74C-E220-54A35917C84A}"/>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3" name="Oval 15">
              <a:extLst>
                <a:ext uri="{FF2B5EF4-FFF2-40B4-BE49-F238E27FC236}">
                  <a16:creationId xmlns:a16="http://schemas.microsoft.com/office/drawing/2014/main" id="{423E9DF1-193D-7F12-D1E5-D04DC60DD291}"/>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4" name="Straight Connector 233">
              <a:extLst>
                <a:ext uri="{FF2B5EF4-FFF2-40B4-BE49-F238E27FC236}">
                  <a16:creationId xmlns:a16="http://schemas.microsoft.com/office/drawing/2014/main" id="{9FA99D3A-9AC0-342A-07C0-F700A88DA9A6}"/>
                </a:ext>
              </a:extLst>
            </p:cNvPr>
            <p:cNvCxnSpPr>
              <a:cxnSpLocks/>
              <a:stCxn id="233"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35" name="Straight Connector 234">
              <a:extLst>
                <a:ext uri="{FF2B5EF4-FFF2-40B4-BE49-F238E27FC236}">
                  <a16:creationId xmlns:a16="http://schemas.microsoft.com/office/drawing/2014/main" id="{6BB2DC02-1DED-10C2-B073-9BF9A60977F6}"/>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36" name="Group 235">
            <a:extLst>
              <a:ext uri="{FF2B5EF4-FFF2-40B4-BE49-F238E27FC236}">
                <a16:creationId xmlns:a16="http://schemas.microsoft.com/office/drawing/2014/main" id="{5D4C74FC-C1C6-B16C-062E-CCB16850155F}"/>
              </a:ext>
            </a:extLst>
          </p:cNvPr>
          <p:cNvGrpSpPr/>
          <p:nvPr/>
        </p:nvGrpSpPr>
        <p:grpSpPr>
          <a:xfrm>
            <a:off x="9651394" y="811173"/>
            <a:ext cx="721206" cy="609701"/>
            <a:chOff x="9657972" y="90836"/>
            <a:chExt cx="721206" cy="609701"/>
          </a:xfrm>
        </p:grpSpPr>
        <p:sp>
          <p:nvSpPr>
            <p:cNvPr id="237" name="Rectangle 236">
              <a:hlinkHover r:id="" action="ppaction://noaction" highlightClick="1"/>
              <a:extLst>
                <a:ext uri="{FF2B5EF4-FFF2-40B4-BE49-F238E27FC236}">
                  <a16:creationId xmlns:a16="http://schemas.microsoft.com/office/drawing/2014/main" id="{D2CB73AB-1C02-33FB-496B-806BA9CC7870}"/>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238" name="Diamond 237">
              <a:extLst>
                <a:ext uri="{FF2B5EF4-FFF2-40B4-BE49-F238E27FC236}">
                  <a16:creationId xmlns:a16="http://schemas.microsoft.com/office/drawing/2014/main" id="{003E4DD0-97AD-B22A-370E-57B5BEABE2DE}"/>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9" name="Oval 238">
              <a:extLst>
                <a:ext uri="{FF2B5EF4-FFF2-40B4-BE49-F238E27FC236}">
                  <a16:creationId xmlns:a16="http://schemas.microsoft.com/office/drawing/2014/main" id="{46E197CC-4E8F-F298-3DFB-740044404E77}"/>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40" name="Group 239">
            <a:extLst>
              <a:ext uri="{FF2B5EF4-FFF2-40B4-BE49-F238E27FC236}">
                <a16:creationId xmlns:a16="http://schemas.microsoft.com/office/drawing/2014/main" id="{8600737A-6B3B-795D-5B3A-AA41E02E4C86}"/>
              </a:ext>
            </a:extLst>
          </p:cNvPr>
          <p:cNvGrpSpPr/>
          <p:nvPr/>
        </p:nvGrpSpPr>
        <p:grpSpPr>
          <a:xfrm>
            <a:off x="10508723" y="1536662"/>
            <a:ext cx="721206" cy="609701"/>
            <a:chOff x="11356242" y="1532276"/>
            <a:chExt cx="721206" cy="609701"/>
          </a:xfrm>
        </p:grpSpPr>
        <p:sp>
          <p:nvSpPr>
            <p:cNvPr id="241" name="Rectangle 240">
              <a:hlinkHover r:id="" action="ppaction://noaction" highlightClick="1"/>
              <a:extLst>
                <a:ext uri="{FF2B5EF4-FFF2-40B4-BE49-F238E27FC236}">
                  <a16:creationId xmlns:a16="http://schemas.microsoft.com/office/drawing/2014/main" id="{22842D1C-45CE-BB08-606E-FA96D980EE8C}"/>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242" name="Oval 241">
              <a:extLst>
                <a:ext uri="{FF2B5EF4-FFF2-40B4-BE49-F238E27FC236}">
                  <a16:creationId xmlns:a16="http://schemas.microsoft.com/office/drawing/2014/main" id="{6989061A-BB3B-1E05-1559-6F3317EBDF22}"/>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43" name="Isosceles Triangle 648">
              <a:extLst>
                <a:ext uri="{FF2B5EF4-FFF2-40B4-BE49-F238E27FC236}">
                  <a16:creationId xmlns:a16="http://schemas.microsoft.com/office/drawing/2014/main" id="{62A685CE-C2E6-D501-C8E5-3B33531F82F8}"/>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44" name="Group 243">
            <a:extLst>
              <a:ext uri="{FF2B5EF4-FFF2-40B4-BE49-F238E27FC236}">
                <a16:creationId xmlns:a16="http://schemas.microsoft.com/office/drawing/2014/main" id="{FC8B499B-B6FE-630C-5EBF-AAE631E81D3B}"/>
              </a:ext>
            </a:extLst>
          </p:cNvPr>
          <p:cNvGrpSpPr/>
          <p:nvPr/>
        </p:nvGrpSpPr>
        <p:grpSpPr>
          <a:xfrm>
            <a:off x="7957576" y="2253333"/>
            <a:ext cx="721206" cy="609701"/>
            <a:chOff x="7957576" y="2253333"/>
            <a:chExt cx="721206" cy="609701"/>
          </a:xfrm>
        </p:grpSpPr>
        <p:sp>
          <p:nvSpPr>
            <p:cNvPr id="245" name="Rectangle 244">
              <a:extLst>
                <a:ext uri="{FF2B5EF4-FFF2-40B4-BE49-F238E27FC236}">
                  <a16:creationId xmlns:a16="http://schemas.microsoft.com/office/drawing/2014/main" id="{63203413-D037-1490-5773-4BAE6CB44DEF}"/>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246" name="Right Triangle 245">
              <a:extLst>
                <a:ext uri="{FF2B5EF4-FFF2-40B4-BE49-F238E27FC236}">
                  <a16:creationId xmlns:a16="http://schemas.microsoft.com/office/drawing/2014/main" id="{BC71DD96-F694-6D6A-5C5A-4F7CBABB7135}"/>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7" name="Group 246">
              <a:extLst>
                <a:ext uri="{FF2B5EF4-FFF2-40B4-BE49-F238E27FC236}">
                  <a16:creationId xmlns:a16="http://schemas.microsoft.com/office/drawing/2014/main" id="{9BBEF1E4-E20F-0A1F-56B6-1F372D42B086}"/>
                </a:ext>
              </a:extLst>
            </p:cNvPr>
            <p:cNvGrpSpPr/>
            <p:nvPr/>
          </p:nvGrpSpPr>
          <p:grpSpPr>
            <a:xfrm>
              <a:off x="8621953" y="2262661"/>
              <a:ext cx="37817" cy="61390"/>
              <a:chOff x="3883481" y="2057400"/>
              <a:chExt cx="1608363" cy="2652031"/>
            </a:xfrm>
            <a:solidFill>
              <a:srgbClr val="A6A6A6"/>
            </a:solidFill>
          </p:grpSpPr>
          <p:sp>
            <p:nvSpPr>
              <p:cNvPr id="248" name="Oval 27">
                <a:extLst>
                  <a:ext uri="{FF2B5EF4-FFF2-40B4-BE49-F238E27FC236}">
                    <a16:creationId xmlns:a16="http://schemas.microsoft.com/office/drawing/2014/main" id="{02C95880-7990-2B6E-1E37-EE29B511467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9" name="Oval 28">
                <a:extLst>
                  <a:ext uri="{FF2B5EF4-FFF2-40B4-BE49-F238E27FC236}">
                    <a16:creationId xmlns:a16="http://schemas.microsoft.com/office/drawing/2014/main" id="{A7179A63-CAD4-65D2-12BE-855AD66C2CA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50" name="Group 249">
            <a:extLst>
              <a:ext uri="{FF2B5EF4-FFF2-40B4-BE49-F238E27FC236}">
                <a16:creationId xmlns:a16="http://schemas.microsoft.com/office/drawing/2014/main" id="{01622805-E662-79BE-D2E5-F6C27C595FB7}"/>
              </a:ext>
            </a:extLst>
          </p:cNvPr>
          <p:cNvGrpSpPr/>
          <p:nvPr/>
        </p:nvGrpSpPr>
        <p:grpSpPr>
          <a:xfrm>
            <a:off x="6283037" y="2264881"/>
            <a:ext cx="721206" cy="609702"/>
            <a:chOff x="8807242" y="2253333"/>
            <a:chExt cx="721206" cy="609702"/>
          </a:xfrm>
        </p:grpSpPr>
        <p:sp>
          <p:nvSpPr>
            <p:cNvPr id="251" name="Rectangle 250">
              <a:extLst>
                <a:ext uri="{FF2B5EF4-FFF2-40B4-BE49-F238E27FC236}">
                  <a16:creationId xmlns:a16="http://schemas.microsoft.com/office/drawing/2014/main" id="{FE7E8A26-FDE0-CC91-19B7-65E7CE61D31C}"/>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252" name="Right Triangle 251">
              <a:extLst>
                <a:ext uri="{FF2B5EF4-FFF2-40B4-BE49-F238E27FC236}">
                  <a16:creationId xmlns:a16="http://schemas.microsoft.com/office/drawing/2014/main" id="{41AC3D8F-9ACD-7943-D7D9-B6F7EF1B10A8}"/>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3" name="Oval 27">
              <a:extLst>
                <a:ext uri="{FF2B5EF4-FFF2-40B4-BE49-F238E27FC236}">
                  <a16:creationId xmlns:a16="http://schemas.microsoft.com/office/drawing/2014/main" id="{63D51C99-5C6E-49FB-BB3C-51387D0184C8}"/>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4" name="Oval 28">
              <a:extLst>
                <a:ext uri="{FF2B5EF4-FFF2-40B4-BE49-F238E27FC236}">
                  <a16:creationId xmlns:a16="http://schemas.microsoft.com/office/drawing/2014/main" id="{36F9BBE4-54F4-EDE5-70AC-6D676D622FBA}"/>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55" name="Group 254">
            <a:extLst>
              <a:ext uri="{FF2B5EF4-FFF2-40B4-BE49-F238E27FC236}">
                <a16:creationId xmlns:a16="http://schemas.microsoft.com/office/drawing/2014/main" id="{BFFBBD4F-67D1-EDB1-DEAC-0E0C4C35B5F8}"/>
              </a:ext>
            </a:extLst>
          </p:cNvPr>
          <p:cNvGrpSpPr/>
          <p:nvPr/>
        </p:nvGrpSpPr>
        <p:grpSpPr>
          <a:xfrm>
            <a:off x="9656908" y="2253333"/>
            <a:ext cx="721206" cy="609701"/>
            <a:chOff x="9656908" y="2253333"/>
            <a:chExt cx="721206" cy="609701"/>
          </a:xfrm>
        </p:grpSpPr>
        <p:sp>
          <p:nvSpPr>
            <p:cNvPr id="448" name="Rectangle 447">
              <a:hlinkHover r:id="" action="ppaction://noaction" highlightClick="1"/>
              <a:extLst>
                <a:ext uri="{FF2B5EF4-FFF2-40B4-BE49-F238E27FC236}">
                  <a16:creationId xmlns:a16="http://schemas.microsoft.com/office/drawing/2014/main" id="{60082DBB-51FB-0B27-2082-24DEDE91FC4F}"/>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449" name="Rectangle 448">
              <a:extLst>
                <a:ext uri="{FF2B5EF4-FFF2-40B4-BE49-F238E27FC236}">
                  <a16:creationId xmlns:a16="http://schemas.microsoft.com/office/drawing/2014/main" id="{7C4EDCD0-324D-EC63-22D6-3CDC50D6FE77}"/>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0" name="Oval 15">
              <a:extLst>
                <a:ext uri="{FF2B5EF4-FFF2-40B4-BE49-F238E27FC236}">
                  <a16:creationId xmlns:a16="http://schemas.microsoft.com/office/drawing/2014/main" id="{DE14689B-7122-E3AD-702E-18D423ED3BEB}"/>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51" name="Straight Connector 450">
              <a:extLst>
                <a:ext uri="{FF2B5EF4-FFF2-40B4-BE49-F238E27FC236}">
                  <a16:creationId xmlns:a16="http://schemas.microsoft.com/office/drawing/2014/main" id="{C2E327DF-23E8-E467-6B59-AE512B4475F3}"/>
                </a:ext>
              </a:extLst>
            </p:cNvPr>
            <p:cNvCxnSpPr>
              <a:cxnSpLocks/>
              <a:stCxn id="450"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52" name="Straight Connector 451">
              <a:extLst>
                <a:ext uri="{FF2B5EF4-FFF2-40B4-BE49-F238E27FC236}">
                  <a16:creationId xmlns:a16="http://schemas.microsoft.com/office/drawing/2014/main" id="{AE59193E-F005-9E61-5687-20C3E45D1E1E}"/>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54" name="Group 453">
            <a:extLst>
              <a:ext uri="{FF2B5EF4-FFF2-40B4-BE49-F238E27FC236}">
                <a16:creationId xmlns:a16="http://schemas.microsoft.com/office/drawing/2014/main" id="{F0B132B2-509F-1E39-4D19-DBE14EB04AF6}"/>
              </a:ext>
            </a:extLst>
          </p:cNvPr>
          <p:cNvGrpSpPr/>
          <p:nvPr/>
        </p:nvGrpSpPr>
        <p:grpSpPr>
          <a:xfrm>
            <a:off x="11356557" y="2249491"/>
            <a:ext cx="721206" cy="609701"/>
            <a:chOff x="5451377" y="2253333"/>
            <a:chExt cx="721206" cy="609701"/>
          </a:xfrm>
        </p:grpSpPr>
        <p:sp>
          <p:nvSpPr>
            <p:cNvPr id="455" name="Rectangle 454">
              <a:extLst>
                <a:ext uri="{FF2B5EF4-FFF2-40B4-BE49-F238E27FC236}">
                  <a16:creationId xmlns:a16="http://schemas.microsoft.com/office/drawing/2014/main" id="{1053D144-5113-F1DE-DA45-834ECEBC06FC}"/>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456" name="Right Triangle 455">
              <a:extLst>
                <a:ext uri="{FF2B5EF4-FFF2-40B4-BE49-F238E27FC236}">
                  <a16:creationId xmlns:a16="http://schemas.microsoft.com/office/drawing/2014/main" id="{3F0A72FC-67CB-ECDA-8979-8B3C78F53C91}"/>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57" name="Group 456">
              <a:extLst>
                <a:ext uri="{FF2B5EF4-FFF2-40B4-BE49-F238E27FC236}">
                  <a16:creationId xmlns:a16="http://schemas.microsoft.com/office/drawing/2014/main" id="{D8695AD5-B152-8412-9BB7-4549EA71E4BA}"/>
                </a:ext>
              </a:extLst>
            </p:cNvPr>
            <p:cNvGrpSpPr/>
            <p:nvPr/>
          </p:nvGrpSpPr>
          <p:grpSpPr>
            <a:xfrm>
              <a:off x="6116566" y="2264771"/>
              <a:ext cx="37817" cy="61390"/>
              <a:chOff x="3883481" y="2057400"/>
              <a:chExt cx="1608363" cy="2652031"/>
            </a:xfrm>
            <a:solidFill>
              <a:srgbClr val="A6A6A6"/>
            </a:solidFill>
          </p:grpSpPr>
          <p:sp>
            <p:nvSpPr>
              <p:cNvPr id="458" name="Oval 27">
                <a:extLst>
                  <a:ext uri="{FF2B5EF4-FFF2-40B4-BE49-F238E27FC236}">
                    <a16:creationId xmlns:a16="http://schemas.microsoft.com/office/drawing/2014/main" id="{3BF6C293-26FD-5A85-833B-CF140F38710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9" name="Oval 28">
                <a:extLst>
                  <a:ext uri="{FF2B5EF4-FFF2-40B4-BE49-F238E27FC236}">
                    <a16:creationId xmlns:a16="http://schemas.microsoft.com/office/drawing/2014/main" id="{421B4DA9-0CB0-C775-1CC2-F9DDF44CFD8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60" name="Group 459">
            <a:extLst>
              <a:ext uri="{FF2B5EF4-FFF2-40B4-BE49-F238E27FC236}">
                <a16:creationId xmlns:a16="http://schemas.microsoft.com/office/drawing/2014/main" id="{6FD04D2E-3283-2E73-6092-C7454D7CEF72}"/>
              </a:ext>
            </a:extLst>
          </p:cNvPr>
          <p:cNvGrpSpPr/>
          <p:nvPr/>
        </p:nvGrpSpPr>
        <p:grpSpPr>
          <a:xfrm>
            <a:off x="5446483" y="2257175"/>
            <a:ext cx="721206" cy="609701"/>
            <a:chOff x="6287884" y="2253333"/>
            <a:chExt cx="721206" cy="609701"/>
          </a:xfrm>
        </p:grpSpPr>
        <p:sp>
          <p:nvSpPr>
            <p:cNvPr id="461" name="Rectangle 460">
              <a:extLst>
                <a:ext uri="{FF2B5EF4-FFF2-40B4-BE49-F238E27FC236}">
                  <a16:creationId xmlns:a16="http://schemas.microsoft.com/office/drawing/2014/main" id="{F9DD5A1D-7582-58EB-2D87-A3B5E2E798DA}"/>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462" name="Right Triangle 461">
              <a:extLst>
                <a:ext uri="{FF2B5EF4-FFF2-40B4-BE49-F238E27FC236}">
                  <a16:creationId xmlns:a16="http://schemas.microsoft.com/office/drawing/2014/main" id="{1DDE542A-BE49-94CC-6338-516B3527214F}"/>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63" name="Group 462">
              <a:extLst>
                <a:ext uri="{FF2B5EF4-FFF2-40B4-BE49-F238E27FC236}">
                  <a16:creationId xmlns:a16="http://schemas.microsoft.com/office/drawing/2014/main" id="{5D9A7DF4-B8B2-0ED8-FA48-20A897DFF201}"/>
                </a:ext>
              </a:extLst>
            </p:cNvPr>
            <p:cNvGrpSpPr/>
            <p:nvPr/>
          </p:nvGrpSpPr>
          <p:grpSpPr>
            <a:xfrm>
              <a:off x="6952478" y="2265091"/>
              <a:ext cx="37817" cy="61390"/>
              <a:chOff x="3883481" y="2057400"/>
              <a:chExt cx="1608363" cy="2652031"/>
            </a:xfrm>
            <a:solidFill>
              <a:srgbClr val="A6A6A6"/>
            </a:solidFill>
          </p:grpSpPr>
          <p:sp>
            <p:nvSpPr>
              <p:cNvPr id="464" name="Oval 27">
                <a:extLst>
                  <a:ext uri="{FF2B5EF4-FFF2-40B4-BE49-F238E27FC236}">
                    <a16:creationId xmlns:a16="http://schemas.microsoft.com/office/drawing/2014/main" id="{3AE07B60-C407-535C-6EDE-C49194F8707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5" name="Oval 28">
                <a:extLst>
                  <a:ext uri="{FF2B5EF4-FFF2-40B4-BE49-F238E27FC236}">
                    <a16:creationId xmlns:a16="http://schemas.microsoft.com/office/drawing/2014/main" id="{36A2B227-300E-7706-E793-22016B80792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66" name="Group 465">
            <a:extLst>
              <a:ext uri="{FF2B5EF4-FFF2-40B4-BE49-F238E27FC236}">
                <a16:creationId xmlns:a16="http://schemas.microsoft.com/office/drawing/2014/main" id="{9A98F91F-ED0A-21D9-6A23-1EE6347298B1}"/>
              </a:ext>
            </a:extLst>
          </p:cNvPr>
          <p:cNvGrpSpPr/>
          <p:nvPr/>
        </p:nvGrpSpPr>
        <p:grpSpPr>
          <a:xfrm>
            <a:off x="7114927" y="2267713"/>
            <a:ext cx="721206" cy="609701"/>
            <a:chOff x="9657610" y="2974054"/>
            <a:chExt cx="721206" cy="609701"/>
          </a:xfrm>
        </p:grpSpPr>
        <p:sp>
          <p:nvSpPr>
            <p:cNvPr id="467" name="Rectangle 466">
              <a:extLst>
                <a:ext uri="{FF2B5EF4-FFF2-40B4-BE49-F238E27FC236}">
                  <a16:creationId xmlns:a16="http://schemas.microsoft.com/office/drawing/2014/main" id="{CCFAB041-2B0F-0CAC-9BD9-9ED75FE1E1D9}"/>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468" name="Rectangle 467">
              <a:extLst>
                <a:ext uri="{FF2B5EF4-FFF2-40B4-BE49-F238E27FC236}">
                  <a16:creationId xmlns:a16="http://schemas.microsoft.com/office/drawing/2014/main" id="{554F8A9B-57DE-0D52-0080-AF2313E62812}"/>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9" name="Oval 15">
              <a:extLst>
                <a:ext uri="{FF2B5EF4-FFF2-40B4-BE49-F238E27FC236}">
                  <a16:creationId xmlns:a16="http://schemas.microsoft.com/office/drawing/2014/main" id="{FD5BC958-E343-04C3-6A09-85A45518E6D6}"/>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70" name="Straight Connector 469">
              <a:extLst>
                <a:ext uri="{FF2B5EF4-FFF2-40B4-BE49-F238E27FC236}">
                  <a16:creationId xmlns:a16="http://schemas.microsoft.com/office/drawing/2014/main" id="{38B79608-BAD5-3525-B088-DB757EAE4425}"/>
                </a:ext>
              </a:extLst>
            </p:cNvPr>
            <p:cNvCxnSpPr>
              <a:cxnSpLocks/>
              <a:stCxn id="469"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71" name="Straight Connector 470">
              <a:extLst>
                <a:ext uri="{FF2B5EF4-FFF2-40B4-BE49-F238E27FC236}">
                  <a16:creationId xmlns:a16="http://schemas.microsoft.com/office/drawing/2014/main" id="{B0019C9D-CECE-948B-915C-35784C47271E}"/>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72" name="Group 471">
            <a:extLst>
              <a:ext uri="{FF2B5EF4-FFF2-40B4-BE49-F238E27FC236}">
                <a16:creationId xmlns:a16="http://schemas.microsoft.com/office/drawing/2014/main" id="{2BD4B0BB-66F5-EF6F-BD74-CD69F607A765}"/>
              </a:ext>
            </a:extLst>
          </p:cNvPr>
          <p:cNvGrpSpPr/>
          <p:nvPr/>
        </p:nvGrpSpPr>
        <p:grpSpPr>
          <a:xfrm>
            <a:off x="8797459" y="2264859"/>
            <a:ext cx="721206" cy="609701"/>
            <a:chOff x="11356242" y="2253333"/>
            <a:chExt cx="721206" cy="609701"/>
          </a:xfrm>
        </p:grpSpPr>
        <p:sp>
          <p:nvSpPr>
            <p:cNvPr id="473" name="Rectangle 472">
              <a:hlinkHover r:id="" action="ppaction://noaction" highlightClick="1"/>
              <a:extLst>
                <a:ext uri="{FF2B5EF4-FFF2-40B4-BE49-F238E27FC236}">
                  <a16:creationId xmlns:a16="http://schemas.microsoft.com/office/drawing/2014/main" id="{4AF7037E-1EC5-53B6-1265-DBC740C0663D}"/>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474" name="Oval 473">
              <a:extLst>
                <a:ext uri="{FF2B5EF4-FFF2-40B4-BE49-F238E27FC236}">
                  <a16:creationId xmlns:a16="http://schemas.microsoft.com/office/drawing/2014/main" id="{C8EBF83A-337B-378A-E2F7-9A1A78E120FD}"/>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5" name="Isosceles Triangle 648">
              <a:extLst>
                <a:ext uri="{FF2B5EF4-FFF2-40B4-BE49-F238E27FC236}">
                  <a16:creationId xmlns:a16="http://schemas.microsoft.com/office/drawing/2014/main" id="{CE11B8E0-2073-928B-4C0B-6DA3501175E7}"/>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6" name="Group 475">
            <a:extLst>
              <a:ext uri="{FF2B5EF4-FFF2-40B4-BE49-F238E27FC236}">
                <a16:creationId xmlns:a16="http://schemas.microsoft.com/office/drawing/2014/main" id="{FE9A630F-95FB-7F45-1182-F105C9E0EEB1}"/>
              </a:ext>
            </a:extLst>
          </p:cNvPr>
          <p:cNvGrpSpPr/>
          <p:nvPr/>
        </p:nvGrpSpPr>
        <p:grpSpPr>
          <a:xfrm>
            <a:off x="10506580" y="2253333"/>
            <a:ext cx="721206" cy="609701"/>
            <a:chOff x="10506580" y="2253333"/>
            <a:chExt cx="721206" cy="609701"/>
          </a:xfrm>
        </p:grpSpPr>
        <p:sp>
          <p:nvSpPr>
            <p:cNvPr id="477" name="Rectangle 476">
              <a:hlinkHover r:id="" action="ppaction://noaction" highlightClick="1"/>
              <a:extLst>
                <a:ext uri="{FF2B5EF4-FFF2-40B4-BE49-F238E27FC236}">
                  <a16:creationId xmlns:a16="http://schemas.microsoft.com/office/drawing/2014/main" id="{E1B84855-299D-A4D3-D33B-230B42AB6E59}"/>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478" name="Diamond 477">
              <a:extLst>
                <a:ext uri="{FF2B5EF4-FFF2-40B4-BE49-F238E27FC236}">
                  <a16:creationId xmlns:a16="http://schemas.microsoft.com/office/drawing/2014/main" id="{82DC8B2E-D802-D82A-4DE3-73FB84B4BBF0}"/>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9" name="Oval 478">
              <a:extLst>
                <a:ext uri="{FF2B5EF4-FFF2-40B4-BE49-F238E27FC236}">
                  <a16:creationId xmlns:a16="http://schemas.microsoft.com/office/drawing/2014/main" id="{6B6B8EF5-11BC-DB88-B242-5353A6832A48}"/>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80" name="Group 479">
            <a:extLst>
              <a:ext uri="{FF2B5EF4-FFF2-40B4-BE49-F238E27FC236}">
                <a16:creationId xmlns:a16="http://schemas.microsoft.com/office/drawing/2014/main" id="{45C7D4CC-DC1F-4630-F3F9-D094FEE212D1}"/>
              </a:ext>
            </a:extLst>
          </p:cNvPr>
          <p:cNvGrpSpPr/>
          <p:nvPr/>
        </p:nvGrpSpPr>
        <p:grpSpPr>
          <a:xfrm>
            <a:off x="2107991" y="2974054"/>
            <a:ext cx="721206" cy="609701"/>
            <a:chOff x="10506805" y="2974054"/>
            <a:chExt cx="721206" cy="609701"/>
          </a:xfrm>
        </p:grpSpPr>
        <p:sp>
          <p:nvSpPr>
            <p:cNvPr id="481" name="Rectangle 480">
              <a:extLst>
                <a:ext uri="{FF2B5EF4-FFF2-40B4-BE49-F238E27FC236}">
                  <a16:creationId xmlns:a16="http://schemas.microsoft.com/office/drawing/2014/main" id="{11803B55-0F02-E2B3-6DDC-7758B72887A1}"/>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482" name="Rectangle 481">
              <a:extLst>
                <a:ext uri="{FF2B5EF4-FFF2-40B4-BE49-F238E27FC236}">
                  <a16:creationId xmlns:a16="http://schemas.microsoft.com/office/drawing/2014/main" id="{84A5E871-F809-7D50-3541-46867B198CA8}"/>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3" name="Oval 15">
              <a:extLst>
                <a:ext uri="{FF2B5EF4-FFF2-40B4-BE49-F238E27FC236}">
                  <a16:creationId xmlns:a16="http://schemas.microsoft.com/office/drawing/2014/main" id="{73C3675A-11AB-FE23-E678-2BB90B8087A2}"/>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84" name="Straight Connector 483">
              <a:extLst>
                <a:ext uri="{FF2B5EF4-FFF2-40B4-BE49-F238E27FC236}">
                  <a16:creationId xmlns:a16="http://schemas.microsoft.com/office/drawing/2014/main" id="{2A81AC1E-9D4E-B98D-BA61-24C75FA89735}"/>
                </a:ext>
              </a:extLst>
            </p:cNvPr>
            <p:cNvCxnSpPr>
              <a:cxnSpLocks/>
              <a:stCxn id="483"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94" name="Straight Connector 493">
              <a:extLst>
                <a:ext uri="{FF2B5EF4-FFF2-40B4-BE49-F238E27FC236}">
                  <a16:creationId xmlns:a16="http://schemas.microsoft.com/office/drawing/2014/main" id="{C3E1093B-149D-4F89-B547-C4923383EAA9}"/>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95" name="Group 494">
            <a:extLst>
              <a:ext uri="{FF2B5EF4-FFF2-40B4-BE49-F238E27FC236}">
                <a16:creationId xmlns:a16="http://schemas.microsoft.com/office/drawing/2014/main" id="{5D585978-1DC3-498A-B140-DA0E5CD2AC67}"/>
              </a:ext>
            </a:extLst>
          </p:cNvPr>
          <p:cNvGrpSpPr/>
          <p:nvPr/>
        </p:nvGrpSpPr>
        <p:grpSpPr>
          <a:xfrm>
            <a:off x="4615253" y="2974053"/>
            <a:ext cx="721206" cy="609701"/>
            <a:chOff x="9657610" y="2974054"/>
            <a:chExt cx="721206" cy="609701"/>
          </a:xfrm>
        </p:grpSpPr>
        <p:sp>
          <p:nvSpPr>
            <p:cNvPr id="496" name="Rectangle 495">
              <a:extLst>
                <a:ext uri="{FF2B5EF4-FFF2-40B4-BE49-F238E27FC236}">
                  <a16:creationId xmlns:a16="http://schemas.microsoft.com/office/drawing/2014/main" id="{E4E1FF40-B973-928F-6CDB-162DC6B11C34}"/>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497" name="Rectangle 496">
              <a:extLst>
                <a:ext uri="{FF2B5EF4-FFF2-40B4-BE49-F238E27FC236}">
                  <a16:creationId xmlns:a16="http://schemas.microsoft.com/office/drawing/2014/main" id="{89B2E81F-E88A-0E5E-6779-3C75E83B92D7}"/>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8" name="Oval 15">
              <a:extLst>
                <a:ext uri="{FF2B5EF4-FFF2-40B4-BE49-F238E27FC236}">
                  <a16:creationId xmlns:a16="http://schemas.microsoft.com/office/drawing/2014/main" id="{391C340F-8197-9016-7ED1-2586579C617B}"/>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99" name="Straight Connector 498">
              <a:extLst>
                <a:ext uri="{FF2B5EF4-FFF2-40B4-BE49-F238E27FC236}">
                  <a16:creationId xmlns:a16="http://schemas.microsoft.com/office/drawing/2014/main" id="{228FFE4F-124E-AC39-34F0-5843AE61EEC7}"/>
                </a:ext>
              </a:extLst>
            </p:cNvPr>
            <p:cNvCxnSpPr>
              <a:cxnSpLocks/>
              <a:stCxn id="498"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00" name="Straight Connector 499">
              <a:extLst>
                <a:ext uri="{FF2B5EF4-FFF2-40B4-BE49-F238E27FC236}">
                  <a16:creationId xmlns:a16="http://schemas.microsoft.com/office/drawing/2014/main" id="{77A8DFCE-B2A9-82D0-F858-6FDD9ED41849}"/>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01" name="Group 500">
            <a:extLst>
              <a:ext uri="{FF2B5EF4-FFF2-40B4-BE49-F238E27FC236}">
                <a16:creationId xmlns:a16="http://schemas.microsoft.com/office/drawing/2014/main" id="{D69574A7-5282-A119-C7C5-E8742F2D45ED}"/>
              </a:ext>
            </a:extLst>
          </p:cNvPr>
          <p:cNvGrpSpPr/>
          <p:nvPr/>
        </p:nvGrpSpPr>
        <p:grpSpPr>
          <a:xfrm>
            <a:off x="10513198" y="2974054"/>
            <a:ext cx="721206" cy="609701"/>
            <a:chOff x="9656908" y="2253333"/>
            <a:chExt cx="721206" cy="609701"/>
          </a:xfrm>
        </p:grpSpPr>
        <p:sp>
          <p:nvSpPr>
            <p:cNvPr id="502" name="Rectangle 501">
              <a:hlinkHover r:id="" action="ppaction://noaction" highlightClick="1"/>
              <a:extLst>
                <a:ext uri="{FF2B5EF4-FFF2-40B4-BE49-F238E27FC236}">
                  <a16:creationId xmlns:a16="http://schemas.microsoft.com/office/drawing/2014/main" id="{B1690D53-22DD-67BD-FB8E-E97F783234F5}"/>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Agent Identities</a:t>
              </a:r>
            </a:p>
          </p:txBody>
        </p:sp>
        <p:sp>
          <p:nvSpPr>
            <p:cNvPr id="503" name="Rectangle 502">
              <a:extLst>
                <a:ext uri="{FF2B5EF4-FFF2-40B4-BE49-F238E27FC236}">
                  <a16:creationId xmlns:a16="http://schemas.microsoft.com/office/drawing/2014/main" id="{69726E0B-D06D-3183-4CB7-69F980D5FEAF}"/>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8" name="Oval 15">
              <a:extLst>
                <a:ext uri="{FF2B5EF4-FFF2-40B4-BE49-F238E27FC236}">
                  <a16:creationId xmlns:a16="http://schemas.microsoft.com/office/drawing/2014/main" id="{6DA0A71B-3555-6D96-8DCA-E7F1CA891148}"/>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09" name="Straight Connector 508">
              <a:extLst>
                <a:ext uri="{FF2B5EF4-FFF2-40B4-BE49-F238E27FC236}">
                  <a16:creationId xmlns:a16="http://schemas.microsoft.com/office/drawing/2014/main" id="{7CB20D21-3D9E-2BBA-8E4B-C05535D43AB3}"/>
                </a:ext>
              </a:extLst>
            </p:cNvPr>
            <p:cNvCxnSpPr>
              <a:cxnSpLocks/>
              <a:stCxn id="508"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10" name="Straight Connector 509">
              <a:extLst>
                <a:ext uri="{FF2B5EF4-FFF2-40B4-BE49-F238E27FC236}">
                  <a16:creationId xmlns:a16="http://schemas.microsoft.com/office/drawing/2014/main" id="{0AFF6155-2787-B0A3-C6AF-65DC46B7CA5D}"/>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17" name="Group 516">
            <a:extLst>
              <a:ext uri="{FF2B5EF4-FFF2-40B4-BE49-F238E27FC236}">
                <a16:creationId xmlns:a16="http://schemas.microsoft.com/office/drawing/2014/main" id="{705A891F-C9C5-D77F-9687-4FA77231CE21}"/>
              </a:ext>
            </a:extLst>
          </p:cNvPr>
          <p:cNvGrpSpPr/>
          <p:nvPr/>
        </p:nvGrpSpPr>
        <p:grpSpPr>
          <a:xfrm>
            <a:off x="11356001" y="2974057"/>
            <a:ext cx="721206" cy="609701"/>
            <a:chOff x="11356001" y="2974057"/>
            <a:chExt cx="721206" cy="609701"/>
          </a:xfrm>
        </p:grpSpPr>
        <p:sp>
          <p:nvSpPr>
            <p:cNvPr id="518" name="Rectangle 517">
              <a:hlinkHover r:id="" action="ppaction://noaction" highlightClick="1"/>
              <a:extLst>
                <a:ext uri="{FF2B5EF4-FFF2-40B4-BE49-F238E27FC236}">
                  <a16:creationId xmlns:a16="http://schemas.microsoft.com/office/drawing/2014/main" id="{063A56E2-6B57-F939-3571-44ACDD2531DF}"/>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519" name="Oval 518">
              <a:extLst>
                <a:ext uri="{FF2B5EF4-FFF2-40B4-BE49-F238E27FC236}">
                  <a16:creationId xmlns:a16="http://schemas.microsoft.com/office/drawing/2014/main" id="{0B45DAAD-52FA-3471-A0F2-19C9B8C2DA0D}"/>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0" name="Isosceles Triangle 648">
              <a:extLst>
                <a:ext uri="{FF2B5EF4-FFF2-40B4-BE49-F238E27FC236}">
                  <a16:creationId xmlns:a16="http://schemas.microsoft.com/office/drawing/2014/main" id="{1B18B477-251F-AE84-BE84-41A9C9236F4A}"/>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1" name="Group 520">
            <a:extLst>
              <a:ext uri="{FF2B5EF4-FFF2-40B4-BE49-F238E27FC236}">
                <a16:creationId xmlns:a16="http://schemas.microsoft.com/office/drawing/2014/main" id="{B850A709-373D-7605-8E29-0C1B2D806663}"/>
              </a:ext>
            </a:extLst>
          </p:cNvPr>
          <p:cNvGrpSpPr/>
          <p:nvPr/>
        </p:nvGrpSpPr>
        <p:grpSpPr>
          <a:xfrm>
            <a:off x="1268346" y="3698225"/>
            <a:ext cx="721893" cy="610376"/>
            <a:chOff x="1268346" y="3698225"/>
            <a:chExt cx="721893" cy="610376"/>
          </a:xfrm>
        </p:grpSpPr>
        <p:sp>
          <p:nvSpPr>
            <p:cNvPr id="522" name="Rectangle 521">
              <a:extLst>
                <a:ext uri="{FF2B5EF4-FFF2-40B4-BE49-F238E27FC236}">
                  <a16:creationId xmlns:a16="http://schemas.microsoft.com/office/drawing/2014/main" id="{000B75AD-5A83-BA85-F1EE-8D14E24C7657}"/>
                </a:ext>
              </a:extLst>
            </p:cNvPr>
            <p:cNvSpPr/>
            <p:nvPr/>
          </p:nvSpPr>
          <p:spPr>
            <a:xfrm>
              <a:off x="1268346"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523" name="Right Triangle 522">
              <a:extLst>
                <a:ext uri="{FF2B5EF4-FFF2-40B4-BE49-F238E27FC236}">
                  <a16:creationId xmlns:a16="http://schemas.microsoft.com/office/drawing/2014/main" id="{CAD6BE2F-3F9E-38FE-261A-BF4FD7ED9230}"/>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24" name="Group 523">
              <a:extLst>
                <a:ext uri="{FF2B5EF4-FFF2-40B4-BE49-F238E27FC236}">
                  <a16:creationId xmlns:a16="http://schemas.microsoft.com/office/drawing/2014/main" id="{165DF64C-0616-7B3A-3BCA-1CB6DC42D966}"/>
                </a:ext>
              </a:extLst>
            </p:cNvPr>
            <p:cNvGrpSpPr/>
            <p:nvPr/>
          </p:nvGrpSpPr>
          <p:grpSpPr>
            <a:xfrm>
              <a:off x="1939628" y="3704319"/>
              <a:ext cx="37817" cy="61390"/>
              <a:chOff x="3883481" y="2057400"/>
              <a:chExt cx="1608363" cy="2652031"/>
            </a:xfrm>
            <a:solidFill>
              <a:srgbClr val="A6A6A6"/>
            </a:solidFill>
          </p:grpSpPr>
          <p:sp>
            <p:nvSpPr>
              <p:cNvPr id="525" name="Oval 27">
                <a:extLst>
                  <a:ext uri="{FF2B5EF4-FFF2-40B4-BE49-F238E27FC236}">
                    <a16:creationId xmlns:a16="http://schemas.microsoft.com/office/drawing/2014/main" id="{001E9265-051D-4C90-72F1-CD83513652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6" name="Oval 28">
                <a:extLst>
                  <a:ext uri="{FF2B5EF4-FFF2-40B4-BE49-F238E27FC236}">
                    <a16:creationId xmlns:a16="http://schemas.microsoft.com/office/drawing/2014/main" id="{06573C74-E7AF-39B9-A0AC-08F2FEB1043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27" name="Group 526">
            <a:extLst>
              <a:ext uri="{FF2B5EF4-FFF2-40B4-BE49-F238E27FC236}">
                <a16:creationId xmlns:a16="http://schemas.microsoft.com/office/drawing/2014/main" id="{D2321FA4-DE69-2535-61DE-3D783E3883FB}"/>
              </a:ext>
            </a:extLst>
          </p:cNvPr>
          <p:cNvGrpSpPr/>
          <p:nvPr/>
        </p:nvGrpSpPr>
        <p:grpSpPr>
          <a:xfrm>
            <a:off x="2937950" y="5135064"/>
            <a:ext cx="724141" cy="609701"/>
            <a:chOff x="4615447" y="2974054"/>
            <a:chExt cx="724141" cy="609701"/>
          </a:xfrm>
        </p:grpSpPr>
        <p:sp>
          <p:nvSpPr>
            <p:cNvPr id="528" name="Rectangle 527">
              <a:extLst>
                <a:ext uri="{FF2B5EF4-FFF2-40B4-BE49-F238E27FC236}">
                  <a16:creationId xmlns:a16="http://schemas.microsoft.com/office/drawing/2014/main" id="{BCFCF771-1608-F7F2-8AA9-99B388897CDA}"/>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529" name="Right Triangle 528">
              <a:extLst>
                <a:ext uri="{FF2B5EF4-FFF2-40B4-BE49-F238E27FC236}">
                  <a16:creationId xmlns:a16="http://schemas.microsoft.com/office/drawing/2014/main" id="{A683D85D-23B4-50C9-1343-6CFD311D50DB}"/>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30" name="Group 529">
              <a:extLst>
                <a:ext uri="{FF2B5EF4-FFF2-40B4-BE49-F238E27FC236}">
                  <a16:creationId xmlns:a16="http://schemas.microsoft.com/office/drawing/2014/main" id="{EE416986-2084-6822-5D5C-8DD2D30C9489}"/>
                </a:ext>
              </a:extLst>
            </p:cNvPr>
            <p:cNvGrpSpPr/>
            <p:nvPr/>
          </p:nvGrpSpPr>
          <p:grpSpPr>
            <a:xfrm>
              <a:off x="5288977" y="2982563"/>
              <a:ext cx="37817" cy="61390"/>
              <a:chOff x="3883481" y="2057400"/>
              <a:chExt cx="1608363" cy="2652031"/>
            </a:xfrm>
            <a:solidFill>
              <a:srgbClr val="A6A6A6"/>
            </a:solidFill>
          </p:grpSpPr>
          <p:sp>
            <p:nvSpPr>
              <p:cNvPr id="531" name="Oval 27">
                <a:extLst>
                  <a:ext uri="{FF2B5EF4-FFF2-40B4-BE49-F238E27FC236}">
                    <a16:creationId xmlns:a16="http://schemas.microsoft.com/office/drawing/2014/main" id="{C90532AB-E001-04E6-CCF2-F5A4B0B7C96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0" name="Oval 28">
                <a:extLst>
                  <a:ext uri="{FF2B5EF4-FFF2-40B4-BE49-F238E27FC236}">
                    <a16:creationId xmlns:a16="http://schemas.microsoft.com/office/drawing/2014/main" id="{99EF27DC-2696-9687-5A33-DF6E7421CA6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61" name="Group 560">
            <a:extLst>
              <a:ext uri="{FF2B5EF4-FFF2-40B4-BE49-F238E27FC236}">
                <a16:creationId xmlns:a16="http://schemas.microsoft.com/office/drawing/2014/main" id="{4C540250-2250-0247-8E45-DA469E87DD62}"/>
              </a:ext>
            </a:extLst>
          </p:cNvPr>
          <p:cNvGrpSpPr/>
          <p:nvPr/>
        </p:nvGrpSpPr>
        <p:grpSpPr>
          <a:xfrm>
            <a:off x="5451979" y="3707588"/>
            <a:ext cx="721206" cy="609701"/>
            <a:chOff x="5451979" y="3707588"/>
            <a:chExt cx="721206" cy="609701"/>
          </a:xfrm>
        </p:grpSpPr>
        <p:sp>
          <p:nvSpPr>
            <p:cNvPr id="562" name="Rectangle 561">
              <a:hlinkHover r:id="" action="ppaction://noaction" highlightClick="1"/>
              <a:extLst>
                <a:ext uri="{FF2B5EF4-FFF2-40B4-BE49-F238E27FC236}">
                  <a16:creationId xmlns:a16="http://schemas.microsoft.com/office/drawing/2014/main" id="{E8E0F5FB-177F-BADB-2877-D8E2C41EC3FA}"/>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63" name="Oval 562">
              <a:extLst>
                <a:ext uri="{FF2B5EF4-FFF2-40B4-BE49-F238E27FC236}">
                  <a16:creationId xmlns:a16="http://schemas.microsoft.com/office/drawing/2014/main" id="{0CF9F5C8-B987-D503-5ADE-6CDBFADFBF7F}"/>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4" name="Isosceles Triangle 648">
              <a:extLst>
                <a:ext uri="{FF2B5EF4-FFF2-40B4-BE49-F238E27FC236}">
                  <a16:creationId xmlns:a16="http://schemas.microsoft.com/office/drawing/2014/main" id="{BFE2A5D8-4401-67B2-07A0-5FCE81CEE609}"/>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5" name="Group 574">
            <a:extLst>
              <a:ext uri="{FF2B5EF4-FFF2-40B4-BE49-F238E27FC236}">
                <a16:creationId xmlns:a16="http://schemas.microsoft.com/office/drawing/2014/main" id="{5C45D7F0-83F2-02FD-D1F5-A229C7B4C25E}"/>
              </a:ext>
            </a:extLst>
          </p:cNvPr>
          <p:cNvGrpSpPr/>
          <p:nvPr/>
        </p:nvGrpSpPr>
        <p:grpSpPr>
          <a:xfrm>
            <a:off x="11357362" y="5142110"/>
            <a:ext cx="721206" cy="609701"/>
            <a:chOff x="9656908" y="2253333"/>
            <a:chExt cx="721206" cy="609701"/>
          </a:xfrm>
        </p:grpSpPr>
        <p:sp>
          <p:nvSpPr>
            <p:cNvPr id="576" name="Rectangle 575">
              <a:hlinkHover r:id="" action="ppaction://noaction" highlightClick="1"/>
              <a:extLst>
                <a:ext uri="{FF2B5EF4-FFF2-40B4-BE49-F238E27FC236}">
                  <a16:creationId xmlns:a16="http://schemas.microsoft.com/office/drawing/2014/main" id="{2E937480-196D-8B9B-B904-3B741DDAED2D}"/>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577" name="Rectangle 576">
              <a:extLst>
                <a:ext uri="{FF2B5EF4-FFF2-40B4-BE49-F238E27FC236}">
                  <a16:creationId xmlns:a16="http://schemas.microsoft.com/office/drawing/2014/main" id="{D2D4ED83-58BD-51B6-794C-F019CE6D68CA}"/>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4" name="Oval 15">
              <a:extLst>
                <a:ext uri="{FF2B5EF4-FFF2-40B4-BE49-F238E27FC236}">
                  <a16:creationId xmlns:a16="http://schemas.microsoft.com/office/drawing/2014/main" id="{4F922B9E-F49F-3A04-7E51-71C638BD147C}"/>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85" name="Straight Connector 584">
              <a:extLst>
                <a:ext uri="{FF2B5EF4-FFF2-40B4-BE49-F238E27FC236}">
                  <a16:creationId xmlns:a16="http://schemas.microsoft.com/office/drawing/2014/main" id="{CD4B877B-9608-7AD5-2114-E80E08982D65}"/>
                </a:ext>
              </a:extLst>
            </p:cNvPr>
            <p:cNvCxnSpPr>
              <a:cxnSpLocks/>
              <a:stCxn id="584"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86" name="Straight Connector 585">
              <a:extLst>
                <a:ext uri="{FF2B5EF4-FFF2-40B4-BE49-F238E27FC236}">
                  <a16:creationId xmlns:a16="http://schemas.microsoft.com/office/drawing/2014/main" id="{77959BBF-972D-09C4-D720-00D83AD3D979}"/>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pic>
        <p:nvPicPr>
          <p:cNvPr id="6" name="Picture 5">
            <a:hlinkClick r:id="rId16" action="ppaction://hlinksldjump"/>
            <a:extLst>
              <a:ext uri="{FF2B5EF4-FFF2-40B4-BE49-F238E27FC236}">
                <a16:creationId xmlns:a16="http://schemas.microsoft.com/office/drawing/2014/main" id="{59E3FE31-64B5-BAAA-B42F-65398E34A38B}"/>
              </a:ext>
            </a:extLst>
          </p:cNvPr>
          <p:cNvPicPr>
            <a:picLocks noChangeAspect="1"/>
          </p:cNvPicPr>
          <p:nvPr/>
        </p:nvPicPr>
        <p:blipFill>
          <a:blip r:embed="rId17"/>
          <a:stretch>
            <a:fillRect/>
          </a:stretch>
        </p:blipFill>
        <p:spPr>
          <a:xfrm>
            <a:off x="0" y="0"/>
            <a:ext cx="211626" cy="6858000"/>
          </a:xfrm>
          <a:prstGeom prst="rect">
            <a:avLst/>
          </a:prstGeom>
        </p:spPr>
      </p:pic>
      <p:sp>
        <p:nvSpPr>
          <p:cNvPr id="7" name="Rectangle 6">
            <a:hlinkHover r:id="rId18" action="ppaction://hlinksldjump"/>
            <a:extLst>
              <a:ext uri="{FF2B5EF4-FFF2-40B4-BE49-F238E27FC236}">
                <a16:creationId xmlns:a16="http://schemas.microsoft.com/office/drawing/2014/main" id="{AC1A3E53-554E-7BAB-3800-F5D45C1FBBEB}"/>
              </a:ext>
            </a:extLst>
          </p:cNvPr>
          <p:cNvSpPr/>
          <p:nvPr/>
        </p:nvSpPr>
        <p:spPr>
          <a:xfrm>
            <a:off x="8841666" y="6284246"/>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grpSp>
        <p:nvGrpSpPr>
          <p:cNvPr id="12" name="Group 11">
            <a:extLst>
              <a:ext uri="{FF2B5EF4-FFF2-40B4-BE49-F238E27FC236}">
                <a16:creationId xmlns:a16="http://schemas.microsoft.com/office/drawing/2014/main" id="{F75DF5CB-6C0B-2E2C-31E3-34989AFA0999}"/>
              </a:ext>
            </a:extLst>
          </p:cNvPr>
          <p:cNvGrpSpPr/>
          <p:nvPr/>
        </p:nvGrpSpPr>
        <p:grpSpPr>
          <a:xfrm>
            <a:off x="9652491" y="2986436"/>
            <a:ext cx="721206" cy="609701"/>
            <a:chOff x="9657972" y="90836"/>
            <a:chExt cx="721206" cy="609701"/>
          </a:xfrm>
        </p:grpSpPr>
        <p:sp>
          <p:nvSpPr>
            <p:cNvPr id="13" name="Rectangle 12">
              <a:hlinkHover r:id="" action="ppaction://noaction" highlightClick="1"/>
              <a:extLst>
                <a:ext uri="{FF2B5EF4-FFF2-40B4-BE49-F238E27FC236}">
                  <a16:creationId xmlns:a16="http://schemas.microsoft.com/office/drawing/2014/main" id="{DB95BFD5-CA47-77C1-ED11-734ED2FF51D2}"/>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14" name="Diamond 13">
              <a:extLst>
                <a:ext uri="{FF2B5EF4-FFF2-40B4-BE49-F238E27FC236}">
                  <a16:creationId xmlns:a16="http://schemas.microsoft.com/office/drawing/2014/main" id="{2D1C79E6-5C88-AE11-C32F-F93E38019E4F}"/>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 name="Oval 14">
              <a:extLst>
                <a:ext uri="{FF2B5EF4-FFF2-40B4-BE49-F238E27FC236}">
                  <a16:creationId xmlns:a16="http://schemas.microsoft.com/office/drawing/2014/main" id="{ADA761F5-9213-6191-374B-20AC11FA4C8D}"/>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26695309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 name="TextBox 93">
            <a:extLst>
              <a:ext uri="{FF2B5EF4-FFF2-40B4-BE49-F238E27FC236}">
                <a16:creationId xmlns:a16="http://schemas.microsoft.com/office/drawing/2014/main" id="{F6DFD0AB-0580-4CF4-9B18-37860459AF40}"/>
              </a:ext>
            </a:extLst>
          </p:cNvPr>
          <p:cNvSpPr txBox="1"/>
          <p:nvPr/>
        </p:nvSpPr>
        <p:spPr>
          <a:xfrm>
            <a:off x="3290353" y="-25974"/>
            <a:ext cx="588666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Azure Subscription </a:t>
            </a:r>
            <a:b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b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(Consumption Based)</a:t>
            </a:r>
          </a:p>
        </p:txBody>
      </p:sp>
      <p:grpSp>
        <p:nvGrpSpPr>
          <p:cNvPr id="15" name="Group 14">
            <a:extLst>
              <a:ext uri="{FF2B5EF4-FFF2-40B4-BE49-F238E27FC236}">
                <a16:creationId xmlns:a16="http://schemas.microsoft.com/office/drawing/2014/main" id="{03EE7B57-8ECD-EDFB-3C4B-A7CC37EB6807}"/>
              </a:ext>
            </a:extLst>
          </p:cNvPr>
          <p:cNvGrpSpPr/>
          <p:nvPr/>
        </p:nvGrpSpPr>
        <p:grpSpPr>
          <a:xfrm>
            <a:off x="3779655" y="811556"/>
            <a:ext cx="721206" cy="609701"/>
            <a:chOff x="3779655" y="811556"/>
            <a:chExt cx="721206" cy="609701"/>
          </a:xfrm>
        </p:grpSpPr>
        <p:sp>
          <p:nvSpPr>
            <p:cNvPr id="16" name="Rectangle 15">
              <a:extLst>
                <a:ext uri="{FF2B5EF4-FFF2-40B4-BE49-F238E27FC236}">
                  <a16:creationId xmlns:a16="http://schemas.microsoft.com/office/drawing/2014/main" id="{6236E887-5D75-C36B-6351-581ED6AA37E9}"/>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17" name="Rectangle 16">
              <a:extLst>
                <a:ext uri="{FF2B5EF4-FFF2-40B4-BE49-F238E27FC236}">
                  <a16:creationId xmlns:a16="http://schemas.microsoft.com/office/drawing/2014/main" id="{0D626E07-BB93-1E6B-1062-317DE1E6C6A8}"/>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 name="Oval 15">
              <a:extLst>
                <a:ext uri="{FF2B5EF4-FFF2-40B4-BE49-F238E27FC236}">
                  <a16:creationId xmlns:a16="http://schemas.microsoft.com/office/drawing/2014/main" id="{55B329E7-F519-E321-547C-0F95B6EDDA7B}"/>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 name="Straight Connector 18">
              <a:extLst>
                <a:ext uri="{FF2B5EF4-FFF2-40B4-BE49-F238E27FC236}">
                  <a16:creationId xmlns:a16="http://schemas.microsoft.com/office/drawing/2014/main" id="{01346348-CD48-80BD-07A5-7CF768A405B9}"/>
                </a:ext>
              </a:extLst>
            </p:cNvPr>
            <p:cNvCxnSpPr>
              <a:cxnSpLocks/>
              <a:stCxn id="18"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0" name="Straight Connector 19">
              <a:extLst>
                <a:ext uri="{FF2B5EF4-FFF2-40B4-BE49-F238E27FC236}">
                  <a16:creationId xmlns:a16="http://schemas.microsoft.com/office/drawing/2014/main" id="{DE8F13ED-3B8A-881F-40DE-5CCEBA9EE383}"/>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id="{F4760846-5E6A-8CDF-81FA-71ED954A26BB}"/>
              </a:ext>
            </a:extLst>
          </p:cNvPr>
          <p:cNvGrpSpPr/>
          <p:nvPr/>
        </p:nvGrpSpPr>
        <p:grpSpPr>
          <a:xfrm>
            <a:off x="5448056" y="1532276"/>
            <a:ext cx="721206" cy="609701"/>
            <a:chOff x="5448056" y="1532276"/>
            <a:chExt cx="721206" cy="609701"/>
          </a:xfrm>
        </p:grpSpPr>
        <p:sp>
          <p:nvSpPr>
            <p:cNvPr id="64" name="Rectangle 63">
              <a:extLst>
                <a:ext uri="{FF2B5EF4-FFF2-40B4-BE49-F238E27FC236}">
                  <a16:creationId xmlns:a16="http://schemas.microsoft.com/office/drawing/2014/main" id="{6F68CF9C-935D-A42F-2A9F-80119679320A}"/>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65" name="Rectangle 64">
              <a:extLst>
                <a:ext uri="{FF2B5EF4-FFF2-40B4-BE49-F238E27FC236}">
                  <a16:creationId xmlns:a16="http://schemas.microsoft.com/office/drawing/2014/main" id="{2B1B483A-7BD1-B123-4282-A18418AE53B9}"/>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 name="Oval 15">
              <a:extLst>
                <a:ext uri="{FF2B5EF4-FFF2-40B4-BE49-F238E27FC236}">
                  <a16:creationId xmlns:a16="http://schemas.microsoft.com/office/drawing/2014/main" id="{3C80A378-6C25-58D2-4440-24523871AE0E}"/>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7" name="Straight Connector 66">
              <a:extLst>
                <a:ext uri="{FF2B5EF4-FFF2-40B4-BE49-F238E27FC236}">
                  <a16:creationId xmlns:a16="http://schemas.microsoft.com/office/drawing/2014/main" id="{9D456335-E3E6-4488-EF25-98B32EAB6562}"/>
                </a:ext>
              </a:extLst>
            </p:cNvPr>
            <p:cNvCxnSpPr>
              <a:cxnSpLocks/>
              <a:stCxn id="66"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 name="Straight Connector 67">
              <a:extLst>
                <a:ext uri="{FF2B5EF4-FFF2-40B4-BE49-F238E27FC236}">
                  <a16:creationId xmlns:a16="http://schemas.microsoft.com/office/drawing/2014/main" id="{623271F4-6387-92B2-56C3-90E72B8E8DCC}"/>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9F979BB0-E397-2E0E-D381-5EC2913AA6EA}"/>
              </a:ext>
            </a:extLst>
          </p:cNvPr>
          <p:cNvGrpSpPr/>
          <p:nvPr/>
        </p:nvGrpSpPr>
        <p:grpSpPr>
          <a:xfrm>
            <a:off x="6284565" y="1532276"/>
            <a:ext cx="721206" cy="609701"/>
            <a:chOff x="6284565" y="1532276"/>
            <a:chExt cx="721206" cy="609701"/>
          </a:xfrm>
        </p:grpSpPr>
        <p:sp>
          <p:nvSpPr>
            <p:cNvPr id="70" name="Rectangle 69">
              <a:extLst>
                <a:ext uri="{FF2B5EF4-FFF2-40B4-BE49-F238E27FC236}">
                  <a16:creationId xmlns:a16="http://schemas.microsoft.com/office/drawing/2014/main" id="{C4CF65B1-3810-7130-551C-7135334255F6}"/>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71" name="Rectangle 70">
              <a:extLst>
                <a:ext uri="{FF2B5EF4-FFF2-40B4-BE49-F238E27FC236}">
                  <a16:creationId xmlns:a16="http://schemas.microsoft.com/office/drawing/2014/main" id="{009F1129-F7A3-C0E0-114B-6F7BEEE55F12}"/>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 name="Oval 15">
              <a:extLst>
                <a:ext uri="{FF2B5EF4-FFF2-40B4-BE49-F238E27FC236}">
                  <a16:creationId xmlns:a16="http://schemas.microsoft.com/office/drawing/2014/main" id="{828C6EC2-2F15-CE27-410A-9082469BC4BF}"/>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 name="Straight Connector 72">
              <a:extLst>
                <a:ext uri="{FF2B5EF4-FFF2-40B4-BE49-F238E27FC236}">
                  <a16:creationId xmlns:a16="http://schemas.microsoft.com/office/drawing/2014/main" id="{F5A78996-407D-7198-F94E-9EA88197AC60}"/>
                </a:ext>
              </a:extLst>
            </p:cNvPr>
            <p:cNvCxnSpPr>
              <a:cxnSpLocks/>
              <a:stCxn id="72"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 name="Straight Connector 73">
              <a:extLst>
                <a:ext uri="{FF2B5EF4-FFF2-40B4-BE49-F238E27FC236}">
                  <a16:creationId xmlns:a16="http://schemas.microsoft.com/office/drawing/2014/main" id="{51520CD4-49EB-9762-BDEB-B07F063CCCD2}"/>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5" name="Group 74">
            <a:extLst>
              <a:ext uri="{FF2B5EF4-FFF2-40B4-BE49-F238E27FC236}">
                <a16:creationId xmlns:a16="http://schemas.microsoft.com/office/drawing/2014/main" id="{4B5F1E4E-E9AA-93B6-EE46-32EB109376AC}"/>
              </a:ext>
            </a:extLst>
          </p:cNvPr>
          <p:cNvGrpSpPr/>
          <p:nvPr/>
        </p:nvGrpSpPr>
        <p:grpSpPr>
          <a:xfrm>
            <a:off x="7121069" y="1532276"/>
            <a:ext cx="721206" cy="609701"/>
            <a:chOff x="7121069" y="1532276"/>
            <a:chExt cx="721206" cy="609701"/>
          </a:xfrm>
        </p:grpSpPr>
        <p:sp>
          <p:nvSpPr>
            <p:cNvPr id="76" name="Rectangle 75">
              <a:extLst>
                <a:ext uri="{FF2B5EF4-FFF2-40B4-BE49-F238E27FC236}">
                  <a16:creationId xmlns:a16="http://schemas.microsoft.com/office/drawing/2014/main" id="{5F3F4FD5-AD96-0388-72E4-0AE78BE79284}"/>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77" name="Rectangle 76">
              <a:extLst>
                <a:ext uri="{FF2B5EF4-FFF2-40B4-BE49-F238E27FC236}">
                  <a16:creationId xmlns:a16="http://schemas.microsoft.com/office/drawing/2014/main" id="{DCE5F466-6E64-27D3-0AB2-D333E4D6B678}"/>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 name="Oval 15">
              <a:extLst>
                <a:ext uri="{FF2B5EF4-FFF2-40B4-BE49-F238E27FC236}">
                  <a16:creationId xmlns:a16="http://schemas.microsoft.com/office/drawing/2014/main" id="{2FECAEF6-36D3-C584-10C3-1E794788A282}"/>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9" name="Straight Connector 78">
              <a:extLst>
                <a:ext uri="{FF2B5EF4-FFF2-40B4-BE49-F238E27FC236}">
                  <a16:creationId xmlns:a16="http://schemas.microsoft.com/office/drawing/2014/main" id="{F612406A-0FEE-6456-2E1B-ADF82509F81F}"/>
                </a:ext>
              </a:extLst>
            </p:cNvPr>
            <p:cNvCxnSpPr>
              <a:cxnSpLocks/>
              <a:stCxn id="78"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0" name="Straight Connector 79">
              <a:extLst>
                <a:ext uri="{FF2B5EF4-FFF2-40B4-BE49-F238E27FC236}">
                  <a16:creationId xmlns:a16="http://schemas.microsoft.com/office/drawing/2014/main" id="{C3181986-5673-86AA-F584-DF5B29638E7C}"/>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1" name="Group 80">
            <a:extLst>
              <a:ext uri="{FF2B5EF4-FFF2-40B4-BE49-F238E27FC236}">
                <a16:creationId xmlns:a16="http://schemas.microsoft.com/office/drawing/2014/main" id="{1E21B578-3702-3D22-47F5-6BBB638D1C3B}"/>
              </a:ext>
            </a:extLst>
          </p:cNvPr>
          <p:cNvGrpSpPr/>
          <p:nvPr/>
        </p:nvGrpSpPr>
        <p:grpSpPr>
          <a:xfrm>
            <a:off x="3775045" y="1532276"/>
            <a:ext cx="721206" cy="609701"/>
            <a:chOff x="3775045" y="1532276"/>
            <a:chExt cx="721206" cy="609701"/>
          </a:xfrm>
        </p:grpSpPr>
        <p:sp>
          <p:nvSpPr>
            <p:cNvPr id="82" name="Rectangle 81">
              <a:extLst>
                <a:ext uri="{FF2B5EF4-FFF2-40B4-BE49-F238E27FC236}">
                  <a16:creationId xmlns:a16="http://schemas.microsoft.com/office/drawing/2014/main" id="{832BE1C7-1289-1F8C-958B-6A61DE3EE8D1}"/>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83" name="Right Triangle 82">
              <a:extLst>
                <a:ext uri="{FF2B5EF4-FFF2-40B4-BE49-F238E27FC236}">
                  <a16:creationId xmlns:a16="http://schemas.microsoft.com/office/drawing/2014/main" id="{D6DE6BEE-230A-9DEE-3D41-12C6B9C11E87}"/>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 name="Group 83">
              <a:extLst>
                <a:ext uri="{FF2B5EF4-FFF2-40B4-BE49-F238E27FC236}">
                  <a16:creationId xmlns:a16="http://schemas.microsoft.com/office/drawing/2014/main" id="{A93E6858-95CC-862C-E301-C300041C500B}"/>
                </a:ext>
              </a:extLst>
            </p:cNvPr>
            <p:cNvGrpSpPr/>
            <p:nvPr/>
          </p:nvGrpSpPr>
          <p:grpSpPr>
            <a:xfrm>
              <a:off x="4440495" y="1542936"/>
              <a:ext cx="37817" cy="61390"/>
              <a:chOff x="3883481" y="2057400"/>
              <a:chExt cx="1608363" cy="2652031"/>
            </a:xfrm>
            <a:solidFill>
              <a:srgbClr val="A6A6A6">
                <a:alpha val="20000"/>
              </a:srgbClr>
            </a:solidFill>
          </p:grpSpPr>
          <p:sp>
            <p:nvSpPr>
              <p:cNvPr id="85" name="Oval 27">
                <a:extLst>
                  <a:ext uri="{FF2B5EF4-FFF2-40B4-BE49-F238E27FC236}">
                    <a16:creationId xmlns:a16="http://schemas.microsoft.com/office/drawing/2014/main" id="{53887EC4-7BBD-2AF5-DD74-D77C972A282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 name="Oval 28">
                <a:extLst>
                  <a:ext uri="{FF2B5EF4-FFF2-40B4-BE49-F238E27FC236}">
                    <a16:creationId xmlns:a16="http://schemas.microsoft.com/office/drawing/2014/main" id="{CBC906E5-9F94-8A91-D36F-30A27D3794E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7" name="Group 86">
            <a:extLst>
              <a:ext uri="{FF2B5EF4-FFF2-40B4-BE49-F238E27FC236}">
                <a16:creationId xmlns:a16="http://schemas.microsoft.com/office/drawing/2014/main" id="{83FCD610-F81F-FA61-1AB3-DBF64F9069E3}"/>
              </a:ext>
            </a:extLst>
          </p:cNvPr>
          <p:cNvGrpSpPr/>
          <p:nvPr/>
        </p:nvGrpSpPr>
        <p:grpSpPr>
          <a:xfrm>
            <a:off x="4611552" y="1532276"/>
            <a:ext cx="721206" cy="609701"/>
            <a:chOff x="4611552" y="1532276"/>
            <a:chExt cx="721206" cy="609701"/>
          </a:xfrm>
        </p:grpSpPr>
        <p:sp>
          <p:nvSpPr>
            <p:cNvPr id="88" name="Rectangle 87">
              <a:extLst>
                <a:ext uri="{FF2B5EF4-FFF2-40B4-BE49-F238E27FC236}">
                  <a16:creationId xmlns:a16="http://schemas.microsoft.com/office/drawing/2014/main" id="{FADB1E67-B21B-3CBA-10E6-A4171CF45F78}"/>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89" name="Right Triangle 88">
              <a:extLst>
                <a:ext uri="{FF2B5EF4-FFF2-40B4-BE49-F238E27FC236}">
                  <a16:creationId xmlns:a16="http://schemas.microsoft.com/office/drawing/2014/main" id="{E573ABCF-BE70-B5A6-25FA-AE6500ACFCFF}"/>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0" name="Group 89">
              <a:extLst>
                <a:ext uri="{FF2B5EF4-FFF2-40B4-BE49-F238E27FC236}">
                  <a16:creationId xmlns:a16="http://schemas.microsoft.com/office/drawing/2014/main" id="{0E2F2460-E9EE-1F8F-F8B2-7C880E6B32B8}"/>
                </a:ext>
              </a:extLst>
            </p:cNvPr>
            <p:cNvGrpSpPr/>
            <p:nvPr/>
          </p:nvGrpSpPr>
          <p:grpSpPr>
            <a:xfrm>
              <a:off x="5276135" y="1542936"/>
              <a:ext cx="37817" cy="61390"/>
              <a:chOff x="3883481" y="2057400"/>
              <a:chExt cx="1608363" cy="2652031"/>
            </a:xfrm>
            <a:solidFill>
              <a:srgbClr val="A6A6A6">
                <a:alpha val="20000"/>
              </a:srgbClr>
            </a:solidFill>
          </p:grpSpPr>
          <p:sp>
            <p:nvSpPr>
              <p:cNvPr id="91" name="Oval 27">
                <a:extLst>
                  <a:ext uri="{FF2B5EF4-FFF2-40B4-BE49-F238E27FC236}">
                    <a16:creationId xmlns:a16="http://schemas.microsoft.com/office/drawing/2014/main" id="{642CCADF-7728-1E9D-1823-5A7F6F01F6A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 name="Oval 28">
                <a:extLst>
                  <a:ext uri="{FF2B5EF4-FFF2-40B4-BE49-F238E27FC236}">
                    <a16:creationId xmlns:a16="http://schemas.microsoft.com/office/drawing/2014/main" id="{E42EFE1F-EA5A-F0A2-0052-16F9198D8A9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3" name="Group 92">
            <a:extLst>
              <a:ext uri="{FF2B5EF4-FFF2-40B4-BE49-F238E27FC236}">
                <a16:creationId xmlns:a16="http://schemas.microsoft.com/office/drawing/2014/main" id="{F36B8AF9-D5CE-4603-F978-A4BFF5D082FC}"/>
              </a:ext>
            </a:extLst>
          </p:cNvPr>
          <p:cNvGrpSpPr/>
          <p:nvPr/>
        </p:nvGrpSpPr>
        <p:grpSpPr>
          <a:xfrm>
            <a:off x="2938537" y="1532271"/>
            <a:ext cx="721206" cy="610042"/>
            <a:chOff x="2938537" y="1532271"/>
            <a:chExt cx="721206" cy="610042"/>
          </a:xfrm>
        </p:grpSpPr>
        <p:sp>
          <p:nvSpPr>
            <p:cNvPr id="95" name="Rectangle 94">
              <a:extLst>
                <a:ext uri="{FF2B5EF4-FFF2-40B4-BE49-F238E27FC236}">
                  <a16:creationId xmlns:a16="http://schemas.microsoft.com/office/drawing/2014/main" id="{05317DD8-091D-681C-3137-31CBD801EB14}"/>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96" name="Right Triangle 95">
              <a:extLst>
                <a:ext uri="{FF2B5EF4-FFF2-40B4-BE49-F238E27FC236}">
                  <a16:creationId xmlns:a16="http://schemas.microsoft.com/office/drawing/2014/main" id="{CB62E70A-11C7-5982-9EC3-7EF0D53E2604}"/>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 name="Oval 27">
              <a:extLst>
                <a:ext uri="{FF2B5EF4-FFF2-40B4-BE49-F238E27FC236}">
                  <a16:creationId xmlns:a16="http://schemas.microsoft.com/office/drawing/2014/main" id="{1C98F3E4-CD97-F51B-846E-7DCE8031C2FD}"/>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 name="Oval 28">
              <a:extLst>
                <a:ext uri="{FF2B5EF4-FFF2-40B4-BE49-F238E27FC236}">
                  <a16:creationId xmlns:a16="http://schemas.microsoft.com/office/drawing/2014/main" id="{3AA38835-D3EE-4101-1F5F-AE387D0D4693}"/>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9" name="Group 98">
            <a:extLst>
              <a:ext uri="{FF2B5EF4-FFF2-40B4-BE49-F238E27FC236}">
                <a16:creationId xmlns:a16="http://schemas.microsoft.com/office/drawing/2014/main" id="{C30BCA5B-9494-DA20-A522-0811B99F85CD}"/>
              </a:ext>
            </a:extLst>
          </p:cNvPr>
          <p:cNvGrpSpPr/>
          <p:nvPr/>
        </p:nvGrpSpPr>
        <p:grpSpPr>
          <a:xfrm>
            <a:off x="6287105" y="2974054"/>
            <a:ext cx="721206" cy="609701"/>
            <a:chOff x="6287105" y="2974054"/>
            <a:chExt cx="721206" cy="609701"/>
          </a:xfrm>
        </p:grpSpPr>
        <p:sp>
          <p:nvSpPr>
            <p:cNvPr id="100" name="Rectangle 99">
              <a:hlinkHover r:id="" action="ppaction://noaction" highlightClick="1"/>
              <a:extLst>
                <a:ext uri="{FF2B5EF4-FFF2-40B4-BE49-F238E27FC236}">
                  <a16:creationId xmlns:a16="http://schemas.microsoft.com/office/drawing/2014/main" id="{7AEBE817-8748-4600-B4B6-6D38E892E978}"/>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101" name="Rectangle 100">
              <a:extLst>
                <a:ext uri="{FF2B5EF4-FFF2-40B4-BE49-F238E27FC236}">
                  <a16:creationId xmlns:a16="http://schemas.microsoft.com/office/drawing/2014/main" id="{803DA6E6-403D-48D4-F7DA-F32287A25365}"/>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 name="Oval 15">
              <a:extLst>
                <a:ext uri="{FF2B5EF4-FFF2-40B4-BE49-F238E27FC236}">
                  <a16:creationId xmlns:a16="http://schemas.microsoft.com/office/drawing/2014/main" id="{54A7D4F7-5CE1-FBE0-5075-9B09376A77D4}"/>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3" name="Straight Connector 102">
              <a:extLst>
                <a:ext uri="{FF2B5EF4-FFF2-40B4-BE49-F238E27FC236}">
                  <a16:creationId xmlns:a16="http://schemas.microsoft.com/office/drawing/2014/main" id="{3AF4565D-1612-3E09-AED0-6F047F3CE205}"/>
                </a:ext>
              </a:extLst>
            </p:cNvPr>
            <p:cNvCxnSpPr>
              <a:cxnSpLocks/>
              <a:stCxn id="102"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104" name="Group 103">
            <a:extLst>
              <a:ext uri="{FF2B5EF4-FFF2-40B4-BE49-F238E27FC236}">
                <a16:creationId xmlns:a16="http://schemas.microsoft.com/office/drawing/2014/main" id="{F5DD06B6-4406-FDFC-A8E1-3A8B16BF36D4}"/>
              </a:ext>
            </a:extLst>
          </p:cNvPr>
          <p:cNvGrpSpPr/>
          <p:nvPr/>
        </p:nvGrpSpPr>
        <p:grpSpPr>
          <a:xfrm>
            <a:off x="7123149" y="2974054"/>
            <a:ext cx="721206" cy="646284"/>
            <a:chOff x="7123149" y="2974054"/>
            <a:chExt cx="721206" cy="646284"/>
          </a:xfrm>
        </p:grpSpPr>
        <p:sp>
          <p:nvSpPr>
            <p:cNvPr id="105" name="Rectangle 104">
              <a:hlinkHover r:id="" action="ppaction://noaction" highlightClick="1"/>
              <a:extLst>
                <a:ext uri="{FF2B5EF4-FFF2-40B4-BE49-F238E27FC236}">
                  <a16:creationId xmlns:a16="http://schemas.microsoft.com/office/drawing/2014/main" id="{8A285818-81C5-B5F5-DBD4-BA5F571C2F36}"/>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106" name="Rectangle 105">
              <a:extLst>
                <a:ext uri="{FF2B5EF4-FFF2-40B4-BE49-F238E27FC236}">
                  <a16:creationId xmlns:a16="http://schemas.microsoft.com/office/drawing/2014/main" id="{D3D6E047-E7FC-F89F-223F-C6C6583A667B}"/>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 name="Oval 15">
              <a:extLst>
                <a:ext uri="{FF2B5EF4-FFF2-40B4-BE49-F238E27FC236}">
                  <a16:creationId xmlns:a16="http://schemas.microsoft.com/office/drawing/2014/main" id="{AD749E9D-A19F-46BA-604F-269F8F0BA2C6}"/>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8" name="Straight Connector 107">
              <a:extLst>
                <a:ext uri="{FF2B5EF4-FFF2-40B4-BE49-F238E27FC236}">
                  <a16:creationId xmlns:a16="http://schemas.microsoft.com/office/drawing/2014/main" id="{27D27345-5D7E-2650-9E49-DEC3E8987676}"/>
                </a:ext>
              </a:extLst>
            </p:cNvPr>
            <p:cNvCxnSpPr>
              <a:cxnSpLocks/>
              <a:stCxn id="107"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9" name="Straight Connector 108">
              <a:extLst>
                <a:ext uri="{FF2B5EF4-FFF2-40B4-BE49-F238E27FC236}">
                  <a16:creationId xmlns:a16="http://schemas.microsoft.com/office/drawing/2014/main" id="{08829954-78E7-5FFD-5235-B25F1FB58475}"/>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0" name="Group 109">
            <a:extLst>
              <a:ext uri="{FF2B5EF4-FFF2-40B4-BE49-F238E27FC236}">
                <a16:creationId xmlns:a16="http://schemas.microsoft.com/office/drawing/2014/main" id="{4E2F75E9-6000-DD9A-791F-6FC6F62ED565}"/>
              </a:ext>
            </a:extLst>
          </p:cNvPr>
          <p:cNvGrpSpPr/>
          <p:nvPr/>
        </p:nvGrpSpPr>
        <p:grpSpPr>
          <a:xfrm>
            <a:off x="7959200" y="2974054"/>
            <a:ext cx="721206" cy="609701"/>
            <a:chOff x="7959200" y="2974054"/>
            <a:chExt cx="721206" cy="609701"/>
          </a:xfrm>
        </p:grpSpPr>
        <p:sp>
          <p:nvSpPr>
            <p:cNvPr id="111" name="Rectangle 110">
              <a:hlinkHover r:id="" action="ppaction://noaction" highlightClick="1"/>
              <a:extLst>
                <a:ext uri="{FF2B5EF4-FFF2-40B4-BE49-F238E27FC236}">
                  <a16:creationId xmlns:a16="http://schemas.microsoft.com/office/drawing/2014/main" id="{CE57B1F8-BEF0-ADDC-1DD3-D65F815CBC09}"/>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112" name="Diamond 111">
              <a:extLst>
                <a:ext uri="{FF2B5EF4-FFF2-40B4-BE49-F238E27FC236}">
                  <a16:creationId xmlns:a16="http://schemas.microsoft.com/office/drawing/2014/main" id="{5111C3C0-D819-97E9-9FE3-4EC0887A06A3}"/>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3" name="Oval 112">
              <a:extLst>
                <a:ext uri="{FF2B5EF4-FFF2-40B4-BE49-F238E27FC236}">
                  <a16:creationId xmlns:a16="http://schemas.microsoft.com/office/drawing/2014/main" id="{83C97C93-D37B-AA9E-0BF5-0941290D7B6B}"/>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4" name="Group 113">
            <a:extLst>
              <a:ext uri="{FF2B5EF4-FFF2-40B4-BE49-F238E27FC236}">
                <a16:creationId xmlns:a16="http://schemas.microsoft.com/office/drawing/2014/main" id="{9D0F055A-891C-6B5C-FDE8-4510A94AA434}"/>
              </a:ext>
            </a:extLst>
          </p:cNvPr>
          <p:cNvGrpSpPr/>
          <p:nvPr/>
        </p:nvGrpSpPr>
        <p:grpSpPr>
          <a:xfrm>
            <a:off x="8795244" y="2974054"/>
            <a:ext cx="721206" cy="609701"/>
            <a:chOff x="8795244" y="2974054"/>
            <a:chExt cx="721206" cy="609701"/>
          </a:xfrm>
        </p:grpSpPr>
        <p:sp>
          <p:nvSpPr>
            <p:cNvPr id="115" name="Rectangle 114">
              <a:hlinkHover r:id="" action="ppaction://noaction" highlightClick="1"/>
              <a:extLst>
                <a:ext uri="{FF2B5EF4-FFF2-40B4-BE49-F238E27FC236}">
                  <a16:creationId xmlns:a16="http://schemas.microsoft.com/office/drawing/2014/main" id="{B65C6C7D-498D-EB48-BE63-3E79FB8D6606}"/>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116" name="Diamond 115">
              <a:extLst>
                <a:ext uri="{FF2B5EF4-FFF2-40B4-BE49-F238E27FC236}">
                  <a16:creationId xmlns:a16="http://schemas.microsoft.com/office/drawing/2014/main" id="{CA87BAD2-FC10-94DE-4497-DD0DE1C64570}"/>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 name="Oval 116">
              <a:extLst>
                <a:ext uri="{FF2B5EF4-FFF2-40B4-BE49-F238E27FC236}">
                  <a16:creationId xmlns:a16="http://schemas.microsoft.com/office/drawing/2014/main" id="{55180534-0232-74EB-99B1-F24B481E0837}"/>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5" name="Group 124">
            <a:extLst>
              <a:ext uri="{FF2B5EF4-FFF2-40B4-BE49-F238E27FC236}">
                <a16:creationId xmlns:a16="http://schemas.microsoft.com/office/drawing/2014/main" id="{AECE0341-6BB1-2469-6637-70E1C0028397}"/>
              </a:ext>
            </a:extLst>
          </p:cNvPr>
          <p:cNvGrpSpPr/>
          <p:nvPr/>
        </p:nvGrpSpPr>
        <p:grpSpPr>
          <a:xfrm>
            <a:off x="5442073" y="811556"/>
            <a:ext cx="728239" cy="609701"/>
            <a:chOff x="5442073" y="811556"/>
            <a:chExt cx="728239" cy="609701"/>
          </a:xfrm>
        </p:grpSpPr>
        <p:sp>
          <p:nvSpPr>
            <p:cNvPr id="126" name="Rectangle 125">
              <a:extLst>
                <a:ext uri="{FF2B5EF4-FFF2-40B4-BE49-F238E27FC236}">
                  <a16:creationId xmlns:a16="http://schemas.microsoft.com/office/drawing/2014/main" id="{F0FCD6E9-2984-1A33-4383-8D6233F10669}"/>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127" name="Rectangle 126">
              <a:extLst>
                <a:ext uri="{FF2B5EF4-FFF2-40B4-BE49-F238E27FC236}">
                  <a16:creationId xmlns:a16="http://schemas.microsoft.com/office/drawing/2014/main" id="{B0EB5AF0-33BB-3091-6252-5347735A4891}"/>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8" name="Oval 15">
              <a:extLst>
                <a:ext uri="{FF2B5EF4-FFF2-40B4-BE49-F238E27FC236}">
                  <a16:creationId xmlns:a16="http://schemas.microsoft.com/office/drawing/2014/main" id="{33F1155E-8014-84F5-7B2C-692EB4F573C3}"/>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9" name="Straight Connector 448">
              <a:extLst>
                <a:ext uri="{FF2B5EF4-FFF2-40B4-BE49-F238E27FC236}">
                  <a16:creationId xmlns:a16="http://schemas.microsoft.com/office/drawing/2014/main" id="{85E66673-1DFD-50AC-A094-5FF11C60C5A8}"/>
                </a:ext>
              </a:extLst>
            </p:cNvPr>
            <p:cNvCxnSpPr>
              <a:cxnSpLocks/>
              <a:stCxn id="448"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50" name="Straight Connector 449">
              <a:extLst>
                <a:ext uri="{FF2B5EF4-FFF2-40B4-BE49-F238E27FC236}">
                  <a16:creationId xmlns:a16="http://schemas.microsoft.com/office/drawing/2014/main" id="{20429FD8-E702-0C92-6100-7325CCE7BCBB}"/>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51" name="Group 450">
            <a:extLst>
              <a:ext uri="{FF2B5EF4-FFF2-40B4-BE49-F238E27FC236}">
                <a16:creationId xmlns:a16="http://schemas.microsoft.com/office/drawing/2014/main" id="{1729BBDC-59E3-BAA1-1765-2D5B603A9F0B}"/>
              </a:ext>
            </a:extLst>
          </p:cNvPr>
          <p:cNvGrpSpPr/>
          <p:nvPr/>
        </p:nvGrpSpPr>
        <p:grpSpPr>
          <a:xfrm>
            <a:off x="6284597" y="811555"/>
            <a:ext cx="721206" cy="609701"/>
            <a:chOff x="6284597" y="811555"/>
            <a:chExt cx="721206" cy="609701"/>
          </a:xfrm>
        </p:grpSpPr>
        <p:sp>
          <p:nvSpPr>
            <p:cNvPr id="452" name="Rectangle 451">
              <a:hlinkHover r:id="" action="ppaction://noaction" highlightClick="1"/>
              <a:extLst>
                <a:ext uri="{FF2B5EF4-FFF2-40B4-BE49-F238E27FC236}">
                  <a16:creationId xmlns:a16="http://schemas.microsoft.com/office/drawing/2014/main" id="{92902D6E-D660-D19C-C781-553F7EC22CDA}"/>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53" name="Right Triangle 452">
              <a:extLst>
                <a:ext uri="{FF2B5EF4-FFF2-40B4-BE49-F238E27FC236}">
                  <a16:creationId xmlns:a16="http://schemas.microsoft.com/office/drawing/2014/main" id="{A50361F3-874A-2BA9-A94A-A76B4EF67ACF}"/>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6" name="Oval 27">
              <a:extLst>
                <a:ext uri="{FF2B5EF4-FFF2-40B4-BE49-F238E27FC236}">
                  <a16:creationId xmlns:a16="http://schemas.microsoft.com/office/drawing/2014/main" id="{2AFDA1AD-7823-1CAB-0BE0-2DAA165AE1C2}"/>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7" name="Oval 28">
              <a:extLst>
                <a:ext uri="{FF2B5EF4-FFF2-40B4-BE49-F238E27FC236}">
                  <a16:creationId xmlns:a16="http://schemas.microsoft.com/office/drawing/2014/main" id="{F5EEA2F2-0181-71C2-4190-F3D6785282A5}"/>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34" name="Group 833">
            <a:extLst>
              <a:ext uri="{FF2B5EF4-FFF2-40B4-BE49-F238E27FC236}">
                <a16:creationId xmlns:a16="http://schemas.microsoft.com/office/drawing/2014/main" id="{0316D425-705E-A82C-BE76-8ADE6C59D6B4}"/>
              </a:ext>
            </a:extLst>
          </p:cNvPr>
          <p:cNvGrpSpPr/>
          <p:nvPr/>
        </p:nvGrpSpPr>
        <p:grpSpPr>
          <a:xfrm>
            <a:off x="7957576" y="811556"/>
            <a:ext cx="721206" cy="609701"/>
            <a:chOff x="7957576" y="811556"/>
            <a:chExt cx="721206" cy="609701"/>
          </a:xfrm>
        </p:grpSpPr>
        <p:sp>
          <p:nvSpPr>
            <p:cNvPr id="835" name="Rectangle 834">
              <a:extLst>
                <a:ext uri="{FF2B5EF4-FFF2-40B4-BE49-F238E27FC236}">
                  <a16:creationId xmlns:a16="http://schemas.microsoft.com/office/drawing/2014/main" id="{940971CF-B0B9-F7E3-0CCC-46CF57B2FCE7}"/>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836" name="Rectangle 835">
              <a:extLst>
                <a:ext uri="{FF2B5EF4-FFF2-40B4-BE49-F238E27FC236}">
                  <a16:creationId xmlns:a16="http://schemas.microsoft.com/office/drawing/2014/main" id="{1952A14A-9578-5C91-7611-588DCC5BA8CA}"/>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7" name="Oval 15">
              <a:extLst>
                <a:ext uri="{FF2B5EF4-FFF2-40B4-BE49-F238E27FC236}">
                  <a16:creationId xmlns:a16="http://schemas.microsoft.com/office/drawing/2014/main" id="{8BC4ADF6-7D08-4E49-2699-5B468D826066}"/>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38" name="Straight Connector 837">
              <a:extLst>
                <a:ext uri="{FF2B5EF4-FFF2-40B4-BE49-F238E27FC236}">
                  <a16:creationId xmlns:a16="http://schemas.microsoft.com/office/drawing/2014/main" id="{EFCC4B5E-902E-D396-6490-FE92487664B0}"/>
                </a:ext>
              </a:extLst>
            </p:cNvPr>
            <p:cNvCxnSpPr>
              <a:cxnSpLocks/>
              <a:stCxn id="837"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39" name="Straight Connector 838">
              <a:extLst>
                <a:ext uri="{FF2B5EF4-FFF2-40B4-BE49-F238E27FC236}">
                  <a16:creationId xmlns:a16="http://schemas.microsoft.com/office/drawing/2014/main" id="{562636E9-290F-3EC3-A030-63762FA69CA6}"/>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72" name="Group 871">
            <a:extLst>
              <a:ext uri="{FF2B5EF4-FFF2-40B4-BE49-F238E27FC236}">
                <a16:creationId xmlns:a16="http://schemas.microsoft.com/office/drawing/2014/main" id="{F5C422CA-85B5-62C0-D6EA-C669DABC86FB}"/>
              </a:ext>
            </a:extLst>
          </p:cNvPr>
          <p:cNvGrpSpPr/>
          <p:nvPr/>
        </p:nvGrpSpPr>
        <p:grpSpPr>
          <a:xfrm>
            <a:off x="10509579" y="5141013"/>
            <a:ext cx="721206" cy="609701"/>
            <a:chOff x="10509579" y="5141013"/>
            <a:chExt cx="721206" cy="609701"/>
          </a:xfrm>
        </p:grpSpPr>
        <p:sp>
          <p:nvSpPr>
            <p:cNvPr id="873" name="Rectangle 872">
              <a:hlinkHover r:id="" action="ppaction://noaction" highlightClick="1"/>
              <a:extLst>
                <a:ext uri="{FF2B5EF4-FFF2-40B4-BE49-F238E27FC236}">
                  <a16:creationId xmlns:a16="http://schemas.microsoft.com/office/drawing/2014/main" id="{938FB781-A8E4-8FC2-5959-5FC3AD6F35C5}"/>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874" name="Oval 873">
              <a:extLst>
                <a:ext uri="{FF2B5EF4-FFF2-40B4-BE49-F238E27FC236}">
                  <a16:creationId xmlns:a16="http://schemas.microsoft.com/office/drawing/2014/main" id="{2431670B-9FEC-EC44-41F0-0BD7FEB7D46D}"/>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5" name="Isosceles Triangle 648">
              <a:extLst>
                <a:ext uri="{FF2B5EF4-FFF2-40B4-BE49-F238E27FC236}">
                  <a16:creationId xmlns:a16="http://schemas.microsoft.com/office/drawing/2014/main" id="{D0EA8B26-EE50-7730-D611-78960CE7B1F2}"/>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6" name="Group 905">
            <a:extLst>
              <a:ext uri="{FF2B5EF4-FFF2-40B4-BE49-F238E27FC236}">
                <a16:creationId xmlns:a16="http://schemas.microsoft.com/office/drawing/2014/main" id="{59EF80B2-B2C5-AEF8-3D79-DD69537AD49D}"/>
              </a:ext>
            </a:extLst>
          </p:cNvPr>
          <p:cNvGrpSpPr/>
          <p:nvPr/>
        </p:nvGrpSpPr>
        <p:grpSpPr>
          <a:xfrm>
            <a:off x="7957572" y="1532276"/>
            <a:ext cx="721206" cy="609701"/>
            <a:chOff x="7957572" y="1532276"/>
            <a:chExt cx="721206" cy="609701"/>
          </a:xfrm>
        </p:grpSpPr>
        <p:sp>
          <p:nvSpPr>
            <p:cNvPr id="907" name="Rectangle 906">
              <a:hlinkHover r:id="" action="ppaction://noaction" highlightClick="1"/>
              <a:extLst>
                <a:ext uri="{FF2B5EF4-FFF2-40B4-BE49-F238E27FC236}">
                  <a16:creationId xmlns:a16="http://schemas.microsoft.com/office/drawing/2014/main" id="{14CB8281-25EE-806B-1310-73BE797D9A58}"/>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908" name="Rectangle 907">
              <a:extLst>
                <a:ext uri="{FF2B5EF4-FFF2-40B4-BE49-F238E27FC236}">
                  <a16:creationId xmlns:a16="http://schemas.microsoft.com/office/drawing/2014/main" id="{391EE4E0-65E1-F6CB-CF3C-A15F297CAF10}"/>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9" name="Oval 15">
              <a:extLst>
                <a:ext uri="{FF2B5EF4-FFF2-40B4-BE49-F238E27FC236}">
                  <a16:creationId xmlns:a16="http://schemas.microsoft.com/office/drawing/2014/main" id="{F5604FB0-A200-FC46-DB08-81DA4CF0ED11}"/>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10" name="Straight Connector 909">
              <a:extLst>
                <a:ext uri="{FF2B5EF4-FFF2-40B4-BE49-F238E27FC236}">
                  <a16:creationId xmlns:a16="http://schemas.microsoft.com/office/drawing/2014/main" id="{303DA62F-8717-8B67-95E4-ABA76B9B9F80}"/>
                </a:ext>
              </a:extLst>
            </p:cNvPr>
            <p:cNvCxnSpPr>
              <a:cxnSpLocks/>
              <a:stCxn id="909"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11" name="Straight Connector 910">
              <a:extLst>
                <a:ext uri="{FF2B5EF4-FFF2-40B4-BE49-F238E27FC236}">
                  <a16:creationId xmlns:a16="http://schemas.microsoft.com/office/drawing/2014/main" id="{544365AF-8F0F-39F8-DED2-23FA1B047018}"/>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12" name="Group 911">
            <a:extLst>
              <a:ext uri="{FF2B5EF4-FFF2-40B4-BE49-F238E27FC236}">
                <a16:creationId xmlns:a16="http://schemas.microsoft.com/office/drawing/2014/main" id="{7DE79C0B-127B-87D0-CFFF-9BA9569B141E}"/>
              </a:ext>
            </a:extLst>
          </p:cNvPr>
          <p:cNvGrpSpPr/>
          <p:nvPr/>
        </p:nvGrpSpPr>
        <p:grpSpPr>
          <a:xfrm>
            <a:off x="9656904" y="1532276"/>
            <a:ext cx="721206" cy="609701"/>
            <a:chOff x="9656904" y="1532276"/>
            <a:chExt cx="721206" cy="609701"/>
          </a:xfrm>
        </p:grpSpPr>
        <p:sp>
          <p:nvSpPr>
            <p:cNvPr id="913" name="Rectangle 912">
              <a:extLst>
                <a:ext uri="{FF2B5EF4-FFF2-40B4-BE49-F238E27FC236}">
                  <a16:creationId xmlns:a16="http://schemas.microsoft.com/office/drawing/2014/main" id="{50FD63FE-31D7-7FE4-AF6D-512FF126E2AE}"/>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914" name="Rectangle 913">
              <a:extLst>
                <a:ext uri="{FF2B5EF4-FFF2-40B4-BE49-F238E27FC236}">
                  <a16:creationId xmlns:a16="http://schemas.microsoft.com/office/drawing/2014/main" id="{4A10FD65-7DAD-5DD5-DE36-79F1F5F2FCB7}"/>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5" name="Oval 15">
              <a:extLst>
                <a:ext uri="{FF2B5EF4-FFF2-40B4-BE49-F238E27FC236}">
                  <a16:creationId xmlns:a16="http://schemas.microsoft.com/office/drawing/2014/main" id="{689C7A28-DED4-772F-A17C-7062FC4575F1}"/>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16" name="Straight Connector 915">
              <a:extLst>
                <a:ext uri="{FF2B5EF4-FFF2-40B4-BE49-F238E27FC236}">
                  <a16:creationId xmlns:a16="http://schemas.microsoft.com/office/drawing/2014/main" id="{60079E57-3273-7CF3-9BC6-7FE1EC65F6DB}"/>
                </a:ext>
              </a:extLst>
            </p:cNvPr>
            <p:cNvCxnSpPr>
              <a:cxnSpLocks/>
              <a:stCxn id="915"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17" name="Straight Connector 916">
              <a:extLst>
                <a:ext uri="{FF2B5EF4-FFF2-40B4-BE49-F238E27FC236}">
                  <a16:creationId xmlns:a16="http://schemas.microsoft.com/office/drawing/2014/main" id="{7254F324-88BA-7B23-6F8B-022EF6E02772}"/>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50" name="Group 949">
            <a:extLst>
              <a:ext uri="{FF2B5EF4-FFF2-40B4-BE49-F238E27FC236}">
                <a16:creationId xmlns:a16="http://schemas.microsoft.com/office/drawing/2014/main" id="{B600FDC5-354F-204F-3C01-59C6192251EB}"/>
              </a:ext>
            </a:extLst>
          </p:cNvPr>
          <p:cNvGrpSpPr/>
          <p:nvPr/>
        </p:nvGrpSpPr>
        <p:grpSpPr>
          <a:xfrm>
            <a:off x="8807249" y="811555"/>
            <a:ext cx="721206" cy="609701"/>
            <a:chOff x="8807249" y="811555"/>
            <a:chExt cx="721206" cy="609701"/>
          </a:xfrm>
        </p:grpSpPr>
        <p:sp>
          <p:nvSpPr>
            <p:cNvPr id="951" name="Rectangle 950">
              <a:hlinkHover r:id="" action="ppaction://noaction" highlightClick="1"/>
              <a:extLst>
                <a:ext uri="{FF2B5EF4-FFF2-40B4-BE49-F238E27FC236}">
                  <a16:creationId xmlns:a16="http://schemas.microsoft.com/office/drawing/2014/main" id="{7A46316F-81B1-135A-A657-73D5F2BDA428}"/>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952" name="Diamond 951">
              <a:extLst>
                <a:ext uri="{FF2B5EF4-FFF2-40B4-BE49-F238E27FC236}">
                  <a16:creationId xmlns:a16="http://schemas.microsoft.com/office/drawing/2014/main" id="{95A08AAD-D9F5-1484-D5AF-C01361C95813}"/>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3" name="Oval 952">
              <a:extLst>
                <a:ext uri="{FF2B5EF4-FFF2-40B4-BE49-F238E27FC236}">
                  <a16:creationId xmlns:a16="http://schemas.microsoft.com/office/drawing/2014/main" id="{2E84E6C3-C1F1-56A6-AA75-19FF35E954FB}"/>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8" name="Group 957">
            <a:extLst>
              <a:ext uri="{FF2B5EF4-FFF2-40B4-BE49-F238E27FC236}">
                <a16:creationId xmlns:a16="http://schemas.microsoft.com/office/drawing/2014/main" id="{B6BC6E8A-DFDF-A500-5276-AB36FED7F99C}"/>
              </a:ext>
            </a:extLst>
          </p:cNvPr>
          <p:cNvGrpSpPr/>
          <p:nvPr/>
        </p:nvGrpSpPr>
        <p:grpSpPr>
          <a:xfrm>
            <a:off x="431659" y="90836"/>
            <a:ext cx="721210" cy="609701"/>
            <a:chOff x="431659" y="90836"/>
            <a:chExt cx="721210" cy="609701"/>
          </a:xfrm>
        </p:grpSpPr>
        <p:sp>
          <p:nvSpPr>
            <p:cNvPr id="959" name="Rectangle 958">
              <a:extLst>
                <a:ext uri="{FF2B5EF4-FFF2-40B4-BE49-F238E27FC236}">
                  <a16:creationId xmlns:a16="http://schemas.microsoft.com/office/drawing/2014/main" id="{3439B666-B69D-F0C1-740F-BBC2386F9B25}"/>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960" name="Rectangle 959">
              <a:extLst>
                <a:ext uri="{FF2B5EF4-FFF2-40B4-BE49-F238E27FC236}">
                  <a16:creationId xmlns:a16="http://schemas.microsoft.com/office/drawing/2014/main" id="{0F996CD6-339F-2FA3-A849-F084D74845E2}"/>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1" name="Oval 15">
              <a:extLst>
                <a:ext uri="{FF2B5EF4-FFF2-40B4-BE49-F238E27FC236}">
                  <a16:creationId xmlns:a16="http://schemas.microsoft.com/office/drawing/2014/main" id="{8AE11A5A-2B22-F404-6DD8-B966ACB54227}"/>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62" name="Straight Connector 961">
              <a:extLst>
                <a:ext uri="{FF2B5EF4-FFF2-40B4-BE49-F238E27FC236}">
                  <a16:creationId xmlns:a16="http://schemas.microsoft.com/office/drawing/2014/main" id="{29AD588E-38FC-E360-A610-B70FB77EAB44}"/>
                </a:ext>
              </a:extLst>
            </p:cNvPr>
            <p:cNvCxnSpPr>
              <a:cxnSpLocks/>
              <a:stCxn id="961"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963" name="Straight Connector 962">
              <a:extLst>
                <a:ext uri="{FF2B5EF4-FFF2-40B4-BE49-F238E27FC236}">
                  <a16:creationId xmlns:a16="http://schemas.microsoft.com/office/drawing/2014/main" id="{A33BBEF6-02DC-3C25-3703-23866099C3B6}"/>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64" name="Group 963">
            <a:extLst>
              <a:ext uri="{FF2B5EF4-FFF2-40B4-BE49-F238E27FC236}">
                <a16:creationId xmlns:a16="http://schemas.microsoft.com/office/drawing/2014/main" id="{A7CCBD54-41B0-E76D-D4E8-6281392B9374}"/>
              </a:ext>
            </a:extLst>
          </p:cNvPr>
          <p:cNvGrpSpPr/>
          <p:nvPr/>
        </p:nvGrpSpPr>
        <p:grpSpPr>
          <a:xfrm>
            <a:off x="1267282" y="90836"/>
            <a:ext cx="721206" cy="609701"/>
            <a:chOff x="1267282" y="90836"/>
            <a:chExt cx="721206" cy="609701"/>
          </a:xfrm>
        </p:grpSpPr>
        <p:sp>
          <p:nvSpPr>
            <p:cNvPr id="965" name="Rectangle 964">
              <a:extLst>
                <a:ext uri="{FF2B5EF4-FFF2-40B4-BE49-F238E27FC236}">
                  <a16:creationId xmlns:a16="http://schemas.microsoft.com/office/drawing/2014/main" id="{5A6F1D60-B777-8D97-4182-8B32C96BC5A4}"/>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966" name="Rectangle 965">
              <a:extLst>
                <a:ext uri="{FF2B5EF4-FFF2-40B4-BE49-F238E27FC236}">
                  <a16:creationId xmlns:a16="http://schemas.microsoft.com/office/drawing/2014/main" id="{93FD5D8F-5BF4-1B74-44A2-18416B883CB3}"/>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7" name="Oval 15">
              <a:extLst>
                <a:ext uri="{FF2B5EF4-FFF2-40B4-BE49-F238E27FC236}">
                  <a16:creationId xmlns:a16="http://schemas.microsoft.com/office/drawing/2014/main" id="{F47A8B4C-99FD-1382-7C42-AE936423E192}"/>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68" name="Straight Connector 967">
              <a:extLst>
                <a:ext uri="{FF2B5EF4-FFF2-40B4-BE49-F238E27FC236}">
                  <a16:creationId xmlns:a16="http://schemas.microsoft.com/office/drawing/2014/main" id="{5D85DB73-C882-240B-A526-0CCACD3A1476}"/>
                </a:ext>
              </a:extLst>
            </p:cNvPr>
            <p:cNvCxnSpPr>
              <a:cxnSpLocks/>
              <a:stCxn id="967"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969" name="Straight Connector 968">
              <a:extLst>
                <a:ext uri="{FF2B5EF4-FFF2-40B4-BE49-F238E27FC236}">
                  <a16:creationId xmlns:a16="http://schemas.microsoft.com/office/drawing/2014/main" id="{42C84706-2B6C-7E8A-54EE-7FF8BB62C2FA}"/>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70" name="Group 969">
            <a:extLst>
              <a:ext uri="{FF2B5EF4-FFF2-40B4-BE49-F238E27FC236}">
                <a16:creationId xmlns:a16="http://schemas.microsoft.com/office/drawing/2014/main" id="{10E66D38-D2DC-4CB2-E8D6-C6F7610986CE}"/>
              </a:ext>
            </a:extLst>
          </p:cNvPr>
          <p:cNvGrpSpPr/>
          <p:nvPr/>
        </p:nvGrpSpPr>
        <p:grpSpPr>
          <a:xfrm>
            <a:off x="2102907" y="90836"/>
            <a:ext cx="721206" cy="609701"/>
            <a:chOff x="2102907" y="90836"/>
            <a:chExt cx="721206" cy="609701"/>
          </a:xfrm>
        </p:grpSpPr>
        <p:sp>
          <p:nvSpPr>
            <p:cNvPr id="971" name="Rectangle 970">
              <a:extLst>
                <a:ext uri="{FF2B5EF4-FFF2-40B4-BE49-F238E27FC236}">
                  <a16:creationId xmlns:a16="http://schemas.microsoft.com/office/drawing/2014/main" id="{E10A4A81-C165-57AA-924E-6F656B0877D3}"/>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972" name="Rectangle 971">
              <a:extLst>
                <a:ext uri="{FF2B5EF4-FFF2-40B4-BE49-F238E27FC236}">
                  <a16:creationId xmlns:a16="http://schemas.microsoft.com/office/drawing/2014/main" id="{ED997A8B-B467-298F-15F5-A63F7406BDBB}"/>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3" name="Oval 15">
              <a:extLst>
                <a:ext uri="{FF2B5EF4-FFF2-40B4-BE49-F238E27FC236}">
                  <a16:creationId xmlns:a16="http://schemas.microsoft.com/office/drawing/2014/main" id="{3804B1A5-5017-5D62-6A68-D70F5A58A4D2}"/>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74" name="Straight Connector 973">
              <a:extLst>
                <a:ext uri="{FF2B5EF4-FFF2-40B4-BE49-F238E27FC236}">
                  <a16:creationId xmlns:a16="http://schemas.microsoft.com/office/drawing/2014/main" id="{6EF52595-2A46-BDEF-AC8A-946E1709DC07}"/>
                </a:ext>
              </a:extLst>
            </p:cNvPr>
            <p:cNvCxnSpPr>
              <a:cxnSpLocks/>
              <a:stCxn id="973"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975" name="Straight Connector 974">
              <a:extLst>
                <a:ext uri="{FF2B5EF4-FFF2-40B4-BE49-F238E27FC236}">
                  <a16:creationId xmlns:a16="http://schemas.microsoft.com/office/drawing/2014/main" id="{8FBB9551-5382-8CA0-AFB6-2ECA6F72C1A6}"/>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76" name="Group 975">
            <a:extLst>
              <a:ext uri="{FF2B5EF4-FFF2-40B4-BE49-F238E27FC236}">
                <a16:creationId xmlns:a16="http://schemas.microsoft.com/office/drawing/2014/main" id="{EDD6E90A-8031-A0B3-E2D4-BF658F0A2584}"/>
              </a:ext>
            </a:extLst>
          </p:cNvPr>
          <p:cNvGrpSpPr/>
          <p:nvPr/>
        </p:nvGrpSpPr>
        <p:grpSpPr>
          <a:xfrm>
            <a:off x="1269626" y="4419615"/>
            <a:ext cx="721206" cy="609701"/>
            <a:chOff x="1269626" y="4419615"/>
            <a:chExt cx="721206" cy="609701"/>
          </a:xfrm>
        </p:grpSpPr>
        <p:sp>
          <p:nvSpPr>
            <p:cNvPr id="977" name="Rectangle 976">
              <a:extLst>
                <a:ext uri="{FF2B5EF4-FFF2-40B4-BE49-F238E27FC236}">
                  <a16:creationId xmlns:a16="http://schemas.microsoft.com/office/drawing/2014/main" id="{C7FDFBF0-7513-8FAB-4543-61ACDB659A03}"/>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978" name="Cylinder 977">
              <a:extLst>
                <a:ext uri="{FF2B5EF4-FFF2-40B4-BE49-F238E27FC236}">
                  <a16:creationId xmlns:a16="http://schemas.microsoft.com/office/drawing/2014/main" id="{E36B89E9-5D5D-E591-245D-31258D0149FC}"/>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79" name="Group 978">
            <a:extLst>
              <a:ext uri="{FF2B5EF4-FFF2-40B4-BE49-F238E27FC236}">
                <a16:creationId xmlns:a16="http://schemas.microsoft.com/office/drawing/2014/main" id="{94B74CD4-7C54-430A-3939-EFE5F79F3935}"/>
              </a:ext>
            </a:extLst>
          </p:cNvPr>
          <p:cNvGrpSpPr/>
          <p:nvPr/>
        </p:nvGrpSpPr>
        <p:grpSpPr>
          <a:xfrm>
            <a:off x="432841" y="4419615"/>
            <a:ext cx="721206" cy="609701"/>
            <a:chOff x="432841" y="4419615"/>
            <a:chExt cx="721206" cy="609701"/>
          </a:xfrm>
        </p:grpSpPr>
        <p:sp>
          <p:nvSpPr>
            <p:cNvPr id="980" name="Rectangle 979">
              <a:extLst>
                <a:ext uri="{FF2B5EF4-FFF2-40B4-BE49-F238E27FC236}">
                  <a16:creationId xmlns:a16="http://schemas.microsoft.com/office/drawing/2014/main" id="{A2F01745-D2FE-4D07-59F8-5290D835B18D}"/>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981" name="Cylinder 980">
              <a:extLst>
                <a:ext uri="{FF2B5EF4-FFF2-40B4-BE49-F238E27FC236}">
                  <a16:creationId xmlns:a16="http://schemas.microsoft.com/office/drawing/2014/main" id="{6AD4759A-EE47-7D68-AA4E-325A51F3291E}"/>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82" name="Group 981">
            <a:extLst>
              <a:ext uri="{FF2B5EF4-FFF2-40B4-BE49-F238E27FC236}">
                <a16:creationId xmlns:a16="http://schemas.microsoft.com/office/drawing/2014/main" id="{0F5756D8-DDF5-4056-0C06-79C8E7971F70}"/>
              </a:ext>
            </a:extLst>
          </p:cNvPr>
          <p:cNvGrpSpPr/>
          <p:nvPr/>
        </p:nvGrpSpPr>
        <p:grpSpPr>
          <a:xfrm>
            <a:off x="1268467" y="5141008"/>
            <a:ext cx="721206" cy="609701"/>
            <a:chOff x="1268467" y="5141008"/>
            <a:chExt cx="721206" cy="609701"/>
          </a:xfrm>
        </p:grpSpPr>
        <p:sp>
          <p:nvSpPr>
            <p:cNvPr id="983" name="Rectangle 982">
              <a:extLst>
                <a:ext uri="{FF2B5EF4-FFF2-40B4-BE49-F238E27FC236}">
                  <a16:creationId xmlns:a16="http://schemas.microsoft.com/office/drawing/2014/main" id="{1997E25E-2EC7-69A5-21CE-F2B51FDC020A}"/>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984" name="Cylinder 983">
              <a:extLst>
                <a:ext uri="{FF2B5EF4-FFF2-40B4-BE49-F238E27FC236}">
                  <a16:creationId xmlns:a16="http://schemas.microsoft.com/office/drawing/2014/main" id="{02AE8A9D-591C-DC80-9101-8AEB453ECF47}"/>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85" name="Group 984">
            <a:extLst>
              <a:ext uri="{FF2B5EF4-FFF2-40B4-BE49-F238E27FC236}">
                <a16:creationId xmlns:a16="http://schemas.microsoft.com/office/drawing/2014/main" id="{701F0687-1BD5-8552-E256-DBFAFB366DA7}"/>
              </a:ext>
            </a:extLst>
          </p:cNvPr>
          <p:cNvGrpSpPr/>
          <p:nvPr/>
        </p:nvGrpSpPr>
        <p:grpSpPr>
          <a:xfrm>
            <a:off x="431297" y="5141008"/>
            <a:ext cx="721206" cy="609701"/>
            <a:chOff x="431297" y="5141008"/>
            <a:chExt cx="721206" cy="609701"/>
          </a:xfrm>
        </p:grpSpPr>
        <p:sp>
          <p:nvSpPr>
            <p:cNvPr id="986" name="Rectangle 985">
              <a:extLst>
                <a:ext uri="{FF2B5EF4-FFF2-40B4-BE49-F238E27FC236}">
                  <a16:creationId xmlns:a16="http://schemas.microsoft.com/office/drawing/2014/main" id="{3ABB6712-5DF0-B5E1-F3CA-FFB471F94FF0}"/>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987" name="Cylinder 986">
              <a:extLst>
                <a:ext uri="{FF2B5EF4-FFF2-40B4-BE49-F238E27FC236}">
                  <a16:creationId xmlns:a16="http://schemas.microsoft.com/office/drawing/2014/main" id="{8CD0C49D-78E0-4E05-346C-155EDB2D0667}"/>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88" name="Group 987">
            <a:extLst>
              <a:ext uri="{FF2B5EF4-FFF2-40B4-BE49-F238E27FC236}">
                <a16:creationId xmlns:a16="http://schemas.microsoft.com/office/drawing/2014/main" id="{A8710606-37B4-5A50-24FC-A1D097125002}"/>
              </a:ext>
            </a:extLst>
          </p:cNvPr>
          <p:cNvGrpSpPr/>
          <p:nvPr/>
        </p:nvGrpSpPr>
        <p:grpSpPr>
          <a:xfrm>
            <a:off x="431660" y="3698226"/>
            <a:ext cx="721206" cy="609701"/>
            <a:chOff x="431660" y="3698226"/>
            <a:chExt cx="721206" cy="609701"/>
          </a:xfrm>
        </p:grpSpPr>
        <p:sp>
          <p:nvSpPr>
            <p:cNvPr id="989" name="Rectangle 988">
              <a:extLst>
                <a:ext uri="{FF2B5EF4-FFF2-40B4-BE49-F238E27FC236}">
                  <a16:creationId xmlns:a16="http://schemas.microsoft.com/office/drawing/2014/main" id="{10810F99-71BB-59BF-7ED1-F8412327BFCF}"/>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990" name="Right Triangle 989">
              <a:extLst>
                <a:ext uri="{FF2B5EF4-FFF2-40B4-BE49-F238E27FC236}">
                  <a16:creationId xmlns:a16="http://schemas.microsoft.com/office/drawing/2014/main" id="{9844DCCB-ECE8-1F17-E719-2B7ABD17AC7F}"/>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91" name="Group 990">
              <a:extLst>
                <a:ext uri="{FF2B5EF4-FFF2-40B4-BE49-F238E27FC236}">
                  <a16:creationId xmlns:a16="http://schemas.microsoft.com/office/drawing/2014/main" id="{224ABF8D-AD46-A7A0-AF49-B5E809B2B0F7}"/>
                </a:ext>
              </a:extLst>
            </p:cNvPr>
            <p:cNvGrpSpPr/>
            <p:nvPr/>
          </p:nvGrpSpPr>
          <p:grpSpPr>
            <a:xfrm>
              <a:off x="1102253" y="3706270"/>
              <a:ext cx="37817" cy="61390"/>
              <a:chOff x="3883481" y="2057400"/>
              <a:chExt cx="1608363" cy="2652031"/>
            </a:xfrm>
            <a:solidFill>
              <a:srgbClr val="A6A6A6">
                <a:alpha val="20000"/>
              </a:srgbClr>
            </a:solidFill>
          </p:grpSpPr>
          <p:sp>
            <p:nvSpPr>
              <p:cNvPr id="992" name="Oval 27">
                <a:extLst>
                  <a:ext uri="{FF2B5EF4-FFF2-40B4-BE49-F238E27FC236}">
                    <a16:creationId xmlns:a16="http://schemas.microsoft.com/office/drawing/2014/main" id="{0B04F07F-B905-690C-F5F7-50B0AFEDE8C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3" name="Oval 28">
                <a:extLst>
                  <a:ext uri="{FF2B5EF4-FFF2-40B4-BE49-F238E27FC236}">
                    <a16:creationId xmlns:a16="http://schemas.microsoft.com/office/drawing/2014/main" id="{EC1EE739-01FA-7937-1260-FE1B343CEB1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94" name="Group 993">
            <a:extLst>
              <a:ext uri="{FF2B5EF4-FFF2-40B4-BE49-F238E27FC236}">
                <a16:creationId xmlns:a16="http://schemas.microsoft.com/office/drawing/2014/main" id="{79486C83-DF00-B7D8-B8C8-70A67C6FE1A2}"/>
              </a:ext>
            </a:extLst>
          </p:cNvPr>
          <p:cNvGrpSpPr/>
          <p:nvPr/>
        </p:nvGrpSpPr>
        <p:grpSpPr>
          <a:xfrm>
            <a:off x="2942399" y="3698227"/>
            <a:ext cx="721206" cy="609701"/>
            <a:chOff x="2942399" y="3698227"/>
            <a:chExt cx="721206" cy="609701"/>
          </a:xfrm>
        </p:grpSpPr>
        <p:sp>
          <p:nvSpPr>
            <p:cNvPr id="995" name="Rectangle 994">
              <a:extLst>
                <a:ext uri="{FF2B5EF4-FFF2-40B4-BE49-F238E27FC236}">
                  <a16:creationId xmlns:a16="http://schemas.microsoft.com/office/drawing/2014/main" id="{951D80C9-A339-D9F6-26E8-7B1917F5A4F6}"/>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996" name="Right Triangle 995">
              <a:extLst>
                <a:ext uri="{FF2B5EF4-FFF2-40B4-BE49-F238E27FC236}">
                  <a16:creationId xmlns:a16="http://schemas.microsoft.com/office/drawing/2014/main" id="{8E0317C5-6582-D156-7E3B-20DBD5465F2A}"/>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97" name="Group 996">
              <a:extLst>
                <a:ext uri="{FF2B5EF4-FFF2-40B4-BE49-F238E27FC236}">
                  <a16:creationId xmlns:a16="http://schemas.microsoft.com/office/drawing/2014/main" id="{98AA1A67-6A2E-E240-8B60-E1F4523175A0}"/>
                </a:ext>
              </a:extLst>
            </p:cNvPr>
            <p:cNvGrpSpPr/>
            <p:nvPr/>
          </p:nvGrpSpPr>
          <p:grpSpPr>
            <a:xfrm>
              <a:off x="3607767" y="3713057"/>
              <a:ext cx="37817" cy="61390"/>
              <a:chOff x="3883481" y="2057400"/>
              <a:chExt cx="1608363" cy="2652031"/>
            </a:xfrm>
            <a:solidFill>
              <a:srgbClr val="A6A6A6">
                <a:alpha val="20000"/>
              </a:srgbClr>
            </a:solidFill>
          </p:grpSpPr>
          <p:sp>
            <p:nvSpPr>
              <p:cNvPr id="998" name="Oval 27">
                <a:extLst>
                  <a:ext uri="{FF2B5EF4-FFF2-40B4-BE49-F238E27FC236}">
                    <a16:creationId xmlns:a16="http://schemas.microsoft.com/office/drawing/2014/main" id="{BAC3680C-5D58-9713-74CD-8FDA43CA55F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9" name="Oval 28">
                <a:extLst>
                  <a:ext uri="{FF2B5EF4-FFF2-40B4-BE49-F238E27FC236}">
                    <a16:creationId xmlns:a16="http://schemas.microsoft.com/office/drawing/2014/main" id="{A7291FA6-83A6-635F-35DC-4FFA70663D6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16" name="Group 1015">
            <a:extLst>
              <a:ext uri="{FF2B5EF4-FFF2-40B4-BE49-F238E27FC236}">
                <a16:creationId xmlns:a16="http://schemas.microsoft.com/office/drawing/2014/main" id="{3D04AC36-5B62-EE12-1912-052D67373893}"/>
              </a:ext>
            </a:extLst>
          </p:cNvPr>
          <p:cNvGrpSpPr/>
          <p:nvPr/>
        </p:nvGrpSpPr>
        <p:grpSpPr>
          <a:xfrm>
            <a:off x="2105710" y="3698208"/>
            <a:ext cx="721206" cy="610396"/>
            <a:chOff x="2105710" y="3698208"/>
            <a:chExt cx="721206" cy="610396"/>
          </a:xfrm>
        </p:grpSpPr>
        <p:sp>
          <p:nvSpPr>
            <p:cNvPr id="1017" name="Rectangle 1016">
              <a:extLst>
                <a:ext uri="{FF2B5EF4-FFF2-40B4-BE49-F238E27FC236}">
                  <a16:creationId xmlns:a16="http://schemas.microsoft.com/office/drawing/2014/main" id="{04290C18-5B12-B47C-1544-338EAD3491F0}"/>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1018" name="Right Triangle 1017">
              <a:extLst>
                <a:ext uri="{FF2B5EF4-FFF2-40B4-BE49-F238E27FC236}">
                  <a16:creationId xmlns:a16="http://schemas.microsoft.com/office/drawing/2014/main" id="{5F4B8C8C-45D1-E0E9-F645-2884EBA038DE}"/>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19" name="Group 1018">
              <a:extLst>
                <a:ext uri="{FF2B5EF4-FFF2-40B4-BE49-F238E27FC236}">
                  <a16:creationId xmlns:a16="http://schemas.microsoft.com/office/drawing/2014/main" id="{6FBE7EE2-362D-AFE1-F84C-6034FD906111}"/>
                </a:ext>
              </a:extLst>
            </p:cNvPr>
            <p:cNvGrpSpPr/>
            <p:nvPr/>
          </p:nvGrpSpPr>
          <p:grpSpPr>
            <a:xfrm>
              <a:off x="2776303" y="3704306"/>
              <a:ext cx="37817" cy="61390"/>
              <a:chOff x="3883481" y="2057400"/>
              <a:chExt cx="1608363" cy="2652031"/>
            </a:xfrm>
            <a:solidFill>
              <a:srgbClr val="A6A6A6">
                <a:alpha val="20000"/>
              </a:srgbClr>
            </a:solidFill>
          </p:grpSpPr>
          <p:sp>
            <p:nvSpPr>
              <p:cNvPr id="1020" name="Oval 27">
                <a:extLst>
                  <a:ext uri="{FF2B5EF4-FFF2-40B4-BE49-F238E27FC236}">
                    <a16:creationId xmlns:a16="http://schemas.microsoft.com/office/drawing/2014/main" id="{EB06AF4A-9A7A-5286-607C-B253CED0E71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1" name="Oval 28">
                <a:extLst>
                  <a:ext uri="{FF2B5EF4-FFF2-40B4-BE49-F238E27FC236}">
                    <a16:creationId xmlns:a16="http://schemas.microsoft.com/office/drawing/2014/main" id="{803A751D-CA69-62EB-C528-A6C567462F4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22" name="Group 1021">
            <a:extLst>
              <a:ext uri="{FF2B5EF4-FFF2-40B4-BE49-F238E27FC236}">
                <a16:creationId xmlns:a16="http://schemas.microsoft.com/office/drawing/2014/main" id="{99EDF410-AFEF-E020-5C5E-82F22585B111}"/>
              </a:ext>
            </a:extLst>
          </p:cNvPr>
          <p:cNvGrpSpPr/>
          <p:nvPr/>
        </p:nvGrpSpPr>
        <p:grpSpPr>
          <a:xfrm>
            <a:off x="3778361" y="2253333"/>
            <a:ext cx="721206" cy="609701"/>
            <a:chOff x="3778361" y="2253333"/>
            <a:chExt cx="721206" cy="609701"/>
          </a:xfrm>
        </p:grpSpPr>
        <p:sp>
          <p:nvSpPr>
            <p:cNvPr id="1023" name="Rectangle 1022">
              <a:extLst>
                <a:ext uri="{FF2B5EF4-FFF2-40B4-BE49-F238E27FC236}">
                  <a16:creationId xmlns:a16="http://schemas.microsoft.com/office/drawing/2014/main" id="{FAF0127E-BF8E-E470-4BF9-D75D32951216}"/>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1024" name="Rectangle 1023">
              <a:extLst>
                <a:ext uri="{FF2B5EF4-FFF2-40B4-BE49-F238E27FC236}">
                  <a16:creationId xmlns:a16="http://schemas.microsoft.com/office/drawing/2014/main" id="{D9256441-F4EB-CAD0-645B-94AEFE9D623E}"/>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5" name="Oval 15">
              <a:extLst>
                <a:ext uri="{FF2B5EF4-FFF2-40B4-BE49-F238E27FC236}">
                  <a16:creationId xmlns:a16="http://schemas.microsoft.com/office/drawing/2014/main" id="{66108FA8-C9BC-4105-0314-A4FD7A363D46}"/>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26" name="Straight Connector 1025">
              <a:extLst>
                <a:ext uri="{FF2B5EF4-FFF2-40B4-BE49-F238E27FC236}">
                  <a16:creationId xmlns:a16="http://schemas.microsoft.com/office/drawing/2014/main" id="{FB909F9B-5D78-D61B-B305-70370EF01026}"/>
                </a:ext>
              </a:extLst>
            </p:cNvPr>
            <p:cNvCxnSpPr>
              <a:cxnSpLocks/>
              <a:stCxn id="1025"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27" name="Straight Connector 1026">
              <a:extLst>
                <a:ext uri="{FF2B5EF4-FFF2-40B4-BE49-F238E27FC236}">
                  <a16:creationId xmlns:a16="http://schemas.microsoft.com/office/drawing/2014/main" id="{EB2AD720-0A73-C18E-2A76-04E1B137C8E4}"/>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28" name="Group 1027">
            <a:extLst>
              <a:ext uri="{FF2B5EF4-FFF2-40B4-BE49-F238E27FC236}">
                <a16:creationId xmlns:a16="http://schemas.microsoft.com/office/drawing/2014/main" id="{33F4A754-2F0C-7EF3-6C33-56BB936C4E4C}"/>
              </a:ext>
            </a:extLst>
          </p:cNvPr>
          <p:cNvGrpSpPr/>
          <p:nvPr/>
        </p:nvGrpSpPr>
        <p:grpSpPr>
          <a:xfrm>
            <a:off x="1268843" y="2253332"/>
            <a:ext cx="721206" cy="609701"/>
            <a:chOff x="1268843" y="2253332"/>
            <a:chExt cx="721206" cy="609701"/>
          </a:xfrm>
        </p:grpSpPr>
        <p:sp>
          <p:nvSpPr>
            <p:cNvPr id="1029" name="Rectangle 1028">
              <a:extLst>
                <a:ext uri="{FF2B5EF4-FFF2-40B4-BE49-F238E27FC236}">
                  <a16:creationId xmlns:a16="http://schemas.microsoft.com/office/drawing/2014/main" id="{7F9130E8-24F4-22A1-4046-4B91E11E0219}"/>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1030" name="Right Triangle 1029">
              <a:extLst>
                <a:ext uri="{FF2B5EF4-FFF2-40B4-BE49-F238E27FC236}">
                  <a16:creationId xmlns:a16="http://schemas.microsoft.com/office/drawing/2014/main" id="{E84B02F1-E332-BA3E-906E-B7B007417FBA}"/>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31" name="Group 1030">
              <a:extLst>
                <a:ext uri="{FF2B5EF4-FFF2-40B4-BE49-F238E27FC236}">
                  <a16:creationId xmlns:a16="http://schemas.microsoft.com/office/drawing/2014/main" id="{D81BA11C-1AF5-10A4-DE68-6FF503341BDB}"/>
                </a:ext>
              </a:extLst>
            </p:cNvPr>
            <p:cNvGrpSpPr/>
            <p:nvPr/>
          </p:nvGrpSpPr>
          <p:grpSpPr>
            <a:xfrm>
              <a:off x="1939436" y="2265731"/>
              <a:ext cx="37817" cy="61390"/>
              <a:chOff x="3883481" y="2057400"/>
              <a:chExt cx="1608363" cy="2652031"/>
            </a:xfrm>
            <a:solidFill>
              <a:srgbClr val="A6A6A6">
                <a:alpha val="20000"/>
              </a:srgbClr>
            </a:solidFill>
          </p:grpSpPr>
          <p:sp>
            <p:nvSpPr>
              <p:cNvPr id="1032" name="Oval 27">
                <a:extLst>
                  <a:ext uri="{FF2B5EF4-FFF2-40B4-BE49-F238E27FC236}">
                    <a16:creationId xmlns:a16="http://schemas.microsoft.com/office/drawing/2014/main" id="{81A1AEB0-3179-1422-5081-6E3D9DCCA67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3" name="Oval 28">
                <a:extLst>
                  <a:ext uri="{FF2B5EF4-FFF2-40B4-BE49-F238E27FC236}">
                    <a16:creationId xmlns:a16="http://schemas.microsoft.com/office/drawing/2014/main" id="{DC989D82-4D81-6E7A-190B-9059686B192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34" name="Group 1033">
            <a:extLst>
              <a:ext uri="{FF2B5EF4-FFF2-40B4-BE49-F238E27FC236}">
                <a16:creationId xmlns:a16="http://schemas.microsoft.com/office/drawing/2014/main" id="{DD8972C0-6B4B-C8C0-5C96-12C5A61E90FF}"/>
              </a:ext>
            </a:extLst>
          </p:cNvPr>
          <p:cNvGrpSpPr/>
          <p:nvPr/>
        </p:nvGrpSpPr>
        <p:grpSpPr>
          <a:xfrm>
            <a:off x="2105351" y="2253333"/>
            <a:ext cx="721206" cy="609701"/>
            <a:chOff x="2105351" y="2253333"/>
            <a:chExt cx="721206" cy="609701"/>
          </a:xfrm>
        </p:grpSpPr>
        <p:sp>
          <p:nvSpPr>
            <p:cNvPr id="1035" name="Rectangle 1034">
              <a:extLst>
                <a:ext uri="{FF2B5EF4-FFF2-40B4-BE49-F238E27FC236}">
                  <a16:creationId xmlns:a16="http://schemas.microsoft.com/office/drawing/2014/main" id="{B62D4331-366F-3183-3B2C-6464E1075A5A}"/>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1036" name="Right Triangle 1035">
              <a:extLst>
                <a:ext uri="{FF2B5EF4-FFF2-40B4-BE49-F238E27FC236}">
                  <a16:creationId xmlns:a16="http://schemas.microsoft.com/office/drawing/2014/main" id="{C2B91DC4-F998-ECAA-77A3-79B64F3D6698}"/>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37" name="Group 1036">
              <a:extLst>
                <a:ext uri="{FF2B5EF4-FFF2-40B4-BE49-F238E27FC236}">
                  <a16:creationId xmlns:a16="http://schemas.microsoft.com/office/drawing/2014/main" id="{3145E8D5-6E13-40F5-B20A-595355FBD693}"/>
                </a:ext>
              </a:extLst>
            </p:cNvPr>
            <p:cNvGrpSpPr/>
            <p:nvPr/>
          </p:nvGrpSpPr>
          <p:grpSpPr>
            <a:xfrm>
              <a:off x="2771408" y="2265591"/>
              <a:ext cx="37817" cy="61390"/>
              <a:chOff x="3883481" y="2057400"/>
              <a:chExt cx="1608363" cy="2652031"/>
            </a:xfrm>
            <a:solidFill>
              <a:srgbClr val="A6A6A6">
                <a:alpha val="20000"/>
              </a:srgbClr>
            </a:solidFill>
          </p:grpSpPr>
          <p:sp>
            <p:nvSpPr>
              <p:cNvPr id="1038" name="Oval 27">
                <a:extLst>
                  <a:ext uri="{FF2B5EF4-FFF2-40B4-BE49-F238E27FC236}">
                    <a16:creationId xmlns:a16="http://schemas.microsoft.com/office/drawing/2014/main" id="{67EEF044-D924-73FC-B2D3-BED59E43816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9" name="Oval 28">
                <a:extLst>
                  <a:ext uri="{FF2B5EF4-FFF2-40B4-BE49-F238E27FC236}">
                    <a16:creationId xmlns:a16="http://schemas.microsoft.com/office/drawing/2014/main" id="{18BDAB03-E8C4-FB7E-51C9-5B1538B36CF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40" name="Group 1039">
            <a:extLst>
              <a:ext uri="{FF2B5EF4-FFF2-40B4-BE49-F238E27FC236}">
                <a16:creationId xmlns:a16="http://schemas.microsoft.com/office/drawing/2014/main" id="{FBDCE000-C39D-0715-8161-83C665B29908}"/>
              </a:ext>
            </a:extLst>
          </p:cNvPr>
          <p:cNvGrpSpPr/>
          <p:nvPr/>
        </p:nvGrpSpPr>
        <p:grpSpPr>
          <a:xfrm>
            <a:off x="2941860" y="2253333"/>
            <a:ext cx="721206" cy="609701"/>
            <a:chOff x="2941860" y="2253333"/>
            <a:chExt cx="721206" cy="609701"/>
          </a:xfrm>
        </p:grpSpPr>
        <p:sp>
          <p:nvSpPr>
            <p:cNvPr id="1041" name="Rectangle 1040">
              <a:extLst>
                <a:ext uri="{FF2B5EF4-FFF2-40B4-BE49-F238E27FC236}">
                  <a16:creationId xmlns:a16="http://schemas.microsoft.com/office/drawing/2014/main" id="{D81B0B26-A817-6025-44C8-58FDF54BEF00}"/>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1042" name="Right Triangle 1041">
              <a:extLst>
                <a:ext uri="{FF2B5EF4-FFF2-40B4-BE49-F238E27FC236}">
                  <a16:creationId xmlns:a16="http://schemas.microsoft.com/office/drawing/2014/main" id="{DA35265B-E9EA-DCA5-DAE1-2F3E8536BD2E}"/>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43" name="Group 1042">
              <a:extLst>
                <a:ext uri="{FF2B5EF4-FFF2-40B4-BE49-F238E27FC236}">
                  <a16:creationId xmlns:a16="http://schemas.microsoft.com/office/drawing/2014/main" id="{E40AD271-CB34-0098-D51E-E84191D8BDE6}"/>
                </a:ext>
              </a:extLst>
            </p:cNvPr>
            <p:cNvGrpSpPr/>
            <p:nvPr/>
          </p:nvGrpSpPr>
          <p:grpSpPr>
            <a:xfrm>
              <a:off x="3611250" y="2264969"/>
              <a:ext cx="37817" cy="61390"/>
              <a:chOff x="3883481" y="2057400"/>
              <a:chExt cx="1608363" cy="2652031"/>
            </a:xfrm>
            <a:solidFill>
              <a:srgbClr val="A6A6A6">
                <a:alpha val="20000"/>
              </a:srgbClr>
            </a:solidFill>
          </p:grpSpPr>
          <p:sp>
            <p:nvSpPr>
              <p:cNvPr id="1044" name="Oval 27">
                <a:extLst>
                  <a:ext uri="{FF2B5EF4-FFF2-40B4-BE49-F238E27FC236}">
                    <a16:creationId xmlns:a16="http://schemas.microsoft.com/office/drawing/2014/main" id="{DE5D5BEA-23F5-D3F9-ADF9-9868C825430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5" name="Oval 28">
                <a:extLst>
                  <a:ext uri="{FF2B5EF4-FFF2-40B4-BE49-F238E27FC236}">
                    <a16:creationId xmlns:a16="http://schemas.microsoft.com/office/drawing/2014/main" id="{52B90A00-978B-61C7-536E-2D420D17EFF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46" name="Group 1045">
            <a:extLst>
              <a:ext uri="{FF2B5EF4-FFF2-40B4-BE49-F238E27FC236}">
                <a16:creationId xmlns:a16="http://schemas.microsoft.com/office/drawing/2014/main" id="{DEFCF18C-7541-361E-12A3-5E3C6DC83C4A}"/>
              </a:ext>
            </a:extLst>
          </p:cNvPr>
          <p:cNvGrpSpPr/>
          <p:nvPr/>
        </p:nvGrpSpPr>
        <p:grpSpPr>
          <a:xfrm>
            <a:off x="4614876" y="2253332"/>
            <a:ext cx="721206" cy="609701"/>
            <a:chOff x="4614876" y="2253332"/>
            <a:chExt cx="721206" cy="609701"/>
          </a:xfrm>
        </p:grpSpPr>
        <p:sp>
          <p:nvSpPr>
            <p:cNvPr id="1047" name="Rectangle 1046">
              <a:extLst>
                <a:ext uri="{FF2B5EF4-FFF2-40B4-BE49-F238E27FC236}">
                  <a16:creationId xmlns:a16="http://schemas.microsoft.com/office/drawing/2014/main" id="{9CC8C0A3-3D36-7C4D-3EE6-69E553314357}"/>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1048" name="Right Triangle 1047">
              <a:extLst>
                <a:ext uri="{FF2B5EF4-FFF2-40B4-BE49-F238E27FC236}">
                  <a16:creationId xmlns:a16="http://schemas.microsoft.com/office/drawing/2014/main" id="{6E004264-0303-2281-1E94-D2FEF268FE7F}"/>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49" name="Group 1048">
              <a:extLst>
                <a:ext uri="{FF2B5EF4-FFF2-40B4-BE49-F238E27FC236}">
                  <a16:creationId xmlns:a16="http://schemas.microsoft.com/office/drawing/2014/main" id="{3524B554-492A-EC57-7EC4-A3CC42B7B03B}"/>
                </a:ext>
              </a:extLst>
            </p:cNvPr>
            <p:cNvGrpSpPr/>
            <p:nvPr/>
          </p:nvGrpSpPr>
          <p:grpSpPr>
            <a:xfrm>
              <a:off x="5280738" y="2264779"/>
              <a:ext cx="37817" cy="61390"/>
              <a:chOff x="3883481" y="2057400"/>
              <a:chExt cx="1608363" cy="2652031"/>
            </a:xfrm>
            <a:solidFill>
              <a:srgbClr val="A6A6A6">
                <a:alpha val="20000"/>
              </a:srgbClr>
            </a:solidFill>
          </p:grpSpPr>
          <p:sp>
            <p:nvSpPr>
              <p:cNvPr id="1050" name="Oval 27">
                <a:extLst>
                  <a:ext uri="{FF2B5EF4-FFF2-40B4-BE49-F238E27FC236}">
                    <a16:creationId xmlns:a16="http://schemas.microsoft.com/office/drawing/2014/main" id="{ACC45919-7B96-63D3-93ED-3CAD9C82B58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51" name="Oval 28">
                <a:extLst>
                  <a:ext uri="{FF2B5EF4-FFF2-40B4-BE49-F238E27FC236}">
                    <a16:creationId xmlns:a16="http://schemas.microsoft.com/office/drawing/2014/main" id="{5CD8A4BA-28AD-05A7-E1DB-340BD766D1C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64" name="Group 1063">
            <a:extLst>
              <a:ext uri="{FF2B5EF4-FFF2-40B4-BE49-F238E27FC236}">
                <a16:creationId xmlns:a16="http://schemas.microsoft.com/office/drawing/2014/main" id="{42CDA463-DD53-8F78-4985-D9EF74885603}"/>
              </a:ext>
            </a:extLst>
          </p:cNvPr>
          <p:cNvGrpSpPr/>
          <p:nvPr/>
        </p:nvGrpSpPr>
        <p:grpSpPr>
          <a:xfrm>
            <a:off x="431659" y="2253337"/>
            <a:ext cx="721895" cy="609700"/>
            <a:chOff x="431659" y="2253337"/>
            <a:chExt cx="721895" cy="609700"/>
          </a:xfrm>
        </p:grpSpPr>
        <p:sp>
          <p:nvSpPr>
            <p:cNvPr id="1065" name="Rectangle 1064">
              <a:hlinkHover r:id="" action="ppaction://noaction" highlightClick="1"/>
              <a:extLst>
                <a:ext uri="{FF2B5EF4-FFF2-40B4-BE49-F238E27FC236}">
                  <a16:creationId xmlns:a16="http://schemas.microsoft.com/office/drawing/2014/main" id="{4B8061B2-1976-F6E7-E69C-DF6A15D71403}"/>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1066" name="Diamond 1065">
              <a:extLst>
                <a:ext uri="{FF2B5EF4-FFF2-40B4-BE49-F238E27FC236}">
                  <a16:creationId xmlns:a16="http://schemas.microsoft.com/office/drawing/2014/main" id="{2A5EE943-F1A6-85E3-CC5F-8C44C78E7273}"/>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7" name="Oval 1066">
              <a:extLst>
                <a:ext uri="{FF2B5EF4-FFF2-40B4-BE49-F238E27FC236}">
                  <a16:creationId xmlns:a16="http://schemas.microsoft.com/office/drawing/2014/main" id="{82A732F6-A6DD-D4C7-20F8-D0BCDD98DF0E}"/>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72" name="Group 1071">
            <a:extLst>
              <a:ext uri="{FF2B5EF4-FFF2-40B4-BE49-F238E27FC236}">
                <a16:creationId xmlns:a16="http://schemas.microsoft.com/office/drawing/2014/main" id="{78918665-404E-AA21-5A7D-46A1137A321D}"/>
              </a:ext>
            </a:extLst>
          </p:cNvPr>
          <p:cNvGrpSpPr/>
          <p:nvPr/>
        </p:nvGrpSpPr>
        <p:grpSpPr>
          <a:xfrm>
            <a:off x="2105348" y="1532276"/>
            <a:ext cx="721206" cy="609701"/>
            <a:chOff x="2105348" y="1532276"/>
            <a:chExt cx="721206" cy="609701"/>
          </a:xfrm>
        </p:grpSpPr>
        <p:sp>
          <p:nvSpPr>
            <p:cNvPr id="1073" name="Rectangle 1072">
              <a:extLst>
                <a:ext uri="{FF2B5EF4-FFF2-40B4-BE49-F238E27FC236}">
                  <a16:creationId xmlns:a16="http://schemas.microsoft.com/office/drawing/2014/main" id="{6A084EE8-39BB-A0AC-7912-C9FDDA74295F}"/>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1074" name="Rectangle 1073">
              <a:extLst>
                <a:ext uri="{FF2B5EF4-FFF2-40B4-BE49-F238E27FC236}">
                  <a16:creationId xmlns:a16="http://schemas.microsoft.com/office/drawing/2014/main" id="{E235D51F-6FB7-A114-7060-6482461444CA}"/>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5" name="Oval 15">
              <a:extLst>
                <a:ext uri="{FF2B5EF4-FFF2-40B4-BE49-F238E27FC236}">
                  <a16:creationId xmlns:a16="http://schemas.microsoft.com/office/drawing/2014/main" id="{66008BC1-4073-5426-A1A8-5E1E989FD784}"/>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76" name="Straight Connector 1075">
              <a:extLst>
                <a:ext uri="{FF2B5EF4-FFF2-40B4-BE49-F238E27FC236}">
                  <a16:creationId xmlns:a16="http://schemas.microsoft.com/office/drawing/2014/main" id="{4F437E6E-0D19-24B6-772D-CE9FC8FEBE57}"/>
                </a:ext>
              </a:extLst>
            </p:cNvPr>
            <p:cNvCxnSpPr>
              <a:cxnSpLocks/>
              <a:stCxn id="1075"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077" name="Straight Connector 1076">
              <a:extLst>
                <a:ext uri="{FF2B5EF4-FFF2-40B4-BE49-F238E27FC236}">
                  <a16:creationId xmlns:a16="http://schemas.microsoft.com/office/drawing/2014/main" id="{233CD2B7-0109-55B8-C756-863682611A72}"/>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78" name="Group 1077">
            <a:extLst>
              <a:ext uri="{FF2B5EF4-FFF2-40B4-BE49-F238E27FC236}">
                <a16:creationId xmlns:a16="http://schemas.microsoft.com/office/drawing/2014/main" id="{7C422298-24FC-492D-DCE7-1DDD301597A2}"/>
              </a:ext>
            </a:extLst>
          </p:cNvPr>
          <p:cNvGrpSpPr/>
          <p:nvPr/>
        </p:nvGrpSpPr>
        <p:grpSpPr>
          <a:xfrm>
            <a:off x="431659" y="1532283"/>
            <a:ext cx="721891" cy="610032"/>
            <a:chOff x="431659" y="1532283"/>
            <a:chExt cx="721891" cy="610032"/>
          </a:xfrm>
        </p:grpSpPr>
        <p:sp>
          <p:nvSpPr>
            <p:cNvPr id="1079" name="Rectangle 1078">
              <a:extLst>
                <a:ext uri="{FF2B5EF4-FFF2-40B4-BE49-F238E27FC236}">
                  <a16:creationId xmlns:a16="http://schemas.microsoft.com/office/drawing/2014/main" id="{1E7186C3-247A-D3A9-A046-E4FC53618590}"/>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1080" name="Right Triangle 1079">
              <a:extLst>
                <a:ext uri="{FF2B5EF4-FFF2-40B4-BE49-F238E27FC236}">
                  <a16:creationId xmlns:a16="http://schemas.microsoft.com/office/drawing/2014/main" id="{A8471B49-8213-311A-65D2-216AB2926D82}"/>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81" name="Group 1080">
              <a:extLst>
                <a:ext uri="{FF2B5EF4-FFF2-40B4-BE49-F238E27FC236}">
                  <a16:creationId xmlns:a16="http://schemas.microsoft.com/office/drawing/2014/main" id="{C6892815-EA83-117E-9BA5-23175B793755}"/>
                </a:ext>
              </a:extLst>
            </p:cNvPr>
            <p:cNvGrpSpPr/>
            <p:nvPr/>
          </p:nvGrpSpPr>
          <p:grpSpPr>
            <a:xfrm>
              <a:off x="1102940" y="1538374"/>
              <a:ext cx="37817" cy="61390"/>
              <a:chOff x="3883481" y="2057400"/>
              <a:chExt cx="1608363" cy="2652031"/>
            </a:xfrm>
            <a:solidFill>
              <a:srgbClr val="A6A6A6">
                <a:alpha val="20000"/>
              </a:srgbClr>
            </a:solidFill>
          </p:grpSpPr>
          <p:sp>
            <p:nvSpPr>
              <p:cNvPr id="1082" name="Oval 27">
                <a:extLst>
                  <a:ext uri="{FF2B5EF4-FFF2-40B4-BE49-F238E27FC236}">
                    <a16:creationId xmlns:a16="http://schemas.microsoft.com/office/drawing/2014/main" id="{13A282A4-6666-4CE5-C8FE-C5AF6275010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83" name="Oval 28">
                <a:extLst>
                  <a:ext uri="{FF2B5EF4-FFF2-40B4-BE49-F238E27FC236}">
                    <a16:creationId xmlns:a16="http://schemas.microsoft.com/office/drawing/2014/main" id="{BCACF0AF-4E96-5AAF-39A6-C996384F345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84" name="Group 1083">
            <a:extLst>
              <a:ext uri="{FF2B5EF4-FFF2-40B4-BE49-F238E27FC236}">
                <a16:creationId xmlns:a16="http://schemas.microsoft.com/office/drawing/2014/main" id="{9774DE78-BE2D-06E6-E68A-58B517799F35}"/>
              </a:ext>
            </a:extLst>
          </p:cNvPr>
          <p:cNvGrpSpPr/>
          <p:nvPr/>
        </p:nvGrpSpPr>
        <p:grpSpPr>
          <a:xfrm>
            <a:off x="1268843" y="1532283"/>
            <a:ext cx="721206" cy="610032"/>
            <a:chOff x="1268843" y="1532283"/>
            <a:chExt cx="721206" cy="610032"/>
          </a:xfrm>
        </p:grpSpPr>
        <p:sp>
          <p:nvSpPr>
            <p:cNvPr id="1085" name="Rectangle 1084">
              <a:extLst>
                <a:ext uri="{FF2B5EF4-FFF2-40B4-BE49-F238E27FC236}">
                  <a16:creationId xmlns:a16="http://schemas.microsoft.com/office/drawing/2014/main" id="{23CA7CB0-5232-DA93-9ADD-331C95A38075}"/>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1086" name="Right Triangle 1085">
              <a:extLst>
                <a:ext uri="{FF2B5EF4-FFF2-40B4-BE49-F238E27FC236}">
                  <a16:creationId xmlns:a16="http://schemas.microsoft.com/office/drawing/2014/main" id="{B610A0BE-A55C-ECEB-2737-B374A91A7181}"/>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87" name="Group 1086">
              <a:extLst>
                <a:ext uri="{FF2B5EF4-FFF2-40B4-BE49-F238E27FC236}">
                  <a16:creationId xmlns:a16="http://schemas.microsoft.com/office/drawing/2014/main" id="{DCBA6D9B-B3C8-2D3F-C4EB-70F3A554ECEC}"/>
                </a:ext>
              </a:extLst>
            </p:cNvPr>
            <p:cNvGrpSpPr/>
            <p:nvPr/>
          </p:nvGrpSpPr>
          <p:grpSpPr>
            <a:xfrm>
              <a:off x="1939436" y="1538374"/>
              <a:ext cx="37817" cy="61390"/>
              <a:chOff x="3883481" y="2057400"/>
              <a:chExt cx="1608363" cy="2652031"/>
            </a:xfrm>
            <a:solidFill>
              <a:srgbClr val="A6A6A6">
                <a:alpha val="20000"/>
              </a:srgbClr>
            </a:solidFill>
          </p:grpSpPr>
          <p:sp>
            <p:nvSpPr>
              <p:cNvPr id="1088" name="Oval 27">
                <a:extLst>
                  <a:ext uri="{FF2B5EF4-FFF2-40B4-BE49-F238E27FC236}">
                    <a16:creationId xmlns:a16="http://schemas.microsoft.com/office/drawing/2014/main" id="{8F42206B-F5B3-2841-BCE8-081AEAF6599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89" name="Oval 28">
                <a:extLst>
                  <a:ext uri="{FF2B5EF4-FFF2-40B4-BE49-F238E27FC236}">
                    <a16:creationId xmlns:a16="http://schemas.microsoft.com/office/drawing/2014/main" id="{E96FD3B9-29FD-6CDD-414C-94207EB475E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96" name="Group 1095">
            <a:extLst>
              <a:ext uri="{FF2B5EF4-FFF2-40B4-BE49-F238E27FC236}">
                <a16:creationId xmlns:a16="http://schemas.microsoft.com/office/drawing/2014/main" id="{238278B6-8FC4-595A-DCD5-C0488B3A1D80}"/>
              </a:ext>
            </a:extLst>
          </p:cNvPr>
          <p:cNvGrpSpPr/>
          <p:nvPr/>
        </p:nvGrpSpPr>
        <p:grpSpPr>
          <a:xfrm>
            <a:off x="5454379" y="2974054"/>
            <a:ext cx="721206" cy="649846"/>
            <a:chOff x="5454379" y="2974054"/>
            <a:chExt cx="721206" cy="649846"/>
          </a:xfrm>
        </p:grpSpPr>
        <p:sp>
          <p:nvSpPr>
            <p:cNvPr id="1097" name="Rectangle 1096">
              <a:extLst>
                <a:ext uri="{FF2B5EF4-FFF2-40B4-BE49-F238E27FC236}">
                  <a16:creationId xmlns:a16="http://schemas.microsoft.com/office/drawing/2014/main" id="{A77CC6E1-F5E5-93A7-C255-9DD39C8BF01D}"/>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1098" name="Rectangle 1097">
              <a:extLst>
                <a:ext uri="{FF2B5EF4-FFF2-40B4-BE49-F238E27FC236}">
                  <a16:creationId xmlns:a16="http://schemas.microsoft.com/office/drawing/2014/main" id="{12329843-C034-DB8C-D905-4E085638A786}"/>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99" name="Oval 15">
              <a:extLst>
                <a:ext uri="{FF2B5EF4-FFF2-40B4-BE49-F238E27FC236}">
                  <a16:creationId xmlns:a16="http://schemas.microsoft.com/office/drawing/2014/main" id="{CF894DED-0B53-82CF-B9EF-F133A6246A9C}"/>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00" name="Straight Connector 1099">
              <a:extLst>
                <a:ext uri="{FF2B5EF4-FFF2-40B4-BE49-F238E27FC236}">
                  <a16:creationId xmlns:a16="http://schemas.microsoft.com/office/drawing/2014/main" id="{592A8A20-EDA6-E1C8-848D-347010948C35}"/>
                </a:ext>
              </a:extLst>
            </p:cNvPr>
            <p:cNvCxnSpPr>
              <a:cxnSpLocks/>
              <a:stCxn id="1099"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01" name="Straight Connector 1100">
              <a:extLst>
                <a:ext uri="{FF2B5EF4-FFF2-40B4-BE49-F238E27FC236}">
                  <a16:creationId xmlns:a16="http://schemas.microsoft.com/office/drawing/2014/main" id="{3F69F39D-DA1C-AE8A-8CB0-26EAD01DC1EF}"/>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02" name="Group 1101">
            <a:extLst>
              <a:ext uri="{FF2B5EF4-FFF2-40B4-BE49-F238E27FC236}">
                <a16:creationId xmlns:a16="http://schemas.microsoft.com/office/drawing/2014/main" id="{78CCD3EB-B3F3-144D-9DB9-0B2390DE4085}"/>
              </a:ext>
            </a:extLst>
          </p:cNvPr>
          <p:cNvGrpSpPr/>
          <p:nvPr/>
        </p:nvGrpSpPr>
        <p:grpSpPr>
          <a:xfrm>
            <a:off x="431659" y="2974054"/>
            <a:ext cx="721891" cy="609701"/>
            <a:chOff x="431659" y="2974054"/>
            <a:chExt cx="721891" cy="609701"/>
          </a:xfrm>
        </p:grpSpPr>
        <p:sp>
          <p:nvSpPr>
            <p:cNvPr id="1103" name="Rectangle 1102">
              <a:extLst>
                <a:ext uri="{FF2B5EF4-FFF2-40B4-BE49-F238E27FC236}">
                  <a16:creationId xmlns:a16="http://schemas.microsoft.com/office/drawing/2014/main" id="{25BFC93B-B7BB-1999-AFBD-6CE258F798F2}"/>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1104" name="Right Triangle 1103">
              <a:extLst>
                <a:ext uri="{FF2B5EF4-FFF2-40B4-BE49-F238E27FC236}">
                  <a16:creationId xmlns:a16="http://schemas.microsoft.com/office/drawing/2014/main" id="{2C60BBCE-1E1F-D45A-2569-02BC19C56F59}"/>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05" name="Group 1104">
              <a:extLst>
                <a:ext uri="{FF2B5EF4-FFF2-40B4-BE49-F238E27FC236}">
                  <a16:creationId xmlns:a16="http://schemas.microsoft.com/office/drawing/2014/main" id="{07112FFC-506A-2AE6-021D-89B22270A3EA}"/>
                </a:ext>
              </a:extLst>
            </p:cNvPr>
            <p:cNvGrpSpPr/>
            <p:nvPr/>
          </p:nvGrpSpPr>
          <p:grpSpPr>
            <a:xfrm>
              <a:off x="1102940" y="2981762"/>
              <a:ext cx="37817" cy="61390"/>
              <a:chOff x="3883481" y="2057400"/>
              <a:chExt cx="1608363" cy="2652031"/>
            </a:xfrm>
            <a:solidFill>
              <a:srgbClr val="A6A6A6">
                <a:alpha val="20000"/>
              </a:srgbClr>
            </a:solidFill>
          </p:grpSpPr>
          <p:sp>
            <p:nvSpPr>
              <p:cNvPr id="1106" name="Oval 27">
                <a:extLst>
                  <a:ext uri="{FF2B5EF4-FFF2-40B4-BE49-F238E27FC236}">
                    <a16:creationId xmlns:a16="http://schemas.microsoft.com/office/drawing/2014/main" id="{8C7CF6CD-3807-6472-56D0-F4D22BC92F4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07" name="Oval 28">
                <a:extLst>
                  <a:ext uri="{FF2B5EF4-FFF2-40B4-BE49-F238E27FC236}">
                    <a16:creationId xmlns:a16="http://schemas.microsoft.com/office/drawing/2014/main" id="{5D4ACFB7-D823-33C5-4299-7AC4267A711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14" name="Group 1113">
            <a:extLst>
              <a:ext uri="{FF2B5EF4-FFF2-40B4-BE49-F238E27FC236}">
                <a16:creationId xmlns:a16="http://schemas.microsoft.com/office/drawing/2014/main" id="{2AC40717-E272-7AD4-B527-A5AE38D3281F}"/>
              </a:ext>
            </a:extLst>
          </p:cNvPr>
          <p:cNvGrpSpPr/>
          <p:nvPr/>
        </p:nvGrpSpPr>
        <p:grpSpPr>
          <a:xfrm>
            <a:off x="2940469" y="2974031"/>
            <a:ext cx="721206" cy="613175"/>
            <a:chOff x="2940469" y="2974031"/>
            <a:chExt cx="721206" cy="613175"/>
          </a:xfrm>
        </p:grpSpPr>
        <p:sp>
          <p:nvSpPr>
            <p:cNvPr id="1115" name="Rectangle 1114">
              <a:extLst>
                <a:ext uri="{FF2B5EF4-FFF2-40B4-BE49-F238E27FC236}">
                  <a16:creationId xmlns:a16="http://schemas.microsoft.com/office/drawing/2014/main" id="{DE31BBF5-E73D-7D3E-2C1A-2765D6EB35E1}"/>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1116" name="Right Triangle 1115">
              <a:extLst>
                <a:ext uri="{FF2B5EF4-FFF2-40B4-BE49-F238E27FC236}">
                  <a16:creationId xmlns:a16="http://schemas.microsoft.com/office/drawing/2014/main" id="{EFDB5E06-532E-9BD0-41A5-1F8147DE6190}"/>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17" name="Group 1116">
              <a:extLst>
                <a:ext uri="{FF2B5EF4-FFF2-40B4-BE49-F238E27FC236}">
                  <a16:creationId xmlns:a16="http://schemas.microsoft.com/office/drawing/2014/main" id="{18590294-D429-D485-7CB0-B473F124E523}"/>
                </a:ext>
              </a:extLst>
            </p:cNvPr>
            <p:cNvGrpSpPr/>
            <p:nvPr/>
          </p:nvGrpSpPr>
          <p:grpSpPr>
            <a:xfrm>
              <a:off x="3610502" y="2980132"/>
              <a:ext cx="37817" cy="61390"/>
              <a:chOff x="3883481" y="2057400"/>
              <a:chExt cx="1608363" cy="2652031"/>
            </a:xfrm>
            <a:solidFill>
              <a:srgbClr val="A6A6A6">
                <a:alpha val="20000"/>
              </a:srgbClr>
            </a:solidFill>
          </p:grpSpPr>
          <p:sp>
            <p:nvSpPr>
              <p:cNvPr id="1118" name="Oval 27">
                <a:extLst>
                  <a:ext uri="{FF2B5EF4-FFF2-40B4-BE49-F238E27FC236}">
                    <a16:creationId xmlns:a16="http://schemas.microsoft.com/office/drawing/2014/main" id="{3D0EADA6-FB8F-994C-49D5-D505971C76F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19" name="Oval 28">
                <a:extLst>
                  <a:ext uri="{FF2B5EF4-FFF2-40B4-BE49-F238E27FC236}">
                    <a16:creationId xmlns:a16="http://schemas.microsoft.com/office/drawing/2014/main" id="{0C307C69-4A30-F17F-215E-629F97433C5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20" name="Group 1119">
            <a:extLst>
              <a:ext uri="{FF2B5EF4-FFF2-40B4-BE49-F238E27FC236}">
                <a16:creationId xmlns:a16="http://schemas.microsoft.com/office/drawing/2014/main" id="{55E56706-88A8-B84F-DF8F-AA2F99C7FB90}"/>
              </a:ext>
            </a:extLst>
          </p:cNvPr>
          <p:cNvGrpSpPr/>
          <p:nvPr/>
        </p:nvGrpSpPr>
        <p:grpSpPr>
          <a:xfrm>
            <a:off x="1268380" y="2974053"/>
            <a:ext cx="721206" cy="609701"/>
            <a:chOff x="1268380" y="2974053"/>
            <a:chExt cx="721206" cy="609701"/>
          </a:xfrm>
        </p:grpSpPr>
        <p:sp>
          <p:nvSpPr>
            <p:cNvPr id="1121" name="Rectangle 1120">
              <a:extLst>
                <a:ext uri="{FF2B5EF4-FFF2-40B4-BE49-F238E27FC236}">
                  <a16:creationId xmlns:a16="http://schemas.microsoft.com/office/drawing/2014/main" id="{A1047D71-2648-E424-63E8-E72EE7E79DE3}"/>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1122" name="Right Triangle 1121">
              <a:extLst>
                <a:ext uri="{FF2B5EF4-FFF2-40B4-BE49-F238E27FC236}">
                  <a16:creationId xmlns:a16="http://schemas.microsoft.com/office/drawing/2014/main" id="{5494DA5B-F755-7077-26F2-9D96E85CA30D}"/>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23" name="Group 1122">
              <a:extLst>
                <a:ext uri="{FF2B5EF4-FFF2-40B4-BE49-F238E27FC236}">
                  <a16:creationId xmlns:a16="http://schemas.microsoft.com/office/drawing/2014/main" id="{29602B9C-CB58-BEB4-8F85-A0746B5415D8}"/>
                </a:ext>
              </a:extLst>
            </p:cNvPr>
            <p:cNvGrpSpPr/>
            <p:nvPr/>
          </p:nvGrpSpPr>
          <p:grpSpPr>
            <a:xfrm>
              <a:off x="1938973" y="2986452"/>
              <a:ext cx="37817" cy="61390"/>
              <a:chOff x="3883481" y="2057400"/>
              <a:chExt cx="1608363" cy="2652031"/>
            </a:xfrm>
            <a:solidFill>
              <a:srgbClr val="A6A6A6">
                <a:alpha val="20000"/>
              </a:srgbClr>
            </a:solidFill>
          </p:grpSpPr>
          <p:sp>
            <p:nvSpPr>
              <p:cNvPr id="1124" name="Oval 27">
                <a:extLst>
                  <a:ext uri="{FF2B5EF4-FFF2-40B4-BE49-F238E27FC236}">
                    <a16:creationId xmlns:a16="http://schemas.microsoft.com/office/drawing/2014/main" id="{A0EE9D0A-783F-78B3-5832-8A8079FDBF4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5" name="Oval 28">
                <a:extLst>
                  <a:ext uri="{FF2B5EF4-FFF2-40B4-BE49-F238E27FC236}">
                    <a16:creationId xmlns:a16="http://schemas.microsoft.com/office/drawing/2014/main" id="{31550842-47ED-18B0-88FC-249FB44ACDE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26" name="Group 1125">
            <a:extLst>
              <a:ext uri="{FF2B5EF4-FFF2-40B4-BE49-F238E27FC236}">
                <a16:creationId xmlns:a16="http://schemas.microsoft.com/office/drawing/2014/main" id="{DDE4C639-A865-5C0D-422D-0F7B6BD7F73F}"/>
              </a:ext>
            </a:extLst>
          </p:cNvPr>
          <p:cNvGrpSpPr/>
          <p:nvPr/>
        </p:nvGrpSpPr>
        <p:grpSpPr>
          <a:xfrm>
            <a:off x="2938534" y="811556"/>
            <a:ext cx="721206" cy="609701"/>
            <a:chOff x="2938534" y="811556"/>
            <a:chExt cx="721206" cy="609701"/>
          </a:xfrm>
        </p:grpSpPr>
        <p:sp>
          <p:nvSpPr>
            <p:cNvPr id="1127" name="Rectangle 1126">
              <a:extLst>
                <a:ext uri="{FF2B5EF4-FFF2-40B4-BE49-F238E27FC236}">
                  <a16:creationId xmlns:a16="http://schemas.microsoft.com/office/drawing/2014/main" id="{46AA7A4F-156B-ACFD-DFEF-DAF8D6C61F9D}"/>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1128" name="Rectangle 1127">
              <a:extLst>
                <a:ext uri="{FF2B5EF4-FFF2-40B4-BE49-F238E27FC236}">
                  <a16:creationId xmlns:a16="http://schemas.microsoft.com/office/drawing/2014/main" id="{8665BC32-B4F2-A7A5-A974-A222857CF305}"/>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9" name="Oval 15">
              <a:extLst>
                <a:ext uri="{FF2B5EF4-FFF2-40B4-BE49-F238E27FC236}">
                  <a16:creationId xmlns:a16="http://schemas.microsoft.com/office/drawing/2014/main" id="{0660AE5B-1E81-E924-BF92-F2AC77BA4D21}"/>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30" name="Straight Connector 1129">
              <a:extLst>
                <a:ext uri="{FF2B5EF4-FFF2-40B4-BE49-F238E27FC236}">
                  <a16:creationId xmlns:a16="http://schemas.microsoft.com/office/drawing/2014/main" id="{418D180E-C2F5-22DB-06D1-7AA4CE3E9732}"/>
                </a:ext>
              </a:extLst>
            </p:cNvPr>
            <p:cNvCxnSpPr>
              <a:cxnSpLocks/>
              <a:stCxn id="1129"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31" name="Straight Connector 1130">
              <a:extLst>
                <a:ext uri="{FF2B5EF4-FFF2-40B4-BE49-F238E27FC236}">
                  <a16:creationId xmlns:a16="http://schemas.microsoft.com/office/drawing/2014/main" id="{C1D79FE5-BE9F-FB81-E473-69AFFE90321D}"/>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38" name="Group 1137">
            <a:extLst>
              <a:ext uri="{FF2B5EF4-FFF2-40B4-BE49-F238E27FC236}">
                <a16:creationId xmlns:a16="http://schemas.microsoft.com/office/drawing/2014/main" id="{26FCD6F3-FA69-948F-1350-29FCA8DCC469}"/>
              </a:ext>
            </a:extLst>
          </p:cNvPr>
          <p:cNvGrpSpPr/>
          <p:nvPr/>
        </p:nvGrpSpPr>
        <p:grpSpPr>
          <a:xfrm>
            <a:off x="431659" y="811556"/>
            <a:ext cx="721206" cy="609701"/>
            <a:chOff x="431659" y="811556"/>
            <a:chExt cx="721206" cy="609701"/>
          </a:xfrm>
        </p:grpSpPr>
        <p:sp>
          <p:nvSpPr>
            <p:cNvPr id="1139" name="Rectangle 1138">
              <a:extLst>
                <a:ext uri="{FF2B5EF4-FFF2-40B4-BE49-F238E27FC236}">
                  <a16:creationId xmlns:a16="http://schemas.microsoft.com/office/drawing/2014/main" id="{F7125A57-82D5-7AFE-A785-8685ED19AF2A}"/>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1140" name="Right Triangle 1139">
              <a:extLst>
                <a:ext uri="{FF2B5EF4-FFF2-40B4-BE49-F238E27FC236}">
                  <a16:creationId xmlns:a16="http://schemas.microsoft.com/office/drawing/2014/main" id="{F81D61EA-0036-405C-267F-EA710ECD6334}"/>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41" name="Group 1140">
              <a:extLst>
                <a:ext uri="{FF2B5EF4-FFF2-40B4-BE49-F238E27FC236}">
                  <a16:creationId xmlns:a16="http://schemas.microsoft.com/office/drawing/2014/main" id="{7C1B4B52-B928-FCC7-E496-59C595CC546C}"/>
                </a:ext>
              </a:extLst>
            </p:cNvPr>
            <p:cNvGrpSpPr/>
            <p:nvPr/>
          </p:nvGrpSpPr>
          <p:grpSpPr>
            <a:xfrm>
              <a:off x="1100969" y="819591"/>
              <a:ext cx="37817" cy="61390"/>
              <a:chOff x="3883481" y="2057400"/>
              <a:chExt cx="1608363" cy="2652031"/>
            </a:xfrm>
            <a:solidFill>
              <a:srgbClr val="A6A6A6">
                <a:alpha val="20000"/>
              </a:srgbClr>
            </a:solidFill>
          </p:grpSpPr>
          <p:sp>
            <p:nvSpPr>
              <p:cNvPr id="1142" name="Oval 27">
                <a:extLst>
                  <a:ext uri="{FF2B5EF4-FFF2-40B4-BE49-F238E27FC236}">
                    <a16:creationId xmlns:a16="http://schemas.microsoft.com/office/drawing/2014/main" id="{16794F48-0448-A10A-3956-754F000C564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43" name="Oval 28">
                <a:extLst>
                  <a:ext uri="{FF2B5EF4-FFF2-40B4-BE49-F238E27FC236}">
                    <a16:creationId xmlns:a16="http://schemas.microsoft.com/office/drawing/2014/main" id="{101FC98C-E1E8-78D1-5908-92D71A47F88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44" name="Group 1143">
            <a:extLst>
              <a:ext uri="{FF2B5EF4-FFF2-40B4-BE49-F238E27FC236}">
                <a16:creationId xmlns:a16="http://schemas.microsoft.com/office/drawing/2014/main" id="{C9715164-F1A6-2C53-2F13-44C2F8779835}"/>
              </a:ext>
            </a:extLst>
          </p:cNvPr>
          <p:cNvGrpSpPr/>
          <p:nvPr/>
        </p:nvGrpSpPr>
        <p:grpSpPr>
          <a:xfrm>
            <a:off x="1267285" y="811556"/>
            <a:ext cx="721206" cy="609701"/>
            <a:chOff x="1267285" y="811556"/>
            <a:chExt cx="721206" cy="609701"/>
          </a:xfrm>
        </p:grpSpPr>
        <p:sp>
          <p:nvSpPr>
            <p:cNvPr id="1145" name="Rectangle 1144">
              <a:extLst>
                <a:ext uri="{FF2B5EF4-FFF2-40B4-BE49-F238E27FC236}">
                  <a16:creationId xmlns:a16="http://schemas.microsoft.com/office/drawing/2014/main" id="{8D15AE4E-766F-0A23-4C90-6D046D8A6803}"/>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1146" name="Right Triangle 1145">
              <a:extLst>
                <a:ext uri="{FF2B5EF4-FFF2-40B4-BE49-F238E27FC236}">
                  <a16:creationId xmlns:a16="http://schemas.microsoft.com/office/drawing/2014/main" id="{0B48C448-998F-60D1-D85D-96535DA8EE6C}"/>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47" name="Group 1146">
              <a:extLst>
                <a:ext uri="{FF2B5EF4-FFF2-40B4-BE49-F238E27FC236}">
                  <a16:creationId xmlns:a16="http://schemas.microsoft.com/office/drawing/2014/main" id="{712311E0-FC5A-6DE8-F104-0CE43A6E152E}"/>
                </a:ext>
              </a:extLst>
            </p:cNvPr>
            <p:cNvGrpSpPr/>
            <p:nvPr/>
          </p:nvGrpSpPr>
          <p:grpSpPr>
            <a:xfrm>
              <a:off x="1937878" y="819591"/>
              <a:ext cx="37817" cy="61390"/>
              <a:chOff x="3883481" y="2057400"/>
              <a:chExt cx="1608363" cy="2652031"/>
            </a:xfrm>
            <a:solidFill>
              <a:srgbClr val="A6A6A6">
                <a:alpha val="20000"/>
              </a:srgbClr>
            </a:solidFill>
          </p:grpSpPr>
          <p:sp>
            <p:nvSpPr>
              <p:cNvPr id="1148" name="Oval 27">
                <a:extLst>
                  <a:ext uri="{FF2B5EF4-FFF2-40B4-BE49-F238E27FC236}">
                    <a16:creationId xmlns:a16="http://schemas.microsoft.com/office/drawing/2014/main" id="{F9285A69-8FCE-36FD-B021-ADC3469B352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49" name="Oval 28">
                <a:extLst>
                  <a:ext uri="{FF2B5EF4-FFF2-40B4-BE49-F238E27FC236}">
                    <a16:creationId xmlns:a16="http://schemas.microsoft.com/office/drawing/2014/main" id="{03487C30-897F-2D35-83E2-EECA25F8C8E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56" name="Group 1155">
            <a:extLst>
              <a:ext uri="{FF2B5EF4-FFF2-40B4-BE49-F238E27FC236}">
                <a16:creationId xmlns:a16="http://schemas.microsoft.com/office/drawing/2014/main" id="{3D8D2FC2-2E8C-E20B-2E6D-22DD967B9B99}"/>
              </a:ext>
            </a:extLst>
          </p:cNvPr>
          <p:cNvGrpSpPr/>
          <p:nvPr/>
        </p:nvGrpSpPr>
        <p:grpSpPr>
          <a:xfrm>
            <a:off x="2889438" y="751337"/>
            <a:ext cx="5022643" cy="5001728"/>
            <a:chOff x="2889438" y="751337"/>
            <a:chExt cx="5022643" cy="5001728"/>
          </a:xfrm>
        </p:grpSpPr>
        <p:cxnSp>
          <p:nvCxnSpPr>
            <p:cNvPr id="1157" name="Straight Connector 1156">
              <a:extLst>
                <a:ext uri="{FF2B5EF4-FFF2-40B4-BE49-F238E27FC236}">
                  <a16:creationId xmlns:a16="http://schemas.microsoft.com/office/drawing/2014/main" id="{F328A09B-0C69-FCCB-0EDA-A4271F5B8C5D}"/>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58" name="Straight Connector 1157">
              <a:extLst>
                <a:ext uri="{FF2B5EF4-FFF2-40B4-BE49-F238E27FC236}">
                  <a16:creationId xmlns:a16="http://schemas.microsoft.com/office/drawing/2014/main" id="{A76AF906-4F46-C349-3CDA-15C746678872}"/>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59" name="Straight Connector 1158">
              <a:extLst>
                <a:ext uri="{FF2B5EF4-FFF2-40B4-BE49-F238E27FC236}">
                  <a16:creationId xmlns:a16="http://schemas.microsoft.com/office/drawing/2014/main" id="{9A7DCA2D-AC5E-6F89-6F39-D1FD230AB320}"/>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60" name="Straight Connector 1159">
              <a:extLst>
                <a:ext uri="{FF2B5EF4-FFF2-40B4-BE49-F238E27FC236}">
                  <a16:creationId xmlns:a16="http://schemas.microsoft.com/office/drawing/2014/main" id="{B680147F-C7F1-84A3-5E20-4EBDE3017F32}"/>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61" name="Straight Connector 1160">
              <a:extLst>
                <a:ext uri="{FF2B5EF4-FFF2-40B4-BE49-F238E27FC236}">
                  <a16:creationId xmlns:a16="http://schemas.microsoft.com/office/drawing/2014/main" id="{AB7F56D5-7DB2-0214-0E18-D7525B268CA3}"/>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62" name="Straight Connector 1161">
              <a:extLst>
                <a:ext uri="{FF2B5EF4-FFF2-40B4-BE49-F238E27FC236}">
                  <a16:creationId xmlns:a16="http://schemas.microsoft.com/office/drawing/2014/main" id="{5202A2FD-492D-DAFD-F9D2-6C0CFAB610E9}"/>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63" name="Straight Connector 1162">
              <a:extLst>
                <a:ext uri="{FF2B5EF4-FFF2-40B4-BE49-F238E27FC236}">
                  <a16:creationId xmlns:a16="http://schemas.microsoft.com/office/drawing/2014/main" id="{DC7827C0-87D3-66CC-7B5A-2074A0FAD656}"/>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64" name="Straight Connector 1163">
              <a:extLst>
                <a:ext uri="{FF2B5EF4-FFF2-40B4-BE49-F238E27FC236}">
                  <a16:creationId xmlns:a16="http://schemas.microsoft.com/office/drawing/2014/main" id="{2C0AB4AF-DF1A-A3B2-42DC-DB6EF7B42359}"/>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65" name="Straight Connector 1164">
              <a:extLst>
                <a:ext uri="{FF2B5EF4-FFF2-40B4-BE49-F238E27FC236}">
                  <a16:creationId xmlns:a16="http://schemas.microsoft.com/office/drawing/2014/main" id="{8FF7CD68-62B5-8829-14D6-27D07BBBBC72}"/>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66" name="Straight Connector 1165">
              <a:extLst>
                <a:ext uri="{FF2B5EF4-FFF2-40B4-BE49-F238E27FC236}">
                  <a16:creationId xmlns:a16="http://schemas.microsoft.com/office/drawing/2014/main" id="{82F88931-67D3-AA72-3F3F-AAC7DCA1F294}"/>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192" name="Group 1191">
            <a:extLst>
              <a:ext uri="{FF2B5EF4-FFF2-40B4-BE49-F238E27FC236}">
                <a16:creationId xmlns:a16="http://schemas.microsoft.com/office/drawing/2014/main" id="{E1E86CDB-6538-C86E-6AB0-731F18BAEE21}"/>
              </a:ext>
            </a:extLst>
          </p:cNvPr>
          <p:cNvGrpSpPr/>
          <p:nvPr/>
        </p:nvGrpSpPr>
        <p:grpSpPr>
          <a:xfrm>
            <a:off x="2937173" y="4419601"/>
            <a:ext cx="721206" cy="610396"/>
            <a:chOff x="2937173" y="4419601"/>
            <a:chExt cx="721206" cy="610396"/>
          </a:xfrm>
        </p:grpSpPr>
        <p:sp>
          <p:nvSpPr>
            <p:cNvPr id="1193" name="Rectangle 1192">
              <a:extLst>
                <a:ext uri="{FF2B5EF4-FFF2-40B4-BE49-F238E27FC236}">
                  <a16:creationId xmlns:a16="http://schemas.microsoft.com/office/drawing/2014/main" id="{BF65EA23-D4E1-5BAB-89DB-B9AFC9F9297B}"/>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1194" name="Right Triangle 1193">
              <a:extLst>
                <a:ext uri="{FF2B5EF4-FFF2-40B4-BE49-F238E27FC236}">
                  <a16:creationId xmlns:a16="http://schemas.microsoft.com/office/drawing/2014/main" id="{0DEB4A54-0871-6CFF-28A4-9B8B2E3D14A2}"/>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95" name="Group 1194">
              <a:extLst>
                <a:ext uri="{FF2B5EF4-FFF2-40B4-BE49-F238E27FC236}">
                  <a16:creationId xmlns:a16="http://schemas.microsoft.com/office/drawing/2014/main" id="{2CF30670-7925-7B7A-91E7-D26398535C89}"/>
                </a:ext>
              </a:extLst>
            </p:cNvPr>
            <p:cNvGrpSpPr/>
            <p:nvPr/>
          </p:nvGrpSpPr>
          <p:grpSpPr>
            <a:xfrm>
              <a:off x="3607766" y="4425699"/>
              <a:ext cx="37817" cy="61390"/>
              <a:chOff x="3883481" y="2057400"/>
              <a:chExt cx="1608363" cy="2652031"/>
            </a:xfrm>
            <a:solidFill>
              <a:srgbClr val="A6A6A6">
                <a:alpha val="20000"/>
              </a:srgbClr>
            </a:solidFill>
          </p:grpSpPr>
          <p:sp>
            <p:nvSpPr>
              <p:cNvPr id="1196" name="Oval 27">
                <a:extLst>
                  <a:ext uri="{FF2B5EF4-FFF2-40B4-BE49-F238E27FC236}">
                    <a16:creationId xmlns:a16="http://schemas.microsoft.com/office/drawing/2014/main" id="{85737739-A886-29DF-2FFB-1049247C99F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97" name="Oval 28">
                <a:extLst>
                  <a:ext uri="{FF2B5EF4-FFF2-40B4-BE49-F238E27FC236}">
                    <a16:creationId xmlns:a16="http://schemas.microsoft.com/office/drawing/2014/main" id="{79EEEDA2-BFEA-92AE-552D-70BFAF8835A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22" name="Group 1221">
            <a:extLst>
              <a:ext uri="{FF2B5EF4-FFF2-40B4-BE49-F238E27FC236}">
                <a16:creationId xmlns:a16="http://schemas.microsoft.com/office/drawing/2014/main" id="{4773DFAF-AA33-69FD-B88D-4EF496DF1DAC}"/>
              </a:ext>
            </a:extLst>
          </p:cNvPr>
          <p:cNvGrpSpPr/>
          <p:nvPr/>
        </p:nvGrpSpPr>
        <p:grpSpPr>
          <a:xfrm>
            <a:off x="3775041" y="5130133"/>
            <a:ext cx="721895" cy="609700"/>
            <a:chOff x="3775041" y="5130133"/>
            <a:chExt cx="721895" cy="609700"/>
          </a:xfrm>
        </p:grpSpPr>
        <p:sp>
          <p:nvSpPr>
            <p:cNvPr id="1223" name="Rectangle 1222">
              <a:hlinkHover r:id="" action="ppaction://noaction" highlightClick="1"/>
              <a:extLst>
                <a:ext uri="{FF2B5EF4-FFF2-40B4-BE49-F238E27FC236}">
                  <a16:creationId xmlns:a16="http://schemas.microsoft.com/office/drawing/2014/main" id="{4A01822E-55B0-16BD-91C4-257D9E42002E}"/>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1224" name="Diamond 1223">
              <a:extLst>
                <a:ext uri="{FF2B5EF4-FFF2-40B4-BE49-F238E27FC236}">
                  <a16:creationId xmlns:a16="http://schemas.microsoft.com/office/drawing/2014/main" id="{C890ADDB-A426-3FC3-D4FD-0EF893BD7E6B}"/>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25" name="Oval 1224">
              <a:extLst>
                <a:ext uri="{FF2B5EF4-FFF2-40B4-BE49-F238E27FC236}">
                  <a16:creationId xmlns:a16="http://schemas.microsoft.com/office/drawing/2014/main" id="{719BCEC8-0BF0-C942-C608-596ACC9BC250}"/>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26" name="Group 1225">
            <a:extLst>
              <a:ext uri="{FF2B5EF4-FFF2-40B4-BE49-F238E27FC236}">
                <a16:creationId xmlns:a16="http://schemas.microsoft.com/office/drawing/2014/main" id="{B929266E-EA1A-FACC-E69A-7770124D736D}"/>
              </a:ext>
            </a:extLst>
          </p:cNvPr>
          <p:cNvGrpSpPr/>
          <p:nvPr/>
        </p:nvGrpSpPr>
        <p:grpSpPr>
          <a:xfrm>
            <a:off x="4618174" y="5130748"/>
            <a:ext cx="721895" cy="609700"/>
            <a:chOff x="4618174" y="5130748"/>
            <a:chExt cx="721895" cy="609700"/>
          </a:xfrm>
        </p:grpSpPr>
        <p:sp>
          <p:nvSpPr>
            <p:cNvPr id="1227" name="Rectangle 1226">
              <a:hlinkHover r:id="" action="ppaction://noaction" highlightClick="1"/>
              <a:extLst>
                <a:ext uri="{FF2B5EF4-FFF2-40B4-BE49-F238E27FC236}">
                  <a16:creationId xmlns:a16="http://schemas.microsoft.com/office/drawing/2014/main" id="{42D24031-3C25-39B8-86D4-E6A64963BD4E}"/>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1228" name="Diamond 1227">
              <a:extLst>
                <a:ext uri="{FF2B5EF4-FFF2-40B4-BE49-F238E27FC236}">
                  <a16:creationId xmlns:a16="http://schemas.microsoft.com/office/drawing/2014/main" id="{B7FABACB-D446-A9D3-1F66-E03A01EC0BBE}"/>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29" name="Oval 1228">
              <a:extLst>
                <a:ext uri="{FF2B5EF4-FFF2-40B4-BE49-F238E27FC236}">
                  <a16:creationId xmlns:a16="http://schemas.microsoft.com/office/drawing/2014/main" id="{DE387B6B-ACC5-37DB-93B8-BD295CCAF020}"/>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53" name="Group 1252">
            <a:extLst>
              <a:ext uri="{FF2B5EF4-FFF2-40B4-BE49-F238E27FC236}">
                <a16:creationId xmlns:a16="http://schemas.microsoft.com/office/drawing/2014/main" id="{03AD441B-D781-0F0B-DD41-DFEAFC3C6F10}"/>
              </a:ext>
            </a:extLst>
          </p:cNvPr>
          <p:cNvGrpSpPr/>
          <p:nvPr/>
        </p:nvGrpSpPr>
        <p:grpSpPr>
          <a:xfrm>
            <a:off x="8853342" y="-2824"/>
            <a:ext cx="754117" cy="803729"/>
            <a:chOff x="9401324" y="101482"/>
            <a:chExt cx="754117" cy="803729"/>
          </a:xfrm>
        </p:grpSpPr>
        <p:pic>
          <p:nvPicPr>
            <p:cNvPr id="1254" name="Graphic 1253" descr="Back with solid fill">
              <a:hlinkClick r:id="" action="ppaction://hlinkshowjump?jump=lastslideviewed"/>
              <a:extLst>
                <a:ext uri="{FF2B5EF4-FFF2-40B4-BE49-F238E27FC236}">
                  <a16:creationId xmlns:a16="http://schemas.microsoft.com/office/drawing/2014/main" id="{FC71C371-F1CC-91EB-6B20-58C22D8A1C3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07970" y="101482"/>
              <a:ext cx="740824" cy="740824"/>
            </a:xfrm>
            <a:prstGeom prst="rect">
              <a:avLst/>
            </a:prstGeom>
          </p:spPr>
        </p:pic>
        <p:sp>
          <p:nvSpPr>
            <p:cNvPr id="1255" name="TextBox 1254">
              <a:extLst>
                <a:ext uri="{FF2B5EF4-FFF2-40B4-BE49-F238E27FC236}">
                  <a16:creationId xmlns:a16="http://schemas.microsoft.com/office/drawing/2014/main" id="{6F380F46-60D7-3B5D-E689-F8A332C464EE}"/>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grpSp>
        <p:nvGrpSpPr>
          <p:cNvPr id="1256" name="Group 1255">
            <a:extLst>
              <a:ext uri="{FF2B5EF4-FFF2-40B4-BE49-F238E27FC236}">
                <a16:creationId xmlns:a16="http://schemas.microsoft.com/office/drawing/2014/main" id="{B5E5E2DE-87B6-08DA-3F7B-2DF476A58AF9}"/>
              </a:ext>
            </a:extLst>
          </p:cNvPr>
          <p:cNvGrpSpPr/>
          <p:nvPr/>
        </p:nvGrpSpPr>
        <p:grpSpPr>
          <a:xfrm>
            <a:off x="7959193" y="3698227"/>
            <a:ext cx="721206" cy="609701"/>
            <a:chOff x="7959193" y="3698227"/>
            <a:chExt cx="721206" cy="609701"/>
          </a:xfrm>
        </p:grpSpPr>
        <p:sp>
          <p:nvSpPr>
            <p:cNvPr id="1257" name="Rectangle 1256">
              <a:hlinkHover r:id="" action="ppaction://noaction" highlightClick="1"/>
              <a:extLst>
                <a:ext uri="{FF2B5EF4-FFF2-40B4-BE49-F238E27FC236}">
                  <a16:creationId xmlns:a16="http://schemas.microsoft.com/office/drawing/2014/main" id="{C92484C6-D5A3-5924-7CBB-AE8328461560}"/>
                </a:ext>
              </a:extLst>
            </p:cNvPr>
            <p:cNvSpPr/>
            <p:nvPr/>
          </p:nvSpPr>
          <p:spPr>
            <a:xfrm>
              <a:off x="7959193"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1258" name="Oval 1257">
              <a:extLst>
                <a:ext uri="{FF2B5EF4-FFF2-40B4-BE49-F238E27FC236}">
                  <a16:creationId xmlns:a16="http://schemas.microsoft.com/office/drawing/2014/main" id="{D664AEB3-E949-14E3-8B7C-BFF817878CB7}"/>
                </a:ext>
              </a:extLst>
            </p:cNvPr>
            <p:cNvSpPr/>
            <p:nvPr/>
          </p:nvSpPr>
          <p:spPr>
            <a:xfrm>
              <a:off x="8533392"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59" name="Isosceles Triangle 648">
              <a:extLst>
                <a:ext uri="{FF2B5EF4-FFF2-40B4-BE49-F238E27FC236}">
                  <a16:creationId xmlns:a16="http://schemas.microsoft.com/office/drawing/2014/main" id="{DF73A8B6-4706-0883-1405-E0E57DECE200}"/>
                </a:ext>
              </a:extLst>
            </p:cNvPr>
            <p:cNvSpPr/>
            <p:nvPr/>
          </p:nvSpPr>
          <p:spPr>
            <a:xfrm>
              <a:off x="8563516"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64" name="Group 1263">
            <a:extLst>
              <a:ext uri="{FF2B5EF4-FFF2-40B4-BE49-F238E27FC236}">
                <a16:creationId xmlns:a16="http://schemas.microsoft.com/office/drawing/2014/main" id="{5B56A9E3-A537-01B4-6686-162F1E59E7D8}"/>
              </a:ext>
            </a:extLst>
          </p:cNvPr>
          <p:cNvGrpSpPr/>
          <p:nvPr/>
        </p:nvGrpSpPr>
        <p:grpSpPr>
          <a:xfrm>
            <a:off x="11356238" y="90836"/>
            <a:ext cx="721206" cy="609701"/>
            <a:chOff x="11356238" y="90836"/>
            <a:chExt cx="721206" cy="609701"/>
          </a:xfrm>
        </p:grpSpPr>
        <p:sp>
          <p:nvSpPr>
            <p:cNvPr id="1265" name="Rectangle 1264">
              <a:hlinkHover r:id="" action="ppaction://noaction" highlightClick="1"/>
              <a:extLst>
                <a:ext uri="{FF2B5EF4-FFF2-40B4-BE49-F238E27FC236}">
                  <a16:creationId xmlns:a16="http://schemas.microsoft.com/office/drawing/2014/main" id="{C3452B04-3998-322F-1268-21ADB28A8479}"/>
                </a:ext>
              </a:extLst>
            </p:cNvPr>
            <p:cNvSpPr/>
            <p:nvPr/>
          </p:nvSpPr>
          <p:spPr>
            <a:xfrm>
              <a:off x="11356238"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1266" name="Oval 1265">
              <a:extLst>
                <a:ext uri="{FF2B5EF4-FFF2-40B4-BE49-F238E27FC236}">
                  <a16:creationId xmlns:a16="http://schemas.microsoft.com/office/drawing/2014/main" id="{DCB9F296-960E-0800-B765-64740CF7E515}"/>
                </a:ext>
              </a:extLst>
            </p:cNvPr>
            <p:cNvSpPr/>
            <p:nvPr/>
          </p:nvSpPr>
          <p:spPr>
            <a:xfrm>
              <a:off x="11934777"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7" name="Isosceles Triangle 648">
              <a:extLst>
                <a:ext uri="{FF2B5EF4-FFF2-40B4-BE49-F238E27FC236}">
                  <a16:creationId xmlns:a16="http://schemas.microsoft.com/office/drawing/2014/main" id="{D7EA99F9-67DE-4012-8C26-2AE20BA573E4}"/>
                </a:ext>
              </a:extLst>
            </p:cNvPr>
            <p:cNvSpPr/>
            <p:nvPr/>
          </p:nvSpPr>
          <p:spPr>
            <a:xfrm>
              <a:off x="11964901"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68" name="Group 1267">
            <a:extLst>
              <a:ext uri="{FF2B5EF4-FFF2-40B4-BE49-F238E27FC236}">
                <a16:creationId xmlns:a16="http://schemas.microsoft.com/office/drawing/2014/main" id="{8EA5A498-0631-2980-44C8-EB6304A8B274}"/>
              </a:ext>
            </a:extLst>
          </p:cNvPr>
          <p:cNvGrpSpPr/>
          <p:nvPr/>
        </p:nvGrpSpPr>
        <p:grpSpPr>
          <a:xfrm>
            <a:off x="11356238" y="3694774"/>
            <a:ext cx="721206" cy="609701"/>
            <a:chOff x="11356238" y="3694774"/>
            <a:chExt cx="721206" cy="609701"/>
          </a:xfrm>
        </p:grpSpPr>
        <p:sp>
          <p:nvSpPr>
            <p:cNvPr id="1269" name="Rectangle 1268">
              <a:hlinkHover r:id="" action="ppaction://noaction" highlightClick="1"/>
              <a:extLst>
                <a:ext uri="{FF2B5EF4-FFF2-40B4-BE49-F238E27FC236}">
                  <a16:creationId xmlns:a16="http://schemas.microsoft.com/office/drawing/2014/main" id="{57B99B5E-3EE7-1541-B09D-CC3F3D01DB1D}"/>
                </a:ext>
              </a:extLst>
            </p:cNvPr>
            <p:cNvSpPr/>
            <p:nvPr/>
          </p:nvSpPr>
          <p:spPr>
            <a:xfrm>
              <a:off x="11356238" y="369477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1270" name="Oval 1269">
              <a:extLst>
                <a:ext uri="{FF2B5EF4-FFF2-40B4-BE49-F238E27FC236}">
                  <a16:creationId xmlns:a16="http://schemas.microsoft.com/office/drawing/2014/main" id="{2CDB46E6-220A-C7EA-7304-EE0AE642E34F}"/>
                </a:ext>
              </a:extLst>
            </p:cNvPr>
            <p:cNvSpPr/>
            <p:nvPr/>
          </p:nvSpPr>
          <p:spPr>
            <a:xfrm>
              <a:off x="11934777" y="3702531"/>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1" name="Isosceles Triangle 648">
              <a:extLst>
                <a:ext uri="{FF2B5EF4-FFF2-40B4-BE49-F238E27FC236}">
                  <a16:creationId xmlns:a16="http://schemas.microsoft.com/office/drawing/2014/main" id="{475DCADF-30C3-2EA6-7FDF-A635804AE058}"/>
                </a:ext>
              </a:extLst>
            </p:cNvPr>
            <p:cNvSpPr/>
            <p:nvPr/>
          </p:nvSpPr>
          <p:spPr>
            <a:xfrm>
              <a:off x="11964901"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72" name="Group 1271">
            <a:extLst>
              <a:ext uri="{FF2B5EF4-FFF2-40B4-BE49-F238E27FC236}">
                <a16:creationId xmlns:a16="http://schemas.microsoft.com/office/drawing/2014/main" id="{C584F62A-FF07-44EF-3A1C-3844B1FE442C}"/>
              </a:ext>
            </a:extLst>
          </p:cNvPr>
          <p:cNvGrpSpPr/>
          <p:nvPr/>
        </p:nvGrpSpPr>
        <p:grpSpPr>
          <a:xfrm>
            <a:off x="9657689" y="4419620"/>
            <a:ext cx="721206" cy="609701"/>
            <a:chOff x="9657689" y="4419620"/>
            <a:chExt cx="721206" cy="609701"/>
          </a:xfrm>
        </p:grpSpPr>
        <p:sp>
          <p:nvSpPr>
            <p:cNvPr id="1273" name="Rectangle 1272">
              <a:hlinkHover r:id="" action="ppaction://noaction" highlightClick="1"/>
              <a:extLst>
                <a:ext uri="{FF2B5EF4-FFF2-40B4-BE49-F238E27FC236}">
                  <a16:creationId xmlns:a16="http://schemas.microsoft.com/office/drawing/2014/main" id="{7A4E63AB-A249-1119-07A9-E7AF164A30F7}"/>
                </a:ext>
              </a:extLst>
            </p:cNvPr>
            <p:cNvSpPr/>
            <p:nvPr/>
          </p:nvSpPr>
          <p:spPr>
            <a:xfrm>
              <a:off x="965768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1274" name="Oval 1273">
              <a:extLst>
                <a:ext uri="{FF2B5EF4-FFF2-40B4-BE49-F238E27FC236}">
                  <a16:creationId xmlns:a16="http://schemas.microsoft.com/office/drawing/2014/main" id="{7AE4BB57-4793-487F-26EB-53C93D413D4E}"/>
                </a:ext>
              </a:extLst>
            </p:cNvPr>
            <p:cNvSpPr/>
            <p:nvPr/>
          </p:nvSpPr>
          <p:spPr>
            <a:xfrm>
              <a:off x="10231216"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5" name="Isosceles Triangle 648">
              <a:extLst>
                <a:ext uri="{FF2B5EF4-FFF2-40B4-BE49-F238E27FC236}">
                  <a16:creationId xmlns:a16="http://schemas.microsoft.com/office/drawing/2014/main" id="{3D1C2EAE-66B3-5E45-B7FC-76F43A51C4CD}"/>
                </a:ext>
              </a:extLst>
            </p:cNvPr>
            <p:cNvSpPr/>
            <p:nvPr/>
          </p:nvSpPr>
          <p:spPr>
            <a:xfrm>
              <a:off x="10261340"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76" name="Group 1275">
            <a:extLst>
              <a:ext uri="{FF2B5EF4-FFF2-40B4-BE49-F238E27FC236}">
                <a16:creationId xmlns:a16="http://schemas.microsoft.com/office/drawing/2014/main" id="{DCF3BA09-60B8-838C-AAAF-C67B9315F209}"/>
              </a:ext>
            </a:extLst>
          </p:cNvPr>
          <p:cNvGrpSpPr/>
          <p:nvPr/>
        </p:nvGrpSpPr>
        <p:grpSpPr>
          <a:xfrm>
            <a:off x="10506964" y="4419620"/>
            <a:ext cx="721206" cy="609701"/>
            <a:chOff x="10506964" y="4419620"/>
            <a:chExt cx="721206" cy="609701"/>
          </a:xfrm>
        </p:grpSpPr>
        <p:sp>
          <p:nvSpPr>
            <p:cNvPr id="1277" name="Rectangle 1276">
              <a:hlinkHover r:id="" action="ppaction://noaction" highlightClick="1"/>
              <a:extLst>
                <a:ext uri="{FF2B5EF4-FFF2-40B4-BE49-F238E27FC236}">
                  <a16:creationId xmlns:a16="http://schemas.microsoft.com/office/drawing/2014/main" id="{0820BF6A-FF3A-F723-42A2-A541855B7CD9}"/>
                </a:ext>
              </a:extLst>
            </p:cNvPr>
            <p:cNvSpPr/>
            <p:nvPr/>
          </p:nvSpPr>
          <p:spPr>
            <a:xfrm>
              <a:off x="10506964"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1278" name="Oval 1277">
              <a:extLst>
                <a:ext uri="{FF2B5EF4-FFF2-40B4-BE49-F238E27FC236}">
                  <a16:creationId xmlns:a16="http://schemas.microsoft.com/office/drawing/2014/main" id="{21B111E3-FF0B-EF85-FAE0-F95615A924CA}"/>
                </a:ext>
              </a:extLst>
            </p:cNvPr>
            <p:cNvSpPr/>
            <p:nvPr/>
          </p:nvSpPr>
          <p:spPr>
            <a:xfrm>
              <a:off x="11085503" y="442737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9" name="Isosceles Triangle 648">
              <a:extLst>
                <a:ext uri="{FF2B5EF4-FFF2-40B4-BE49-F238E27FC236}">
                  <a16:creationId xmlns:a16="http://schemas.microsoft.com/office/drawing/2014/main" id="{53A0A95F-0AB5-51F0-9A97-05B42FFFD802}"/>
                </a:ext>
              </a:extLst>
            </p:cNvPr>
            <p:cNvSpPr/>
            <p:nvPr/>
          </p:nvSpPr>
          <p:spPr>
            <a:xfrm>
              <a:off x="11115627" y="444088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80" name="Group 1279">
            <a:extLst>
              <a:ext uri="{FF2B5EF4-FFF2-40B4-BE49-F238E27FC236}">
                <a16:creationId xmlns:a16="http://schemas.microsoft.com/office/drawing/2014/main" id="{7C8EBB92-A5A9-6263-555D-F98AF42590FB}"/>
              </a:ext>
            </a:extLst>
          </p:cNvPr>
          <p:cNvGrpSpPr/>
          <p:nvPr/>
        </p:nvGrpSpPr>
        <p:grpSpPr>
          <a:xfrm>
            <a:off x="11355999" y="4416261"/>
            <a:ext cx="721206" cy="609701"/>
            <a:chOff x="11355999" y="4416261"/>
            <a:chExt cx="721206" cy="609701"/>
          </a:xfrm>
        </p:grpSpPr>
        <p:sp>
          <p:nvSpPr>
            <p:cNvPr id="1281" name="Rectangle 1280">
              <a:hlinkHover r:id="" action="ppaction://noaction" highlightClick="1"/>
              <a:extLst>
                <a:ext uri="{FF2B5EF4-FFF2-40B4-BE49-F238E27FC236}">
                  <a16:creationId xmlns:a16="http://schemas.microsoft.com/office/drawing/2014/main" id="{3F646BB5-CD19-62AF-EB38-CE6205002C75}"/>
                </a:ext>
              </a:extLst>
            </p:cNvPr>
            <p:cNvSpPr/>
            <p:nvPr/>
          </p:nvSpPr>
          <p:spPr>
            <a:xfrm>
              <a:off x="11355999"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1282" name="Oval 1281">
              <a:extLst>
                <a:ext uri="{FF2B5EF4-FFF2-40B4-BE49-F238E27FC236}">
                  <a16:creationId xmlns:a16="http://schemas.microsoft.com/office/drawing/2014/main" id="{62109622-F018-51E8-785B-867B4FD06D89}"/>
                </a:ext>
              </a:extLst>
            </p:cNvPr>
            <p:cNvSpPr/>
            <p:nvPr/>
          </p:nvSpPr>
          <p:spPr>
            <a:xfrm>
              <a:off x="11934538"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3" name="Isosceles Triangle 648">
              <a:extLst>
                <a:ext uri="{FF2B5EF4-FFF2-40B4-BE49-F238E27FC236}">
                  <a16:creationId xmlns:a16="http://schemas.microsoft.com/office/drawing/2014/main" id="{47AF007B-C118-068B-3818-B36B32B97365}"/>
                </a:ext>
              </a:extLst>
            </p:cNvPr>
            <p:cNvSpPr/>
            <p:nvPr/>
          </p:nvSpPr>
          <p:spPr>
            <a:xfrm>
              <a:off x="11964662"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84" name="Group 1283">
            <a:extLst>
              <a:ext uri="{FF2B5EF4-FFF2-40B4-BE49-F238E27FC236}">
                <a16:creationId xmlns:a16="http://schemas.microsoft.com/office/drawing/2014/main" id="{2F281FE8-D8C4-F962-125B-289471F33C58}"/>
              </a:ext>
            </a:extLst>
          </p:cNvPr>
          <p:cNvGrpSpPr/>
          <p:nvPr/>
        </p:nvGrpSpPr>
        <p:grpSpPr>
          <a:xfrm>
            <a:off x="8808522" y="4416261"/>
            <a:ext cx="721206" cy="609701"/>
            <a:chOff x="8808522" y="4416261"/>
            <a:chExt cx="721206" cy="609701"/>
          </a:xfrm>
        </p:grpSpPr>
        <p:sp>
          <p:nvSpPr>
            <p:cNvPr id="1285" name="Rectangle 1284">
              <a:hlinkHover r:id="" action="ppaction://noaction" highlightClick="1"/>
              <a:extLst>
                <a:ext uri="{FF2B5EF4-FFF2-40B4-BE49-F238E27FC236}">
                  <a16:creationId xmlns:a16="http://schemas.microsoft.com/office/drawing/2014/main" id="{78FFFA6C-7E1E-E823-6EFC-D8033F93074F}"/>
                </a:ext>
              </a:extLst>
            </p:cNvPr>
            <p:cNvSpPr/>
            <p:nvPr/>
          </p:nvSpPr>
          <p:spPr>
            <a:xfrm>
              <a:off x="8808522"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1286" name="Oval 1285">
              <a:extLst>
                <a:ext uri="{FF2B5EF4-FFF2-40B4-BE49-F238E27FC236}">
                  <a16:creationId xmlns:a16="http://schemas.microsoft.com/office/drawing/2014/main" id="{A830D835-FABA-5D71-F11F-B24F1442E6FB}"/>
                </a:ext>
              </a:extLst>
            </p:cNvPr>
            <p:cNvSpPr/>
            <p:nvPr/>
          </p:nvSpPr>
          <p:spPr>
            <a:xfrm>
              <a:off x="9387061"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7" name="Isosceles Triangle 648">
              <a:extLst>
                <a:ext uri="{FF2B5EF4-FFF2-40B4-BE49-F238E27FC236}">
                  <a16:creationId xmlns:a16="http://schemas.microsoft.com/office/drawing/2014/main" id="{B735DB65-7262-CFD6-761B-B9C59617BA51}"/>
                </a:ext>
              </a:extLst>
            </p:cNvPr>
            <p:cNvSpPr/>
            <p:nvPr/>
          </p:nvSpPr>
          <p:spPr>
            <a:xfrm>
              <a:off x="9417185"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88" name="Group 1287">
            <a:extLst>
              <a:ext uri="{FF2B5EF4-FFF2-40B4-BE49-F238E27FC236}">
                <a16:creationId xmlns:a16="http://schemas.microsoft.com/office/drawing/2014/main" id="{AB66104A-46E0-36FE-5D05-AC43090F9EDF}"/>
              </a:ext>
            </a:extLst>
          </p:cNvPr>
          <p:cNvGrpSpPr/>
          <p:nvPr/>
        </p:nvGrpSpPr>
        <p:grpSpPr>
          <a:xfrm>
            <a:off x="10509575" y="5141013"/>
            <a:ext cx="721206" cy="609701"/>
            <a:chOff x="10509575" y="5141013"/>
            <a:chExt cx="721206" cy="609701"/>
          </a:xfrm>
        </p:grpSpPr>
        <p:sp>
          <p:nvSpPr>
            <p:cNvPr id="1289" name="Rectangle 1288">
              <a:hlinkHover r:id="" action="ppaction://noaction" highlightClick="1"/>
              <a:extLst>
                <a:ext uri="{FF2B5EF4-FFF2-40B4-BE49-F238E27FC236}">
                  <a16:creationId xmlns:a16="http://schemas.microsoft.com/office/drawing/2014/main" id="{CCC0D3F8-5DEB-E0AE-8451-70FFA27EDF8B}"/>
                </a:ext>
              </a:extLst>
            </p:cNvPr>
            <p:cNvSpPr/>
            <p:nvPr/>
          </p:nvSpPr>
          <p:spPr>
            <a:xfrm>
              <a:off x="10509575"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1290" name="Oval 1289">
              <a:extLst>
                <a:ext uri="{FF2B5EF4-FFF2-40B4-BE49-F238E27FC236}">
                  <a16:creationId xmlns:a16="http://schemas.microsoft.com/office/drawing/2014/main" id="{DCA33775-3410-2C6F-C413-860F5AF0A209}"/>
                </a:ext>
              </a:extLst>
            </p:cNvPr>
            <p:cNvSpPr/>
            <p:nvPr/>
          </p:nvSpPr>
          <p:spPr>
            <a:xfrm>
              <a:off x="11088114" y="514877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1" name="Isosceles Triangle 648">
              <a:extLst>
                <a:ext uri="{FF2B5EF4-FFF2-40B4-BE49-F238E27FC236}">
                  <a16:creationId xmlns:a16="http://schemas.microsoft.com/office/drawing/2014/main" id="{1F2D86A1-0FAC-74A8-15C3-1ABBD6601676}"/>
                </a:ext>
              </a:extLst>
            </p:cNvPr>
            <p:cNvSpPr/>
            <p:nvPr/>
          </p:nvSpPr>
          <p:spPr>
            <a:xfrm>
              <a:off x="11118238" y="51622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92" name="Group 1291">
            <a:extLst>
              <a:ext uri="{FF2B5EF4-FFF2-40B4-BE49-F238E27FC236}">
                <a16:creationId xmlns:a16="http://schemas.microsoft.com/office/drawing/2014/main" id="{CDF2BF2A-D5C1-796E-B597-8DFE1E3A7804}"/>
              </a:ext>
            </a:extLst>
          </p:cNvPr>
          <p:cNvGrpSpPr/>
          <p:nvPr/>
        </p:nvGrpSpPr>
        <p:grpSpPr>
          <a:xfrm>
            <a:off x="9651074" y="5143363"/>
            <a:ext cx="721206" cy="609701"/>
            <a:chOff x="9651074" y="5143363"/>
            <a:chExt cx="721206" cy="609701"/>
          </a:xfrm>
        </p:grpSpPr>
        <p:sp>
          <p:nvSpPr>
            <p:cNvPr id="1293" name="Rectangle 1292">
              <a:hlinkHover r:id="" action="ppaction://noaction" highlightClick="1"/>
              <a:extLst>
                <a:ext uri="{FF2B5EF4-FFF2-40B4-BE49-F238E27FC236}">
                  <a16:creationId xmlns:a16="http://schemas.microsoft.com/office/drawing/2014/main" id="{D9B5F339-4C8A-7A9D-7B2E-5CDC18015068}"/>
                </a:ext>
              </a:extLst>
            </p:cNvPr>
            <p:cNvSpPr/>
            <p:nvPr/>
          </p:nvSpPr>
          <p:spPr>
            <a:xfrm>
              <a:off x="9651074" y="514336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1294" name="Oval 1293">
              <a:extLst>
                <a:ext uri="{FF2B5EF4-FFF2-40B4-BE49-F238E27FC236}">
                  <a16:creationId xmlns:a16="http://schemas.microsoft.com/office/drawing/2014/main" id="{490C2373-D66D-2B97-8093-82E0A3E4E775}"/>
                </a:ext>
              </a:extLst>
            </p:cNvPr>
            <p:cNvSpPr/>
            <p:nvPr/>
          </p:nvSpPr>
          <p:spPr>
            <a:xfrm>
              <a:off x="10228298" y="515358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5" name="Isosceles Triangle 648">
              <a:extLst>
                <a:ext uri="{FF2B5EF4-FFF2-40B4-BE49-F238E27FC236}">
                  <a16:creationId xmlns:a16="http://schemas.microsoft.com/office/drawing/2014/main" id="{16652B62-E250-CA06-CB47-D9344CDE0B92}"/>
                </a:ext>
              </a:extLst>
            </p:cNvPr>
            <p:cNvSpPr/>
            <p:nvPr/>
          </p:nvSpPr>
          <p:spPr>
            <a:xfrm>
              <a:off x="10258423" y="516709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96" name="Group 1295">
            <a:extLst>
              <a:ext uri="{FF2B5EF4-FFF2-40B4-BE49-F238E27FC236}">
                <a16:creationId xmlns:a16="http://schemas.microsoft.com/office/drawing/2014/main" id="{61AB42AF-B47E-B930-F6E0-6E946B4305CF}"/>
              </a:ext>
            </a:extLst>
          </p:cNvPr>
          <p:cNvGrpSpPr/>
          <p:nvPr/>
        </p:nvGrpSpPr>
        <p:grpSpPr>
          <a:xfrm>
            <a:off x="9657610" y="3698227"/>
            <a:ext cx="721206" cy="609701"/>
            <a:chOff x="9657610" y="3698227"/>
            <a:chExt cx="721206" cy="609701"/>
          </a:xfrm>
        </p:grpSpPr>
        <p:sp>
          <p:nvSpPr>
            <p:cNvPr id="1297" name="Rectangle 1296">
              <a:hlinkHover r:id="" action="ppaction://noaction" highlightClick="1"/>
              <a:extLst>
                <a:ext uri="{FF2B5EF4-FFF2-40B4-BE49-F238E27FC236}">
                  <a16:creationId xmlns:a16="http://schemas.microsoft.com/office/drawing/2014/main" id="{524DC448-63B1-74A5-B224-307F192031E8}"/>
                </a:ext>
              </a:extLst>
            </p:cNvPr>
            <p:cNvSpPr/>
            <p:nvPr/>
          </p:nvSpPr>
          <p:spPr>
            <a:xfrm>
              <a:off x="965761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1298" name="Oval 1297">
              <a:extLst>
                <a:ext uri="{FF2B5EF4-FFF2-40B4-BE49-F238E27FC236}">
                  <a16:creationId xmlns:a16="http://schemas.microsoft.com/office/drawing/2014/main" id="{186188C7-040C-EACF-7146-98B046195D41}"/>
                </a:ext>
              </a:extLst>
            </p:cNvPr>
            <p:cNvSpPr/>
            <p:nvPr/>
          </p:nvSpPr>
          <p:spPr>
            <a:xfrm>
              <a:off x="10233763"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9" name="Isosceles Triangle 648">
              <a:extLst>
                <a:ext uri="{FF2B5EF4-FFF2-40B4-BE49-F238E27FC236}">
                  <a16:creationId xmlns:a16="http://schemas.microsoft.com/office/drawing/2014/main" id="{796267E4-039A-C2B8-7640-9FBB1D6BC575}"/>
                </a:ext>
              </a:extLst>
            </p:cNvPr>
            <p:cNvSpPr/>
            <p:nvPr/>
          </p:nvSpPr>
          <p:spPr>
            <a:xfrm>
              <a:off x="1026388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00" name="Group 1299">
            <a:extLst>
              <a:ext uri="{FF2B5EF4-FFF2-40B4-BE49-F238E27FC236}">
                <a16:creationId xmlns:a16="http://schemas.microsoft.com/office/drawing/2014/main" id="{C493F329-E975-80A4-116E-DCFF98B11D23}"/>
              </a:ext>
            </a:extLst>
          </p:cNvPr>
          <p:cNvGrpSpPr/>
          <p:nvPr/>
        </p:nvGrpSpPr>
        <p:grpSpPr>
          <a:xfrm>
            <a:off x="10506924" y="3698227"/>
            <a:ext cx="721206" cy="609701"/>
            <a:chOff x="10506924" y="3698227"/>
            <a:chExt cx="721206" cy="609701"/>
          </a:xfrm>
        </p:grpSpPr>
        <p:sp>
          <p:nvSpPr>
            <p:cNvPr id="1301" name="Rectangle 1300">
              <a:hlinkHover r:id="" action="ppaction://noaction" highlightClick="1"/>
              <a:extLst>
                <a:ext uri="{FF2B5EF4-FFF2-40B4-BE49-F238E27FC236}">
                  <a16:creationId xmlns:a16="http://schemas.microsoft.com/office/drawing/2014/main" id="{82F3DB03-31AA-DC73-B934-5A335A6142F1}"/>
                </a:ext>
              </a:extLst>
            </p:cNvPr>
            <p:cNvSpPr/>
            <p:nvPr/>
          </p:nvSpPr>
          <p:spPr>
            <a:xfrm>
              <a:off x="10506924"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1302" name="Oval 1301">
              <a:extLst>
                <a:ext uri="{FF2B5EF4-FFF2-40B4-BE49-F238E27FC236}">
                  <a16:creationId xmlns:a16="http://schemas.microsoft.com/office/drawing/2014/main" id="{BF09A274-8D28-DD16-8858-8A19F21756D1}"/>
                </a:ext>
              </a:extLst>
            </p:cNvPr>
            <p:cNvSpPr/>
            <p:nvPr/>
          </p:nvSpPr>
          <p:spPr>
            <a:xfrm>
              <a:off x="11085463" y="370598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3" name="Isosceles Triangle 648">
              <a:extLst>
                <a:ext uri="{FF2B5EF4-FFF2-40B4-BE49-F238E27FC236}">
                  <a16:creationId xmlns:a16="http://schemas.microsoft.com/office/drawing/2014/main" id="{D918EAA2-0657-67B0-9C36-37FA2FE9AFFC}"/>
                </a:ext>
              </a:extLst>
            </p:cNvPr>
            <p:cNvSpPr/>
            <p:nvPr/>
          </p:nvSpPr>
          <p:spPr>
            <a:xfrm>
              <a:off x="11115587" y="371949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04" name="Group 1303">
            <a:extLst>
              <a:ext uri="{FF2B5EF4-FFF2-40B4-BE49-F238E27FC236}">
                <a16:creationId xmlns:a16="http://schemas.microsoft.com/office/drawing/2014/main" id="{1A5F7D69-4694-14BB-341A-A1FF13830254}"/>
              </a:ext>
            </a:extLst>
          </p:cNvPr>
          <p:cNvGrpSpPr/>
          <p:nvPr/>
        </p:nvGrpSpPr>
        <p:grpSpPr>
          <a:xfrm>
            <a:off x="8808415" y="5135706"/>
            <a:ext cx="721206" cy="609701"/>
            <a:chOff x="8808415" y="5135706"/>
            <a:chExt cx="721206" cy="609701"/>
          </a:xfrm>
        </p:grpSpPr>
        <p:sp>
          <p:nvSpPr>
            <p:cNvPr id="1305" name="Rectangle 1304">
              <a:hlinkHover r:id="" action="ppaction://noaction" highlightClick="1"/>
              <a:extLst>
                <a:ext uri="{FF2B5EF4-FFF2-40B4-BE49-F238E27FC236}">
                  <a16:creationId xmlns:a16="http://schemas.microsoft.com/office/drawing/2014/main" id="{74E56FBB-731C-7138-8937-296B29BCB03A}"/>
                </a:ext>
              </a:extLst>
            </p:cNvPr>
            <p:cNvSpPr/>
            <p:nvPr/>
          </p:nvSpPr>
          <p:spPr>
            <a:xfrm>
              <a:off x="8808415" y="513570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1306" name="Oval 1305">
              <a:extLst>
                <a:ext uri="{FF2B5EF4-FFF2-40B4-BE49-F238E27FC236}">
                  <a16:creationId xmlns:a16="http://schemas.microsoft.com/office/drawing/2014/main" id="{99F69295-5654-7FD5-B777-F5B029123A68}"/>
                </a:ext>
              </a:extLst>
            </p:cNvPr>
            <p:cNvSpPr/>
            <p:nvPr/>
          </p:nvSpPr>
          <p:spPr>
            <a:xfrm>
              <a:off x="9384290" y="514604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7" name="Isosceles Triangle 648">
              <a:extLst>
                <a:ext uri="{FF2B5EF4-FFF2-40B4-BE49-F238E27FC236}">
                  <a16:creationId xmlns:a16="http://schemas.microsoft.com/office/drawing/2014/main" id="{04D5BE59-1D0C-16B2-7D23-B7E1A9B3B28E}"/>
                </a:ext>
              </a:extLst>
            </p:cNvPr>
            <p:cNvSpPr/>
            <p:nvPr/>
          </p:nvSpPr>
          <p:spPr>
            <a:xfrm>
              <a:off x="9414415" y="515956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20" name="Group 1319">
            <a:extLst>
              <a:ext uri="{FF2B5EF4-FFF2-40B4-BE49-F238E27FC236}">
                <a16:creationId xmlns:a16="http://schemas.microsoft.com/office/drawing/2014/main" id="{C3C1B98C-D51B-146F-B9C6-26C3A3F7B8C7}"/>
              </a:ext>
            </a:extLst>
          </p:cNvPr>
          <p:cNvGrpSpPr/>
          <p:nvPr/>
        </p:nvGrpSpPr>
        <p:grpSpPr>
          <a:xfrm>
            <a:off x="11356238" y="811556"/>
            <a:ext cx="721206" cy="609701"/>
            <a:chOff x="11356238" y="811556"/>
            <a:chExt cx="721206" cy="609701"/>
          </a:xfrm>
        </p:grpSpPr>
        <p:sp>
          <p:nvSpPr>
            <p:cNvPr id="1321" name="Rectangle 1320">
              <a:hlinkHover r:id="" action="ppaction://noaction" highlightClick="1"/>
              <a:extLst>
                <a:ext uri="{FF2B5EF4-FFF2-40B4-BE49-F238E27FC236}">
                  <a16:creationId xmlns:a16="http://schemas.microsoft.com/office/drawing/2014/main" id="{10161E70-3622-9D8D-A5A8-BDF34CFF5BDF}"/>
                </a:ext>
              </a:extLst>
            </p:cNvPr>
            <p:cNvSpPr/>
            <p:nvPr/>
          </p:nvSpPr>
          <p:spPr>
            <a:xfrm>
              <a:off x="11356238" y="81155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1322" name="Oval 1321">
              <a:extLst>
                <a:ext uri="{FF2B5EF4-FFF2-40B4-BE49-F238E27FC236}">
                  <a16:creationId xmlns:a16="http://schemas.microsoft.com/office/drawing/2014/main" id="{3FD0033F-3460-7C6F-14E4-BE4C38EDF9EA}"/>
                </a:ext>
              </a:extLst>
            </p:cNvPr>
            <p:cNvSpPr/>
            <p:nvPr/>
          </p:nvSpPr>
          <p:spPr>
            <a:xfrm>
              <a:off x="11934777" y="81931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3" name="Isosceles Triangle 648">
              <a:extLst>
                <a:ext uri="{FF2B5EF4-FFF2-40B4-BE49-F238E27FC236}">
                  <a16:creationId xmlns:a16="http://schemas.microsoft.com/office/drawing/2014/main" id="{CB6390B6-207D-4100-8AD3-13930E374E88}"/>
                </a:ext>
              </a:extLst>
            </p:cNvPr>
            <p:cNvSpPr/>
            <p:nvPr/>
          </p:nvSpPr>
          <p:spPr>
            <a:xfrm>
              <a:off x="11964901" y="8328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24" name="Group 1323">
            <a:extLst>
              <a:ext uri="{FF2B5EF4-FFF2-40B4-BE49-F238E27FC236}">
                <a16:creationId xmlns:a16="http://schemas.microsoft.com/office/drawing/2014/main" id="{3E74DA97-A49E-CA00-04A1-2324AD5BB541}"/>
              </a:ext>
            </a:extLst>
          </p:cNvPr>
          <p:cNvGrpSpPr/>
          <p:nvPr/>
        </p:nvGrpSpPr>
        <p:grpSpPr>
          <a:xfrm>
            <a:off x="8808415" y="3705984"/>
            <a:ext cx="721206" cy="609701"/>
            <a:chOff x="8808415" y="3705984"/>
            <a:chExt cx="721206" cy="609701"/>
          </a:xfrm>
        </p:grpSpPr>
        <p:sp>
          <p:nvSpPr>
            <p:cNvPr id="1325" name="Rectangle 1324">
              <a:hlinkHover r:id="" action="ppaction://noaction" highlightClick="1"/>
              <a:extLst>
                <a:ext uri="{FF2B5EF4-FFF2-40B4-BE49-F238E27FC236}">
                  <a16:creationId xmlns:a16="http://schemas.microsoft.com/office/drawing/2014/main" id="{088265FA-36D5-09FC-C620-965E5EF845B1}"/>
                </a:ext>
              </a:extLst>
            </p:cNvPr>
            <p:cNvSpPr/>
            <p:nvPr/>
          </p:nvSpPr>
          <p:spPr>
            <a:xfrm>
              <a:off x="8808415" y="370598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1326" name="Oval 1325">
              <a:extLst>
                <a:ext uri="{FF2B5EF4-FFF2-40B4-BE49-F238E27FC236}">
                  <a16:creationId xmlns:a16="http://schemas.microsoft.com/office/drawing/2014/main" id="{7A5E8557-4BC5-0150-E022-230626F7631F}"/>
                </a:ext>
              </a:extLst>
            </p:cNvPr>
            <p:cNvSpPr/>
            <p:nvPr/>
          </p:nvSpPr>
          <p:spPr>
            <a:xfrm>
              <a:off x="9388378" y="371510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7" name="Isosceles Triangle 648">
              <a:extLst>
                <a:ext uri="{FF2B5EF4-FFF2-40B4-BE49-F238E27FC236}">
                  <a16:creationId xmlns:a16="http://schemas.microsoft.com/office/drawing/2014/main" id="{BB5C61EF-E6BE-C0B6-CEA2-9B7218DA8751}"/>
                </a:ext>
              </a:extLst>
            </p:cNvPr>
            <p:cNvSpPr/>
            <p:nvPr/>
          </p:nvSpPr>
          <p:spPr>
            <a:xfrm>
              <a:off x="9418503" y="372861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32" name="Group 1331">
            <a:extLst>
              <a:ext uri="{FF2B5EF4-FFF2-40B4-BE49-F238E27FC236}">
                <a16:creationId xmlns:a16="http://schemas.microsoft.com/office/drawing/2014/main" id="{4140695E-7B9A-C271-3548-22E108482690}"/>
              </a:ext>
            </a:extLst>
          </p:cNvPr>
          <p:cNvGrpSpPr/>
          <p:nvPr/>
        </p:nvGrpSpPr>
        <p:grpSpPr>
          <a:xfrm>
            <a:off x="6286128" y="4419620"/>
            <a:ext cx="721206" cy="609701"/>
            <a:chOff x="6286128" y="4419620"/>
            <a:chExt cx="721206" cy="609701"/>
          </a:xfrm>
        </p:grpSpPr>
        <p:sp>
          <p:nvSpPr>
            <p:cNvPr id="1333" name="Rectangle 1332">
              <a:hlinkHover r:id="" action="ppaction://noaction" highlightClick="1"/>
              <a:extLst>
                <a:ext uri="{FF2B5EF4-FFF2-40B4-BE49-F238E27FC236}">
                  <a16:creationId xmlns:a16="http://schemas.microsoft.com/office/drawing/2014/main" id="{41C0A43A-4AD2-D536-E321-457E3158E7AB}"/>
                </a:ext>
              </a:extLst>
            </p:cNvPr>
            <p:cNvSpPr/>
            <p:nvPr/>
          </p:nvSpPr>
          <p:spPr>
            <a:xfrm>
              <a:off x="6286128"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1334" name="Oval 1333">
              <a:extLst>
                <a:ext uri="{FF2B5EF4-FFF2-40B4-BE49-F238E27FC236}">
                  <a16:creationId xmlns:a16="http://schemas.microsoft.com/office/drawing/2014/main" id="{F88B5A49-C332-DA82-9803-AD78DED02417}"/>
                </a:ext>
              </a:extLst>
            </p:cNvPr>
            <p:cNvSpPr/>
            <p:nvPr/>
          </p:nvSpPr>
          <p:spPr>
            <a:xfrm>
              <a:off x="6863906" y="442984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5" name="Isosceles Triangle 648">
              <a:extLst>
                <a:ext uri="{FF2B5EF4-FFF2-40B4-BE49-F238E27FC236}">
                  <a16:creationId xmlns:a16="http://schemas.microsoft.com/office/drawing/2014/main" id="{CEBFAF29-C6AC-18F3-D06B-C09A2C7432C6}"/>
                </a:ext>
              </a:extLst>
            </p:cNvPr>
            <p:cNvSpPr/>
            <p:nvPr/>
          </p:nvSpPr>
          <p:spPr>
            <a:xfrm>
              <a:off x="6894030" y="444335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36" name="Group 1335">
            <a:extLst>
              <a:ext uri="{FF2B5EF4-FFF2-40B4-BE49-F238E27FC236}">
                <a16:creationId xmlns:a16="http://schemas.microsoft.com/office/drawing/2014/main" id="{ECF33A03-6A9C-0D8E-7AE9-0CFB83B1B445}"/>
              </a:ext>
            </a:extLst>
          </p:cNvPr>
          <p:cNvGrpSpPr/>
          <p:nvPr/>
        </p:nvGrpSpPr>
        <p:grpSpPr>
          <a:xfrm>
            <a:off x="5458938" y="5135301"/>
            <a:ext cx="721206" cy="609701"/>
            <a:chOff x="5458938" y="5135301"/>
            <a:chExt cx="721206" cy="609701"/>
          </a:xfrm>
        </p:grpSpPr>
        <p:sp>
          <p:nvSpPr>
            <p:cNvPr id="1337" name="Rectangle 1336">
              <a:hlinkHover r:id="" action="ppaction://noaction" highlightClick="1"/>
              <a:extLst>
                <a:ext uri="{FF2B5EF4-FFF2-40B4-BE49-F238E27FC236}">
                  <a16:creationId xmlns:a16="http://schemas.microsoft.com/office/drawing/2014/main" id="{19054EA0-01AF-6C3F-CDD9-BBB138891658}"/>
                </a:ext>
              </a:extLst>
            </p:cNvPr>
            <p:cNvSpPr/>
            <p:nvPr/>
          </p:nvSpPr>
          <p:spPr>
            <a:xfrm>
              <a:off x="5458938" y="513530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1338" name="Oval 1337">
              <a:extLst>
                <a:ext uri="{FF2B5EF4-FFF2-40B4-BE49-F238E27FC236}">
                  <a16:creationId xmlns:a16="http://schemas.microsoft.com/office/drawing/2014/main" id="{C69BA82C-B1B6-0C3F-A930-1659384AB9D4}"/>
                </a:ext>
              </a:extLst>
            </p:cNvPr>
            <p:cNvSpPr/>
            <p:nvPr/>
          </p:nvSpPr>
          <p:spPr>
            <a:xfrm>
              <a:off x="6035889" y="514552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9" name="Isosceles Triangle 648">
              <a:extLst>
                <a:ext uri="{FF2B5EF4-FFF2-40B4-BE49-F238E27FC236}">
                  <a16:creationId xmlns:a16="http://schemas.microsoft.com/office/drawing/2014/main" id="{EFBBB567-3636-E1A2-A92A-CBACC93598AF}"/>
                </a:ext>
              </a:extLst>
            </p:cNvPr>
            <p:cNvSpPr/>
            <p:nvPr/>
          </p:nvSpPr>
          <p:spPr>
            <a:xfrm>
              <a:off x="6066013" y="515903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40" name="Group 1339">
            <a:extLst>
              <a:ext uri="{FF2B5EF4-FFF2-40B4-BE49-F238E27FC236}">
                <a16:creationId xmlns:a16="http://schemas.microsoft.com/office/drawing/2014/main" id="{D1DAE6E9-DE39-B0A4-C2FB-010E169ADBC9}"/>
              </a:ext>
            </a:extLst>
          </p:cNvPr>
          <p:cNvGrpSpPr/>
          <p:nvPr/>
        </p:nvGrpSpPr>
        <p:grpSpPr>
          <a:xfrm>
            <a:off x="6289144" y="5141013"/>
            <a:ext cx="721206" cy="609701"/>
            <a:chOff x="6289144" y="5141013"/>
            <a:chExt cx="721206" cy="609701"/>
          </a:xfrm>
        </p:grpSpPr>
        <p:sp>
          <p:nvSpPr>
            <p:cNvPr id="1341" name="Rectangle 1340">
              <a:hlinkHover r:id="" action="ppaction://noaction" highlightClick="1"/>
              <a:extLst>
                <a:ext uri="{FF2B5EF4-FFF2-40B4-BE49-F238E27FC236}">
                  <a16:creationId xmlns:a16="http://schemas.microsoft.com/office/drawing/2014/main" id="{C726B34D-AC1C-9A68-EB5A-D834D56F35A9}"/>
                </a:ext>
              </a:extLst>
            </p:cNvPr>
            <p:cNvSpPr/>
            <p:nvPr/>
          </p:nvSpPr>
          <p:spPr>
            <a:xfrm>
              <a:off x="6289144"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1342" name="Oval 1341">
              <a:extLst>
                <a:ext uri="{FF2B5EF4-FFF2-40B4-BE49-F238E27FC236}">
                  <a16:creationId xmlns:a16="http://schemas.microsoft.com/office/drawing/2014/main" id="{9D6B638F-2901-5DB4-F0BD-57B04DB95BC4}"/>
                </a:ext>
              </a:extLst>
            </p:cNvPr>
            <p:cNvSpPr/>
            <p:nvPr/>
          </p:nvSpPr>
          <p:spPr>
            <a:xfrm>
              <a:off x="6867993" y="5151355"/>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3" name="Isosceles Triangle 648">
              <a:extLst>
                <a:ext uri="{FF2B5EF4-FFF2-40B4-BE49-F238E27FC236}">
                  <a16:creationId xmlns:a16="http://schemas.microsoft.com/office/drawing/2014/main" id="{E32BFE1F-DA50-EC7C-86F6-D413D4D25E6F}"/>
                </a:ext>
              </a:extLst>
            </p:cNvPr>
            <p:cNvSpPr/>
            <p:nvPr/>
          </p:nvSpPr>
          <p:spPr>
            <a:xfrm>
              <a:off x="6898117" y="516486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44" name="Group 1343">
            <a:extLst>
              <a:ext uri="{FF2B5EF4-FFF2-40B4-BE49-F238E27FC236}">
                <a16:creationId xmlns:a16="http://schemas.microsoft.com/office/drawing/2014/main" id="{B3106E0D-B508-DA55-2F88-A3AF02DFC6E7}"/>
              </a:ext>
            </a:extLst>
          </p:cNvPr>
          <p:cNvGrpSpPr/>
          <p:nvPr/>
        </p:nvGrpSpPr>
        <p:grpSpPr>
          <a:xfrm>
            <a:off x="7122909" y="4419620"/>
            <a:ext cx="721206" cy="609701"/>
            <a:chOff x="7122909" y="4419620"/>
            <a:chExt cx="721206" cy="609701"/>
          </a:xfrm>
        </p:grpSpPr>
        <p:sp>
          <p:nvSpPr>
            <p:cNvPr id="1345" name="Rectangle 1344">
              <a:hlinkHover r:id="" action="ppaction://noaction" highlightClick="1"/>
              <a:extLst>
                <a:ext uri="{FF2B5EF4-FFF2-40B4-BE49-F238E27FC236}">
                  <a16:creationId xmlns:a16="http://schemas.microsoft.com/office/drawing/2014/main" id="{ACCCF19D-72EB-A439-844A-06F1D634D38C}"/>
                </a:ext>
              </a:extLst>
            </p:cNvPr>
            <p:cNvSpPr/>
            <p:nvPr/>
          </p:nvSpPr>
          <p:spPr>
            <a:xfrm>
              <a:off x="712290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1346" name="Oval 1345">
              <a:extLst>
                <a:ext uri="{FF2B5EF4-FFF2-40B4-BE49-F238E27FC236}">
                  <a16:creationId xmlns:a16="http://schemas.microsoft.com/office/drawing/2014/main" id="{69F54026-36AE-260F-ED4C-B546A6C41372}"/>
                </a:ext>
              </a:extLst>
            </p:cNvPr>
            <p:cNvSpPr/>
            <p:nvPr/>
          </p:nvSpPr>
          <p:spPr>
            <a:xfrm>
              <a:off x="7700861"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7" name="Isosceles Triangle 648">
              <a:extLst>
                <a:ext uri="{FF2B5EF4-FFF2-40B4-BE49-F238E27FC236}">
                  <a16:creationId xmlns:a16="http://schemas.microsoft.com/office/drawing/2014/main" id="{7E816DF8-BDDF-E712-044A-21658386167F}"/>
                </a:ext>
              </a:extLst>
            </p:cNvPr>
            <p:cNvSpPr/>
            <p:nvPr/>
          </p:nvSpPr>
          <p:spPr>
            <a:xfrm>
              <a:off x="7730986"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52" name="Group 1351">
            <a:extLst>
              <a:ext uri="{FF2B5EF4-FFF2-40B4-BE49-F238E27FC236}">
                <a16:creationId xmlns:a16="http://schemas.microsoft.com/office/drawing/2014/main" id="{5E68E665-73A5-8DA7-F816-1D77F15E7F22}"/>
              </a:ext>
            </a:extLst>
          </p:cNvPr>
          <p:cNvGrpSpPr/>
          <p:nvPr/>
        </p:nvGrpSpPr>
        <p:grpSpPr>
          <a:xfrm>
            <a:off x="5454383" y="4419620"/>
            <a:ext cx="721206" cy="609701"/>
            <a:chOff x="5454383" y="4419620"/>
            <a:chExt cx="721206" cy="609701"/>
          </a:xfrm>
        </p:grpSpPr>
        <p:sp>
          <p:nvSpPr>
            <p:cNvPr id="1353" name="Rectangle 1352">
              <a:hlinkHover r:id="" action="ppaction://noaction" highlightClick="1"/>
              <a:extLst>
                <a:ext uri="{FF2B5EF4-FFF2-40B4-BE49-F238E27FC236}">
                  <a16:creationId xmlns:a16="http://schemas.microsoft.com/office/drawing/2014/main" id="{4A1DCA70-FE98-747D-6327-2C884A00BA66}"/>
                </a:ext>
              </a:extLst>
            </p:cNvPr>
            <p:cNvSpPr/>
            <p:nvPr/>
          </p:nvSpPr>
          <p:spPr>
            <a:xfrm>
              <a:off x="5454383"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1354" name="Oval 1353">
              <a:extLst>
                <a:ext uri="{FF2B5EF4-FFF2-40B4-BE49-F238E27FC236}">
                  <a16:creationId xmlns:a16="http://schemas.microsoft.com/office/drawing/2014/main" id="{FADFC02C-9AAB-E810-9415-D6FC95774F43}"/>
                </a:ext>
              </a:extLst>
            </p:cNvPr>
            <p:cNvSpPr/>
            <p:nvPr/>
          </p:nvSpPr>
          <p:spPr>
            <a:xfrm>
              <a:off x="6031334"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5" name="Isosceles Triangle 648">
              <a:extLst>
                <a:ext uri="{FF2B5EF4-FFF2-40B4-BE49-F238E27FC236}">
                  <a16:creationId xmlns:a16="http://schemas.microsoft.com/office/drawing/2014/main" id="{53529691-5B29-18FE-7392-E802B01C79E2}"/>
                </a:ext>
              </a:extLst>
            </p:cNvPr>
            <p:cNvSpPr/>
            <p:nvPr/>
          </p:nvSpPr>
          <p:spPr>
            <a:xfrm>
              <a:off x="6061458"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56" name="Group 1355">
            <a:extLst>
              <a:ext uri="{FF2B5EF4-FFF2-40B4-BE49-F238E27FC236}">
                <a16:creationId xmlns:a16="http://schemas.microsoft.com/office/drawing/2014/main" id="{E3D34F0F-1BD2-55A7-21A2-99F6F8F1566E}"/>
              </a:ext>
            </a:extLst>
          </p:cNvPr>
          <p:cNvGrpSpPr/>
          <p:nvPr/>
        </p:nvGrpSpPr>
        <p:grpSpPr>
          <a:xfrm>
            <a:off x="7125831" y="5143364"/>
            <a:ext cx="721206" cy="609701"/>
            <a:chOff x="7125831" y="5143364"/>
            <a:chExt cx="721206" cy="609701"/>
          </a:xfrm>
        </p:grpSpPr>
        <p:sp>
          <p:nvSpPr>
            <p:cNvPr id="1357" name="Rectangle 1356">
              <a:hlinkHover r:id="" action="ppaction://noaction" highlightClick="1"/>
              <a:extLst>
                <a:ext uri="{FF2B5EF4-FFF2-40B4-BE49-F238E27FC236}">
                  <a16:creationId xmlns:a16="http://schemas.microsoft.com/office/drawing/2014/main" id="{0313ED03-8205-5394-80BB-B4CF0D77C13D}"/>
                </a:ext>
              </a:extLst>
            </p:cNvPr>
            <p:cNvSpPr/>
            <p:nvPr/>
          </p:nvSpPr>
          <p:spPr>
            <a:xfrm>
              <a:off x="7125831" y="514336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1358" name="Oval 1357">
              <a:extLst>
                <a:ext uri="{FF2B5EF4-FFF2-40B4-BE49-F238E27FC236}">
                  <a16:creationId xmlns:a16="http://schemas.microsoft.com/office/drawing/2014/main" id="{793C4540-A70B-AB38-1D03-AE3A86D7922E}"/>
                </a:ext>
              </a:extLst>
            </p:cNvPr>
            <p:cNvSpPr/>
            <p:nvPr/>
          </p:nvSpPr>
          <p:spPr>
            <a:xfrm>
              <a:off x="7704680" y="515358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9" name="Isosceles Triangle 648">
              <a:extLst>
                <a:ext uri="{FF2B5EF4-FFF2-40B4-BE49-F238E27FC236}">
                  <a16:creationId xmlns:a16="http://schemas.microsoft.com/office/drawing/2014/main" id="{FA33608D-A095-238C-C58F-28189738956E}"/>
                </a:ext>
              </a:extLst>
            </p:cNvPr>
            <p:cNvSpPr/>
            <p:nvPr/>
          </p:nvSpPr>
          <p:spPr>
            <a:xfrm>
              <a:off x="7734804" y="516709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60" name="Group 1359">
            <a:extLst>
              <a:ext uri="{FF2B5EF4-FFF2-40B4-BE49-F238E27FC236}">
                <a16:creationId xmlns:a16="http://schemas.microsoft.com/office/drawing/2014/main" id="{D97B0B7A-BAD9-B033-DA54-0FBDF246A8CD}"/>
              </a:ext>
            </a:extLst>
          </p:cNvPr>
          <p:cNvGrpSpPr/>
          <p:nvPr/>
        </p:nvGrpSpPr>
        <p:grpSpPr>
          <a:xfrm>
            <a:off x="7122909" y="3698227"/>
            <a:ext cx="721206" cy="609701"/>
            <a:chOff x="7122909" y="3698227"/>
            <a:chExt cx="721206" cy="609701"/>
          </a:xfrm>
        </p:grpSpPr>
        <p:sp>
          <p:nvSpPr>
            <p:cNvPr id="1361" name="Rectangle 1360">
              <a:hlinkHover r:id="" action="ppaction://noaction" highlightClick="1"/>
              <a:extLst>
                <a:ext uri="{FF2B5EF4-FFF2-40B4-BE49-F238E27FC236}">
                  <a16:creationId xmlns:a16="http://schemas.microsoft.com/office/drawing/2014/main" id="{65444CC2-54A1-4EDD-1FDC-98C0FFB2F157}"/>
                </a:ext>
              </a:extLst>
            </p:cNvPr>
            <p:cNvSpPr/>
            <p:nvPr/>
          </p:nvSpPr>
          <p:spPr>
            <a:xfrm>
              <a:off x="7122909"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1362" name="Oval 1361">
              <a:extLst>
                <a:ext uri="{FF2B5EF4-FFF2-40B4-BE49-F238E27FC236}">
                  <a16:creationId xmlns:a16="http://schemas.microsoft.com/office/drawing/2014/main" id="{18DF2B00-EB4E-10BD-FF51-10C1E961A544}"/>
                </a:ext>
              </a:extLst>
            </p:cNvPr>
            <p:cNvSpPr/>
            <p:nvPr/>
          </p:nvSpPr>
          <p:spPr>
            <a:xfrm>
              <a:off x="7700861"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3" name="Isosceles Triangle 648">
              <a:extLst>
                <a:ext uri="{FF2B5EF4-FFF2-40B4-BE49-F238E27FC236}">
                  <a16:creationId xmlns:a16="http://schemas.microsoft.com/office/drawing/2014/main" id="{788B8B22-BDA0-431B-8718-2F753F8BC5C9}"/>
                </a:ext>
              </a:extLst>
            </p:cNvPr>
            <p:cNvSpPr/>
            <p:nvPr/>
          </p:nvSpPr>
          <p:spPr>
            <a:xfrm>
              <a:off x="7730986"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64" name="Group 1363">
            <a:extLst>
              <a:ext uri="{FF2B5EF4-FFF2-40B4-BE49-F238E27FC236}">
                <a16:creationId xmlns:a16="http://schemas.microsoft.com/office/drawing/2014/main" id="{71A60E00-3400-0AFD-3C6E-E20530115AE7}"/>
              </a:ext>
            </a:extLst>
          </p:cNvPr>
          <p:cNvGrpSpPr/>
          <p:nvPr/>
        </p:nvGrpSpPr>
        <p:grpSpPr>
          <a:xfrm>
            <a:off x="6286222" y="3698227"/>
            <a:ext cx="721206" cy="609701"/>
            <a:chOff x="6286222" y="3698227"/>
            <a:chExt cx="721206" cy="609701"/>
          </a:xfrm>
        </p:grpSpPr>
        <p:sp>
          <p:nvSpPr>
            <p:cNvPr id="1365" name="Rectangle 1364">
              <a:hlinkHover r:id="" action="ppaction://noaction" highlightClick="1"/>
              <a:extLst>
                <a:ext uri="{FF2B5EF4-FFF2-40B4-BE49-F238E27FC236}">
                  <a16:creationId xmlns:a16="http://schemas.microsoft.com/office/drawing/2014/main" id="{17CC2E5D-C3BB-C6BC-160D-1F8C4224665E}"/>
                </a:ext>
              </a:extLst>
            </p:cNvPr>
            <p:cNvSpPr/>
            <p:nvPr/>
          </p:nvSpPr>
          <p:spPr>
            <a:xfrm>
              <a:off x="6286222"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1366" name="Oval 1365">
              <a:extLst>
                <a:ext uri="{FF2B5EF4-FFF2-40B4-BE49-F238E27FC236}">
                  <a16:creationId xmlns:a16="http://schemas.microsoft.com/office/drawing/2014/main" id="{CBBB7727-19ED-084C-2BE8-872A6D04EFA7}"/>
                </a:ext>
              </a:extLst>
            </p:cNvPr>
            <p:cNvSpPr/>
            <p:nvPr/>
          </p:nvSpPr>
          <p:spPr>
            <a:xfrm>
              <a:off x="6864724"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7" name="Isosceles Triangle 648">
              <a:extLst>
                <a:ext uri="{FF2B5EF4-FFF2-40B4-BE49-F238E27FC236}">
                  <a16:creationId xmlns:a16="http://schemas.microsoft.com/office/drawing/2014/main" id="{C5BEA86F-B601-7EB5-318E-FF6352309271}"/>
                </a:ext>
              </a:extLst>
            </p:cNvPr>
            <p:cNvSpPr/>
            <p:nvPr/>
          </p:nvSpPr>
          <p:spPr>
            <a:xfrm>
              <a:off x="689484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4839A29B-A065-CD26-6255-AD44A392EE84}"/>
              </a:ext>
            </a:extLst>
          </p:cNvPr>
          <p:cNvGrpSpPr/>
          <p:nvPr/>
        </p:nvGrpSpPr>
        <p:grpSpPr>
          <a:xfrm>
            <a:off x="3779087" y="3698226"/>
            <a:ext cx="721206" cy="609701"/>
            <a:chOff x="3779087" y="3698226"/>
            <a:chExt cx="721206" cy="609701"/>
          </a:xfrm>
        </p:grpSpPr>
        <p:sp>
          <p:nvSpPr>
            <p:cNvPr id="9" name="Rectangle 8">
              <a:extLst>
                <a:ext uri="{FF2B5EF4-FFF2-40B4-BE49-F238E27FC236}">
                  <a16:creationId xmlns:a16="http://schemas.microsoft.com/office/drawing/2014/main" id="{7EA8C98B-1086-9C0B-2D69-EFE349C692CF}"/>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88F65585-A584-BB68-BCBD-B4C320D4E8D6}"/>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843478D9-9196-3D8F-6A15-9F7CD572BA7A}"/>
                </a:ext>
              </a:extLst>
            </p:cNvPr>
            <p:cNvGrpSpPr/>
            <p:nvPr/>
          </p:nvGrpSpPr>
          <p:grpSpPr>
            <a:xfrm>
              <a:off x="4448513" y="3706747"/>
              <a:ext cx="37817" cy="61390"/>
              <a:chOff x="3883481" y="2057400"/>
              <a:chExt cx="1608363" cy="2652031"/>
            </a:xfrm>
            <a:solidFill>
              <a:srgbClr val="A6A6A6">
                <a:alpha val="20000"/>
              </a:srgbClr>
            </a:solidFill>
          </p:grpSpPr>
          <p:sp>
            <p:nvSpPr>
              <p:cNvPr id="12" name="Oval 27">
                <a:extLst>
                  <a:ext uri="{FF2B5EF4-FFF2-40B4-BE49-F238E27FC236}">
                    <a16:creationId xmlns:a16="http://schemas.microsoft.com/office/drawing/2014/main" id="{B96FD21E-AF54-147E-F230-8EB837BF54C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7017765E-D55B-2DA2-20D2-1A7EB3A4D60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4" name="Group 23">
            <a:extLst>
              <a:ext uri="{FF2B5EF4-FFF2-40B4-BE49-F238E27FC236}">
                <a16:creationId xmlns:a16="http://schemas.microsoft.com/office/drawing/2014/main" id="{E748F49F-4DA8-2443-E118-E8F91B482FC8}"/>
              </a:ext>
            </a:extLst>
          </p:cNvPr>
          <p:cNvGrpSpPr/>
          <p:nvPr/>
        </p:nvGrpSpPr>
        <p:grpSpPr>
          <a:xfrm>
            <a:off x="2099604" y="5136552"/>
            <a:ext cx="721206" cy="609701"/>
            <a:chOff x="2099604" y="5136552"/>
            <a:chExt cx="721206" cy="609701"/>
          </a:xfrm>
        </p:grpSpPr>
        <p:sp>
          <p:nvSpPr>
            <p:cNvPr id="32" name="Rectangle 31">
              <a:extLst>
                <a:ext uri="{FF2B5EF4-FFF2-40B4-BE49-F238E27FC236}">
                  <a16:creationId xmlns:a16="http://schemas.microsoft.com/office/drawing/2014/main" id="{E00722A7-2642-63D5-4212-7F54639473FE}"/>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33" name="Right Triangle 32">
              <a:extLst>
                <a:ext uri="{FF2B5EF4-FFF2-40B4-BE49-F238E27FC236}">
                  <a16:creationId xmlns:a16="http://schemas.microsoft.com/office/drawing/2014/main" id="{3A56EFDA-4965-8FAD-71EC-8E976165B9B2}"/>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4" name="Group 33">
              <a:extLst>
                <a:ext uri="{FF2B5EF4-FFF2-40B4-BE49-F238E27FC236}">
                  <a16:creationId xmlns:a16="http://schemas.microsoft.com/office/drawing/2014/main" id="{61E74872-F5FC-344B-241C-730AC0CD495D}"/>
                </a:ext>
              </a:extLst>
            </p:cNvPr>
            <p:cNvGrpSpPr/>
            <p:nvPr/>
          </p:nvGrpSpPr>
          <p:grpSpPr>
            <a:xfrm>
              <a:off x="2765661" y="5151382"/>
              <a:ext cx="37817" cy="61390"/>
              <a:chOff x="3883481" y="2057400"/>
              <a:chExt cx="1608363" cy="2652031"/>
            </a:xfrm>
            <a:solidFill>
              <a:srgbClr val="A6A6A6">
                <a:alpha val="20000"/>
              </a:srgbClr>
            </a:solidFill>
          </p:grpSpPr>
          <p:sp>
            <p:nvSpPr>
              <p:cNvPr id="35" name="Oval 27">
                <a:extLst>
                  <a:ext uri="{FF2B5EF4-FFF2-40B4-BE49-F238E27FC236}">
                    <a16:creationId xmlns:a16="http://schemas.microsoft.com/office/drawing/2014/main" id="{F771124B-93D1-A4A1-28BB-215D5561E97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6" name="Oval 28">
                <a:extLst>
                  <a:ext uri="{FF2B5EF4-FFF2-40B4-BE49-F238E27FC236}">
                    <a16:creationId xmlns:a16="http://schemas.microsoft.com/office/drawing/2014/main" id="{EFE5A0E5-ACFE-19DC-2552-AEA5561F17E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7" name="Group 36">
            <a:extLst>
              <a:ext uri="{FF2B5EF4-FFF2-40B4-BE49-F238E27FC236}">
                <a16:creationId xmlns:a16="http://schemas.microsoft.com/office/drawing/2014/main" id="{F87799BA-B6D1-3CE7-F620-50ABA5C77692}"/>
              </a:ext>
            </a:extLst>
          </p:cNvPr>
          <p:cNvGrpSpPr/>
          <p:nvPr/>
        </p:nvGrpSpPr>
        <p:grpSpPr>
          <a:xfrm>
            <a:off x="2100392" y="4419620"/>
            <a:ext cx="721206" cy="609701"/>
            <a:chOff x="2100392" y="4419620"/>
            <a:chExt cx="721206" cy="609701"/>
          </a:xfrm>
        </p:grpSpPr>
        <p:sp>
          <p:nvSpPr>
            <p:cNvPr id="38" name="Rectangle 37">
              <a:extLst>
                <a:ext uri="{FF2B5EF4-FFF2-40B4-BE49-F238E27FC236}">
                  <a16:creationId xmlns:a16="http://schemas.microsoft.com/office/drawing/2014/main" id="{D641BF60-FA74-3B3A-AB06-580E806F2685}"/>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39" name="Right Triangle 38">
              <a:extLst>
                <a:ext uri="{FF2B5EF4-FFF2-40B4-BE49-F238E27FC236}">
                  <a16:creationId xmlns:a16="http://schemas.microsoft.com/office/drawing/2014/main" id="{70357440-641A-09B8-E862-A4B943989C5E}"/>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0" name="Group 39">
              <a:extLst>
                <a:ext uri="{FF2B5EF4-FFF2-40B4-BE49-F238E27FC236}">
                  <a16:creationId xmlns:a16="http://schemas.microsoft.com/office/drawing/2014/main" id="{337380B8-E286-8130-0327-FB94E503BDC3}"/>
                </a:ext>
              </a:extLst>
            </p:cNvPr>
            <p:cNvGrpSpPr/>
            <p:nvPr/>
          </p:nvGrpSpPr>
          <p:grpSpPr>
            <a:xfrm>
              <a:off x="2769856" y="4434450"/>
              <a:ext cx="37817" cy="61390"/>
              <a:chOff x="3883481" y="2057400"/>
              <a:chExt cx="1608363" cy="2652031"/>
            </a:xfrm>
            <a:solidFill>
              <a:srgbClr val="A6A6A6">
                <a:alpha val="20000"/>
              </a:srgbClr>
            </a:solidFill>
          </p:grpSpPr>
          <p:sp>
            <p:nvSpPr>
              <p:cNvPr id="41" name="Oval 27">
                <a:extLst>
                  <a:ext uri="{FF2B5EF4-FFF2-40B4-BE49-F238E27FC236}">
                    <a16:creationId xmlns:a16="http://schemas.microsoft.com/office/drawing/2014/main" id="{8D32E2ED-DB4F-3D48-0A94-BFEDE7BA883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 name="Oval 28">
                <a:extLst>
                  <a:ext uri="{FF2B5EF4-FFF2-40B4-BE49-F238E27FC236}">
                    <a16:creationId xmlns:a16="http://schemas.microsoft.com/office/drawing/2014/main" id="{B4A04E1F-C805-45A2-13D9-CFBA775077E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3" name="Group 42">
            <a:extLst>
              <a:ext uri="{FF2B5EF4-FFF2-40B4-BE49-F238E27FC236}">
                <a16:creationId xmlns:a16="http://schemas.microsoft.com/office/drawing/2014/main" id="{44E3CEDB-7AB2-B33C-D6EA-BF053267F1C1}"/>
              </a:ext>
            </a:extLst>
          </p:cNvPr>
          <p:cNvGrpSpPr/>
          <p:nvPr/>
        </p:nvGrpSpPr>
        <p:grpSpPr>
          <a:xfrm>
            <a:off x="4615770" y="3698227"/>
            <a:ext cx="721206" cy="609701"/>
            <a:chOff x="4615770" y="3698227"/>
            <a:chExt cx="721206" cy="609701"/>
          </a:xfrm>
        </p:grpSpPr>
        <p:sp>
          <p:nvSpPr>
            <p:cNvPr id="44" name="Rectangle 43">
              <a:hlinkHover r:id="" action="ppaction://noaction" highlightClick="1"/>
              <a:extLst>
                <a:ext uri="{FF2B5EF4-FFF2-40B4-BE49-F238E27FC236}">
                  <a16:creationId xmlns:a16="http://schemas.microsoft.com/office/drawing/2014/main" id="{9BBD53B1-8C2F-13AF-5EBC-FC90B9BFD4E7}"/>
                </a:ext>
              </a:extLst>
            </p:cNvPr>
            <p:cNvSpPr/>
            <p:nvPr/>
          </p:nvSpPr>
          <p:spPr>
            <a:xfrm>
              <a:off x="461577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45" name="Oval 44">
              <a:extLst>
                <a:ext uri="{FF2B5EF4-FFF2-40B4-BE49-F238E27FC236}">
                  <a16:creationId xmlns:a16="http://schemas.microsoft.com/office/drawing/2014/main" id="{1C28CBC8-52C9-BABF-4CA3-FCD584AF91F7}"/>
                </a:ext>
              </a:extLst>
            </p:cNvPr>
            <p:cNvSpPr/>
            <p:nvPr/>
          </p:nvSpPr>
          <p:spPr>
            <a:xfrm>
              <a:off x="5190368"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 name="Isosceles Triangle 648">
              <a:extLst>
                <a:ext uri="{FF2B5EF4-FFF2-40B4-BE49-F238E27FC236}">
                  <a16:creationId xmlns:a16="http://schemas.microsoft.com/office/drawing/2014/main" id="{5DB9E3C7-2FF0-8807-5EC9-760291762866}"/>
                </a:ext>
              </a:extLst>
            </p:cNvPr>
            <p:cNvSpPr/>
            <p:nvPr/>
          </p:nvSpPr>
          <p:spPr>
            <a:xfrm>
              <a:off x="5220493"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3" name="Group 62">
            <a:extLst>
              <a:ext uri="{FF2B5EF4-FFF2-40B4-BE49-F238E27FC236}">
                <a16:creationId xmlns:a16="http://schemas.microsoft.com/office/drawing/2014/main" id="{3E4228B2-8719-B5B2-25CD-90F972E360F5}"/>
              </a:ext>
            </a:extLst>
          </p:cNvPr>
          <p:cNvGrpSpPr/>
          <p:nvPr/>
        </p:nvGrpSpPr>
        <p:grpSpPr>
          <a:xfrm>
            <a:off x="3776512" y="2950606"/>
            <a:ext cx="724130" cy="609701"/>
            <a:chOff x="3776512" y="2974053"/>
            <a:chExt cx="724130" cy="609701"/>
          </a:xfrm>
        </p:grpSpPr>
        <p:sp>
          <p:nvSpPr>
            <p:cNvPr id="454" name="Rectangle 453">
              <a:extLst>
                <a:ext uri="{FF2B5EF4-FFF2-40B4-BE49-F238E27FC236}">
                  <a16:creationId xmlns:a16="http://schemas.microsoft.com/office/drawing/2014/main" id="{704D557F-F6DD-3FE8-333E-A94A38065E09}"/>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455" name="Right Triangle 454">
              <a:extLst>
                <a:ext uri="{FF2B5EF4-FFF2-40B4-BE49-F238E27FC236}">
                  <a16:creationId xmlns:a16="http://schemas.microsoft.com/office/drawing/2014/main" id="{3BFCA353-F149-A821-2E3E-59C8A8B7E54B}"/>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56" name="Group 455">
              <a:extLst>
                <a:ext uri="{FF2B5EF4-FFF2-40B4-BE49-F238E27FC236}">
                  <a16:creationId xmlns:a16="http://schemas.microsoft.com/office/drawing/2014/main" id="{CBFAE298-6F49-5151-C4C1-A7B711ECA7FA}"/>
                </a:ext>
              </a:extLst>
            </p:cNvPr>
            <p:cNvGrpSpPr/>
            <p:nvPr/>
          </p:nvGrpSpPr>
          <p:grpSpPr>
            <a:xfrm>
              <a:off x="4450061" y="2982574"/>
              <a:ext cx="37817" cy="61390"/>
              <a:chOff x="3883481" y="2057400"/>
              <a:chExt cx="1608363" cy="2652031"/>
            </a:xfrm>
            <a:solidFill>
              <a:srgbClr val="A6A6A6">
                <a:alpha val="20000"/>
              </a:srgbClr>
            </a:solidFill>
          </p:grpSpPr>
          <p:sp>
            <p:nvSpPr>
              <p:cNvPr id="457" name="Oval 27">
                <a:extLst>
                  <a:ext uri="{FF2B5EF4-FFF2-40B4-BE49-F238E27FC236}">
                    <a16:creationId xmlns:a16="http://schemas.microsoft.com/office/drawing/2014/main" id="{C8921C67-D73E-0144-3D2D-518A21F634D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8" name="Oval 28">
                <a:extLst>
                  <a:ext uri="{FF2B5EF4-FFF2-40B4-BE49-F238E27FC236}">
                    <a16:creationId xmlns:a16="http://schemas.microsoft.com/office/drawing/2014/main" id="{450B99C6-2175-C1B9-C775-2ECC9FF7F5E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65" name="Group 464">
            <a:extLst>
              <a:ext uri="{FF2B5EF4-FFF2-40B4-BE49-F238E27FC236}">
                <a16:creationId xmlns:a16="http://schemas.microsoft.com/office/drawing/2014/main" id="{5035FCCD-AC7A-1C38-3E72-3C1C8D297A51}"/>
              </a:ext>
            </a:extLst>
          </p:cNvPr>
          <p:cNvGrpSpPr/>
          <p:nvPr/>
        </p:nvGrpSpPr>
        <p:grpSpPr>
          <a:xfrm>
            <a:off x="10520475" y="90836"/>
            <a:ext cx="721206" cy="609701"/>
            <a:chOff x="10520475" y="90836"/>
            <a:chExt cx="721206" cy="609701"/>
          </a:xfrm>
        </p:grpSpPr>
        <p:sp>
          <p:nvSpPr>
            <p:cNvPr id="466" name="Rectangle 465">
              <a:hlinkHover r:id="" action="ppaction://noaction" highlightClick="1"/>
              <a:extLst>
                <a:ext uri="{FF2B5EF4-FFF2-40B4-BE49-F238E27FC236}">
                  <a16:creationId xmlns:a16="http://schemas.microsoft.com/office/drawing/2014/main" id="{10583397-797C-C018-645D-A95735BE9620}"/>
                </a:ext>
              </a:extLst>
            </p:cNvPr>
            <p:cNvSpPr/>
            <p:nvPr/>
          </p:nvSpPr>
          <p:spPr>
            <a:xfrm>
              <a:off x="10520475"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467" name="Oval 466">
              <a:extLst>
                <a:ext uri="{FF2B5EF4-FFF2-40B4-BE49-F238E27FC236}">
                  <a16:creationId xmlns:a16="http://schemas.microsoft.com/office/drawing/2014/main" id="{2AC34EC7-5EFC-F4EC-E084-8D8344081109}"/>
                </a:ext>
              </a:extLst>
            </p:cNvPr>
            <p:cNvSpPr/>
            <p:nvPr/>
          </p:nvSpPr>
          <p:spPr>
            <a:xfrm>
              <a:off x="11099014"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8" name="Isosceles Triangle 648">
              <a:extLst>
                <a:ext uri="{FF2B5EF4-FFF2-40B4-BE49-F238E27FC236}">
                  <a16:creationId xmlns:a16="http://schemas.microsoft.com/office/drawing/2014/main" id="{8515A8E9-3298-3098-5DC5-39956915BD5E}"/>
                </a:ext>
              </a:extLst>
            </p:cNvPr>
            <p:cNvSpPr/>
            <p:nvPr/>
          </p:nvSpPr>
          <p:spPr>
            <a:xfrm>
              <a:off x="11129138"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73" name="Group 472">
            <a:extLst>
              <a:ext uri="{FF2B5EF4-FFF2-40B4-BE49-F238E27FC236}">
                <a16:creationId xmlns:a16="http://schemas.microsoft.com/office/drawing/2014/main" id="{11BA8CDE-57D3-F0DE-1195-C717E4ECE1E4}"/>
              </a:ext>
            </a:extLst>
          </p:cNvPr>
          <p:cNvGrpSpPr/>
          <p:nvPr/>
        </p:nvGrpSpPr>
        <p:grpSpPr>
          <a:xfrm>
            <a:off x="11356238" y="1532276"/>
            <a:ext cx="721206" cy="609701"/>
            <a:chOff x="11356238" y="1532276"/>
            <a:chExt cx="721206" cy="609701"/>
          </a:xfrm>
        </p:grpSpPr>
        <p:sp>
          <p:nvSpPr>
            <p:cNvPr id="474" name="Rectangle 473">
              <a:hlinkHover r:id="" action="ppaction://noaction" highlightClick="1"/>
              <a:extLst>
                <a:ext uri="{FF2B5EF4-FFF2-40B4-BE49-F238E27FC236}">
                  <a16:creationId xmlns:a16="http://schemas.microsoft.com/office/drawing/2014/main" id="{64F3E2DB-7036-5845-502B-A14B9281EA58}"/>
                </a:ext>
              </a:extLst>
            </p:cNvPr>
            <p:cNvSpPr/>
            <p:nvPr/>
          </p:nvSpPr>
          <p:spPr>
            <a:xfrm>
              <a:off x="11356238"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475" name="Oval 474">
              <a:extLst>
                <a:ext uri="{FF2B5EF4-FFF2-40B4-BE49-F238E27FC236}">
                  <a16:creationId xmlns:a16="http://schemas.microsoft.com/office/drawing/2014/main" id="{1610F970-D6D5-7A47-8CF7-F36BDDDF7DC5}"/>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6" name="Isosceles Triangle 648">
              <a:extLst>
                <a:ext uri="{FF2B5EF4-FFF2-40B4-BE49-F238E27FC236}">
                  <a16:creationId xmlns:a16="http://schemas.microsoft.com/office/drawing/2014/main" id="{7063D6B1-1A53-DD80-AB21-81DA47C62907}"/>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481" name="Rectangle 480">
            <a:hlinkClick r:id="rId4" action="ppaction://hlinksldjump"/>
            <a:hlinkHover r:id="rId4" action="ppaction://hlinksldjump"/>
            <a:extLst>
              <a:ext uri="{FF2B5EF4-FFF2-40B4-BE49-F238E27FC236}">
                <a16:creationId xmlns:a16="http://schemas.microsoft.com/office/drawing/2014/main" id="{B2A65235-3178-93DE-506C-0D17B7FF0E03}"/>
              </a:ext>
            </a:extLst>
          </p:cNvPr>
          <p:cNvSpPr/>
          <p:nvPr/>
        </p:nvSpPr>
        <p:spPr>
          <a:xfrm>
            <a:off x="299024"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482" name="Rectangle 481">
            <a:hlinkClick r:id="rId5" action="ppaction://hlinksldjump"/>
            <a:hlinkHover r:id="rId5" action="ppaction://hlinksldjump"/>
            <a:extLst>
              <a:ext uri="{FF2B5EF4-FFF2-40B4-BE49-F238E27FC236}">
                <a16:creationId xmlns:a16="http://schemas.microsoft.com/office/drawing/2014/main" id="{F182D174-669F-CB95-C3E6-853626DD99D0}"/>
              </a:ext>
            </a:extLst>
          </p:cNvPr>
          <p:cNvSpPr/>
          <p:nvPr/>
        </p:nvSpPr>
        <p:spPr>
          <a:xfrm>
            <a:off x="1975955"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483" name="Rectangle 482">
            <a:hlinkClick r:id="rId6" action="ppaction://hlinksldjump"/>
            <a:hlinkHover r:id="rId6" action="ppaction://hlinksldjump"/>
            <a:extLst>
              <a:ext uri="{FF2B5EF4-FFF2-40B4-BE49-F238E27FC236}">
                <a16:creationId xmlns:a16="http://schemas.microsoft.com/office/drawing/2014/main" id="{147DAC10-A243-D113-D4D7-3A9CA846021D}"/>
              </a:ext>
            </a:extLst>
          </p:cNvPr>
          <p:cNvSpPr/>
          <p:nvPr/>
        </p:nvSpPr>
        <p:spPr>
          <a:xfrm>
            <a:off x="3652886"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485" name="Rectangle 484">
            <a:hlinkClick r:id="rId7" action="ppaction://hlinksldjump"/>
            <a:hlinkHover r:id="rId7" action="ppaction://hlinksldjump"/>
            <a:extLst>
              <a:ext uri="{FF2B5EF4-FFF2-40B4-BE49-F238E27FC236}">
                <a16:creationId xmlns:a16="http://schemas.microsoft.com/office/drawing/2014/main" id="{70A23B35-6207-2530-09BA-8398E5F3CC5B}"/>
              </a:ext>
            </a:extLst>
          </p:cNvPr>
          <p:cNvSpPr/>
          <p:nvPr/>
        </p:nvSpPr>
        <p:spPr>
          <a:xfrm>
            <a:off x="7107720" y="5802160"/>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486" name="Rectangle 485">
            <a:hlinkClick r:id="rId8" action="ppaction://hlinksldjump"/>
            <a:hlinkHover r:id="rId8" action="ppaction://hlinksldjump"/>
            <a:extLst>
              <a:ext uri="{FF2B5EF4-FFF2-40B4-BE49-F238E27FC236}">
                <a16:creationId xmlns:a16="http://schemas.microsoft.com/office/drawing/2014/main" id="{63E618BC-CC14-94B3-EBC5-D06307AC0DEC}"/>
              </a:ext>
            </a:extLst>
          </p:cNvPr>
          <p:cNvSpPr/>
          <p:nvPr/>
        </p:nvSpPr>
        <p:spPr>
          <a:xfrm>
            <a:off x="3652886"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487" name="Rectangle 486">
            <a:hlinkClick r:id="rId9" action="ppaction://hlinksldjump"/>
            <a:hlinkHover r:id="rId9" action="ppaction://hlinksldjump"/>
            <a:extLst>
              <a:ext uri="{FF2B5EF4-FFF2-40B4-BE49-F238E27FC236}">
                <a16:creationId xmlns:a16="http://schemas.microsoft.com/office/drawing/2014/main" id="{2A57D5D8-710C-74A0-4E91-EA8FDBB9FCBC}"/>
              </a:ext>
            </a:extLst>
          </p:cNvPr>
          <p:cNvSpPr/>
          <p:nvPr/>
        </p:nvSpPr>
        <p:spPr>
          <a:xfrm>
            <a:off x="7107721" y="6284246"/>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488" name="Rectangle 487">
            <a:hlinkClick r:id="rId10" action="ppaction://hlinksldjump"/>
            <a:hlinkHover r:id="rId10" action="ppaction://hlinksldjump"/>
            <a:extLst>
              <a:ext uri="{FF2B5EF4-FFF2-40B4-BE49-F238E27FC236}">
                <a16:creationId xmlns:a16="http://schemas.microsoft.com/office/drawing/2014/main" id="{1A98B58B-1D37-F73E-CDE7-A17B510D9154}"/>
              </a:ext>
            </a:extLst>
          </p:cNvPr>
          <p:cNvSpPr/>
          <p:nvPr/>
        </p:nvSpPr>
        <p:spPr>
          <a:xfrm>
            <a:off x="10811623" y="5796447"/>
            <a:ext cx="1301668" cy="957208"/>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489" name="Rectangle 488">
            <a:hlinkClick r:id="rId11" action="ppaction://hlinksldjump"/>
            <a:hlinkHover r:id="rId11" action="ppaction://hlinksldjump"/>
            <a:extLst>
              <a:ext uri="{FF2B5EF4-FFF2-40B4-BE49-F238E27FC236}">
                <a16:creationId xmlns:a16="http://schemas.microsoft.com/office/drawing/2014/main" id="{8D128659-AFEB-D039-FD3D-AB6FF86BCC32}"/>
              </a:ext>
            </a:extLst>
          </p:cNvPr>
          <p:cNvSpPr/>
          <p:nvPr/>
        </p:nvSpPr>
        <p:spPr>
          <a:xfrm>
            <a:off x="299024" y="6299063"/>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490" name="Rectangle 489">
            <a:hlinkClick r:id="rId12" action="ppaction://hlinksldjump"/>
            <a:hlinkHover r:id="rId12" action="ppaction://hlinksldjump"/>
            <a:extLst>
              <a:ext uri="{FF2B5EF4-FFF2-40B4-BE49-F238E27FC236}">
                <a16:creationId xmlns:a16="http://schemas.microsoft.com/office/drawing/2014/main" id="{3229AFA0-3984-AF02-3779-DE79350A9C67}"/>
              </a:ext>
            </a:extLst>
          </p:cNvPr>
          <p:cNvSpPr/>
          <p:nvPr/>
        </p:nvSpPr>
        <p:spPr>
          <a:xfrm>
            <a:off x="1975955"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349" name="Rectangle 1348">
            <a:hlinkHover r:id="rId13" action="ppaction://hlinksldjump"/>
            <a:extLst>
              <a:ext uri="{FF2B5EF4-FFF2-40B4-BE49-F238E27FC236}">
                <a16:creationId xmlns:a16="http://schemas.microsoft.com/office/drawing/2014/main" id="{5CCAB364-0E70-F41D-1AA3-513B4DF67AF5}"/>
              </a:ext>
            </a:extLst>
          </p:cNvPr>
          <p:cNvSpPr/>
          <p:nvPr/>
        </p:nvSpPr>
        <p:spPr>
          <a:xfrm>
            <a:off x="8841667" y="5799653"/>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grpSp>
        <p:nvGrpSpPr>
          <p:cNvPr id="1350" name="Group 1349">
            <a:extLst>
              <a:ext uri="{FF2B5EF4-FFF2-40B4-BE49-F238E27FC236}">
                <a16:creationId xmlns:a16="http://schemas.microsoft.com/office/drawing/2014/main" id="{1F0ACF2B-322B-304C-4A9E-22E5B3F2D37C}"/>
              </a:ext>
            </a:extLst>
          </p:cNvPr>
          <p:cNvGrpSpPr/>
          <p:nvPr/>
        </p:nvGrpSpPr>
        <p:grpSpPr>
          <a:xfrm>
            <a:off x="7905566" y="751337"/>
            <a:ext cx="3396155" cy="4999377"/>
            <a:chOff x="7905566" y="751337"/>
            <a:chExt cx="3396155" cy="4999377"/>
          </a:xfrm>
        </p:grpSpPr>
        <p:cxnSp>
          <p:nvCxnSpPr>
            <p:cNvPr id="1351" name="Straight Connector 1350">
              <a:extLst>
                <a:ext uri="{FF2B5EF4-FFF2-40B4-BE49-F238E27FC236}">
                  <a16:creationId xmlns:a16="http://schemas.microsoft.com/office/drawing/2014/main" id="{CD299BC8-2B97-E744-663E-128B2F152F4B}"/>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8" name="Straight Connector 1367">
              <a:extLst>
                <a:ext uri="{FF2B5EF4-FFF2-40B4-BE49-F238E27FC236}">
                  <a16:creationId xmlns:a16="http://schemas.microsoft.com/office/drawing/2014/main" id="{3FDA12DD-501F-DFA5-3F93-AB6F26CFE00C}"/>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9" name="Straight Connector 1368">
              <a:extLst>
                <a:ext uri="{FF2B5EF4-FFF2-40B4-BE49-F238E27FC236}">
                  <a16:creationId xmlns:a16="http://schemas.microsoft.com/office/drawing/2014/main" id="{3B5E17DC-FF62-CEE4-658A-3694276EEB1A}"/>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0" name="Straight Connector 1369">
              <a:extLst>
                <a:ext uri="{FF2B5EF4-FFF2-40B4-BE49-F238E27FC236}">
                  <a16:creationId xmlns:a16="http://schemas.microsoft.com/office/drawing/2014/main" id="{005C081E-AE6B-820F-A1B6-77BCCE60C1BB}"/>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1" name="Straight Connector 1370">
              <a:extLst>
                <a:ext uri="{FF2B5EF4-FFF2-40B4-BE49-F238E27FC236}">
                  <a16:creationId xmlns:a16="http://schemas.microsoft.com/office/drawing/2014/main" id="{EE237F45-27E0-6BC1-FE12-2C7D0DE96E18}"/>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2" name="Straight Connector 1371">
              <a:extLst>
                <a:ext uri="{FF2B5EF4-FFF2-40B4-BE49-F238E27FC236}">
                  <a16:creationId xmlns:a16="http://schemas.microsoft.com/office/drawing/2014/main" id="{27E72D24-14E9-119D-757C-4D60D40F8178}"/>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3" name="Straight Connector 1372">
              <a:extLst>
                <a:ext uri="{FF2B5EF4-FFF2-40B4-BE49-F238E27FC236}">
                  <a16:creationId xmlns:a16="http://schemas.microsoft.com/office/drawing/2014/main" id="{E9EEFB02-3939-B304-F819-1F2FED49C9C2}"/>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374" name="Straight Connector 1373">
            <a:extLst>
              <a:ext uri="{FF2B5EF4-FFF2-40B4-BE49-F238E27FC236}">
                <a16:creationId xmlns:a16="http://schemas.microsoft.com/office/drawing/2014/main" id="{0016FB2F-ACD3-8698-72E1-5FEA0F531BB3}"/>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1375" name="Rectangle 1374">
            <a:hlinkClick r:id="rId14" action="ppaction://hlinksldjump"/>
            <a:hlinkHover r:id="rId14" action="ppaction://hlinksldjump"/>
            <a:extLst>
              <a:ext uri="{FF2B5EF4-FFF2-40B4-BE49-F238E27FC236}">
                <a16:creationId xmlns:a16="http://schemas.microsoft.com/office/drawing/2014/main" id="{FCE2D0B7-E6FD-FB0B-B6FE-DD7531A364D6}"/>
              </a:ext>
            </a:extLst>
          </p:cNvPr>
          <p:cNvSpPr/>
          <p:nvPr/>
        </p:nvSpPr>
        <p:spPr>
          <a:xfrm>
            <a:off x="5329817" y="5802160"/>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1376" name="Rectangle 1375">
            <a:hlinkClick r:id="rId15" action="ppaction://hlinksldjump"/>
            <a:hlinkHover r:id="rId15" action="ppaction://hlinksldjump"/>
            <a:extLst>
              <a:ext uri="{FF2B5EF4-FFF2-40B4-BE49-F238E27FC236}">
                <a16:creationId xmlns:a16="http://schemas.microsoft.com/office/drawing/2014/main" id="{F2FF63ED-DD7A-E7D5-0D92-AC136F5F5772}"/>
              </a:ext>
            </a:extLst>
          </p:cNvPr>
          <p:cNvSpPr/>
          <p:nvPr/>
        </p:nvSpPr>
        <p:spPr>
          <a:xfrm>
            <a:off x="5329817" y="6284246"/>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Purview Suite</a:t>
            </a:r>
          </a:p>
        </p:txBody>
      </p:sp>
      <p:grpSp>
        <p:nvGrpSpPr>
          <p:cNvPr id="1377" name="Group 1376">
            <a:extLst>
              <a:ext uri="{FF2B5EF4-FFF2-40B4-BE49-F238E27FC236}">
                <a16:creationId xmlns:a16="http://schemas.microsoft.com/office/drawing/2014/main" id="{3FF2D0F1-C128-2CE4-3795-08E6AA7A626D}"/>
              </a:ext>
            </a:extLst>
          </p:cNvPr>
          <p:cNvGrpSpPr/>
          <p:nvPr/>
        </p:nvGrpSpPr>
        <p:grpSpPr>
          <a:xfrm>
            <a:off x="11355999" y="2974054"/>
            <a:ext cx="721206" cy="609701"/>
            <a:chOff x="11355999" y="2974054"/>
            <a:chExt cx="721206" cy="609701"/>
          </a:xfrm>
        </p:grpSpPr>
        <p:sp>
          <p:nvSpPr>
            <p:cNvPr id="1378" name="Rectangle 1377">
              <a:hlinkHover r:id="" action="ppaction://noaction" highlightClick="1"/>
              <a:extLst>
                <a:ext uri="{FF2B5EF4-FFF2-40B4-BE49-F238E27FC236}">
                  <a16:creationId xmlns:a16="http://schemas.microsoft.com/office/drawing/2014/main" id="{1CACB0CD-5337-9B4E-BB58-257BF2EF21B9}"/>
                </a:ext>
              </a:extLst>
            </p:cNvPr>
            <p:cNvSpPr/>
            <p:nvPr/>
          </p:nvSpPr>
          <p:spPr>
            <a:xfrm>
              <a:off x="11355999" y="297405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1379" name="Oval 1378">
              <a:extLst>
                <a:ext uri="{FF2B5EF4-FFF2-40B4-BE49-F238E27FC236}">
                  <a16:creationId xmlns:a16="http://schemas.microsoft.com/office/drawing/2014/main" id="{6CB564B4-EAED-5A22-F267-2AD583B162EB}"/>
                </a:ext>
              </a:extLst>
            </p:cNvPr>
            <p:cNvSpPr/>
            <p:nvPr/>
          </p:nvSpPr>
          <p:spPr>
            <a:xfrm>
              <a:off x="11933223" y="298330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0" name="Isosceles Triangle 648">
              <a:extLst>
                <a:ext uri="{FF2B5EF4-FFF2-40B4-BE49-F238E27FC236}">
                  <a16:creationId xmlns:a16="http://schemas.microsoft.com/office/drawing/2014/main" id="{04DD004E-2125-A2E1-7BED-5F97DB3338F0}"/>
                </a:ext>
              </a:extLst>
            </p:cNvPr>
            <p:cNvSpPr/>
            <p:nvPr/>
          </p:nvSpPr>
          <p:spPr>
            <a:xfrm>
              <a:off x="11963348" y="299682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81" name="Group 1380">
            <a:extLst>
              <a:ext uri="{FF2B5EF4-FFF2-40B4-BE49-F238E27FC236}">
                <a16:creationId xmlns:a16="http://schemas.microsoft.com/office/drawing/2014/main" id="{90F16CBE-F9AE-7FFB-2F84-F340A2F495E8}"/>
              </a:ext>
            </a:extLst>
          </p:cNvPr>
          <p:cNvGrpSpPr/>
          <p:nvPr/>
        </p:nvGrpSpPr>
        <p:grpSpPr>
          <a:xfrm>
            <a:off x="5451974" y="3707588"/>
            <a:ext cx="721206" cy="609701"/>
            <a:chOff x="5451974" y="3707588"/>
            <a:chExt cx="721206" cy="609701"/>
          </a:xfrm>
        </p:grpSpPr>
        <p:sp>
          <p:nvSpPr>
            <p:cNvPr id="1382" name="Rectangle 1381">
              <a:hlinkHover r:id="" action="ppaction://noaction" highlightClick="1"/>
              <a:extLst>
                <a:ext uri="{FF2B5EF4-FFF2-40B4-BE49-F238E27FC236}">
                  <a16:creationId xmlns:a16="http://schemas.microsoft.com/office/drawing/2014/main" id="{5B0C3C03-25C2-9D4B-67A9-ED3590CD3869}"/>
                </a:ext>
              </a:extLst>
            </p:cNvPr>
            <p:cNvSpPr/>
            <p:nvPr/>
          </p:nvSpPr>
          <p:spPr>
            <a:xfrm>
              <a:off x="5451974" y="3707588"/>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83" name="Oval 1382">
              <a:extLst>
                <a:ext uri="{FF2B5EF4-FFF2-40B4-BE49-F238E27FC236}">
                  <a16:creationId xmlns:a16="http://schemas.microsoft.com/office/drawing/2014/main" id="{433D4D29-DC76-0166-E257-D03A8D30A28A}"/>
                </a:ext>
              </a:extLst>
            </p:cNvPr>
            <p:cNvSpPr/>
            <p:nvPr/>
          </p:nvSpPr>
          <p:spPr>
            <a:xfrm>
              <a:off x="6030513" y="3715345"/>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4" name="Isosceles Triangle 648">
              <a:extLst>
                <a:ext uri="{FF2B5EF4-FFF2-40B4-BE49-F238E27FC236}">
                  <a16:creationId xmlns:a16="http://schemas.microsoft.com/office/drawing/2014/main" id="{D1F656D2-9E69-54BE-05B0-D2C15327C816}"/>
                </a:ext>
              </a:extLst>
            </p:cNvPr>
            <p:cNvSpPr/>
            <p:nvPr/>
          </p:nvSpPr>
          <p:spPr>
            <a:xfrm>
              <a:off x="6060637"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85" name="Group 1384">
            <a:extLst>
              <a:ext uri="{FF2B5EF4-FFF2-40B4-BE49-F238E27FC236}">
                <a16:creationId xmlns:a16="http://schemas.microsoft.com/office/drawing/2014/main" id="{A50152A1-6DB3-C366-320D-C53F58247C9A}"/>
              </a:ext>
            </a:extLst>
          </p:cNvPr>
          <p:cNvGrpSpPr/>
          <p:nvPr/>
        </p:nvGrpSpPr>
        <p:grpSpPr>
          <a:xfrm>
            <a:off x="7957586" y="2253332"/>
            <a:ext cx="721206" cy="609701"/>
            <a:chOff x="7957586" y="2253332"/>
            <a:chExt cx="721206" cy="609701"/>
          </a:xfrm>
        </p:grpSpPr>
        <p:sp>
          <p:nvSpPr>
            <p:cNvPr id="1386" name="Rectangle 1385">
              <a:extLst>
                <a:ext uri="{FF2B5EF4-FFF2-40B4-BE49-F238E27FC236}">
                  <a16:creationId xmlns:a16="http://schemas.microsoft.com/office/drawing/2014/main" id="{6986FDA4-1578-4C08-4444-37623447730C}"/>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387" name="Right Triangle 1386">
              <a:extLst>
                <a:ext uri="{FF2B5EF4-FFF2-40B4-BE49-F238E27FC236}">
                  <a16:creationId xmlns:a16="http://schemas.microsoft.com/office/drawing/2014/main" id="{929F9B70-8D0E-1124-4AD3-B8F3A4DEE86A}"/>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88" name="Group 1387">
              <a:extLst>
                <a:ext uri="{FF2B5EF4-FFF2-40B4-BE49-F238E27FC236}">
                  <a16:creationId xmlns:a16="http://schemas.microsoft.com/office/drawing/2014/main" id="{CD3B715F-D008-F1DB-AAD2-E6D8540EA0FC}"/>
                </a:ext>
              </a:extLst>
            </p:cNvPr>
            <p:cNvGrpSpPr/>
            <p:nvPr/>
          </p:nvGrpSpPr>
          <p:grpSpPr>
            <a:xfrm>
              <a:off x="8621942" y="2262669"/>
              <a:ext cx="37817" cy="61390"/>
              <a:chOff x="3883481" y="2057400"/>
              <a:chExt cx="1608363" cy="2652031"/>
            </a:xfrm>
            <a:solidFill>
              <a:srgbClr val="A6A6A6">
                <a:alpha val="20000"/>
              </a:srgbClr>
            </a:solidFill>
          </p:grpSpPr>
          <p:sp>
            <p:nvSpPr>
              <p:cNvPr id="1389" name="Oval 27">
                <a:extLst>
                  <a:ext uri="{FF2B5EF4-FFF2-40B4-BE49-F238E27FC236}">
                    <a16:creationId xmlns:a16="http://schemas.microsoft.com/office/drawing/2014/main" id="{E9774738-0AA9-E4D1-9E00-5D9949318E4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90" name="Oval 28">
                <a:extLst>
                  <a:ext uri="{FF2B5EF4-FFF2-40B4-BE49-F238E27FC236}">
                    <a16:creationId xmlns:a16="http://schemas.microsoft.com/office/drawing/2014/main" id="{5F7600A4-73DA-9689-AFA8-DB2D44528C0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91" name="Group 1390">
            <a:extLst>
              <a:ext uri="{FF2B5EF4-FFF2-40B4-BE49-F238E27FC236}">
                <a16:creationId xmlns:a16="http://schemas.microsoft.com/office/drawing/2014/main" id="{482A96AE-A942-3319-C583-88166BAB38FA}"/>
              </a:ext>
            </a:extLst>
          </p:cNvPr>
          <p:cNvGrpSpPr/>
          <p:nvPr/>
        </p:nvGrpSpPr>
        <p:grpSpPr>
          <a:xfrm>
            <a:off x="4605607" y="811556"/>
            <a:ext cx="722054" cy="609701"/>
            <a:chOff x="4605607" y="811556"/>
            <a:chExt cx="722054" cy="609701"/>
          </a:xfrm>
        </p:grpSpPr>
        <p:sp>
          <p:nvSpPr>
            <p:cNvPr id="1392" name="Rectangle 1391">
              <a:extLst>
                <a:ext uri="{FF2B5EF4-FFF2-40B4-BE49-F238E27FC236}">
                  <a16:creationId xmlns:a16="http://schemas.microsoft.com/office/drawing/2014/main" id="{07D0CDE3-9694-97E5-C744-76BCFCD5CD3E}"/>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393" name="Rectangle 1392">
              <a:extLst>
                <a:ext uri="{FF2B5EF4-FFF2-40B4-BE49-F238E27FC236}">
                  <a16:creationId xmlns:a16="http://schemas.microsoft.com/office/drawing/2014/main" id="{4ECCADA7-E824-2B11-B9C7-3B7DC914B6AD}"/>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94" name="Oval 15">
              <a:extLst>
                <a:ext uri="{FF2B5EF4-FFF2-40B4-BE49-F238E27FC236}">
                  <a16:creationId xmlns:a16="http://schemas.microsoft.com/office/drawing/2014/main" id="{A8F98FFA-1169-D9D1-8594-5094D286CD87}"/>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95" name="Straight Connector 1394">
              <a:extLst>
                <a:ext uri="{FF2B5EF4-FFF2-40B4-BE49-F238E27FC236}">
                  <a16:creationId xmlns:a16="http://schemas.microsoft.com/office/drawing/2014/main" id="{2252FE45-F122-DC22-63CD-5FB5DCBA7514}"/>
                </a:ext>
              </a:extLst>
            </p:cNvPr>
            <p:cNvCxnSpPr>
              <a:cxnSpLocks/>
              <a:stCxn id="1394"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396" name="Straight Connector 1395">
              <a:extLst>
                <a:ext uri="{FF2B5EF4-FFF2-40B4-BE49-F238E27FC236}">
                  <a16:creationId xmlns:a16="http://schemas.microsoft.com/office/drawing/2014/main" id="{79C0D2F3-C0BC-F184-9301-38DE3F754136}"/>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97" name="Group 1396">
            <a:extLst>
              <a:ext uri="{FF2B5EF4-FFF2-40B4-BE49-F238E27FC236}">
                <a16:creationId xmlns:a16="http://schemas.microsoft.com/office/drawing/2014/main" id="{3936342B-2F5D-DFF9-844B-DE35E77B860E}"/>
              </a:ext>
            </a:extLst>
          </p:cNvPr>
          <p:cNvGrpSpPr/>
          <p:nvPr/>
        </p:nvGrpSpPr>
        <p:grpSpPr>
          <a:xfrm>
            <a:off x="6290730" y="2257176"/>
            <a:ext cx="721206" cy="609701"/>
            <a:chOff x="8807250" y="2253334"/>
            <a:chExt cx="721206" cy="609701"/>
          </a:xfrm>
        </p:grpSpPr>
        <p:sp>
          <p:nvSpPr>
            <p:cNvPr id="1398" name="Rectangle 1397">
              <a:extLst>
                <a:ext uri="{FF2B5EF4-FFF2-40B4-BE49-F238E27FC236}">
                  <a16:creationId xmlns:a16="http://schemas.microsoft.com/office/drawing/2014/main" id="{2479B590-F003-D4B6-6BDE-949EFFC71077}"/>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399" name="Right Triangle 1398">
              <a:extLst>
                <a:ext uri="{FF2B5EF4-FFF2-40B4-BE49-F238E27FC236}">
                  <a16:creationId xmlns:a16="http://schemas.microsoft.com/office/drawing/2014/main" id="{28BF4D03-5ADF-77F3-099F-95390D0D141B}"/>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00" name="Oval 27">
              <a:extLst>
                <a:ext uri="{FF2B5EF4-FFF2-40B4-BE49-F238E27FC236}">
                  <a16:creationId xmlns:a16="http://schemas.microsoft.com/office/drawing/2014/main" id="{1515179F-AD20-EC54-9FEF-F10D1D741663}"/>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01" name="Oval 28">
              <a:extLst>
                <a:ext uri="{FF2B5EF4-FFF2-40B4-BE49-F238E27FC236}">
                  <a16:creationId xmlns:a16="http://schemas.microsoft.com/office/drawing/2014/main" id="{6AECD205-FBC7-E53A-14B9-DE783BA4618E}"/>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02" name="Group 1401">
            <a:extLst>
              <a:ext uri="{FF2B5EF4-FFF2-40B4-BE49-F238E27FC236}">
                <a16:creationId xmlns:a16="http://schemas.microsoft.com/office/drawing/2014/main" id="{92678FC1-D69B-73D8-4165-154F2CEE8985}"/>
              </a:ext>
            </a:extLst>
          </p:cNvPr>
          <p:cNvGrpSpPr/>
          <p:nvPr/>
        </p:nvGrpSpPr>
        <p:grpSpPr>
          <a:xfrm>
            <a:off x="9651394" y="811173"/>
            <a:ext cx="721206" cy="609701"/>
            <a:chOff x="9657972" y="90836"/>
            <a:chExt cx="721206" cy="609701"/>
          </a:xfrm>
        </p:grpSpPr>
        <p:sp>
          <p:nvSpPr>
            <p:cNvPr id="1403" name="Rectangle 1402">
              <a:hlinkHover r:id="" action="ppaction://noaction" highlightClick="1"/>
              <a:extLst>
                <a:ext uri="{FF2B5EF4-FFF2-40B4-BE49-F238E27FC236}">
                  <a16:creationId xmlns:a16="http://schemas.microsoft.com/office/drawing/2014/main" id="{A0459C96-384C-67FD-CA71-102762A76607}"/>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404" name="Diamond 1403">
              <a:extLst>
                <a:ext uri="{FF2B5EF4-FFF2-40B4-BE49-F238E27FC236}">
                  <a16:creationId xmlns:a16="http://schemas.microsoft.com/office/drawing/2014/main" id="{21F52307-A535-7AF0-C07B-AB48F927A83D}"/>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05" name="Oval 1404">
              <a:extLst>
                <a:ext uri="{FF2B5EF4-FFF2-40B4-BE49-F238E27FC236}">
                  <a16:creationId xmlns:a16="http://schemas.microsoft.com/office/drawing/2014/main" id="{E8E057A5-DAEC-4867-F594-C11A297C4263}"/>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06" name="Group 1405">
            <a:extLst>
              <a:ext uri="{FF2B5EF4-FFF2-40B4-BE49-F238E27FC236}">
                <a16:creationId xmlns:a16="http://schemas.microsoft.com/office/drawing/2014/main" id="{5CB4B0FA-4898-4094-4301-C17854C62D21}"/>
              </a:ext>
            </a:extLst>
          </p:cNvPr>
          <p:cNvGrpSpPr/>
          <p:nvPr/>
        </p:nvGrpSpPr>
        <p:grpSpPr>
          <a:xfrm>
            <a:off x="9656903" y="2253333"/>
            <a:ext cx="721220" cy="609701"/>
            <a:chOff x="9656903" y="2253333"/>
            <a:chExt cx="721220" cy="609701"/>
          </a:xfrm>
        </p:grpSpPr>
        <p:sp>
          <p:nvSpPr>
            <p:cNvPr id="1407" name="Rectangle 1406">
              <a:hlinkHover r:id="" action="ppaction://noaction" highlightClick="1"/>
              <a:extLst>
                <a:ext uri="{FF2B5EF4-FFF2-40B4-BE49-F238E27FC236}">
                  <a16:creationId xmlns:a16="http://schemas.microsoft.com/office/drawing/2014/main" id="{223F389B-CB7C-CA63-8BA1-D2C7077E1FFF}"/>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898" name="Rectangle 897">
              <a:extLst>
                <a:ext uri="{FF2B5EF4-FFF2-40B4-BE49-F238E27FC236}">
                  <a16:creationId xmlns:a16="http://schemas.microsoft.com/office/drawing/2014/main" id="{1B5DFFEC-D96F-0281-8BC0-B475E9F893C6}"/>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9" name="Oval 15">
              <a:extLst>
                <a:ext uri="{FF2B5EF4-FFF2-40B4-BE49-F238E27FC236}">
                  <a16:creationId xmlns:a16="http://schemas.microsoft.com/office/drawing/2014/main" id="{93D8AE29-7F30-1994-0CE7-CB9BB109D75A}"/>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00" name="Straight Connector 899">
              <a:extLst>
                <a:ext uri="{FF2B5EF4-FFF2-40B4-BE49-F238E27FC236}">
                  <a16:creationId xmlns:a16="http://schemas.microsoft.com/office/drawing/2014/main" id="{777FA9CE-3779-5216-51B3-E8FBC7AE9A25}"/>
                </a:ext>
              </a:extLst>
            </p:cNvPr>
            <p:cNvCxnSpPr>
              <a:cxnSpLocks/>
              <a:stCxn id="89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01" name="Straight Connector 900">
              <a:extLst>
                <a:ext uri="{FF2B5EF4-FFF2-40B4-BE49-F238E27FC236}">
                  <a16:creationId xmlns:a16="http://schemas.microsoft.com/office/drawing/2014/main" id="{D44F5E51-8296-74C1-ACE7-331F0074BA09}"/>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18" name="Group 917">
            <a:extLst>
              <a:ext uri="{FF2B5EF4-FFF2-40B4-BE49-F238E27FC236}">
                <a16:creationId xmlns:a16="http://schemas.microsoft.com/office/drawing/2014/main" id="{B02898E4-719F-1085-FA1F-7540892946A5}"/>
              </a:ext>
            </a:extLst>
          </p:cNvPr>
          <p:cNvGrpSpPr/>
          <p:nvPr/>
        </p:nvGrpSpPr>
        <p:grpSpPr>
          <a:xfrm>
            <a:off x="10506580" y="2253333"/>
            <a:ext cx="721206" cy="609701"/>
            <a:chOff x="10506580" y="2253333"/>
            <a:chExt cx="721206" cy="609701"/>
          </a:xfrm>
        </p:grpSpPr>
        <p:sp>
          <p:nvSpPr>
            <p:cNvPr id="919" name="Rectangle 918">
              <a:hlinkHover r:id="" action="ppaction://noaction" highlightClick="1"/>
              <a:extLst>
                <a:ext uri="{FF2B5EF4-FFF2-40B4-BE49-F238E27FC236}">
                  <a16:creationId xmlns:a16="http://schemas.microsoft.com/office/drawing/2014/main" id="{6ADAC41C-A328-4977-8158-CE0B016C2B28}"/>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920" name="Diamond 919">
              <a:extLst>
                <a:ext uri="{FF2B5EF4-FFF2-40B4-BE49-F238E27FC236}">
                  <a16:creationId xmlns:a16="http://schemas.microsoft.com/office/drawing/2014/main" id="{020532E7-C687-BFAF-9ADD-8BB7253EFF85}"/>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1" name="Oval 920">
              <a:extLst>
                <a:ext uri="{FF2B5EF4-FFF2-40B4-BE49-F238E27FC236}">
                  <a16:creationId xmlns:a16="http://schemas.microsoft.com/office/drawing/2014/main" id="{B015EA38-EF86-B363-5C92-3E73E362EF22}"/>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2" name="Group 921">
            <a:extLst>
              <a:ext uri="{FF2B5EF4-FFF2-40B4-BE49-F238E27FC236}">
                <a16:creationId xmlns:a16="http://schemas.microsoft.com/office/drawing/2014/main" id="{244E4186-C35F-80C8-5C6F-09F50992A8BF}"/>
              </a:ext>
            </a:extLst>
          </p:cNvPr>
          <p:cNvGrpSpPr/>
          <p:nvPr/>
        </p:nvGrpSpPr>
        <p:grpSpPr>
          <a:xfrm>
            <a:off x="2109092" y="2986575"/>
            <a:ext cx="721206" cy="649846"/>
            <a:chOff x="10506800" y="2974054"/>
            <a:chExt cx="721206" cy="649846"/>
          </a:xfrm>
        </p:grpSpPr>
        <p:sp>
          <p:nvSpPr>
            <p:cNvPr id="923" name="Rectangle 922">
              <a:extLst>
                <a:ext uri="{FF2B5EF4-FFF2-40B4-BE49-F238E27FC236}">
                  <a16:creationId xmlns:a16="http://schemas.microsoft.com/office/drawing/2014/main" id="{D0F9BB7F-BA00-7718-795D-FFC1D15DBB09}"/>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924" name="Rectangle 923">
              <a:extLst>
                <a:ext uri="{FF2B5EF4-FFF2-40B4-BE49-F238E27FC236}">
                  <a16:creationId xmlns:a16="http://schemas.microsoft.com/office/drawing/2014/main" id="{6296E11E-4C09-8446-77B3-CCBA63E0C36F}"/>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5" name="Oval 15">
              <a:extLst>
                <a:ext uri="{FF2B5EF4-FFF2-40B4-BE49-F238E27FC236}">
                  <a16:creationId xmlns:a16="http://schemas.microsoft.com/office/drawing/2014/main" id="{EE59AC0F-1E81-8FCD-B97F-4BC166FE1A77}"/>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6" name="Straight Connector 925">
              <a:extLst>
                <a:ext uri="{FF2B5EF4-FFF2-40B4-BE49-F238E27FC236}">
                  <a16:creationId xmlns:a16="http://schemas.microsoft.com/office/drawing/2014/main" id="{CC8F7BA8-C8F3-80F8-F2A1-7E18226786A8}"/>
                </a:ext>
              </a:extLst>
            </p:cNvPr>
            <p:cNvCxnSpPr>
              <a:cxnSpLocks/>
              <a:stCxn id="925"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27" name="Straight Connector 926">
              <a:extLst>
                <a:ext uri="{FF2B5EF4-FFF2-40B4-BE49-F238E27FC236}">
                  <a16:creationId xmlns:a16="http://schemas.microsoft.com/office/drawing/2014/main" id="{A99E3A63-54E6-9696-57C6-FAD31A769154}"/>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28" name="Group 927">
            <a:extLst>
              <a:ext uri="{FF2B5EF4-FFF2-40B4-BE49-F238E27FC236}">
                <a16:creationId xmlns:a16="http://schemas.microsoft.com/office/drawing/2014/main" id="{47210677-AF25-EF31-17B1-B285F78171F5}"/>
              </a:ext>
            </a:extLst>
          </p:cNvPr>
          <p:cNvGrpSpPr/>
          <p:nvPr/>
        </p:nvGrpSpPr>
        <p:grpSpPr>
          <a:xfrm>
            <a:off x="4621827" y="2983922"/>
            <a:ext cx="721206" cy="654973"/>
            <a:chOff x="9657606" y="2974054"/>
            <a:chExt cx="721206" cy="654973"/>
          </a:xfrm>
        </p:grpSpPr>
        <p:sp>
          <p:nvSpPr>
            <p:cNvPr id="929" name="Rectangle 928">
              <a:extLst>
                <a:ext uri="{FF2B5EF4-FFF2-40B4-BE49-F238E27FC236}">
                  <a16:creationId xmlns:a16="http://schemas.microsoft.com/office/drawing/2014/main" id="{BBB8B43A-E285-60A0-44C0-B3D2DAAAF301}"/>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930" name="Rectangle 929">
              <a:extLst>
                <a:ext uri="{FF2B5EF4-FFF2-40B4-BE49-F238E27FC236}">
                  <a16:creationId xmlns:a16="http://schemas.microsoft.com/office/drawing/2014/main" id="{E328A615-F159-E0F5-4C34-435BFC3736E1}"/>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1" name="Oval 15">
              <a:extLst>
                <a:ext uri="{FF2B5EF4-FFF2-40B4-BE49-F238E27FC236}">
                  <a16:creationId xmlns:a16="http://schemas.microsoft.com/office/drawing/2014/main" id="{530970AE-A014-4991-1B8B-8CB3198B8C46}"/>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32" name="Straight Connector 931">
              <a:extLst>
                <a:ext uri="{FF2B5EF4-FFF2-40B4-BE49-F238E27FC236}">
                  <a16:creationId xmlns:a16="http://schemas.microsoft.com/office/drawing/2014/main" id="{2D7A40F4-6494-444B-05CC-3753E36AD561}"/>
                </a:ext>
              </a:extLst>
            </p:cNvPr>
            <p:cNvCxnSpPr>
              <a:cxnSpLocks/>
              <a:stCxn id="931"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33" name="Straight Connector 932">
              <a:extLst>
                <a:ext uri="{FF2B5EF4-FFF2-40B4-BE49-F238E27FC236}">
                  <a16:creationId xmlns:a16="http://schemas.microsoft.com/office/drawing/2014/main" id="{DB1B7C0B-1090-A3DB-2377-2E2B206FEB01}"/>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34" name="Group 933">
            <a:extLst>
              <a:ext uri="{FF2B5EF4-FFF2-40B4-BE49-F238E27FC236}">
                <a16:creationId xmlns:a16="http://schemas.microsoft.com/office/drawing/2014/main" id="{8D4D9239-9C71-FA10-250B-0A1B9CA47F63}"/>
              </a:ext>
            </a:extLst>
          </p:cNvPr>
          <p:cNvGrpSpPr/>
          <p:nvPr/>
        </p:nvGrpSpPr>
        <p:grpSpPr>
          <a:xfrm>
            <a:off x="1268346" y="3698208"/>
            <a:ext cx="721891" cy="610396"/>
            <a:chOff x="1268346" y="3698208"/>
            <a:chExt cx="721891" cy="610396"/>
          </a:xfrm>
        </p:grpSpPr>
        <p:sp>
          <p:nvSpPr>
            <p:cNvPr id="935" name="Rectangle 934">
              <a:extLst>
                <a:ext uri="{FF2B5EF4-FFF2-40B4-BE49-F238E27FC236}">
                  <a16:creationId xmlns:a16="http://schemas.microsoft.com/office/drawing/2014/main" id="{39605C53-052F-7625-2270-1B7F6700EF76}"/>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942" name="Right Triangle 941">
              <a:extLst>
                <a:ext uri="{FF2B5EF4-FFF2-40B4-BE49-F238E27FC236}">
                  <a16:creationId xmlns:a16="http://schemas.microsoft.com/office/drawing/2014/main" id="{2A155D47-F1D5-8101-2463-F3678D4518BE}"/>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43" name="Group 942">
              <a:extLst>
                <a:ext uri="{FF2B5EF4-FFF2-40B4-BE49-F238E27FC236}">
                  <a16:creationId xmlns:a16="http://schemas.microsoft.com/office/drawing/2014/main" id="{ED129C07-4E79-CA31-ED57-4E1B28E1101E}"/>
                </a:ext>
              </a:extLst>
            </p:cNvPr>
            <p:cNvGrpSpPr/>
            <p:nvPr/>
          </p:nvGrpSpPr>
          <p:grpSpPr>
            <a:xfrm>
              <a:off x="1939627" y="3704306"/>
              <a:ext cx="37817" cy="61390"/>
              <a:chOff x="3883481" y="2057400"/>
              <a:chExt cx="1608363" cy="2652031"/>
            </a:xfrm>
            <a:solidFill>
              <a:srgbClr val="A6A6A6">
                <a:alpha val="20000"/>
              </a:srgbClr>
            </a:solidFill>
          </p:grpSpPr>
          <p:sp>
            <p:nvSpPr>
              <p:cNvPr id="944" name="Oval 27">
                <a:extLst>
                  <a:ext uri="{FF2B5EF4-FFF2-40B4-BE49-F238E27FC236}">
                    <a16:creationId xmlns:a16="http://schemas.microsoft.com/office/drawing/2014/main" id="{43C32D73-0E16-E659-B0C5-F8104CFFD2C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5" name="Oval 28">
                <a:extLst>
                  <a:ext uri="{FF2B5EF4-FFF2-40B4-BE49-F238E27FC236}">
                    <a16:creationId xmlns:a16="http://schemas.microsoft.com/office/drawing/2014/main" id="{70EF9463-642A-C94F-EDE2-2361086A286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46" name="Group 945">
            <a:extLst>
              <a:ext uri="{FF2B5EF4-FFF2-40B4-BE49-F238E27FC236}">
                <a16:creationId xmlns:a16="http://schemas.microsoft.com/office/drawing/2014/main" id="{385B1DF1-40DC-8A53-4ADA-74B16582E82C}"/>
              </a:ext>
            </a:extLst>
          </p:cNvPr>
          <p:cNvGrpSpPr/>
          <p:nvPr/>
        </p:nvGrpSpPr>
        <p:grpSpPr>
          <a:xfrm>
            <a:off x="5454173" y="2257175"/>
            <a:ext cx="721206" cy="609701"/>
            <a:chOff x="6287891" y="2253333"/>
            <a:chExt cx="721206" cy="609701"/>
          </a:xfrm>
        </p:grpSpPr>
        <p:sp>
          <p:nvSpPr>
            <p:cNvPr id="947" name="Rectangle 946">
              <a:extLst>
                <a:ext uri="{FF2B5EF4-FFF2-40B4-BE49-F238E27FC236}">
                  <a16:creationId xmlns:a16="http://schemas.microsoft.com/office/drawing/2014/main" id="{1531987B-CECB-4964-47A0-2C76C505492E}"/>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948" name="Right Triangle 947">
              <a:extLst>
                <a:ext uri="{FF2B5EF4-FFF2-40B4-BE49-F238E27FC236}">
                  <a16:creationId xmlns:a16="http://schemas.microsoft.com/office/drawing/2014/main" id="{6EDB9EAB-743D-5AB0-4FDE-B637977A2455}"/>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49" name="Group 948">
              <a:extLst>
                <a:ext uri="{FF2B5EF4-FFF2-40B4-BE49-F238E27FC236}">
                  <a16:creationId xmlns:a16="http://schemas.microsoft.com/office/drawing/2014/main" id="{300D8BB1-1111-7067-89E1-1412D1DC88DB}"/>
                </a:ext>
              </a:extLst>
            </p:cNvPr>
            <p:cNvGrpSpPr/>
            <p:nvPr/>
          </p:nvGrpSpPr>
          <p:grpSpPr>
            <a:xfrm>
              <a:off x="6952470" y="2265099"/>
              <a:ext cx="37817" cy="61390"/>
              <a:chOff x="3883481" y="2057400"/>
              <a:chExt cx="1608363" cy="2652031"/>
            </a:xfrm>
            <a:solidFill>
              <a:srgbClr val="A6A6A6">
                <a:alpha val="20000"/>
              </a:srgbClr>
            </a:solidFill>
          </p:grpSpPr>
          <p:sp>
            <p:nvSpPr>
              <p:cNvPr id="954" name="Oval 27">
                <a:extLst>
                  <a:ext uri="{FF2B5EF4-FFF2-40B4-BE49-F238E27FC236}">
                    <a16:creationId xmlns:a16="http://schemas.microsoft.com/office/drawing/2014/main" id="{EB4E82DF-1734-E5EA-9E53-EF11FE4E6E5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5" name="Oval 28">
                <a:extLst>
                  <a:ext uri="{FF2B5EF4-FFF2-40B4-BE49-F238E27FC236}">
                    <a16:creationId xmlns:a16="http://schemas.microsoft.com/office/drawing/2014/main" id="{B7150E8D-CBF0-9B25-32CB-0CD0FCFBC16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56" name="Group 955">
            <a:extLst>
              <a:ext uri="{FF2B5EF4-FFF2-40B4-BE49-F238E27FC236}">
                <a16:creationId xmlns:a16="http://schemas.microsoft.com/office/drawing/2014/main" id="{90692D77-7D69-D7FB-95FF-C66455988870}"/>
              </a:ext>
            </a:extLst>
          </p:cNvPr>
          <p:cNvGrpSpPr/>
          <p:nvPr/>
        </p:nvGrpSpPr>
        <p:grpSpPr>
          <a:xfrm>
            <a:off x="2934662" y="5148220"/>
            <a:ext cx="724130" cy="609701"/>
            <a:chOff x="4615448" y="2974053"/>
            <a:chExt cx="724130" cy="609701"/>
          </a:xfrm>
        </p:grpSpPr>
        <p:sp>
          <p:nvSpPr>
            <p:cNvPr id="957" name="Rectangle 956">
              <a:extLst>
                <a:ext uri="{FF2B5EF4-FFF2-40B4-BE49-F238E27FC236}">
                  <a16:creationId xmlns:a16="http://schemas.microsoft.com/office/drawing/2014/main" id="{DEE82C88-AB53-216D-DB87-483A4993F446}"/>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492" name="Right Triangle 491">
              <a:extLst>
                <a:ext uri="{FF2B5EF4-FFF2-40B4-BE49-F238E27FC236}">
                  <a16:creationId xmlns:a16="http://schemas.microsoft.com/office/drawing/2014/main" id="{78196705-E50B-E045-3B01-EB8BD7B7DDEB}"/>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93" name="Group 492">
              <a:extLst>
                <a:ext uri="{FF2B5EF4-FFF2-40B4-BE49-F238E27FC236}">
                  <a16:creationId xmlns:a16="http://schemas.microsoft.com/office/drawing/2014/main" id="{C4B02693-ECE4-B83B-EF9E-99A1E1DC8682}"/>
                </a:ext>
              </a:extLst>
            </p:cNvPr>
            <p:cNvGrpSpPr/>
            <p:nvPr/>
          </p:nvGrpSpPr>
          <p:grpSpPr>
            <a:xfrm>
              <a:off x="5288997" y="2982574"/>
              <a:ext cx="37817" cy="61390"/>
              <a:chOff x="3883481" y="2057400"/>
              <a:chExt cx="1608363" cy="2652031"/>
            </a:xfrm>
            <a:solidFill>
              <a:srgbClr val="A6A6A6">
                <a:alpha val="20000"/>
              </a:srgbClr>
            </a:solidFill>
          </p:grpSpPr>
          <p:sp>
            <p:nvSpPr>
              <p:cNvPr id="494" name="Oval 27">
                <a:extLst>
                  <a:ext uri="{FF2B5EF4-FFF2-40B4-BE49-F238E27FC236}">
                    <a16:creationId xmlns:a16="http://schemas.microsoft.com/office/drawing/2014/main" id="{A72ACC2E-3767-B5B6-4FB9-AD92156F546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5" name="Oval 28">
                <a:extLst>
                  <a:ext uri="{FF2B5EF4-FFF2-40B4-BE49-F238E27FC236}">
                    <a16:creationId xmlns:a16="http://schemas.microsoft.com/office/drawing/2014/main" id="{571DE28B-12DE-8F9C-3D51-2269F83A210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02" name="Group 501">
            <a:extLst>
              <a:ext uri="{FF2B5EF4-FFF2-40B4-BE49-F238E27FC236}">
                <a16:creationId xmlns:a16="http://schemas.microsoft.com/office/drawing/2014/main" id="{B6D97393-08A7-8BD9-7698-09C7B5CADFF2}"/>
              </a:ext>
            </a:extLst>
          </p:cNvPr>
          <p:cNvGrpSpPr/>
          <p:nvPr/>
        </p:nvGrpSpPr>
        <p:grpSpPr>
          <a:xfrm>
            <a:off x="2102908" y="811556"/>
            <a:ext cx="721206" cy="609701"/>
            <a:chOff x="2102908" y="811556"/>
            <a:chExt cx="721206" cy="609701"/>
          </a:xfrm>
        </p:grpSpPr>
        <p:sp>
          <p:nvSpPr>
            <p:cNvPr id="503" name="Rectangle 502">
              <a:extLst>
                <a:ext uri="{FF2B5EF4-FFF2-40B4-BE49-F238E27FC236}">
                  <a16:creationId xmlns:a16="http://schemas.microsoft.com/office/drawing/2014/main" id="{9FE040BD-5BB3-7387-88F3-387CB30C7A2F}"/>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04" name="Rectangle 503">
              <a:extLst>
                <a:ext uri="{FF2B5EF4-FFF2-40B4-BE49-F238E27FC236}">
                  <a16:creationId xmlns:a16="http://schemas.microsoft.com/office/drawing/2014/main" id="{4F6274C6-0B3D-7174-C8C2-AB73086ABC12}"/>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5" name="Oval 15">
              <a:extLst>
                <a:ext uri="{FF2B5EF4-FFF2-40B4-BE49-F238E27FC236}">
                  <a16:creationId xmlns:a16="http://schemas.microsoft.com/office/drawing/2014/main" id="{BA39490D-9C67-A388-F402-3390EAE89799}"/>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06" name="Straight Connector 505">
              <a:extLst>
                <a:ext uri="{FF2B5EF4-FFF2-40B4-BE49-F238E27FC236}">
                  <a16:creationId xmlns:a16="http://schemas.microsoft.com/office/drawing/2014/main" id="{EECD1718-F7ED-7CEC-AA82-5B0EBD7D984C}"/>
                </a:ext>
              </a:extLst>
            </p:cNvPr>
            <p:cNvCxnSpPr>
              <a:cxnSpLocks/>
              <a:stCxn id="505"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507" name="Straight Connector 506">
              <a:extLst>
                <a:ext uri="{FF2B5EF4-FFF2-40B4-BE49-F238E27FC236}">
                  <a16:creationId xmlns:a16="http://schemas.microsoft.com/office/drawing/2014/main" id="{16E4BB9B-9905-D92F-F347-24A2E089F35F}"/>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8" name="Group 507">
            <a:extLst>
              <a:ext uri="{FF2B5EF4-FFF2-40B4-BE49-F238E27FC236}">
                <a16:creationId xmlns:a16="http://schemas.microsoft.com/office/drawing/2014/main" id="{8B78799A-909B-46B3-6C1C-3C8C34EEEAA4}"/>
              </a:ext>
            </a:extLst>
          </p:cNvPr>
          <p:cNvGrpSpPr/>
          <p:nvPr/>
        </p:nvGrpSpPr>
        <p:grpSpPr>
          <a:xfrm>
            <a:off x="10506594" y="811556"/>
            <a:ext cx="721220" cy="609701"/>
            <a:chOff x="10506594" y="811556"/>
            <a:chExt cx="721220" cy="609701"/>
          </a:xfrm>
        </p:grpSpPr>
        <p:sp>
          <p:nvSpPr>
            <p:cNvPr id="509" name="Rectangle 508">
              <a:extLst>
                <a:ext uri="{FF2B5EF4-FFF2-40B4-BE49-F238E27FC236}">
                  <a16:creationId xmlns:a16="http://schemas.microsoft.com/office/drawing/2014/main" id="{3AB3763E-DE3A-1F22-42E2-DE5E1F11F54E}"/>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10" name="Rectangle 509">
              <a:extLst>
                <a:ext uri="{FF2B5EF4-FFF2-40B4-BE49-F238E27FC236}">
                  <a16:creationId xmlns:a16="http://schemas.microsoft.com/office/drawing/2014/main" id="{2A89DBD5-569D-0EB8-453E-21B3086F0BE2}"/>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1" name="Oval 15">
              <a:extLst>
                <a:ext uri="{FF2B5EF4-FFF2-40B4-BE49-F238E27FC236}">
                  <a16:creationId xmlns:a16="http://schemas.microsoft.com/office/drawing/2014/main" id="{67D8C392-867C-871B-67CF-B257F3F4ED7E}"/>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00" name="Straight Connector 999">
              <a:extLst>
                <a:ext uri="{FF2B5EF4-FFF2-40B4-BE49-F238E27FC236}">
                  <a16:creationId xmlns:a16="http://schemas.microsoft.com/office/drawing/2014/main" id="{EBA83D02-65E6-687A-DEE3-822D07300B11}"/>
                </a:ext>
              </a:extLst>
            </p:cNvPr>
            <p:cNvCxnSpPr>
              <a:cxnSpLocks/>
              <a:stCxn id="511"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01" name="Straight Connector 1000">
              <a:extLst>
                <a:ext uri="{FF2B5EF4-FFF2-40B4-BE49-F238E27FC236}">
                  <a16:creationId xmlns:a16="http://schemas.microsoft.com/office/drawing/2014/main" id="{1FE62E0B-AEB2-4E77-FFE4-7F7DCE443A5C}"/>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02" name="Group 1001">
            <a:extLst>
              <a:ext uri="{FF2B5EF4-FFF2-40B4-BE49-F238E27FC236}">
                <a16:creationId xmlns:a16="http://schemas.microsoft.com/office/drawing/2014/main" id="{1CB4C836-D40B-BA6C-AACD-5C8BCEA6573F}"/>
              </a:ext>
            </a:extLst>
          </p:cNvPr>
          <p:cNvGrpSpPr/>
          <p:nvPr/>
        </p:nvGrpSpPr>
        <p:grpSpPr>
          <a:xfrm>
            <a:off x="7116512" y="812701"/>
            <a:ext cx="721206" cy="609701"/>
            <a:chOff x="7957576" y="811556"/>
            <a:chExt cx="721206" cy="609701"/>
          </a:xfrm>
        </p:grpSpPr>
        <p:sp>
          <p:nvSpPr>
            <p:cNvPr id="1003" name="Rectangle 1002">
              <a:extLst>
                <a:ext uri="{FF2B5EF4-FFF2-40B4-BE49-F238E27FC236}">
                  <a16:creationId xmlns:a16="http://schemas.microsoft.com/office/drawing/2014/main" id="{89F5F20C-B2C7-6624-06F0-2827904C1D2C}"/>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004" name="Rectangle 1003">
              <a:extLst>
                <a:ext uri="{FF2B5EF4-FFF2-40B4-BE49-F238E27FC236}">
                  <a16:creationId xmlns:a16="http://schemas.microsoft.com/office/drawing/2014/main" id="{9746710B-15A4-107B-582A-CF252426F88A}"/>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05" name="Oval 15">
              <a:extLst>
                <a:ext uri="{FF2B5EF4-FFF2-40B4-BE49-F238E27FC236}">
                  <a16:creationId xmlns:a16="http://schemas.microsoft.com/office/drawing/2014/main" id="{B0E60098-9A33-44F7-1F7A-ABE49F1AA69D}"/>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12" name="Straight Connector 1011">
              <a:extLst>
                <a:ext uri="{FF2B5EF4-FFF2-40B4-BE49-F238E27FC236}">
                  <a16:creationId xmlns:a16="http://schemas.microsoft.com/office/drawing/2014/main" id="{3ACB2CAC-943F-6FE1-4DD0-736DA73C890A}"/>
                </a:ext>
              </a:extLst>
            </p:cNvPr>
            <p:cNvCxnSpPr>
              <a:cxnSpLocks/>
              <a:stCxn id="1005"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13" name="Straight Connector 1012">
              <a:extLst>
                <a:ext uri="{FF2B5EF4-FFF2-40B4-BE49-F238E27FC236}">
                  <a16:creationId xmlns:a16="http://schemas.microsoft.com/office/drawing/2014/main" id="{22CC68E1-5CEC-5544-BFEF-39F5F170F1A8}"/>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14" name="Group 1013">
            <a:extLst>
              <a:ext uri="{FF2B5EF4-FFF2-40B4-BE49-F238E27FC236}">
                <a16:creationId xmlns:a16="http://schemas.microsoft.com/office/drawing/2014/main" id="{22120903-F874-7FBD-9A0A-DF42DF2EA6C1}"/>
              </a:ext>
            </a:extLst>
          </p:cNvPr>
          <p:cNvGrpSpPr/>
          <p:nvPr/>
        </p:nvGrpSpPr>
        <p:grpSpPr>
          <a:xfrm>
            <a:off x="10506616" y="2984633"/>
            <a:ext cx="721220" cy="609701"/>
            <a:chOff x="9656903" y="2253333"/>
            <a:chExt cx="721220" cy="609701"/>
          </a:xfrm>
        </p:grpSpPr>
        <p:sp>
          <p:nvSpPr>
            <p:cNvPr id="1015" name="Rectangle 1014">
              <a:hlinkHover r:id="" action="ppaction://noaction" highlightClick="1"/>
              <a:extLst>
                <a:ext uri="{FF2B5EF4-FFF2-40B4-BE49-F238E27FC236}">
                  <a16:creationId xmlns:a16="http://schemas.microsoft.com/office/drawing/2014/main" id="{64B51E04-659D-F6EE-AB70-EA65EE500658}"/>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068" name="Rectangle 1067">
              <a:extLst>
                <a:ext uri="{FF2B5EF4-FFF2-40B4-BE49-F238E27FC236}">
                  <a16:creationId xmlns:a16="http://schemas.microsoft.com/office/drawing/2014/main" id="{4554BED4-BACA-4AC4-9DA9-E842D4819586}"/>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9" name="Oval 15">
              <a:extLst>
                <a:ext uri="{FF2B5EF4-FFF2-40B4-BE49-F238E27FC236}">
                  <a16:creationId xmlns:a16="http://schemas.microsoft.com/office/drawing/2014/main" id="{6BFAEF1B-098D-B79F-239F-8D2F196F6225}"/>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70" name="Straight Connector 1069">
              <a:extLst>
                <a:ext uri="{FF2B5EF4-FFF2-40B4-BE49-F238E27FC236}">
                  <a16:creationId xmlns:a16="http://schemas.microsoft.com/office/drawing/2014/main" id="{8364B067-4FA7-5281-4FE0-FF1D83C0D9FB}"/>
                </a:ext>
              </a:extLst>
            </p:cNvPr>
            <p:cNvCxnSpPr>
              <a:cxnSpLocks/>
              <a:stCxn id="106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71" name="Straight Connector 1070">
              <a:extLst>
                <a:ext uri="{FF2B5EF4-FFF2-40B4-BE49-F238E27FC236}">
                  <a16:creationId xmlns:a16="http://schemas.microsoft.com/office/drawing/2014/main" id="{9F00FA38-E764-9D31-BDA7-EE82F31D80CC}"/>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76" name="Group 1175">
            <a:extLst>
              <a:ext uri="{FF2B5EF4-FFF2-40B4-BE49-F238E27FC236}">
                <a16:creationId xmlns:a16="http://schemas.microsoft.com/office/drawing/2014/main" id="{813A98EA-2802-0D93-F19B-AA171F297E0E}"/>
              </a:ext>
            </a:extLst>
          </p:cNvPr>
          <p:cNvGrpSpPr/>
          <p:nvPr/>
        </p:nvGrpSpPr>
        <p:grpSpPr>
          <a:xfrm>
            <a:off x="11355832" y="5140982"/>
            <a:ext cx="721220" cy="609701"/>
            <a:chOff x="9656903" y="2253333"/>
            <a:chExt cx="721220" cy="609701"/>
          </a:xfrm>
        </p:grpSpPr>
        <p:sp>
          <p:nvSpPr>
            <p:cNvPr id="1177" name="Rectangle 1176">
              <a:hlinkHover r:id="" action="ppaction://noaction" highlightClick="1"/>
              <a:extLst>
                <a:ext uri="{FF2B5EF4-FFF2-40B4-BE49-F238E27FC236}">
                  <a16:creationId xmlns:a16="http://schemas.microsoft.com/office/drawing/2014/main" id="{15FE367E-9A87-11E1-1C59-7BB97D3B1525}"/>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178" name="Rectangle 1177">
              <a:extLst>
                <a:ext uri="{FF2B5EF4-FFF2-40B4-BE49-F238E27FC236}">
                  <a16:creationId xmlns:a16="http://schemas.microsoft.com/office/drawing/2014/main" id="{CF9AF074-90E4-0707-A400-B0DFE531BE87}"/>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9" name="Oval 15">
              <a:extLst>
                <a:ext uri="{FF2B5EF4-FFF2-40B4-BE49-F238E27FC236}">
                  <a16:creationId xmlns:a16="http://schemas.microsoft.com/office/drawing/2014/main" id="{FA041F4F-059A-6F6A-FC69-C861E38531D8}"/>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80" name="Straight Connector 1179">
              <a:extLst>
                <a:ext uri="{FF2B5EF4-FFF2-40B4-BE49-F238E27FC236}">
                  <a16:creationId xmlns:a16="http://schemas.microsoft.com/office/drawing/2014/main" id="{0B15895B-6286-15D3-1508-A6F6508F378E}"/>
                </a:ext>
              </a:extLst>
            </p:cNvPr>
            <p:cNvCxnSpPr>
              <a:cxnSpLocks/>
              <a:stCxn id="117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81" name="Straight Connector 1180">
              <a:extLst>
                <a:ext uri="{FF2B5EF4-FFF2-40B4-BE49-F238E27FC236}">
                  <a16:creationId xmlns:a16="http://schemas.microsoft.com/office/drawing/2014/main" id="{156184CC-C79F-332A-E671-FA31974B4027}"/>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82" name="Group 1181">
            <a:extLst>
              <a:ext uri="{FF2B5EF4-FFF2-40B4-BE49-F238E27FC236}">
                <a16:creationId xmlns:a16="http://schemas.microsoft.com/office/drawing/2014/main" id="{A84BBEDF-530D-7BD7-7E5A-F1E27695083B}"/>
              </a:ext>
            </a:extLst>
          </p:cNvPr>
          <p:cNvGrpSpPr/>
          <p:nvPr/>
        </p:nvGrpSpPr>
        <p:grpSpPr>
          <a:xfrm>
            <a:off x="7113172" y="2252067"/>
            <a:ext cx="728239" cy="609701"/>
            <a:chOff x="5442073" y="811556"/>
            <a:chExt cx="728239" cy="609701"/>
          </a:xfrm>
        </p:grpSpPr>
        <p:sp>
          <p:nvSpPr>
            <p:cNvPr id="1183" name="Rectangle 1182">
              <a:extLst>
                <a:ext uri="{FF2B5EF4-FFF2-40B4-BE49-F238E27FC236}">
                  <a16:creationId xmlns:a16="http://schemas.microsoft.com/office/drawing/2014/main" id="{AFC795DB-C8C1-64F8-3174-D360BEED2238}"/>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1184" name="Rectangle 1183">
              <a:extLst>
                <a:ext uri="{FF2B5EF4-FFF2-40B4-BE49-F238E27FC236}">
                  <a16:creationId xmlns:a16="http://schemas.microsoft.com/office/drawing/2014/main" id="{48EA4136-CC2F-1E8E-5B87-52A791AD59F4}"/>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85" name="Oval 15">
              <a:extLst>
                <a:ext uri="{FF2B5EF4-FFF2-40B4-BE49-F238E27FC236}">
                  <a16:creationId xmlns:a16="http://schemas.microsoft.com/office/drawing/2014/main" id="{7C914B60-A22E-D4F7-A639-B281A500D128}"/>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86" name="Straight Connector 1185">
              <a:extLst>
                <a:ext uri="{FF2B5EF4-FFF2-40B4-BE49-F238E27FC236}">
                  <a16:creationId xmlns:a16="http://schemas.microsoft.com/office/drawing/2014/main" id="{7B2FCB4C-E4CF-1FBD-B9A9-5EB977A353E3}"/>
                </a:ext>
              </a:extLst>
            </p:cNvPr>
            <p:cNvCxnSpPr>
              <a:cxnSpLocks/>
              <a:stCxn id="1185"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87" name="Straight Connector 1186">
              <a:extLst>
                <a:ext uri="{FF2B5EF4-FFF2-40B4-BE49-F238E27FC236}">
                  <a16:creationId xmlns:a16="http://schemas.microsoft.com/office/drawing/2014/main" id="{90A6688D-A138-3CDC-F5AC-B8CB2A81AC4E}"/>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88" name="Group 1187">
            <a:extLst>
              <a:ext uri="{FF2B5EF4-FFF2-40B4-BE49-F238E27FC236}">
                <a16:creationId xmlns:a16="http://schemas.microsoft.com/office/drawing/2014/main" id="{2CE283B8-E78A-DEC4-45DF-32AD6A134BFC}"/>
              </a:ext>
            </a:extLst>
          </p:cNvPr>
          <p:cNvGrpSpPr/>
          <p:nvPr/>
        </p:nvGrpSpPr>
        <p:grpSpPr>
          <a:xfrm>
            <a:off x="11353919" y="2251694"/>
            <a:ext cx="721206" cy="609701"/>
            <a:chOff x="8807250" y="2253334"/>
            <a:chExt cx="721206" cy="609701"/>
          </a:xfrm>
        </p:grpSpPr>
        <p:sp>
          <p:nvSpPr>
            <p:cNvPr id="1189" name="Rectangle 1188">
              <a:extLst>
                <a:ext uri="{FF2B5EF4-FFF2-40B4-BE49-F238E27FC236}">
                  <a16:creationId xmlns:a16="http://schemas.microsoft.com/office/drawing/2014/main" id="{DA3CE0B1-E6CC-0D64-0560-0B04499DD414}"/>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1190" name="Right Triangle 1189">
              <a:extLst>
                <a:ext uri="{FF2B5EF4-FFF2-40B4-BE49-F238E27FC236}">
                  <a16:creationId xmlns:a16="http://schemas.microsoft.com/office/drawing/2014/main" id="{FF7635F7-FEDF-974F-9641-4D781A8BD05E}"/>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91" name="Oval 27">
              <a:extLst>
                <a:ext uri="{FF2B5EF4-FFF2-40B4-BE49-F238E27FC236}">
                  <a16:creationId xmlns:a16="http://schemas.microsoft.com/office/drawing/2014/main" id="{23153FB0-7BF4-E8DA-B1F1-26F398434828}"/>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98" name="Oval 28">
              <a:extLst>
                <a:ext uri="{FF2B5EF4-FFF2-40B4-BE49-F238E27FC236}">
                  <a16:creationId xmlns:a16="http://schemas.microsoft.com/office/drawing/2014/main" id="{F9CC3E01-F89C-7C44-0417-FAEE6BBA5235}"/>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99" name="Group 1198">
            <a:extLst>
              <a:ext uri="{FF2B5EF4-FFF2-40B4-BE49-F238E27FC236}">
                <a16:creationId xmlns:a16="http://schemas.microsoft.com/office/drawing/2014/main" id="{7B8B7799-8A37-562C-A058-854B926DE79C}"/>
              </a:ext>
            </a:extLst>
          </p:cNvPr>
          <p:cNvGrpSpPr/>
          <p:nvPr/>
        </p:nvGrpSpPr>
        <p:grpSpPr>
          <a:xfrm>
            <a:off x="8808980" y="2268701"/>
            <a:ext cx="721206" cy="609701"/>
            <a:chOff x="11356238" y="2253333"/>
            <a:chExt cx="721206" cy="609701"/>
          </a:xfrm>
        </p:grpSpPr>
        <p:sp>
          <p:nvSpPr>
            <p:cNvPr id="1200" name="Rectangle 1199">
              <a:hlinkHover r:id="" action="ppaction://noaction" highlightClick="1"/>
              <a:extLst>
                <a:ext uri="{FF2B5EF4-FFF2-40B4-BE49-F238E27FC236}">
                  <a16:creationId xmlns:a16="http://schemas.microsoft.com/office/drawing/2014/main" id="{CD234F8B-8CC2-42A4-803D-7ACAF9024FEE}"/>
                </a:ext>
              </a:extLst>
            </p:cNvPr>
            <p:cNvSpPr/>
            <p:nvPr/>
          </p:nvSpPr>
          <p:spPr>
            <a:xfrm>
              <a:off x="11356238" y="225333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201" name="Oval 1200">
              <a:extLst>
                <a:ext uri="{FF2B5EF4-FFF2-40B4-BE49-F238E27FC236}">
                  <a16:creationId xmlns:a16="http://schemas.microsoft.com/office/drawing/2014/main" id="{4484EB67-D302-721D-9886-74659EC462D1}"/>
                </a:ext>
              </a:extLst>
            </p:cNvPr>
            <p:cNvSpPr/>
            <p:nvPr/>
          </p:nvSpPr>
          <p:spPr>
            <a:xfrm>
              <a:off x="11934777" y="226109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2" name="Isosceles Triangle 648">
              <a:extLst>
                <a:ext uri="{FF2B5EF4-FFF2-40B4-BE49-F238E27FC236}">
                  <a16:creationId xmlns:a16="http://schemas.microsoft.com/office/drawing/2014/main" id="{1833CE94-F98E-EA37-32F2-EA19504AC3A3}"/>
                </a:ext>
              </a:extLst>
            </p:cNvPr>
            <p:cNvSpPr/>
            <p:nvPr/>
          </p:nvSpPr>
          <p:spPr>
            <a:xfrm>
              <a:off x="11964901" y="227460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03" name="Group 1202">
            <a:extLst>
              <a:ext uri="{FF2B5EF4-FFF2-40B4-BE49-F238E27FC236}">
                <a16:creationId xmlns:a16="http://schemas.microsoft.com/office/drawing/2014/main" id="{79D062C5-5B9F-5176-D4FF-ED5D54916EC9}"/>
              </a:ext>
            </a:extLst>
          </p:cNvPr>
          <p:cNvGrpSpPr/>
          <p:nvPr/>
        </p:nvGrpSpPr>
        <p:grpSpPr>
          <a:xfrm>
            <a:off x="8807242" y="1532276"/>
            <a:ext cx="721206" cy="609701"/>
            <a:chOff x="8807242" y="1532276"/>
            <a:chExt cx="721206" cy="609701"/>
          </a:xfrm>
        </p:grpSpPr>
        <p:sp>
          <p:nvSpPr>
            <p:cNvPr id="1204" name="Rectangle 1203">
              <a:hlinkHover r:id="" action="ppaction://noaction" highlightClick="1"/>
              <a:extLst>
                <a:ext uri="{FF2B5EF4-FFF2-40B4-BE49-F238E27FC236}">
                  <a16:creationId xmlns:a16="http://schemas.microsoft.com/office/drawing/2014/main" id="{B4590F9B-0DE7-2B34-FCDD-6D3E17E92F81}"/>
                </a:ext>
              </a:extLst>
            </p:cNvPr>
            <p:cNvSpPr/>
            <p:nvPr/>
          </p:nvSpPr>
          <p:spPr>
            <a:xfrm>
              <a:off x="8807242"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1205" name="Oval 1204">
              <a:extLst>
                <a:ext uri="{FF2B5EF4-FFF2-40B4-BE49-F238E27FC236}">
                  <a16:creationId xmlns:a16="http://schemas.microsoft.com/office/drawing/2014/main" id="{96466601-EEA6-238E-A077-2DA10E2C9A69}"/>
                </a:ext>
              </a:extLst>
            </p:cNvPr>
            <p:cNvSpPr/>
            <p:nvPr/>
          </p:nvSpPr>
          <p:spPr>
            <a:xfrm>
              <a:off x="9387205" y="154139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6" name="Isosceles Triangle 648">
              <a:extLst>
                <a:ext uri="{FF2B5EF4-FFF2-40B4-BE49-F238E27FC236}">
                  <a16:creationId xmlns:a16="http://schemas.microsoft.com/office/drawing/2014/main" id="{596269C0-C19B-449C-9FB3-2F4FEEB3C3F1}"/>
                </a:ext>
              </a:extLst>
            </p:cNvPr>
            <p:cNvSpPr/>
            <p:nvPr/>
          </p:nvSpPr>
          <p:spPr>
            <a:xfrm>
              <a:off x="9417330" y="155491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07" name="Group 1206">
            <a:extLst>
              <a:ext uri="{FF2B5EF4-FFF2-40B4-BE49-F238E27FC236}">
                <a16:creationId xmlns:a16="http://schemas.microsoft.com/office/drawing/2014/main" id="{59408C3E-EEB5-EA15-8200-1C1E4E9A525D}"/>
              </a:ext>
            </a:extLst>
          </p:cNvPr>
          <p:cNvGrpSpPr/>
          <p:nvPr/>
        </p:nvGrpSpPr>
        <p:grpSpPr>
          <a:xfrm>
            <a:off x="10512007" y="1543240"/>
            <a:ext cx="721206" cy="609701"/>
            <a:chOff x="11356238" y="1532276"/>
            <a:chExt cx="721206" cy="609701"/>
          </a:xfrm>
        </p:grpSpPr>
        <p:sp>
          <p:nvSpPr>
            <p:cNvPr id="1208" name="Rectangle 1207">
              <a:hlinkHover r:id="" action="ppaction://noaction" highlightClick="1"/>
              <a:extLst>
                <a:ext uri="{FF2B5EF4-FFF2-40B4-BE49-F238E27FC236}">
                  <a16:creationId xmlns:a16="http://schemas.microsoft.com/office/drawing/2014/main" id="{4C51FFA6-1C57-F582-64AC-E9D9481AAB86}"/>
                </a:ext>
              </a:extLst>
            </p:cNvPr>
            <p:cNvSpPr/>
            <p:nvPr/>
          </p:nvSpPr>
          <p:spPr>
            <a:xfrm>
              <a:off x="11356238"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AI Services</a:t>
              </a:r>
            </a:p>
          </p:txBody>
        </p:sp>
        <p:sp>
          <p:nvSpPr>
            <p:cNvPr id="1209" name="Oval 1208">
              <a:extLst>
                <a:ext uri="{FF2B5EF4-FFF2-40B4-BE49-F238E27FC236}">
                  <a16:creationId xmlns:a16="http://schemas.microsoft.com/office/drawing/2014/main" id="{02C7B4F4-77DA-424D-8898-6169783CE775}"/>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0" name="Isosceles Triangle 648">
              <a:extLst>
                <a:ext uri="{FF2B5EF4-FFF2-40B4-BE49-F238E27FC236}">
                  <a16:creationId xmlns:a16="http://schemas.microsoft.com/office/drawing/2014/main" id="{F13C5EB0-84C3-B028-B02E-E50D73B46099}"/>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2" name="Picture 1">
            <a:hlinkClick r:id="rId16" action="ppaction://hlinksldjump"/>
            <a:extLst>
              <a:ext uri="{FF2B5EF4-FFF2-40B4-BE49-F238E27FC236}">
                <a16:creationId xmlns:a16="http://schemas.microsoft.com/office/drawing/2014/main" id="{544FADD7-374B-A2B9-4BDD-A851B60218D6}"/>
              </a:ext>
            </a:extLst>
          </p:cNvPr>
          <p:cNvPicPr>
            <a:picLocks noChangeAspect="1"/>
          </p:cNvPicPr>
          <p:nvPr/>
        </p:nvPicPr>
        <p:blipFill>
          <a:blip r:embed="rId17"/>
          <a:stretch>
            <a:fillRect/>
          </a:stretch>
        </p:blipFill>
        <p:spPr>
          <a:xfrm>
            <a:off x="0" y="0"/>
            <a:ext cx="211626" cy="6858000"/>
          </a:xfrm>
          <a:prstGeom prst="rect">
            <a:avLst/>
          </a:prstGeom>
        </p:spPr>
      </p:pic>
      <p:sp>
        <p:nvSpPr>
          <p:cNvPr id="3" name="Rectangle 2">
            <a:hlinkHover r:id="rId18" action="ppaction://hlinksldjump"/>
            <a:extLst>
              <a:ext uri="{FF2B5EF4-FFF2-40B4-BE49-F238E27FC236}">
                <a16:creationId xmlns:a16="http://schemas.microsoft.com/office/drawing/2014/main" id="{709CB599-6EAE-46BE-3331-15A7B9728B3E}"/>
              </a:ext>
            </a:extLst>
          </p:cNvPr>
          <p:cNvSpPr/>
          <p:nvPr/>
        </p:nvSpPr>
        <p:spPr>
          <a:xfrm>
            <a:off x="8841666" y="6284246"/>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grpSp>
        <p:nvGrpSpPr>
          <p:cNvPr id="4" name="Group 3">
            <a:extLst>
              <a:ext uri="{FF2B5EF4-FFF2-40B4-BE49-F238E27FC236}">
                <a16:creationId xmlns:a16="http://schemas.microsoft.com/office/drawing/2014/main" id="{F0B5180D-7475-A284-B551-4EA40CAC9BE1}"/>
              </a:ext>
            </a:extLst>
          </p:cNvPr>
          <p:cNvGrpSpPr/>
          <p:nvPr/>
        </p:nvGrpSpPr>
        <p:grpSpPr>
          <a:xfrm>
            <a:off x="9652491" y="2986436"/>
            <a:ext cx="721206" cy="609701"/>
            <a:chOff x="9657972" y="90836"/>
            <a:chExt cx="721206" cy="609701"/>
          </a:xfrm>
        </p:grpSpPr>
        <p:sp>
          <p:nvSpPr>
            <p:cNvPr id="5" name="Rectangle 4">
              <a:hlinkHover r:id="" action="ppaction://noaction" highlightClick="1"/>
              <a:extLst>
                <a:ext uri="{FF2B5EF4-FFF2-40B4-BE49-F238E27FC236}">
                  <a16:creationId xmlns:a16="http://schemas.microsoft.com/office/drawing/2014/main" id="{C6AEC620-2D26-F38F-3FDB-210DD9117D32}"/>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6" name="Diamond 5">
              <a:extLst>
                <a:ext uri="{FF2B5EF4-FFF2-40B4-BE49-F238E27FC236}">
                  <a16:creationId xmlns:a16="http://schemas.microsoft.com/office/drawing/2014/main" id="{2FF05DF0-19F8-8459-4E69-448BDF064205}"/>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 name="Oval 6">
              <a:extLst>
                <a:ext uri="{FF2B5EF4-FFF2-40B4-BE49-F238E27FC236}">
                  <a16:creationId xmlns:a16="http://schemas.microsoft.com/office/drawing/2014/main" id="{15337ACB-D484-17FA-1D75-B1919279A67B}"/>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69895217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0C1198-E03D-17C9-8B18-F0D29242D773}"/>
            </a:ext>
          </a:extLst>
        </p:cNvPr>
        <p:cNvGrpSpPr/>
        <p:nvPr/>
      </p:nvGrpSpPr>
      <p:grpSpPr>
        <a:xfrm>
          <a:off x="0" y="0"/>
          <a:ext cx="0" cy="0"/>
          <a:chOff x="0" y="0"/>
          <a:chExt cx="0" cy="0"/>
        </a:xfrm>
      </p:grpSpPr>
      <p:sp>
        <p:nvSpPr>
          <p:cNvPr id="453" name="TextBox 452">
            <a:extLst>
              <a:ext uri="{FF2B5EF4-FFF2-40B4-BE49-F238E27FC236}">
                <a16:creationId xmlns:a16="http://schemas.microsoft.com/office/drawing/2014/main" id="{C112E2DF-7453-028F-52B0-2686FE5490E9}"/>
              </a:ext>
            </a:extLst>
          </p:cNvPr>
          <p:cNvSpPr txBox="1"/>
          <p:nvPr/>
        </p:nvSpPr>
        <p:spPr>
          <a:xfrm>
            <a:off x="3233032" y="102366"/>
            <a:ext cx="582733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Entra Suite</a:t>
            </a:r>
          </a:p>
        </p:txBody>
      </p:sp>
      <p:grpSp>
        <p:nvGrpSpPr>
          <p:cNvPr id="21" name="Group 20">
            <a:extLst>
              <a:ext uri="{FF2B5EF4-FFF2-40B4-BE49-F238E27FC236}">
                <a16:creationId xmlns:a16="http://schemas.microsoft.com/office/drawing/2014/main" id="{67535A7B-A015-D6EA-32D9-972B52830AFC}"/>
              </a:ext>
            </a:extLst>
          </p:cNvPr>
          <p:cNvGrpSpPr/>
          <p:nvPr/>
        </p:nvGrpSpPr>
        <p:grpSpPr>
          <a:xfrm>
            <a:off x="8874840" y="58136"/>
            <a:ext cx="754117" cy="803729"/>
            <a:chOff x="9401324" y="101482"/>
            <a:chExt cx="754117" cy="803729"/>
          </a:xfrm>
        </p:grpSpPr>
        <p:pic>
          <p:nvPicPr>
            <p:cNvPr id="22" name="Graphic 21" descr="Back with solid fill">
              <a:hlinkClick r:id="" action="ppaction://hlinkshowjump?jump=lastslideviewed"/>
              <a:extLst>
                <a:ext uri="{FF2B5EF4-FFF2-40B4-BE49-F238E27FC236}">
                  <a16:creationId xmlns:a16="http://schemas.microsoft.com/office/drawing/2014/main" id="{393CFBD3-1356-6158-9C74-47D063613F6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07970" y="101482"/>
              <a:ext cx="740824" cy="740824"/>
            </a:xfrm>
            <a:prstGeom prst="rect">
              <a:avLst/>
            </a:prstGeom>
          </p:spPr>
        </p:pic>
        <p:sp>
          <p:nvSpPr>
            <p:cNvPr id="23" name="TextBox 22">
              <a:extLst>
                <a:ext uri="{FF2B5EF4-FFF2-40B4-BE49-F238E27FC236}">
                  <a16:creationId xmlns:a16="http://schemas.microsoft.com/office/drawing/2014/main" id="{59E8440F-4222-5DB8-209A-9435068A802F}"/>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6" name="Rectangle 65">
            <a:hlinkClick r:id="rId4" action="ppaction://hlinksldjump"/>
            <a:hlinkHover r:id="rId4" action="ppaction://hlinksldjump"/>
            <a:extLst>
              <a:ext uri="{FF2B5EF4-FFF2-40B4-BE49-F238E27FC236}">
                <a16:creationId xmlns:a16="http://schemas.microsoft.com/office/drawing/2014/main" id="{C7C9B7E3-AAFE-BFFD-A3D4-2DE58D65F6DC}"/>
              </a:ext>
            </a:extLst>
          </p:cNvPr>
          <p:cNvSpPr/>
          <p:nvPr/>
        </p:nvSpPr>
        <p:spPr>
          <a:xfrm>
            <a:off x="299024"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81" name="Rectangle 80">
            <a:hlinkClick r:id="rId5" action="ppaction://hlinksldjump"/>
            <a:hlinkHover r:id="rId5" action="ppaction://hlinksldjump"/>
            <a:extLst>
              <a:ext uri="{FF2B5EF4-FFF2-40B4-BE49-F238E27FC236}">
                <a16:creationId xmlns:a16="http://schemas.microsoft.com/office/drawing/2014/main" id="{276715D8-AC12-784B-3E7B-78BBB3E6F473}"/>
              </a:ext>
            </a:extLst>
          </p:cNvPr>
          <p:cNvSpPr/>
          <p:nvPr/>
        </p:nvSpPr>
        <p:spPr>
          <a:xfrm>
            <a:off x="1975955"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82" name="Rectangle 81">
            <a:hlinkClick r:id="rId6" action="ppaction://hlinksldjump"/>
            <a:hlinkHover r:id="rId6" action="ppaction://hlinksldjump"/>
            <a:extLst>
              <a:ext uri="{FF2B5EF4-FFF2-40B4-BE49-F238E27FC236}">
                <a16:creationId xmlns:a16="http://schemas.microsoft.com/office/drawing/2014/main" id="{B9EA1E6B-9DDF-0C9A-B964-CCA7AE07A5AD}"/>
              </a:ext>
            </a:extLst>
          </p:cNvPr>
          <p:cNvSpPr/>
          <p:nvPr/>
        </p:nvSpPr>
        <p:spPr>
          <a:xfrm>
            <a:off x="3652886"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165" name="Rectangle 164">
            <a:hlinkClick r:id="rId7" action="ppaction://hlinksldjump"/>
            <a:hlinkHover r:id="rId7" action="ppaction://hlinksldjump"/>
            <a:extLst>
              <a:ext uri="{FF2B5EF4-FFF2-40B4-BE49-F238E27FC236}">
                <a16:creationId xmlns:a16="http://schemas.microsoft.com/office/drawing/2014/main" id="{72FE0475-DB5F-607C-A249-F6C7826032AD}"/>
              </a:ext>
            </a:extLst>
          </p:cNvPr>
          <p:cNvSpPr/>
          <p:nvPr/>
        </p:nvSpPr>
        <p:spPr>
          <a:xfrm>
            <a:off x="7107720" y="5802160"/>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66" name="Rectangle 165">
            <a:hlinkClick r:id="rId8" action="ppaction://hlinksldjump"/>
            <a:hlinkHover r:id="rId8" action="ppaction://hlinksldjump"/>
            <a:extLst>
              <a:ext uri="{FF2B5EF4-FFF2-40B4-BE49-F238E27FC236}">
                <a16:creationId xmlns:a16="http://schemas.microsoft.com/office/drawing/2014/main" id="{876310BF-AAC6-1A94-D466-258DF7AE7147}"/>
              </a:ext>
            </a:extLst>
          </p:cNvPr>
          <p:cNvSpPr/>
          <p:nvPr/>
        </p:nvSpPr>
        <p:spPr>
          <a:xfrm>
            <a:off x="3652886"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167" name="Rectangle 166">
            <a:hlinkClick r:id="rId9" action="ppaction://hlinksldjump"/>
            <a:hlinkHover r:id="rId9" action="ppaction://hlinksldjump"/>
            <a:extLst>
              <a:ext uri="{FF2B5EF4-FFF2-40B4-BE49-F238E27FC236}">
                <a16:creationId xmlns:a16="http://schemas.microsoft.com/office/drawing/2014/main" id="{308D2951-17CC-ACCE-8DDF-01BFED10CD1F}"/>
              </a:ext>
            </a:extLst>
          </p:cNvPr>
          <p:cNvSpPr/>
          <p:nvPr/>
        </p:nvSpPr>
        <p:spPr>
          <a:xfrm>
            <a:off x="7107721" y="6284246"/>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68" name="Rectangle 167">
            <a:hlinkClick r:id="rId10" action="ppaction://hlinksldjump"/>
            <a:hlinkHover r:id="rId10" action="ppaction://hlinksldjump"/>
            <a:extLst>
              <a:ext uri="{FF2B5EF4-FFF2-40B4-BE49-F238E27FC236}">
                <a16:creationId xmlns:a16="http://schemas.microsoft.com/office/drawing/2014/main" id="{C885069C-5B05-05DA-2841-CF30A8C696FA}"/>
              </a:ext>
            </a:extLst>
          </p:cNvPr>
          <p:cNvSpPr/>
          <p:nvPr/>
        </p:nvSpPr>
        <p:spPr>
          <a:xfrm>
            <a:off x="10811623" y="5796447"/>
            <a:ext cx="1301668" cy="957208"/>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169" name="Rectangle 168">
            <a:hlinkClick r:id="rId11" action="ppaction://hlinksldjump"/>
            <a:hlinkHover r:id="rId11" action="ppaction://hlinksldjump"/>
            <a:extLst>
              <a:ext uri="{FF2B5EF4-FFF2-40B4-BE49-F238E27FC236}">
                <a16:creationId xmlns:a16="http://schemas.microsoft.com/office/drawing/2014/main" id="{BF0B3302-90FE-22D5-1759-BE13979CED2D}"/>
              </a:ext>
            </a:extLst>
          </p:cNvPr>
          <p:cNvSpPr/>
          <p:nvPr/>
        </p:nvSpPr>
        <p:spPr>
          <a:xfrm>
            <a:off x="299024" y="6299063"/>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70" name="Rectangle 169">
            <a:hlinkClick r:id="rId12" action="ppaction://hlinksldjump"/>
            <a:hlinkHover r:id="rId12" action="ppaction://hlinksldjump"/>
            <a:extLst>
              <a:ext uri="{FF2B5EF4-FFF2-40B4-BE49-F238E27FC236}">
                <a16:creationId xmlns:a16="http://schemas.microsoft.com/office/drawing/2014/main" id="{4EDA5C92-47CD-1678-F6D4-6E28CCDBCF02}"/>
              </a:ext>
            </a:extLst>
          </p:cNvPr>
          <p:cNvSpPr/>
          <p:nvPr/>
        </p:nvSpPr>
        <p:spPr>
          <a:xfrm>
            <a:off x="1975955"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72" name="Rectangle 171">
            <a:hlinkHover r:id="rId13" action="ppaction://hlinksldjump"/>
            <a:extLst>
              <a:ext uri="{FF2B5EF4-FFF2-40B4-BE49-F238E27FC236}">
                <a16:creationId xmlns:a16="http://schemas.microsoft.com/office/drawing/2014/main" id="{88D25AB1-9C6A-F7B2-489D-3E3E53DE4736}"/>
              </a:ext>
            </a:extLst>
          </p:cNvPr>
          <p:cNvSpPr/>
          <p:nvPr/>
        </p:nvSpPr>
        <p:spPr>
          <a:xfrm>
            <a:off x="8841667" y="5799653"/>
            <a:ext cx="1930581" cy="454591"/>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grpSp>
        <p:nvGrpSpPr>
          <p:cNvPr id="174" name="Group 173">
            <a:extLst>
              <a:ext uri="{FF2B5EF4-FFF2-40B4-BE49-F238E27FC236}">
                <a16:creationId xmlns:a16="http://schemas.microsoft.com/office/drawing/2014/main" id="{DE2BE8D1-2767-601D-8C77-9CD940DBEB34}"/>
              </a:ext>
            </a:extLst>
          </p:cNvPr>
          <p:cNvGrpSpPr/>
          <p:nvPr/>
        </p:nvGrpSpPr>
        <p:grpSpPr>
          <a:xfrm>
            <a:off x="3779655" y="811556"/>
            <a:ext cx="721206" cy="609701"/>
            <a:chOff x="3779655" y="811556"/>
            <a:chExt cx="721206" cy="609701"/>
          </a:xfrm>
        </p:grpSpPr>
        <p:sp>
          <p:nvSpPr>
            <p:cNvPr id="175" name="Rectangle 174">
              <a:extLst>
                <a:ext uri="{FF2B5EF4-FFF2-40B4-BE49-F238E27FC236}">
                  <a16:creationId xmlns:a16="http://schemas.microsoft.com/office/drawing/2014/main" id="{5A988E2D-F63D-5E3F-61BA-7A16815418F1}"/>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176" name="Rectangle 175">
              <a:extLst>
                <a:ext uri="{FF2B5EF4-FFF2-40B4-BE49-F238E27FC236}">
                  <a16:creationId xmlns:a16="http://schemas.microsoft.com/office/drawing/2014/main" id="{95EAA744-FFED-52A4-6767-EBB016CD847C}"/>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7" name="Oval 15">
              <a:extLst>
                <a:ext uri="{FF2B5EF4-FFF2-40B4-BE49-F238E27FC236}">
                  <a16:creationId xmlns:a16="http://schemas.microsoft.com/office/drawing/2014/main" id="{0DBF200C-EDBC-3311-5E49-ABE55CEBC92B}"/>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8" name="Straight Connector 177">
              <a:extLst>
                <a:ext uri="{FF2B5EF4-FFF2-40B4-BE49-F238E27FC236}">
                  <a16:creationId xmlns:a16="http://schemas.microsoft.com/office/drawing/2014/main" id="{AFBC9698-58EC-02AC-378B-BFA74B4D905A}"/>
                </a:ext>
              </a:extLst>
            </p:cNvPr>
            <p:cNvCxnSpPr>
              <a:cxnSpLocks/>
              <a:stCxn id="177"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9" name="Straight Connector 178">
              <a:extLst>
                <a:ext uri="{FF2B5EF4-FFF2-40B4-BE49-F238E27FC236}">
                  <a16:creationId xmlns:a16="http://schemas.microsoft.com/office/drawing/2014/main" id="{9798DC02-9AFB-1062-A562-365F12D69E93}"/>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0" name="Group 179">
            <a:extLst>
              <a:ext uri="{FF2B5EF4-FFF2-40B4-BE49-F238E27FC236}">
                <a16:creationId xmlns:a16="http://schemas.microsoft.com/office/drawing/2014/main" id="{2CC6ADDB-9E3F-5077-EE59-34826EC72CEE}"/>
              </a:ext>
            </a:extLst>
          </p:cNvPr>
          <p:cNvGrpSpPr/>
          <p:nvPr/>
        </p:nvGrpSpPr>
        <p:grpSpPr>
          <a:xfrm>
            <a:off x="7959195" y="3698231"/>
            <a:ext cx="721206" cy="609701"/>
            <a:chOff x="7959195" y="3698231"/>
            <a:chExt cx="721206" cy="609701"/>
          </a:xfrm>
        </p:grpSpPr>
        <p:sp>
          <p:nvSpPr>
            <p:cNvPr id="181" name="Rectangle 180">
              <a:hlinkHover r:id="" action="ppaction://noaction" highlightClick="1"/>
              <a:extLst>
                <a:ext uri="{FF2B5EF4-FFF2-40B4-BE49-F238E27FC236}">
                  <a16:creationId xmlns:a16="http://schemas.microsoft.com/office/drawing/2014/main" id="{DB04ED79-6C8C-3DCB-417B-411D2047A5F1}"/>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182" name="Oval 181">
              <a:extLst>
                <a:ext uri="{FF2B5EF4-FFF2-40B4-BE49-F238E27FC236}">
                  <a16:creationId xmlns:a16="http://schemas.microsoft.com/office/drawing/2014/main" id="{F25FE6E3-6D2B-5857-E1C7-EF997CED6187}"/>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3" name="Isosceles Triangle 648">
              <a:extLst>
                <a:ext uri="{FF2B5EF4-FFF2-40B4-BE49-F238E27FC236}">
                  <a16:creationId xmlns:a16="http://schemas.microsoft.com/office/drawing/2014/main" id="{D42CBCE0-6E66-8026-FD50-DA83F8123C19}"/>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90" name="Group 189">
            <a:extLst>
              <a:ext uri="{FF2B5EF4-FFF2-40B4-BE49-F238E27FC236}">
                <a16:creationId xmlns:a16="http://schemas.microsoft.com/office/drawing/2014/main" id="{46DA6D3D-1A13-642C-2FC8-204E20440B62}"/>
              </a:ext>
            </a:extLst>
          </p:cNvPr>
          <p:cNvGrpSpPr/>
          <p:nvPr/>
        </p:nvGrpSpPr>
        <p:grpSpPr>
          <a:xfrm>
            <a:off x="5448056" y="1532276"/>
            <a:ext cx="721206" cy="609701"/>
            <a:chOff x="5448056" y="1532276"/>
            <a:chExt cx="721206" cy="609701"/>
          </a:xfrm>
        </p:grpSpPr>
        <p:sp>
          <p:nvSpPr>
            <p:cNvPr id="191" name="Rectangle 190">
              <a:extLst>
                <a:ext uri="{FF2B5EF4-FFF2-40B4-BE49-F238E27FC236}">
                  <a16:creationId xmlns:a16="http://schemas.microsoft.com/office/drawing/2014/main" id="{258E6AC0-340B-530B-5DA6-DFA50D2604D3}"/>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192" name="Rectangle 191">
              <a:extLst>
                <a:ext uri="{FF2B5EF4-FFF2-40B4-BE49-F238E27FC236}">
                  <a16:creationId xmlns:a16="http://schemas.microsoft.com/office/drawing/2014/main" id="{AC3B4E82-5166-6B28-3B05-ACEC7867AFC7}"/>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3" name="Oval 15">
              <a:extLst>
                <a:ext uri="{FF2B5EF4-FFF2-40B4-BE49-F238E27FC236}">
                  <a16:creationId xmlns:a16="http://schemas.microsoft.com/office/drawing/2014/main" id="{3C22DFE9-AB28-10F5-1B7C-6D041C3C8B27}"/>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4" name="Straight Connector 193">
              <a:extLst>
                <a:ext uri="{FF2B5EF4-FFF2-40B4-BE49-F238E27FC236}">
                  <a16:creationId xmlns:a16="http://schemas.microsoft.com/office/drawing/2014/main" id="{56C439F6-DD67-B344-DA41-367DB3C515B1}"/>
                </a:ext>
              </a:extLst>
            </p:cNvPr>
            <p:cNvCxnSpPr>
              <a:cxnSpLocks/>
              <a:stCxn id="193"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5" name="Straight Connector 194">
              <a:extLst>
                <a:ext uri="{FF2B5EF4-FFF2-40B4-BE49-F238E27FC236}">
                  <a16:creationId xmlns:a16="http://schemas.microsoft.com/office/drawing/2014/main" id="{A12E27B2-D512-DA61-2957-40FCFC93C4AD}"/>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96" name="Group 195">
            <a:extLst>
              <a:ext uri="{FF2B5EF4-FFF2-40B4-BE49-F238E27FC236}">
                <a16:creationId xmlns:a16="http://schemas.microsoft.com/office/drawing/2014/main" id="{70DC27A3-8968-FA0D-20D3-4EA38630BC56}"/>
              </a:ext>
            </a:extLst>
          </p:cNvPr>
          <p:cNvGrpSpPr/>
          <p:nvPr/>
        </p:nvGrpSpPr>
        <p:grpSpPr>
          <a:xfrm>
            <a:off x="6284565" y="1532276"/>
            <a:ext cx="721206" cy="609701"/>
            <a:chOff x="6284565" y="1532276"/>
            <a:chExt cx="721206" cy="609701"/>
          </a:xfrm>
        </p:grpSpPr>
        <p:sp>
          <p:nvSpPr>
            <p:cNvPr id="197" name="Rectangle 196">
              <a:extLst>
                <a:ext uri="{FF2B5EF4-FFF2-40B4-BE49-F238E27FC236}">
                  <a16:creationId xmlns:a16="http://schemas.microsoft.com/office/drawing/2014/main" id="{B9B41C1E-ABCC-5E4C-39CE-22861C35C6E8}"/>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198" name="Rectangle 197">
              <a:extLst>
                <a:ext uri="{FF2B5EF4-FFF2-40B4-BE49-F238E27FC236}">
                  <a16:creationId xmlns:a16="http://schemas.microsoft.com/office/drawing/2014/main" id="{763E140C-4631-F432-0AAF-D95CAFDDC8CF}"/>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9" name="Oval 15">
              <a:extLst>
                <a:ext uri="{FF2B5EF4-FFF2-40B4-BE49-F238E27FC236}">
                  <a16:creationId xmlns:a16="http://schemas.microsoft.com/office/drawing/2014/main" id="{0FC92390-4DF2-B825-782D-3A6E382E85BA}"/>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00" name="Straight Connector 199">
              <a:extLst>
                <a:ext uri="{FF2B5EF4-FFF2-40B4-BE49-F238E27FC236}">
                  <a16:creationId xmlns:a16="http://schemas.microsoft.com/office/drawing/2014/main" id="{81B95C56-0AB8-70D6-552F-1773C5A5CBCA}"/>
                </a:ext>
              </a:extLst>
            </p:cNvPr>
            <p:cNvCxnSpPr>
              <a:cxnSpLocks/>
              <a:stCxn id="199"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01" name="Straight Connector 200">
              <a:extLst>
                <a:ext uri="{FF2B5EF4-FFF2-40B4-BE49-F238E27FC236}">
                  <a16:creationId xmlns:a16="http://schemas.microsoft.com/office/drawing/2014/main" id="{2802A4AF-FDB0-13D7-9E2C-3771AB1DF872}"/>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02" name="Group 201">
            <a:extLst>
              <a:ext uri="{FF2B5EF4-FFF2-40B4-BE49-F238E27FC236}">
                <a16:creationId xmlns:a16="http://schemas.microsoft.com/office/drawing/2014/main" id="{CC1E1DA5-D4F3-3E4B-8F31-CDFA43F25655}"/>
              </a:ext>
            </a:extLst>
          </p:cNvPr>
          <p:cNvGrpSpPr/>
          <p:nvPr/>
        </p:nvGrpSpPr>
        <p:grpSpPr>
          <a:xfrm>
            <a:off x="7121069" y="1532276"/>
            <a:ext cx="721206" cy="609701"/>
            <a:chOff x="7121069" y="1532276"/>
            <a:chExt cx="721206" cy="609701"/>
          </a:xfrm>
        </p:grpSpPr>
        <p:sp>
          <p:nvSpPr>
            <p:cNvPr id="203" name="Rectangle 202">
              <a:extLst>
                <a:ext uri="{FF2B5EF4-FFF2-40B4-BE49-F238E27FC236}">
                  <a16:creationId xmlns:a16="http://schemas.microsoft.com/office/drawing/2014/main" id="{B9C3381D-19EE-E869-85D3-43283F88CBA6}"/>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204" name="Rectangle 203">
              <a:extLst>
                <a:ext uri="{FF2B5EF4-FFF2-40B4-BE49-F238E27FC236}">
                  <a16:creationId xmlns:a16="http://schemas.microsoft.com/office/drawing/2014/main" id="{3598E2BB-D4C7-0051-8465-421760F06D2C}"/>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5" name="Oval 15">
              <a:extLst>
                <a:ext uri="{FF2B5EF4-FFF2-40B4-BE49-F238E27FC236}">
                  <a16:creationId xmlns:a16="http://schemas.microsoft.com/office/drawing/2014/main" id="{A17A5E1E-3AF0-6B06-B69B-15D8A2A19DC9}"/>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06" name="Straight Connector 205">
              <a:extLst>
                <a:ext uri="{FF2B5EF4-FFF2-40B4-BE49-F238E27FC236}">
                  <a16:creationId xmlns:a16="http://schemas.microsoft.com/office/drawing/2014/main" id="{33F7DD95-4589-CB4C-6228-40DE8C00872C}"/>
                </a:ext>
              </a:extLst>
            </p:cNvPr>
            <p:cNvCxnSpPr>
              <a:cxnSpLocks/>
              <a:stCxn id="205"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13" name="Straight Connector 212">
              <a:extLst>
                <a:ext uri="{FF2B5EF4-FFF2-40B4-BE49-F238E27FC236}">
                  <a16:creationId xmlns:a16="http://schemas.microsoft.com/office/drawing/2014/main" id="{A149EFAC-EDD3-A6F7-C24D-41FAE04D3735}"/>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14" name="Group 213">
            <a:extLst>
              <a:ext uri="{FF2B5EF4-FFF2-40B4-BE49-F238E27FC236}">
                <a16:creationId xmlns:a16="http://schemas.microsoft.com/office/drawing/2014/main" id="{7CB7CB88-BD4E-5740-ABDC-36DF69AE3709}"/>
              </a:ext>
            </a:extLst>
          </p:cNvPr>
          <p:cNvGrpSpPr/>
          <p:nvPr/>
        </p:nvGrpSpPr>
        <p:grpSpPr>
          <a:xfrm>
            <a:off x="3775045" y="1532276"/>
            <a:ext cx="721206" cy="609701"/>
            <a:chOff x="3775045" y="1532276"/>
            <a:chExt cx="721206" cy="609701"/>
          </a:xfrm>
        </p:grpSpPr>
        <p:sp>
          <p:nvSpPr>
            <p:cNvPr id="215" name="Rectangle 214">
              <a:extLst>
                <a:ext uri="{FF2B5EF4-FFF2-40B4-BE49-F238E27FC236}">
                  <a16:creationId xmlns:a16="http://schemas.microsoft.com/office/drawing/2014/main" id="{3B10B65C-4760-1035-24D2-3713F9C7EF08}"/>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216" name="Right Triangle 215">
              <a:extLst>
                <a:ext uri="{FF2B5EF4-FFF2-40B4-BE49-F238E27FC236}">
                  <a16:creationId xmlns:a16="http://schemas.microsoft.com/office/drawing/2014/main" id="{3C781D41-C206-A16F-4C5B-A4C1A40442BA}"/>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17" name="Group 216">
              <a:extLst>
                <a:ext uri="{FF2B5EF4-FFF2-40B4-BE49-F238E27FC236}">
                  <a16:creationId xmlns:a16="http://schemas.microsoft.com/office/drawing/2014/main" id="{5961DC25-DCE9-AE10-C137-3813D9A89165}"/>
                </a:ext>
              </a:extLst>
            </p:cNvPr>
            <p:cNvGrpSpPr/>
            <p:nvPr/>
          </p:nvGrpSpPr>
          <p:grpSpPr>
            <a:xfrm>
              <a:off x="4440495" y="1542936"/>
              <a:ext cx="37817" cy="61390"/>
              <a:chOff x="3883481" y="2057400"/>
              <a:chExt cx="1608363" cy="2652031"/>
            </a:xfrm>
            <a:solidFill>
              <a:srgbClr val="A6A6A6">
                <a:alpha val="20000"/>
              </a:srgbClr>
            </a:solidFill>
          </p:grpSpPr>
          <p:sp>
            <p:nvSpPr>
              <p:cNvPr id="218" name="Oval 27">
                <a:extLst>
                  <a:ext uri="{FF2B5EF4-FFF2-40B4-BE49-F238E27FC236}">
                    <a16:creationId xmlns:a16="http://schemas.microsoft.com/office/drawing/2014/main" id="{7A61511B-9511-74FA-2738-9101C11A83A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9" name="Oval 28">
                <a:extLst>
                  <a:ext uri="{FF2B5EF4-FFF2-40B4-BE49-F238E27FC236}">
                    <a16:creationId xmlns:a16="http://schemas.microsoft.com/office/drawing/2014/main" id="{A4AA3FE5-5A0E-B279-1E15-013BA57F682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20" name="Group 219">
            <a:extLst>
              <a:ext uri="{FF2B5EF4-FFF2-40B4-BE49-F238E27FC236}">
                <a16:creationId xmlns:a16="http://schemas.microsoft.com/office/drawing/2014/main" id="{CAE30DA0-A2FA-6847-E751-3465E68D76E6}"/>
              </a:ext>
            </a:extLst>
          </p:cNvPr>
          <p:cNvGrpSpPr/>
          <p:nvPr/>
        </p:nvGrpSpPr>
        <p:grpSpPr>
          <a:xfrm>
            <a:off x="4611552" y="1532276"/>
            <a:ext cx="721206" cy="609701"/>
            <a:chOff x="4611552" y="1532276"/>
            <a:chExt cx="721206" cy="609701"/>
          </a:xfrm>
        </p:grpSpPr>
        <p:sp>
          <p:nvSpPr>
            <p:cNvPr id="221" name="Rectangle 220">
              <a:extLst>
                <a:ext uri="{FF2B5EF4-FFF2-40B4-BE49-F238E27FC236}">
                  <a16:creationId xmlns:a16="http://schemas.microsoft.com/office/drawing/2014/main" id="{05DE7524-F4DE-CEFA-65C6-C8D74E329A9A}"/>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222" name="Right Triangle 221">
              <a:extLst>
                <a:ext uri="{FF2B5EF4-FFF2-40B4-BE49-F238E27FC236}">
                  <a16:creationId xmlns:a16="http://schemas.microsoft.com/office/drawing/2014/main" id="{58FC04C1-A159-2B7A-9D74-B613118CF848}"/>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23" name="Group 222">
              <a:extLst>
                <a:ext uri="{FF2B5EF4-FFF2-40B4-BE49-F238E27FC236}">
                  <a16:creationId xmlns:a16="http://schemas.microsoft.com/office/drawing/2014/main" id="{8D35FF2E-24CB-EE47-39DD-AFDF9D239CB8}"/>
                </a:ext>
              </a:extLst>
            </p:cNvPr>
            <p:cNvGrpSpPr/>
            <p:nvPr/>
          </p:nvGrpSpPr>
          <p:grpSpPr>
            <a:xfrm>
              <a:off x="5276135" y="1542936"/>
              <a:ext cx="37817" cy="61390"/>
              <a:chOff x="3883481" y="2057400"/>
              <a:chExt cx="1608363" cy="2652031"/>
            </a:xfrm>
            <a:solidFill>
              <a:srgbClr val="A6A6A6">
                <a:alpha val="20000"/>
              </a:srgbClr>
            </a:solidFill>
          </p:grpSpPr>
          <p:sp>
            <p:nvSpPr>
              <p:cNvPr id="224" name="Oval 27">
                <a:extLst>
                  <a:ext uri="{FF2B5EF4-FFF2-40B4-BE49-F238E27FC236}">
                    <a16:creationId xmlns:a16="http://schemas.microsoft.com/office/drawing/2014/main" id="{25C04854-AA58-DA4D-0BA1-FA9A31CF247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25" name="Oval 28">
                <a:extLst>
                  <a:ext uri="{FF2B5EF4-FFF2-40B4-BE49-F238E27FC236}">
                    <a16:creationId xmlns:a16="http://schemas.microsoft.com/office/drawing/2014/main" id="{5D13DFB3-3A60-5796-DA32-211ACCA85E5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26" name="Group 225">
            <a:extLst>
              <a:ext uri="{FF2B5EF4-FFF2-40B4-BE49-F238E27FC236}">
                <a16:creationId xmlns:a16="http://schemas.microsoft.com/office/drawing/2014/main" id="{466ED5DD-3AD3-F313-602C-DB99A4321AC1}"/>
              </a:ext>
            </a:extLst>
          </p:cNvPr>
          <p:cNvGrpSpPr/>
          <p:nvPr/>
        </p:nvGrpSpPr>
        <p:grpSpPr>
          <a:xfrm>
            <a:off x="2938537" y="1532271"/>
            <a:ext cx="721206" cy="610042"/>
            <a:chOff x="2938537" y="1532271"/>
            <a:chExt cx="721206" cy="610042"/>
          </a:xfrm>
        </p:grpSpPr>
        <p:sp>
          <p:nvSpPr>
            <p:cNvPr id="227" name="Rectangle 226">
              <a:extLst>
                <a:ext uri="{FF2B5EF4-FFF2-40B4-BE49-F238E27FC236}">
                  <a16:creationId xmlns:a16="http://schemas.microsoft.com/office/drawing/2014/main" id="{B24D431A-C228-1C9D-DCC2-A424C2FF971B}"/>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228" name="Right Triangle 227">
              <a:extLst>
                <a:ext uri="{FF2B5EF4-FFF2-40B4-BE49-F238E27FC236}">
                  <a16:creationId xmlns:a16="http://schemas.microsoft.com/office/drawing/2014/main" id="{0C422AF2-92CA-D611-482F-7E73030BCA96}"/>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29" name="Oval 27">
              <a:extLst>
                <a:ext uri="{FF2B5EF4-FFF2-40B4-BE49-F238E27FC236}">
                  <a16:creationId xmlns:a16="http://schemas.microsoft.com/office/drawing/2014/main" id="{D825E538-16BE-4422-98C3-F7416BF581EC}"/>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0" name="Oval 28">
              <a:extLst>
                <a:ext uri="{FF2B5EF4-FFF2-40B4-BE49-F238E27FC236}">
                  <a16:creationId xmlns:a16="http://schemas.microsoft.com/office/drawing/2014/main" id="{489BD6D4-98C2-1866-4A53-E90AABBC8395}"/>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48" name="Group 447">
            <a:extLst>
              <a:ext uri="{FF2B5EF4-FFF2-40B4-BE49-F238E27FC236}">
                <a16:creationId xmlns:a16="http://schemas.microsoft.com/office/drawing/2014/main" id="{CCE82088-C2AA-BF0D-9758-03E7CD5FDC1D}"/>
              </a:ext>
            </a:extLst>
          </p:cNvPr>
          <p:cNvGrpSpPr/>
          <p:nvPr/>
        </p:nvGrpSpPr>
        <p:grpSpPr>
          <a:xfrm>
            <a:off x="5442073" y="811556"/>
            <a:ext cx="728239" cy="609701"/>
            <a:chOff x="5442073" y="811556"/>
            <a:chExt cx="728239" cy="609701"/>
          </a:xfrm>
        </p:grpSpPr>
        <p:sp>
          <p:nvSpPr>
            <p:cNvPr id="449" name="Rectangle 448">
              <a:extLst>
                <a:ext uri="{FF2B5EF4-FFF2-40B4-BE49-F238E27FC236}">
                  <a16:creationId xmlns:a16="http://schemas.microsoft.com/office/drawing/2014/main" id="{6E1F4F69-69E2-9D8D-7E34-DE6A0F116886}"/>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50" name="Rectangle 449">
              <a:extLst>
                <a:ext uri="{FF2B5EF4-FFF2-40B4-BE49-F238E27FC236}">
                  <a16:creationId xmlns:a16="http://schemas.microsoft.com/office/drawing/2014/main" id="{66CB0628-279A-B435-B837-C21EF6438D8F}"/>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1" name="Oval 15">
              <a:extLst>
                <a:ext uri="{FF2B5EF4-FFF2-40B4-BE49-F238E27FC236}">
                  <a16:creationId xmlns:a16="http://schemas.microsoft.com/office/drawing/2014/main" id="{07376364-7C20-0AA6-6E3F-DCE626A8C647}"/>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2" name="Straight Connector 451">
              <a:extLst>
                <a:ext uri="{FF2B5EF4-FFF2-40B4-BE49-F238E27FC236}">
                  <a16:creationId xmlns:a16="http://schemas.microsoft.com/office/drawing/2014/main" id="{D9D1B55F-AC58-8FCA-5AB4-21D229E7F563}"/>
                </a:ext>
              </a:extLst>
            </p:cNvPr>
            <p:cNvCxnSpPr>
              <a:cxnSpLocks/>
              <a:stCxn id="451"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54" name="Straight Connector 453">
              <a:extLst>
                <a:ext uri="{FF2B5EF4-FFF2-40B4-BE49-F238E27FC236}">
                  <a16:creationId xmlns:a16="http://schemas.microsoft.com/office/drawing/2014/main" id="{01FC2EBA-90E0-3E94-6D01-F06961DAD45F}"/>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55" name="Group 454">
            <a:extLst>
              <a:ext uri="{FF2B5EF4-FFF2-40B4-BE49-F238E27FC236}">
                <a16:creationId xmlns:a16="http://schemas.microsoft.com/office/drawing/2014/main" id="{F83813D5-84B3-1D85-2DDA-E287C0563AA0}"/>
              </a:ext>
            </a:extLst>
          </p:cNvPr>
          <p:cNvGrpSpPr/>
          <p:nvPr/>
        </p:nvGrpSpPr>
        <p:grpSpPr>
          <a:xfrm>
            <a:off x="6284597" y="811555"/>
            <a:ext cx="721206" cy="609701"/>
            <a:chOff x="6284597" y="811555"/>
            <a:chExt cx="721206" cy="609701"/>
          </a:xfrm>
        </p:grpSpPr>
        <p:sp>
          <p:nvSpPr>
            <p:cNvPr id="456" name="Rectangle 455">
              <a:hlinkHover r:id="" action="ppaction://noaction" highlightClick="1"/>
              <a:extLst>
                <a:ext uri="{FF2B5EF4-FFF2-40B4-BE49-F238E27FC236}">
                  <a16:creationId xmlns:a16="http://schemas.microsoft.com/office/drawing/2014/main" id="{5B740D4C-8681-07AB-009F-37D998C45D83}"/>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57" name="Right Triangle 456">
              <a:extLst>
                <a:ext uri="{FF2B5EF4-FFF2-40B4-BE49-F238E27FC236}">
                  <a16:creationId xmlns:a16="http://schemas.microsoft.com/office/drawing/2014/main" id="{2938A60C-5A7E-461B-AE14-B5B251025637}"/>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8" name="Oval 27">
              <a:extLst>
                <a:ext uri="{FF2B5EF4-FFF2-40B4-BE49-F238E27FC236}">
                  <a16:creationId xmlns:a16="http://schemas.microsoft.com/office/drawing/2014/main" id="{798D3380-663C-8B1C-67BF-18F0598272F0}"/>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9" name="Oval 28">
              <a:extLst>
                <a:ext uri="{FF2B5EF4-FFF2-40B4-BE49-F238E27FC236}">
                  <a16:creationId xmlns:a16="http://schemas.microsoft.com/office/drawing/2014/main" id="{E51B71B1-5310-9FFA-D749-BD2B2FFB1827}"/>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5" name="Group 464">
            <a:extLst>
              <a:ext uri="{FF2B5EF4-FFF2-40B4-BE49-F238E27FC236}">
                <a16:creationId xmlns:a16="http://schemas.microsoft.com/office/drawing/2014/main" id="{8600AB69-79BF-E640-9822-980F7A46FEE6}"/>
              </a:ext>
            </a:extLst>
          </p:cNvPr>
          <p:cNvGrpSpPr/>
          <p:nvPr/>
        </p:nvGrpSpPr>
        <p:grpSpPr>
          <a:xfrm>
            <a:off x="7957576" y="811556"/>
            <a:ext cx="721206" cy="609701"/>
            <a:chOff x="7957576" y="811556"/>
            <a:chExt cx="721206" cy="609701"/>
          </a:xfrm>
        </p:grpSpPr>
        <p:sp>
          <p:nvSpPr>
            <p:cNvPr id="466" name="Rectangle 465">
              <a:extLst>
                <a:ext uri="{FF2B5EF4-FFF2-40B4-BE49-F238E27FC236}">
                  <a16:creationId xmlns:a16="http://schemas.microsoft.com/office/drawing/2014/main" id="{6B8C0BB5-7B21-DDD1-8F27-8C3A9B84EDA0}"/>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67" name="Rectangle 466">
              <a:extLst>
                <a:ext uri="{FF2B5EF4-FFF2-40B4-BE49-F238E27FC236}">
                  <a16:creationId xmlns:a16="http://schemas.microsoft.com/office/drawing/2014/main" id="{12652601-1679-34AF-AE63-D0517B4F68ED}"/>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8" name="Oval 15">
              <a:extLst>
                <a:ext uri="{FF2B5EF4-FFF2-40B4-BE49-F238E27FC236}">
                  <a16:creationId xmlns:a16="http://schemas.microsoft.com/office/drawing/2014/main" id="{4A5D5057-11AC-A77B-7032-A49601A3DB88}"/>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9" name="Straight Connector 468">
              <a:extLst>
                <a:ext uri="{FF2B5EF4-FFF2-40B4-BE49-F238E27FC236}">
                  <a16:creationId xmlns:a16="http://schemas.microsoft.com/office/drawing/2014/main" id="{018CC8E8-6634-CC73-CC02-92492A5C120D}"/>
                </a:ext>
              </a:extLst>
            </p:cNvPr>
            <p:cNvCxnSpPr>
              <a:cxnSpLocks/>
              <a:stCxn id="468"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70" name="Straight Connector 469">
              <a:extLst>
                <a:ext uri="{FF2B5EF4-FFF2-40B4-BE49-F238E27FC236}">
                  <a16:creationId xmlns:a16="http://schemas.microsoft.com/office/drawing/2014/main" id="{1B94C1DC-C309-14F6-79A7-E7D0ED9D6713}"/>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9" name="Group 498">
            <a:extLst>
              <a:ext uri="{FF2B5EF4-FFF2-40B4-BE49-F238E27FC236}">
                <a16:creationId xmlns:a16="http://schemas.microsoft.com/office/drawing/2014/main" id="{35E80F61-3539-51A3-1184-574FD94E55DB}"/>
              </a:ext>
            </a:extLst>
          </p:cNvPr>
          <p:cNvGrpSpPr/>
          <p:nvPr/>
        </p:nvGrpSpPr>
        <p:grpSpPr>
          <a:xfrm>
            <a:off x="11356242" y="90836"/>
            <a:ext cx="721206" cy="609701"/>
            <a:chOff x="11356242" y="90836"/>
            <a:chExt cx="721206" cy="609701"/>
          </a:xfrm>
        </p:grpSpPr>
        <p:sp>
          <p:nvSpPr>
            <p:cNvPr id="500" name="Rectangle 499">
              <a:hlinkHover r:id="" action="ppaction://noaction" highlightClick="1"/>
              <a:extLst>
                <a:ext uri="{FF2B5EF4-FFF2-40B4-BE49-F238E27FC236}">
                  <a16:creationId xmlns:a16="http://schemas.microsoft.com/office/drawing/2014/main" id="{ED77B7C0-A7F4-D5CD-5BD4-83E310016D2D}"/>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01" name="Oval 500">
              <a:extLst>
                <a:ext uri="{FF2B5EF4-FFF2-40B4-BE49-F238E27FC236}">
                  <a16:creationId xmlns:a16="http://schemas.microsoft.com/office/drawing/2014/main" id="{F2C2A994-8BF5-AE23-B3C1-68AA1F8F9B51}"/>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2" name="Isosceles Triangle 648">
              <a:extLst>
                <a:ext uri="{FF2B5EF4-FFF2-40B4-BE49-F238E27FC236}">
                  <a16:creationId xmlns:a16="http://schemas.microsoft.com/office/drawing/2014/main" id="{0C12C3E3-F347-031B-2E35-1B2350D75A1B}"/>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3" name="Group 502">
            <a:extLst>
              <a:ext uri="{FF2B5EF4-FFF2-40B4-BE49-F238E27FC236}">
                <a16:creationId xmlns:a16="http://schemas.microsoft.com/office/drawing/2014/main" id="{54AFE9D0-010E-3AB4-AC90-10789A97BD0F}"/>
              </a:ext>
            </a:extLst>
          </p:cNvPr>
          <p:cNvGrpSpPr/>
          <p:nvPr/>
        </p:nvGrpSpPr>
        <p:grpSpPr>
          <a:xfrm>
            <a:off x="11356243" y="3694774"/>
            <a:ext cx="721206" cy="609701"/>
            <a:chOff x="11356243" y="3694774"/>
            <a:chExt cx="721206" cy="609701"/>
          </a:xfrm>
        </p:grpSpPr>
        <p:sp>
          <p:nvSpPr>
            <p:cNvPr id="508" name="Rectangle 507">
              <a:hlinkHover r:id="" action="ppaction://noaction" highlightClick="1"/>
              <a:extLst>
                <a:ext uri="{FF2B5EF4-FFF2-40B4-BE49-F238E27FC236}">
                  <a16:creationId xmlns:a16="http://schemas.microsoft.com/office/drawing/2014/main" id="{22AE6C66-E7D8-77DE-2AF3-1430FFCBC746}"/>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09" name="Oval 508">
              <a:extLst>
                <a:ext uri="{FF2B5EF4-FFF2-40B4-BE49-F238E27FC236}">
                  <a16:creationId xmlns:a16="http://schemas.microsoft.com/office/drawing/2014/main" id="{37CABA5A-F304-3576-6543-D63AF1B1C239}"/>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0" name="Isosceles Triangle 648">
              <a:extLst>
                <a:ext uri="{FF2B5EF4-FFF2-40B4-BE49-F238E27FC236}">
                  <a16:creationId xmlns:a16="http://schemas.microsoft.com/office/drawing/2014/main" id="{C81F9485-3B7A-E454-CBB4-75566D618ABE}"/>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1" name="Group 510">
            <a:extLst>
              <a:ext uri="{FF2B5EF4-FFF2-40B4-BE49-F238E27FC236}">
                <a16:creationId xmlns:a16="http://schemas.microsoft.com/office/drawing/2014/main" id="{DF809A5F-06D3-54D4-F4B1-2AE1730C0AE0}"/>
              </a:ext>
            </a:extLst>
          </p:cNvPr>
          <p:cNvGrpSpPr/>
          <p:nvPr/>
        </p:nvGrpSpPr>
        <p:grpSpPr>
          <a:xfrm>
            <a:off x="9657691" y="4419624"/>
            <a:ext cx="721206" cy="609701"/>
            <a:chOff x="9657691" y="4419624"/>
            <a:chExt cx="721206" cy="609701"/>
          </a:xfrm>
        </p:grpSpPr>
        <p:sp>
          <p:nvSpPr>
            <p:cNvPr id="512" name="Rectangle 511">
              <a:hlinkHover r:id="" action="ppaction://noaction" highlightClick="1"/>
              <a:extLst>
                <a:ext uri="{FF2B5EF4-FFF2-40B4-BE49-F238E27FC236}">
                  <a16:creationId xmlns:a16="http://schemas.microsoft.com/office/drawing/2014/main" id="{E631882D-520C-840B-182C-F9208663C309}"/>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13" name="Oval 512">
              <a:extLst>
                <a:ext uri="{FF2B5EF4-FFF2-40B4-BE49-F238E27FC236}">
                  <a16:creationId xmlns:a16="http://schemas.microsoft.com/office/drawing/2014/main" id="{0123E80D-EA16-DF8A-7761-F168918859E4}"/>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4" name="Isosceles Triangle 648">
              <a:extLst>
                <a:ext uri="{FF2B5EF4-FFF2-40B4-BE49-F238E27FC236}">
                  <a16:creationId xmlns:a16="http://schemas.microsoft.com/office/drawing/2014/main" id="{98C403E2-5BBE-3D92-AC44-0C63A292C8DE}"/>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5" name="Group 514">
            <a:extLst>
              <a:ext uri="{FF2B5EF4-FFF2-40B4-BE49-F238E27FC236}">
                <a16:creationId xmlns:a16="http://schemas.microsoft.com/office/drawing/2014/main" id="{845010B8-4797-2EAA-56D3-A8AEB85B41E2}"/>
              </a:ext>
            </a:extLst>
          </p:cNvPr>
          <p:cNvGrpSpPr/>
          <p:nvPr/>
        </p:nvGrpSpPr>
        <p:grpSpPr>
          <a:xfrm>
            <a:off x="10506968" y="4419620"/>
            <a:ext cx="721206" cy="609701"/>
            <a:chOff x="10506968" y="4419620"/>
            <a:chExt cx="721206" cy="609701"/>
          </a:xfrm>
        </p:grpSpPr>
        <p:sp>
          <p:nvSpPr>
            <p:cNvPr id="516" name="Rectangle 515">
              <a:hlinkHover r:id="" action="ppaction://noaction" highlightClick="1"/>
              <a:extLst>
                <a:ext uri="{FF2B5EF4-FFF2-40B4-BE49-F238E27FC236}">
                  <a16:creationId xmlns:a16="http://schemas.microsoft.com/office/drawing/2014/main" id="{D569628D-12EA-05A9-3014-802B07795EDE}"/>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17" name="Oval 516">
              <a:extLst>
                <a:ext uri="{FF2B5EF4-FFF2-40B4-BE49-F238E27FC236}">
                  <a16:creationId xmlns:a16="http://schemas.microsoft.com/office/drawing/2014/main" id="{06CC2BD8-307A-1ADF-4BD8-60760747F687}"/>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8" name="Isosceles Triangle 648">
              <a:extLst>
                <a:ext uri="{FF2B5EF4-FFF2-40B4-BE49-F238E27FC236}">
                  <a16:creationId xmlns:a16="http://schemas.microsoft.com/office/drawing/2014/main" id="{1A173143-CAB7-8919-E03D-28EA4707727E}"/>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9" name="Group 518">
            <a:extLst>
              <a:ext uri="{FF2B5EF4-FFF2-40B4-BE49-F238E27FC236}">
                <a16:creationId xmlns:a16="http://schemas.microsoft.com/office/drawing/2014/main" id="{F524BAF1-EF48-F1C6-D951-7EFFE97DAA2E}"/>
              </a:ext>
            </a:extLst>
          </p:cNvPr>
          <p:cNvGrpSpPr/>
          <p:nvPr/>
        </p:nvGrpSpPr>
        <p:grpSpPr>
          <a:xfrm>
            <a:off x="11356003" y="4416261"/>
            <a:ext cx="721206" cy="609701"/>
            <a:chOff x="11356003" y="4416261"/>
            <a:chExt cx="721206" cy="609701"/>
          </a:xfrm>
        </p:grpSpPr>
        <p:sp>
          <p:nvSpPr>
            <p:cNvPr id="520" name="Rectangle 519">
              <a:hlinkHover r:id="" action="ppaction://noaction" highlightClick="1"/>
              <a:extLst>
                <a:ext uri="{FF2B5EF4-FFF2-40B4-BE49-F238E27FC236}">
                  <a16:creationId xmlns:a16="http://schemas.microsoft.com/office/drawing/2014/main" id="{2038125F-CB16-BC3A-546D-2F624927AB49}"/>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21" name="Oval 520">
              <a:extLst>
                <a:ext uri="{FF2B5EF4-FFF2-40B4-BE49-F238E27FC236}">
                  <a16:creationId xmlns:a16="http://schemas.microsoft.com/office/drawing/2014/main" id="{9F3ED8D3-357F-E6B6-2003-0A15DDF14068}"/>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2" name="Isosceles Triangle 648">
              <a:extLst>
                <a:ext uri="{FF2B5EF4-FFF2-40B4-BE49-F238E27FC236}">
                  <a16:creationId xmlns:a16="http://schemas.microsoft.com/office/drawing/2014/main" id="{C93A5D2E-1720-9BE5-25AA-EF84C2561D2F}"/>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3" name="Group 522">
            <a:extLst>
              <a:ext uri="{FF2B5EF4-FFF2-40B4-BE49-F238E27FC236}">
                <a16:creationId xmlns:a16="http://schemas.microsoft.com/office/drawing/2014/main" id="{93D7B5FE-F2BC-2411-F39D-2605FC30D6DE}"/>
              </a:ext>
            </a:extLst>
          </p:cNvPr>
          <p:cNvGrpSpPr/>
          <p:nvPr/>
        </p:nvGrpSpPr>
        <p:grpSpPr>
          <a:xfrm>
            <a:off x="8808526" y="4416261"/>
            <a:ext cx="721206" cy="609701"/>
            <a:chOff x="8808526" y="4416261"/>
            <a:chExt cx="721206" cy="609701"/>
          </a:xfrm>
        </p:grpSpPr>
        <p:sp>
          <p:nvSpPr>
            <p:cNvPr id="524" name="Rectangle 523">
              <a:hlinkHover r:id="" action="ppaction://noaction" highlightClick="1"/>
              <a:extLst>
                <a:ext uri="{FF2B5EF4-FFF2-40B4-BE49-F238E27FC236}">
                  <a16:creationId xmlns:a16="http://schemas.microsoft.com/office/drawing/2014/main" id="{3322218F-DE01-E7E8-767E-D3E70061A030}"/>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25" name="Oval 524">
              <a:extLst>
                <a:ext uri="{FF2B5EF4-FFF2-40B4-BE49-F238E27FC236}">
                  <a16:creationId xmlns:a16="http://schemas.microsoft.com/office/drawing/2014/main" id="{F008DB6B-6FB1-2E36-239D-76635B950E8D}"/>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6" name="Isosceles Triangle 648">
              <a:extLst>
                <a:ext uri="{FF2B5EF4-FFF2-40B4-BE49-F238E27FC236}">
                  <a16:creationId xmlns:a16="http://schemas.microsoft.com/office/drawing/2014/main" id="{A931C8D0-3C60-AAD8-DC86-A1B5EAB1111A}"/>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7" name="Group 526">
            <a:extLst>
              <a:ext uri="{FF2B5EF4-FFF2-40B4-BE49-F238E27FC236}">
                <a16:creationId xmlns:a16="http://schemas.microsoft.com/office/drawing/2014/main" id="{0F827F37-9C94-30C7-C3C7-A5D58B668DAE}"/>
              </a:ext>
            </a:extLst>
          </p:cNvPr>
          <p:cNvGrpSpPr/>
          <p:nvPr/>
        </p:nvGrpSpPr>
        <p:grpSpPr>
          <a:xfrm>
            <a:off x="10509579" y="5141013"/>
            <a:ext cx="721206" cy="609701"/>
            <a:chOff x="10509579" y="5141013"/>
            <a:chExt cx="721206" cy="609701"/>
          </a:xfrm>
        </p:grpSpPr>
        <p:sp>
          <p:nvSpPr>
            <p:cNvPr id="528" name="Rectangle 527">
              <a:hlinkHover r:id="" action="ppaction://noaction" highlightClick="1"/>
              <a:extLst>
                <a:ext uri="{FF2B5EF4-FFF2-40B4-BE49-F238E27FC236}">
                  <a16:creationId xmlns:a16="http://schemas.microsoft.com/office/drawing/2014/main" id="{F58DDBC9-5724-40F2-FE0F-5C58F9771E09}"/>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29" name="Oval 528">
              <a:extLst>
                <a:ext uri="{FF2B5EF4-FFF2-40B4-BE49-F238E27FC236}">
                  <a16:creationId xmlns:a16="http://schemas.microsoft.com/office/drawing/2014/main" id="{CBC7FCD5-CEFF-61E4-8248-660D4A2B415F}"/>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0" name="Isosceles Triangle 648">
              <a:extLst>
                <a:ext uri="{FF2B5EF4-FFF2-40B4-BE49-F238E27FC236}">
                  <a16:creationId xmlns:a16="http://schemas.microsoft.com/office/drawing/2014/main" id="{86A91058-5C8C-C83A-BBF5-5D888B0363AB}"/>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1" name="Group 530">
            <a:extLst>
              <a:ext uri="{FF2B5EF4-FFF2-40B4-BE49-F238E27FC236}">
                <a16:creationId xmlns:a16="http://schemas.microsoft.com/office/drawing/2014/main" id="{1261CBD2-608E-DDA3-A801-6BBEC2A8FCA6}"/>
              </a:ext>
            </a:extLst>
          </p:cNvPr>
          <p:cNvGrpSpPr/>
          <p:nvPr/>
        </p:nvGrpSpPr>
        <p:grpSpPr>
          <a:xfrm>
            <a:off x="9651076" y="5143367"/>
            <a:ext cx="721206" cy="609701"/>
            <a:chOff x="9651076" y="5143367"/>
            <a:chExt cx="721206" cy="609701"/>
          </a:xfrm>
        </p:grpSpPr>
        <p:sp>
          <p:nvSpPr>
            <p:cNvPr id="560" name="Rectangle 559">
              <a:hlinkHover r:id="" action="ppaction://noaction" highlightClick="1"/>
              <a:extLst>
                <a:ext uri="{FF2B5EF4-FFF2-40B4-BE49-F238E27FC236}">
                  <a16:creationId xmlns:a16="http://schemas.microsoft.com/office/drawing/2014/main" id="{C8442A2C-9EE8-EC2C-79CC-1F674B0219F4}"/>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61" name="Oval 560">
              <a:extLst>
                <a:ext uri="{FF2B5EF4-FFF2-40B4-BE49-F238E27FC236}">
                  <a16:creationId xmlns:a16="http://schemas.microsoft.com/office/drawing/2014/main" id="{FF8B4A51-F929-05B5-357A-2EEA9CFC8385}"/>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2" name="Isosceles Triangle 648">
              <a:extLst>
                <a:ext uri="{FF2B5EF4-FFF2-40B4-BE49-F238E27FC236}">
                  <a16:creationId xmlns:a16="http://schemas.microsoft.com/office/drawing/2014/main" id="{F0EF2382-A0DD-90C5-5597-6DD5E21E8418}"/>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3" name="Group 562">
            <a:extLst>
              <a:ext uri="{FF2B5EF4-FFF2-40B4-BE49-F238E27FC236}">
                <a16:creationId xmlns:a16="http://schemas.microsoft.com/office/drawing/2014/main" id="{24F018E6-F0B0-20D6-E17A-377E333E3C20}"/>
              </a:ext>
            </a:extLst>
          </p:cNvPr>
          <p:cNvGrpSpPr/>
          <p:nvPr/>
        </p:nvGrpSpPr>
        <p:grpSpPr>
          <a:xfrm>
            <a:off x="9657612" y="3698231"/>
            <a:ext cx="721206" cy="609701"/>
            <a:chOff x="9657612" y="3698231"/>
            <a:chExt cx="721206" cy="609701"/>
          </a:xfrm>
        </p:grpSpPr>
        <p:sp>
          <p:nvSpPr>
            <p:cNvPr id="574" name="Rectangle 573">
              <a:hlinkHover r:id="" action="ppaction://noaction" highlightClick="1"/>
              <a:extLst>
                <a:ext uri="{FF2B5EF4-FFF2-40B4-BE49-F238E27FC236}">
                  <a16:creationId xmlns:a16="http://schemas.microsoft.com/office/drawing/2014/main" id="{6037B6DE-63A2-5007-197F-080811097458}"/>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75" name="Oval 574">
              <a:extLst>
                <a:ext uri="{FF2B5EF4-FFF2-40B4-BE49-F238E27FC236}">
                  <a16:creationId xmlns:a16="http://schemas.microsoft.com/office/drawing/2014/main" id="{F07C4891-0E6A-DDF8-9490-01EA970212DF}"/>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6" name="Isosceles Triangle 648">
              <a:extLst>
                <a:ext uri="{FF2B5EF4-FFF2-40B4-BE49-F238E27FC236}">
                  <a16:creationId xmlns:a16="http://schemas.microsoft.com/office/drawing/2014/main" id="{2A9B5968-D943-FBB7-60B4-8A97A61AA426}"/>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7" name="Group 576">
            <a:extLst>
              <a:ext uri="{FF2B5EF4-FFF2-40B4-BE49-F238E27FC236}">
                <a16:creationId xmlns:a16="http://schemas.microsoft.com/office/drawing/2014/main" id="{AA06AD3E-E524-1041-603D-A8B08A49810F}"/>
              </a:ext>
            </a:extLst>
          </p:cNvPr>
          <p:cNvGrpSpPr/>
          <p:nvPr/>
        </p:nvGrpSpPr>
        <p:grpSpPr>
          <a:xfrm>
            <a:off x="10506928" y="3698227"/>
            <a:ext cx="721206" cy="609701"/>
            <a:chOff x="10506928" y="3698227"/>
            <a:chExt cx="721206" cy="609701"/>
          </a:xfrm>
        </p:grpSpPr>
        <p:sp>
          <p:nvSpPr>
            <p:cNvPr id="584" name="Rectangle 583">
              <a:hlinkHover r:id="" action="ppaction://noaction" highlightClick="1"/>
              <a:extLst>
                <a:ext uri="{FF2B5EF4-FFF2-40B4-BE49-F238E27FC236}">
                  <a16:creationId xmlns:a16="http://schemas.microsoft.com/office/drawing/2014/main" id="{2C35AD2E-75E1-BACE-51AA-B20C2AE18EBE}"/>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85" name="Oval 584">
              <a:extLst>
                <a:ext uri="{FF2B5EF4-FFF2-40B4-BE49-F238E27FC236}">
                  <a16:creationId xmlns:a16="http://schemas.microsoft.com/office/drawing/2014/main" id="{7DCE4F31-DC4F-12BC-C769-2896E985BC86}"/>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6" name="Isosceles Triangle 648">
              <a:extLst>
                <a:ext uri="{FF2B5EF4-FFF2-40B4-BE49-F238E27FC236}">
                  <a16:creationId xmlns:a16="http://schemas.microsoft.com/office/drawing/2014/main" id="{0A9F8D50-EE64-131F-E518-AB72E6163329}"/>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7" name="Group 586">
            <a:extLst>
              <a:ext uri="{FF2B5EF4-FFF2-40B4-BE49-F238E27FC236}">
                <a16:creationId xmlns:a16="http://schemas.microsoft.com/office/drawing/2014/main" id="{E9219922-428F-5865-0679-5C22079CF1D0}"/>
              </a:ext>
            </a:extLst>
          </p:cNvPr>
          <p:cNvGrpSpPr/>
          <p:nvPr/>
        </p:nvGrpSpPr>
        <p:grpSpPr>
          <a:xfrm>
            <a:off x="8808417" y="5135710"/>
            <a:ext cx="721206" cy="609701"/>
            <a:chOff x="8808417" y="5135710"/>
            <a:chExt cx="721206" cy="609701"/>
          </a:xfrm>
        </p:grpSpPr>
        <p:sp>
          <p:nvSpPr>
            <p:cNvPr id="588" name="Rectangle 587">
              <a:hlinkHover r:id="" action="ppaction://noaction" highlightClick="1"/>
              <a:extLst>
                <a:ext uri="{FF2B5EF4-FFF2-40B4-BE49-F238E27FC236}">
                  <a16:creationId xmlns:a16="http://schemas.microsoft.com/office/drawing/2014/main" id="{A5D80EAD-FE44-6B2D-D58C-8CDE0AA72842}"/>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89" name="Oval 588">
              <a:extLst>
                <a:ext uri="{FF2B5EF4-FFF2-40B4-BE49-F238E27FC236}">
                  <a16:creationId xmlns:a16="http://schemas.microsoft.com/office/drawing/2014/main" id="{E1080412-0773-75C1-1459-5A7E1407DDB3}"/>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0" name="Isosceles Triangle 648">
              <a:extLst>
                <a:ext uri="{FF2B5EF4-FFF2-40B4-BE49-F238E27FC236}">
                  <a16:creationId xmlns:a16="http://schemas.microsoft.com/office/drawing/2014/main" id="{A8A91F3F-DE2F-62D6-3F6C-1BBA62236C28}"/>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9" name="Group 658">
            <a:extLst>
              <a:ext uri="{FF2B5EF4-FFF2-40B4-BE49-F238E27FC236}">
                <a16:creationId xmlns:a16="http://schemas.microsoft.com/office/drawing/2014/main" id="{0F3E43A6-7C81-DA4D-D47D-D646DC15DAEA}"/>
              </a:ext>
            </a:extLst>
          </p:cNvPr>
          <p:cNvGrpSpPr/>
          <p:nvPr/>
        </p:nvGrpSpPr>
        <p:grpSpPr>
          <a:xfrm>
            <a:off x="7957572" y="1532276"/>
            <a:ext cx="721206" cy="609701"/>
            <a:chOff x="7957572" y="1532276"/>
            <a:chExt cx="721206" cy="609701"/>
          </a:xfrm>
        </p:grpSpPr>
        <p:sp>
          <p:nvSpPr>
            <p:cNvPr id="703" name="Rectangle 702">
              <a:hlinkHover r:id="" action="ppaction://noaction" highlightClick="1"/>
              <a:extLst>
                <a:ext uri="{FF2B5EF4-FFF2-40B4-BE49-F238E27FC236}">
                  <a16:creationId xmlns:a16="http://schemas.microsoft.com/office/drawing/2014/main" id="{F589AF3C-7458-B9E4-F8A0-363E0E7B4CB6}"/>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704" name="Rectangle 703">
              <a:extLst>
                <a:ext uri="{FF2B5EF4-FFF2-40B4-BE49-F238E27FC236}">
                  <a16:creationId xmlns:a16="http://schemas.microsoft.com/office/drawing/2014/main" id="{5D5C5C05-5A66-0425-C4A9-3F22784C88EF}"/>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05" name="Oval 15">
              <a:extLst>
                <a:ext uri="{FF2B5EF4-FFF2-40B4-BE49-F238E27FC236}">
                  <a16:creationId xmlns:a16="http://schemas.microsoft.com/office/drawing/2014/main" id="{51AD1443-FBD8-0822-9550-D7FF5F7C3BD7}"/>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06" name="Straight Connector 705">
              <a:extLst>
                <a:ext uri="{FF2B5EF4-FFF2-40B4-BE49-F238E27FC236}">
                  <a16:creationId xmlns:a16="http://schemas.microsoft.com/office/drawing/2014/main" id="{AB4E2C3A-1510-1559-0D08-98BA5974F043}"/>
                </a:ext>
              </a:extLst>
            </p:cNvPr>
            <p:cNvCxnSpPr>
              <a:cxnSpLocks/>
              <a:stCxn id="705"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07" name="Straight Connector 706">
              <a:extLst>
                <a:ext uri="{FF2B5EF4-FFF2-40B4-BE49-F238E27FC236}">
                  <a16:creationId xmlns:a16="http://schemas.microsoft.com/office/drawing/2014/main" id="{8D9EA523-128B-D814-EBD1-C60F049C59F7}"/>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08" name="Group 707">
            <a:extLst>
              <a:ext uri="{FF2B5EF4-FFF2-40B4-BE49-F238E27FC236}">
                <a16:creationId xmlns:a16="http://schemas.microsoft.com/office/drawing/2014/main" id="{181D1CA2-59D7-D5B2-25A0-68A1E802731A}"/>
              </a:ext>
            </a:extLst>
          </p:cNvPr>
          <p:cNvGrpSpPr/>
          <p:nvPr/>
        </p:nvGrpSpPr>
        <p:grpSpPr>
          <a:xfrm>
            <a:off x="9656904" y="1532276"/>
            <a:ext cx="721206" cy="609701"/>
            <a:chOff x="9656904" y="1532276"/>
            <a:chExt cx="721206" cy="609701"/>
          </a:xfrm>
        </p:grpSpPr>
        <p:sp>
          <p:nvSpPr>
            <p:cNvPr id="781" name="Rectangle 780">
              <a:extLst>
                <a:ext uri="{FF2B5EF4-FFF2-40B4-BE49-F238E27FC236}">
                  <a16:creationId xmlns:a16="http://schemas.microsoft.com/office/drawing/2014/main" id="{13D248E0-D768-AE9D-CEC1-82C4E861D371}"/>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782" name="Rectangle 781">
              <a:extLst>
                <a:ext uri="{FF2B5EF4-FFF2-40B4-BE49-F238E27FC236}">
                  <a16:creationId xmlns:a16="http://schemas.microsoft.com/office/drawing/2014/main" id="{0E0FAE16-AB07-2282-C59D-5CE9A3FA5278}"/>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3" name="Oval 15">
              <a:extLst>
                <a:ext uri="{FF2B5EF4-FFF2-40B4-BE49-F238E27FC236}">
                  <a16:creationId xmlns:a16="http://schemas.microsoft.com/office/drawing/2014/main" id="{3D907D14-894B-B5F5-5151-E96D953FAD22}"/>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84" name="Straight Connector 783">
              <a:extLst>
                <a:ext uri="{FF2B5EF4-FFF2-40B4-BE49-F238E27FC236}">
                  <a16:creationId xmlns:a16="http://schemas.microsoft.com/office/drawing/2014/main" id="{BF09B716-8B4A-68F9-BD38-9701823F4E33}"/>
                </a:ext>
              </a:extLst>
            </p:cNvPr>
            <p:cNvCxnSpPr>
              <a:cxnSpLocks/>
              <a:stCxn id="783"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85" name="Straight Connector 784">
              <a:extLst>
                <a:ext uri="{FF2B5EF4-FFF2-40B4-BE49-F238E27FC236}">
                  <a16:creationId xmlns:a16="http://schemas.microsoft.com/office/drawing/2014/main" id="{5740BE06-A52E-5001-7762-3317D20DB2C5}"/>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86" name="Group 785">
            <a:extLst>
              <a:ext uri="{FF2B5EF4-FFF2-40B4-BE49-F238E27FC236}">
                <a16:creationId xmlns:a16="http://schemas.microsoft.com/office/drawing/2014/main" id="{37642512-FF42-CBDA-301B-9BE3299FEBA6}"/>
              </a:ext>
            </a:extLst>
          </p:cNvPr>
          <p:cNvGrpSpPr/>
          <p:nvPr/>
        </p:nvGrpSpPr>
        <p:grpSpPr>
          <a:xfrm>
            <a:off x="8807246" y="1508831"/>
            <a:ext cx="721206" cy="609701"/>
            <a:chOff x="8807246" y="1532278"/>
            <a:chExt cx="721206" cy="609701"/>
          </a:xfrm>
        </p:grpSpPr>
        <p:sp>
          <p:nvSpPr>
            <p:cNvPr id="805" name="Rectangle 804">
              <a:hlinkHover r:id="" action="ppaction://noaction" highlightClick="1"/>
              <a:extLst>
                <a:ext uri="{FF2B5EF4-FFF2-40B4-BE49-F238E27FC236}">
                  <a16:creationId xmlns:a16="http://schemas.microsoft.com/office/drawing/2014/main" id="{964216AA-DAD2-5089-955D-FB894020B102}"/>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806" name="Oval 805">
              <a:extLst>
                <a:ext uri="{FF2B5EF4-FFF2-40B4-BE49-F238E27FC236}">
                  <a16:creationId xmlns:a16="http://schemas.microsoft.com/office/drawing/2014/main" id="{06275318-5978-0A4B-63A1-44E15BA94F90}"/>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7" name="Isosceles Triangle 648">
              <a:extLst>
                <a:ext uri="{FF2B5EF4-FFF2-40B4-BE49-F238E27FC236}">
                  <a16:creationId xmlns:a16="http://schemas.microsoft.com/office/drawing/2014/main" id="{8FC57B71-6AF6-811E-448B-711B7E06C505}"/>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08" name="Group 807">
            <a:extLst>
              <a:ext uri="{FF2B5EF4-FFF2-40B4-BE49-F238E27FC236}">
                <a16:creationId xmlns:a16="http://schemas.microsoft.com/office/drawing/2014/main" id="{FE5CF42B-F612-6898-7348-A6E0E3DAE3C4}"/>
              </a:ext>
            </a:extLst>
          </p:cNvPr>
          <p:cNvGrpSpPr/>
          <p:nvPr/>
        </p:nvGrpSpPr>
        <p:grpSpPr>
          <a:xfrm>
            <a:off x="11356242" y="1508829"/>
            <a:ext cx="721206" cy="609701"/>
            <a:chOff x="11356242" y="1532276"/>
            <a:chExt cx="721206" cy="609701"/>
          </a:xfrm>
        </p:grpSpPr>
        <p:sp>
          <p:nvSpPr>
            <p:cNvPr id="809" name="Rectangle 808">
              <a:hlinkHover r:id="" action="ppaction://noaction" highlightClick="1"/>
              <a:extLst>
                <a:ext uri="{FF2B5EF4-FFF2-40B4-BE49-F238E27FC236}">
                  <a16:creationId xmlns:a16="http://schemas.microsoft.com/office/drawing/2014/main" id="{7D3478DB-318A-AC7C-D764-190C8F442738}"/>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810" name="Oval 809">
              <a:extLst>
                <a:ext uri="{FF2B5EF4-FFF2-40B4-BE49-F238E27FC236}">
                  <a16:creationId xmlns:a16="http://schemas.microsoft.com/office/drawing/2014/main" id="{6E7020EC-5235-6236-D11B-B6F73819E496}"/>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1" name="Isosceles Triangle 648">
              <a:extLst>
                <a:ext uri="{FF2B5EF4-FFF2-40B4-BE49-F238E27FC236}">
                  <a16:creationId xmlns:a16="http://schemas.microsoft.com/office/drawing/2014/main" id="{110B2412-45E8-4580-D812-B86431089217}"/>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8" name="Group 927">
            <a:extLst>
              <a:ext uri="{FF2B5EF4-FFF2-40B4-BE49-F238E27FC236}">
                <a16:creationId xmlns:a16="http://schemas.microsoft.com/office/drawing/2014/main" id="{A9A0A114-68ED-F472-8E3E-2DFB0FDD5E44}"/>
              </a:ext>
            </a:extLst>
          </p:cNvPr>
          <p:cNvGrpSpPr/>
          <p:nvPr/>
        </p:nvGrpSpPr>
        <p:grpSpPr>
          <a:xfrm>
            <a:off x="11356242" y="811556"/>
            <a:ext cx="721206" cy="609701"/>
            <a:chOff x="11356242" y="811556"/>
            <a:chExt cx="721206" cy="609701"/>
          </a:xfrm>
        </p:grpSpPr>
        <p:sp>
          <p:nvSpPr>
            <p:cNvPr id="929" name="Rectangle 928">
              <a:hlinkHover r:id="" action="ppaction://noaction" highlightClick="1"/>
              <a:extLst>
                <a:ext uri="{FF2B5EF4-FFF2-40B4-BE49-F238E27FC236}">
                  <a16:creationId xmlns:a16="http://schemas.microsoft.com/office/drawing/2014/main" id="{EACC6C3F-5A0E-97F9-EC26-6ADA76783289}"/>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930" name="Oval 929">
              <a:extLst>
                <a:ext uri="{FF2B5EF4-FFF2-40B4-BE49-F238E27FC236}">
                  <a16:creationId xmlns:a16="http://schemas.microsoft.com/office/drawing/2014/main" id="{E82FE526-2033-C2C4-DA14-5D5AF9A8C723}"/>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1" name="Isosceles Triangle 648">
              <a:extLst>
                <a:ext uri="{FF2B5EF4-FFF2-40B4-BE49-F238E27FC236}">
                  <a16:creationId xmlns:a16="http://schemas.microsoft.com/office/drawing/2014/main" id="{C7503449-0A44-ED4B-EB5E-7182184C42A9}"/>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2" name="Group 931">
            <a:extLst>
              <a:ext uri="{FF2B5EF4-FFF2-40B4-BE49-F238E27FC236}">
                <a16:creationId xmlns:a16="http://schemas.microsoft.com/office/drawing/2014/main" id="{3AF21EDD-AE76-6965-6ACB-27B6D152D71E}"/>
              </a:ext>
            </a:extLst>
          </p:cNvPr>
          <p:cNvGrpSpPr/>
          <p:nvPr/>
        </p:nvGrpSpPr>
        <p:grpSpPr>
          <a:xfrm>
            <a:off x="8807249" y="811555"/>
            <a:ext cx="721206" cy="609701"/>
            <a:chOff x="8807249" y="811555"/>
            <a:chExt cx="721206" cy="609701"/>
          </a:xfrm>
        </p:grpSpPr>
        <p:sp>
          <p:nvSpPr>
            <p:cNvPr id="933" name="Rectangle 932">
              <a:hlinkHover r:id="" action="ppaction://noaction" highlightClick="1"/>
              <a:extLst>
                <a:ext uri="{FF2B5EF4-FFF2-40B4-BE49-F238E27FC236}">
                  <a16:creationId xmlns:a16="http://schemas.microsoft.com/office/drawing/2014/main" id="{64317C38-A939-3E54-2769-D128735BDC3A}"/>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934" name="Diamond 933">
              <a:extLst>
                <a:ext uri="{FF2B5EF4-FFF2-40B4-BE49-F238E27FC236}">
                  <a16:creationId xmlns:a16="http://schemas.microsoft.com/office/drawing/2014/main" id="{F29F3F4C-7D61-53AD-EDBD-41CB5A1B0616}"/>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5" name="Oval 934">
              <a:extLst>
                <a:ext uri="{FF2B5EF4-FFF2-40B4-BE49-F238E27FC236}">
                  <a16:creationId xmlns:a16="http://schemas.microsoft.com/office/drawing/2014/main" id="{3C21D603-D330-CC81-B89C-6F74FB4492B9}"/>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6" name="Group 935">
            <a:extLst>
              <a:ext uri="{FF2B5EF4-FFF2-40B4-BE49-F238E27FC236}">
                <a16:creationId xmlns:a16="http://schemas.microsoft.com/office/drawing/2014/main" id="{5CC44B20-57FF-E8F1-1145-98BBA309A567}"/>
              </a:ext>
            </a:extLst>
          </p:cNvPr>
          <p:cNvGrpSpPr/>
          <p:nvPr/>
        </p:nvGrpSpPr>
        <p:grpSpPr>
          <a:xfrm>
            <a:off x="8808419" y="3705986"/>
            <a:ext cx="721206" cy="609701"/>
            <a:chOff x="8808419" y="3705986"/>
            <a:chExt cx="721206" cy="609701"/>
          </a:xfrm>
        </p:grpSpPr>
        <p:sp>
          <p:nvSpPr>
            <p:cNvPr id="937" name="Rectangle 936">
              <a:hlinkHover r:id="" action="ppaction://noaction" highlightClick="1"/>
              <a:extLst>
                <a:ext uri="{FF2B5EF4-FFF2-40B4-BE49-F238E27FC236}">
                  <a16:creationId xmlns:a16="http://schemas.microsoft.com/office/drawing/2014/main" id="{03729F08-7267-3823-6B46-4E23F2C248B6}"/>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938" name="Oval 937">
              <a:extLst>
                <a:ext uri="{FF2B5EF4-FFF2-40B4-BE49-F238E27FC236}">
                  <a16:creationId xmlns:a16="http://schemas.microsoft.com/office/drawing/2014/main" id="{AA38F8E1-6B1C-B131-37F6-20A3A3BDC5FD}"/>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9" name="Isosceles Triangle 648">
              <a:extLst>
                <a:ext uri="{FF2B5EF4-FFF2-40B4-BE49-F238E27FC236}">
                  <a16:creationId xmlns:a16="http://schemas.microsoft.com/office/drawing/2014/main" id="{2D699F6D-F6BB-3A72-03B6-F79A9E3D8757}"/>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0" name="Group 939">
            <a:extLst>
              <a:ext uri="{FF2B5EF4-FFF2-40B4-BE49-F238E27FC236}">
                <a16:creationId xmlns:a16="http://schemas.microsoft.com/office/drawing/2014/main" id="{74EBB193-45A2-07B3-0A4B-3FE47D98B052}"/>
              </a:ext>
            </a:extLst>
          </p:cNvPr>
          <p:cNvGrpSpPr/>
          <p:nvPr/>
        </p:nvGrpSpPr>
        <p:grpSpPr>
          <a:xfrm>
            <a:off x="431659" y="90836"/>
            <a:ext cx="721210" cy="609701"/>
            <a:chOff x="431659" y="90836"/>
            <a:chExt cx="721210" cy="609701"/>
          </a:xfrm>
        </p:grpSpPr>
        <p:sp>
          <p:nvSpPr>
            <p:cNvPr id="941" name="Rectangle 940">
              <a:extLst>
                <a:ext uri="{FF2B5EF4-FFF2-40B4-BE49-F238E27FC236}">
                  <a16:creationId xmlns:a16="http://schemas.microsoft.com/office/drawing/2014/main" id="{E0C0FF2B-1DFB-9532-6876-9F25D2938CFD}"/>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942" name="Rectangle 941">
              <a:extLst>
                <a:ext uri="{FF2B5EF4-FFF2-40B4-BE49-F238E27FC236}">
                  <a16:creationId xmlns:a16="http://schemas.microsoft.com/office/drawing/2014/main" id="{F73A74AD-F91B-FB68-24F1-D16A05E91052}"/>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3" name="Oval 15">
              <a:extLst>
                <a:ext uri="{FF2B5EF4-FFF2-40B4-BE49-F238E27FC236}">
                  <a16:creationId xmlns:a16="http://schemas.microsoft.com/office/drawing/2014/main" id="{28E43DF9-5EE5-0918-01B4-2E3F89901ACE}"/>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44" name="Straight Connector 943">
              <a:extLst>
                <a:ext uri="{FF2B5EF4-FFF2-40B4-BE49-F238E27FC236}">
                  <a16:creationId xmlns:a16="http://schemas.microsoft.com/office/drawing/2014/main" id="{86063FCD-7989-7C68-B381-1BA707237491}"/>
                </a:ext>
              </a:extLst>
            </p:cNvPr>
            <p:cNvCxnSpPr>
              <a:cxnSpLocks/>
              <a:stCxn id="943"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945" name="Straight Connector 944">
              <a:extLst>
                <a:ext uri="{FF2B5EF4-FFF2-40B4-BE49-F238E27FC236}">
                  <a16:creationId xmlns:a16="http://schemas.microsoft.com/office/drawing/2014/main" id="{45CF7B94-BFEE-5294-BC5B-FD7979963DBE}"/>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6" name="Group 945">
            <a:extLst>
              <a:ext uri="{FF2B5EF4-FFF2-40B4-BE49-F238E27FC236}">
                <a16:creationId xmlns:a16="http://schemas.microsoft.com/office/drawing/2014/main" id="{EB99F3A2-080F-6AC9-D4EA-E5606F263840}"/>
              </a:ext>
            </a:extLst>
          </p:cNvPr>
          <p:cNvGrpSpPr/>
          <p:nvPr/>
        </p:nvGrpSpPr>
        <p:grpSpPr>
          <a:xfrm>
            <a:off x="1267282" y="90836"/>
            <a:ext cx="721206" cy="609701"/>
            <a:chOff x="1267282" y="90836"/>
            <a:chExt cx="721206" cy="609701"/>
          </a:xfrm>
        </p:grpSpPr>
        <p:sp>
          <p:nvSpPr>
            <p:cNvPr id="947" name="Rectangle 946">
              <a:extLst>
                <a:ext uri="{FF2B5EF4-FFF2-40B4-BE49-F238E27FC236}">
                  <a16:creationId xmlns:a16="http://schemas.microsoft.com/office/drawing/2014/main" id="{9BA9746A-C69B-EC56-F366-D385E6D92734}"/>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948" name="Rectangle 947">
              <a:extLst>
                <a:ext uri="{FF2B5EF4-FFF2-40B4-BE49-F238E27FC236}">
                  <a16:creationId xmlns:a16="http://schemas.microsoft.com/office/drawing/2014/main" id="{980D4B72-56FE-A490-3E83-D8B17FFC8728}"/>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9" name="Oval 15">
              <a:extLst>
                <a:ext uri="{FF2B5EF4-FFF2-40B4-BE49-F238E27FC236}">
                  <a16:creationId xmlns:a16="http://schemas.microsoft.com/office/drawing/2014/main" id="{B48637A0-4A12-C4DA-064C-B6F079550BA8}"/>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50" name="Straight Connector 949">
              <a:extLst>
                <a:ext uri="{FF2B5EF4-FFF2-40B4-BE49-F238E27FC236}">
                  <a16:creationId xmlns:a16="http://schemas.microsoft.com/office/drawing/2014/main" id="{F0240ADB-092D-F164-AE34-1FCA10C7D7B6}"/>
                </a:ext>
              </a:extLst>
            </p:cNvPr>
            <p:cNvCxnSpPr>
              <a:cxnSpLocks/>
              <a:stCxn id="949"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951" name="Straight Connector 950">
              <a:extLst>
                <a:ext uri="{FF2B5EF4-FFF2-40B4-BE49-F238E27FC236}">
                  <a16:creationId xmlns:a16="http://schemas.microsoft.com/office/drawing/2014/main" id="{43204486-3D7F-F599-6ED3-B91CFA23E203}"/>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52" name="Group 951">
            <a:extLst>
              <a:ext uri="{FF2B5EF4-FFF2-40B4-BE49-F238E27FC236}">
                <a16:creationId xmlns:a16="http://schemas.microsoft.com/office/drawing/2014/main" id="{0A98D6F0-02A6-9259-C233-B15AB5116FC2}"/>
              </a:ext>
            </a:extLst>
          </p:cNvPr>
          <p:cNvGrpSpPr/>
          <p:nvPr/>
        </p:nvGrpSpPr>
        <p:grpSpPr>
          <a:xfrm>
            <a:off x="2102907" y="90836"/>
            <a:ext cx="721206" cy="609701"/>
            <a:chOff x="2102907" y="90836"/>
            <a:chExt cx="721206" cy="609701"/>
          </a:xfrm>
        </p:grpSpPr>
        <p:sp>
          <p:nvSpPr>
            <p:cNvPr id="953" name="Rectangle 952">
              <a:extLst>
                <a:ext uri="{FF2B5EF4-FFF2-40B4-BE49-F238E27FC236}">
                  <a16:creationId xmlns:a16="http://schemas.microsoft.com/office/drawing/2014/main" id="{D6C9B697-21B5-8B9C-0D9E-9A760CF7F2F8}"/>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954" name="Rectangle 953">
              <a:extLst>
                <a:ext uri="{FF2B5EF4-FFF2-40B4-BE49-F238E27FC236}">
                  <a16:creationId xmlns:a16="http://schemas.microsoft.com/office/drawing/2014/main" id="{DF12942A-B81A-3CEB-FD62-5F36C7F392D6}"/>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5" name="Oval 15">
              <a:extLst>
                <a:ext uri="{FF2B5EF4-FFF2-40B4-BE49-F238E27FC236}">
                  <a16:creationId xmlns:a16="http://schemas.microsoft.com/office/drawing/2014/main" id="{5B868AD0-3DC7-0BC6-64B3-023095848B18}"/>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56" name="Straight Connector 955">
              <a:extLst>
                <a:ext uri="{FF2B5EF4-FFF2-40B4-BE49-F238E27FC236}">
                  <a16:creationId xmlns:a16="http://schemas.microsoft.com/office/drawing/2014/main" id="{76735C9F-53BB-5BB7-6EC2-E4C513BB1B2F}"/>
                </a:ext>
              </a:extLst>
            </p:cNvPr>
            <p:cNvCxnSpPr>
              <a:cxnSpLocks/>
              <a:stCxn id="955"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957" name="Straight Connector 956">
              <a:extLst>
                <a:ext uri="{FF2B5EF4-FFF2-40B4-BE49-F238E27FC236}">
                  <a16:creationId xmlns:a16="http://schemas.microsoft.com/office/drawing/2014/main" id="{63046E7B-6E1C-8489-0B9C-35BF662420E6}"/>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58" name="Group 957">
            <a:extLst>
              <a:ext uri="{FF2B5EF4-FFF2-40B4-BE49-F238E27FC236}">
                <a16:creationId xmlns:a16="http://schemas.microsoft.com/office/drawing/2014/main" id="{E4CF3A3D-64E0-24C7-058C-300D13F80D9A}"/>
              </a:ext>
            </a:extLst>
          </p:cNvPr>
          <p:cNvGrpSpPr/>
          <p:nvPr/>
        </p:nvGrpSpPr>
        <p:grpSpPr>
          <a:xfrm>
            <a:off x="1269626" y="4419615"/>
            <a:ext cx="721206" cy="609701"/>
            <a:chOff x="1269626" y="4419615"/>
            <a:chExt cx="721206" cy="609701"/>
          </a:xfrm>
        </p:grpSpPr>
        <p:sp>
          <p:nvSpPr>
            <p:cNvPr id="959" name="Rectangle 958">
              <a:extLst>
                <a:ext uri="{FF2B5EF4-FFF2-40B4-BE49-F238E27FC236}">
                  <a16:creationId xmlns:a16="http://schemas.microsoft.com/office/drawing/2014/main" id="{25F33FD8-6B38-18D6-1A96-1A3E38246FA7}"/>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960" name="Cylinder 959">
              <a:extLst>
                <a:ext uri="{FF2B5EF4-FFF2-40B4-BE49-F238E27FC236}">
                  <a16:creationId xmlns:a16="http://schemas.microsoft.com/office/drawing/2014/main" id="{3B24D305-60E2-6AC0-C9C2-00C55F1B4B1A}"/>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1" name="Group 960">
            <a:extLst>
              <a:ext uri="{FF2B5EF4-FFF2-40B4-BE49-F238E27FC236}">
                <a16:creationId xmlns:a16="http://schemas.microsoft.com/office/drawing/2014/main" id="{44F34A25-10F5-93C3-8797-D56A0EA148B6}"/>
              </a:ext>
            </a:extLst>
          </p:cNvPr>
          <p:cNvGrpSpPr/>
          <p:nvPr/>
        </p:nvGrpSpPr>
        <p:grpSpPr>
          <a:xfrm>
            <a:off x="432841" y="4419615"/>
            <a:ext cx="721206" cy="609701"/>
            <a:chOff x="432841" y="4419615"/>
            <a:chExt cx="721206" cy="609701"/>
          </a:xfrm>
        </p:grpSpPr>
        <p:sp>
          <p:nvSpPr>
            <p:cNvPr id="962" name="Rectangle 961">
              <a:extLst>
                <a:ext uri="{FF2B5EF4-FFF2-40B4-BE49-F238E27FC236}">
                  <a16:creationId xmlns:a16="http://schemas.microsoft.com/office/drawing/2014/main" id="{E56CB49C-79F2-96C2-DE09-777556FD8501}"/>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963" name="Cylinder 962">
              <a:extLst>
                <a:ext uri="{FF2B5EF4-FFF2-40B4-BE49-F238E27FC236}">
                  <a16:creationId xmlns:a16="http://schemas.microsoft.com/office/drawing/2014/main" id="{2EC7D219-6CED-9592-CAD3-379F8D2A2A03}"/>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4" name="Group 963">
            <a:extLst>
              <a:ext uri="{FF2B5EF4-FFF2-40B4-BE49-F238E27FC236}">
                <a16:creationId xmlns:a16="http://schemas.microsoft.com/office/drawing/2014/main" id="{BECF8D84-495D-366E-8093-78BBAD26DF95}"/>
              </a:ext>
            </a:extLst>
          </p:cNvPr>
          <p:cNvGrpSpPr/>
          <p:nvPr/>
        </p:nvGrpSpPr>
        <p:grpSpPr>
          <a:xfrm>
            <a:off x="1268467" y="5141008"/>
            <a:ext cx="721206" cy="609701"/>
            <a:chOff x="1268467" y="5141008"/>
            <a:chExt cx="721206" cy="609701"/>
          </a:xfrm>
        </p:grpSpPr>
        <p:sp>
          <p:nvSpPr>
            <p:cNvPr id="965" name="Rectangle 964">
              <a:extLst>
                <a:ext uri="{FF2B5EF4-FFF2-40B4-BE49-F238E27FC236}">
                  <a16:creationId xmlns:a16="http://schemas.microsoft.com/office/drawing/2014/main" id="{C18B6ED5-11A6-44DA-3CA3-1A93D999C4F4}"/>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966" name="Cylinder 965">
              <a:extLst>
                <a:ext uri="{FF2B5EF4-FFF2-40B4-BE49-F238E27FC236}">
                  <a16:creationId xmlns:a16="http://schemas.microsoft.com/office/drawing/2014/main" id="{1BCE8169-CC31-413C-E106-D845637478F3}"/>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7" name="Group 966">
            <a:extLst>
              <a:ext uri="{FF2B5EF4-FFF2-40B4-BE49-F238E27FC236}">
                <a16:creationId xmlns:a16="http://schemas.microsoft.com/office/drawing/2014/main" id="{8D27943C-136E-2E99-FDFF-43E06036CD92}"/>
              </a:ext>
            </a:extLst>
          </p:cNvPr>
          <p:cNvGrpSpPr/>
          <p:nvPr/>
        </p:nvGrpSpPr>
        <p:grpSpPr>
          <a:xfrm>
            <a:off x="431297" y="5141008"/>
            <a:ext cx="721206" cy="609701"/>
            <a:chOff x="431297" y="5141008"/>
            <a:chExt cx="721206" cy="609701"/>
          </a:xfrm>
        </p:grpSpPr>
        <p:sp>
          <p:nvSpPr>
            <p:cNvPr id="968" name="Rectangle 967">
              <a:extLst>
                <a:ext uri="{FF2B5EF4-FFF2-40B4-BE49-F238E27FC236}">
                  <a16:creationId xmlns:a16="http://schemas.microsoft.com/office/drawing/2014/main" id="{80B17D16-CD75-E667-85B3-AC9A3A70BEF1}"/>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969" name="Cylinder 968">
              <a:extLst>
                <a:ext uri="{FF2B5EF4-FFF2-40B4-BE49-F238E27FC236}">
                  <a16:creationId xmlns:a16="http://schemas.microsoft.com/office/drawing/2014/main" id="{49B5C7D9-8488-F406-2C78-6BAAF4F9867C}"/>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52" name="Group 1051">
            <a:extLst>
              <a:ext uri="{FF2B5EF4-FFF2-40B4-BE49-F238E27FC236}">
                <a16:creationId xmlns:a16="http://schemas.microsoft.com/office/drawing/2014/main" id="{6CA8B587-3CA1-908A-4600-073C9CCF3D8E}"/>
              </a:ext>
            </a:extLst>
          </p:cNvPr>
          <p:cNvGrpSpPr/>
          <p:nvPr/>
        </p:nvGrpSpPr>
        <p:grpSpPr>
          <a:xfrm>
            <a:off x="3778361" y="2253333"/>
            <a:ext cx="721206" cy="609701"/>
            <a:chOff x="3778361" y="2253333"/>
            <a:chExt cx="721206" cy="609701"/>
          </a:xfrm>
        </p:grpSpPr>
        <p:sp>
          <p:nvSpPr>
            <p:cNvPr id="1053" name="Rectangle 1052">
              <a:extLst>
                <a:ext uri="{FF2B5EF4-FFF2-40B4-BE49-F238E27FC236}">
                  <a16:creationId xmlns:a16="http://schemas.microsoft.com/office/drawing/2014/main" id="{AF8814AF-031E-84D4-1EF6-30AAF01281C2}"/>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1054" name="Rectangle 1053">
              <a:extLst>
                <a:ext uri="{FF2B5EF4-FFF2-40B4-BE49-F238E27FC236}">
                  <a16:creationId xmlns:a16="http://schemas.microsoft.com/office/drawing/2014/main" id="{9723B0D3-2A11-A0B3-A6E1-6468BD04FEE6}"/>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55" name="Oval 15">
              <a:extLst>
                <a:ext uri="{FF2B5EF4-FFF2-40B4-BE49-F238E27FC236}">
                  <a16:creationId xmlns:a16="http://schemas.microsoft.com/office/drawing/2014/main" id="{0479F19E-AE13-0AF9-FABE-31B5C8AA7F03}"/>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56" name="Straight Connector 1055">
              <a:extLst>
                <a:ext uri="{FF2B5EF4-FFF2-40B4-BE49-F238E27FC236}">
                  <a16:creationId xmlns:a16="http://schemas.microsoft.com/office/drawing/2014/main" id="{52303A81-110F-5C82-45F7-38351BA65F2F}"/>
                </a:ext>
              </a:extLst>
            </p:cNvPr>
            <p:cNvCxnSpPr>
              <a:cxnSpLocks/>
              <a:stCxn id="1055"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57" name="Straight Connector 1056">
              <a:extLst>
                <a:ext uri="{FF2B5EF4-FFF2-40B4-BE49-F238E27FC236}">
                  <a16:creationId xmlns:a16="http://schemas.microsoft.com/office/drawing/2014/main" id="{03F15BCF-A994-7FFF-DD6E-CF2552B2B828}"/>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58" name="Group 1057">
            <a:extLst>
              <a:ext uri="{FF2B5EF4-FFF2-40B4-BE49-F238E27FC236}">
                <a16:creationId xmlns:a16="http://schemas.microsoft.com/office/drawing/2014/main" id="{B9D377FC-FA8D-D5E4-4501-D35D07DA3AEF}"/>
              </a:ext>
            </a:extLst>
          </p:cNvPr>
          <p:cNvGrpSpPr/>
          <p:nvPr/>
        </p:nvGrpSpPr>
        <p:grpSpPr>
          <a:xfrm>
            <a:off x="1268843" y="2253332"/>
            <a:ext cx="721206" cy="609701"/>
            <a:chOff x="1268843" y="2253332"/>
            <a:chExt cx="721206" cy="609701"/>
          </a:xfrm>
        </p:grpSpPr>
        <p:sp>
          <p:nvSpPr>
            <p:cNvPr id="1059" name="Rectangle 1058">
              <a:extLst>
                <a:ext uri="{FF2B5EF4-FFF2-40B4-BE49-F238E27FC236}">
                  <a16:creationId xmlns:a16="http://schemas.microsoft.com/office/drawing/2014/main" id="{E007B4AC-C5AF-E113-FEFB-13010849B14A}"/>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1060" name="Right Triangle 1059">
              <a:extLst>
                <a:ext uri="{FF2B5EF4-FFF2-40B4-BE49-F238E27FC236}">
                  <a16:creationId xmlns:a16="http://schemas.microsoft.com/office/drawing/2014/main" id="{D32D70EA-6469-8AEA-2AA5-7ADB34280020}"/>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61" name="Group 1060">
              <a:extLst>
                <a:ext uri="{FF2B5EF4-FFF2-40B4-BE49-F238E27FC236}">
                  <a16:creationId xmlns:a16="http://schemas.microsoft.com/office/drawing/2014/main" id="{B4DCF377-AB8A-BB18-89B7-981B8C1A2FF1}"/>
                </a:ext>
              </a:extLst>
            </p:cNvPr>
            <p:cNvGrpSpPr/>
            <p:nvPr/>
          </p:nvGrpSpPr>
          <p:grpSpPr>
            <a:xfrm>
              <a:off x="1939436" y="2265731"/>
              <a:ext cx="37817" cy="61390"/>
              <a:chOff x="3883481" y="2057400"/>
              <a:chExt cx="1608363" cy="2652031"/>
            </a:xfrm>
            <a:solidFill>
              <a:srgbClr val="A6A6A6">
                <a:alpha val="20000"/>
              </a:srgbClr>
            </a:solidFill>
          </p:grpSpPr>
          <p:sp>
            <p:nvSpPr>
              <p:cNvPr id="1062" name="Oval 27">
                <a:extLst>
                  <a:ext uri="{FF2B5EF4-FFF2-40B4-BE49-F238E27FC236}">
                    <a16:creationId xmlns:a16="http://schemas.microsoft.com/office/drawing/2014/main" id="{EDCBBE70-308F-59FA-9E28-68961C7FCD8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3" name="Oval 28">
                <a:extLst>
                  <a:ext uri="{FF2B5EF4-FFF2-40B4-BE49-F238E27FC236}">
                    <a16:creationId xmlns:a16="http://schemas.microsoft.com/office/drawing/2014/main" id="{872D54D8-AEF0-0F4E-443C-EA10EFA8DAB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64" name="Group 1063">
            <a:extLst>
              <a:ext uri="{FF2B5EF4-FFF2-40B4-BE49-F238E27FC236}">
                <a16:creationId xmlns:a16="http://schemas.microsoft.com/office/drawing/2014/main" id="{C086FBE1-07B2-728B-FD49-6A0174F91005}"/>
              </a:ext>
            </a:extLst>
          </p:cNvPr>
          <p:cNvGrpSpPr/>
          <p:nvPr/>
        </p:nvGrpSpPr>
        <p:grpSpPr>
          <a:xfrm>
            <a:off x="2105351" y="2253333"/>
            <a:ext cx="721206" cy="609701"/>
            <a:chOff x="2105351" y="2253333"/>
            <a:chExt cx="721206" cy="609701"/>
          </a:xfrm>
        </p:grpSpPr>
        <p:sp>
          <p:nvSpPr>
            <p:cNvPr id="1065" name="Rectangle 1064">
              <a:extLst>
                <a:ext uri="{FF2B5EF4-FFF2-40B4-BE49-F238E27FC236}">
                  <a16:creationId xmlns:a16="http://schemas.microsoft.com/office/drawing/2014/main" id="{725C136E-141D-1054-82E2-E8538E9159B2}"/>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1066" name="Right Triangle 1065">
              <a:extLst>
                <a:ext uri="{FF2B5EF4-FFF2-40B4-BE49-F238E27FC236}">
                  <a16:creationId xmlns:a16="http://schemas.microsoft.com/office/drawing/2014/main" id="{D49340B8-8FD7-E7B3-29A4-BE72DFEDF5A5}"/>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67" name="Group 1066">
              <a:extLst>
                <a:ext uri="{FF2B5EF4-FFF2-40B4-BE49-F238E27FC236}">
                  <a16:creationId xmlns:a16="http://schemas.microsoft.com/office/drawing/2014/main" id="{6D1C8F16-B81A-54E9-BB77-4E82D40FD1EB}"/>
                </a:ext>
              </a:extLst>
            </p:cNvPr>
            <p:cNvGrpSpPr/>
            <p:nvPr/>
          </p:nvGrpSpPr>
          <p:grpSpPr>
            <a:xfrm>
              <a:off x="2771408" y="2265591"/>
              <a:ext cx="37817" cy="61390"/>
              <a:chOff x="3883481" y="2057400"/>
              <a:chExt cx="1608363" cy="2652031"/>
            </a:xfrm>
            <a:solidFill>
              <a:srgbClr val="A6A6A6">
                <a:alpha val="20000"/>
              </a:srgbClr>
            </a:solidFill>
          </p:grpSpPr>
          <p:sp>
            <p:nvSpPr>
              <p:cNvPr id="1068" name="Oval 27">
                <a:extLst>
                  <a:ext uri="{FF2B5EF4-FFF2-40B4-BE49-F238E27FC236}">
                    <a16:creationId xmlns:a16="http://schemas.microsoft.com/office/drawing/2014/main" id="{E4E1FBBA-CB27-E646-954C-8A1E73D76B7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9" name="Oval 28">
                <a:extLst>
                  <a:ext uri="{FF2B5EF4-FFF2-40B4-BE49-F238E27FC236}">
                    <a16:creationId xmlns:a16="http://schemas.microsoft.com/office/drawing/2014/main" id="{F66421C0-1C5F-FF64-F513-74674A98F1F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70" name="Group 1069">
            <a:extLst>
              <a:ext uri="{FF2B5EF4-FFF2-40B4-BE49-F238E27FC236}">
                <a16:creationId xmlns:a16="http://schemas.microsoft.com/office/drawing/2014/main" id="{38234F86-F38C-6AA2-6E37-5AF3C9D474E2}"/>
              </a:ext>
            </a:extLst>
          </p:cNvPr>
          <p:cNvGrpSpPr/>
          <p:nvPr/>
        </p:nvGrpSpPr>
        <p:grpSpPr>
          <a:xfrm>
            <a:off x="2941860" y="2253333"/>
            <a:ext cx="721206" cy="609701"/>
            <a:chOff x="2941860" y="2253333"/>
            <a:chExt cx="721206" cy="609701"/>
          </a:xfrm>
        </p:grpSpPr>
        <p:sp>
          <p:nvSpPr>
            <p:cNvPr id="1071" name="Rectangle 1070">
              <a:extLst>
                <a:ext uri="{FF2B5EF4-FFF2-40B4-BE49-F238E27FC236}">
                  <a16:creationId xmlns:a16="http://schemas.microsoft.com/office/drawing/2014/main" id="{91EB45F5-EDD3-85A1-03DE-C463074F9DCE}"/>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1072" name="Right Triangle 1071">
              <a:extLst>
                <a:ext uri="{FF2B5EF4-FFF2-40B4-BE49-F238E27FC236}">
                  <a16:creationId xmlns:a16="http://schemas.microsoft.com/office/drawing/2014/main" id="{992C5600-DCA4-11F5-F0A4-BB9940629C2B}"/>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73" name="Group 1072">
              <a:extLst>
                <a:ext uri="{FF2B5EF4-FFF2-40B4-BE49-F238E27FC236}">
                  <a16:creationId xmlns:a16="http://schemas.microsoft.com/office/drawing/2014/main" id="{41900D6E-C646-C8E7-A974-291C31F93019}"/>
                </a:ext>
              </a:extLst>
            </p:cNvPr>
            <p:cNvGrpSpPr/>
            <p:nvPr/>
          </p:nvGrpSpPr>
          <p:grpSpPr>
            <a:xfrm>
              <a:off x="3611250" y="2264969"/>
              <a:ext cx="37817" cy="61390"/>
              <a:chOff x="3883481" y="2057400"/>
              <a:chExt cx="1608363" cy="2652031"/>
            </a:xfrm>
            <a:solidFill>
              <a:srgbClr val="A6A6A6">
                <a:alpha val="20000"/>
              </a:srgbClr>
            </a:solidFill>
          </p:grpSpPr>
          <p:sp>
            <p:nvSpPr>
              <p:cNvPr id="1074" name="Oval 27">
                <a:extLst>
                  <a:ext uri="{FF2B5EF4-FFF2-40B4-BE49-F238E27FC236}">
                    <a16:creationId xmlns:a16="http://schemas.microsoft.com/office/drawing/2014/main" id="{54DB3746-8FFA-D4B6-0846-93AF6376C04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5" name="Oval 28">
                <a:extLst>
                  <a:ext uri="{FF2B5EF4-FFF2-40B4-BE49-F238E27FC236}">
                    <a16:creationId xmlns:a16="http://schemas.microsoft.com/office/drawing/2014/main" id="{89C99448-844A-2C35-DBB0-C2B57554215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76" name="Group 1075">
            <a:extLst>
              <a:ext uri="{FF2B5EF4-FFF2-40B4-BE49-F238E27FC236}">
                <a16:creationId xmlns:a16="http://schemas.microsoft.com/office/drawing/2014/main" id="{20DABE68-3EDF-4E3E-CF10-D5A7FE1DF26E}"/>
              </a:ext>
            </a:extLst>
          </p:cNvPr>
          <p:cNvGrpSpPr/>
          <p:nvPr/>
        </p:nvGrpSpPr>
        <p:grpSpPr>
          <a:xfrm>
            <a:off x="4614876" y="2253332"/>
            <a:ext cx="721206" cy="609701"/>
            <a:chOff x="4614876" y="2253332"/>
            <a:chExt cx="721206" cy="609701"/>
          </a:xfrm>
        </p:grpSpPr>
        <p:sp>
          <p:nvSpPr>
            <p:cNvPr id="1077" name="Rectangle 1076">
              <a:extLst>
                <a:ext uri="{FF2B5EF4-FFF2-40B4-BE49-F238E27FC236}">
                  <a16:creationId xmlns:a16="http://schemas.microsoft.com/office/drawing/2014/main" id="{5D38DC77-C921-9013-D7D4-37C856FBFDF1}"/>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1078" name="Right Triangle 1077">
              <a:extLst>
                <a:ext uri="{FF2B5EF4-FFF2-40B4-BE49-F238E27FC236}">
                  <a16:creationId xmlns:a16="http://schemas.microsoft.com/office/drawing/2014/main" id="{9EFB9767-9547-F981-15D1-02085DD3597A}"/>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79" name="Group 1078">
              <a:extLst>
                <a:ext uri="{FF2B5EF4-FFF2-40B4-BE49-F238E27FC236}">
                  <a16:creationId xmlns:a16="http://schemas.microsoft.com/office/drawing/2014/main" id="{AAE7CC10-42A7-07D0-E71B-17A0FE8ED376}"/>
                </a:ext>
              </a:extLst>
            </p:cNvPr>
            <p:cNvGrpSpPr/>
            <p:nvPr/>
          </p:nvGrpSpPr>
          <p:grpSpPr>
            <a:xfrm>
              <a:off x="5280738" y="2264779"/>
              <a:ext cx="37817" cy="61390"/>
              <a:chOff x="3883481" y="2057400"/>
              <a:chExt cx="1608363" cy="2652031"/>
            </a:xfrm>
            <a:solidFill>
              <a:srgbClr val="A6A6A6">
                <a:alpha val="20000"/>
              </a:srgbClr>
            </a:solidFill>
          </p:grpSpPr>
          <p:sp>
            <p:nvSpPr>
              <p:cNvPr id="1080" name="Oval 27">
                <a:extLst>
                  <a:ext uri="{FF2B5EF4-FFF2-40B4-BE49-F238E27FC236}">
                    <a16:creationId xmlns:a16="http://schemas.microsoft.com/office/drawing/2014/main" id="{4A7ACEA4-61C9-CDC9-265C-6E7BBF11DC9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81" name="Oval 28">
                <a:extLst>
                  <a:ext uri="{FF2B5EF4-FFF2-40B4-BE49-F238E27FC236}">
                    <a16:creationId xmlns:a16="http://schemas.microsoft.com/office/drawing/2014/main" id="{654B6EC2-AE19-3AE6-9F29-214D35B8B98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94" name="Group 1093">
            <a:extLst>
              <a:ext uri="{FF2B5EF4-FFF2-40B4-BE49-F238E27FC236}">
                <a16:creationId xmlns:a16="http://schemas.microsoft.com/office/drawing/2014/main" id="{B202A4DF-0638-C30D-0504-B0C6667F2614}"/>
              </a:ext>
            </a:extLst>
          </p:cNvPr>
          <p:cNvGrpSpPr/>
          <p:nvPr/>
        </p:nvGrpSpPr>
        <p:grpSpPr>
          <a:xfrm>
            <a:off x="431659" y="2253337"/>
            <a:ext cx="721895" cy="609700"/>
            <a:chOff x="431659" y="2253337"/>
            <a:chExt cx="721895" cy="609700"/>
          </a:xfrm>
        </p:grpSpPr>
        <p:sp>
          <p:nvSpPr>
            <p:cNvPr id="1095" name="Rectangle 1094">
              <a:hlinkHover r:id="" action="ppaction://noaction" highlightClick="1"/>
              <a:extLst>
                <a:ext uri="{FF2B5EF4-FFF2-40B4-BE49-F238E27FC236}">
                  <a16:creationId xmlns:a16="http://schemas.microsoft.com/office/drawing/2014/main" id="{B40295DC-3A17-4B3A-A749-B671FFE584F9}"/>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1096" name="Diamond 1095">
              <a:extLst>
                <a:ext uri="{FF2B5EF4-FFF2-40B4-BE49-F238E27FC236}">
                  <a16:creationId xmlns:a16="http://schemas.microsoft.com/office/drawing/2014/main" id="{EF17FE2D-B322-6C14-597A-A86F2B606E3B}"/>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7" name="Oval 1096">
              <a:extLst>
                <a:ext uri="{FF2B5EF4-FFF2-40B4-BE49-F238E27FC236}">
                  <a16:creationId xmlns:a16="http://schemas.microsoft.com/office/drawing/2014/main" id="{5F79582B-61B9-F28F-BB5C-88130782E3D8}"/>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02" name="Group 1101">
            <a:extLst>
              <a:ext uri="{FF2B5EF4-FFF2-40B4-BE49-F238E27FC236}">
                <a16:creationId xmlns:a16="http://schemas.microsoft.com/office/drawing/2014/main" id="{943F2815-3FB1-E642-6C25-C3F236F5A6C9}"/>
              </a:ext>
            </a:extLst>
          </p:cNvPr>
          <p:cNvGrpSpPr/>
          <p:nvPr/>
        </p:nvGrpSpPr>
        <p:grpSpPr>
          <a:xfrm>
            <a:off x="2105348" y="1532276"/>
            <a:ext cx="721206" cy="609701"/>
            <a:chOff x="2105348" y="1532276"/>
            <a:chExt cx="721206" cy="609701"/>
          </a:xfrm>
        </p:grpSpPr>
        <p:sp>
          <p:nvSpPr>
            <p:cNvPr id="1103" name="Rectangle 1102">
              <a:extLst>
                <a:ext uri="{FF2B5EF4-FFF2-40B4-BE49-F238E27FC236}">
                  <a16:creationId xmlns:a16="http://schemas.microsoft.com/office/drawing/2014/main" id="{8A65C12E-69B0-4EEA-98EF-9C189097AF33}"/>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1104" name="Rectangle 1103">
              <a:extLst>
                <a:ext uri="{FF2B5EF4-FFF2-40B4-BE49-F238E27FC236}">
                  <a16:creationId xmlns:a16="http://schemas.microsoft.com/office/drawing/2014/main" id="{1833EACA-3CC6-F20A-BBBC-2E04F60A5FD7}"/>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05" name="Oval 15">
              <a:extLst>
                <a:ext uri="{FF2B5EF4-FFF2-40B4-BE49-F238E27FC236}">
                  <a16:creationId xmlns:a16="http://schemas.microsoft.com/office/drawing/2014/main" id="{B220B01A-3ABF-BAD7-340B-C71E22A9E93C}"/>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06" name="Straight Connector 1105">
              <a:extLst>
                <a:ext uri="{FF2B5EF4-FFF2-40B4-BE49-F238E27FC236}">
                  <a16:creationId xmlns:a16="http://schemas.microsoft.com/office/drawing/2014/main" id="{E98005A1-C9A7-2954-9E4C-69956266153E}"/>
                </a:ext>
              </a:extLst>
            </p:cNvPr>
            <p:cNvCxnSpPr>
              <a:cxnSpLocks/>
              <a:stCxn id="1105"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107" name="Straight Connector 1106">
              <a:extLst>
                <a:ext uri="{FF2B5EF4-FFF2-40B4-BE49-F238E27FC236}">
                  <a16:creationId xmlns:a16="http://schemas.microsoft.com/office/drawing/2014/main" id="{C1AA23BA-D863-B286-D00E-CFA371C865E7}"/>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08" name="Group 1107">
            <a:extLst>
              <a:ext uri="{FF2B5EF4-FFF2-40B4-BE49-F238E27FC236}">
                <a16:creationId xmlns:a16="http://schemas.microsoft.com/office/drawing/2014/main" id="{BFF3C20D-2677-A264-87F6-33AB7B766BDE}"/>
              </a:ext>
            </a:extLst>
          </p:cNvPr>
          <p:cNvGrpSpPr/>
          <p:nvPr/>
        </p:nvGrpSpPr>
        <p:grpSpPr>
          <a:xfrm>
            <a:off x="431659" y="1532283"/>
            <a:ext cx="721891" cy="610032"/>
            <a:chOff x="431659" y="1532283"/>
            <a:chExt cx="721891" cy="610032"/>
          </a:xfrm>
        </p:grpSpPr>
        <p:sp>
          <p:nvSpPr>
            <p:cNvPr id="1109" name="Rectangle 1108">
              <a:extLst>
                <a:ext uri="{FF2B5EF4-FFF2-40B4-BE49-F238E27FC236}">
                  <a16:creationId xmlns:a16="http://schemas.microsoft.com/office/drawing/2014/main" id="{FF929D28-864E-C3E3-87C0-2C3DCD00DD1A}"/>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1110" name="Right Triangle 1109">
              <a:extLst>
                <a:ext uri="{FF2B5EF4-FFF2-40B4-BE49-F238E27FC236}">
                  <a16:creationId xmlns:a16="http://schemas.microsoft.com/office/drawing/2014/main" id="{C9068E3A-48BF-484E-A77A-45A308BF5D9F}"/>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11" name="Group 1110">
              <a:extLst>
                <a:ext uri="{FF2B5EF4-FFF2-40B4-BE49-F238E27FC236}">
                  <a16:creationId xmlns:a16="http://schemas.microsoft.com/office/drawing/2014/main" id="{F7021DC8-4258-594D-C11E-6B36664D4B6B}"/>
                </a:ext>
              </a:extLst>
            </p:cNvPr>
            <p:cNvGrpSpPr/>
            <p:nvPr/>
          </p:nvGrpSpPr>
          <p:grpSpPr>
            <a:xfrm>
              <a:off x="1102940" y="1538374"/>
              <a:ext cx="37817" cy="61390"/>
              <a:chOff x="3883481" y="2057400"/>
              <a:chExt cx="1608363" cy="2652031"/>
            </a:xfrm>
            <a:solidFill>
              <a:srgbClr val="A6A6A6">
                <a:alpha val="20000"/>
              </a:srgbClr>
            </a:solidFill>
          </p:grpSpPr>
          <p:sp>
            <p:nvSpPr>
              <p:cNvPr id="1112" name="Oval 27">
                <a:extLst>
                  <a:ext uri="{FF2B5EF4-FFF2-40B4-BE49-F238E27FC236}">
                    <a16:creationId xmlns:a16="http://schemas.microsoft.com/office/drawing/2014/main" id="{17E081B5-4D87-C5D3-7E62-CB09AB0BEBB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13" name="Oval 28">
                <a:extLst>
                  <a:ext uri="{FF2B5EF4-FFF2-40B4-BE49-F238E27FC236}">
                    <a16:creationId xmlns:a16="http://schemas.microsoft.com/office/drawing/2014/main" id="{7429C93E-7B70-72D5-C4CA-FF2F4E56E6B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14" name="Group 1113">
            <a:extLst>
              <a:ext uri="{FF2B5EF4-FFF2-40B4-BE49-F238E27FC236}">
                <a16:creationId xmlns:a16="http://schemas.microsoft.com/office/drawing/2014/main" id="{EEEBAC1D-B727-C44A-3957-D6F9822D1B69}"/>
              </a:ext>
            </a:extLst>
          </p:cNvPr>
          <p:cNvGrpSpPr/>
          <p:nvPr/>
        </p:nvGrpSpPr>
        <p:grpSpPr>
          <a:xfrm>
            <a:off x="1268843" y="1532283"/>
            <a:ext cx="721206" cy="610032"/>
            <a:chOff x="1268843" y="1532283"/>
            <a:chExt cx="721206" cy="610032"/>
          </a:xfrm>
        </p:grpSpPr>
        <p:sp>
          <p:nvSpPr>
            <p:cNvPr id="1115" name="Rectangle 1114">
              <a:extLst>
                <a:ext uri="{FF2B5EF4-FFF2-40B4-BE49-F238E27FC236}">
                  <a16:creationId xmlns:a16="http://schemas.microsoft.com/office/drawing/2014/main" id="{66CE2EF4-05E1-7AA8-EC04-6DFC8B6C682E}"/>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1116" name="Right Triangle 1115">
              <a:extLst>
                <a:ext uri="{FF2B5EF4-FFF2-40B4-BE49-F238E27FC236}">
                  <a16:creationId xmlns:a16="http://schemas.microsoft.com/office/drawing/2014/main" id="{7B7996E7-3391-DD02-DC3C-B3A922FFD984}"/>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17" name="Group 1116">
              <a:extLst>
                <a:ext uri="{FF2B5EF4-FFF2-40B4-BE49-F238E27FC236}">
                  <a16:creationId xmlns:a16="http://schemas.microsoft.com/office/drawing/2014/main" id="{C2E4B1BB-76FA-147D-2997-1A4BBE0A277D}"/>
                </a:ext>
              </a:extLst>
            </p:cNvPr>
            <p:cNvGrpSpPr/>
            <p:nvPr/>
          </p:nvGrpSpPr>
          <p:grpSpPr>
            <a:xfrm>
              <a:off x="1939436" y="1538374"/>
              <a:ext cx="37817" cy="61390"/>
              <a:chOff x="3883481" y="2057400"/>
              <a:chExt cx="1608363" cy="2652031"/>
            </a:xfrm>
            <a:solidFill>
              <a:srgbClr val="A6A6A6">
                <a:alpha val="20000"/>
              </a:srgbClr>
            </a:solidFill>
          </p:grpSpPr>
          <p:sp>
            <p:nvSpPr>
              <p:cNvPr id="1118" name="Oval 27">
                <a:extLst>
                  <a:ext uri="{FF2B5EF4-FFF2-40B4-BE49-F238E27FC236}">
                    <a16:creationId xmlns:a16="http://schemas.microsoft.com/office/drawing/2014/main" id="{1BFA88A1-4F8C-0016-7A6C-CB59748B67C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19" name="Oval 28">
                <a:extLst>
                  <a:ext uri="{FF2B5EF4-FFF2-40B4-BE49-F238E27FC236}">
                    <a16:creationId xmlns:a16="http://schemas.microsoft.com/office/drawing/2014/main" id="{9405AD99-EBAC-FAD8-0CDE-EBA3B737409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32" name="Group 1131">
            <a:extLst>
              <a:ext uri="{FF2B5EF4-FFF2-40B4-BE49-F238E27FC236}">
                <a16:creationId xmlns:a16="http://schemas.microsoft.com/office/drawing/2014/main" id="{A0D99039-5D36-19AC-59C5-9E882E412A1A}"/>
              </a:ext>
            </a:extLst>
          </p:cNvPr>
          <p:cNvGrpSpPr/>
          <p:nvPr/>
        </p:nvGrpSpPr>
        <p:grpSpPr>
          <a:xfrm>
            <a:off x="431659" y="2974054"/>
            <a:ext cx="721891" cy="609701"/>
            <a:chOff x="431659" y="2974054"/>
            <a:chExt cx="721891" cy="609701"/>
          </a:xfrm>
        </p:grpSpPr>
        <p:sp>
          <p:nvSpPr>
            <p:cNvPr id="1133" name="Rectangle 1132">
              <a:extLst>
                <a:ext uri="{FF2B5EF4-FFF2-40B4-BE49-F238E27FC236}">
                  <a16:creationId xmlns:a16="http://schemas.microsoft.com/office/drawing/2014/main" id="{53EA25F1-10F5-98B6-FE1F-F6BA30BC9791}"/>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1134" name="Right Triangle 1133">
              <a:extLst>
                <a:ext uri="{FF2B5EF4-FFF2-40B4-BE49-F238E27FC236}">
                  <a16:creationId xmlns:a16="http://schemas.microsoft.com/office/drawing/2014/main" id="{AB7DA2F9-2606-789A-B4D2-275B299D820F}"/>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35" name="Group 1134">
              <a:extLst>
                <a:ext uri="{FF2B5EF4-FFF2-40B4-BE49-F238E27FC236}">
                  <a16:creationId xmlns:a16="http://schemas.microsoft.com/office/drawing/2014/main" id="{C31150A3-A7B6-DFBD-E32E-F7C419309F3A}"/>
                </a:ext>
              </a:extLst>
            </p:cNvPr>
            <p:cNvGrpSpPr/>
            <p:nvPr/>
          </p:nvGrpSpPr>
          <p:grpSpPr>
            <a:xfrm>
              <a:off x="1102940" y="2981762"/>
              <a:ext cx="37817" cy="61390"/>
              <a:chOff x="3883481" y="2057400"/>
              <a:chExt cx="1608363" cy="2652031"/>
            </a:xfrm>
            <a:solidFill>
              <a:srgbClr val="A6A6A6">
                <a:alpha val="20000"/>
              </a:srgbClr>
            </a:solidFill>
          </p:grpSpPr>
          <p:sp>
            <p:nvSpPr>
              <p:cNvPr id="1136" name="Oval 27">
                <a:extLst>
                  <a:ext uri="{FF2B5EF4-FFF2-40B4-BE49-F238E27FC236}">
                    <a16:creationId xmlns:a16="http://schemas.microsoft.com/office/drawing/2014/main" id="{B3A26525-906B-7C84-8AA2-3ECC0272F70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37" name="Oval 28">
                <a:extLst>
                  <a:ext uri="{FF2B5EF4-FFF2-40B4-BE49-F238E27FC236}">
                    <a16:creationId xmlns:a16="http://schemas.microsoft.com/office/drawing/2014/main" id="{AB76D00A-DF65-505F-C048-ADAE13D1A4A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50" name="Group 1149">
            <a:extLst>
              <a:ext uri="{FF2B5EF4-FFF2-40B4-BE49-F238E27FC236}">
                <a16:creationId xmlns:a16="http://schemas.microsoft.com/office/drawing/2014/main" id="{A9B1A550-6DF9-2D66-23FB-22759BC5A9C3}"/>
              </a:ext>
            </a:extLst>
          </p:cNvPr>
          <p:cNvGrpSpPr/>
          <p:nvPr/>
        </p:nvGrpSpPr>
        <p:grpSpPr>
          <a:xfrm>
            <a:off x="1268380" y="2974053"/>
            <a:ext cx="721206" cy="609701"/>
            <a:chOff x="1268380" y="2974053"/>
            <a:chExt cx="721206" cy="609701"/>
          </a:xfrm>
        </p:grpSpPr>
        <p:sp>
          <p:nvSpPr>
            <p:cNvPr id="1151" name="Rectangle 1150">
              <a:extLst>
                <a:ext uri="{FF2B5EF4-FFF2-40B4-BE49-F238E27FC236}">
                  <a16:creationId xmlns:a16="http://schemas.microsoft.com/office/drawing/2014/main" id="{384D5E5E-2B81-D396-19ED-3B3A7837C439}"/>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1152" name="Right Triangle 1151">
              <a:extLst>
                <a:ext uri="{FF2B5EF4-FFF2-40B4-BE49-F238E27FC236}">
                  <a16:creationId xmlns:a16="http://schemas.microsoft.com/office/drawing/2014/main" id="{03F7DD5E-BE1D-1E9F-5DDE-F7278CD4264B}"/>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53" name="Group 1152">
              <a:extLst>
                <a:ext uri="{FF2B5EF4-FFF2-40B4-BE49-F238E27FC236}">
                  <a16:creationId xmlns:a16="http://schemas.microsoft.com/office/drawing/2014/main" id="{30DC0C09-5A9D-0AB4-ADB8-7FD33070670F}"/>
                </a:ext>
              </a:extLst>
            </p:cNvPr>
            <p:cNvGrpSpPr/>
            <p:nvPr/>
          </p:nvGrpSpPr>
          <p:grpSpPr>
            <a:xfrm>
              <a:off x="1938973" y="2986452"/>
              <a:ext cx="37817" cy="61390"/>
              <a:chOff x="3883481" y="2057400"/>
              <a:chExt cx="1608363" cy="2652031"/>
            </a:xfrm>
            <a:solidFill>
              <a:srgbClr val="A6A6A6">
                <a:alpha val="20000"/>
              </a:srgbClr>
            </a:solidFill>
          </p:grpSpPr>
          <p:sp>
            <p:nvSpPr>
              <p:cNvPr id="1154" name="Oval 27">
                <a:extLst>
                  <a:ext uri="{FF2B5EF4-FFF2-40B4-BE49-F238E27FC236}">
                    <a16:creationId xmlns:a16="http://schemas.microsoft.com/office/drawing/2014/main" id="{89D356B5-6DE9-3FF4-EBD8-C12D2CAD654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55" name="Oval 28">
                <a:extLst>
                  <a:ext uri="{FF2B5EF4-FFF2-40B4-BE49-F238E27FC236}">
                    <a16:creationId xmlns:a16="http://schemas.microsoft.com/office/drawing/2014/main" id="{152E1850-A27C-529A-34FA-41B5CF7C06C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56" name="Group 1155">
            <a:extLst>
              <a:ext uri="{FF2B5EF4-FFF2-40B4-BE49-F238E27FC236}">
                <a16:creationId xmlns:a16="http://schemas.microsoft.com/office/drawing/2014/main" id="{D63C3F50-B7A0-5ABA-A01B-EF21C50133D2}"/>
              </a:ext>
            </a:extLst>
          </p:cNvPr>
          <p:cNvGrpSpPr/>
          <p:nvPr/>
        </p:nvGrpSpPr>
        <p:grpSpPr>
          <a:xfrm>
            <a:off x="2938534" y="811556"/>
            <a:ext cx="721206" cy="609701"/>
            <a:chOff x="2938534" y="811556"/>
            <a:chExt cx="721206" cy="609701"/>
          </a:xfrm>
        </p:grpSpPr>
        <p:sp>
          <p:nvSpPr>
            <p:cNvPr id="1157" name="Rectangle 1156">
              <a:extLst>
                <a:ext uri="{FF2B5EF4-FFF2-40B4-BE49-F238E27FC236}">
                  <a16:creationId xmlns:a16="http://schemas.microsoft.com/office/drawing/2014/main" id="{93C6041D-8ABD-EBB7-3C9A-08B05940A598}"/>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1158" name="Rectangle 1157">
              <a:extLst>
                <a:ext uri="{FF2B5EF4-FFF2-40B4-BE49-F238E27FC236}">
                  <a16:creationId xmlns:a16="http://schemas.microsoft.com/office/drawing/2014/main" id="{C6880B1E-B0FF-406C-CB30-5276CC1595F3}"/>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59" name="Oval 15">
              <a:extLst>
                <a:ext uri="{FF2B5EF4-FFF2-40B4-BE49-F238E27FC236}">
                  <a16:creationId xmlns:a16="http://schemas.microsoft.com/office/drawing/2014/main" id="{9E62260B-9653-DBBF-4CB0-9A2A27047DD1}"/>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60" name="Straight Connector 1159">
              <a:extLst>
                <a:ext uri="{FF2B5EF4-FFF2-40B4-BE49-F238E27FC236}">
                  <a16:creationId xmlns:a16="http://schemas.microsoft.com/office/drawing/2014/main" id="{FA7D1903-38AA-A63E-EB3C-74B0BC333F08}"/>
                </a:ext>
              </a:extLst>
            </p:cNvPr>
            <p:cNvCxnSpPr>
              <a:cxnSpLocks/>
              <a:stCxn id="1159"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61" name="Straight Connector 1160">
              <a:extLst>
                <a:ext uri="{FF2B5EF4-FFF2-40B4-BE49-F238E27FC236}">
                  <a16:creationId xmlns:a16="http://schemas.microsoft.com/office/drawing/2014/main" id="{A8258888-0E4F-6992-43CE-3E688347482C}"/>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68" name="Group 1167">
            <a:extLst>
              <a:ext uri="{FF2B5EF4-FFF2-40B4-BE49-F238E27FC236}">
                <a16:creationId xmlns:a16="http://schemas.microsoft.com/office/drawing/2014/main" id="{79AFB418-EE97-32DB-A8F2-50020DBDA6A3}"/>
              </a:ext>
            </a:extLst>
          </p:cNvPr>
          <p:cNvGrpSpPr/>
          <p:nvPr/>
        </p:nvGrpSpPr>
        <p:grpSpPr>
          <a:xfrm>
            <a:off x="431659" y="811556"/>
            <a:ext cx="721206" cy="609701"/>
            <a:chOff x="431659" y="811556"/>
            <a:chExt cx="721206" cy="609701"/>
          </a:xfrm>
        </p:grpSpPr>
        <p:sp>
          <p:nvSpPr>
            <p:cNvPr id="1169" name="Rectangle 1168">
              <a:extLst>
                <a:ext uri="{FF2B5EF4-FFF2-40B4-BE49-F238E27FC236}">
                  <a16:creationId xmlns:a16="http://schemas.microsoft.com/office/drawing/2014/main" id="{E50B4D70-E6D4-04A0-F10F-E37CB9EF8924}"/>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1170" name="Right Triangle 1169">
              <a:extLst>
                <a:ext uri="{FF2B5EF4-FFF2-40B4-BE49-F238E27FC236}">
                  <a16:creationId xmlns:a16="http://schemas.microsoft.com/office/drawing/2014/main" id="{57E1AB4F-80EA-B4CE-8BCF-4EFEF60B84B0}"/>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71" name="Group 1170">
              <a:extLst>
                <a:ext uri="{FF2B5EF4-FFF2-40B4-BE49-F238E27FC236}">
                  <a16:creationId xmlns:a16="http://schemas.microsoft.com/office/drawing/2014/main" id="{8DACF0E3-EE48-86F2-5C82-5415EF54490D}"/>
                </a:ext>
              </a:extLst>
            </p:cNvPr>
            <p:cNvGrpSpPr/>
            <p:nvPr/>
          </p:nvGrpSpPr>
          <p:grpSpPr>
            <a:xfrm>
              <a:off x="1100969" y="819591"/>
              <a:ext cx="37817" cy="61390"/>
              <a:chOff x="3883481" y="2057400"/>
              <a:chExt cx="1608363" cy="2652031"/>
            </a:xfrm>
            <a:solidFill>
              <a:srgbClr val="A6A6A6">
                <a:alpha val="20000"/>
              </a:srgbClr>
            </a:solidFill>
          </p:grpSpPr>
          <p:sp>
            <p:nvSpPr>
              <p:cNvPr id="1172" name="Oval 27">
                <a:extLst>
                  <a:ext uri="{FF2B5EF4-FFF2-40B4-BE49-F238E27FC236}">
                    <a16:creationId xmlns:a16="http://schemas.microsoft.com/office/drawing/2014/main" id="{AE9920CE-BB9E-822A-CA5E-E33520D39F0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3" name="Oval 28">
                <a:extLst>
                  <a:ext uri="{FF2B5EF4-FFF2-40B4-BE49-F238E27FC236}">
                    <a16:creationId xmlns:a16="http://schemas.microsoft.com/office/drawing/2014/main" id="{6FBD70D2-9BF7-BED2-CCE5-81003BEB71A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74" name="Group 1173">
            <a:extLst>
              <a:ext uri="{FF2B5EF4-FFF2-40B4-BE49-F238E27FC236}">
                <a16:creationId xmlns:a16="http://schemas.microsoft.com/office/drawing/2014/main" id="{5A9E43F5-33F8-9624-CDCA-E1A715D79872}"/>
              </a:ext>
            </a:extLst>
          </p:cNvPr>
          <p:cNvGrpSpPr/>
          <p:nvPr/>
        </p:nvGrpSpPr>
        <p:grpSpPr>
          <a:xfrm>
            <a:off x="1267285" y="811556"/>
            <a:ext cx="721206" cy="609701"/>
            <a:chOff x="1267285" y="811556"/>
            <a:chExt cx="721206" cy="609701"/>
          </a:xfrm>
        </p:grpSpPr>
        <p:sp>
          <p:nvSpPr>
            <p:cNvPr id="1175" name="Rectangle 1174">
              <a:extLst>
                <a:ext uri="{FF2B5EF4-FFF2-40B4-BE49-F238E27FC236}">
                  <a16:creationId xmlns:a16="http://schemas.microsoft.com/office/drawing/2014/main" id="{140E798D-16B6-F957-4F6E-23D74DC70014}"/>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1176" name="Right Triangle 1175">
              <a:extLst>
                <a:ext uri="{FF2B5EF4-FFF2-40B4-BE49-F238E27FC236}">
                  <a16:creationId xmlns:a16="http://schemas.microsoft.com/office/drawing/2014/main" id="{20444F99-579F-B555-37E8-ED4D1B26F684}"/>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77" name="Group 1176">
              <a:extLst>
                <a:ext uri="{FF2B5EF4-FFF2-40B4-BE49-F238E27FC236}">
                  <a16:creationId xmlns:a16="http://schemas.microsoft.com/office/drawing/2014/main" id="{54982168-6B8F-FD27-B8E8-56C5372D8765}"/>
                </a:ext>
              </a:extLst>
            </p:cNvPr>
            <p:cNvGrpSpPr/>
            <p:nvPr/>
          </p:nvGrpSpPr>
          <p:grpSpPr>
            <a:xfrm>
              <a:off x="1937878" y="819591"/>
              <a:ext cx="37817" cy="61390"/>
              <a:chOff x="3883481" y="2057400"/>
              <a:chExt cx="1608363" cy="2652031"/>
            </a:xfrm>
            <a:solidFill>
              <a:srgbClr val="A6A6A6">
                <a:alpha val="20000"/>
              </a:srgbClr>
            </a:solidFill>
          </p:grpSpPr>
          <p:sp>
            <p:nvSpPr>
              <p:cNvPr id="1178" name="Oval 27">
                <a:extLst>
                  <a:ext uri="{FF2B5EF4-FFF2-40B4-BE49-F238E27FC236}">
                    <a16:creationId xmlns:a16="http://schemas.microsoft.com/office/drawing/2014/main" id="{AAB0B183-A977-A935-5015-8FBF677FCF8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9" name="Oval 28">
                <a:extLst>
                  <a:ext uri="{FF2B5EF4-FFF2-40B4-BE49-F238E27FC236}">
                    <a16:creationId xmlns:a16="http://schemas.microsoft.com/office/drawing/2014/main" id="{310E7826-1B2D-BB11-F0AF-6E36AE87010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86" name="Group 1185">
            <a:extLst>
              <a:ext uri="{FF2B5EF4-FFF2-40B4-BE49-F238E27FC236}">
                <a16:creationId xmlns:a16="http://schemas.microsoft.com/office/drawing/2014/main" id="{511A91E0-DFD4-C5C4-C9B4-CBAE3E2C43B2}"/>
              </a:ext>
            </a:extLst>
          </p:cNvPr>
          <p:cNvGrpSpPr/>
          <p:nvPr/>
        </p:nvGrpSpPr>
        <p:grpSpPr>
          <a:xfrm>
            <a:off x="2889438" y="751337"/>
            <a:ext cx="5022643" cy="5001728"/>
            <a:chOff x="2889438" y="751337"/>
            <a:chExt cx="5022643" cy="5001728"/>
          </a:xfrm>
        </p:grpSpPr>
        <p:cxnSp>
          <p:nvCxnSpPr>
            <p:cNvPr id="1187" name="Straight Connector 1186">
              <a:extLst>
                <a:ext uri="{FF2B5EF4-FFF2-40B4-BE49-F238E27FC236}">
                  <a16:creationId xmlns:a16="http://schemas.microsoft.com/office/drawing/2014/main" id="{227053B0-D9D6-F8A6-A418-8F7FD10432F7}"/>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88" name="Straight Connector 1187">
              <a:extLst>
                <a:ext uri="{FF2B5EF4-FFF2-40B4-BE49-F238E27FC236}">
                  <a16:creationId xmlns:a16="http://schemas.microsoft.com/office/drawing/2014/main" id="{BB7C20FE-D3A5-D2AB-9B97-A67B83F85207}"/>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89" name="Straight Connector 1188">
              <a:extLst>
                <a:ext uri="{FF2B5EF4-FFF2-40B4-BE49-F238E27FC236}">
                  <a16:creationId xmlns:a16="http://schemas.microsoft.com/office/drawing/2014/main" id="{E842C549-A2EC-D919-FB04-F12F4DB42A95}"/>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90" name="Straight Connector 1189">
              <a:extLst>
                <a:ext uri="{FF2B5EF4-FFF2-40B4-BE49-F238E27FC236}">
                  <a16:creationId xmlns:a16="http://schemas.microsoft.com/office/drawing/2014/main" id="{44AD1B1E-3863-F761-3869-B4FB0BAD7481}"/>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91" name="Straight Connector 1190">
              <a:extLst>
                <a:ext uri="{FF2B5EF4-FFF2-40B4-BE49-F238E27FC236}">
                  <a16:creationId xmlns:a16="http://schemas.microsoft.com/office/drawing/2014/main" id="{2C370AA6-8DC1-456D-C51F-A761DB3313AB}"/>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92" name="Straight Connector 1191">
              <a:extLst>
                <a:ext uri="{FF2B5EF4-FFF2-40B4-BE49-F238E27FC236}">
                  <a16:creationId xmlns:a16="http://schemas.microsoft.com/office/drawing/2014/main" id="{D8FD70EF-B344-44DB-1C51-7D261ACD8472}"/>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93" name="Straight Connector 1192">
              <a:extLst>
                <a:ext uri="{FF2B5EF4-FFF2-40B4-BE49-F238E27FC236}">
                  <a16:creationId xmlns:a16="http://schemas.microsoft.com/office/drawing/2014/main" id="{48C53D1F-588A-EB0B-73F8-3FE440D875B1}"/>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94" name="Straight Connector 1193">
              <a:extLst>
                <a:ext uri="{FF2B5EF4-FFF2-40B4-BE49-F238E27FC236}">
                  <a16:creationId xmlns:a16="http://schemas.microsoft.com/office/drawing/2014/main" id="{49EA7AA1-782A-27D8-47B3-2D1AFA09D0D1}"/>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95" name="Straight Connector 1194">
              <a:extLst>
                <a:ext uri="{FF2B5EF4-FFF2-40B4-BE49-F238E27FC236}">
                  <a16:creationId xmlns:a16="http://schemas.microsoft.com/office/drawing/2014/main" id="{9FEA5AC8-9232-8921-94EF-B0648B6FCE40}"/>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96" name="Straight Connector 1195">
              <a:extLst>
                <a:ext uri="{FF2B5EF4-FFF2-40B4-BE49-F238E27FC236}">
                  <a16:creationId xmlns:a16="http://schemas.microsoft.com/office/drawing/2014/main" id="{C7279A7F-19D4-30C0-3FBD-BCFE4B23DDFB}"/>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228" name="Group 1227">
            <a:extLst>
              <a:ext uri="{FF2B5EF4-FFF2-40B4-BE49-F238E27FC236}">
                <a16:creationId xmlns:a16="http://schemas.microsoft.com/office/drawing/2014/main" id="{A68F2A36-C168-FD61-5BEE-BA74B7154ACE}"/>
              </a:ext>
            </a:extLst>
          </p:cNvPr>
          <p:cNvGrpSpPr/>
          <p:nvPr/>
        </p:nvGrpSpPr>
        <p:grpSpPr>
          <a:xfrm>
            <a:off x="6286130" y="4419624"/>
            <a:ext cx="721206" cy="609701"/>
            <a:chOff x="6286130" y="4419624"/>
            <a:chExt cx="721206" cy="609701"/>
          </a:xfrm>
        </p:grpSpPr>
        <p:sp>
          <p:nvSpPr>
            <p:cNvPr id="1229" name="Rectangle 1228">
              <a:hlinkHover r:id="" action="ppaction://noaction" highlightClick="1"/>
              <a:extLst>
                <a:ext uri="{FF2B5EF4-FFF2-40B4-BE49-F238E27FC236}">
                  <a16:creationId xmlns:a16="http://schemas.microsoft.com/office/drawing/2014/main" id="{57D371E2-580E-A44F-DD5F-B0B61E13D8A5}"/>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1230" name="Oval 1229">
              <a:extLst>
                <a:ext uri="{FF2B5EF4-FFF2-40B4-BE49-F238E27FC236}">
                  <a16:creationId xmlns:a16="http://schemas.microsoft.com/office/drawing/2014/main" id="{D3A99F13-2E1C-E848-5FA8-EA7AF3CAEC26}"/>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31" name="Isosceles Triangle 648">
              <a:extLst>
                <a:ext uri="{FF2B5EF4-FFF2-40B4-BE49-F238E27FC236}">
                  <a16:creationId xmlns:a16="http://schemas.microsoft.com/office/drawing/2014/main" id="{C1931226-CC3F-0C39-F9A7-56B983753827}"/>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32" name="Group 1231">
            <a:extLst>
              <a:ext uri="{FF2B5EF4-FFF2-40B4-BE49-F238E27FC236}">
                <a16:creationId xmlns:a16="http://schemas.microsoft.com/office/drawing/2014/main" id="{CA4A1AF9-D18B-6C5A-CA97-D2D3BE30B170}"/>
              </a:ext>
            </a:extLst>
          </p:cNvPr>
          <p:cNvGrpSpPr/>
          <p:nvPr/>
        </p:nvGrpSpPr>
        <p:grpSpPr>
          <a:xfrm>
            <a:off x="5458940" y="5135305"/>
            <a:ext cx="721206" cy="609701"/>
            <a:chOff x="5458940" y="5135305"/>
            <a:chExt cx="721206" cy="609701"/>
          </a:xfrm>
        </p:grpSpPr>
        <p:sp>
          <p:nvSpPr>
            <p:cNvPr id="1233" name="Rectangle 1232">
              <a:hlinkHover r:id="" action="ppaction://noaction" highlightClick="1"/>
              <a:extLst>
                <a:ext uri="{FF2B5EF4-FFF2-40B4-BE49-F238E27FC236}">
                  <a16:creationId xmlns:a16="http://schemas.microsoft.com/office/drawing/2014/main" id="{AB7E3FA6-DAA1-583F-7013-D579DF2E2E91}"/>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1234" name="Oval 1233">
              <a:extLst>
                <a:ext uri="{FF2B5EF4-FFF2-40B4-BE49-F238E27FC236}">
                  <a16:creationId xmlns:a16="http://schemas.microsoft.com/office/drawing/2014/main" id="{E9DBE490-59CD-4F3E-F405-3F5E183EE48C}"/>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35" name="Isosceles Triangle 648">
              <a:extLst>
                <a:ext uri="{FF2B5EF4-FFF2-40B4-BE49-F238E27FC236}">
                  <a16:creationId xmlns:a16="http://schemas.microsoft.com/office/drawing/2014/main" id="{99F5CAF3-E7BC-4E08-0833-6E3011ADEE26}"/>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36" name="Group 1235">
            <a:extLst>
              <a:ext uri="{FF2B5EF4-FFF2-40B4-BE49-F238E27FC236}">
                <a16:creationId xmlns:a16="http://schemas.microsoft.com/office/drawing/2014/main" id="{2455CDF6-FFEE-77AC-BBA4-1324E1E5E086}"/>
              </a:ext>
            </a:extLst>
          </p:cNvPr>
          <p:cNvGrpSpPr/>
          <p:nvPr/>
        </p:nvGrpSpPr>
        <p:grpSpPr>
          <a:xfrm>
            <a:off x="6289146" y="5141017"/>
            <a:ext cx="721206" cy="609701"/>
            <a:chOff x="6289146" y="5141017"/>
            <a:chExt cx="721206" cy="609701"/>
          </a:xfrm>
        </p:grpSpPr>
        <p:sp>
          <p:nvSpPr>
            <p:cNvPr id="1237" name="Rectangle 1236">
              <a:hlinkHover r:id="" action="ppaction://noaction" highlightClick="1"/>
              <a:extLst>
                <a:ext uri="{FF2B5EF4-FFF2-40B4-BE49-F238E27FC236}">
                  <a16:creationId xmlns:a16="http://schemas.microsoft.com/office/drawing/2014/main" id="{EBD4A261-04DA-85B7-28B5-5F92EB8B796F}"/>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1238" name="Oval 1237">
              <a:extLst>
                <a:ext uri="{FF2B5EF4-FFF2-40B4-BE49-F238E27FC236}">
                  <a16:creationId xmlns:a16="http://schemas.microsoft.com/office/drawing/2014/main" id="{4122DB94-B24A-B578-4986-4351CA211721}"/>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39" name="Isosceles Triangle 648">
              <a:extLst>
                <a:ext uri="{FF2B5EF4-FFF2-40B4-BE49-F238E27FC236}">
                  <a16:creationId xmlns:a16="http://schemas.microsoft.com/office/drawing/2014/main" id="{0F0863E7-9FDF-1B5D-512E-44DD26B08F3C}"/>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40" name="Group 1239">
            <a:extLst>
              <a:ext uri="{FF2B5EF4-FFF2-40B4-BE49-F238E27FC236}">
                <a16:creationId xmlns:a16="http://schemas.microsoft.com/office/drawing/2014/main" id="{1B49AC84-29F5-0B36-7937-8AFEF64DFF13}"/>
              </a:ext>
            </a:extLst>
          </p:cNvPr>
          <p:cNvGrpSpPr/>
          <p:nvPr/>
        </p:nvGrpSpPr>
        <p:grpSpPr>
          <a:xfrm>
            <a:off x="7122911" y="4419624"/>
            <a:ext cx="721206" cy="609701"/>
            <a:chOff x="7122911" y="4419624"/>
            <a:chExt cx="721206" cy="609701"/>
          </a:xfrm>
        </p:grpSpPr>
        <p:sp>
          <p:nvSpPr>
            <p:cNvPr id="1241" name="Rectangle 1240">
              <a:hlinkHover r:id="" action="ppaction://noaction" highlightClick="1"/>
              <a:extLst>
                <a:ext uri="{FF2B5EF4-FFF2-40B4-BE49-F238E27FC236}">
                  <a16:creationId xmlns:a16="http://schemas.microsoft.com/office/drawing/2014/main" id="{49954273-5FD5-33E7-7E55-E0A1DCBBB964}"/>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1242" name="Oval 1241">
              <a:extLst>
                <a:ext uri="{FF2B5EF4-FFF2-40B4-BE49-F238E27FC236}">
                  <a16:creationId xmlns:a16="http://schemas.microsoft.com/office/drawing/2014/main" id="{80FD0061-D9F9-FF9F-9EE5-ADF92C514F77}"/>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3" name="Isosceles Triangle 648">
              <a:extLst>
                <a:ext uri="{FF2B5EF4-FFF2-40B4-BE49-F238E27FC236}">
                  <a16:creationId xmlns:a16="http://schemas.microsoft.com/office/drawing/2014/main" id="{F0D1E4B3-EB4C-320C-53AF-BE269C07B6AC}"/>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48" name="Group 1247">
            <a:extLst>
              <a:ext uri="{FF2B5EF4-FFF2-40B4-BE49-F238E27FC236}">
                <a16:creationId xmlns:a16="http://schemas.microsoft.com/office/drawing/2014/main" id="{C6A23192-1BB9-E6EA-AD40-1ED81EAF8950}"/>
              </a:ext>
            </a:extLst>
          </p:cNvPr>
          <p:cNvGrpSpPr/>
          <p:nvPr/>
        </p:nvGrpSpPr>
        <p:grpSpPr>
          <a:xfrm>
            <a:off x="5454385" y="4419624"/>
            <a:ext cx="721206" cy="609701"/>
            <a:chOff x="5454385" y="4419624"/>
            <a:chExt cx="721206" cy="609701"/>
          </a:xfrm>
        </p:grpSpPr>
        <p:sp>
          <p:nvSpPr>
            <p:cNvPr id="1249" name="Rectangle 1248">
              <a:hlinkHover r:id="" action="ppaction://noaction" highlightClick="1"/>
              <a:extLst>
                <a:ext uri="{FF2B5EF4-FFF2-40B4-BE49-F238E27FC236}">
                  <a16:creationId xmlns:a16="http://schemas.microsoft.com/office/drawing/2014/main" id="{52F595FC-54B3-A40C-CBB7-FB8EBE487CAC}"/>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1250" name="Oval 1249">
              <a:extLst>
                <a:ext uri="{FF2B5EF4-FFF2-40B4-BE49-F238E27FC236}">
                  <a16:creationId xmlns:a16="http://schemas.microsoft.com/office/drawing/2014/main" id="{7ECA0621-5CC3-4E58-9276-04F0779D23F5}"/>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51" name="Isosceles Triangle 648">
              <a:extLst>
                <a:ext uri="{FF2B5EF4-FFF2-40B4-BE49-F238E27FC236}">
                  <a16:creationId xmlns:a16="http://schemas.microsoft.com/office/drawing/2014/main" id="{6D5FEC19-B475-33A2-DEF5-51BF44575DA6}"/>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60" name="Group 1259">
            <a:extLst>
              <a:ext uri="{FF2B5EF4-FFF2-40B4-BE49-F238E27FC236}">
                <a16:creationId xmlns:a16="http://schemas.microsoft.com/office/drawing/2014/main" id="{26E7B043-F251-41D2-672E-C03E78797241}"/>
              </a:ext>
            </a:extLst>
          </p:cNvPr>
          <p:cNvGrpSpPr/>
          <p:nvPr/>
        </p:nvGrpSpPr>
        <p:grpSpPr>
          <a:xfrm>
            <a:off x="7125833" y="5143368"/>
            <a:ext cx="721206" cy="609701"/>
            <a:chOff x="7125833" y="5143368"/>
            <a:chExt cx="721206" cy="609701"/>
          </a:xfrm>
        </p:grpSpPr>
        <p:sp>
          <p:nvSpPr>
            <p:cNvPr id="1261" name="Rectangle 1260">
              <a:hlinkHover r:id="" action="ppaction://noaction" highlightClick="1"/>
              <a:extLst>
                <a:ext uri="{FF2B5EF4-FFF2-40B4-BE49-F238E27FC236}">
                  <a16:creationId xmlns:a16="http://schemas.microsoft.com/office/drawing/2014/main" id="{47495D7C-A2E0-556C-1810-35B4F5E54D61}"/>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1262" name="Oval 1261">
              <a:extLst>
                <a:ext uri="{FF2B5EF4-FFF2-40B4-BE49-F238E27FC236}">
                  <a16:creationId xmlns:a16="http://schemas.microsoft.com/office/drawing/2014/main" id="{F5D9F79B-04E7-7404-02B2-440EAACA5CA0}"/>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63" name="Isosceles Triangle 648">
              <a:extLst>
                <a:ext uri="{FF2B5EF4-FFF2-40B4-BE49-F238E27FC236}">
                  <a16:creationId xmlns:a16="http://schemas.microsoft.com/office/drawing/2014/main" id="{BC0E3C3F-DDF4-7F62-C5EA-297B11E0D058}"/>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64" name="Group 1263">
            <a:extLst>
              <a:ext uri="{FF2B5EF4-FFF2-40B4-BE49-F238E27FC236}">
                <a16:creationId xmlns:a16="http://schemas.microsoft.com/office/drawing/2014/main" id="{C409A0BB-A364-B6C9-3A31-9C6F00E77D1B}"/>
              </a:ext>
            </a:extLst>
          </p:cNvPr>
          <p:cNvGrpSpPr/>
          <p:nvPr/>
        </p:nvGrpSpPr>
        <p:grpSpPr>
          <a:xfrm>
            <a:off x="7122911" y="3698231"/>
            <a:ext cx="721206" cy="609701"/>
            <a:chOff x="7122911" y="3698231"/>
            <a:chExt cx="721206" cy="609701"/>
          </a:xfrm>
        </p:grpSpPr>
        <p:sp>
          <p:nvSpPr>
            <p:cNvPr id="1265" name="Rectangle 1264">
              <a:hlinkHover r:id="" action="ppaction://noaction" highlightClick="1"/>
              <a:extLst>
                <a:ext uri="{FF2B5EF4-FFF2-40B4-BE49-F238E27FC236}">
                  <a16:creationId xmlns:a16="http://schemas.microsoft.com/office/drawing/2014/main" id="{612CBACB-E80C-DBCE-8230-08D640D74034}"/>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1266" name="Oval 1265">
              <a:extLst>
                <a:ext uri="{FF2B5EF4-FFF2-40B4-BE49-F238E27FC236}">
                  <a16:creationId xmlns:a16="http://schemas.microsoft.com/office/drawing/2014/main" id="{45E3AA54-8B99-363F-3A93-FAA8706E631E}"/>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67" name="Isosceles Triangle 648">
              <a:extLst>
                <a:ext uri="{FF2B5EF4-FFF2-40B4-BE49-F238E27FC236}">
                  <a16:creationId xmlns:a16="http://schemas.microsoft.com/office/drawing/2014/main" id="{489B37FA-F313-6EDD-EED9-B99B85C52006}"/>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68" name="Group 1267">
            <a:extLst>
              <a:ext uri="{FF2B5EF4-FFF2-40B4-BE49-F238E27FC236}">
                <a16:creationId xmlns:a16="http://schemas.microsoft.com/office/drawing/2014/main" id="{C5DF325C-3C34-0DBC-77DB-960CE2B0E88A}"/>
              </a:ext>
            </a:extLst>
          </p:cNvPr>
          <p:cNvGrpSpPr/>
          <p:nvPr/>
        </p:nvGrpSpPr>
        <p:grpSpPr>
          <a:xfrm>
            <a:off x="6286224" y="3620338"/>
            <a:ext cx="721206" cy="687594"/>
            <a:chOff x="6286224" y="3620338"/>
            <a:chExt cx="721206" cy="687594"/>
          </a:xfrm>
        </p:grpSpPr>
        <p:cxnSp>
          <p:nvCxnSpPr>
            <p:cNvPr id="1269" name="Straight Connector 1268">
              <a:extLst>
                <a:ext uri="{FF2B5EF4-FFF2-40B4-BE49-F238E27FC236}">
                  <a16:creationId xmlns:a16="http://schemas.microsoft.com/office/drawing/2014/main" id="{5B4F26A0-2BE9-72EF-3EE9-591EE1085083}"/>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1270" name="Rectangle 1269">
              <a:hlinkHover r:id="" action="ppaction://noaction" highlightClick="1"/>
              <a:extLst>
                <a:ext uri="{FF2B5EF4-FFF2-40B4-BE49-F238E27FC236}">
                  <a16:creationId xmlns:a16="http://schemas.microsoft.com/office/drawing/2014/main" id="{E7FD8E66-0FBB-6879-2EBF-B048E8DFBAAF}"/>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1271" name="Oval 1270">
              <a:extLst>
                <a:ext uri="{FF2B5EF4-FFF2-40B4-BE49-F238E27FC236}">
                  <a16:creationId xmlns:a16="http://schemas.microsoft.com/office/drawing/2014/main" id="{E982F261-F44B-6116-3B04-C8C8B0D7F603}"/>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72" name="Isosceles Triangle 648">
              <a:extLst>
                <a:ext uri="{FF2B5EF4-FFF2-40B4-BE49-F238E27FC236}">
                  <a16:creationId xmlns:a16="http://schemas.microsoft.com/office/drawing/2014/main" id="{CAF3DA48-0AF4-54FD-C880-420D7BCB5FFA}"/>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93" name="Group 1292">
            <a:extLst>
              <a:ext uri="{FF2B5EF4-FFF2-40B4-BE49-F238E27FC236}">
                <a16:creationId xmlns:a16="http://schemas.microsoft.com/office/drawing/2014/main" id="{93622A03-328C-E7EF-3E39-473BE0C18B5A}"/>
              </a:ext>
            </a:extLst>
          </p:cNvPr>
          <p:cNvGrpSpPr/>
          <p:nvPr/>
        </p:nvGrpSpPr>
        <p:grpSpPr>
          <a:xfrm>
            <a:off x="6287105" y="2974054"/>
            <a:ext cx="721206" cy="609701"/>
            <a:chOff x="6287105" y="2974054"/>
            <a:chExt cx="721206" cy="609701"/>
          </a:xfrm>
        </p:grpSpPr>
        <p:sp>
          <p:nvSpPr>
            <p:cNvPr id="1294" name="Rectangle 1293">
              <a:hlinkHover r:id="" action="ppaction://noaction" highlightClick="1"/>
              <a:extLst>
                <a:ext uri="{FF2B5EF4-FFF2-40B4-BE49-F238E27FC236}">
                  <a16:creationId xmlns:a16="http://schemas.microsoft.com/office/drawing/2014/main" id="{02A8CFF3-6FFD-B85A-9060-9FAF21AF560D}"/>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1295" name="Rectangle 1294">
              <a:extLst>
                <a:ext uri="{FF2B5EF4-FFF2-40B4-BE49-F238E27FC236}">
                  <a16:creationId xmlns:a16="http://schemas.microsoft.com/office/drawing/2014/main" id="{3CFAF52C-4983-C256-9580-CC8AADDD9424}"/>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6" name="Oval 15">
              <a:extLst>
                <a:ext uri="{FF2B5EF4-FFF2-40B4-BE49-F238E27FC236}">
                  <a16:creationId xmlns:a16="http://schemas.microsoft.com/office/drawing/2014/main" id="{22DB0AAE-54B9-9FDE-8F8C-093665C158FD}"/>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97" name="Straight Connector 1296">
              <a:extLst>
                <a:ext uri="{FF2B5EF4-FFF2-40B4-BE49-F238E27FC236}">
                  <a16:creationId xmlns:a16="http://schemas.microsoft.com/office/drawing/2014/main" id="{9AEB88E1-0632-BB1C-34A8-C19DF4F8F248}"/>
                </a:ext>
              </a:extLst>
            </p:cNvPr>
            <p:cNvCxnSpPr>
              <a:cxnSpLocks/>
              <a:stCxn id="1296"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98" name="Straight Connector 1297">
              <a:extLst>
                <a:ext uri="{FF2B5EF4-FFF2-40B4-BE49-F238E27FC236}">
                  <a16:creationId xmlns:a16="http://schemas.microsoft.com/office/drawing/2014/main" id="{9F100003-8055-4B41-8DBC-9827525C1715}"/>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99" name="Group 1298">
            <a:extLst>
              <a:ext uri="{FF2B5EF4-FFF2-40B4-BE49-F238E27FC236}">
                <a16:creationId xmlns:a16="http://schemas.microsoft.com/office/drawing/2014/main" id="{C0F69737-BBA4-4A2F-4CCA-CA7C1D9ADB5A}"/>
              </a:ext>
            </a:extLst>
          </p:cNvPr>
          <p:cNvGrpSpPr/>
          <p:nvPr/>
        </p:nvGrpSpPr>
        <p:grpSpPr>
          <a:xfrm>
            <a:off x="7123149" y="2974054"/>
            <a:ext cx="721206" cy="609701"/>
            <a:chOff x="7123149" y="2974054"/>
            <a:chExt cx="721206" cy="609701"/>
          </a:xfrm>
        </p:grpSpPr>
        <p:sp>
          <p:nvSpPr>
            <p:cNvPr id="1300" name="Rectangle 1299">
              <a:hlinkHover r:id="" action="ppaction://noaction" highlightClick="1"/>
              <a:extLst>
                <a:ext uri="{FF2B5EF4-FFF2-40B4-BE49-F238E27FC236}">
                  <a16:creationId xmlns:a16="http://schemas.microsoft.com/office/drawing/2014/main" id="{CB4F8A66-8646-F612-A72F-C83DF168A42A}"/>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1301" name="Rectangle 1300">
              <a:extLst>
                <a:ext uri="{FF2B5EF4-FFF2-40B4-BE49-F238E27FC236}">
                  <a16:creationId xmlns:a16="http://schemas.microsoft.com/office/drawing/2014/main" id="{CD1B869C-C9A4-683A-F95C-2CFA8DEC66E4}"/>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2" name="Oval 15">
              <a:extLst>
                <a:ext uri="{FF2B5EF4-FFF2-40B4-BE49-F238E27FC236}">
                  <a16:creationId xmlns:a16="http://schemas.microsoft.com/office/drawing/2014/main" id="{EEDC8466-CB42-C987-3A2B-0030DD6AAF57}"/>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03" name="Straight Connector 1302">
              <a:extLst>
                <a:ext uri="{FF2B5EF4-FFF2-40B4-BE49-F238E27FC236}">
                  <a16:creationId xmlns:a16="http://schemas.microsoft.com/office/drawing/2014/main" id="{D0730838-6097-7E7D-5964-B28BCBE37304}"/>
                </a:ext>
              </a:extLst>
            </p:cNvPr>
            <p:cNvCxnSpPr>
              <a:cxnSpLocks/>
              <a:stCxn id="1302"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04" name="Straight Connector 1303">
              <a:extLst>
                <a:ext uri="{FF2B5EF4-FFF2-40B4-BE49-F238E27FC236}">
                  <a16:creationId xmlns:a16="http://schemas.microsoft.com/office/drawing/2014/main" id="{BEF3C7BB-2D34-8145-ACAA-2FEC3013417F}"/>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sp>
        <p:nvSpPr>
          <p:cNvPr id="1305" name="Rectangle 1304">
            <a:hlinkHover r:id="" action="ppaction://noaction" highlightClick="1"/>
            <a:extLst>
              <a:ext uri="{FF2B5EF4-FFF2-40B4-BE49-F238E27FC236}">
                <a16:creationId xmlns:a16="http://schemas.microsoft.com/office/drawing/2014/main" id="{61E14F04-9A80-9EBE-8EA9-D7CB4CBBE336}"/>
              </a:ext>
            </a:extLst>
          </p:cNvPr>
          <p:cNvSpPr/>
          <p:nvPr/>
        </p:nvSpPr>
        <p:spPr>
          <a:xfrm>
            <a:off x="7959193"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grpSp>
        <p:nvGrpSpPr>
          <p:cNvPr id="1306" name="Group 1305">
            <a:extLst>
              <a:ext uri="{FF2B5EF4-FFF2-40B4-BE49-F238E27FC236}">
                <a16:creationId xmlns:a16="http://schemas.microsoft.com/office/drawing/2014/main" id="{978C2FD5-A77D-B39B-2D55-214229CAFA7C}"/>
              </a:ext>
            </a:extLst>
          </p:cNvPr>
          <p:cNvGrpSpPr/>
          <p:nvPr/>
        </p:nvGrpSpPr>
        <p:grpSpPr>
          <a:xfrm>
            <a:off x="8795237" y="2974054"/>
            <a:ext cx="721206" cy="609701"/>
            <a:chOff x="8795237" y="2974054"/>
            <a:chExt cx="721206" cy="609701"/>
          </a:xfrm>
        </p:grpSpPr>
        <p:sp>
          <p:nvSpPr>
            <p:cNvPr id="1307" name="Rectangle 1306">
              <a:hlinkHover r:id="" action="ppaction://noaction" highlightClick="1"/>
              <a:extLst>
                <a:ext uri="{FF2B5EF4-FFF2-40B4-BE49-F238E27FC236}">
                  <a16:creationId xmlns:a16="http://schemas.microsoft.com/office/drawing/2014/main" id="{B4167E4A-4EC7-2DAB-D3F3-07AEC3E7C6BC}"/>
                </a:ext>
              </a:extLst>
            </p:cNvPr>
            <p:cNvSpPr/>
            <p:nvPr/>
          </p:nvSpPr>
          <p:spPr>
            <a:xfrm>
              <a:off x="8795237"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1308" name="Diamond 1307">
              <a:extLst>
                <a:ext uri="{FF2B5EF4-FFF2-40B4-BE49-F238E27FC236}">
                  <a16:creationId xmlns:a16="http://schemas.microsoft.com/office/drawing/2014/main" id="{5ECE8FD1-56F9-96C4-59B3-7A565BA15E5B}"/>
                </a:ext>
              </a:extLst>
            </p:cNvPr>
            <p:cNvSpPr/>
            <p:nvPr/>
          </p:nvSpPr>
          <p:spPr>
            <a:xfrm>
              <a:off x="9379935" y="2976405"/>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9" name="Oval 1308">
              <a:extLst>
                <a:ext uri="{FF2B5EF4-FFF2-40B4-BE49-F238E27FC236}">
                  <a16:creationId xmlns:a16="http://schemas.microsoft.com/office/drawing/2014/main" id="{5C193AB0-F010-8FB1-4148-4C23C00DE2CE}"/>
                </a:ext>
              </a:extLst>
            </p:cNvPr>
            <p:cNvSpPr/>
            <p:nvPr/>
          </p:nvSpPr>
          <p:spPr>
            <a:xfrm>
              <a:off x="9414138" y="3009893"/>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16" name="Group 1315">
            <a:extLst>
              <a:ext uri="{FF2B5EF4-FFF2-40B4-BE49-F238E27FC236}">
                <a16:creationId xmlns:a16="http://schemas.microsoft.com/office/drawing/2014/main" id="{E0A01A2E-2680-A215-D72A-993BDC085C35}"/>
              </a:ext>
            </a:extLst>
          </p:cNvPr>
          <p:cNvGrpSpPr/>
          <p:nvPr/>
        </p:nvGrpSpPr>
        <p:grpSpPr>
          <a:xfrm>
            <a:off x="431659" y="3698227"/>
            <a:ext cx="721206" cy="609701"/>
            <a:chOff x="431659" y="3698227"/>
            <a:chExt cx="721206" cy="609701"/>
          </a:xfrm>
        </p:grpSpPr>
        <p:sp>
          <p:nvSpPr>
            <p:cNvPr id="1317" name="Rectangle 1316">
              <a:extLst>
                <a:ext uri="{FF2B5EF4-FFF2-40B4-BE49-F238E27FC236}">
                  <a16:creationId xmlns:a16="http://schemas.microsoft.com/office/drawing/2014/main" id="{C7850472-F687-5C14-8858-763E411858AC}"/>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1318" name="Right Triangle 1317">
              <a:extLst>
                <a:ext uri="{FF2B5EF4-FFF2-40B4-BE49-F238E27FC236}">
                  <a16:creationId xmlns:a16="http://schemas.microsoft.com/office/drawing/2014/main" id="{33BB87CF-9B96-458E-3D6B-A39974CD3FD0}"/>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19" name="Group 1318">
              <a:extLst>
                <a:ext uri="{FF2B5EF4-FFF2-40B4-BE49-F238E27FC236}">
                  <a16:creationId xmlns:a16="http://schemas.microsoft.com/office/drawing/2014/main" id="{BEE668F3-BC72-6447-CBE0-75F42CA1EAF8}"/>
                </a:ext>
              </a:extLst>
            </p:cNvPr>
            <p:cNvGrpSpPr/>
            <p:nvPr/>
          </p:nvGrpSpPr>
          <p:grpSpPr>
            <a:xfrm>
              <a:off x="1102254" y="3706260"/>
              <a:ext cx="37817" cy="61390"/>
              <a:chOff x="3883481" y="2057400"/>
              <a:chExt cx="1608363" cy="2652031"/>
            </a:xfrm>
            <a:solidFill>
              <a:srgbClr val="A6A6A6"/>
            </a:solidFill>
          </p:grpSpPr>
          <p:sp>
            <p:nvSpPr>
              <p:cNvPr id="1320" name="Oval 27">
                <a:extLst>
                  <a:ext uri="{FF2B5EF4-FFF2-40B4-BE49-F238E27FC236}">
                    <a16:creationId xmlns:a16="http://schemas.microsoft.com/office/drawing/2014/main" id="{42DDC408-1F84-1975-4056-776F1DD6DCD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1" name="Oval 28">
                <a:extLst>
                  <a:ext uri="{FF2B5EF4-FFF2-40B4-BE49-F238E27FC236}">
                    <a16:creationId xmlns:a16="http://schemas.microsoft.com/office/drawing/2014/main" id="{C74E0C85-3828-BA51-65E3-07A241DAD84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22" name="Group 1321">
            <a:extLst>
              <a:ext uri="{FF2B5EF4-FFF2-40B4-BE49-F238E27FC236}">
                <a16:creationId xmlns:a16="http://schemas.microsoft.com/office/drawing/2014/main" id="{8790434A-7436-4B9E-2CC9-A49C1271E99F}"/>
              </a:ext>
            </a:extLst>
          </p:cNvPr>
          <p:cNvGrpSpPr/>
          <p:nvPr/>
        </p:nvGrpSpPr>
        <p:grpSpPr>
          <a:xfrm>
            <a:off x="2942396" y="3698227"/>
            <a:ext cx="721206" cy="609701"/>
            <a:chOff x="2942396" y="3698227"/>
            <a:chExt cx="721206" cy="609701"/>
          </a:xfrm>
        </p:grpSpPr>
        <p:sp>
          <p:nvSpPr>
            <p:cNvPr id="1323" name="Rectangle 1322">
              <a:extLst>
                <a:ext uri="{FF2B5EF4-FFF2-40B4-BE49-F238E27FC236}">
                  <a16:creationId xmlns:a16="http://schemas.microsoft.com/office/drawing/2014/main" id="{138002B5-D103-C129-FC00-A5A00EC38F3E}"/>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1324" name="Right Triangle 1323">
              <a:extLst>
                <a:ext uri="{FF2B5EF4-FFF2-40B4-BE49-F238E27FC236}">
                  <a16:creationId xmlns:a16="http://schemas.microsoft.com/office/drawing/2014/main" id="{B6FE6CB6-0827-4763-F418-C1010A60B1AB}"/>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25" name="Group 1324">
              <a:extLst>
                <a:ext uri="{FF2B5EF4-FFF2-40B4-BE49-F238E27FC236}">
                  <a16:creationId xmlns:a16="http://schemas.microsoft.com/office/drawing/2014/main" id="{10AE0275-CDA8-8DA5-987A-0A5ABD4CF397}"/>
                </a:ext>
              </a:extLst>
            </p:cNvPr>
            <p:cNvGrpSpPr/>
            <p:nvPr/>
          </p:nvGrpSpPr>
          <p:grpSpPr>
            <a:xfrm>
              <a:off x="3607770" y="3713045"/>
              <a:ext cx="37817" cy="61390"/>
              <a:chOff x="3883481" y="2057400"/>
              <a:chExt cx="1608363" cy="2652031"/>
            </a:xfrm>
            <a:solidFill>
              <a:srgbClr val="A6A6A6"/>
            </a:solidFill>
          </p:grpSpPr>
          <p:sp>
            <p:nvSpPr>
              <p:cNvPr id="1326" name="Oval 27">
                <a:extLst>
                  <a:ext uri="{FF2B5EF4-FFF2-40B4-BE49-F238E27FC236}">
                    <a16:creationId xmlns:a16="http://schemas.microsoft.com/office/drawing/2014/main" id="{2DC7A216-B6D4-4398-2101-282D55D7719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7" name="Oval 28">
                <a:extLst>
                  <a:ext uri="{FF2B5EF4-FFF2-40B4-BE49-F238E27FC236}">
                    <a16:creationId xmlns:a16="http://schemas.microsoft.com/office/drawing/2014/main" id="{0AA6CF89-AF09-C237-5E52-92257005A19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28" name="Group 1327">
            <a:extLst>
              <a:ext uri="{FF2B5EF4-FFF2-40B4-BE49-F238E27FC236}">
                <a16:creationId xmlns:a16="http://schemas.microsoft.com/office/drawing/2014/main" id="{90DC5520-CACE-FD3D-CF6B-8FCB73F2B36A}"/>
              </a:ext>
            </a:extLst>
          </p:cNvPr>
          <p:cNvGrpSpPr/>
          <p:nvPr/>
        </p:nvGrpSpPr>
        <p:grpSpPr>
          <a:xfrm>
            <a:off x="3779083" y="3698227"/>
            <a:ext cx="721206" cy="609701"/>
            <a:chOff x="3779083" y="3698227"/>
            <a:chExt cx="721206" cy="609701"/>
          </a:xfrm>
        </p:grpSpPr>
        <p:sp>
          <p:nvSpPr>
            <p:cNvPr id="1329" name="Rectangle 1328">
              <a:extLst>
                <a:ext uri="{FF2B5EF4-FFF2-40B4-BE49-F238E27FC236}">
                  <a16:creationId xmlns:a16="http://schemas.microsoft.com/office/drawing/2014/main" id="{CEF83D15-A72C-2BC7-8063-F3A4FC190B6E}"/>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1330" name="Right Triangle 1329">
              <a:extLst>
                <a:ext uri="{FF2B5EF4-FFF2-40B4-BE49-F238E27FC236}">
                  <a16:creationId xmlns:a16="http://schemas.microsoft.com/office/drawing/2014/main" id="{EE420448-F503-3D83-2BC5-3603819BF7B5}"/>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31" name="Group 1330">
              <a:extLst>
                <a:ext uri="{FF2B5EF4-FFF2-40B4-BE49-F238E27FC236}">
                  <a16:creationId xmlns:a16="http://schemas.microsoft.com/office/drawing/2014/main" id="{41082ACD-EE62-2E2E-9632-0D0160CB8304}"/>
                </a:ext>
              </a:extLst>
            </p:cNvPr>
            <p:cNvGrpSpPr/>
            <p:nvPr/>
          </p:nvGrpSpPr>
          <p:grpSpPr>
            <a:xfrm>
              <a:off x="4448518" y="3706736"/>
              <a:ext cx="37817" cy="61390"/>
              <a:chOff x="3883481" y="2057400"/>
              <a:chExt cx="1608363" cy="2652031"/>
            </a:xfrm>
            <a:solidFill>
              <a:srgbClr val="A6A6A6"/>
            </a:solidFill>
          </p:grpSpPr>
          <p:sp>
            <p:nvSpPr>
              <p:cNvPr id="1332" name="Oval 27">
                <a:extLst>
                  <a:ext uri="{FF2B5EF4-FFF2-40B4-BE49-F238E27FC236}">
                    <a16:creationId xmlns:a16="http://schemas.microsoft.com/office/drawing/2014/main" id="{D79795ED-5A88-4164-0DAE-5431C106705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3" name="Oval 28">
                <a:extLst>
                  <a:ext uri="{FF2B5EF4-FFF2-40B4-BE49-F238E27FC236}">
                    <a16:creationId xmlns:a16="http://schemas.microsoft.com/office/drawing/2014/main" id="{E8A4A2B2-C565-AE99-1C15-040A6BB7DB1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34" name="Group 1333">
            <a:extLst>
              <a:ext uri="{FF2B5EF4-FFF2-40B4-BE49-F238E27FC236}">
                <a16:creationId xmlns:a16="http://schemas.microsoft.com/office/drawing/2014/main" id="{4C3F9D83-14A1-192C-4451-751A879930B9}"/>
              </a:ext>
            </a:extLst>
          </p:cNvPr>
          <p:cNvGrpSpPr/>
          <p:nvPr/>
        </p:nvGrpSpPr>
        <p:grpSpPr>
          <a:xfrm>
            <a:off x="4615770" y="3698227"/>
            <a:ext cx="721206" cy="609701"/>
            <a:chOff x="4615770" y="3698227"/>
            <a:chExt cx="721206" cy="609701"/>
          </a:xfrm>
        </p:grpSpPr>
        <p:sp>
          <p:nvSpPr>
            <p:cNvPr id="1335" name="Rectangle 1334">
              <a:hlinkHover r:id="" action="ppaction://noaction" highlightClick="1"/>
              <a:extLst>
                <a:ext uri="{FF2B5EF4-FFF2-40B4-BE49-F238E27FC236}">
                  <a16:creationId xmlns:a16="http://schemas.microsoft.com/office/drawing/2014/main" id="{D4BEFD60-3856-319E-CE8C-F7A6FFC4DF72}"/>
                </a:ext>
              </a:extLst>
            </p:cNvPr>
            <p:cNvSpPr/>
            <p:nvPr/>
          </p:nvSpPr>
          <p:spPr>
            <a:xfrm>
              <a:off x="461577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1336" name="Oval 1335">
              <a:extLst>
                <a:ext uri="{FF2B5EF4-FFF2-40B4-BE49-F238E27FC236}">
                  <a16:creationId xmlns:a16="http://schemas.microsoft.com/office/drawing/2014/main" id="{72700607-6D59-F97A-5D58-F808A1898ECE}"/>
                </a:ext>
              </a:extLst>
            </p:cNvPr>
            <p:cNvSpPr/>
            <p:nvPr/>
          </p:nvSpPr>
          <p:spPr>
            <a:xfrm>
              <a:off x="5190368"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7" name="Isosceles Triangle 648">
              <a:extLst>
                <a:ext uri="{FF2B5EF4-FFF2-40B4-BE49-F238E27FC236}">
                  <a16:creationId xmlns:a16="http://schemas.microsoft.com/office/drawing/2014/main" id="{25FAB8B3-F668-7D3A-C5DA-6CFDC6E71A1F}"/>
                </a:ext>
              </a:extLst>
            </p:cNvPr>
            <p:cNvSpPr/>
            <p:nvPr/>
          </p:nvSpPr>
          <p:spPr>
            <a:xfrm>
              <a:off x="5220493"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38" name="Group 1337">
            <a:extLst>
              <a:ext uri="{FF2B5EF4-FFF2-40B4-BE49-F238E27FC236}">
                <a16:creationId xmlns:a16="http://schemas.microsoft.com/office/drawing/2014/main" id="{6AE8A03B-4BFA-F7B6-33B3-34AB9968C5FC}"/>
              </a:ext>
            </a:extLst>
          </p:cNvPr>
          <p:cNvGrpSpPr/>
          <p:nvPr/>
        </p:nvGrpSpPr>
        <p:grpSpPr>
          <a:xfrm>
            <a:off x="2105709" y="3698225"/>
            <a:ext cx="721206" cy="610376"/>
            <a:chOff x="2105709" y="3698225"/>
            <a:chExt cx="721206" cy="610376"/>
          </a:xfrm>
        </p:grpSpPr>
        <p:sp>
          <p:nvSpPr>
            <p:cNvPr id="1339" name="Rectangle 1338">
              <a:extLst>
                <a:ext uri="{FF2B5EF4-FFF2-40B4-BE49-F238E27FC236}">
                  <a16:creationId xmlns:a16="http://schemas.microsoft.com/office/drawing/2014/main" id="{BA7D5F49-09B0-14EC-FB3E-B9ED7F9A7064}"/>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1340" name="Right Triangle 1339">
              <a:extLst>
                <a:ext uri="{FF2B5EF4-FFF2-40B4-BE49-F238E27FC236}">
                  <a16:creationId xmlns:a16="http://schemas.microsoft.com/office/drawing/2014/main" id="{71CBB2E0-DF27-B257-2970-40012C396FB7}"/>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41" name="Group 1340">
              <a:extLst>
                <a:ext uri="{FF2B5EF4-FFF2-40B4-BE49-F238E27FC236}">
                  <a16:creationId xmlns:a16="http://schemas.microsoft.com/office/drawing/2014/main" id="{D0E802FD-C529-607C-DF85-01101C48CDFF}"/>
                </a:ext>
              </a:extLst>
            </p:cNvPr>
            <p:cNvGrpSpPr/>
            <p:nvPr/>
          </p:nvGrpSpPr>
          <p:grpSpPr>
            <a:xfrm>
              <a:off x="2776304" y="3704319"/>
              <a:ext cx="37817" cy="61390"/>
              <a:chOff x="3883481" y="2057400"/>
              <a:chExt cx="1608363" cy="2652031"/>
            </a:xfrm>
            <a:solidFill>
              <a:srgbClr val="A6A6A6"/>
            </a:solidFill>
          </p:grpSpPr>
          <p:sp>
            <p:nvSpPr>
              <p:cNvPr id="1342" name="Oval 27">
                <a:extLst>
                  <a:ext uri="{FF2B5EF4-FFF2-40B4-BE49-F238E27FC236}">
                    <a16:creationId xmlns:a16="http://schemas.microsoft.com/office/drawing/2014/main" id="{8408F3AA-D8B4-7738-387F-1A8A13A449C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3" name="Oval 28">
                <a:extLst>
                  <a:ext uri="{FF2B5EF4-FFF2-40B4-BE49-F238E27FC236}">
                    <a16:creationId xmlns:a16="http://schemas.microsoft.com/office/drawing/2014/main" id="{95504352-3C38-9993-AC32-B5ABF4DE0E4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44" name="Group 1343">
            <a:extLst>
              <a:ext uri="{FF2B5EF4-FFF2-40B4-BE49-F238E27FC236}">
                <a16:creationId xmlns:a16="http://schemas.microsoft.com/office/drawing/2014/main" id="{3B4300F6-6A1D-0F79-53D9-AAF03E4444AC}"/>
              </a:ext>
            </a:extLst>
          </p:cNvPr>
          <p:cNvGrpSpPr/>
          <p:nvPr/>
        </p:nvGrpSpPr>
        <p:grpSpPr>
          <a:xfrm>
            <a:off x="5454383" y="2974054"/>
            <a:ext cx="721206" cy="609701"/>
            <a:chOff x="5454383" y="2974054"/>
            <a:chExt cx="721206" cy="609701"/>
          </a:xfrm>
        </p:grpSpPr>
        <p:sp>
          <p:nvSpPr>
            <p:cNvPr id="1345" name="Rectangle 1344">
              <a:extLst>
                <a:ext uri="{FF2B5EF4-FFF2-40B4-BE49-F238E27FC236}">
                  <a16:creationId xmlns:a16="http://schemas.microsoft.com/office/drawing/2014/main" id="{D8E9748B-CE8E-2832-9645-643F018C5CE1}"/>
                </a:ext>
              </a:extLst>
            </p:cNvPr>
            <p:cNvSpPr/>
            <p:nvPr/>
          </p:nvSpPr>
          <p:spPr>
            <a:xfrm>
              <a:off x="5454383"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1346" name="Rectangle 1345">
              <a:extLst>
                <a:ext uri="{FF2B5EF4-FFF2-40B4-BE49-F238E27FC236}">
                  <a16:creationId xmlns:a16="http://schemas.microsoft.com/office/drawing/2014/main" id="{21434E73-8D79-15A4-C76E-288F898D5C0F}"/>
                </a:ext>
              </a:extLst>
            </p:cNvPr>
            <p:cNvSpPr/>
            <p:nvPr/>
          </p:nvSpPr>
          <p:spPr>
            <a:xfrm flipV="1">
              <a:off x="6064254"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7" name="Oval 15">
              <a:extLst>
                <a:ext uri="{FF2B5EF4-FFF2-40B4-BE49-F238E27FC236}">
                  <a16:creationId xmlns:a16="http://schemas.microsoft.com/office/drawing/2014/main" id="{8FA1F007-273B-1971-F167-5BAB69740DAD}"/>
                </a:ext>
              </a:extLst>
            </p:cNvPr>
            <p:cNvSpPr/>
            <p:nvPr/>
          </p:nvSpPr>
          <p:spPr>
            <a:xfrm>
              <a:off x="6091643"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48" name="Straight Connector 1347">
              <a:extLst>
                <a:ext uri="{FF2B5EF4-FFF2-40B4-BE49-F238E27FC236}">
                  <a16:creationId xmlns:a16="http://schemas.microsoft.com/office/drawing/2014/main" id="{CD033A1F-DC2A-099C-15DF-66BCA0090ED3}"/>
                </a:ext>
              </a:extLst>
            </p:cNvPr>
            <p:cNvCxnSpPr>
              <a:cxnSpLocks/>
              <a:stCxn id="1347" idx="0"/>
            </p:cNvCxnSpPr>
            <p:nvPr/>
          </p:nvCxnSpPr>
          <p:spPr>
            <a:xfrm flipV="1">
              <a:off x="6097339"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49" name="Straight Connector 1348">
              <a:extLst>
                <a:ext uri="{FF2B5EF4-FFF2-40B4-BE49-F238E27FC236}">
                  <a16:creationId xmlns:a16="http://schemas.microsoft.com/office/drawing/2014/main" id="{1607B639-9A75-6AED-566B-420A9F89E21D}"/>
                </a:ext>
              </a:extLst>
            </p:cNvPr>
            <p:cNvCxnSpPr>
              <a:cxnSpLocks/>
            </p:cNvCxnSpPr>
            <p:nvPr/>
          </p:nvCxnSpPr>
          <p:spPr>
            <a:xfrm>
              <a:off x="6103058"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50" name="Group 1349">
            <a:extLst>
              <a:ext uri="{FF2B5EF4-FFF2-40B4-BE49-F238E27FC236}">
                <a16:creationId xmlns:a16="http://schemas.microsoft.com/office/drawing/2014/main" id="{D42BA452-A0A4-AEE2-02DC-82889A369929}"/>
              </a:ext>
            </a:extLst>
          </p:cNvPr>
          <p:cNvGrpSpPr/>
          <p:nvPr/>
        </p:nvGrpSpPr>
        <p:grpSpPr>
          <a:xfrm>
            <a:off x="2928745" y="5138012"/>
            <a:ext cx="724141" cy="609701"/>
            <a:chOff x="4615447" y="2974054"/>
            <a:chExt cx="724141" cy="609701"/>
          </a:xfrm>
        </p:grpSpPr>
        <p:sp>
          <p:nvSpPr>
            <p:cNvPr id="1351" name="Rectangle 1350">
              <a:extLst>
                <a:ext uri="{FF2B5EF4-FFF2-40B4-BE49-F238E27FC236}">
                  <a16:creationId xmlns:a16="http://schemas.microsoft.com/office/drawing/2014/main" id="{C16BE7ED-BF90-A4BB-A8D5-0C600FA0BBFA}"/>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352" name="Right Triangle 1351">
              <a:extLst>
                <a:ext uri="{FF2B5EF4-FFF2-40B4-BE49-F238E27FC236}">
                  <a16:creationId xmlns:a16="http://schemas.microsoft.com/office/drawing/2014/main" id="{DA02222B-80DF-4DED-F8C6-C1F942646B3D}"/>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53" name="Group 1352">
              <a:extLst>
                <a:ext uri="{FF2B5EF4-FFF2-40B4-BE49-F238E27FC236}">
                  <a16:creationId xmlns:a16="http://schemas.microsoft.com/office/drawing/2014/main" id="{1F8DED65-8A89-E3F4-8E9C-65EAC1E974F1}"/>
                </a:ext>
              </a:extLst>
            </p:cNvPr>
            <p:cNvGrpSpPr/>
            <p:nvPr/>
          </p:nvGrpSpPr>
          <p:grpSpPr>
            <a:xfrm>
              <a:off x="5288977" y="2982563"/>
              <a:ext cx="37817" cy="61390"/>
              <a:chOff x="3883481" y="2057400"/>
              <a:chExt cx="1608363" cy="2652031"/>
            </a:xfrm>
            <a:solidFill>
              <a:srgbClr val="A6A6A6"/>
            </a:solidFill>
          </p:grpSpPr>
          <p:sp>
            <p:nvSpPr>
              <p:cNvPr id="1354" name="Oval 27">
                <a:extLst>
                  <a:ext uri="{FF2B5EF4-FFF2-40B4-BE49-F238E27FC236}">
                    <a16:creationId xmlns:a16="http://schemas.microsoft.com/office/drawing/2014/main" id="{9B804DA8-62D1-1488-88C4-866B2789E8E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5" name="Oval 28">
                <a:extLst>
                  <a:ext uri="{FF2B5EF4-FFF2-40B4-BE49-F238E27FC236}">
                    <a16:creationId xmlns:a16="http://schemas.microsoft.com/office/drawing/2014/main" id="{E1F2B01C-2DC0-238C-1DFD-BB009D0D3FA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56" name="Group 1355">
            <a:extLst>
              <a:ext uri="{FF2B5EF4-FFF2-40B4-BE49-F238E27FC236}">
                <a16:creationId xmlns:a16="http://schemas.microsoft.com/office/drawing/2014/main" id="{AEA981E1-79CB-F848-858A-7FCF6F60FF0E}"/>
              </a:ext>
            </a:extLst>
          </p:cNvPr>
          <p:cNvGrpSpPr/>
          <p:nvPr/>
        </p:nvGrpSpPr>
        <p:grpSpPr>
          <a:xfrm>
            <a:off x="2940467" y="2974052"/>
            <a:ext cx="721206" cy="613156"/>
            <a:chOff x="2940467" y="2974052"/>
            <a:chExt cx="721206" cy="613156"/>
          </a:xfrm>
        </p:grpSpPr>
        <p:sp>
          <p:nvSpPr>
            <p:cNvPr id="1357" name="Rectangle 1356">
              <a:extLst>
                <a:ext uri="{FF2B5EF4-FFF2-40B4-BE49-F238E27FC236}">
                  <a16:creationId xmlns:a16="http://schemas.microsoft.com/office/drawing/2014/main" id="{42A4C5CD-B372-ABF8-F848-BA7100E00AA6}"/>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1358" name="Right Triangle 1357">
              <a:extLst>
                <a:ext uri="{FF2B5EF4-FFF2-40B4-BE49-F238E27FC236}">
                  <a16:creationId xmlns:a16="http://schemas.microsoft.com/office/drawing/2014/main" id="{8CE16079-3CC5-D433-48F8-71456258CE13}"/>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59" name="Group 1358">
              <a:extLst>
                <a:ext uri="{FF2B5EF4-FFF2-40B4-BE49-F238E27FC236}">
                  <a16:creationId xmlns:a16="http://schemas.microsoft.com/office/drawing/2014/main" id="{E76C9E57-0C31-81A7-D49B-3B756A75649B}"/>
                </a:ext>
              </a:extLst>
            </p:cNvPr>
            <p:cNvGrpSpPr/>
            <p:nvPr/>
          </p:nvGrpSpPr>
          <p:grpSpPr>
            <a:xfrm>
              <a:off x="3610505" y="2980146"/>
              <a:ext cx="37817" cy="61390"/>
              <a:chOff x="3883481" y="2057400"/>
              <a:chExt cx="1608363" cy="2652031"/>
            </a:xfrm>
            <a:solidFill>
              <a:srgbClr val="A6A6A6"/>
            </a:solidFill>
          </p:grpSpPr>
          <p:sp>
            <p:nvSpPr>
              <p:cNvPr id="1360" name="Oval 27">
                <a:extLst>
                  <a:ext uri="{FF2B5EF4-FFF2-40B4-BE49-F238E27FC236}">
                    <a16:creationId xmlns:a16="http://schemas.microsoft.com/office/drawing/2014/main" id="{760964BA-C1BD-FA8F-14EE-AD3A6CF1E6B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1" name="Oval 28">
                <a:extLst>
                  <a:ext uri="{FF2B5EF4-FFF2-40B4-BE49-F238E27FC236}">
                    <a16:creationId xmlns:a16="http://schemas.microsoft.com/office/drawing/2014/main" id="{FA642CF3-CEA1-94F5-53B9-F5A71CF6E73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62" name="Group 1361">
            <a:extLst>
              <a:ext uri="{FF2B5EF4-FFF2-40B4-BE49-F238E27FC236}">
                <a16:creationId xmlns:a16="http://schemas.microsoft.com/office/drawing/2014/main" id="{E5876098-9177-52AE-5A3C-213FCC4F2B64}"/>
              </a:ext>
            </a:extLst>
          </p:cNvPr>
          <p:cNvGrpSpPr/>
          <p:nvPr/>
        </p:nvGrpSpPr>
        <p:grpSpPr>
          <a:xfrm>
            <a:off x="3776511" y="2974054"/>
            <a:ext cx="724141" cy="609701"/>
            <a:chOff x="3776511" y="2974054"/>
            <a:chExt cx="724141" cy="609701"/>
          </a:xfrm>
        </p:grpSpPr>
        <p:sp>
          <p:nvSpPr>
            <p:cNvPr id="1363" name="Rectangle 1362">
              <a:extLst>
                <a:ext uri="{FF2B5EF4-FFF2-40B4-BE49-F238E27FC236}">
                  <a16:creationId xmlns:a16="http://schemas.microsoft.com/office/drawing/2014/main" id="{63996244-902B-42FE-7E54-B6DFBF4B6555}"/>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1364" name="Right Triangle 1363">
              <a:extLst>
                <a:ext uri="{FF2B5EF4-FFF2-40B4-BE49-F238E27FC236}">
                  <a16:creationId xmlns:a16="http://schemas.microsoft.com/office/drawing/2014/main" id="{06CCA02D-A963-8CD9-E039-AB81C325F872}"/>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65" name="Group 1364">
              <a:extLst>
                <a:ext uri="{FF2B5EF4-FFF2-40B4-BE49-F238E27FC236}">
                  <a16:creationId xmlns:a16="http://schemas.microsoft.com/office/drawing/2014/main" id="{0148CF7F-C3F1-EB40-D4B6-EF3DA13F092D}"/>
                </a:ext>
              </a:extLst>
            </p:cNvPr>
            <p:cNvGrpSpPr/>
            <p:nvPr/>
          </p:nvGrpSpPr>
          <p:grpSpPr>
            <a:xfrm>
              <a:off x="4450041" y="2982563"/>
              <a:ext cx="37817" cy="61390"/>
              <a:chOff x="3883481" y="2057400"/>
              <a:chExt cx="1608363" cy="2652031"/>
            </a:xfrm>
            <a:solidFill>
              <a:srgbClr val="A6A6A6"/>
            </a:solidFill>
          </p:grpSpPr>
          <p:sp>
            <p:nvSpPr>
              <p:cNvPr id="1366" name="Oval 27">
                <a:extLst>
                  <a:ext uri="{FF2B5EF4-FFF2-40B4-BE49-F238E27FC236}">
                    <a16:creationId xmlns:a16="http://schemas.microsoft.com/office/drawing/2014/main" id="{7CFC80DD-A6C3-CC24-3C4F-C2092A851B4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7" name="Oval 28">
                <a:extLst>
                  <a:ext uri="{FF2B5EF4-FFF2-40B4-BE49-F238E27FC236}">
                    <a16:creationId xmlns:a16="http://schemas.microsoft.com/office/drawing/2014/main" id="{8A50B28B-7C34-873F-924B-86EA93D0746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68" name="Group 1367">
            <a:extLst>
              <a:ext uri="{FF2B5EF4-FFF2-40B4-BE49-F238E27FC236}">
                <a16:creationId xmlns:a16="http://schemas.microsoft.com/office/drawing/2014/main" id="{DED4FCC0-CAD9-850E-A85C-420D119C417B}"/>
              </a:ext>
            </a:extLst>
          </p:cNvPr>
          <p:cNvGrpSpPr/>
          <p:nvPr/>
        </p:nvGrpSpPr>
        <p:grpSpPr>
          <a:xfrm>
            <a:off x="2099602" y="5136552"/>
            <a:ext cx="721206" cy="609701"/>
            <a:chOff x="2099602" y="5136552"/>
            <a:chExt cx="721206" cy="609701"/>
          </a:xfrm>
        </p:grpSpPr>
        <p:sp>
          <p:nvSpPr>
            <p:cNvPr id="1369" name="Rectangle 1368">
              <a:extLst>
                <a:ext uri="{FF2B5EF4-FFF2-40B4-BE49-F238E27FC236}">
                  <a16:creationId xmlns:a16="http://schemas.microsoft.com/office/drawing/2014/main" id="{49824C00-69E9-374F-C08C-C9DC697C6A72}"/>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1370" name="Right Triangle 1369">
              <a:extLst>
                <a:ext uri="{FF2B5EF4-FFF2-40B4-BE49-F238E27FC236}">
                  <a16:creationId xmlns:a16="http://schemas.microsoft.com/office/drawing/2014/main" id="{3407EEF7-DF75-45E5-293E-02567454E75E}"/>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71" name="Group 1370">
              <a:extLst>
                <a:ext uri="{FF2B5EF4-FFF2-40B4-BE49-F238E27FC236}">
                  <a16:creationId xmlns:a16="http://schemas.microsoft.com/office/drawing/2014/main" id="{ECD9C863-C5BB-4F2B-D331-29C495383456}"/>
                </a:ext>
              </a:extLst>
            </p:cNvPr>
            <p:cNvGrpSpPr/>
            <p:nvPr/>
          </p:nvGrpSpPr>
          <p:grpSpPr>
            <a:xfrm>
              <a:off x="2765664" y="5151370"/>
              <a:ext cx="37817" cy="61390"/>
              <a:chOff x="3883481" y="2057400"/>
              <a:chExt cx="1608363" cy="2652031"/>
            </a:xfrm>
            <a:solidFill>
              <a:srgbClr val="A6A6A6"/>
            </a:solidFill>
          </p:grpSpPr>
          <p:sp>
            <p:nvSpPr>
              <p:cNvPr id="1372" name="Oval 27">
                <a:extLst>
                  <a:ext uri="{FF2B5EF4-FFF2-40B4-BE49-F238E27FC236}">
                    <a16:creationId xmlns:a16="http://schemas.microsoft.com/office/drawing/2014/main" id="{DF74428A-EA0F-1FF5-2F06-62596A296CB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3" name="Oval 28">
                <a:extLst>
                  <a:ext uri="{FF2B5EF4-FFF2-40B4-BE49-F238E27FC236}">
                    <a16:creationId xmlns:a16="http://schemas.microsoft.com/office/drawing/2014/main" id="{7C3A8E6F-AF3D-7C5D-A492-7A3104A036E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4" name="Group 1373">
            <a:extLst>
              <a:ext uri="{FF2B5EF4-FFF2-40B4-BE49-F238E27FC236}">
                <a16:creationId xmlns:a16="http://schemas.microsoft.com/office/drawing/2014/main" id="{BCF4DD77-F43A-D914-CF45-BA25592F29DF}"/>
              </a:ext>
            </a:extLst>
          </p:cNvPr>
          <p:cNvGrpSpPr/>
          <p:nvPr/>
        </p:nvGrpSpPr>
        <p:grpSpPr>
          <a:xfrm>
            <a:off x="2100388" y="4419620"/>
            <a:ext cx="721206" cy="609701"/>
            <a:chOff x="2100388" y="4419620"/>
            <a:chExt cx="721206" cy="609701"/>
          </a:xfrm>
        </p:grpSpPr>
        <p:sp>
          <p:nvSpPr>
            <p:cNvPr id="1375" name="Rectangle 1374">
              <a:extLst>
                <a:ext uri="{FF2B5EF4-FFF2-40B4-BE49-F238E27FC236}">
                  <a16:creationId xmlns:a16="http://schemas.microsoft.com/office/drawing/2014/main" id="{19F2C970-6C30-CAB6-B5A6-6D5EB38E8A3B}"/>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1376" name="Right Triangle 1375">
              <a:extLst>
                <a:ext uri="{FF2B5EF4-FFF2-40B4-BE49-F238E27FC236}">
                  <a16:creationId xmlns:a16="http://schemas.microsoft.com/office/drawing/2014/main" id="{CBB2B4A0-B8A0-3AFF-81BB-77BDAD51A1BE}"/>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77" name="Group 1376">
              <a:extLst>
                <a:ext uri="{FF2B5EF4-FFF2-40B4-BE49-F238E27FC236}">
                  <a16:creationId xmlns:a16="http://schemas.microsoft.com/office/drawing/2014/main" id="{301B916F-1ACF-5E58-46D2-2F779F18C65D}"/>
                </a:ext>
              </a:extLst>
            </p:cNvPr>
            <p:cNvGrpSpPr/>
            <p:nvPr/>
          </p:nvGrpSpPr>
          <p:grpSpPr>
            <a:xfrm>
              <a:off x="2769861" y="4434438"/>
              <a:ext cx="37817" cy="61390"/>
              <a:chOff x="3883481" y="2057400"/>
              <a:chExt cx="1608363" cy="2652031"/>
            </a:xfrm>
            <a:solidFill>
              <a:srgbClr val="A6A6A6"/>
            </a:solidFill>
          </p:grpSpPr>
          <p:sp>
            <p:nvSpPr>
              <p:cNvPr id="1378" name="Oval 27">
                <a:extLst>
                  <a:ext uri="{FF2B5EF4-FFF2-40B4-BE49-F238E27FC236}">
                    <a16:creationId xmlns:a16="http://schemas.microsoft.com/office/drawing/2014/main" id="{5BD921D5-D1ED-BA57-2F24-EC879351FB1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9" name="Oval 28">
                <a:extLst>
                  <a:ext uri="{FF2B5EF4-FFF2-40B4-BE49-F238E27FC236}">
                    <a16:creationId xmlns:a16="http://schemas.microsoft.com/office/drawing/2014/main" id="{69622909-05BE-48F9-1CE6-D2A55D08884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80" name="Group 1379">
            <a:extLst>
              <a:ext uri="{FF2B5EF4-FFF2-40B4-BE49-F238E27FC236}">
                <a16:creationId xmlns:a16="http://schemas.microsoft.com/office/drawing/2014/main" id="{38E5DC05-3BB0-0F46-5304-0C82047EAA5E}"/>
              </a:ext>
            </a:extLst>
          </p:cNvPr>
          <p:cNvGrpSpPr/>
          <p:nvPr/>
        </p:nvGrpSpPr>
        <p:grpSpPr>
          <a:xfrm>
            <a:off x="2937172" y="4419618"/>
            <a:ext cx="721206" cy="610376"/>
            <a:chOff x="2937172" y="4419618"/>
            <a:chExt cx="721206" cy="610376"/>
          </a:xfrm>
        </p:grpSpPr>
        <p:sp>
          <p:nvSpPr>
            <p:cNvPr id="1381" name="Rectangle 1380">
              <a:extLst>
                <a:ext uri="{FF2B5EF4-FFF2-40B4-BE49-F238E27FC236}">
                  <a16:creationId xmlns:a16="http://schemas.microsoft.com/office/drawing/2014/main" id="{8EE5F09F-82FD-E6D5-C64D-ED9D524BC6DC}"/>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1382" name="Right Triangle 1381">
              <a:extLst>
                <a:ext uri="{FF2B5EF4-FFF2-40B4-BE49-F238E27FC236}">
                  <a16:creationId xmlns:a16="http://schemas.microsoft.com/office/drawing/2014/main" id="{9B32F361-87C4-1E2D-7FA5-52013F18B294}"/>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83" name="Group 1382">
              <a:extLst>
                <a:ext uri="{FF2B5EF4-FFF2-40B4-BE49-F238E27FC236}">
                  <a16:creationId xmlns:a16="http://schemas.microsoft.com/office/drawing/2014/main" id="{BCBB055C-98E5-26B0-9118-BD828FDF7755}"/>
                </a:ext>
              </a:extLst>
            </p:cNvPr>
            <p:cNvGrpSpPr/>
            <p:nvPr/>
          </p:nvGrpSpPr>
          <p:grpSpPr>
            <a:xfrm>
              <a:off x="3607767" y="4425712"/>
              <a:ext cx="37817" cy="61390"/>
              <a:chOff x="3883481" y="2057400"/>
              <a:chExt cx="1608363" cy="2652031"/>
            </a:xfrm>
            <a:solidFill>
              <a:srgbClr val="A6A6A6"/>
            </a:solidFill>
          </p:grpSpPr>
          <p:sp>
            <p:nvSpPr>
              <p:cNvPr id="1384" name="Oval 27">
                <a:extLst>
                  <a:ext uri="{FF2B5EF4-FFF2-40B4-BE49-F238E27FC236}">
                    <a16:creationId xmlns:a16="http://schemas.microsoft.com/office/drawing/2014/main" id="{B765D89C-E723-0074-7AD5-3BDEF154451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5" name="Oval 28">
                <a:extLst>
                  <a:ext uri="{FF2B5EF4-FFF2-40B4-BE49-F238E27FC236}">
                    <a16:creationId xmlns:a16="http://schemas.microsoft.com/office/drawing/2014/main" id="{F634BE12-952F-12B8-283A-7DF135F21EF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86" name="Group 1385">
            <a:extLst>
              <a:ext uri="{FF2B5EF4-FFF2-40B4-BE49-F238E27FC236}">
                <a16:creationId xmlns:a16="http://schemas.microsoft.com/office/drawing/2014/main" id="{F528BA07-369A-79D9-2F86-487FE781F0C5}"/>
              </a:ext>
            </a:extLst>
          </p:cNvPr>
          <p:cNvGrpSpPr/>
          <p:nvPr/>
        </p:nvGrpSpPr>
        <p:grpSpPr>
          <a:xfrm>
            <a:off x="3775041" y="5130129"/>
            <a:ext cx="721893" cy="609702"/>
            <a:chOff x="3775041" y="5130129"/>
            <a:chExt cx="721893" cy="609702"/>
          </a:xfrm>
        </p:grpSpPr>
        <p:sp>
          <p:nvSpPr>
            <p:cNvPr id="1387" name="Rectangle 1386">
              <a:hlinkHover r:id="" action="ppaction://noaction" highlightClick="1"/>
              <a:extLst>
                <a:ext uri="{FF2B5EF4-FFF2-40B4-BE49-F238E27FC236}">
                  <a16:creationId xmlns:a16="http://schemas.microsoft.com/office/drawing/2014/main" id="{3C9A5ED8-82BF-872B-5521-261D642FB00C}"/>
                </a:ext>
              </a:extLst>
            </p:cNvPr>
            <p:cNvSpPr/>
            <p:nvPr/>
          </p:nvSpPr>
          <p:spPr>
            <a:xfrm>
              <a:off x="3775041" y="5130131"/>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1388" name="Group 1387">
              <a:extLst>
                <a:ext uri="{FF2B5EF4-FFF2-40B4-BE49-F238E27FC236}">
                  <a16:creationId xmlns:a16="http://schemas.microsoft.com/office/drawing/2014/main" id="{F9B55C44-B5CF-5D69-2D6D-1612A8419E2D}"/>
                </a:ext>
              </a:extLst>
            </p:cNvPr>
            <p:cNvGrpSpPr/>
            <p:nvPr/>
          </p:nvGrpSpPr>
          <p:grpSpPr>
            <a:xfrm>
              <a:off x="4367028" y="5130129"/>
              <a:ext cx="129906" cy="127894"/>
              <a:chOff x="1040599" y="2550516"/>
              <a:chExt cx="157050" cy="157050"/>
            </a:xfrm>
          </p:grpSpPr>
          <p:sp>
            <p:nvSpPr>
              <p:cNvPr id="1389" name="Diamond 1388">
                <a:extLst>
                  <a:ext uri="{FF2B5EF4-FFF2-40B4-BE49-F238E27FC236}">
                    <a16:creationId xmlns:a16="http://schemas.microsoft.com/office/drawing/2014/main" id="{79E3BB86-09ED-9F0C-5A0D-2D351F8A79BE}"/>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0" name="Oval 1389">
                <a:extLst>
                  <a:ext uri="{FF2B5EF4-FFF2-40B4-BE49-F238E27FC236}">
                    <a16:creationId xmlns:a16="http://schemas.microsoft.com/office/drawing/2014/main" id="{F6C38ADE-0ACF-8E9E-339C-D5BA23D35860}"/>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91" name="Group 1390">
            <a:extLst>
              <a:ext uri="{FF2B5EF4-FFF2-40B4-BE49-F238E27FC236}">
                <a16:creationId xmlns:a16="http://schemas.microsoft.com/office/drawing/2014/main" id="{63AF3C86-8F9C-AD75-2F8C-0BB207CB823B}"/>
              </a:ext>
            </a:extLst>
          </p:cNvPr>
          <p:cNvGrpSpPr/>
          <p:nvPr/>
        </p:nvGrpSpPr>
        <p:grpSpPr>
          <a:xfrm>
            <a:off x="4618174" y="5130744"/>
            <a:ext cx="721893" cy="609702"/>
            <a:chOff x="4618174" y="5130744"/>
            <a:chExt cx="721893" cy="609702"/>
          </a:xfrm>
        </p:grpSpPr>
        <p:sp>
          <p:nvSpPr>
            <p:cNvPr id="1392" name="Rectangle 1391">
              <a:hlinkHover r:id="" action="ppaction://noaction" highlightClick="1"/>
              <a:extLst>
                <a:ext uri="{FF2B5EF4-FFF2-40B4-BE49-F238E27FC236}">
                  <a16:creationId xmlns:a16="http://schemas.microsoft.com/office/drawing/2014/main" id="{5E7113BD-7A06-4DA4-4C10-D7409E0C85B2}"/>
                </a:ext>
              </a:extLst>
            </p:cNvPr>
            <p:cNvSpPr/>
            <p:nvPr/>
          </p:nvSpPr>
          <p:spPr>
            <a:xfrm>
              <a:off x="4618174" y="5130746"/>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1393" name="Group 1392">
              <a:extLst>
                <a:ext uri="{FF2B5EF4-FFF2-40B4-BE49-F238E27FC236}">
                  <a16:creationId xmlns:a16="http://schemas.microsoft.com/office/drawing/2014/main" id="{23022736-3C96-B354-6CA5-15D4F2B56A42}"/>
                </a:ext>
              </a:extLst>
            </p:cNvPr>
            <p:cNvGrpSpPr/>
            <p:nvPr/>
          </p:nvGrpSpPr>
          <p:grpSpPr>
            <a:xfrm>
              <a:off x="5210161" y="5130744"/>
              <a:ext cx="129906" cy="127894"/>
              <a:chOff x="1040599" y="2550516"/>
              <a:chExt cx="157050" cy="157050"/>
            </a:xfrm>
          </p:grpSpPr>
          <p:sp>
            <p:nvSpPr>
              <p:cNvPr id="1394" name="Diamond 1393">
                <a:extLst>
                  <a:ext uri="{FF2B5EF4-FFF2-40B4-BE49-F238E27FC236}">
                    <a16:creationId xmlns:a16="http://schemas.microsoft.com/office/drawing/2014/main" id="{2A2CE26E-05B1-0584-E87B-ED830F5B50ED}"/>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5" name="Oval 1394">
                <a:extLst>
                  <a:ext uri="{FF2B5EF4-FFF2-40B4-BE49-F238E27FC236}">
                    <a16:creationId xmlns:a16="http://schemas.microsoft.com/office/drawing/2014/main" id="{AAD5250A-501E-F9E1-B997-A17E34539A45}"/>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 name="Group 2">
            <a:extLst>
              <a:ext uri="{FF2B5EF4-FFF2-40B4-BE49-F238E27FC236}">
                <a16:creationId xmlns:a16="http://schemas.microsoft.com/office/drawing/2014/main" id="{1D481834-606C-A4E2-4DFA-B1FD97F38364}"/>
              </a:ext>
            </a:extLst>
          </p:cNvPr>
          <p:cNvGrpSpPr/>
          <p:nvPr/>
        </p:nvGrpSpPr>
        <p:grpSpPr>
          <a:xfrm>
            <a:off x="7905566" y="751337"/>
            <a:ext cx="3396155" cy="4999377"/>
            <a:chOff x="7905566" y="751337"/>
            <a:chExt cx="3396155" cy="4999377"/>
          </a:xfrm>
        </p:grpSpPr>
        <p:cxnSp>
          <p:nvCxnSpPr>
            <p:cNvPr id="4" name="Straight Connector 3">
              <a:extLst>
                <a:ext uri="{FF2B5EF4-FFF2-40B4-BE49-F238E27FC236}">
                  <a16:creationId xmlns:a16="http://schemas.microsoft.com/office/drawing/2014/main" id="{DDB5D431-39CD-2B8F-CB36-67EC980FD518}"/>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2521F53B-B174-4393-0AFF-B691001BE034}"/>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A32A13CE-EA73-034A-813A-B92EE753F513}"/>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A959ED69-712B-5D14-5B2B-18B065002B7C}"/>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8605FE87-B7A2-D1C7-4264-3B7064598EF0}"/>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E9B87BEF-7008-0FCE-F586-AE76CB2C1940}"/>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868C4549-C732-F974-3932-6B990E046CA9}"/>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1" name="Straight Connector 10">
            <a:extLst>
              <a:ext uri="{FF2B5EF4-FFF2-40B4-BE49-F238E27FC236}">
                <a16:creationId xmlns:a16="http://schemas.microsoft.com/office/drawing/2014/main" id="{14CC92EF-7DC9-C632-7664-1DEBEDA8B90B}"/>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12" name="Rectangle 11">
            <a:hlinkClick r:id="rId14" action="ppaction://hlinksldjump"/>
            <a:hlinkHover r:id="rId14" action="ppaction://hlinksldjump"/>
            <a:extLst>
              <a:ext uri="{FF2B5EF4-FFF2-40B4-BE49-F238E27FC236}">
                <a16:creationId xmlns:a16="http://schemas.microsoft.com/office/drawing/2014/main" id="{B7EB4CCE-E336-D522-8F20-FC05CA3E7630}"/>
              </a:ext>
            </a:extLst>
          </p:cNvPr>
          <p:cNvSpPr/>
          <p:nvPr/>
        </p:nvSpPr>
        <p:spPr>
          <a:xfrm>
            <a:off x="5329817" y="5802160"/>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13" name="Rectangle 12">
            <a:hlinkClick r:id="rId15" action="ppaction://hlinksldjump"/>
            <a:hlinkHover r:id="rId15" action="ppaction://hlinksldjump"/>
            <a:extLst>
              <a:ext uri="{FF2B5EF4-FFF2-40B4-BE49-F238E27FC236}">
                <a16:creationId xmlns:a16="http://schemas.microsoft.com/office/drawing/2014/main" id="{CE18D100-A796-7748-9EC7-BE230F2F1FB7}"/>
              </a:ext>
            </a:extLst>
          </p:cNvPr>
          <p:cNvSpPr/>
          <p:nvPr/>
        </p:nvSpPr>
        <p:spPr>
          <a:xfrm>
            <a:off x="5329817" y="6284246"/>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Purview Suite</a:t>
            </a:r>
          </a:p>
        </p:txBody>
      </p:sp>
      <p:grpSp>
        <p:nvGrpSpPr>
          <p:cNvPr id="14" name="Group 13">
            <a:extLst>
              <a:ext uri="{FF2B5EF4-FFF2-40B4-BE49-F238E27FC236}">
                <a16:creationId xmlns:a16="http://schemas.microsoft.com/office/drawing/2014/main" id="{FBB99A02-1CA3-2B88-5F30-CB5BB9FBF889}"/>
              </a:ext>
            </a:extLst>
          </p:cNvPr>
          <p:cNvGrpSpPr/>
          <p:nvPr/>
        </p:nvGrpSpPr>
        <p:grpSpPr>
          <a:xfrm>
            <a:off x="4605607" y="811556"/>
            <a:ext cx="722054" cy="609701"/>
            <a:chOff x="4605607" y="811556"/>
            <a:chExt cx="722054" cy="609701"/>
          </a:xfrm>
        </p:grpSpPr>
        <p:sp>
          <p:nvSpPr>
            <p:cNvPr id="15" name="Rectangle 14">
              <a:extLst>
                <a:ext uri="{FF2B5EF4-FFF2-40B4-BE49-F238E27FC236}">
                  <a16:creationId xmlns:a16="http://schemas.microsoft.com/office/drawing/2014/main" id="{63F42EA2-25C5-186B-6D38-11FCA777AD90}"/>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 name="Rectangle 15">
              <a:extLst>
                <a:ext uri="{FF2B5EF4-FFF2-40B4-BE49-F238E27FC236}">
                  <a16:creationId xmlns:a16="http://schemas.microsoft.com/office/drawing/2014/main" id="{A3546F68-C297-6B07-7F89-7215DBDE8DB8}"/>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Oval 15">
              <a:extLst>
                <a:ext uri="{FF2B5EF4-FFF2-40B4-BE49-F238E27FC236}">
                  <a16:creationId xmlns:a16="http://schemas.microsoft.com/office/drawing/2014/main" id="{E013835E-DA68-ACF3-83B5-5BDE61DCF5BA}"/>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 name="Straight Connector 17">
              <a:extLst>
                <a:ext uri="{FF2B5EF4-FFF2-40B4-BE49-F238E27FC236}">
                  <a16:creationId xmlns:a16="http://schemas.microsoft.com/office/drawing/2014/main" id="{5D6BCD15-4E45-8C3F-72BE-FDEA9668AF71}"/>
                </a:ext>
              </a:extLst>
            </p:cNvPr>
            <p:cNvCxnSpPr>
              <a:cxnSpLocks/>
              <a:stCxn id="17"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 name="Straight Connector 18">
              <a:extLst>
                <a:ext uri="{FF2B5EF4-FFF2-40B4-BE49-F238E27FC236}">
                  <a16:creationId xmlns:a16="http://schemas.microsoft.com/office/drawing/2014/main" id="{7DB8F15D-8F2D-03E3-ED2A-2A9144F19866}"/>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0" name="Group 19">
            <a:extLst>
              <a:ext uri="{FF2B5EF4-FFF2-40B4-BE49-F238E27FC236}">
                <a16:creationId xmlns:a16="http://schemas.microsoft.com/office/drawing/2014/main" id="{0B71E6E2-904D-1B68-F8A9-B69480869BED}"/>
              </a:ext>
            </a:extLst>
          </p:cNvPr>
          <p:cNvGrpSpPr/>
          <p:nvPr/>
        </p:nvGrpSpPr>
        <p:grpSpPr>
          <a:xfrm>
            <a:off x="9651394" y="811173"/>
            <a:ext cx="721206" cy="609701"/>
            <a:chOff x="9657972" y="90836"/>
            <a:chExt cx="721206" cy="609701"/>
          </a:xfrm>
        </p:grpSpPr>
        <p:sp>
          <p:nvSpPr>
            <p:cNvPr id="24" name="Rectangle 23">
              <a:hlinkHover r:id="" action="ppaction://noaction" highlightClick="1"/>
              <a:extLst>
                <a:ext uri="{FF2B5EF4-FFF2-40B4-BE49-F238E27FC236}">
                  <a16:creationId xmlns:a16="http://schemas.microsoft.com/office/drawing/2014/main" id="{398C9417-76B1-47B4-56C9-2BF73AE63361}"/>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25" name="Diamond 24">
              <a:extLst>
                <a:ext uri="{FF2B5EF4-FFF2-40B4-BE49-F238E27FC236}">
                  <a16:creationId xmlns:a16="http://schemas.microsoft.com/office/drawing/2014/main" id="{ACFBB792-B420-C07C-0700-B56411EC6C0C}"/>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6" name="Oval 25">
              <a:extLst>
                <a:ext uri="{FF2B5EF4-FFF2-40B4-BE49-F238E27FC236}">
                  <a16:creationId xmlns:a16="http://schemas.microsoft.com/office/drawing/2014/main" id="{2BE2099D-7E3C-D96E-DEFB-FF7BA3F31F9A}"/>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7" name="Group 26">
            <a:extLst>
              <a:ext uri="{FF2B5EF4-FFF2-40B4-BE49-F238E27FC236}">
                <a16:creationId xmlns:a16="http://schemas.microsoft.com/office/drawing/2014/main" id="{00DAE90A-E91A-398E-4297-B7608DD639D5}"/>
              </a:ext>
            </a:extLst>
          </p:cNvPr>
          <p:cNvGrpSpPr/>
          <p:nvPr/>
        </p:nvGrpSpPr>
        <p:grpSpPr>
          <a:xfrm>
            <a:off x="10520479" y="90836"/>
            <a:ext cx="721206" cy="609701"/>
            <a:chOff x="10520479" y="90836"/>
            <a:chExt cx="721206" cy="609701"/>
          </a:xfrm>
        </p:grpSpPr>
        <p:sp>
          <p:nvSpPr>
            <p:cNvPr id="28" name="Rectangle 27">
              <a:hlinkHover r:id="" action="ppaction://noaction" highlightClick="1"/>
              <a:extLst>
                <a:ext uri="{FF2B5EF4-FFF2-40B4-BE49-F238E27FC236}">
                  <a16:creationId xmlns:a16="http://schemas.microsoft.com/office/drawing/2014/main" id="{75B44E9F-CF71-F2C9-381F-433970E622B2}"/>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29" name="Oval 28">
              <a:extLst>
                <a:ext uri="{FF2B5EF4-FFF2-40B4-BE49-F238E27FC236}">
                  <a16:creationId xmlns:a16="http://schemas.microsoft.com/office/drawing/2014/main" id="{EBF1B1E3-889D-32F7-C390-3B4E392B600C}"/>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0" name="Isosceles Triangle 648">
              <a:extLst>
                <a:ext uri="{FF2B5EF4-FFF2-40B4-BE49-F238E27FC236}">
                  <a16:creationId xmlns:a16="http://schemas.microsoft.com/office/drawing/2014/main" id="{EEDA4D66-7617-EA5B-FF13-36312416260D}"/>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1" name="Group 30">
            <a:extLst>
              <a:ext uri="{FF2B5EF4-FFF2-40B4-BE49-F238E27FC236}">
                <a16:creationId xmlns:a16="http://schemas.microsoft.com/office/drawing/2014/main" id="{CC64579E-EAE1-9393-D640-6DAE6BEA9AD0}"/>
              </a:ext>
            </a:extLst>
          </p:cNvPr>
          <p:cNvGrpSpPr/>
          <p:nvPr/>
        </p:nvGrpSpPr>
        <p:grpSpPr>
          <a:xfrm>
            <a:off x="2102908" y="811556"/>
            <a:ext cx="721206" cy="609701"/>
            <a:chOff x="2102908" y="811556"/>
            <a:chExt cx="721206" cy="609701"/>
          </a:xfrm>
        </p:grpSpPr>
        <p:sp>
          <p:nvSpPr>
            <p:cNvPr id="32" name="Rectangle 31">
              <a:extLst>
                <a:ext uri="{FF2B5EF4-FFF2-40B4-BE49-F238E27FC236}">
                  <a16:creationId xmlns:a16="http://schemas.microsoft.com/office/drawing/2014/main" id="{D6D79419-E81D-D282-B817-C5E5375214FD}"/>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3" name="Rectangle 32">
              <a:extLst>
                <a:ext uri="{FF2B5EF4-FFF2-40B4-BE49-F238E27FC236}">
                  <a16:creationId xmlns:a16="http://schemas.microsoft.com/office/drawing/2014/main" id="{AD091B07-EB4C-5E8A-55D7-6524B8437F5A}"/>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4" name="Oval 15">
              <a:extLst>
                <a:ext uri="{FF2B5EF4-FFF2-40B4-BE49-F238E27FC236}">
                  <a16:creationId xmlns:a16="http://schemas.microsoft.com/office/drawing/2014/main" id="{6D93FDE4-2DE3-8D3C-0E55-7E3BFC1E7316}"/>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5" name="Straight Connector 34">
              <a:extLst>
                <a:ext uri="{FF2B5EF4-FFF2-40B4-BE49-F238E27FC236}">
                  <a16:creationId xmlns:a16="http://schemas.microsoft.com/office/drawing/2014/main" id="{2C9C996B-2ECB-BAB9-D535-AFCB45995DFE}"/>
                </a:ext>
              </a:extLst>
            </p:cNvPr>
            <p:cNvCxnSpPr>
              <a:cxnSpLocks/>
              <a:stCxn id="34"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36" name="Straight Connector 35">
              <a:extLst>
                <a:ext uri="{FF2B5EF4-FFF2-40B4-BE49-F238E27FC236}">
                  <a16:creationId xmlns:a16="http://schemas.microsoft.com/office/drawing/2014/main" id="{8F48BA76-8B75-73A8-18D2-A2D90D6CB946}"/>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7" name="Group 36">
            <a:extLst>
              <a:ext uri="{FF2B5EF4-FFF2-40B4-BE49-F238E27FC236}">
                <a16:creationId xmlns:a16="http://schemas.microsoft.com/office/drawing/2014/main" id="{2342C67B-70A5-7942-2F1E-A029FCFEDC38}"/>
              </a:ext>
            </a:extLst>
          </p:cNvPr>
          <p:cNvGrpSpPr/>
          <p:nvPr/>
        </p:nvGrpSpPr>
        <p:grpSpPr>
          <a:xfrm>
            <a:off x="10506594" y="811556"/>
            <a:ext cx="721220" cy="609701"/>
            <a:chOff x="10506594" y="811556"/>
            <a:chExt cx="721220" cy="609701"/>
          </a:xfrm>
        </p:grpSpPr>
        <p:sp>
          <p:nvSpPr>
            <p:cNvPr id="38" name="Rectangle 37">
              <a:extLst>
                <a:ext uri="{FF2B5EF4-FFF2-40B4-BE49-F238E27FC236}">
                  <a16:creationId xmlns:a16="http://schemas.microsoft.com/office/drawing/2014/main" id="{902E5795-3286-7BC0-825E-DC9413ACCC17}"/>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9" name="Rectangle 38">
              <a:extLst>
                <a:ext uri="{FF2B5EF4-FFF2-40B4-BE49-F238E27FC236}">
                  <a16:creationId xmlns:a16="http://schemas.microsoft.com/office/drawing/2014/main" id="{9B63B928-E389-FC72-5095-0A86BE92917F}"/>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 name="Oval 15">
              <a:extLst>
                <a:ext uri="{FF2B5EF4-FFF2-40B4-BE49-F238E27FC236}">
                  <a16:creationId xmlns:a16="http://schemas.microsoft.com/office/drawing/2014/main" id="{B285D78A-F7F6-D9E5-EC3A-4C08202413B4}"/>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1" name="Straight Connector 40">
              <a:extLst>
                <a:ext uri="{FF2B5EF4-FFF2-40B4-BE49-F238E27FC236}">
                  <a16:creationId xmlns:a16="http://schemas.microsoft.com/office/drawing/2014/main" id="{F1FB42F7-6679-1BAF-B479-3A65034CAEEB}"/>
                </a:ext>
              </a:extLst>
            </p:cNvPr>
            <p:cNvCxnSpPr>
              <a:cxnSpLocks/>
              <a:stCxn id="40"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2" name="Straight Connector 41">
              <a:extLst>
                <a:ext uri="{FF2B5EF4-FFF2-40B4-BE49-F238E27FC236}">
                  <a16:creationId xmlns:a16="http://schemas.microsoft.com/office/drawing/2014/main" id="{D1593816-5D6C-8294-E009-082E3FB89EF6}"/>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3" name="Group 42">
            <a:extLst>
              <a:ext uri="{FF2B5EF4-FFF2-40B4-BE49-F238E27FC236}">
                <a16:creationId xmlns:a16="http://schemas.microsoft.com/office/drawing/2014/main" id="{B2FA5248-1E8F-CC6B-0991-A885076C644B}"/>
              </a:ext>
            </a:extLst>
          </p:cNvPr>
          <p:cNvGrpSpPr/>
          <p:nvPr/>
        </p:nvGrpSpPr>
        <p:grpSpPr>
          <a:xfrm>
            <a:off x="7116512" y="812701"/>
            <a:ext cx="721206" cy="609701"/>
            <a:chOff x="7957576" y="811556"/>
            <a:chExt cx="721206" cy="609701"/>
          </a:xfrm>
        </p:grpSpPr>
        <p:sp>
          <p:nvSpPr>
            <p:cNvPr id="44" name="Rectangle 43">
              <a:extLst>
                <a:ext uri="{FF2B5EF4-FFF2-40B4-BE49-F238E27FC236}">
                  <a16:creationId xmlns:a16="http://schemas.microsoft.com/office/drawing/2014/main" id="{1740644B-0723-8D48-C2B0-83295BC5D066}"/>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45" name="Rectangle 44">
              <a:extLst>
                <a:ext uri="{FF2B5EF4-FFF2-40B4-BE49-F238E27FC236}">
                  <a16:creationId xmlns:a16="http://schemas.microsoft.com/office/drawing/2014/main" id="{AB3903C4-90AC-1EBC-C9EB-03772F971F34}"/>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 name="Oval 15">
              <a:extLst>
                <a:ext uri="{FF2B5EF4-FFF2-40B4-BE49-F238E27FC236}">
                  <a16:creationId xmlns:a16="http://schemas.microsoft.com/office/drawing/2014/main" id="{86675AD9-1EE4-76A4-FD9E-1A62EF745426}"/>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7" name="Straight Connector 46">
              <a:extLst>
                <a:ext uri="{FF2B5EF4-FFF2-40B4-BE49-F238E27FC236}">
                  <a16:creationId xmlns:a16="http://schemas.microsoft.com/office/drawing/2014/main" id="{67C0E1EA-D2E8-74F9-509F-5E802845C20D}"/>
                </a:ext>
              </a:extLst>
            </p:cNvPr>
            <p:cNvCxnSpPr>
              <a:cxnSpLocks/>
              <a:stCxn id="46"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 name="Straight Connector 47">
              <a:extLst>
                <a:ext uri="{FF2B5EF4-FFF2-40B4-BE49-F238E27FC236}">
                  <a16:creationId xmlns:a16="http://schemas.microsoft.com/office/drawing/2014/main" id="{9B65F7CD-F76D-79C7-A76E-A98FE44F749E}"/>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 name="Group 48">
            <a:extLst>
              <a:ext uri="{FF2B5EF4-FFF2-40B4-BE49-F238E27FC236}">
                <a16:creationId xmlns:a16="http://schemas.microsoft.com/office/drawing/2014/main" id="{DBDE1E08-EEC8-FCD7-CC1F-DD095BE43A27}"/>
              </a:ext>
            </a:extLst>
          </p:cNvPr>
          <p:cNvGrpSpPr/>
          <p:nvPr/>
        </p:nvGrpSpPr>
        <p:grpSpPr>
          <a:xfrm>
            <a:off x="10508723" y="1536662"/>
            <a:ext cx="721206" cy="609701"/>
            <a:chOff x="11356242" y="1532276"/>
            <a:chExt cx="721206" cy="609701"/>
          </a:xfrm>
        </p:grpSpPr>
        <p:sp>
          <p:nvSpPr>
            <p:cNvPr id="50" name="Rectangle 49">
              <a:hlinkHover r:id="" action="ppaction://noaction" highlightClick="1"/>
              <a:extLst>
                <a:ext uri="{FF2B5EF4-FFF2-40B4-BE49-F238E27FC236}">
                  <a16:creationId xmlns:a16="http://schemas.microsoft.com/office/drawing/2014/main" id="{2EF7426E-DA2E-EFDA-1C80-3E4435E53D1A}"/>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51" name="Oval 50">
              <a:extLst>
                <a:ext uri="{FF2B5EF4-FFF2-40B4-BE49-F238E27FC236}">
                  <a16:creationId xmlns:a16="http://schemas.microsoft.com/office/drawing/2014/main" id="{133F3EE8-5435-D56A-24D1-43A7FC885144}"/>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 name="Isosceles Triangle 648">
              <a:extLst>
                <a:ext uri="{FF2B5EF4-FFF2-40B4-BE49-F238E27FC236}">
                  <a16:creationId xmlns:a16="http://schemas.microsoft.com/office/drawing/2014/main" id="{7C3C7FA4-6471-3FA0-D935-1B4551A6B255}"/>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 name="Group 52">
            <a:extLst>
              <a:ext uri="{FF2B5EF4-FFF2-40B4-BE49-F238E27FC236}">
                <a16:creationId xmlns:a16="http://schemas.microsoft.com/office/drawing/2014/main" id="{E1F67A5B-FA03-3D73-8ECE-EFEE84DE97EB}"/>
              </a:ext>
            </a:extLst>
          </p:cNvPr>
          <p:cNvGrpSpPr/>
          <p:nvPr/>
        </p:nvGrpSpPr>
        <p:grpSpPr>
          <a:xfrm>
            <a:off x="7957586" y="2253332"/>
            <a:ext cx="721206" cy="609701"/>
            <a:chOff x="7957586" y="2253332"/>
            <a:chExt cx="721206" cy="609701"/>
          </a:xfrm>
        </p:grpSpPr>
        <p:sp>
          <p:nvSpPr>
            <p:cNvPr id="54" name="Rectangle 53">
              <a:extLst>
                <a:ext uri="{FF2B5EF4-FFF2-40B4-BE49-F238E27FC236}">
                  <a16:creationId xmlns:a16="http://schemas.microsoft.com/office/drawing/2014/main" id="{7FE058FA-7762-3710-94E9-F06A6CEAE8B7}"/>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55" name="Right Triangle 54">
              <a:extLst>
                <a:ext uri="{FF2B5EF4-FFF2-40B4-BE49-F238E27FC236}">
                  <a16:creationId xmlns:a16="http://schemas.microsoft.com/office/drawing/2014/main" id="{8878C6BE-BFCD-F7E4-6161-0CC7D5906F45}"/>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6" name="Group 55">
              <a:extLst>
                <a:ext uri="{FF2B5EF4-FFF2-40B4-BE49-F238E27FC236}">
                  <a16:creationId xmlns:a16="http://schemas.microsoft.com/office/drawing/2014/main" id="{D793E490-81B8-C41E-EAC7-8467F579491A}"/>
                </a:ext>
              </a:extLst>
            </p:cNvPr>
            <p:cNvGrpSpPr/>
            <p:nvPr/>
          </p:nvGrpSpPr>
          <p:grpSpPr>
            <a:xfrm>
              <a:off x="8621942" y="2262669"/>
              <a:ext cx="37817" cy="61390"/>
              <a:chOff x="3883481" y="2057400"/>
              <a:chExt cx="1608363" cy="2652031"/>
            </a:xfrm>
            <a:solidFill>
              <a:srgbClr val="A6A6A6">
                <a:alpha val="20000"/>
              </a:srgbClr>
            </a:solidFill>
          </p:grpSpPr>
          <p:sp>
            <p:nvSpPr>
              <p:cNvPr id="57" name="Oval 27">
                <a:extLst>
                  <a:ext uri="{FF2B5EF4-FFF2-40B4-BE49-F238E27FC236}">
                    <a16:creationId xmlns:a16="http://schemas.microsoft.com/office/drawing/2014/main" id="{0DEE0760-56E3-3676-B875-25924E73FB6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 name="Oval 28">
                <a:extLst>
                  <a:ext uri="{FF2B5EF4-FFF2-40B4-BE49-F238E27FC236}">
                    <a16:creationId xmlns:a16="http://schemas.microsoft.com/office/drawing/2014/main" id="{10F0C77F-3AAA-4507-4DFD-5726DD07887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9" name="Group 58">
            <a:extLst>
              <a:ext uri="{FF2B5EF4-FFF2-40B4-BE49-F238E27FC236}">
                <a16:creationId xmlns:a16="http://schemas.microsoft.com/office/drawing/2014/main" id="{8EA57F72-4D30-9F01-4A37-C4BE1DABA9F3}"/>
              </a:ext>
            </a:extLst>
          </p:cNvPr>
          <p:cNvGrpSpPr/>
          <p:nvPr/>
        </p:nvGrpSpPr>
        <p:grpSpPr>
          <a:xfrm>
            <a:off x="6290730" y="2257176"/>
            <a:ext cx="721206" cy="609701"/>
            <a:chOff x="8807250" y="2253334"/>
            <a:chExt cx="721206" cy="609701"/>
          </a:xfrm>
        </p:grpSpPr>
        <p:sp>
          <p:nvSpPr>
            <p:cNvPr id="60" name="Rectangle 59">
              <a:extLst>
                <a:ext uri="{FF2B5EF4-FFF2-40B4-BE49-F238E27FC236}">
                  <a16:creationId xmlns:a16="http://schemas.microsoft.com/office/drawing/2014/main" id="{755EAFFC-2898-F2B5-AFBD-3CF96F48B4CB}"/>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61" name="Right Triangle 60">
              <a:extLst>
                <a:ext uri="{FF2B5EF4-FFF2-40B4-BE49-F238E27FC236}">
                  <a16:creationId xmlns:a16="http://schemas.microsoft.com/office/drawing/2014/main" id="{E54E1CB9-7828-556E-7C78-ED505BEFEB93}"/>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 name="Oval 27">
              <a:extLst>
                <a:ext uri="{FF2B5EF4-FFF2-40B4-BE49-F238E27FC236}">
                  <a16:creationId xmlns:a16="http://schemas.microsoft.com/office/drawing/2014/main" id="{7BD9AF3A-D37D-3230-B076-6B960850978C}"/>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 name="Oval 28">
              <a:extLst>
                <a:ext uri="{FF2B5EF4-FFF2-40B4-BE49-F238E27FC236}">
                  <a16:creationId xmlns:a16="http://schemas.microsoft.com/office/drawing/2014/main" id="{91FD1C56-12E8-B933-8A98-F399EB2443B8}"/>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 name="Group 63">
            <a:extLst>
              <a:ext uri="{FF2B5EF4-FFF2-40B4-BE49-F238E27FC236}">
                <a16:creationId xmlns:a16="http://schemas.microsoft.com/office/drawing/2014/main" id="{CA6D7E6D-4B13-1CFB-720F-BA933A15FC75}"/>
              </a:ext>
            </a:extLst>
          </p:cNvPr>
          <p:cNvGrpSpPr/>
          <p:nvPr/>
        </p:nvGrpSpPr>
        <p:grpSpPr>
          <a:xfrm>
            <a:off x="9656903" y="2253333"/>
            <a:ext cx="721220" cy="609701"/>
            <a:chOff x="9656903" y="2253333"/>
            <a:chExt cx="721220" cy="609701"/>
          </a:xfrm>
        </p:grpSpPr>
        <p:sp>
          <p:nvSpPr>
            <p:cNvPr id="65" name="Rectangle 64">
              <a:hlinkHover r:id="" action="ppaction://noaction" highlightClick="1"/>
              <a:extLst>
                <a:ext uri="{FF2B5EF4-FFF2-40B4-BE49-F238E27FC236}">
                  <a16:creationId xmlns:a16="http://schemas.microsoft.com/office/drawing/2014/main" id="{CD134316-41C0-00DE-3E34-24734607E1FB}"/>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7" name="Rectangle 66">
              <a:extLst>
                <a:ext uri="{FF2B5EF4-FFF2-40B4-BE49-F238E27FC236}">
                  <a16:creationId xmlns:a16="http://schemas.microsoft.com/office/drawing/2014/main" id="{DB3043E8-7F5C-D2F3-D63E-163C09C969D6}"/>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 name="Oval 15">
              <a:extLst>
                <a:ext uri="{FF2B5EF4-FFF2-40B4-BE49-F238E27FC236}">
                  <a16:creationId xmlns:a16="http://schemas.microsoft.com/office/drawing/2014/main" id="{E761BB30-248B-448D-4DF6-4076DBB0682C}"/>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9" name="Straight Connector 68">
              <a:extLst>
                <a:ext uri="{FF2B5EF4-FFF2-40B4-BE49-F238E27FC236}">
                  <a16:creationId xmlns:a16="http://schemas.microsoft.com/office/drawing/2014/main" id="{3D35D1C3-0F23-3414-A826-3B9DF0720AB8}"/>
                </a:ext>
              </a:extLst>
            </p:cNvPr>
            <p:cNvCxnSpPr>
              <a:cxnSpLocks/>
              <a:stCxn id="6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0" name="Straight Connector 69">
              <a:extLst>
                <a:ext uri="{FF2B5EF4-FFF2-40B4-BE49-F238E27FC236}">
                  <a16:creationId xmlns:a16="http://schemas.microsoft.com/office/drawing/2014/main" id="{6DBD1D16-6542-B5E0-ABC2-575FE0F4C175}"/>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1" name="Group 70">
            <a:extLst>
              <a:ext uri="{FF2B5EF4-FFF2-40B4-BE49-F238E27FC236}">
                <a16:creationId xmlns:a16="http://schemas.microsoft.com/office/drawing/2014/main" id="{5CD97114-B538-E8BB-61CA-48CB196ACFC9}"/>
              </a:ext>
            </a:extLst>
          </p:cNvPr>
          <p:cNvGrpSpPr/>
          <p:nvPr/>
        </p:nvGrpSpPr>
        <p:grpSpPr>
          <a:xfrm>
            <a:off x="8797459" y="2264859"/>
            <a:ext cx="721206" cy="609701"/>
            <a:chOff x="11356242" y="2253333"/>
            <a:chExt cx="721206" cy="609701"/>
          </a:xfrm>
        </p:grpSpPr>
        <p:sp>
          <p:nvSpPr>
            <p:cNvPr id="72" name="Rectangle 71">
              <a:hlinkHover r:id="" action="ppaction://noaction" highlightClick="1"/>
              <a:extLst>
                <a:ext uri="{FF2B5EF4-FFF2-40B4-BE49-F238E27FC236}">
                  <a16:creationId xmlns:a16="http://schemas.microsoft.com/office/drawing/2014/main" id="{DAA7B442-2F66-464B-32F4-D918A82EE6BC}"/>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73" name="Oval 72">
              <a:extLst>
                <a:ext uri="{FF2B5EF4-FFF2-40B4-BE49-F238E27FC236}">
                  <a16:creationId xmlns:a16="http://schemas.microsoft.com/office/drawing/2014/main" id="{9863C6CF-82ED-3333-E89A-94B9B1A724D6}"/>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 name="Isosceles Triangle 648">
              <a:extLst>
                <a:ext uri="{FF2B5EF4-FFF2-40B4-BE49-F238E27FC236}">
                  <a16:creationId xmlns:a16="http://schemas.microsoft.com/office/drawing/2014/main" id="{E9B69768-CE29-116B-EE60-BEC9259ECC2F}"/>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5" name="Group 74">
            <a:extLst>
              <a:ext uri="{FF2B5EF4-FFF2-40B4-BE49-F238E27FC236}">
                <a16:creationId xmlns:a16="http://schemas.microsoft.com/office/drawing/2014/main" id="{43E242B8-4825-8C96-0286-5C8759C9DDFA}"/>
              </a:ext>
            </a:extLst>
          </p:cNvPr>
          <p:cNvGrpSpPr/>
          <p:nvPr/>
        </p:nvGrpSpPr>
        <p:grpSpPr>
          <a:xfrm>
            <a:off x="10506580" y="2253333"/>
            <a:ext cx="721206" cy="609701"/>
            <a:chOff x="10506580" y="2253333"/>
            <a:chExt cx="721206" cy="609701"/>
          </a:xfrm>
        </p:grpSpPr>
        <p:sp>
          <p:nvSpPr>
            <p:cNvPr id="76" name="Rectangle 75">
              <a:hlinkHover r:id="" action="ppaction://noaction" highlightClick="1"/>
              <a:extLst>
                <a:ext uri="{FF2B5EF4-FFF2-40B4-BE49-F238E27FC236}">
                  <a16:creationId xmlns:a16="http://schemas.microsoft.com/office/drawing/2014/main" id="{9B21F597-32A5-563D-4496-CAD455BA24EB}"/>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77" name="Diamond 76">
              <a:extLst>
                <a:ext uri="{FF2B5EF4-FFF2-40B4-BE49-F238E27FC236}">
                  <a16:creationId xmlns:a16="http://schemas.microsoft.com/office/drawing/2014/main" id="{790E5E71-0861-B690-859B-1059F721D48F}"/>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 name="Oval 77">
              <a:extLst>
                <a:ext uri="{FF2B5EF4-FFF2-40B4-BE49-F238E27FC236}">
                  <a16:creationId xmlns:a16="http://schemas.microsoft.com/office/drawing/2014/main" id="{DBE9A12D-12E4-1143-94E7-DD522E82D7C7}"/>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9" name="Group 78">
            <a:extLst>
              <a:ext uri="{FF2B5EF4-FFF2-40B4-BE49-F238E27FC236}">
                <a16:creationId xmlns:a16="http://schemas.microsoft.com/office/drawing/2014/main" id="{FF74B8B0-C577-4193-93D8-213FD3640A26}"/>
              </a:ext>
            </a:extLst>
          </p:cNvPr>
          <p:cNvGrpSpPr/>
          <p:nvPr/>
        </p:nvGrpSpPr>
        <p:grpSpPr>
          <a:xfrm>
            <a:off x="5454173" y="2257175"/>
            <a:ext cx="721206" cy="609701"/>
            <a:chOff x="6287891" y="2253333"/>
            <a:chExt cx="721206" cy="609701"/>
          </a:xfrm>
        </p:grpSpPr>
        <p:sp>
          <p:nvSpPr>
            <p:cNvPr id="80" name="Rectangle 79">
              <a:extLst>
                <a:ext uri="{FF2B5EF4-FFF2-40B4-BE49-F238E27FC236}">
                  <a16:creationId xmlns:a16="http://schemas.microsoft.com/office/drawing/2014/main" id="{D563985B-EC3D-58D1-CCFF-D1D15F243641}"/>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84" name="Right Triangle 83">
              <a:extLst>
                <a:ext uri="{FF2B5EF4-FFF2-40B4-BE49-F238E27FC236}">
                  <a16:creationId xmlns:a16="http://schemas.microsoft.com/office/drawing/2014/main" id="{6F13A9C3-BB85-523C-C4D3-D81614C13098}"/>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 name="Group 84">
              <a:extLst>
                <a:ext uri="{FF2B5EF4-FFF2-40B4-BE49-F238E27FC236}">
                  <a16:creationId xmlns:a16="http://schemas.microsoft.com/office/drawing/2014/main" id="{A6408892-3B5D-F196-A16A-90666BA6E6DD}"/>
                </a:ext>
              </a:extLst>
            </p:cNvPr>
            <p:cNvGrpSpPr/>
            <p:nvPr/>
          </p:nvGrpSpPr>
          <p:grpSpPr>
            <a:xfrm>
              <a:off x="6952470" y="2265099"/>
              <a:ext cx="37817" cy="61390"/>
              <a:chOff x="3883481" y="2057400"/>
              <a:chExt cx="1608363" cy="2652031"/>
            </a:xfrm>
            <a:solidFill>
              <a:srgbClr val="A6A6A6">
                <a:alpha val="20000"/>
              </a:srgbClr>
            </a:solidFill>
          </p:grpSpPr>
          <p:sp>
            <p:nvSpPr>
              <p:cNvPr id="86" name="Oval 27">
                <a:extLst>
                  <a:ext uri="{FF2B5EF4-FFF2-40B4-BE49-F238E27FC236}">
                    <a16:creationId xmlns:a16="http://schemas.microsoft.com/office/drawing/2014/main" id="{C5D54F4A-B6E4-A0C7-0948-99D73501F7C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 name="Oval 28">
                <a:extLst>
                  <a:ext uri="{FF2B5EF4-FFF2-40B4-BE49-F238E27FC236}">
                    <a16:creationId xmlns:a16="http://schemas.microsoft.com/office/drawing/2014/main" id="{072E6C10-C9DE-F3DA-C5DF-F7CC3D1C605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8" name="Group 87">
            <a:extLst>
              <a:ext uri="{FF2B5EF4-FFF2-40B4-BE49-F238E27FC236}">
                <a16:creationId xmlns:a16="http://schemas.microsoft.com/office/drawing/2014/main" id="{C334F484-188F-6E8F-62FF-F24714D4F36C}"/>
              </a:ext>
            </a:extLst>
          </p:cNvPr>
          <p:cNvGrpSpPr/>
          <p:nvPr/>
        </p:nvGrpSpPr>
        <p:grpSpPr>
          <a:xfrm>
            <a:off x="7113172" y="2252067"/>
            <a:ext cx="728239" cy="609701"/>
            <a:chOff x="5442073" y="811556"/>
            <a:chExt cx="728239" cy="609701"/>
          </a:xfrm>
        </p:grpSpPr>
        <p:sp>
          <p:nvSpPr>
            <p:cNvPr id="89" name="Rectangle 88">
              <a:extLst>
                <a:ext uri="{FF2B5EF4-FFF2-40B4-BE49-F238E27FC236}">
                  <a16:creationId xmlns:a16="http://schemas.microsoft.com/office/drawing/2014/main" id="{0B108C1B-C576-CA70-F2FE-201CF857D222}"/>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90" name="Rectangle 89">
              <a:extLst>
                <a:ext uri="{FF2B5EF4-FFF2-40B4-BE49-F238E27FC236}">
                  <a16:creationId xmlns:a16="http://schemas.microsoft.com/office/drawing/2014/main" id="{262970BA-3BDD-2789-0A09-E96F64441138}"/>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 name="Oval 15">
              <a:extLst>
                <a:ext uri="{FF2B5EF4-FFF2-40B4-BE49-F238E27FC236}">
                  <a16:creationId xmlns:a16="http://schemas.microsoft.com/office/drawing/2014/main" id="{1F54D4CA-6728-66B0-1A1A-80CA8BE2B168}"/>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 name="Straight Connector 91">
              <a:extLst>
                <a:ext uri="{FF2B5EF4-FFF2-40B4-BE49-F238E27FC236}">
                  <a16:creationId xmlns:a16="http://schemas.microsoft.com/office/drawing/2014/main" id="{44DE3B52-368B-3E2C-9CED-3685DB7080FE}"/>
                </a:ext>
              </a:extLst>
            </p:cNvPr>
            <p:cNvCxnSpPr>
              <a:cxnSpLocks/>
              <a:stCxn id="91"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3" name="Straight Connector 92">
              <a:extLst>
                <a:ext uri="{FF2B5EF4-FFF2-40B4-BE49-F238E27FC236}">
                  <a16:creationId xmlns:a16="http://schemas.microsoft.com/office/drawing/2014/main" id="{7CA49A5A-520E-01BB-D778-69F8EF09FEAE}"/>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4" name="Group 93">
            <a:extLst>
              <a:ext uri="{FF2B5EF4-FFF2-40B4-BE49-F238E27FC236}">
                <a16:creationId xmlns:a16="http://schemas.microsoft.com/office/drawing/2014/main" id="{32DB854F-7ED8-7956-D6CF-E9BCB7652DD8}"/>
              </a:ext>
            </a:extLst>
          </p:cNvPr>
          <p:cNvGrpSpPr/>
          <p:nvPr/>
        </p:nvGrpSpPr>
        <p:grpSpPr>
          <a:xfrm>
            <a:off x="11353919" y="2251694"/>
            <a:ext cx="721206" cy="609701"/>
            <a:chOff x="8807250" y="2253334"/>
            <a:chExt cx="721206" cy="609701"/>
          </a:xfrm>
        </p:grpSpPr>
        <p:sp>
          <p:nvSpPr>
            <p:cNvPr id="95" name="Rectangle 94">
              <a:extLst>
                <a:ext uri="{FF2B5EF4-FFF2-40B4-BE49-F238E27FC236}">
                  <a16:creationId xmlns:a16="http://schemas.microsoft.com/office/drawing/2014/main" id="{FF9D4AD6-FB2D-6843-36B8-478B716C7CE6}"/>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96" name="Right Triangle 95">
              <a:extLst>
                <a:ext uri="{FF2B5EF4-FFF2-40B4-BE49-F238E27FC236}">
                  <a16:creationId xmlns:a16="http://schemas.microsoft.com/office/drawing/2014/main" id="{1368F89D-5621-422F-3B22-F283859D34CE}"/>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 name="Oval 27">
              <a:extLst>
                <a:ext uri="{FF2B5EF4-FFF2-40B4-BE49-F238E27FC236}">
                  <a16:creationId xmlns:a16="http://schemas.microsoft.com/office/drawing/2014/main" id="{692A7CCE-466F-D99F-3396-F7607F0DDDA1}"/>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 name="Oval 28">
              <a:extLst>
                <a:ext uri="{FF2B5EF4-FFF2-40B4-BE49-F238E27FC236}">
                  <a16:creationId xmlns:a16="http://schemas.microsoft.com/office/drawing/2014/main" id="{D19151C0-1A9A-9505-6D6F-C1751362C1B4}"/>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9" name="Group 98">
            <a:extLst>
              <a:ext uri="{FF2B5EF4-FFF2-40B4-BE49-F238E27FC236}">
                <a16:creationId xmlns:a16="http://schemas.microsoft.com/office/drawing/2014/main" id="{204D54E0-0120-899F-2499-09C0335714A8}"/>
              </a:ext>
            </a:extLst>
          </p:cNvPr>
          <p:cNvGrpSpPr/>
          <p:nvPr/>
        </p:nvGrpSpPr>
        <p:grpSpPr>
          <a:xfrm>
            <a:off x="2107991" y="2974054"/>
            <a:ext cx="721206" cy="609701"/>
            <a:chOff x="10506805" y="2974054"/>
            <a:chExt cx="721206" cy="609701"/>
          </a:xfrm>
        </p:grpSpPr>
        <p:sp>
          <p:nvSpPr>
            <p:cNvPr id="100" name="Rectangle 99">
              <a:extLst>
                <a:ext uri="{FF2B5EF4-FFF2-40B4-BE49-F238E27FC236}">
                  <a16:creationId xmlns:a16="http://schemas.microsoft.com/office/drawing/2014/main" id="{E455E8D9-6882-B5C3-70BA-381B8A230049}"/>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101" name="Rectangle 100">
              <a:extLst>
                <a:ext uri="{FF2B5EF4-FFF2-40B4-BE49-F238E27FC236}">
                  <a16:creationId xmlns:a16="http://schemas.microsoft.com/office/drawing/2014/main" id="{BC1F236C-5999-DBD6-610B-73FAA0E9B3ED}"/>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 name="Oval 15">
              <a:extLst>
                <a:ext uri="{FF2B5EF4-FFF2-40B4-BE49-F238E27FC236}">
                  <a16:creationId xmlns:a16="http://schemas.microsoft.com/office/drawing/2014/main" id="{AFADB2F0-36AF-069C-80B4-6339530EE70F}"/>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3" name="Straight Connector 102">
              <a:extLst>
                <a:ext uri="{FF2B5EF4-FFF2-40B4-BE49-F238E27FC236}">
                  <a16:creationId xmlns:a16="http://schemas.microsoft.com/office/drawing/2014/main" id="{A7EB2B6C-75ED-63BD-86E7-59BA2858D4A8}"/>
                </a:ext>
              </a:extLst>
            </p:cNvPr>
            <p:cNvCxnSpPr>
              <a:cxnSpLocks/>
              <a:stCxn id="102"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4" name="Straight Connector 103">
              <a:extLst>
                <a:ext uri="{FF2B5EF4-FFF2-40B4-BE49-F238E27FC236}">
                  <a16:creationId xmlns:a16="http://schemas.microsoft.com/office/drawing/2014/main" id="{1A6AAF93-50CF-457D-054F-A2C24F2133CF}"/>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477DF6F4-4A38-F887-88BF-CCEB97C6E6BE}"/>
              </a:ext>
            </a:extLst>
          </p:cNvPr>
          <p:cNvGrpSpPr/>
          <p:nvPr/>
        </p:nvGrpSpPr>
        <p:grpSpPr>
          <a:xfrm>
            <a:off x="4621827" y="2983922"/>
            <a:ext cx="721206" cy="654973"/>
            <a:chOff x="9657606" y="2974054"/>
            <a:chExt cx="721206" cy="654973"/>
          </a:xfrm>
        </p:grpSpPr>
        <p:sp>
          <p:nvSpPr>
            <p:cNvPr id="106" name="Rectangle 105">
              <a:extLst>
                <a:ext uri="{FF2B5EF4-FFF2-40B4-BE49-F238E27FC236}">
                  <a16:creationId xmlns:a16="http://schemas.microsoft.com/office/drawing/2014/main" id="{A425B266-28E8-840E-DE63-23E7693BD4AE}"/>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07" name="Rectangle 106">
              <a:extLst>
                <a:ext uri="{FF2B5EF4-FFF2-40B4-BE49-F238E27FC236}">
                  <a16:creationId xmlns:a16="http://schemas.microsoft.com/office/drawing/2014/main" id="{14BB9716-D0EF-C1FB-4198-8BF43E35E7DA}"/>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8" name="Oval 15">
              <a:extLst>
                <a:ext uri="{FF2B5EF4-FFF2-40B4-BE49-F238E27FC236}">
                  <a16:creationId xmlns:a16="http://schemas.microsoft.com/office/drawing/2014/main" id="{53B2F58F-5F5B-0089-7C30-72C9998FFBF3}"/>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9" name="Straight Connector 108">
              <a:extLst>
                <a:ext uri="{FF2B5EF4-FFF2-40B4-BE49-F238E27FC236}">
                  <a16:creationId xmlns:a16="http://schemas.microsoft.com/office/drawing/2014/main" id="{DBEEA300-D6C3-F399-0EBB-5888035AAD57}"/>
                </a:ext>
              </a:extLst>
            </p:cNvPr>
            <p:cNvCxnSpPr>
              <a:cxnSpLocks/>
              <a:stCxn id="108"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0" name="Straight Connector 109">
              <a:extLst>
                <a:ext uri="{FF2B5EF4-FFF2-40B4-BE49-F238E27FC236}">
                  <a16:creationId xmlns:a16="http://schemas.microsoft.com/office/drawing/2014/main" id="{2704B0B0-A90C-BCB6-C0B6-44A96CD70BA3}"/>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1" name="Group 110">
            <a:extLst>
              <a:ext uri="{FF2B5EF4-FFF2-40B4-BE49-F238E27FC236}">
                <a16:creationId xmlns:a16="http://schemas.microsoft.com/office/drawing/2014/main" id="{753C348B-AC90-E9AD-74BF-ADB35E36D1D3}"/>
              </a:ext>
            </a:extLst>
          </p:cNvPr>
          <p:cNvGrpSpPr/>
          <p:nvPr/>
        </p:nvGrpSpPr>
        <p:grpSpPr>
          <a:xfrm>
            <a:off x="11356001" y="2974057"/>
            <a:ext cx="721206" cy="609701"/>
            <a:chOff x="11356001" y="2974057"/>
            <a:chExt cx="721206" cy="609701"/>
          </a:xfrm>
        </p:grpSpPr>
        <p:sp>
          <p:nvSpPr>
            <p:cNvPr id="112" name="Rectangle 111">
              <a:hlinkHover r:id="" action="ppaction://noaction" highlightClick="1"/>
              <a:extLst>
                <a:ext uri="{FF2B5EF4-FFF2-40B4-BE49-F238E27FC236}">
                  <a16:creationId xmlns:a16="http://schemas.microsoft.com/office/drawing/2014/main" id="{94B0D12C-E89B-40A5-81E4-69803A321244}"/>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13" name="Oval 112">
              <a:extLst>
                <a:ext uri="{FF2B5EF4-FFF2-40B4-BE49-F238E27FC236}">
                  <a16:creationId xmlns:a16="http://schemas.microsoft.com/office/drawing/2014/main" id="{5102FF6C-C1E0-8ACB-BEAD-C2101DEEBD7C}"/>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4" name="Isosceles Triangle 648">
              <a:extLst>
                <a:ext uri="{FF2B5EF4-FFF2-40B4-BE49-F238E27FC236}">
                  <a16:creationId xmlns:a16="http://schemas.microsoft.com/office/drawing/2014/main" id="{88674DF7-98AC-345F-3669-A921A8095E82}"/>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5" name="Group 114">
            <a:extLst>
              <a:ext uri="{FF2B5EF4-FFF2-40B4-BE49-F238E27FC236}">
                <a16:creationId xmlns:a16="http://schemas.microsoft.com/office/drawing/2014/main" id="{D24BEE4B-1F3F-920E-7998-369CC3CE9333}"/>
              </a:ext>
            </a:extLst>
          </p:cNvPr>
          <p:cNvGrpSpPr/>
          <p:nvPr/>
        </p:nvGrpSpPr>
        <p:grpSpPr>
          <a:xfrm>
            <a:off x="10506616" y="2984633"/>
            <a:ext cx="721220" cy="609701"/>
            <a:chOff x="9656903" y="2253333"/>
            <a:chExt cx="721220" cy="609701"/>
          </a:xfrm>
        </p:grpSpPr>
        <p:sp>
          <p:nvSpPr>
            <p:cNvPr id="116" name="Rectangle 115">
              <a:hlinkHover r:id="" action="ppaction://noaction" highlightClick="1"/>
              <a:extLst>
                <a:ext uri="{FF2B5EF4-FFF2-40B4-BE49-F238E27FC236}">
                  <a16:creationId xmlns:a16="http://schemas.microsoft.com/office/drawing/2014/main" id="{A4E508AE-AF93-75C4-3D62-67E9FC45A1A5}"/>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17" name="Rectangle 116">
              <a:extLst>
                <a:ext uri="{FF2B5EF4-FFF2-40B4-BE49-F238E27FC236}">
                  <a16:creationId xmlns:a16="http://schemas.microsoft.com/office/drawing/2014/main" id="{D7D89814-FEA3-F668-3088-46E402545330}"/>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8" name="Oval 15">
              <a:extLst>
                <a:ext uri="{FF2B5EF4-FFF2-40B4-BE49-F238E27FC236}">
                  <a16:creationId xmlns:a16="http://schemas.microsoft.com/office/drawing/2014/main" id="{1A779F80-3013-0393-6FB7-FF5411BA839A}"/>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9" name="Straight Connector 118">
              <a:extLst>
                <a:ext uri="{FF2B5EF4-FFF2-40B4-BE49-F238E27FC236}">
                  <a16:creationId xmlns:a16="http://schemas.microsoft.com/office/drawing/2014/main" id="{121CA290-6112-1CC3-78ED-309AD50153DA}"/>
                </a:ext>
              </a:extLst>
            </p:cNvPr>
            <p:cNvCxnSpPr>
              <a:cxnSpLocks/>
              <a:stCxn id="11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0" name="Straight Connector 119">
              <a:extLst>
                <a:ext uri="{FF2B5EF4-FFF2-40B4-BE49-F238E27FC236}">
                  <a16:creationId xmlns:a16="http://schemas.microsoft.com/office/drawing/2014/main" id="{329F16FF-934B-2CCF-AF17-C9FE21C00153}"/>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8" name="Group 127">
            <a:extLst>
              <a:ext uri="{FF2B5EF4-FFF2-40B4-BE49-F238E27FC236}">
                <a16:creationId xmlns:a16="http://schemas.microsoft.com/office/drawing/2014/main" id="{54A0394B-A691-5AB8-08DC-427CD1818FE8}"/>
              </a:ext>
            </a:extLst>
          </p:cNvPr>
          <p:cNvGrpSpPr/>
          <p:nvPr/>
        </p:nvGrpSpPr>
        <p:grpSpPr>
          <a:xfrm>
            <a:off x="1268346" y="3698208"/>
            <a:ext cx="721891" cy="610396"/>
            <a:chOff x="1268346" y="3698208"/>
            <a:chExt cx="721891" cy="610396"/>
          </a:xfrm>
        </p:grpSpPr>
        <p:sp>
          <p:nvSpPr>
            <p:cNvPr id="129" name="Rectangle 128">
              <a:extLst>
                <a:ext uri="{FF2B5EF4-FFF2-40B4-BE49-F238E27FC236}">
                  <a16:creationId xmlns:a16="http://schemas.microsoft.com/office/drawing/2014/main" id="{06F9D26C-0026-FE30-23C2-BB38BAC412A0}"/>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30" name="Right Triangle 129">
              <a:extLst>
                <a:ext uri="{FF2B5EF4-FFF2-40B4-BE49-F238E27FC236}">
                  <a16:creationId xmlns:a16="http://schemas.microsoft.com/office/drawing/2014/main" id="{2BAD4AFC-B163-EB33-BA4F-7E126CFDFF51}"/>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1" name="Group 130">
              <a:extLst>
                <a:ext uri="{FF2B5EF4-FFF2-40B4-BE49-F238E27FC236}">
                  <a16:creationId xmlns:a16="http://schemas.microsoft.com/office/drawing/2014/main" id="{C878EB99-49FB-6E1C-F394-EF49E6C73D57}"/>
                </a:ext>
              </a:extLst>
            </p:cNvPr>
            <p:cNvGrpSpPr/>
            <p:nvPr/>
          </p:nvGrpSpPr>
          <p:grpSpPr>
            <a:xfrm>
              <a:off x="1939627" y="3704306"/>
              <a:ext cx="37817" cy="61390"/>
              <a:chOff x="3883481" y="2057400"/>
              <a:chExt cx="1608363" cy="2652031"/>
            </a:xfrm>
            <a:solidFill>
              <a:srgbClr val="A6A6A6">
                <a:alpha val="20000"/>
              </a:srgbClr>
            </a:solidFill>
          </p:grpSpPr>
          <p:sp>
            <p:nvSpPr>
              <p:cNvPr id="132" name="Oval 27">
                <a:extLst>
                  <a:ext uri="{FF2B5EF4-FFF2-40B4-BE49-F238E27FC236}">
                    <a16:creationId xmlns:a16="http://schemas.microsoft.com/office/drawing/2014/main" id="{91740963-DCF4-5626-3E8E-84F31C23E31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3" name="Oval 28">
                <a:extLst>
                  <a:ext uri="{FF2B5EF4-FFF2-40B4-BE49-F238E27FC236}">
                    <a16:creationId xmlns:a16="http://schemas.microsoft.com/office/drawing/2014/main" id="{8904C5B6-40AF-59A6-668E-C92CC9B25EC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4" name="Group 133">
            <a:extLst>
              <a:ext uri="{FF2B5EF4-FFF2-40B4-BE49-F238E27FC236}">
                <a16:creationId xmlns:a16="http://schemas.microsoft.com/office/drawing/2014/main" id="{39D1FE3C-AB6E-62B7-405A-5A96F1F06F13}"/>
              </a:ext>
            </a:extLst>
          </p:cNvPr>
          <p:cNvGrpSpPr/>
          <p:nvPr/>
        </p:nvGrpSpPr>
        <p:grpSpPr>
          <a:xfrm>
            <a:off x="5451979" y="3707588"/>
            <a:ext cx="721206" cy="609701"/>
            <a:chOff x="5451979" y="3707588"/>
            <a:chExt cx="721206" cy="609701"/>
          </a:xfrm>
        </p:grpSpPr>
        <p:sp>
          <p:nvSpPr>
            <p:cNvPr id="135" name="Rectangle 134">
              <a:hlinkHover r:id="" action="ppaction://noaction" highlightClick="1"/>
              <a:extLst>
                <a:ext uri="{FF2B5EF4-FFF2-40B4-BE49-F238E27FC236}">
                  <a16:creationId xmlns:a16="http://schemas.microsoft.com/office/drawing/2014/main" id="{3F4A6122-2EC0-CE22-34DB-C8F492CC7B16}"/>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36" name="Oval 135">
              <a:extLst>
                <a:ext uri="{FF2B5EF4-FFF2-40B4-BE49-F238E27FC236}">
                  <a16:creationId xmlns:a16="http://schemas.microsoft.com/office/drawing/2014/main" id="{69E2405F-31BB-428B-10F6-C7EB72079084}"/>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7" name="Isosceles Triangle 648">
              <a:extLst>
                <a:ext uri="{FF2B5EF4-FFF2-40B4-BE49-F238E27FC236}">
                  <a16:creationId xmlns:a16="http://schemas.microsoft.com/office/drawing/2014/main" id="{B58AB88B-C37C-0EA3-7AEF-491DDA88DFF6}"/>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8" name="Group 137">
            <a:extLst>
              <a:ext uri="{FF2B5EF4-FFF2-40B4-BE49-F238E27FC236}">
                <a16:creationId xmlns:a16="http://schemas.microsoft.com/office/drawing/2014/main" id="{85470B22-D95E-CB63-F94F-26367567BB96}"/>
              </a:ext>
            </a:extLst>
          </p:cNvPr>
          <p:cNvGrpSpPr/>
          <p:nvPr/>
        </p:nvGrpSpPr>
        <p:grpSpPr>
          <a:xfrm>
            <a:off x="11355832" y="5140982"/>
            <a:ext cx="721220" cy="609701"/>
            <a:chOff x="9656903" y="2253333"/>
            <a:chExt cx="721220" cy="609701"/>
          </a:xfrm>
        </p:grpSpPr>
        <p:sp>
          <p:nvSpPr>
            <p:cNvPr id="139" name="Rectangle 138">
              <a:hlinkHover r:id="" action="ppaction://noaction" highlightClick="1"/>
              <a:extLst>
                <a:ext uri="{FF2B5EF4-FFF2-40B4-BE49-F238E27FC236}">
                  <a16:creationId xmlns:a16="http://schemas.microsoft.com/office/drawing/2014/main" id="{929CB4FD-35EA-AD0C-602D-B31AA9BD508D}"/>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0" name="Rectangle 139">
              <a:extLst>
                <a:ext uri="{FF2B5EF4-FFF2-40B4-BE49-F238E27FC236}">
                  <a16:creationId xmlns:a16="http://schemas.microsoft.com/office/drawing/2014/main" id="{0C53EE82-6A91-1403-F24C-6DBCE63858A5}"/>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1" name="Oval 15">
              <a:extLst>
                <a:ext uri="{FF2B5EF4-FFF2-40B4-BE49-F238E27FC236}">
                  <a16:creationId xmlns:a16="http://schemas.microsoft.com/office/drawing/2014/main" id="{38EB4D94-D92E-E7C1-4083-FF4AD1C54072}"/>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2" name="Straight Connector 141">
              <a:extLst>
                <a:ext uri="{FF2B5EF4-FFF2-40B4-BE49-F238E27FC236}">
                  <a16:creationId xmlns:a16="http://schemas.microsoft.com/office/drawing/2014/main" id="{A09AC7DC-F1B2-273C-FB88-BB7A8633BEAA}"/>
                </a:ext>
              </a:extLst>
            </p:cNvPr>
            <p:cNvCxnSpPr>
              <a:cxnSpLocks/>
              <a:stCxn id="141"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3" name="Straight Connector 142">
              <a:extLst>
                <a:ext uri="{FF2B5EF4-FFF2-40B4-BE49-F238E27FC236}">
                  <a16:creationId xmlns:a16="http://schemas.microsoft.com/office/drawing/2014/main" id="{A127E4A5-C2A8-BE71-CF37-E52FD6F6309A}"/>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pic>
        <p:nvPicPr>
          <p:cNvPr id="83" name="Picture 82">
            <a:hlinkClick r:id="rId16" action="ppaction://hlinksldjump"/>
            <a:extLst>
              <a:ext uri="{FF2B5EF4-FFF2-40B4-BE49-F238E27FC236}">
                <a16:creationId xmlns:a16="http://schemas.microsoft.com/office/drawing/2014/main" id="{8D640EC0-F13C-4DC4-6B91-723A026F1000}"/>
              </a:ext>
            </a:extLst>
          </p:cNvPr>
          <p:cNvPicPr>
            <a:picLocks noChangeAspect="1"/>
          </p:cNvPicPr>
          <p:nvPr/>
        </p:nvPicPr>
        <p:blipFill>
          <a:blip r:embed="rId17"/>
          <a:stretch>
            <a:fillRect/>
          </a:stretch>
        </p:blipFill>
        <p:spPr>
          <a:xfrm>
            <a:off x="0" y="0"/>
            <a:ext cx="211626" cy="6858000"/>
          </a:xfrm>
          <a:prstGeom prst="rect">
            <a:avLst/>
          </a:prstGeom>
        </p:spPr>
      </p:pic>
      <p:sp>
        <p:nvSpPr>
          <p:cNvPr id="121" name="Rectangle 120">
            <a:hlinkHover r:id="rId18" action="ppaction://hlinksldjump"/>
            <a:extLst>
              <a:ext uri="{FF2B5EF4-FFF2-40B4-BE49-F238E27FC236}">
                <a16:creationId xmlns:a16="http://schemas.microsoft.com/office/drawing/2014/main" id="{7B3DDAEF-833C-222B-2393-42DD2BC2CD86}"/>
              </a:ext>
            </a:extLst>
          </p:cNvPr>
          <p:cNvSpPr/>
          <p:nvPr/>
        </p:nvSpPr>
        <p:spPr>
          <a:xfrm>
            <a:off x="8841666" y="6284246"/>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grpSp>
        <p:nvGrpSpPr>
          <p:cNvPr id="144" name="Group 143">
            <a:extLst>
              <a:ext uri="{FF2B5EF4-FFF2-40B4-BE49-F238E27FC236}">
                <a16:creationId xmlns:a16="http://schemas.microsoft.com/office/drawing/2014/main" id="{1FD029BD-1F74-799A-8FEF-B5A4D59355B3}"/>
              </a:ext>
            </a:extLst>
          </p:cNvPr>
          <p:cNvGrpSpPr/>
          <p:nvPr/>
        </p:nvGrpSpPr>
        <p:grpSpPr>
          <a:xfrm>
            <a:off x="9652491" y="2986436"/>
            <a:ext cx="721206" cy="609701"/>
            <a:chOff x="9657972" y="90836"/>
            <a:chExt cx="721206" cy="609701"/>
          </a:xfrm>
        </p:grpSpPr>
        <p:sp>
          <p:nvSpPr>
            <p:cNvPr id="145" name="Rectangle 144">
              <a:hlinkHover r:id="" action="ppaction://noaction" highlightClick="1"/>
              <a:extLst>
                <a:ext uri="{FF2B5EF4-FFF2-40B4-BE49-F238E27FC236}">
                  <a16:creationId xmlns:a16="http://schemas.microsoft.com/office/drawing/2014/main" id="{56932B6B-B5D2-8712-CEDF-D849D4061423}"/>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146" name="Diamond 145">
              <a:extLst>
                <a:ext uri="{FF2B5EF4-FFF2-40B4-BE49-F238E27FC236}">
                  <a16:creationId xmlns:a16="http://schemas.microsoft.com/office/drawing/2014/main" id="{321F8B3C-E58D-275F-BB6A-5F948EE6FA12}"/>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 name="Oval 146">
              <a:extLst>
                <a:ext uri="{FF2B5EF4-FFF2-40B4-BE49-F238E27FC236}">
                  <a16:creationId xmlns:a16="http://schemas.microsoft.com/office/drawing/2014/main" id="{ED6D5ACD-BE7E-0045-3396-DA513808F73D}"/>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40127444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4CEA8B-23C9-751D-2AE1-0379BDEFCD4B}"/>
            </a:ext>
          </a:extLst>
        </p:cNvPr>
        <p:cNvGrpSpPr/>
        <p:nvPr/>
      </p:nvGrpSpPr>
      <p:grpSpPr>
        <a:xfrm>
          <a:off x="0" y="0"/>
          <a:ext cx="0" cy="0"/>
          <a:chOff x="0" y="0"/>
          <a:chExt cx="0" cy="0"/>
        </a:xfrm>
      </p:grpSpPr>
      <p:sp>
        <p:nvSpPr>
          <p:cNvPr id="453" name="TextBox 452">
            <a:extLst>
              <a:ext uri="{FF2B5EF4-FFF2-40B4-BE49-F238E27FC236}">
                <a16:creationId xmlns:a16="http://schemas.microsoft.com/office/drawing/2014/main" id="{4400D9DF-33B6-87EC-4C68-B8F652D1E2C0}"/>
              </a:ext>
            </a:extLst>
          </p:cNvPr>
          <p:cNvSpPr txBox="1"/>
          <p:nvPr/>
        </p:nvSpPr>
        <p:spPr>
          <a:xfrm>
            <a:off x="3227487" y="102366"/>
            <a:ext cx="582733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0078D7"/>
                </a:solidFill>
                <a:effectLst/>
                <a:uLnTx/>
                <a:uFillTx/>
                <a:latin typeface="Century Gothic" panose="020B0502020202020204" pitchFamily="34" charset="0"/>
                <a:ea typeface="+mn-ea"/>
                <a:cs typeface="+mn-cs"/>
              </a:rPr>
              <a:t>Microsoft 365 E7</a:t>
            </a:r>
          </a:p>
        </p:txBody>
      </p:sp>
      <p:sp>
        <p:nvSpPr>
          <p:cNvPr id="1293" name="Rectangle 1292">
            <a:hlinkClick r:id="rId3" action="ppaction://hlinksldjump"/>
            <a:hlinkHover r:id="rId3" action="ppaction://hlinksldjump"/>
            <a:extLst>
              <a:ext uri="{FF2B5EF4-FFF2-40B4-BE49-F238E27FC236}">
                <a16:creationId xmlns:a16="http://schemas.microsoft.com/office/drawing/2014/main" id="{C48EE648-1E41-ADA1-D0F1-4D4383E163A5}"/>
              </a:ext>
            </a:extLst>
          </p:cNvPr>
          <p:cNvSpPr/>
          <p:nvPr/>
        </p:nvSpPr>
        <p:spPr>
          <a:xfrm>
            <a:off x="299024"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1294" name="Rectangle 1293">
            <a:hlinkClick r:id="rId4" action="ppaction://hlinksldjump"/>
            <a:hlinkHover r:id="rId4" action="ppaction://hlinksldjump"/>
            <a:extLst>
              <a:ext uri="{FF2B5EF4-FFF2-40B4-BE49-F238E27FC236}">
                <a16:creationId xmlns:a16="http://schemas.microsoft.com/office/drawing/2014/main" id="{9983FAE8-65D3-436B-6069-729C15D17484}"/>
              </a:ext>
            </a:extLst>
          </p:cNvPr>
          <p:cNvSpPr/>
          <p:nvPr/>
        </p:nvSpPr>
        <p:spPr>
          <a:xfrm>
            <a:off x="1975955"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1295" name="Rectangle 1294">
            <a:hlinkClick r:id="rId5" action="ppaction://hlinksldjump"/>
            <a:hlinkHover r:id="rId5" action="ppaction://hlinksldjump"/>
            <a:extLst>
              <a:ext uri="{FF2B5EF4-FFF2-40B4-BE49-F238E27FC236}">
                <a16:creationId xmlns:a16="http://schemas.microsoft.com/office/drawing/2014/main" id="{C61A29E8-5EF4-7081-D7AE-DB9530728262}"/>
              </a:ext>
            </a:extLst>
          </p:cNvPr>
          <p:cNvSpPr/>
          <p:nvPr/>
        </p:nvSpPr>
        <p:spPr>
          <a:xfrm>
            <a:off x="3652886" y="5802160"/>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1297" name="Rectangle 1296">
            <a:hlinkClick r:id="rId6" action="ppaction://hlinksldjump"/>
            <a:hlinkHover r:id="rId6" action="ppaction://hlinksldjump"/>
            <a:extLst>
              <a:ext uri="{FF2B5EF4-FFF2-40B4-BE49-F238E27FC236}">
                <a16:creationId xmlns:a16="http://schemas.microsoft.com/office/drawing/2014/main" id="{DB87938D-578B-C8E4-EB15-B40EF564185D}"/>
              </a:ext>
            </a:extLst>
          </p:cNvPr>
          <p:cNvSpPr/>
          <p:nvPr/>
        </p:nvSpPr>
        <p:spPr>
          <a:xfrm>
            <a:off x="7107720" y="5802160"/>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298" name="Rectangle 1297">
            <a:hlinkClick r:id="rId7" action="ppaction://hlinksldjump"/>
            <a:hlinkHover r:id="rId7" action="ppaction://hlinksldjump"/>
            <a:extLst>
              <a:ext uri="{FF2B5EF4-FFF2-40B4-BE49-F238E27FC236}">
                <a16:creationId xmlns:a16="http://schemas.microsoft.com/office/drawing/2014/main" id="{F0F6CC80-80D7-C2AD-DDA6-9D2BDAA32491}"/>
              </a:ext>
            </a:extLst>
          </p:cNvPr>
          <p:cNvSpPr/>
          <p:nvPr/>
        </p:nvSpPr>
        <p:spPr>
          <a:xfrm>
            <a:off x="3652886"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1299" name="Rectangle 1298">
            <a:hlinkClick r:id="rId8" action="ppaction://hlinksldjump"/>
            <a:hlinkHover r:id="rId8" action="ppaction://hlinksldjump"/>
            <a:extLst>
              <a:ext uri="{FF2B5EF4-FFF2-40B4-BE49-F238E27FC236}">
                <a16:creationId xmlns:a16="http://schemas.microsoft.com/office/drawing/2014/main" id="{BF7A3BD4-4131-7E6A-62B3-BA39F7A45E53}"/>
              </a:ext>
            </a:extLst>
          </p:cNvPr>
          <p:cNvSpPr/>
          <p:nvPr/>
        </p:nvSpPr>
        <p:spPr>
          <a:xfrm>
            <a:off x="7107721" y="6284246"/>
            <a:ext cx="1705982"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300" name="Rectangle 1299">
            <a:hlinkClick r:id="rId9" action="ppaction://hlinksldjump"/>
            <a:hlinkHover r:id="rId9" action="ppaction://hlinksldjump"/>
            <a:extLst>
              <a:ext uri="{FF2B5EF4-FFF2-40B4-BE49-F238E27FC236}">
                <a16:creationId xmlns:a16="http://schemas.microsoft.com/office/drawing/2014/main" id="{42C30DB0-D475-8EFD-7950-C9196D2A0BC6}"/>
              </a:ext>
            </a:extLst>
          </p:cNvPr>
          <p:cNvSpPr/>
          <p:nvPr/>
        </p:nvSpPr>
        <p:spPr>
          <a:xfrm>
            <a:off x="10811623" y="5796447"/>
            <a:ext cx="1301668" cy="957208"/>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 (Consumption based)</a:t>
            </a:r>
          </a:p>
        </p:txBody>
      </p:sp>
      <p:sp>
        <p:nvSpPr>
          <p:cNvPr id="1301" name="Rectangle 1300">
            <a:hlinkClick r:id="rId10" action="ppaction://hlinksldjump"/>
            <a:hlinkHover r:id="rId10" action="ppaction://hlinksldjump"/>
            <a:extLst>
              <a:ext uri="{FF2B5EF4-FFF2-40B4-BE49-F238E27FC236}">
                <a16:creationId xmlns:a16="http://schemas.microsoft.com/office/drawing/2014/main" id="{0F647DE4-3184-4014-0F03-F8888B65B0F1}"/>
              </a:ext>
            </a:extLst>
          </p:cNvPr>
          <p:cNvSpPr/>
          <p:nvPr/>
        </p:nvSpPr>
        <p:spPr>
          <a:xfrm>
            <a:off x="299024" y="6299063"/>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302" name="Rectangle 1301">
            <a:hlinkClick r:id="rId11" action="ppaction://hlinksldjump"/>
            <a:hlinkHover r:id="rId11" action="ppaction://hlinksldjump"/>
            <a:extLst>
              <a:ext uri="{FF2B5EF4-FFF2-40B4-BE49-F238E27FC236}">
                <a16:creationId xmlns:a16="http://schemas.microsoft.com/office/drawing/2014/main" id="{9A03B17E-C933-6782-484D-1C8A7E7F6C5B}"/>
              </a:ext>
            </a:extLst>
          </p:cNvPr>
          <p:cNvSpPr/>
          <p:nvPr/>
        </p:nvSpPr>
        <p:spPr>
          <a:xfrm>
            <a:off x="1975955" y="6284246"/>
            <a:ext cx="163755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304" name="Rectangle 1303">
            <a:hlinkHover r:id="rId12" action="ppaction://hlinksldjump"/>
            <a:extLst>
              <a:ext uri="{FF2B5EF4-FFF2-40B4-BE49-F238E27FC236}">
                <a16:creationId xmlns:a16="http://schemas.microsoft.com/office/drawing/2014/main" id="{719558F5-1958-C108-4B6A-D7C97848B4EE}"/>
              </a:ext>
            </a:extLst>
          </p:cNvPr>
          <p:cNvSpPr/>
          <p:nvPr/>
        </p:nvSpPr>
        <p:spPr>
          <a:xfrm>
            <a:off x="8841667" y="5799653"/>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sp>
        <p:nvSpPr>
          <p:cNvPr id="1305" name="Rectangle 1304">
            <a:hlinkClick r:id="rId13" action="ppaction://hlinksldjump"/>
            <a:hlinkHover r:id="rId6" action="ppaction://hlinksldjump"/>
            <a:extLst>
              <a:ext uri="{FF2B5EF4-FFF2-40B4-BE49-F238E27FC236}">
                <a16:creationId xmlns:a16="http://schemas.microsoft.com/office/drawing/2014/main" id="{B9A67EE7-56F6-9AEE-DBB2-164A58E0302E}"/>
              </a:ext>
            </a:extLst>
          </p:cNvPr>
          <p:cNvSpPr/>
          <p:nvPr/>
        </p:nvSpPr>
        <p:spPr>
          <a:xfrm>
            <a:off x="8841666" y="6284246"/>
            <a:ext cx="1930581" cy="454591"/>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lvl="0" algn="ctr">
              <a:defRPr/>
            </a:pPr>
            <a:r>
              <a:rPr lang="en-GB" sz="1150" dirty="0">
                <a:solidFill>
                  <a:srgbClr val="1F4E79"/>
                </a:solidFill>
                <a:latin typeface="Century Gothic" panose="020B0502020202020204" pitchFamily="34" charset="0"/>
              </a:rPr>
              <a:t>Microsoft 365 E7</a:t>
            </a:r>
          </a:p>
        </p:txBody>
      </p:sp>
      <p:sp>
        <p:nvSpPr>
          <p:cNvPr id="11" name="Rectangle 10">
            <a:hlinkClick r:id="rId14" action="ppaction://hlinksldjump"/>
            <a:hlinkHover r:id="rId14" action="ppaction://hlinksldjump"/>
            <a:extLst>
              <a:ext uri="{FF2B5EF4-FFF2-40B4-BE49-F238E27FC236}">
                <a16:creationId xmlns:a16="http://schemas.microsoft.com/office/drawing/2014/main" id="{1D25F8AC-F447-97AE-CE9C-2D884E1BC498}"/>
              </a:ext>
            </a:extLst>
          </p:cNvPr>
          <p:cNvSpPr/>
          <p:nvPr/>
        </p:nvSpPr>
        <p:spPr>
          <a:xfrm>
            <a:off x="5329817" y="5802160"/>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Defender Suite</a:t>
            </a:r>
          </a:p>
        </p:txBody>
      </p:sp>
      <p:sp>
        <p:nvSpPr>
          <p:cNvPr id="12" name="Rectangle 11">
            <a:hlinkClick r:id="rId15" action="ppaction://hlinksldjump"/>
            <a:hlinkHover r:id="rId15" action="ppaction://hlinksldjump"/>
            <a:extLst>
              <a:ext uri="{FF2B5EF4-FFF2-40B4-BE49-F238E27FC236}">
                <a16:creationId xmlns:a16="http://schemas.microsoft.com/office/drawing/2014/main" id="{8BF08176-043A-2D54-9C0D-81B408062337}"/>
              </a:ext>
            </a:extLst>
          </p:cNvPr>
          <p:cNvSpPr/>
          <p:nvPr/>
        </p:nvSpPr>
        <p:spPr>
          <a:xfrm>
            <a:off x="5329817" y="6284246"/>
            <a:ext cx="1738529"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b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Purview Suite</a:t>
            </a:r>
          </a:p>
        </p:txBody>
      </p:sp>
      <p:pic>
        <p:nvPicPr>
          <p:cNvPr id="3" name="Picture 2">
            <a:hlinkClick r:id="rId16" action="ppaction://hlinksldjump"/>
            <a:extLst>
              <a:ext uri="{FF2B5EF4-FFF2-40B4-BE49-F238E27FC236}">
                <a16:creationId xmlns:a16="http://schemas.microsoft.com/office/drawing/2014/main" id="{ADFF389F-DF99-16AA-FB19-8E4BE535AB5E}"/>
              </a:ext>
            </a:extLst>
          </p:cNvPr>
          <p:cNvPicPr>
            <a:picLocks noChangeAspect="1"/>
          </p:cNvPicPr>
          <p:nvPr/>
        </p:nvPicPr>
        <p:blipFill>
          <a:blip r:embed="rId17"/>
          <a:stretch>
            <a:fillRect/>
          </a:stretch>
        </p:blipFill>
        <p:spPr>
          <a:xfrm>
            <a:off x="0" y="0"/>
            <a:ext cx="211626" cy="6858000"/>
          </a:xfrm>
          <a:prstGeom prst="rect">
            <a:avLst/>
          </a:prstGeom>
        </p:spPr>
      </p:pic>
      <p:grpSp>
        <p:nvGrpSpPr>
          <p:cNvPr id="1594" name="Group 1593">
            <a:extLst>
              <a:ext uri="{FF2B5EF4-FFF2-40B4-BE49-F238E27FC236}">
                <a16:creationId xmlns:a16="http://schemas.microsoft.com/office/drawing/2014/main" id="{19B2A118-3FBA-A53A-A08D-DF3D31C4E43A}"/>
              </a:ext>
            </a:extLst>
          </p:cNvPr>
          <p:cNvGrpSpPr/>
          <p:nvPr/>
        </p:nvGrpSpPr>
        <p:grpSpPr>
          <a:xfrm>
            <a:off x="8874840" y="58136"/>
            <a:ext cx="754117" cy="803729"/>
            <a:chOff x="9401324" y="101482"/>
            <a:chExt cx="754117" cy="803729"/>
          </a:xfrm>
        </p:grpSpPr>
        <p:pic>
          <p:nvPicPr>
            <p:cNvPr id="1595" name="Graphic 1594" descr="Back with solid fill">
              <a:hlinkClick r:id="" action="ppaction://hlinkshowjump?jump=lastslideviewed"/>
              <a:extLst>
                <a:ext uri="{FF2B5EF4-FFF2-40B4-BE49-F238E27FC236}">
                  <a16:creationId xmlns:a16="http://schemas.microsoft.com/office/drawing/2014/main" id="{F05C4FE8-39A0-1B1D-7E23-8747F6FDD17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407970" y="101482"/>
              <a:ext cx="740824" cy="740824"/>
            </a:xfrm>
            <a:prstGeom prst="rect">
              <a:avLst/>
            </a:prstGeom>
          </p:spPr>
        </p:pic>
        <p:sp>
          <p:nvSpPr>
            <p:cNvPr id="1596" name="TextBox 1595">
              <a:extLst>
                <a:ext uri="{FF2B5EF4-FFF2-40B4-BE49-F238E27FC236}">
                  <a16:creationId xmlns:a16="http://schemas.microsoft.com/office/drawing/2014/main" id="{CDF8DC32-E06F-15CE-A3EC-FCE770AFFA8F}"/>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grpSp>
        <p:nvGrpSpPr>
          <p:cNvPr id="1597" name="Group 1596">
            <a:extLst>
              <a:ext uri="{FF2B5EF4-FFF2-40B4-BE49-F238E27FC236}">
                <a16:creationId xmlns:a16="http://schemas.microsoft.com/office/drawing/2014/main" id="{6FB38EFE-7CC3-AC87-F3F5-7D191EB308EF}"/>
              </a:ext>
            </a:extLst>
          </p:cNvPr>
          <p:cNvGrpSpPr/>
          <p:nvPr/>
        </p:nvGrpSpPr>
        <p:grpSpPr>
          <a:xfrm>
            <a:off x="7959195" y="3698231"/>
            <a:ext cx="721206" cy="609701"/>
            <a:chOff x="7959195" y="3698231"/>
            <a:chExt cx="721206" cy="609701"/>
          </a:xfrm>
        </p:grpSpPr>
        <p:sp>
          <p:nvSpPr>
            <p:cNvPr id="1598" name="Rectangle 1597">
              <a:hlinkHover r:id="" action="ppaction://noaction" highlightClick="1"/>
              <a:extLst>
                <a:ext uri="{FF2B5EF4-FFF2-40B4-BE49-F238E27FC236}">
                  <a16:creationId xmlns:a16="http://schemas.microsoft.com/office/drawing/2014/main" id="{ED186A1A-2CF9-2EAC-C453-809B7456A3DF}"/>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1599" name="Oval 1598">
              <a:extLst>
                <a:ext uri="{FF2B5EF4-FFF2-40B4-BE49-F238E27FC236}">
                  <a16:creationId xmlns:a16="http://schemas.microsoft.com/office/drawing/2014/main" id="{EB5804F1-8AED-D00D-1690-AF20D8813239}"/>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00" name="Isosceles Triangle 648">
              <a:extLst>
                <a:ext uri="{FF2B5EF4-FFF2-40B4-BE49-F238E27FC236}">
                  <a16:creationId xmlns:a16="http://schemas.microsoft.com/office/drawing/2014/main" id="{9DABA34F-F0FB-4538-9300-1881FC130F17}"/>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09" name="Group 1608">
            <a:extLst>
              <a:ext uri="{FF2B5EF4-FFF2-40B4-BE49-F238E27FC236}">
                <a16:creationId xmlns:a16="http://schemas.microsoft.com/office/drawing/2014/main" id="{08FC17CD-2DC6-0F79-D8FB-504C4574CEA1}"/>
              </a:ext>
            </a:extLst>
          </p:cNvPr>
          <p:cNvGrpSpPr/>
          <p:nvPr/>
        </p:nvGrpSpPr>
        <p:grpSpPr>
          <a:xfrm>
            <a:off x="11356242" y="90836"/>
            <a:ext cx="721206" cy="609701"/>
            <a:chOff x="11356242" y="90836"/>
            <a:chExt cx="721206" cy="609701"/>
          </a:xfrm>
        </p:grpSpPr>
        <p:sp>
          <p:nvSpPr>
            <p:cNvPr id="1610" name="Rectangle 1609">
              <a:hlinkHover r:id="" action="ppaction://noaction" highlightClick="1"/>
              <a:extLst>
                <a:ext uri="{FF2B5EF4-FFF2-40B4-BE49-F238E27FC236}">
                  <a16:creationId xmlns:a16="http://schemas.microsoft.com/office/drawing/2014/main" id="{4ACE8D6C-E337-ADD8-E0A7-EBD1D306435D}"/>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1611" name="Oval 1610">
              <a:extLst>
                <a:ext uri="{FF2B5EF4-FFF2-40B4-BE49-F238E27FC236}">
                  <a16:creationId xmlns:a16="http://schemas.microsoft.com/office/drawing/2014/main" id="{3B66D882-C264-C158-127F-DADB5A745C2B}"/>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12" name="Isosceles Triangle 648">
              <a:extLst>
                <a:ext uri="{FF2B5EF4-FFF2-40B4-BE49-F238E27FC236}">
                  <a16:creationId xmlns:a16="http://schemas.microsoft.com/office/drawing/2014/main" id="{D48F464E-DD47-AE77-1F96-C12E65D1299C}"/>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13" name="Group 1612">
            <a:extLst>
              <a:ext uri="{FF2B5EF4-FFF2-40B4-BE49-F238E27FC236}">
                <a16:creationId xmlns:a16="http://schemas.microsoft.com/office/drawing/2014/main" id="{DC3B8512-963D-DF54-ACE6-89C16545A214}"/>
              </a:ext>
            </a:extLst>
          </p:cNvPr>
          <p:cNvGrpSpPr/>
          <p:nvPr/>
        </p:nvGrpSpPr>
        <p:grpSpPr>
          <a:xfrm>
            <a:off x="11356243" y="3694774"/>
            <a:ext cx="721206" cy="609701"/>
            <a:chOff x="11356243" y="3694774"/>
            <a:chExt cx="721206" cy="609701"/>
          </a:xfrm>
        </p:grpSpPr>
        <p:sp>
          <p:nvSpPr>
            <p:cNvPr id="1614" name="Rectangle 1613">
              <a:hlinkHover r:id="" action="ppaction://noaction" highlightClick="1"/>
              <a:extLst>
                <a:ext uri="{FF2B5EF4-FFF2-40B4-BE49-F238E27FC236}">
                  <a16:creationId xmlns:a16="http://schemas.microsoft.com/office/drawing/2014/main" id="{5D4A2C13-6167-74EE-F77F-D887C5B07BEA}"/>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1615" name="Oval 1614">
              <a:extLst>
                <a:ext uri="{FF2B5EF4-FFF2-40B4-BE49-F238E27FC236}">
                  <a16:creationId xmlns:a16="http://schemas.microsoft.com/office/drawing/2014/main" id="{E3BDDDDB-4A35-A8E3-FC6B-BC7DC2CB5064}"/>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16" name="Isosceles Triangle 648">
              <a:extLst>
                <a:ext uri="{FF2B5EF4-FFF2-40B4-BE49-F238E27FC236}">
                  <a16:creationId xmlns:a16="http://schemas.microsoft.com/office/drawing/2014/main" id="{DE440063-0B58-7D66-7F3B-AEEA138649C1}"/>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17" name="Group 1616">
            <a:extLst>
              <a:ext uri="{FF2B5EF4-FFF2-40B4-BE49-F238E27FC236}">
                <a16:creationId xmlns:a16="http://schemas.microsoft.com/office/drawing/2014/main" id="{3AD4F249-B24A-8C61-EBD4-1589D3BC6894}"/>
              </a:ext>
            </a:extLst>
          </p:cNvPr>
          <p:cNvGrpSpPr/>
          <p:nvPr/>
        </p:nvGrpSpPr>
        <p:grpSpPr>
          <a:xfrm>
            <a:off x="9657691" y="4419624"/>
            <a:ext cx="721206" cy="609701"/>
            <a:chOff x="9657691" y="4419624"/>
            <a:chExt cx="721206" cy="609701"/>
          </a:xfrm>
        </p:grpSpPr>
        <p:sp>
          <p:nvSpPr>
            <p:cNvPr id="1618" name="Rectangle 1617">
              <a:hlinkHover r:id="" action="ppaction://noaction" highlightClick="1"/>
              <a:extLst>
                <a:ext uri="{FF2B5EF4-FFF2-40B4-BE49-F238E27FC236}">
                  <a16:creationId xmlns:a16="http://schemas.microsoft.com/office/drawing/2014/main" id="{C0704F8E-BC6C-4A0C-1BC2-1B6F2AF5A3F8}"/>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1619" name="Oval 1618">
              <a:extLst>
                <a:ext uri="{FF2B5EF4-FFF2-40B4-BE49-F238E27FC236}">
                  <a16:creationId xmlns:a16="http://schemas.microsoft.com/office/drawing/2014/main" id="{7E33AC2E-41CC-7523-4043-43B398285103}"/>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20" name="Isosceles Triangle 648">
              <a:extLst>
                <a:ext uri="{FF2B5EF4-FFF2-40B4-BE49-F238E27FC236}">
                  <a16:creationId xmlns:a16="http://schemas.microsoft.com/office/drawing/2014/main" id="{85030901-6FE6-FC68-4A73-A1EC77EAE369}"/>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21" name="Group 1620">
            <a:extLst>
              <a:ext uri="{FF2B5EF4-FFF2-40B4-BE49-F238E27FC236}">
                <a16:creationId xmlns:a16="http://schemas.microsoft.com/office/drawing/2014/main" id="{ECCF8FF4-FAE7-B58C-83C5-2FDFB2F8FF2A}"/>
              </a:ext>
            </a:extLst>
          </p:cNvPr>
          <p:cNvGrpSpPr/>
          <p:nvPr/>
        </p:nvGrpSpPr>
        <p:grpSpPr>
          <a:xfrm>
            <a:off x="10506968" y="4419620"/>
            <a:ext cx="721206" cy="609701"/>
            <a:chOff x="10506968" y="4419620"/>
            <a:chExt cx="721206" cy="609701"/>
          </a:xfrm>
        </p:grpSpPr>
        <p:sp>
          <p:nvSpPr>
            <p:cNvPr id="1622" name="Rectangle 1621">
              <a:hlinkHover r:id="" action="ppaction://noaction" highlightClick="1"/>
              <a:extLst>
                <a:ext uri="{FF2B5EF4-FFF2-40B4-BE49-F238E27FC236}">
                  <a16:creationId xmlns:a16="http://schemas.microsoft.com/office/drawing/2014/main" id="{06799F13-FD05-ABA1-D7A3-63BC3D7C7FD0}"/>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1623" name="Oval 1622">
              <a:extLst>
                <a:ext uri="{FF2B5EF4-FFF2-40B4-BE49-F238E27FC236}">
                  <a16:creationId xmlns:a16="http://schemas.microsoft.com/office/drawing/2014/main" id="{5D79681E-64AC-897F-3E7E-9FF62D0487CA}"/>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24" name="Isosceles Triangle 648">
              <a:extLst>
                <a:ext uri="{FF2B5EF4-FFF2-40B4-BE49-F238E27FC236}">
                  <a16:creationId xmlns:a16="http://schemas.microsoft.com/office/drawing/2014/main" id="{E6BB6A29-8321-D601-8D92-56904900A8B9}"/>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25" name="Group 1624">
            <a:extLst>
              <a:ext uri="{FF2B5EF4-FFF2-40B4-BE49-F238E27FC236}">
                <a16:creationId xmlns:a16="http://schemas.microsoft.com/office/drawing/2014/main" id="{667F89A6-F3E9-BE94-13D7-8920503884E4}"/>
              </a:ext>
            </a:extLst>
          </p:cNvPr>
          <p:cNvGrpSpPr/>
          <p:nvPr/>
        </p:nvGrpSpPr>
        <p:grpSpPr>
          <a:xfrm>
            <a:off x="11356003" y="4416261"/>
            <a:ext cx="721206" cy="609701"/>
            <a:chOff x="11356003" y="4416261"/>
            <a:chExt cx="721206" cy="609701"/>
          </a:xfrm>
        </p:grpSpPr>
        <p:sp>
          <p:nvSpPr>
            <p:cNvPr id="1626" name="Rectangle 1625">
              <a:hlinkHover r:id="" action="ppaction://noaction" highlightClick="1"/>
              <a:extLst>
                <a:ext uri="{FF2B5EF4-FFF2-40B4-BE49-F238E27FC236}">
                  <a16:creationId xmlns:a16="http://schemas.microsoft.com/office/drawing/2014/main" id="{36EF14EF-50E2-5514-508B-2A279D6AFC1C}"/>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1627" name="Oval 1626">
              <a:extLst>
                <a:ext uri="{FF2B5EF4-FFF2-40B4-BE49-F238E27FC236}">
                  <a16:creationId xmlns:a16="http://schemas.microsoft.com/office/drawing/2014/main" id="{8319259B-A5EE-ABED-851F-E83AA241988B}"/>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28" name="Isosceles Triangle 648">
              <a:extLst>
                <a:ext uri="{FF2B5EF4-FFF2-40B4-BE49-F238E27FC236}">
                  <a16:creationId xmlns:a16="http://schemas.microsoft.com/office/drawing/2014/main" id="{8E005D8C-8EF5-936D-8088-39957A0B549F}"/>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29" name="Group 1628">
            <a:extLst>
              <a:ext uri="{FF2B5EF4-FFF2-40B4-BE49-F238E27FC236}">
                <a16:creationId xmlns:a16="http://schemas.microsoft.com/office/drawing/2014/main" id="{6A61EF8C-2C41-706A-2B0F-FC0A29A9F41E}"/>
              </a:ext>
            </a:extLst>
          </p:cNvPr>
          <p:cNvGrpSpPr/>
          <p:nvPr/>
        </p:nvGrpSpPr>
        <p:grpSpPr>
          <a:xfrm>
            <a:off x="8808526" y="4416261"/>
            <a:ext cx="721206" cy="609701"/>
            <a:chOff x="8808526" y="4416261"/>
            <a:chExt cx="721206" cy="609701"/>
          </a:xfrm>
        </p:grpSpPr>
        <p:sp>
          <p:nvSpPr>
            <p:cNvPr id="1630" name="Rectangle 1629">
              <a:hlinkHover r:id="" action="ppaction://noaction" highlightClick="1"/>
              <a:extLst>
                <a:ext uri="{FF2B5EF4-FFF2-40B4-BE49-F238E27FC236}">
                  <a16:creationId xmlns:a16="http://schemas.microsoft.com/office/drawing/2014/main" id="{42A0FCAE-80D7-6228-1A18-2765D82FD3A8}"/>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1631" name="Oval 1630">
              <a:extLst>
                <a:ext uri="{FF2B5EF4-FFF2-40B4-BE49-F238E27FC236}">
                  <a16:creationId xmlns:a16="http://schemas.microsoft.com/office/drawing/2014/main" id="{55B167B4-81B2-768C-B6FD-5E7AA263838C}"/>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32" name="Isosceles Triangle 648">
              <a:extLst>
                <a:ext uri="{FF2B5EF4-FFF2-40B4-BE49-F238E27FC236}">
                  <a16:creationId xmlns:a16="http://schemas.microsoft.com/office/drawing/2014/main" id="{B0F11C06-35B6-5712-9213-5E7EB69B9690}"/>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33" name="Group 1632">
            <a:extLst>
              <a:ext uri="{FF2B5EF4-FFF2-40B4-BE49-F238E27FC236}">
                <a16:creationId xmlns:a16="http://schemas.microsoft.com/office/drawing/2014/main" id="{F64E3C88-337A-A7A1-6C00-546E96D5B33E}"/>
              </a:ext>
            </a:extLst>
          </p:cNvPr>
          <p:cNvGrpSpPr/>
          <p:nvPr/>
        </p:nvGrpSpPr>
        <p:grpSpPr>
          <a:xfrm>
            <a:off x="10509579" y="5141013"/>
            <a:ext cx="721206" cy="609701"/>
            <a:chOff x="10509579" y="5141013"/>
            <a:chExt cx="721206" cy="609701"/>
          </a:xfrm>
        </p:grpSpPr>
        <p:sp>
          <p:nvSpPr>
            <p:cNvPr id="1634" name="Rectangle 1633">
              <a:hlinkHover r:id="" action="ppaction://noaction" highlightClick="1"/>
              <a:extLst>
                <a:ext uri="{FF2B5EF4-FFF2-40B4-BE49-F238E27FC236}">
                  <a16:creationId xmlns:a16="http://schemas.microsoft.com/office/drawing/2014/main" id="{FE469F30-1E7D-93C7-3C18-4C47E5F03EB8}"/>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1635" name="Oval 1634">
              <a:extLst>
                <a:ext uri="{FF2B5EF4-FFF2-40B4-BE49-F238E27FC236}">
                  <a16:creationId xmlns:a16="http://schemas.microsoft.com/office/drawing/2014/main" id="{63DE1E08-5280-D19C-95EE-ED44842D1DB7}"/>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36" name="Isosceles Triangle 648">
              <a:extLst>
                <a:ext uri="{FF2B5EF4-FFF2-40B4-BE49-F238E27FC236}">
                  <a16:creationId xmlns:a16="http://schemas.microsoft.com/office/drawing/2014/main" id="{167C4B70-34AB-D3C4-2358-1FADF9280235}"/>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37" name="Group 1636">
            <a:extLst>
              <a:ext uri="{FF2B5EF4-FFF2-40B4-BE49-F238E27FC236}">
                <a16:creationId xmlns:a16="http://schemas.microsoft.com/office/drawing/2014/main" id="{D36ADAF7-4A83-2DB9-49B0-9821B5B0F110}"/>
              </a:ext>
            </a:extLst>
          </p:cNvPr>
          <p:cNvGrpSpPr/>
          <p:nvPr/>
        </p:nvGrpSpPr>
        <p:grpSpPr>
          <a:xfrm>
            <a:off x="9651076" y="5143367"/>
            <a:ext cx="721206" cy="609701"/>
            <a:chOff x="9651076" y="5143367"/>
            <a:chExt cx="721206" cy="609701"/>
          </a:xfrm>
        </p:grpSpPr>
        <p:sp>
          <p:nvSpPr>
            <p:cNvPr id="1638" name="Rectangle 1637">
              <a:hlinkHover r:id="" action="ppaction://noaction" highlightClick="1"/>
              <a:extLst>
                <a:ext uri="{FF2B5EF4-FFF2-40B4-BE49-F238E27FC236}">
                  <a16:creationId xmlns:a16="http://schemas.microsoft.com/office/drawing/2014/main" id="{516914F4-819E-4731-0848-F2E301E2E4A2}"/>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1639" name="Oval 1638">
              <a:extLst>
                <a:ext uri="{FF2B5EF4-FFF2-40B4-BE49-F238E27FC236}">
                  <a16:creationId xmlns:a16="http://schemas.microsoft.com/office/drawing/2014/main" id="{FCE151CA-7B09-F1F9-54EC-5281EE776A1A}"/>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40" name="Isosceles Triangle 648">
              <a:extLst>
                <a:ext uri="{FF2B5EF4-FFF2-40B4-BE49-F238E27FC236}">
                  <a16:creationId xmlns:a16="http://schemas.microsoft.com/office/drawing/2014/main" id="{FBBB4232-2587-85E9-F4A9-536EF114D885}"/>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41" name="Group 1640">
            <a:extLst>
              <a:ext uri="{FF2B5EF4-FFF2-40B4-BE49-F238E27FC236}">
                <a16:creationId xmlns:a16="http://schemas.microsoft.com/office/drawing/2014/main" id="{E9BB9D20-F6DE-9587-CA3A-8D5B7C9CB293}"/>
              </a:ext>
            </a:extLst>
          </p:cNvPr>
          <p:cNvGrpSpPr/>
          <p:nvPr/>
        </p:nvGrpSpPr>
        <p:grpSpPr>
          <a:xfrm>
            <a:off x="9657612" y="3698231"/>
            <a:ext cx="721206" cy="609701"/>
            <a:chOff x="9657612" y="3698231"/>
            <a:chExt cx="721206" cy="609701"/>
          </a:xfrm>
        </p:grpSpPr>
        <p:sp>
          <p:nvSpPr>
            <p:cNvPr id="1642" name="Rectangle 1641">
              <a:hlinkHover r:id="" action="ppaction://noaction" highlightClick="1"/>
              <a:extLst>
                <a:ext uri="{FF2B5EF4-FFF2-40B4-BE49-F238E27FC236}">
                  <a16:creationId xmlns:a16="http://schemas.microsoft.com/office/drawing/2014/main" id="{DD102CBE-35A9-4E4B-4DD8-9FE1B2829710}"/>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1643" name="Oval 1642">
              <a:extLst>
                <a:ext uri="{FF2B5EF4-FFF2-40B4-BE49-F238E27FC236}">
                  <a16:creationId xmlns:a16="http://schemas.microsoft.com/office/drawing/2014/main" id="{DEFC8A02-1650-5522-F2BD-8BF0BE9F114F}"/>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44" name="Isosceles Triangle 648">
              <a:extLst>
                <a:ext uri="{FF2B5EF4-FFF2-40B4-BE49-F238E27FC236}">
                  <a16:creationId xmlns:a16="http://schemas.microsoft.com/office/drawing/2014/main" id="{26D4BD42-EB14-7C56-6095-A950D9C2FAF4}"/>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45" name="Group 1644">
            <a:extLst>
              <a:ext uri="{FF2B5EF4-FFF2-40B4-BE49-F238E27FC236}">
                <a16:creationId xmlns:a16="http://schemas.microsoft.com/office/drawing/2014/main" id="{B0B1FCCF-C2A4-C663-0EF0-A92514B9A295}"/>
              </a:ext>
            </a:extLst>
          </p:cNvPr>
          <p:cNvGrpSpPr/>
          <p:nvPr/>
        </p:nvGrpSpPr>
        <p:grpSpPr>
          <a:xfrm>
            <a:off x="10506928" y="3698227"/>
            <a:ext cx="721206" cy="609701"/>
            <a:chOff x="10506928" y="3698227"/>
            <a:chExt cx="721206" cy="609701"/>
          </a:xfrm>
        </p:grpSpPr>
        <p:sp>
          <p:nvSpPr>
            <p:cNvPr id="1646" name="Rectangle 1645">
              <a:hlinkHover r:id="" action="ppaction://noaction" highlightClick="1"/>
              <a:extLst>
                <a:ext uri="{FF2B5EF4-FFF2-40B4-BE49-F238E27FC236}">
                  <a16:creationId xmlns:a16="http://schemas.microsoft.com/office/drawing/2014/main" id="{31987230-79B6-175A-98D1-95A5104A2CF4}"/>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1647" name="Oval 1646">
              <a:extLst>
                <a:ext uri="{FF2B5EF4-FFF2-40B4-BE49-F238E27FC236}">
                  <a16:creationId xmlns:a16="http://schemas.microsoft.com/office/drawing/2014/main" id="{98D55F89-78F1-B4E1-96E3-DA8F45BF7320}"/>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48" name="Isosceles Triangle 648">
              <a:extLst>
                <a:ext uri="{FF2B5EF4-FFF2-40B4-BE49-F238E27FC236}">
                  <a16:creationId xmlns:a16="http://schemas.microsoft.com/office/drawing/2014/main" id="{928AF3AD-FF98-85BA-928C-4EDB078D9EC7}"/>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49" name="Group 1648">
            <a:extLst>
              <a:ext uri="{FF2B5EF4-FFF2-40B4-BE49-F238E27FC236}">
                <a16:creationId xmlns:a16="http://schemas.microsoft.com/office/drawing/2014/main" id="{191A99DF-2A66-8FB3-68EF-1A6F737C2855}"/>
              </a:ext>
            </a:extLst>
          </p:cNvPr>
          <p:cNvGrpSpPr/>
          <p:nvPr/>
        </p:nvGrpSpPr>
        <p:grpSpPr>
          <a:xfrm>
            <a:off x="8808417" y="5135710"/>
            <a:ext cx="721206" cy="609701"/>
            <a:chOff x="8808417" y="5135710"/>
            <a:chExt cx="721206" cy="609701"/>
          </a:xfrm>
        </p:grpSpPr>
        <p:sp>
          <p:nvSpPr>
            <p:cNvPr id="1650" name="Rectangle 1649">
              <a:hlinkHover r:id="" action="ppaction://noaction" highlightClick="1"/>
              <a:extLst>
                <a:ext uri="{FF2B5EF4-FFF2-40B4-BE49-F238E27FC236}">
                  <a16:creationId xmlns:a16="http://schemas.microsoft.com/office/drawing/2014/main" id="{8122FC12-E50F-50F3-4EC2-21771C5C4043}"/>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1651" name="Oval 1650">
              <a:extLst>
                <a:ext uri="{FF2B5EF4-FFF2-40B4-BE49-F238E27FC236}">
                  <a16:creationId xmlns:a16="http://schemas.microsoft.com/office/drawing/2014/main" id="{41CA1442-F01D-AB54-BEEA-61F2A1937ABF}"/>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52" name="Isosceles Triangle 648">
              <a:extLst>
                <a:ext uri="{FF2B5EF4-FFF2-40B4-BE49-F238E27FC236}">
                  <a16:creationId xmlns:a16="http://schemas.microsoft.com/office/drawing/2014/main" id="{C7E29934-EDF8-95BD-4F0A-D76CC9F2A1C2}"/>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53" name="Group 1652">
            <a:extLst>
              <a:ext uri="{FF2B5EF4-FFF2-40B4-BE49-F238E27FC236}">
                <a16:creationId xmlns:a16="http://schemas.microsoft.com/office/drawing/2014/main" id="{108F9C32-1BBA-B785-5B71-EF0D4DA91FF5}"/>
              </a:ext>
            </a:extLst>
          </p:cNvPr>
          <p:cNvGrpSpPr/>
          <p:nvPr/>
        </p:nvGrpSpPr>
        <p:grpSpPr>
          <a:xfrm>
            <a:off x="11356242" y="811556"/>
            <a:ext cx="721206" cy="609701"/>
            <a:chOff x="11356242" y="811556"/>
            <a:chExt cx="721206" cy="609701"/>
          </a:xfrm>
        </p:grpSpPr>
        <p:sp>
          <p:nvSpPr>
            <p:cNvPr id="1654" name="Rectangle 1653">
              <a:hlinkHover r:id="" action="ppaction://noaction" highlightClick="1"/>
              <a:extLst>
                <a:ext uri="{FF2B5EF4-FFF2-40B4-BE49-F238E27FC236}">
                  <a16:creationId xmlns:a16="http://schemas.microsoft.com/office/drawing/2014/main" id="{A4B54698-357E-9E0C-B3A1-3A075284D7EE}"/>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1655" name="Oval 1654">
              <a:extLst>
                <a:ext uri="{FF2B5EF4-FFF2-40B4-BE49-F238E27FC236}">
                  <a16:creationId xmlns:a16="http://schemas.microsoft.com/office/drawing/2014/main" id="{B36B3B74-8A8E-95D7-B1BB-2A436055B0E3}"/>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56" name="Isosceles Triangle 648">
              <a:extLst>
                <a:ext uri="{FF2B5EF4-FFF2-40B4-BE49-F238E27FC236}">
                  <a16:creationId xmlns:a16="http://schemas.microsoft.com/office/drawing/2014/main" id="{8CA9DD34-115C-CE48-B897-94A743EF2099}"/>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57" name="Group 1656">
            <a:extLst>
              <a:ext uri="{FF2B5EF4-FFF2-40B4-BE49-F238E27FC236}">
                <a16:creationId xmlns:a16="http://schemas.microsoft.com/office/drawing/2014/main" id="{52AFE3C4-AAA9-16C6-ACC9-5C45DCE8BC50}"/>
              </a:ext>
            </a:extLst>
          </p:cNvPr>
          <p:cNvGrpSpPr/>
          <p:nvPr/>
        </p:nvGrpSpPr>
        <p:grpSpPr>
          <a:xfrm>
            <a:off x="8807249" y="811555"/>
            <a:ext cx="721206" cy="609701"/>
            <a:chOff x="8807249" y="811555"/>
            <a:chExt cx="721206" cy="609701"/>
          </a:xfrm>
        </p:grpSpPr>
        <p:sp>
          <p:nvSpPr>
            <p:cNvPr id="1658" name="Rectangle 1657">
              <a:hlinkHover r:id="" action="ppaction://noaction" highlightClick="1"/>
              <a:extLst>
                <a:ext uri="{FF2B5EF4-FFF2-40B4-BE49-F238E27FC236}">
                  <a16:creationId xmlns:a16="http://schemas.microsoft.com/office/drawing/2014/main" id="{509099D2-23EF-7E32-0588-B5999524EA71}"/>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1659" name="Diamond 1658">
              <a:extLst>
                <a:ext uri="{FF2B5EF4-FFF2-40B4-BE49-F238E27FC236}">
                  <a16:creationId xmlns:a16="http://schemas.microsoft.com/office/drawing/2014/main" id="{891B5062-EA7D-2116-4FF6-E4A2C0CD436F}"/>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60" name="Oval 1659">
              <a:extLst>
                <a:ext uri="{FF2B5EF4-FFF2-40B4-BE49-F238E27FC236}">
                  <a16:creationId xmlns:a16="http://schemas.microsoft.com/office/drawing/2014/main" id="{47825157-4385-53E8-7B4F-D95AAAD66648}"/>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61" name="Group 1660">
            <a:extLst>
              <a:ext uri="{FF2B5EF4-FFF2-40B4-BE49-F238E27FC236}">
                <a16:creationId xmlns:a16="http://schemas.microsoft.com/office/drawing/2014/main" id="{BF7089E3-D3B4-64C4-74EF-18145A46E14B}"/>
              </a:ext>
            </a:extLst>
          </p:cNvPr>
          <p:cNvGrpSpPr/>
          <p:nvPr/>
        </p:nvGrpSpPr>
        <p:grpSpPr>
          <a:xfrm>
            <a:off x="8808419" y="3705986"/>
            <a:ext cx="721206" cy="609701"/>
            <a:chOff x="8808419" y="3705986"/>
            <a:chExt cx="721206" cy="609701"/>
          </a:xfrm>
        </p:grpSpPr>
        <p:sp>
          <p:nvSpPr>
            <p:cNvPr id="1662" name="Rectangle 1661">
              <a:hlinkHover r:id="" action="ppaction://noaction" highlightClick="1"/>
              <a:extLst>
                <a:ext uri="{FF2B5EF4-FFF2-40B4-BE49-F238E27FC236}">
                  <a16:creationId xmlns:a16="http://schemas.microsoft.com/office/drawing/2014/main" id="{6BAF8636-47A2-28EC-48A3-54E95BEA8219}"/>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1663" name="Oval 1662">
              <a:extLst>
                <a:ext uri="{FF2B5EF4-FFF2-40B4-BE49-F238E27FC236}">
                  <a16:creationId xmlns:a16="http://schemas.microsoft.com/office/drawing/2014/main" id="{81349C27-A98B-CE4A-2CDE-2332DC06F260}"/>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64" name="Isosceles Triangle 648">
              <a:extLst>
                <a:ext uri="{FF2B5EF4-FFF2-40B4-BE49-F238E27FC236}">
                  <a16:creationId xmlns:a16="http://schemas.microsoft.com/office/drawing/2014/main" id="{FC51FBEB-5506-D09A-18E6-9585168BAAB3}"/>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65" name="Group 1664">
            <a:extLst>
              <a:ext uri="{FF2B5EF4-FFF2-40B4-BE49-F238E27FC236}">
                <a16:creationId xmlns:a16="http://schemas.microsoft.com/office/drawing/2014/main" id="{0A841DFD-B59B-554F-DD02-AEE9256F611D}"/>
              </a:ext>
            </a:extLst>
          </p:cNvPr>
          <p:cNvGrpSpPr/>
          <p:nvPr/>
        </p:nvGrpSpPr>
        <p:grpSpPr>
          <a:xfrm>
            <a:off x="1269626" y="4419615"/>
            <a:ext cx="721206" cy="609701"/>
            <a:chOff x="1269626" y="4419615"/>
            <a:chExt cx="721206" cy="609701"/>
          </a:xfrm>
        </p:grpSpPr>
        <p:sp>
          <p:nvSpPr>
            <p:cNvPr id="1666" name="Rectangle 1665">
              <a:extLst>
                <a:ext uri="{FF2B5EF4-FFF2-40B4-BE49-F238E27FC236}">
                  <a16:creationId xmlns:a16="http://schemas.microsoft.com/office/drawing/2014/main" id="{D7C54A08-6E68-A850-EE4C-5141A19B0FB7}"/>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1667" name="Cylinder 1666">
              <a:extLst>
                <a:ext uri="{FF2B5EF4-FFF2-40B4-BE49-F238E27FC236}">
                  <a16:creationId xmlns:a16="http://schemas.microsoft.com/office/drawing/2014/main" id="{F555A8B2-D050-3791-EB31-48EEB1AD86C6}"/>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68" name="Group 1667">
            <a:extLst>
              <a:ext uri="{FF2B5EF4-FFF2-40B4-BE49-F238E27FC236}">
                <a16:creationId xmlns:a16="http://schemas.microsoft.com/office/drawing/2014/main" id="{31F6CEEA-C3AB-7D36-93C1-F2146D56B8BF}"/>
              </a:ext>
            </a:extLst>
          </p:cNvPr>
          <p:cNvGrpSpPr/>
          <p:nvPr/>
        </p:nvGrpSpPr>
        <p:grpSpPr>
          <a:xfrm>
            <a:off x="432841" y="4419615"/>
            <a:ext cx="721206" cy="609701"/>
            <a:chOff x="432841" y="4419615"/>
            <a:chExt cx="721206" cy="609701"/>
          </a:xfrm>
        </p:grpSpPr>
        <p:sp>
          <p:nvSpPr>
            <p:cNvPr id="1669" name="Rectangle 1668">
              <a:extLst>
                <a:ext uri="{FF2B5EF4-FFF2-40B4-BE49-F238E27FC236}">
                  <a16:creationId xmlns:a16="http://schemas.microsoft.com/office/drawing/2014/main" id="{61848BAB-A64D-297A-36E5-E18965344EA9}"/>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1670" name="Cylinder 1669">
              <a:extLst>
                <a:ext uri="{FF2B5EF4-FFF2-40B4-BE49-F238E27FC236}">
                  <a16:creationId xmlns:a16="http://schemas.microsoft.com/office/drawing/2014/main" id="{303E2B52-DAD9-E699-5045-A21067230C46}"/>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71" name="Group 1670">
            <a:extLst>
              <a:ext uri="{FF2B5EF4-FFF2-40B4-BE49-F238E27FC236}">
                <a16:creationId xmlns:a16="http://schemas.microsoft.com/office/drawing/2014/main" id="{2CE2E585-B6CF-F951-2D46-E1F25BB91A52}"/>
              </a:ext>
            </a:extLst>
          </p:cNvPr>
          <p:cNvGrpSpPr/>
          <p:nvPr/>
        </p:nvGrpSpPr>
        <p:grpSpPr>
          <a:xfrm>
            <a:off x="1268467" y="5141008"/>
            <a:ext cx="721206" cy="609701"/>
            <a:chOff x="1268467" y="5141008"/>
            <a:chExt cx="721206" cy="609701"/>
          </a:xfrm>
        </p:grpSpPr>
        <p:sp>
          <p:nvSpPr>
            <p:cNvPr id="1672" name="Rectangle 1671">
              <a:extLst>
                <a:ext uri="{FF2B5EF4-FFF2-40B4-BE49-F238E27FC236}">
                  <a16:creationId xmlns:a16="http://schemas.microsoft.com/office/drawing/2014/main" id="{FA148DFB-F96B-96BE-2DC0-88CE3D1A9802}"/>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1673" name="Cylinder 1672">
              <a:extLst>
                <a:ext uri="{FF2B5EF4-FFF2-40B4-BE49-F238E27FC236}">
                  <a16:creationId xmlns:a16="http://schemas.microsoft.com/office/drawing/2014/main" id="{C2CCA97D-64BF-AB47-C096-F0DADED626D0}"/>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74" name="Group 1673">
            <a:extLst>
              <a:ext uri="{FF2B5EF4-FFF2-40B4-BE49-F238E27FC236}">
                <a16:creationId xmlns:a16="http://schemas.microsoft.com/office/drawing/2014/main" id="{AB816DAF-CE20-D113-0536-0158B3386D79}"/>
              </a:ext>
            </a:extLst>
          </p:cNvPr>
          <p:cNvGrpSpPr/>
          <p:nvPr/>
        </p:nvGrpSpPr>
        <p:grpSpPr>
          <a:xfrm>
            <a:off x="431297" y="5141008"/>
            <a:ext cx="721206" cy="609701"/>
            <a:chOff x="431297" y="5141008"/>
            <a:chExt cx="721206" cy="609701"/>
          </a:xfrm>
        </p:grpSpPr>
        <p:sp>
          <p:nvSpPr>
            <p:cNvPr id="1675" name="Rectangle 1674">
              <a:extLst>
                <a:ext uri="{FF2B5EF4-FFF2-40B4-BE49-F238E27FC236}">
                  <a16:creationId xmlns:a16="http://schemas.microsoft.com/office/drawing/2014/main" id="{805E1598-B3F6-1D9B-3505-E579BE598A05}"/>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1676" name="Cylinder 1675">
              <a:extLst>
                <a:ext uri="{FF2B5EF4-FFF2-40B4-BE49-F238E27FC236}">
                  <a16:creationId xmlns:a16="http://schemas.microsoft.com/office/drawing/2014/main" id="{1B542FA9-4C21-75A1-302F-E3BF0F6A0209}"/>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77" name="Group 1676">
            <a:extLst>
              <a:ext uri="{FF2B5EF4-FFF2-40B4-BE49-F238E27FC236}">
                <a16:creationId xmlns:a16="http://schemas.microsoft.com/office/drawing/2014/main" id="{29F80526-3309-7F80-753A-266B54587A22}"/>
              </a:ext>
            </a:extLst>
          </p:cNvPr>
          <p:cNvGrpSpPr/>
          <p:nvPr/>
        </p:nvGrpSpPr>
        <p:grpSpPr>
          <a:xfrm>
            <a:off x="3778361" y="2253333"/>
            <a:ext cx="721206" cy="609701"/>
            <a:chOff x="3778361" y="2253333"/>
            <a:chExt cx="721206" cy="609701"/>
          </a:xfrm>
        </p:grpSpPr>
        <p:sp>
          <p:nvSpPr>
            <p:cNvPr id="1678" name="Rectangle 1677">
              <a:extLst>
                <a:ext uri="{FF2B5EF4-FFF2-40B4-BE49-F238E27FC236}">
                  <a16:creationId xmlns:a16="http://schemas.microsoft.com/office/drawing/2014/main" id="{0BDC0212-C632-4AB7-5C1F-20CDD3CEB329}"/>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1679" name="Rectangle 1678">
              <a:extLst>
                <a:ext uri="{FF2B5EF4-FFF2-40B4-BE49-F238E27FC236}">
                  <a16:creationId xmlns:a16="http://schemas.microsoft.com/office/drawing/2014/main" id="{48FFD002-19C3-2DF4-895A-BF1D1BB665E4}"/>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80" name="Oval 15">
              <a:extLst>
                <a:ext uri="{FF2B5EF4-FFF2-40B4-BE49-F238E27FC236}">
                  <a16:creationId xmlns:a16="http://schemas.microsoft.com/office/drawing/2014/main" id="{86588A4B-45BE-3A17-8C77-B83098BF4237}"/>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81" name="Straight Connector 1680">
              <a:extLst>
                <a:ext uri="{FF2B5EF4-FFF2-40B4-BE49-F238E27FC236}">
                  <a16:creationId xmlns:a16="http://schemas.microsoft.com/office/drawing/2014/main" id="{B19322DF-95BC-1B9E-5103-108607CCD25C}"/>
                </a:ext>
              </a:extLst>
            </p:cNvPr>
            <p:cNvCxnSpPr>
              <a:cxnSpLocks/>
              <a:stCxn id="1680"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82" name="Straight Connector 1681">
              <a:extLst>
                <a:ext uri="{FF2B5EF4-FFF2-40B4-BE49-F238E27FC236}">
                  <a16:creationId xmlns:a16="http://schemas.microsoft.com/office/drawing/2014/main" id="{3006DF29-963A-9ADE-31DF-FD30F4C1F154}"/>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83" name="Group 1682">
            <a:extLst>
              <a:ext uri="{FF2B5EF4-FFF2-40B4-BE49-F238E27FC236}">
                <a16:creationId xmlns:a16="http://schemas.microsoft.com/office/drawing/2014/main" id="{720EAEA2-A099-CC03-F563-69303EE6BD5E}"/>
              </a:ext>
            </a:extLst>
          </p:cNvPr>
          <p:cNvGrpSpPr/>
          <p:nvPr/>
        </p:nvGrpSpPr>
        <p:grpSpPr>
          <a:xfrm>
            <a:off x="431659" y="2253337"/>
            <a:ext cx="721895" cy="609700"/>
            <a:chOff x="431659" y="2253337"/>
            <a:chExt cx="721895" cy="609700"/>
          </a:xfrm>
        </p:grpSpPr>
        <p:sp>
          <p:nvSpPr>
            <p:cNvPr id="1684" name="Rectangle 1683">
              <a:hlinkHover r:id="" action="ppaction://noaction" highlightClick="1"/>
              <a:extLst>
                <a:ext uri="{FF2B5EF4-FFF2-40B4-BE49-F238E27FC236}">
                  <a16:creationId xmlns:a16="http://schemas.microsoft.com/office/drawing/2014/main" id="{59E06E35-C72F-E614-C448-0DDB595CC1FE}"/>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1685" name="Diamond 1684">
              <a:extLst>
                <a:ext uri="{FF2B5EF4-FFF2-40B4-BE49-F238E27FC236}">
                  <a16:creationId xmlns:a16="http://schemas.microsoft.com/office/drawing/2014/main" id="{DBD19DD1-0DF5-AC8F-4A42-606367EA3082}"/>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6" name="Oval 1685">
              <a:extLst>
                <a:ext uri="{FF2B5EF4-FFF2-40B4-BE49-F238E27FC236}">
                  <a16:creationId xmlns:a16="http://schemas.microsoft.com/office/drawing/2014/main" id="{73B0C2BA-2C26-7C24-47A3-CED1C578A7EE}"/>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87" name="Group 1686">
            <a:extLst>
              <a:ext uri="{FF2B5EF4-FFF2-40B4-BE49-F238E27FC236}">
                <a16:creationId xmlns:a16="http://schemas.microsoft.com/office/drawing/2014/main" id="{8F1A5443-D29D-B7DF-BAB8-9CEBCA138528}"/>
              </a:ext>
            </a:extLst>
          </p:cNvPr>
          <p:cNvGrpSpPr/>
          <p:nvPr/>
        </p:nvGrpSpPr>
        <p:grpSpPr>
          <a:xfrm>
            <a:off x="6286130" y="4419624"/>
            <a:ext cx="721206" cy="609701"/>
            <a:chOff x="6286130" y="4419624"/>
            <a:chExt cx="721206" cy="609701"/>
          </a:xfrm>
        </p:grpSpPr>
        <p:sp>
          <p:nvSpPr>
            <p:cNvPr id="1688" name="Rectangle 1687">
              <a:hlinkHover r:id="" action="ppaction://noaction" highlightClick="1"/>
              <a:extLst>
                <a:ext uri="{FF2B5EF4-FFF2-40B4-BE49-F238E27FC236}">
                  <a16:creationId xmlns:a16="http://schemas.microsoft.com/office/drawing/2014/main" id="{6FD8B091-D25F-2886-4DD5-E570E2C6B63E}"/>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1689" name="Oval 1688">
              <a:extLst>
                <a:ext uri="{FF2B5EF4-FFF2-40B4-BE49-F238E27FC236}">
                  <a16:creationId xmlns:a16="http://schemas.microsoft.com/office/drawing/2014/main" id="{8F2A4F5E-1F93-010D-5D7B-6BEC0596BAFA}"/>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90" name="Isosceles Triangle 648">
              <a:extLst>
                <a:ext uri="{FF2B5EF4-FFF2-40B4-BE49-F238E27FC236}">
                  <a16:creationId xmlns:a16="http://schemas.microsoft.com/office/drawing/2014/main" id="{38A6851A-77FA-8CB7-680B-4523A0F5A5AC}"/>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91" name="Group 1690">
            <a:extLst>
              <a:ext uri="{FF2B5EF4-FFF2-40B4-BE49-F238E27FC236}">
                <a16:creationId xmlns:a16="http://schemas.microsoft.com/office/drawing/2014/main" id="{45BB74D3-6C0C-6F4D-5031-F7B7EC3859D7}"/>
              </a:ext>
            </a:extLst>
          </p:cNvPr>
          <p:cNvGrpSpPr/>
          <p:nvPr/>
        </p:nvGrpSpPr>
        <p:grpSpPr>
          <a:xfrm>
            <a:off x="5458940" y="5135305"/>
            <a:ext cx="721206" cy="609701"/>
            <a:chOff x="5458940" y="5135305"/>
            <a:chExt cx="721206" cy="609701"/>
          </a:xfrm>
        </p:grpSpPr>
        <p:sp>
          <p:nvSpPr>
            <p:cNvPr id="1692" name="Rectangle 1691">
              <a:hlinkHover r:id="" action="ppaction://noaction" highlightClick="1"/>
              <a:extLst>
                <a:ext uri="{FF2B5EF4-FFF2-40B4-BE49-F238E27FC236}">
                  <a16:creationId xmlns:a16="http://schemas.microsoft.com/office/drawing/2014/main" id="{D9309C03-020D-9588-4369-508C359E4710}"/>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1693" name="Oval 1692">
              <a:extLst>
                <a:ext uri="{FF2B5EF4-FFF2-40B4-BE49-F238E27FC236}">
                  <a16:creationId xmlns:a16="http://schemas.microsoft.com/office/drawing/2014/main" id="{6A19A771-F94E-9F66-F743-18973CA0E784}"/>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94" name="Isosceles Triangle 648">
              <a:extLst>
                <a:ext uri="{FF2B5EF4-FFF2-40B4-BE49-F238E27FC236}">
                  <a16:creationId xmlns:a16="http://schemas.microsoft.com/office/drawing/2014/main" id="{BE8BC532-D105-72AF-BACD-915C66BD429C}"/>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95" name="Group 1694">
            <a:extLst>
              <a:ext uri="{FF2B5EF4-FFF2-40B4-BE49-F238E27FC236}">
                <a16:creationId xmlns:a16="http://schemas.microsoft.com/office/drawing/2014/main" id="{80B4C4EF-AE5F-648A-1D51-42760A56C107}"/>
              </a:ext>
            </a:extLst>
          </p:cNvPr>
          <p:cNvGrpSpPr/>
          <p:nvPr/>
        </p:nvGrpSpPr>
        <p:grpSpPr>
          <a:xfrm>
            <a:off x="6289146" y="5141017"/>
            <a:ext cx="721206" cy="609701"/>
            <a:chOff x="6289146" y="5141017"/>
            <a:chExt cx="721206" cy="609701"/>
          </a:xfrm>
        </p:grpSpPr>
        <p:sp>
          <p:nvSpPr>
            <p:cNvPr id="1696" name="Rectangle 1695">
              <a:hlinkHover r:id="" action="ppaction://noaction" highlightClick="1"/>
              <a:extLst>
                <a:ext uri="{FF2B5EF4-FFF2-40B4-BE49-F238E27FC236}">
                  <a16:creationId xmlns:a16="http://schemas.microsoft.com/office/drawing/2014/main" id="{1E9B0AF0-6138-09BD-91B7-DC79FC6D2A40}"/>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1697" name="Oval 1696">
              <a:extLst>
                <a:ext uri="{FF2B5EF4-FFF2-40B4-BE49-F238E27FC236}">
                  <a16:creationId xmlns:a16="http://schemas.microsoft.com/office/drawing/2014/main" id="{671DBCE2-5D6E-3F65-FAA9-7E921B7F7332}"/>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98" name="Isosceles Triangle 648">
              <a:extLst>
                <a:ext uri="{FF2B5EF4-FFF2-40B4-BE49-F238E27FC236}">
                  <a16:creationId xmlns:a16="http://schemas.microsoft.com/office/drawing/2014/main" id="{45BC8FA6-1FE5-7BA1-4DCF-56ED311648E0}"/>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99" name="Group 1698">
            <a:extLst>
              <a:ext uri="{FF2B5EF4-FFF2-40B4-BE49-F238E27FC236}">
                <a16:creationId xmlns:a16="http://schemas.microsoft.com/office/drawing/2014/main" id="{7C39CD8A-D75D-A2ED-5F00-F22097ABA3E2}"/>
              </a:ext>
            </a:extLst>
          </p:cNvPr>
          <p:cNvGrpSpPr/>
          <p:nvPr/>
        </p:nvGrpSpPr>
        <p:grpSpPr>
          <a:xfrm>
            <a:off x="7122911" y="4419624"/>
            <a:ext cx="721206" cy="609701"/>
            <a:chOff x="7122911" y="4419624"/>
            <a:chExt cx="721206" cy="609701"/>
          </a:xfrm>
        </p:grpSpPr>
        <p:sp>
          <p:nvSpPr>
            <p:cNvPr id="1700" name="Rectangle 1699">
              <a:hlinkHover r:id="" action="ppaction://noaction" highlightClick="1"/>
              <a:extLst>
                <a:ext uri="{FF2B5EF4-FFF2-40B4-BE49-F238E27FC236}">
                  <a16:creationId xmlns:a16="http://schemas.microsoft.com/office/drawing/2014/main" id="{D4B7A603-425E-C42E-CAF7-B9EDDA7FFE9F}"/>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1701" name="Oval 1700">
              <a:extLst>
                <a:ext uri="{FF2B5EF4-FFF2-40B4-BE49-F238E27FC236}">
                  <a16:creationId xmlns:a16="http://schemas.microsoft.com/office/drawing/2014/main" id="{D6A267F4-04C7-7689-E9BE-AC409C174B67}"/>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02" name="Isosceles Triangle 648">
              <a:extLst>
                <a:ext uri="{FF2B5EF4-FFF2-40B4-BE49-F238E27FC236}">
                  <a16:creationId xmlns:a16="http://schemas.microsoft.com/office/drawing/2014/main" id="{E9822C9D-EADE-67C2-B264-507DB70794ED}"/>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03" name="Group 1702">
            <a:extLst>
              <a:ext uri="{FF2B5EF4-FFF2-40B4-BE49-F238E27FC236}">
                <a16:creationId xmlns:a16="http://schemas.microsoft.com/office/drawing/2014/main" id="{FCCFBC6F-7210-CC4F-D32C-B56F9D4831F0}"/>
              </a:ext>
            </a:extLst>
          </p:cNvPr>
          <p:cNvGrpSpPr/>
          <p:nvPr/>
        </p:nvGrpSpPr>
        <p:grpSpPr>
          <a:xfrm>
            <a:off x="5454385" y="4419624"/>
            <a:ext cx="721206" cy="609701"/>
            <a:chOff x="5454385" y="4419624"/>
            <a:chExt cx="721206" cy="609701"/>
          </a:xfrm>
        </p:grpSpPr>
        <p:sp>
          <p:nvSpPr>
            <p:cNvPr id="1704" name="Rectangle 1703">
              <a:hlinkHover r:id="" action="ppaction://noaction" highlightClick="1"/>
              <a:extLst>
                <a:ext uri="{FF2B5EF4-FFF2-40B4-BE49-F238E27FC236}">
                  <a16:creationId xmlns:a16="http://schemas.microsoft.com/office/drawing/2014/main" id="{12B724F5-C775-E174-B62F-3F180C764188}"/>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1705" name="Oval 1704">
              <a:extLst>
                <a:ext uri="{FF2B5EF4-FFF2-40B4-BE49-F238E27FC236}">
                  <a16:creationId xmlns:a16="http://schemas.microsoft.com/office/drawing/2014/main" id="{2A5AABB5-AD3A-CA98-0B29-BB37798FEFB4}"/>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06" name="Isosceles Triangle 648">
              <a:extLst>
                <a:ext uri="{FF2B5EF4-FFF2-40B4-BE49-F238E27FC236}">
                  <a16:creationId xmlns:a16="http://schemas.microsoft.com/office/drawing/2014/main" id="{33F771DD-A9A6-5839-B774-1E0BAF47B63D}"/>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15" name="Group 1714">
            <a:extLst>
              <a:ext uri="{FF2B5EF4-FFF2-40B4-BE49-F238E27FC236}">
                <a16:creationId xmlns:a16="http://schemas.microsoft.com/office/drawing/2014/main" id="{2ED39F11-7ED9-0DB6-DA18-A5B1EE159C1E}"/>
              </a:ext>
            </a:extLst>
          </p:cNvPr>
          <p:cNvGrpSpPr/>
          <p:nvPr/>
        </p:nvGrpSpPr>
        <p:grpSpPr>
          <a:xfrm>
            <a:off x="7125833" y="5143368"/>
            <a:ext cx="721206" cy="609701"/>
            <a:chOff x="7125833" y="5143368"/>
            <a:chExt cx="721206" cy="609701"/>
          </a:xfrm>
        </p:grpSpPr>
        <p:sp>
          <p:nvSpPr>
            <p:cNvPr id="1716" name="Rectangle 1715">
              <a:hlinkHover r:id="" action="ppaction://noaction" highlightClick="1"/>
              <a:extLst>
                <a:ext uri="{FF2B5EF4-FFF2-40B4-BE49-F238E27FC236}">
                  <a16:creationId xmlns:a16="http://schemas.microsoft.com/office/drawing/2014/main" id="{9DEEB4CA-947E-902F-A0F1-215C327E0487}"/>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1717" name="Oval 1716">
              <a:extLst>
                <a:ext uri="{FF2B5EF4-FFF2-40B4-BE49-F238E27FC236}">
                  <a16:creationId xmlns:a16="http://schemas.microsoft.com/office/drawing/2014/main" id="{2856E8F9-6BB2-B7B8-54FC-E2635C9ABC50}"/>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18" name="Isosceles Triangle 648">
              <a:extLst>
                <a:ext uri="{FF2B5EF4-FFF2-40B4-BE49-F238E27FC236}">
                  <a16:creationId xmlns:a16="http://schemas.microsoft.com/office/drawing/2014/main" id="{7050D3BD-FB37-D7CF-8828-7B1277C11B4F}"/>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19" name="Group 1718">
            <a:extLst>
              <a:ext uri="{FF2B5EF4-FFF2-40B4-BE49-F238E27FC236}">
                <a16:creationId xmlns:a16="http://schemas.microsoft.com/office/drawing/2014/main" id="{8E554B8C-E20C-D387-418D-9083457926BE}"/>
              </a:ext>
            </a:extLst>
          </p:cNvPr>
          <p:cNvGrpSpPr/>
          <p:nvPr/>
        </p:nvGrpSpPr>
        <p:grpSpPr>
          <a:xfrm>
            <a:off x="7122911" y="3698231"/>
            <a:ext cx="721206" cy="609701"/>
            <a:chOff x="7122911" y="3698231"/>
            <a:chExt cx="721206" cy="609701"/>
          </a:xfrm>
        </p:grpSpPr>
        <p:sp>
          <p:nvSpPr>
            <p:cNvPr id="1720" name="Rectangle 1719">
              <a:hlinkHover r:id="" action="ppaction://noaction" highlightClick="1"/>
              <a:extLst>
                <a:ext uri="{FF2B5EF4-FFF2-40B4-BE49-F238E27FC236}">
                  <a16:creationId xmlns:a16="http://schemas.microsoft.com/office/drawing/2014/main" id="{DFF1F229-9BE5-E6F7-F299-9C4D29111E83}"/>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1721" name="Oval 1720">
              <a:extLst>
                <a:ext uri="{FF2B5EF4-FFF2-40B4-BE49-F238E27FC236}">
                  <a16:creationId xmlns:a16="http://schemas.microsoft.com/office/drawing/2014/main" id="{582180A0-196D-DD36-31C9-EB0FC24EAD3C}"/>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22" name="Isosceles Triangle 648">
              <a:extLst>
                <a:ext uri="{FF2B5EF4-FFF2-40B4-BE49-F238E27FC236}">
                  <a16:creationId xmlns:a16="http://schemas.microsoft.com/office/drawing/2014/main" id="{35584F50-08E3-35BE-3F62-5E7D5C41BB02}"/>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23" name="Group 1722">
            <a:extLst>
              <a:ext uri="{FF2B5EF4-FFF2-40B4-BE49-F238E27FC236}">
                <a16:creationId xmlns:a16="http://schemas.microsoft.com/office/drawing/2014/main" id="{54FEBC74-AA22-1C9A-6637-C4BC5309D5F9}"/>
              </a:ext>
            </a:extLst>
          </p:cNvPr>
          <p:cNvGrpSpPr/>
          <p:nvPr/>
        </p:nvGrpSpPr>
        <p:grpSpPr>
          <a:xfrm>
            <a:off x="6286224" y="3620338"/>
            <a:ext cx="721206" cy="687594"/>
            <a:chOff x="6286224" y="3620338"/>
            <a:chExt cx="721206" cy="687594"/>
          </a:xfrm>
        </p:grpSpPr>
        <p:cxnSp>
          <p:nvCxnSpPr>
            <p:cNvPr id="1724" name="Straight Connector 1723">
              <a:extLst>
                <a:ext uri="{FF2B5EF4-FFF2-40B4-BE49-F238E27FC236}">
                  <a16:creationId xmlns:a16="http://schemas.microsoft.com/office/drawing/2014/main" id="{9D44E69F-6B2F-941E-BA6A-E65A1A03EE14}"/>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1725" name="Rectangle 1724">
              <a:hlinkHover r:id="" action="ppaction://noaction" highlightClick="1"/>
              <a:extLst>
                <a:ext uri="{FF2B5EF4-FFF2-40B4-BE49-F238E27FC236}">
                  <a16:creationId xmlns:a16="http://schemas.microsoft.com/office/drawing/2014/main" id="{CC6303F8-7FB2-1C38-72D7-367084444F6D}"/>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1726" name="Oval 1725">
              <a:extLst>
                <a:ext uri="{FF2B5EF4-FFF2-40B4-BE49-F238E27FC236}">
                  <a16:creationId xmlns:a16="http://schemas.microsoft.com/office/drawing/2014/main" id="{52F2DDBA-4A90-BF2A-C0D5-8AD42F88B44C}"/>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27" name="Isosceles Triangle 648">
              <a:extLst>
                <a:ext uri="{FF2B5EF4-FFF2-40B4-BE49-F238E27FC236}">
                  <a16:creationId xmlns:a16="http://schemas.microsoft.com/office/drawing/2014/main" id="{17F11C79-54DA-8DD6-8857-9646BED41CF5}"/>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28" name="Group 1727">
            <a:extLst>
              <a:ext uri="{FF2B5EF4-FFF2-40B4-BE49-F238E27FC236}">
                <a16:creationId xmlns:a16="http://schemas.microsoft.com/office/drawing/2014/main" id="{C9202FFD-0CB4-FC91-22A2-D6CF1DD0D82C}"/>
              </a:ext>
            </a:extLst>
          </p:cNvPr>
          <p:cNvGrpSpPr/>
          <p:nvPr/>
        </p:nvGrpSpPr>
        <p:grpSpPr>
          <a:xfrm>
            <a:off x="3775041" y="1532276"/>
            <a:ext cx="721206" cy="609701"/>
            <a:chOff x="3775041" y="1532276"/>
            <a:chExt cx="721206" cy="609701"/>
          </a:xfrm>
        </p:grpSpPr>
        <p:sp>
          <p:nvSpPr>
            <p:cNvPr id="1729" name="Rectangle 1728">
              <a:extLst>
                <a:ext uri="{FF2B5EF4-FFF2-40B4-BE49-F238E27FC236}">
                  <a16:creationId xmlns:a16="http://schemas.microsoft.com/office/drawing/2014/main" id="{60CB06E1-C662-47B5-3D50-36CE9096A014}"/>
                </a:ext>
              </a:extLst>
            </p:cNvPr>
            <p:cNvSpPr/>
            <p:nvPr/>
          </p:nvSpPr>
          <p:spPr>
            <a:xfrm>
              <a:off x="3775041"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1730" name="Right Triangle 1729">
              <a:extLst>
                <a:ext uri="{FF2B5EF4-FFF2-40B4-BE49-F238E27FC236}">
                  <a16:creationId xmlns:a16="http://schemas.microsoft.com/office/drawing/2014/main" id="{83CEDD9B-103F-70C4-2AF7-3457CDB4BCB0}"/>
                </a:ext>
              </a:extLst>
            </p:cNvPr>
            <p:cNvSpPr/>
            <p:nvPr/>
          </p:nvSpPr>
          <p:spPr>
            <a:xfrm rot="10800000">
              <a:off x="437405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31" name="Group 1730">
              <a:extLst>
                <a:ext uri="{FF2B5EF4-FFF2-40B4-BE49-F238E27FC236}">
                  <a16:creationId xmlns:a16="http://schemas.microsoft.com/office/drawing/2014/main" id="{E3ADD909-002E-664B-B200-7A7327F43FCA}"/>
                </a:ext>
              </a:extLst>
            </p:cNvPr>
            <p:cNvGrpSpPr/>
            <p:nvPr/>
          </p:nvGrpSpPr>
          <p:grpSpPr>
            <a:xfrm>
              <a:off x="4440500" y="1542931"/>
              <a:ext cx="37817" cy="61390"/>
              <a:chOff x="3883481" y="2057400"/>
              <a:chExt cx="1608363" cy="2652031"/>
            </a:xfrm>
            <a:solidFill>
              <a:srgbClr val="A6A6A6"/>
            </a:solidFill>
          </p:grpSpPr>
          <p:sp>
            <p:nvSpPr>
              <p:cNvPr id="1732" name="Oval 27">
                <a:extLst>
                  <a:ext uri="{FF2B5EF4-FFF2-40B4-BE49-F238E27FC236}">
                    <a16:creationId xmlns:a16="http://schemas.microsoft.com/office/drawing/2014/main" id="{F722AD79-6F82-E55C-D9DE-FC06684E973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33" name="Oval 28">
                <a:extLst>
                  <a:ext uri="{FF2B5EF4-FFF2-40B4-BE49-F238E27FC236}">
                    <a16:creationId xmlns:a16="http://schemas.microsoft.com/office/drawing/2014/main" id="{51F323EF-B965-428E-3C32-BBEE6CF4F6C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34" name="Group 1733">
            <a:extLst>
              <a:ext uri="{FF2B5EF4-FFF2-40B4-BE49-F238E27FC236}">
                <a16:creationId xmlns:a16="http://schemas.microsoft.com/office/drawing/2014/main" id="{12B79545-550B-B03B-D721-2607FBE472E0}"/>
              </a:ext>
            </a:extLst>
          </p:cNvPr>
          <p:cNvGrpSpPr/>
          <p:nvPr/>
        </p:nvGrpSpPr>
        <p:grpSpPr>
          <a:xfrm>
            <a:off x="4611548" y="1532276"/>
            <a:ext cx="721206" cy="609701"/>
            <a:chOff x="4611548" y="1532276"/>
            <a:chExt cx="721206" cy="609701"/>
          </a:xfrm>
        </p:grpSpPr>
        <p:sp>
          <p:nvSpPr>
            <p:cNvPr id="1735" name="Rectangle 1734">
              <a:extLst>
                <a:ext uri="{FF2B5EF4-FFF2-40B4-BE49-F238E27FC236}">
                  <a16:creationId xmlns:a16="http://schemas.microsoft.com/office/drawing/2014/main" id="{ED6B1D79-5817-EE74-EDC6-031C714953BA}"/>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736" name="Right Triangle 1735">
              <a:extLst>
                <a:ext uri="{FF2B5EF4-FFF2-40B4-BE49-F238E27FC236}">
                  <a16:creationId xmlns:a16="http://schemas.microsoft.com/office/drawing/2014/main" id="{234F166F-3354-D53E-8E74-ABBF2D0055E5}"/>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37" name="Group 1736">
              <a:extLst>
                <a:ext uri="{FF2B5EF4-FFF2-40B4-BE49-F238E27FC236}">
                  <a16:creationId xmlns:a16="http://schemas.microsoft.com/office/drawing/2014/main" id="{1DB95E17-CE78-2E19-E69E-A4C10BB6C36E}"/>
                </a:ext>
              </a:extLst>
            </p:cNvPr>
            <p:cNvGrpSpPr/>
            <p:nvPr/>
          </p:nvGrpSpPr>
          <p:grpSpPr>
            <a:xfrm>
              <a:off x="5276140" y="1542931"/>
              <a:ext cx="37817" cy="61390"/>
              <a:chOff x="3883481" y="2057400"/>
              <a:chExt cx="1608363" cy="2652031"/>
            </a:xfrm>
            <a:solidFill>
              <a:srgbClr val="A6A6A6"/>
            </a:solidFill>
          </p:grpSpPr>
          <p:sp>
            <p:nvSpPr>
              <p:cNvPr id="1738" name="Oval 27">
                <a:extLst>
                  <a:ext uri="{FF2B5EF4-FFF2-40B4-BE49-F238E27FC236}">
                    <a16:creationId xmlns:a16="http://schemas.microsoft.com/office/drawing/2014/main" id="{F7A97F74-4C9D-F411-A5ED-A7D83CAD360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39" name="Oval 28">
                <a:extLst>
                  <a:ext uri="{FF2B5EF4-FFF2-40B4-BE49-F238E27FC236}">
                    <a16:creationId xmlns:a16="http://schemas.microsoft.com/office/drawing/2014/main" id="{37B26462-DC99-C97E-FAE0-82DF35BF557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40" name="Group 1739">
            <a:extLst>
              <a:ext uri="{FF2B5EF4-FFF2-40B4-BE49-F238E27FC236}">
                <a16:creationId xmlns:a16="http://schemas.microsoft.com/office/drawing/2014/main" id="{2DFE2390-06C3-4792-9C9A-D8ACF5C45921}"/>
              </a:ext>
            </a:extLst>
          </p:cNvPr>
          <p:cNvGrpSpPr/>
          <p:nvPr/>
        </p:nvGrpSpPr>
        <p:grpSpPr>
          <a:xfrm>
            <a:off x="2938534" y="1532275"/>
            <a:ext cx="721206" cy="610039"/>
            <a:chOff x="2938534" y="1532275"/>
            <a:chExt cx="721206" cy="610039"/>
          </a:xfrm>
        </p:grpSpPr>
        <p:sp>
          <p:nvSpPr>
            <p:cNvPr id="1741" name="Rectangle 1740">
              <a:extLst>
                <a:ext uri="{FF2B5EF4-FFF2-40B4-BE49-F238E27FC236}">
                  <a16:creationId xmlns:a16="http://schemas.microsoft.com/office/drawing/2014/main" id="{971ECB4D-02B2-E38D-5342-E911B240466C}"/>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1742" name="Right Triangle 1741">
              <a:extLst>
                <a:ext uri="{FF2B5EF4-FFF2-40B4-BE49-F238E27FC236}">
                  <a16:creationId xmlns:a16="http://schemas.microsoft.com/office/drawing/2014/main" id="{247AA92C-2E27-038A-0489-067967E9C888}"/>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3" name="Oval 27">
              <a:extLst>
                <a:ext uri="{FF2B5EF4-FFF2-40B4-BE49-F238E27FC236}">
                  <a16:creationId xmlns:a16="http://schemas.microsoft.com/office/drawing/2014/main" id="{608D5DDA-767E-8C1B-9CF6-D4F2A8D055D8}"/>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4" name="Oval 28">
              <a:extLst>
                <a:ext uri="{FF2B5EF4-FFF2-40B4-BE49-F238E27FC236}">
                  <a16:creationId xmlns:a16="http://schemas.microsoft.com/office/drawing/2014/main" id="{90351253-7DA7-0FE2-1B98-8D2216EE98CC}"/>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45" name="Group 1744">
            <a:extLst>
              <a:ext uri="{FF2B5EF4-FFF2-40B4-BE49-F238E27FC236}">
                <a16:creationId xmlns:a16="http://schemas.microsoft.com/office/drawing/2014/main" id="{F339B145-5709-0C7A-C93A-17699F1E0386}"/>
              </a:ext>
            </a:extLst>
          </p:cNvPr>
          <p:cNvGrpSpPr/>
          <p:nvPr/>
        </p:nvGrpSpPr>
        <p:grpSpPr>
          <a:xfrm>
            <a:off x="6284590" y="811556"/>
            <a:ext cx="721206" cy="609701"/>
            <a:chOff x="6284590" y="811556"/>
            <a:chExt cx="721206" cy="609701"/>
          </a:xfrm>
        </p:grpSpPr>
        <p:sp>
          <p:nvSpPr>
            <p:cNvPr id="1746" name="Rectangle 1745">
              <a:hlinkHover r:id="" action="ppaction://noaction" highlightClick="1"/>
              <a:extLst>
                <a:ext uri="{FF2B5EF4-FFF2-40B4-BE49-F238E27FC236}">
                  <a16:creationId xmlns:a16="http://schemas.microsoft.com/office/drawing/2014/main" id="{80834DC4-E8B9-E6C7-DB39-04E17559278A}"/>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1747" name="Right Triangle 1746">
              <a:extLst>
                <a:ext uri="{FF2B5EF4-FFF2-40B4-BE49-F238E27FC236}">
                  <a16:creationId xmlns:a16="http://schemas.microsoft.com/office/drawing/2014/main" id="{215392EA-876A-AC42-7C7B-0E6ED2684C91}"/>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8" name="Oval 27">
              <a:extLst>
                <a:ext uri="{FF2B5EF4-FFF2-40B4-BE49-F238E27FC236}">
                  <a16:creationId xmlns:a16="http://schemas.microsoft.com/office/drawing/2014/main" id="{88F93A60-A8A9-533F-161B-EFDD66B1F9EC}"/>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9" name="Oval 28">
              <a:extLst>
                <a:ext uri="{FF2B5EF4-FFF2-40B4-BE49-F238E27FC236}">
                  <a16:creationId xmlns:a16="http://schemas.microsoft.com/office/drawing/2014/main" id="{8061E3B9-D1FF-FD48-D6CF-973B0846C1AC}"/>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50" name="Group 1749">
            <a:extLst>
              <a:ext uri="{FF2B5EF4-FFF2-40B4-BE49-F238E27FC236}">
                <a16:creationId xmlns:a16="http://schemas.microsoft.com/office/drawing/2014/main" id="{97D31702-195A-E3D5-AC72-5FCFE2694A94}"/>
              </a:ext>
            </a:extLst>
          </p:cNvPr>
          <p:cNvGrpSpPr/>
          <p:nvPr/>
        </p:nvGrpSpPr>
        <p:grpSpPr>
          <a:xfrm>
            <a:off x="431659" y="3698227"/>
            <a:ext cx="721206" cy="609701"/>
            <a:chOff x="431659" y="3698227"/>
            <a:chExt cx="721206" cy="609701"/>
          </a:xfrm>
        </p:grpSpPr>
        <p:sp>
          <p:nvSpPr>
            <p:cNvPr id="1751" name="Rectangle 1750">
              <a:extLst>
                <a:ext uri="{FF2B5EF4-FFF2-40B4-BE49-F238E27FC236}">
                  <a16:creationId xmlns:a16="http://schemas.microsoft.com/office/drawing/2014/main" id="{E94BFBDA-9815-C69D-B97D-C211F8747FAC}"/>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1752" name="Right Triangle 1751">
              <a:extLst>
                <a:ext uri="{FF2B5EF4-FFF2-40B4-BE49-F238E27FC236}">
                  <a16:creationId xmlns:a16="http://schemas.microsoft.com/office/drawing/2014/main" id="{3B043CF1-6AB0-FF38-3FF3-EBB09CA48FDB}"/>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53" name="Group 1752">
              <a:extLst>
                <a:ext uri="{FF2B5EF4-FFF2-40B4-BE49-F238E27FC236}">
                  <a16:creationId xmlns:a16="http://schemas.microsoft.com/office/drawing/2014/main" id="{11603030-B41D-32BB-9E05-EC5066D659B7}"/>
                </a:ext>
              </a:extLst>
            </p:cNvPr>
            <p:cNvGrpSpPr/>
            <p:nvPr/>
          </p:nvGrpSpPr>
          <p:grpSpPr>
            <a:xfrm>
              <a:off x="1102254" y="3706260"/>
              <a:ext cx="37817" cy="61390"/>
              <a:chOff x="3883481" y="2057400"/>
              <a:chExt cx="1608363" cy="2652031"/>
            </a:xfrm>
            <a:solidFill>
              <a:srgbClr val="A6A6A6"/>
            </a:solidFill>
          </p:grpSpPr>
          <p:sp>
            <p:nvSpPr>
              <p:cNvPr id="1754" name="Oval 27">
                <a:extLst>
                  <a:ext uri="{FF2B5EF4-FFF2-40B4-BE49-F238E27FC236}">
                    <a16:creationId xmlns:a16="http://schemas.microsoft.com/office/drawing/2014/main" id="{57EC8719-C6C3-71AD-FDEE-1C1E420F2A8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5" name="Oval 28">
                <a:extLst>
                  <a:ext uri="{FF2B5EF4-FFF2-40B4-BE49-F238E27FC236}">
                    <a16:creationId xmlns:a16="http://schemas.microsoft.com/office/drawing/2014/main" id="{F5A02EC7-2F3B-932F-124A-29DF0C820CE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56" name="Group 1755">
            <a:extLst>
              <a:ext uri="{FF2B5EF4-FFF2-40B4-BE49-F238E27FC236}">
                <a16:creationId xmlns:a16="http://schemas.microsoft.com/office/drawing/2014/main" id="{1FC2926B-5B44-F0C3-120E-4F0AC6CE80BC}"/>
              </a:ext>
            </a:extLst>
          </p:cNvPr>
          <p:cNvGrpSpPr/>
          <p:nvPr/>
        </p:nvGrpSpPr>
        <p:grpSpPr>
          <a:xfrm>
            <a:off x="2105709" y="3698225"/>
            <a:ext cx="721206" cy="610376"/>
            <a:chOff x="2105709" y="3698225"/>
            <a:chExt cx="721206" cy="610376"/>
          </a:xfrm>
        </p:grpSpPr>
        <p:sp>
          <p:nvSpPr>
            <p:cNvPr id="1757" name="Rectangle 1756">
              <a:extLst>
                <a:ext uri="{FF2B5EF4-FFF2-40B4-BE49-F238E27FC236}">
                  <a16:creationId xmlns:a16="http://schemas.microsoft.com/office/drawing/2014/main" id="{2B4B4D9B-45A2-D5DE-7342-9D77E8A10A5C}"/>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1758" name="Right Triangle 1757">
              <a:extLst>
                <a:ext uri="{FF2B5EF4-FFF2-40B4-BE49-F238E27FC236}">
                  <a16:creationId xmlns:a16="http://schemas.microsoft.com/office/drawing/2014/main" id="{2A689E67-0AF3-99CC-073F-9B47F79A30D8}"/>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59" name="Group 1758">
              <a:extLst>
                <a:ext uri="{FF2B5EF4-FFF2-40B4-BE49-F238E27FC236}">
                  <a16:creationId xmlns:a16="http://schemas.microsoft.com/office/drawing/2014/main" id="{FA051318-5020-AA83-5211-AFFFC1471EB3}"/>
                </a:ext>
              </a:extLst>
            </p:cNvPr>
            <p:cNvGrpSpPr/>
            <p:nvPr/>
          </p:nvGrpSpPr>
          <p:grpSpPr>
            <a:xfrm>
              <a:off x="2776304" y="3704319"/>
              <a:ext cx="37817" cy="61390"/>
              <a:chOff x="3883481" y="2057400"/>
              <a:chExt cx="1608363" cy="2652031"/>
            </a:xfrm>
            <a:solidFill>
              <a:srgbClr val="A6A6A6"/>
            </a:solidFill>
          </p:grpSpPr>
          <p:sp>
            <p:nvSpPr>
              <p:cNvPr id="1760" name="Oval 27">
                <a:extLst>
                  <a:ext uri="{FF2B5EF4-FFF2-40B4-BE49-F238E27FC236}">
                    <a16:creationId xmlns:a16="http://schemas.microsoft.com/office/drawing/2014/main" id="{191B2D5C-258B-95D3-0038-E470B7998EE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1" name="Oval 28">
                <a:extLst>
                  <a:ext uri="{FF2B5EF4-FFF2-40B4-BE49-F238E27FC236}">
                    <a16:creationId xmlns:a16="http://schemas.microsoft.com/office/drawing/2014/main" id="{C71F5541-89CC-707A-2BFA-08B70D25F6F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62" name="Group 1761">
            <a:extLst>
              <a:ext uri="{FF2B5EF4-FFF2-40B4-BE49-F238E27FC236}">
                <a16:creationId xmlns:a16="http://schemas.microsoft.com/office/drawing/2014/main" id="{D28AA11B-6826-085E-317C-CB49FB951C9A}"/>
              </a:ext>
            </a:extLst>
          </p:cNvPr>
          <p:cNvGrpSpPr/>
          <p:nvPr/>
        </p:nvGrpSpPr>
        <p:grpSpPr>
          <a:xfrm>
            <a:off x="1268842" y="2253333"/>
            <a:ext cx="721206" cy="609701"/>
            <a:chOff x="1268842" y="2253333"/>
            <a:chExt cx="721206" cy="609701"/>
          </a:xfrm>
        </p:grpSpPr>
        <p:sp>
          <p:nvSpPr>
            <p:cNvPr id="1763" name="Rectangle 1762">
              <a:extLst>
                <a:ext uri="{FF2B5EF4-FFF2-40B4-BE49-F238E27FC236}">
                  <a16:creationId xmlns:a16="http://schemas.microsoft.com/office/drawing/2014/main" id="{280710B9-39AB-CF79-136E-CC58E75EFAF6}"/>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1764" name="Right Triangle 1763">
              <a:extLst>
                <a:ext uri="{FF2B5EF4-FFF2-40B4-BE49-F238E27FC236}">
                  <a16:creationId xmlns:a16="http://schemas.microsoft.com/office/drawing/2014/main" id="{BA9A40E2-3FDC-0880-873B-412124B1ACB8}"/>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65" name="Group 1764">
              <a:extLst>
                <a:ext uri="{FF2B5EF4-FFF2-40B4-BE49-F238E27FC236}">
                  <a16:creationId xmlns:a16="http://schemas.microsoft.com/office/drawing/2014/main" id="{0F7DD37F-F6BE-E360-C9B0-9DB33D0E3AEF}"/>
                </a:ext>
              </a:extLst>
            </p:cNvPr>
            <p:cNvGrpSpPr/>
            <p:nvPr/>
          </p:nvGrpSpPr>
          <p:grpSpPr>
            <a:xfrm>
              <a:off x="1939437" y="2265723"/>
              <a:ext cx="37817" cy="61390"/>
              <a:chOff x="3883481" y="2057400"/>
              <a:chExt cx="1608363" cy="2652031"/>
            </a:xfrm>
            <a:solidFill>
              <a:srgbClr val="A6A6A6"/>
            </a:solidFill>
          </p:grpSpPr>
          <p:sp>
            <p:nvSpPr>
              <p:cNvPr id="1766" name="Oval 27">
                <a:extLst>
                  <a:ext uri="{FF2B5EF4-FFF2-40B4-BE49-F238E27FC236}">
                    <a16:creationId xmlns:a16="http://schemas.microsoft.com/office/drawing/2014/main" id="{E4B1864A-71B8-59C8-6F91-E06D951C643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7" name="Oval 28">
                <a:extLst>
                  <a:ext uri="{FF2B5EF4-FFF2-40B4-BE49-F238E27FC236}">
                    <a16:creationId xmlns:a16="http://schemas.microsoft.com/office/drawing/2014/main" id="{852C805B-96EB-B262-A3B5-B384958DA40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68" name="Group 1767">
            <a:extLst>
              <a:ext uri="{FF2B5EF4-FFF2-40B4-BE49-F238E27FC236}">
                <a16:creationId xmlns:a16="http://schemas.microsoft.com/office/drawing/2014/main" id="{0E6324F8-F8DB-30AD-68A5-003F87E03900}"/>
              </a:ext>
            </a:extLst>
          </p:cNvPr>
          <p:cNvGrpSpPr/>
          <p:nvPr/>
        </p:nvGrpSpPr>
        <p:grpSpPr>
          <a:xfrm>
            <a:off x="2105349" y="2253333"/>
            <a:ext cx="721206" cy="609701"/>
            <a:chOff x="2105349" y="2253333"/>
            <a:chExt cx="721206" cy="609701"/>
          </a:xfrm>
        </p:grpSpPr>
        <p:sp>
          <p:nvSpPr>
            <p:cNvPr id="1769" name="Rectangle 1768">
              <a:extLst>
                <a:ext uri="{FF2B5EF4-FFF2-40B4-BE49-F238E27FC236}">
                  <a16:creationId xmlns:a16="http://schemas.microsoft.com/office/drawing/2014/main" id="{E09A5534-08A2-CECC-A2ED-BBF0CF9CD995}"/>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1770" name="Right Triangle 1769">
              <a:extLst>
                <a:ext uri="{FF2B5EF4-FFF2-40B4-BE49-F238E27FC236}">
                  <a16:creationId xmlns:a16="http://schemas.microsoft.com/office/drawing/2014/main" id="{E8E2A80A-E11B-0DA5-C359-7BD5739FC829}"/>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71" name="Group 1770">
              <a:extLst>
                <a:ext uri="{FF2B5EF4-FFF2-40B4-BE49-F238E27FC236}">
                  <a16:creationId xmlns:a16="http://schemas.microsoft.com/office/drawing/2014/main" id="{C1EB0A84-A9A4-D122-A0C2-DF0914B49673}"/>
                </a:ext>
              </a:extLst>
            </p:cNvPr>
            <p:cNvGrpSpPr/>
            <p:nvPr/>
          </p:nvGrpSpPr>
          <p:grpSpPr>
            <a:xfrm>
              <a:off x="2771411" y="2265582"/>
              <a:ext cx="37817" cy="61390"/>
              <a:chOff x="3883481" y="2057400"/>
              <a:chExt cx="1608363" cy="2652031"/>
            </a:xfrm>
            <a:solidFill>
              <a:srgbClr val="A6A6A6"/>
            </a:solidFill>
          </p:grpSpPr>
          <p:sp>
            <p:nvSpPr>
              <p:cNvPr id="1772" name="Oval 27">
                <a:extLst>
                  <a:ext uri="{FF2B5EF4-FFF2-40B4-BE49-F238E27FC236}">
                    <a16:creationId xmlns:a16="http://schemas.microsoft.com/office/drawing/2014/main" id="{127F2AEE-A434-E686-E626-93CF030120E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3" name="Oval 28">
                <a:extLst>
                  <a:ext uri="{FF2B5EF4-FFF2-40B4-BE49-F238E27FC236}">
                    <a16:creationId xmlns:a16="http://schemas.microsoft.com/office/drawing/2014/main" id="{ECA86404-000E-8CA0-4EFA-0ECCE8D697C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4" name="Group 1773">
            <a:extLst>
              <a:ext uri="{FF2B5EF4-FFF2-40B4-BE49-F238E27FC236}">
                <a16:creationId xmlns:a16="http://schemas.microsoft.com/office/drawing/2014/main" id="{0546B853-595D-45F8-312F-8766D5ACC595}"/>
              </a:ext>
            </a:extLst>
          </p:cNvPr>
          <p:cNvGrpSpPr/>
          <p:nvPr/>
        </p:nvGrpSpPr>
        <p:grpSpPr>
          <a:xfrm>
            <a:off x="2941856" y="2253333"/>
            <a:ext cx="721206" cy="609701"/>
            <a:chOff x="2941856" y="2253333"/>
            <a:chExt cx="721206" cy="609701"/>
          </a:xfrm>
        </p:grpSpPr>
        <p:sp>
          <p:nvSpPr>
            <p:cNvPr id="1775" name="Rectangle 1774">
              <a:extLst>
                <a:ext uri="{FF2B5EF4-FFF2-40B4-BE49-F238E27FC236}">
                  <a16:creationId xmlns:a16="http://schemas.microsoft.com/office/drawing/2014/main" id="{96AF43A6-D2C3-A3A3-4D4A-C911C5A57DE4}"/>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1776" name="Right Triangle 1775">
              <a:extLst>
                <a:ext uri="{FF2B5EF4-FFF2-40B4-BE49-F238E27FC236}">
                  <a16:creationId xmlns:a16="http://schemas.microsoft.com/office/drawing/2014/main" id="{6A9A3CC4-9C11-CA97-9417-649BB1E664E6}"/>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77" name="Group 1776">
              <a:extLst>
                <a:ext uri="{FF2B5EF4-FFF2-40B4-BE49-F238E27FC236}">
                  <a16:creationId xmlns:a16="http://schemas.microsoft.com/office/drawing/2014/main" id="{8ADA2A07-166E-A3F9-DD05-48FC1F68FF85}"/>
                </a:ext>
              </a:extLst>
            </p:cNvPr>
            <p:cNvGrpSpPr/>
            <p:nvPr/>
          </p:nvGrpSpPr>
          <p:grpSpPr>
            <a:xfrm>
              <a:off x="3611254" y="2264960"/>
              <a:ext cx="37817" cy="61390"/>
              <a:chOff x="3883481" y="2057400"/>
              <a:chExt cx="1608363" cy="2652031"/>
            </a:xfrm>
            <a:solidFill>
              <a:srgbClr val="A6A6A6"/>
            </a:solidFill>
          </p:grpSpPr>
          <p:sp>
            <p:nvSpPr>
              <p:cNvPr id="1778" name="Oval 27">
                <a:extLst>
                  <a:ext uri="{FF2B5EF4-FFF2-40B4-BE49-F238E27FC236}">
                    <a16:creationId xmlns:a16="http://schemas.microsoft.com/office/drawing/2014/main" id="{9A31463C-464E-F7BB-CCD4-036633C7D47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9" name="Oval 28">
                <a:extLst>
                  <a:ext uri="{FF2B5EF4-FFF2-40B4-BE49-F238E27FC236}">
                    <a16:creationId xmlns:a16="http://schemas.microsoft.com/office/drawing/2014/main" id="{22DBE086-EF88-CB1A-46F5-F0E23A923D3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80" name="Group 1779">
            <a:extLst>
              <a:ext uri="{FF2B5EF4-FFF2-40B4-BE49-F238E27FC236}">
                <a16:creationId xmlns:a16="http://schemas.microsoft.com/office/drawing/2014/main" id="{78EC3B76-01B6-D9AD-A43A-6C01A9E26009}"/>
              </a:ext>
            </a:extLst>
          </p:cNvPr>
          <p:cNvGrpSpPr/>
          <p:nvPr/>
        </p:nvGrpSpPr>
        <p:grpSpPr>
          <a:xfrm>
            <a:off x="4614870" y="2253333"/>
            <a:ext cx="721206" cy="609701"/>
            <a:chOff x="4614870" y="2253333"/>
            <a:chExt cx="721206" cy="609701"/>
          </a:xfrm>
        </p:grpSpPr>
        <p:sp>
          <p:nvSpPr>
            <p:cNvPr id="1781" name="Rectangle 1780">
              <a:extLst>
                <a:ext uri="{FF2B5EF4-FFF2-40B4-BE49-F238E27FC236}">
                  <a16:creationId xmlns:a16="http://schemas.microsoft.com/office/drawing/2014/main" id="{F01EEC94-5EB0-7B76-B71F-0772431B30C7}"/>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1782" name="Right Triangle 1781">
              <a:extLst>
                <a:ext uri="{FF2B5EF4-FFF2-40B4-BE49-F238E27FC236}">
                  <a16:creationId xmlns:a16="http://schemas.microsoft.com/office/drawing/2014/main" id="{BDFD1DFB-C5F3-1622-563C-1686A6FE5F4E}"/>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83" name="Group 1782">
              <a:extLst>
                <a:ext uri="{FF2B5EF4-FFF2-40B4-BE49-F238E27FC236}">
                  <a16:creationId xmlns:a16="http://schemas.microsoft.com/office/drawing/2014/main" id="{C25FAF73-B417-E361-A104-F6F3F1DE7A05}"/>
                </a:ext>
              </a:extLst>
            </p:cNvPr>
            <p:cNvGrpSpPr/>
            <p:nvPr/>
          </p:nvGrpSpPr>
          <p:grpSpPr>
            <a:xfrm>
              <a:off x="5280746" y="2264771"/>
              <a:ext cx="37817" cy="61390"/>
              <a:chOff x="3883481" y="2057400"/>
              <a:chExt cx="1608363" cy="2652031"/>
            </a:xfrm>
            <a:solidFill>
              <a:srgbClr val="A6A6A6"/>
            </a:solidFill>
          </p:grpSpPr>
          <p:sp>
            <p:nvSpPr>
              <p:cNvPr id="1784" name="Oval 27">
                <a:extLst>
                  <a:ext uri="{FF2B5EF4-FFF2-40B4-BE49-F238E27FC236}">
                    <a16:creationId xmlns:a16="http://schemas.microsoft.com/office/drawing/2014/main" id="{FA530F9B-A216-098E-54A7-9286165AFB8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85" name="Oval 28">
                <a:extLst>
                  <a:ext uri="{FF2B5EF4-FFF2-40B4-BE49-F238E27FC236}">
                    <a16:creationId xmlns:a16="http://schemas.microsoft.com/office/drawing/2014/main" id="{FCA4338B-9633-C820-94E2-6144DBFB4F5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86" name="Group 1785">
            <a:extLst>
              <a:ext uri="{FF2B5EF4-FFF2-40B4-BE49-F238E27FC236}">
                <a16:creationId xmlns:a16="http://schemas.microsoft.com/office/drawing/2014/main" id="{1ECC49F5-A4A6-C633-1DF4-7F2AED3073AC}"/>
              </a:ext>
            </a:extLst>
          </p:cNvPr>
          <p:cNvGrpSpPr/>
          <p:nvPr/>
        </p:nvGrpSpPr>
        <p:grpSpPr>
          <a:xfrm>
            <a:off x="431659" y="1532275"/>
            <a:ext cx="721893" cy="610039"/>
            <a:chOff x="431659" y="1532275"/>
            <a:chExt cx="721893" cy="610039"/>
          </a:xfrm>
        </p:grpSpPr>
        <p:sp>
          <p:nvSpPr>
            <p:cNvPr id="1787" name="Rectangle 1786">
              <a:extLst>
                <a:ext uri="{FF2B5EF4-FFF2-40B4-BE49-F238E27FC236}">
                  <a16:creationId xmlns:a16="http://schemas.microsoft.com/office/drawing/2014/main" id="{0D2C5343-03DA-C2D6-926E-4825DE5A13F0}"/>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1788" name="Right Triangle 1787">
              <a:extLst>
                <a:ext uri="{FF2B5EF4-FFF2-40B4-BE49-F238E27FC236}">
                  <a16:creationId xmlns:a16="http://schemas.microsoft.com/office/drawing/2014/main" id="{B43CA4E9-945F-C1C9-DA26-2A2C7CC4B3DD}"/>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89" name="Group 1788">
              <a:extLst>
                <a:ext uri="{FF2B5EF4-FFF2-40B4-BE49-F238E27FC236}">
                  <a16:creationId xmlns:a16="http://schemas.microsoft.com/office/drawing/2014/main" id="{50BD2432-609A-26B5-A19E-32A3B726359F}"/>
                </a:ext>
              </a:extLst>
            </p:cNvPr>
            <p:cNvGrpSpPr/>
            <p:nvPr/>
          </p:nvGrpSpPr>
          <p:grpSpPr>
            <a:xfrm>
              <a:off x="1102941" y="1538369"/>
              <a:ext cx="37817" cy="61390"/>
              <a:chOff x="3883481" y="2057400"/>
              <a:chExt cx="1608363" cy="2652031"/>
            </a:xfrm>
            <a:solidFill>
              <a:srgbClr val="A6A6A6"/>
            </a:solidFill>
          </p:grpSpPr>
          <p:sp>
            <p:nvSpPr>
              <p:cNvPr id="1790" name="Oval 27">
                <a:extLst>
                  <a:ext uri="{FF2B5EF4-FFF2-40B4-BE49-F238E27FC236}">
                    <a16:creationId xmlns:a16="http://schemas.microsoft.com/office/drawing/2014/main" id="{1C98426B-5417-37C6-A750-086BCBDFEBC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91" name="Oval 28">
                <a:extLst>
                  <a:ext uri="{FF2B5EF4-FFF2-40B4-BE49-F238E27FC236}">
                    <a16:creationId xmlns:a16="http://schemas.microsoft.com/office/drawing/2014/main" id="{7C8FA31C-E91C-05CD-CC55-AF3DDA0CA20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92" name="Group 1791">
            <a:extLst>
              <a:ext uri="{FF2B5EF4-FFF2-40B4-BE49-F238E27FC236}">
                <a16:creationId xmlns:a16="http://schemas.microsoft.com/office/drawing/2014/main" id="{08243A67-26A1-C566-FF51-0DE186EC569A}"/>
              </a:ext>
            </a:extLst>
          </p:cNvPr>
          <p:cNvGrpSpPr/>
          <p:nvPr/>
        </p:nvGrpSpPr>
        <p:grpSpPr>
          <a:xfrm>
            <a:off x="1268842" y="1532275"/>
            <a:ext cx="721206" cy="610039"/>
            <a:chOff x="1268842" y="1532275"/>
            <a:chExt cx="721206" cy="610039"/>
          </a:xfrm>
        </p:grpSpPr>
        <p:sp>
          <p:nvSpPr>
            <p:cNvPr id="1793" name="Rectangle 1792">
              <a:extLst>
                <a:ext uri="{FF2B5EF4-FFF2-40B4-BE49-F238E27FC236}">
                  <a16:creationId xmlns:a16="http://schemas.microsoft.com/office/drawing/2014/main" id="{2A2EA0AF-594C-C7C5-7AF4-77577790AB86}"/>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1794" name="Right Triangle 1793">
              <a:extLst>
                <a:ext uri="{FF2B5EF4-FFF2-40B4-BE49-F238E27FC236}">
                  <a16:creationId xmlns:a16="http://schemas.microsoft.com/office/drawing/2014/main" id="{42CF0FB2-AF1B-92CA-1B50-9D63CAAA69C1}"/>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95" name="Group 1794">
              <a:extLst>
                <a:ext uri="{FF2B5EF4-FFF2-40B4-BE49-F238E27FC236}">
                  <a16:creationId xmlns:a16="http://schemas.microsoft.com/office/drawing/2014/main" id="{79D79604-06D3-3391-1E9D-460E86A9DA87}"/>
                </a:ext>
              </a:extLst>
            </p:cNvPr>
            <p:cNvGrpSpPr/>
            <p:nvPr/>
          </p:nvGrpSpPr>
          <p:grpSpPr>
            <a:xfrm>
              <a:off x="1939437" y="1538369"/>
              <a:ext cx="37817" cy="61390"/>
              <a:chOff x="3883481" y="2057400"/>
              <a:chExt cx="1608363" cy="2652031"/>
            </a:xfrm>
            <a:solidFill>
              <a:srgbClr val="A6A6A6"/>
            </a:solidFill>
          </p:grpSpPr>
          <p:sp>
            <p:nvSpPr>
              <p:cNvPr id="1796" name="Oval 27">
                <a:extLst>
                  <a:ext uri="{FF2B5EF4-FFF2-40B4-BE49-F238E27FC236}">
                    <a16:creationId xmlns:a16="http://schemas.microsoft.com/office/drawing/2014/main" id="{8451A69D-99A9-C9F2-3981-380C8A454B7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97" name="Oval 28">
                <a:extLst>
                  <a:ext uri="{FF2B5EF4-FFF2-40B4-BE49-F238E27FC236}">
                    <a16:creationId xmlns:a16="http://schemas.microsoft.com/office/drawing/2014/main" id="{BDDFBEA2-F16C-9BA2-B6E3-E2A9678BADF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98" name="Group 1797">
            <a:extLst>
              <a:ext uri="{FF2B5EF4-FFF2-40B4-BE49-F238E27FC236}">
                <a16:creationId xmlns:a16="http://schemas.microsoft.com/office/drawing/2014/main" id="{A6627F93-F1AC-9A22-9F9F-155B059A1328}"/>
              </a:ext>
            </a:extLst>
          </p:cNvPr>
          <p:cNvGrpSpPr/>
          <p:nvPr/>
        </p:nvGrpSpPr>
        <p:grpSpPr>
          <a:xfrm>
            <a:off x="431659" y="2974054"/>
            <a:ext cx="721893" cy="609701"/>
            <a:chOff x="431659" y="2974054"/>
            <a:chExt cx="721893" cy="609701"/>
          </a:xfrm>
        </p:grpSpPr>
        <p:sp>
          <p:nvSpPr>
            <p:cNvPr id="1799" name="Rectangle 1798">
              <a:extLst>
                <a:ext uri="{FF2B5EF4-FFF2-40B4-BE49-F238E27FC236}">
                  <a16:creationId xmlns:a16="http://schemas.microsoft.com/office/drawing/2014/main" id="{596B9B64-CE6B-B29D-BC99-EF02CD15AD1A}"/>
                </a:ext>
              </a:extLst>
            </p:cNvPr>
            <p:cNvSpPr/>
            <p:nvPr/>
          </p:nvSpPr>
          <p:spPr>
            <a:xfrm>
              <a:off x="43165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1800" name="Right Triangle 1799">
              <a:extLst>
                <a:ext uri="{FF2B5EF4-FFF2-40B4-BE49-F238E27FC236}">
                  <a16:creationId xmlns:a16="http://schemas.microsoft.com/office/drawing/2014/main" id="{DB71EE49-5553-1586-87CE-3DDB2D186CCA}"/>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801" name="Group 1800">
              <a:extLst>
                <a:ext uri="{FF2B5EF4-FFF2-40B4-BE49-F238E27FC236}">
                  <a16:creationId xmlns:a16="http://schemas.microsoft.com/office/drawing/2014/main" id="{7B10656F-AD3C-179F-73E5-403EF8DB13FC}"/>
                </a:ext>
              </a:extLst>
            </p:cNvPr>
            <p:cNvGrpSpPr/>
            <p:nvPr/>
          </p:nvGrpSpPr>
          <p:grpSpPr>
            <a:xfrm>
              <a:off x="1102941" y="2981751"/>
              <a:ext cx="37817" cy="61390"/>
              <a:chOff x="3883481" y="2057400"/>
              <a:chExt cx="1608363" cy="2652031"/>
            </a:xfrm>
            <a:solidFill>
              <a:srgbClr val="A6A6A6"/>
            </a:solidFill>
          </p:grpSpPr>
          <p:sp>
            <p:nvSpPr>
              <p:cNvPr id="1802" name="Oval 27">
                <a:extLst>
                  <a:ext uri="{FF2B5EF4-FFF2-40B4-BE49-F238E27FC236}">
                    <a16:creationId xmlns:a16="http://schemas.microsoft.com/office/drawing/2014/main" id="{D22120AC-AD52-2889-DBF1-EC3CA1E7E01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03" name="Oval 28">
                <a:extLst>
                  <a:ext uri="{FF2B5EF4-FFF2-40B4-BE49-F238E27FC236}">
                    <a16:creationId xmlns:a16="http://schemas.microsoft.com/office/drawing/2014/main" id="{47645BC4-2625-2DC4-4B25-5ADBB88B3DA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04" name="Group 1803">
            <a:extLst>
              <a:ext uri="{FF2B5EF4-FFF2-40B4-BE49-F238E27FC236}">
                <a16:creationId xmlns:a16="http://schemas.microsoft.com/office/drawing/2014/main" id="{066464A7-3FEA-8916-3D2B-EDEDCC925676}"/>
              </a:ext>
            </a:extLst>
          </p:cNvPr>
          <p:cNvGrpSpPr/>
          <p:nvPr/>
        </p:nvGrpSpPr>
        <p:grpSpPr>
          <a:xfrm>
            <a:off x="2940467" y="2974052"/>
            <a:ext cx="721206" cy="613156"/>
            <a:chOff x="2940467" y="2974052"/>
            <a:chExt cx="721206" cy="613156"/>
          </a:xfrm>
        </p:grpSpPr>
        <p:sp>
          <p:nvSpPr>
            <p:cNvPr id="1805" name="Rectangle 1804">
              <a:extLst>
                <a:ext uri="{FF2B5EF4-FFF2-40B4-BE49-F238E27FC236}">
                  <a16:creationId xmlns:a16="http://schemas.microsoft.com/office/drawing/2014/main" id="{A111C265-B402-75BE-80F7-717687053522}"/>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1806" name="Right Triangle 1805">
              <a:extLst>
                <a:ext uri="{FF2B5EF4-FFF2-40B4-BE49-F238E27FC236}">
                  <a16:creationId xmlns:a16="http://schemas.microsoft.com/office/drawing/2014/main" id="{F394B1FD-2334-9782-E0D3-C2F02173138D}"/>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807" name="Group 1806">
              <a:extLst>
                <a:ext uri="{FF2B5EF4-FFF2-40B4-BE49-F238E27FC236}">
                  <a16:creationId xmlns:a16="http://schemas.microsoft.com/office/drawing/2014/main" id="{CEFB2118-EC51-DED8-37BB-69EB4CCBBE94}"/>
                </a:ext>
              </a:extLst>
            </p:cNvPr>
            <p:cNvGrpSpPr/>
            <p:nvPr/>
          </p:nvGrpSpPr>
          <p:grpSpPr>
            <a:xfrm>
              <a:off x="3610505" y="2980146"/>
              <a:ext cx="37817" cy="61390"/>
              <a:chOff x="3883481" y="2057400"/>
              <a:chExt cx="1608363" cy="2652031"/>
            </a:xfrm>
            <a:solidFill>
              <a:srgbClr val="A6A6A6"/>
            </a:solidFill>
          </p:grpSpPr>
          <p:sp>
            <p:nvSpPr>
              <p:cNvPr id="1808" name="Oval 27">
                <a:extLst>
                  <a:ext uri="{FF2B5EF4-FFF2-40B4-BE49-F238E27FC236}">
                    <a16:creationId xmlns:a16="http://schemas.microsoft.com/office/drawing/2014/main" id="{D8B660C7-4A80-EFCA-0EDF-1D3171C8887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09" name="Oval 28">
                <a:extLst>
                  <a:ext uri="{FF2B5EF4-FFF2-40B4-BE49-F238E27FC236}">
                    <a16:creationId xmlns:a16="http://schemas.microsoft.com/office/drawing/2014/main" id="{D9FBDBC3-2E2F-26C9-D32C-C34830D7A58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10" name="Group 1809">
            <a:extLst>
              <a:ext uri="{FF2B5EF4-FFF2-40B4-BE49-F238E27FC236}">
                <a16:creationId xmlns:a16="http://schemas.microsoft.com/office/drawing/2014/main" id="{32D55EDE-014E-996C-96ED-C4018D356382}"/>
              </a:ext>
            </a:extLst>
          </p:cNvPr>
          <p:cNvGrpSpPr/>
          <p:nvPr/>
        </p:nvGrpSpPr>
        <p:grpSpPr>
          <a:xfrm>
            <a:off x="431659" y="811556"/>
            <a:ext cx="721206" cy="609701"/>
            <a:chOff x="431659" y="811556"/>
            <a:chExt cx="721206" cy="609701"/>
          </a:xfrm>
        </p:grpSpPr>
        <p:sp>
          <p:nvSpPr>
            <p:cNvPr id="1811" name="Rectangle 1810">
              <a:extLst>
                <a:ext uri="{FF2B5EF4-FFF2-40B4-BE49-F238E27FC236}">
                  <a16:creationId xmlns:a16="http://schemas.microsoft.com/office/drawing/2014/main" id="{C7381A6E-8BA8-53BC-D7F9-4D714E9A99AD}"/>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1812" name="Right Triangle 1811">
              <a:extLst>
                <a:ext uri="{FF2B5EF4-FFF2-40B4-BE49-F238E27FC236}">
                  <a16:creationId xmlns:a16="http://schemas.microsoft.com/office/drawing/2014/main" id="{8D361AEF-20CE-E306-1D25-06276004CD96}"/>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813" name="Group 1812">
              <a:extLst>
                <a:ext uri="{FF2B5EF4-FFF2-40B4-BE49-F238E27FC236}">
                  <a16:creationId xmlns:a16="http://schemas.microsoft.com/office/drawing/2014/main" id="{21E574CE-1DDD-CAA2-A485-4C399B05A306}"/>
                </a:ext>
              </a:extLst>
            </p:cNvPr>
            <p:cNvGrpSpPr/>
            <p:nvPr/>
          </p:nvGrpSpPr>
          <p:grpSpPr>
            <a:xfrm>
              <a:off x="1100972" y="819589"/>
              <a:ext cx="37817" cy="61390"/>
              <a:chOff x="3883481" y="2057400"/>
              <a:chExt cx="1608363" cy="2652031"/>
            </a:xfrm>
            <a:solidFill>
              <a:srgbClr val="A6A6A6"/>
            </a:solidFill>
          </p:grpSpPr>
          <p:sp>
            <p:nvSpPr>
              <p:cNvPr id="1814" name="Oval 27">
                <a:extLst>
                  <a:ext uri="{FF2B5EF4-FFF2-40B4-BE49-F238E27FC236}">
                    <a16:creationId xmlns:a16="http://schemas.microsoft.com/office/drawing/2014/main" id="{84EE6B4F-C9A1-9894-830E-947E13BA3FD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15" name="Oval 28">
                <a:extLst>
                  <a:ext uri="{FF2B5EF4-FFF2-40B4-BE49-F238E27FC236}">
                    <a16:creationId xmlns:a16="http://schemas.microsoft.com/office/drawing/2014/main" id="{96B2B33F-CD4D-EBD5-AA62-E2D9B8F9B35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16" name="Group 1815">
            <a:extLst>
              <a:ext uri="{FF2B5EF4-FFF2-40B4-BE49-F238E27FC236}">
                <a16:creationId xmlns:a16="http://schemas.microsoft.com/office/drawing/2014/main" id="{2C3B1665-625E-C1E6-383A-BA7CFD209C18}"/>
              </a:ext>
            </a:extLst>
          </p:cNvPr>
          <p:cNvGrpSpPr/>
          <p:nvPr/>
        </p:nvGrpSpPr>
        <p:grpSpPr>
          <a:xfrm>
            <a:off x="1267284" y="811556"/>
            <a:ext cx="721206" cy="609701"/>
            <a:chOff x="1267284" y="811556"/>
            <a:chExt cx="721206" cy="609701"/>
          </a:xfrm>
        </p:grpSpPr>
        <p:sp>
          <p:nvSpPr>
            <p:cNvPr id="1817" name="Rectangle 1816">
              <a:extLst>
                <a:ext uri="{FF2B5EF4-FFF2-40B4-BE49-F238E27FC236}">
                  <a16:creationId xmlns:a16="http://schemas.microsoft.com/office/drawing/2014/main" id="{271C1583-2DED-112C-FC77-2C41FC9C1FD3}"/>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1818" name="Right Triangle 1817">
              <a:extLst>
                <a:ext uri="{FF2B5EF4-FFF2-40B4-BE49-F238E27FC236}">
                  <a16:creationId xmlns:a16="http://schemas.microsoft.com/office/drawing/2014/main" id="{345D9AF3-4E8E-9FBC-92A5-F7D4970457CF}"/>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819" name="Group 1818">
              <a:extLst>
                <a:ext uri="{FF2B5EF4-FFF2-40B4-BE49-F238E27FC236}">
                  <a16:creationId xmlns:a16="http://schemas.microsoft.com/office/drawing/2014/main" id="{7C3CCAB9-B2A8-6317-916F-9A29F828A9FF}"/>
                </a:ext>
              </a:extLst>
            </p:cNvPr>
            <p:cNvGrpSpPr/>
            <p:nvPr/>
          </p:nvGrpSpPr>
          <p:grpSpPr>
            <a:xfrm>
              <a:off x="1937879" y="819589"/>
              <a:ext cx="37817" cy="61390"/>
              <a:chOff x="3883481" y="2057400"/>
              <a:chExt cx="1608363" cy="2652031"/>
            </a:xfrm>
            <a:solidFill>
              <a:srgbClr val="A6A6A6"/>
            </a:solidFill>
          </p:grpSpPr>
          <p:sp>
            <p:nvSpPr>
              <p:cNvPr id="1820" name="Oval 27">
                <a:extLst>
                  <a:ext uri="{FF2B5EF4-FFF2-40B4-BE49-F238E27FC236}">
                    <a16:creationId xmlns:a16="http://schemas.microsoft.com/office/drawing/2014/main" id="{D13A2250-FFC2-3AD3-A227-EDAD311601C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1" name="Oval 28">
                <a:extLst>
                  <a:ext uri="{FF2B5EF4-FFF2-40B4-BE49-F238E27FC236}">
                    <a16:creationId xmlns:a16="http://schemas.microsoft.com/office/drawing/2014/main" id="{A8C7F154-E2CE-4202-A494-C182F9E61BA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22" name="Group 1821">
            <a:extLst>
              <a:ext uri="{FF2B5EF4-FFF2-40B4-BE49-F238E27FC236}">
                <a16:creationId xmlns:a16="http://schemas.microsoft.com/office/drawing/2014/main" id="{4C6E8DEC-22CB-A451-8605-B1BF2A673D3B}"/>
              </a:ext>
            </a:extLst>
          </p:cNvPr>
          <p:cNvGrpSpPr/>
          <p:nvPr/>
        </p:nvGrpSpPr>
        <p:grpSpPr>
          <a:xfrm>
            <a:off x="2937172" y="4419618"/>
            <a:ext cx="721206" cy="610376"/>
            <a:chOff x="2937172" y="4419618"/>
            <a:chExt cx="721206" cy="610376"/>
          </a:xfrm>
        </p:grpSpPr>
        <p:sp>
          <p:nvSpPr>
            <p:cNvPr id="1823" name="Rectangle 1822">
              <a:extLst>
                <a:ext uri="{FF2B5EF4-FFF2-40B4-BE49-F238E27FC236}">
                  <a16:creationId xmlns:a16="http://schemas.microsoft.com/office/drawing/2014/main" id="{35221924-8C7D-8FD0-9131-ECAD5558F173}"/>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1824" name="Right Triangle 1823">
              <a:extLst>
                <a:ext uri="{FF2B5EF4-FFF2-40B4-BE49-F238E27FC236}">
                  <a16:creationId xmlns:a16="http://schemas.microsoft.com/office/drawing/2014/main" id="{4F7B2FEA-196D-753B-3793-985A50135B0A}"/>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825" name="Group 1824">
              <a:extLst>
                <a:ext uri="{FF2B5EF4-FFF2-40B4-BE49-F238E27FC236}">
                  <a16:creationId xmlns:a16="http://schemas.microsoft.com/office/drawing/2014/main" id="{AD6751B8-79E2-7C60-9DA9-25E4023234FE}"/>
                </a:ext>
              </a:extLst>
            </p:cNvPr>
            <p:cNvGrpSpPr/>
            <p:nvPr/>
          </p:nvGrpSpPr>
          <p:grpSpPr>
            <a:xfrm>
              <a:off x="3607767" y="4425712"/>
              <a:ext cx="37817" cy="61390"/>
              <a:chOff x="3883481" y="2057400"/>
              <a:chExt cx="1608363" cy="2652031"/>
            </a:xfrm>
            <a:solidFill>
              <a:srgbClr val="A6A6A6"/>
            </a:solidFill>
          </p:grpSpPr>
          <p:sp>
            <p:nvSpPr>
              <p:cNvPr id="1826" name="Oval 27">
                <a:extLst>
                  <a:ext uri="{FF2B5EF4-FFF2-40B4-BE49-F238E27FC236}">
                    <a16:creationId xmlns:a16="http://schemas.microsoft.com/office/drawing/2014/main" id="{03D4BBD3-C7E9-CF21-905E-76564515B4B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7" name="Oval 28">
                <a:extLst>
                  <a:ext uri="{FF2B5EF4-FFF2-40B4-BE49-F238E27FC236}">
                    <a16:creationId xmlns:a16="http://schemas.microsoft.com/office/drawing/2014/main" id="{BA578A4D-03DE-BBC1-9253-E8352A7D089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28" name="Group 1827">
            <a:extLst>
              <a:ext uri="{FF2B5EF4-FFF2-40B4-BE49-F238E27FC236}">
                <a16:creationId xmlns:a16="http://schemas.microsoft.com/office/drawing/2014/main" id="{CCFF16DE-D0BD-15BF-9236-FA915B9CD205}"/>
              </a:ext>
            </a:extLst>
          </p:cNvPr>
          <p:cNvGrpSpPr/>
          <p:nvPr/>
        </p:nvGrpSpPr>
        <p:grpSpPr>
          <a:xfrm>
            <a:off x="3779655" y="811556"/>
            <a:ext cx="721206" cy="609701"/>
            <a:chOff x="3779655" y="811556"/>
            <a:chExt cx="721206" cy="609701"/>
          </a:xfrm>
        </p:grpSpPr>
        <p:sp>
          <p:nvSpPr>
            <p:cNvPr id="1829" name="Rectangle 1828">
              <a:extLst>
                <a:ext uri="{FF2B5EF4-FFF2-40B4-BE49-F238E27FC236}">
                  <a16:creationId xmlns:a16="http://schemas.microsoft.com/office/drawing/2014/main" id="{C5CFE460-EEF1-1968-5D16-174F7B8AABC4}"/>
                </a:ext>
              </a:extLst>
            </p:cNvPr>
            <p:cNvSpPr/>
            <p:nvPr/>
          </p:nvSpPr>
          <p:spPr>
            <a:xfrm>
              <a:off x="3779655"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1830" name="Rectangle 1829">
              <a:extLst>
                <a:ext uri="{FF2B5EF4-FFF2-40B4-BE49-F238E27FC236}">
                  <a16:creationId xmlns:a16="http://schemas.microsoft.com/office/drawing/2014/main" id="{978D5E05-D021-A3AD-5B80-15DAD8C27343}"/>
                </a:ext>
              </a:extLst>
            </p:cNvPr>
            <p:cNvSpPr/>
            <p:nvPr/>
          </p:nvSpPr>
          <p:spPr>
            <a:xfrm flipV="1">
              <a:off x="4395608"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1" name="Oval 15">
              <a:extLst>
                <a:ext uri="{FF2B5EF4-FFF2-40B4-BE49-F238E27FC236}">
                  <a16:creationId xmlns:a16="http://schemas.microsoft.com/office/drawing/2014/main" id="{1275FEB3-F276-1E98-F9D6-EF4E98057E42}"/>
                </a:ext>
              </a:extLst>
            </p:cNvPr>
            <p:cNvSpPr/>
            <p:nvPr/>
          </p:nvSpPr>
          <p:spPr>
            <a:xfrm>
              <a:off x="4422997"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no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32" name="Straight Connector 1831">
              <a:extLst>
                <a:ext uri="{FF2B5EF4-FFF2-40B4-BE49-F238E27FC236}">
                  <a16:creationId xmlns:a16="http://schemas.microsoft.com/office/drawing/2014/main" id="{24B971AF-833C-8E5D-2006-C929CD3604A0}"/>
                </a:ext>
              </a:extLst>
            </p:cNvPr>
            <p:cNvCxnSpPr>
              <a:cxnSpLocks/>
              <a:stCxn id="1831" idx="0"/>
            </p:cNvCxnSpPr>
            <p:nvPr/>
          </p:nvCxnSpPr>
          <p:spPr>
            <a:xfrm flipV="1">
              <a:off x="4428694"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33" name="Straight Connector 1832">
              <a:extLst>
                <a:ext uri="{FF2B5EF4-FFF2-40B4-BE49-F238E27FC236}">
                  <a16:creationId xmlns:a16="http://schemas.microsoft.com/office/drawing/2014/main" id="{C6A3CBA6-DD27-D01F-2DBE-66E24F6F322D}"/>
                </a:ext>
              </a:extLst>
            </p:cNvPr>
            <p:cNvCxnSpPr>
              <a:cxnSpLocks/>
            </p:cNvCxnSpPr>
            <p:nvPr/>
          </p:nvCxnSpPr>
          <p:spPr>
            <a:xfrm>
              <a:off x="4434413"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34" name="Group 1833">
            <a:extLst>
              <a:ext uri="{FF2B5EF4-FFF2-40B4-BE49-F238E27FC236}">
                <a16:creationId xmlns:a16="http://schemas.microsoft.com/office/drawing/2014/main" id="{84DF4A8D-847E-2421-506C-98261B0E9DFC}"/>
              </a:ext>
            </a:extLst>
          </p:cNvPr>
          <p:cNvGrpSpPr/>
          <p:nvPr/>
        </p:nvGrpSpPr>
        <p:grpSpPr>
          <a:xfrm>
            <a:off x="5448055" y="1532276"/>
            <a:ext cx="721206" cy="609701"/>
            <a:chOff x="5448055" y="1532276"/>
            <a:chExt cx="721206" cy="609701"/>
          </a:xfrm>
        </p:grpSpPr>
        <p:sp>
          <p:nvSpPr>
            <p:cNvPr id="1835" name="Rectangle 1834">
              <a:extLst>
                <a:ext uri="{FF2B5EF4-FFF2-40B4-BE49-F238E27FC236}">
                  <a16:creationId xmlns:a16="http://schemas.microsoft.com/office/drawing/2014/main" id="{A6C6CF72-4DC3-D201-824C-0E4EA2CB28ED}"/>
                </a:ext>
              </a:extLst>
            </p:cNvPr>
            <p:cNvSpPr/>
            <p:nvPr/>
          </p:nvSpPr>
          <p:spPr>
            <a:xfrm>
              <a:off x="5448055"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1836" name="Rectangle 1835">
              <a:extLst>
                <a:ext uri="{FF2B5EF4-FFF2-40B4-BE49-F238E27FC236}">
                  <a16:creationId xmlns:a16="http://schemas.microsoft.com/office/drawing/2014/main" id="{20949A0B-3979-4699-7589-44FA95244CA6}"/>
                </a:ext>
              </a:extLst>
            </p:cNvPr>
            <p:cNvSpPr/>
            <p:nvPr/>
          </p:nvSpPr>
          <p:spPr>
            <a:xfrm flipV="1">
              <a:off x="6059657"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7" name="Oval 15">
              <a:extLst>
                <a:ext uri="{FF2B5EF4-FFF2-40B4-BE49-F238E27FC236}">
                  <a16:creationId xmlns:a16="http://schemas.microsoft.com/office/drawing/2014/main" id="{BF1D8F59-93F3-5136-C888-6DBE6F879085}"/>
                </a:ext>
              </a:extLst>
            </p:cNvPr>
            <p:cNvSpPr/>
            <p:nvPr/>
          </p:nvSpPr>
          <p:spPr>
            <a:xfrm>
              <a:off x="6087046"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38" name="Straight Connector 1837">
              <a:extLst>
                <a:ext uri="{FF2B5EF4-FFF2-40B4-BE49-F238E27FC236}">
                  <a16:creationId xmlns:a16="http://schemas.microsoft.com/office/drawing/2014/main" id="{66AF2F70-E07C-694D-6BAB-E623C582C272}"/>
                </a:ext>
              </a:extLst>
            </p:cNvPr>
            <p:cNvCxnSpPr>
              <a:cxnSpLocks/>
              <a:stCxn id="1837" idx="0"/>
            </p:cNvCxnSpPr>
            <p:nvPr/>
          </p:nvCxnSpPr>
          <p:spPr>
            <a:xfrm flipV="1">
              <a:off x="6092743"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39" name="Straight Connector 1838">
              <a:extLst>
                <a:ext uri="{FF2B5EF4-FFF2-40B4-BE49-F238E27FC236}">
                  <a16:creationId xmlns:a16="http://schemas.microsoft.com/office/drawing/2014/main" id="{7EB274DA-5193-21C9-A157-55F7682D0749}"/>
                </a:ext>
              </a:extLst>
            </p:cNvPr>
            <p:cNvCxnSpPr>
              <a:cxnSpLocks/>
            </p:cNvCxnSpPr>
            <p:nvPr/>
          </p:nvCxnSpPr>
          <p:spPr>
            <a:xfrm>
              <a:off x="6098462"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40" name="Group 1839">
            <a:extLst>
              <a:ext uri="{FF2B5EF4-FFF2-40B4-BE49-F238E27FC236}">
                <a16:creationId xmlns:a16="http://schemas.microsoft.com/office/drawing/2014/main" id="{F385351C-0A68-450C-DF41-6480E3BB2F84}"/>
              </a:ext>
            </a:extLst>
          </p:cNvPr>
          <p:cNvGrpSpPr/>
          <p:nvPr/>
        </p:nvGrpSpPr>
        <p:grpSpPr>
          <a:xfrm>
            <a:off x="6284562" y="1532276"/>
            <a:ext cx="721206" cy="609701"/>
            <a:chOff x="6284562" y="1532276"/>
            <a:chExt cx="721206" cy="609701"/>
          </a:xfrm>
        </p:grpSpPr>
        <p:sp>
          <p:nvSpPr>
            <p:cNvPr id="1841" name="Rectangle 1840">
              <a:extLst>
                <a:ext uri="{FF2B5EF4-FFF2-40B4-BE49-F238E27FC236}">
                  <a16:creationId xmlns:a16="http://schemas.microsoft.com/office/drawing/2014/main" id="{A8AB6ACA-03FC-5D66-C02D-B8FFFFBF62E8}"/>
                </a:ext>
              </a:extLst>
            </p:cNvPr>
            <p:cNvSpPr/>
            <p:nvPr/>
          </p:nvSpPr>
          <p:spPr>
            <a:xfrm>
              <a:off x="6284562"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1842" name="Rectangle 1841">
              <a:extLst>
                <a:ext uri="{FF2B5EF4-FFF2-40B4-BE49-F238E27FC236}">
                  <a16:creationId xmlns:a16="http://schemas.microsoft.com/office/drawing/2014/main" id="{0FC21374-7943-8D77-CFEE-B648D9B75ABC}"/>
                </a:ext>
              </a:extLst>
            </p:cNvPr>
            <p:cNvSpPr/>
            <p:nvPr/>
          </p:nvSpPr>
          <p:spPr>
            <a:xfrm flipV="1">
              <a:off x="6902312"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3" name="Oval 15">
              <a:extLst>
                <a:ext uri="{FF2B5EF4-FFF2-40B4-BE49-F238E27FC236}">
                  <a16:creationId xmlns:a16="http://schemas.microsoft.com/office/drawing/2014/main" id="{03176100-602F-7245-4A0D-CB28CD3AD633}"/>
                </a:ext>
              </a:extLst>
            </p:cNvPr>
            <p:cNvSpPr/>
            <p:nvPr/>
          </p:nvSpPr>
          <p:spPr>
            <a:xfrm>
              <a:off x="6929701"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44" name="Straight Connector 1843">
              <a:extLst>
                <a:ext uri="{FF2B5EF4-FFF2-40B4-BE49-F238E27FC236}">
                  <a16:creationId xmlns:a16="http://schemas.microsoft.com/office/drawing/2014/main" id="{22225064-D491-49A0-C46B-9BAF9C61733D}"/>
                </a:ext>
              </a:extLst>
            </p:cNvPr>
            <p:cNvCxnSpPr>
              <a:cxnSpLocks/>
              <a:stCxn id="1843" idx="0"/>
            </p:cNvCxnSpPr>
            <p:nvPr/>
          </p:nvCxnSpPr>
          <p:spPr>
            <a:xfrm flipV="1">
              <a:off x="6935398"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45" name="Straight Connector 1844">
              <a:extLst>
                <a:ext uri="{FF2B5EF4-FFF2-40B4-BE49-F238E27FC236}">
                  <a16:creationId xmlns:a16="http://schemas.microsoft.com/office/drawing/2014/main" id="{9B0CD0C1-7877-F379-92DA-EE3AB28D2ABB}"/>
                </a:ext>
              </a:extLst>
            </p:cNvPr>
            <p:cNvCxnSpPr>
              <a:cxnSpLocks/>
            </p:cNvCxnSpPr>
            <p:nvPr/>
          </p:nvCxnSpPr>
          <p:spPr>
            <a:xfrm>
              <a:off x="6941117"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46" name="Group 1845">
            <a:extLst>
              <a:ext uri="{FF2B5EF4-FFF2-40B4-BE49-F238E27FC236}">
                <a16:creationId xmlns:a16="http://schemas.microsoft.com/office/drawing/2014/main" id="{A6287300-3850-8E17-7DB2-9D008F0755CC}"/>
              </a:ext>
            </a:extLst>
          </p:cNvPr>
          <p:cNvGrpSpPr/>
          <p:nvPr/>
        </p:nvGrpSpPr>
        <p:grpSpPr>
          <a:xfrm>
            <a:off x="7121069" y="1532276"/>
            <a:ext cx="721206" cy="609701"/>
            <a:chOff x="7121069" y="1532276"/>
            <a:chExt cx="721206" cy="609701"/>
          </a:xfrm>
        </p:grpSpPr>
        <p:sp>
          <p:nvSpPr>
            <p:cNvPr id="1847" name="Rectangle 1846">
              <a:extLst>
                <a:ext uri="{FF2B5EF4-FFF2-40B4-BE49-F238E27FC236}">
                  <a16:creationId xmlns:a16="http://schemas.microsoft.com/office/drawing/2014/main" id="{E6EA8EB0-5E55-F97A-28EE-53CF2973F613}"/>
                </a:ext>
              </a:extLst>
            </p:cNvPr>
            <p:cNvSpPr/>
            <p:nvPr/>
          </p:nvSpPr>
          <p:spPr>
            <a:xfrm>
              <a:off x="712106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1848" name="Rectangle 1847">
              <a:extLst>
                <a:ext uri="{FF2B5EF4-FFF2-40B4-BE49-F238E27FC236}">
                  <a16:creationId xmlns:a16="http://schemas.microsoft.com/office/drawing/2014/main" id="{6042C309-394C-2551-7E78-476B7DF52304}"/>
                </a:ext>
              </a:extLst>
            </p:cNvPr>
            <p:cNvSpPr/>
            <p:nvPr/>
          </p:nvSpPr>
          <p:spPr>
            <a:xfrm flipV="1">
              <a:off x="7736853"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9" name="Oval 15">
              <a:extLst>
                <a:ext uri="{FF2B5EF4-FFF2-40B4-BE49-F238E27FC236}">
                  <a16:creationId xmlns:a16="http://schemas.microsoft.com/office/drawing/2014/main" id="{07871604-4213-6FAB-D61B-FE27088BA5CD}"/>
                </a:ext>
              </a:extLst>
            </p:cNvPr>
            <p:cNvSpPr/>
            <p:nvPr/>
          </p:nvSpPr>
          <p:spPr>
            <a:xfrm>
              <a:off x="7764242"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50" name="Straight Connector 1849">
              <a:extLst>
                <a:ext uri="{FF2B5EF4-FFF2-40B4-BE49-F238E27FC236}">
                  <a16:creationId xmlns:a16="http://schemas.microsoft.com/office/drawing/2014/main" id="{B00C3D2A-DD48-8FF4-7649-4BBC3FD940D1}"/>
                </a:ext>
              </a:extLst>
            </p:cNvPr>
            <p:cNvCxnSpPr>
              <a:cxnSpLocks/>
              <a:stCxn id="1849" idx="0"/>
            </p:cNvCxnSpPr>
            <p:nvPr/>
          </p:nvCxnSpPr>
          <p:spPr>
            <a:xfrm flipV="1">
              <a:off x="7769939"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51" name="Straight Connector 1850">
              <a:extLst>
                <a:ext uri="{FF2B5EF4-FFF2-40B4-BE49-F238E27FC236}">
                  <a16:creationId xmlns:a16="http://schemas.microsoft.com/office/drawing/2014/main" id="{35680486-9A5F-ACA8-16DE-8EDB5CBB4115}"/>
                </a:ext>
              </a:extLst>
            </p:cNvPr>
            <p:cNvCxnSpPr>
              <a:cxnSpLocks/>
            </p:cNvCxnSpPr>
            <p:nvPr/>
          </p:nvCxnSpPr>
          <p:spPr>
            <a:xfrm>
              <a:off x="7775658"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52" name="Group 1851">
            <a:extLst>
              <a:ext uri="{FF2B5EF4-FFF2-40B4-BE49-F238E27FC236}">
                <a16:creationId xmlns:a16="http://schemas.microsoft.com/office/drawing/2014/main" id="{A079A4D3-67C5-04B1-0D22-FEA3A110C77A}"/>
              </a:ext>
            </a:extLst>
          </p:cNvPr>
          <p:cNvGrpSpPr/>
          <p:nvPr/>
        </p:nvGrpSpPr>
        <p:grpSpPr>
          <a:xfrm>
            <a:off x="5442072" y="811556"/>
            <a:ext cx="728208" cy="609701"/>
            <a:chOff x="5442072" y="811556"/>
            <a:chExt cx="728208" cy="609701"/>
          </a:xfrm>
        </p:grpSpPr>
        <p:sp>
          <p:nvSpPr>
            <p:cNvPr id="1853" name="Rectangle 1852">
              <a:extLst>
                <a:ext uri="{FF2B5EF4-FFF2-40B4-BE49-F238E27FC236}">
                  <a16:creationId xmlns:a16="http://schemas.microsoft.com/office/drawing/2014/main" id="{CF60EF83-E6D8-A0E8-544E-8A0708841CE9}"/>
                </a:ext>
              </a:extLst>
            </p:cNvPr>
            <p:cNvSpPr/>
            <p:nvPr/>
          </p:nvSpPr>
          <p:spPr>
            <a:xfrm>
              <a:off x="5442072" y="811556"/>
              <a:ext cx="721207"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1854" name="Rectangle 1853">
              <a:extLst>
                <a:ext uri="{FF2B5EF4-FFF2-40B4-BE49-F238E27FC236}">
                  <a16:creationId xmlns:a16="http://schemas.microsoft.com/office/drawing/2014/main" id="{5A7C075A-8FC0-1C25-3C78-FD8AEB027ABD}"/>
                </a:ext>
              </a:extLst>
            </p:cNvPr>
            <p:cNvSpPr/>
            <p:nvPr/>
          </p:nvSpPr>
          <p:spPr>
            <a:xfrm flipV="1">
              <a:off x="6070087" y="820272"/>
              <a:ext cx="100193"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55" name="Oval 15">
              <a:extLst>
                <a:ext uri="{FF2B5EF4-FFF2-40B4-BE49-F238E27FC236}">
                  <a16:creationId xmlns:a16="http://schemas.microsoft.com/office/drawing/2014/main" id="{7CA85506-6380-945F-BA7D-45A8F7886F7B}"/>
                </a:ext>
              </a:extLst>
            </p:cNvPr>
            <p:cNvSpPr/>
            <p:nvPr/>
          </p:nvSpPr>
          <p:spPr>
            <a:xfrm>
              <a:off x="6097476"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56" name="Straight Connector 1855">
              <a:extLst>
                <a:ext uri="{FF2B5EF4-FFF2-40B4-BE49-F238E27FC236}">
                  <a16:creationId xmlns:a16="http://schemas.microsoft.com/office/drawing/2014/main" id="{6D1837B9-AEEB-6AB3-9786-EC49335296A9}"/>
                </a:ext>
              </a:extLst>
            </p:cNvPr>
            <p:cNvCxnSpPr>
              <a:cxnSpLocks/>
              <a:stCxn id="1855" idx="0"/>
            </p:cNvCxnSpPr>
            <p:nvPr/>
          </p:nvCxnSpPr>
          <p:spPr>
            <a:xfrm flipV="1">
              <a:off x="6103173"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57" name="Straight Connector 1856">
              <a:extLst>
                <a:ext uri="{FF2B5EF4-FFF2-40B4-BE49-F238E27FC236}">
                  <a16:creationId xmlns:a16="http://schemas.microsoft.com/office/drawing/2014/main" id="{ED8390E3-1D12-1F19-F095-4903806FAB06}"/>
                </a:ext>
              </a:extLst>
            </p:cNvPr>
            <p:cNvCxnSpPr>
              <a:cxnSpLocks/>
            </p:cNvCxnSpPr>
            <p:nvPr/>
          </p:nvCxnSpPr>
          <p:spPr>
            <a:xfrm>
              <a:off x="6108892"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58" name="Group 1857">
            <a:extLst>
              <a:ext uri="{FF2B5EF4-FFF2-40B4-BE49-F238E27FC236}">
                <a16:creationId xmlns:a16="http://schemas.microsoft.com/office/drawing/2014/main" id="{667C62E3-A4EB-314B-7FD0-110EFEC67EFE}"/>
              </a:ext>
            </a:extLst>
          </p:cNvPr>
          <p:cNvGrpSpPr/>
          <p:nvPr/>
        </p:nvGrpSpPr>
        <p:grpSpPr>
          <a:xfrm>
            <a:off x="7957576" y="811556"/>
            <a:ext cx="721206" cy="609701"/>
            <a:chOff x="7957576" y="811556"/>
            <a:chExt cx="721206" cy="609701"/>
          </a:xfrm>
        </p:grpSpPr>
        <p:sp>
          <p:nvSpPr>
            <p:cNvPr id="1859" name="Rectangle 1858">
              <a:extLst>
                <a:ext uri="{FF2B5EF4-FFF2-40B4-BE49-F238E27FC236}">
                  <a16:creationId xmlns:a16="http://schemas.microsoft.com/office/drawing/2014/main" id="{3BB731D1-507C-9357-EBF1-3F48174A3906}"/>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1860" name="Rectangle 1859">
              <a:extLst>
                <a:ext uri="{FF2B5EF4-FFF2-40B4-BE49-F238E27FC236}">
                  <a16:creationId xmlns:a16="http://schemas.microsoft.com/office/drawing/2014/main" id="{92302F47-2C41-670C-CB06-E41285BAA52A}"/>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61" name="Oval 15">
              <a:extLst>
                <a:ext uri="{FF2B5EF4-FFF2-40B4-BE49-F238E27FC236}">
                  <a16:creationId xmlns:a16="http://schemas.microsoft.com/office/drawing/2014/main" id="{68FFE045-4CA6-BD99-7F05-57D1981305A4}"/>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62" name="Straight Connector 1861">
              <a:extLst>
                <a:ext uri="{FF2B5EF4-FFF2-40B4-BE49-F238E27FC236}">
                  <a16:creationId xmlns:a16="http://schemas.microsoft.com/office/drawing/2014/main" id="{45A78022-9D08-1A1F-59A7-21205C7D2578}"/>
                </a:ext>
              </a:extLst>
            </p:cNvPr>
            <p:cNvCxnSpPr>
              <a:cxnSpLocks/>
              <a:stCxn id="1861"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63" name="Straight Connector 1862">
              <a:extLst>
                <a:ext uri="{FF2B5EF4-FFF2-40B4-BE49-F238E27FC236}">
                  <a16:creationId xmlns:a16="http://schemas.microsoft.com/office/drawing/2014/main" id="{3BDF43C2-5AF0-FEEA-318C-111A58EC9504}"/>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64" name="Group 1863">
            <a:extLst>
              <a:ext uri="{FF2B5EF4-FFF2-40B4-BE49-F238E27FC236}">
                <a16:creationId xmlns:a16="http://schemas.microsoft.com/office/drawing/2014/main" id="{2B39FD5B-74D8-A540-53C8-8A8EBFA15E17}"/>
              </a:ext>
            </a:extLst>
          </p:cNvPr>
          <p:cNvGrpSpPr/>
          <p:nvPr/>
        </p:nvGrpSpPr>
        <p:grpSpPr>
          <a:xfrm>
            <a:off x="7957577" y="1532276"/>
            <a:ext cx="721206" cy="609701"/>
            <a:chOff x="7957577" y="1532276"/>
            <a:chExt cx="721206" cy="609701"/>
          </a:xfrm>
        </p:grpSpPr>
        <p:sp>
          <p:nvSpPr>
            <p:cNvPr id="1865" name="Rectangle 1864">
              <a:hlinkHover r:id="" action="ppaction://noaction" highlightClick="1"/>
              <a:extLst>
                <a:ext uri="{FF2B5EF4-FFF2-40B4-BE49-F238E27FC236}">
                  <a16:creationId xmlns:a16="http://schemas.microsoft.com/office/drawing/2014/main" id="{A0D0CB1C-8431-3A42-E672-36E6449AE09A}"/>
                </a:ext>
              </a:extLst>
            </p:cNvPr>
            <p:cNvSpPr/>
            <p:nvPr/>
          </p:nvSpPr>
          <p:spPr>
            <a:xfrm>
              <a:off x="7957577"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1866" name="Rectangle 1865">
              <a:extLst>
                <a:ext uri="{FF2B5EF4-FFF2-40B4-BE49-F238E27FC236}">
                  <a16:creationId xmlns:a16="http://schemas.microsoft.com/office/drawing/2014/main" id="{B6435CD5-A0F0-4869-6901-EC68B1AC81DB}"/>
                </a:ext>
              </a:extLst>
            </p:cNvPr>
            <p:cNvSpPr/>
            <p:nvPr/>
          </p:nvSpPr>
          <p:spPr>
            <a:xfrm flipV="1">
              <a:off x="8571630" y="153528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67" name="Oval 15">
              <a:extLst>
                <a:ext uri="{FF2B5EF4-FFF2-40B4-BE49-F238E27FC236}">
                  <a16:creationId xmlns:a16="http://schemas.microsoft.com/office/drawing/2014/main" id="{46EAB50B-91C4-9E37-9A8E-E7E0AFB4AB6C}"/>
                </a:ext>
              </a:extLst>
            </p:cNvPr>
            <p:cNvSpPr/>
            <p:nvPr/>
          </p:nvSpPr>
          <p:spPr>
            <a:xfrm>
              <a:off x="8599019" y="1572027"/>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68" name="Straight Connector 1867">
              <a:extLst>
                <a:ext uri="{FF2B5EF4-FFF2-40B4-BE49-F238E27FC236}">
                  <a16:creationId xmlns:a16="http://schemas.microsoft.com/office/drawing/2014/main" id="{679015D2-3906-FDF4-BF05-2D67EC076216}"/>
                </a:ext>
              </a:extLst>
            </p:cNvPr>
            <p:cNvCxnSpPr>
              <a:cxnSpLocks/>
              <a:stCxn id="1867" idx="0"/>
            </p:cNvCxnSpPr>
            <p:nvPr/>
          </p:nvCxnSpPr>
          <p:spPr>
            <a:xfrm flipV="1">
              <a:off x="8604716" y="154880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69" name="Straight Connector 1868">
              <a:extLst>
                <a:ext uri="{FF2B5EF4-FFF2-40B4-BE49-F238E27FC236}">
                  <a16:creationId xmlns:a16="http://schemas.microsoft.com/office/drawing/2014/main" id="{E56FB2D0-85F3-6569-B660-91DB3226665A}"/>
                </a:ext>
              </a:extLst>
            </p:cNvPr>
            <p:cNvCxnSpPr>
              <a:cxnSpLocks/>
            </p:cNvCxnSpPr>
            <p:nvPr/>
          </p:nvCxnSpPr>
          <p:spPr>
            <a:xfrm>
              <a:off x="8610435" y="154880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70" name="Group 1869">
            <a:extLst>
              <a:ext uri="{FF2B5EF4-FFF2-40B4-BE49-F238E27FC236}">
                <a16:creationId xmlns:a16="http://schemas.microsoft.com/office/drawing/2014/main" id="{E8EA9C43-F864-3559-C8D8-61C5CCF43FC2}"/>
              </a:ext>
            </a:extLst>
          </p:cNvPr>
          <p:cNvGrpSpPr/>
          <p:nvPr/>
        </p:nvGrpSpPr>
        <p:grpSpPr>
          <a:xfrm>
            <a:off x="9656908" y="1532276"/>
            <a:ext cx="721206" cy="609701"/>
            <a:chOff x="9656908" y="1532276"/>
            <a:chExt cx="721206" cy="609701"/>
          </a:xfrm>
        </p:grpSpPr>
        <p:sp>
          <p:nvSpPr>
            <p:cNvPr id="1871" name="Rectangle 1870">
              <a:extLst>
                <a:ext uri="{FF2B5EF4-FFF2-40B4-BE49-F238E27FC236}">
                  <a16:creationId xmlns:a16="http://schemas.microsoft.com/office/drawing/2014/main" id="{AA3179A3-E0AF-6E6D-1FDD-A6300F407395}"/>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872" name="Rectangle 1871">
              <a:extLst>
                <a:ext uri="{FF2B5EF4-FFF2-40B4-BE49-F238E27FC236}">
                  <a16:creationId xmlns:a16="http://schemas.microsoft.com/office/drawing/2014/main" id="{166B1A1A-8656-D760-566C-7D665DB3C2A6}"/>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73" name="Oval 15">
              <a:extLst>
                <a:ext uri="{FF2B5EF4-FFF2-40B4-BE49-F238E27FC236}">
                  <a16:creationId xmlns:a16="http://schemas.microsoft.com/office/drawing/2014/main" id="{4EE64261-3D99-7FC7-F106-5486133F0EBB}"/>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74" name="Straight Connector 1873">
              <a:extLst>
                <a:ext uri="{FF2B5EF4-FFF2-40B4-BE49-F238E27FC236}">
                  <a16:creationId xmlns:a16="http://schemas.microsoft.com/office/drawing/2014/main" id="{889C44BD-85C0-19A1-9E25-5AE8FF0B63E6}"/>
                </a:ext>
              </a:extLst>
            </p:cNvPr>
            <p:cNvCxnSpPr>
              <a:cxnSpLocks/>
              <a:stCxn id="1873"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75" name="Straight Connector 1874">
              <a:extLst>
                <a:ext uri="{FF2B5EF4-FFF2-40B4-BE49-F238E27FC236}">
                  <a16:creationId xmlns:a16="http://schemas.microsoft.com/office/drawing/2014/main" id="{CD4A419B-869D-F2F2-D7CB-612149AF9C24}"/>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76" name="Group 1875">
            <a:extLst>
              <a:ext uri="{FF2B5EF4-FFF2-40B4-BE49-F238E27FC236}">
                <a16:creationId xmlns:a16="http://schemas.microsoft.com/office/drawing/2014/main" id="{0496D726-A9D5-116E-F47E-7BF9EDD8E672}"/>
              </a:ext>
            </a:extLst>
          </p:cNvPr>
          <p:cNvGrpSpPr/>
          <p:nvPr/>
        </p:nvGrpSpPr>
        <p:grpSpPr>
          <a:xfrm>
            <a:off x="431659" y="90836"/>
            <a:ext cx="721206" cy="609701"/>
            <a:chOff x="431659" y="90836"/>
            <a:chExt cx="721206" cy="609701"/>
          </a:xfrm>
        </p:grpSpPr>
        <p:sp>
          <p:nvSpPr>
            <p:cNvPr id="1877" name="Rectangle 1876">
              <a:extLst>
                <a:ext uri="{FF2B5EF4-FFF2-40B4-BE49-F238E27FC236}">
                  <a16:creationId xmlns:a16="http://schemas.microsoft.com/office/drawing/2014/main" id="{BDF1FD1B-4337-6FF9-4E97-63A4B995AEB9}"/>
                </a:ext>
              </a:extLst>
            </p:cNvPr>
            <p:cNvSpPr/>
            <p:nvPr/>
          </p:nvSpPr>
          <p:spPr>
            <a:xfrm>
              <a:off x="43165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1878" name="Rectangle 1877">
              <a:extLst>
                <a:ext uri="{FF2B5EF4-FFF2-40B4-BE49-F238E27FC236}">
                  <a16:creationId xmlns:a16="http://schemas.microsoft.com/office/drawing/2014/main" id="{93E697B9-12C7-ADF5-70E9-4C3F510FEDD8}"/>
                </a:ext>
              </a:extLst>
            </p:cNvPr>
            <p:cNvSpPr/>
            <p:nvPr/>
          </p:nvSpPr>
          <p:spPr>
            <a:xfrm flipV="1">
              <a:off x="1052673" y="908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79" name="Oval 15">
              <a:extLst>
                <a:ext uri="{FF2B5EF4-FFF2-40B4-BE49-F238E27FC236}">
                  <a16:creationId xmlns:a16="http://schemas.microsoft.com/office/drawing/2014/main" id="{0D256CC1-2F95-3ACD-5B00-407A2268B51D}"/>
                </a:ext>
              </a:extLst>
            </p:cNvPr>
            <p:cNvSpPr/>
            <p:nvPr/>
          </p:nvSpPr>
          <p:spPr>
            <a:xfrm>
              <a:off x="1080061"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80" name="Straight Connector 1879">
              <a:extLst>
                <a:ext uri="{FF2B5EF4-FFF2-40B4-BE49-F238E27FC236}">
                  <a16:creationId xmlns:a16="http://schemas.microsoft.com/office/drawing/2014/main" id="{87A199A4-8E77-00DD-36B3-57843C2175EE}"/>
                </a:ext>
              </a:extLst>
            </p:cNvPr>
            <p:cNvCxnSpPr>
              <a:cxnSpLocks/>
              <a:stCxn id="1879" idx="0"/>
            </p:cNvCxnSpPr>
            <p:nvPr/>
          </p:nvCxnSpPr>
          <p:spPr>
            <a:xfrm flipV="1">
              <a:off x="1085758" y="104349"/>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81" name="Straight Connector 1880">
              <a:extLst>
                <a:ext uri="{FF2B5EF4-FFF2-40B4-BE49-F238E27FC236}">
                  <a16:creationId xmlns:a16="http://schemas.microsoft.com/office/drawing/2014/main" id="{5E590080-17CD-F929-48E0-1E91CA5B7F75}"/>
                </a:ext>
              </a:extLst>
            </p:cNvPr>
            <p:cNvCxnSpPr>
              <a:cxnSpLocks/>
            </p:cNvCxnSpPr>
            <p:nvPr/>
          </p:nvCxnSpPr>
          <p:spPr>
            <a:xfrm>
              <a:off x="1091477" y="104349"/>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82" name="Group 1881">
            <a:extLst>
              <a:ext uri="{FF2B5EF4-FFF2-40B4-BE49-F238E27FC236}">
                <a16:creationId xmlns:a16="http://schemas.microsoft.com/office/drawing/2014/main" id="{73725F91-32A3-B0D2-7A71-FCEB72ED8A7F}"/>
              </a:ext>
            </a:extLst>
          </p:cNvPr>
          <p:cNvGrpSpPr/>
          <p:nvPr/>
        </p:nvGrpSpPr>
        <p:grpSpPr>
          <a:xfrm>
            <a:off x="1267284" y="90836"/>
            <a:ext cx="721206" cy="609701"/>
            <a:chOff x="1267284" y="90836"/>
            <a:chExt cx="721206" cy="609701"/>
          </a:xfrm>
        </p:grpSpPr>
        <p:sp>
          <p:nvSpPr>
            <p:cNvPr id="1883" name="Rectangle 1882">
              <a:extLst>
                <a:ext uri="{FF2B5EF4-FFF2-40B4-BE49-F238E27FC236}">
                  <a16:creationId xmlns:a16="http://schemas.microsoft.com/office/drawing/2014/main" id="{22F2190E-8029-59E6-457D-17C5612E5D66}"/>
                </a:ext>
              </a:extLst>
            </p:cNvPr>
            <p:cNvSpPr/>
            <p:nvPr/>
          </p:nvSpPr>
          <p:spPr>
            <a:xfrm>
              <a:off x="1267284"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1884" name="Rectangle 1883">
              <a:extLst>
                <a:ext uri="{FF2B5EF4-FFF2-40B4-BE49-F238E27FC236}">
                  <a16:creationId xmlns:a16="http://schemas.microsoft.com/office/drawing/2014/main" id="{9291B0BA-64B4-0683-9956-9B602F8A6E2B}"/>
                </a:ext>
              </a:extLst>
            </p:cNvPr>
            <p:cNvSpPr/>
            <p:nvPr/>
          </p:nvSpPr>
          <p:spPr>
            <a:xfrm flipV="1">
              <a:off x="1887254"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85" name="Oval 15">
              <a:extLst>
                <a:ext uri="{FF2B5EF4-FFF2-40B4-BE49-F238E27FC236}">
                  <a16:creationId xmlns:a16="http://schemas.microsoft.com/office/drawing/2014/main" id="{68BA52EE-C6F1-9C51-47A8-DD522D479980}"/>
                </a:ext>
              </a:extLst>
            </p:cNvPr>
            <p:cNvSpPr/>
            <p:nvPr/>
          </p:nvSpPr>
          <p:spPr>
            <a:xfrm>
              <a:off x="1914643"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86" name="Straight Connector 1885">
              <a:extLst>
                <a:ext uri="{FF2B5EF4-FFF2-40B4-BE49-F238E27FC236}">
                  <a16:creationId xmlns:a16="http://schemas.microsoft.com/office/drawing/2014/main" id="{73F24EF3-2244-1DFC-B3F3-CD2E155D7DD0}"/>
                </a:ext>
              </a:extLst>
            </p:cNvPr>
            <p:cNvCxnSpPr>
              <a:cxnSpLocks/>
              <a:stCxn id="1885" idx="0"/>
            </p:cNvCxnSpPr>
            <p:nvPr/>
          </p:nvCxnSpPr>
          <p:spPr>
            <a:xfrm flipV="1">
              <a:off x="1920339"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87" name="Straight Connector 1886">
              <a:extLst>
                <a:ext uri="{FF2B5EF4-FFF2-40B4-BE49-F238E27FC236}">
                  <a16:creationId xmlns:a16="http://schemas.microsoft.com/office/drawing/2014/main" id="{A0D37965-16C4-FAAB-3E49-48390DE3DE74}"/>
                </a:ext>
              </a:extLst>
            </p:cNvPr>
            <p:cNvCxnSpPr>
              <a:cxnSpLocks/>
            </p:cNvCxnSpPr>
            <p:nvPr/>
          </p:nvCxnSpPr>
          <p:spPr>
            <a:xfrm>
              <a:off x="1926058"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88" name="Group 1887">
            <a:extLst>
              <a:ext uri="{FF2B5EF4-FFF2-40B4-BE49-F238E27FC236}">
                <a16:creationId xmlns:a16="http://schemas.microsoft.com/office/drawing/2014/main" id="{E797BEEA-1780-0BD8-7500-E310064655D3}"/>
              </a:ext>
            </a:extLst>
          </p:cNvPr>
          <p:cNvGrpSpPr/>
          <p:nvPr/>
        </p:nvGrpSpPr>
        <p:grpSpPr>
          <a:xfrm>
            <a:off x="2102909" y="90836"/>
            <a:ext cx="721206" cy="609701"/>
            <a:chOff x="2102909" y="90836"/>
            <a:chExt cx="721206" cy="609701"/>
          </a:xfrm>
        </p:grpSpPr>
        <p:sp>
          <p:nvSpPr>
            <p:cNvPr id="1889" name="Rectangle 1888">
              <a:extLst>
                <a:ext uri="{FF2B5EF4-FFF2-40B4-BE49-F238E27FC236}">
                  <a16:creationId xmlns:a16="http://schemas.microsoft.com/office/drawing/2014/main" id="{C0A58C1F-E7DE-18A5-02BA-426957ACBB97}"/>
                </a:ext>
              </a:extLst>
            </p:cNvPr>
            <p:cNvSpPr/>
            <p:nvPr/>
          </p:nvSpPr>
          <p:spPr>
            <a:xfrm>
              <a:off x="210290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1890" name="Rectangle 1889">
              <a:extLst>
                <a:ext uri="{FF2B5EF4-FFF2-40B4-BE49-F238E27FC236}">
                  <a16:creationId xmlns:a16="http://schemas.microsoft.com/office/drawing/2014/main" id="{32A78BA1-2A7C-DF6F-3399-C31D2E7173A5}"/>
                </a:ext>
              </a:extLst>
            </p:cNvPr>
            <p:cNvSpPr/>
            <p:nvPr/>
          </p:nvSpPr>
          <p:spPr>
            <a:xfrm flipV="1">
              <a:off x="2722879"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91" name="Oval 15">
              <a:extLst>
                <a:ext uri="{FF2B5EF4-FFF2-40B4-BE49-F238E27FC236}">
                  <a16:creationId xmlns:a16="http://schemas.microsoft.com/office/drawing/2014/main" id="{EDB9B581-A46A-D30B-7B7F-8749200C3B97}"/>
                </a:ext>
              </a:extLst>
            </p:cNvPr>
            <p:cNvSpPr/>
            <p:nvPr/>
          </p:nvSpPr>
          <p:spPr>
            <a:xfrm>
              <a:off x="2750268"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92" name="Straight Connector 1891">
              <a:extLst>
                <a:ext uri="{FF2B5EF4-FFF2-40B4-BE49-F238E27FC236}">
                  <a16:creationId xmlns:a16="http://schemas.microsoft.com/office/drawing/2014/main" id="{E76C85AF-247E-1F2C-2C42-CA0CC09E0C48}"/>
                </a:ext>
              </a:extLst>
            </p:cNvPr>
            <p:cNvCxnSpPr>
              <a:cxnSpLocks/>
              <a:stCxn id="1891" idx="0"/>
            </p:cNvCxnSpPr>
            <p:nvPr/>
          </p:nvCxnSpPr>
          <p:spPr>
            <a:xfrm flipV="1">
              <a:off x="2755964"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93" name="Straight Connector 1892">
              <a:extLst>
                <a:ext uri="{FF2B5EF4-FFF2-40B4-BE49-F238E27FC236}">
                  <a16:creationId xmlns:a16="http://schemas.microsoft.com/office/drawing/2014/main" id="{A2B9E350-2D91-3879-A42F-D08C3A01D06D}"/>
                </a:ext>
              </a:extLst>
            </p:cNvPr>
            <p:cNvCxnSpPr>
              <a:cxnSpLocks/>
            </p:cNvCxnSpPr>
            <p:nvPr/>
          </p:nvCxnSpPr>
          <p:spPr>
            <a:xfrm>
              <a:off x="2761683"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94" name="Group 1893">
            <a:extLst>
              <a:ext uri="{FF2B5EF4-FFF2-40B4-BE49-F238E27FC236}">
                <a16:creationId xmlns:a16="http://schemas.microsoft.com/office/drawing/2014/main" id="{7A9E55A2-E55F-EDA4-4AA7-06CDD38BA794}"/>
              </a:ext>
            </a:extLst>
          </p:cNvPr>
          <p:cNvGrpSpPr/>
          <p:nvPr/>
        </p:nvGrpSpPr>
        <p:grpSpPr>
          <a:xfrm>
            <a:off x="3778363" y="2253333"/>
            <a:ext cx="721206" cy="609701"/>
            <a:chOff x="3778363" y="2253333"/>
            <a:chExt cx="721206" cy="609701"/>
          </a:xfrm>
        </p:grpSpPr>
        <p:sp>
          <p:nvSpPr>
            <p:cNvPr id="1895" name="Rectangle 1894">
              <a:extLst>
                <a:ext uri="{FF2B5EF4-FFF2-40B4-BE49-F238E27FC236}">
                  <a16:creationId xmlns:a16="http://schemas.microsoft.com/office/drawing/2014/main" id="{AFD49EFF-361E-0520-0F6F-3D47F629CAA6}"/>
                </a:ext>
              </a:extLst>
            </p:cNvPr>
            <p:cNvSpPr/>
            <p:nvPr/>
          </p:nvSpPr>
          <p:spPr>
            <a:xfrm>
              <a:off x="3778363"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1896" name="Rectangle 1895">
              <a:extLst>
                <a:ext uri="{FF2B5EF4-FFF2-40B4-BE49-F238E27FC236}">
                  <a16:creationId xmlns:a16="http://schemas.microsoft.com/office/drawing/2014/main" id="{76DB8D68-0BBD-3299-34F3-07A3D87D516E}"/>
                </a:ext>
              </a:extLst>
            </p:cNvPr>
            <p:cNvSpPr/>
            <p:nvPr/>
          </p:nvSpPr>
          <p:spPr>
            <a:xfrm flipV="1">
              <a:off x="4399377" y="2255721"/>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97" name="Oval 15">
              <a:extLst>
                <a:ext uri="{FF2B5EF4-FFF2-40B4-BE49-F238E27FC236}">
                  <a16:creationId xmlns:a16="http://schemas.microsoft.com/office/drawing/2014/main" id="{76604BB5-18A2-3DFD-6EF0-46471C133DC6}"/>
                </a:ext>
              </a:extLst>
            </p:cNvPr>
            <p:cNvSpPr/>
            <p:nvPr/>
          </p:nvSpPr>
          <p:spPr>
            <a:xfrm>
              <a:off x="4426765"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98" name="Straight Connector 1897">
              <a:extLst>
                <a:ext uri="{FF2B5EF4-FFF2-40B4-BE49-F238E27FC236}">
                  <a16:creationId xmlns:a16="http://schemas.microsoft.com/office/drawing/2014/main" id="{AFDE3BE9-D6D9-734B-0907-314D82BE76AF}"/>
                </a:ext>
              </a:extLst>
            </p:cNvPr>
            <p:cNvCxnSpPr>
              <a:cxnSpLocks/>
              <a:stCxn id="1897" idx="0"/>
            </p:cNvCxnSpPr>
            <p:nvPr/>
          </p:nvCxnSpPr>
          <p:spPr>
            <a:xfrm flipV="1">
              <a:off x="4432462" y="2269234"/>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99" name="Straight Connector 1898">
              <a:extLst>
                <a:ext uri="{FF2B5EF4-FFF2-40B4-BE49-F238E27FC236}">
                  <a16:creationId xmlns:a16="http://schemas.microsoft.com/office/drawing/2014/main" id="{F4D518F4-DCCC-BBB8-F75F-5D054A3D7B25}"/>
                </a:ext>
              </a:extLst>
            </p:cNvPr>
            <p:cNvCxnSpPr>
              <a:cxnSpLocks/>
            </p:cNvCxnSpPr>
            <p:nvPr/>
          </p:nvCxnSpPr>
          <p:spPr>
            <a:xfrm>
              <a:off x="4438181" y="2269234"/>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00" name="Group 1899">
            <a:extLst>
              <a:ext uri="{FF2B5EF4-FFF2-40B4-BE49-F238E27FC236}">
                <a16:creationId xmlns:a16="http://schemas.microsoft.com/office/drawing/2014/main" id="{287D084A-A198-3803-FC98-7E0825E8BB1C}"/>
              </a:ext>
            </a:extLst>
          </p:cNvPr>
          <p:cNvGrpSpPr/>
          <p:nvPr/>
        </p:nvGrpSpPr>
        <p:grpSpPr>
          <a:xfrm>
            <a:off x="2105349" y="1532276"/>
            <a:ext cx="721206" cy="609701"/>
            <a:chOff x="2105349" y="1532276"/>
            <a:chExt cx="721206" cy="609701"/>
          </a:xfrm>
        </p:grpSpPr>
        <p:sp>
          <p:nvSpPr>
            <p:cNvPr id="1901" name="Rectangle 1900">
              <a:extLst>
                <a:ext uri="{FF2B5EF4-FFF2-40B4-BE49-F238E27FC236}">
                  <a16:creationId xmlns:a16="http://schemas.microsoft.com/office/drawing/2014/main" id="{CC6A93E4-F849-037F-D8F8-B32B54B4D2B9}"/>
                </a:ext>
              </a:extLst>
            </p:cNvPr>
            <p:cNvSpPr/>
            <p:nvPr/>
          </p:nvSpPr>
          <p:spPr>
            <a:xfrm>
              <a:off x="210534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1902" name="Rectangle 1901">
              <a:extLst>
                <a:ext uri="{FF2B5EF4-FFF2-40B4-BE49-F238E27FC236}">
                  <a16:creationId xmlns:a16="http://schemas.microsoft.com/office/drawing/2014/main" id="{FFA6C9B0-3935-62EC-40F7-4DBA1E92246C}"/>
                </a:ext>
              </a:extLst>
            </p:cNvPr>
            <p:cNvSpPr/>
            <p:nvPr/>
          </p:nvSpPr>
          <p:spPr>
            <a:xfrm flipV="1">
              <a:off x="2723327" y="153912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3" name="Oval 15">
              <a:extLst>
                <a:ext uri="{FF2B5EF4-FFF2-40B4-BE49-F238E27FC236}">
                  <a16:creationId xmlns:a16="http://schemas.microsoft.com/office/drawing/2014/main" id="{95B4254D-B94E-1A2D-1AF5-E78EA0C01473}"/>
                </a:ext>
              </a:extLst>
            </p:cNvPr>
            <p:cNvSpPr/>
            <p:nvPr/>
          </p:nvSpPr>
          <p:spPr>
            <a:xfrm>
              <a:off x="2750716" y="157586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04" name="Straight Connector 1903">
              <a:extLst>
                <a:ext uri="{FF2B5EF4-FFF2-40B4-BE49-F238E27FC236}">
                  <a16:creationId xmlns:a16="http://schemas.microsoft.com/office/drawing/2014/main" id="{361DBFD8-8291-928F-88E3-9FD7D1EA7023}"/>
                </a:ext>
              </a:extLst>
            </p:cNvPr>
            <p:cNvCxnSpPr>
              <a:cxnSpLocks/>
              <a:stCxn id="1903" idx="0"/>
            </p:cNvCxnSpPr>
            <p:nvPr/>
          </p:nvCxnSpPr>
          <p:spPr>
            <a:xfrm flipV="1">
              <a:off x="2756412" y="1552636"/>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05" name="Straight Connector 1904">
              <a:extLst>
                <a:ext uri="{FF2B5EF4-FFF2-40B4-BE49-F238E27FC236}">
                  <a16:creationId xmlns:a16="http://schemas.microsoft.com/office/drawing/2014/main" id="{173E72B5-CED1-4A70-747F-E08290FE4A59}"/>
                </a:ext>
              </a:extLst>
            </p:cNvPr>
            <p:cNvCxnSpPr>
              <a:cxnSpLocks/>
            </p:cNvCxnSpPr>
            <p:nvPr/>
          </p:nvCxnSpPr>
          <p:spPr>
            <a:xfrm>
              <a:off x="2762131" y="1552636"/>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06" name="Group 1905">
            <a:extLst>
              <a:ext uri="{FF2B5EF4-FFF2-40B4-BE49-F238E27FC236}">
                <a16:creationId xmlns:a16="http://schemas.microsoft.com/office/drawing/2014/main" id="{488EFECB-1F69-6C01-1129-B06E3F9BE0FD}"/>
              </a:ext>
            </a:extLst>
          </p:cNvPr>
          <p:cNvGrpSpPr/>
          <p:nvPr/>
        </p:nvGrpSpPr>
        <p:grpSpPr>
          <a:xfrm>
            <a:off x="2938534" y="811556"/>
            <a:ext cx="721206" cy="609701"/>
            <a:chOff x="2938534" y="811556"/>
            <a:chExt cx="721206" cy="609701"/>
          </a:xfrm>
        </p:grpSpPr>
        <p:sp>
          <p:nvSpPr>
            <p:cNvPr id="1907" name="Rectangle 1906">
              <a:extLst>
                <a:ext uri="{FF2B5EF4-FFF2-40B4-BE49-F238E27FC236}">
                  <a16:creationId xmlns:a16="http://schemas.microsoft.com/office/drawing/2014/main" id="{F4542EF3-DEBB-A602-94BD-A89137B564C0}"/>
                </a:ext>
              </a:extLst>
            </p:cNvPr>
            <p:cNvSpPr/>
            <p:nvPr/>
          </p:nvSpPr>
          <p:spPr>
            <a:xfrm>
              <a:off x="2938534"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1908" name="Rectangle 1907">
              <a:extLst>
                <a:ext uri="{FF2B5EF4-FFF2-40B4-BE49-F238E27FC236}">
                  <a16:creationId xmlns:a16="http://schemas.microsoft.com/office/drawing/2014/main" id="{173CF314-17D5-CFD4-4491-E9DA38F46DF1}"/>
                </a:ext>
              </a:extLst>
            </p:cNvPr>
            <p:cNvSpPr/>
            <p:nvPr/>
          </p:nvSpPr>
          <p:spPr>
            <a:xfrm flipV="1">
              <a:off x="3554781"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9" name="Oval 15">
              <a:extLst>
                <a:ext uri="{FF2B5EF4-FFF2-40B4-BE49-F238E27FC236}">
                  <a16:creationId xmlns:a16="http://schemas.microsoft.com/office/drawing/2014/main" id="{B21F3870-1EB9-C647-DD8F-B644DA368464}"/>
                </a:ext>
              </a:extLst>
            </p:cNvPr>
            <p:cNvSpPr/>
            <p:nvPr/>
          </p:nvSpPr>
          <p:spPr>
            <a:xfrm>
              <a:off x="3582170"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10" name="Straight Connector 1909">
              <a:extLst>
                <a:ext uri="{FF2B5EF4-FFF2-40B4-BE49-F238E27FC236}">
                  <a16:creationId xmlns:a16="http://schemas.microsoft.com/office/drawing/2014/main" id="{BAAD6274-5539-7536-FB6A-547D3BA40E57}"/>
                </a:ext>
              </a:extLst>
            </p:cNvPr>
            <p:cNvCxnSpPr>
              <a:cxnSpLocks/>
              <a:stCxn id="1909" idx="0"/>
            </p:cNvCxnSpPr>
            <p:nvPr/>
          </p:nvCxnSpPr>
          <p:spPr>
            <a:xfrm flipV="1">
              <a:off x="3587866"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11" name="Straight Connector 1910">
              <a:extLst>
                <a:ext uri="{FF2B5EF4-FFF2-40B4-BE49-F238E27FC236}">
                  <a16:creationId xmlns:a16="http://schemas.microsoft.com/office/drawing/2014/main" id="{3A587A90-5536-51B8-9E05-6E4372579F9E}"/>
                </a:ext>
              </a:extLst>
            </p:cNvPr>
            <p:cNvCxnSpPr>
              <a:cxnSpLocks/>
            </p:cNvCxnSpPr>
            <p:nvPr/>
          </p:nvCxnSpPr>
          <p:spPr>
            <a:xfrm>
              <a:off x="3593585"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12" name="Group 1911">
            <a:extLst>
              <a:ext uri="{FF2B5EF4-FFF2-40B4-BE49-F238E27FC236}">
                <a16:creationId xmlns:a16="http://schemas.microsoft.com/office/drawing/2014/main" id="{0BDA3B68-812B-4CE2-D80D-893E0BDFCD6E}"/>
              </a:ext>
            </a:extLst>
          </p:cNvPr>
          <p:cNvGrpSpPr/>
          <p:nvPr/>
        </p:nvGrpSpPr>
        <p:grpSpPr>
          <a:xfrm>
            <a:off x="6287884" y="2974052"/>
            <a:ext cx="721206" cy="609701"/>
            <a:chOff x="6287105" y="2974054"/>
            <a:chExt cx="721206" cy="609701"/>
          </a:xfrm>
        </p:grpSpPr>
        <p:sp>
          <p:nvSpPr>
            <p:cNvPr id="1913" name="Rectangle 1912">
              <a:hlinkHover r:id="" action="ppaction://noaction" highlightClick="1"/>
              <a:extLst>
                <a:ext uri="{FF2B5EF4-FFF2-40B4-BE49-F238E27FC236}">
                  <a16:creationId xmlns:a16="http://schemas.microsoft.com/office/drawing/2014/main" id="{4F2C5127-0CFD-48AC-B042-D9EF0F78C410}"/>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1914" name="Rectangle 1913">
              <a:extLst>
                <a:ext uri="{FF2B5EF4-FFF2-40B4-BE49-F238E27FC236}">
                  <a16:creationId xmlns:a16="http://schemas.microsoft.com/office/drawing/2014/main" id="{146552F8-63A0-2C13-6E3A-3DA1384CFF97}"/>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5" name="Oval 15">
              <a:extLst>
                <a:ext uri="{FF2B5EF4-FFF2-40B4-BE49-F238E27FC236}">
                  <a16:creationId xmlns:a16="http://schemas.microsoft.com/office/drawing/2014/main" id="{9EB3E4A1-37E9-9CDB-26D1-1EAD01C44A37}"/>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16" name="Straight Connector 1915">
              <a:extLst>
                <a:ext uri="{FF2B5EF4-FFF2-40B4-BE49-F238E27FC236}">
                  <a16:creationId xmlns:a16="http://schemas.microsoft.com/office/drawing/2014/main" id="{22F3E1E5-8DB8-B456-92DB-86FE891FCC86}"/>
                </a:ext>
              </a:extLst>
            </p:cNvPr>
            <p:cNvCxnSpPr>
              <a:cxnSpLocks/>
              <a:stCxn id="1915"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17" name="Straight Connector 1916">
              <a:extLst>
                <a:ext uri="{FF2B5EF4-FFF2-40B4-BE49-F238E27FC236}">
                  <a16:creationId xmlns:a16="http://schemas.microsoft.com/office/drawing/2014/main" id="{DBEE3004-BA77-73CC-BB1A-411D9265D0C6}"/>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18" name="Group 1917">
            <a:extLst>
              <a:ext uri="{FF2B5EF4-FFF2-40B4-BE49-F238E27FC236}">
                <a16:creationId xmlns:a16="http://schemas.microsoft.com/office/drawing/2014/main" id="{B52F8FC8-3187-3147-7CB9-18EA7AAB8ACA}"/>
              </a:ext>
            </a:extLst>
          </p:cNvPr>
          <p:cNvGrpSpPr/>
          <p:nvPr/>
        </p:nvGrpSpPr>
        <p:grpSpPr>
          <a:xfrm>
            <a:off x="7123928" y="2974052"/>
            <a:ext cx="721206" cy="609701"/>
            <a:chOff x="7123149" y="2974054"/>
            <a:chExt cx="721206" cy="609701"/>
          </a:xfrm>
        </p:grpSpPr>
        <p:sp>
          <p:nvSpPr>
            <p:cNvPr id="1919" name="Rectangle 1918">
              <a:hlinkHover r:id="" action="ppaction://noaction" highlightClick="1"/>
              <a:extLst>
                <a:ext uri="{FF2B5EF4-FFF2-40B4-BE49-F238E27FC236}">
                  <a16:creationId xmlns:a16="http://schemas.microsoft.com/office/drawing/2014/main" id="{BA6F2CD8-68D5-6A49-A0D7-846A8FB78273}"/>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1920" name="Rectangle 1919">
              <a:extLst>
                <a:ext uri="{FF2B5EF4-FFF2-40B4-BE49-F238E27FC236}">
                  <a16:creationId xmlns:a16="http://schemas.microsoft.com/office/drawing/2014/main" id="{08153D49-5520-C14A-9B25-CC420DD954C2}"/>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1" name="Oval 15">
              <a:extLst>
                <a:ext uri="{FF2B5EF4-FFF2-40B4-BE49-F238E27FC236}">
                  <a16:creationId xmlns:a16="http://schemas.microsoft.com/office/drawing/2014/main" id="{462B4E94-6534-C82F-EAF7-A37D3C1A5F3E}"/>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22" name="Straight Connector 1921">
              <a:extLst>
                <a:ext uri="{FF2B5EF4-FFF2-40B4-BE49-F238E27FC236}">
                  <a16:creationId xmlns:a16="http://schemas.microsoft.com/office/drawing/2014/main" id="{28265760-CB58-136F-C2C5-A15442C41623}"/>
                </a:ext>
              </a:extLst>
            </p:cNvPr>
            <p:cNvCxnSpPr>
              <a:cxnSpLocks/>
              <a:stCxn id="1921"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23" name="Straight Connector 1922">
              <a:extLst>
                <a:ext uri="{FF2B5EF4-FFF2-40B4-BE49-F238E27FC236}">
                  <a16:creationId xmlns:a16="http://schemas.microsoft.com/office/drawing/2014/main" id="{063F2640-B9C6-D7E9-4AF0-CC95B7E129CA}"/>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24" name="Group 1923">
            <a:extLst>
              <a:ext uri="{FF2B5EF4-FFF2-40B4-BE49-F238E27FC236}">
                <a16:creationId xmlns:a16="http://schemas.microsoft.com/office/drawing/2014/main" id="{AF47B5AF-4FA5-B738-1297-88C66799FEBB}"/>
              </a:ext>
            </a:extLst>
          </p:cNvPr>
          <p:cNvGrpSpPr/>
          <p:nvPr/>
        </p:nvGrpSpPr>
        <p:grpSpPr>
          <a:xfrm>
            <a:off x="9657687" y="1532274"/>
            <a:ext cx="721206" cy="609701"/>
            <a:chOff x="9656908" y="1532276"/>
            <a:chExt cx="721206" cy="609701"/>
          </a:xfrm>
        </p:grpSpPr>
        <p:sp>
          <p:nvSpPr>
            <p:cNvPr id="1925" name="Rectangle 1924">
              <a:extLst>
                <a:ext uri="{FF2B5EF4-FFF2-40B4-BE49-F238E27FC236}">
                  <a16:creationId xmlns:a16="http://schemas.microsoft.com/office/drawing/2014/main" id="{85333E3F-FCFF-2EEF-B637-163051FC6170}"/>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926" name="Rectangle 1925">
              <a:extLst>
                <a:ext uri="{FF2B5EF4-FFF2-40B4-BE49-F238E27FC236}">
                  <a16:creationId xmlns:a16="http://schemas.microsoft.com/office/drawing/2014/main" id="{53DCC191-0927-51DF-06A5-41CBA46B133A}"/>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7" name="Oval 15">
              <a:extLst>
                <a:ext uri="{FF2B5EF4-FFF2-40B4-BE49-F238E27FC236}">
                  <a16:creationId xmlns:a16="http://schemas.microsoft.com/office/drawing/2014/main" id="{A281D8D1-A534-0AE0-985B-F64EAC5ED86F}"/>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28" name="Straight Connector 1927">
              <a:extLst>
                <a:ext uri="{FF2B5EF4-FFF2-40B4-BE49-F238E27FC236}">
                  <a16:creationId xmlns:a16="http://schemas.microsoft.com/office/drawing/2014/main" id="{3BEF1FE0-81A8-DA99-9F6F-4DBE0E0545D7}"/>
                </a:ext>
              </a:extLst>
            </p:cNvPr>
            <p:cNvCxnSpPr>
              <a:cxnSpLocks/>
              <a:stCxn id="1927"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29" name="Straight Connector 1928">
              <a:extLst>
                <a:ext uri="{FF2B5EF4-FFF2-40B4-BE49-F238E27FC236}">
                  <a16:creationId xmlns:a16="http://schemas.microsoft.com/office/drawing/2014/main" id="{707C2812-B791-A4BA-1A22-D847A8E27BEB}"/>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30" name="Group 1929">
            <a:extLst>
              <a:ext uri="{FF2B5EF4-FFF2-40B4-BE49-F238E27FC236}">
                <a16:creationId xmlns:a16="http://schemas.microsoft.com/office/drawing/2014/main" id="{FBFA8731-41B3-7EC0-2833-BAB3D2A65C11}"/>
              </a:ext>
            </a:extLst>
          </p:cNvPr>
          <p:cNvGrpSpPr/>
          <p:nvPr/>
        </p:nvGrpSpPr>
        <p:grpSpPr>
          <a:xfrm>
            <a:off x="5455162" y="2974052"/>
            <a:ext cx="721206" cy="609701"/>
            <a:chOff x="5454383" y="2974054"/>
            <a:chExt cx="721206" cy="609701"/>
          </a:xfrm>
        </p:grpSpPr>
        <p:sp>
          <p:nvSpPr>
            <p:cNvPr id="1931" name="Rectangle 1930">
              <a:extLst>
                <a:ext uri="{FF2B5EF4-FFF2-40B4-BE49-F238E27FC236}">
                  <a16:creationId xmlns:a16="http://schemas.microsoft.com/office/drawing/2014/main" id="{AE873039-D9D1-CED4-BE50-9654E30D8884}"/>
                </a:ext>
              </a:extLst>
            </p:cNvPr>
            <p:cNvSpPr/>
            <p:nvPr/>
          </p:nvSpPr>
          <p:spPr>
            <a:xfrm>
              <a:off x="5454383"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1932" name="Rectangle 1931">
              <a:extLst>
                <a:ext uri="{FF2B5EF4-FFF2-40B4-BE49-F238E27FC236}">
                  <a16:creationId xmlns:a16="http://schemas.microsoft.com/office/drawing/2014/main" id="{D78ADE92-1C7A-710E-1470-106E92E5E422}"/>
                </a:ext>
              </a:extLst>
            </p:cNvPr>
            <p:cNvSpPr/>
            <p:nvPr/>
          </p:nvSpPr>
          <p:spPr>
            <a:xfrm flipV="1">
              <a:off x="6064254"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33" name="Oval 15">
              <a:extLst>
                <a:ext uri="{FF2B5EF4-FFF2-40B4-BE49-F238E27FC236}">
                  <a16:creationId xmlns:a16="http://schemas.microsoft.com/office/drawing/2014/main" id="{C23BE72A-93E4-FCEC-3B33-AC2D3B056D17}"/>
                </a:ext>
              </a:extLst>
            </p:cNvPr>
            <p:cNvSpPr/>
            <p:nvPr/>
          </p:nvSpPr>
          <p:spPr>
            <a:xfrm>
              <a:off x="6091643"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34" name="Straight Connector 1933">
              <a:extLst>
                <a:ext uri="{FF2B5EF4-FFF2-40B4-BE49-F238E27FC236}">
                  <a16:creationId xmlns:a16="http://schemas.microsoft.com/office/drawing/2014/main" id="{982A0323-8B02-58FF-612D-2E5FC17CE77C}"/>
                </a:ext>
              </a:extLst>
            </p:cNvPr>
            <p:cNvCxnSpPr>
              <a:cxnSpLocks/>
              <a:stCxn id="1933" idx="0"/>
            </p:cNvCxnSpPr>
            <p:nvPr/>
          </p:nvCxnSpPr>
          <p:spPr>
            <a:xfrm flipV="1">
              <a:off x="6097339"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35" name="Straight Connector 1934">
              <a:extLst>
                <a:ext uri="{FF2B5EF4-FFF2-40B4-BE49-F238E27FC236}">
                  <a16:creationId xmlns:a16="http://schemas.microsoft.com/office/drawing/2014/main" id="{E1FE34D8-4927-C32C-73D3-FCE87BBE5D42}"/>
                </a:ext>
              </a:extLst>
            </p:cNvPr>
            <p:cNvCxnSpPr>
              <a:cxnSpLocks/>
            </p:cNvCxnSpPr>
            <p:nvPr/>
          </p:nvCxnSpPr>
          <p:spPr>
            <a:xfrm>
              <a:off x="6103058"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40" name="Group 1939">
            <a:extLst>
              <a:ext uri="{FF2B5EF4-FFF2-40B4-BE49-F238E27FC236}">
                <a16:creationId xmlns:a16="http://schemas.microsoft.com/office/drawing/2014/main" id="{1EDB6CCD-C119-8501-4BCC-CA2F7971B04A}"/>
              </a:ext>
            </a:extLst>
          </p:cNvPr>
          <p:cNvGrpSpPr/>
          <p:nvPr/>
        </p:nvGrpSpPr>
        <p:grpSpPr>
          <a:xfrm>
            <a:off x="2942396" y="3698227"/>
            <a:ext cx="721206" cy="609701"/>
            <a:chOff x="2942396" y="3698227"/>
            <a:chExt cx="721206" cy="609701"/>
          </a:xfrm>
        </p:grpSpPr>
        <p:sp>
          <p:nvSpPr>
            <p:cNvPr id="1941" name="Rectangle 1940">
              <a:extLst>
                <a:ext uri="{FF2B5EF4-FFF2-40B4-BE49-F238E27FC236}">
                  <a16:creationId xmlns:a16="http://schemas.microsoft.com/office/drawing/2014/main" id="{438E01E2-14E5-4F36-D210-CCA1BDF7418C}"/>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1942" name="Right Triangle 1941">
              <a:extLst>
                <a:ext uri="{FF2B5EF4-FFF2-40B4-BE49-F238E27FC236}">
                  <a16:creationId xmlns:a16="http://schemas.microsoft.com/office/drawing/2014/main" id="{99114DB0-783A-37E5-1A32-02EBD636A2DA}"/>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43" name="Group 1942">
              <a:extLst>
                <a:ext uri="{FF2B5EF4-FFF2-40B4-BE49-F238E27FC236}">
                  <a16:creationId xmlns:a16="http://schemas.microsoft.com/office/drawing/2014/main" id="{27D1106F-14B4-847C-3E10-2D61BD93401C}"/>
                </a:ext>
              </a:extLst>
            </p:cNvPr>
            <p:cNvGrpSpPr/>
            <p:nvPr/>
          </p:nvGrpSpPr>
          <p:grpSpPr>
            <a:xfrm>
              <a:off x="3607770" y="3713045"/>
              <a:ext cx="37817" cy="61390"/>
              <a:chOff x="3883481" y="2057400"/>
              <a:chExt cx="1608363" cy="2652031"/>
            </a:xfrm>
            <a:solidFill>
              <a:srgbClr val="A6A6A6"/>
            </a:solidFill>
          </p:grpSpPr>
          <p:sp>
            <p:nvSpPr>
              <p:cNvPr id="1944" name="Oval 27">
                <a:extLst>
                  <a:ext uri="{FF2B5EF4-FFF2-40B4-BE49-F238E27FC236}">
                    <a16:creationId xmlns:a16="http://schemas.microsoft.com/office/drawing/2014/main" id="{53E2B3C3-7729-549A-4C68-2A4F9820894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45" name="Oval 28">
                <a:extLst>
                  <a:ext uri="{FF2B5EF4-FFF2-40B4-BE49-F238E27FC236}">
                    <a16:creationId xmlns:a16="http://schemas.microsoft.com/office/drawing/2014/main" id="{9E665435-0D96-A05B-12A4-C445C5E748E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46" name="Group 1945">
            <a:extLst>
              <a:ext uri="{FF2B5EF4-FFF2-40B4-BE49-F238E27FC236}">
                <a16:creationId xmlns:a16="http://schemas.microsoft.com/office/drawing/2014/main" id="{8CD770CB-32B4-D3C3-CAE2-6F10DF3A4E98}"/>
              </a:ext>
            </a:extLst>
          </p:cNvPr>
          <p:cNvGrpSpPr/>
          <p:nvPr/>
        </p:nvGrpSpPr>
        <p:grpSpPr>
          <a:xfrm>
            <a:off x="3779083" y="3698227"/>
            <a:ext cx="721206" cy="609701"/>
            <a:chOff x="3779083" y="3698227"/>
            <a:chExt cx="721206" cy="609701"/>
          </a:xfrm>
        </p:grpSpPr>
        <p:sp>
          <p:nvSpPr>
            <p:cNvPr id="1947" name="Rectangle 1946">
              <a:extLst>
                <a:ext uri="{FF2B5EF4-FFF2-40B4-BE49-F238E27FC236}">
                  <a16:creationId xmlns:a16="http://schemas.microsoft.com/office/drawing/2014/main" id="{D1D4E2F9-E828-A6FB-E582-ACBD56512A43}"/>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1948" name="Right Triangle 1947">
              <a:extLst>
                <a:ext uri="{FF2B5EF4-FFF2-40B4-BE49-F238E27FC236}">
                  <a16:creationId xmlns:a16="http://schemas.microsoft.com/office/drawing/2014/main" id="{BE0393AA-FDC1-51F0-BBFC-BEDE23A5AE4E}"/>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49" name="Group 1948">
              <a:extLst>
                <a:ext uri="{FF2B5EF4-FFF2-40B4-BE49-F238E27FC236}">
                  <a16:creationId xmlns:a16="http://schemas.microsoft.com/office/drawing/2014/main" id="{CA5F417E-A75F-84AC-EAF6-9BE6B9C97CD0}"/>
                </a:ext>
              </a:extLst>
            </p:cNvPr>
            <p:cNvGrpSpPr/>
            <p:nvPr/>
          </p:nvGrpSpPr>
          <p:grpSpPr>
            <a:xfrm>
              <a:off x="4448518" y="3706736"/>
              <a:ext cx="37817" cy="61390"/>
              <a:chOff x="3883481" y="2057400"/>
              <a:chExt cx="1608363" cy="2652031"/>
            </a:xfrm>
            <a:solidFill>
              <a:srgbClr val="A6A6A6"/>
            </a:solidFill>
          </p:grpSpPr>
          <p:sp>
            <p:nvSpPr>
              <p:cNvPr id="1950" name="Oval 27">
                <a:extLst>
                  <a:ext uri="{FF2B5EF4-FFF2-40B4-BE49-F238E27FC236}">
                    <a16:creationId xmlns:a16="http://schemas.microsoft.com/office/drawing/2014/main" id="{2EAAF90A-CCFE-21BB-DC65-408BC9A7DC1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51" name="Oval 28">
                <a:extLst>
                  <a:ext uri="{FF2B5EF4-FFF2-40B4-BE49-F238E27FC236}">
                    <a16:creationId xmlns:a16="http://schemas.microsoft.com/office/drawing/2014/main" id="{EB8A48A5-6468-011A-38EB-2064FC86210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52" name="Group 1951">
            <a:extLst>
              <a:ext uri="{FF2B5EF4-FFF2-40B4-BE49-F238E27FC236}">
                <a16:creationId xmlns:a16="http://schemas.microsoft.com/office/drawing/2014/main" id="{63491AF3-D380-DF9C-3FC5-0538601528EC}"/>
              </a:ext>
            </a:extLst>
          </p:cNvPr>
          <p:cNvGrpSpPr/>
          <p:nvPr/>
        </p:nvGrpSpPr>
        <p:grpSpPr>
          <a:xfrm>
            <a:off x="1268379" y="2974054"/>
            <a:ext cx="721206" cy="609701"/>
            <a:chOff x="1268379" y="2974054"/>
            <a:chExt cx="721206" cy="609701"/>
          </a:xfrm>
        </p:grpSpPr>
        <p:sp>
          <p:nvSpPr>
            <p:cNvPr id="1953" name="Rectangle 1952">
              <a:extLst>
                <a:ext uri="{FF2B5EF4-FFF2-40B4-BE49-F238E27FC236}">
                  <a16:creationId xmlns:a16="http://schemas.microsoft.com/office/drawing/2014/main" id="{239208F0-4A93-4BC4-4473-94C60BAAEFF3}"/>
                </a:ext>
              </a:extLst>
            </p:cNvPr>
            <p:cNvSpPr/>
            <p:nvPr/>
          </p:nvSpPr>
          <p:spPr>
            <a:xfrm>
              <a:off x="126837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1954" name="Right Triangle 1953">
              <a:extLst>
                <a:ext uri="{FF2B5EF4-FFF2-40B4-BE49-F238E27FC236}">
                  <a16:creationId xmlns:a16="http://schemas.microsoft.com/office/drawing/2014/main" id="{D01289BE-1747-0C70-2B9D-CF401BA4B202}"/>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55" name="Group 1954">
              <a:extLst>
                <a:ext uri="{FF2B5EF4-FFF2-40B4-BE49-F238E27FC236}">
                  <a16:creationId xmlns:a16="http://schemas.microsoft.com/office/drawing/2014/main" id="{2FEE7FBB-2E89-63FC-7EC4-C65114F345C8}"/>
                </a:ext>
              </a:extLst>
            </p:cNvPr>
            <p:cNvGrpSpPr/>
            <p:nvPr/>
          </p:nvGrpSpPr>
          <p:grpSpPr>
            <a:xfrm>
              <a:off x="1938974" y="2986444"/>
              <a:ext cx="37817" cy="61390"/>
              <a:chOff x="3883481" y="2057400"/>
              <a:chExt cx="1608363" cy="2652031"/>
            </a:xfrm>
            <a:solidFill>
              <a:srgbClr val="A6A6A6"/>
            </a:solidFill>
          </p:grpSpPr>
          <p:sp>
            <p:nvSpPr>
              <p:cNvPr id="1956" name="Oval 27">
                <a:extLst>
                  <a:ext uri="{FF2B5EF4-FFF2-40B4-BE49-F238E27FC236}">
                    <a16:creationId xmlns:a16="http://schemas.microsoft.com/office/drawing/2014/main" id="{B356F074-8AC2-5631-023A-43D644FF128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57" name="Oval 28">
                <a:extLst>
                  <a:ext uri="{FF2B5EF4-FFF2-40B4-BE49-F238E27FC236}">
                    <a16:creationId xmlns:a16="http://schemas.microsoft.com/office/drawing/2014/main" id="{0E8CCAAE-B8CB-313E-DE1A-191C30F993D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58" name="Group 1957">
            <a:extLst>
              <a:ext uri="{FF2B5EF4-FFF2-40B4-BE49-F238E27FC236}">
                <a16:creationId xmlns:a16="http://schemas.microsoft.com/office/drawing/2014/main" id="{1500B7F5-7A00-B7D6-DB61-F8FDF3B44620}"/>
              </a:ext>
            </a:extLst>
          </p:cNvPr>
          <p:cNvGrpSpPr/>
          <p:nvPr/>
        </p:nvGrpSpPr>
        <p:grpSpPr>
          <a:xfrm>
            <a:off x="2099602" y="5136552"/>
            <a:ext cx="721206" cy="609701"/>
            <a:chOff x="2099602" y="5136552"/>
            <a:chExt cx="721206" cy="609701"/>
          </a:xfrm>
        </p:grpSpPr>
        <p:sp>
          <p:nvSpPr>
            <p:cNvPr id="1959" name="Rectangle 1958">
              <a:extLst>
                <a:ext uri="{FF2B5EF4-FFF2-40B4-BE49-F238E27FC236}">
                  <a16:creationId xmlns:a16="http://schemas.microsoft.com/office/drawing/2014/main" id="{7879D30D-EB48-42D8-7531-D75DAC54232B}"/>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1960" name="Right Triangle 1959">
              <a:extLst>
                <a:ext uri="{FF2B5EF4-FFF2-40B4-BE49-F238E27FC236}">
                  <a16:creationId xmlns:a16="http://schemas.microsoft.com/office/drawing/2014/main" id="{B641A1E1-3F48-5B57-2F00-B08DC4A86700}"/>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61" name="Group 1960">
              <a:extLst>
                <a:ext uri="{FF2B5EF4-FFF2-40B4-BE49-F238E27FC236}">
                  <a16:creationId xmlns:a16="http://schemas.microsoft.com/office/drawing/2014/main" id="{BB6853A7-86E9-3832-801B-E3ABD3B110D8}"/>
                </a:ext>
              </a:extLst>
            </p:cNvPr>
            <p:cNvGrpSpPr/>
            <p:nvPr/>
          </p:nvGrpSpPr>
          <p:grpSpPr>
            <a:xfrm>
              <a:off x="2765664" y="5151370"/>
              <a:ext cx="37817" cy="61390"/>
              <a:chOff x="3883481" y="2057400"/>
              <a:chExt cx="1608363" cy="2652031"/>
            </a:xfrm>
            <a:solidFill>
              <a:srgbClr val="A6A6A6"/>
            </a:solidFill>
          </p:grpSpPr>
          <p:sp>
            <p:nvSpPr>
              <p:cNvPr id="1962" name="Oval 27">
                <a:extLst>
                  <a:ext uri="{FF2B5EF4-FFF2-40B4-BE49-F238E27FC236}">
                    <a16:creationId xmlns:a16="http://schemas.microsoft.com/office/drawing/2014/main" id="{27FDDA3C-E54E-DDEE-CF47-ED94B0F49DA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63" name="Oval 28">
                <a:extLst>
                  <a:ext uri="{FF2B5EF4-FFF2-40B4-BE49-F238E27FC236}">
                    <a16:creationId xmlns:a16="http://schemas.microsoft.com/office/drawing/2014/main" id="{6C367035-3211-7073-C56A-15DB9DB0450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64" name="Group 1963">
            <a:extLst>
              <a:ext uri="{FF2B5EF4-FFF2-40B4-BE49-F238E27FC236}">
                <a16:creationId xmlns:a16="http://schemas.microsoft.com/office/drawing/2014/main" id="{36A1A1D6-0D21-2FFA-467F-BCA1698D697C}"/>
              </a:ext>
            </a:extLst>
          </p:cNvPr>
          <p:cNvGrpSpPr/>
          <p:nvPr/>
        </p:nvGrpSpPr>
        <p:grpSpPr>
          <a:xfrm>
            <a:off x="2100388" y="4419620"/>
            <a:ext cx="721206" cy="609701"/>
            <a:chOff x="2100388" y="4419620"/>
            <a:chExt cx="721206" cy="609701"/>
          </a:xfrm>
        </p:grpSpPr>
        <p:sp>
          <p:nvSpPr>
            <p:cNvPr id="1965" name="Rectangle 1964">
              <a:extLst>
                <a:ext uri="{FF2B5EF4-FFF2-40B4-BE49-F238E27FC236}">
                  <a16:creationId xmlns:a16="http://schemas.microsoft.com/office/drawing/2014/main" id="{05842372-6F68-C759-9664-2450DBF2D30C}"/>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1966" name="Right Triangle 1965">
              <a:extLst>
                <a:ext uri="{FF2B5EF4-FFF2-40B4-BE49-F238E27FC236}">
                  <a16:creationId xmlns:a16="http://schemas.microsoft.com/office/drawing/2014/main" id="{6C0C630F-F951-7A46-A1DD-79D48F1E5797}"/>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67" name="Group 1966">
              <a:extLst>
                <a:ext uri="{FF2B5EF4-FFF2-40B4-BE49-F238E27FC236}">
                  <a16:creationId xmlns:a16="http://schemas.microsoft.com/office/drawing/2014/main" id="{A91E499D-5FC7-52EB-F49A-ADF46252FC37}"/>
                </a:ext>
              </a:extLst>
            </p:cNvPr>
            <p:cNvGrpSpPr/>
            <p:nvPr/>
          </p:nvGrpSpPr>
          <p:grpSpPr>
            <a:xfrm>
              <a:off x="2769861" y="4434438"/>
              <a:ext cx="37817" cy="61390"/>
              <a:chOff x="3883481" y="2057400"/>
              <a:chExt cx="1608363" cy="2652031"/>
            </a:xfrm>
            <a:solidFill>
              <a:srgbClr val="A6A6A6"/>
            </a:solidFill>
          </p:grpSpPr>
          <p:sp>
            <p:nvSpPr>
              <p:cNvPr id="1968" name="Oval 27">
                <a:extLst>
                  <a:ext uri="{FF2B5EF4-FFF2-40B4-BE49-F238E27FC236}">
                    <a16:creationId xmlns:a16="http://schemas.microsoft.com/office/drawing/2014/main" id="{433820BD-F54D-0564-9B8F-9BEF2B05914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69" name="Oval 28">
                <a:extLst>
                  <a:ext uri="{FF2B5EF4-FFF2-40B4-BE49-F238E27FC236}">
                    <a16:creationId xmlns:a16="http://schemas.microsoft.com/office/drawing/2014/main" id="{456218E8-2206-DE73-BE5E-629B188BCE4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70" name="Group 1969">
            <a:extLst>
              <a:ext uri="{FF2B5EF4-FFF2-40B4-BE49-F238E27FC236}">
                <a16:creationId xmlns:a16="http://schemas.microsoft.com/office/drawing/2014/main" id="{F54625AB-5D0C-F592-BF0E-73848A0167C9}"/>
              </a:ext>
            </a:extLst>
          </p:cNvPr>
          <p:cNvGrpSpPr/>
          <p:nvPr/>
        </p:nvGrpSpPr>
        <p:grpSpPr>
          <a:xfrm>
            <a:off x="8807246" y="1508831"/>
            <a:ext cx="721206" cy="609701"/>
            <a:chOff x="8807246" y="1532278"/>
            <a:chExt cx="721206" cy="609701"/>
          </a:xfrm>
        </p:grpSpPr>
        <p:sp>
          <p:nvSpPr>
            <p:cNvPr id="1971" name="Rectangle 1970">
              <a:hlinkHover r:id="" action="ppaction://noaction" highlightClick="1"/>
              <a:extLst>
                <a:ext uri="{FF2B5EF4-FFF2-40B4-BE49-F238E27FC236}">
                  <a16:creationId xmlns:a16="http://schemas.microsoft.com/office/drawing/2014/main" id="{1E1D947A-59EE-A5DA-1CBF-E616A29797BD}"/>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1972" name="Oval 1971">
              <a:extLst>
                <a:ext uri="{FF2B5EF4-FFF2-40B4-BE49-F238E27FC236}">
                  <a16:creationId xmlns:a16="http://schemas.microsoft.com/office/drawing/2014/main" id="{AE6EC45B-BB27-DE3C-E36D-239A075CABC2}"/>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73" name="Isosceles Triangle 648">
              <a:extLst>
                <a:ext uri="{FF2B5EF4-FFF2-40B4-BE49-F238E27FC236}">
                  <a16:creationId xmlns:a16="http://schemas.microsoft.com/office/drawing/2014/main" id="{4C0DCBC1-0FCE-8062-9546-EE0C49CCDBD0}"/>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974" name="Group 1973">
            <a:extLst>
              <a:ext uri="{FF2B5EF4-FFF2-40B4-BE49-F238E27FC236}">
                <a16:creationId xmlns:a16="http://schemas.microsoft.com/office/drawing/2014/main" id="{9CB5FAAC-9098-F09F-0526-27ADDB379AA9}"/>
              </a:ext>
            </a:extLst>
          </p:cNvPr>
          <p:cNvGrpSpPr/>
          <p:nvPr/>
        </p:nvGrpSpPr>
        <p:grpSpPr>
          <a:xfrm>
            <a:off x="11356242" y="1508829"/>
            <a:ext cx="721206" cy="609701"/>
            <a:chOff x="11356242" y="1532276"/>
            <a:chExt cx="721206" cy="609701"/>
          </a:xfrm>
        </p:grpSpPr>
        <p:sp>
          <p:nvSpPr>
            <p:cNvPr id="1975" name="Rectangle 1974">
              <a:hlinkHover r:id="" action="ppaction://noaction" highlightClick="1"/>
              <a:extLst>
                <a:ext uri="{FF2B5EF4-FFF2-40B4-BE49-F238E27FC236}">
                  <a16:creationId xmlns:a16="http://schemas.microsoft.com/office/drawing/2014/main" id="{5D1D9153-FA9D-DCED-3783-09E40EC6AF2D}"/>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1976" name="Oval 1975">
              <a:extLst>
                <a:ext uri="{FF2B5EF4-FFF2-40B4-BE49-F238E27FC236}">
                  <a16:creationId xmlns:a16="http://schemas.microsoft.com/office/drawing/2014/main" id="{BAAD7F03-1C3F-1237-E725-FD77AECD52C9}"/>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77" name="Isosceles Triangle 648">
              <a:extLst>
                <a:ext uri="{FF2B5EF4-FFF2-40B4-BE49-F238E27FC236}">
                  <a16:creationId xmlns:a16="http://schemas.microsoft.com/office/drawing/2014/main" id="{21A22C48-C047-98BB-C58A-97BA446FE81D}"/>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978" name="Group 1977">
            <a:extLst>
              <a:ext uri="{FF2B5EF4-FFF2-40B4-BE49-F238E27FC236}">
                <a16:creationId xmlns:a16="http://schemas.microsoft.com/office/drawing/2014/main" id="{1D48CDB7-7476-2B7A-6896-DA60BE8C67A5}"/>
              </a:ext>
            </a:extLst>
          </p:cNvPr>
          <p:cNvGrpSpPr/>
          <p:nvPr/>
        </p:nvGrpSpPr>
        <p:grpSpPr>
          <a:xfrm>
            <a:off x="3776511" y="2974054"/>
            <a:ext cx="724141" cy="609701"/>
            <a:chOff x="3776511" y="2974054"/>
            <a:chExt cx="724141" cy="609701"/>
          </a:xfrm>
        </p:grpSpPr>
        <p:sp>
          <p:nvSpPr>
            <p:cNvPr id="1979" name="Rectangle 1978">
              <a:extLst>
                <a:ext uri="{FF2B5EF4-FFF2-40B4-BE49-F238E27FC236}">
                  <a16:creationId xmlns:a16="http://schemas.microsoft.com/office/drawing/2014/main" id="{3E1E5649-C595-0E3D-793A-D82E4BFCD158}"/>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1980" name="Right Triangle 1979">
              <a:extLst>
                <a:ext uri="{FF2B5EF4-FFF2-40B4-BE49-F238E27FC236}">
                  <a16:creationId xmlns:a16="http://schemas.microsoft.com/office/drawing/2014/main" id="{B6B7F5F1-4C12-9087-CB2E-A6462DF9097F}"/>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81" name="Group 1980">
              <a:extLst>
                <a:ext uri="{FF2B5EF4-FFF2-40B4-BE49-F238E27FC236}">
                  <a16:creationId xmlns:a16="http://schemas.microsoft.com/office/drawing/2014/main" id="{BE104AD9-3452-0539-0C91-A2E3AF3EC217}"/>
                </a:ext>
              </a:extLst>
            </p:cNvPr>
            <p:cNvGrpSpPr/>
            <p:nvPr/>
          </p:nvGrpSpPr>
          <p:grpSpPr>
            <a:xfrm>
              <a:off x="4450041" y="2982563"/>
              <a:ext cx="37817" cy="61390"/>
              <a:chOff x="3883481" y="2057400"/>
              <a:chExt cx="1608363" cy="2652031"/>
            </a:xfrm>
            <a:solidFill>
              <a:srgbClr val="A6A6A6"/>
            </a:solidFill>
          </p:grpSpPr>
          <p:sp>
            <p:nvSpPr>
              <p:cNvPr id="1982" name="Oval 27">
                <a:extLst>
                  <a:ext uri="{FF2B5EF4-FFF2-40B4-BE49-F238E27FC236}">
                    <a16:creationId xmlns:a16="http://schemas.microsoft.com/office/drawing/2014/main" id="{BDE1C040-CD14-EF3C-CB1A-62EF21F4007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3" name="Oval 28">
                <a:extLst>
                  <a:ext uri="{FF2B5EF4-FFF2-40B4-BE49-F238E27FC236}">
                    <a16:creationId xmlns:a16="http://schemas.microsoft.com/office/drawing/2014/main" id="{0A08E714-38FD-25EA-64A4-D9D954F88D5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84" name="Group 1983">
            <a:extLst>
              <a:ext uri="{FF2B5EF4-FFF2-40B4-BE49-F238E27FC236}">
                <a16:creationId xmlns:a16="http://schemas.microsoft.com/office/drawing/2014/main" id="{E7A921C5-71BF-392C-55D1-2F390B7A888E}"/>
              </a:ext>
            </a:extLst>
          </p:cNvPr>
          <p:cNvGrpSpPr/>
          <p:nvPr/>
        </p:nvGrpSpPr>
        <p:grpSpPr>
          <a:xfrm>
            <a:off x="2889438" y="751337"/>
            <a:ext cx="5022643" cy="5001728"/>
            <a:chOff x="2889438" y="751337"/>
            <a:chExt cx="5022643" cy="5001728"/>
          </a:xfrm>
        </p:grpSpPr>
        <p:cxnSp>
          <p:nvCxnSpPr>
            <p:cNvPr id="1985" name="Straight Connector 1984">
              <a:extLst>
                <a:ext uri="{FF2B5EF4-FFF2-40B4-BE49-F238E27FC236}">
                  <a16:creationId xmlns:a16="http://schemas.microsoft.com/office/drawing/2014/main" id="{650F0115-32B8-E3E1-56D9-3F886DD3458A}"/>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86" name="Straight Connector 1985">
              <a:extLst>
                <a:ext uri="{FF2B5EF4-FFF2-40B4-BE49-F238E27FC236}">
                  <a16:creationId xmlns:a16="http://schemas.microsoft.com/office/drawing/2014/main" id="{4003E272-F08E-B24F-B28C-03BD6D4EAE9B}"/>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87" name="Straight Connector 1986">
              <a:extLst>
                <a:ext uri="{FF2B5EF4-FFF2-40B4-BE49-F238E27FC236}">
                  <a16:creationId xmlns:a16="http://schemas.microsoft.com/office/drawing/2014/main" id="{E6D2A7EC-FDCF-5DE4-C5DE-A99C673696B9}"/>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88" name="Straight Connector 1987">
              <a:extLst>
                <a:ext uri="{FF2B5EF4-FFF2-40B4-BE49-F238E27FC236}">
                  <a16:creationId xmlns:a16="http://schemas.microsoft.com/office/drawing/2014/main" id="{6BF78686-CCF4-CA84-A047-CE5A152F910C}"/>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89" name="Straight Connector 1988">
              <a:extLst>
                <a:ext uri="{FF2B5EF4-FFF2-40B4-BE49-F238E27FC236}">
                  <a16:creationId xmlns:a16="http://schemas.microsoft.com/office/drawing/2014/main" id="{B4F297E1-052A-2FDC-9BB6-0F1A434451A3}"/>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90" name="Straight Connector 1989">
              <a:extLst>
                <a:ext uri="{FF2B5EF4-FFF2-40B4-BE49-F238E27FC236}">
                  <a16:creationId xmlns:a16="http://schemas.microsoft.com/office/drawing/2014/main" id="{F3AD7E33-4420-77D8-7F53-C7D9C123391C}"/>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91" name="Straight Connector 1990">
              <a:extLst>
                <a:ext uri="{FF2B5EF4-FFF2-40B4-BE49-F238E27FC236}">
                  <a16:creationId xmlns:a16="http://schemas.microsoft.com/office/drawing/2014/main" id="{806BD44B-A403-3045-9E3E-634E4178F111}"/>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92" name="Straight Connector 1991">
              <a:extLst>
                <a:ext uri="{FF2B5EF4-FFF2-40B4-BE49-F238E27FC236}">
                  <a16:creationId xmlns:a16="http://schemas.microsoft.com/office/drawing/2014/main" id="{DDB7D113-45AC-C7C8-727A-BD09A0CF266D}"/>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93" name="Straight Connector 1992">
              <a:extLst>
                <a:ext uri="{FF2B5EF4-FFF2-40B4-BE49-F238E27FC236}">
                  <a16:creationId xmlns:a16="http://schemas.microsoft.com/office/drawing/2014/main" id="{168EEA75-2079-D7FB-1EFB-6B6C528AD024}"/>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94" name="Straight Connector 1993">
              <a:extLst>
                <a:ext uri="{FF2B5EF4-FFF2-40B4-BE49-F238E27FC236}">
                  <a16:creationId xmlns:a16="http://schemas.microsoft.com/office/drawing/2014/main" id="{FD111B54-C70B-5D35-203C-9252BB3A5C49}"/>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95" name="Group 1994">
            <a:extLst>
              <a:ext uri="{FF2B5EF4-FFF2-40B4-BE49-F238E27FC236}">
                <a16:creationId xmlns:a16="http://schemas.microsoft.com/office/drawing/2014/main" id="{ADE766E9-64D1-1CB7-7B2A-D9DFD76D8471}"/>
              </a:ext>
            </a:extLst>
          </p:cNvPr>
          <p:cNvGrpSpPr/>
          <p:nvPr/>
        </p:nvGrpSpPr>
        <p:grpSpPr>
          <a:xfrm>
            <a:off x="7905566" y="751337"/>
            <a:ext cx="3396155" cy="4999377"/>
            <a:chOff x="7905566" y="751337"/>
            <a:chExt cx="3396155" cy="4999377"/>
          </a:xfrm>
        </p:grpSpPr>
        <p:cxnSp>
          <p:nvCxnSpPr>
            <p:cNvPr id="1996" name="Straight Connector 1995">
              <a:extLst>
                <a:ext uri="{FF2B5EF4-FFF2-40B4-BE49-F238E27FC236}">
                  <a16:creationId xmlns:a16="http://schemas.microsoft.com/office/drawing/2014/main" id="{97FD11AC-5DC0-1509-C7B5-DE4F67D61DD6}"/>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97" name="Straight Connector 1996">
              <a:extLst>
                <a:ext uri="{FF2B5EF4-FFF2-40B4-BE49-F238E27FC236}">
                  <a16:creationId xmlns:a16="http://schemas.microsoft.com/office/drawing/2014/main" id="{4AEC9619-6C97-FDB2-7048-4749772A8A8C}"/>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98" name="Straight Connector 1997">
              <a:extLst>
                <a:ext uri="{FF2B5EF4-FFF2-40B4-BE49-F238E27FC236}">
                  <a16:creationId xmlns:a16="http://schemas.microsoft.com/office/drawing/2014/main" id="{31743B39-B046-3753-83D6-91007937269B}"/>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99" name="Straight Connector 1998">
              <a:extLst>
                <a:ext uri="{FF2B5EF4-FFF2-40B4-BE49-F238E27FC236}">
                  <a16:creationId xmlns:a16="http://schemas.microsoft.com/office/drawing/2014/main" id="{19F793D8-808C-5C97-946B-AEFB485E20A1}"/>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00" name="Straight Connector 1999">
              <a:extLst>
                <a:ext uri="{FF2B5EF4-FFF2-40B4-BE49-F238E27FC236}">
                  <a16:creationId xmlns:a16="http://schemas.microsoft.com/office/drawing/2014/main" id="{7CA0B48D-E584-3FE8-5718-405A6DE1AD32}"/>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01" name="Straight Connector 2000">
              <a:extLst>
                <a:ext uri="{FF2B5EF4-FFF2-40B4-BE49-F238E27FC236}">
                  <a16:creationId xmlns:a16="http://schemas.microsoft.com/office/drawing/2014/main" id="{55CEFA04-9EE1-15F6-AEFB-7A1C65CA939A}"/>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02" name="Straight Connector 2001">
              <a:extLst>
                <a:ext uri="{FF2B5EF4-FFF2-40B4-BE49-F238E27FC236}">
                  <a16:creationId xmlns:a16="http://schemas.microsoft.com/office/drawing/2014/main" id="{46C3657A-1C28-4FFC-BEF5-CAEF9F4A6899}"/>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2003" name="Straight Connector 2002">
            <a:extLst>
              <a:ext uri="{FF2B5EF4-FFF2-40B4-BE49-F238E27FC236}">
                <a16:creationId xmlns:a16="http://schemas.microsoft.com/office/drawing/2014/main" id="{74C8E20B-DAC5-CBFC-8553-5DF475EE10AF}"/>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2004" name="Group 2003">
            <a:extLst>
              <a:ext uri="{FF2B5EF4-FFF2-40B4-BE49-F238E27FC236}">
                <a16:creationId xmlns:a16="http://schemas.microsoft.com/office/drawing/2014/main" id="{09BCD54C-23A4-D860-1C0E-7B38CBD40C58}"/>
              </a:ext>
            </a:extLst>
          </p:cNvPr>
          <p:cNvGrpSpPr/>
          <p:nvPr/>
        </p:nvGrpSpPr>
        <p:grpSpPr>
          <a:xfrm>
            <a:off x="10520479" y="90836"/>
            <a:ext cx="721206" cy="609701"/>
            <a:chOff x="10520479" y="90836"/>
            <a:chExt cx="721206" cy="609701"/>
          </a:xfrm>
        </p:grpSpPr>
        <p:sp>
          <p:nvSpPr>
            <p:cNvPr id="2005" name="Rectangle 2004">
              <a:hlinkHover r:id="" action="ppaction://noaction" highlightClick="1"/>
              <a:extLst>
                <a:ext uri="{FF2B5EF4-FFF2-40B4-BE49-F238E27FC236}">
                  <a16:creationId xmlns:a16="http://schemas.microsoft.com/office/drawing/2014/main" id="{8146B96C-2D13-72DB-457C-429B4FFB9B85}"/>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2006" name="Oval 2005">
              <a:extLst>
                <a:ext uri="{FF2B5EF4-FFF2-40B4-BE49-F238E27FC236}">
                  <a16:creationId xmlns:a16="http://schemas.microsoft.com/office/drawing/2014/main" id="{6581EF3C-906B-A1EF-B808-7FC695EFF2B1}"/>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07" name="Isosceles Triangle 648">
              <a:extLst>
                <a:ext uri="{FF2B5EF4-FFF2-40B4-BE49-F238E27FC236}">
                  <a16:creationId xmlns:a16="http://schemas.microsoft.com/office/drawing/2014/main" id="{BE7D0B96-0C46-EEFB-18C5-25B89889E2DF}"/>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008" name="Group 2007">
            <a:extLst>
              <a:ext uri="{FF2B5EF4-FFF2-40B4-BE49-F238E27FC236}">
                <a16:creationId xmlns:a16="http://schemas.microsoft.com/office/drawing/2014/main" id="{7BF13FA4-1537-425A-11EC-8EA185633D0A}"/>
              </a:ext>
            </a:extLst>
          </p:cNvPr>
          <p:cNvGrpSpPr/>
          <p:nvPr/>
        </p:nvGrpSpPr>
        <p:grpSpPr>
          <a:xfrm>
            <a:off x="4605608" y="811556"/>
            <a:ext cx="722055" cy="609701"/>
            <a:chOff x="4605608" y="811556"/>
            <a:chExt cx="722055" cy="609701"/>
          </a:xfrm>
        </p:grpSpPr>
        <p:sp>
          <p:nvSpPr>
            <p:cNvPr id="2009" name="Rectangle 2008">
              <a:extLst>
                <a:ext uri="{FF2B5EF4-FFF2-40B4-BE49-F238E27FC236}">
                  <a16:creationId xmlns:a16="http://schemas.microsoft.com/office/drawing/2014/main" id="{901ACF63-4F86-5840-E628-BB7319B23EAE}"/>
                </a:ext>
              </a:extLst>
            </p:cNvPr>
            <p:cNvSpPr/>
            <p:nvPr/>
          </p:nvSpPr>
          <p:spPr>
            <a:xfrm>
              <a:off x="4605608" y="811556"/>
              <a:ext cx="721203"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010" name="Rectangle 2009">
              <a:extLst>
                <a:ext uri="{FF2B5EF4-FFF2-40B4-BE49-F238E27FC236}">
                  <a16:creationId xmlns:a16="http://schemas.microsoft.com/office/drawing/2014/main" id="{E1FA1675-93E5-3D79-CC7C-7880B8394DC5}"/>
                </a:ext>
              </a:extLst>
            </p:cNvPr>
            <p:cNvSpPr/>
            <p:nvPr/>
          </p:nvSpPr>
          <p:spPr>
            <a:xfrm flipV="1">
              <a:off x="5227471"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11" name="Oval 15">
              <a:extLst>
                <a:ext uri="{FF2B5EF4-FFF2-40B4-BE49-F238E27FC236}">
                  <a16:creationId xmlns:a16="http://schemas.microsoft.com/office/drawing/2014/main" id="{A0DE09B7-83DB-715B-A35B-9D1ED209C72A}"/>
                </a:ext>
              </a:extLst>
            </p:cNvPr>
            <p:cNvSpPr/>
            <p:nvPr/>
          </p:nvSpPr>
          <p:spPr>
            <a:xfrm>
              <a:off x="5254860"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12" name="Straight Connector 2011">
              <a:extLst>
                <a:ext uri="{FF2B5EF4-FFF2-40B4-BE49-F238E27FC236}">
                  <a16:creationId xmlns:a16="http://schemas.microsoft.com/office/drawing/2014/main" id="{864BDCD6-7BAC-7029-27AA-8A3123BEB617}"/>
                </a:ext>
              </a:extLst>
            </p:cNvPr>
            <p:cNvCxnSpPr>
              <a:cxnSpLocks/>
              <a:stCxn id="2011" idx="0"/>
            </p:cNvCxnSpPr>
            <p:nvPr/>
          </p:nvCxnSpPr>
          <p:spPr>
            <a:xfrm flipV="1">
              <a:off x="5260557"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013" name="Straight Connector 2012">
              <a:extLst>
                <a:ext uri="{FF2B5EF4-FFF2-40B4-BE49-F238E27FC236}">
                  <a16:creationId xmlns:a16="http://schemas.microsoft.com/office/drawing/2014/main" id="{A63624F2-BCD3-ED3A-D9C7-34C65D417D4E}"/>
                </a:ext>
              </a:extLst>
            </p:cNvPr>
            <p:cNvCxnSpPr>
              <a:cxnSpLocks/>
            </p:cNvCxnSpPr>
            <p:nvPr/>
          </p:nvCxnSpPr>
          <p:spPr>
            <a:xfrm>
              <a:off x="5266276"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014" name="Group 2013">
            <a:extLst>
              <a:ext uri="{FF2B5EF4-FFF2-40B4-BE49-F238E27FC236}">
                <a16:creationId xmlns:a16="http://schemas.microsoft.com/office/drawing/2014/main" id="{5A3FC610-B165-71E5-55FF-06A12FE93276}"/>
              </a:ext>
            </a:extLst>
          </p:cNvPr>
          <p:cNvGrpSpPr/>
          <p:nvPr/>
        </p:nvGrpSpPr>
        <p:grpSpPr>
          <a:xfrm>
            <a:off x="2102909" y="811556"/>
            <a:ext cx="721206" cy="609701"/>
            <a:chOff x="2102909" y="811556"/>
            <a:chExt cx="721206" cy="609701"/>
          </a:xfrm>
        </p:grpSpPr>
        <p:sp>
          <p:nvSpPr>
            <p:cNvPr id="2015" name="Rectangle 2014">
              <a:extLst>
                <a:ext uri="{FF2B5EF4-FFF2-40B4-BE49-F238E27FC236}">
                  <a16:creationId xmlns:a16="http://schemas.microsoft.com/office/drawing/2014/main" id="{0C3C2E09-B08A-B93D-0FAD-80873306A037}"/>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016" name="Rectangle 2015">
              <a:extLst>
                <a:ext uri="{FF2B5EF4-FFF2-40B4-BE49-F238E27FC236}">
                  <a16:creationId xmlns:a16="http://schemas.microsoft.com/office/drawing/2014/main" id="{355CB351-5D16-5A3D-CC3C-AEDEBDFB1751}"/>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17" name="Oval 15">
              <a:extLst>
                <a:ext uri="{FF2B5EF4-FFF2-40B4-BE49-F238E27FC236}">
                  <a16:creationId xmlns:a16="http://schemas.microsoft.com/office/drawing/2014/main" id="{C5FF7EE4-5F62-B016-972D-BB38F89DA5DB}"/>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18" name="Straight Connector 2017">
              <a:extLst>
                <a:ext uri="{FF2B5EF4-FFF2-40B4-BE49-F238E27FC236}">
                  <a16:creationId xmlns:a16="http://schemas.microsoft.com/office/drawing/2014/main" id="{6BBFDEB0-3DD5-1C86-4D78-34BBF8CD07E3}"/>
                </a:ext>
              </a:extLst>
            </p:cNvPr>
            <p:cNvCxnSpPr>
              <a:cxnSpLocks/>
              <a:stCxn id="2017"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019" name="Straight Connector 2018">
              <a:extLst>
                <a:ext uri="{FF2B5EF4-FFF2-40B4-BE49-F238E27FC236}">
                  <a16:creationId xmlns:a16="http://schemas.microsoft.com/office/drawing/2014/main" id="{212F327C-F15A-9B8A-BC37-FC229903AF02}"/>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020" name="Group 2019">
            <a:extLst>
              <a:ext uri="{FF2B5EF4-FFF2-40B4-BE49-F238E27FC236}">
                <a16:creationId xmlns:a16="http://schemas.microsoft.com/office/drawing/2014/main" id="{518424FE-17DC-9963-20D7-9FDFC39E8975}"/>
              </a:ext>
            </a:extLst>
          </p:cNvPr>
          <p:cNvGrpSpPr/>
          <p:nvPr/>
        </p:nvGrpSpPr>
        <p:grpSpPr>
          <a:xfrm>
            <a:off x="10506599" y="811556"/>
            <a:ext cx="721206" cy="609701"/>
            <a:chOff x="10506599" y="811556"/>
            <a:chExt cx="721206" cy="609701"/>
          </a:xfrm>
        </p:grpSpPr>
        <p:sp>
          <p:nvSpPr>
            <p:cNvPr id="2021" name="Rectangle 2020">
              <a:extLst>
                <a:ext uri="{FF2B5EF4-FFF2-40B4-BE49-F238E27FC236}">
                  <a16:creationId xmlns:a16="http://schemas.microsoft.com/office/drawing/2014/main" id="{4DE14AAF-29EE-F0C2-CBF5-7D575AA92E05}"/>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022" name="Rectangle 2021">
              <a:extLst>
                <a:ext uri="{FF2B5EF4-FFF2-40B4-BE49-F238E27FC236}">
                  <a16:creationId xmlns:a16="http://schemas.microsoft.com/office/drawing/2014/main" id="{7F0BA2E0-808E-88A2-73E3-BDEDDD98265F}"/>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23" name="Oval 15">
              <a:extLst>
                <a:ext uri="{FF2B5EF4-FFF2-40B4-BE49-F238E27FC236}">
                  <a16:creationId xmlns:a16="http://schemas.microsoft.com/office/drawing/2014/main" id="{41D2DDE1-038B-1749-A2E5-690B80660ECD}"/>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24" name="Straight Connector 2023">
              <a:extLst>
                <a:ext uri="{FF2B5EF4-FFF2-40B4-BE49-F238E27FC236}">
                  <a16:creationId xmlns:a16="http://schemas.microsoft.com/office/drawing/2014/main" id="{31EFEF4D-6685-75A4-453D-6B84DBAF6895}"/>
                </a:ext>
              </a:extLst>
            </p:cNvPr>
            <p:cNvCxnSpPr>
              <a:cxnSpLocks/>
              <a:stCxn id="2023"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025" name="Straight Connector 2024">
              <a:extLst>
                <a:ext uri="{FF2B5EF4-FFF2-40B4-BE49-F238E27FC236}">
                  <a16:creationId xmlns:a16="http://schemas.microsoft.com/office/drawing/2014/main" id="{FC26CD48-1744-87A1-2552-E1ADCCBA70FA}"/>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026" name="Group 2025">
            <a:extLst>
              <a:ext uri="{FF2B5EF4-FFF2-40B4-BE49-F238E27FC236}">
                <a16:creationId xmlns:a16="http://schemas.microsoft.com/office/drawing/2014/main" id="{8FE4D888-E3CB-EF48-192D-80A3A162B6EF}"/>
              </a:ext>
            </a:extLst>
          </p:cNvPr>
          <p:cNvGrpSpPr/>
          <p:nvPr/>
        </p:nvGrpSpPr>
        <p:grpSpPr>
          <a:xfrm>
            <a:off x="7113074" y="816139"/>
            <a:ext cx="721206" cy="609701"/>
            <a:chOff x="7957576" y="811556"/>
            <a:chExt cx="721206" cy="609701"/>
          </a:xfrm>
        </p:grpSpPr>
        <p:sp>
          <p:nvSpPr>
            <p:cNvPr id="2027" name="Rectangle 2026">
              <a:extLst>
                <a:ext uri="{FF2B5EF4-FFF2-40B4-BE49-F238E27FC236}">
                  <a16:creationId xmlns:a16="http://schemas.microsoft.com/office/drawing/2014/main" id="{4B33F909-4E90-23B5-AC84-14DA47BFDA38}"/>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2028" name="Rectangle 2027">
              <a:extLst>
                <a:ext uri="{FF2B5EF4-FFF2-40B4-BE49-F238E27FC236}">
                  <a16:creationId xmlns:a16="http://schemas.microsoft.com/office/drawing/2014/main" id="{8B9568E0-6636-2B51-99AF-FF21026F7DB7}"/>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29" name="Oval 15">
              <a:extLst>
                <a:ext uri="{FF2B5EF4-FFF2-40B4-BE49-F238E27FC236}">
                  <a16:creationId xmlns:a16="http://schemas.microsoft.com/office/drawing/2014/main" id="{AA23852F-5830-9AD6-3765-15F2B93D40E3}"/>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30" name="Straight Connector 2029">
              <a:extLst>
                <a:ext uri="{FF2B5EF4-FFF2-40B4-BE49-F238E27FC236}">
                  <a16:creationId xmlns:a16="http://schemas.microsoft.com/office/drawing/2014/main" id="{5E9A0895-B4FB-A750-C760-E08DE368AD06}"/>
                </a:ext>
              </a:extLst>
            </p:cNvPr>
            <p:cNvCxnSpPr>
              <a:cxnSpLocks/>
              <a:stCxn id="2029"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031" name="Straight Connector 2030">
              <a:extLst>
                <a:ext uri="{FF2B5EF4-FFF2-40B4-BE49-F238E27FC236}">
                  <a16:creationId xmlns:a16="http://schemas.microsoft.com/office/drawing/2014/main" id="{C5EA532E-2EFF-39B0-F879-B6B9EE050DE0}"/>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032" name="Group 2031">
            <a:extLst>
              <a:ext uri="{FF2B5EF4-FFF2-40B4-BE49-F238E27FC236}">
                <a16:creationId xmlns:a16="http://schemas.microsoft.com/office/drawing/2014/main" id="{E50B23E9-1488-1361-509A-B35C08C4CF31}"/>
              </a:ext>
            </a:extLst>
          </p:cNvPr>
          <p:cNvGrpSpPr/>
          <p:nvPr/>
        </p:nvGrpSpPr>
        <p:grpSpPr>
          <a:xfrm>
            <a:off x="9651394" y="811173"/>
            <a:ext cx="721206" cy="609701"/>
            <a:chOff x="9657972" y="90836"/>
            <a:chExt cx="721206" cy="609701"/>
          </a:xfrm>
        </p:grpSpPr>
        <p:sp>
          <p:nvSpPr>
            <p:cNvPr id="2033" name="Rectangle 2032">
              <a:hlinkHover r:id="" action="ppaction://noaction" highlightClick="1"/>
              <a:extLst>
                <a:ext uri="{FF2B5EF4-FFF2-40B4-BE49-F238E27FC236}">
                  <a16:creationId xmlns:a16="http://schemas.microsoft.com/office/drawing/2014/main" id="{E1E20F1B-E435-EFE2-354F-F43BF97171A1}"/>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2034" name="Diamond 2033">
              <a:extLst>
                <a:ext uri="{FF2B5EF4-FFF2-40B4-BE49-F238E27FC236}">
                  <a16:creationId xmlns:a16="http://schemas.microsoft.com/office/drawing/2014/main" id="{DA0B56D2-40C7-B24A-1D38-6D383E25A7AB}"/>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35" name="Oval 2034">
              <a:extLst>
                <a:ext uri="{FF2B5EF4-FFF2-40B4-BE49-F238E27FC236}">
                  <a16:creationId xmlns:a16="http://schemas.microsoft.com/office/drawing/2014/main" id="{52EBD0E2-DF79-776A-E5B8-28C9263036F6}"/>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036" name="Group 2035">
            <a:extLst>
              <a:ext uri="{FF2B5EF4-FFF2-40B4-BE49-F238E27FC236}">
                <a16:creationId xmlns:a16="http://schemas.microsoft.com/office/drawing/2014/main" id="{43B38B5B-05E5-B201-691A-34D85C9FB4CC}"/>
              </a:ext>
            </a:extLst>
          </p:cNvPr>
          <p:cNvGrpSpPr/>
          <p:nvPr/>
        </p:nvGrpSpPr>
        <p:grpSpPr>
          <a:xfrm>
            <a:off x="10508723" y="1536662"/>
            <a:ext cx="721206" cy="609701"/>
            <a:chOff x="11356242" y="1532276"/>
            <a:chExt cx="721206" cy="609701"/>
          </a:xfrm>
        </p:grpSpPr>
        <p:sp>
          <p:nvSpPr>
            <p:cNvPr id="2037" name="Rectangle 2036">
              <a:hlinkHover r:id="" action="ppaction://noaction" highlightClick="1"/>
              <a:extLst>
                <a:ext uri="{FF2B5EF4-FFF2-40B4-BE49-F238E27FC236}">
                  <a16:creationId xmlns:a16="http://schemas.microsoft.com/office/drawing/2014/main" id="{586DA784-9FD7-D3D2-684D-6D3D96D28137}"/>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2038" name="Oval 2037">
              <a:extLst>
                <a:ext uri="{FF2B5EF4-FFF2-40B4-BE49-F238E27FC236}">
                  <a16:creationId xmlns:a16="http://schemas.microsoft.com/office/drawing/2014/main" id="{52D643DC-1168-32A5-190D-22ADDD61FF98}"/>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39" name="Isosceles Triangle 648">
              <a:extLst>
                <a:ext uri="{FF2B5EF4-FFF2-40B4-BE49-F238E27FC236}">
                  <a16:creationId xmlns:a16="http://schemas.microsoft.com/office/drawing/2014/main" id="{D143C772-C835-6E27-8434-0FBFE7335A08}"/>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040" name="Group 2039">
            <a:extLst>
              <a:ext uri="{FF2B5EF4-FFF2-40B4-BE49-F238E27FC236}">
                <a16:creationId xmlns:a16="http://schemas.microsoft.com/office/drawing/2014/main" id="{BD9B0D3C-3420-2BC9-4891-BE079AA7B10C}"/>
              </a:ext>
            </a:extLst>
          </p:cNvPr>
          <p:cNvGrpSpPr/>
          <p:nvPr/>
        </p:nvGrpSpPr>
        <p:grpSpPr>
          <a:xfrm>
            <a:off x="7957576" y="2253333"/>
            <a:ext cx="721206" cy="609701"/>
            <a:chOff x="7957576" y="2253333"/>
            <a:chExt cx="721206" cy="609701"/>
          </a:xfrm>
        </p:grpSpPr>
        <p:sp>
          <p:nvSpPr>
            <p:cNvPr id="2041" name="Rectangle 2040">
              <a:extLst>
                <a:ext uri="{FF2B5EF4-FFF2-40B4-BE49-F238E27FC236}">
                  <a16:creationId xmlns:a16="http://schemas.microsoft.com/office/drawing/2014/main" id="{94113601-A596-CBE9-056A-453366F975B5}"/>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2042" name="Right Triangle 2041">
              <a:extLst>
                <a:ext uri="{FF2B5EF4-FFF2-40B4-BE49-F238E27FC236}">
                  <a16:creationId xmlns:a16="http://schemas.microsoft.com/office/drawing/2014/main" id="{85E463F6-6D50-F617-8EC5-C62C2056DD1E}"/>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043" name="Group 2042">
              <a:extLst>
                <a:ext uri="{FF2B5EF4-FFF2-40B4-BE49-F238E27FC236}">
                  <a16:creationId xmlns:a16="http://schemas.microsoft.com/office/drawing/2014/main" id="{8CB65D7D-EAB4-ECC7-D6B5-D18AFAE5D917}"/>
                </a:ext>
              </a:extLst>
            </p:cNvPr>
            <p:cNvGrpSpPr/>
            <p:nvPr/>
          </p:nvGrpSpPr>
          <p:grpSpPr>
            <a:xfrm>
              <a:off x="8621953" y="2262661"/>
              <a:ext cx="37817" cy="61390"/>
              <a:chOff x="3883481" y="2057400"/>
              <a:chExt cx="1608363" cy="2652031"/>
            </a:xfrm>
            <a:solidFill>
              <a:srgbClr val="A6A6A6"/>
            </a:solidFill>
          </p:grpSpPr>
          <p:sp>
            <p:nvSpPr>
              <p:cNvPr id="2044" name="Oval 27">
                <a:extLst>
                  <a:ext uri="{FF2B5EF4-FFF2-40B4-BE49-F238E27FC236}">
                    <a16:creationId xmlns:a16="http://schemas.microsoft.com/office/drawing/2014/main" id="{6ABB1C90-3650-2F63-5A62-0C913510754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45" name="Oval 28">
                <a:extLst>
                  <a:ext uri="{FF2B5EF4-FFF2-40B4-BE49-F238E27FC236}">
                    <a16:creationId xmlns:a16="http://schemas.microsoft.com/office/drawing/2014/main" id="{2B6EC878-6B14-1A54-EB1C-07A5C6E9014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46" name="Group 2045">
            <a:extLst>
              <a:ext uri="{FF2B5EF4-FFF2-40B4-BE49-F238E27FC236}">
                <a16:creationId xmlns:a16="http://schemas.microsoft.com/office/drawing/2014/main" id="{60C6D655-2547-4ACD-E52D-B0E843ECF903}"/>
              </a:ext>
            </a:extLst>
          </p:cNvPr>
          <p:cNvGrpSpPr/>
          <p:nvPr/>
        </p:nvGrpSpPr>
        <p:grpSpPr>
          <a:xfrm>
            <a:off x="6283037" y="2264881"/>
            <a:ext cx="721206" cy="609702"/>
            <a:chOff x="8807242" y="2253333"/>
            <a:chExt cx="721206" cy="609702"/>
          </a:xfrm>
        </p:grpSpPr>
        <p:sp>
          <p:nvSpPr>
            <p:cNvPr id="2047" name="Rectangle 2046">
              <a:extLst>
                <a:ext uri="{FF2B5EF4-FFF2-40B4-BE49-F238E27FC236}">
                  <a16:creationId xmlns:a16="http://schemas.microsoft.com/office/drawing/2014/main" id="{8102D14D-E192-79AB-E5CF-246726DC2EDE}"/>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2048" name="Right Triangle 2047">
              <a:extLst>
                <a:ext uri="{FF2B5EF4-FFF2-40B4-BE49-F238E27FC236}">
                  <a16:creationId xmlns:a16="http://schemas.microsoft.com/office/drawing/2014/main" id="{61AF2A8C-387F-FB91-51C6-A5DB56A6B0B1}"/>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49" name="Oval 27">
              <a:extLst>
                <a:ext uri="{FF2B5EF4-FFF2-40B4-BE49-F238E27FC236}">
                  <a16:creationId xmlns:a16="http://schemas.microsoft.com/office/drawing/2014/main" id="{08EB557B-5FE6-19E6-2333-621D5B1FB65B}"/>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50" name="Oval 28">
              <a:extLst>
                <a:ext uri="{FF2B5EF4-FFF2-40B4-BE49-F238E27FC236}">
                  <a16:creationId xmlns:a16="http://schemas.microsoft.com/office/drawing/2014/main" id="{0AA349D3-03E5-A1B5-0E6D-0A4FB12F7047}"/>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051" name="Group 2050">
            <a:extLst>
              <a:ext uri="{FF2B5EF4-FFF2-40B4-BE49-F238E27FC236}">
                <a16:creationId xmlns:a16="http://schemas.microsoft.com/office/drawing/2014/main" id="{8EDB7C4B-D730-6670-9848-55D8DE41BDC2}"/>
              </a:ext>
            </a:extLst>
          </p:cNvPr>
          <p:cNvGrpSpPr/>
          <p:nvPr/>
        </p:nvGrpSpPr>
        <p:grpSpPr>
          <a:xfrm>
            <a:off x="9656908" y="2253333"/>
            <a:ext cx="721206" cy="609701"/>
            <a:chOff x="9656908" y="2253333"/>
            <a:chExt cx="721206" cy="609701"/>
          </a:xfrm>
        </p:grpSpPr>
        <p:sp>
          <p:nvSpPr>
            <p:cNvPr id="2052" name="Rectangle 2051">
              <a:hlinkHover r:id="" action="ppaction://noaction" highlightClick="1"/>
              <a:extLst>
                <a:ext uri="{FF2B5EF4-FFF2-40B4-BE49-F238E27FC236}">
                  <a16:creationId xmlns:a16="http://schemas.microsoft.com/office/drawing/2014/main" id="{B01071E1-5589-1A0B-CAA0-E566ACF8F0B9}"/>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053" name="Rectangle 2052">
              <a:extLst>
                <a:ext uri="{FF2B5EF4-FFF2-40B4-BE49-F238E27FC236}">
                  <a16:creationId xmlns:a16="http://schemas.microsoft.com/office/drawing/2014/main" id="{C894F949-9B44-1A45-54D0-D4221DD18990}"/>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54" name="Oval 15">
              <a:extLst>
                <a:ext uri="{FF2B5EF4-FFF2-40B4-BE49-F238E27FC236}">
                  <a16:creationId xmlns:a16="http://schemas.microsoft.com/office/drawing/2014/main" id="{CAA7CA01-6200-CE45-7567-1D8E28DBB69E}"/>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55" name="Straight Connector 2054">
              <a:extLst>
                <a:ext uri="{FF2B5EF4-FFF2-40B4-BE49-F238E27FC236}">
                  <a16:creationId xmlns:a16="http://schemas.microsoft.com/office/drawing/2014/main" id="{E471EE65-C2CA-CD24-76B0-47888F644064}"/>
                </a:ext>
              </a:extLst>
            </p:cNvPr>
            <p:cNvCxnSpPr>
              <a:cxnSpLocks/>
              <a:stCxn id="2054"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056" name="Straight Connector 2055">
              <a:extLst>
                <a:ext uri="{FF2B5EF4-FFF2-40B4-BE49-F238E27FC236}">
                  <a16:creationId xmlns:a16="http://schemas.microsoft.com/office/drawing/2014/main" id="{C405BE3A-4679-5346-2E23-6AE3BF869708}"/>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057" name="Group 2056">
            <a:extLst>
              <a:ext uri="{FF2B5EF4-FFF2-40B4-BE49-F238E27FC236}">
                <a16:creationId xmlns:a16="http://schemas.microsoft.com/office/drawing/2014/main" id="{4BB4F289-6B70-1746-8D8B-66CE359C44FC}"/>
              </a:ext>
            </a:extLst>
          </p:cNvPr>
          <p:cNvGrpSpPr/>
          <p:nvPr/>
        </p:nvGrpSpPr>
        <p:grpSpPr>
          <a:xfrm>
            <a:off x="11356557" y="2249491"/>
            <a:ext cx="721206" cy="609701"/>
            <a:chOff x="5451377" y="2253333"/>
            <a:chExt cx="721206" cy="609701"/>
          </a:xfrm>
        </p:grpSpPr>
        <p:sp>
          <p:nvSpPr>
            <p:cNvPr id="2058" name="Rectangle 2057">
              <a:extLst>
                <a:ext uri="{FF2B5EF4-FFF2-40B4-BE49-F238E27FC236}">
                  <a16:creationId xmlns:a16="http://schemas.microsoft.com/office/drawing/2014/main" id="{CD55E527-A4B1-085B-3BCD-A77F0B5470FD}"/>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2059" name="Right Triangle 2058">
              <a:extLst>
                <a:ext uri="{FF2B5EF4-FFF2-40B4-BE49-F238E27FC236}">
                  <a16:creationId xmlns:a16="http://schemas.microsoft.com/office/drawing/2014/main" id="{95BB2AE9-418C-E674-B2B2-58A45DCEFA5B}"/>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060" name="Group 2059">
              <a:extLst>
                <a:ext uri="{FF2B5EF4-FFF2-40B4-BE49-F238E27FC236}">
                  <a16:creationId xmlns:a16="http://schemas.microsoft.com/office/drawing/2014/main" id="{DFE3C8CF-C34A-CE38-32F6-102CF4B652D2}"/>
                </a:ext>
              </a:extLst>
            </p:cNvPr>
            <p:cNvGrpSpPr/>
            <p:nvPr/>
          </p:nvGrpSpPr>
          <p:grpSpPr>
            <a:xfrm>
              <a:off x="6116566" y="2264771"/>
              <a:ext cx="37817" cy="61390"/>
              <a:chOff x="3883481" y="2057400"/>
              <a:chExt cx="1608363" cy="2652031"/>
            </a:xfrm>
            <a:solidFill>
              <a:srgbClr val="A6A6A6"/>
            </a:solidFill>
          </p:grpSpPr>
          <p:sp>
            <p:nvSpPr>
              <p:cNvPr id="2061" name="Oval 27">
                <a:extLst>
                  <a:ext uri="{FF2B5EF4-FFF2-40B4-BE49-F238E27FC236}">
                    <a16:creationId xmlns:a16="http://schemas.microsoft.com/office/drawing/2014/main" id="{1BEFA1A1-995A-761C-488F-593B2553D15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62" name="Oval 28">
                <a:extLst>
                  <a:ext uri="{FF2B5EF4-FFF2-40B4-BE49-F238E27FC236}">
                    <a16:creationId xmlns:a16="http://schemas.microsoft.com/office/drawing/2014/main" id="{7D39088A-5219-2A6C-0B2D-86E6EF26151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63" name="Group 2062">
            <a:extLst>
              <a:ext uri="{FF2B5EF4-FFF2-40B4-BE49-F238E27FC236}">
                <a16:creationId xmlns:a16="http://schemas.microsoft.com/office/drawing/2014/main" id="{8E2A3088-B6FF-AEE5-97F0-09C32F057D6C}"/>
              </a:ext>
            </a:extLst>
          </p:cNvPr>
          <p:cNvGrpSpPr/>
          <p:nvPr/>
        </p:nvGrpSpPr>
        <p:grpSpPr>
          <a:xfrm>
            <a:off x="5446483" y="2257175"/>
            <a:ext cx="721206" cy="609701"/>
            <a:chOff x="6287884" y="2253333"/>
            <a:chExt cx="721206" cy="609701"/>
          </a:xfrm>
        </p:grpSpPr>
        <p:sp>
          <p:nvSpPr>
            <p:cNvPr id="2064" name="Rectangle 2063">
              <a:extLst>
                <a:ext uri="{FF2B5EF4-FFF2-40B4-BE49-F238E27FC236}">
                  <a16:creationId xmlns:a16="http://schemas.microsoft.com/office/drawing/2014/main" id="{8FFFD99F-B41A-DCCC-5781-5AEE63DF1DAA}"/>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2065" name="Right Triangle 2064">
              <a:extLst>
                <a:ext uri="{FF2B5EF4-FFF2-40B4-BE49-F238E27FC236}">
                  <a16:creationId xmlns:a16="http://schemas.microsoft.com/office/drawing/2014/main" id="{4CFEB224-545B-9ACA-CB68-2FE67498BB85}"/>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066" name="Group 2065">
              <a:extLst>
                <a:ext uri="{FF2B5EF4-FFF2-40B4-BE49-F238E27FC236}">
                  <a16:creationId xmlns:a16="http://schemas.microsoft.com/office/drawing/2014/main" id="{2FDC9E6D-5F10-617B-71F9-9BA4341489E2}"/>
                </a:ext>
              </a:extLst>
            </p:cNvPr>
            <p:cNvGrpSpPr/>
            <p:nvPr/>
          </p:nvGrpSpPr>
          <p:grpSpPr>
            <a:xfrm>
              <a:off x="6952478" y="2265091"/>
              <a:ext cx="37817" cy="61390"/>
              <a:chOff x="3883481" y="2057400"/>
              <a:chExt cx="1608363" cy="2652031"/>
            </a:xfrm>
            <a:solidFill>
              <a:srgbClr val="A6A6A6"/>
            </a:solidFill>
          </p:grpSpPr>
          <p:sp>
            <p:nvSpPr>
              <p:cNvPr id="2067" name="Oval 27">
                <a:extLst>
                  <a:ext uri="{FF2B5EF4-FFF2-40B4-BE49-F238E27FC236}">
                    <a16:creationId xmlns:a16="http://schemas.microsoft.com/office/drawing/2014/main" id="{304BD93E-3F0E-210E-4D4B-B675FB0DA53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68" name="Oval 28">
                <a:extLst>
                  <a:ext uri="{FF2B5EF4-FFF2-40B4-BE49-F238E27FC236}">
                    <a16:creationId xmlns:a16="http://schemas.microsoft.com/office/drawing/2014/main" id="{251B3068-5AFA-1615-4A39-7DC48AFF1BB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69" name="Group 2068">
            <a:extLst>
              <a:ext uri="{FF2B5EF4-FFF2-40B4-BE49-F238E27FC236}">
                <a16:creationId xmlns:a16="http://schemas.microsoft.com/office/drawing/2014/main" id="{F5DE9881-0C27-4DDD-3B70-876221A43A17}"/>
              </a:ext>
            </a:extLst>
          </p:cNvPr>
          <p:cNvGrpSpPr/>
          <p:nvPr/>
        </p:nvGrpSpPr>
        <p:grpSpPr>
          <a:xfrm>
            <a:off x="7114927" y="2267713"/>
            <a:ext cx="721206" cy="609701"/>
            <a:chOff x="9657610" y="2974054"/>
            <a:chExt cx="721206" cy="609701"/>
          </a:xfrm>
        </p:grpSpPr>
        <p:sp>
          <p:nvSpPr>
            <p:cNvPr id="2070" name="Rectangle 2069">
              <a:extLst>
                <a:ext uri="{FF2B5EF4-FFF2-40B4-BE49-F238E27FC236}">
                  <a16:creationId xmlns:a16="http://schemas.microsoft.com/office/drawing/2014/main" id="{391402C5-E271-710A-9C9F-D731ECCE5216}"/>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2071" name="Rectangle 2070">
              <a:extLst>
                <a:ext uri="{FF2B5EF4-FFF2-40B4-BE49-F238E27FC236}">
                  <a16:creationId xmlns:a16="http://schemas.microsoft.com/office/drawing/2014/main" id="{4248D1D0-CDA1-CE30-143F-EAFA727A1A73}"/>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72" name="Oval 15">
              <a:extLst>
                <a:ext uri="{FF2B5EF4-FFF2-40B4-BE49-F238E27FC236}">
                  <a16:creationId xmlns:a16="http://schemas.microsoft.com/office/drawing/2014/main" id="{E0B19478-6A9A-4B20-3372-E2EA3411C37A}"/>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73" name="Straight Connector 2072">
              <a:extLst>
                <a:ext uri="{FF2B5EF4-FFF2-40B4-BE49-F238E27FC236}">
                  <a16:creationId xmlns:a16="http://schemas.microsoft.com/office/drawing/2014/main" id="{B9B521C8-5A8F-CC4D-AC72-F3663C9316E1}"/>
                </a:ext>
              </a:extLst>
            </p:cNvPr>
            <p:cNvCxnSpPr>
              <a:cxnSpLocks/>
              <a:stCxn id="2072"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074" name="Straight Connector 2073">
              <a:extLst>
                <a:ext uri="{FF2B5EF4-FFF2-40B4-BE49-F238E27FC236}">
                  <a16:creationId xmlns:a16="http://schemas.microsoft.com/office/drawing/2014/main" id="{2D854DE2-7CFE-8061-F03D-70ADFC028F54}"/>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075" name="Group 2074">
            <a:extLst>
              <a:ext uri="{FF2B5EF4-FFF2-40B4-BE49-F238E27FC236}">
                <a16:creationId xmlns:a16="http://schemas.microsoft.com/office/drawing/2014/main" id="{C29CA88C-8564-1D6A-F20F-D0A48CBB6720}"/>
              </a:ext>
            </a:extLst>
          </p:cNvPr>
          <p:cNvGrpSpPr/>
          <p:nvPr/>
        </p:nvGrpSpPr>
        <p:grpSpPr>
          <a:xfrm>
            <a:off x="8797459" y="2264859"/>
            <a:ext cx="721206" cy="609701"/>
            <a:chOff x="11356242" y="2253333"/>
            <a:chExt cx="721206" cy="609701"/>
          </a:xfrm>
        </p:grpSpPr>
        <p:sp>
          <p:nvSpPr>
            <p:cNvPr id="2076" name="Rectangle 2075">
              <a:hlinkHover r:id="" action="ppaction://noaction" highlightClick="1"/>
              <a:extLst>
                <a:ext uri="{FF2B5EF4-FFF2-40B4-BE49-F238E27FC236}">
                  <a16:creationId xmlns:a16="http://schemas.microsoft.com/office/drawing/2014/main" id="{BFAB6FC6-776A-7BA0-7A03-4B09539DE9CF}"/>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2077" name="Oval 2076">
              <a:extLst>
                <a:ext uri="{FF2B5EF4-FFF2-40B4-BE49-F238E27FC236}">
                  <a16:creationId xmlns:a16="http://schemas.microsoft.com/office/drawing/2014/main" id="{01F256FA-13F2-3144-86C2-91C0B9295E24}"/>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78" name="Isosceles Triangle 648">
              <a:extLst>
                <a:ext uri="{FF2B5EF4-FFF2-40B4-BE49-F238E27FC236}">
                  <a16:creationId xmlns:a16="http://schemas.microsoft.com/office/drawing/2014/main" id="{49B6735D-DF1C-5DA0-76E1-65557DC75CE0}"/>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079" name="Group 2078">
            <a:extLst>
              <a:ext uri="{FF2B5EF4-FFF2-40B4-BE49-F238E27FC236}">
                <a16:creationId xmlns:a16="http://schemas.microsoft.com/office/drawing/2014/main" id="{A06A15D7-5A43-9758-7429-E562ADB1E863}"/>
              </a:ext>
            </a:extLst>
          </p:cNvPr>
          <p:cNvGrpSpPr/>
          <p:nvPr/>
        </p:nvGrpSpPr>
        <p:grpSpPr>
          <a:xfrm>
            <a:off x="10506580" y="2253333"/>
            <a:ext cx="721206" cy="609701"/>
            <a:chOff x="10506580" y="2253333"/>
            <a:chExt cx="721206" cy="609701"/>
          </a:xfrm>
        </p:grpSpPr>
        <p:sp>
          <p:nvSpPr>
            <p:cNvPr id="2080" name="Rectangle 2079">
              <a:hlinkHover r:id="" action="ppaction://noaction" highlightClick="1"/>
              <a:extLst>
                <a:ext uri="{FF2B5EF4-FFF2-40B4-BE49-F238E27FC236}">
                  <a16:creationId xmlns:a16="http://schemas.microsoft.com/office/drawing/2014/main" id="{F8283373-E8CB-1E17-F62E-187738C8EB3D}"/>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2081" name="Diamond 2080">
              <a:extLst>
                <a:ext uri="{FF2B5EF4-FFF2-40B4-BE49-F238E27FC236}">
                  <a16:creationId xmlns:a16="http://schemas.microsoft.com/office/drawing/2014/main" id="{48B0D9D2-E727-0CD8-592F-66CA187422E6}"/>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82" name="Oval 2081">
              <a:extLst>
                <a:ext uri="{FF2B5EF4-FFF2-40B4-BE49-F238E27FC236}">
                  <a16:creationId xmlns:a16="http://schemas.microsoft.com/office/drawing/2014/main" id="{35C53DE4-76BD-7CA6-F1AC-36E581BEA327}"/>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083" name="Group 2082">
            <a:extLst>
              <a:ext uri="{FF2B5EF4-FFF2-40B4-BE49-F238E27FC236}">
                <a16:creationId xmlns:a16="http://schemas.microsoft.com/office/drawing/2014/main" id="{68E521FC-A29F-DB59-3140-6AB13503517E}"/>
              </a:ext>
            </a:extLst>
          </p:cNvPr>
          <p:cNvGrpSpPr/>
          <p:nvPr/>
        </p:nvGrpSpPr>
        <p:grpSpPr>
          <a:xfrm>
            <a:off x="2107991" y="2974054"/>
            <a:ext cx="721206" cy="609701"/>
            <a:chOff x="10506805" y="2974054"/>
            <a:chExt cx="721206" cy="609701"/>
          </a:xfrm>
        </p:grpSpPr>
        <p:sp>
          <p:nvSpPr>
            <p:cNvPr id="2084" name="Rectangle 2083">
              <a:extLst>
                <a:ext uri="{FF2B5EF4-FFF2-40B4-BE49-F238E27FC236}">
                  <a16:creationId xmlns:a16="http://schemas.microsoft.com/office/drawing/2014/main" id="{6280C4CF-0B37-F4C3-D18C-2FAF898945E4}"/>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2085" name="Rectangle 2084">
              <a:extLst>
                <a:ext uri="{FF2B5EF4-FFF2-40B4-BE49-F238E27FC236}">
                  <a16:creationId xmlns:a16="http://schemas.microsoft.com/office/drawing/2014/main" id="{81E016D8-9988-7AD6-0A73-73AF0D25D177}"/>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86" name="Oval 15">
              <a:extLst>
                <a:ext uri="{FF2B5EF4-FFF2-40B4-BE49-F238E27FC236}">
                  <a16:creationId xmlns:a16="http://schemas.microsoft.com/office/drawing/2014/main" id="{7970E191-F232-52EB-E49C-C7FC6EA24994}"/>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87" name="Straight Connector 2086">
              <a:extLst>
                <a:ext uri="{FF2B5EF4-FFF2-40B4-BE49-F238E27FC236}">
                  <a16:creationId xmlns:a16="http://schemas.microsoft.com/office/drawing/2014/main" id="{79D236EA-694E-6215-ED8A-D5E3E76A4B94}"/>
                </a:ext>
              </a:extLst>
            </p:cNvPr>
            <p:cNvCxnSpPr>
              <a:cxnSpLocks/>
              <a:stCxn id="2086"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088" name="Straight Connector 2087">
              <a:extLst>
                <a:ext uri="{FF2B5EF4-FFF2-40B4-BE49-F238E27FC236}">
                  <a16:creationId xmlns:a16="http://schemas.microsoft.com/office/drawing/2014/main" id="{D141FEC7-A923-060C-9FF6-2544A6EB9224}"/>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089" name="Group 2088">
            <a:extLst>
              <a:ext uri="{FF2B5EF4-FFF2-40B4-BE49-F238E27FC236}">
                <a16:creationId xmlns:a16="http://schemas.microsoft.com/office/drawing/2014/main" id="{72918F16-CBAC-3FA5-7934-B12B5F4590F7}"/>
              </a:ext>
            </a:extLst>
          </p:cNvPr>
          <p:cNvGrpSpPr/>
          <p:nvPr/>
        </p:nvGrpSpPr>
        <p:grpSpPr>
          <a:xfrm>
            <a:off x="4615253" y="2974053"/>
            <a:ext cx="721206" cy="609701"/>
            <a:chOff x="9657610" y="2974054"/>
            <a:chExt cx="721206" cy="609701"/>
          </a:xfrm>
        </p:grpSpPr>
        <p:sp>
          <p:nvSpPr>
            <p:cNvPr id="2090" name="Rectangle 2089">
              <a:extLst>
                <a:ext uri="{FF2B5EF4-FFF2-40B4-BE49-F238E27FC236}">
                  <a16:creationId xmlns:a16="http://schemas.microsoft.com/office/drawing/2014/main" id="{BFD993AB-94CB-16C7-007F-C30342DBB991}"/>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2091" name="Rectangle 2090">
              <a:extLst>
                <a:ext uri="{FF2B5EF4-FFF2-40B4-BE49-F238E27FC236}">
                  <a16:creationId xmlns:a16="http://schemas.microsoft.com/office/drawing/2014/main" id="{43A899F4-324E-6A33-4B45-64C532C07908}"/>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92" name="Oval 15">
              <a:extLst>
                <a:ext uri="{FF2B5EF4-FFF2-40B4-BE49-F238E27FC236}">
                  <a16:creationId xmlns:a16="http://schemas.microsoft.com/office/drawing/2014/main" id="{2A6A4FA6-5715-64B9-E2A4-88BFAB58AEA7}"/>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93" name="Straight Connector 2092">
              <a:extLst>
                <a:ext uri="{FF2B5EF4-FFF2-40B4-BE49-F238E27FC236}">
                  <a16:creationId xmlns:a16="http://schemas.microsoft.com/office/drawing/2014/main" id="{44883CD7-59E3-CC64-C155-D9CF2ADFBF69}"/>
                </a:ext>
              </a:extLst>
            </p:cNvPr>
            <p:cNvCxnSpPr>
              <a:cxnSpLocks/>
              <a:stCxn id="2092"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094" name="Straight Connector 2093">
              <a:extLst>
                <a:ext uri="{FF2B5EF4-FFF2-40B4-BE49-F238E27FC236}">
                  <a16:creationId xmlns:a16="http://schemas.microsoft.com/office/drawing/2014/main" id="{BD601E11-D4D7-83BF-AFC2-F282347A3521}"/>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095" name="Group 2094">
            <a:extLst>
              <a:ext uri="{FF2B5EF4-FFF2-40B4-BE49-F238E27FC236}">
                <a16:creationId xmlns:a16="http://schemas.microsoft.com/office/drawing/2014/main" id="{224FE857-FFF6-5CDB-1DCA-9E8BD77A2243}"/>
              </a:ext>
            </a:extLst>
          </p:cNvPr>
          <p:cNvGrpSpPr/>
          <p:nvPr/>
        </p:nvGrpSpPr>
        <p:grpSpPr>
          <a:xfrm>
            <a:off x="10513198" y="2974054"/>
            <a:ext cx="721206" cy="609701"/>
            <a:chOff x="9656908" y="2253333"/>
            <a:chExt cx="721206" cy="609701"/>
          </a:xfrm>
        </p:grpSpPr>
        <p:sp>
          <p:nvSpPr>
            <p:cNvPr id="2096" name="Rectangle 2095">
              <a:hlinkHover r:id="" action="ppaction://noaction" highlightClick="1"/>
              <a:extLst>
                <a:ext uri="{FF2B5EF4-FFF2-40B4-BE49-F238E27FC236}">
                  <a16:creationId xmlns:a16="http://schemas.microsoft.com/office/drawing/2014/main" id="{D18B4E65-9045-5E74-2BD6-9AB32CB61A63}"/>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Agent Identities</a:t>
              </a:r>
            </a:p>
          </p:txBody>
        </p:sp>
        <p:sp>
          <p:nvSpPr>
            <p:cNvPr id="2097" name="Rectangle 2096">
              <a:extLst>
                <a:ext uri="{FF2B5EF4-FFF2-40B4-BE49-F238E27FC236}">
                  <a16:creationId xmlns:a16="http://schemas.microsoft.com/office/drawing/2014/main" id="{3DB8AE07-F62E-AEF8-F92F-61FC0DAE0D5F}"/>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98" name="Oval 15">
              <a:extLst>
                <a:ext uri="{FF2B5EF4-FFF2-40B4-BE49-F238E27FC236}">
                  <a16:creationId xmlns:a16="http://schemas.microsoft.com/office/drawing/2014/main" id="{54D18BB6-A0E9-5855-B8AC-FFB2ADD5295E}"/>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99" name="Straight Connector 2098">
              <a:extLst>
                <a:ext uri="{FF2B5EF4-FFF2-40B4-BE49-F238E27FC236}">
                  <a16:creationId xmlns:a16="http://schemas.microsoft.com/office/drawing/2014/main" id="{98458186-5B37-98A1-D397-3820D07DEEE3}"/>
                </a:ext>
              </a:extLst>
            </p:cNvPr>
            <p:cNvCxnSpPr>
              <a:cxnSpLocks/>
              <a:stCxn id="2098"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100" name="Straight Connector 2099">
              <a:extLst>
                <a:ext uri="{FF2B5EF4-FFF2-40B4-BE49-F238E27FC236}">
                  <a16:creationId xmlns:a16="http://schemas.microsoft.com/office/drawing/2014/main" id="{A69E68D9-1E6F-A57D-896C-338195099B41}"/>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107" name="Group 2106">
            <a:extLst>
              <a:ext uri="{FF2B5EF4-FFF2-40B4-BE49-F238E27FC236}">
                <a16:creationId xmlns:a16="http://schemas.microsoft.com/office/drawing/2014/main" id="{6D6BC73E-F8EF-1135-25EE-1B862E6B2CBD}"/>
              </a:ext>
            </a:extLst>
          </p:cNvPr>
          <p:cNvGrpSpPr/>
          <p:nvPr/>
        </p:nvGrpSpPr>
        <p:grpSpPr>
          <a:xfrm>
            <a:off x="11356001" y="2974057"/>
            <a:ext cx="721206" cy="609701"/>
            <a:chOff x="11356001" y="2974057"/>
            <a:chExt cx="721206" cy="609701"/>
          </a:xfrm>
        </p:grpSpPr>
        <p:sp>
          <p:nvSpPr>
            <p:cNvPr id="2108" name="Rectangle 2107">
              <a:hlinkHover r:id="" action="ppaction://noaction" highlightClick="1"/>
              <a:extLst>
                <a:ext uri="{FF2B5EF4-FFF2-40B4-BE49-F238E27FC236}">
                  <a16:creationId xmlns:a16="http://schemas.microsoft.com/office/drawing/2014/main" id="{E1C0DE2A-10FE-EA67-F51E-9D15ABAB017E}"/>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2109" name="Oval 2108">
              <a:extLst>
                <a:ext uri="{FF2B5EF4-FFF2-40B4-BE49-F238E27FC236}">
                  <a16:creationId xmlns:a16="http://schemas.microsoft.com/office/drawing/2014/main" id="{405472FF-C649-CF20-4FD2-4391C48B44F9}"/>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10" name="Isosceles Triangle 648">
              <a:extLst>
                <a:ext uri="{FF2B5EF4-FFF2-40B4-BE49-F238E27FC236}">
                  <a16:creationId xmlns:a16="http://schemas.microsoft.com/office/drawing/2014/main" id="{5C364EAF-C85C-1CD3-363F-49A5E043F49A}"/>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111" name="Group 2110">
            <a:extLst>
              <a:ext uri="{FF2B5EF4-FFF2-40B4-BE49-F238E27FC236}">
                <a16:creationId xmlns:a16="http://schemas.microsoft.com/office/drawing/2014/main" id="{97933E75-4F9F-AA8D-B57F-B91A7621FE4A}"/>
              </a:ext>
            </a:extLst>
          </p:cNvPr>
          <p:cNvGrpSpPr/>
          <p:nvPr/>
        </p:nvGrpSpPr>
        <p:grpSpPr>
          <a:xfrm>
            <a:off x="1268346" y="3698225"/>
            <a:ext cx="721893" cy="610376"/>
            <a:chOff x="1268346" y="3698225"/>
            <a:chExt cx="721893" cy="610376"/>
          </a:xfrm>
        </p:grpSpPr>
        <p:sp>
          <p:nvSpPr>
            <p:cNvPr id="2112" name="Rectangle 2111">
              <a:extLst>
                <a:ext uri="{FF2B5EF4-FFF2-40B4-BE49-F238E27FC236}">
                  <a16:creationId xmlns:a16="http://schemas.microsoft.com/office/drawing/2014/main" id="{3B51B014-2D4E-F831-25B5-91D3350FEB48}"/>
                </a:ext>
              </a:extLst>
            </p:cNvPr>
            <p:cNvSpPr/>
            <p:nvPr/>
          </p:nvSpPr>
          <p:spPr>
            <a:xfrm>
              <a:off x="1268346"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2113" name="Right Triangle 2112">
              <a:extLst>
                <a:ext uri="{FF2B5EF4-FFF2-40B4-BE49-F238E27FC236}">
                  <a16:creationId xmlns:a16="http://schemas.microsoft.com/office/drawing/2014/main" id="{5C85264D-3DB9-9CDA-02DC-8A6092A704D6}"/>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14" name="Group 2113">
              <a:extLst>
                <a:ext uri="{FF2B5EF4-FFF2-40B4-BE49-F238E27FC236}">
                  <a16:creationId xmlns:a16="http://schemas.microsoft.com/office/drawing/2014/main" id="{93CCC5C5-AD99-F1F2-B908-735293F56D13}"/>
                </a:ext>
              </a:extLst>
            </p:cNvPr>
            <p:cNvGrpSpPr/>
            <p:nvPr/>
          </p:nvGrpSpPr>
          <p:grpSpPr>
            <a:xfrm>
              <a:off x="1939628" y="3704319"/>
              <a:ext cx="37817" cy="61390"/>
              <a:chOff x="3883481" y="2057400"/>
              <a:chExt cx="1608363" cy="2652031"/>
            </a:xfrm>
            <a:solidFill>
              <a:srgbClr val="A6A6A6"/>
            </a:solidFill>
          </p:grpSpPr>
          <p:sp>
            <p:nvSpPr>
              <p:cNvPr id="2115" name="Oval 27">
                <a:extLst>
                  <a:ext uri="{FF2B5EF4-FFF2-40B4-BE49-F238E27FC236}">
                    <a16:creationId xmlns:a16="http://schemas.microsoft.com/office/drawing/2014/main" id="{8160C611-2538-89C6-D072-AED6FCF13C9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16" name="Oval 28">
                <a:extLst>
                  <a:ext uri="{FF2B5EF4-FFF2-40B4-BE49-F238E27FC236}">
                    <a16:creationId xmlns:a16="http://schemas.microsoft.com/office/drawing/2014/main" id="{FBE48027-C248-1E3F-FB9C-2C6FDE5A12E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117" name="Group 2116">
            <a:extLst>
              <a:ext uri="{FF2B5EF4-FFF2-40B4-BE49-F238E27FC236}">
                <a16:creationId xmlns:a16="http://schemas.microsoft.com/office/drawing/2014/main" id="{1E1D86AE-E106-0377-85B4-FBE728E7B426}"/>
              </a:ext>
            </a:extLst>
          </p:cNvPr>
          <p:cNvGrpSpPr/>
          <p:nvPr/>
        </p:nvGrpSpPr>
        <p:grpSpPr>
          <a:xfrm>
            <a:off x="2937950" y="5135064"/>
            <a:ext cx="724141" cy="609701"/>
            <a:chOff x="4615447" y="2974054"/>
            <a:chExt cx="724141" cy="609701"/>
          </a:xfrm>
        </p:grpSpPr>
        <p:sp>
          <p:nvSpPr>
            <p:cNvPr id="2118" name="Rectangle 2117">
              <a:extLst>
                <a:ext uri="{FF2B5EF4-FFF2-40B4-BE49-F238E27FC236}">
                  <a16:creationId xmlns:a16="http://schemas.microsoft.com/office/drawing/2014/main" id="{7EAC4154-FB9D-5144-F4CF-4BD950C96B67}"/>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2119" name="Right Triangle 2118">
              <a:extLst>
                <a:ext uri="{FF2B5EF4-FFF2-40B4-BE49-F238E27FC236}">
                  <a16:creationId xmlns:a16="http://schemas.microsoft.com/office/drawing/2014/main" id="{AFE569B1-7106-FA9A-F389-F05FD102808D}"/>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20" name="Group 2119">
              <a:extLst>
                <a:ext uri="{FF2B5EF4-FFF2-40B4-BE49-F238E27FC236}">
                  <a16:creationId xmlns:a16="http://schemas.microsoft.com/office/drawing/2014/main" id="{400FA29A-E890-2B7A-D381-44790F4FCFC2}"/>
                </a:ext>
              </a:extLst>
            </p:cNvPr>
            <p:cNvGrpSpPr/>
            <p:nvPr/>
          </p:nvGrpSpPr>
          <p:grpSpPr>
            <a:xfrm>
              <a:off x="5288977" y="2982563"/>
              <a:ext cx="37817" cy="61390"/>
              <a:chOff x="3883481" y="2057400"/>
              <a:chExt cx="1608363" cy="2652031"/>
            </a:xfrm>
            <a:solidFill>
              <a:srgbClr val="A6A6A6"/>
            </a:solidFill>
          </p:grpSpPr>
          <p:sp>
            <p:nvSpPr>
              <p:cNvPr id="2121" name="Oval 27">
                <a:extLst>
                  <a:ext uri="{FF2B5EF4-FFF2-40B4-BE49-F238E27FC236}">
                    <a16:creationId xmlns:a16="http://schemas.microsoft.com/office/drawing/2014/main" id="{29D06A06-D70B-6F3A-1161-AE43D880298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22" name="Oval 28">
                <a:extLst>
                  <a:ext uri="{FF2B5EF4-FFF2-40B4-BE49-F238E27FC236}">
                    <a16:creationId xmlns:a16="http://schemas.microsoft.com/office/drawing/2014/main" id="{0F55D9DC-DDA6-FAF5-1410-3CE035D88E9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123" name="Group 2122">
            <a:extLst>
              <a:ext uri="{FF2B5EF4-FFF2-40B4-BE49-F238E27FC236}">
                <a16:creationId xmlns:a16="http://schemas.microsoft.com/office/drawing/2014/main" id="{ECF7065B-8690-3F05-6F38-9CF6C337CD42}"/>
              </a:ext>
            </a:extLst>
          </p:cNvPr>
          <p:cNvGrpSpPr/>
          <p:nvPr/>
        </p:nvGrpSpPr>
        <p:grpSpPr>
          <a:xfrm>
            <a:off x="5451979" y="3707588"/>
            <a:ext cx="721206" cy="609701"/>
            <a:chOff x="5451979" y="3707588"/>
            <a:chExt cx="721206" cy="609701"/>
          </a:xfrm>
        </p:grpSpPr>
        <p:sp>
          <p:nvSpPr>
            <p:cNvPr id="2124" name="Rectangle 2123">
              <a:hlinkHover r:id="" action="ppaction://noaction" highlightClick="1"/>
              <a:extLst>
                <a:ext uri="{FF2B5EF4-FFF2-40B4-BE49-F238E27FC236}">
                  <a16:creationId xmlns:a16="http://schemas.microsoft.com/office/drawing/2014/main" id="{6B04671B-2CC6-821A-036B-B6038B6BE1FB}"/>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2125" name="Oval 2124">
              <a:extLst>
                <a:ext uri="{FF2B5EF4-FFF2-40B4-BE49-F238E27FC236}">
                  <a16:creationId xmlns:a16="http://schemas.microsoft.com/office/drawing/2014/main" id="{B7159B2E-295A-1E8B-7D4D-2E03F871CB0A}"/>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26" name="Isosceles Triangle 648">
              <a:extLst>
                <a:ext uri="{FF2B5EF4-FFF2-40B4-BE49-F238E27FC236}">
                  <a16:creationId xmlns:a16="http://schemas.microsoft.com/office/drawing/2014/main" id="{63336A43-716E-7675-5D1A-65DDF3761CE3}"/>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127" name="Group 2126">
            <a:extLst>
              <a:ext uri="{FF2B5EF4-FFF2-40B4-BE49-F238E27FC236}">
                <a16:creationId xmlns:a16="http://schemas.microsoft.com/office/drawing/2014/main" id="{FA8F245D-903E-A1BA-6396-014416649955}"/>
              </a:ext>
            </a:extLst>
          </p:cNvPr>
          <p:cNvGrpSpPr/>
          <p:nvPr/>
        </p:nvGrpSpPr>
        <p:grpSpPr>
          <a:xfrm>
            <a:off x="11357362" y="5142110"/>
            <a:ext cx="721206" cy="609701"/>
            <a:chOff x="9656908" y="2253333"/>
            <a:chExt cx="721206" cy="609701"/>
          </a:xfrm>
        </p:grpSpPr>
        <p:sp>
          <p:nvSpPr>
            <p:cNvPr id="2128" name="Rectangle 2127">
              <a:hlinkHover r:id="" action="ppaction://noaction" highlightClick="1"/>
              <a:extLst>
                <a:ext uri="{FF2B5EF4-FFF2-40B4-BE49-F238E27FC236}">
                  <a16:creationId xmlns:a16="http://schemas.microsoft.com/office/drawing/2014/main" id="{FDC9269C-956A-349E-430A-9DDFCDD8AB04}"/>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2129" name="Rectangle 2128">
              <a:extLst>
                <a:ext uri="{FF2B5EF4-FFF2-40B4-BE49-F238E27FC236}">
                  <a16:creationId xmlns:a16="http://schemas.microsoft.com/office/drawing/2014/main" id="{B3D9CB77-306D-9433-9ED1-5989A95EF315}"/>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30" name="Oval 15">
              <a:extLst>
                <a:ext uri="{FF2B5EF4-FFF2-40B4-BE49-F238E27FC236}">
                  <a16:creationId xmlns:a16="http://schemas.microsoft.com/office/drawing/2014/main" id="{F5CEC07B-63D5-BB86-7451-779018D6BCD5}"/>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131" name="Straight Connector 2130">
              <a:extLst>
                <a:ext uri="{FF2B5EF4-FFF2-40B4-BE49-F238E27FC236}">
                  <a16:creationId xmlns:a16="http://schemas.microsoft.com/office/drawing/2014/main" id="{369F9E4F-414E-C2CC-F9E8-CEFADF2311D5}"/>
                </a:ext>
              </a:extLst>
            </p:cNvPr>
            <p:cNvCxnSpPr>
              <a:cxnSpLocks/>
              <a:stCxn id="2130"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132" name="Straight Connector 2131">
              <a:extLst>
                <a:ext uri="{FF2B5EF4-FFF2-40B4-BE49-F238E27FC236}">
                  <a16:creationId xmlns:a16="http://schemas.microsoft.com/office/drawing/2014/main" id="{6DA1B610-6C86-4642-3CB9-DA10AFBCFABD}"/>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sp>
        <p:nvSpPr>
          <p:cNvPr id="2133" name="Rectangle 2132">
            <a:hlinkHover r:id="" action="ppaction://noaction" highlightClick="1"/>
            <a:extLst>
              <a:ext uri="{FF2B5EF4-FFF2-40B4-BE49-F238E27FC236}">
                <a16:creationId xmlns:a16="http://schemas.microsoft.com/office/drawing/2014/main" id="{1630CFD3-C6AB-8677-2BD9-F1DFD68EB50C}"/>
              </a:ext>
            </a:extLst>
          </p:cNvPr>
          <p:cNvSpPr/>
          <p:nvPr/>
        </p:nvSpPr>
        <p:spPr>
          <a:xfrm>
            <a:off x="7959193"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grpSp>
        <p:nvGrpSpPr>
          <p:cNvPr id="2134" name="Group 2133">
            <a:extLst>
              <a:ext uri="{FF2B5EF4-FFF2-40B4-BE49-F238E27FC236}">
                <a16:creationId xmlns:a16="http://schemas.microsoft.com/office/drawing/2014/main" id="{351A8375-18E1-A2AC-0E4F-771D194B5B69}"/>
              </a:ext>
            </a:extLst>
          </p:cNvPr>
          <p:cNvGrpSpPr/>
          <p:nvPr/>
        </p:nvGrpSpPr>
        <p:grpSpPr>
          <a:xfrm>
            <a:off x="8795237" y="2974054"/>
            <a:ext cx="721206" cy="609701"/>
            <a:chOff x="8795237" y="2974054"/>
            <a:chExt cx="721206" cy="609701"/>
          </a:xfrm>
        </p:grpSpPr>
        <p:sp>
          <p:nvSpPr>
            <p:cNvPr id="2135" name="Rectangle 2134">
              <a:hlinkHover r:id="" action="ppaction://noaction" highlightClick="1"/>
              <a:extLst>
                <a:ext uri="{FF2B5EF4-FFF2-40B4-BE49-F238E27FC236}">
                  <a16:creationId xmlns:a16="http://schemas.microsoft.com/office/drawing/2014/main" id="{EDF8E079-7A2A-57D0-3573-29C75755D59E}"/>
                </a:ext>
              </a:extLst>
            </p:cNvPr>
            <p:cNvSpPr/>
            <p:nvPr/>
          </p:nvSpPr>
          <p:spPr>
            <a:xfrm>
              <a:off x="8795237"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2136" name="Diamond 2135">
              <a:extLst>
                <a:ext uri="{FF2B5EF4-FFF2-40B4-BE49-F238E27FC236}">
                  <a16:creationId xmlns:a16="http://schemas.microsoft.com/office/drawing/2014/main" id="{F3E8A850-BB02-0018-1F1F-7E1B8AC63D0F}"/>
                </a:ext>
              </a:extLst>
            </p:cNvPr>
            <p:cNvSpPr/>
            <p:nvPr/>
          </p:nvSpPr>
          <p:spPr>
            <a:xfrm>
              <a:off x="9379935" y="2976405"/>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37" name="Oval 2136">
              <a:extLst>
                <a:ext uri="{FF2B5EF4-FFF2-40B4-BE49-F238E27FC236}">
                  <a16:creationId xmlns:a16="http://schemas.microsoft.com/office/drawing/2014/main" id="{0DA5FF6C-54A8-FC88-8E6D-28B5F836CDDF}"/>
                </a:ext>
              </a:extLst>
            </p:cNvPr>
            <p:cNvSpPr/>
            <p:nvPr/>
          </p:nvSpPr>
          <p:spPr>
            <a:xfrm>
              <a:off x="9414138" y="3009893"/>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138" name="Group 2137">
            <a:extLst>
              <a:ext uri="{FF2B5EF4-FFF2-40B4-BE49-F238E27FC236}">
                <a16:creationId xmlns:a16="http://schemas.microsoft.com/office/drawing/2014/main" id="{6EBB540A-D2D7-99CB-1442-0911BE2C8598}"/>
              </a:ext>
            </a:extLst>
          </p:cNvPr>
          <p:cNvGrpSpPr/>
          <p:nvPr/>
        </p:nvGrpSpPr>
        <p:grpSpPr>
          <a:xfrm>
            <a:off x="4615770" y="3698227"/>
            <a:ext cx="721206" cy="609701"/>
            <a:chOff x="4615770" y="3698227"/>
            <a:chExt cx="721206" cy="609701"/>
          </a:xfrm>
        </p:grpSpPr>
        <p:sp>
          <p:nvSpPr>
            <p:cNvPr id="2139" name="Rectangle 2138">
              <a:hlinkHover r:id="" action="ppaction://noaction" highlightClick="1"/>
              <a:extLst>
                <a:ext uri="{FF2B5EF4-FFF2-40B4-BE49-F238E27FC236}">
                  <a16:creationId xmlns:a16="http://schemas.microsoft.com/office/drawing/2014/main" id="{2BC47164-BE83-7636-993A-8AE6038F19A1}"/>
                </a:ext>
              </a:extLst>
            </p:cNvPr>
            <p:cNvSpPr/>
            <p:nvPr/>
          </p:nvSpPr>
          <p:spPr>
            <a:xfrm>
              <a:off x="461577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2140" name="Oval 2139">
              <a:extLst>
                <a:ext uri="{FF2B5EF4-FFF2-40B4-BE49-F238E27FC236}">
                  <a16:creationId xmlns:a16="http://schemas.microsoft.com/office/drawing/2014/main" id="{7F512C1F-E341-A480-12D1-EB1404059227}"/>
                </a:ext>
              </a:extLst>
            </p:cNvPr>
            <p:cNvSpPr/>
            <p:nvPr/>
          </p:nvSpPr>
          <p:spPr>
            <a:xfrm>
              <a:off x="5190368"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1" name="Isosceles Triangle 648">
              <a:extLst>
                <a:ext uri="{FF2B5EF4-FFF2-40B4-BE49-F238E27FC236}">
                  <a16:creationId xmlns:a16="http://schemas.microsoft.com/office/drawing/2014/main" id="{429214A4-7FA4-2104-D195-6FE5B49E6C13}"/>
                </a:ext>
              </a:extLst>
            </p:cNvPr>
            <p:cNvSpPr/>
            <p:nvPr/>
          </p:nvSpPr>
          <p:spPr>
            <a:xfrm>
              <a:off x="5220493"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142" name="Group 2141">
            <a:extLst>
              <a:ext uri="{FF2B5EF4-FFF2-40B4-BE49-F238E27FC236}">
                <a16:creationId xmlns:a16="http://schemas.microsoft.com/office/drawing/2014/main" id="{0A0B19AE-2775-16F5-8DD1-DD6BAA012AF7}"/>
              </a:ext>
            </a:extLst>
          </p:cNvPr>
          <p:cNvGrpSpPr/>
          <p:nvPr/>
        </p:nvGrpSpPr>
        <p:grpSpPr>
          <a:xfrm>
            <a:off x="3775041" y="5130129"/>
            <a:ext cx="721893" cy="609702"/>
            <a:chOff x="3775041" y="5130129"/>
            <a:chExt cx="721893" cy="609702"/>
          </a:xfrm>
        </p:grpSpPr>
        <p:sp>
          <p:nvSpPr>
            <p:cNvPr id="2143" name="Rectangle 2142">
              <a:hlinkHover r:id="" action="ppaction://noaction" highlightClick="1"/>
              <a:extLst>
                <a:ext uri="{FF2B5EF4-FFF2-40B4-BE49-F238E27FC236}">
                  <a16:creationId xmlns:a16="http://schemas.microsoft.com/office/drawing/2014/main" id="{DBC11224-EEE6-D587-5884-5F300A539D0C}"/>
                </a:ext>
              </a:extLst>
            </p:cNvPr>
            <p:cNvSpPr/>
            <p:nvPr/>
          </p:nvSpPr>
          <p:spPr>
            <a:xfrm>
              <a:off x="3775041" y="5130131"/>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2144" name="Group 2143">
              <a:extLst>
                <a:ext uri="{FF2B5EF4-FFF2-40B4-BE49-F238E27FC236}">
                  <a16:creationId xmlns:a16="http://schemas.microsoft.com/office/drawing/2014/main" id="{C4982FB5-CFA5-6FBA-05DB-95ADB3E3FA08}"/>
                </a:ext>
              </a:extLst>
            </p:cNvPr>
            <p:cNvGrpSpPr/>
            <p:nvPr/>
          </p:nvGrpSpPr>
          <p:grpSpPr>
            <a:xfrm>
              <a:off x="4367028" y="5130129"/>
              <a:ext cx="129906" cy="127894"/>
              <a:chOff x="1040599" y="2550516"/>
              <a:chExt cx="157050" cy="157050"/>
            </a:xfrm>
          </p:grpSpPr>
          <p:sp>
            <p:nvSpPr>
              <p:cNvPr id="2145" name="Diamond 2144">
                <a:extLst>
                  <a:ext uri="{FF2B5EF4-FFF2-40B4-BE49-F238E27FC236}">
                    <a16:creationId xmlns:a16="http://schemas.microsoft.com/office/drawing/2014/main" id="{7A676399-1CAD-254A-B75F-395C87F13DBA}"/>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6" name="Oval 2145">
                <a:extLst>
                  <a:ext uri="{FF2B5EF4-FFF2-40B4-BE49-F238E27FC236}">
                    <a16:creationId xmlns:a16="http://schemas.microsoft.com/office/drawing/2014/main" id="{A10DAB17-385D-D916-1C65-C8600D857028}"/>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147" name="Group 2146">
            <a:extLst>
              <a:ext uri="{FF2B5EF4-FFF2-40B4-BE49-F238E27FC236}">
                <a16:creationId xmlns:a16="http://schemas.microsoft.com/office/drawing/2014/main" id="{3862860A-EF46-9102-C23B-EAB15039BAC2}"/>
              </a:ext>
            </a:extLst>
          </p:cNvPr>
          <p:cNvGrpSpPr/>
          <p:nvPr/>
        </p:nvGrpSpPr>
        <p:grpSpPr>
          <a:xfrm>
            <a:off x="4618174" y="5130744"/>
            <a:ext cx="721893" cy="609702"/>
            <a:chOff x="4618174" y="5130744"/>
            <a:chExt cx="721893" cy="609702"/>
          </a:xfrm>
        </p:grpSpPr>
        <p:sp>
          <p:nvSpPr>
            <p:cNvPr id="2148" name="Rectangle 2147">
              <a:hlinkHover r:id="" action="ppaction://noaction" highlightClick="1"/>
              <a:extLst>
                <a:ext uri="{FF2B5EF4-FFF2-40B4-BE49-F238E27FC236}">
                  <a16:creationId xmlns:a16="http://schemas.microsoft.com/office/drawing/2014/main" id="{B6336474-6E34-898D-9E2D-8AAD6F21A593}"/>
                </a:ext>
              </a:extLst>
            </p:cNvPr>
            <p:cNvSpPr/>
            <p:nvPr/>
          </p:nvSpPr>
          <p:spPr>
            <a:xfrm>
              <a:off x="4618174" y="5130746"/>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2149" name="Group 2148">
              <a:extLst>
                <a:ext uri="{FF2B5EF4-FFF2-40B4-BE49-F238E27FC236}">
                  <a16:creationId xmlns:a16="http://schemas.microsoft.com/office/drawing/2014/main" id="{681BEF10-C490-AE3B-B29E-B7AD98C9E4DC}"/>
                </a:ext>
              </a:extLst>
            </p:cNvPr>
            <p:cNvGrpSpPr/>
            <p:nvPr/>
          </p:nvGrpSpPr>
          <p:grpSpPr>
            <a:xfrm>
              <a:off x="5210161" y="5130744"/>
              <a:ext cx="129906" cy="127894"/>
              <a:chOff x="1040599" y="2550516"/>
              <a:chExt cx="157050" cy="157050"/>
            </a:xfrm>
          </p:grpSpPr>
          <p:sp>
            <p:nvSpPr>
              <p:cNvPr id="2150" name="Diamond 2149">
                <a:extLst>
                  <a:ext uri="{FF2B5EF4-FFF2-40B4-BE49-F238E27FC236}">
                    <a16:creationId xmlns:a16="http://schemas.microsoft.com/office/drawing/2014/main" id="{C897A257-43BE-5FCB-0CDA-3391CD0E490A}"/>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51" name="Oval 2150">
                <a:extLst>
                  <a:ext uri="{FF2B5EF4-FFF2-40B4-BE49-F238E27FC236}">
                    <a16:creationId xmlns:a16="http://schemas.microsoft.com/office/drawing/2014/main" id="{DEC83D5D-0C17-DE2F-C5A4-098DAD947C30}"/>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152" name="Group 2151">
            <a:extLst>
              <a:ext uri="{FF2B5EF4-FFF2-40B4-BE49-F238E27FC236}">
                <a16:creationId xmlns:a16="http://schemas.microsoft.com/office/drawing/2014/main" id="{C7C658C3-503B-0521-9B7F-731338F2E443}"/>
              </a:ext>
            </a:extLst>
          </p:cNvPr>
          <p:cNvGrpSpPr/>
          <p:nvPr/>
        </p:nvGrpSpPr>
        <p:grpSpPr>
          <a:xfrm>
            <a:off x="9662351" y="2974053"/>
            <a:ext cx="721206" cy="609701"/>
            <a:chOff x="9657965" y="90836"/>
            <a:chExt cx="721206" cy="609701"/>
          </a:xfrm>
        </p:grpSpPr>
        <p:sp>
          <p:nvSpPr>
            <p:cNvPr id="2153" name="Rectangle 2152">
              <a:hlinkHover r:id="" action="ppaction://noaction" highlightClick="1"/>
              <a:extLst>
                <a:ext uri="{FF2B5EF4-FFF2-40B4-BE49-F238E27FC236}">
                  <a16:creationId xmlns:a16="http://schemas.microsoft.com/office/drawing/2014/main" id="{AC780BAD-892E-A16F-BAE3-7514CF0A7984}"/>
                </a:ext>
              </a:extLst>
            </p:cNvPr>
            <p:cNvSpPr/>
            <p:nvPr/>
          </p:nvSpPr>
          <p:spPr>
            <a:xfrm>
              <a:off x="9657965" y="9083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2154" name="Diamond 2153">
              <a:extLst>
                <a:ext uri="{FF2B5EF4-FFF2-40B4-BE49-F238E27FC236}">
                  <a16:creationId xmlns:a16="http://schemas.microsoft.com/office/drawing/2014/main" id="{4373C0A0-1BB0-3295-118E-85E4CE6BD084}"/>
                </a:ext>
              </a:extLst>
            </p:cNvPr>
            <p:cNvSpPr/>
            <p:nvPr/>
          </p:nvSpPr>
          <p:spPr>
            <a:xfrm>
              <a:off x="10242663" y="9318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55" name="Oval 2154">
              <a:extLst>
                <a:ext uri="{FF2B5EF4-FFF2-40B4-BE49-F238E27FC236}">
                  <a16:creationId xmlns:a16="http://schemas.microsoft.com/office/drawing/2014/main" id="{9AE9D56D-6E25-F86A-16F3-62026AD17A93}"/>
                </a:ext>
              </a:extLst>
            </p:cNvPr>
            <p:cNvSpPr/>
            <p:nvPr/>
          </p:nvSpPr>
          <p:spPr>
            <a:xfrm>
              <a:off x="10276866" y="12667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91123578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45462" y="114057"/>
            <a:ext cx="585626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Deployment Dependencies</a:t>
            </a:r>
          </a:p>
        </p:txBody>
      </p:sp>
      <p:sp>
        <p:nvSpPr>
          <p:cNvPr id="60" name="Rectangle 59">
            <a:hlinkClick r:id="rId3" action="ppaction://hlinksldjump"/>
            <a:hlinkHover r:id="rId3" action="ppaction://hlinksldjump"/>
            <a:extLst>
              <a:ext uri="{FF2B5EF4-FFF2-40B4-BE49-F238E27FC236}">
                <a16:creationId xmlns:a16="http://schemas.microsoft.com/office/drawing/2014/main" id="{995098C8-87AA-4182-BA37-851987692268}"/>
              </a:ext>
            </a:extLst>
          </p:cNvPr>
          <p:cNvSpPr/>
          <p:nvPr/>
        </p:nvSpPr>
        <p:spPr>
          <a:xfrm>
            <a:off x="10253191" y="5851981"/>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Dependency Overview</a:t>
            </a:r>
          </a:p>
        </p:txBody>
      </p:sp>
      <p:sp>
        <p:nvSpPr>
          <p:cNvPr id="67" name="Rectangle 66">
            <a:hlinkClick r:id="rId4" action="ppaction://hlinksldjump"/>
            <a:hlinkHover r:id="rId4" action="ppaction://hlinksldjump"/>
            <a:extLst>
              <a:ext uri="{FF2B5EF4-FFF2-40B4-BE49-F238E27FC236}">
                <a16:creationId xmlns:a16="http://schemas.microsoft.com/office/drawing/2014/main" id="{E92E4444-9B2A-4E2D-8CB1-23562CC390DD}"/>
              </a:ext>
            </a:extLst>
          </p:cNvPr>
          <p:cNvSpPr/>
          <p:nvPr/>
        </p:nvSpPr>
        <p:spPr>
          <a:xfrm>
            <a:off x="4276486" y="5851983"/>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in Office 365</a:t>
            </a:r>
          </a:p>
        </p:txBody>
      </p:sp>
      <p:sp>
        <p:nvSpPr>
          <p:cNvPr id="68" name="Rectangle 67">
            <a:hlinkClick r:id="rId5" action="ppaction://hlinksldjump"/>
            <a:hlinkHover r:id="rId5" action="ppaction://hlinksldjump"/>
            <a:extLst>
              <a:ext uri="{FF2B5EF4-FFF2-40B4-BE49-F238E27FC236}">
                <a16:creationId xmlns:a16="http://schemas.microsoft.com/office/drawing/2014/main" id="{5865E796-29D4-4AE8-A60D-FC130DBF2A8F}"/>
              </a:ext>
            </a:extLst>
          </p:cNvPr>
          <p:cNvSpPr/>
          <p:nvPr/>
        </p:nvSpPr>
        <p:spPr>
          <a:xfrm>
            <a:off x="2284251" y="5851982"/>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Hybrid Identity</a:t>
            </a:r>
          </a:p>
        </p:txBody>
      </p:sp>
      <p:sp>
        <p:nvSpPr>
          <p:cNvPr id="81" name="Rectangle 80">
            <a:hlinkClick r:id="rId6" action="ppaction://hlinksldjump"/>
            <a:hlinkHover r:id="rId6" action="ppaction://hlinksldjump"/>
            <a:extLst>
              <a:ext uri="{FF2B5EF4-FFF2-40B4-BE49-F238E27FC236}">
                <a16:creationId xmlns:a16="http://schemas.microsoft.com/office/drawing/2014/main" id="{A6307E3B-E60E-4B21-98F4-FE82DF98D1C3}"/>
              </a:ext>
            </a:extLst>
          </p:cNvPr>
          <p:cNvSpPr/>
          <p:nvPr/>
        </p:nvSpPr>
        <p:spPr>
          <a:xfrm>
            <a:off x="292016" y="5851982"/>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11 Deployed</a:t>
            </a:r>
          </a:p>
        </p:txBody>
      </p:sp>
      <p:sp>
        <p:nvSpPr>
          <p:cNvPr id="82" name="Rectangle 81">
            <a:hlinkClick r:id="rId7" action="ppaction://hlinksldjump"/>
            <a:hlinkHover r:id="rId7" action="ppaction://hlinksldjump"/>
            <a:extLst>
              <a:ext uri="{FF2B5EF4-FFF2-40B4-BE49-F238E27FC236}">
                <a16:creationId xmlns:a16="http://schemas.microsoft.com/office/drawing/2014/main" id="{481CA9D8-450E-4A84-BA25-A96535424D43}"/>
              </a:ext>
            </a:extLst>
          </p:cNvPr>
          <p:cNvSpPr/>
          <p:nvPr/>
        </p:nvSpPr>
        <p:spPr>
          <a:xfrm>
            <a:off x="8260956" y="5848104"/>
            <a:ext cx="1866237" cy="86838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a:t>
            </a:r>
          </a:p>
        </p:txBody>
      </p:sp>
      <p:sp>
        <p:nvSpPr>
          <p:cNvPr id="9" name="Rectangle 8">
            <a:hlinkClick r:id="rId8" action="ppaction://hlinksldjump"/>
            <a:hlinkHover r:id="rId8" action="ppaction://hlinksldjump"/>
            <a:extLst>
              <a:ext uri="{FF2B5EF4-FFF2-40B4-BE49-F238E27FC236}">
                <a16:creationId xmlns:a16="http://schemas.microsoft.com/office/drawing/2014/main" id="{0678AD48-5889-457E-860E-31F3D49F41BD}"/>
              </a:ext>
            </a:extLst>
          </p:cNvPr>
          <p:cNvSpPr/>
          <p:nvPr/>
        </p:nvSpPr>
        <p:spPr>
          <a:xfrm>
            <a:off x="6268721" y="5851981"/>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Hardware</a:t>
            </a:r>
          </a:p>
        </p:txBody>
      </p:sp>
      <p:grpSp>
        <p:nvGrpSpPr>
          <p:cNvPr id="24" name="Group 23">
            <a:extLst>
              <a:ext uri="{FF2B5EF4-FFF2-40B4-BE49-F238E27FC236}">
                <a16:creationId xmlns:a16="http://schemas.microsoft.com/office/drawing/2014/main" id="{D3B2A96D-3412-D235-656E-AEE9AB829A1A}"/>
              </a:ext>
            </a:extLst>
          </p:cNvPr>
          <p:cNvGrpSpPr/>
          <p:nvPr/>
        </p:nvGrpSpPr>
        <p:grpSpPr>
          <a:xfrm>
            <a:off x="3779655" y="811556"/>
            <a:ext cx="721206" cy="609701"/>
            <a:chOff x="5280339" y="909114"/>
            <a:chExt cx="871904" cy="748695"/>
          </a:xfrm>
        </p:grpSpPr>
        <p:sp>
          <p:nvSpPr>
            <p:cNvPr id="25" name="Rectangle 24">
              <a:extLst>
                <a:ext uri="{FF2B5EF4-FFF2-40B4-BE49-F238E27FC236}">
                  <a16:creationId xmlns:a16="http://schemas.microsoft.com/office/drawing/2014/main" id="{DE959D9D-8333-DB06-C7E6-1FBE5314ECB2}"/>
                </a:ext>
              </a:extLst>
            </p:cNvPr>
            <p:cNvSpPr/>
            <p:nvPr/>
          </p:nvSpPr>
          <p:spPr>
            <a:xfrm>
              <a:off x="528033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26" name="Rectangle 25">
              <a:extLst>
                <a:ext uri="{FF2B5EF4-FFF2-40B4-BE49-F238E27FC236}">
                  <a16:creationId xmlns:a16="http://schemas.microsoft.com/office/drawing/2014/main" id="{402DADE3-25B5-FE4F-ACC5-FE7EA3CD1A4B}"/>
                </a:ext>
              </a:extLst>
            </p:cNvPr>
            <p:cNvSpPr/>
            <p:nvPr/>
          </p:nvSpPr>
          <p:spPr>
            <a:xfrm flipV="1">
              <a:off x="6024997"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Oval 15">
              <a:extLst>
                <a:ext uri="{FF2B5EF4-FFF2-40B4-BE49-F238E27FC236}">
                  <a16:creationId xmlns:a16="http://schemas.microsoft.com/office/drawing/2014/main" id="{A67EE977-6BEC-8BC7-CE93-9D66CA20A1BD}"/>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DB6AE4FD-EC04-C483-4F25-F93BF91943B9}"/>
                </a:ext>
              </a:extLst>
            </p:cNvPr>
            <p:cNvCxnSpPr>
              <a:cxnSpLocks/>
              <a:stCxn id="32" idx="0"/>
            </p:cNvCxnSpPr>
            <p:nvPr/>
          </p:nvCxnSpPr>
          <p:spPr>
            <a:xfrm flipV="1">
              <a:off x="6064996"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5" name="Straight Connector 34">
              <a:extLst>
                <a:ext uri="{FF2B5EF4-FFF2-40B4-BE49-F238E27FC236}">
                  <a16:creationId xmlns:a16="http://schemas.microsoft.com/office/drawing/2014/main" id="{791AE370-1472-4848-68CE-FA5C2A819F8F}"/>
                </a:ext>
              </a:extLst>
            </p:cNvPr>
            <p:cNvCxnSpPr>
              <a:cxnSpLocks/>
            </p:cNvCxnSpPr>
            <p:nvPr/>
          </p:nvCxnSpPr>
          <p:spPr>
            <a:xfrm>
              <a:off x="6071910"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6" name="Group 35">
            <a:extLst>
              <a:ext uri="{FF2B5EF4-FFF2-40B4-BE49-F238E27FC236}">
                <a16:creationId xmlns:a16="http://schemas.microsoft.com/office/drawing/2014/main" id="{7FA89F7B-A786-D181-F99F-EC390D6A4387}"/>
              </a:ext>
            </a:extLst>
          </p:cNvPr>
          <p:cNvGrpSpPr/>
          <p:nvPr/>
        </p:nvGrpSpPr>
        <p:grpSpPr>
          <a:xfrm>
            <a:off x="7959193" y="3698227"/>
            <a:ext cx="721206" cy="609701"/>
            <a:chOff x="9258526" y="5012622"/>
            <a:chExt cx="871904" cy="748695"/>
          </a:xfrm>
        </p:grpSpPr>
        <p:sp>
          <p:nvSpPr>
            <p:cNvPr id="39" name="Rectangle 38">
              <a:hlinkHover r:id="" action="ppaction://noaction" highlightClick="1"/>
              <a:extLst>
                <a:ext uri="{FF2B5EF4-FFF2-40B4-BE49-F238E27FC236}">
                  <a16:creationId xmlns:a16="http://schemas.microsoft.com/office/drawing/2014/main" id="{C5F7726C-8409-D748-34C8-61142ED200EE}"/>
                </a:ext>
              </a:extLst>
            </p:cNvPr>
            <p:cNvSpPr/>
            <p:nvPr/>
          </p:nvSpPr>
          <p:spPr>
            <a:xfrm>
              <a:off x="9258526"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40" name="Oval 39">
              <a:extLst>
                <a:ext uri="{FF2B5EF4-FFF2-40B4-BE49-F238E27FC236}">
                  <a16:creationId xmlns:a16="http://schemas.microsoft.com/office/drawing/2014/main" id="{AA3A4731-6AC1-B985-BF21-853B3E434F70}"/>
                </a:ext>
              </a:extLst>
            </p:cNvPr>
            <p:cNvSpPr/>
            <p:nvPr/>
          </p:nvSpPr>
          <p:spPr>
            <a:xfrm>
              <a:off x="995270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 name="Isosceles Triangle 648">
              <a:extLst>
                <a:ext uri="{FF2B5EF4-FFF2-40B4-BE49-F238E27FC236}">
                  <a16:creationId xmlns:a16="http://schemas.microsoft.com/office/drawing/2014/main" id="{A23F7AAE-417F-8E1F-B61D-E623F8263592}"/>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5" name="Group 54">
            <a:extLst>
              <a:ext uri="{FF2B5EF4-FFF2-40B4-BE49-F238E27FC236}">
                <a16:creationId xmlns:a16="http://schemas.microsoft.com/office/drawing/2014/main" id="{921D54AC-9C9E-039C-38A8-F23441B3E665}"/>
              </a:ext>
            </a:extLst>
          </p:cNvPr>
          <p:cNvGrpSpPr/>
          <p:nvPr/>
        </p:nvGrpSpPr>
        <p:grpSpPr>
          <a:xfrm>
            <a:off x="5448055" y="1532276"/>
            <a:ext cx="721206" cy="609701"/>
            <a:chOff x="6271424" y="1729816"/>
            <a:chExt cx="871904" cy="748695"/>
          </a:xfrm>
        </p:grpSpPr>
        <p:sp>
          <p:nvSpPr>
            <p:cNvPr id="56" name="Rectangle 55">
              <a:extLst>
                <a:ext uri="{FF2B5EF4-FFF2-40B4-BE49-F238E27FC236}">
                  <a16:creationId xmlns:a16="http://schemas.microsoft.com/office/drawing/2014/main" id="{91A40AF3-6983-B5C4-45AA-8F333C88C547}"/>
                </a:ext>
              </a:extLst>
            </p:cNvPr>
            <p:cNvSpPr/>
            <p:nvPr/>
          </p:nvSpPr>
          <p:spPr>
            <a:xfrm>
              <a:off x="627142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57" name="Rectangle 56">
              <a:extLst>
                <a:ext uri="{FF2B5EF4-FFF2-40B4-BE49-F238E27FC236}">
                  <a16:creationId xmlns:a16="http://schemas.microsoft.com/office/drawing/2014/main" id="{E0B88C85-539E-9E6C-AE7B-B4383B12CEC2}"/>
                </a:ext>
              </a:extLst>
            </p:cNvPr>
            <p:cNvSpPr/>
            <p:nvPr/>
          </p:nvSpPr>
          <p:spPr>
            <a:xfrm flipV="1">
              <a:off x="7010822"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 name="Oval 15">
              <a:extLst>
                <a:ext uri="{FF2B5EF4-FFF2-40B4-BE49-F238E27FC236}">
                  <a16:creationId xmlns:a16="http://schemas.microsoft.com/office/drawing/2014/main" id="{888AED84-A18E-376A-8B60-76B84F6BEB2C}"/>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1" name="Straight Connector 60">
              <a:extLst>
                <a:ext uri="{FF2B5EF4-FFF2-40B4-BE49-F238E27FC236}">
                  <a16:creationId xmlns:a16="http://schemas.microsoft.com/office/drawing/2014/main" id="{B47FF4BC-5FAC-1273-E7FD-AE2B4834A2C9}"/>
                </a:ext>
              </a:extLst>
            </p:cNvPr>
            <p:cNvCxnSpPr>
              <a:cxnSpLocks/>
              <a:stCxn id="59" idx="0"/>
            </p:cNvCxnSpPr>
            <p:nvPr/>
          </p:nvCxnSpPr>
          <p:spPr>
            <a:xfrm flipV="1">
              <a:off x="7050821"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2" name="Straight Connector 61">
              <a:extLst>
                <a:ext uri="{FF2B5EF4-FFF2-40B4-BE49-F238E27FC236}">
                  <a16:creationId xmlns:a16="http://schemas.microsoft.com/office/drawing/2014/main" id="{8FC32436-07ED-B79F-AC36-5F2F7BB8AF21}"/>
                </a:ext>
              </a:extLst>
            </p:cNvPr>
            <p:cNvCxnSpPr>
              <a:cxnSpLocks/>
            </p:cNvCxnSpPr>
            <p:nvPr/>
          </p:nvCxnSpPr>
          <p:spPr>
            <a:xfrm>
              <a:off x="7057735"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095CF871-EB2E-A2D7-B07A-EEB9AFF5CA88}"/>
              </a:ext>
            </a:extLst>
          </p:cNvPr>
          <p:cNvGrpSpPr/>
          <p:nvPr/>
        </p:nvGrpSpPr>
        <p:grpSpPr>
          <a:xfrm>
            <a:off x="6284562" y="1532276"/>
            <a:ext cx="721206" cy="609701"/>
            <a:chOff x="7262509" y="1729816"/>
            <a:chExt cx="871904" cy="748695"/>
          </a:xfrm>
        </p:grpSpPr>
        <p:sp>
          <p:nvSpPr>
            <p:cNvPr id="64" name="Rectangle 63">
              <a:extLst>
                <a:ext uri="{FF2B5EF4-FFF2-40B4-BE49-F238E27FC236}">
                  <a16:creationId xmlns:a16="http://schemas.microsoft.com/office/drawing/2014/main" id="{B44F2B59-2BF1-358D-0436-1DC2DFECB72A}"/>
                </a:ext>
              </a:extLst>
            </p:cNvPr>
            <p:cNvSpPr/>
            <p:nvPr/>
          </p:nvSpPr>
          <p:spPr>
            <a:xfrm>
              <a:off x="7262509"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65" name="Rectangle 64">
              <a:extLst>
                <a:ext uri="{FF2B5EF4-FFF2-40B4-BE49-F238E27FC236}">
                  <a16:creationId xmlns:a16="http://schemas.microsoft.com/office/drawing/2014/main" id="{3FE8A4D6-CDD1-16B4-76FA-5F41085BAA00}"/>
                </a:ext>
              </a:extLst>
            </p:cNvPr>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 name="Oval 15">
              <a:extLst>
                <a:ext uri="{FF2B5EF4-FFF2-40B4-BE49-F238E27FC236}">
                  <a16:creationId xmlns:a16="http://schemas.microsoft.com/office/drawing/2014/main" id="{65C32A2C-1F72-8FBD-0429-F052FA461121}"/>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9" name="Straight Connector 68">
              <a:extLst>
                <a:ext uri="{FF2B5EF4-FFF2-40B4-BE49-F238E27FC236}">
                  <a16:creationId xmlns:a16="http://schemas.microsoft.com/office/drawing/2014/main" id="{52A4D158-E757-5DF1-9064-C73FD6F3E07C}"/>
                </a:ext>
              </a:extLst>
            </p:cNvPr>
            <p:cNvCxnSpPr>
              <a:cxnSpLocks/>
              <a:stCxn id="66"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0" name="Straight Connector 69">
              <a:extLst>
                <a:ext uri="{FF2B5EF4-FFF2-40B4-BE49-F238E27FC236}">
                  <a16:creationId xmlns:a16="http://schemas.microsoft.com/office/drawing/2014/main" id="{6596CDD1-8E53-B90A-433B-793956FA8E3B}"/>
                </a:ext>
              </a:extLst>
            </p:cNvPr>
            <p:cNvCxnSpPr>
              <a:cxnSpLocks/>
            </p:cNvCxnSpPr>
            <p:nvPr/>
          </p:nvCxnSpPr>
          <p:spPr>
            <a:xfrm>
              <a:off x="80562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1" name="Group 70">
            <a:extLst>
              <a:ext uri="{FF2B5EF4-FFF2-40B4-BE49-F238E27FC236}">
                <a16:creationId xmlns:a16="http://schemas.microsoft.com/office/drawing/2014/main" id="{FF156929-4C0F-C659-CB7F-BB6987004EE2}"/>
              </a:ext>
            </a:extLst>
          </p:cNvPr>
          <p:cNvGrpSpPr/>
          <p:nvPr/>
        </p:nvGrpSpPr>
        <p:grpSpPr>
          <a:xfrm>
            <a:off x="7121069" y="1532276"/>
            <a:ext cx="721206" cy="609701"/>
            <a:chOff x="8253594" y="1729816"/>
            <a:chExt cx="871904" cy="748695"/>
          </a:xfrm>
        </p:grpSpPr>
        <p:sp>
          <p:nvSpPr>
            <p:cNvPr id="72" name="Rectangle 71">
              <a:extLst>
                <a:ext uri="{FF2B5EF4-FFF2-40B4-BE49-F238E27FC236}">
                  <a16:creationId xmlns:a16="http://schemas.microsoft.com/office/drawing/2014/main" id="{D360788F-0C75-0FF9-FBE2-2981E1A08B15}"/>
                </a:ext>
              </a:extLst>
            </p:cNvPr>
            <p:cNvSpPr/>
            <p:nvPr/>
          </p:nvSpPr>
          <p:spPr>
            <a:xfrm>
              <a:off x="825359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73" name="Rectangle 72">
              <a:extLst>
                <a:ext uri="{FF2B5EF4-FFF2-40B4-BE49-F238E27FC236}">
                  <a16:creationId xmlns:a16="http://schemas.microsoft.com/office/drawing/2014/main" id="{FECCEADA-56EB-DD22-C079-2F3303DB8288}"/>
                </a:ext>
              </a:extLst>
            </p:cNvPr>
            <p:cNvSpPr/>
            <p:nvPr/>
          </p:nvSpPr>
          <p:spPr>
            <a:xfrm flipV="1">
              <a:off x="8998048"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 name="Oval 15">
              <a:extLst>
                <a:ext uri="{FF2B5EF4-FFF2-40B4-BE49-F238E27FC236}">
                  <a16:creationId xmlns:a16="http://schemas.microsoft.com/office/drawing/2014/main" id="{FBA92A98-78D7-2A68-720E-E366FC71077C}"/>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5" name="Straight Connector 74">
              <a:extLst>
                <a:ext uri="{FF2B5EF4-FFF2-40B4-BE49-F238E27FC236}">
                  <a16:creationId xmlns:a16="http://schemas.microsoft.com/office/drawing/2014/main" id="{94203B42-46B7-5E8D-E6B9-25BD65FE20D1}"/>
                </a:ext>
              </a:extLst>
            </p:cNvPr>
            <p:cNvCxnSpPr>
              <a:cxnSpLocks/>
              <a:stCxn id="74" idx="0"/>
            </p:cNvCxnSpPr>
            <p:nvPr/>
          </p:nvCxnSpPr>
          <p:spPr>
            <a:xfrm flipV="1">
              <a:off x="9038047"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6" name="Straight Connector 75">
              <a:extLst>
                <a:ext uri="{FF2B5EF4-FFF2-40B4-BE49-F238E27FC236}">
                  <a16:creationId xmlns:a16="http://schemas.microsoft.com/office/drawing/2014/main" id="{042B8B7D-F9B9-2C3F-B7D8-1885A0E71E32}"/>
                </a:ext>
              </a:extLst>
            </p:cNvPr>
            <p:cNvCxnSpPr>
              <a:cxnSpLocks/>
            </p:cNvCxnSpPr>
            <p:nvPr/>
          </p:nvCxnSpPr>
          <p:spPr>
            <a:xfrm>
              <a:off x="9044961"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1D60F57B-52DF-94C8-F337-A59BCC924626}"/>
              </a:ext>
            </a:extLst>
          </p:cNvPr>
          <p:cNvGrpSpPr/>
          <p:nvPr/>
        </p:nvGrpSpPr>
        <p:grpSpPr>
          <a:xfrm>
            <a:off x="3775041" y="1532276"/>
            <a:ext cx="721206" cy="609701"/>
            <a:chOff x="4289254" y="1729816"/>
            <a:chExt cx="871904" cy="748695"/>
          </a:xfrm>
        </p:grpSpPr>
        <p:sp>
          <p:nvSpPr>
            <p:cNvPr id="78" name="Rectangle 77">
              <a:extLst>
                <a:ext uri="{FF2B5EF4-FFF2-40B4-BE49-F238E27FC236}">
                  <a16:creationId xmlns:a16="http://schemas.microsoft.com/office/drawing/2014/main" id="{09E09ED3-9F48-BCC7-4F5A-6677DB1E4150}"/>
                </a:ext>
              </a:extLst>
            </p:cNvPr>
            <p:cNvSpPr/>
            <p:nvPr/>
          </p:nvSpPr>
          <p:spPr>
            <a:xfrm>
              <a:off x="428925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79" name="Right Triangle 78">
              <a:extLst>
                <a:ext uri="{FF2B5EF4-FFF2-40B4-BE49-F238E27FC236}">
                  <a16:creationId xmlns:a16="http://schemas.microsoft.com/office/drawing/2014/main" id="{6C35170A-8D58-4C9E-CB1A-E8463F152B59}"/>
                </a:ext>
              </a:extLst>
            </p:cNvPr>
            <p:cNvSpPr/>
            <p:nvPr/>
          </p:nvSpPr>
          <p:spPr>
            <a:xfrm rot="10800000">
              <a:off x="5013435"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3" name="Group 102">
              <a:extLst>
                <a:ext uri="{FF2B5EF4-FFF2-40B4-BE49-F238E27FC236}">
                  <a16:creationId xmlns:a16="http://schemas.microsoft.com/office/drawing/2014/main" id="{0AD3AD54-1E9D-3894-3752-50C7C259B68F}"/>
                </a:ext>
              </a:extLst>
            </p:cNvPr>
            <p:cNvGrpSpPr/>
            <p:nvPr/>
          </p:nvGrpSpPr>
          <p:grpSpPr>
            <a:xfrm>
              <a:off x="5093762" y="1742900"/>
              <a:ext cx="45719" cy="75385"/>
              <a:chOff x="3883481" y="2057400"/>
              <a:chExt cx="1608363" cy="2652031"/>
            </a:xfrm>
            <a:solidFill>
              <a:srgbClr val="A6A6A6"/>
            </a:solidFill>
          </p:grpSpPr>
          <p:sp>
            <p:nvSpPr>
              <p:cNvPr id="104" name="Oval 27">
                <a:extLst>
                  <a:ext uri="{FF2B5EF4-FFF2-40B4-BE49-F238E27FC236}">
                    <a16:creationId xmlns:a16="http://schemas.microsoft.com/office/drawing/2014/main" id="{A62B4FED-0D58-D2D8-369A-229456CE91C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 name="Oval 28">
                <a:extLst>
                  <a:ext uri="{FF2B5EF4-FFF2-40B4-BE49-F238E27FC236}">
                    <a16:creationId xmlns:a16="http://schemas.microsoft.com/office/drawing/2014/main" id="{50E9918F-E6AF-EA1A-723F-1C41E9A39BF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6" name="Group 105">
            <a:extLst>
              <a:ext uri="{FF2B5EF4-FFF2-40B4-BE49-F238E27FC236}">
                <a16:creationId xmlns:a16="http://schemas.microsoft.com/office/drawing/2014/main" id="{F8FC06AA-2642-96C9-7E19-5E8C9573972F}"/>
              </a:ext>
            </a:extLst>
          </p:cNvPr>
          <p:cNvGrpSpPr/>
          <p:nvPr/>
        </p:nvGrpSpPr>
        <p:grpSpPr>
          <a:xfrm>
            <a:off x="4611548" y="1532276"/>
            <a:ext cx="721206" cy="609701"/>
            <a:chOff x="5280339" y="1729816"/>
            <a:chExt cx="871904" cy="748695"/>
          </a:xfrm>
        </p:grpSpPr>
        <p:sp>
          <p:nvSpPr>
            <p:cNvPr id="107" name="Rectangle 106">
              <a:extLst>
                <a:ext uri="{FF2B5EF4-FFF2-40B4-BE49-F238E27FC236}">
                  <a16:creationId xmlns:a16="http://schemas.microsoft.com/office/drawing/2014/main" id="{1F252FCF-976F-6D3F-E1D3-8194F165658B}"/>
                </a:ext>
              </a:extLst>
            </p:cNvPr>
            <p:cNvSpPr/>
            <p:nvPr/>
          </p:nvSpPr>
          <p:spPr>
            <a:xfrm>
              <a:off x="528033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08" name="Right Triangle 107">
              <a:extLst>
                <a:ext uri="{FF2B5EF4-FFF2-40B4-BE49-F238E27FC236}">
                  <a16:creationId xmlns:a16="http://schemas.microsoft.com/office/drawing/2014/main" id="{973AA12A-3A60-2637-3EC2-2712B9269BC3}"/>
                </a:ext>
              </a:extLst>
            </p:cNvPr>
            <p:cNvSpPr/>
            <p:nvPr/>
          </p:nvSpPr>
          <p:spPr>
            <a:xfrm rot="10800000">
              <a:off x="6003472"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41" name="Group 440">
              <a:extLst>
                <a:ext uri="{FF2B5EF4-FFF2-40B4-BE49-F238E27FC236}">
                  <a16:creationId xmlns:a16="http://schemas.microsoft.com/office/drawing/2014/main" id="{2CAD24A7-788B-8EE6-6A0F-365678FEB880}"/>
                </a:ext>
              </a:extLst>
            </p:cNvPr>
            <p:cNvGrpSpPr/>
            <p:nvPr/>
          </p:nvGrpSpPr>
          <p:grpSpPr>
            <a:xfrm>
              <a:off x="6083799" y="1742900"/>
              <a:ext cx="45719" cy="75385"/>
              <a:chOff x="3883481" y="2057400"/>
              <a:chExt cx="1608363" cy="2652031"/>
            </a:xfrm>
            <a:solidFill>
              <a:srgbClr val="A6A6A6"/>
            </a:solidFill>
          </p:grpSpPr>
          <p:sp>
            <p:nvSpPr>
              <p:cNvPr id="442" name="Oval 27">
                <a:extLst>
                  <a:ext uri="{FF2B5EF4-FFF2-40B4-BE49-F238E27FC236}">
                    <a16:creationId xmlns:a16="http://schemas.microsoft.com/office/drawing/2014/main" id="{54C6FB7E-304E-3CE7-6FF1-93893195631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3" name="Oval 28">
                <a:extLst>
                  <a:ext uri="{FF2B5EF4-FFF2-40B4-BE49-F238E27FC236}">
                    <a16:creationId xmlns:a16="http://schemas.microsoft.com/office/drawing/2014/main" id="{B43EB434-31BB-3842-0260-7000654DF4D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44" name="Group 443">
            <a:extLst>
              <a:ext uri="{FF2B5EF4-FFF2-40B4-BE49-F238E27FC236}">
                <a16:creationId xmlns:a16="http://schemas.microsoft.com/office/drawing/2014/main" id="{29F7A385-2BE7-17C2-BBDD-5057EAFC6BFC}"/>
              </a:ext>
            </a:extLst>
          </p:cNvPr>
          <p:cNvGrpSpPr/>
          <p:nvPr/>
        </p:nvGrpSpPr>
        <p:grpSpPr>
          <a:xfrm>
            <a:off x="2938534" y="1532276"/>
            <a:ext cx="721206" cy="610038"/>
            <a:chOff x="3298169" y="1729403"/>
            <a:chExt cx="871904" cy="749108"/>
          </a:xfrm>
        </p:grpSpPr>
        <p:sp>
          <p:nvSpPr>
            <p:cNvPr id="445" name="Rectangle 444">
              <a:extLst>
                <a:ext uri="{FF2B5EF4-FFF2-40B4-BE49-F238E27FC236}">
                  <a16:creationId xmlns:a16="http://schemas.microsoft.com/office/drawing/2014/main" id="{5D627FA7-F544-B9B0-12C7-4E3ADBF7FA24}"/>
                </a:ext>
              </a:extLst>
            </p:cNvPr>
            <p:cNvSpPr/>
            <p:nvPr/>
          </p:nvSpPr>
          <p:spPr>
            <a:xfrm>
              <a:off x="329816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446" name="Right Triangle 445">
              <a:extLst>
                <a:ext uri="{FF2B5EF4-FFF2-40B4-BE49-F238E27FC236}">
                  <a16:creationId xmlns:a16="http://schemas.microsoft.com/office/drawing/2014/main" id="{43CF9844-C064-4D2F-6369-4D67B13D7E76}"/>
                </a:ext>
              </a:extLst>
            </p:cNvPr>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7" name="Oval 27">
              <a:extLst>
                <a:ext uri="{FF2B5EF4-FFF2-40B4-BE49-F238E27FC236}">
                  <a16:creationId xmlns:a16="http://schemas.microsoft.com/office/drawing/2014/main" id="{1480C92E-3953-4BF6-2078-70D8DFF9E4DE}"/>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8" name="Oval 28">
              <a:extLst>
                <a:ext uri="{FF2B5EF4-FFF2-40B4-BE49-F238E27FC236}">
                  <a16:creationId xmlns:a16="http://schemas.microsoft.com/office/drawing/2014/main" id="{20702E57-1EC8-C359-2A26-64A68842EAFE}"/>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49" name="Group 448">
            <a:extLst>
              <a:ext uri="{FF2B5EF4-FFF2-40B4-BE49-F238E27FC236}">
                <a16:creationId xmlns:a16="http://schemas.microsoft.com/office/drawing/2014/main" id="{B68CC010-3B03-04D8-B640-1A3A03EB2D80}"/>
              </a:ext>
            </a:extLst>
          </p:cNvPr>
          <p:cNvGrpSpPr/>
          <p:nvPr/>
        </p:nvGrpSpPr>
        <p:grpSpPr>
          <a:xfrm>
            <a:off x="6287105" y="2974054"/>
            <a:ext cx="721206" cy="609701"/>
            <a:chOff x="8253594" y="3370808"/>
            <a:chExt cx="871904" cy="748695"/>
          </a:xfrm>
        </p:grpSpPr>
        <p:sp>
          <p:nvSpPr>
            <p:cNvPr id="450" name="Rectangle 449">
              <a:hlinkHover r:id="" action="ppaction://noaction" highlightClick="1"/>
              <a:extLst>
                <a:ext uri="{FF2B5EF4-FFF2-40B4-BE49-F238E27FC236}">
                  <a16:creationId xmlns:a16="http://schemas.microsoft.com/office/drawing/2014/main" id="{0AEF49DD-A73D-D676-DC30-085369EE40D2}"/>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451" name="Rectangle 450">
              <a:extLst>
                <a:ext uri="{FF2B5EF4-FFF2-40B4-BE49-F238E27FC236}">
                  <a16:creationId xmlns:a16="http://schemas.microsoft.com/office/drawing/2014/main" id="{E34EAC3F-8917-C49B-B60C-48B025A89E47}"/>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2" name="Oval 15">
              <a:extLst>
                <a:ext uri="{FF2B5EF4-FFF2-40B4-BE49-F238E27FC236}">
                  <a16:creationId xmlns:a16="http://schemas.microsoft.com/office/drawing/2014/main" id="{D19895E3-D347-49FE-9FF0-FB3126960A4F}"/>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53" name="Straight Connector 452">
              <a:extLst>
                <a:ext uri="{FF2B5EF4-FFF2-40B4-BE49-F238E27FC236}">
                  <a16:creationId xmlns:a16="http://schemas.microsoft.com/office/drawing/2014/main" id="{09DD1DE2-03FC-C952-1C51-C031134A8BE5}"/>
                </a:ext>
              </a:extLst>
            </p:cNvPr>
            <p:cNvCxnSpPr>
              <a:cxnSpLocks/>
              <a:stCxn id="452"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54" name="Straight Connector 453">
              <a:extLst>
                <a:ext uri="{FF2B5EF4-FFF2-40B4-BE49-F238E27FC236}">
                  <a16:creationId xmlns:a16="http://schemas.microsoft.com/office/drawing/2014/main" id="{DBFF8F43-BD80-33E3-C134-06029FCA0839}"/>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55" name="Group 454">
            <a:extLst>
              <a:ext uri="{FF2B5EF4-FFF2-40B4-BE49-F238E27FC236}">
                <a16:creationId xmlns:a16="http://schemas.microsoft.com/office/drawing/2014/main" id="{7D1D73B2-2ED4-01E8-9887-17675C58B739}"/>
              </a:ext>
            </a:extLst>
          </p:cNvPr>
          <p:cNvGrpSpPr/>
          <p:nvPr/>
        </p:nvGrpSpPr>
        <p:grpSpPr>
          <a:xfrm>
            <a:off x="7123149" y="2974054"/>
            <a:ext cx="721206" cy="609701"/>
            <a:chOff x="8253594" y="3370808"/>
            <a:chExt cx="871904" cy="748695"/>
          </a:xfrm>
        </p:grpSpPr>
        <p:sp>
          <p:nvSpPr>
            <p:cNvPr id="456" name="Rectangle 455">
              <a:hlinkHover r:id="" action="ppaction://noaction" highlightClick="1"/>
              <a:extLst>
                <a:ext uri="{FF2B5EF4-FFF2-40B4-BE49-F238E27FC236}">
                  <a16:creationId xmlns:a16="http://schemas.microsoft.com/office/drawing/2014/main" id="{6DF01B15-7A3A-4982-336B-DC547EF82099}"/>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457" name="Rectangle 456">
              <a:extLst>
                <a:ext uri="{FF2B5EF4-FFF2-40B4-BE49-F238E27FC236}">
                  <a16:creationId xmlns:a16="http://schemas.microsoft.com/office/drawing/2014/main" id="{ED488A8A-BDFB-9C72-6029-51439B88DFA0}"/>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8" name="Oval 15">
              <a:extLst>
                <a:ext uri="{FF2B5EF4-FFF2-40B4-BE49-F238E27FC236}">
                  <a16:creationId xmlns:a16="http://schemas.microsoft.com/office/drawing/2014/main" id="{7249F6DF-C7AE-8DA6-5584-FC83562CCB48}"/>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59" name="Straight Connector 458">
              <a:extLst>
                <a:ext uri="{FF2B5EF4-FFF2-40B4-BE49-F238E27FC236}">
                  <a16:creationId xmlns:a16="http://schemas.microsoft.com/office/drawing/2014/main" id="{58B593DC-7FE2-9635-AF70-763EFD846DAC}"/>
                </a:ext>
              </a:extLst>
            </p:cNvPr>
            <p:cNvCxnSpPr>
              <a:cxnSpLocks/>
              <a:stCxn id="458"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60" name="Straight Connector 459">
              <a:extLst>
                <a:ext uri="{FF2B5EF4-FFF2-40B4-BE49-F238E27FC236}">
                  <a16:creationId xmlns:a16="http://schemas.microsoft.com/office/drawing/2014/main" id="{769C732D-78F2-76F8-DB16-36AEB21DF31F}"/>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61" name="Group 460">
            <a:extLst>
              <a:ext uri="{FF2B5EF4-FFF2-40B4-BE49-F238E27FC236}">
                <a16:creationId xmlns:a16="http://schemas.microsoft.com/office/drawing/2014/main" id="{215A9ADA-B0AF-7351-65EA-C5A723BC0B63}"/>
              </a:ext>
            </a:extLst>
          </p:cNvPr>
          <p:cNvGrpSpPr/>
          <p:nvPr/>
        </p:nvGrpSpPr>
        <p:grpSpPr>
          <a:xfrm>
            <a:off x="7959193" y="2974054"/>
            <a:ext cx="721206" cy="609701"/>
            <a:chOff x="10243575" y="88412"/>
            <a:chExt cx="871904" cy="748695"/>
          </a:xfrm>
        </p:grpSpPr>
        <p:sp>
          <p:nvSpPr>
            <p:cNvPr id="462" name="Rectangle 461">
              <a:hlinkHover r:id="" action="ppaction://noaction" highlightClick="1"/>
              <a:extLst>
                <a:ext uri="{FF2B5EF4-FFF2-40B4-BE49-F238E27FC236}">
                  <a16:creationId xmlns:a16="http://schemas.microsoft.com/office/drawing/2014/main" id="{F421DA51-B9C8-FC37-FE27-A26C77AF9331}"/>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sp>
          <p:nvSpPr>
            <p:cNvPr id="463" name="Diamond 462">
              <a:extLst>
                <a:ext uri="{FF2B5EF4-FFF2-40B4-BE49-F238E27FC236}">
                  <a16:creationId xmlns:a16="http://schemas.microsoft.com/office/drawing/2014/main" id="{DDEA4BE9-585D-5D21-5D52-7017B4045522}"/>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4" name="Oval 463">
              <a:extLst>
                <a:ext uri="{FF2B5EF4-FFF2-40B4-BE49-F238E27FC236}">
                  <a16:creationId xmlns:a16="http://schemas.microsoft.com/office/drawing/2014/main" id="{D84B8324-2197-7481-3013-15B85A81D2C4}"/>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65" name="Group 464">
            <a:extLst>
              <a:ext uri="{FF2B5EF4-FFF2-40B4-BE49-F238E27FC236}">
                <a16:creationId xmlns:a16="http://schemas.microsoft.com/office/drawing/2014/main" id="{4CD93C1E-AE0B-C6DF-CC69-66167A2EBD92}"/>
              </a:ext>
            </a:extLst>
          </p:cNvPr>
          <p:cNvGrpSpPr/>
          <p:nvPr/>
        </p:nvGrpSpPr>
        <p:grpSpPr>
          <a:xfrm>
            <a:off x="8795237" y="2974054"/>
            <a:ext cx="721206" cy="609701"/>
            <a:chOff x="10243575" y="88412"/>
            <a:chExt cx="871904" cy="748695"/>
          </a:xfrm>
        </p:grpSpPr>
        <p:sp>
          <p:nvSpPr>
            <p:cNvPr id="466" name="Rectangle 465">
              <a:hlinkHover r:id="" action="ppaction://noaction" highlightClick="1"/>
              <a:extLst>
                <a:ext uri="{FF2B5EF4-FFF2-40B4-BE49-F238E27FC236}">
                  <a16:creationId xmlns:a16="http://schemas.microsoft.com/office/drawing/2014/main" id="{6C056F63-0463-6E42-370F-68BE45020A35}"/>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467" name="Diamond 466">
              <a:extLst>
                <a:ext uri="{FF2B5EF4-FFF2-40B4-BE49-F238E27FC236}">
                  <a16:creationId xmlns:a16="http://schemas.microsoft.com/office/drawing/2014/main" id="{E9C05C40-B1BF-8D68-BA1A-C8E5F290DC1D}"/>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8" name="Oval 467">
              <a:extLst>
                <a:ext uri="{FF2B5EF4-FFF2-40B4-BE49-F238E27FC236}">
                  <a16:creationId xmlns:a16="http://schemas.microsoft.com/office/drawing/2014/main" id="{1F74D32A-9B0A-A0CE-C438-921D4286A983}"/>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75" name="Group 474">
            <a:extLst>
              <a:ext uri="{FF2B5EF4-FFF2-40B4-BE49-F238E27FC236}">
                <a16:creationId xmlns:a16="http://schemas.microsoft.com/office/drawing/2014/main" id="{2D5804A0-3D1C-A2D1-C3A1-3A320F9B7E1F}"/>
              </a:ext>
            </a:extLst>
          </p:cNvPr>
          <p:cNvGrpSpPr/>
          <p:nvPr/>
        </p:nvGrpSpPr>
        <p:grpSpPr>
          <a:xfrm>
            <a:off x="5442072" y="811556"/>
            <a:ext cx="728206" cy="609701"/>
            <a:chOff x="7262509" y="909114"/>
            <a:chExt cx="880366" cy="748695"/>
          </a:xfrm>
        </p:grpSpPr>
        <p:sp>
          <p:nvSpPr>
            <p:cNvPr id="476" name="Rectangle 475">
              <a:extLst>
                <a:ext uri="{FF2B5EF4-FFF2-40B4-BE49-F238E27FC236}">
                  <a16:creationId xmlns:a16="http://schemas.microsoft.com/office/drawing/2014/main" id="{B4D6C5C2-633D-8584-30D6-E7EE2B4F8E98}"/>
                </a:ext>
              </a:extLst>
            </p:cNvPr>
            <p:cNvSpPr/>
            <p:nvPr/>
          </p:nvSpPr>
          <p:spPr>
            <a:xfrm>
              <a:off x="726250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477" name="Rectangle 476">
              <a:extLst>
                <a:ext uri="{FF2B5EF4-FFF2-40B4-BE49-F238E27FC236}">
                  <a16:creationId xmlns:a16="http://schemas.microsoft.com/office/drawing/2014/main" id="{65606DE2-D54A-F9D0-EB33-35406B1583EF}"/>
                </a:ext>
              </a:extLst>
            </p:cNvPr>
            <p:cNvSpPr/>
            <p:nvPr/>
          </p:nvSpPr>
          <p:spPr>
            <a:xfrm flipV="1">
              <a:off x="8021749"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8" name="Oval 15">
              <a:extLst>
                <a:ext uri="{FF2B5EF4-FFF2-40B4-BE49-F238E27FC236}">
                  <a16:creationId xmlns:a16="http://schemas.microsoft.com/office/drawing/2014/main" id="{3B89DCE6-51D9-EEE2-F68D-14006E1AE0A4}"/>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79" name="Straight Connector 478">
              <a:extLst>
                <a:ext uri="{FF2B5EF4-FFF2-40B4-BE49-F238E27FC236}">
                  <a16:creationId xmlns:a16="http://schemas.microsoft.com/office/drawing/2014/main" id="{1141772B-1780-184A-A5AA-A42F43ED01CC}"/>
                </a:ext>
              </a:extLst>
            </p:cNvPr>
            <p:cNvCxnSpPr>
              <a:cxnSpLocks/>
              <a:stCxn id="478" idx="0"/>
            </p:cNvCxnSpPr>
            <p:nvPr/>
          </p:nvCxnSpPr>
          <p:spPr>
            <a:xfrm flipV="1">
              <a:off x="8061748"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80" name="Straight Connector 479">
              <a:extLst>
                <a:ext uri="{FF2B5EF4-FFF2-40B4-BE49-F238E27FC236}">
                  <a16:creationId xmlns:a16="http://schemas.microsoft.com/office/drawing/2014/main" id="{4F856E27-FF90-7683-8311-3DAD570489AF}"/>
                </a:ext>
              </a:extLst>
            </p:cNvPr>
            <p:cNvCxnSpPr>
              <a:cxnSpLocks/>
            </p:cNvCxnSpPr>
            <p:nvPr/>
          </p:nvCxnSpPr>
          <p:spPr>
            <a:xfrm>
              <a:off x="8068662"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81" name="Group 480">
            <a:extLst>
              <a:ext uri="{FF2B5EF4-FFF2-40B4-BE49-F238E27FC236}">
                <a16:creationId xmlns:a16="http://schemas.microsoft.com/office/drawing/2014/main" id="{47429129-33D8-89A8-F0B3-07A10CD9898E}"/>
              </a:ext>
            </a:extLst>
          </p:cNvPr>
          <p:cNvGrpSpPr/>
          <p:nvPr/>
        </p:nvGrpSpPr>
        <p:grpSpPr>
          <a:xfrm>
            <a:off x="6284590" y="811556"/>
            <a:ext cx="721206" cy="609701"/>
            <a:chOff x="8253594" y="909114"/>
            <a:chExt cx="871904" cy="748695"/>
          </a:xfrm>
        </p:grpSpPr>
        <p:sp>
          <p:nvSpPr>
            <p:cNvPr id="482" name="Rectangle 481">
              <a:hlinkHover r:id="" action="ppaction://noaction" highlightClick="1"/>
              <a:extLst>
                <a:ext uri="{FF2B5EF4-FFF2-40B4-BE49-F238E27FC236}">
                  <a16:creationId xmlns:a16="http://schemas.microsoft.com/office/drawing/2014/main" id="{1AEC6AA6-6494-913D-D0F0-9BCF84EE945F}"/>
                </a:ext>
              </a:extLst>
            </p:cNvPr>
            <p:cNvSpPr/>
            <p:nvPr/>
          </p:nvSpPr>
          <p:spPr>
            <a:xfrm>
              <a:off x="825359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483" name="Right Triangle 482">
              <a:extLst>
                <a:ext uri="{FF2B5EF4-FFF2-40B4-BE49-F238E27FC236}">
                  <a16:creationId xmlns:a16="http://schemas.microsoft.com/office/drawing/2014/main" id="{7B887E1A-51B3-661B-BF1A-23B305A7592E}"/>
                </a:ext>
              </a:extLst>
            </p:cNvPr>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4" name="Oval 27">
              <a:extLst>
                <a:ext uri="{FF2B5EF4-FFF2-40B4-BE49-F238E27FC236}">
                  <a16:creationId xmlns:a16="http://schemas.microsoft.com/office/drawing/2014/main" id="{FCC87E37-D77C-457A-C221-92FE170C5BB9}"/>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5" name="Oval 28">
              <a:extLst>
                <a:ext uri="{FF2B5EF4-FFF2-40B4-BE49-F238E27FC236}">
                  <a16:creationId xmlns:a16="http://schemas.microsoft.com/office/drawing/2014/main" id="{C783B692-EF75-FDAE-9374-8214874CFC0C}"/>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91" name="Group 490">
            <a:extLst>
              <a:ext uri="{FF2B5EF4-FFF2-40B4-BE49-F238E27FC236}">
                <a16:creationId xmlns:a16="http://schemas.microsoft.com/office/drawing/2014/main" id="{C7FB20B3-5D3A-A31D-AA95-20903023EC90}"/>
              </a:ext>
            </a:extLst>
          </p:cNvPr>
          <p:cNvGrpSpPr/>
          <p:nvPr/>
        </p:nvGrpSpPr>
        <p:grpSpPr>
          <a:xfrm>
            <a:off x="7957576" y="811556"/>
            <a:ext cx="721206" cy="609701"/>
            <a:chOff x="4289254" y="909114"/>
            <a:chExt cx="871904" cy="748695"/>
          </a:xfrm>
        </p:grpSpPr>
        <p:sp>
          <p:nvSpPr>
            <p:cNvPr id="492" name="Rectangle 491">
              <a:extLst>
                <a:ext uri="{FF2B5EF4-FFF2-40B4-BE49-F238E27FC236}">
                  <a16:creationId xmlns:a16="http://schemas.microsoft.com/office/drawing/2014/main" id="{A9A2449A-3436-ECFF-8FE7-8FB1695C6209}"/>
                </a:ext>
              </a:extLst>
            </p:cNvPr>
            <p:cNvSpPr/>
            <p:nvPr/>
          </p:nvSpPr>
          <p:spPr>
            <a:xfrm>
              <a:off x="4289254"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493" name="Rectangle 492">
              <a:extLst>
                <a:ext uri="{FF2B5EF4-FFF2-40B4-BE49-F238E27FC236}">
                  <a16:creationId xmlns:a16="http://schemas.microsoft.com/office/drawing/2014/main" id="{7C1CDB38-DC39-9930-A9DF-DAD888B14621}"/>
                </a:ext>
              </a:extLst>
            </p:cNvPr>
            <p:cNvSpPr/>
            <p:nvPr/>
          </p:nvSpPr>
          <p:spPr>
            <a:xfrm flipV="1">
              <a:off x="5036005"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4" name="Oval 15">
              <a:extLst>
                <a:ext uri="{FF2B5EF4-FFF2-40B4-BE49-F238E27FC236}">
                  <a16:creationId xmlns:a16="http://schemas.microsoft.com/office/drawing/2014/main" id="{D5C1416C-C80C-0410-A26D-8AA58FFEA04A}"/>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95" name="Straight Connector 494">
              <a:extLst>
                <a:ext uri="{FF2B5EF4-FFF2-40B4-BE49-F238E27FC236}">
                  <a16:creationId xmlns:a16="http://schemas.microsoft.com/office/drawing/2014/main" id="{4A77E053-767E-FBDF-60BC-422CBE30BF0A}"/>
                </a:ext>
              </a:extLst>
            </p:cNvPr>
            <p:cNvCxnSpPr>
              <a:cxnSpLocks/>
              <a:stCxn id="494" idx="0"/>
            </p:cNvCxnSpPr>
            <p:nvPr/>
          </p:nvCxnSpPr>
          <p:spPr>
            <a:xfrm flipV="1">
              <a:off x="5076004"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96" name="Straight Connector 495">
              <a:extLst>
                <a:ext uri="{FF2B5EF4-FFF2-40B4-BE49-F238E27FC236}">
                  <a16:creationId xmlns:a16="http://schemas.microsoft.com/office/drawing/2014/main" id="{2FE9C92B-0BAA-0164-3EEF-C008DFE46B61}"/>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05" name="Group 504">
            <a:extLst>
              <a:ext uri="{FF2B5EF4-FFF2-40B4-BE49-F238E27FC236}">
                <a16:creationId xmlns:a16="http://schemas.microsoft.com/office/drawing/2014/main" id="{8BC8EAD2-15AC-547C-C2D0-37A835538BE3}"/>
              </a:ext>
            </a:extLst>
          </p:cNvPr>
          <p:cNvGrpSpPr/>
          <p:nvPr/>
        </p:nvGrpSpPr>
        <p:grpSpPr>
          <a:xfrm>
            <a:off x="11356238" y="90836"/>
            <a:ext cx="721206" cy="609701"/>
            <a:chOff x="11226844" y="88412"/>
            <a:chExt cx="871904" cy="748695"/>
          </a:xfrm>
        </p:grpSpPr>
        <p:sp>
          <p:nvSpPr>
            <p:cNvPr id="506" name="Rectangle 505">
              <a:hlinkHover r:id="" action="ppaction://noaction" highlightClick="1"/>
              <a:extLst>
                <a:ext uri="{FF2B5EF4-FFF2-40B4-BE49-F238E27FC236}">
                  <a16:creationId xmlns:a16="http://schemas.microsoft.com/office/drawing/2014/main" id="{03B63BA7-B68F-794C-F32B-BE47218B062E}"/>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507" name="Oval 506">
              <a:extLst>
                <a:ext uri="{FF2B5EF4-FFF2-40B4-BE49-F238E27FC236}">
                  <a16:creationId xmlns:a16="http://schemas.microsoft.com/office/drawing/2014/main" id="{50B74C95-645F-04C3-B2C7-507E44778CAC}"/>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8" name="Isosceles Triangle 648">
              <a:extLst>
                <a:ext uri="{FF2B5EF4-FFF2-40B4-BE49-F238E27FC236}">
                  <a16:creationId xmlns:a16="http://schemas.microsoft.com/office/drawing/2014/main" id="{4734146E-E75A-F77E-DA9E-54C227CE57FD}"/>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09" name="Group 508">
            <a:extLst>
              <a:ext uri="{FF2B5EF4-FFF2-40B4-BE49-F238E27FC236}">
                <a16:creationId xmlns:a16="http://schemas.microsoft.com/office/drawing/2014/main" id="{DB3D18D8-0DCF-C620-A58F-56296712C21A}"/>
              </a:ext>
            </a:extLst>
          </p:cNvPr>
          <p:cNvGrpSpPr/>
          <p:nvPr/>
        </p:nvGrpSpPr>
        <p:grpSpPr>
          <a:xfrm>
            <a:off x="11356238" y="3694774"/>
            <a:ext cx="721206" cy="609701"/>
            <a:chOff x="11335787" y="4191133"/>
            <a:chExt cx="710037" cy="609701"/>
          </a:xfrm>
        </p:grpSpPr>
        <p:sp>
          <p:nvSpPr>
            <p:cNvPr id="510" name="Rectangle 509">
              <a:hlinkHover r:id="" action="ppaction://noaction" highlightClick="1"/>
              <a:extLst>
                <a:ext uri="{FF2B5EF4-FFF2-40B4-BE49-F238E27FC236}">
                  <a16:creationId xmlns:a16="http://schemas.microsoft.com/office/drawing/2014/main" id="{E4FA583F-B8CB-B9D6-F5E9-C9E84B35FD1D}"/>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511" name="Oval 510">
              <a:extLst>
                <a:ext uri="{FF2B5EF4-FFF2-40B4-BE49-F238E27FC236}">
                  <a16:creationId xmlns:a16="http://schemas.microsoft.com/office/drawing/2014/main" id="{8A90F52E-69CB-9B2C-A5B3-8C40208F3DE2}"/>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2" name="Isosceles Triangle 648">
              <a:extLst>
                <a:ext uri="{FF2B5EF4-FFF2-40B4-BE49-F238E27FC236}">
                  <a16:creationId xmlns:a16="http://schemas.microsoft.com/office/drawing/2014/main" id="{71029EFF-7B5E-122E-5839-499EC648BA71}"/>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3" name="Group 512">
            <a:extLst>
              <a:ext uri="{FF2B5EF4-FFF2-40B4-BE49-F238E27FC236}">
                <a16:creationId xmlns:a16="http://schemas.microsoft.com/office/drawing/2014/main" id="{3DA94D81-BFB5-C107-C3EF-DDBC709E03BC}"/>
              </a:ext>
            </a:extLst>
          </p:cNvPr>
          <p:cNvGrpSpPr/>
          <p:nvPr/>
        </p:nvGrpSpPr>
        <p:grpSpPr>
          <a:xfrm>
            <a:off x="9657689" y="4419620"/>
            <a:ext cx="721206" cy="609701"/>
            <a:chOff x="11226844" y="5012622"/>
            <a:chExt cx="871904" cy="748695"/>
          </a:xfrm>
        </p:grpSpPr>
        <p:sp>
          <p:nvSpPr>
            <p:cNvPr id="514" name="Rectangle 513">
              <a:hlinkHover r:id="" action="ppaction://noaction" highlightClick="1"/>
              <a:extLst>
                <a:ext uri="{FF2B5EF4-FFF2-40B4-BE49-F238E27FC236}">
                  <a16:creationId xmlns:a16="http://schemas.microsoft.com/office/drawing/2014/main" id="{ED2C021F-E4A3-9FD4-4786-B8FEC9B49F8F}"/>
                </a:ext>
              </a:extLst>
            </p:cNvPr>
            <p:cNvSpPr/>
            <p:nvPr/>
          </p:nvSpPr>
          <p:spPr>
            <a:xfrm>
              <a:off x="1122684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515" name="Oval 514">
              <a:extLst>
                <a:ext uri="{FF2B5EF4-FFF2-40B4-BE49-F238E27FC236}">
                  <a16:creationId xmlns:a16="http://schemas.microsoft.com/office/drawing/2014/main" id="{B7029948-09E7-00A8-F64D-60FE7BD17ABF}"/>
                </a:ext>
              </a:extLst>
            </p:cNvPr>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6" name="Isosceles Triangle 648">
              <a:extLst>
                <a:ext uri="{FF2B5EF4-FFF2-40B4-BE49-F238E27FC236}">
                  <a16:creationId xmlns:a16="http://schemas.microsoft.com/office/drawing/2014/main" id="{9C5CACDF-1485-76D6-7EB8-3035E684DCFB}"/>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7" name="Group 516">
            <a:extLst>
              <a:ext uri="{FF2B5EF4-FFF2-40B4-BE49-F238E27FC236}">
                <a16:creationId xmlns:a16="http://schemas.microsoft.com/office/drawing/2014/main" id="{23FD907D-0D22-4199-9B86-EDFA0292EDA0}"/>
              </a:ext>
            </a:extLst>
          </p:cNvPr>
          <p:cNvGrpSpPr/>
          <p:nvPr/>
        </p:nvGrpSpPr>
        <p:grpSpPr>
          <a:xfrm>
            <a:off x="10506964" y="4419620"/>
            <a:ext cx="721206" cy="609701"/>
            <a:chOff x="11226844" y="88412"/>
            <a:chExt cx="871904" cy="748695"/>
          </a:xfrm>
        </p:grpSpPr>
        <p:sp>
          <p:nvSpPr>
            <p:cNvPr id="518" name="Rectangle 517">
              <a:hlinkHover r:id="" action="ppaction://noaction" highlightClick="1"/>
              <a:extLst>
                <a:ext uri="{FF2B5EF4-FFF2-40B4-BE49-F238E27FC236}">
                  <a16:creationId xmlns:a16="http://schemas.microsoft.com/office/drawing/2014/main" id="{5D7FBD71-02F2-2BC0-B7B2-42E8505C02F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519" name="Oval 518">
              <a:extLst>
                <a:ext uri="{FF2B5EF4-FFF2-40B4-BE49-F238E27FC236}">
                  <a16:creationId xmlns:a16="http://schemas.microsoft.com/office/drawing/2014/main" id="{38424E98-ACC7-9E6E-F299-6DD0B86B99E2}"/>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0" name="Isosceles Triangle 648">
              <a:extLst>
                <a:ext uri="{FF2B5EF4-FFF2-40B4-BE49-F238E27FC236}">
                  <a16:creationId xmlns:a16="http://schemas.microsoft.com/office/drawing/2014/main" id="{6A11194A-E84F-5434-96D8-FD3CB8D5A745}"/>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1" name="Group 520">
            <a:extLst>
              <a:ext uri="{FF2B5EF4-FFF2-40B4-BE49-F238E27FC236}">
                <a16:creationId xmlns:a16="http://schemas.microsoft.com/office/drawing/2014/main" id="{A46B20DE-173D-B162-0F2F-DC70B0D926BA}"/>
              </a:ext>
            </a:extLst>
          </p:cNvPr>
          <p:cNvGrpSpPr/>
          <p:nvPr/>
        </p:nvGrpSpPr>
        <p:grpSpPr>
          <a:xfrm>
            <a:off x="11355999" y="4416261"/>
            <a:ext cx="721206" cy="609701"/>
            <a:chOff x="11226844" y="88412"/>
            <a:chExt cx="871904" cy="748695"/>
          </a:xfrm>
        </p:grpSpPr>
        <p:sp>
          <p:nvSpPr>
            <p:cNvPr id="522" name="Rectangle 521">
              <a:hlinkHover r:id="" action="ppaction://noaction" highlightClick="1"/>
              <a:extLst>
                <a:ext uri="{FF2B5EF4-FFF2-40B4-BE49-F238E27FC236}">
                  <a16:creationId xmlns:a16="http://schemas.microsoft.com/office/drawing/2014/main" id="{030B6945-BD6D-4A52-63CA-C12DAD7A26AF}"/>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523" name="Oval 522">
              <a:extLst>
                <a:ext uri="{FF2B5EF4-FFF2-40B4-BE49-F238E27FC236}">
                  <a16:creationId xmlns:a16="http://schemas.microsoft.com/office/drawing/2014/main" id="{A4FF6D63-B4E6-67F8-738E-8EA85439CEF5}"/>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4" name="Isosceles Triangle 648">
              <a:extLst>
                <a:ext uri="{FF2B5EF4-FFF2-40B4-BE49-F238E27FC236}">
                  <a16:creationId xmlns:a16="http://schemas.microsoft.com/office/drawing/2014/main" id="{14025206-1A50-D6B9-6318-45CC86F4FB01}"/>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5" name="Group 524">
            <a:extLst>
              <a:ext uri="{FF2B5EF4-FFF2-40B4-BE49-F238E27FC236}">
                <a16:creationId xmlns:a16="http://schemas.microsoft.com/office/drawing/2014/main" id="{4DB385FC-CF12-1938-69CF-326CB1CDECEE}"/>
              </a:ext>
            </a:extLst>
          </p:cNvPr>
          <p:cNvGrpSpPr/>
          <p:nvPr/>
        </p:nvGrpSpPr>
        <p:grpSpPr>
          <a:xfrm>
            <a:off x="8808522" y="4416261"/>
            <a:ext cx="721206" cy="609701"/>
            <a:chOff x="11226844" y="88412"/>
            <a:chExt cx="871904" cy="748695"/>
          </a:xfrm>
        </p:grpSpPr>
        <p:sp>
          <p:nvSpPr>
            <p:cNvPr id="526" name="Rectangle 525">
              <a:hlinkHover r:id="" action="ppaction://noaction" highlightClick="1"/>
              <a:extLst>
                <a:ext uri="{FF2B5EF4-FFF2-40B4-BE49-F238E27FC236}">
                  <a16:creationId xmlns:a16="http://schemas.microsoft.com/office/drawing/2014/main" id="{8F302834-2875-AFA1-02D0-6770FD3B1CC1}"/>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527" name="Oval 526">
              <a:extLst>
                <a:ext uri="{FF2B5EF4-FFF2-40B4-BE49-F238E27FC236}">
                  <a16:creationId xmlns:a16="http://schemas.microsoft.com/office/drawing/2014/main" id="{204559CE-D6F8-55A1-B0BF-2158F1C3FC84}"/>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8" name="Isosceles Triangle 648">
              <a:extLst>
                <a:ext uri="{FF2B5EF4-FFF2-40B4-BE49-F238E27FC236}">
                  <a16:creationId xmlns:a16="http://schemas.microsoft.com/office/drawing/2014/main" id="{74C9213B-01E5-5211-420F-0CB7BB8698CD}"/>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9" name="Group 528">
            <a:extLst>
              <a:ext uri="{FF2B5EF4-FFF2-40B4-BE49-F238E27FC236}">
                <a16:creationId xmlns:a16="http://schemas.microsoft.com/office/drawing/2014/main" id="{7E60C855-E547-11E7-A0EC-F633F54CC99F}"/>
              </a:ext>
            </a:extLst>
          </p:cNvPr>
          <p:cNvGrpSpPr/>
          <p:nvPr/>
        </p:nvGrpSpPr>
        <p:grpSpPr>
          <a:xfrm>
            <a:off x="10509575" y="5141013"/>
            <a:ext cx="721206" cy="609701"/>
            <a:chOff x="11226844" y="88412"/>
            <a:chExt cx="871904" cy="748695"/>
          </a:xfrm>
        </p:grpSpPr>
        <p:sp>
          <p:nvSpPr>
            <p:cNvPr id="530" name="Rectangle 529">
              <a:hlinkHover r:id="" action="ppaction://noaction" highlightClick="1"/>
              <a:extLst>
                <a:ext uri="{FF2B5EF4-FFF2-40B4-BE49-F238E27FC236}">
                  <a16:creationId xmlns:a16="http://schemas.microsoft.com/office/drawing/2014/main" id="{4D97B692-0846-BA05-94FB-BFD347927B5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531" name="Oval 530">
              <a:extLst>
                <a:ext uri="{FF2B5EF4-FFF2-40B4-BE49-F238E27FC236}">
                  <a16:creationId xmlns:a16="http://schemas.microsoft.com/office/drawing/2014/main" id="{1057B793-AE84-14DC-415E-73F7D17C318C}"/>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2" name="Isosceles Triangle 648">
              <a:extLst>
                <a:ext uri="{FF2B5EF4-FFF2-40B4-BE49-F238E27FC236}">
                  <a16:creationId xmlns:a16="http://schemas.microsoft.com/office/drawing/2014/main" id="{16A6E4DC-6F20-88B1-72E5-1960102E0857}"/>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3" name="Group 532">
            <a:extLst>
              <a:ext uri="{FF2B5EF4-FFF2-40B4-BE49-F238E27FC236}">
                <a16:creationId xmlns:a16="http://schemas.microsoft.com/office/drawing/2014/main" id="{DB866A73-019E-55D2-C61D-D419612F78A6}"/>
              </a:ext>
            </a:extLst>
          </p:cNvPr>
          <p:cNvGrpSpPr/>
          <p:nvPr/>
        </p:nvGrpSpPr>
        <p:grpSpPr>
          <a:xfrm>
            <a:off x="9651074" y="5143363"/>
            <a:ext cx="721206" cy="609701"/>
            <a:chOff x="10235764" y="4191922"/>
            <a:chExt cx="871904" cy="748695"/>
          </a:xfrm>
        </p:grpSpPr>
        <p:sp>
          <p:nvSpPr>
            <p:cNvPr id="534" name="Rectangle 533">
              <a:hlinkHover r:id="" action="ppaction://noaction" highlightClick="1"/>
              <a:extLst>
                <a:ext uri="{FF2B5EF4-FFF2-40B4-BE49-F238E27FC236}">
                  <a16:creationId xmlns:a16="http://schemas.microsoft.com/office/drawing/2014/main" id="{FBB23F8B-5149-4758-E3A0-0861E94F44D4}"/>
                </a:ext>
              </a:extLst>
            </p:cNvPr>
            <p:cNvSpPr/>
            <p:nvPr/>
          </p:nvSpPr>
          <p:spPr>
            <a:xfrm>
              <a:off x="1023576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535" name="Oval 534">
              <a:extLst>
                <a:ext uri="{FF2B5EF4-FFF2-40B4-BE49-F238E27FC236}">
                  <a16:creationId xmlns:a16="http://schemas.microsoft.com/office/drawing/2014/main" id="{7322A25B-3851-1DE4-7AC2-8EDA0C183A19}"/>
                </a:ext>
              </a:extLst>
            </p:cNvPr>
            <p:cNvSpPr/>
            <p:nvPr/>
          </p:nvSpPr>
          <p:spPr>
            <a:xfrm>
              <a:off x="10933601"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6" name="Isosceles Triangle 648">
              <a:extLst>
                <a:ext uri="{FF2B5EF4-FFF2-40B4-BE49-F238E27FC236}">
                  <a16:creationId xmlns:a16="http://schemas.microsoft.com/office/drawing/2014/main" id="{EA229D35-E0E0-C060-C6E6-C84931C61257}"/>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7" name="Group 536">
            <a:extLst>
              <a:ext uri="{FF2B5EF4-FFF2-40B4-BE49-F238E27FC236}">
                <a16:creationId xmlns:a16="http://schemas.microsoft.com/office/drawing/2014/main" id="{42657375-904B-03FE-AB4C-93E0AE90F73A}"/>
              </a:ext>
            </a:extLst>
          </p:cNvPr>
          <p:cNvGrpSpPr/>
          <p:nvPr/>
        </p:nvGrpSpPr>
        <p:grpSpPr>
          <a:xfrm>
            <a:off x="9657610" y="3698227"/>
            <a:ext cx="721206" cy="609701"/>
            <a:chOff x="11226844" y="4191922"/>
            <a:chExt cx="871904" cy="748695"/>
          </a:xfrm>
        </p:grpSpPr>
        <p:sp>
          <p:nvSpPr>
            <p:cNvPr id="538" name="Rectangle 537">
              <a:hlinkHover r:id="" action="ppaction://noaction" highlightClick="1"/>
              <a:extLst>
                <a:ext uri="{FF2B5EF4-FFF2-40B4-BE49-F238E27FC236}">
                  <a16:creationId xmlns:a16="http://schemas.microsoft.com/office/drawing/2014/main" id="{BE52EEEB-B41E-63B2-D203-84C4A3870F88}"/>
                </a:ext>
              </a:extLst>
            </p:cNvPr>
            <p:cNvSpPr/>
            <p:nvPr/>
          </p:nvSpPr>
          <p:spPr>
            <a:xfrm>
              <a:off x="1122684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539" name="Oval 538">
              <a:extLst>
                <a:ext uri="{FF2B5EF4-FFF2-40B4-BE49-F238E27FC236}">
                  <a16:creationId xmlns:a16="http://schemas.microsoft.com/office/drawing/2014/main" id="{5B7337A4-5666-C6EF-C3E3-B73E3B2D1EF7}"/>
                </a:ext>
              </a:extLst>
            </p:cNvPr>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0" name="Isosceles Triangle 648">
              <a:extLst>
                <a:ext uri="{FF2B5EF4-FFF2-40B4-BE49-F238E27FC236}">
                  <a16:creationId xmlns:a16="http://schemas.microsoft.com/office/drawing/2014/main" id="{37B03844-6E5D-1C7A-B38C-D89246559A58}"/>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1" name="Group 540">
            <a:extLst>
              <a:ext uri="{FF2B5EF4-FFF2-40B4-BE49-F238E27FC236}">
                <a16:creationId xmlns:a16="http://schemas.microsoft.com/office/drawing/2014/main" id="{4FCB2D75-25BB-5BA9-511F-E38343A05CE2}"/>
              </a:ext>
            </a:extLst>
          </p:cNvPr>
          <p:cNvGrpSpPr/>
          <p:nvPr/>
        </p:nvGrpSpPr>
        <p:grpSpPr>
          <a:xfrm>
            <a:off x="10506924" y="3698227"/>
            <a:ext cx="721206" cy="609701"/>
            <a:chOff x="11226844" y="88412"/>
            <a:chExt cx="871904" cy="748695"/>
          </a:xfrm>
        </p:grpSpPr>
        <p:sp>
          <p:nvSpPr>
            <p:cNvPr id="542" name="Rectangle 541">
              <a:hlinkHover r:id="" action="ppaction://noaction" highlightClick="1"/>
              <a:extLst>
                <a:ext uri="{FF2B5EF4-FFF2-40B4-BE49-F238E27FC236}">
                  <a16:creationId xmlns:a16="http://schemas.microsoft.com/office/drawing/2014/main" id="{1B132493-7C44-C090-9D67-975260825D3A}"/>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543" name="Oval 542">
              <a:extLst>
                <a:ext uri="{FF2B5EF4-FFF2-40B4-BE49-F238E27FC236}">
                  <a16:creationId xmlns:a16="http://schemas.microsoft.com/office/drawing/2014/main" id="{F47636B4-A93D-E673-DA9E-9CBB866FF1B7}"/>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4" name="Isosceles Triangle 648">
              <a:extLst>
                <a:ext uri="{FF2B5EF4-FFF2-40B4-BE49-F238E27FC236}">
                  <a16:creationId xmlns:a16="http://schemas.microsoft.com/office/drawing/2014/main" id="{95C4DAD4-1E7F-2B2D-E1D8-45AC6196CD79}"/>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5" name="Group 544">
            <a:extLst>
              <a:ext uri="{FF2B5EF4-FFF2-40B4-BE49-F238E27FC236}">
                <a16:creationId xmlns:a16="http://schemas.microsoft.com/office/drawing/2014/main" id="{D01515F8-B606-3811-A699-11F4BB9C0795}"/>
              </a:ext>
            </a:extLst>
          </p:cNvPr>
          <p:cNvGrpSpPr/>
          <p:nvPr/>
        </p:nvGrpSpPr>
        <p:grpSpPr>
          <a:xfrm>
            <a:off x="8808415" y="5135706"/>
            <a:ext cx="721206" cy="609701"/>
            <a:chOff x="6271424" y="5012622"/>
            <a:chExt cx="871904" cy="748695"/>
          </a:xfrm>
        </p:grpSpPr>
        <p:sp>
          <p:nvSpPr>
            <p:cNvPr id="546" name="Rectangle 545">
              <a:hlinkHover r:id="" action="ppaction://noaction" highlightClick="1"/>
              <a:extLst>
                <a:ext uri="{FF2B5EF4-FFF2-40B4-BE49-F238E27FC236}">
                  <a16:creationId xmlns:a16="http://schemas.microsoft.com/office/drawing/2014/main" id="{52BB8BA6-1617-F50B-12EC-A4602B58C0C8}"/>
                </a:ext>
              </a:extLst>
            </p:cNvPr>
            <p:cNvSpPr/>
            <p:nvPr/>
          </p:nvSpPr>
          <p:spPr>
            <a:xfrm>
              <a:off x="627142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547" name="Oval 546">
              <a:extLst>
                <a:ext uri="{FF2B5EF4-FFF2-40B4-BE49-F238E27FC236}">
                  <a16:creationId xmlns:a16="http://schemas.microsoft.com/office/drawing/2014/main" id="{8423CC9F-6D25-D006-2F35-8EF43E4B52DF}"/>
                </a:ext>
              </a:extLst>
            </p:cNvPr>
            <p:cNvSpPr/>
            <p:nvPr/>
          </p:nvSpPr>
          <p:spPr>
            <a:xfrm>
              <a:off x="6967630"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8" name="Isosceles Triangle 648">
              <a:extLst>
                <a:ext uri="{FF2B5EF4-FFF2-40B4-BE49-F238E27FC236}">
                  <a16:creationId xmlns:a16="http://schemas.microsoft.com/office/drawing/2014/main" id="{0A031CB5-1376-42BE-5652-84E441994BF7}"/>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63" name="Group 562">
            <a:extLst>
              <a:ext uri="{FF2B5EF4-FFF2-40B4-BE49-F238E27FC236}">
                <a16:creationId xmlns:a16="http://schemas.microsoft.com/office/drawing/2014/main" id="{AC776090-0EF9-8670-BDBC-DEFF7604E880}"/>
              </a:ext>
            </a:extLst>
          </p:cNvPr>
          <p:cNvGrpSpPr/>
          <p:nvPr/>
        </p:nvGrpSpPr>
        <p:grpSpPr>
          <a:xfrm>
            <a:off x="7957577" y="1532276"/>
            <a:ext cx="721206" cy="609701"/>
            <a:chOff x="9244679" y="1729815"/>
            <a:chExt cx="871904" cy="748695"/>
          </a:xfrm>
        </p:grpSpPr>
        <p:sp>
          <p:nvSpPr>
            <p:cNvPr id="564" name="Rectangle 563">
              <a:hlinkHover r:id="" action="ppaction://noaction" highlightClick="1"/>
              <a:extLst>
                <a:ext uri="{FF2B5EF4-FFF2-40B4-BE49-F238E27FC236}">
                  <a16:creationId xmlns:a16="http://schemas.microsoft.com/office/drawing/2014/main" id="{2BEED9CC-44FB-EC63-7483-C006D4EA9820}"/>
                </a:ext>
              </a:extLst>
            </p:cNvPr>
            <p:cNvSpPr/>
            <p:nvPr/>
          </p:nvSpPr>
          <p:spPr>
            <a:xfrm>
              <a:off x="9244679" y="1729815"/>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565" name="Rectangle 564">
              <a:extLst>
                <a:ext uri="{FF2B5EF4-FFF2-40B4-BE49-F238E27FC236}">
                  <a16:creationId xmlns:a16="http://schemas.microsoft.com/office/drawing/2014/main" id="{A3272B0D-C6BB-6B4C-C14C-8468970478DE}"/>
                </a:ext>
              </a:extLst>
            </p:cNvPr>
            <p:cNvSpPr/>
            <p:nvPr/>
          </p:nvSpPr>
          <p:spPr>
            <a:xfrm flipV="1">
              <a:off x="99870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6" name="Oval 15">
              <a:extLst>
                <a:ext uri="{FF2B5EF4-FFF2-40B4-BE49-F238E27FC236}">
                  <a16:creationId xmlns:a16="http://schemas.microsoft.com/office/drawing/2014/main" id="{6DC1030A-4008-308B-2A28-194FB1F89E0F}"/>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67" name="Straight Connector 566">
              <a:extLst>
                <a:ext uri="{FF2B5EF4-FFF2-40B4-BE49-F238E27FC236}">
                  <a16:creationId xmlns:a16="http://schemas.microsoft.com/office/drawing/2014/main" id="{005834FE-26D0-8430-8E86-E72D01BA24C0}"/>
                </a:ext>
              </a:extLst>
            </p:cNvPr>
            <p:cNvCxnSpPr>
              <a:cxnSpLocks/>
              <a:stCxn id="566" idx="0"/>
            </p:cNvCxnSpPr>
            <p:nvPr/>
          </p:nvCxnSpPr>
          <p:spPr>
            <a:xfrm flipV="1">
              <a:off x="100270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68" name="Straight Connector 567">
              <a:extLst>
                <a:ext uri="{FF2B5EF4-FFF2-40B4-BE49-F238E27FC236}">
                  <a16:creationId xmlns:a16="http://schemas.microsoft.com/office/drawing/2014/main" id="{648CB0B5-7D51-9246-3764-22491C239C53}"/>
                </a:ext>
              </a:extLst>
            </p:cNvPr>
            <p:cNvCxnSpPr>
              <a:cxnSpLocks/>
            </p:cNvCxnSpPr>
            <p:nvPr/>
          </p:nvCxnSpPr>
          <p:spPr>
            <a:xfrm>
              <a:off x="100339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69" name="Group 568">
            <a:extLst>
              <a:ext uri="{FF2B5EF4-FFF2-40B4-BE49-F238E27FC236}">
                <a16:creationId xmlns:a16="http://schemas.microsoft.com/office/drawing/2014/main" id="{7F92BD45-D569-2873-C52B-89DF3F745DF3}"/>
              </a:ext>
            </a:extLst>
          </p:cNvPr>
          <p:cNvGrpSpPr/>
          <p:nvPr/>
        </p:nvGrpSpPr>
        <p:grpSpPr>
          <a:xfrm>
            <a:off x="9656908" y="1532276"/>
            <a:ext cx="721206" cy="609701"/>
            <a:chOff x="11226844" y="1729816"/>
            <a:chExt cx="871904" cy="748695"/>
          </a:xfrm>
        </p:grpSpPr>
        <p:sp>
          <p:nvSpPr>
            <p:cNvPr id="570" name="Rectangle 569">
              <a:extLst>
                <a:ext uri="{FF2B5EF4-FFF2-40B4-BE49-F238E27FC236}">
                  <a16:creationId xmlns:a16="http://schemas.microsoft.com/office/drawing/2014/main" id="{30BCCFDA-30E4-A3EC-1632-2BA8C154C114}"/>
                </a:ext>
              </a:extLst>
            </p:cNvPr>
            <p:cNvSpPr/>
            <p:nvPr/>
          </p:nvSpPr>
          <p:spPr>
            <a:xfrm>
              <a:off x="1122684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71" name="Rectangle 570">
              <a:extLst>
                <a:ext uri="{FF2B5EF4-FFF2-40B4-BE49-F238E27FC236}">
                  <a16:creationId xmlns:a16="http://schemas.microsoft.com/office/drawing/2014/main" id="{A681C145-3D90-F206-9281-AC7DEA18FFD0}"/>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2" name="Oval 15">
              <a:extLst>
                <a:ext uri="{FF2B5EF4-FFF2-40B4-BE49-F238E27FC236}">
                  <a16:creationId xmlns:a16="http://schemas.microsoft.com/office/drawing/2014/main" id="{F2E1E900-EB9B-157F-0E35-68C94F93E477}"/>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73" name="Straight Connector 572">
              <a:extLst>
                <a:ext uri="{FF2B5EF4-FFF2-40B4-BE49-F238E27FC236}">
                  <a16:creationId xmlns:a16="http://schemas.microsoft.com/office/drawing/2014/main" id="{17D97F66-09F3-000C-22D0-FF19D9CD4F1C}"/>
                </a:ext>
              </a:extLst>
            </p:cNvPr>
            <p:cNvCxnSpPr>
              <a:cxnSpLocks/>
              <a:stCxn id="572"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74" name="Straight Connector 573">
              <a:extLst>
                <a:ext uri="{FF2B5EF4-FFF2-40B4-BE49-F238E27FC236}">
                  <a16:creationId xmlns:a16="http://schemas.microsoft.com/office/drawing/2014/main" id="{3E4C996C-A187-482E-6ED5-10137DADBCB0}"/>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03" name="Group 602">
            <a:extLst>
              <a:ext uri="{FF2B5EF4-FFF2-40B4-BE49-F238E27FC236}">
                <a16:creationId xmlns:a16="http://schemas.microsoft.com/office/drawing/2014/main" id="{E34D8169-8C0F-6BFB-D7C0-7773F766D733}"/>
              </a:ext>
            </a:extLst>
          </p:cNvPr>
          <p:cNvGrpSpPr/>
          <p:nvPr/>
        </p:nvGrpSpPr>
        <p:grpSpPr>
          <a:xfrm>
            <a:off x="11356238" y="811556"/>
            <a:ext cx="721206" cy="609701"/>
            <a:chOff x="11226844" y="88412"/>
            <a:chExt cx="871904" cy="748695"/>
          </a:xfrm>
        </p:grpSpPr>
        <p:sp>
          <p:nvSpPr>
            <p:cNvPr id="604" name="Rectangle 603">
              <a:hlinkHover r:id="" action="ppaction://noaction" highlightClick="1"/>
              <a:extLst>
                <a:ext uri="{FF2B5EF4-FFF2-40B4-BE49-F238E27FC236}">
                  <a16:creationId xmlns:a16="http://schemas.microsoft.com/office/drawing/2014/main" id="{91577C19-15A7-BFAF-4B6C-6CFDBB4E2FFA}"/>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605" name="Oval 604">
              <a:extLst>
                <a:ext uri="{FF2B5EF4-FFF2-40B4-BE49-F238E27FC236}">
                  <a16:creationId xmlns:a16="http://schemas.microsoft.com/office/drawing/2014/main" id="{693859DF-851B-828A-E370-72288F04E63D}"/>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6" name="Isosceles Triangle 648">
              <a:extLst>
                <a:ext uri="{FF2B5EF4-FFF2-40B4-BE49-F238E27FC236}">
                  <a16:creationId xmlns:a16="http://schemas.microsoft.com/office/drawing/2014/main" id="{72A25854-7C41-2F33-F1E7-0323A611A7E2}"/>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07" name="Group 606">
            <a:extLst>
              <a:ext uri="{FF2B5EF4-FFF2-40B4-BE49-F238E27FC236}">
                <a16:creationId xmlns:a16="http://schemas.microsoft.com/office/drawing/2014/main" id="{1CDE3DF7-C795-E9DC-5F7E-42FFAE3601F5}"/>
              </a:ext>
            </a:extLst>
          </p:cNvPr>
          <p:cNvGrpSpPr/>
          <p:nvPr/>
        </p:nvGrpSpPr>
        <p:grpSpPr>
          <a:xfrm>
            <a:off x="8807242" y="811556"/>
            <a:ext cx="721206" cy="609701"/>
            <a:chOff x="10235764" y="909114"/>
            <a:chExt cx="871904" cy="748695"/>
          </a:xfrm>
        </p:grpSpPr>
        <p:sp>
          <p:nvSpPr>
            <p:cNvPr id="608" name="Rectangle 607">
              <a:hlinkHover r:id="" action="ppaction://noaction" highlightClick="1"/>
              <a:extLst>
                <a:ext uri="{FF2B5EF4-FFF2-40B4-BE49-F238E27FC236}">
                  <a16:creationId xmlns:a16="http://schemas.microsoft.com/office/drawing/2014/main" id="{EA982DA8-2CCE-B68F-D4F6-3BB468A377EF}"/>
                </a:ext>
              </a:extLst>
            </p:cNvPr>
            <p:cNvSpPr/>
            <p:nvPr/>
          </p:nvSpPr>
          <p:spPr>
            <a:xfrm>
              <a:off x="10235764" y="909114"/>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609" name="Diamond 608">
              <a:extLst>
                <a:ext uri="{FF2B5EF4-FFF2-40B4-BE49-F238E27FC236}">
                  <a16:creationId xmlns:a16="http://schemas.microsoft.com/office/drawing/2014/main" id="{66050AE1-947B-1AFA-BC6F-2607B31D78B6}"/>
                </a:ext>
              </a:extLst>
            </p:cNvPr>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0" name="Oval 609">
              <a:extLst>
                <a:ext uri="{FF2B5EF4-FFF2-40B4-BE49-F238E27FC236}">
                  <a16:creationId xmlns:a16="http://schemas.microsoft.com/office/drawing/2014/main" id="{99DEF8F4-F636-7E80-4615-4A1FA96581D7}"/>
                </a:ext>
              </a:extLst>
            </p:cNvPr>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11" name="Group 610">
            <a:extLst>
              <a:ext uri="{FF2B5EF4-FFF2-40B4-BE49-F238E27FC236}">
                <a16:creationId xmlns:a16="http://schemas.microsoft.com/office/drawing/2014/main" id="{B105F442-81C4-99B7-D89C-2D542459E786}"/>
              </a:ext>
            </a:extLst>
          </p:cNvPr>
          <p:cNvGrpSpPr/>
          <p:nvPr/>
        </p:nvGrpSpPr>
        <p:grpSpPr>
          <a:xfrm>
            <a:off x="8808415" y="3705984"/>
            <a:ext cx="721206" cy="609701"/>
            <a:chOff x="10235764" y="1729816"/>
            <a:chExt cx="871904" cy="748695"/>
          </a:xfrm>
        </p:grpSpPr>
        <p:sp>
          <p:nvSpPr>
            <p:cNvPr id="612" name="Rectangle 611">
              <a:hlinkHover r:id="" action="ppaction://noaction" highlightClick="1"/>
              <a:extLst>
                <a:ext uri="{FF2B5EF4-FFF2-40B4-BE49-F238E27FC236}">
                  <a16:creationId xmlns:a16="http://schemas.microsoft.com/office/drawing/2014/main" id="{68498623-4DEE-9D5E-501D-F3D5EF3053C7}"/>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613" name="Oval 612">
              <a:extLst>
                <a:ext uri="{FF2B5EF4-FFF2-40B4-BE49-F238E27FC236}">
                  <a16:creationId xmlns:a16="http://schemas.microsoft.com/office/drawing/2014/main" id="{E5F71EAC-693F-BFB4-3B65-EF455AF23ACD}"/>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4" name="Isosceles Triangle 648">
              <a:extLst>
                <a:ext uri="{FF2B5EF4-FFF2-40B4-BE49-F238E27FC236}">
                  <a16:creationId xmlns:a16="http://schemas.microsoft.com/office/drawing/2014/main" id="{F09D7CAD-8818-4432-7078-1CA095024BE3}"/>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15" name="Group 614">
            <a:extLst>
              <a:ext uri="{FF2B5EF4-FFF2-40B4-BE49-F238E27FC236}">
                <a16:creationId xmlns:a16="http://schemas.microsoft.com/office/drawing/2014/main" id="{23D8C8DC-5C75-F5C0-9058-A5790655F4FC}"/>
              </a:ext>
            </a:extLst>
          </p:cNvPr>
          <p:cNvGrpSpPr/>
          <p:nvPr/>
        </p:nvGrpSpPr>
        <p:grpSpPr>
          <a:xfrm>
            <a:off x="431659" y="90836"/>
            <a:ext cx="721206" cy="609701"/>
            <a:chOff x="325745" y="88412"/>
            <a:chExt cx="871904" cy="748695"/>
          </a:xfrm>
        </p:grpSpPr>
        <p:sp>
          <p:nvSpPr>
            <p:cNvPr id="616" name="Rectangle 615">
              <a:extLst>
                <a:ext uri="{FF2B5EF4-FFF2-40B4-BE49-F238E27FC236}">
                  <a16:creationId xmlns:a16="http://schemas.microsoft.com/office/drawing/2014/main" id="{4EC9EFA6-2040-249B-CE89-8184A7048EED}"/>
                </a:ext>
              </a:extLst>
            </p:cNvPr>
            <p:cNvSpPr/>
            <p:nvPr/>
          </p:nvSpPr>
          <p:spPr>
            <a:xfrm>
              <a:off x="325745"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617" name="Rectangle 616">
              <a:extLst>
                <a:ext uri="{FF2B5EF4-FFF2-40B4-BE49-F238E27FC236}">
                  <a16:creationId xmlns:a16="http://schemas.microsoft.com/office/drawing/2014/main" id="{76FFC6DF-7B23-AB48-383F-B14EAC1D4913}"/>
                </a:ext>
              </a:extLst>
            </p:cNvPr>
            <p:cNvSpPr/>
            <p:nvPr/>
          </p:nvSpPr>
          <p:spPr>
            <a:xfrm flipV="1">
              <a:off x="1076521" y="88412"/>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8" name="Oval 15">
              <a:extLst>
                <a:ext uri="{FF2B5EF4-FFF2-40B4-BE49-F238E27FC236}">
                  <a16:creationId xmlns:a16="http://schemas.microsoft.com/office/drawing/2014/main" id="{B50DF84C-A054-C2D4-4291-65AD1FDB5E8C}"/>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19" name="Straight Connector 618">
              <a:extLst>
                <a:ext uri="{FF2B5EF4-FFF2-40B4-BE49-F238E27FC236}">
                  <a16:creationId xmlns:a16="http://schemas.microsoft.com/office/drawing/2014/main" id="{D8DCBA56-F91F-06D9-5037-DCD3C0046D75}"/>
                </a:ext>
              </a:extLst>
            </p:cNvPr>
            <p:cNvCxnSpPr>
              <a:cxnSpLocks/>
              <a:stCxn id="618" idx="0"/>
            </p:cNvCxnSpPr>
            <p:nvPr/>
          </p:nvCxnSpPr>
          <p:spPr>
            <a:xfrm flipV="1">
              <a:off x="1116520" y="105005"/>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20" name="Straight Connector 619">
              <a:extLst>
                <a:ext uri="{FF2B5EF4-FFF2-40B4-BE49-F238E27FC236}">
                  <a16:creationId xmlns:a16="http://schemas.microsoft.com/office/drawing/2014/main" id="{F234A0AA-B253-799E-BD7A-DEBA9428CA63}"/>
                </a:ext>
              </a:extLst>
            </p:cNvPr>
            <p:cNvCxnSpPr>
              <a:cxnSpLocks/>
            </p:cNvCxnSpPr>
            <p:nvPr/>
          </p:nvCxnSpPr>
          <p:spPr>
            <a:xfrm>
              <a:off x="1123434" y="105005"/>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21" name="Group 620">
            <a:extLst>
              <a:ext uri="{FF2B5EF4-FFF2-40B4-BE49-F238E27FC236}">
                <a16:creationId xmlns:a16="http://schemas.microsoft.com/office/drawing/2014/main" id="{77F22199-8914-9719-DA16-3D5412AE94A8}"/>
              </a:ext>
            </a:extLst>
          </p:cNvPr>
          <p:cNvGrpSpPr/>
          <p:nvPr/>
        </p:nvGrpSpPr>
        <p:grpSpPr>
          <a:xfrm>
            <a:off x="1267284" y="90836"/>
            <a:ext cx="721206" cy="609701"/>
            <a:chOff x="1315999" y="88412"/>
            <a:chExt cx="871904" cy="748695"/>
          </a:xfrm>
        </p:grpSpPr>
        <p:sp>
          <p:nvSpPr>
            <p:cNvPr id="622" name="Rectangle 621">
              <a:extLst>
                <a:ext uri="{FF2B5EF4-FFF2-40B4-BE49-F238E27FC236}">
                  <a16:creationId xmlns:a16="http://schemas.microsoft.com/office/drawing/2014/main" id="{3C05B908-266E-35CF-02BC-A6B1F8B06DAF}"/>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623" name="Rectangle 622">
              <a:extLst>
                <a:ext uri="{FF2B5EF4-FFF2-40B4-BE49-F238E27FC236}">
                  <a16:creationId xmlns:a16="http://schemas.microsoft.com/office/drawing/2014/main" id="{03EAF7F8-CADF-2F4C-8F4B-6B76DCAD2604}"/>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4" name="Oval 15">
              <a:extLst>
                <a:ext uri="{FF2B5EF4-FFF2-40B4-BE49-F238E27FC236}">
                  <a16:creationId xmlns:a16="http://schemas.microsoft.com/office/drawing/2014/main" id="{F83B9A5E-0CA0-CD78-81EF-A1AFDB77652F}"/>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25" name="Straight Connector 624">
              <a:extLst>
                <a:ext uri="{FF2B5EF4-FFF2-40B4-BE49-F238E27FC236}">
                  <a16:creationId xmlns:a16="http://schemas.microsoft.com/office/drawing/2014/main" id="{E2D7C5E6-246A-E03A-6EC7-896E863320E7}"/>
                </a:ext>
              </a:extLst>
            </p:cNvPr>
            <p:cNvCxnSpPr>
              <a:cxnSpLocks/>
              <a:stCxn id="624"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26" name="Straight Connector 625">
              <a:extLst>
                <a:ext uri="{FF2B5EF4-FFF2-40B4-BE49-F238E27FC236}">
                  <a16:creationId xmlns:a16="http://schemas.microsoft.com/office/drawing/2014/main" id="{265CD128-09B4-7A38-945E-B88F6F783620}"/>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27" name="Group 626">
            <a:extLst>
              <a:ext uri="{FF2B5EF4-FFF2-40B4-BE49-F238E27FC236}">
                <a16:creationId xmlns:a16="http://schemas.microsoft.com/office/drawing/2014/main" id="{B4707E2A-7C08-3455-6B67-64789C3F0D0D}"/>
              </a:ext>
            </a:extLst>
          </p:cNvPr>
          <p:cNvGrpSpPr/>
          <p:nvPr/>
        </p:nvGrpSpPr>
        <p:grpSpPr>
          <a:xfrm>
            <a:off x="2102909" y="90836"/>
            <a:ext cx="721206" cy="609701"/>
            <a:chOff x="1315999" y="88412"/>
            <a:chExt cx="871904" cy="748695"/>
          </a:xfrm>
        </p:grpSpPr>
        <p:sp>
          <p:nvSpPr>
            <p:cNvPr id="628" name="Rectangle 627">
              <a:extLst>
                <a:ext uri="{FF2B5EF4-FFF2-40B4-BE49-F238E27FC236}">
                  <a16:creationId xmlns:a16="http://schemas.microsoft.com/office/drawing/2014/main" id="{380F527F-966B-1054-2E3F-62449A9B4887}"/>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629" name="Rectangle 628">
              <a:extLst>
                <a:ext uri="{FF2B5EF4-FFF2-40B4-BE49-F238E27FC236}">
                  <a16:creationId xmlns:a16="http://schemas.microsoft.com/office/drawing/2014/main" id="{F3AC4149-7DC1-68A5-0A7D-DB3D4BB166E7}"/>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0" name="Oval 15">
              <a:extLst>
                <a:ext uri="{FF2B5EF4-FFF2-40B4-BE49-F238E27FC236}">
                  <a16:creationId xmlns:a16="http://schemas.microsoft.com/office/drawing/2014/main" id="{8A567F86-37CA-88DE-B80E-34B87A541B74}"/>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31" name="Straight Connector 630">
              <a:extLst>
                <a:ext uri="{FF2B5EF4-FFF2-40B4-BE49-F238E27FC236}">
                  <a16:creationId xmlns:a16="http://schemas.microsoft.com/office/drawing/2014/main" id="{D9A9DB1F-C9CB-F0DA-6FEB-DDFE4BE3A63B}"/>
                </a:ext>
              </a:extLst>
            </p:cNvPr>
            <p:cNvCxnSpPr>
              <a:cxnSpLocks/>
              <a:stCxn id="630"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32" name="Straight Connector 631">
              <a:extLst>
                <a:ext uri="{FF2B5EF4-FFF2-40B4-BE49-F238E27FC236}">
                  <a16:creationId xmlns:a16="http://schemas.microsoft.com/office/drawing/2014/main" id="{C4A2C613-9603-0107-9156-93C645F51E41}"/>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33" name="Group 632">
            <a:extLst>
              <a:ext uri="{FF2B5EF4-FFF2-40B4-BE49-F238E27FC236}">
                <a16:creationId xmlns:a16="http://schemas.microsoft.com/office/drawing/2014/main" id="{38AB6C79-A273-0D8F-8744-4E8E78A90726}"/>
              </a:ext>
            </a:extLst>
          </p:cNvPr>
          <p:cNvGrpSpPr/>
          <p:nvPr/>
        </p:nvGrpSpPr>
        <p:grpSpPr>
          <a:xfrm>
            <a:off x="1269622" y="4419620"/>
            <a:ext cx="721206" cy="609701"/>
            <a:chOff x="4289254" y="5012622"/>
            <a:chExt cx="871904" cy="748695"/>
          </a:xfrm>
        </p:grpSpPr>
        <p:sp>
          <p:nvSpPr>
            <p:cNvPr id="634" name="Rectangle 633">
              <a:extLst>
                <a:ext uri="{FF2B5EF4-FFF2-40B4-BE49-F238E27FC236}">
                  <a16:creationId xmlns:a16="http://schemas.microsoft.com/office/drawing/2014/main" id="{9ED480CE-3FA6-994E-E440-522272373EDB}"/>
                </a:ext>
              </a:extLst>
            </p:cNvPr>
            <p:cNvSpPr/>
            <p:nvPr/>
          </p:nvSpPr>
          <p:spPr>
            <a:xfrm>
              <a:off x="4289254"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635" name="Cylinder 634">
              <a:extLst>
                <a:ext uri="{FF2B5EF4-FFF2-40B4-BE49-F238E27FC236}">
                  <a16:creationId xmlns:a16="http://schemas.microsoft.com/office/drawing/2014/main" id="{CC59F43F-ACC4-37AF-91F8-E5E8DDF1941B}"/>
                </a:ext>
              </a:extLst>
            </p:cNvPr>
            <p:cNvSpPr/>
            <p:nvPr/>
          </p:nvSpPr>
          <p:spPr>
            <a:xfrm>
              <a:off x="5072324"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36" name="Group 635">
            <a:extLst>
              <a:ext uri="{FF2B5EF4-FFF2-40B4-BE49-F238E27FC236}">
                <a16:creationId xmlns:a16="http://schemas.microsoft.com/office/drawing/2014/main" id="{D64A3A58-F7CB-1A89-5DB8-93D43E1DD0CF}"/>
              </a:ext>
            </a:extLst>
          </p:cNvPr>
          <p:cNvGrpSpPr/>
          <p:nvPr/>
        </p:nvGrpSpPr>
        <p:grpSpPr>
          <a:xfrm>
            <a:off x="432838" y="4419620"/>
            <a:ext cx="721206" cy="609701"/>
            <a:chOff x="3298169" y="5012622"/>
            <a:chExt cx="871904" cy="748695"/>
          </a:xfrm>
        </p:grpSpPr>
        <p:sp>
          <p:nvSpPr>
            <p:cNvPr id="637" name="Rectangle 636">
              <a:extLst>
                <a:ext uri="{FF2B5EF4-FFF2-40B4-BE49-F238E27FC236}">
                  <a16:creationId xmlns:a16="http://schemas.microsoft.com/office/drawing/2014/main" id="{9E8756D2-684D-92C3-CF77-BCF8C8CF4200}"/>
                </a:ext>
              </a:extLst>
            </p:cNvPr>
            <p:cNvSpPr/>
            <p:nvPr/>
          </p:nvSpPr>
          <p:spPr>
            <a:xfrm>
              <a:off x="3298169"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638" name="Cylinder 637">
              <a:extLst>
                <a:ext uri="{FF2B5EF4-FFF2-40B4-BE49-F238E27FC236}">
                  <a16:creationId xmlns:a16="http://schemas.microsoft.com/office/drawing/2014/main" id="{B50E74BD-395D-33AF-6D7E-D56C5DB65E79}"/>
                </a:ext>
              </a:extLst>
            </p:cNvPr>
            <p:cNvSpPr/>
            <p:nvPr/>
          </p:nvSpPr>
          <p:spPr>
            <a:xfrm>
              <a:off x="4081239"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39" name="Group 638">
            <a:extLst>
              <a:ext uri="{FF2B5EF4-FFF2-40B4-BE49-F238E27FC236}">
                <a16:creationId xmlns:a16="http://schemas.microsoft.com/office/drawing/2014/main" id="{11583F1E-64F2-E68F-9378-3F2020B14E28}"/>
              </a:ext>
            </a:extLst>
          </p:cNvPr>
          <p:cNvGrpSpPr/>
          <p:nvPr/>
        </p:nvGrpSpPr>
        <p:grpSpPr>
          <a:xfrm>
            <a:off x="1268463" y="5141013"/>
            <a:ext cx="721206" cy="609701"/>
            <a:chOff x="4289254" y="4191922"/>
            <a:chExt cx="871904" cy="748695"/>
          </a:xfrm>
        </p:grpSpPr>
        <p:sp>
          <p:nvSpPr>
            <p:cNvPr id="640" name="Rectangle 639">
              <a:extLst>
                <a:ext uri="{FF2B5EF4-FFF2-40B4-BE49-F238E27FC236}">
                  <a16:creationId xmlns:a16="http://schemas.microsoft.com/office/drawing/2014/main" id="{61D60307-F11A-8B86-445E-CD322E05FC20}"/>
                </a:ext>
              </a:extLst>
            </p:cNvPr>
            <p:cNvSpPr/>
            <p:nvPr/>
          </p:nvSpPr>
          <p:spPr>
            <a:xfrm>
              <a:off x="4289254"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641" name="Cylinder 640">
              <a:extLst>
                <a:ext uri="{FF2B5EF4-FFF2-40B4-BE49-F238E27FC236}">
                  <a16:creationId xmlns:a16="http://schemas.microsoft.com/office/drawing/2014/main" id="{EC100986-9B43-54A2-F464-951A182F4E62}"/>
                </a:ext>
              </a:extLst>
            </p:cNvPr>
            <p:cNvSpPr/>
            <p:nvPr/>
          </p:nvSpPr>
          <p:spPr>
            <a:xfrm>
              <a:off x="5072324"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42" name="Group 641">
            <a:extLst>
              <a:ext uri="{FF2B5EF4-FFF2-40B4-BE49-F238E27FC236}">
                <a16:creationId xmlns:a16="http://schemas.microsoft.com/office/drawing/2014/main" id="{C9484C5E-C769-6419-58C6-1A760C58CDF4}"/>
              </a:ext>
            </a:extLst>
          </p:cNvPr>
          <p:cNvGrpSpPr/>
          <p:nvPr/>
        </p:nvGrpSpPr>
        <p:grpSpPr>
          <a:xfrm>
            <a:off x="431294" y="5141013"/>
            <a:ext cx="721206" cy="609701"/>
            <a:chOff x="3298169" y="4191922"/>
            <a:chExt cx="871904" cy="748695"/>
          </a:xfrm>
        </p:grpSpPr>
        <p:sp>
          <p:nvSpPr>
            <p:cNvPr id="643" name="Rectangle 642">
              <a:extLst>
                <a:ext uri="{FF2B5EF4-FFF2-40B4-BE49-F238E27FC236}">
                  <a16:creationId xmlns:a16="http://schemas.microsoft.com/office/drawing/2014/main" id="{C634CD1B-169F-75D8-E3A8-A1F93DF7584B}"/>
                </a:ext>
              </a:extLst>
            </p:cNvPr>
            <p:cNvSpPr/>
            <p:nvPr/>
          </p:nvSpPr>
          <p:spPr>
            <a:xfrm>
              <a:off x="3298169"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644" name="Cylinder 643">
              <a:extLst>
                <a:ext uri="{FF2B5EF4-FFF2-40B4-BE49-F238E27FC236}">
                  <a16:creationId xmlns:a16="http://schemas.microsoft.com/office/drawing/2014/main" id="{0DA38407-E089-A7BA-8E51-159AAF2FE6B9}"/>
                </a:ext>
              </a:extLst>
            </p:cNvPr>
            <p:cNvSpPr/>
            <p:nvPr/>
          </p:nvSpPr>
          <p:spPr>
            <a:xfrm>
              <a:off x="4081239"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45" name="Group 644">
            <a:extLst>
              <a:ext uri="{FF2B5EF4-FFF2-40B4-BE49-F238E27FC236}">
                <a16:creationId xmlns:a16="http://schemas.microsoft.com/office/drawing/2014/main" id="{AEC96128-F2F7-B3E2-A2F3-230573D3FB74}"/>
              </a:ext>
            </a:extLst>
          </p:cNvPr>
          <p:cNvGrpSpPr/>
          <p:nvPr/>
        </p:nvGrpSpPr>
        <p:grpSpPr>
          <a:xfrm>
            <a:off x="431659" y="3698227"/>
            <a:ext cx="721206" cy="609701"/>
            <a:chOff x="1315999" y="3370808"/>
            <a:chExt cx="871904" cy="748695"/>
          </a:xfrm>
        </p:grpSpPr>
        <p:sp>
          <p:nvSpPr>
            <p:cNvPr id="646" name="Rectangle 645">
              <a:extLst>
                <a:ext uri="{FF2B5EF4-FFF2-40B4-BE49-F238E27FC236}">
                  <a16:creationId xmlns:a16="http://schemas.microsoft.com/office/drawing/2014/main" id="{16687103-9C41-59BF-83E2-BCD0335E118D}"/>
                </a:ext>
              </a:extLst>
            </p:cNvPr>
            <p:cNvSpPr/>
            <p:nvPr/>
          </p:nvSpPr>
          <p:spPr>
            <a:xfrm>
              <a:off x="131599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647" name="Right Triangle 646">
              <a:extLst>
                <a:ext uri="{FF2B5EF4-FFF2-40B4-BE49-F238E27FC236}">
                  <a16:creationId xmlns:a16="http://schemas.microsoft.com/office/drawing/2014/main" id="{9AC237B9-D585-E7D4-2982-287CAD2DA2C5}"/>
                </a:ext>
              </a:extLst>
            </p:cNvPr>
            <p:cNvSpPr/>
            <p:nvPr/>
          </p:nvSpPr>
          <p:spPr>
            <a:xfrm rot="10800000">
              <a:off x="2046390"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8" name="Group 647">
              <a:extLst>
                <a:ext uri="{FF2B5EF4-FFF2-40B4-BE49-F238E27FC236}">
                  <a16:creationId xmlns:a16="http://schemas.microsoft.com/office/drawing/2014/main" id="{5524C062-9EE9-1979-EAA9-B0460EAFF8F6}"/>
                </a:ext>
              </a:extLst>
            </p:cNvPr>
            <p:cNvGrpSpPr/>
            <p:nvPr/>
          </p:nvGrpSpPr>
          <p:grpSpPr>
            <a:xfrm>
              <a:off x="2126717" y="3380672"/>
              <a:ext cx="45719" cy="75385"/>
              <a:chOff x="3883481" y="2057400"/>
              <a:chExt cx="1608363" cy="2652031"/>
            </a:xfrm>
            <a:solidFill>
              <a:srgbClr val="A6A6A6"/>
            </a:solidFill>
          </p:grpSpPr>
          <p:sp>
            <p:nvSpPr>
              <p:cNvPr id="649" name="Oval 27">
                <a:extLst>
                  <a:ext uri="{FF2B5EF4-FFF2-40B4-BE49-F238E27FC236}">
                    <a16:creationId xmlns:a16="http://schemas.microsoft.com/office/drawing/2014/main" id="{EBEF12E1-5D0B-058E-F77A-0F30660E65C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0" name="Oval 28">
                <a:extLst>
                  <a:ext uri="{FF2B5EF4-FFF2-40B4-BE49-F238E27FC236}">
                    <a16:creationId xmlns:a16="http://schemas.microsoft.com/office/drawing/2014/main" id="{33810CD5-CF06-9AA6-42B6-AC8592D62D9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51" name="Group 650">
            <a:extLst>
              <a:ext uri="{FF2B5EF4-FFF2-40B4-BE49-F238E27FC236}">
                <a16:creationId xmlns:a16="http://schemas.microsoft.com/office/drawing/2014/main" id="{ABEC468C-78D1-5D21-B008-2FA19D577137}"/>
              </a:ext>
            </a:extLst>
          </p:cNvPr>
          <p:cNvGrpSpPr/>
          <p:nvPr/>
        </p:nvGrpSpPr>
        <p:grpSpPr>
          <a:xfrm>
            <a:off x="2942396" y="3698227"/>
            <a:ext cx="721206" cy="609701"/>
            <a:chOff x="3298169" y="3370808"/>
            <a:chExt cx="871904" cy="748695"/>
          </a:xfrm>
        </p:grpSpPr>
        <p:sp>
          <p:nvSpPr>
            <p:cNvPr id="652" name="Rectangle 651">
              <a:extLst>
                <a:ext uri="{FF2B5EF4-FFF2-40B4-BE49-F238E27FC236}">
                  <a16:creationId xmlns:a16="http://schemas.microsoft.com/office/drawing/2014/main" id="{1CE344AD-9127-D6EB-9127-2773A276B613}"/>
                </a:ext>
              </a:extLst>
            </p:cNvPr>
            <p:cNvSpPr/>
            <p:nvPr/>
          </p:nvSpPr>
          <p:spPr>
            <a:xfrm>
              <a:off x="329816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653" name="Right Triangle 652">
              <a:extLst>
                <a:ext uri="{FF2B5EF4-FFF2-40B4-BE49-F238E27FC236}">
                  <a16:creationId xmlns:a16="http://schemas.microsoft.com/office/drawing/2014/main" id="{48E2D395-58E3-81CB-C01A-81FA25443383}"/>
                </a:ext>
              </a:extLst>
            </p:cNvPr>
            <p:cNvSpPr/>
            <p:nvPr/>
          </p:nvSpPr>
          <p:spPr>
            <a:xfrm rot="10800000">
              <a:off x="4022248"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54" name="Group 653">
              <a:extLst>
                <a:ext uri="{FF2B5EF4-FFF2-40B4-BE49-F238E27FC236}">
                  <a16:creationId xmlns:a16="http://schemas.microsoft.com/office/drawing/2014/main" id="{1E6FDBE7-FA7F-E234-1682-791E0946C59B}"/>
                </a:ext>
              </a:extLst>
            </p:cNvPr>
            <p:cNvGrpSpPr/>
            <p:nvPr/>
          </p:nvGrpSpPr>
          <p:grpSpPr>
            <a:xfrm>
              <a:off x="4102575" y="3389004"/>
              <a:ext cx="45719" cy="75385"/>
              <a:chOff x="3883481" y="2057400"/>
              <a:chExt cx="1608363" cy="2652031"/>
            </a:xfrm>
            <a:solidFill>
              <a:srgbClr val="A6A6A6"/>
            </a:solidFill>
          </p:grpSpPr>
          <p:sp>
            <p:nvSpPr>
              <p:cNvPr id="655" name="Oval 27">
                <a:extLst>
                  <a:ext uri="{FF2B5EF4-FFF2-40B4-BE49-F238E27FC236}">
                    <a16:creationId xmlns:a16="http://schemas.microsoft.com/office/drawing/2014/main" id="{44DD329B-01F8-FFDA-B83A-BB0CAF11F32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6" name="Oval 28">
                <a:extLst>
                  <a:ext uri="{FF2B5EF4-FFF2-40B4-BE49-F238E27FC236}">
                    <a16:creationId xmlns:a16="http://schemas.microsoft.com/office/drawing/2014/main" id="{86CA9300-C433-A486-6E14-D2479B5AB4E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73" name="Group 672">
            <a:extLst>
              <a:ext uri="{FF2B5EF4-FFF2-40B4-BE49-F238E27FC236}">
                <a16:creationId xmlns:a16="http://schemas.microsoft.com/office/drawing/2014/main" id="{DC222A96-D90D-8379-5D9D-515C8D42BBBF}"/>
              </a:ext>
            </a:extLst>
          </p:cNvPr>
          <p:cNvGrpSpPr/>
          <p:nvPr/>
        </p:nvGrpSpPr>
        <p:grpSpPr>
          <a:xfrm>
            <a:off x="2105709" y="3698227"/>
            <a:ext cx="721206" cy="610374"/>
            <a:chOff x="1315999" y="4191098"/>
            <a:chExt cx="871904" cy="749519"/>
          </a:xfrm>
        </p:grpSpPr>
        <p:sp>
          <p:nvSpPr>
            <p:cNvPr id="674" name="Rectangle 673">
              <a:extLst>
                <a:ext uri="{FF2B5EF4-FFF2-40B4-BE49-F238E27FC236}">
                  <a16:creationId xmlns:a16="http://schemas.microsoft.com/office/drawing/2014/main" id="{64E4CCD6-C89B-67FB-B56D-2FF64F973D05}"/>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675" name="Right Triangle 674">
              <a:extLst>
                <a:ext uri="{FF2B5EF4-FFF2-40B4-BE49-F238E27FC236}">
                  <a16:creationId xmlns:a16="http://schemas.microsoft.com/office/drawing/2014/main" id="{E23434A3-1A76-A0C6-24EA-541AAC8B177D}"/>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76" name="Group 675">
              <a:extLst>
                <a:ext uri="{FF2B5EF4-FFF2-40B4-BE49-F238E27FC236}">
                  <a16:creationId xmlns:a16="http://schemas.microsoft.com/office/drawing/2014/main" id="{60CC472B-7F8D-F2D5-A35B-6DFF8B90C11C}"/>
                </a:ext>
              </a:extLst>
            </p:cNvPr>
            <p:cNvGrpSpPr/>
            <p:nvPr/>
          </p:nvGrpSpPr>
          <p:grpSpPr>
            <a:xfrm>
              <a:off x="2126717" y="4198579"/>
              <a:ext cx="45719" cy="75385"/>
              <a:chOff x="3883481" y="2057400"/>
              <a:chExt cx="1608363" cy="2652031"/>
            </a:xfrm>
            <a:solidFill>
              <a:srgbClr val="A6A6A6"/>
            </a:solidFill>
          </p:grpSpPr>
          <p:sp>
            <p:nvSpPr>
              <p:cNvPr id="677" name="Oval 27">
                <a:extLst>
                  <a:ext uri="{FF2B5EF4-FFF2-40B4-BE49-F238E27FC236}">
                    <a16:creationId xmlns:a16="http://schemas.microsoft.com/office/drawing/2014/main" id="{F91D1846-BE43-14CF-FD8A-BB8E2479EE2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8" name="Oval 28">
                <a:extLst>
                  <a:ext uri="{FF2B5EF4-FFF2-40B4-BE49-F238E27FC236}">
                    <a16:creationId xmlns:a16="http://schemas.microsoft.com/office/drawing/2014/main" id="{C7FF5749-282D-14BF-A514-3976D0863D6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79" name="Group 678">
            <a:extLst>
              <a:ext uri="{FF2B5EF4-FFF2-40B4-BE49-F238E27FC236}">
                <a16:creationId xmlns:a16="http://schemas.microsoft.com/office/drawing/2014/main" id="{FE0CDF17-2810-1C7C-E8E4-2CAC4F2A4029}"/>
              </a:ext>
            </a:extLst>
          </p:cNvPr>
          <p:cNvGrpSpPr/>
          <p:nvPr/>
        </p:nvGrpSpPr>
        <p:grpSpPr>
          <a:xfrm>
            <a:off x="3778363" y="2253333"/>
            <a:ext cx="721206" cy="609701"/>
            <a:chOff x="5280339" y="2550516"/>
            <a:chExt cx="871904" cy="748695"/>
          </a:xfrm>
        </p:grpSpPr>
        <p:sp>
          <p:nvSpPr>
            <p:cNvPr id="680" name="Rectangle 679">
              <a:extLst>
                <a:ext uri="{FF2B5EF4-FFF2-40B4-BE49-F238E27FC236}">
                  <a16:creationId xmlns:a16="http://schemas.microsoft.com/office/drawing/2014/main" id="{A8AC0FDF-A916-865A-220F-4605D12C30D0}"/>
                </a:ext>
              </a:extLst>
            </p:cNvPr>
            <p:cNvSpPr/>
            <p:nvPr/>
          </p:nvSpPr>
          <p:spPr>
            <a:xfrm>
              <a:off x="5280339" y="25505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681" name="Rectangle 680">
              <a:extLst>
                <a:ext uri="{FF2B5EF4-FFF2-40B4-BE49-F238E27FC236}">
                  <a16:creationId xmlns:a16="http://schemas.microsoft.com/office/drawing/2014/main" id="{28DF5F00-ACAD-96BA-15D4-D3C1D0B6F491}"/>
                </a:ext>
              </a:extLst>
            </p:cNvPr>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2" name="Oval 15">
              <a:extLst>
                <a:ext uri="{FF2B5EF4-FFF2-40B4-BE49-F238E27FC236}">
                  <a16:creationId xmlns:a16="http://schemas.microsoft.com/office/drawing/2014/main" id="{5D81C6BF-2895-835C-97E7-47AD753BC194}"/>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83" name="Straight Connector 682">
              <a:extLst>
                <a:ext uri="{FF2B5EF4-FFF2-40B4-BE49-F238E27FC236}">
                  <a16:creationId xmlns:a16="http://schemas.microsoft.com/office/drawing/2014/main" id="{0333430B-1212-4AB6-8A59-2CCC25765A17}"/>
                </a:ext>
              </a:extLst>
            </p:cNvPr>
            <p:cNvCxnSpPr>
              <a:cxnSpLocks/>
              <a:stCxn id="682"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84" name="Straight Connector 683">
              <a:extLst>
                <a:ext uri="{FF2B5EF4-FFF2-40B4-BE49-F238E27FC236}">
                  <a16:creationId xmlns:a16="http://schemas.microsoft.com/office/drawing/2014/main" id="{D0EF9853-80ED-2997-BCA4-B7B993368759}"/>
                </a:ext>
              </a:extLst>
            </p:cNvPr>
            <p:cNvCxnSpPr>
              <a:cxnSpLocks/>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85" name="Group 684">
            <a:extLst>
              <a:ext uri="{FF2B5EF4-FFF2-40B4-BE49-F238E27FC236}">
                <a16:creationId xmlns:a16="http://schemas.microsoft.com/office/drawing/2014/main" id="{A4503B86-0050-EBBF-9588-D99649145F54}"/>
              </a:ext>
            </a:extLst>
          </p:cNvPr>
          <p:cNvGrpSpPr/>
          <p:nvPr/>
        </p:nvGrpSpPr>
        <p:grpSpPr>
          <a:xfrm>
            <a:off x="1268842" y="2253333"/>
            <a:ext cx="721206" cy="609701"/>
            <a:chOff x="1315999" y="2560818"/>
            <a:chExt cx="871904" cy="748695"/>
          </a:xfrm>
        </p:grpSpPr>
        <p:sp>
          <p:nvSpPr>
            <p:cNvPr id="686" name="Rectangle 685">
              <a:extLst>
                <a:ext uri="{FF2B5EF4-FFF2-40B4-BE49-F238E27FC236}">
                  <a16:creationId xmlns:a16="http://schemas.microsoft.com/office/drawing/2014/main" id="{752E7BD2-B867-012B-4FA0-0858A2521A6B}"/>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687" name="Right Triangle 686">
              <a:extLst>
                <a:ext uri="{FF2B5EF4-FFF2-40B4-BE49-F238E27FC236}">
                  <a16:creationId xmlns:a16="http://schemas.microsoft.com/office/drawing/2014/main" id="{B5921956-22A9-B875-C4FF-6A18F4862872}"/>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88" name="Group 687">
              <a:extLst>
                <a:ext uri="{FF2B5EF4-FFF2-40B4-BE49-F238E27FC236}">
                  <a16:creationId xmlns:a16="http://schemas.microsoft.com/office/drawing/2014/main" id="{CF321680-3230-015D-FED8-C7060760998E}"/>
                </a:ext>
              </a:extLst>
            </p:cNvPr>
            <p:cNvGrpSpPr/>
            <p:nvPr/>
          </p:nvGrpSpPr>
          <p:grpSpPr>
            <a:xfrm>
              <a:off x="2126717" y="2576032"/>
              <a:ext cx="45719" cy="75385"/>
              <a:chOff x="3883481" y="2057400"/>
              <a:chExt cx="1608363" cy="2652031"/>
            </a:xfrm>
            <a:solidFill>
              <a:srgbClr val="A6A6A6"/>
            </a:solidFill>
          </p:grpSpPr>
          <p:sp>
            <p:nvSpPr>
              <p:cNvPr id="689" name="Oval 27">
                <a:extLst>
                  <a:ext uri="{FF2B5EF4-FFF2-40B4-BE49-F238E27FC236}">
                    <a16:creationId xmlns:a16="http://schemas.microsoft.com/office/drawing/2014/main" id="{583B4EB8-1F13-8A67-F6A3-44763E4A4AE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0" name="Oval 28">
                <a:extLst>
                  <a:ext uri="{FF2B5EF4-FFF2-40B4-BE49-F238E27FC236}">
                    <a16:creationId xmlns:a16="http://schemas.microsoft.com/office/drawing/2014/main" id="{05FF1BA1-2DF5-EF81-5E11-E885CDE0E00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91" name="Group 690">
            <a:extLst>
              <a:ext uri="{FF2B5EF4-FFF2-40B4-BE49-F238E27FC236}">
                <a16:creationId xmlns:a16="http://schemas.microsoft.com/office/drawing/2014/main" id="{61EBE03F-55DA-CABD-0D67-96CFC110679C}"/>
              </a:ext>
            </a:extLst>
          </p:cNvPr>
          <p:cNvGrpSpPr/>
          <p:nvPr/>
        </p:nvGrpSpPr>
        <p:grpSpPr>
          <a:xfrm>
            <a:off x="2105349" y="2253333"/>
            <a:ext cx="721206" cy="609701"/>
            <a:chOff x="2307084" y="2560818"/>
            <a:chExt cx="871904" cy="748695"/>
          </a:xfrm>
        </p:grpSpPr>
        <p:sp>
          <p:nvSpPr>
            <p:cNvPr id="692" name="Rectangle 691">
              <a:extLst>
                <a:ext uri="{FF2B5EF4-FFF2-40B4-BE49-F238E27FC236}">
                  <a16:creationId xmlns:a16="http://schemas.microsoft.com/office/drawing/2014/main" id="{E21A5E8B-1FF1-F8B6-6104-66A57790503B}"/>
                </a:ext>
              </a:extLst>
            </p:cNvPr>
            <p:cNvSpPr/>
            <p:nvPr/>
          </p:nvSpPr>
          <p:spPr>
            <a:xfrm>
              <a:off x="230708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693" name="Right Triangle 692">
              <a:extLst>
                <a:ext uri="{FF2B5EF4-FFF2-40B4-BE49-F238E27FC236}">
                  <a16:creationId xmlns:a16="http://schemas.microsoft.com/office/drawing/2014/main" id="{04479DD4-ADB3-4916-1004-80D9B5264270}"/>
                </a:ext>
              </a:extLst>
            </p:cNvPr>
            <p:cNvSpPr/>
            <p:nvPr/>
          </p:nvSpPr>
          <p:spPr>
            <a:xfrm rot="10800000">
              <a:off x="3031994"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4" name="Group 693">
              <a:extLst>
                <a:ext uri="{FF2B5EF4-FFF2-40B4-BE49-F238E27FC236}">
                  <a16:creationId xmlns:a16="http://schemas.microsoft.com/office/drawing/2014/main" id="{42CAE856-5402-3A07-0440-DCAF07C6E29D}"/>
                </a:ext>
              </a:extLst>
            </p:cNvPr>
            <p:cNvGrpSpPr/>
            <p:nvPr/>
          </p:nvGrpSpPr>
          <p:grpSpPr>
            <a:xfrm>
              <a:off x="3112321" y="2575860"/>
              <a:ext cx="45719" cy="75385"/>
              <a:chOff x="3883481" y="2057400"/>
              <a:chExt cx="1608363" cy="2652031"/>
            </a:xfrm>
            <a:solidFill>
              <a:srgbClr val="A6A6A6"/>
            </a:solidFill>
          </p:grpSpPr>
          <p:sp>
            <p:nvSpPr>
              <p:cNvPr id="695" name="Oval 27">
                <a:extLst>
                  <a:ext uri="{FF2B5EF4-FFF2-40B4-BE49-F238E27FC236}">
                    <a16:creationId xmlns:a16="http://schemas.microsoft.com/office/drawing/2014/main" id="{F317A69B-2028-359A-F5B0-BBF1E25DF25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 name="Oval 28">
                <a:extLst>
                  <a:ext uri="{FF2B5EF4-FFF2-40B4-BE49-F238E27FC236}">
                    <a16:creationId xmlns:a16="http://schemas.microsoft.com/office/drawing/2014/main" id="{A9FD1A7E-21A8-E21B-A9CD-2329BF05818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97" name="Group 696">
            <a:extLst>
              <a:ext uri="{FF2B5EF4-FFF2-40B4-BE49-F238E27FC236}">
                <a16:creationId xmlns:a16="http://schemas.microsoft.com/office/drawing/2014/main" id="{D7E4A02C-E352-D51D-3650-93BEFF2BEED4}"/>
              </a:ext>
            </a:extLst>
          </p:cNvPr>
          <p:cNvGrpSpPr/>
          <p:nvPr/>
        </p:nvGrpSpPr>
        <p:grpSpPr>
          <a:xfrm>
            <a:off x="2941856" y="2253333"/>
            <a:ext cx="721206" cy="609701"/>
            <a:chOff x="4289254" y="2560818"/>
            <a:chExt cx="871904" cy="748695"/>
          </a:xfrm>
        </p:grpSpPr>
        <p:sp>
          <p:nvSpPr>
            <p:cNvPr id="698" name="Rectangle 697">
              <a:extLst>
                <a:ext uri="{FF2B5EF4-FFF2-40B4-BE49-F238E27FC236}">
                  <a16:creationId xmlns:a16="http://schemas.microsoft.com/office/drawing/2014/main" id="{8056264B-01CD-8B69-79FC-D930CB8AE09B}"/>
                </a:ext>
              </a:extLst>
            </p:cNvPr>
            <p:cNvSpPr/>
            <p:nvPr/>
          </p:nvSpPr>
          <p:spPr>
            <a:xfrm>
              <a:off x="428925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699" name="Right Triangle 698">
              <a:extLst>
                <a:ext uri="{FF2B5EF4-FFF2-40B4-BE49-F238E27FC236}">
                  <a16:creationId xmlns:a16="http://schemas.microsoft.com/office/drawing/2014/main" id="{98EBDD20-7589-D7A3-89A5-6A9B6BD0F467}"/>
                </a:ext>
              </a:extLst>
            </p:cNvPr>
            <p:cNvSpPr/>
            <p:nvPr/>
          </p:nvSpPr>
          <p:spPr>
            <a:xfrm rot="10800000">
              <a:off x="5018198" y="256761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00" name="Group 699">
              <a:extLst>
                <a:ext uri="{FF2B5EF4-FFF2-40B4-BE49-F238E27FC236}">
                  <a16:creationId xmlns:a16="http://schemas.microsoft.com/office/drawing/2014/main" id="{E26BC240-4055-93DB-CD2E-70AEAB61CC34}"/>
                </a:ext>
              </a:extLst>
            </p:cNvPr>
            <p:cNvGrpSpPr/>
            <p:nvPr/>
          </p:nvGrpSpPr>
          <p:grpSpPr>
            <a:xfrm>
              <a:off x="5098525" y="2575096"/>
              <a:ext cx="45719" cy="75385"/>
              <a:chOff x="3883481" y="2057400"/>
              <a:chExt cx="1608363" cy="2652031"/>
            </a:xfrm>
            <a:solidFill>
              <a:srgbClr val="A6A6A6"/>
            </a:solidFill>
          </p:grpSpPr>
          <p:sp>
            <p:nvSpPr>
              <p:cNvPr id="701" name="Oval 27">
                <a:extLst>
                  <a:ext uri="{FF2B5EF4-FFF2-40B4-BE49-F238E27FC236}">
                    <a16:creationId xmlns:a16="http://schemas.microsoft.com/office/drawing/2014/main" id="{AA405784-D23B-9B18-7AB1-66BA7F29C2F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2" name="Oval 28">
                <a:extLst>
                  <a:ext uri="{FF2B5EF4-FFF2-40B4-BE49-F238E27FC236}">
                    <a16:creationId xmlns:a16="http://schemas.microsoft.com/office/drawing/2014/main" id="{D75C7AFB-F7DF-4F8F-4FF6-14C1FA9AD1A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03" name="Group 702">
            <a:extLst>
              <a:ext uri="{FF2B5EF4-FFF2-40B4-BE49-F238E27FC236}">
                <a16:creationId xmlns:a16="http://schemas.microsoft.com/office/drawing/2014/main" id="{15ED7089-4ECF-4B36-8B49-DFDA151E506D}"/>
              </a:ext>
            </a:extLst>
          </p:cNvPr>
          <p:cNvGrpSpPr/>
          <p:nvPr/>
        </p:nvGrpSpPr>
        <p:grpSpPr>
          <a:xfrm>
            <a:off x="4614870" y="2253333"/>
            <a:ext cx="721206" cy="609701"/>
            <a:chOff x="6271424" y="2560818"/>
            <a:chExt cx="871904" cy="748695"/>
          </a:xfrm>
        </p:grpSpPr>
        <p:sp>
          <p:nvSpPr>
            <p:cNvPr id="704" name="Rectangle 703">
              <a:extLst>
                <a:ext uri="{FF2B5EF4-FFF2-40B4-BE49-F238E27FC236}">
                  <a16:creationId xmlns:a16="http://schemas.microsoft.com/office/drawing/2014/main" id="{3F698068-9547-B4C6-F8C0-D28E14DE092C}"/>
                </a:ext>
              </a:extLst>
            </p:cNvPr>
            <p:cNvSpPr/>
            <p:nvPr/>
          </p:nvSpPr>
          <p:spPr>
            <a:xfrm>
              <a:off x="627142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705" name="Right Triangle 704">
              <a:extLst>
                <a:ext uri="{FF2B5EF4-FFF2-40B4-BE49-F238E27FC236}">
                  <a16:creationId xmlns:a16="http://schemas.microsoft.com/office/drawing/2014/main" id="{2220F051-382A-4C66-2C04-E059B161B333}"/>
                </a:ext>
              </a:extLst>
            </p:cNvPr>
            <p:cNvSpPr/>
            <p:nvPr/>
          </p:nvSpPr>
          <p:spPr>
            <a:xfrm rot="10800000">
              <a:off x="6996110"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06" name="Group 705">
              <a:extLst>
                <a:ext uri="{FF2B5EF4-FFF2-40B4-BE49-F238E27FC236}">
                  <a16:creationId xmlns:a16="http://schemas.microsoft.com/office/drawing/2014/main" id="{5E58612E-FD67-E5A1-E1E1-CC0B835381D3}"/>
                </a:ext>
              </a:extLst>
            </p:cNvPr>
            <p:cNvGrpSpPr/>
            <p:nvPr/>
          </p:nvGrpSpPr>
          <p:grpSpPr>
            <a:xfrm>
              <a:off x="7076437" y="2574863"/>
              <a:ext cx="45719" cy="75385"/>
              <a:chOff x="3883481" y="2057400"/>
              <a:chExt cx="1608363" cy="2652031"/>
            </a:xfrm>
            <a:solidFill>
              <a:srgbClr val="A6A6A6"/>
            </a:solidFill>
          </p:grpSpPr>
          <p:sp>
            <p:nvSpPr>
              <p:cNvPr id="707" name="Oval 27">
                <a:extLst>
                  <a:ext uri="{FF2B5EF4-FFF2-40B4-BE49-F238E27FC236}">
                    <a16:creationId xmlns:a16="http://schemas.microsoft.com/office/drawing/2014/main" id="{DFC6E7F6-928B-78F9-86DB-F58E5BE5B0F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8" name="Oval 28">
                <a:extLst>
                  <a:ext uri="{FF2B5EF4-FFF2-40B4-BE49-F238E27FC236}">
                    <a16:creationId xmlns:a16="http://schemas.microsoft.com/office/drawing/2014/main" id="{239D7108-6122-9F96-13A8-BA73FF6089E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21" name="Group 720">
            <a:extLst>
              <a:ext uri="{FF2B5EF4-FFF2-40B4-BE49-F238E27FC236}">
                <a16:creationId xmlns:a16="http://schemas.microsoft.com/office/drawing/2014/main" id="{AA3AD806-1B6F-45AE-F83E-684084F93FC0}"/>
              </a:ext>
            </a:extLst>
          </p:cNvPr>
          <p:cNvGrpSpPr/>
          <p:nvPr/>
        </p:nvGrpSpPr>
        <p:grpSpPr>
          <a:xfrm>
            <a:off x="431659" y="2253333"/>
            <a:ext cx="721893" cy="609702"/>
            <a:chOff x="324914" y="2550516"/>
            <a:chExt cx="872735" cy="748697"/>
          </a:xfrm>
        </p:grpSpPr>
        <p:sp>
          <p:nvSpPr>
            <p:cNvPr id="722" name="Rectangle 721">
              <a:hlinkHover r:id="" action="ppaction://noaction" highlightClick="1"/>
              <a:extLst>
                <a:ext uri="{FF2B5EF4-FFF2-40B4-BE49-F238E27FC236}">
                  <a16:creationId xmlns:a16="http://schemas.microsoft.com/office/drawing/2014/main" id="{13420A45-15F0-8367-5962-3DD540EA0CC2}"/>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723" name="Group 722">
              <a:extLst>
                <a:ext uri="{FF2B5EF4-FFF2-40B4-BE49-F238E27FC236}">
                  <a16:creationId xmlns:a16="http://schemas.microsoft.com/office/drawing/2014/main" id="{9D7AF4D3-D444-8829-D71A-B2E14F787288}"/>
                </a:ext>
              </a:extLst>
            </p:cNvPr>
            <p:cNvGrpSpPr/>
            <p:nvPr/>
          </p:nvGrpSpPr>
          <p:grpSpPr>
            <a:xfrm>
              <a:off x="1040599" y="2550516"/>
              <a:ext cx="157050" cy="157050"/>
              <a:chOff x="1040599" y="2550516"/>
              <a:chExt cx="157050" cy="157050"/>
            </a:xfrm>
          </p:grpSpPr>
          <p:sp>
            <p:nvSpPr>
              <p:cNvPr id="724" name="Diamond 723">
                <a:extLst>
                  <a:ext uri="{FF2B5EF4-FFF2-40B4-BE49-F238E27FC236}">
                    <a16:creationId xmlns:a16="http://schemas.microsoft.com/office/drawing/2014/main" id="{8B202BC8-22E0-1FD5-E37C-4785DEDAF359}"/>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5" name="Oval 724">
                <a:extLst>
                  <a:ext uri="{FF2B5EF4-FFF2-40B4-BE49-F238E27FC236}">
                    <a16:creationId xmlns:a16="http://schemas.microsoft.com/office/drawing/2014/main" id="{67A0FA0A-E47C-B3CF-BD63-A0452E8D5F32}"/>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30" name="Group 729">
            <a:extLst>
              <a:ext uri="{FF2B5EF4-FFF2-40B4-BE49-F238E27FC236}">
                <a16:creationId xmlns:a16="http://schemas.microsoft.com/office/drawing/2014/main" id="{68800E13-6641-6C09-7D66-AC46BE48166A}"/>
              </a:ext>
            </a:extLst>
          </p:cNvPr>
          <p:cNvGrpSpPr/>
          <p:nvPr/>
        </p:nvGrpSpPr>
        <p:grpSpPr>
          <a:xfrm>
            <a:off x="2105349" y="1532276"/>
            <a:ext cx="721206" cy="609701"/>
            <a:chOff x="2307084" y="1729816"/>
            <a:chExt cx="871904" cy="748695"/>
          </a:xfrm>
        </p:grpSpPr>
        <p:sp>
          <p:nvSpPr>
            <p:cNvPr id="731" name="Rectangle 730">
              <a:extLst>
                <a:ext uri="{FF2B5EF4-FFF2-40B4-BE49-F238E27FC236}">
                  <a16:creationId xmlns:a16="http://schemas.microsoft.com/office/drawing/2014/main" id="{0039B473-F475-C156-5201-BFA6F200F624}"/>
                </a:ext>
              </a:extLst>
            </p:cNvPr>
            <p:cNvSpPr/>
            <p:nvPr/>
          </p:nvSpPr>
          <p:spPr>
            <a:xfrm>
              <a:off x="230708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732" name="Rectangle 731">
              <a:extLst>
                <a:ext uri="{FF2B5EF4-FFF2-40B4-BE49-F238E27FC236}">
                  <a16:creationId xmlns:a16="http://schemas.microsoft.com/office/drawing/2014/main" id="{9B01BF10-0F49-C521-FFD7-E0FFCB43A1C4}"/>
                </a:ext>
              </a:extLst>
            </p:cNvPr>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3" name="Oval 15">
              <a:extLst>
                <a:ext uri="{FF2B5EF4-FFF2-40B4-BE49-F238E27FC236}">
                  <a16:creationId xmlns:a16="http://schemas.microsoft.com/office/drawing/2014/main" id="{28C3B8A5-D5C1-10FC-D37E-5B941F8FF369}"/>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34" name="Straight Connector 733">
              <a:extLst>
                <a:ext uri="{FF2B5EF4-FFF2-40B4-BE49-F238E27FC236}">
                  <a16:creationId xmlns:a16="http://schemas.microsoft.com/office/drawing/2014/main" id="{C5ECBDF5-BBCE-F941-3DD5-AE63C62D80B3}"/>
                </a:ext>
              </a:extLst>
            </p:cNvPr>
            <p:cNvCxnSpPr>
              <a:cxnSpLocks/>
              <a:stCxn id="733"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35" name="Straight Connector 734">
              <a:extLst>
                <a:ext uri="{FF2B5EF4-FFF2-40B4-BE49-F238E27FC236}">
                  <a16:creationId xmlns:a16="http://schemas.microsoft.com/office/drawing/2014/main" id="{07BD9E71-33C5-B695-7F23-EBA94D223FE1}"/>
                </a:ext>
              </a:extLst>
            </p:cNvPr>
            <p:cNvCxnSpPr>
              <a:cxnSpLocks/>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36" name="Group 735">
            <a:extLst>
              <a:ext uri="{FF2B5EF4-FFF2-40B4-BE49-F238E27FC236}">
                <a16:creationId xmlns:a16="http://schemas.microsoft.com/office/drawing/2014/main" id="{A83DB2A2-18FF-EFEB-F21B-367E5E0B85A0}"/>
              </a:ext>
            </a:extLst>
          </p:cNvPr>
          <p:cNvGrpSpPr/>
          <p:nvPr/>
        </p:nvGrpSpPr>
        <p:grpSpPr>
          <a:xfrm>
            <a:off x="431659" y="1532276"/>
            <a:ext cx="721893" cy="610038"/>
            <a:chOff x="324914" y="1729403"/>
            <a:chExt cx="872735" cy="749108"/>
          </a:xfrm>
        </p:grpSpPr>
        <p:sp>
          <p:nvSpPr>
            <p:cNvPr id="737" name="Rectangle 736">
              <a:extLst>
                <a:ext uri="{FF2B5EF4-FFF2-40B4-BE49-F238E27FC236}">
                  <a16:creationId xmlns:a16="http://schemas.microsoft.com/office/drawing/2014/main" id="{25B1BE07-DE82-690C-0D16-68490F25218D}"/>
                </a:ext>
              </a:extLst>
            </p:cNvPr>
            <p:cNvSpPr/>
            <p:nvPr/>
          </p:nvSpPr>
          <p:spPr>
            <a:xfrm>
              <a:off x="32491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738" name="Right Triangle 737">
              <a:extLst>
                <a:ext uri="{FF2B5EF4-FFF2-40B4-BE49-F238E27FC236}">
                  <a16:creationId xmlns:a16="http://schemas.microsoft.com/office/drawing/2014/main" id="{52B4EEA5-1181-7532-1017-B28BFBFFC2BD}"/>
                </a:ext>
              </a:extLst>
            </p:cNvPr>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39" name="Group 738">
              <a:extLst>
                <a:ext uri="{FF2B5EF4-FFF2-40B4-BE49-F238E27FC236}">
                  <a16:creationId xmlns:a16="http://schemas.microsoft.com/office/drawing/2014/main" id="{9A0487DC-456B-01F2-2D57-5C464C1A9415}"/>
                </a:ext>
              </a:extLst>
            </p:cNvPr>
            <p:cNvGrpSpPr/>
            <p:nvPr/>
          </p:nvGrpSpPr>
          <p:grpSpPr>
            <a:xfrm>
              <a:off x="1136463" y="1736885"/>
              <a:ext cx="45719" cy="75385"/>
              <a:chOff x="3883481" y="2057400"/>
              <a:chExt cx="1608363" cy="2652031"/>
            </a:xfrm>
            <a:solidFill>
              <a:srgbClr val="A6A6A6"/>
            </a:solidFill>
          </p:grpSpPr>
          <p:sp>
            <p:nvSpPr>
              <p:cNvPr id="740" name="Oval 27">
                <a:extLst>
                  <a:ext uri="{FF2B5EF4-FFF2-40B4-BE49-F238E27FC236}">
                    <a16:creationId xmlns:a16="http://schemas.microsoft.com/office/drawing/2014/main" id="{133E5559-70EC-4953-8E7C-DD101209805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1" name="Oval 28">
                <a:extLst>
                  <a:ext uri="{FF2B5EF4-FFF2-40B4-BE49-F238E27FC236}">
                    <a16:creationId xmlns:a16="http://schemas.microsoft.com/office/drawing/2014/main" id="{DAE88127-6632-E65F-525F-DED3D901DE1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42" name="Group 741">
            <a:extLst>
              <a:ext uri="{FF2B5EF4-FFF2-40B4-BE49-F238E27FC236}">
                <a16:creationId xmlns:a16="http://schemas.microsoft.com/office/drawing/2014/main" id="{0C728144-10B0-59F9-EA63-88468D598529}"/>
              </a:ext>
            </a:extLst>
          </p:cNvPr>
          <p:cNvGrpSpPr/>
          <p:nvPr/>
        </p:nvGrpSpPr>
        <p:grpSpPr>
          <a:xfrm>
            <a:off x="1268842" y="1532276"/>
            <a:ext cx="721206" cy="610038"/>
            <a:chOff x="1315999" y="1729403"/>
            <a:chExt cx="871904" cy="749108"/>
          </a:xfrm>
        </p:grpSpPr>
        <p:sp>
          <p:nvSpPr>
            <p:cNvPr id="743" name="Rectangle 742">
              <a:extLst>
                <a:ext uri="{FF2B5EF4-FFF2-40B4-BE49-F238E27FC236}">
                  <a16:creationId xmlns:a16="http://schemas.microsoft.com/office/drawing/2014/main" id="{E6FD9C90-8280-9D6A-E2FA-78912D58743F}"/>
                </a:ext>
              </a:extLst>
            </p:cNvPr>
            <p:cNvSpPr/>
            <p:nvPr/>
          </p:nvSpPr>
          <p:spPr>
            <a:xfrm>
              <a:off x="131599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744" name="Right Triangle 743">
              <a:extLst>
                <a:ext uri="{FF2B5EF4-FFF2-40B4-BE49-F238E27FC236}">
                  <a16:creationId xmlns:a16="http://schemas.microsoft.com/office/drawing/2014/main" id="{669850BA-1D4D-3843-AAE7-961CE52726C5}"/>
                </a:ext>
              </a:extLst>
            </p:cNvPr>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45" name="Group 744">
              <a:extLst>
                <a:ext uri="{FF2B5EF4-FFF2-40B4-BE49-F238E27FC236}">
                  <a16:creationId xmlns:a16="http://schemas.microsoft.com/office/drawing/2014/main" id="{F398C4EC-17AC-337B-8ADB-A24E4919A250}"/>
                </a:ext>
              </a:extLst>
            </p:cNvPr>
            <p:cNvGrpSpPr/>
            <p:nvPr/>
          </p:nvGrpSpPr>
          <p:grpSpPr>
            <a:xfrm>
              <a:off x="2126717" y="1736885"/>
              <a:ext cx="45719" cy="75385"/>
              <a:chOff x="3883481" y="2057400"/>
              <a:chExt cx="1608363" cy="2652031"/>
            </a:xfrm>
            <a:solidFill>
              <a:srgbClr val="A6A6A6"/>
            </a:solidFill>
          </p:grpSpPr>
          <p:sp>
            <p:nvSpPr>
              <p:cNvPr id="746" name="Oval 27">
                <a:extLst>
                  <a:ext uri="{FF2B5EF4-FFF2-40B4-BE49-F238E27FC236}">
                    <a16:creationId xmlns:a16="http://schemas.microsoft.com/office/drawing/2014/main" id="{D09BB177-43EF-B54E-3C10-A2E8071D721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7" name="Oval 28">
                <a:extLst>
                  <a:ext uri="{FF2B5EF4-FFF2-40B4-BE49-F238E27FC236}">
                    <a16:creationId xmlns:a16="http://schemas.microsoft.com/office/drawing/2014/main" id="{B4EBBE36-983C-9B1B-02A8-7EA29CBC8A3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54" name="Group 753">
            <a:extLst>
              <a:ext uri="{FF2B5EF4-FFF2-40B4-BE49-F238E27FC236}">
                <a16:creationId xmlns:a16="http://schemas.microsoft.com/office/drawing/2014/main" id="{C560736B-051C-0DDE-B3B6-4F15AADA8408}"/>
              </a:ext>
            </a:extLst>
          </p:cNvPr>
          <p:cNvGrpSpPr/>
          <p:nvPr/>
        </p:nvGrpSpPr>
        <p:grpSpPr>
          <a:xfrm>
            <a:off x="5454383" y="2974054"/>
            <a:ext cx="721206" cy="609701"/>
            <a:chOff x="7262509" y="3370808"/>
            <a:chExt cx="871904" cy="748695"/>
          </a:xfrm>
        </p:grpSpPr>
        <p:sp>
          <p:nvSpPr>
            <p:cNvPr id="755" name="Rectangle 754">
              <a:extLst>
                <a:ext uri="{FF2B5EF4-FFF2-40B4-BE49-F238E27FC236}">
                  <a16:creationId xmlns:a16="http://schemas.microsoft.com/office/drawing/2014/main" id="{CF3B5F93-7B13-60DC-D0A0-A74D276C128B}"/>
                </a:ext>
              </a:extLst>
            </p:cNvPr>
            <p:cNvSpPr/>
            <p:nvPr/>
          </p:nvSpPr>
          <p:spPr>
            <a:xfrm>
              <a:off x="726250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756" name="Rectangle 755">
              <a:extLst>
                <a:ext uri="{FF2B5EF4-FFF2-40B4-BE49-F238E27FC236}">
                  <a16:creationId xmlns:a16="http://schemas.microsoft.com/office/drawing/2014/main" id="{CCF677AB-BA40-E04D-68E8-771844D397AC}"/>
                </a:ext>
              </a:extLst>
            </p:cNvPr>
            <p:cNvSpPr/>
            <p:nvPr/>
          </p:nvSpPr>
          <p:spPr>
            <a:xfrm flipV="1">
              <a:off x="7999814"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7" name="Oval 15">
              <a:extLst>
                <a:ext uri="{FF2B5EF4-FFF2-40B4-BE49-F238E27FC236}">
                  <a16:creationId xmlns:a16="http://schemas.microsoft.com/office/drawing/2014/main" id="{0EFC44D2-DDA9-E020-BBDE-AE4F1955CE51}"/>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58" name="Straight Connector 757">
              <a:extLst>
                <a:ext uri="{FF2B5EF4-FFF2-40B4-BE49-F238E27FC236}">
                  <a16:creationId xmlns:a16="http://schemas.microsoft.com/office/drawing/2014/main" id="{4DD3D640-A11D-16C8-2E9B-1AFBAADF65FE}"/>
                </a:ext>
              </a:extLst>
            </p:cNvPr>
            <p:cNvCxnSpPr>
              <a:cxnSpLocks/>
              <a:stCxn id="757" idx="0"/>
            </p:cNvCxnSpPr>
            <p:nvPr/>
          </p:nvCxnSpPr>
          <p:spPr>
            <a:xfrm flipV="1">
              <a:off x="8039813"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59" name="Straight Connector 758">
              <a:extLst>
                <a:ext uri="{FF2B5EF4-FFF2-40B4-BE49-F238E27FC236}">
                  <a16:creationId xmlns:a16="http://schemas.microsoft.com/office/drawing/2014/main" id="{1E2A93B8-72EA-2807-D6F7-987743DCE382}"/>
                </a:ext>
              </a:extLst>
            </p:cNvPr>
            <p:cNvCxnSpPr>
              <a:cxnSpLocks/>
            </p:cNvCxnSpPr>
            <p:nvPr/>
          </p:nvCxnSpPr>
          <p:spPr>
            <a:xfrm>
              <a:off x="8046727"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60" name="Group 759">
            <a:extLst>
              <a:ext uri="{FF2B5EF4-FFF2-40B4-BE49-F238E27FC236}">
                <a16:creationId xmlns:a16="http://schemas.microsoft.com/office/drawing/2014/main" id="{73600D80-9E10-DC58-476B-E5A405DB543A}"/>
              </a:ext>
            </a:extLst>
          </p:cNvPr>
          <p:cNvGrpSpPr/>
          <p:nvPr/>
        </p:nvGrpSpPr>
        <p:grpSpPr>
          <a:xfrm>
            <a:off x="431659" y="2974054"/>
            <a:ext cx="721893" cy="609701"/>
            <a:chOff x="324914" y="3371220"/>
            <a:chExt cx="872735" cy="748695"/>
          </a:xfrm>
        </p:grpSpPr>
        <p:sp>
          <p:nvSpPr>
            <p:cNvPr id="761" name="Rectangle 760">
              <a:extLst>
                <a:ext uri="{FF2B5EF4-FFF2-40B4-BE49-F238E27FC236}">
                  <a16:creationId xmlns:a16="http://schemas.microsoft.com/office/drawing/2014/main" id="{B70DF5C4-902C-D298-04F9-4529B8234431}"/>
                </a:ext>
              </a:extLst>
            </p:cNvPr>
            <p:cNvSpPr/>
            <p:nvPr/>
          </p:nvSpPr>
          <p:spPr>
            <a:xfrm>
              <a:off x="324914" y="3371220"/>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762" name="Right Triangle 761">
              <a:extLst>
                <a:ext uri="{FF2B5EF4-FFF2-40B4-BE49-F238E27FC236}">
                  <a16:creationId xmlns:a16="http://schemas.microsoft.com/office/drawing/2014/main" id="{F2B2A4F0-4B95-6CDC-7B17-93F01A7EA62B}"/>
                </a:ext>
              </a:extLst>
            </p:cNvPr>
            <p:cNvSpPr/>
            <p:nvPr/>
          </p:nvSpPr>
          <p:spPr>
            <a:xfrm rot="10800000">
              <a:off x="1056136"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63" name="Group 762">
              <a:extLst>
                <a:ext uri="{FF2B5EF4-FFF2-40B4-BE49-F238E27FC236}">
                  <a16:creationId xmlns:a16="http://schemas.microsoft.com/office/drawing/2014/main" id="{7962F51B-98A7-4242-E3CC-4698BD2C7727}"/>
                </a:ext>
              </a:extLst>
            </p:cNvPr>
            <p:cNvGrpSpPr/>
            <p:nvPr/>
          </p:nvGrpSpPr>
          <p:grpSpPr>
            <a:xfrm>
              <a:off x="1136463" y="3380672"/>
              <a:ext cx="45719" cy="75385"/>
              <a:chOff x="3883481" y="2057400"/>
              <a:chExt cx="1608363" cy="2652031"/>
            </a:xfrm>
            <a:solidFill>
              <a:srgbClr val="A6A6A6"/>
            </a:solidFill>
          </p:grpSpPr>
          <p:sp>
            <p:nvSpPr>
              <p:cNvPr id="764" name="Oval 27">
                <a:extLst>
                  <a:ext uri="{FF2B5EF4-FFF2-40B4-BE49-F238E27FC236}">
                    <a16:creationId xmlns:a16="http://schemas.microsoft.com/office/drawing/2014/main" id="{5E4D214C-F6E4-DF94-1B0A-115C1A45C96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65" name="Oval 28">
                <a:extLst>
                  <a:ext uri="{FF2B5EF4-FFF2-40B4-BE49-F238E27FC236}">
                    <a16:creationId xmlns:a16="http://schemas.microsoft.com/office/drawing/2014/main" id="{30A2F869-F45A-58D2-D7C0-A298F99EF4B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72" name="Group 771">
            <a:extLst>
              <a:ext uri="{FF2B5EF4-FFF2-40B4-BE49-F238E27FC236}">
                <a16:creationId xmlns:a16="http://schemas.microsoft.com/office/drawing/2014/main" id="{2C32FF7F-5024-15D0-EE3A-CF388AAB30B8}"/>
              </a:ext>
            </a:extLst>
          </p:cNvPr>
          <p:cNvGrpSpPr/>
          <p:nvPr/>
        </p:nvGrpSpPr>
        <p:grpSpPr>
          <a:xfrm>
            <a:off x="2940467" y="2974054"/>
            <a:ext cx="721206" cy="613154"/>
            <a:chOff x="2307084" y="4187684"/>
            <a:chExt cx="871904" cy="752933"/>
          </a:xfrm>
        </p:grpSpPr>
        <p:sp>
          <p:nvSpPr>
            <p:cNvPr id="773" name="Rectangle 772">
              <a:extLst>
                <a:ext uri="{FF2B5EF4-FFF2-40B4-BE49-F238E27FC236}">
                  <a16:creationId xmlns:a16="http://schemas.microsoft.com/office/drawing/2014/main" id="{66E70061-7C0B-E14B-3A81-3F21552523F3}"/>
                </a:ext>
              </a:extLst>
            </p:cNvPr>
            <p:cNvSpPr/>
            <p:nvPr/>
          </p:nvSpPr>
          <p:spPr>
            <a:xfrm>
              <a:off x="230708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774" name="Right Triangle 773">
              <a:extLst>
                <a:ext uri="{FF2B5EF4-FFF2-40B4-BE49-F238E27FC236}">
                  <a16:creationId xmlns:a16="http://schemas.microsoft.com/office/drawing/2014/main" id="{1A4FC1D3-997C-F509-0945-AE292D3F7604}"/>
                </a:ext>
              </a:extLst>
            </p:cNvPr>
            <p:cNvSpPr/>
            <p:nvPr/>
          </p:nvSpPr>
          <p:spPr>
            <a:xfrm rot="10800000">
              <a:off x="3036801" y="418768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75" name="Group 774">
              <a:extLst>
                <a:ext uri="{FF2B5EF4-FFF2-40B4-BE49-F238E27FC236}">
                  <a16:creationId xmlns:a16="http://schemas.microsoft.com/office/drawing/2014/main" id="{70B6A7FE-326D-F6DE-226F-F835C9F82B88}"/>
                </a:ext>
              </a:extLst>
            </p:cNvPr>
            <p:cNvGrpSpPr/>
            <p:nvPr/>
          </p:nvGrpSpPr>
          <p:grpSpPr>
            <a:xfrm>
              <a:off x="3117128" y="4195165"/>
              <a:ext cx="45719" cy="75385"/>
              <a:chOff x="3883481" y="2057400"/>
              <a:chExt cx="1608363" cy="2652031"/>
            </a:xfrm>
            <a:solidFill>
              <a:srgbClr val="A6A6A6"/>
            </a:solidFill>
          </p:grpSpPr>
          <p:sp>
            <p:nvSpPr>
              <p:cNvPr id="776" name="Oval 27">
                <a:extLst>
                  <a:ext uri="{FF2B5EF4-FFF2-40B4-BE49-F238E27FC236}">
                    <a16:creationId xmlns:a16="http://schemas.microsoft.com/office/drawing/2014/main" id="{90DE3611-BA17-F9EC-7A71-D98A869D79C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77" name="Oval 28">
                <a:extLst>
                  <a:ext uri="{FF2B5EF4-FFF2-40B4-BE49-F238E27FC236}">
                    <a16:creationId xmlns:a16="http://schemas.microsoft.com/office/drawing/2014/main" id="{7B1BA7DC-9FB5-2315-41EA-8C4883A49DC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78" name="Group 777">
            <a:extLst>
              <a:ext uri="{FF2B5EF4-FFF2-40B4-BE49-F238E27FC236}">
                <a16:creationId xmlns:a16="http://schemas.microsoft.com/office/drawing/2014/main" id="{8B7C911E-C31A-71C9-7A1D-AE83C45E1034}"/>
              </a:ext>
            </a:extLst>
          </p:cNvPr>
          <p:cNvGrpSpPr/>
          <p:nvPr/>
        </p:nvGrpSpPr>
        <p:grpSpPr>
          <a:xfrm>
            <a:off x="1268379" y="2974054"/>
            <a:ext cx="721206" cy="609701"/>
            <a:chOff x="1315999" y="2560818"/>
            <a:chExt cx="871904" cy="748695"/>
          </a:xfrm>
        </p:grpSpPr>
        <p:sp>
          <p:nvSpPr>
            <p:cNvPr id="779" name="Rectangle 778">
              <a:extLst>
                <a:ext uri="{FF2B5EF4-FFF2-40B4-BE49-F238E27FC236}">
                  <a16:creationId xmlns:a16="http://schemas.microsoft.com/office/drawing/2014/main" id="{0C647DAC-ADE0-20C5-0F6F-A37AF18DD8EE}"/>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780" name="Right Triangle 779">
              <a:extLst>
                <a:ext uri="{FF2B5EF4-FFF2-40B4-BE49-F238E27FC236}">
                  <a16:creationId xmlns:a16="http://schemas.microsoft.com/office/drawing/2014/main" id="{DD86BE83-85D2-880E-9086-02D1B7B63152}"/>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81" name="Group 780">
              <a:extLst>
                <a:ext uri="{FF2B5EF4-FFF2-40B4-BE49-F238E27FC236}">
                  <a16:creationId xmlns:a16="http://schemas.microsoft.com/office/drawing/2014/main" id="{7D27942A-F763-29EB-981C-3AA9E83959F3}"/>
                </a:ext>
              </a:extLst>
            </p:cNvPr>
            <p:cNvGrpSpPr/>
            <p:nvPr/>
          </p:nvGrpSpPr>
          <p:grpSpPr>
            <a:xfrm>
              <a:off x="2126717" y="2576032"/>
              <a:ext cx="45719" cy="75385"/>
              <a:chOff x="3883481" y="2057400"/>
              <a:chExt cx="1608363" cy="2652031"/>
            </a:xfrm>
            <a:solidFill>
              <a:srgbClr val="A6A6A6"/>
            </a:solidFill>
          </p:grpSpPr>
          <p:sp>
            <p:nvSpPr>
              <p:cNvPr id="782" name="Oval 27">
                <a:extLst>
                  <a:ext uri="{FF2B5EF4-FFF2-40B4-BE49-F238E27FC236}">
                    <a16:creationId xmlns:a16="http://schemas.microsoft.com/office/drawing/2014/main" id="{61B58EB2-9189-5409-1E63-383809160C8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3" name="Oval 28">
                <a:extLst>
                  <a:ext uri="{FF2B5EF4-FFF2-40B4-BE49-F238E27FC236}">
                    <a16:creationId xmlns:a16="http://schemas.microsoft.com/office/drawing/2014/main" id="{C659B707-3856-59DB-B0D3-DF5F02A3523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84" name="Group 783">
            <a:extLst>
              <a:ext uri="{FF2B5EF4-FFF2-40B4-BE49-F238E27FC236}">
                <a16:creationId xmlns:a16="http://schemas.microsoft.com/office/drawing/2014/main" id="{CABBF412-2CF4-95D9-E41C-542AB1D68DF0}"/>
              </a:ext>
            </a:extLst>
          </p:cNvPr>
          <p:cNvGrpSpPr/>
          <p:nvPr/>
        </p:nvGrpSpPr>
        <p:grpSpPr>
          <a:xfrm>
            <a:off x="2938534" y="811556"/>
            <a:ext cx="721206" cy="609701"/>
            <a:chOff x="3298169" y="909114"/>
            <a:chExt cx="871904" cy="748695"/>
          </a:xfrm>
        </p:grpSpPr>
        <p:sp>
          <p:nvSpPr>
            <p:cNvPr id="785" name="Rectangle 784">
              <a:extLst>
                <a:ext uri="{FF2B5EF4-FFF2-40B4-BE49-F238E27FC236}">
                  <a16:creationId xmlns:a16="http://schemas.microsoft.com/office/drawing/2014/main" id="{413E0725-F4D7-D1C0-8FF5-32A520BCEF82}"/>
                </a:ext>
              </a:extLst>
            </p:cNvPr>
            <p:cNvSpPr/>
            <p:nvPr/>
          </p:nvSpPr>
          <p:spPr>
            <a:xfrm>
              <a:off x="329816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786" name="Rectangle 785">
              <a:extLst>
                <a:ext uri="{FF2B5EF4-FFF2-40B4-BE49-F238E27FC236}">
                  <a16:creationId xmlns:a16="http://schemas.microsoft.com/office/drawing/2014/main" id="{250C4CF3-EE40-8B1F-35BF-D6846C332833}"/>
                </a:ext>
              </a:extLst>
            </p:cNvPr>
            <p:cNvSpPr/>
            <p:nvPr/>
          </p:nvSpPr>
          <p:spPr>
            <a:xfrm flipV="1">
              <a:off x="4043182"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7" name="Oval 15">
              <a:extLst>
                <a:ext uri="{FF2B5EF4-FFF2-40B4-BE49-F238E27FC236}">
                  <a16:creationId xmlns:a16="http://schemas.microsoft.com/office/drawing/2014/main" id="{8F8A62DC-73F3-BF79-0841-25DE32758021}"/>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88" name="Straight Connector 787">
              <a:extLst>
                <a:ext uri="{FF2B5EF4-FFF2-40B4-BE49-F238E27FC236}">
                  <a16:creationId xmlns:a16="http://schemas.microsoft.com/office/drawing/2014/main" id="{5EF32ADA-8D1E-495F-3BBB-04A8518F27D7}"/>
                </a:ext>
              </a:extLst>
            </p:cNvPr>
            <p:cNvCxnSpPr>
              <a:cxnSpLocks/>
              <a:stCxn id="787" idx="0"/>
            </p:cNvCxnSpPr>
            <p:nvPr/>
          </p:nvCxnSpPr>
          <p:spPr>
            <a:xfrm flipV="1">
              <a:off x="4083181"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89" name="Straight Connector 788">
              <a:extLst>
                <a:ext uri="{FF2B5EF4-FFF2-40B4-BE49-F238E27FC236}">
                  <a16:creationId xmlns:a16="http://schemas.microsoft.com/office/drawing/2014/main" id="{2C1B2005-F5FB-7020-AF0E-1E5FDEFB21C7}"/>
                </a:ext>
              </a:extLst>
            </p:cNvPr>
            <p:cNvCxnSpPr>
              <a:cxnSpLocks/>
            </p:cNvCxnSpPr>
            <p:nvPr/>
          </p:nvCxnSpPr>
          <p:spPr>
            <a:xfrm>
              <a:off x="4090095"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96" name="Group 795">
            <a:extLst>
              <a:ext uri="{FF2B5EF4-FFF2-40B4-BE49-F238E27FC236}">
                <a16:creationId xmlns:a16="http://schemas.microsoft.com/office/drawing/2014/main" id="{6E83D89D-0B80-416D-8423-D460E59AA91C}"/>
              </a:ext>
            </a:extLst>
          </p:cNvPr>
          <p:cNvGrpSpPr/>
          <p:nvPr/>
        </p:nvGrpSpPr>
        <p:grpSpPr>
          <a:xfrm>
            <a:off x="431659" y="811556"/>
            <a:ext cx="721206" cy="609701"/>
            <a:chOff x="324914" y="909114"/>
            <a:chExt cx="871904" cy="748695"/>
          </a:xfrm>
        </p:grpSpPr>
        <p:sp>
          <p:nvSpPr>
            <p:cNvPr id="797" name="Rectangle 796">
              <a:extLst>
                <a:ext uri="{FF2B5EF4-FFF2-40B4-BE49-F238E27FC236}">
                  <a16:creationId xmlns:a16="http://schemas.microsoft.com/office/drawing/2014/main" id="{FABA68E1-49B6-C5F4-49FA-3074234F1718}"/>
                </a:ext>
              </a:extLst>
            </p:cNvPr>
            <p:cNvSpPr/>
            <p:nvPr/>
          </p:nvSpPr>
          <p:spPr>
            <a:xfrm>
              <a:off x="32491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798" name="Right Triangle 797">
              <a:extLst>
                <a:ext uri="{FF2B5EF4-FFF2-40B4-BE49-F238E27FC236}">
                  <a16:creationId xmlns:a16="http://schemas.microsoft.com/office/drawing/2014/main" id="{A44293DD-F041-7CA0-9990-CA97DA915D0B}"/>
                </a:ext>
              </a:extLst>
            </p:cNvPr>
            <p:cNvSpPr/>
            <p:nvPr/>
          </p:nvSpPr>
          <p:spPr>
            <a:xfrm rot="10800000">
              <a:off x="1053755"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99" name="Group 798">
              <a:extLst>
                <a:ext uri="{FF2B5EF4-FFF2-40B4-BE49-F238E27FC236}">
                  <a16:creationId xmlns:a16="http://schemas.microsoft.com/office/drawing/2014/main" id="{8B035ACB-E5D1-B80B-1AC3-9D24D0767D26}"/>
                </a:ext>
              </a:extLst>
            </p:cNvPr>
            <p:cNvGrpSpPr/>
            <p:nvPr/>
          </p:nvGrpSpPr>
          <p:grpSpPr>
            <a:xfrm>
              <a:off x="1134082" y="918978"/>
              <a:ext cx="45719" cy="75385"/>
              <a:chOff x="3883481" y="2057400"/>
              <a:chExt cx="1608363" cy="2652031"/>
            </a:xfrm>
            <a:solidFill>
              <a:srgbClr val="A6A6A6"/>
            </a:solidFill>
          </p:grpSpPr>
          <p:sp>
            <p:nvSpPr>
              <p:cNvPr id="800" name="Oval 27">
                <a:extLst>
                  <a:ext uri="{FF2B5EF4-FFF2-40B4-BE49-F238E27FC236}">
                    <a16:creationId xmlns:a16="http://schemas.microsoft.com/office/drawing/2014/main" id="{9F090FB3-9E7E-EB31-7770-319D8A54EEE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1" name="Oval 28">
                <a:extLst>
                  <a:ext uri="{FF2B5EF4-FFF2-40B4-BE49-F238E27FC236}">
                    <a16:creationId xmlns:a16="http://schemas.microsoft.com/office/drawing/2014/main" id="{640C4066-6DB7-5624-8B59-4A0354E1FD3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02" name="Group 801">
            <a:extLst>
              <a:ext uri="{FF2B5EF4-FFF2-40B4-BE49-F238E27FC236}">
                <a16:creationId xmlns:a16="http://schemas.microsoft.com/office/drawing/2014/main" id="{D908A796-DD4A-3848-B375-4EEF2B59D443}"/>
              </a:ext>
            </a:extLst>
          </p:cNvPr>
          <p:cNvGrpSpPr/>
          <p:nvPr/>
        </p:nvGrpSpPr>
        <p:grpSpPr>
          <a:xfrm>
            <a:off x="1267284" y="811556"/>
            <a:ext cx="721206" cy="609701"/>
            <a:chOff x="1315999" y="909114"/>
            <a:chExt cx="871904" cy="748695"/>
          </a:xfrm>
        </p:grpSpPr>
        <p:sp>
          <p:nvSpPr>
            <p:cNvPr id="803" name="Rectangle 802">
              <a:extLst>
                <a:ext uri="{FF2B5EF4-FFF2-40B4-BE49-F238E27FC236}">
                  <a16:creationId xmlns:a16="http://schemas.microsoft.com/office/drawing/2014/main" id="{FEAB64C6-8E14-78C3-B266-875B7D357BCF}"/>
                </a:ext>
              </a:extLst>
            </p:cNvPr>
            <p:cNvSpPr/>
            <p:nvPr/>
          </p:nvSpPr>
          <p:spPr>
            <a:xfrm>
              <a:off x="1315999"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804" name="Right Triangle 803">
              <a:extLst>
                <a:ext uri="{FF2B5EF4-FFF2-40B4-BE49-F238E27FC236}">
                  <a16:creationId xmlns:a16="http://schemas.microsoft.com/office/drawing/2014/main" id="{EAB02DB7-A349-E019-7B09-A5177C218169}"/>
                </a:ext>
              </a:extLst>
            </p:cNvPr>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05" name="Group 804">
              <a:extLst>
                <a:ext uri="{FF2B5EF4-FFF2-40B4-BE49-F238E27FC236}">
                  <a16:creationId xmlns:a16="http://schemas.microsoft.com/office/drawing/2014/main" id="{8C4A5EB4-6063-28F7-08A5-015FDC3BE6EA}"/>
                </a:ext>
              </a:extLst>
            </p:cNvPr>
            <p:cNvGrpSpPr/>
            <p:nvPr/>
          </p:nvGrpSpPr>
          <p:grpSpPr>
            <a:xfrm>
              <a:off x="2126717" y="918978"/>
              <a:ext cx="45719" cy="75385"/>
              <a:chOff x="3883481" y="2057400"/>
              <a:chExt cx="1608363" cy="2652031"/>
            </a:xfrm>
            <a:solidFill>
              <a:srgbClr val="A6A6A6"/>
            </a:solidFill>
          </p:grpSpPr>
          <p:sp>
            <p:nvSpPr>
              <p:cNvPr id="806" name="Oval 27">
                <a:extLst>
                  <a:ext uri="{FF2B5EF4-FFF2-40B4-BE49-F238E27FC236}">
                    <a16:creationId xmlns:a16="http://schemas.microsoft.com/office/drawing/2014/main" id="{B0A0C5DE-86F5-5450-7CA7-D2C76E0B8A7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7" name="Oval 28">
                <a:extLst>
                  <a:ext uri="{FF2B5EF4-FFF2-40B4-BE49-F238E27FC236}">
                    <a16:creationId xmlns:a16="http://schemas.microsoft.com/office/drawing/2014/main" id="{6BFD8F2D-B050-1CF9-78D6-C54D917C856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14" name="Group 813">
            <a:extLst>
              <a:ext uri="{FF2B5EF4-FFF2-40B4-BE49-F238E27FC236}">
                <a16:creationId xmlns:a16="http://schemas.microsoft.com/office/drawing/2014/main" id="{0722932B-5D39-2A13-BFF3-8C02BAED0037}"/>
              </a:ext>
            </a:extLst>
          </p:cNvPr>
          <p:cNvGrpSpPr/>
          <p:nvPr/>
        </p:nvGrpSpPr>
        <p:grpSpPr>
          <a:xfrm>
            <a:off x="2889438" y="751337"/>
            <a:ext cx="5022643" cy="5001728"/>
            <a:chOff x="2889438" y="751337"/>
            <a:chExt cx="5022643" cy="5001728"/>
          </a:xfrm>
        </p:grpSpPr>
        <p:cxnSp>
          <p:nvCxnSpPr>
            <p:cNvPr id="815" name="Straight Connector 814">
              <a:extLst>
                <a:ext uri="{FF2B5EF4-FFF2-40B4-BE49-F238E27FC236}">
                  <a16:creationId xmlns:a16="http://schemas.microsoft.com/office/drawing/2014/main" id="{BB7F001F-49E5-630C-53D7-AA6C566652E5}"/>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377A04B1-1F99-BDDA-8C6B-1B09B3385CC0}"/>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F22AB0A4-C0AC-361D-8FE7-88B6B181605F}"/>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75F6A4D3-2586-B30F-18CD-3B38D851BBD7}"/>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B66A5548-3EA0-C5A8-9E42-09B6DEB805D6}"/>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5B8F523D-1AC8-D9DB-BAEB-48D3927D9383}"/>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3B3C60AE-BDFA-346F-559F-79024C67CE48}"/>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31D72560-A822-BDEE-E4C4-10119098C3E2}"/>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76AF7050-843D-9CBD-BB65-04F4885146C5}"/>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4" name="Straight Connector 823">
              <a:extLst>
                <a:ext uri="{FF2B5EF4-FFF2-40B4-BE49-F238E27FC236}">
                  <a16:creationId xmlns:a16="http://schemas.microsoft.com/office/drawing/2014/main" id="{55D4FE0C-CB4E-01ED-2690-99E8D43C9273}"/>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50" name="Group 849">
            <a:extLst>
              <a:ext uri="{FF2B5EF4-FFF2-40B4-BE49-F238E27FC236}">
                <a16:creationId xmlns:a16="http://schemas.microsoft.com/office/drawing/2014/main" id="{783C20A6-CC5F-3A8A-504E-81690AD079ED}"/>
              </a:ext>
            </a:extLst>
          </p:cNvPr>
          <p:cNvGrpSpPr/>
          <p:nvPr/>
        </p:nvGrpSpPr>
        <p:grpSpPr>
          <a:xfrm>
            <a:off x="2937172" y="4419620"/>
            <a:ext cx="721206" cy="610374"/>
            <a:chOff x="1315999" y="4191098"/>
            <a:chExt cx="871904" cy="749519"/>
          </a:xfrm>
        </p:grpSpPr>
        <p:sp>
          <p:nvSpPr>
            <p:cNvPr id="851" name="Rectangle 850">
              <a:extLst>
                <a:ext uri="{FF2B5EF4-FFF2-40B4-BE49-F238E27FC236}">
                  <a16:creationId xmlns:a16="http://schemas.microsoft.com/office/drawing/2014/main" id="{4FC23EC1-AA49-6FD6-D7CC-A2D79200B45C}"/>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852" name="Right Triangle 851">
              <a:extLst>
                <a:ext uri="{FF2B5EF4-FFF2-40B4-BE49-F238E27FC236}">
                  <a16:creationId xmlns:a16="http://schemas.microsoft.com/office/drawing/2014/main" id="{2CDFE7EF-9D80-E573-54D4-2AF1D3E21B4D}"/>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53" name="Group 852">
              <a:extLst>
                <a:ext uri="{FF2B5EF4-FFF2-40B4-BE49-F238E27FC236}">
                  <a16:creationId xmlns:a16="http://schemas.microsoft.com/office/drawing/2014/main" id="{1A46E58A-EA89-E43D-5F31-6D3F5F381451}"/>
                </a:ext>
              </a:extLst>
            </p:cNvPr>
            <p:cNvGrpSpPr/>
            <p:nvPr/>
          </p:nvGrpSpPr>
          <p:grpSpPr>
            <a:xfrm>
              <a:off x="2126717" y="4198579"/>
              <a:ext cx="45719" cy="75385"/>
              <a:chOff x="3883481" y="2057400"/>
              <a:chExt cx="1608363" cy="2652031"/>
            </a:xfrm>
            <a:solidFill>
              <a:srgbClr val="A6A6A6"/>
            </a:solidFill>
          </p:grpSpPr>
          <p:sp>
            <p:nvSpPr>
              <p:cNvPr id="854" name="Oval 27">
                <a:extLst>
                  <a:ext uri="{FF2B5EF4-FFF2-40B4-BE49-F238E27FC236}">
                    <a16:creationId xmlns:a16="http://schemas.microsoft.com/office/drawing/2014/main" id="{8E5C7801-F82D-BEF5-EC71-135E5E883DE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5" name="Oval 28">
                <a:extLst>
                  <a:ext uri="{FF2B5EF4-FFF2-40B4-BE49-F238E27FC236}">
                    <a16:creationId xmlns:a16="http://schemas.microsoft.com/office/drawing/2014/main" id="{03BAE7BA-7098-FDFB-0B31-9E217E51DFA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56" name="Group 855">
            <a:extLst>
              <a:ext uri="{FF2B5EF4-FFF2-40B4-BE49-F238E27FC236}">
                <a16:creationId xmlns:a16="http://schemas.microsoft.com/office/drawing/2014/main" id="{DC4678CF-59E1-9444-DF62-9ED5FC5C632B}"/>
              </a:ext>
            </a:extLst>
          </p:cNvPr>
          <p:cNvGrpSpPr/>
          <p:nvPr/>
        </p:nvGrpSpPr>
        <p:grpSpPr>
          <a:xfrm>
            <a:off x="6286128" y="4419620"/>
            <a:ext cx="721206" cy="609701"/>
            <a:chOff x="9244674" y="4191922"/>
            <a:chExt cx="871904" cy="748695"/>
          </a:xfrm>
        </p:grpSpPr>
        <p:sp>
          <p:nvSpPr>
            <p:cNvPr id="857" name="Rectangle 856">
              <a:hlinkHover r:id="" action="ppaction://noaction" highlightClick="1"/>
              <a:extLst>
                <a:ext uri="{FF2B5EF4-FFF2-40B4-BE49-F238E27FC236}">
                  <a16:creationId xmlns:a16="http://schemas.microsoft.com/office/drawing/2014/main" id="{7B05178B-A23C-0BC7-7AA0-E595482FEED4}"/>
                </a:ext>
              </a:extLst>
            </p:cNvPr>
            <p:cNvSpPr/>
            <p:nvPr/>
          </p:nvSpPr>
          <p:spPr>
            <a:xfrm>
              <a:off x="924467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858" name="Oval 857">
              <a:extLst>
                <a:ext uri="{FF2B5EF4-FFF2-40B4-BE49-F238E27FC236}">
                  <a16:creationId xmlns:a16="http://schemas.microsoft.com/office/drawing/2014/main" id="{6A64DD12-6FB3-ACAA-3E93-6EBB8434F833}"/>
                </a:ext>
              </a:extLst>
            </p:cNvPr>
            <p:cNvSpPr/>
            <p:nvPr/>
          </p:nvSpPr>
          <p:spPr>
            <a:xfrm>
              <a:off x="9943180"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9" name="Isosceles Triangle 648">
              <a:extLst>
                <a:ext uri="{FF2B5EF4-FFF2-40B4-BE49-F238E27FC236}">
                  <a16:creationId xmlns:a16="http://schemas.microsoft.com/office/drawing/2014/main" id="{16A64F39-33D1-9028-FB0E-C9FF2072AA8F}"/>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0" name="Group 859">
            <a:extLst>
              <a:ext uri="{FF2B5EF4-FFF2-40B4-BE49-F238E27FC236}">
                <a16:creationId xmlns:a16="http://schemas.microsoft.com/office/drawing/2014/main" id="{EA465A62-9F54-B5C6-CE45-C4566B0C57CE}"/>
              </a:ext>
            </a:extLst>
          </p:cNvPr>
          <p:cNvGrpSpPr/>
          <p:nvPr/>
        </p:nvGrpSpPr>
        <p:grpSpPr>
          <a:xfrm>
            <a:off x="5458938" y="5135301"/>
            <a:ext cx="721206" cy="609701"/>
            <a:chOff x="5280339" y="4191922"/>
            <a:chExt cx="871904" cy="748695"/>
          </a:xfrm>
        </p:grpSpPr>
        <p:sp>
          <p:nvSpPr>
            <p:cNvPr id="861" name="Rectangle 860">
              <a:hlinkHover r:id="" action="ppaction://noaction" highlightClick="1"/>
              <a:extLst>
                <a:ext uri="{FF2B5EF4-FFF2-40B4-BE49-F238E27FC236}">
                  <a16:creationId xmlns:a16="http://schemas.microsoft.com/office/drawing/2014/main" id="{DF45EB75-4DED-E886-8954-0C26808328D9}"/>
                </a:ext>
              </a:extLst>
            </p:cNvPr>
            <p:cNvSpPr/>
            <p:nvPr/>
          </p:nvSpPr>
          <p:spPr>
            <a:xfrm>
              <a:off x="528033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862" name="Oval 861">
              <a:extLst>
                <a:ext uri="{FF2B5EF4-FFF2-40B4-BE49-F238E27FC236}">
                  <a16:creationId xmlns:a16="http://schemas.microsoft.com/office/drawing/2014/main" id="{06606816-12CE-9EE5-8844-A367A2EA7842}"/>
                </a:ext>
              </a:extLst>
            </p:cNvPr>
            <p:cNvSpPr/>
            <p:nvPr/>
          </p:nvSpPr>
          <p:spPr>
            <a:xfrm>
              <a:off x="597784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3" name="Isosceles Triangle 648">
              <a:extLst>
                <a:ext uri="{FF2B5EF4-FFF2-40B4-BE49-F238E27FC236}">
                  <a16:creationId xmlns:a16="http://schemas.microsoft.com/office/drawing/2014/main" id="{F8F13B5F-E1D5-FC59-9839-2D7F098CBD62}"/>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4" name="Group 863">
            <a:extLst>
              <a:ext uri="{FF2B5EF4-FFF2-40B4-BE49-F238E27FC236}">
                <a16:creationId xmlns:a16="http://schemas.microsoft.com/office/drawing/2014/main" id="{889C5D44-066D-F299-201B-3D23C688C856}"/>
              </a:ext>
            </a:extLst>
          </p:cNvPr>
          <p:cNvGrpSpPr/>
          <p:nvPr/>
        </p:nvGrpSpPr>
        <p:grpSpPr>
          <a:xfrm>
            <a:off x="6289144" y="5141013"/>
            <a:ext cx="721206" cy="609701"/>
            <a:chOff x="8253594" y="5012622"/>
            <a:chExt cx="871904" cy="748695"/>
          </a:xfrm>
        </p:grpSpPr>
        <p:sp>
          <p:nvSpPr>
            <p:cNvPr id="865" name="Rectangle 864">
              <a:hlinkHover r:id="" action="ppaction://noaction" highlightClick="1"/>
              <a:extLst>
                <a:ext uri="{FF2B5EF4-FFF2-40B4-BE49-F238E27FC236}">
                  <a16:creationId xmlns:a16="http://schemas.microsoft.com/office/drawing/2014/main" id="{8E3CCE1B-68E8-4E91-C1C1-EF8DC315A5A8}"/>
                </a:ext>
              </a:extLst>
            </p:cNvPr>
            <p:cNvSpPr/>
            <p:nvPr/>
          </p:nvSpPr>
          <p:spPr>
            <a:xfrm>
              <a:off x="825359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866" name="Oval 865">
              <a:extLst>
                <a:ext uri="{FF2B5EF4-FFF2-40B4-BE49-F238E27FC236}">
                  <a16:creationId xmlns:a16="http://schemas.microsoft.com/office/drawing/2014/main" id="{945D568C-2EF3-A01E-5FF7-9599E67927A5}"/>
                </a:ext>
              </a:extLst>
            </p:cNvPr>
            <p:cNvSpPr/>
            <p:nvPr/>
          </p:nvSpPr>
          <p:spPr>
            <a:xfrm>
              <a:off x="895339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7" name="Isosceles Triangle 648">
              <a:extLst>
                <a:ext uri="{FF2B5EF4-FFF2-40B4-BE49-F238E27FC236}">
                  <a16:creationId xmlns:a16="http://schemas.microsoft.com/office/drawing/2014/main" id="{5C7D5052-866E-1D83-DDB4-AB6C21F11539}"/>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8" name="Group 867">
            <a:extLst>
              <a:ext uri="{FF2B5EF4-FFF2-40B4-BE49-F238E27FC236}">
                <a16:creationId xmlns:a16="http://schemas.microsoft.com/office/drawing/2014/main" id="{CEBC3EE3-AE3E-5709-5E80-9ADB01C14B2D}"/>
              </a:ext>
            </a:extLst>
          </p:cNvPr>
          <p:cNvGrpSpPr/>
          <p:nvPr/>
        </p:nvGrpSpPr>
        <p:grpSpPr>
          <a:xfrm>
            <a:off x="7122909" y="4419620"/>
            <a:ext cx="721206" cy="609701"/>
            <a:chOff x="7262509" y="5012622"/>
            <a:chExt cx="871904" cy="748695"/>
          </a:xfrm>
        </p:grpSpPr>
        <p:sp>
          <p:nvSpPr>
            <p:cNvPr id="869" name="Rectangle 868">
              <a:hlinkHover r:id="" action="ppaction://noaction" highlightClick="1"/>
              <a:extLst>
                <a:ext uri="{FF2B5EF4-FFF2-40B4-BE49-F238E27FC236}">
                  <a16:creationId xmlns:a16="http://schemas.microsoft.com/office/drawing/2014/main" id="{CCE4E7AA-AB72-C322-2986-72EA7E5F393E}"/>
                </a:ext>
              </a:extLst>
            </p:cNvPr>
            <p:cNvSpPr/>
            <p:nvPr/>
          </p:nvSpPr>
          <p:spPr>
            <a:xfrm>
              <a:off x="726250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870" name="Oval 869">
              <a:extLst>
                <a:ext uri="{FF2B5EF4-FFF2-40B4-BE49-F238E27FC236}">
                  <a16:creationId xmlns:a16="http://schemas.microsoft.com/office/drawing/2014/main" id="{E0BE6E6D-9C95-1AB3-940A-21F3F9508309}"/>
                </a:ext>
              </a:extLst>
            </p:cNvPr>
            <p:cNvSpPr/>
            <p:nvPr/>
          </p:nvSpPr>
          <p:spPr>
            <a:xfrm>
              <a:off x="79612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1" name="Isosceles Triangle 648">
              <a:extLst>
                <a:ext uri="{FF2B5EF4-FFF2-40B4-BE49-F238E27FC236}">
                  <a16:creationId xmlns:a16="http://schemas.microsoft.com/office/drawing/2014/main" id="{0BFCD3D2-2F49-51A0-BC2B-464F7A507A70}"/>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76" name="Group 875">
            <a:extLst>
              <a:ext uri="{FF2B5EF4-FFF2-40B4-BE49-F238E27FC236}">
                <a16:creationId xmlns:a16="http://schemas.microsoft.com/office/drawing/2014/main" id="{0BD9C3E4-E4DA-9797-48BC-308DC3C26700}"/>
              </a:ext>
            </a:extLst>
          </p:cNvPr>
          <p:cNvGrpSpPr/>
          <p:nvPr/>
        </p:nvGrpSpPr>
        <p:grpSpPr>
          <a:xfrm>
            <a:off x="5454383" y="4419620"/>
            <a:ext cx="721206" cy="609701"/>
            <a:chOff x="5280339" y="5012622"/>
            <a:chExt cx="871904" cy="748695"/>
          </a:xfrm>
        </p:grpSpPr>
        <p:sp>
          <p:nvSpPr>
            <p:cNvPr id="877" name="Rectangle 876">
              <a:hlinkHover r:id="" action="ppaction://noaction" highlightClick="1"/>
              <a:extLst>
                <a:ext uri="{FF2B5EF4-FFF2-40B4-BE49-F238E27FC236}">
                  <a16:creationId xmlns:a16="http://schemas.microsoft.com/office/drawing/2014/main" id="{54AE1628-14AD-35BC-AC1E-25B0BF9CF5CA}"/>
                </a:ext>
              </a:extLst>
            </p:cNvPr>
            <p:cNvSpPr/>
            <p:nvPr/>
          </p:nvSpPr>
          <p:spPr>
            <a:xfrm>
              <a:off x="528033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878" name="Oval 877">
              <a:extLst>
                <a:ext uri="{FF2B5EF4-FFF2-40B4-BE49-F238E27FC236}">
                  <a16:creationId xmlns:a16="http://schemas.microsoft.com/office/drawing/2014/main" id="{AF447786-9A8B-29CD-B82E-254E6000B57D}"/>
                </a:ext>
              </a:extLst>
            </p:cNvPr>
            <p:cNvSpPr/>
            <p:nvPr/>
          </p:nvSpPr>
          <p:spPr>
            <a:xfrm>
              <a:off x="597784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9" name="Isosceles Triangle 648">
              <a:extLst>
                <a:ext uri="{FF2B5EF4-FFF2-40B4-BE49-F238E27FC236}">
                  <a16:creationId xmlns:a16="http://schemas.microsoft.com/office/drawing/2014/main" id="{F3C8F1B7-016B-0335-F970-E09389C3FC2A}"/>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80" name="Group 879">
            <a:extLst>
              <a:ext uri="{FF2B5EF4-FFF2-40B4-BE49-F238E27FC236}">
                <a16:creationId xmlns:a16="http://schemas.microsoft.com/office/drawing/2014/main" id="{A4E05E0C-28B8-51BF-08DC-42B115FA4AF1}"/>
              </a:ext>
            </a:extLst>
          </p:cNvPr>
          <p:cNvGrpSpPr/>
          <p:nvPr/>
        </p:nvGrpSpPr>
        <p:grpSpPr>
          <a:xfrm>
            <a:off x="3775041" y="5130129"/>
            <a:ext cx="721893" cy="609702"/>
            <a:chOff x="324914" y="2550516"/>
            <a:chExt cx="872735" cy="748697"/>
          </a:xfrm>
        </p:grpSpPr>
        <p:sp>
          <p:nvSpPr>
            <p:cNvPr id="881" name="Rectangle 880">
              <a:hlinkHover r:id="" action="ppaction://noaction" highlightClick="1"/>
              <a:extLst>
                <a:ext uri="{FF2B5EF4-FFF2-40B4-BE49-F238E27FC236}">
                  <a16:creationId xmlns:a16="http://schemas.microsoft.com/office/drawing/2014/main" id="{50095FC9-C1F1-08A0-4877-75DA0842EC17}"/>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882" name="Group 881">
              <a:extLst>
                <a:ext uri="{FF2B5EF4-FFF2-40B4-BE49-F238E27FC236}">
                  <a16:creationId xmlns:a16="http://schemas.microsoft.com/office/drawing/2014/main" id="{A7DDBF8D-198E-FAD7-4FCD-784F17878EE2}"/>
                </a:ext>
              </a:extLst>
            </p:cNvPr>
            <p:cNvGrpSpPr/>
            <p:nvPr/>
          </p:nvGrpSpPr>
          <p:grpSpPr>
            <a:xfrm>
              <a:off x="1040599" y="2550516"/>
              <a:ext cx="157050" cy="157050"/>
              <a:chOff x="1040599" y="2550516"/>
              <a:chExt cx="157050" cy="157050"/>
            </a:xfrm>
          </p:grpSpPr>
          <p:sp>
            <p:nvSpPr>
              <p:cNvPr id="883" name="Diamond 882">
                <a:extLst>
                  <a:ext uri="{FF2B5EF4-FFF2-40B4-BE49-F238E27FC236}">
                    <a16:creationId xmlns:a16="http://schemas.microsoft.com/office/drawing/2014/main" id="{01C72E91-633F-7656-A5D0-097E73AB74A0}"/>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4" name="Oval 883">
                <a:extLst>
                  <a:ext uri="{FF2B5EF4-FFF2-40B4-BE49-F238E27FC236}">
                    <a16:creationId xmlns:a16="http://schemas.microsoft.com/office/drawing/2014/main" id="{EFF1BC9C-62EB-35FD-13C5-CAB7C28AAB5C}"/>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85" name="Group 884">
            <a:extLst>
              <a:ext uri="{FF2B5EF4-FFF2-40B4-BE49-F238E27FC236}">
                <a16:creationId xmlns:a16="http://schemas.microsoft.com/office/drawing/2014/main" id="{223809CE-A1C0-1560-41C3-FFAF896977CC}"/>
              </a:ext>
            </a:extLst>
          </p:cNvPr>
          <p:cNvGrpSpPr/>
          <p:nvPr/>
        </p:nvGrpSpPr>
        <p:grpSpPr>
          <a:xfrm>
            <a:off x="4618174" y="5130744"/>
            <a:ext cx="721893" cy="609702"/>
            <a:chOff x="324914" y="2550516"/>
            <a:chExt cx="872735" cy="748697"/>
          </a:xfrm>
        </p:grpSpPr>
        <p:sp>
          <p:nvSpPr>
            <p:cNvPr id="886" name="Rectangle 885">
              <a:hlinkHover r:id="" action="ppaction://noaction" highlightClick="1"/>
              <a:extLst>
                <a:ext uri="{FF2B5EF4-FFF2-40B4-BE49-F238E27FC236}">
                  <a16:creationId xmlns:a16="http://schemas.microsoft.com/office/drawing/2014/main" id="{4AC7D260-9DFC-E7C7-DDA0-3D385B5541BF}"/>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887" name="Group 886">
              <a:extLst>
                <a:ext uri="{FF2B5EF4-FFF2-40B4-BE49-F238E27FC236}">
                  <a16:creationId xmlns:a16="http://schemas.microsoft.com/office/drawing/2014/main" id="{9D6ECE28-5AB3-C580-545D-6E03CE8F10B5}"/>
                </a:ext>
              </a:extLst>
            </p:cNvPr>
            <p:cNvGrpSpPr/>
            <p:nvPr/>
          </p:nvGrpSpPr>
          <p:grpSpPr>
            <a:xfrm>
              <a:off x="1040599" y="2550516"/>
              <a:ext cx="157050" cy="157050"/>
              <a:chOff x="1040599" y="2550516"/>
              <a:chExt cx="157050" cy="157050"/>
            </a:xfrm>
          </p:grpSpPr>
          <p:sp>
            <p:nvSpPr>
              <p:cNvPr id="888" name="Diamond 887">
                <a:extLst>
                  <a:ext uri="{FF2B5EF4-FFF2-40B4-BE49-F238E27FC236}">
                    <a16:creationId xmlns:a16="http://schemas.microsoft.com/office/drawing/2014/main" id="{C326650A-7109-0494-DA12-CB4FA3364ED8}"/>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9" name="Oval 888">
                <a:extLst>
                  <a:ext uri="{FF2B5EF4-FFF2-40B4-BE49-F238E27FC236}">
                    <a16:creationId xmlns:a16="http://schemas.microsoft.com/office/drawing/2014/main" id="{3138E746-77EA-2BDE-9626-D6039334130B}"/>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90" name="Group 889">
            <a:extLst>
              <a:ext uri="{FF2B5EF4-FFF2-40B4-BE49-F238E27FC236}">
                <a16:creationId xmlns:a16="http://schemas.microsoft.com/office/drawing/2014/main" id="{235DCAB4-7638-8288-D056-E2A1AF38B1A0}"/>
              </a:ext>
            </a:extLst>
          </p:cNvPr>
          <p:cNvGrpSpPr/>
          <p:nvPr/>
        </p:nvGrpSpPr>
        <p:grpSpPr>
          <a:xfrm>
            <a:off x="7125831" y="5143364"/>
            <a:ext cx="721206" cy="609701"/>
            <a:chOff x="8253594" y="4191922"/>
            <a:chExt cx="871904" cy="748695"/>
          </a:xfrm>
        </p:grpSpPr>
        <p:sp>
          <p:nvSpPr>
            <p:cNvPr id="891" name="Rectangle 890">
              <a:hlinkHover r:id="" action="ppaction://noaction" highlightClick="1"/>
              <a:extLst>
                <a:ext uri="{FF2B5EF4-FFF2-40B4-BE49-F238E27FC236}">
                  <a16:creationId xmlns:a16="http://schemas.microsoft.com/office/drawing/2014/main" id="{D2F64E1F-E0B4-AA0E-0172-85F9C234201F}"/>
                </a:ext>
              </a:extLst>
            </p:cNvPr>
            <p:cNvSpPr/>
            <p:nvPr/>
          </p:nvSpPr>
          <p:spPr>
            <a:xfrm>
              <a:off x="825359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892" name="Oval 891">
              <a:extLst>
                <a:ext uri="{FF2B5EF4-FFF2-40B4-BE49-F238E27FC236}">
                  <a16:creationId xmlns:a16="http://schemas.microsoft.com/office/drawing/2014/main" id="{152E44ED-A70A-9C75-31EB-A106660441B0}"/>
                </a:ext>
              </a:extLst>
            </p:cNvPr>
            <p:cNvSpPr/>
            <p:nvPr/>
          </p:nvSpPr>
          <p:spPr>
            <a:xfrm>
              <a:off x="895339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3" name="Isosceles Triangle 648">
              <a:extLst>
                <a:ext uri="{FF2B5EF4-FFF2-40B4-BE49-F238E27FC236}">
                  <a16:creationId xmlns:a16="http://schemas.microsoft.com/office/drawing/2014/main" id="{CC7BEE34-AAFF-6AF8-73D5-BF7DF6B4DCF4}"/>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94" name="Group 893">
            <a:extLst>
              <a:ext uri="{FF2B5EF4-FFF2-40B4-BE49-F238E27FC236}">
                <a16:creationId xmlns:a16="http://schemas.microsoft.com/office/drawing/2014/main" id="{F9BE0A1F-58B5-07B3-4B5E-31A9C69DC01D}"/>
              </a:ext>
            </a:extLst>
          </p:cNvPr>
          <p:cNvGrpSpPr/>
          <p:nvPr/>
        </p:nvGrpSpPr>
        <p:grpSpPr>
          <a:xfrm>
            <a:off x="7122909" y="3698227"/>
            <a:ext cx="721206" cy="609701"/>
            <a:chOff x="7262509" y="4191922"/>
            <a:chExt cx="871904" cy="748695"/>
          </a:xfrm>
        </p:grpSpPr>
        <p:sp>
          <p:nvSpPr>
            <p:cNvPr id="895" name="Rectangle 894">
              <a:hlinkHover r:id="" action="ppaction://noaction" highlightClick="1"/>
              <a:extLst>
                <a:ext uri="{FF2B5EF4-FFF2-40B4-BE49-F238E27FC236}">
                  <a16:creationId xmlns:a16="http://schemas.microsoft.com/office/drawing/2014/main" id="{77AE0D03-C087-8575-F6BC-52083F4E1DBF}"/>
                </a:ext>
              </a:extLst>
            </p:cNvPr>
            <p:cNvSpPr/>
            <p:nvPr/>
          </p:nvSpPr>
          <p:spPr>
            <a:xfrm>
              <a:off x="726250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896" name="Oval 895">
              <a:extLst>
                <a:ext uri="{FF2B5EF4-FFF2-40B4-BE49-F238E27FC236}">
                  <a16:creationId xmlns:a16="http://schemas.microsoft.com/office/drawing/2014/main" id="{EAD49D81-A035-9143-B2A0-3A8436F7C055}"/>
                </a:ext>
              </a:extLst>
            </p:cNvPr>
            <p:cNvSpPr/>
            <p:nvPr/>
          </p:nvSpPr>
          <p:spPr>
            <a:xfrm>
              <a:off x="796122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7" name="Isosceles Triangle 648">
              <a:extLst>
                <a:ext uri="{FF2B5EF4-FFF2-40B4-BE49-F238E27FC236}">
                  <a16:creationId xmlns:a16="http://schemas.microsoft.com/office/drawing/2014/main" id="{98569FBD-A99A-9CE1-32B4-1C66EC212350}"/>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98" name="Group 897">
            <a:extLst>
              <a:ext uri="{FF2B5EF4-FFF2-40B4-BE49-F238E27FC236}">
                <a16:creationId xmlns:a16="http://schemas.microsoft.com/office/drawing/2014/main" id="{A4800794-4076-BD8B-E631-7129993048F2}"/>
              </a:ext>
            </a:extLst>
          </p:cNvPr>
          <p:cNvGrpSpPr/>
          <p:nvPr/>
        </p:nvGrpSpPr>
        <p:grpSpPr>
          <a:xfrm>
            <a:off x="6286222" y="3698227"/>
            <a:ext cx="721206" cy="609701"/>
            <a:chOff x="6271424" y="4191922"/>
            <a:chExt cx="871904" cy="748695"/>
          </a:xfrm>
        </p:grpSpPr>
        <p:sp>
          <p:nvSpPr>
            <p:cNvPr id="899" name="Rectangle 898">
              <a:hlinkHover r:id="" action="ppaction://noaction" highlightClick="1"/>
              <a:extLst>
                <a:ext uri="{FF2B5EF4-FFF2-40B4-BE49-F238E27FC236}">
                  <a16:creationId xmlns:a16="http://schemas.microsoft.com/office/drawing/2014/main" id="{89848DFC-AD30-1527-E502-255381CA31BF}"/>
                </a:ext>
              </a:extLst>
            </p:cNvPr>
            <p:cNvSpPr/>
            <p:nvPr/>
          </p:nvSpPr>
          <p:spPr>
            <a:xfrm>
              <a:off x="627142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900" name="Oval 899">
              <a:extLst>
                <a:ext uri="{FF2B5EF4-FFF2-40B4-BE49-F238E27FC236}">
                  <a16:creationId xmlns:a16="http://schemas.microsoft.com/office/drawing/2014/main" id="{FD9CF179-1AAA-7187-5B23-CD91B2125C65}"/>
                </a:ext>
              </a:extLst>
            </p:cNvPr>
            <p:cNvSpPr/>
            <p:nvPr/>
          </p:nvSpPr>
          <p:spPr>
            <a:xfrm>
              <a:off x="697080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1" name="Isosceles Triangle 648">
              <a:extLst>
                <a:ext uri="{FF2B5EF4-FFF2-40B4-BE49-F238E27FC236}">
                  <a16:creationId xmlns:a16="http://schemas.microsoft.com/office/drawing/2014/main" id="{FB5D5CCF-EB1C-4B57-75AA-B6CF1B0582E4}"/>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6D47270C-8C18-6B46-14BF-B2F49AF7B46A}"/>
              </a:ext>
            </a:extLst>
          </p:cNvPr>
          <p:cNvGrpSpPr/>
          <p:nvPr/>
        </p:nvGrpSpPr>
        <p:grpSpPr>
          <a:xfrm>
            <a:off x="3779083" y="3698227"/>
            <a:ext cx="721206" cy="609701"/>
            <a:chOff x="4289254" y="3370808"/>
            <a:chExt cx="871904" cy="748695"/>
          </a:xfrm>
        </p:grpSpPr>
        <p:sp>
          <p:nvSpPr>
            <p:cNvPr id="10" name="Rectangle 9">
              <a:extLst>
                <a:ext uri="{FF2B5EF4-FFF2-40B4-BE49-F238E27FC236}">
                  <a16:creationId xmlns:a16="http://schemas.microsoft.com/office/drawing/2014/main" id="{0B3CDEF2-912B-57CB-80BE-D2D1B0892FB4}"/>
                </a:ext>
              </a:extLst>
            </p:cNvPr>
            <p:cNvSpPr/>
            <p:nvPr/>
          </p:nvSpPr>
          <p:spPr>
            <a:xfrm>
              <a:off x="428925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11" name="Right Triangle 10">
              <a:extLst>
                <a:ext uri="{FF2B5EF4-FFF2-40B4-BE49-F238E27FC236}">
                  <a16:creationId xmlns:a16="http://schemas.microsoft.com/office/drawing/2014/main" id="{66E17D41-5D91-ED37-C65D-524EF4637AEC}"/>
                </a:ext>
              </a:extLst>
            </p:cNvPr>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 name="Group 11">
              <a:extLst>
                <a:ext uri="{FF2B5EF4-FFF2-40B4-BE49-F238E27FC236}">
                  <a16:creationId xmlns:a16="http://schemas.microsoft.com/office/drawing/2014/main" id="{DD5CDBBD-FA15-45DF-5CCA-E112DFCF957C}"/>
                </a:ext>
              </a:extLst>
            </p:cNvPr>
            <p:cNvGrpSpPr/>
            <p:nvPr/>
          </p:nvGrpSpPr>
          <p:grpSpPr>
            <a:xfrm>
              <a:off x="5098569" y="3381257"/>
              <a:ext cx="45719" cy="75385"/>
              <a:chOff x="3883481" y="2057400"/>
              <a:chExt cx="1608363" cy="2652031"/>
            </a:xfrm>
            <a:solidFill>
              <a:srgbClr val="A6A6A6"/>
            </a:solidFill>
          </p:grpSpPr>
          <p:sp>
            <p:nvSpPr>
              <p:cNvPr id="13" name="Oval 27">
                <a:extLst>
                  <a:ext uri="{FF2B5EF4-FFF2-40B4-BE49-F238E27FC236}">
                    <a16:creationId xmlns:a16="http://schemas.microsoft.com/office/drawing/2014/main" id="{05F2D488-3CF9-1C08-FA73-6A96931BFCF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Oval 28">
                <a:extLst>
                  <a:ext uri="{FF2B5EF4-FFF2-40B4-BE49-F238E27FC236}">
                    <a16:creationId xmlns:a16="http://schemas.microsoft.com/office/drawing/2014/main" id="{B81045E5-DF86-C79D-8E31-8C10CED90CA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 name="Group 14">
            <a:extLst>
              <a:ext uri="{FF2B5EF4-FFF2-40B4-BE49-F238E27FC236}">
                <a16:creationId xmlns:a16="http://schemas.microsoft.com/office/drawing/2014/main" id="{6DBD499D-AC18-10AB-2092-7F0D9DB9F82D}"/>
              </a:ext>
            </a:extLst>
          </p:cNvPr>
          <p:cNvGrpSpPr/>
          <p:nvPr/>
        </p:nvGrpSpPr>
        <p:grpSpPr>
          <a:xfrm>
            <a:off x="4615770" y="3698227"/>
            <a:ext cx="721206" cy="609701"/>
            <a:chOff x="10235764" y="5012622"/>
            <a:chExt cx="871904" cy="748695"/>
          </a:xfrm>
        </p:grpSpPr>
        <p:sp>
          <p:nvSpPr>
            <p:cNvPr id="16" name="Rectangle 15">
              <a:hlinkHover r:id="" action="ppaction://noaction" highlightClick="1"/>
              <a:extLst>
                <a:ext uri="{FF2B5EF4-FFF2-40B4-BE49-F238E27FC236}">
                  <a16:creationId xmlns:a16="http://schemas.microsoft.com/office/drawing/2014/main" id="{433F4E8B-9B1B-ECC7-ABE6-708BBAEA7D54}"/>
                </a:ext>
              </a:extLst>
            </p:cNvPr>
            <p:cNvSpPr/>
            <p:nvPr/>
          </p:nvSpPr>
          <p:spPr>
            <a:xfrm>
              <a:off x="1023576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17" name="Oval 16">
              <a:extLst>
                <a:ext uri="{FF2B5EF4-FFF2-40B4-BE49-F238E27FC236}">
                  <a16:creationId xmlns:a16="http://schemas.microsoft.com/office/drawing/2014/main" id="{C74C92ED-262F-3DA8-B37A-C73D46C4FB79}"/>
                </a:ext>
              </a:extLst>
            </p:cNvPr>
            <p:cNvSpPr/>
            <p:nvPr/>
          </p:nvSpPr>
          <p:spPr>
            <a:xfrm>
              <a:off x="109304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Isosceles Triangle 648">
              <a:extLst>
                <a:ext uri="{FF2B5EF4-FFF2-40B4-BE49-F238E27FC236}">
                  <a16:creationId xmlns:a16="http://schemas.microsoft.com/office/drawing/2014/main" id="{8A362DB4-CAC3-BA5A-9DAC-452DAAB0972C}"/>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3" name="Group 22">
            <a:extLst>
              <a:ext uri="{FF2B5EF4-FFF2-40B4-BE49-F238E27FC236}">
                <a16:creationId xmlns:a16="http://schemas.microsoft.com/office/drawing/2014/main" id="{7498F939-349B-18CD-745B-973395CB1719}"/>
              </a:ext>
            </a:extLst>
          </p:cNvPr>
          <p:cNvGrpSpPr/>
          <p:nvPr/>
        </p:nvGrpSpPr>
        <p:grpSpPr>
          <a:xfrm>
            <a:off x="2099602" y="5136552"/>
            <a:ext cx="721206" cy="609701"/>
            <a:chOff x="2307084" y="3370808"/>
            <a:chExt cx="871904" cy="748695"/>
          </a:xfrm>
        </p:grpSpPr>
        <p:sp>
          <p:nvSpPr>
            <p:cNvPr id="27" name="Rectangle 26">
              <a:extLst>
                <a:ext uri="{FF2B5EF4-FFF2-40B4-BE49-F238E27FC236}">
                  <a16:creationId xmlns:a16="http://schemas.microsoft.com/office/drawing/2014/main" id="{5DFA688A-3876-96EC-2739-44EF204ACA2F}"/>
                </a:ext>
              </a:extLst>
            </p:cNvPr>
            <p:cNvSpPr/>
            <p:nvPr/>
          </p:nvSpPr>
          <p:spPr>
            <a:xfrm>
              <a:off x="230708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28" name="Right Triangle 27">
              <a:extLst>
                <a:ext uri="{FF2B5EF4-FFF2-40B4-BE49-F238E27FC236}">
                  <a16:creationId xmlns:a16="http://schemas.microsoft.com/office/drawing/2014/main" id="{7CA5FBB2-7813-9FEB-68DF-CCB0C5DC5F76}"/>
                </a:ext>
              </a:extLst>
            </p:cNvPr>
            <p:cNvSpPr/>
            <p:nvPr/>
          </p:nvSpPr>
          <p:spPr>
            <a:xfrm rot="10800000">
              <a:off x="3031994"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9" name="Group 28">
              <a:extLst>
                <a:ext uri="{FF2B5EF4-FFF2-40B4-BE49-F238E27FC236}">
                  <a16:creationId xmlns:a16="http://schemas.microsoft.com/office/drawing/2014/main" id="{1F78BDBD-1C71-B79D-1A20-12C0A8164D0A}"/>
                </a:ext>
              </a:extLst>
            </p:cNvPr>
            <p:cNvGrpSpPr/>
            <p:nvPr/>
          </p:nvGrpSpPr>
          <p:grpSpPr>
            <a:xfrm>
              <a:off x="3112321" y="3389004"/>
              <a:ext cx="45719" cy="75385"/>
              <a:chOff x="3883481" y="2057400"/>
              <a:chExt cx="1608363" cy="2652031"/>
            </a:xfrm>
            <a:solidFill>
              <a:srgbClr val="A6A6A6"/>
            </a:solidFill>
          </p:grpSpPr>
          <p:sp>
            <p:nvSpPr>
              <p:cNvPr id="30" name="Oval 27">
                <a:extLst>
                  <a:ext uri="{FF2B5EF4-FFF2-40B4-BE49-F238E27FC236}">
                    <a16:creationId xmlns:a16="http://schemas.microsoft.com/office/drawing/2014/main" id="{E9A9DFC5-9663-B543-CCF5-770E9D9D48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Oval 28">
                <a:extLst>
                  <a:ext uri="{FF2B5EF4-FFF2-40B4-BE49-F238E27FC236}">
                    <a16:creationId xmlns:a16="http://schemas.microsoft.com/office/drawing/2014/main" id="{A77BCE61-D112-D262-FA73-41785A0B154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 name="Group 33">
            <a:extLst>
              <a:ext uri="{FF2B5EF4-FFF2-40B4-BE49-F238E27FC236}">
                <a16:creationId xmlns:a16="http://schemas.microsoft.com/office/drawing/2014/main" id="{FAC8978D-7064-8AC3-839C-F1852771A668}"/>
              </a:ext>
            </a:extLst>
          </p:cNvPr>
          <p:cNvGrpSpPr/>
          <p:nvPr/>
        </p:nvGrpSpPr>
        <p:grpSpPr>
          <a:xfrm>
            <a:off x="2100388" y="4419620"/>
            <a:ext cx="721206" cy="609701"/>
            <a:chOff x="5280339" y="3370808"/>
            <a:chExt cx="871904" cy="748695"/>
          </a:xfrm>
        </p:grpSpPr>
        <p:sp>
          <p:nvSpPr>
            <p:cNvPr id="37" name="Rectangle 36">
              <a:extLst>
                <a:ext uri="{FF2B5EF4-FFF2-40B4-BE49-F238E27FC236}">
                  <a16:creationId xmlns:a16="http://schemas.microsoft.com/office/drawing/2014/main" id="{87AA3BA5-B844-72C0-53B8-645C68769CB1}"/>
                </a:ext>
              </a:extLst>
            </p:cNvPr>
            <p:cNvSpPr/>
            <p:nvPr/>
          </p:nvSpPr>
          <p:spPr>
            <a:xfrm>
              <a:off x="528033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38" name="Right Triangle 37">
              <a:extLst>
                <a:ext uri="{FF2B5EF4-FFF2-40B4-BE49-F238E27FC236}">
                  <a16:creationId xmlns:a16="http://schemas.microsoft.com/office/drawing/2014/main" id="{F269D71A-ABFD-1C8D-F8F1-86C4C193C489}"/>
                </a:ext>
              </a:extLst>
            </p:cNvPr>
            <p:cNvSpPr/>
            <p:nvPr/>
          </p:nvSpPr>
          <p:spPr>
            <a:xfrm rot="10800000">
              <a:off x="6009373"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1" name="Group 40">
              <a:extLst>
                <a:ext uri="{FF2B5EF4-FFF2-40B4-BE49-F238E27FC236}">
                  <a16:creationId xmlns:a16="http://schemas.microsoft.com/office/drawing/2014/main" id="{0F3E6F6B-2B69-8E51-DE5D-5AE227684554}"/>
                </a:ext>
              </a:extLst>
            </p:cNvPr>
            <p:cNvGrpSpPr/>
            <p:nvPr/>
          </p:nvGrpSpPr>
          <p:grpSpPr>
            <a:xfrm>
              <a:off x="6089700" y="3389004"/>
              <a:ext cx="45719" cy="75385"/>
              <a:chOff x="3883481" y="2057400"/>
              <a:chExt cx="1608363" cy="2652031"/>
            </a:xfrm>
            <a:solidFill>
              <a:srgbClr val="A6A6A6"/>
            </a:solidFill>
          </p:grpSpPr>
          <p:sp>
            <p:nvSpPr>
              <p:cNvPr id="42" name="Oval 27">
                <a:extLst>
                  <a:ext uri="{FF2B5EF4-FFF2-40B4-BE49-F238E27FC236}">
                    <a16:creationId xmlns:a16="http://schemas.microsoft.com/office/drawing/2014/main" id="{F260FA83-95CD-D7CD-29D1-D6847585E6E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 name="Oval 28">
                <a:extLst>
                  <a:ext uri="{FF2B5EF4-FFF2-40B4-BE49-F238E27FC236}">
                    <a16:creationId xmlns:a16="http://schemas.microsoft.com/office/drawing/2014/main" id="{A54AD88B-D74B-24EF-1A4B-73E25E31CE7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5" name="Group 44">
            <a:extLst>
              <a:ext uri="{FF2B5EF4-FFF2-40B4-BE49-F238E27FC236}">
                <a16:creationId xmlns:a16="http://schemas.microsoft.com/office/drawing/2014/main" id="{88D9BAA4-A330-3A30-CCCC-ABBD10AB7BFD}"/>
              </a:ext>
            </a:extLst>
          </p:cNvPr>
          <p:cNvGrpSpPr/>
          <p:nvPr/>
        </p:nvGrpSpPr>
        <p:grpSpPr>
          <a:xfrm>
            <a:off x="10520475" y="90836"/>
            <a:ext cx="721206" cy="609701"/>
            <a:chOff x="11226844" y="88412"/>
            <a:chExt cx="871904" cy="748695"/>
          </a:xfrm>
        </p:grpSpPr>
        <p:sp>
          <p:nvSpPr>
            <p:cNvPr id="46" name="Rectangle 45">
              <a:hlinkHover r:id="" action="ppaction://noaction" highlightClick="1"/>
              <a:extLst>
                <a:ext uri="{FF2B5EF4-FFF2-40B4-BE49-F238E27FC236}">
                  <a16:creationId xmlns:a16="http://schemas.microsoft.com/office/drawing/2014/main" id="{9D25C1C2-6C29-4B17-7805-AEE176DE9D13}"/>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51" name="Oval 50">
              <a:extLst>
                <a:ext uri="{FF2B5EF4-FFF2-40B4-BE49-F238E27FC236}">
                  <a16:creationId xmlns:a16="http://schemas.microsoft.com/office/drawing/2014/main" id="{0B9F1F51-C6AE-1E54-5A3B-3FE7A8F2B85D}"/>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 name="Isosceles Triangle 648">
              <a:extLst>
                <a:ext uri="{FF2B5EF4-FFF2-40B4-BE49-F238E27FC236}">
                  <a16:creationId xmlns:a16="http://schemas.microsoft.com/office/drawing/2014/main" id="{93057CBF-2EF2-0512-1324-30F47C1B3965}"/>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15" name="Group 914">
            <a:extLst>
              <a:ext uri="{FF2B5EF4-FFF2-40B4-BE49-F238E27FC236}">
                <a16:creationId xmlns:a16="http://schemas.microsoft.com/office/drawing/2014/main" id="{9E012D51-DB02-4768-CC6D-24DB0BC50C91}"/>
              </a:ext>
            </a:extLst>
          </p:cNvPr>
          <p:cNvGrpSpPr/>
          <p:nvPr/>
        </p:nvGrpSpPr>
        <p:grpSpPr>
          <a:xfrm>
            <a:off x="8807242" y="1532276"/>
            <a:ext cx="721206" cy="609701"/>
            <a:chOff x="10235764" y="1729816"/>
            <a:chExt cx="871904" cy="748695"/>
          </a:xfrm>
        </p:grpSpPr>
        <p:sp>
          <p:nvSpPr>
            <p:cNvPr id="916" name="Rectangle 915">
              <a:hlinkHover r:id="" action="ppaction://noaction" highlightClick="1"/>
              <a:extLst>
                <a:ext uri="{FF2B5EF4-FFF2-40B4-BE49-F238E27FC236}">
                  <a16:creationId xmlns:a16="http://schemas.microsoft.com/office/drawing/2014/main" id="{217DF13A-CED2-2A38-D73B-A6826B468B61}"/>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917" name="Oval 916">
              <a:extLst>
                <a:ext uri="{FF2B5EF4-FFF2-40B4-BE49-F238E27FC236}">
                  <a16:creationId xmlns:a16="http://schemas.microsoft.com/office/drawing/2014/main" id="{0E87E6B6-B5F5-0071-28C8-C80F7C4AB943}"/>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8" name="Isosceles Triangle 648">
              <a:extLst>
                <a:ext uri="{FF2B5EF4-FFF2-40B4-BE49-F238E27FC236}">
                  <a16:creationId xmlns:a16="http://schemas.microsoft.com/office/drawing/2014/main" id="{84D5C90C-DB64-8B89-302C-F46687DA7FEE}"/>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19" name="Group 918">
            <a:extLst>
              <a:ext uri="{FF2B5EF4-FFF2-40B4-BE49-F238E27FC236}">
                <a16:creationId xmlns:a16="http://schemas.microsoft.com/office/drawing/2014/main" id="{4F034941-1B8E-4D2D-63C4-B606D1513077}"/>
              </a:ext>
            </a:extLst>
          </p:cNvPr>
          <p:cNvGrpSpPr/>
          <p:nvPr/>
        </p:nvGrpSpPr>
        <p:grpSpPr>
          <a:xfrm>
            <a:off x="11356238" y="1532276"/>
            <a:ext cx="721206" cy="609701"/>
            <a:chOff x="11226844" y="88412"/>
            <a:chExt cx="871904" cy="748695"/>
          </a:xfrm>
        </p:grpSpPr>
        <p:sp>
          <p:nvSpPr>
            <p:cNvPr id="920" name="Rectangle 919">
              <a:hlinkHover r:id="" action="ppaction://noaction" highlightClick="1"/>
              <a:extLst>
                <a:ext uri="{FF2B5EF4-FFF2-40B4-BE49-F238E27FC236}">
                  <a16:creationId xmlns:a16="http://schemas.microsoft.com/office/drawing/2014/main" id="{1EE1EE30-EC21-6396-A1D7-162496C23DE8}"/>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921" name="Oval 920">
              <a:extLst>
                <a:ext uri="{FF2B5EF4-FFF2-40B4-BE49-F238E27FC236}">
                  <a16:creationId xmlns:a16="http://schemas.microsoft.com/office/drawing/2014/main" id="{F56A4CC9-0BF9-87F4-DADE-5E8DFA1DE270}"/>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2" name="Isosceles Triangle 648">
              <a:extLst>
                <a:ext uri="{FF2B5EF4-FFF2-40B4-BE49-F238E27FC236}">
                  <a16:creationId xmlns:a16="http://schemas.microsoft.com/office/drawing/2014/main" id="{699E2BA1-F589-8B3F-E6C3-3D990917B8BE}"/>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31" name="Group 930">
            <a:extLst>
              <a:ext uri="{FF2B5EF4-FFF2-40B4-BE49-F238E27FC236}">
                <a16:creationId xmlns:a16="http://schemas.microsoft.com/office/drawing/2014/main" id="{5E4DBE38-147D-89D3-0CEA-3578EA995A32}"/>
              </a:ext>
            </a:extLst>
          </p:cNvPr>
          <p:cNvGrpSpPr/>
          <p:nvPr/>
        </p:nvGrpSpPr>
        <p:grpSpPr>
          <a:xfrm>
            <a:off x="3776511" y="2974054"/>
            <a:ext cx="724144" cy="609701"/>
            <a:chOff x="6271424" y="3370808"/>
            <a:chExt cx="875460" cy="748695"/>
          </a:xfrm>
        </p:grpSpPr>
        <p:sp>
          <p:nvSpPr>
            <p:cNvPr id="932" name="Rectangle 931">
              <a:extLst>
                <a:ext uri="{FF2B5EF4-FFF2-40B4-BE49-F238E27FC236}">
                  <a16:creationId xmlns:a16="http://schemas.microsoft.com/office/drawing/2014/main" id="{721A779F-7C69-7FB4-8F86-75662B1F338F}"/>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933" name="Right Triangle 932">
              <a:extLst>
                <a:ext uri="{FF2B5EF4-FFF2-40B4-BE49-F238E27FC236}">
                  <a16:creationId xmlns:a16="http://schemas.microsoft.com/office/drawing/2014/main" id="{50AA18E5-B13C-98FC-D706-478349D103B0}"/>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34" name="Group 933">
              <a:extLst>
                <a:ext uri="{FF2B5EF4-FFF2-40B4-BE49-F238E27FC236}">
                  <a16:creationId xmlns:a16="http://schemas.microsoft.com/office/drawing/2014/main" id="{12136812-DE6C-C4D8-962C-F6F3A112D12A}"/>
                </a:ext>
              </a:extLst>
            </p:cNvPr>
            <p:cNvGrpSpPr/>
            <p:nvPr/>
          </p:nvGrpSpPr>
          <p:grpSpPr>
            <a:xfrm>
              <a:off x="7085694" y="3381257"/>
              <a:ext cx="45719" cy="75385"/>
              <a:chOff x="3883481" y="2057400"/>
              <a:chExt cx="1608363" cy="2652031"/>
            </a:xfrm>
            <a:solidFill>
              <a:srgbClr val="A6A6A6"/>
            </a:solidFill>
          </p:grpSpPr>
          <p:sp>
            <p:nvSpPr>
              <p:cNvPr id="935" name="Oval 27">
                <a:extLst>
                  <a:ext uri="{FF2B5EF4-FFF2-40B4-BE49-F238E27FC236}">
                    <a16:creationId xmlns:a16="http://schemas.microsoft.com/office/drawing/2014/main" id="{14264DE5-B148-4668-79F6-B2DB9D6AB3E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6" name="Oval 28">
                <a:extLst>
                  <a:ext uri="{FF2B5EF4-FFF2-40B4-BE49-F238E27FC236}">
                    <a16:creationId xmlns:a16="http://schemas.microsoft.com/office/drawing/2014/main" id="{798D5E4B-0F01-0A2E-BE17-FCDF76D51A5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47" name="Group 946">
            <a:extLst>
              <a:ext uri="{FF2B5EF4-FFF2-40B4-BE49-F238E27FC236}">
                <a16:creationId xmlns:a16="http://schemas.microsoft.com/office/drawing/2014/main" id="{E8F8E456-C0D1-4485-A4EE-B264EFC9A769}"/>
              </a:ext>
            </a:extLst>
          </p:cNvPr>
          <p:cNvGrpSpPr/>
          <p:nvPr/>
        </p:nvGrpSpPr>
        <p:grpSpPr>
          <a:xfrm>
            <a:off x="7905566" y="751337"/>
            <a:ext cx="3396155" cy="4999377"/>
            <a:chOff x="7905566" y="751337"/>
            <a:chExt cx="3396155" cy="4999377"/>
          </a:xfrm>
        </p:grpSpPr>
        <p:cxnSp>
          <p:nvCxnSpPr>
            <p:cNvPr id="948" name="Straight Connector 947">
              <a:extLst>
                <a:ext uri="{FF2B5EF4-FFF2-40B4-BE49-F238E27FC236}">
                  <a16:creationId xmlns:a16="http://schemas.microsoft.com/office/drawing/2014/main" id="{CE006C7F-C62B-20EA-A6AA-7D7AC6D9F7CE}"/>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9" name="Straight Connector 948">
              <a:extLst>
                <a:ext uri="{FF2B5EF4-FFF2-40B4-BE49-F238E27FC236}">
                  <a16:creationId xmlns:a16="http://schemas.microsoft.com/office/drawing/2014/main" id="{6B4F40D5-60F9-0A5F-A340-6EC815F6F7F0}"/>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0" name="Straight Connector 949">
              <a:extLst>
                <a:ext uri="{FF2B5EF4-FFF2-40B4-BE49-F238E27FC236}">
                  <a16:creationId xmlns:a16="http://schemas.microsoft.com/office/drawing/2014/main" id="{02585993-D43C-744A-E629-A25450D79B81}"/>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1" name="Straight Connector 950">
              <a:extLst>
                <a:ext uri="{FF2B5EF4-FFF2-40B4-BE49-F238E27FC236}">
                  <a16:creationId xmlns:a16="http://schemas.microsoft.com/office/drawing/2014/main" id="{B4E6EA74-6FBC-7270-27CD-135284E3D6E2}"/>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2" name="Straight Connector 951">
              <a:extLst>
                <a:ext uri="{FF2B5EF4-FFF2-40B4-BE49-F238E27FC236}">
                  <a16:creationId xmlns:a16="http://schemas.microsoft.com/office/drawing/2014/main" id="{558C816C-775A-958E-18A9-FDA0B049B567}"/>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3" name="Straight Connector 952">
              <a:extLst>
                <a:ext uri="{FF2B5EF4-FFF2-40B4-BE49-F238E27FC236}">
                  <a16:creationId xmlns:a16="http://schemas.microsoft.com/office/drawing/2014/main" id="{09C282F4-E8EC-C349-E4A7-D4CC2EEEDC43}"/>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4" name="Straight Connector 953">
              <a:extLst>
                <a:ext uri="{FF2B5EF4-FFF2-40B4-BE49-F238E27FC236}">
                  <a16:creationId xmlns:a16="http://schemas.microsoft.com/office/drawing/2014/main" id="{E7BC1D95-E790-351E-652B-45D750A77D32}"/>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955" name="Straight Connector 954">
            <a:extLst>
              <a:ext uri="{FF2B5EF4-FFF2-40B4-BE49-F238E27FC236}">
                <a16:creationId xmlns:a16="http://schemas.microsoft.com/office/drawing/2014/main" id="{7A25962B-D353-D33E-A72A-065A43504475}"/>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956" name="Group 955">
            <a:extLst>
              <a:ext uri="{FF2B5EF4-FFF2-40B4-BE49-F238E27FC236}">
                <a16:creationId xmlns:a16="http://schemas.microsoft.com/office/drawing/2014/main" id="{7E7598FF-99F7-9445-33B5-4EFF02C9EC7D}"/>
              </a:ext>
            </a:extLst>
          </p:cNvPr>
          <p:cNvGrpSpPr/>
          <p:nvPr/>
        </p:nvGrpSpPr>
        <p:grpSpPr>
          <a:xfrm>
            <a:off x="7957576" y="2253333"/>
            <a:ext cx="721206" cy="609701"/>
            <a:chOff x="10240105" y="2560818"/>
            <a:chExt cx="871904" cy="748695"/>
          </a:xfrm>
        </p:grpSpPr>
        <p:sp>
          <p:nvSpPr>
            <p:cNvPr id="957" name="Rectangle 956">
              <a:extLst>
                <a:ext uri="{FF2B5EF4-FFF2-40B4-BE49-F238E27FC236}">
                  <a16:creationId xmlns:a16="http://schemas.microsoft.com/office/drawing/2014/main" id="{3DAE941B-BD54-C739-5B8A-B1640D323E6D}"/>
                </a:ext>
              </a:extLst>
            </p:cNvPr>
            <p:cNvSpPr/>
            <p:nvPr/>
          </p:nvSpPr>
          <p:spPr>
            <a:xfrm>
              <a:off x="10240105"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958" name="Right Triangle 957">
              <a:extLst>
                <a:ext uri="{FF2B5EF4-FFF2-40B4-BE49-F238E27FC236}">
                  <a16:creationId xmlns:a16="http://schemas.microsoft.com/office/drawing/2014/main" id="{0950537F-B568-0C83-5B24-860A6ED3988D}"/>
                </a:ext>
              </a:extLst>
            </p:cNvPr>
            <p:cNvSpPr/>
            <p:nvPr/>
          </p:nvSpPr>
          <p:spPr>
            <a:xfrm rot="10800000">
              <a:off x="10962978" y="25647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59" name="Group 958">
              <a:extLst>
                <a:ext uri="{FF2B5EF4-FFF2-40B4-BE49-F238E27FC236}">
                  <a16:creationId xmlns:a16="http://schemas.microsoft.com/office/drawing/2014/main" id="{022878CF-81FE-9F67-9387-1F6A3E27BAF2}"/>
                </a:ext>
              </a:extLst>
            </p:cNvPr>
            <p:cNvGrpSpPr/>
            <p:nvPr/>
          </p:nvGrpSpPr>
          <p:grpSpPr>
            <a:xfrm>
              <a:off x="11043305" y="2572272"/>
              <a:ext cx="45719" cy="75385"/>
              <a:chOff x="3883481" y="2057400"/>
              <a:chExt cx="1608363" cy="2652031"/>
            </a:xfrm>
            <a:solidFill>
              <a:srgbClr val="A6A6A6"/>
            </a:solidFill>
          </p:grpSpPr>
          <p:sp>
            <p:nvSpPr>
              <p:cNvPr id="501" name="Oval 27">
                <a:extLst>
                  <a:ext uri="{FF2B5EF4-FFF2-40B4-BE49-F238E27FC236}">
                    <a16:creationId xmlns:a16="http://schemas.microsoft.com/office/drawing/2014/main" id="{EEF0DC4D-81AC-9F5D-A4D8-8EF72EC5D7F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2" name="Oval 28">
                <a:extLst>
                  <a:ext uri="{FF2B5EF4-FFF2-40B4-BE49-F238E27FC236}">
                    <a16:creationId xmlns:a16="http://schemas.microsoft.com/office/drawing/2014/main" id="{0368A347-4F73-D3B8-8D2E-9AD0D1E74B8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03" name="Group 502">
            <a:extLst>
              <a:ext uri="{FF2B5EF4-FFF2-40B4-BE49-F238E27FC236}">
                <a16:creationId xmlns:a16="http://schemas.microsoft.com/office/drawing/2014/main" id="{A726EBEA-4E8D-5058-F583-A854ED9DD2CA}"/>
              </a:ext>
            </a:extLst>
          </p:cNvPr>
          <p:cNvGrpSpPr/>
          <p:nvPr/>
        </p:nvGrpSpPr>
        <p:grpSpPr>
          <a:xfrm>
            <a:off x="4605608" y="811556"/>
            <a:ext cx="722058" cy="609701"/>
            <a:chOff x="6271424" y="909114"/>
            <a:chExt cx="872938" cy="748695"/>
          </a:xfrm>
        </p:grpSpPr>
        <p:sp>
          <p:nvSpPr>
            <p:cNvPr id="504" name="Rectangle 503">
              <a:extLst>
                <a:ext uri="{FF2B5EF4-FFF2-40B4-BE49-F238E27FC236}">
                  <a16:creationId xmlns:a16="http://schemas.microsoft.com/office/drawing/2014/main" id="{69B06B7E-4CAC-EC09-2833-DC1A76F42D02}"/>
                </a:ext>
              </a:extLst>
            </p:cNvPr>
            <p:cNvSpPr/>
            <p:nvPr/>
          </p:nvSpPr>
          <p:spPr>
            <a:xfrm>
              <a:off x="627142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83" name="Rectangle 82">
              <a:extLst>
                <a:ext uri="{FF2B5EF4-FFF2-40B4-BE49-F238E27FC236}">
                  <a16:creationId xmlns:a16="http://schemas.microsoft.com/office/drawing/2014/main" id="{FDA3D8E8-11BA-D4B3-20D8-B8815B55EAC2}"/>
                </a:ext>
              </a:extLst>
            </p:cNvPr>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 name="Oval 15">
              <a:extLst>
                <a:ext uri="{FF2B5EF4-FFF2-40B4-BE49-F238E27FC236}">
                  <a16:creationId xmlns:a16="http://schemas.microsoft.com/office/drawing/2014/main" id="{1431AB0C-D065-0449-8B02-39642A33FE67}"/>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5" name="Straight Connector 84">
              <a:extLst>
                <a:ext uri="{FF2B5EF4-FFF2-40B4-BE49-F238E27FC236}">
                  <a16:creationId xmlns:a16="http://schemas.microsoft.com/office/drawing/2014/main" id="{F85DFBC3-922A-5496-91A7-8EEF89170F83}"/>
                </a:ext>
              </a:extLst>
            </p:cNvPr>
            <p:cNvCxnSpPr>
              <a:cxnSpLocks/>
              <a:stCxn id="84"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6" name="Straight Connector 85">
              <a:extLst>
                <a:ext uri="{FF2B5EF4-FFF2-40B4-BE49-F238E27FC236}">
                  <a16:creationId xmlns:a16="http://schemas.microsoft.com/office/drawing/2014/main" id="{4DEF1BCD-E2DD-A51C-D615-9E841EE7C4D1}"/>
                </a:ext>
              </a:extLst>
            </p:cNvPr>
            <p:cNvCxnSpPr>
              <a:cxnSpLocks/>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7" name="Group 86">
            <a:extLst>
              <a:ext uri="{FF2B5EF4-FFF2-40B4-BE49-F238E27FC236}">
                <a16:creationId xmlns:a16="http://schemas.microsoft.com/office/drawing/2014/main" id="{2BAE2159-1094-0F71-DB99-208202526DE6}"/>
              </a:ext>
            </a:extLst>
          </p:cNvPr>
          <p:cNvGrpSpPr/>
          <p:nvPr/>
        </p:nvGrpSpPr>
        <p:grpSpPr>
          <a:xfrm>
            <a:off x="6288014" y="2260882"/>
            <a:ext cx="721206" cy="609702"/>
            <a:chOff x="9244679" y="2560817"/>
            <a:chExt cx="871904" cy="748696"/>
          </a:xfrm>
        </p:grpSpPr>
        <p:sp>
          <p:nvSpPr>
            <p:cNvPr id="88" name="Rectangle 87">
              <a:extLst>
                <a:ext uri="{FF2B5EF4-FFF2-40B4-BE49-F238E27FC236}">
                  <a16:creationId xmlns:a16="http://schemas.microsoft.com/office/drawing/2014/main" id="{77B7DF5D-2A26-EF0E-046E-57640187CCFA}"/>
                </a:ext>
              </a:extLst>
            </p:cNvPr>
            <p:cNvSpPr/>
            <p:nvPr/>
          </p:nvSpPr>
          <p:spPr>
            <a:xfrm>
              <a:off x="924467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89" name="Right Triangle 88">
              <a:extLst>
                <a:ext uri="{FF2B5EF4-FFF2-40B4-BE49-F238E27FC236}">
                  <a16:creationId xmlns:a16="http://schemas.microsoft.com/office/drawing/2014/main" id="{4E087AF0-93CF-98AB-D07A-FEC0414CF3F6}"/>
                </a:ext>
              </a:extLst>
            </p:cNvPr>
            <p:cNvSpPr/>
            <p:nvPr/>
          </p:nvSpPr>
          <p:spPr>
            <a:xfrm rot="10800000">
              <a:off x="9970339" y="25608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 name="Oval 27">
              <a:extLst>
                <a:ext uri="{FF2B5EF4-FFF2-40B4-BE49-F238E27FC236}">
                  <a16:creationId xmlns:a16="http://schemas.microsoft.com/office/drawing/2014/main" id="{821ACBD5-E8D2-CE2F-B856-7681F42910F2}"/>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 name="Oval 28">
              <a:extLst>
                <a:ext uri="{FF2B5EF4-FFF2-40B4-BE49-F238E27FC236}">
                  <a16:creationId xmlns:a16="http://schemas.microsoft.com/office/drawing/2014/main" id="{67C64915-BEE7-8C85-1AAB-19F79CFC20C9}"/>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2" name="Group 91">
            <a:extLst>
              <a:ext uri="{FF2B5EF4-FFF2-40B4-BE49-F238E27FC236}">
                <a16:creationId xmlns:a16="http://schemas.microsoft.com/office/drawing/2014/main" id="{7DDB3C36-4F0B-877B-3321-E4852FF3C90A}"/>
              </a:ext>
            </a:extLst>
          </p:cNvPr>
          <p:cNvGrpSpPr/>
          <p:nvPr/>
        </p:nvGrpSpPr>
        <p:grpSpPr>
          <a:xfrm>
            <a:off x="9667833" y="811173"/>
            <a:ext cx="721206" cy="609701"/>
            <a:chOff x="10243575" y="88412"/>
            <a:chExt cx="871904" cy="748695"/>
          </a:xfrm>
        </p:grpSpPr>
        <p:sp>
          <p:nvSpPr>
            <p:cNvPr id="93" name="Rectangle 92">
              <a:hlinkHover r:id="" action="ppaction://noaction" highlightClick="1"/>
              <a:extLst>
                <a:ext uri="{FF2B5EF4-FFF2-40B4-BE49-F238E27FC236}">
                  <a16:creationId xmlns:a16="http://schemas.microsoft.com/office/drawing/2014/main" id="{2964E0B4-EE07-587B-3C56-54A21BB9BDCD}"/>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94" name="Diamond 93">
              <a:extLst>
                <a:ext uri="{FF2B5EF4-FFF2-40B4-BE49-F238E27FC236}">
                  <a16:creationId xmlns:a16="http://schemas.microsoft.com/office/drawing/2014/main" id="{54373A05-7211-BB35-D705-E9ACD2E7139B}"/>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 name="Oval 94">
              <a:extLst>
                <a:ext uri="{FF2B5EF4-FFF2-40B4-BE49-F238E27FC236}">
                  <a16:creationId xmlns:a16="http://schemas.microsoft.com/office/drawing/2014/main" id="{BF87DBAE-088A-B71B-133F-49D135128028}"/>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6" name="Group 95">
            <a:extLst>
              <a:ext uri="{FF2B5EF4-FFF2-40B4-BE49-F238E27FC236}">
                <a16:creationId xmlns:a16="http://schemas.microsoft.com/office/drawing/2014/main" id="{E514B418-BFA9-AB9B-F7EA-2E36DBE6F787}"/>
              </a:ext>
            </a:extLst>
          </p:cNvPr>
          <p:cNvGrpSpPr/>
          <p:nvPr/>
        </p:nvGrpSpPr>
        <p:grpSpPr>
          <a:xfrm>
            <a:off x="9656908" y="2253333"/>
            <a:ext cx="721206" cy="609701"/>
            <a:chOff x="11226844" y="2550518"/>
            <a:chExt cx="871904" cy="748695"/>
          </a:xfrm>
        </p:grpSpPr>
        <p:sp>
          <p:nvSpPr>
            <p:cNvPr id="97" name="Rectangle 96">
              <a:hlinkHover r:id="" action="ppaction://noaction" highlightClick="1"/>
              <a:extLst>
                <a:ext uri="{FF2B5EF4-FFF2-40B4-BE49-F238E27FC236}">
                  <a16:creationId xmlns:a16="http://schemas.microsoft.com/office/drawing/2014/main" id="{A33EEDFA-1EFF-A262-31F4-05752FDB9417}"/>
                </a:ext>
              </a:extLst>
            </p:cNvPr>
            <p:cNvSpPr/>
            <p:nvPr/>
          </p:nvSpPr>
          <p:spPr>
            <a:xfrm>
              <a:off x="11226844" y="255051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8" name="Rectangle 97">
              <a:extLst>
                <a:ext uri="{FF2B5EF4-FFF2-40B4-BE49-F238E27FC236}">
                  <a16:creationId xmlns:a16="http://schemas.microsoft.com/office/drawing/2014/main" id="{641A063B-0F2E-D1B4-161E-85303DBC257F}"/>
                </a:ext>
              </a:extLst>
            </p:cNvPr>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Oval 15">
              <a:extLst>
                <a:ext uri="{FF2B5EF4-FFF2-40B4-BE49-F238E27FC236}">
                  <a16:creationId xmlns:a16="http://schemas.microsoft.com/office/drawing/2014/main" id="{D5CD5CE5-6FE4-D180-C6A0-084D254035F1}"/>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0" name="Straight Connector 99">
              <a:extLst>
                <a:ext uri="{FF2B5EF4-FFF2-40B4-BE49-F238E27FC236}">
                  <a16:creationId xmlns:a16="http://schemas.microsoft.com/office/drawing/2014/main" id="{D3296A34-04B7-23FA-4282-F934557D0FD1}"/>
                </a:ext>
              </a:extLst>
            </p:cNvPr>
            <p:cNvCxnSpPr>
              <a:cxnSpLocks/>
              <a:stCxn id="99"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1" name="Straight Connector 100">
              <a:extLst>
                <a:ext uri="{FF2B5EF4-FFF2-40B4-BE49-F238E27FC236}">
                  <a16:creationId xmlns:a16="http://schemas.microsoft.com/office/drawing/2014/main" id="{B6EE8265-B484-F1B8-0403-E34070BF49EE}"/>
                </a:ext>
              </a:extLst>
            </p:cNvPr>
            <p:cNvCxnSpPr>
              <a:cxnSpLocks/>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2" name="Group 101">
            <a:extLst>
              <a:ext uri="{FF2B5EF4-FFF2-40B4-BE49-F238E27FC236}">
                <a16:creationId xmlns:a16="http://schemas.microsoft.com/office/drawing/2014/main" id="{08A9C015-C034-DC95-ACE1-3AC61C761374}"/>
              </a:ext>
            </a:extLst>
          </p:cNvPr>
          <p:cNvGrpSpPr/>
          <p:nvPr/>
        </p:nvGrpSpPr>
        <p:grpSpPr>
          <a:xfrm>
            <a:off x="8791947" y="2257115"/>
            <a:ext cx="733206" cy="613871"/>
            <a:chOff x="11202812" y="97937"/>
            <a:chExt cx="886411" cy="753816"/>
          </a:xfrm>
        </p:grpSpPr>
        <p:sp>
          <p:nvSpPr>
            <p:cNvPr id="109" name="Rectangle 108">
              <a:hlinkHover r:id="" action="ppaction://noaction" highlightClick="1"/>
              <a:extLst>
                <a:ext uri="{FF2B5EF4-FFF2-40B4-BE49-F238E27FC236}">
                  <a16:creationId xmlns:a16="http://schemas.microsoft.com/office/drawing/2014/main" id="{BDFBA9A6-FD85-8988-416A-4A5790F9C2C4}"/>
                </a:ext>
              </a:extLst>
            </p:cNvPr>
            <p:cNvSpPr/>
            <p:nvPr/>
          </p:nvSpPr>
          <p:spPr>
            <a:xfrm>
              <a:off x="11202812" y="10305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10" name="Oval 109">
              <a:extLst>
                <a:ext uri="{FF2B5EF4-FFF2-40B4-BE49-F238E27FC236}">
                  <a16:creationId xmlns:a16="http://schemas.microsoft.com/office/drawing/2014/main" id="{047A09AE-6A77-C6D0-7D27-B47C64B8A6CC}"/>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Isosceles Triangle 648">
              <a:extLst>
                <a:ext uri="{FF2B5EF4-FFF2-40B4-BE49-F238E27FC236}">
                  <a16:creationId xmlns:a16="http://schemas.microsoft.com/office/drawing/2014/main" id="{905204D6-8AF8-AD37-1FF1-5B93E6CB6FC4}"/>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2" name="Group 111">
            <a:extLst>
              <a:ext uri="{FF2B5EF4-FFF2-40B4-BE49-F238E27FC236}">
                <a16:creationId xmlns:a16="http://schemas.microsoft.com/office/drawing/2014/main" id="{8EADE64E-BCEF-FE92-8DE9-6F7CCEC7AEAA}"/>
              </a:ext>
            </a:extLst>
          </p:cNvPr>
          <p:cNvGrpSpPr/>
          <p:nvPr/>
        </p:nvGrpSpPr>
        <p:grpSpPr>
          <a:xfrm>
            <a:off x="10506573" y="2253333"/>
            <a:ext cx="721206" cy="609701"/>
            <a:chOff x="10243575" y="88412"/>
            <a:chExt cx="871904" cy="748695"/>
          </a:xfrm>
        </p:grpSpPr>
        <p:sp>
          <p:nvSpPr>
            <p:cNvPr id="113" name="Rectangle 112">
              <a:hlinkHover r:id="" action="ppaction://noaction" highlightClick="1"/>
              <a:extLst>
                <a:ext uri="{FF2B5EF4-FFF2-40B4-BE49-F238E27FC236}">
                  <a16:creationId xmlns:a16="http://schemas.microsoft.com/office/drawing/2014/main" id="{BB399EC5-BC54-E2AF-CFE0-EEBE7A0C29BC}"/>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114" name="Diamond 113">
              <a:extLst>
                <a:ext uri="{FF2B5EF4-FFF2-40B4-BE49-F238E27FC236}">
                  <a16:creationId xmlns:a16="http://schemas.microsoft.com/office/drawing/2014/main" id="{30A6525C-2151-B4DA-6C36-9B1E3CD79B63}"/>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Oval 114">
              <a:extLst>
                <a:ext uri="{FF2B5EF4-FFF2-40B4-BE49-F238E27FC236}">
                  <a16:creationId xmlns:a16="http://schemas.microsoft.com/office/drawing/2014/main" id="{E07A6DAC-59F7-25E8-5BCE-005D3ACED1AA}"/>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6" name="Group 115">
            <a:extLst>
              <a:ext uri="{FF2B5EF4-FFF2-40B4-BE49-F238E27FC236}">
                <a16:creationId xmlns:a16="http://schemas.microsoft.com/office/drawing/2014/main" id="{6E8DB120-9D6B-CE98-BD41-D30E20DD0845}"/>
              </a:ext>
            </a:extLst>
          </p:cNvPr>
          <p:cNvGrpSpPr/>
          <p:nvPr/>
        </p:nvGrpSpPr>
        <p:grpSpPr>
          <a:xfrm>
            <a:off x="2110200" y="2990968"/>
            <a:ext cx="721206" cy="609701"/>
            <a:chOff x="9244679" y="3370808"/>
            <a:chExt cx="871904" cy="748695"/>
          </a:xfrm>
        </p:grpSpPr>
        <p:sp>
          <p:nvSpPr>
            <p:cNvPr id="117" name="Rectangle 116">
              <a:extLst>
                <a:ext uri="{FF2B5EF4-FFF2-40B4-BE49-F238E27FC236}">
                  <a16:creationId xmlns:a16="http://schemas.microsoft.com/office/drawing/2014/main" id="{6BB40FC9-6BAA-C364-B328-CB004B4745BB}"/>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118" name="Rectangle 117">
              <a:extLst>
                <a:ext uri="{FF2B5EF4-FFF2-40B4-BE49-F238E27FC236}">
                  <a16:creationId xmlns:a16="http://schemas.microsoft.com/office/drawing/2014/main" id="{62675DBB-3F47-3F76-8C8B-C7BA6FD7080E}"/>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Oval 15">
              <a:extLst>
                <a:ext uri="{FF2B5EF4-FFF2-40B4-BE49-F238E27FC236}">
                  <a16:creationId xmlns:a16="http://schemas.microsoft.com/office/drawing/2014/main" id="{5BE0182A-6444-CC12-4E5B-8170DCFEB69C}"/>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0" name="Straight Connector 119">
              <a:extLst>
                <a:ext uri="{FF2B5EF4-FFF2-40B4-BE49-F238E27FC236}">
                  <a16:creationId xmlns:a16="http://schemas.microsoft.com/office/drawing/2014/main" id="{E7AE5E3B-2652-429B-6144-345529904A46}"/>
                </a:ext>
              </a:extLst>
            </p:cNvPr>
            <p:cNvCxnSpPr>
              <a:cxnSpLocks/>
              <a:stCxn id="119"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1" name="Straight Connector 120">
              <a:extLst>
                <a:ext uri="{FF2B5EF4-FFF2-40B4-BE49-F238E27FC236}">
                  <a16:creationId xmlns:a16="http://schemas.microsoft.com/office/drawing/2014/main" id="{AC0DDA24-7E0A-DD8D-D601-2AFC8C8E1200}"/>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2" name="Group 121">
            <a:extLst>
              <a:ext uri="{FF2B5EF4-FFF2-40B4-BE49-F238E27FC236}">
                <a16:creationId xmlns:a16="http://schemas.microsoft.com/office/drawing/2014/main" id="{BAE1EFA7-9481-03F7-90C8-795B3B0FF9FE}"/>
              </a:ext>
            </a:extLst>
          </p:cNvPr>
          <p:cNvGrpSpPr/>
          <p:nvPr/>
        </p:nvGrpSpPr>
        <p:grpSpPr>
          <a:xfrm>
            <a:off x="4611964" y="2970765"/>
            <a:ext cx="721206" cy="609701"/>
            <a:chOff x="11226844" y="3371220"/>
            <a:chExt cx="871904" cy="748695"/>
          </a:xfrm>
        </p:grpSpPr>
        <p:sp>
          <p:nvSpPr>
            <p:cNvPr id="123" name="Rectangle 122">
              <a:extLst>
                <a:ext uri="{FF2B5EF4-FFF2-40B4-BE49-F238E27FC236}">
                  <a16:creationId xmlns:a16="http://schemas.microsoft.com/office/drawing/2014/main" id="{3234FB52-412F-4EBC-A3D5-8105A3B92081}"/>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124" name="Rectangle 123">
              <a:extLst>
                <a:ext uri="{FF2B5EF4-FFF2-40B4-BE49-F238E27FC236}">
                  <a16:creationId xmlns:a16="http://schemas.microsoft.com/office/drawing/2014/main" id="{497A0A5A-3D4D-3BE0-9BAE-9C61B7D83F27}"/>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5" name="Oval 15">
              <a:extLst>
                <a:ext uri="{FF2B5EF4-FFF2-40B4-BE49-F238E27FC236}">
                  <a16:creationId xmlns:a16="http://schemas.microsoft.com/office/drawing/2014/main" id="{2531CDAE-1C1E-9DBA-3B67-6F8DECA2C859}"/>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6" name="Straight Connector 125">
              <a:extLst>
                <a:ext uri="{FF2B5EF4-FFF2-40B4-BE49-F238E27FC236}">
                  <a16:creationId xmlns:a16="http://schemas.microsoft.com/office/drawing/2014/main" id="{06C8D23C-6C8E-6BA9-D487-6511094FBA7E}"/>
                </a:ext>
              </a:extLst>
            </p:cNvPr>
            <p:cNvCxnSpPr>
              <a:cxnSpLocks/>
              <a:stCxn id="125"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7" name="Straight Connector 126">
              <a:extLst>
                <a:ext uri="{FF2B5EF4-FFF2-40B4-BE49-F238E27FC236}">
                  <a16:creationId xmlns:a16="http://schemas.microsoft.com/office/drawing/2014/main" id="{47ADE16E-09CC-F8D0-6E85-FE60681FFFE6}"/>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55" name="Group 554">
            <a:extLst>
              <a:ext uri="{FF2B5EF4-FFF2-40B4-BE49-F238E27FC236}">
                <a16:creationId xmlns:a16="http://schemas.microsoft.com/office/drawing/2014/main" id="{8F8B0F54-6806-C4EA-8BA0-4C8AF72E690D}"/>
              </a:ext>
            </a:extLst>
          </p:cNvPr>
          <p:cNvGrpSpPr/>
          <p:nvPr/>
        </p:nvGrpSpPr>
        <p:grpSpPr>
          <a:xfrm>
            <a:off x="11355999" y="2974054"/>
            <a:ext cx="721206" cy="609701"/>
            <a:chOff x="10235764" y="3370808"/>
            <a:chExt cx="871904" cy="748695"/>
          </a:xfrm>
        </p:grpSpPr>
        <p:sp>
          <p:nvSpPr>
            <p:cNvPr id="556" name="Rectangle 555">
              <a:hlinkHover r:id="" action="ppaction://noaction" highlightClick="1"/>
              <a:extLst>
                <a:ext uri="{FF2B5EF4-FFF2-40B4-BE49-F238E27FC236}">
                  <a16:creationId xmlns:a16="http://schemas.microsoft.com/office/drawing/2014/main" id="{272FF4EE-C4DD-AF67-41F0-43A8949C2CF2}"/>
                </a:ext>
              </a:extLst>
            </p:cNvPr>
            <p:cNvSpPr/>
            <p:nvPr/>
          </p:nvSpPr>
          <p:spPr>
            <a:xfrm>
              <a:off x="10235764" y="337080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557" name="Oval 556">
              <a:extLst>
                <a:ext uri="{FF2B5EF4-FFF2-40B4-BE49-F238E27FC236}">
                  <a16:creationId xmlns:a16="http://schemas.microsoft.com/office/drawing/2014/main" id="{531AC5D9-EE6B-75FE-F778-A85E8C354DB9}"/>
                </a:ext>
              </a:extLst>
            </p:cNvPr>
            <p:cNvSpPr/>
            <p:nvPr/>
          </p:nvSpPr>
          <p:spPr>
            <a:xfrm>
              <a:off x="10933601" y="338217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8" name="Isosceles Triangle 648">
              <a:extLst>
                <a:ext uri="{FF2B5EF4-FFF2-40B4-BE49-F238E27FC236}">
                  <a16:creationId xmlns:a16="http://schemas.microsoft.com/office/drawing/2014/main" id="{5C9782ED-C75D-70E2-CC36-5DF8A9D6849F}"/>
                </a:ext>
              </a:extLst>
            </p:cNvPr>
            <p:cNvSpPr/>
            <p:nvPr/>
          </p:nvSpPr>
          <p:spPr>
            <a:xfrm>
              <a:off x="10970020" y="339876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75" name="Group 574">
            <a:extLst>
              <a:ext uri="{FF2B5EF4-FFF2-40B4-BE49-F238E27FC236}">
                <a16:creationId xmlns:a16="http://schemas.microsoft.com/office/drawing/2014/main" id="{D0CD7481-FD20-8C91-A469-EC2FF6344535}"/>
              </a:ext>
            </a:extLst>
          </p:cNvPr>
          <p:cNvGrpSpPr/>
          <p:nvPr/>
        </p:nvGrpSpPr>
        <p:grpSpPr>
          <a:xfrm>
            <a:off x="1268346" y="3698227"/>
            <a:ext cx="721893" cy="610374"/>
            <a:chOff x="324914" y="4191098"/>
            <a:chExt cx="872735" cy="749519"/>
          </a:xfrm>
        </p:grpSpPr>
        <p:sp>
          <p:nvSpPr>
            <p:cNvPr id="128" name="Rectangle 127">
              <a:extLst>
                <a:ext uri="{FF2B5EF4-FFF2-40B4-BE49-F238E27FC236}">
                  <a16:creationId xmlns:a16="http://schemas.microsoft.com/office/drawing/2014/main" id="{189B81CB-E65D-9D96-54CB-E0AD33FE2F4E}"/>
                </a:ext>
              </a:extLst>
            </p:cNvPr>
            <p:cNvSpPr/>
            <p:nvPr/>
          </p:nvSpPr>
          <p:spPr>
            <a:xfrm>
              <a:off x="32491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129" name="Right Triangle 128">
              <a:extLst>
                <a:ext uri="{FF2B5EF4-FFF2-40B4-BE49-F238E27FC236}">
                  <a16:creationId xmlns:a16="http://schemas.microsoft.com/office/drawing/2014/main" id="{71421BF1-8D8C-4372-225D-055969DFA61B}"/>
                </a:ext>
              </a:extLst>
            </p:cNvPr>
            <p:cNvSpPr/>
            <p:nvPr/>
          </p:nvSpPr>
          <p:spPr>
            <a:xfrm rot="10800000">
              <a:off x="1056136"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1" name="Group 130">
              <a:extLst>
                <a:ext uri="{FF2B5EF4-FFF2-40B4-BE49-F238E27FC236}">
                  <a16:creationId xmlns:a16="http://schemas.microsoft.com/office/drawing/2014/main" id="{A4B5184B-EA98-C7DC-5368-37FDA72E6B34}"/>
                </a:ext>
              </a:extLst>
            </p:cNvPr>
            <p:cNvGrpSpPr/>
            <p:nvPr/>
          </p:nvGrpSpPr>
          <p:grpSpPr>
            <a:xfrm>
              <a:off x="1136463" y="4198579"/>
              <a:ext cx="45719" cy="75385"/>
              <a:chOff x="3883481" y="2057400"/>
              <a:chExt cx="1608363" cy="2652031"/>
            </a:xfrm>
            <a:solidFill>
              <a:srgbClr val="A6A6A6"/>
            </a:solidFill>
          </p:grpSpPr>
          <p:sp>
            <p:nvSpPr>
              <p:cNvPr id="132" name="Oval 27">
                <a:extLst>
                  <a:ext uri="{FF2B5EF4-FFF2-40B4-BE49-F238E27FC236}">
                    <a16:creationId xmlns:a16="http://schemas.microsoft.com/office/drawing/2014/main" id="{CE03D953-DA53-C8A0-15A9-78064CA06FE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Oval 28">
                <a:extLst>
                  <a:ext uri="{FF2B5EF4-FFF2-40B4-BE49-F238E27FC236}">
                    <a16:creationId xmlns:a16="http://schemas.microsoft.com/office/drawing/2014/main" id="{EC2B5322-C7EC-A6E0-DE2C-6F38540C1DD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4" name="Group 133">
            <a:extLst>
              <a:ext uri="{FF2B5EF4-FFF2-40B4-BE49-F238E27FC236}">
                <a16:creationId xmlns:a16="http://schemas.microsoft.com/office/drawing/2014/main" id="{A9342EDF-7765-2257-E8E2-28B24B26017C}"/>
              </a:ext>
            </a:extLst>
          </p:cNvPr>
          <p:cNvGrpSpPr/>
          <p:nvPr/>
        </p:nvGrpSpPr>
        <p:grpSpPr>
          <a:xfrm>
            <a:off x="11360399" y="2241807"/>
            <a:ext cx="721206" cy="609701"/>
            <a:chOff x="7262509" y="2560818"/>
            <a:chExt cx="871904" cy="748695"/>
          </a:xfrm>
        </p:grpSpPr>
        <p:sp>
          <p:nvSpPr>
            <p:cNvPr id="135" name="Rectangle 134">
              <a:extLst>
                <a:ext uri="{FF2B5EF4-FFF2-40B4-BE49-F238E27FC236}">
                  <a16:creationId xmlns:a16="http://schemas.microsoft.com/office/drawing/2014/main" id="{6DC37861-A37F-B5B7-4769-853855CD1D79}"/>
                </a:ext>
              </a:extLst>
            </p:cNvPr>
            <p:cNvSpPr/>
            <p:nvPr/>
          </p:nvSpPr>
          <p:spPr>
            <a:xfrm>
              <a:off x="726250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36" name="Right Triangle 135">
              <a:extLst>
                <a:ext uri="{FF2B5EF4-FFF2-40B4-BE49-F238E27FC236}">
                  <a16:creationId xmlns:a16="http://schemas.microsoft.com/office/drawing/2014/main" id="{50C664C5-535C-1C9F-5490-6A25F46D5913}"/>
                </a:ext>
              </a:extLst>
            </p:cNvPr>
            <p:cNvSpPr/>
            <p:nvPr/>
          </p:nvSpPr>
          <p:spPr>
            <a:xfrm rot="10800000">
              <a:off x="7986364"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7" name="Group 136">
              <a:extLst>
                <a:ext uri="{FF2B5EF4-FFF2-40B4-BE49-F238E27FC236}">
                  <a16:creationId xmlns:a16="http://schemas.microsoft.com/office/drawing/2014/main" id="{E528F3E0-7272-F4F9-FDD7-52A4C45FD645}"/>
                </a:ext>
              </a:extLst>
            </p:cNvPr>
            <p:cNvGrpSpPr/>
            <p:nvPr/>
          </p:nvGrpSpPr>
          <p:grpSpPr>
            <a:xfrm>
              <a:off x="8066691" y="2574863"/>
              <a:ext cx="45719" cy="75385"/>
              <a:chOff x="3883481" y="2057400"/>
              <a:chExt cx="1608363" cy="2652031"/>
            </a:xfrm>
            <a:solidFill>
              <a:srgbClr val="A6A6A6"/>
            </a:solidFill>
          </p:grpSpPr>
          <p:sp>
            <p:nvSpPr>
              <p:cNvPr id="138" name="Oval 27">
                <a:extLst>
                  <a:ext uri="{FF2B5EF4-FFF2-40B4-BE49-F238E27FC236}">
                    <a16:creationId xmlns:a16="http://schemas.microsoft.com/office/drawing/2014/main" id="{EA31BB6B-DA0E-6750-3E4D-EA822271929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 name="Oval 28">
                <a:extLst>
                  <a:ext uri="{FF2B5EF4-FFF2-40B4-BE49-F238E27FC236}">
                    <a16:creationId xmlns:a16="http://schemas.microsoft.com/office/drawing/2014/main" id="{A637FCFD-1A4A-B959-3872-55E5B9DF056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0" name="Group 139">
            <a:extLst>
              <a:ext uri="{FF2B5EF4-FFF2-40B4-BE49-F238E27FC236}">
                <a16:creationId xmlns:a16="http://schemas.microsoft.com/office/drawing/2014/main" id="{E0274E02-588E-BE60-6B61-F7141B7797B1}"/>
              </a:ext>
            </a:extLst>
          </p:cNvPr>
          <p:cNvGrpSpPr/>
          <p:nvPr/>
        </p:nvGrpSpPr>
        <p:grpSpPr>
          <a:xfrm>
            <a:off x="5454167" y="2268701"/>
            <a:ext cx="721206" cy="609701"/>
            <a:chOff x="8253594" y="2560818"/>
            <a:chExt cx="871904" cy="748695"/>
          </a:xfrm>
        </p:grpSpPr>
        <p:sp>
          <p:nvSpPr>
            <p:cNvPr id="141" name="Rectangle 140">
              <a:extLst>
                <a:ext uri="{FF2B5EF4-FFF2-40B4-BE49-F238E27FC236}">
                  <a16:creationId xmlns:a16="http://schemas.microsoft.com/office/drawing/2014/main" id="{E82CF26F-EC10-5CF9-F9D5-20F6F41258E0}"/>
                </a:ext>
              </a:extLst>
            </p:cNvPr>
            <p:cNvSpPr/>
            <p:nvPr/>
          </p:nvSpPr>
          <p:spPr>
            <a:xfrm>
              <a:off x="825359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42" name="Right Triangle 141">
              <a:extLst>
                <a:ext uri="{FF2B5EF4-FFF2-40B4-BE49-F238E27FC236}">
                  <a16:creationId xmlns:a16="http://schemas.microsoft.com/office/drawing/2014/main" id="{E7BFACBB-3424-55E3-1697-03FE3DC3627A}"/>
                </a:ext>
              </a:extLst>
            </p:cNvPr>
            <p:cNvSpPr/>
            <p:nvPr/>
          </p:nvSpPr>
          <p:spPr>
            <a:xfrm rot="10800000">
              <a:off x="8976730" y="256777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3" name="Group 142">
              <a:extLst>
                <a:ext uri="{FF2B5EF4-FFF2-40B4-BE49-F238E27FC236}">
                  <a16:creationId xmlns:a16="http://schemas.microsoft.com/office/drawing/2014/main" id="{E7EA9C33-5D1E-45C9-12F2-8BD346E59155}"/>
                </a:ext>
              </a:extLst>
            </p:cNvPr>
            <p:cNvGrpSpPr/>
            <p:nvPr/>
          </p:nvGrpSpPr>
          <p:grpSpPr>
            <a:xfrm>
              <a:off x="9057057" y="2575256"/>
              <a:ext cx="45719" cy="75385"/>
              <a:chOff x="3883481" y="2057400"/>
              <a:chExt cx="1608363" cy="2652031"/>
            </a:xfrm>
            <a:solidFill>
              <a:srgbClr val="A6A6A6"/>
            </a:solidFill>
          </p:grpSpPr>
          <p:sp>
            <p:nvSpPr>
              <p:cNvPr id="144" name="Oval 27">
                <a:extLst>
                  <a:ext uri="{FF2B5EF4-FFF2-40B4-BE49-F238E27FC236}">
                    <a16:creationId xmlns:a16="http://schemas.microsoft.com/office/drawing/2014/main" id="{A7DB54E0-4667-5D68-F3A7-882DD6FC4AE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 name="Oval 28">
                <a:extLst>
                  <a:ext uri="{FF2B5EF4-FFF2-40B4-BE49-F238E27FC236}">
                    <a16:creationId xmlns:a16="http://schemas.microsoft.com/office/drawing/2014/main" id="{136DCF41-D00D-2C77-CFE8-8661D0245E9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6" name="Group 145">
            <a:extLst>
              <a:ext uri="{FF2B5EF4-FFF2-40B4-BE49-F238E27FC236}">
                <a16:creationId xmlns:a16="http://schemas.microsoft.com/office/drawing/2014/main" id="{0FFB69DD-423E-B962-E8C5-FB7C5D22B1E1}"/>
              </a:ext>
            </a:extLst>
          </p:cNvPr>
          <p:cNvGrpSpPr/>
          <p:nvPr/>
        </p:nvGrpSpPr>
        <p:grpSpPr>
          <a:xfrm>
            <a:off x="2928083" y="5128486"/>
            <a:ext cx="724144" cy="609701"/>
            <a:chOff x="6271424" y="3370808"/>
            <a:chExt cx="875460" cy="748695"/>
          </a:xfrm>
        </p:grpSpPr>
        <p:sp>
          <p:nvSpPr>
            <p:cNvPr id="147" name="Rectangle 146">
              <a:extLst>
                <a:ext uri="{FF2B5EF4-FFF2-40B4-BE49-F238E27FC236}">
                  <a16:creationId xmlns:a16="http://schemas.microsoft.com/office/drawing/2014/main" id="{CFD07196-188B-2E55-05C2-E4057A324C0F}"/>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48" name="Right Triangle 147">
              <a:extLst>
                <a:ext uri="{FF2B5EF4-FFF2-40B4-BE49-F238E27FC236}">
                  <a16:creationId xmlns:a16="http://schemas.microsoft.com/office/drawing/2014/main" id="{F44817A1-50FB-E962-02F8-C337C8B63981}"/>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9" name="Group 148">
              <a:extLst>
                <a:ext uri="{FF2B5EF4-FFF2-40B4-BE49-F238E27FC236}">
                  <a16:creationId xmlns:a16="http://schemas.microsoft.com/office/drawing/2014/main" id="{1D1621FB-9AF8-8ED0-3314-093AC98DB31A}"/>
                </a:ext>
              </a:extLst>
            </p:cNvPr>
            <p:cNvGrpSpPr/>
            <p:nvPr/>
          </p:nvGrpSpPr>
          <p:grpSpPr>
            <a:xfrm>
              <a:off x="7085694" y="3381257"/>
              <a:ext cx="45719" cy="75385"/>
              <a:chOff x="3883481" y="2057400"/>
              <a:chExt cx="1608363" cy="2652031"/>
            </a:xfrm>
            <a:solidFill>
              <a:srgbClr val="A6A6A6"/>
            </a:solidFill>
          </p:grpSpPr>
          <p:sp>
            <p:nvSpPr>
              <p:cNvPr id="150" name="Oval 27">
                <a:extLst>
                  <a:ext uri="{FF2B5EF4-FFF2-40B4-BE49-F238E27FC236}">
                    <a16:creationId xmlns:a16="http://schemas.microsoft.com/office/drawing/2014/main" id="{C371536A-1E7E-35ED-625A-D7B5EFEE33A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Oval 28">
                <a:extLst>
                  <a:ext uri="{FF2B5EF4-FFF2-40B4-BE49-F238E27FC236}">
                    <a16:creationId xmlns:a16="http://schemas.microsoft.com/office/drawing/2014/main" id="{BDB9994B-B840-059E-EE44-85E309B5A81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2" name="Group 151">
            <a:extLst>
              <a:ext uri="{FF2B5EF4-FFF2-40B4-BE49-F238E27FC236}">
                <a16:creationId xmlns:a16="http://schemas.microsoft.com/office/drawing/2014/main" id="{5CD5E48F-9C1A-BDFD-55F4-0944CEF056ED}"/>
              </a:ext>
            </a:extLst>
          </p:cNvPr>
          <p:cNvGrpSpPr/>
          <p:nvPr/>
        </p:nvGrpSpPr>
        <p:grpSpPr>
          <a:xfrm>
            <a:off x="2102909" y="811556"/>
            <a:ext cx="721206" cy="609701"/>
            <a:chOff x="2307084" y="909114"/>
            <a:chExt cx="871904" cy="748695"/>
          </a:xfrm>
        </p:grpSpPr>
        <p:sp>
          <p:nvSpPr>
            <p:cNvPr id="153" name="Rectangle 152">
              <a:extLst>
                <a:ext uri="{FF2B5EF4-FFF2-40B4-BE49-F238E27FC236}">
                  <a16:creationId xmlns:a16="http://schemas.microsoft.com/office/drawing/2014/main" id="{9EB61985-1484-2ECF-7C32-D2A2B6CD2DF4}"/>
                </a:ext>
              </a:extLst>
            </p:cNvPr>
            <p:cNvSpPr/>
            <p:nvPr/>
          </p:nvSpPr>
          <p:spPr>
            <a:xfrm>
              <a:off x="230708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54" name="Rectangle 153">
              <a:extLst>
                <a:ext uri="{FF2B5EF4-FFF2-40B4-BE49-F238E27FC236}">
                  <a16:creationId xmlns:a16="http://schemas.microsoft.com/office/drawing/2014/main" id="{6E63A784-7197-89E7-4780-529CDC8C7696}"/>
                </a:ext>
              </a:extLst>
            </p:cNvPr>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 name="Oval 15">
              <a:extLst>
                <a:ext uri="{FF2B5EF4-FFF2-40B4-BE49-F238E27FC236}">
                  <a16:creationId xmlns:a16="http://schemas.microsoft.com/office/drawing/2014/main" id="{6E737615-3D8B-5755-9E11-008526E42A41}"/>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6" name="Straight Connector 155">
              <a:extLst>
                <a:ext uri="{FF2B5EF4-FFF2-40B4-BE49-F238E27FC236}">
                  <a16:creationId xmlns:a16="http://schemas.microsoft.com/office/drawing/2014/main" id="{66E948C6-A0D0-6446-8203-21C70F50B01F}"/>
                </a:ext>
              </a:extLst>
            </p:cNvPr>
            <p:cNvCxnSpPr>
              <a:cxnSpLocks/>
              <a:stCxn id="155"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7" name="Straight Connector 156">
              <a:extLst>
                <a:ext uri="{FF2B5EF4-FFF2-40B4-BE49-F238E27FC236}">
                  <a16:creationId xmlns:a16="http://schemas.microsoft.com/office/drawing/2014/main" id="{BC96A337-11BA-7A5C-EB8F-27BEFA1101AF}"/>
                </a:ext>
              </a:extLst>
            </p:cNvPr>
            <p:cNvCxnSpPr>
              <a:cxnSpLocks/>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8" name="Group 157">
            <a:extLst>
              <a:ext uri="{FF2B5EF4-FFF2-40B4-BE49-F238E27FC236}">
                <a16:creationId xmlns:a16="http://schemas.microsoft.com/office/drawing/2014/main" id="{414F1864-A89F-BBAB-1853-3B354FC5BE6D}"/>
              </a:ext>
            </a:extLst>
          </p:cNvPr>
          <p:cNvGrpSpPr/>
          <p:nvPr/>
        </p:nvGrpSpPr>
        <p:grpSpPr>
          <a:xfrm>
            <a:off x="5451974" y="3707588"/>
            <a:ext cx="721206" cy="609701"/>
            <a:chOff x="11335787" y="4191133"/>
            <a:chExt cx="710037" cy="609701"/>
          </a:xfrm>
        </p:grpSpPr>
        <p:sp>
          <p:nvSpPr>
            <p:cNvPr id="159" name="Rectangle 158">
              <a:hlinkHover r:id="" action="ppaction://noaction" highlightClick="1"/>
              <a:extLst>
                <a:ext uri="{FF2B5EF4-FFF2-40B4-BE49-F238E27FC236}">
                  <a16:creationId xmlns:a16="http://schemas.microsoft.com/office/drawing/2014/main" id="{D4630E70-D5BA-A79D-DCEA-3192E82BA4A4}"/>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0" name="Oval 159">
              <a:extLst>
                <a:ext uri="{FF2B5EF4-FFF2-40B4-BE49-F238E27FC236}">
                  <a16:creationId xmlns:a16="http://schemas.microsoft.com/office/drawing/2014/main" id="{AEB34711-C128-DAB9-92CF-DF67D9F91B51}"/>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Isosceles Triangle 648">
              <a:extLst>
                <a:ext uri="{FF2B5EF4-FFF2-40B4-BE49-F238E27FC236}">
                  <a16:creationId xmlns:a16="http://schemas.microsoft.com/office/drawing/2014/main" id="{A63CE4E3-A262-EEA7-DF71-3C3D6FBBFEA2}"/>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2" name="Group 161">
            <a:extLst>
              <a:ext uri="{FF2B5EF4-FFF2-40B4-BE49-F238E27FC236}">
                <a16:creationId xmlns:a16="http://schemas.microsoft.com/office/drawing/2014/main" id="{61581823-F875-E236-AFB6-5A79485533E5}"/>
              </a:ext>
            </a:extLst>
          </p:cNvPr>
          <p:cNvGrpSpPr/>
          <p:nvPr/>
        </p:nvGrpSpPr>
        <p:grpSpPr>
          <a:xfrm>
            <a:off x="10506599" y="811556"/>
            <a:ext cx="721206" cy="609701"/>
            <a:chOff x="11226844" y="909114"/>
            <a:chExt cx="871904" cy="748695"/>
          </a:xfrm>
        </p:grpSpPr>
        <p:sp>
          <p:nvSpPr>
            <p:cNvPr id="163" name="Rectangle 162">
              <a:extLst>
                <a:ext uri="{FF2B5EF4-FFF2-40B4-BE49-F238E27FC236}">
                  <a16:creationId xmlns:a16="http://schemas.microsoft.com/office/drawing/2014/main" id="{673D7B56-A05B-7E96-2087-16F9CD91056C}"/>
                </a:ext>
              </a:extLst>
            </p:cNvPr>
            <p:cNvSpPr/>
            <p:nvPr/>
          </p:nvSpPr>
          <p:spPr>
            <a:xfrm>
              <a:off x="1122684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4" name="Rectangle 163">
              <a:extLst>
                <a:ext uri="{FF2B5EF4-FFF2-40B4-BE49-F238E27FC236}">
                  <a16:creationId xmlns:a16="http://schemas.microsoft.com/office/drawing/2014/main" id="{9BA5A978-0ABD-4CBF-AAF3-E8A9C2D64C7A}"/>
                </a:ext>
              </a:extLst>
            </p:cNvPr>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5" name="Oval 15">
              <a:extLst>
                <a:ext uri="{FF2B5EF4-FFF2-40B4-BE49-F238E27FC236}">
                  <a16:creationId xmlns:a16="http://schemas.microsoft.com/office/drawing/2014/main" id="{C27B599B-EF9A-DF13-CFD3-44FA34E9056F}"/>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6" name="Straight Connector 165">
              <a:extLst>
                <a:ext uri="{FF2B5EF4-FFF2-40B4-BE49-F238E27FC236}">
                  <a16:creationId xmlns:a16="http://schemas.microsoft.com/office/drawing/2014/main" id="{6D74C7D0-C6DB-2D95-4702-760D66C33B06}"/>
                </a:ext>
              </a:extLst>
            </p:cNvPr>
            <p:cNvCxnSpPr>
              <a:cxnSpLocks/>
              <a:stCxn id="165"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7" name="Straight Connector 166">
              <a:extLst>
                <a:ext uri="{FF2B5EF4-FFF2-40B4-BE49-F238E27FC236}">
                  <a16:creationId xmlns:a16="http://schemas.microsoft.com/office/drawing/2014/main" id="{3560B394-7861-E3FA-8C05-5275C7298C39}"/>
                </a:ext>
              </a:extLst>
            </p:cNvPr>
            <p:cNvCxnSpPr>
              <a:cxnSpLocks/>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8" name="Group 167">
            <a:extLst>
              <a:ext uri="{FF2B5EF4-FFF2-40B4-BE49-F238E27FC236}">
                <a16:creationId xmlns:a16="http://schemas.microsoft.com/office/drawing/2014/main" id="{A32C42AF-8D38-C857-21C1-3B7FF0C083C9}"/>
              </a:ext>
            </a:extLst>
          </p:cNvPr>
          <p:cNvGrpSpPr/>
          <p:nvPr/>
        </p:nvGrpSpPr>
        <p:grpSpPr>
          <a:xfrm>
            <a:off x="7113073" y="809264"/>
            <a:ext cx="721206" cy="609701"/>
            <a:chOff x="4289253" y="909114"/>
            <a:chExt cx="871904" cy="748695"/>
          </a:xfrm>
        </p:grpSpPr>
        <p:sp>
          <p:nvSpPr>
            <p:cNvPr id="169" name="Rectangle 168">
              <a:extLst>
                <a:ext uri="{FF2B5EF4-FFF2-40B4-BE49-F238E27FC236}">
                  <a16:creationId xmlns:a16="http://schemas.microsoft.com/office/drawing/2014/main" id="{69E857A2-4FA0-5F38-9C8A-777721E346C5}"/>
                </a:ext>
              </a:extLst>
            </p:cNvPr>
            <p:cNvSpPr/>
            <p:nvPr/>
          </p:nvSpPr>
          <p:spPr>
            <a:xfrm>
              <a:off x="4289253"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70" name="Rectangle 169">
              <a:extLst>
                <a:ext uri="{FF2B5EF4-FFF2-40B4-BE49-F238E27FC236}">
                  <a16:creationId xmlns:a16="http://schemas.microsoft.com/office/drawing/2014/main" id="{40ED8F08-7466-8CBE-B0A9-669964492C49}"/>
                </a:ext>
              </a:extLst>
            </p:cNvPr>
            <p:cNvSpPr/>
            <p:nvPr/>
          </p:nvSpPr>
          <p:spPr>
            <a:xfrm flipV="1">
              <a:off x="5036004" y="916254"/>
              <a:ext cx="121127"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1" name="Oval 15">
              <a:extLst>
                <a:ext uri="{FF2B5EF4-FFF2-40B4-BE49-F238E27FC236}">
                  <a16:creationId xmlns:a16="http://schemas.microsoft.com/office/drawing/2014/main" id="{FF590744-DA8B-2E1E-26D4-01A89A487B02}"/>
                </a:ext>
              </a:extLst>
            </p:cNvPr>
            <p:cNvSpPr/>
            <p:nvPr/>
          </p:nvSpPr>
          <p:spPr>
            <a:xfrm>
              <a:off x="5069116"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2" name="Straight Connector 171">
              <a:extLst>
                <a:ext uri="{FF2B5EF4-FFF2-40B4-BE49-F238E27FC236}">
                  <a16:creationId xmlns:a16="http://schemas.microsoft.com/office/drawing/2014/main" id="{F82BDF0B-576B-3E35-CC0B-6DB1BE4AD92A}"/>
                </a:ext>
              </a:extLst>
            </p:cNvPr>
            <p:cNvCxnSpPr>
              <a:cxnSpLocks/>
              <a:stCxn id="171" idx="0"/>
            </p:cNvCxnSpPr>
            <p:nvPr/>
          </p:nvCxnSpPr>
          <p:spPr>
            <a:xfrm flipV="1">
              <a:off x="5076002"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3" name="Straight Connector 172">
              <a:extLst>
                <a:ext uri="{FF2B5EF4-FFF2-40B4-BE49-F238E27FC236}">
                  <a16:creationId xmlns:a16="http://schemas.microsoft.com/office/drawing/2014/main" id="{A3FF39DD-8C52-5013-1072-CD6D28EBF1A3}"/>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4" name="Group 173">
            <a:extLst>
              <a:ext uri="{FF2B5EF4-FFF2-40B4-BE49-F238E27FC236}">
                <a16:creationId xmlns:a16="http://schemas.microsoft.com/office/drawing/2014/main" id="{D2A1A4CD-A479-85E4-7E46-1FA2560419BC}"/>
              </a:ext>
            </a:extLst>
          </p:cNvPr>
          <p:cNvGrpSpPr/>
          <p:nvPr/>
        </p:nvGrpSpPr>
        <p:grpSpPr>
          <a:xfrm>
            <a:off x="10504032" y="2975151"/>
            <a:ext cx="721206" cy="609701"/>
            <a:chOff x="11226844" y="3371220"/>
            <a:chExt cx="871904" cy="748695"/>
          </a:xfrm>
        </p:grpSpPr>
        <p:sp>
          <p:nvSpPr>
            <p:cNvPr id="175" name="Rectangle 174">
              <a:extLst>
                <a:ext uri="{FF2B5EF4-FFF2-40B4-BE49-F238E27FC236}">
                  <a16:creationId xmlns:a16="http://schemas.microsoft.com/office/drawing/2014/main" id="{D1E10346-A856-11DB-283C-B6FCC56123A7}"/>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solidFill>
                  <a:latin typeface="Century Gothic" panose="020B0502020202020204" pitchFamily="34" charset="0"/>
                </a:rPr>
                <a:t>Microsoft Entra Agent Identities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76" name="Rectangle 175">
              <a:extLst>
                <a:ext uri="{FF2B5EF4-FFF2-40B4-BE49-F238E27FC236}">
                  <a16:creationId xmlns:a16="http://schemas.microsoft.com/office/drawing/2014/main" id="{C347C1BF-B5A4-581F-10E0-321376C5D37B}"/>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 name="Oval 15">
              <a:extLst>
                <a:ext uri="{FF2B5EF4-FFF2-40B4-BE49-F238E27FC236}">
                  <a16:creationId xmlns:a16="http://schemas.microsoft.com/office/drawing/2014/main" id="{23240858-C934-82B7-413B-00D426EBEB0A}"/>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8" name="Straight Connector 177">
              <a:extLst>
                <a:ext uri="{FF2B5EF4-FFF2-40B4-BE49-F238E27FC236}">
                  <a16:creationId xmlns:a16="http://schemas.microsoft.com/office/drawing/2014/main" id="{7AE5EEBA-A785-23B9-3316-E70EA7889800}"/>
                </a:ext>
              </a:extLst>
            </p:cNvPr>
            <p:cNvCxnSpPr>
              <a:cxnSpLocks/>
              <a:stCxn id="177"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9" name="Straight Connector 178">
              <a:extLst>
                <a:ext uri="{FF2B5EF4-FFF2-40B4-BE49-F238E27FC236}">
                  <a16:creationId xmlns:a16="http://schemas.microsoft.com/office/drawing/2014/main" id="{E5AADD00-F886-A492-A7A5-4F9C24871315}"/>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0" name="Group 179">
            <a:extLst>
              <a:ext uri="{FF2B5EF4-FFF2-40B4-BE49-F238E27FC236}">
                <a16:creationId xmlns:a16="http://schemas.microsoft.com/office/drawing/2014/main" id="{1D6765F3-ED4C-9422-69BC-9224D2F0DD09}"/>
              </a:ext>
            </a:extLst>
          </p:cNvPr>
          <p:cNvGrpSpPr/>
          <p:nvPr/>
        </p:nvGrpSpPr>
        <p:grpSpPr>
          <a:xfrm>
            <a:off x="10518347" y="1536011"/>
            <a:ext cx="721206" cy="609701"/>
            <a:chOff x="11226844" y="88412"/>
            <a:chExt cx="871904" cy="748695"/>
          </a:xfrm>
        </p:grpSpPr>
        <p:sp>
          <p:nvSpPr>
            <p:cNvPr id="181" name="Rectangle 180">
              <a:hlinkHover r:id="" action="ppaction://noaction" highlightClick="1"/>
              <a:extLst>
                <a:ext uri="{FF2B5EF4-FFF2-40B4-BE49-F238E27FC236}">
                  <a16:creationId xmlns:a16="http://schemas.microsoft.com/office/drawing/2014/main" id="{790514A8-E08B-0742-DE09-B68CFD20AEE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AI Services</a:t>
              </a:r>
            </a:p>
          </p:txBody>
        </p:sp>
        <p:sp>
          <p:nvSpPr>
            <p:cNvPr id="182" name="Oval 181">
              <a:extLst>
                <a:ext uri="{FF2B5EF4-FFF2-40B4-BE49-F238E27FC236}">
                  <a16:creationId xmlns:a16="http://schemas.microsoft.com/office/drawing/2014/main" id="{BDB0D10C-D7CD-D2EF-4205-C54AAC74B229}"/>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Isosceles Triangle 648">
              <a:extLst>
                <a:ext uri="{FF2B5EF4-FFF2-40B4-BE49-F238E27FC236}">
                  <a16:creationId xmlns:a16="http://schemas.microsoft.com/office/drawing/2014/main" id="{9AB0240B-739B-140E-B244-0657DD7B2407}"/>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0" name="Group 189">
            <a:extLst>
              <a:ext uri="{FF2B5EF4-FFF2-40B4-BE49-F238E27FC236}">
                <a16:creationId xmlns:a16="http://schemas.microsoft.com/office/drawing/2014/main" id="{1CD8C3C7-483B-9808-9AA0-2FA1BB54A39B}"/>
              </a:ext>
            </a:extLst>
          </p:cNvPr>
          <p:cNvGrpSpPr/>
          <p:nvPr/>
        </p:nvGrpSpPr>
        <p:grpSpPr>
          <a:xfrm>
            <a:off x="11352864" y="5143204"/>
            <a:ext cx="721206" cy="609701"/>
            <a:chOff x="9244679" y="3370808"/>
            <a:chExt cx="871904" cy="748695"/>
          </a:xfrm>
        </p:grpSpPr>
        <p:sp>
          <p:nvSpPr>
            <p:cNvPr id="191" name="Rectangle 190">
              <a:extLst>
                <a:ext uri="{FF2B5EF4-FFF2-40B4-BE49-F238E27FC236}">
                  <a16:creationId xmlns:a16="http://schemas.microsoft.com/office/drawing/2014/main" id="{48B8A33B-5F7B-9F7D-B5BB-91A784A5B1D0}"/>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576" name="Rectangle 575">
              <a:extLst>
                <a:ext uri="{FF2B5EF4-FFF2-40B4-BE49-F238E27FC236}">
                  <a16:creationId xmlns:a16="http://schemas.microsoft.com/office/drawing/2014/main" id="{153B35AA-B358-E76D-8DF0-5E5DF59C551C}"/>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7" name="Oval 15">
              <a:extLst>
                <a:ext uri="{FF2B5EF4-FFF2-40B4-BE49-F238E27FC236}">
                  <a16:creationId xmlns:a16="http://schemas.microsoft.com/office/drawing/2014/main" id="{E33760BC-A923-E72E-80F8-E38508A9B8CA}"/>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78" name="Straight Connector 577">
              <a:extLst>
                <a:ext uri="{FF2B5EF4-FFF2-40B4-BE49-F238E27FC236}">
                  <a16:creationId xmlns:a16="http://schemas.microsoft.com/office/drawing/2014/main" id="{8DC876FA-A6B5-F247-9952-C4338C6D9C89}"/>
                </a:ext>
              </a:extLst>
            </p:cNvPr>
            <p:cNvCxnSpPr>
              <a:cxnSpLocks/>
              <a:stCxn id="577"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79" name="Straight Connector 578">
              <a:extLst>
                <a:ext uri="{FF2B5EF4-FFF2-40B4-BE49-F238E27FC236}">
                  <a16:creationId xmlns:a16="http://schemas.microsoft.com/office/drawing/2014/main" id="{E6FFBBEC-C005-922A-A389-2BCA5658B184}"/>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80" name="Group 579">
            <a:extLst>
              <a:ext uri="{FF2B5EF4-FFF2-40B4-BE49-F238E27FC236}">
                <a16:creationId xmlns:a16="http://schemas.microsoft.com/office/drawing/2014/main" id="{84BBE576-0A1A-F9B1-DED6-19B84D260711}"/>
              </a:ext>
            </a:extLst>
          </p:cNvPr>
          <p:cNvGrpSpPr/>
          <p:nvPr/>
        </p:nvGrpSpPr>
        <p:grpSpPr>
          <a:xfrm>
            <a:off x="7114819" y="2256881"/>
            <a:ext cx="721206" cy="609701"/>
            <a:chOff x="9244679" y="3370808"/>
            <a:chExt cx="871904" cy="748695"/>
          </a:xfrm>
        </p:grpSpPr>
        <p:sp>
          <p:nvSpPr>
            <p:cNvPr id="581" name="Rectangle 580">
              <a:extLst>
                <a:ext uri="{FF2B5EF4-FFF2-40B4-BE49-F238E27FC236}">
                  <a16:creationId xmlns:a16="http://schemas.microsoft.com/office/drawing/2014/main" id="{8360C51A-8A5D-978F-447C-DB93D395D319}"/>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582" name="Rectangle 581">
              <a:extLst>
                <a:ext uri="{FF2B5EF4-FFF2-40B4-BE49-F238E27FC236}">
                  <a16:creationId xmlns:a16="http://schemas.microsoft.com/office/drawing/2014/main" id="{525C00D1-F037-D210-1B73-26736E683280}"/>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3" name="Oval 15">
              <a:extLst>
                <a:ext uri="{FF2B5EF4-FFF2-40B4-BE49-F238E27FC236}">
                  <a16:creationId xmlns:a16="http://schemas.microsoft.com/office/drawing/2014/main" id="{61668BBA-836D-E011-ADE3-C42C21C57115}"/>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84" name="Straight Connector 583">
              <a:extLst>
                <a:ext uri="{FF2B5EF4-FFF2-40B4-BE49-F238E27FC236}">
                  <a16:creationId xmlns:a16="http://schemas.microsoft.com/office/drawing/2014/main" id="{04D80A2F-B4B7-27DE-417F-C21E81B2545F}"/>
                </a:ext>
              </a:extLst>
            </p:cNvPr>
            <p:cNvCxnSpPr>
              <a:cxnSpLocks/>
              <a:stCxn id="583"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85" name="Straight Connector 584">
              <a:extLst>
                <a:ext uri="{FF2B5EF4-FFF2-40B4-BE49-F238E27FC236}">
                  <a16:creationId xmlns:a16="http://schemas.microsoft.com/office/drawing/2014/main" id="{EA41621C-373F-07F2-5E37-970BD8C3C058}"/>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pic>
        <p:nvPicPr>
          <p:cNvPr id="2" name="Picture 1">
            <a:hlinkClick r:id="rId9" action="ppaction://hlinksldjump"/>
            <a:extLst>
              <a:ext uri="{FF2B5EF4-FFF2-40B4-BE49-F238E27FC236}">
                <a16:creationId xmlns:a16="http://schemas.microsoft.com/office/drawing/2014/main" id="{9F0F3F9E-BF93-2615-A82C-8CFE2A5A8DDA}"/>
              </a:ext>
            </a:extLst>
          </p:cNvPr>
          <p:cNvPicPr>
            <a:picLocks noChangeAspect="1"/>
          </p:cNvPicPr>
          <p:nvPr/>
        </p:nvPicPr>
        <p:blipFill>
          <a:blip r:embed="rId10"/>
          <a:stretch>
            <a:fillRect/>
          </a:stretch>
        </p:blipFill>
        <p:spPr>
          <a:xfrm>
            <a:off x="0" y="0"/>
            <a:ext cx="211626" cy="6858000"/>
          </a:xfrm>
          <a:prstGeom prst="rect">
            <a:avLst/>
          </a:prstGeom>
        </p:spPr>
      </p:pic>
      <p:grpSp>
        <p:nvGrpSpPr>
          <p:cNvPr id="3" name="Group 2">
            <a:extLst>
              <a:ext uri="{FF2B5EF4-FFF2-40B4-BE49-F238E27FC236}">
                <a16:creationId xmlns:a16="http://schemas.microsoft.com/office/drawing/2014/main" id="{C3B28D7D-5309-A413-0AE0-7B98F9BAC23D}"/>
              </a:ext>
            </a:extLst>
          </p:cNvPr>
          <p:cNvGrpSpPr/>
          <p:nvPr/>
        </p:nvGrpSpPr>
        <p:grpSpPr>
          <a:xfrm>
            <a:off x="9658105" y="2978440"/>
            <a:ext cx="721206" cy="609701"/>
            <a:chOff x="10243575" y="88412"/>
            <a:chExt cx="871904" cy="748695"/>
          </a:xfrm>
        </p:grpSpPr>
        <p:sp>
          <p:nvSpPr>
            <p:cNvPr id="4" name="Rectangle 3">
              <a:hlinkHover r:id="" action="ppaction://noaction" highlightClick="1"/>
              <a:extLst>
                <a:ext uri="{FF2B5EF4-FFF2-40B4-BE49-F238E27FC236}">
                  <a16:creationId xmlns:a16="http://schemas.microsoft.com/office/drawing/2014/main" id="{A61BEC18-0B79-E005-5EB8-C4D6C54CD5B8}"/>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5" name="Diamond 4">
              <a:extLst>
                <a:ext uri="{FF2B5EF4-FFF2-40B4-BE49-F238E27FC236}">
                  <a16:creationId xmlns:a16="http://schemas.microsoft.com/office/drawing/2014/main" id="{CC0F8DFE-7ED4-7EC8-69E9-DB6808659D3E}"/>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A680C9E1-BFCA-EAE9-FF81-6D4AF65E8424}"/>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8318463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0352" y="55367"/>
            <a:ext cx="5917247"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Windows 11 Deployed</a:t>
            </a:r>
          </a:p>
        </p:txBody>
      </p:sp>
      <p:sp>
        <p:nvSpPr>
          <p:cNvPr id="57" name="Rectangle 56">
            <a:hlinkHover r:id="" action="ppaction://noaction" highlightClick="1"/>
            <a:extLst>
              <a:ext uri="{FF2B5EF4-FFF2-40B4-BE49-F238E27FC236}">
                <a16:creationId xmlns:a16="http://schemas.microsoft.com/office/drawing/2014/main" id="{1D112C13-7F3B-4CF5-89C6-5C278C07FAE0}"/>
              </a:ext>
            </a:extLst>
          </p:cNvPr>
          <p:cNvSpPr/>
          <p:nvPr/>
        </p:nvSpPr>
        <p:spPr>
          <a:xfrm>
            <a:off x="4010317" y="535773"/>
            <a:ext cx="4516807" cy="183565"/>
          </a:xfrm>
          <a:prstGeom prst="rect">
            <a:avLst/>
          </a:prstGeom>
          <a:solidFill>
            <a:srgbClr val="FFFFCC">
              <a:alpha val="14000"/>
            </a:srgbClr>
          </a:solidFill>
          <a:ln w="44450">
            <a:solidFill>
              <a:schemeClr val="accent1">
                <a:alpha val="10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*Other Operating Systems Supported, not just Windows 11</a:t>
            </a:r>
            <a:endParaRPr kumimoji="0" lang="en-GB" sz="10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8" name="Rectangle 17">
            <a:hlinkClick r:id="rId3" action="ppaction://hlinksldjump"/>
            <a:hlinkHover r:id="rId3" action="ppaction://hlinksldjump"/>
            <a:extLst>
              <a:ext uri="{FF2B5EF4-FFF2-40B4-BE49-F238E27FC236}">
                <a16:creationId xmlns:a16="http://schemas.microsoft.com/office/drawing/2014/main" id="{B62EAA93-F92F-4560-A34F-CF241A917E77}"/>
              </a:ext>
            </a:extLst>
          </p:cNvPr>
          <p:cNvSpPr/>
          <p:nvPr/>
        </p:nvSpPr>
        <p:spPr>
          <a:xfrm>
            <a:off x="10253191" y="5851981"/>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Dependency Overview</a:t>
            </a:r>
          </a:p>
        </p:txBody>
      </p:sp>
      <p:sp>
        <p:nvSpPr>
          <p:cNvPr id="27" name="Rectangle 26">
            <a:hlinkClick r:id="rId4" action="ppaction://hlinksldjump"/>
            <a:hlinkHover r:id="rId4" action="ppaction://hlinksldjump"/>
            <a:extLst>
              <a:ext uri="{FF2B5EF4-FFF2-40B4-BE49-F238E27FC236}">
                <a16:creationId xmlns:a16="http://schemas.microsoft.com/office/drawing/2014/main" id="{68B936F2-6FCF-4915-AA52-F31AA817C7E3}"/>
              </a:ext>
            </a:extLst>
          </p:cNvPr>
          <p:cNvSpPr/>
          <p:nvPr/>
        </p:nvSpPr>
        <p:spPr>
          <a:xfrm>
            <a:off x="4276486" y="5851983"/>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in Office 365</a:t>
            </a:r>
          </a:p>
        </p:txBody>
      </p:sp>
      <p:sp>
        <p:nvSpPr>
          <p:cNvPr id="28" name="Rectangle 27">
            <a:hlinkClick r:id="rId5" action="ppaction://hlinksldjump"/>
            <a:hlinkHover r:id="rId5" action="ppaction://hlinksldjump"/>
            <a:extLst>
              <a:ext uri="{FF2B5EF4-FFF2-40B4-BE49-F238E27FC236}">
                <a16:creationId xmlns:a16="http://schemas.microsoft.com/office/drawing/2014/main" id="{C858F02E-3DAA-4162-9B12-70CCFA96DF15}"/>
              </a:ext>
            </a:extLst>
          </p:cNvPr>
          <p:cNvSpPr/>
          <p:nvPr/>
        </p:nvSpPr>
        <p:spPr>
          <a:xfrm>
            <a:off x="2284251" y="5851982"/>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Hybrid Identity</a:t>
            </a:r>
          </a:p>
        </p:txBody>
      </p:sp>
      <p:sp>
        <p:nvSpPr>
          <p:cNvPr id="29" name="Rectangle 28">
            <a:hlinkClick r:id="rId6" action="ppaction://hlinksldjump"/>
            <a:hlinkHover r:id="rId6" action="ppaction://hlinksldjump"/>
            <a:extLst>
              <a:ext uri="{FF2B5EF4-FFF2-40B4-BE49-F238E27FC236}">
                <a16:creationId xmlns:a16="http://schemas.microsoft.com/office/drawing/2014/main" id="{C02D3815-3553-4C94-A56A-35CC84F76DB2}"/>
              </a:ext>
            </a:extLst>
          </p:cNvPr>
          <p:cNvSpPr/>
          <p:nvPr/>
        </p:nvSpPr>
        <p:spPr>
          <a:xfrm>
            <a:off x="292016" y="5851982"/>
            <a:ext cx="1866237"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11 Deployed</a:t>
            </a:r>
          </a:p>
        </p:txBody>
      </p:sp>
      <p:sp>
        <p:nvSpPr>
          <p:cNvPr id="30" name="Rectangle 29">
            <a:hlinkClick r:id="rId7" action="ppaction://hlinksldjump"/>
            <a:hlinkHover r:id="rId7" action="ppaction://hlinksldjump"/>
            <a:extLst>
              <a:ext uri="{FF2B5EF4-FFF2-40B4-BE49-F238E27FC236}">
                <a16:creationId xmlns:a16="http://schemas.microsoft.com/office/drawing/2014/main" id="{FCCDCE01-5DC9-4B3D-B5B2-43A5103F3340}"/>
              </a:ext>
            </a:extLst>
          </p:cNvPr>
          <p:cNvSpPr/>
          <p:nvPr/>
        </p:nvSpPr>
        <p:spPr>
          <a:xfrm>
            <a:off x="8260956" y="5848104"/>
            <a:ext cx="1866237" cy="86838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a:t>
            </a:r>
          </a:p>
        </p:txBody>
      </p:sp>
      <p:sp>
        <p:nvSpPr>
          <p:cNvPr id="31" name="Rectangle 30">
            <a:hlinkClick r:id="rId8" action="ppaction://hlinksldjump"/>
            <a:hlinkHover r:id="rId8" action="ppaction://hlinksldjump"/>
            <a:extLst>
              <a:ext uri="{FF2B5EF4-FFF2-40B4-BE49-F238E27FC236}">
                <a16:creationId xmlns:a16="http://schemas.microsoft.com/office/drawing/2014/main" id="{ABEE626D-E864-486E-9B28-1FD934D5D9CF}"/>
              </a:ext>
            </a:extLst>
          </p:cNvPr>
          <p:cNvSpPr/>
          <p:nvPr/>
        </p:nvSpPr>
        <p:spPr>
          <a:xfrm>
            <a:off x="6268721" y="5851981"/>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Hardware</a:t>
            </a:r>
          </a:p>
        </p:txBody>
      </p:sp>
      <p:grpSp>
        <p:nvGrpSpPr>
          <p:cNvPr id="431" name="Group 430">
            <a:extLst>
              <a:ext uri="{FF2B5EF4-FFF2-40B4-BE49-F238E27FC236}">
                <a16:creationId xmlns:a16="http://schemas.microsoft.com/office/drawing/2014/main" id="{4BA45312-365B-8A5B-8CBC-C80596CB08A5}"/>
              </a:ext>
            </a:extLst>
          </p:cNvPr>
          <p:cNvGrpSpPr/>
          <p:nvPr/>
        </p:nvGrpSpPr>
        <p:grpSpPr>
          <a:xfrm>
            <a:off x="3779655" y="811556"/>
            <a:ext cx="721206" cy="609701"/>
            <a:chOff x="3779655" y="811556"/>
            <a:chExt cx="721206" cy="609701"/>
          </a:xfrm>
        </p:grpSpPr>
        <p:sp>
          <p:nvSpPr>
            <p:cNvPr id="432" name="Rectangle 431">
              <a:extLst>
                <a:ext uri="{FF2B5EF4-FFF2-40B4-BE49-F238E27FC236}">
                  <a16:creationId xmlns:a16="http://schemas.microsoft.com/office/drawing/2014/main" id="{69184B5C-4437-1118-CADB-7D3FF2F962BD}"/>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433" name="Rectangle 432">
              <a:extLst>
                <a:ext uri="{FF2B5EF4-FFF2-40B4-BE49-F238E27FC236}">
                  <a16:creationId xmlns:a16="http://schemas.microsoft.com/office/drawing/2014/main" id="{0D634FBC-4CBE-D763-3178-AE1398671E15}"/>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4" name="Oval 15">
              <a:extLst>
                <a:ext uri="{FF2B5EF4-FFF2-40B4-BE49-F238E27FC236}">
                  <a16:creationId xmlns:a16="http://schemas.microsoft.com/office/drawing/2014/main" id="{D4CE0575-FF45-3AB6-BF47-0B4AC3EADBD0}"/>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5" name="Straight Connector 434">
              <a:extLst>
                <a:ext uri="{FF2B5EF4-FFF2-40B4-BE49-F238E27FC236}">
                  <a16:creationId xmlns:a16="http://schemas.microsoft.com/office/drawing/2014/main" id="{F05DEFEA-979D-93EE-BE5E-6C585C2468A7}"/>
                </a:ext>
              </a:extLst>
            </p:cNvPr>
            <p:cNvCxnSpPr>
              <a:cxnSpLocks/>
              <a:stCxn id="434"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36" name="Straight Connector 435">
              <a:extLst>
                <a:ext uri="{FF2B5EF4-FFF2-40B4-BE49-F238E27FC236}">
                  <a16:creationId xmlns:a16="http://schemas.microsoft.com/office/drawing/2014/main" id="{5DA055A0-A801-D4CC-5ED9-3EFD268D1B8E}"/>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37" name="Group 436">
            <a:extLst>
              <a:ext uri="{FF2B5EF4-FFF2-40B4-BE49-F238E27FC236}">
                <a16:creationId xmlns:a16="http://schemas.microsoft.com/office/drawing/2014/main" id="{2720ED80-10E0-A796-1E12-F5C08ECDA494}"/>
              </a:ext>
            </a:extLst>
          </p:cNvPr>
          <p:cNvGrpSpPr/>
          <p:nvPr/>
        </p:nvGrpSpPr>
        <p:grpSpPr>
          <a:xfrm>
            <a:off x="7959195" y="3698231"/>
            <a:ext cx="721206" cy="609701"/>
            <a:chOff x="7959195" y="3698231"/>
            <a:chExt cx="721206" cy="609701"/>
          </a:xfrm>
        </p:grpSpPr>
        <p:sp>
          <p:nvSpPr>
            <p:cNvPr id="438" name="Rectangle 437">
              <a:hlinkHover r:id="" action="ppaction://noaction" highlightClick="1"/>
              <a:extLst>
                <a:ext uri="{FF2B5EF4-FFF2-40B4-BE49-F238E27FC236}">
                  <a16:creationId xmlns:a16="http://schemas.microsoft.com/office/drawing/2014/main" id="{1859D282-AA69-C0E1-7E9C-3E0858D0FF13}"/>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439" name="Oval 438">
              <a:extLst>
                <a:ext uri="{FF2B5EF4-FFF2-40B4-BE49-F238E27FC236}">
                  <a16:creationId xmlns:a16="http://schemas.microsoft.com/office/drawing/2014/main" id="{7BEDE494-FE66-178D-1735-B1B049D91049}"/>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0" name="Isosceles Triangle 648">
              <a:extLst>
                <a:ext uri="{FF2B5EF4-FFF2-40B4-BE49-F238E27FC236}">
                  <a16:creationId xmlns:a16="http://schemas.microsoft.com/office/drawing/2014/main" id="{10C7918E-598C-D8E8-01CF-F6E0D8457DCC}"/>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47" name="Group 446">
            <a:extLst>
              <a:ext uri="{FF2B5EF4-FFF2-40B4-BE49-F238E27FC236}">
                <a16:creationId xmlns:a16="http://schemas.microsoft.com/office/drawing/2014/main" id="{92DCDEDF-04DA-D8C8-8164-EBDD207A3D47}"/>
              </a:ext>
            </a:extLst>
          </p:cNvPr>
          <p:cNvGrpSpPr/>
          <p:nvPr/>
        </p:nvGrpSpPr>
        <p:grpSpPr>
          <a:xfrm>
            <a:off x="5448056" y="1532276"/>
            <a:ext cx="721206" cy="609701"/>
            <a:chOff x="5448056" y="1532276"/>
            <a:chExt cx="721206" cy="609701"/>
          </a:xfrm>
        </p:grpSpPr>
        <p:sp>
          <p:nvSpPr>
            <p:cNvPr id="448" name="Rectangle 447">
              <a:extLst>
                <a:ext uri="{FF2B5EF4-FFF2-40B4-BE49-F238E27FC236}">
                  <a16:creationId xmlns:a16="http://schemas.microsoft.com/office/drawing/2014/main" id="{84D7CB0C-39F3-E1BB-20B6-B4E44E72D457}"/>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449" name="Rectangle 448">
              <a:extLst>
                <a:ext uri="{FF2B5EF4-FFF2-40B4-BE49-F238E27FC236}">
                  <a16:creationId xmlns:a16="http://schemas.microsoft.com/office/drawing/2014/main" id="{E5439C40-5C59-8102-DB5F-9C23B67D7833}"/>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0" name="Oval 15">
              <a:extLst>
                <a:ext uri="{FF2B5EF4-FFF2-40B4-BE49-F238E27FC236}">
                  <a16:creationId xmlns:a16="http://schemas.microsoft.com/office/drawing/2014/main" id="{A0E793DD-6585-223E-C3E2-21E2CEDDB876}"/>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1" name="Straight Connector 450">
              <a:extLst>
                <a:ext uri="{FF2B5EF4-FFF2-40B4-BE49-F238E27FC236}">
                  <a16:creationId xmlns:a16="http://schemas.microsoft.com/office/drawing/2014/main" id="{9BC7F698-4A35-E0D4-F406-76AA492813FE}"/>
                </a:ext>
              </a:extLst>
            </p:cNvPr>
            <p:cNvCxnSpPr>
              <a:cxnSpLocks/>
              <a:stCxn id="450"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52" name="Straight Connector 451">
              <a:extLst>
                <a:ext uri="{FF2B5EF4-FFF2-40B4-BE49-F238E27FC236}">
                  <a16:creationId xmlns:a16="http://schemas.microsoft.com/office/drawing/2014/main" id="{0EAAC321-9945-0DFB-FC4F-E89D56999A68}"/>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53" name="Group 452">
            <a:extLst>
              <a:ext uri="{FF2B5EF4-FFF2-40B4-BE49-F238E27FC236}">
                <a16:creationId xmlns:a16="http://schemas.microsoft.com/office/drawing/2014/main" id="{8832F924-1B99-32ED-C0D2-741272837EB9}"/>
              </a:ext>
            </a:extLst>
          </p:cNvPr>
          <p:cNvGrpSpPr/>
          <p:nvPr/>
        </p:nvGrpSpPr>
        <p:grpSpPr>
          <a:xfrm>
            <a:off x="6284565" y="1532276"/>
            <a:ext cx="721206" cy="609701"/>
            <a:chOff x="6284565" y="1532276"/>
            <a:chExt cx="721206" cy="609701"/>
          </a:xfrm>
        </p:grpSpPr>
        <p:sp>
          <p:nvSpPr>
            <p:cNvPr id="454" name="Rectangle 453">
              <a:extLst>
                <a:ext uri="{FF2B5EF4-FFF2-40B4-BE49-F238E27FC236}">
                  <a16:creationId xmlns:a16="http://schemas.microsoft.com/office/drawing/2014/main" id="{BB6E7197-A70B-AB9B-ECDC-4A5485D98299}"/>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455" name="Rectangle 454">
              <a:extLst>
                <a:ext uri="{FF2B5EF4-FFF2-40B4-BE49-F238E27FC236}">
                  <a16:creationId xmlns:a16="http://schemas.microsoft.com/office/drawing/2014/main" id="{3CEBEDD6-7CC4-1DC3-79A1-B3E9B8E392AD}"/>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6" name="Oval 15">
              <a:extLst>
                <a:ext uri="{FF2B5EF4-FFF2-40B4-BE49-F238E27FC236}">
                  <a16:creationId xmlns:a16="http://schemas.microsoft.com/office/drawing/2014/main" id="{FA48C36C-0FA9-5D1E-7146-8EA59A414D37}"/>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57" name="Straight Connector 456">
              <a:extLst>
                <a:ext uri="{FF2B5EF4-FFF2-40B4-BE49-F238E27FC236}">
                  <a16:creationId xmlns:a16="http://schemas.microsoft.com/office/drawing/2014/main" id="{63608F6B-0DE8-E9E5-AC8F-B65A852C9814}"/>
                </a:ext>
              </a:extLst>
            </p:cNvPr>
            <p:cNvCxnSpPr>
              <a:cxnSpLocks/>
              <a:stCxn id="456"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58" name="Straight Connector 457">
              <a:extLst>
                <a:ext uri="{FF2B5EF4-FFF2-40B4-BE49-F238E27FC236}">
                  <a16:creationId xmlns:a16="http://schemas.microsoft.com/office/drawing/2014/main" id="{625DD8BF-56A9-7EC5-C2E0-C627EC7A8936}"/>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59" name="Group 458">
            <a:extLst>
              <a:ext uri="{FF2B5EF4-FFF2-40B4-BE49-F238E27FC236}">
                <a16:creationId xmlns:a16="http://schemas.microsoft.com/office/drawing/2014/main" id="{311314B8-8292-DCC0-F0D2-8F6AD66DB084}"/>
              </a:ext>
            </a:extLst>
          </p:cNvPr>
          <p:cNvGrpSpPr/>
          <p:nvPr/>
        </p:nvGrpSpPr>
        <p:grpSpPr>
          <a:xfrm>
            <a:off x="7121069" y="1532276"/>
            <a:ext cx="721206" cy="609701"/>
            <a:chOff x="7121069" y="1532276"/>
            <a:chExt cx="721206" cy="609701"/>
          </a:xfrm>
        </p:grpSpPr>
        <p:sp>
          <p:nvSpPr>
            <p:cNvPr id="460" name="Rectangle 459">
              <a:extLst>
                <a:ext uri="{FF2B5EF4-FFF2-40B4-BE49-F238E27FC236}">
                  <a16:creationId xmlns:a16="http://schemas.microsoft.com/office/drawing/2014/main" id="{4AAC59A9-F35C-2B94-6043-C97F916FFE23}"/>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461" name="Rectangle 460">
              <a:extLst>
                <a:ext uri="{FF2B5EF4-FFF2-40B4-BE49-F238E27FC236}">
                  <a16:creationId xmlns:a16="http://schemas.microsoft.com/office/drawing/2014/main" id="{CE03E824-073E-6247-49E2-785AE9348FB3}"/>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2" name="Oval 15">
              <a:extLst>
                <a:ext uri="{FF2B5EF4-FFF2-40B4-BE49-F238E27FC236}">
                  <a16:creationId xmlns:a16="http://schemas.microsoft.com/office/drawing/2014/main" id="{3E9103B8-527F-2127-F082-971E0918D097}"/>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3" name="Straight Connector 462">
              <a:extLst>
                <a:ext uri="{FF2B5EF4-FFF2-40B4-BE49-F238E27FC236}">
                  <a16:creationId xmlns:a16="http://schemas.microsoft.com/office/drawing/2014/main" id="{1048F331-0290-449D-8C9B-49348768F358}"/>
                </a:ext>
              </a:extLst>
            </p:cNvPr>
            <p:cNvCxnSpPr>
              <a:cxnSpLocks/>
              <a:stCxn id="462"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4" name="Straight Connector 463">
              <a:extLst>
                <a:ext uri="{FF2B5EF4-FFF2-40B4-BE49-F238E27FC236}">
                  <a16:creationId xmlns:a16="http://schemas.microsoft.com/office/drawing/2014/main" id="{F0EEF8F0-BACC-A972-2F01-282D1E0B86B4}"/>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5" name="Group 464">
            <a:extLst>
              <a:ext uri="{FF2B5EF4-FFF2-40B4-BE49-F238E27FC236}">
                <a16:creationId xmlns:a16="http://schemas.microsoft.com/office/drawing/2014/main" id="{AAE5A48D-7CFE-FE59-928A-EF84D03503A9}"/>
              </a:ext>
            </a:extLst>
          </p:cNvPr>
          <p:cNvGrpSpPr/>
          <p:nvPr/>
        </p:nvGrpSpPr>
        <p:grpSpPr>
          <a:xfrm>
            <a:off x="3775045" y="1532276"/>
            <a:ext cx="721206" cy="609701"/>
            <a:chOff x="3775045" y="1532276"/>
            <a:chExt cx="721206" cy="609701"/>
          </a:xfrm>
        </p:grpSpPr>
        <p:sp>
          <p:nvSpPr>
            <p:cNvPr id="466" name="Rectangle 465">
              <a:extLst>
                <a:ext uri="{FF2B5EF4-FFF2-40B4-BE49-F238E27FC236}">
                  <a16:creationId xmlns:a16="http://schemas.microsoft.com/office/drawing/2014/main" id="{7D433CBD-813E-9A9D-DD13-1FB26C69D0DC}"/>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467" name="Right Triangle 466">
              <a:extLst>
                <a:ext uri="{FF2B5EF4-FFF2-40B4-BE49-F238E27FC236}">
                  <a16:creationId xmlns:a16="http://schemas.microsoft.com/office/drawing/2014/main" id="{F6EA11F8-96D8-AB1A-B625-C7DA14757B27}"/>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68" name="Group 467">
              <a:extLst>
                <a:ext uri="{FF2B5EF4-FFF2-40B4-BE49-F238E27FC236}">
                  <a16:creationId xmlns:a16="http://schemas.microsoft.com/office/drawing/2014/main" id="{804B2420-A419-69BD-98A3-EAE23CDD6AFE}"/>
                </a:ext>
              </a:extLst>
            </p:cNvPr>
            <p:cNvGrpSpPr/>
            <p:nvPr/>
          </p:nvGrpSpPr>
          <p:grpSpPr>
            <a:xfrm>
              <a:off x="4440495" y="1542936"/>
              <a:ext cx="37817" cy="61390"/>
              <a:chOff x="3883481" y="2057400"/>
              <a:chExt cx="1608363" cy="2652031"/>
            </a:xfrm>
            <a:solidFill>
              <a:srgbClr val="A6A6A6">
                <a:alpha val="20000"/>
              </a:srgbClr>
            </a:solidFill>
          </p:grpSpPr>
          <p:sp>
            <p:nvSpPr>
              <p:cNvPr id="469" name="Oval 27">
                <a:extLst>
                  <a:ext uri="{FF2B5EF4-FFF2-40B4-BE49-F238E27FC236}">
                    <a16:creationId xmlns:a16="http://schemas.microsoft.com/office/drawing/2014/main" id="{451459D7-0A12-C24E-3200-9928E906856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0" name="Oval 28">
                <a:extLst>
                  <a:ext uri="{FF2B5EF4-FFF2-40B4-BE49-F238E27FC236}">
                    <a16:creationId xmlns:a16="http://schemas.microsoft.com/office/drawing/2014/main" id="{315400E7-687F-D547-11C1-5FC29E30021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71" name="Group 470">
            <a:extLst>
              <a:ext uri="{FF2B5EF4-FFF2-40B4-BE49-F238E27FC236}">
                <a16:creationId xmlns:a16="http://schemas.microsoft.com/office/drawing/2014/main" id="{0F258B29-5D4A-3AB0-1813-ABD76397B9C5}"/>
              </a:ext>
            </a:extLst>
          </p:cNvPr>
          <p:cNvGrpSpPr/>
          <p:nvPr/>
        </p:nvGrpSpPr>
        <p:grpSpPr>
          <a:xfrm>
            <a:off x="4611552" y="1532276"/>
            <a:ext cx="721206" cy="609701"/>
            <a:chOff x="4611552" y="1532276"/>
            <a:chExt cx="721206" cy="609701"/>
          </a:xfrm>
        </p:grpSpPr>
        <p:sp>
          <p:nvSpPr>
            <p:cNvPr id="472" name="Rectangle 471">
              <a:extLst>
                <a:ext uri="{FF2B5EF4-FFF2-40B4-BE49-F238E27FC236}">
                  <a16:creationId xmlns:a16="http://schemas.microsoft.com/office/drawing/2014/main" id="{FC611477-72C3-47FA-D218-E21C45C62BD6}"/>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473" name="Right Triangle 472">
              <a:extLst>
                <a:ext uri="{FF2B5EF4-FFF2-40B4-BE49-F238E27FC236}">
                  <a16:creationId xmlns:a16="http://schemas.microsoft.com/office/drawing/2014/main" id="{3B3C5270-B5CF-AF2C-1344-6E71716B8FE0}"/>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74" name="Group 473">
              <a:extLst>
                <a:ext uri="{FF2B5EF4-FFF2-40B4-BE49-F238E27FC236}">
                  <a16:creationId xmlns:a16="http://schemas.microsoft.com/office/drawing/2014/main" id="{35D020AC-01BB-0B8F-43C2-23B429CF5432}"/>
                </a:ext>
              </a:extLst>
            </p:cNvPr>
            <p:cNvGrpSpPr/>
            <p:nvPr/>
          </p:nvGrpSpPr>
          <p:grpSpPr>
            <a:xfrm>
              <a:off x="5276135" y="1542936"/>
              <a:ext cx="37817" cy="61390"/>
              <a:chOff x="3883481" y="2057400"/>
              <a:chExt cx="1608363" cy="2652031"/>
            </a:xfrm>
            <a:solidFill>
              <a:srgbClr val="A6A6A6">
                <a:alpha val="20000"/>
              </a:srgbClr>
            </a:solidFill>
          </p:grpSpPr>
          <p:sp>
            <p:nvSpPr>
              <p:cNvPr id="475" name="Oval 27">
                <a:extLst>
                  <a:ext uri="{FF2B5EF4-FFF2-40B4-BE49-F238E27FC236}">
                    <a16:creationId xmlns:a16="http://schemas.microsoft.com/office/drawing/2014/main" id="{02A01E10-9366-1350-1C25-2D249845468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6" name="Oval 28">
                <a:extLst>
                  <a:ext uri="{FF2B5EF4-FFF2-40B4-BE49-F238E27FC236}">
                    <a16:creationId xmlns:a16="http://schemas.microsoft.com/office/drawing/2014/main" id="{7DA5E600-8678-B0FC-3667-F5FD7335F9A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77" name="Group 476">
            <a:extLst>
              <a:ext uri="{FF2B5EF4-FFF2-40B4-BE49-F238E27FC236}">
                <a16:creationId xmlns:a16="http://schemas.microsoft.com/office/drawing/2014/main" id="{2BD74B1A-8D96-F786-89E8-17BA79228F66}"/>
              </a:ext>
            </a:extLst>
          </p:cNvPr>
          <p:cNvGrpSpPr/>
          <p:nvPr/>
        </p:nvGrpSpPr>
        <p:grpSpPr>
          <a:xfrm>
            <a:off x="2938537" y="1532271"/>
            <a:ext cx="721206" cy="610042"/>
            <a:chOff x="2938537" y="1532271"/>
            <a:chExt cx="721206" cy="610042"/>
          </a:xfrm>
        </p:grpSpPr>
        <p:sp>
          <p:nvSpPr>
            <p:cNvPr id="478" name="Rectangle 477">
              <a:extLst>
                <a:ext uri="{FF2B5EF4-FFF2-40B4-BE49-F238E27FC236}">
                  <a16:creationId xmlns:a16="http://schemas.microsoft.com/office/drawing/2014/main" id="{D78C5EF5-0F4B-9CA2-4784-00830A2D294B}"/>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79" name="Right Triangle 478">
              <a:extLst>
                <a:ext uri="{FF2B5EF4-FFF2-40B4-BE49-F238E27FC236}">
                  <a16:creationId xmlns:a16="http://schemas.microsoft.com/office/drawing/2014/main" id="{817F51E5-9EB6-456E-378B-3B4B8BBC8C5E}"/>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0" name="Oval 27">
              <a:extLst>
                <a:ext uri="{FF2B5EF4-FFF2-40B4-BE49-F238E27FC236}">
                  <a16:creationId xmlns:a16="http://schemas.microsoft.com/office/drawing/2014/main" id="{E5497C40-B61F-2A58-1FF3-C5B27AE61750}"/>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1" name="Oval 28">
              <a:extLst>
                <a:ext uri="{FF2B5EF4-FFF2-40B4-BE49-F238E27FC236}">
                  <a16:creationId xmlns:a16="http://schemas.microsoft.com/office/drawing/2014/main" id="{B1B3A7B2-0907-4A65-22EA-47335196061B}"/>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82" name="Group 481">
            <a:extLst>
              <a:ext uri="{FF2B5EF4-FFF2-40B4-BE49-F238E27FC236}">
                <a16:creationId xmlns:a16="http://schemas.microsoft.com/office/drawing/2014/main" id="{89C59649-E18C-A619-F5E5-C317167693AB}"/>
              </a:ext>
            </a:extLst>
          </p:cNvPr>
          <p:cNvGrpSpPr/>
          <p:nvPr/>
        </p:nvGrpSpPr>
        <p:grpSpPr>
          <a:xfrm>
            <a:off x="6287105" y="2974054"/>
            <a:ext cx="721206" cy="609701"/>
            <a:chOff x="6287105" y="2974054"/>
            <a:chExt cx="721206" cy="609701"/>
          </a:xfrm>
        </p:grpSpPr>
        <p:sp>
          <p:nvSpPr>
            <p:cNvPr id="483" name="Rectangle 482">
              <a:hlinkHover r:id="" action="ppaction://noaction" highlightClick="1"/>
              <a:extLst>
                <a:ext uri="{FF2B5EF4-FFF2-40B4-BE49-F238E27FC236}">
                  <a16:creationId xmlns:a16="http://schemas.microsoft.com/office/drawing/2014/main" id="{7F72A0CF-32FA-F263-2A84-4003CCD76BEF}"/>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84" name="Rectangle 483">
              <a:extLst>
                <a:ext uri="{FF2B5EF4-FFF2-40B4-BE49-F238E27FC236}">
                  <a16:creationId xmlns:a16="http://schemas.microsoft.com/office/drawing/2014/main" id="{31602C48-E526-F29E-31DA-74DA30AF1872}"/>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5" name="Oval 15">
              <a:extLst>
                <a:ext uri="{FF2B5EF4-FFF2-40B4-BE49-F238E27FC236}">
                  <a16:creationId xmlns:a16="http://schemas.microsoft.com/office/drawing/2014/main" id="{25A5B3D7-E5C3-DA78-A218-D0056C6901E8}"/>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6" name="Straight Connector 485">
              <a:extLst>
                <a:ext uri="{FF2B5EF4-FFF2-40B4-BE49-F238E27FC236}">
                  <a16:creationId xmlns:a16="http://schemas.microsoft.com/office/drawing/2014/main" id="{72C0F6E3-C37E-308D-862B-1F055A9F35AC}"/>
                </a:ext>
              </a:extLst>
            </p:cNvPr>
            <p:cNvCxnSpPr>
              <a:cxnSpLocks/>
              <a:stCxn id="485"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87" name="Group 486">
            <a:extLst>
              <a:ext uri="{FF2B5EF4-FFF2-40B4-BE49-F238E27FC236}">
                <a16:creationId xmlns:a16="http://schemas.microsoft.com/office/drawing/2014/main" id="{F4D0386D-8D2C-BCB6-878A-2F9AE0F3BF38}"/>
              </a:ext>
            </a:extLst>
          </p:cNvPr>
          <p:cNvGrpSpPr/>
          <p:nvPr/>
        </p:nvGrpSpPr>
        <p:grpSpPr>
          <a:xfrm>
            <a:off x="7123149" y="2974054"/>
            <a:ext cx="721206" cy="646284"/>
            <a:chOff x="7123149" y="2974054"/>
            <a:chExt cx="721206" cy="646284"/>
          </a:xfrm>
        </p:grpSpPr>
        <p:sp>
          <p:nvSpPr>
            <p:cNvPr id="488" name="Rectangle 487">
              <a:hlinkHover r:id="" action="ppaction://noaction" highlightClick="1"/>
              <a:extLst>
                <a:ext uri="{FF2B5EF4-FFF2-40B4-BE49-F238E27FC236}">
                  <a16:creationId xmlns:a16="http://schemas.microsoft.com/office/drawing/2014/main" id="{1CCE9D09-6AEC-B737-3843-2E3024557D89}"/>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89" name="Rectangle 488">
              <a:extLst>
                <a:ext uri="{FF2B5EF4-FFF2-40B4-BE49-F238E27FC236}">
                  <a16:creationId xmlns:a16="http://schemas.microsoft.com/office/drawing/2014/main" id="{D568533A-B14C-502A-B5BF-CB300DA3E0F9}"/>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0" name="Oval 15">
              <a:extLst>
                <a:ext uri="{FF2B5EF4-FFF2-40B4-BE49-F238E27FC236}">
                  <a16:creationId xmlns:a16="http://schemas.microsoft.com/office/drawing/2014/main" id="{6503F8A1-9A05-DBFA-B1BF-E7C1C641ED9A}"/>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91" name="Straight Connector 490">
              <a:extLst>
                <a:ext uri="{FF2B5EF4-FFF2-40B4-BE49-F238E27FC236}">
                  <a16:creationId xmlns:a16="http://schemas.microsoft.com/office/drawing/2014/main" id="{B39A1819-E67F-9858-D98A-5E9BE2B9AD11}"/>
                </a:ext>
              </a:extLst>
            </p:cNvPr>
            <p:cNvCxnSpPr>
              <a:cxnSpLocks/>
              <a:stCxn id="490"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2" name="Straight Connector 491">
              <a:extLst>
                <a:ext uri="{FF2B5EF4-FFF2-40B4-BE49-F238E27FC236}">
                  <a16:creationId xmlns:a16="http://schemas.microsoft.com/office/drawing/2014/main" id="{55114729-BB83-9BEB-46D3-5EC5F78A943B}"/>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3" name="Group 492">
            <a:extLst>
              <a:ext uri="{FF2B5EF4-FFF2-40B4-BE49-F238E27FC236}">
                <a16:creationId xmlns:a16="http://schemas.microsoft.com/office/drawing/2014/main" id="{E448347B-7122-FF0B-9CAD-BA95D823382C}"/>
              </a:ext>
            </a:extLst>
          </p:cNvPr>
          <p:cNvGrpSpPr/>
          <p:nvPr/>
        </p:nvGrpSpPr>
        <p:grpSpPr>
          <a:xfrm>
            <a:off x="7959200" y="2974054"/>
            <a:ext cx="721206" cy="609701"/>
            <a:chOff x="7959200" y="2974054"/>
            <a:chExt cx="721206" cy="609701"/>
          </a:xfrm>
        </p:grpSpPr>
        <p:sp>
          <p:nvSpPr>
            <p:cNvPr id="494" name="Rectangle 493">
              <a:hlinkHover r:id="" action="ppaction://noaction" highlightClick="1"/>
              <a:extLst>
                <a:ext uri="{FF2B5EF4-FFF2-40B4-BE49-F238E27FC236}">
                  <a16:creationId xmlns:a16="http://schemas.microsoft.com/office/drawing/2014/main" id="{C81E9449-22ED-0C03-844B-C48547968EDE}"/>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95" name="Diamond 494">
              <a:extLst>
                <a:ext uri="{FF2B5EF4-FFF2-40B4-BE49-F238E27FC236}">
                  <a16:creationId xmlns:a16="http://schemas.microsoft.com/office/drawing/2014/main" id="{88E3D95E-493E-4196-EC4D-386597F947C1}"/>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6" name="Oval 495">
              <a:extLst>
                <a:ext uri="{FF2B5EF4-FFF2-40B4-BE49-F238E27FC236}">
                  <a16:creationId xmlns:a16="http://schemas.microsoft.com/office/drawing/2014/main" id="{FC511042-A3EC-944A-B576-9F7A9C3F3A0C}"/>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7" name="Group 496">
            <a:extLst>
              <a:ext uri="{FF2B5EF4-FFF2-40B4-BE49-F238E27FC236}">
                <a16:creationId xmlns:a16="http://schemas.microsoft.com/office/drawing/2014/main" id="{20516036-2F3D-B12E-27A8-A6736FAB8200}"/>
              </a:ext>
            </a:extLst>
          </p:cNvPr>
          <p:cNvGrpSpPr/>
          <p:nvPr/>
        </p:nvGrpSpPr>
        <p:grpSpPr>
          <a:xfrm>
            <a:off x="8795244" y="2974054"/>
            <a:ext cx="721206" cy="609701"/>
            <a:chOff x="8795244" y="2974054"/>
            <a:chExt cx="721206" cy="609701"/>
          </a:xfrm>
        </p:grpSpPr>
        <p:sp>
          <p:nvSpPr>
            <p:cNvPr id="498" name="Rectangle 497">
              <a:hlinkHover r:id="" action="ppaction://noaction" highlightClick="1"/>
              <a:extLst>
                <a:ext uri="{FF2B5EF4-FFF2-40B4-BE49-F238E27FC236}">
                  <a16:creationId xmlns:a16="http://schemas.microsoft.com/office/drawing/2014/main" id="{9A46FB10-ED10-4C24-EFD5-1109950584B3}"/>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99" name="Diamond 498">
              <a:extLst>
                <a:ext uri="{FF2B5EF4-FFF2-40B4-BE49-F238E27FC236}">
                  <a16:creationId xmlns:a16="http://schemas.microsoft.com/office/drawing/2014/main" id="{7A0E21EB-8072-FCB3-2F3D-50F041C08851}"/>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0" name="Oval 499">
              <a:extLst>
                <a:ext uri="{FF2B5EF4-FFF2-40B4-BE49-F238E27FC236}">
                  <a16:creationId xmlns:a16="http://schemas.microsoft.com/office/drawing/2014/main" id="{C843C6B7-CFE8-D015-E79E-606AB5A9CF65}"/>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7" name="Group 506">
            <a:extLst>
              <a:ext uri="{FF2B5EF4-FFF2-40B4-BE49-F238E27FC236}">
                <a16:creationId xmlns:a16="http://schemas.microsoft.com/office/drawing/2014/main" id="{763C0923-95C3-2CCC-EBB8-87341212227B}"/>
              </a:ext>
            </a:extLst>
          </p:cNvPr>
          <p:cNvGrpSpPr/>
          <p:nvPr/>
        </p:nvGrpSpPr>
        <p:grpSpPr>
          <a:xfrm>
            <a:off x="5442073" y="811556"/>
            <a:ext cx="728239" cy="609701"/>
            <a:chOff x="5442073" y="811556"/>
            <a:chExt cx="728239" cy="609701"/>
          </a:xfrm>
        </p:grpSpPr>
        <p:sp>
          <p:nvSpPr>
            <p:cNvPr id="508" name="Rectangle 507">
              <a:extLst>
                <a:ext uri="{FF2B5EF4-FFF2-40B4-BE49-F238E27FC236}">
                  <a16:creationId xmlns:a16="http://schemas.microsoft.com/office/drawing/2014/main" id="{D8440A6F-A783-BCC9-DF8A-3313491497B9}"/>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509" name="Rectangle 508">
              <a:extLst>
                <a:ext uri="{FF2B5EF4-FFF2-40B4-BE49-F238E27FC236}">
                  <a16:creationId xmlns:a16="http://schemas.microsoft.com/office/drawing/2014/main" id="{B7BFFC25-147A-E2BB-BC88-CDAAA732D8BB}"/>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0" name="Oval 15">
              <a:extLst>
                <a:ext uri="{FF2B5EF4-FFF2-40B4-BE49-F238E27FC236}">
                  <a16:creationId xmlns:a16="http://schemas.microsoft.com/office/drawing/2014/main" id="{066F8E61-30B4-2D5D-003A-8997DEFC1B56}"/>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11" name="Straight Connector 510">
              <a:extLst>
                <a:ext uri="{FF2B5EF4-FFF2-40B4-BE49-F238E27FC236}">
                  <a16:creationId xmlns:a16="http://schemas.microsoft.com/office/drawing/2014/main" id="{09ED6E4E-B347-8D6C-EA11-E6EBBFEBA792}"/>
                </a:ext>
              </a:extLst>
            </p:cNvPr>
            <p:cNvCxnSpPr>
              <a:cxnSpLocks/>
              <a:stCxn id="510"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12" name="Straight Connector 511">
              <a:extLst>
                <a:ext uri="{FF2B5EF4-FFF2-40B4-BE49-F238E27FC236}">
                  <a16:creationId xmlns:a16="http://schemas.microsoft.com/office/drawing/2014/main" id="{A48C3306-B998-9E0A-5204-D68E1095073B}"/>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13" name="Group 512">
            <a:extLst>
              <a:ext uri="{FF2B5EF4-FFF2-40B4-BE49-F238E27FC236}">
                <a16:creationId xmlns:a16="http://schemas.microsoft.com/office/drawing/2014/main" id="{85B742AD-238C-4B71-CA2E-8912BEE258FC}"/>
              </a:ext>
            </a:extLst>
          </p:cNvPr>
          <p:cNvGrpSpPr/>
          <p:nvPr/>
        </p:nvGrpSpPr>
        <p:grpSpPr>
          <a:xfrm>
            <a:off x="6284597" y="811555"/>
            <a:ext cx="721206" cy="609701"/>
            <a:chOff x="6284597" y="811555"/>
            <a:chExt cx="721206" cy="609701"/>
          </a:xfrm>
        </p:grpSpPr>
        <p:sp>
          <p:nvSpPr>
            <p:cNvPr id="514" name="Rectangle 513">
              <a:hlinkHover r:id="" action="ppaction://noaction" highlightClick="1"/>
              <a:extLst>
                <a:ext uri="{FF2B5EF4-FFF2-40B4-BE49-F238E27FC236}">
                  <a16:creationId xmlns:a16="http://schemas.microsoft.com/office/drawing/2014/main" id="{8E4D40F2-BDCB-F3A2-8D3F-3919E77D9848}"/>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515" name="Right Triangle 514">
              <a:extLst>
                <a:ext uri="{FF2B5EF4-FFF2-40B4-BE49-F238E27FC236}">
                  <a16:creationId xmlns:a16="http://schemas.microsoft.com/office/drawing/2014/main" id="{EC91F208-9FD6-0BAA-413D-3CF1C677178F}"/>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6" name="Oval 27">
              <a:extLst>
                <a:ext uri="{FF2B5EF4-FFF2-40B4-BE49-F238E27FC236}">
                  <a16:creationId xmlns:a16="http://schemas.microsoft.com/office/drawing/2014/main" id="{8F9E8251-BDCD-5D7E-0041-A093BD699CA8}"/>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7" name="Oval 28">
              <a:extLst>
                <a:ext uri="{FF2B5EF4-FFF2-40B4-BE49-F238E27FC236}">
                  <a16:creationId xmlns:a16="http://schemas.microsoft.com/office/drawing/2014/main" id="{44025C84-BE90-AFE7-F117-C422F5E846C6}"/>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3" name="Group 522">
            <a:extLst>
              <a:ext uri="{FF2B5EF4-FFF2-40B4-BE49-F238E27FC236}">
                <a16:creationId xmlns:a16="http://schemas.microsoft.com/office/drawing/2014/main" id="{154D522C-38CC-B7A8-9234-C0710474D6D6}"/>
              </a:ext>
            </a:extLst>
          </p:cNvPr>
          <p:cNvGrpSpPr/>
          <p:nvPr/>
        </p:nvGrpSpPr>
        <p:grpSpPr>
          <a:xfrm>
            <a:off x="7957576" y="811556"/>
            <a:ext cx="721206" cy="609701"/>
            <a:chOff x="7957576" y="811556"/>
            <a:chExt cx="721206" cy="609701"/>
          </a:xfrm>
        </p:grpSpPr>
        <p:sp>
          <p:nvSpPr>
            <p:cNvPr id="524" name="Rectangle 523">
              <a:extLst>
                <a:ext uri="{FF2B5EF4-FFF2-40B4-BE49-F238E27FC236}">
                  <a16:creationId xmlns:a16="http://schemas.microsoft.com/office/drawing/2014/main" id="{389C1FDB-9F14-394C-B03A-72D9556EB022}"/>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525" name="Rectangle 524">
              <a:extLst>
                <a:ext uri="{FF2B5EF4-FFF2-40B4-BE49-F238E27FC236}">
                  <a16:creationId xmlns:a16="http://schemas.microsoft.com/office/drawing/2014/main" id="{BCEC4603-F45D-2615-2BE8-420FC6067601}"/>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6" name="Oval 15">
              <a:extLst>
                <a:ext uri="{FF2B5EF4-FFF2-40B4-BE49-F238E27FC236}">
                  <a16:creationId xmlns:a16="http://schemas.microsoft.com/office/drawing/2014/main" id="{5911468F-4F25-8140-A1A0-F4708C77E928}"/>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27" name="Straight Connector 526">
              <a:extLst>
                <a:ext uri="{FF2B5EF4-FFF2-40B4-BE49-F238E27FC236}">
                  <a16:creationId xmlns:a16="http://schemas.microsoft.com/office/drawing/2014/main" id="{24EE25C0-4BF2-A875-5712-29A6526BC58B}"/>
                </a:ext>
              </a:extLst>
            </p:cNvPr>
            <p:cNvCxnSpPr>
              <a:cxnSpLocks/>
              <a:stCxn id="526"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28" name="Straight Connector 527">
              <a:extLst>
                <a:ext uri="{FF2B5EF4-FFF2-40B4-BE49-F238E27FC236}">
                  <a16:creationId xmlns:a16="http://schemas.microsoft.com/office/drawing/2014/main" id="{38236277-E7E9-E3CF-1890-C049C118871B}"/>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37" name="Group 536">
            <a:extLst>
              <a:ext uri="{FF2B5EF4-FFF2-40B4-BE49-F238E27FC236}">
                <a16:creationId xmlns:a16="http://schemas.microsoft.com/office/drawing/2014/main" id="{3D804A44-81D9-C34B-D387-2C71BB6D166D}"/>
              </a:ext>
            </a:extLst>
          </p:cNvPr>
          <p:cNvGrpSpPr/>
          <p:nvPr/>
        </p:nvGrpSpPr>
        <p:grpSpPr>
          <a:xfrm>
            <a:off x="11356242" y="90836"/>
            <a:ext cx="721206" cy="609701"/>
            <a:chOff x="11356242" y="90836"/>
            <a:chExt cx="721206" cy="609701"/>
          </a:xfrm>
        </p:grpSpPr>
        <p:sp>
          <p:nvSpPr>
            <p:cNvPr id="538" name="Rectangle 537">
              <a:hlinkHover r:id="" action="ppaction://noaction" highlightClick="1"/>
              <a:extLst>
                <a:ext uri="{FF2B5EF4-FFF2-40B4-BE49-F238E27FC236}">
                  <a16:creationId xmlns:a16="http://schemas.microsoft.com/office/drawing/2014/main" id="{4351F819-1CB4-9958-65DB-DEEC01255A65}"/>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539" name="Oval 538">
              <a:extLst>
                <a:ext uri="{FF2B5EF4-FFF2-40B4-BE49-F238E27FC236}">
                  <a16:creationId xmlns:a16="http://schemas.microsoft.com/office/drawing/2014/main" id="{31039577-58EF-326F-F2DC-BAB9A1731B73}"/>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0" name="Isosceles Triangle 648">
              <a:extLst>
                <a:ext uri="{FF2B5EF4-FFF2-40B4-BE49-F238E27FC236}">
                  <a16:creationId xmlns:a16="http://schemas.microsoft.com/office/drawing/2014/main" id="{17A467F1-BF11-D7A5-E4D4-59C9D2E71647}"/>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1" name="Group 540">
            <a:extLst>
              <a:ext uri="{FF2B5EF4-FFF2-40B4-BE49-F238E27FC236}">
                <a16:creationId xmlns:a16="http://schemas.microsoft.com/office/drawing/2014/main" id="{EA46B88F-95E3-E963-7A48-BA35D9FA2D59}"/>
              </a:ext>
            </a:extLst>
          </p:cNvPr>
          <p:cNvGrpSpPr/>
          <p:nvPr/>
        </p:nvGrpSpPr>
        <p:grpSpPr>
          <a:xfrm>
            <a:off x="11356243" y="3694774"/>
            <a:ext cx="721206" cy="609701"/>
            <a:chOff x="11356243" y="3694774"/>
            <a:chExt cx="721206" cy="609701"/>
          </a:xfrm>
        </p:grpSpPr>
        <p:sp>
          <p:nvSpPr>
            <p:cNvPr id="542" name="Rectangle 541">
              <a:hlinkHover r:id="" action="ppaction://noaction" highlightClick="1"/>
              <a:extLst>
                <a:ext uri="{FF2B5EF4-FFF2-40B4-BE49-F238E27FC236}">
                  <a16:creationId xmlns:a16="http://schemas.microsoft.com/office/drawing/2014/main" id="{58EA0BC3-FE04-9B3E-7E45-4E6165094A9B}"/>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43" name="Oval 542">
              <a:extLst>
                <a:ext uri="{FF2B5EF4-FFF2-40B4-BE49-F238E27FC236}">
                  <a16:creationId xmlns:a16="http://schemas.microsoft.com/office/drawing/2014/main" id="{DF836B88-FEB6-A263-D8A3-928096C3E039}"/>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4" name="Isosceles Triangle 648">
              <a:extLst>
                <a:ext uri="{FF2B5EF4-FFF2-40B4-BE49-F238E27FC236}">
                  <a16:creationId xmlns:a16="http://schemas.microsoft.com/office/drawing/2014/main" id="{981FD8F0-233C-64AC-BE0D-2BD65CE97BED}"/>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5" name="Group 544">
            <a:extLst>
              <a:ext uri="{FF2B5EF4-FFF2-40B4-BE49-F238E27FC236}">
                <a16:creationId xmlns:a16="http://schemas.microsoft.com/office/drawing/2014/main" id="{2E2F4AF6-86DB-3EB4-9E1F-3B9948160E2D}"/>
              </a:ext>
            </a:extLst>
          </p:cNvPr>
          <p:cNvGrpSpPr/>
          <p:nvPr/>
        </p:nvGrpSpPr>
        <p:grpSpPr>
          <a:xfrm>
            <a:off x="9657691" y="4419624"/>
            <a:ext cx="721206" cy="609701"/>
            <a:chOff x="9657691" y="4419624"/>
            <a:chExt cx="721206" cy="609701"/>
          </a:xfrm>
        </p:grpSpPr>
        <p:sp>
          <p:nvSpPr>
            <p:cNvPr id="546" name="Rectangle 545">
              <a:hlinkHover r:id="" action="ppaction://noaction" highlightClick="1"/>
              <a:extLst>
                <a:ext uri="{FF2B5EF4-FFF2-40B4-BE49-F238E27FC236}">
                  <a16:creationId xmlns:a16="http://schemas.microsoft.com/office/drawing/2014/main" id="{060C47AE-AC73-BE86-9EBE-532D66BE9A81}"/>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47" name="Oval 546">
              <a:extLst>
                <a:ext uri="{FF2B5EF4-FFF2-40B4-BE49-F238E27FC236}">
                  <a16:creationId xmlns:a16="http://schemas.microsoft.com/office/drawing/2014/main" id="{A956BAA0-9DC7-C426-B1D9-05658640762A}"/>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8" name="Isosceles Triangle 648">
              <a:extLst>
                <a:ext uri="{FF2B5EF4-FFF2-40B4-BE49-F238E27FC236}">
                  <a16:creationId xmlns:a16="http://schemas.microsoft.com/office/drawing/2014/main" id="{5B4D5072-6B3F-8990-2963-002B173A568B}"/>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9" name="Group 548">
            <a:extLst>
              <a:ext uri="{FF2B5EF4-FFF2-40B4-BE49-F238E27FC236}">
                <a16:creationId xmlns:a16="http://schemas.microsoft.com/office/drawing/2014/main" id="{53C02970-F102-2993-2FDD-91E99A56A26A}"/>
              </a:ext>
            </a:extLst>
          </p:cNvPr>
          <p:cNvGrpSpPr/>
          <p:nvPr/>
        </p:nvGrpSpPr>
        <p:grpSpPr>
          <a:xfrm>
            <a:off x="10506968" y="4419620"/>
            <a:ext cx="721206" cy="609701"/>
            <a:chOff x="10506968" y="4419620"/>
            <a:chExt cx="721206" cy="609701"/>
          </a:xfrm>
        </p:grpSpPr>
        <p:sp>
          <p:nvSpPr>
            <p:cNvPr id="550" name="Rectangle 549">
              <a:hlinkHover r:id="" action="ppaction://noaction" highlightClick="1"/>
              <a:extLst>
                <a:ext uri="{FF2B5EF4-FFF2-40B4-BE49-F238E27FC236}">
                  <a16:creationId xmlns:a16="http://schemas.microsoft.com/office/drawing/2014/main" id="{0F6EF7C4-1D2C-EE48-2CE6-17A55CA81023}"/>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51" name="Oval 550">
              <a:extLst>
                <a:ext uri="{FF2B5EF4-FFF2-40B4-BE49-F238E27FC236}">
                  <a16:creationId xmlns:a16="http://schemas.microsoft.com/office/drawing/2014/main" id="{A5546525-B844-80D8-9290-5295B53ED9BF}"/>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2" name="Isosceles Triangle 648">
              <a:extLst>
                <a:ext uri="{FF2B5EF4-FFF2-40B4-BE49-F238E27FC236}">
                  <a16:creationId xmlns:a16="http://schemas.microsoft.com/office/drawing/2014/main" id="{E7820205-BAF1-4308-2C86-85DC0ACF4B64}"/>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3" name="Group 552">
            <a:extLst>
              <a:ext uri="{FF2B5EF4-FFF2-40B4-BE49-F238E27FC236}">
                <a16:creationId xmlns:a16="http://schemas.microsoft.com/office/drawing/2014/main" id="{5D3AF95D-B0C7-3A36-E685-402E9FBD7328}"/>
              </a:ext>
            </a:extLst>
          </p:cNvPr>
          <p:cNvGrpSpPr/>
          <p:nvPr/>
        </p:nvGrpSpPr>
        <p:grpSpPr>
          <a:xfrm>
            <a:off x="11356003" y="4416261"/>
            <a:ext cx="721206" cy="609701"/>
            <a:chOff x="11356003" y="4416261"/>
            <a:chExt cx="721206" cy="609701"/>
          </a:xfrm>
        </p:grpSpPr>
        <p:sp>
          <p:nvSpPr>
            <p:cNvPr id="554" name="Rectangle 553">
              <a:hlinkHover r:id="" action="ppaction://noaction" highlightClick="1"/>
              <a:extLst>
                <a:ext uri="{FF2B5EF4-FFF2-40B4-BE49-F238E27FC236}">
                  <a16:creationId xmlns:a16="http://schemas.microsoft.com/office/drawing/2014/main" id="{3D543308-5B0B-68B6-DD49-5D343F37B5D5}"/>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55" name="Oval 554">
              <a:extLst>
                <a:ext uri="{FF2B5EF4-FFF2-40B4-BE49-F238E27FC236}">
                  <a16:creationId xmlns:a16="http://schemas.microsoft.com/office/drawing/2014/main" id="{FD32E11A-8817-FEFC-53D8-B1F699A55C67}"/>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6" name="Isosceles Triangle 648">
              <a:extLst>
                <a:ext uri="{FF2B5EF4-FFF2-40B4-BE49-F238E27FC236}">
                  <a16:creationId xmlns:a16="http://schemas.microsoft.com/office/drawing/2014/main" id="{D1B8EC2F-AEF4-7418-D949-165F43AE91BB}"/>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7" name="Group 556">
            <a:extLst>
              <a:ext uri="{FF2B5EF4-FFF2-40B4-BE49-F238E27FC236}">
                <a16:creationId xmlns:a16="http://schemas.microsoft.com/office/drawing/2014/main" id="{179B9C26-8B0C-B671-FF2A-2AF2A72E8BD9}"/>
              </a:ext>
            </a:extLst>
          </p:cNvPr>
          <p:cNvGrpSpPr/>
          <p:nvPr/>
        </p:nvGrpSpPr>
        <p:grpSpPr>
          <a:xfrm>
            <a:off x="8808526" y="4416261"/>
            <a:ext cx="721206" cy="609701"/>
            <a:chOff x="8808526" y="4416261"/>
            <a:chExt cx="721206" cy="609701"/>
          </a:xfrm>
        </p:grpSpPr>
        <p:sp>
          <p:nvSpPr>
            <p:cNvPr id="558" name="Rectangle 557">
              <a:hlinkHover r:id="" action="ppaction://noaction" highlightClick="1"/>
              <a:extLst>
                <a:ext uri="{FF2B5EF4-FFF2-40B4-BE49-F238E27FC236}">
                  <a16:creationId xmlns:a16="http://schemas.microsoft.com/office/drawing/2014/main" id="{894A23A9-AD52-F786-575B-3D1F3E79AA07}"/>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59" name="Oval 558">
              <a:extLst>
                <a:ext uri="{FF2B5EF4-FFF2-40B4-BE49-F238E27FC236}">
                  <a16:creationId xmlns:a16="http://schemas.microsoft.com/office/drawing/2014/main" id="{291EB16F-F682-0E80-CFEA-14062D832171}"/>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0" name="Isosceles Triangle 648">
              <a:extLst>
                <a:ext uri="{FF2B5EF4-FFF2-40B4-BE49-F238E27FC236}">
                  <a16:creationId xmlns:a16="http://schemas.microsoft.com/office/drawing/2014/main" id="{7C264D98-666E-AFA8-3C24-357B47202944}"/>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1" name="Group 560">
            <a:extLst>
              <a:ext uri="{FF2B5EF4-FFF2-40B4-BE49-F238E27FC236}">
                <a16:creationId xmlns:a16="http://schemas.microsoft.com/office/drawing/2014/main" id="{50852401-0CDD-18A9-7E7D-BE615DAD4ECF}"/>
              </a:ext>
            </a:extLst>
          </p:cNvPr>
          <p:cNvGrpSpPr/>
          <p:nvPr/>
        </p:nvGrpSpPr>
        <p:grpSpPr>
          <a:xfrm>
            <a:off x="10509579" y="5141013"/>
            <a:ext cx="721206" cy="609701"/>
            <a:chOff x="10509579" y="5141013"/>
            <a:chExt cx="721206" cy="609701"/>
          </a:xfrm>
        </p:grpSpPr>
        <p:sp>
          <p:nvSpPr>
            <p:cNvPr id="562" name="Rectangle 561">
              <a:hlinkHover r:id="" action="ppaction://noaction" highlightClick="1"/>
              <a:extLst>
                <a:ext uri="{FF2B5EF4-FFF2-40B4-BE49-F238E27FC236}">
                  <a16:creationId xmlns:a16="http://schemas.microsoft.com/office/drawing/2014/main" id="{7DEDAD35-B774-03A3-5B81-E360223BB1D2}"/>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63" name="Oval 562">
              <a:extLst>
                <a:ext uri="{FF2B5EF4-FFF2-40B4-BE49-F238E27FC236}">
                  <a16:creationId xmlns:a16="http://schemas.microsoft.com/office/drawing/2014/main" id="{8C6338C2-DFBE-51F3-FA5C-29CADB33D298}"/>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4" name="Isosceles Triangle 648">
              <a:extLst>
                <a:ext uri="{FF2B5EF4-FFF2-40B4-BE49-F238E27FC236}">
                  <a16:creationId xmlns:a16="http://schemas.microsoft.com/office/drawing/2014/main" id="{E54DE618-5D24-28DE-900B-12B15B1749DD}"/>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5" name="Group 564">
            <a:extLst>
              <a:ext uri="{FF2B5EF4-FFF2-40B4-BE49-F238E27FC236}">
                <a16:creationId xmlns:a16="http://schemas.microsoft.com/office/drawing/2014/main" id="{6B56D7DA-D78F-CE2C-D3D2-DF5F4B59C961}"/>
              </a:ext>
            </a:extLst>
          </p:cNvPr>
          <p:cNvGrpSpPr/>
          <p:nvPr/>
        </p:nvGrpSpPr>
        <p:grpSpPr>
          <a:xfrm>
            <a:off x="9651076" y="5143367"/>
            <a:ext cx="721206" cy="609701"/>
            <a:chOff x="9651076" y="5143367"/>
            <a:chExt cx="721206" cy="609701"/>
          </a:xfrm>
        </p:grpSpPr>
        <p:sp>
          <p:nvSpPr>
            <p:cNvPr id="566" name="Rectangle 565">
              <a:hlinkHover r:id="" action="ppaction://noaction" highlightClick="1"/>
              <a:extLst>
                <a:ext uri="{FF2B5EF4-FFF2-40B4-BE49-F238E27FC236}">
                  <a16:creationId xmlns:a16="http://schemas.microsoft.com/office/drawing/2014/main" id="{D5A44AC6-59DC-997B-29A5-20DFD632767D}"/>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67" name="Oval 566">
              <a:extLst>
                <a:ext uri="{FF2B5EF4-FFF2-40B4-BE49-F238E27FC236}">
                  <a16:creationId xmlns:a16="http://schemas.microsoft.com/office/drawing/2014/main" id="{88D06A07-C983-D08C-3F8A-C33426A7D06B}"/>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8" name="Isosceles Triangle 648">
              <a:extLst>
                <a:ext uri="{FF2B5EF4-FFF2-40B4-BE49-F238E27FC236}">
                  <a16:creationId xmlns:a16="http://schemas.microsoft.com/office/drawing/2014/main" id="{ECE1F30E-8472-66C8-58D3-8D5FC5FE6D01}"/>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9" name="Group 568">
            <a:extLst>
              <a:ext uri="{FF2B5EF4-FFF2-40B4-BE49-F238E27FC236}">
                <a16:creationId xmlns:a16="http://schemas.microsoft.com/office/drawing/2014/main" id="{ADC76778-75DF-7D61-14F5-9A75A6C3DFA0}"/>
              </a:ext>
            </a:extLst>
          </p:cNvPr>
          <p:cNvGrpSpPr/>
          <p:nvPr/>
        </p:nvGrpSpPr>
        <p:grpSpPr>
          <a:xfrm>
            <a:off x="9657612" y="3698231"/>
            <a:ext cx="721206" cy="609701"/>
            <a:chOff x="9657612" y="3698231"/>
            <a:chExt cx="721206" cy="609701"/>
          </a:xfrm>
        </p:grpSpPr>
        <p:sp>
          <p:nvSpPr>
            <p:cNvPr id="570" name="Rectangle 569">
              <a:hlinkHover r:id="" action="ppaction://noaction" highlightClick="1"/>
              <a:extLst>
                <a:ext uri="{FF2B5EF4-FFF2-40B4-BE49-F238E27FC236}">
                  <a16:creationId xmlns:a16="http://schemas.microsoft.com/office/drawing/2014/main" id="{30B15069-1E16-DB83-8762-3A6EFE541171}"/>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71" name="Oval 570">
              <a:extLst>
                <a:ext uri="{FF2B5EF4-FFF2-40B4-BE49-F238E27FC236}">
                  <a16:creationId xmlns:a16="http://schemas.microsoft.com/office/drawing/2014/main" id="{CE5DE4BB-D2AD-1178-D36E-57474E9BB32D}"/>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2" name="Isosceles Triangle 648">
              <a:extLst>
                <a:ext uri="{FF2B5EF4-FFF2-40B4-BE49-F238E27FC236}">
                  <a16:creationId xmlns:a16="http://schemas.microsoft.com/office/drawing/2014/main" id="{25117BE9-0DF1-F779-50BB-27201F490E47}"/>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3" name="Group 572">
            <a:extLst>
              <a:ext uri="{FF2B5EF4-FFF2-40B4-BE49-F238E27FC236}">
                <a16:creationId xmlns:a16="http://schemas.microsoft.com/office/drawing/2014/main" id="{A2AECCC1-E292-E60C-E569-B6C66CBA0C6D}"/>
              </a:ext>
            </a:extLst>
          </p:cNvPr>
          <p:cNvGrpSpPr/>
          <p:nvPr/>
        </p:nvGrpSpPr>
        <p:grpSpPr>
          <a:xfrm>
            <a:off x="10506928" y="3698227"/>
            <a:ext cx="721206" cy="609701"/>
            <a:chOff x="10506928" y="3698227"/>
            <a:chExt cx="721206" cy="609701"/>
          </a:xfrm>
        </p:grpSpPr>
        <p:sp>
          <p:nvSpPr>
            <p:cNvPr id="574" name="Rectangle 573">
              <a:hlinkHover r:id="" action="ppaction://noaction" highlightClick="1"/>
              <a:extLst>
                <a:ext uri="{FF2B5EF4-FFF2-40B4-BE49-F238E27FC236}">
                  <a16:creationId xmlns:a16="http://schemas.microsoft.com/office/drawing/2014/main" id="{D3F34719-CB70-F1F3-A229-EB207FCB3D0C}"/>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75" name="Oval 574">
              <a:extLst>
                <a:ext uri="{FF2B5EF4-FFF2-40B4-BE49-F238E27FC236}">
                  <a16:creationId xmlns:a16="http://schemas.microsoft.com/office/drawing/2014/main" id="{40BF389C-AE8D-BF9C-CF56-B78C59061E21}"/>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6" name="Isosceles Triangle 648">
              <a:extLst>
                <a:ext uri="{FF2B5EF4-FFF2-40B4-BE49-F238E27FC236}">
                  <a16:creationId xmlns:a16="http://schemas.microsoft.com/office/drawing/2014/main" id="{C9F65917-11C9-B3CD-CC9A-51BB576BC338}"/>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7" name="Group 576">
            <a:extLst>
              <a:ext uri="{FF2B5EF4-FFF2-40B4-BE49-F238E27FC236}">
                <a16:creationId xmlns:a16="http://schemas.microsoft.com/office/drawing/2014/main" id="{E906BBE5-916D-A77C-DB68-A34F70DD6E0B}"/>
              </a:ext>
            </a:extLst>
          </p:cNvPr>
          <p:cNvGrpSpPr/>
          <p:nvPr/>
        </p:nvGrpSpPr>
        <p:grpSpPr>
          <a:xfrm>
            <a:off x="8808417" y="5135710"/>
            <a:ext cx="721206" cy="609701"/>
            <a:chOff x="8808417" y="5135710"/>
            <a:chExt cx="721206" cy="609701"/>
          </a:xfrm>
        </p:grpSpPr>
        <p:sp>
          <p:nvSpPr>
            <p:cNvPr id="578" name="Rectangle 577">
              <a:hlinkHover r:id="" action="ppaction://noaction" highlightClick="1"/>
              <a:extLst>
                <a:ext uri="{FF2B5EF4-FFF2-40B4-BE49-F238E27FC236}">
                  <a16:creationId xmlns:a16="http://schemas.microsoft.com/office/drawing/2014/main" id="{4F5BDD7A-C029-9EDC-CB85-033D05DE1FC0}"/>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79" name="Oval 578">
              <a:extLst>
                <a:ext uri="{FF2B5EF4-FFF2-40B4-BE49-F238E27FC236}">
                  <a16:creationId xmlns:a16="http://schemas.microsoft.com/office/drawing/2014/main" id="{C542C528-5978-8F36-80BA-95D467D8F468}"/>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0" name="Isosceles Triangle 648">
              <a:extLst>
                <a:ext uri="{FF2B5EF4-FFF2-40B4-BE49-F238E27FC236}">
                  <a16:creationId xmlns:a16="http://schemas.microsoft.com/office/drawing/2014/main" id="{ECAA6DAC-3767-28B7-E8B0-ECEFA3C61A64}"/>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5" name="Group 594">
            <a:extLst>
              <a:ext uri="{FF2B5EF4-FFF2-40B4-BE49-F238E27FC236}">
                <a16:creationId xmlns:a16="http://schemas.microsoft.com/office/drawing/2014/main" id="{C036424F-F484-4395-7567-E9303F657A6A}"/>
              </a:ext>
            </a:extLst>
          </p:cNvPr>
          <p:cNvGrpSpPr/>
          <p:nvPr/>
        </p:nvGrpSpPr>
        <p:grpSpPr>
          <a:xfrm>
            <a:off x="7957572" y="1532276"/>
            <a:ext cx="721206" cy="609701"/>
            <a:chOff x="7957572" y="1532276"/>
            <a:chExt cx="721206" cy="609701"/>
          </a:xfrm>
        </p:grpSpPr>
        <p:sp>
          <p:nvSpPr>
            <p:cNvPr id="596" name="Rectangle 595">
              <a:hlinkHover r:id="" action="ppaction://noaction" highlightClick="1"/>
              <a:extLst>
                <a:ext uri="{FF2B5EF4-FFF2-40B4-BE49-F238E27FC236}">
                  <a16:creationId xmlns:a16="http://schemas.microsoft.com/office/drawing/2014/main" id="{55C88C0A-96FD-35E1-0C97-8775451AF6B6}"/>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97" name="Rectangle 596">
              <a:extLst>
                <a:ext uri="{FF2B5EF4-FFF2-40B4-BE49-F238E27FC236}">
                  <a16:creationId xmlns:a16="http://schemas.microsoft.com/office/drawing/2014/main" id="{416CD129-A257-BE8B-6ABF-1BD31027F294}"/>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8" name="Oval 15">
              <a:extLst>
                <a:ext uri="{FF2B5EF4-FFF2-40B4-BE49-F238E27FC236}">
                  <a16:creationId xmlns:a16="http://schemas.microsoft.com/office/drawing/2014/main" id="{5721DB52-549E-8076-09BD-55C5BFD3556C}"/>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99" name="Straight Connector 598">
              <a:extLst>
                <a:ext uri="{FF2B5EF4-FFF2-40B4-BE49-F238E27FC236}">
                  <a16:creationId xmlns:a16="http://schemas.microsoft.com/office/drawing/2014/main" id="{6F0F5559-1FB9-6B43-44EA-9E5B51EE914A}"/>
                </a:ext>
              </a:extLst>
            </p:cNvPr>
            <p:cNvCxnSpPr>
              <a:cxnSpLocks/>
              <a:stCxn id="598"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00" name="Straight Connector 599">
              <a:extLst>
                <a:ext uri="{FF2B5EF4-FFF2-40B4-BE49-F238E27FC236}">
                  <a16:creationId xmlns:a16="http://schemas.microsoft.com/office/drawing/2014/main" id="{58331AF8-A683-07E0-2051-BF7511A17A0D}"/>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1" name="Group 600">
            <a:extLst>
              <a:ext uri="{FF2B5EF4-FFF2-40B4-BE49-F238E27FC236}">
                <a16:creationId xmlns:a16="http://schemas.microsoft.com/office/drawing/2014/main" id="{4815DA6F-9C45-BDEC-70AF-345057ED02C4}"/>
              </a:ext>
            </a:extLst>
          </p:cNvPr>
          <p:cNvGrpSpPr/>
          <p:nvPr/>
        </p:nvGrpSpPr>
        <p:grpSpPr>
          <a:xfrm>
            <a:off x="9656904" y="1532276"/>
            <a:ext cx="721206" cy="609701"/>
            <a:chOff x="9656904" y="1532276"/>
            <a:chExt cx="721206" cy="609701"/>
          </a:xfrm>
        </p:grpSpPr>
        <p:sp>
          <p:nvSpPr>
            <p:cNvPr id="602" name="Rectangle 601">
              <a:extLst>
                <a:ext uri="{FF2B5EF4-FFF2-40B4-BE49-F238E27FC236}">
                  <a16:creationId xmlns:a16="http://schemas.microsoft.com/office/drawing/2014/main" id="{3247C066-F55C-F41F-CD36-01BAF0198F3A}"/>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03" name="Rectangle 602">
              <a:extLst>
                <a:ext uri="{FF2B5EF4-FFF2-40B4-BE49-F238E27FC236}">
                  <a16:creationId xmlns:a16="http://schemas.microsoft.com/office/drawing/2014/main" id="{961B654D-F05F-7BA0-8690-D33F004EDF13}"/>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4" name="Oval 15">
              <a:extLst>
                <a:ext uri="{FF2B5EF4-FFF2-40B4-BE49-F238E27FC236}">
                  <a16:creationId xmlns:a16="http://schemas.microsoft.com/office/drawing/2014/main" id="{93870429-064A-BDE0-0C32-D17B69609A1A}"/>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5" name="Straight Connector 604">
              <a:extLst>
                <a:ext uri="{FF2B5EF4-FFF2-40B4-BE49-F238E27FC236}">
                  <a16:creationId xmlns:a16="http://schemas.microsoft.com/office/drawing/2014/main" id="{3D6FEC63-8FCA-95C8-C1F3-89E38B05FE7D}"/>
                </a:ext>
              </a:extLst>
            </p:cNvPr>
            <p:cNvCxnSpPr>
              <a:cxnSpLocks/>
              <a:stCxn id="604"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06" name="Straight Connector 605">
              <a:extLst>
                <a:ext uri="{FF2B5EF4-FFF2-40B4-BE49-F238E27FC236}">
                  <a16:creationId xmlns:a16="http://schemas.microsoft.com/office/drawing/2014/main" id="{F8243553-0AC8-9FF1-5BEC-2C423A07B914}"/>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5" name="Group 634">
            <a:extLst>
              <a:ext uri="{FF2B5EF4-FFF2-40B4-BE49-F238E27FC236}">
                <a16:creationId xmlns:a16="http://schemas.microsoft.com/office/drawing/2014/main" id="{1A7E34D5-CECF-8BBA-021F-F1BC8CE7A49C}"/>
              </a:ext>
            </a:extLst>
          </p:cNvPr>
          <p:cNvGrpSpPr/>
          <p:nvPr/>
        </p:nvGrpSpPr>
        <p:grpSpPr>
          <a:xfrm>
            <a:off x="11356242" y="811556"/>
            <a:ext cx="721206" cy="609701"/>
            <a:chOff x="11356242" y="811556"/>
            <a:chExt cx="721206" cy="609701"/>
          </a:xfrm>
        </p:grpSpPr>
        <p:sp>
          <p:nvSpPr>
            <p:cNvPr id="636" name="Rectangle 635">
              <a:hlinkHover r:id="" action="ppaction://noaction" highlightClick="1"/>
              <a:extLst>
                <a:ext uri="{FF2B5EF4-FFF2-40B4-BE49-F238E27FC236}">
                  <a16:creationId xmlns:a16="http://schemas.microsoft.com/office/drawing/2014/main" id="{59596B60-E2F0-C784-C5BB-48131C17B56D}"/>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637" name="Oval 636">
              <a:extLst>
                <a:ext uri="{FF2B5EF4-FFF2-40B4-BE49-F238E27FC236}">
                  <a16:creationId xmlns:a16="http://schemas.microsoft.com/office/drawing/2014/main" id="{0AE67368-50A6-0C50-83DE-7663CE46A874}"/>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8" name="Isosceles Triangle 648">
              <a:extLst>
                <a:ext uri="{FF2B5EF4-FFF2-40B4-BE49-F238E27FC236}">
                  <a16:creationId xmlns:a16="http://schemas.microsoft.com/office/drawing/2014/main" id="{464173AD-59C9-FA8E-214C-EA0B662D3767}"/>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9" name="Group 638">
            <a:extLst>
              <a:ext uri="{FF2B5EF4-FFF2-40B4-BE49-F238E27FC236}">
                <a16:creationId xmlns:a16="http://schemas.microsoft.com/office/drawing/2014/main" id="{BC392A7F-BE99-37A0-B344-C52D92141078}"/>
              </a:ext>
            </a:extLst>
          </p:cNvPr>
          <p:cNvGrpSpPr/>
          <p:nvPr/>
        </p:nvGrpSpPr>
        <p:grpSpPr>
          <a:xfrm>
            <a:off x="8807249" y="811555"/>
            <a:ext cx="721206" cy="609701"/>
            <a:chOff x="8807249" y="811555"/>
            <a:chExt cx="721206" cy="609701"/>
          </a:xfrm>
        </p:grpSpPr>
        <p:sp>
          <p:nvSpPr>
            <p:cNvPr id="640" name="Rectangle 639">
              <a:hlinkHover r:id="" action="ppaction://noaction" highlightClick="1"/>
              <a:extLst>
                <a:ext uri="{FF2B5EF4-FFF2-40B4-BE49-F238E27FC236}">
                  <a16:creationId xmlns:a16="http://schemas.microsoft.com/office/drawing/2014/main" id="{B720FA77-DE74-F6F3-346A-F8D057C5813C}"/>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641" name="Diamond 640">
              <a:extLst>
                <a:ext uri="{FF2B5EF4-FFF2-40B4-BE49-F238E27FC236}">
                  <a16:creationId xmlns:a16="http://schemas.microsoft.com/office/drawing/2014/main" id="{740E6152-B9A3-1EA9-FC28-B42BC0B15ACF}"/>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2" name="Oval 641">
              <a:extLst>
                <a:ext uri="{FF2B5EF4-FFF2-40B4-BE49-F238E27FC236}">
                  <a16:creationId xmlns:a16="http://schemas.microsoft.com/office/drawing/2014/main" id="{5A6F92B6-2B91-22D6-1E00-7EFA1783326D}"/>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3" name="Group 642">
            <a:extLst>
              <a:ext uri="{FF2B5EF4-FFF2-40B4-BE49-F238E27FC236}">
                <a16:creationId xmlns:a16="http://schemas.microsoft.com/office/drawing/2014/main" id="{B4C82E6F-BB41-D968-C268-E7873EC657F9}"/>
              </a:ext>
            </a:extLst>
          </p:cNvPr>
          <p:cNvGrpSpPr/>
          <p:nvPr/>
        </p:nvGrpSpPr>
        <p:grpSpPr>
          <a:xfrm>
            <a:off x="8808419" y="3705986"/>
            <a:ext cx="721206" cy="609701"/>
            <a:chOff x="8808419" y="3705986"/>
            <a:chExt cx="721206" cy="609701"/>
          </a:xfrm>
        </p:grpSpPr>
        <p:sp>
          <p:nvSpPr>
            <p:cNvPr id="644" name="Rectangle 643">
              <a:hlinkHover r:id="" action="ppaction://noaction" highlightClick="1"/>
              <a:extLst>
                <a:ext uri="{FF2B5EF4-FFF2-40B4-BE49-F238E27FC236}">
                  <a16:creationId xmlns:a16="http://schemas.microsoft.com/office/drawing/2014/main" id="{6AE47EBF-3CD4-F541-5A95-C61B91777786}"/>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45" name="Oval 644">
              <a:extLst>
                <a:ext uri="{FF2B5EF4-FFF2-40B4-BE49-F238E27FC236}">
                  <a16:creationId xmlns:a16="http://schemas.microsoft.com/office/drawing/2014/main" id="{DC0AD1F7-6115-3D6D-791F-6269CE1A66E8}"/>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6" name="Isosceles Triangle 648">
              <a:extLst>
                <a:ext uri="{FF2B5EF4-FFF2-40B4-BE49-F238E27FC236}">
                  <a16:creationId xmlns:a16="http://schemas.microsoft.com/office/drawing/2014/main" id="{41F71589-5711-E20D-D62F-BA5E78CBF570}"/>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7" name="Group 646">
            <a:extLst>
              <a:ext uri="{FF2B5EF4-FFF2-40B4-BE49-F238E27FC236}">
                <a16:creationId xmlns:a16="http://schemas.microsoft.com/office/drawing/2014/main" id="{978622F4-2005-343B-D0BE-8B03219BB2EC}"/>
              </a:ext>
            </a:extLst>
          </p:cNvPr>
          <p:cNvGrpSpPr/>
          <p:nvPr/>
        </p:nvGrpSpPr>
        <p:grpSpPr>
          <a:xfrm>
            <a:off x="431659" y="90836"/>
            <a:ext cx="721210" cy="609701"/>
            <a:chOff x="431659" y="90836"/>
            <a:chExt cx="721210" cy="609701"/>
          </a:xfrm>
        </p:grpSpPr>
        <p:sp>
          <p:nvSpPr>
            <p:cNvPr id="648" name="Rectangle 647">
              <a:extLst>
                <a:ext uri="{FF2B5EF4-FFF2-40B4-BE49-F238E27FC236}">
                  <a16:creationId xmlns:a16="http://schemas.microsoft.com/office/drawing/2014/main" id="{2B78F622-8872-C1E0-BD5B-5E9196E5A504}"/>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49" name="Rectangle 648">
              <a:extLst>
                <a:ext uri="{FF2B5EF4-FFF2-40B4-BE49-F238E27FC236}">
                  <a16:creationId xmlns:a16="http://schemas.microsoft.com/office/drawing/2014/main" id="{8F328486-9FB4-117D-A634-B82CE1EE8C87}"/>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0" name="Oval 15">
              <a:extLst>
                <a:ext uri="{FF2B5EF4-FFF2-40B4-BE49-F238E27FC236}">
                  <a16:creationId xmlns:a16="http://schemas.microsoft.com/office/drawing/2014/main" id="{03E81491-B0C2-CBB5-2BC0-BF273FF77097}"/>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51" name="Straight Connector 650">
              <a:extLst>
                <a:ext uri="{FF2B5EF4-FFF2-40B4-BE49-F238E27FC236}">
                  <a16:creationId xmlns:a16="http://schemas.microsoft.com/office/drawing/2014/main" id="{94090A39-D788-C6DB-EC82-D132F2AD7B4A}"/>
                </a:ext>
              </a:extLst>
            </p:cNvPr>
            <p:cNvCxnSpPr>
              <a:cxnSpLocks/>
              <a:stCxn id="650"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52" name="Straight Connector 651">
              <a:extLst>
                <a:ext uri="{FF2B5EF4-FFF2-40B4-BE49-F238E27FC236}">
                  <a16:creationId xmlns:a16="http://schemas.microsoft.com/office/drawing/2014/main" id="{B5A9F22D-A251-1ED2-A78F-96C937FED76A}"/>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3" name="Group 652">
            <a:extLst>
              <a:ext uri="{FF2B5EF4-FFF2-40B4-BE49-F238E27FC236}">
                <a16:creationId xmlns:a16="http://schemas.microsoft.com/office/drawing/2014/main" id="{B3E69FB5-BC08-B266-CC5F-9C36C9B5399D}"/>
              </a:ext>
            </a:extLst>
          </p:cNvPr>
          <p:cNvGrpSpPr/>
          <p:nvPr/>
        </p:nvGrpSpPr>
        <p:grpSpPr>
          <a:xfrm>
            <a:off x="1267282" y="90836"/>
            <a:ext cx="721206" cy="609701"/>
            <a:chOff x="1267282" y="90836"/>
            <a:chExt cx="721206" cy="609701"/>
          </a:xfrm>
        </p:grpSpPr>
        <p:sp>
          <p:nvSpPr>
            <p:cNvPr id="654" name="Rectangle 653">
              <a:extLst>
                <a:ext uri="{FF2B5EF4-FFF2-40B4-BE49-F238E27FC236}">
                  <a16:creationId xmlns:a16="http://schemas.microsoft.com/office/drawing/2014/main" id="{E9B65F37-9302-386D-D136-927B6637FCFE}"/>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55" name="Rectangle 654">
              <a:extLst>
                <a:ext uri="{FF2B5EF4-FFF2-40B4-BE49-F238E27FC236}">
                  <a16:creationId xmlns:a16="http://schemas.microsoft.com/office/drawing/2014/main" id="{1E5DD859-AAD0-FBC6-D25B-EF8616B7D601}"/>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6" name="Oval 15">
              <a:extLst>
                <a:ext uri="{FF2B5EF4-FFF2-40B4-BE49-F238E27FC236}">
                  <a16:creationId xmlns:a16="http://schemas.microsoft.com/office/drawing/2014/main" id="{2F7310A5-20B2-6EFF-5A5F-35F274D0CC44}"/>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57" name="Straight Connector 656">
              <a:extLst>
                <a:ext uri="{FF2B5EF4-FFF2-40B4-BE49-F238E27FC236}">
                  <a16:creationId xmlns:a16="http://schemas.microsoft.com/office/drawing/2014/main" id="{08D14541-9C7F-4821-F1A0-A4CFA30F7151}"/>
                </a:ext>
              </a:extLst>
            </p:cNvPr>
            <p:cNvCxnSpPr>
              <a:cxnSpLocks/>
              <a:stCxn id="656"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58" name="Straight Connector 657">
              <a:extLst>
                <a:ext uri="{FF2B5EF4-FFF2-40B4-BE49-F238E27FC236}">
                  <a16:creationId xmlns:a16="http://schemas.microsoft.com/office/drawing/2014/main" id="{135D9DEF-F77C-53B6-031D-9479237D7E33}"/>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9" name="Group 658">
            <a:extLst>
              <a:ext uri="{FF2B5EF4-FFF2-40B4-BE49-F238E27FC236}">
                <a16:creationId xmlns:a16="http://schemas.microsoft.com/office/drawing/2014/main" id="{5F51F8BE-7412-C902-5393-C2FE4F66399F}"/>
              </a:ext>
            </a:extLst>
          </p:cNvPr>
          <p:cNvGrpSpPr/>
          <p:nvPr/>
        </p:nvGrpSpPr>
        <p:grpSpPr>
          <a:xfrm>
            <a:off x="2102907" y="90836"/>
            <a:ext cx="721206" cy="609701"/>
            <a:chOff x="2102907" y="90836"/>
            <a:chExt cx="721206" cy="609701"/>
          </a:xfrm>
        </p:grpSpPr>
        <p:sp>
          <p:nvSpPr>
            <p:cNvPr id="660" name="Rectangle 659">
              <a:extLst>
                <a:ext uri="{FF2B5EF4-FFF2-40B4-BE49-F238E27FC236}">
                  <a16:creationId xmlns:a16="http://schemas.microsoft.com/office/drawing/2014/main" id="{DE7CE7D5-E0CD-6C60-22D9-7468712D852F}"/>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61" name="Rectangle 660">
              <a:extLst>
                <a:ext uri="{FF2B5EF4-FFF2-40B4-BE49-F238E27FC236}">
                  <a16:creationId xmlns:a16="http://schemas.microsoft.com/office/drawing/2014/main" id="{A7C8E49A-2524-B2F4-F596-073542E76015}"/>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2" name="Oval 15">
              <a:extLst>
                <a:ext uri="{FF2B5EF4-FFF2-40B4-BE49-F238E27FC236}">
                  <a16:creationId xmlns:a16="http://schemas.microsoft.com/office/drawing/2014/main" id="{B55C4432-348C-0B5F-4359-58C1F84B15B0}"/>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3" name="Straight Connector 662">
              <a:extLst>
                <a:ext uri="{FF2B5EF4-FFF2-40B4-BE49-F238E27FC236}">
                  <a16:creationId xmlns:a16="http://schemas.microsoft.com/office/drawing/2014/main" id="{4BBB173A-BFC3-449B-1975-4987EF29704F}"/>
                </a:ext>
              </a:extLst>
            </p:cNvPr>
            <p:cNvCxnSpPr>
              <a:cxnSpLocks/>
              <a:stCxn id="662"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64" name="Straight Connector 663">
              <a:extLst>
                <a:ext uri="{FF2B5EF4-FFF2-40B4-BE49-F238E27FC236}">
                  <a16:creationId xmlns:a16="http://schemas.microsoft.com/office/drawing/2014/main" id="{03BC910C-673E-07C7-124B-4B9389B27A1C}"/>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65" name="Group 664">
            <a:extLst>
              <a:ext uri="{FF2B5EF4-FFF2-40B4-BE49-F238E27FC236}">
                <a16:creationId xmlns:a16="http://schemas.microsoft.com/office/drawing/2014/main" id="{BD7FB2F9-7329-C738-9215-17CCD143CA75}"/>
              </a:ext>
            </a:extLst>
          </p:cNvPr>
          <p:cNvGrpSpPr/>
          <p:nvPr/>
        </p:nvGrpSpPr>
        <p:grpSpPr>
          <a:xfrm>
            <a:off x="1269626" y="4419615"/>
            <a:ext cx="721206" cy="609701"/>
            <a:chOff x="1269626" y="4419615"/>
            <a:chExt cx="721206" cy="609701"/>
          </a:xfrm>
        </p:grpSpPr>
        <p:sp>
          <p:nvSpPr>
            <p:cNvPr id="666" name="Rectangle 665">
              <a:extLst>
                <a:ext uri="{FF2B5EF4-FFF2-40B4-BE49-F238E27FC236}">
                  <a16:creationId xmlns:a16="http://schemas.microsoft.com/office/drawing/2014/main" id="{F6B1935B-D4B0-BA9C-1828-6272717EDF28}"/>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67" name="Cylinder 666">
              <a:extLst>
                <a:ext uri="{FF2B5EF4-FFF2-40B4-BE49-F238E27FC236}">
                  <a16:creationId xmlns:a16="http://schemas.microsoft.com/office/drawing/2014/main" id="{0B6192B6-3F47-BBDC-1F1E-2BD8A5B84DE7}"/>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8" name="Group 667">
            <a:extLst>
              <a:ext uri="{FF2B5EF4-FFF2-40B4-BE49-F238E27FC236}">
                <a16:creationId xmlns:a16="http://schemas.microsoft.com/office/drawing/2014/main" id="{3FDACB1A-DB26-D0F5-C334-0B498E37C847}"/>
              </a:ext>
            </a:extLst>
          </p:cNvPr>
          <p:cNvGrpSpPr/>
          <p:nvPr/>
        </p:nvGrpSpPr>
        <p:grpSpPr>
          <a:xfrm>
            <a:off x="432841" y="4419615"/>
            <a:ext cx="721206" cy="609701"/>
            <a:chOff x="432841" y="4419615"/>
            <a:chExt cx="721206" cy="609701"/>
          </a:xfrm>
        </p:grpSpPr>
        <p:sp>
          <p:nvSpPr>
            <p:cNvPr id="669" name="Rectangle 668">
              <a:extLst>
                <a:ext uri="{FF2B5EF4-FFF2-40B4-BE49-F238E27FC236}">
                  <a16:creationId xmlns:a16="http://schemas.microsoft.com/office/drawing/2014/main" id="{C4FACA81-9F08-A565-BE6A-0CA3229FA109}"/>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70" name="Cylinder 669">
              <a:extLst>
                <a:ext uri="{FF2B5EF4-FFF2-40B4-BE49-F238E27FC236}">
                  <a16:creationId xmlns:a16="http://schemas.microsoft.com/office/drawing/2014/main" id="{64C9BE90-8724-386D-E034-C9817B8A006E}"/>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1" name="Group 670">
            <a:extLst>
              <a:ext uri="{FF2B5EF4-FFF2-40B4-BE49-F238E27FC236}">
                <a16:creationId xmlns:a16="http://schemas.microsoft.com/office/drawing/2014/main" id="{B9926443-E421-78EB-69A0-B3ADA5E981F1}"/>
              </a:ext>
            </a:extLst>
          </p:cNvPr>
          <p:cNvGrpSpPr/>
          <p:nvPr/>
        </p:nvGrpSpPr>
        <p:grpSpPr>
          <a:xfrm>
            <a:off x="1268467" y="5141008"/>
            <a:ext cx="721206" cy="609701"/>
            <a:chOff x="1268467" y="5141008"/>
            <a:chExt cx="721206" cy="609701"/>
          </a:xfrm>
        </p:grpSpPr>
        <p:sp>
          <p:nvSpPr>
            <p:cNvPr id="672" name="Rectangle 671">
              <a:extLst>
                <a:ext uri="{FF2B5EF4-FFF2-40B4-BE49-F238E27FC236}">
                  <a16:creationId xmlns:a16="http://schemas.microsoft.com/office/drawing/2014/main" id="{5FDBEAC7-C1DA-BE53-B03C-C8CF7CEA2F54}"/>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73" name="Cylinder 672">
              <a:extLst>
                <a:ext uri="{FF2B5EF4-FFF2-40B4-BE49-F238E27FC236}">
                  <a16:creationId xmlns:a16="http://schemas.microsoft.com/office/drawing/2014/main" id="{DA27A68B-69D5-441C-AA59-4608C937851B}"/>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4" name="Group 673">
            <a:extLst>
              <a:ext uri="{FF2B5EF4-FFF2-40B4-BE49-F238E27FC236}">
                <a16:creationId xmlns:a16="http://schemas.microsoft.com/office/drawing/2014/main" id="{99217090-5A56-DE28-AFE9-AB1E36172D0A}"/>
              </a:ext>
            </a:extLst>
          </p:cNvPr>
          <p:cNvGrpSpPr/>
          <p:nvPr/>
        </p:nvGrpSpPr>
        <p:grpSpPr>
          <a:xfrm>
            <a:off x="431297" y="5141008"/>
            <a:ext cx="721206" cy="609701"/>
            <a:chOff x="431297" y="5141008"/>
            <a:chExt cx="721206" cy="609701"/>
          </a:xfrm>
        </p:grpSpPr>
        <p:sp>
          <p:nvSpPr>
            <p:cNvPr id="675" name="Rectangle 674">
              <a:extLst>
                <a:ext uri="{FF2B5EF4-FFF2-40B4-BE49-F238E27FC236}">
                  <a16:creationId xmlns:a16="http://schemas.microsoft.com/office/drawing/2014/main" id="{4A14C60F-C369-DDDE-F670-8C86341F5F51}"/>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76" name="Cylinder 675">
              <a:extLst>
                <a:ext uri="{FF2B5EF4-FFF2-40B4-BE49-F238E27FC236}">
                  <a16:creationId xmlns:a16="http://schemas.microsoft.com/office/drawing/2014/main" id="{28647D7A-B225-8D23-2914-7EBEDC869D5A}"/>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7" name="Group 676">
            <a:extLst>
              <a:ext uri="{FF2B5EF4-FFF2-40B4-BE49-F238E27FC236}">
                <a16:creationId xmlns:a16="http://schemas.microsoft.com/office/drawing/2014/main" id="{3AF878BE-8964-B63E-AFC9-E71AA48A1BD7}"/>
              </a:ext>
            </a:extLst>
          </p:cNvPr>
          <p:cNvGrpSpPr/>
          <p:nvPr/>
        </p:nvGrpSpPr>
        <p:grpSpPr>
          <a:xfrm>
            <a:off x="431660" y="3698226"/>
            <a:ext cx="721206" cy="609701"/>
            <a:chOff x="431660" y="3698226"/>
            <a:chExt cx="721206" cy="609701"/>
          </a:xfrm>
        </p:grpSpPr>
        <p:sp>
          <p:nvSpPr>
            <p:cNvPr id="678" name="Rectangle 677">
              <a:extLst>
                <a:ext uri="{FF2B5EF4-FFF2-40B4-BE49-F238E27FC236}">
                  <a16:creationId xmlns:a16="http://schemas.microsoft.com/office/drawing/2014/main" id="{043D1192-FA60-6178-1105-90E84B344DB7}"/>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79" name="Right Triangle 678">
              <a:extLst>
                <a:ext uri="{FF2B5EF4-FFF2-40B4-BE49-F238E27FC236}">
                  <a16:creationId xmlns:a16="http://schemas.microsoft.com/office/drawing/2014/main" id="{241140ED-2523-7CC0-8BB1-48F21FA2E971}"/>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0" name="Group 679">
              <a:extLst>
                <a:ext uri="{FF2B5EF4-FFF2-40B4-BE49-F238E27FC236}">
                  <a16:creationId xmlns:a16="http://schemas.microsoft.com/office/drawing/2014/main" id="{6ED521A6-AB23-7BEA-622D-A77E5A154720}"/>
                </a:ext>
              </a:extLst>
            </p:cNvPr>
            <p:cNvGrpSpPr/>
            <p:nvPr/>
          </p:nvGrpSpPr>
          <p:grpSpPr>
            <a:xfrm>
              <a:off x="1102253" y="3706270"/>
              <a:ext cx="37817" cy="61390"/>
              <a:chOff x="3883481" y="2057400"/>
              <a:chExt cx="1608363" cy="2652031"/>
            </a:xfrm>
            <a:solidFill>
              <a:srgbClr val="A6A6A6">
                <a:alpha val="20000"/>
              </a:srgbClr>
            </a:solidFill>
          </p:grpSpPr>
          <p:sp>
            <p:nvSpPr>
              <p:cNvPr id="681" name="Oval 27">
                <a:extLst>
                  <a:ext uri="{FF2B5EF4-FFF2-40B4-BE49-F238E27FC236}">
                    <a16:creationId xmlns:a16="http://schemas.microsoft.com/office/drawing/2014/main" id="{E23A9C77-F3EF-5CB4-64D2-48C67B7BD95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2" name="Oval 28">
                <a:extLst>
                  <a:ext uri="{FF2B5EF4-FFF2-40B4-BE49-F238E27FC236}">
                    <a16:creationId xmlns:a16="http://schemas.microsoft.com/office/drawing/2014/main" id="{69B9DEE6-6E00-103D-76B0-C4AD8BCA9B0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3" name="Group 682">
            <a:extLst>
              <a:ext uri="{FF2B5EF4-FFF2-40B4-BE49-F238E27FC236}">
                <a16:creationId xmlns:a16="http://schemas.microsoft.com/office/drawing/2014/main" id="{8B564E21-EB44-84DC-8868-2254FA95F59A}"/>
              </a:ext>
            </a:extLst>
          </p:cNvPr>
          <p:cNvGrpSpPr/>
          <p:nvPr/>
        </p:nvGrpSpPr>
        <p:grpSpPr>
          <a:xfrm>
            <a:off x="2942399" y="3698227"/>
            <a:ext cx="721206" cy="609701"/>
            <a:chOff x="2942399" y="3698227"/>
            <a:chExt cx="721206" cy="609701"/>
          </a:xfrm>
        </p:grpSpPr>
        <p:sp>
          <p:nvSpPr>
            <p:cNvPr id="684" name="Rectangle 683">
              <a:extLst>
                <a:ext uri="{FF2B5EF4-FFF2-40B4-BE49-F238E27FC236}">
                  <a16:creationId xmlns:a16="http://schemas.microsoft.com/office/drawing/2014/main" id="{B99E81B8-8FA4-0BB1-15F5-9686374F1F02}"/>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85" name="Right Triangle 684">
              <a:extLst>
                <a:ext uri="{FF2B5EF4-FFF2-40B4-BE49-F238E27FC236}">
                  <a16:creationId xmlns:a16="http://schemas.microsoft.com/office/drawing/2014/main" id="{FC305565-0E56-37C2-8156-5B1168096478}"/>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6" name="Group 685">
              <a:extLst>
                <a:ext uri="{FF2B5EF4-FFF2-40B4-BE49-F238E27FC236}">
                  <a16:creationId xmlns:a16="http://schemas.microsoft.com/office/drawing/2014/main" id="{DDA1E4C8-2344-F789-CD4D-0D36BD030CB9}"/>
                </a:ext>
              </a:extLst>
            </p:cNvPr>
            <p:cNvGrpSpPr/>
            <p:nvPr/>
          </p:nvGrpSpPr>
          <p:grpSpPr>
            <a:xfrm>
              <a:off x="3607767" y="3713057"/>
              <a:ext cx="37817" cy="61390"/>
              <a:chOff x="3883481" y="2057400"/>
              <a:chExt cx="1608363" cy="2652031"/>
            </a:xfrm>
            <a:solidFill>
              <a:srgbClr val="A6A6A6">
                <a:alpha val="20000"/>
              </a:srgbClr>
            </a:solidFill>
          </p:grpSpPr>
          <p:sp>
            <p:nvSpPr>
              <p:cNvPr id="687" name="Oval 27">
                <a:extLst>
                  <a:ext uri="{FF2B5EF4-FFF2-40B4-BE49-F238E27FC236}">
                    <a16:creationId xmlns:a16="http://schemas.microsoft.com/office/drawing/2014/main" id="{993B8CF2-B5E2-6643-7C8A-86AAD1FC52C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8" name="Oval 28">
                <a:extLst>
                  <a:ext uri="{FF2B5EF4-FFF2-40B4-BE49-F238E27FC236}">
                    <a16:creationId xmlns:a16="http://schemas.microsoft.com/office/drawing/2014/main" id="{138CE480-0513-0F1A-9AF0-FB7D0DA1CF6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5" name="Group 704">
            <a:extLst>
              <a:ext uri="{FF2B5EF4-FFF2-40B4-BE49-F238E27FC236}">
                <a16:creationId xmlns:a16="http://schemas.microsoft.com/office/drawing/2014/main" id="{E134C36F-23A9-613D-00AE-D3D6630D0B1F}"/>
              </a:ext>
            </a:extLst>
          </p:cNvPr>
          <p:cNvGrpSpPr/>
          <p:nvPr/>
        </p:nvGrpSpPr>
        <p:grpSpPr>
          <a:xfrm>
            <a:off x="2105710" y="3698208"/>
            <a:ext cx="721206" cy="610396"/>
            <a:chOff x="2105710" y="3698208"/>
            <a:chExt cx="721206" cy="610396"/>
          </a:xfrm>
        </p:grpSpPr>
        <p:sp>
          <p:nvSpPr>
            <p:cNvPr id="706" name="Rectangle 705">
              <a:extLst>
                <a:ext uri="{FF2B5EF4-FFF2-40B4-BE49-F238E27FC236}">
                  <a16:creationId xmlns:a16="http://schemas.microsoft.com/office/drawing/2014/main" id="{27E6BB5F-E31F-153C-C1D3-56B692BE02AA}"/>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707" name="Right Triangle 706">
              <a:extLst>
                <a:ext uri="{FF2B5EF4-FFF2-40B4-BE49-F238E27FC236}">
                  <a16:creationId xmlns:a16="http://schemas.microsoft.com/office/drawing/2014/main" id="{CBFB82F8-2664-39E9-59EA-9269252A1C11}"/>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08" name="Group 707">
              <a:extLst>
                <a:ext uri="{FF2B5EF4-FFF2-40B4-BE49-F238E27FC236}">
                  <a16:creationId xmlns:a16="http://schemas.microsoft.com/office/drawing/2014/main" id="{C7F17D22-FA68-41BC-C31E-E2984EC4FCA2}"/>
                </a:ext>
              </a:extLst>
            </p:cNvPr>
            <p:cNvGrpSpPr/>
            <p:nvPr/>
          </p:nvGrpSpPr>
          <p:grpSpPr>
            <a:xfrm>
              <a:off x="2776303" y="3704306"/>
              <a:ext cx="37817" cy="61390"/>
              <a:chOff x="3883481" y="2057400"/>
              <a:chExt cx="1608363" cy="2652031"/>
            </a:xfrm>
            <a:solidFill>
              <a:srgbClr val="A6A6A6">
                <a:alpha val="20000"/>
              </a:srgbClr>
            </a:solidFill>
          </p:grpSpPr>
          <p:sp>
            <p:nvSpPr>
              <p:cNvPr id="709" name="Oval 27">
                <a:extLst>
                  <a:ext uri="{FF2B5EF4-FFF2-40B4-BE49-F238E27FC236}">
                    <a16:creationId xmlns:a16="http://schemas.microsoft.com/office/drawing/2014/main" id="{AD5D9E60-41C3-9596-391D-0BBB1B30816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0" name="Oval 28">
                <a:extLst>
                  <a:ext uri="{FF2B5EF4-FFF2-40B4-BE49-F238E27FC236}">
                    <a16:creationId xmlns:a16="http://schemas.microsoft.com/office/drawing/2014/main" id="{63EC8A61-6727-9D67-C44F-A31C1F1BAD5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11" name="Group 710">
            <a:extLst>
              <a:ext uri="{FF2B5EF4-FFF2-40B4-BE49-F238E27FC236}">
                <a16:creationId xmlns:a16="http://schemas.microsoft.com/office/drawing/2014/main" id="{F1A613B4-C903-AFD0-0080-4C7BEBDC2612}"/>
              </a:ext>
            </a:extLst>
          </p:cNvPr>
          <p:cNvGrpSpPr/>
          <p:nvPr/>
        </p:nvGrpSpPr>
        <p:grpSpPr>
          <a:xfrm>
            <a:off x="3778361" y="2253333"/>
            <a:ext cx="721206" cy="609701"/>
            <a:chOff x="3778361" y="2253333"/>
            <a:chExt cx="721206" cy="609701"/>
          </a:xfrm>
        </p:grpSpPr>
        <p:sp>
          <p:nvSpPr>
            <p:cNvPr id="712" name="Rectangle 711">
              <a:extLst>
                <a:ext uri="{FF2B5EF4-FFF2-40B4-BE49-F238E27FC236}">
                  <a16:creationId xmlns:a16="http://schemas.microsoft.com/office/drawing/2014/main" id="{2446E919-6CC8-0869-EE3F-B48AA2D2CEE6}"/>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713" name="Rectangle 712">
              <a:extLst>
                <a:ext uri="{FF2B5EF4-FFF2-40B4-BE49-F238E27FC236}">
                  <a16:creationId xmlns:a16="http://schemas.microsoft.com/office/drawing/2014/main" id="{855410AC-2909-E0F9-05EE-A4ADA3DA97D5}"/>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4" name="Oval 15">
              <a:extLst>
                <a:ext uri="{FF2B5EF4-FFF2-40B4-BE49-F238E27FC236}">
                  <a16:creationId xmlns:a16="http://schemas.microsoft.com/office/drawing/2014/main" id="{17BAC282-549A-AFCE-7501-6D9832807560}"/>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15" name="Straight Connector 714">
              <a:extLst>
                <a:ext uri="{FF2B5EF4-FFF2-40B4-BE49-F238E27FC236}">
                  <a16:creationId xmlns:a16="http://schemas.microsoft.com/office/drawing/2014/main" id="{8B8C573D-442F-5E94-1CF7-CED4B1C38614}"/>
                </a:ext>
              </a:extLst>
            </p:cNvPr>
            <p:cNvCxnSpPr>
              <a:cxnSpLocks/>
              <a:stCxn id="714"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16" name="Straight Connector 715">
              <a:extLst>
                <a:ext uri="{FF2B5EF4-FFF2-40B4-BE49-F238E27FC236}">
                  <a16:creationId xmlns:a16="http://schemas.microsoft.com/office/drawing/2014/main" id="{1861D9EF-7FE3-2452-798C-037255EBD42F}"/>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61" name="Group 760">
            <a:extLst>
              <a:ext uri="{FF2B5EF4-FFF2-40B4-BE49-F238E27FC236}">
                <a16:creationId xmlns:a16="http://schemas.microsoft.com/office/drawing/2014/main" id="{2DC3BDE8-9C5C-D6E7-8536-06C47D42166E}"/>
              </a:ext>
            </a:extLst>
          </p:cNvPr>
          <p:cNvGrpSpPr/>
          <p:nvPr/>
        </p:nvGrpSpPr>
        <p:grpSpPr>
          <a:xfrm>
            <a:off x="2105348" y="1532276"/>
            <a:ext cx="721206" cy="609701"/>
            <a:chOff x="2105348" y="1532276"/>
            <a:chExt cx="721206" cy="609701"/>
          </a:xfrm>
        </p:grpSpPr>
        <p:sp>
          <p:nvSpPr>
            <p:cNvPr id="762" name="Rectangle 761">
              <a:extLst>
                <a:ext uri="{FF2B5EF4-FFF2-40B4-BE49-F238E27FC236}">
                  <a16:creationId xmlns:a16="http://schemas.microsoft.com/office/drawing/2014/main" id="{838A2E1C-8AF4-FA7D-A43C-5990A3219811}"/>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63" name="Rectangle 762">
              <a:extLst>
                <a:ext uri="{FF2B5EF4-FFF2-40B4-BE49-F238E27FC236}">
                  <a16:creationId xmlns:a16="http://schemas.microsoft.com/office/drawing/2014/main" id="{1D0A8919-FA48-7F33-B5DE-9C09308DE230}"/>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4" name="Oval 15">
              <a:extLst>
                <a:ext uri="{FF2B5EF4-FFF2-40B4-BE49-F238E27FC236}">
                  <a16:creationId xmlns:a16="http://schemas.microsoft.com/office/drawing/2014/main" id="{23DAC6C1-69A5-F139-D83C-59BBCAA89BB4}"/>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65" name="Straight Connector 764">
              <a:extLst>
                <a:ext uri="{FF2B5EF4-FFF2-40B4-BE49-F238E27FC236}">
                  <a16:creationId xmlns:a16="http://schemas.microsoft.com/office/drawing/2014/main" id="{97E26A3F-B393-0334-BEFC-EE8DF0E9F051}"/>
                </a:ext>
              </a:extLst>
            </p:cNvPr>
            <p:cNvCxnSpPr>
              <a:cxnSpLocks/>
              <a:stCxn id="764"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66" name="Straight Connector 765">
              <a:extLst>
                <a:ext uri="{FF2B5EF4-FFF2-40B4-BE49-F238E27FC236}">
                  <a16:creationId xmlns:a16="http://schemas.microsoft.com/office/drawing/2014/main" id="{605C5CA1-0ABA-F83D-E60A-4AC5F18C2ED5}"/>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67" name="Group 766">
            <a:extLst>
              <a:ext uri="{FF2B5EF4-FFF2-40B4-BE49-F238E27FC236}">
                <a16:creationId xmlns:a16="http://schemas.microsoft.com/office/drawing/2014/main" id="{54342DEA-E65B-8106-8D6C-A4FC75FEEA50}"/>
              </a:ext>
            </a:extLst>
          </p:cNvPr>
          <p:cNvGrpSpPr/>
          <p:nvPr/>
        </p:nvGrpSpPr>
        <p:grpSpPr>
          <a:xfrm>
            <a:off x="431659" y="1532283"/>
            <a:ext cx="721891" cy="610032"/>
            <a:chOff x="431659" y="1532283"/>
            <a:chExt cx="721891" cy="610032"/>
          </a:xfrm>
        </p:grpSpPr>
        <p:sp>
          <p:nvSpPr>
            <p:cNvPr id="768" name="Rectangle 767">
              <a:extLst>
                <a:ext uri="{FF2B5EF4-FFF2-40B4-BE49-F238E27FC236}">
                  <a16:creationId xmlns:a16="http://schemas.microsoft.com/office/drawing/2014/main" id="{F42DF126-C618-1006-A61C-44F24DF14D1D}"/>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69" name="Right Triangle 768">
              <a:extLst>
                <a:ext uri="{FF2B5EF4-FFF2-40B4-BE49-F238E27FC236}">
                  <a16:creationId xmlns:a16="http://schemas.microsoft.com/office/drawing/2014/main" id="{7E618019-199E-D575-093E-DF9358F55B1E}"/>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0" name="Group 769">
              <a:extLst>
                <a:ext uri="{FF2B5EF4-FFF2-40B4-BE49-F238E27FC236}">
                  <a16:creationId xmlns:a16="http://schemas.microsoft.com/office/drawing/2014/main" id="{919BE18E-C69F-9482-1ACB-AB9A95C19BC1}"/>
                </a:ext>
              </a:extLst>
            </p:cNvPr>
            <p:cNvGrpSpPr/>
            <p:nvPr/>
          </p:nvGrpSpPr>
          <p:grpSpPr>
            <a:xfrm>
              <a:off x="1102940" y="1538374"/>
              <a:ext cx="37817" cy="61390"/>
              <a:chOff x="3883481" y="2057400"/>
              <a:chExt cx="1608363" cy="2652031"/>
            </a:xfrm>
            <a:solidFill>
              <a:srgbClr val="A6A6A6">
                <a:alpha val="20000"/>
              </a:srgbClr>
            </a:solidFill>
          </p:grpSpPr>
          <p:sp>
            <p:nvSpPr>
              <p:cNvPr id="771" name="Oval 27">
                <a:extLst>
                  <a:ext uri="{FF2B5EF4-FFF2-40B4-BE49-F238E27FC236}">
                    <a16:creationId xmlns:a16="http://schemas.microsoft.com/office/drawing/2014/main" id="{0CE7EEBE-B099-F716-E38B-E2A5AD09328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2" name="Oval 28">
                <a:extLst>
                  <a:ext uri="{FF2B5EF4-FFF2-40B4-BE49-F238E27FC236}">
                    <a16:creationId xmlns:a16="http://schemas.microsoft.com/office/drawing/2014/main" id="{DA0DB981-0445-520E-DC1F-5ADBEA96A14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3" name="Group 772">
            <a:extLst>
              <a:ext uri="{FF2B5EF4-FFF2-40B4-BE49-F238E27FC236}">
                <a16:creationId xmlns:a16="http://schemas.microsoft.com/office/drawing/2014/main" id="{C0682DDE-F72F-FA67-F562-8A10BC0CD2CE}"/>
              </a:ext>
            </a:extLst>
          </p:cNvPr>
          <p:cNvGrpSpPr/>
          <p:nvPr/>
        </p:nvGrpSpPr>
        <p:grpSpPr>
          <a:xfrm>
            <a:off x="1268843" y="1532283"/>
            <a:ext cx="721206" cy="610032"/>
            <a:chOff x="1268843" y="1532283"/>
            <a:chExt cx="721206" cy="610032"/>
          </a:xfrm>
        </p:grpSpPr>
        <p:sp>
          <p:nvSpPr>
            <p:cNvPr id="774" name="Rectangle 773">
              <a:extLst>
                <a:ext uri="{FF2B5EF4-FFF2-40B4-BE49-F238E27FC236}">
                  <a16:creationId xmlns:a16="http://schemas.microsoft.com/office/drawing/2014/main" id="{5C00F150-67D6-E685-B9B2-9C0D78D58B01}"/>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75" name="Right Triangle 774">
              <a:extLst>
                <a:ext uri="{FF2B5EF4-FFF2-40B4-BE49-F238E27FC236}">
                  <a16:creationId xmlns:a16="http://schemas.microsoft.com/office/drawing/2014/main" id="{5941893F-F8C9-2049-48F6-3D13B52F900B}"/>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6" name="Group 775">
              <a:extLst>
                <a:ext uri="{FF2B5EF4-FFF2-40B4-BE49-F238E27FC236}">
                  <a16:creationId xmlns:a16="http://schemas.microsoft.com/office/drawing/2014/main" id="{5A1671F9-F824-D716-57B1-DA57C19B84B9}"/>
                </a:ext>
              </a:extLst>
            </p:cNvPr>
            <p:cNvGrpSpPr/>
            <p:nvPr/>
          </p:nvGrpSpPr>
          <p:grpSpPr>
            <a:xfrm>
              <a:off x="1939436" y="1538374"/>
              <a:ext cx="37817" cy="61390"/>
              <a:chOff x="3883481" y="2057400"/>
              <a:chExt cx="1608363" cy="2652031"/>
            </a:xfrm>
            <a:solidFill>
              <a:srgbClr val="A6A6A6">
                <a:alpha val="20000"/>
              </a:srgbClr>
            </a:solidFill>
          </p:grpSpPr>
          <p:sp>
            <p:nvSpPr>
              <p:cNvPr id="777" name="Oval 27">
                <a:extLst>
                  <a:ext uri="{FF2B5EF4-FFF2-40B4-BE49-F238E27FC236}">
                    <a16:creationId xmlns:a16="http://schemas.microsoft.com/office/drawing/2014/main" id="{CAF50F60-EDDE-720D-C10B-19297D522EA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8" name="Oval 28">
                <a:extLst>
                  <a:ext uri="{FF2B5EF4-FFF2-40B4-BE49-F238E27FC236}">
                    <a16:creationId xmlns:a16="http://schemas.microsoft.com/office/drawing/2014/main" id="{8A4F0960-2AC8-9174-4851-C1CE0F6E92E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1B14BBC0-ED98-17BC-E21B-5A1046A22D18}"/>
              </a:ext>
            </a:extLst>
          </p:cNvPr>
          <p:cNvGrpSpPr/>
          <p:nvPr/>
        </p:nvGrpSpPr>
        <p:grpSpPr>
          <a:xfrm>
            <a:off x="5454379" y="2974054"/>
            <a:ext cx="721206" cy="649846"/>
            <a:chOff x="5454379" y="2974054"/>
            <a:chExt cx="721206" cy="649846"/>
          </a:xfrm>
        </p:grpSpPr>
        <p:sp>
          <p:nvSpPr>
            <p:cNvPr id="786" name="Rectangle 785">
              <a:extLst>
                <a:ext uri="{FF2B5EF4-FFF2-40B4-BE49-F238E27FC236}">
                  <a16:creationId xmlns:a16="http://schemas.microsoft.com/office/drawing/2014/main" id="{3316525E-10FB-296E-E48E-A36AB555FEEF}"/>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87" name="Rectangle 786">
              <a:extLst>
                <a:ext uri="{FF2B5EF4-FFF2-40B4-BE49-F238E27FC236}">
                  <a16:creationId xmlns:a16="http://schemas.microsoft.com/office/drawing/2014/main" id="{F694B68D-FE08-4530-1242-477B066C9296}"/>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8" name="Oval 15">
              <a:extLst>
                <a:ext uri="{FF2B5EF4-FFF2-40B4-BE49-F238E27FC236}">
                  <a16:creationId xmlns:a16="http://schemas.microsoft.com/office/drawing/2014/main" id="{E0903D88-2E1F-7A33-66B0-2F27990F9560}"/>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89" name="Straight Connector 788">
              <a:extLst>
                <a:ext uri="{FF2B5EF4-FFF2-40B4-BE49-F238E27FC236}">
                  <a16:creationId xmlns:a16="http://schemas.microsoft.com/office/drawing/2014/main" id="{21B60430-C96C-09B5-B94F-D450F93F0D64}"/>
                </a:ext>
              </a:extLst>
            </p:cNvPr>
            <p:cNvCxnSpPr>
              <a:cxnSpLocks/>
              <a:stCxn id="788"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90" name="Straight Connector 789">
              <a:extLst>
                <a:ext uri="{FF2B5EF4-FFF2-40B4-BE49-F238E27FC236}">
                  <a16:creationId xmlns:a16="http://schemas.microsoft.com/office/drawing/2014/main" id="{2F4A00E5-7708-1CA3-3791-537A77D8ECE8}"/>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91" name="Group 790">
            <a:extLst>
              <a:ext uri="{FF2B5EF4-FFF2-40B4-BE49-F238E27FC236}">
                <a16:creationId xmlns:a16="http://schemas.microsoft.com/office/drawing/2014/main" id="{AD8F7CDF-0289-A5C2-EE8D-8A1D6E363978}"/>
              </a:ext>
            </a:extLst>
          </p:cNvPr>
          <p:cNvGrpSpPr/>
          <p:nvPr/>
        </p:nvGrpSpPr>
        <p:grpSpPr>
          <a:xfrm>
            <a:off x="431659" y="2974054"/>
            <a:ext cx="721891" cy="609701"/>
            <a:chOff x="431659" y="2974054"/>
            <a:chExt cx="721891" cy="609701"/>
          </a:xfrm>
        </p:grpSpPr>
        <p:sp>
          <p:nvSpPr>
            <p:cNvPr id="792" name="Rectangle 791">
              <a:extLst>
                <a:ext uri="{FF2B5EF4-FFF2-40B4-BE49-F238E27FC236}">
                  <a16:creationId xmlns:a16="http://schemas.microsoft.com/office/drawing/2014/main" id="{5F23BA44-79F7-E66D-6C7F-92CCFD69A073}"/>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93" name="Right Triangle 792">
              <a:extLst>
                <a:ext uri="{FF2B5EF4-FFF2-40B4-BE49-F238E27FC236}">
                  <a16:creationId xmlns:a16="http://schemas.microsoft.com/office/drawing/2014/main" id="{D85801CB-1906-BADC-4C57-B8CA33FBB4A6}"/>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94" name="Group 793">
              <a:extLst>
                <a:ext uri="{FF2B5EF4-FFF2-40B4-BE49-F238E27FC236}">
                  <a16:creationId xmlns:a16="http://schemas.microsoft.com/office/drawing/2014/main" id="{7FAE3B26-3A73-6277-AAA5-ED46EEDFF02F}"/>
                </a:ext>
              </a:extLst>
            </p:cNvPr>
            <p:cNvGrpSpPr/>
            <p:nvPr/>
          </p:nvGrpSpPr>
          <p:grpSpPr>
            <a:xfrm>
              <a:off x="1102940" y="2981762"/>
              <a:ext cx="37817" cy="61390"/>
              <a:chOff x="3883481" y="2057400"/>
              <a:chExt cx="1608363" cy="2652031"/>
            </a:xfrm>
            <a:solidFill>
              <a:srgbClr val="A6A6A6">
                <a:alpha val="20000"/>
              </a:srgbClr>
            </a:solidFill>
          </p:grpSpPr>
          <p:sp>
            <p:nvSpPr>
              <p:cNvPr id="795" name="Oval 27">
                <a:extLst>
                  <a:ext uri="{FF2B5EF4-FFF2-40B4-BE49-F238E27FC236}">
                    <a16:creationId xmlns:a16="http://schemas.microsoft.com/office/drawing/2014/main" id="{6C9327E5-23D0-35F8-EAAB-E5FF9BF7C1F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6" name="Oval 28">
                <a:extLst>
                  <a:ext uri="{FF2B5EF4-FFF2-40B4-BE49-F238E27FC236}">
                    <a16:creationId xmlns:a16="http://schemas.microsoft.com/office/drawing/2014/main" id="{491BA6B0-5526-E539-2E5F-C54658F8D3A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3" name="Group 802">
            <a:extLst>
              <a:ext uri="{FF2B5EF4-FFF2-40B4-BE49-F238E27FC236}">
                <a16:creationId xmlns:a16="http://schemas.microsoft.com/office/drawing/2014/main" id="{2F3141FA-CCED-88E5-D6AD-45CC928A543D}"/>
              </a:ext>
            </a:extLst>
          </p:cNvPr>
          <p:cNvGrpSpPr/>
          <p:nvPr/>
        </p:nvGrpSpPr>
        <p:grpSpPr>
          <a:xfrm>
            <a:off x="2940469" y="2974031"/>
            <a:ext cx="721206" cy="613175"/>
            <a:chOff x="2940469" y="2974031"/>
            <a:chExt cx="721206" cy="613175"/>
          </a:xfrm>
        </p:grpSpPr>
        <p:sp>
          <p:nvSpPr>
            <p:cNvPr id="804" name="Rectangle 803">
              <a:extLst>
                <a:ext uri="{FF2B5EF4-FFF2-40B4-BE49-F238E27FC236}">
                  <a16:creationId xmlns:a16="http://schemas.microsoft.com/office/drawing/2014/main" id="{2F612DD7-E789-2315-3D5C-8513865B2133}"/>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805" name="Right Triangle 804">
              <a:extLst>
                <a:ext uri="{FF2B5EF4-FFF2-40B4-BE49-F238E27FC236}">
                  <a16:creationId xmlns:a16="http://schemas.microsoft.com/office/drawing/2014/main" id="{3B430D82-7AAE-BE69-7D65-6658BF46C486}"/>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6" name="Group 805">
              <a:extLst>
                <a:ext uri="{FF2B5EF4-FFF2-40B4-BE49-F238E27FC236}">
                  <a16:creationId xmlns:a16="http://schemas.microsoft.com/office/drawing/2014/main" id="{A6C108AF-68C0-8B20-0B61-31750B0D2180}"/>
                </a:ext>
              </a:extLst>
            </p:cNvPr>
            <p:cNvGrpSpPr/>
            <p:nvPr/>
          </p:nvGrpSpPr>
          <p:grpSpPr>
            <a:xfrm>
              <a:off x="3610502" y="2980132"/>
              <a:ext cx="37817" cy="61390"/>
              <a:chOff x="3883481" y="2057400"/>
              <a:chExt cx="1608363" cy="2652031"/>
            </a:xfrm>
            <a:solidFill>
              <a:srgbClr val="A6A6A6">
                <a:alpha val="20000"/>
              </a:srgbClr>
            </a:solidFill>
          </p:grpSpPr>
          <p:sp>
            <p:nvSpPr>
              <p:cNvPr id="807" name="Oval 27">
                <a:extLst>
                  <a:ext uri="{FF2B5EF4-FFF2-40B4-BE49-F238E27FC236}">
                    <a16:creationId xmlns:a16="http://schemas.microsoft.com/office/drawing/2014/main" id="{83A333C2-B843-894E-54FB-3BB83BCF09D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08" name="Oval 28">
                <a:extLst>
                  <a:ext uri="{FF2B5EF4-FFF2-40B4-BE49-F238E27FC236}">
                    <a16:creationId xmlns:a16="http://schemas.microsoft.com/office/drawing/2014/main" id="{BF6E8EAE-355B-8040-4F1F-0D4B349D0E0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9" name="Group 808">
            <a:extLst>
              <a:ext uri="{FF2B5EF4-FFF2-40B4-BE49-F238E27FC236}">
                <a16:creationId xmlns:a16="http://schemas.microsoft.com/office/drawing/2014/main" id="{13E499A5-ED54-7B9E-72A3-554FDC9CD76F}"/>
              </a:ext>
            </a:extLst>
          </p:cNvPr>
          <p:cNvGrpSpPr/>
          <p:nvPr/>
        </p:nvGrpSpPr>
        <p:grpSpPr>
          <a:xfrm>
            <a:off x="1268380" y="2974053"/>
            <a:ext cx="721206" cy="609701"/>
            <a:chOff x="1268380" y="2974053"/>
            <a:chExt cx="721206" cy="609701"/>
          </a:xfrm>
        </p:grpSpPr>
        <p:sp>
          <p:nvSpPr>
            <p:cNvPr id="810" name="Rectangle 809">
              <a:extLst>
                <a:ext uri="{FF2B5EF4-FFF2-40B4-BE49-F238E27FC236}">
                  <a16:creationId xmlns:a16="http://schemas.microsoft.com/office/drawing/2014/main" id="{759E7508-30CF-B2FE-7753-FF8C1A884B3E}"/>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811" name="Right Triangle 810">
              <a:extLst>
                <a:ext uri="{FF2B5EF4-FFF2-40B4-BE49-F238E27FC236}">
                  <a16:creationId xmlns:a16="http://schemas.microsoft.com/office/drawing/2014/main" id="{040BF318-2701-58F6-920A-61A11031D8D7}"/>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12" name="Group 811">
              <a:extLst>
                <a:ext uri="{FF2B5EF4-FFF2-40B4-BE49-F238E27FC236}">
                  <a16:creationId xmlns:a16="http://schemas.microsoft.com/office/drawing/2014/main" id="{90793043-C335-6B9D-C9F6-0530D454A741}"/>
                </a:ext>
              </a:extLst>
            </p:cNvPr>
            <p:cNvGrpSpPr/>
            <p:nvPr/>
          </p:nvGrpSpPr>
          <p:grpSpPr>
            <a:xfrm>
              <a:off x="1938973" y="2986452"/>
              <a:ext cx="37817" cy="61390"/>
              <a:chOff x="3883481" y="2057400"/>
              <a:chExt cx="1608363" cy="2652031"/>
            </a:xfrm>
            <a:solidFill>
              <a:srgbClr val="A6A6A6">
                <a:alpha val="20000"/>
              </a:srgbClr>
            </a:solidFill>
          </p:grpSpPr>
          <p:sp>
            <p:nvSpPr>
              <p:cNvPr id="813" name="Oval 27">
                <a:extLst>
                  <a:ext uri="{FF2B5EF4-FFF2-40B4-BE49-F238E27FC236}">
                    <a16:creationId xmlns:a16="http://schemas.microsoft.com/office/drawing/2014/main" id="{31578907-61A5-A0D2-FC43-03B86278CE4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4" name="Oval 28">
                <a:extLst>
                  <a:ext uri="{FF2B5EF4-FFF2-40B4-BE49-F238E27FC236}">
                    <a16:creationId xmlns:a16="http://schemas.microsoft.com/office/drawing/2014/main" id="{0B6CA717-9963-C5BB-5967-F09C97BCFE5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15" name="Group 814">
            <a:extLst>
              <a:ext uri="{FF2B5EF4-FFF2-40B4-BE49-F238E27FC236}">
                <a16:creationId xmlns:a16="http://schemas.microsoft.com/office/drawing/2014/main" id="{F69FFCF0-CCF0-3791-D7CA-F53B8E2F4A52}"/>
              </a:ext>
            </a:extLst>
          </p:cNvPr>
          <p:cNvGrpSpPr/>
          <p:nvPr/>
        </p:nvGrpSpPr>
        <p:grpSpPr>
          <a:xfrm>
            <a:off x="2938534" y="811556"/>
            <a:ext cx="721206" cy="609701"/>
            <a:chOff x="2938534" y="811556"/>
            <a:chExt cx="721206" cy="609701"/>
          </a:xfrm>
        </p:grpSpPr>
        <p:sp>
          <p:nvSpPr>
            <p:cNvPr id="816" name="Rectangle 815">
              <a:extLst>
                <a:ext uri="{FF2B5EF4-FFF2-40B4-BE49-F238E27FC236}">
                  <a16:creationId xmlns:a16="http://schemas.microsoft.com/office/drawing/2014/main" id="{32883A45-CF8E-7218-0E83-F6A4E62BB500}"/>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817" name="Rectangle 816">
              <a:extLst>
                <a:ext uri="{FF2B5EF4-FFF2-40B4-BE49-F238E27FC236}">
                  <a16:creationId xmlns:a16="http://schemas.microsoft.com/office/drawing/2014/main" id="{D751D2DE-2968-9C93-82F4-ABB1FADCEA52}"/>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8" name="Oval 15">
              <a:extLst>
                <a:ext uri="{FF2B5EF4-FFF2-40B4-BE49-F238E27FC236}">
                  <a16:creationId xmlns:a16="http://schemas.microsoft.com/office/drawing/2014/main" id="{65DCAE87-4731-B571-0897-6CCA3A9EA129}"/>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19" name="Straight Connector 818">
              <a:extLst>
                <a:ext uri="{FF2B5EF4-FFF2-40B4-BE49-F238E27FC236}">
                  <a16:creationId xmlns:a16="http://schemas.microsoft.com/office/drawing/2014/main" id="{65BB5978-D7C9-411F-3788-FC5A27F62FF3}"/>
                </a:ext>
              </a:extLst>
            </p:cNvPr>
            <p:cNvCxnSpPr>
              <a:cxnSpLocks/>
              <a:stCxn id="818"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20" name="Straight Connector 819">
              <a:extLst>
                <a:ext uri="{FF2B5EF4-FFF2-40B4-BE49-F238E27FC236}">
                  <a16:creationId xmlns:a16="http://schemas.microsoft.com/office/drawing/2014/main" id="{18D6B98B-7A94-0B50-8B1A-AB2B3049B8D5}"/>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27" name="Group 826">
            <a:extLst>
              <a:ext uri="{FF2B5EF4-FFF2-40B4-BE49-F238E27FC236}">
                <a16:creationId xmlns:a16="http://schemas.microsoft.com/office/drawing/2014/main" id="{D7CCD48C-A864-4B9B-3330-ED6949675BA5}"/>
              </a:ext>
            </a:extLst>
          </p:cNvPr>
          <p:cNvGrpSpPr/>
          <p:nvPr/>
        </p:nvGrpSpPr>
        <p:grpSpPr>
          <a:xfrm>
            <a:off x="431659" y="811556"/>
            <a:ext cx="721206" cy="609701"/>
            <a:chOff x="431659" y="811556"/>
            <a:chExt cx="721206" cy="609701"/>
          </a:xfrm>
        </p:grpSpPr>
        <p:sp>
          <p:nvSpPr>
            <p:cNvPr id="828" name="Rectangle 827">
              <a:extLst>
                <a:ext uri="{FF2B5EF4-FFF2-40B4-BE49-F238E27FC236}">
                  <a16:creationId xmlns:a16="http://schemas.microsoft.com/office/drawing/2014/main" id="{4BE2A825-9E39-A3FE-61FD-5C198FF282CF}"/>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829" name="Right Triangle 828">
              <a:extLst>
                <a:ext uri="{FF2B5EF4-FFF2-40B4-BE49-F238E27FC236}">
                  <a16:creationId xmlns:a16="http://schemas.microsoft.com/office/drawing/2014/main" id="{DAB2E390-E73A-E959-681C-D9B8A1F2EB23}"/>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0" name="Group 829">
              <a:extLst>
                <a:ext uri="{FF2B5EF4-FFF2-40B4-BE49-F238E27FC236}">
                  <a16:creationId xmlns:a16="http://schemas.microsoft.com/office/drawing/2014/main" id="{CD07F229-BA54-264E-3899-833EAAC4A39F}"/>
                </a:ext>
              </a:extLst>
            </p:cNvPr>
            <p:cNvGrpSpPr/>
            <p:nvPr/>
          </p:nvGrpSpPr>
          <p:grpSpPr>
            <a:xfrm>
              <a:off x="1100969" y="819591"/>
              <a:ext cx="37817" cy="61390"/>
              <a:chOff x="3883481" y="2057400"/>
              <a:chExt cx="1608363" cy="2652031"/>
            </a:xfrm>
            <a:solidFill>
              <a:srgbClr val="A6A6A6">
                <a:alpha val="20000"/>
              </a:srgbClr>
            </a:solidFill>
          </p:grpSpPr>
          <p:sp>
            <p:nvSpPr>
              <p:cNvPr id="831" name="Oval 27">
                <a:extLst>
                  <a:ext uri="{FF2B5EF4-FFF2-40B4-BE49-F238E27FC236}">
                    <a16:creationId xmlns:a16="http://schemas.microsoft.com/office/drawing/2014/main" id="{42135C05-ACD4-0DDC-46B4-4908207A2B2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2" name="Oval 28">
                <a:extLst>
                  <a:ext uri="{FF2B5EF4-FFF2-40B4-BE49-F238E27FC236}">
                    <a16:creationId xmlns:a16="http://schemas.microsoft.com/office/drawing/2014/main" id="{F50FDDF9-6871-0048-F9AE-C7217653544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33" name="Group 832">
            <a:extLst>
              <a:ext uri="{FF2B5EF4-FFF2-40B4-BE49-F238E27FC236}">
                <a16:creationId xmlns:a16="http://schemas.microsoft.com/office/drawing/2014/main" id="{B7F5CC2C-A0D2-F15E-7AF9-7FF250975DFC}"/>
              </a:ext>
            </a:extLst>
          </p:cNvPr>
          <p:cNvGrpSpPr/>
          <p:nvPr/>
        </p:nvGrpSpPr>
        <p:grpSpPr>
          <a:xfrm>
            <a:off x="1267285" y="811556"/>
            <a:ext cx="721206" cy="609701"/>
            <a:chOff x="1267285" y="811556"/>
            <a:chExt cx="721206" cy="609701"/>
          </a:xfrm>
        </p:grpSpPr>
        <p:sp>
          <p:nvSpPr>
            <p:cNvPr id="834" name="Rectangle 833">
              <a:extLst>
                <a:ext uri="{FF2B5EF4-FFF2-40B4-BE49-F238E27FC236}">
                  <a16:creationId xmlns:a16="http://schemas.microsoft.com/office/drawing/2014/main" id="{5C7DCA23-6F98-BD76-3F56-610FF497062E}"/>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835" name="Right Triangle 834">
              <a:extLst>
                <a:ext uri="{FF2B5EF4-FFF2-40B4-BE49-F238E27FC236}">
                  <a16:creationId xmlns:a16="http://schemas.microsoft.com/office/drawing/2014/main" id="{CFF3C193-3A03-DB93-AABB-30DDD711032A}"/>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6" name="Group 835">
              <a:extLst>
                <a:ext uri="{FF2B5EF4-FFF2-40B4-BE49-F238E27FC236}">
                  <a16:creationId xmlns:a16="http://schemas.microsoft.com/office/drawing/2014/main" id="{C7161F9A-CC81-2F40-CC76-104513D8528E}"/>
                </a:ext>
              </a:extLst>
            </p:cNvPr>
            <p:cNvGrpSpPr/>
            <p:nvPr/>
          </p:nvGrpSpPr>
          <p:grpSpPr>
            <a:xfrm>
              <a:off x="1937878" y="819591"/>
              <a:ext cx="37817" cy="61390"/>
              <a:chOff x="3883481" y="2057400"/>
              <a:chExt cx="1608363" cy="2652031"/>
            </a:xfrm>
            <a:solidFill>
              <a:srgbClr val="A6A6A6">
                <a:alpha val="20000"/>
              </a:srgbClr>
            </a:solidFill>
          </p:grpSpPr>
          <p:sp>
            <p:nvSpPr>
              <p:cNvPr id="837" name="Oval 27">
                <a:extLst>
                  <a:ext uri="{FF2B5EF4-FFF2-40B4-BE49-F238E27FC236}">
                    <a16:creationId xmlns:a16="http://schemas.microsoft.com/office/drawing/2014/main" id="{C1DD6B41-5F31-10F0-7432-A933068E623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8" name="Oval 28">
                <a:extLst>
                  <a:ext uri="{FF2B5EF4-FFF2-40B4-BE49-F238E27FC236}">
                    <a16:creationId xmlns:a16="http://schemas.microsoft.com/office/drawing/2014/main" id="{AE1408E7-4F4C-9F46-2039-E84CCEF2D36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45" name="Group 844">
            <a:extLst>
              <a:ext uri="{FF2B5EF4-FFF2-40B4-BE49-F238E27FC236}">
                <a16:creationId xmlns:a16="http://schemas.microsoft.com/office/drawing/2014/main" id="{14B4B290-4D8D-5482-239B-8C056DE4713A}"/>
              </a:ext>
            </a:extLst>
          </p:cNvPr>
          <p:cNvGrpSpPr/>
          <p:nvPr/>
        </p:nvGrpSpPr>
        <p:grpSpPr>
          <a:xfrm>
            <a:off x="2889438" y="751337"/>
            <a:ext cx="5022643" cy="5001728"/>
            <a:chOff x="2889438" y="751337"/>
            <a:chExt cx="5022643" cy="5001728"/>
          </a:xfrm>
        </p:grpSpPr>
        <p:cxnSp>
          <p:nvCxnSpPr>
            <p:cNvPr id="846" name="Straight Connector 845">
              <a:extLst>
                <a:ext uri="{FF2B5EF4-FFF2-40B4-BE49-F238E27FC236}">
                  <a16:creationId xmlns:a16="http://schemas.microsoft.com/office/drawing/2014/main" id="{EBBD938A-35AF-6F0E-312B-D759A93B86EB}"/>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7" name="Straight Connector 846">
              <a:extLst>
                <a:ext uri="{FF2B5EF4-FFF2-40B4-BE49-F238E27FC236}">
                  <a16:creationId xmlns:a16="http://schemas.microsoft.com/office/drawing/2014/main" id="{24753BFB-CE0A-726D-AAD4-0D9743C04739}"/>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8" name="Straight Connector 847">
              <a:extLst>
                <a:ext uri="{FF2B5EF4-FFF2-40B4-BE49-F238E27FC236}">
                  <a16:creationId xmlns:a16="http://schemas.microsoft.com/office/drawing/2014/main" id="{3D02F21F-3FEE-E900-FDF2-8EC0D519A9C8}"/>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9" name="Straight Connector 848">
              <a:extLst>
                <a:ext uri="{FF2B5EF4-FFF2-40B4-BE49-F238E27FC236}">
                  <a16:creationId xmlns:a16="http://schemas.microsoft.com/office/drawing/2014/main" id="{FC36F598-A5FE-5138-4E7B-77A66622DC31}"/>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0" name="Straight Connector 849">
              <a:extLst>
                <a:ext uri="{FF2B5EF4-FFF2-40B4-BE49-F238E27FC236}">
                  <a16:creationId xmlns:a16="http://schemas.microsoft.com/office/drawing/2014/main" id="{B7653B98-AA68-413A-D1D2-AE4A2E85FD0D}"/>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1" name="Straight Connector 850">
              <a:extLst>
                <a:ext uri="{FF2B5EF4-FFF2-40B4-BE49-F238E27FC236}">
                  <a16:creationId xmlns:a16="http://schemas.microsoft.com/office/drawing/2014/main" id="{5912F2D0-A85D-AA74-57A7-F8BEC94FD463}"/>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2" name="Straight Connector 851">
              <a:extLst>
                <a:ext uri="{FF2B5EF4-FFF2-40B4-BE49-F238E27FC236}">
                  <a16:creationId xmlns:a16="http://schemas.microsoft.com/office/drawing/2014/main" id="{A442DC93-AD3D-57DF-6CFD-02A67EC4966A}"/>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3" name="Straight Connector 852">
              <a:extLst>
                <a:ext uri="{FF2B5EF4-FFF2-40B4-BE49-F238E27FC236}">
                  <a16:creationId xmlns:a16="http://schemas.microsoft.com/office/drawing/2014/main" id="{8FF883B8-BCB5-A945-5EED-5CC31A83769C}"/>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4" name="Straight Connector 853">
              <a:extLst>
                <a:ext uri="{FF2B5EF4-FFF2-40B4-BE49-F238E27FC236}">
                  <a16:creationId xmlns:a16="http://schemas.microsoft.com/office/drawing/2014/main" id="{FC71D7AB-B425-D2DB-6CFD-A19B8231B6B1}"/>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5" name="Straight Connector 854">
              <a:extLst>
                <a:ext uri="{FF2B5EF4-FFF2-40B4-BE49-F238E27FC236}">
                  <a16:creationId xmlns:a16="http://schemas.microsoft.com/office/drawing/2014/main" id="{5453DD8C-AA5A-78EA-85B9-08E0B4E65E64}"/>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81" name="Group 880">
            <a:extLst>
              <a:ext uri="{FF2B5EF4-FFF2-40B4-BE49-F238E27FC236}">
                <a16:creationId xmlns:a16="http://schemas.microsoft.com/office/drawing/2014/main" id="{E8D5B5C3-1FA4-77BA-8B38-4AE4C4F77B33}"/>
              </a:ext>
            </a:extLst>
          </p:cNvPr>
          <p:cNvGrpSpPr/>
          <p:nvPr/>
        </p:nvGrpSpPr>
        <p:grpSpPr>
          <a:xfrm>
            <a:off x="2937173" y="4419601"/>
            <a:ext cx="721206" cy="610396"/>
            <a:chOff x="2937173" y="4419601"/>
            <a:chExt cx="721206" cy="610396"/>
          </a:xfrm>
        </p:grpSpPr>
        <p:sp>
          <p:nvSpPr>
            <p:cNvPr id="882" name="Rectangle 881">
              <a:extLst>
                <a:ext uri="{FF2B5EF4-FFF2-40B4-BE49-F238E27FC236}">
                  <a16:creationId xmlns:a16="http://schemas.microsoft.com/office/drawing/2014/main" id="{69DCFA66-723F-DE5D-7CD7-096D649BDC80}"/>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83" name="Right Triangle 882">
              <a:extLst>
                <a:ext uri="{FF2B5EF4-FFF2-40B4-BE49-F238E27FC236}">
                  <a16:creationId xmlns:a16="http://schemas.microsoft.com/office/drawing/2014/main" id="{636AF277-A46F-9C46-5545-D13C8F341778}"/>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84" name="Group 883">
              <a:extLst>
                <a:ext uri="{FF2B5EF4-FFF2-40B4-BE49-F238E27FC236}">
                  <a16:creationId xmlns:a16="http://schemas.microsoft.com/office/drawing/2014/main" id="{0CCEF4D9-993E-766C-CAC6-CD3857AA1228}"/>
                </a:ext>
              </a:extLst>
            </p:cNvPr>
            <p:cNvGrpSpPr/>
            <p:nvPr/>
          </p:nvGrpSpPr>
          <p:grpSpPr>
            <a:xfrm>
              <a:off x="3607766" y="4425699"/>
              <a:ext cx="37817" cy="61390"/>
              <a:chOff x="3883481" y="2057400"/>
              <a:chExt cx="1608363" cy="2652031"/>
            </a:xfrm>
            <a:solidFill>
              <a:srgbClr val="A6A6A6">
                <a:alpha val="20000"/>
              </a:srgbClr>
            </a:solidFill>
          </p:grpSpPr>
          <p:sp>
            <p:nvSpPr>
              <p:cNvPr id="885" name="Oval 27">
                <a:extLst>
                  <a:ext uri="{FF2B5EF4-FFF2-40B4-BE49-F238E27FC236}">
                    <a16:creationId xmlns:a16="http://schemas.microsoft.com/office/drawing/2014/main" id="{00655102-8BBB-23A8-5F42-6215816B0C1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6" name="Oval 28">
                <a:extLst>
                  <a:ext uri="{FF2B5EF4-FFF2-40B4-BE49-F238E27FC236}">
                    <a16:creationId xmlns:a16="http://schemas.microsoft.com/office/drawing/2014/main" id="{6CEAD2C1-9F74-0276-D35D-E517E44F41A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87" name="Group 886">
            <a:extLst>
              <a:ext uri="{FF2B5EF4-FFF2-40B4-BE49-F238E27FC236}">
                <a16:creationId xmlns:a16="http://schemas.microsoft.com/office/drawing/2014/main" id="{00F5CECA-389D-9114-68DE-8D62F622015B}"/>
              </a:ext>
            </a:extLst>
          </p:cNvPr>
          <p:cNvGrpSpPr/>
          <p:nvPr/>
        </p:nvGrpSpPr>
        <p:grpSpPr>
          <a:xfrm>
            <a:off x="6286130" y="4419624"/>
            <a:ext cx="721206" cy="609701"/>
            <a:chOff x="6286130" y="4419624"/>
            <a:chExt cx="721206" cy="609701"/>
          </a:xfrm>
        </p:grpSpPr>
        <p:sp>
          <p:nvSpPr>
            <p:cNvPr id="888" name="Rectangle 887">
              <a:hlinkHover r:id="" action="ppaction://noaction" highlightClick="1"/>
              <a:extLst>
                <a:ext uri="{FF2B5EF4-FFF2-40B4-BE49-F238E27FC236}">
                  <a16:creationId xmlns:a16="http://schemas.microsoft.com/office/drawing/2014/main" id="{F872A0B3-8625-ECBB-489C-511225075946}"/>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89" name="Oval 888">
              <a:extLst>
                <a:ext uri="{FF2B5EF4-FFF2-40B4-BE49-F238E27FC236}">
                  <a16:creationId xmlns:a16="http://schemas.microsoft.com/office/drawing/2014/main" id="{E3E80DDD-750A-F19B-112C-A16185D0B543}"/>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0" name="Isosceles Triangle 648">
              <a:extLst>
                <a:ext uri="{FF2B5EF4-FFF2-40B4-BE49-F238E27FC236}">
                  <a16:creationId xmlns:a16="http://schemas.microsoft.com/office/drawing/2014/main" id="{B2D509A4-C6E1-A43A-4BBC-113081F7F0A3}"/>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1" name="Group 890">
            <a:extLst>
              <a:ext uri="{FF2B5EF4-FFF2-40B4-BE49-F238E27FC236}">
                <a16:creationId xmlns:a16="http://schemas.microsoft.com/office/drawing/2014/main" id="{07676EF7-723D-51E6-67F1-1F8BDD28F553}"/>
              </a:ext>
            </a:extLst>
          </p:cNvPr>
          <p:cNvGrpSpPr/>
          <p:nvPr/>
        </p:nvGrpSpPr>
        <p:grpSpPr>
          <a:xfrm>
            <a:off x="5458940" y="5135305"/>
            <a:ext cx="721206" cy="609701"/>
            <a:chOff x="5458940" y="5135305"/>
            <a:chExt cx="721206" cy="609701"/>
          </a:xfrm>
        </p:grpSpPr>
        <p:sp>
          <p:nvSpPr>
            <p:cNvPr id="892" name="Rectangle 891">
              <a:hlinkHover r:id="" action="ppaction://noaction" highlightClick="1"/>
              <a:extLst>
                <a:ext uri="{FF2B5EF4-FFF2-40B4-BE49-F238E27FC236}">
                  <a16:creationId xmlns:a16="http://schemas.microsoft.com/office/drawing/2014/main" id="{17752F59-2A86-3FD9-E019-0421BC86930A}"/>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93" name="Oval 892">
              <a:extLst>
                <a:ext uri="{FF2B5EF4-FFF2-40B4-BE49-F238E27FC236}">
                  <a16:creationId xmlns:a16="http://schemas.microsoft.com/office/drawing/2014/main" id="{83935247-8CA4-6DD0-50DD-26E097D38773}"/>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4" name="Isosceles Triangle 648">
              <a:extLst>
                <a:ext uri="{FF2B5EF4-FFF2-40B4-BE49-F238E27FC236}">
                  <a16:creationId xmlns:a16="http://schemas.microsoft.com/office/drawing/2014/main" id="{44ECD0BA-5266-3D96-E4BF-AA045C04CEF7}"/>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5" name="Group 894">
            <a:extLst>
              <a:ext uri="{FF2B5EF4-FFF2-40B4-BE49-F238E27FC236}">
                <a16:creationId xmlns:a16="http://schemas.microsoft.com/office/drawing/2014/main" id="{79D03073-B10F-1DED-C156-EE9C292A234D}"/>
              </a:ext>
            </a:extLst>
          </p:cNvPr>
          <p:cNvGrpSpPr/>
          <p:nvPr/>
        </p:nvGrpSpPr>
        <p:grpSpPr>
          <a:xfrm>
            <a:off x="6289146" y="5141017"/>
            <a:ext cx="721206" cy="609701"/>
            <a:chOff x="6289146" y="5141017"/>
            <a:chExt cx="721206" cy="609701"/>
          </a:xfrm>
        </p:grpSpPr>
        <p:sp>
          <p:nvSpPr>
            <p:cNvPr id="896" name="Rectangle 895">
              <a:hlinkHover r:id="" action="ppaction://noaction" highlightClick="1"/>
              <a:extLst>
                <a:ext uri="{FF2B5EF4-FFF2-40B4-BE49-F238E27FC236}">
                  <a16:creationId xmlns:a16="http://schemas.microsoft.com/office/drawing/2014/main" id="{DE74C865-C6B5-609A-899E-80A73E16D215}"/>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97" name="Oval 896">
              <a:extLst>
                <a:ext uri="{FF2B5EF4-FFF2-40B4-BE49-F238E27FC236}">
                  <a16:creationId xmlns:a16="http://schemas.microsoft.com/office/drawing/2014/main" id="{E4CA21B3-DDD3-781E-AF21-B36627A52AB1}"/>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8" name="Isosceles Triangle 648">
              <a:extLst>
                <a:ext uri="{FF2B5EF4-FFF2-40B4-BE49-F238E27FC236}">
                  <a16:creationId xmlns:a16="http://schemas.microsoft.com/office/drawing/2014/main" id="{FDB819C4-E4C6-5413-6612-089E085816BF}"/>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9" name="Group 898">
            <a:extLst>
              <a:ext uri="{FF2B5EF4-FFF2-40B4-BE49-F238E27FC236}">
                <a16:creationId xmlns:a16="http://schemas.microsoft.com/office/drawing/2014/main" id="{46E7F474-2764-B35A-BF29-08CBAD5EA780}"/>
              </a:ext>
            </a:extLst>
          </p:cNvPr>
          <p:cNvGrpSpPr/>
          <p:nvPr/>
        </p:nvGrpSpPr>
        <p:grpSpPr>
          <a:xfrm>
            <a:off x="7122911" y="4419624"/>
            <a:ext cx="721206" cy="609701"/>
            <a:chOff x="7122911" y="4419624"/>
            <a:chExt cx="721206" cy="609701"/>
          </a:xfrm>
        </p:grpSpPr>
        <p:sp>
          <p:nvSpPr>
            <p:cNvPr id="900" name="Rectangle 899">
              <a:hlinkHover r:id="" action="ppaction://noaction" highlightClick="1"/>
              <a:extLst>
                <a:ext uri="{FF2B5EF4-FFF2-40B4-BE49-F238E27FC236}">
                  <a16:creationId xmlns:a16="http://schemas.microsoft.com/office/drawing/2014/main" id="{8493963C-5B25-1D2F-340B-3D6B65184633}"/>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901" name="Oval 900">
              <a:extLst>
                <a:ext uri="{FF2B5EF4-FFF2-40B4-BE49-F238E27FC236}">
                  <a16:creationId xmlns:a16="http://schemas.microsoft.com/office/drawing/2014/main" id="{9D8B6FFB-898A-45EF-9037-EE92ED69932B}"/>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2" name="Isosceles Triangle 648">
              <a:extLst>
                <a:ext uri="{FF2B5EF4-FFF2-40B4-BE49-F238E27FC236}">
                  <a16:creationId xmlns:a16="http://schemas.microsoft.com/office/drawing/2014/main" id="{9FDE604D-DB89-FDC2-5B1B-BE7AF286EEA9}"/>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7" name="Group 906">
            <a:extLst>
              <a:ext uri="{FF2B5EF4-FFF2-40B4-BE49-F238E27FC236}">
                <a16:creationId xmlns:a16="http://schemas.microsoft.com/office/drawing/2014/main" id="{01E9C3DF-B88E-BF83-8EA7-59EF04D79ED3}"/>
              </a:ext>
            </a:extLst>
          </p:cNvPr>
          <p:cNvGrpSpPr/>
          <p:nvPr/>
        </p:nvGrpSpPr>
        <p:grpSpPr>
          <a:xfrm>
            <a:off x="5454385" y="4419624"/>
            <a:ext cx="721206" cy="609701"/>
            <a:chOff x="5454385" y="4419624"/>
            <a:chExt cx="721206" cy="609701"/>
          </a:xfrm>
        </p:grpSpPr>
        <p:sp>
          <p:nvSpPr>
            <p:cNvPr id="908" name="Rectangle 907">
              <a:hlinkHover r:id="" action="ppaction://noaction" highlightClick="1"/>
              <a:extLst>
                <a:ext uri="{FF2B5EF4-FFF2-40B4-BE49-F238E27FC236}">
                  <a16:creationId xmlns:a16="http://schemas.microsoft.com/office/drawing/2014/main" id="{FBE4BD6E-6AEC-5739-C8B2-A3002286001C}"/>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909" name="Oval 908">
              <a:extLst>
                <a:ext uri="{FF2B5EF4-FFF2-40B4-BE49-F238E27FC236}">
                  <a16:creationId xmlns:a16="http://schemas.microsoft.com/office/drawing/2014/main" id="{996FF282-2442-F2B0-001B-6C55EEBB234A}"/>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0" name="Isosceles Triangle 648">
              <a:extLst>
                <a:ext uri="{FF2B5EF4-FFF2-40B4-BE49-F238E27FC236}">
                  <a16:creationId xmlns:a16="http://schemas.microsoft.com/office/drawing/2014/main" id="{0E93FA6F-CB85-4196-177D-CDF4DF324FE9}"/>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1" name="Group 910">
            <a:extLst>
              <a:ext uri="{FF2B5EF4-FFF2-40B4-BE49-F238E27FC236}">
                <a16:creationId xmlns:a16="http://schemas.microsoft.com/office/drawing/2014/main" id="{82110DA7-81C4-2254-C6D6-626B748BEFEE}"/>
              </a:ext>
            </a:extLst>
          </p:cNvPr>
          <p:cNvGrpSpPr/>
          <p:nvPr/>
        </p:nvGrpSpPr>
        <p:grpSpPr>
          <a:xfrm>
            <a:off x="3775041" y="5130133"/>
            <a:ext cx="721895" cy="609700"/>
            <a:chOff x="3775041" y="5130133"/>
            <a:chExt cx="721895" cy="609700"/>
          </a:xfrm>
        </p:grpSpPr>
        <p:sp>
          <p:nvSpPr>
            <p:cNvPr id="912" name="Rectangle 911">
              <a:hlinkHover r:id="" action="ppaction://noaction" highlightClick="1"/>
              <a:extLst>
                <a:ext uri="{FF2B5EF4-FFF2-40B4-BE49-F238E27FC236}">
                  <a16:creationId xmlns:a16="http://schemas.microsoft.com/office/drawing/2014/main" id="{31DB21FA-50EB-A244-9516-AC2445CD99F5}"/>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913" name="Diamond 912">
              <a:extLst>
                <a:ext uri="{FF2B5EF4-FFF2-40B4-BE49-F238E27FC236}">
                  <a16:creationId xmlns:a16="http://schemas.microsoft.com/office/drawing/2014/main" id="{3DD3FC76-01AB-6761-D079-E0C3D9566E66}"/>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4" name="Oval 913">
              <a:extLst>
                <a:ext uri="{FF2B5EF4-FFF2-40B4-BE49-F238E27FC236}">
                  <a16:creationId xmlns:a16="http://schemas.microsoft.com/office/drawing/2014/main" id="{4BA71447-565B-9110-6C50-B47CB37F3C5A}"/>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5" name="Group 914">
            <a:extLst>
              <a:ext uri="{FF2B5EF4-FFF2-40B4-BE49-F238E27FC236}">
                <a16:creationId xmlns:a16="http://schemas.microsoft.com/office/drawing/2014/main" id="{8C417E5A-4086-61D0-7DE2-9F2142EFB0C1}"/>
              </a:ext>
            </a:extLst>
          </p:cNvPr>
          <p:cNvGrpSpPr/>
          <p:nvPr/>
        </p:nvGrpSpPr>
        <p:grpSpPr>
          <a:xfrm>
            <a:off x="4618174" y="5130748"/>
            <a:ext cx="721895" cy="609700"/>
            <a:chOff x="4618174" y="5130748"/>
            <a:chExt cx="721895" cy="609700"/>
          </a:xfrm>
        </p:grpSpPr>
        <p:sp>
          <p:nvSpPr>
            <p:cNvPr id="916" name="Rectangle 915">
              <a:hlinkHover r:id="" action="ppaction://noaction" highlightClick="1"/>
              <a:extLst>
                <a:ext uri="{FF2B5EF4-FFF2-40B4-BE49-F238E27FC236}">
                  <a16:creationId xmlns:a16="http://schemas.microsoft.com/office/drawing/2014/main" id="{A38E918B-78B7-EFFE-8202-EB8FDEAFF82D}"/>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917" name="Diamond 916">
              <a:extLst>
                <a:ext uri="{FF2B5EF4-FFF2-40B4-BE49-F238E27FC236}">
                  <a16:creationId xmlns:a16="http://schemas.microsoft.com/office/drawing/2014/main" id="{6A8BE24A-6845-E617-19EE-CB73F34CFEB8}"/>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8" name="Oval 917">
              <a:extLst>
                <a:ext uri="{FF2B5EF4-FFF2-40B4-BE49-F238E27FC236}">
                  <a16:creationId xmlns:a16="http://schemas.microsoft.com/office/drawing/2014/main" id="{73E5E2EA-CF1A-93A0-683E-15EAB50D33C7}"/>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9" name="Group 918">
            <a:extLst>
              <a:ext uri="{FF2B5EF4-FFF2-40B4-BE49-F238E27FC236}">
                <a16:creationId xmlns:a16="http://schemas.microsoft.com/office/drawing/2014/main" id="{A736AC0B-B507-6093-75D1-C5C780FEB960}"/>
              </a:ext>
            </a:extLst>
          </p:cNvPr>
          <p:cNvGrpSpPr/>
          <p:nvPr/>
        </p:nvGrpSpPr>
        <p:grpSpPr>
          <a:xfrm>
            <a:off x="7125833" y="5143368"/>
            <a:ext cx="721206" cy="609701"/>
            <a:chOff x="7125833" y="5143368"/>
            <a:chExt cx="721206" cy="609701"/>
          </a:xfrm>
        </p:grpSpPr>
        <p:sp>
          <p:nvSpPr>
            <p:cNvPr id="920" name="Rectangle 919">
              <a:hlinkHover r:id="" action="ppaction://noaction" highlightClick="1"/>
              <a:extLst>
                <a:ext uri="{FF2B5EF4-FFF2-40B4-BE49-F238E27FC236}">
                  <a16:creationId xmlns:a16="http://schemas.microsoft.com/office/drawing/2014/main" id="{DA96EAC9-3F8E-9B32-5365-0250700A284E}"/>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921" name="Oval 920">
              <a:extLst>
                <a:ext uri="{FF2B5EF4-FFF2-40B4-BE49-F238E27FC236}">
                  <a16:creationId xmlns:a16="http://schemas.microsoft.com/office/drawing/2014/main" id="{24DAB81B-15D1-F770-9983-878D0D6A93B6}"/>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2" name="Isosceles Triangle 648">
              <a:extLst>
                <a:ext uri="{FF2B5EF4-FFF2-40B4-BE49-F238E27FC236}">
                  <a16:creationId xmlns:a16="http://schemas.microsoft.com/office/drawing/2014/main" id="{A1AC8D2C-D45A-4AE3-A80D-9FB175919FEB}"/>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3" name="Group 922">
            <a:extLst>
              <a:ext uri="{FF2B5EF4-FFF2-40B4-BE49-F238E27FC236}">
                <a16:creationId xmlns:a16="http://schemas.microsoft.com/office/drawing/2014/main" id="{DABE2E2F-0EE2-C238-8C19-B8C1923A3B4F}"/>
              </a:ext>
            </a:extLst>
          </p:cNvPr>
          <p:cNvGrpSpPr/>
          <p:nvPr/>
        </p:nvGrpSpPr>
        <p:grpSpPr>
          <a:xfrm>
            <a:off x="7122911" y="3698231"/>
            <a:ext cx="721206" cy="609701"/>
            <a:chOff x="7122911" y="3698231"/>
            <a:chExt cx="721206" cy="609701"/>
          </a:xfrm>
        </p:grpSpPr>
        <p:sp>
          <p:nvSpPr>
            <p:cNvPr id="924" name="Rectangle 923">
              <a:hlinkHover r:id="" action="ppaction://noaction" highlightClick="1"/>
              <a:extLst>
                <a:ext uri="{FF2B5EF4-FFF2-40B4-BE49-F238E27FC236}">
                  <a16:creationId xmlns:a16="http://schemas.microsoft.com/office/drawing/2014/main" id="{7597F455-8DA7-CF9E-5EC1-48B091A41FFC}"/>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925" name="Oval 924">
              <a:extLst>
                <a:ext uri="{FF2B5EF4-FFF2-40B4-BE49-F238E27FC236}">
                  <a16:creationId xmlns:a16="http://schemas.microsoft.com/office/drawing/2014/main" id="{B92D879A-A28C-93FF-CF0B-91026596713D}"/>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6" name="Isosceles Triangle 648">
              <a:extLst>
                <a:ext uri="{FF2B5EF4-FFF2-40B4-BE49-F238E27FC236}">
                  <a16:creationId xmlns:a16="http://schemas.microsoft.com/office/drawing/2014/main" id="{3B5C0618-E5AB-E9F6-A94D-F65517B845D4}"/>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7" name="Group 926">
            <a:extLst>
              <a:ext uri="{FF2B5EF4-FFF2-40B4-BE49-F238E27FC236}">
                <a16:creationId xmlns:a16="http://schemas.microsoft.com/office/drawing/2014/main" id="{48C4C6D3-B78E-5F26-1B25-80D3D4B4034B}"/>
              </a:ext>
            </a:extLst>
          </p:cNvPr>
          <p:cNvGrpSpPr/>
          <p:nvPr/>
        </p:nvGrpSpPr>
        <p:grpSpPr>
          <a:xfrm>
            <a:off x="6286224" y="3620338"/>
            <a:ext cx="721206" cy="687594"/>
            <a:chOff x="6286224" y="3620338"/>
            <a:chExt cx="721206" cy="687594"/>
          </a:xfrm>
        </p:grpSpPr>
        <p:cxnSp>
          <p:nvCxnSpPr>
            <p:cNvPr id="928" name="Straight Connector 927">
              <a:extLst>
                <a:ext uri="{FF2B5EF4-FFF2-40B4-BE49-F238E27FC236}">
                  <a16:creationId xmlns:a16="http://schemas.microsoft.com/office/drawing/2014/main" id="{7C5E8CB1-BD42-52F9-2D4A-93A4D775B77C}"/>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929" name="Rectangle 928">
              <a:hlinkHover r:id="" action="ppaction://noaction" highlightClick="1"/>
              <a:extLst>
                <a:ext uri="{FF2B5EF4-FFF2-40B4-BE49-F238E27FC236}">
                  <a16:creationId xmlns:a16="http://schemas.microsoft.com/office/drawing/2014/main" id="{D00A64B9-83C9-676F-9EE0-5CB118884829}"/>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930" name="Oval 929">
              <a:extLst>
                <a:ext uri="{FF2B5EF4-FFF2-40B4-BE49-F238E27FC236}">
                  <a16:creationId xmlns:a16="http://schemas.microsoft.com/office/drawing/2014/main" id="{3C379A85-F944-8F6F-F749-6253A99E2457}"/>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1" name="Isosceles Triangle 648">
              <a:extLst>
                <a:ext uri="{FF2B5EF4-FFF2-40B4-BE49-F238E27FC236}">
                  <a16:creationId xmlns:a16="http://schemas.microsoft.com/office/drawing/2014/main" id="{2EE068CE-B132-46B0-8307-D40C45253339}"/>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31" name="Group 1130">
            <a:extLst>
              <a:ext uri="{FF2B5EF4-FFF2-40B4-BE49-F238E27FC236}">
                <a16:creationId xmlns:a16="http://schemas.microsoft.com/office/drawing/2014/main" id="{F086763E-1D00-0CA7-7FCC-8772364DCCA0}"/>
              </a:ext>
            </a:extLst>
          </p:cNvPr>
          <p:cNvGrpSpPr/>
          <p:nvPr/>
        </p:nvGrpSpPr>
        <p:grpSpPr>
          <a:xfrm>
            <a:off x="1268842" y="2253333"/>
            <a:ext cx="721206" cy="609701"/>
            <a:chOff x="1268842" y="2253333"/>
            <a:chExt cx="721206" cy="609701"/>
          </a:xfrm>
        </p:grpSpPr>
        <p:sp>
          <p:nvSpPr>
            <p:cNvPr id="1132" name="Rectangle 1131">
              <a:extLst>
                <a:ext uri="{FF2B5EF4-FFF2-40B4-BE49-F238E27FC236}">
                  <a16:creationId xmlns:a16="http://schemas.microsoft.com/office/drawing/2014/main" id="{3795AC7F-E8DF-7241-51C1-EC8FFE23E64B}"/>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1133" name="Right Triangle 1132">
              <a:extLst>
                <a:ext uri="{FF2B5EF4-FFF2-40B4-BE49-F238E27FC236}">
                  <a16:creationId xmlns:a16="http://schemas.microsoft.com/office/drawing/2014/main" id="{E9B9C5B6-2E97-B794-2573-179F088DAA57}"/>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34" name="Group 1133">
              <a:extLst>
                <a:ext uri="{FF2B5EF4-FFF2-40B4-BE49-F238E27FC236}">
                  <a16:creationId xmlns:a16="http://schemas.microsoft.com/office/drawing/2014/main" id="{4A8008D4-5142-7DDE-28B4-9B36E9C3EE8A}"/>
                </a:ext>
              </a:extLst>
            </p:cNvPr>
            <p:cNvGrpSpPr/>
            <p:nvPr/>
          </p:nvGrpSpPr>
          <p:grpSpPr>
            <a:xfrm>
              <a:off x="1939437" y="2265723"/>
              <a:ext cx="37817" cy="61390"/>
              <a:chOff x="3883481" y="2057400"/>
              <a:chExt cx="1608363" cy="2652031"/>
            </a:xfrm>
            <a:solidFill>
              <a:srgbClr val="A6A6A6"/>
            </a:solidFill>
          </p:grpSpPr>
          <p:sp>
            <p:nvSpPr>
              <p:cNvPr id="1135" name="Oval 27">
                <a:extLst>
                  <a:ext uri="{FF2B5EF4-FFF2-40B4-BE49-F238E27FC236}">
                    <a16:creationId xmlns:a16="http://schemas.microsoft.com/office/drawing/2014/main" id="{A1D0AE01-4186-4639-2B36-2BCA16747C9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6" name="Oval 28">
                <a:extLst>
                  <a:ext uri="{FF2B5EF4-FFF2-40B4-BE49-F238E27FC236}">
                    <a16:creationId xmlns:a16="http://schemas.microsoft.com/office/drawing/2014/main" id="{E7B55587-96AA-F083-E680-A7F5317B859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37" name="Group 1136">
            <a:extLst>
              <a:ext uri="{FF2B5EF4-FFF2-40B4-BE49-F238E27FC236}">
                <a16:creationId xmlns:a16="http://schemas.microsoft.com/office/drawing/2014/main" id="{E8E4AB92-A5F7-C2C7-3AE0-496A38A62B45}"/>
              </a:ext>
            </a:extLst>
          </p:cNvPr>
          <p:cNvGrpSpPr/>
          <p:nvPr/>
        </p:nvGrpSpPr>
        <p:grpSpPr>
          <a:xfrm>
            <a:off x="2105349" y="2253333"/>
            <a:ext cx="721206" cy="609701"/>
            <a:chOff x="2105349" y="2253333"/>
            <a:chExt cx="721206" cy="609701"/>
          </a:xfrm>
        </p:grpSpPr>
        <p:sp>
          <p:nvSpPr>
            <p:cNvPr id="1138" name="Rectangle 1137">
              <a:extLst>
                <a:ext uri="{FF2B5EF4-FFF2-40B4-BE49-F238E27FC236}">
                  <a16:creationId xmlns:a16="http://schemas.microsoft.com/office/drawing/2014/main" id="{3DA52FC1-F95E-5229-5206-3E9DACCF6651}"/>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1139" name="Right Triangle 1138">
              <a:extLst>
                <a:ext uri="{FF2B5EF4-FFF2-40B4-BE49-F238E27FC236}">
                  <a16:creationId xmlns:a16="http://schemas.microsoft.com/office/drawing/2014/main" id="{DF3FEC86-9048-9075-E5E0-43528257DB2E}"/>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40" name="Group 1139">
              <a:extLst>
                <a:ext uri="{FF2B5EF4-FFF2-40B4-BE49-F238E27FC236}">
                  <a16:creationId xmlns:a16="http://schemas.microsoft.com/office/drawing/2014/main" id="{CA88FC6A-4BC0-3C10-D314-33D0647860C9}"/>
                </a:ext>
              </a:extLst>
            </p:cNvPr>
            <p:cNvGrpSpPr/>
            <p:nvPr/>
          </p:nvGrpSpPr>
          <p:grpSpPr>
            <a:xfrm>
              <a:off x="2771411" y="2265582"/>
              <a:ext cx="37817" cy="61390"/>
              <a:chOff x="3883481" y="2057400"/>
              <a:chExt cx="1608363" cy="2652031"/>
            </a:xfrm>
            <a:solidFill>
              <a:srgbClr val="A6A6A6"/>
            </a:solidFill>
          </p:grpSpPr>
          <p:sp>
            <p:nvSpPr>
              <p:cNvPr id="1141" name="Oval 27">
                <a:extLst>
                  <a:ext uri="{FF2B5EF4-FFF2-40B4-BE49-F238E27FC236}">
                    <a16:creationId xmlns:a16="http://schemas.microsoft.com/office/drawing/2014/main" id="{392650EB-08B3-B897-2B40-916962593A0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2" name="Oval 28">
                <a:extLst>
                  <a:ext uri="{FF2B5EF4-FFF2-40B4-BE49-F238E27FC236}">
                    <a16:creationId xmlns:a16="http://schemas.microsoft.com/office/drawing/2014/main" id="{904CB968-F97F-613A-4921-E41C4AC93C4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43" name="Group 1142">
            <a:extLst>
              <a:ext uri="{FF2B5EF4-FFF2-40B4-BE49-F238E27FC236}">
                <a16:creationId xmlns:a16="http://schemas.microsoft.com/office/drawing/2014/main" id="{8F44724F-5B6B-3365-1F02-6FAA33C9C3A9}"/>
              </a:ext>
            </a:extLst>
          </p:cNvPr>
          <p:cNvGrpSpPr/>
          <p:nvPr/>
        </p:nvGrpSpPr>
        <p:grpSpPr>
          <a:xfrm>
            <a:off x="2941856" y="2253333"/>
            <a:ext cx="721206" cy="609701"/>
            <a:chOff x="2941856" y="2253333"/>
            <a:chExt cx="721206" cy="609701"/>
          </a:xfrm>
        </p:grpSpPr>
        <p:sp>
          <p:nvSpPr>
            <p:cNvPr id="1144" name="Rectangle 1143">
              <a:extLst>
                <a:ext uri="{FF2B5EF4-FFF2-40B4-BE49-F238E27FC236}">
                  <a16:creationId xmlns:a16="http://schemas.microsoft.com/office/drawing/2014/main" id="{6D26D844-DCCD-833C-4BA7-A17F296C436F}"/>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1145" name="Right Triangle 1144">
              <a:extLst>
                <a:ext uri="{FF2B5EF4-FFF2-40B4-BE49-F238E27FC236}">
                  <a16:creationId xmlns:a16="http://schemas.microsoft.com/office/drawing/2014/main" id="{A645C356-E335-8119-D7DF-D2F4D4113112}"/>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46" name="Group 1145">
              <a:extLst>
                <a:ext uri="{FF2B5EF4-FFF2-40B4-BE49-F238E27FC236}">
                  <a16:creationId xmlns:a16="http://schemas.microsoft.com/office/drawing/2014/main" id="{AC9EA008-17B3-30C5-B694-0CCE4F9FEFD5}"/>
                </a:ext>
              </a:extLst>
            </p:cNvPr>
            <p:cNvGrpSpPr/>
            <p:nvPr/>
          </p:nvGrpSpPr>
          <p:grpSpPr>
            <a:xfrm>
              <a:off x="3611254" y="2264960"/>
              <a:ext cx="37817" cy="61390"/>
              <a:chOff x="3883481" y="2057400"/>
              <a:chExt cx="1608363" cy="2652031"/>
            </a:xfrm>
            <a:solidFill>
              <a:srgbClr val="A6A6A6"/>
            </a:solidFill>
          </p:grpSpPr>
          <p:sp>
            <p:nvSpPr>
              <p:cNvPr id="1147" name="Oval 27">
                <a:extLst>
                  <a:ext uri="{FF2B5EF4-FFF2-40B4-BE49-F238E27FC236}">
                    <a16:creationId xmlns:a16="http://schemas.microsoft.com/office/drawing/2014/main" id="{529BE4F0-B4EE-7AC3-0C05-D53D223CF63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8" name="Oval 28">
                <a:extLst>
                  <a:ext uri="{FF2B5EF4-FFF2-40B4-BE49-F238E27FC236}">
                    <a16:creationId xmlns:a16="http://schemas.microsoft.com/office/drawing/2014/main" id="{7578FAE0-3F21-B8B0-3E23-195500194EF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49" name="Group 1148">
            <a:extLst>
              <a:ext uri="{FF2B5EF4-FFF2-40B4-BE49-F238E27FC236}">
                <a16:creationId xmlns:a16="http://schemas.microsoft.com/office/drawing/2014/main" id="{46E04531-9850-5BBE-C53A-EB47906EB412}"/>
              </a:ext>
            </a:extLst>
          </p:cNvPr>
          <p:cNvGrpSpPr/>
          <p:nvPr/>
        </p:nvGrpSpPr>
        <p:grpSpPr>
          <a:xfrm>
            <a:off x="4614870" y="2253333"/>
            <a:ext cx="721206" cy="609701"/>
            <a:chOff x="4614870" y="2253333"/>
            <a:chExt cx="721206" cy="609701"/>
          </a:xfrm>
        </p:grpSpPr>
        <p:sp>
          <p:nvSpPr>
            <p:cNvPr id="1150" name="Rectangle 1149">
              <a:extLst>
                <a:ext uri="{FF2B5EF4-FFF2-40B4-BE49-F238E27FC236}">
                  <a16:creationId xmlns:a16="http://schemas.microsoft.com/office/drawing/2014/main" id="{D3245E3F-485E-F445-50A7-6F788F1DA7AB}"/>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1151" name="Right Triangle 1150">
              <a:extLst>
                <a:ext uri="{FF2B5EF4-FFF2-40B4-BE49-F238E27FC236}">
                  <a16:creationId xmlns:a16="http://schemas.microsoft.com/office/drawing/2014/main" id="{31A13182-DD46-4A72-190E-E5BE2622750D}"/>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52" name="Group 1151">
              <a:extLst>
                <a:ext uri="{FF2B5EF4-FFF2-40B4-BE49-F238E27FC236}">
                  <a16:creationId xmlns:a16="http://schemas.microsoft.com/office/drawing/2014/main" id="{6E94747A-67D4-4F19-4483-D078C2593B16}"/>
                </a:ext>
              </a:extLst>
            </p:cNvPr>
            <p:cNvGrpSpPr/>
            <p:nvPr/>
          </p:nvGrpSpPr>
          <p:grpSpPr>
            <a:xfrm>
              <a:off x="5280746" y="2264771"/>
              <a:ext cx="37817" cy="61390"/>
              <a:chOff x="3883481" y="2057400"/>
              <a:chExt cx="1608363" cy="2652031"/>
            </a:xfrm>
            <a:solidFill>
              <a:srgbClr val="A6A6A6"/>
            </a:solidFill>
          </p:grpSpPr>
          <p:sp>
            <p:nvSpPr>
              <p:cNvPr id="1153" name="Oval 27">
                <a:extLst>
                  <a:ext uri="{FF2B5EF4-FFF2-40B4-BE49-F238E27FC236}">
                    <a16:creationId xmlns:a16="http://schemas.microsoft.com/office/drawing/2014/main" id="{63F7571B-C802-66F2-4221-A0CB307A94C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4" name="Oval 28">
                <a:extLst>
                  <a:ext uri="{FF2B5EF4-FFF2-40B4-BE49-F238E27FC236}">
                    <a16:creationId xmlns:a16="http://schemas.microsoft.com/office/drawing/2014/main" id="{168052E7-5A01-B8A8-0262-D54910DBC29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 name="Group 1">
            <a:extLst>
              <a:ext uri="{FF2B5EF4-FFF2-40B4-BE49-F238E27FC236}">
                <a16:creationId xmlns:a16="http://schemas.microsoft.com/office/drawing/2014/main" id="{6A977B87-97BB-D05A-4603-441CF7E3F9BB}"/>
              </a:ext>
            </a:extLst>
          </p:cNvPr>
          <p:cNvGrpSpPr/>
          <p:nvPr/>
        </p:nvGrpSpPr>
        <p:grpSpPr>
          <a:xfrm>
            <a:off x="431659" y="2253337"/>
            <a:ext cx="721895" cy="609700"/>
            <a:chOff x="431659" y="2253337"/>
            <a:chExt cx="721895" cy="609700"/>
          </a:xfrm>
        </p:grpSpPr>
        <p:sp>
          <p:nvSpPr>
            <p:cNvPr id="3" name="Rectangle 2">
              <a:hlinkHover r:id="" action="ppaction://noaction" highlightClick="1"/>
              <a:extLst>
                <a:ext uri="{FF2B5EF4-FFF2-40B4-BE49-F238E27FC236}">
                  <a16:creationId xmlns:a16="http://schemas.microsoft.com/office/drawing/2014/main" id="{00014E0B-4889-DF3C-93A3-02C61A33478C}"/>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4" name="Diamond 3">
              <a:extLst>
                <a:ext uri="{FF2B5EF4-FFF2-40B4-BE49-F238E27FC236}">
                  <a16:creationId xmlns:a16="http://schemas.microsoft.com/office/drawing/2014/main" id="{E2406D75-4836-44F3-295E-F21701536C52}"/>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Oval 4">
              <a:extLst>
                <a:ext uri="{FF2B5EF4-FFF2-40B4-BE49-F238E27FC236}">
                  <a16:creationId xmlns:a16="http://schemas.microsoft.com/office/drawing/2014/main" id="{EF8510C2-3F74-0CD9-0EB5-37AB4FD51C42}"/>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 name="Group 11">
            <a:extLst>
              <a:ext uri="{FF2B5EF4-FFF2-40B4-BE49-F238E27FC236}">
                <a16:creationId xmlns:a16="http://schemas.microsoft.com/office/drawing/2014/main" id="{DD84FB92-C1D9-F7F1-7E73-4CE14C9F8A7B}"/>
              </a:ext>
            </a:extLst>
          </p:cNvPr>
          <p:cNvGrpSpPr/>
          <p:nvPr/>
        </p:nvGrpSpPr>
        <p:grpSpPr>
          <a:xfrm>
            <a:off x="3779087" y="3698226"/>
            <a:ext cx="721206" cy="609701"/>
            <a:chOff x="3779087" y="3698226"/>
            <a:chExt cx="721206" cy="609701"/>
          </a:xfrm>
        </p:grpSpPr>
        <p:sp>
          <p:nvSpPr>
            <p:cNvPr id="13" name="Rectangle 12">
              <a:extLst>
                <a:ext uri="{FF2B5EF4-FFF2-40B4-BE49-F238E27FC236}">
                  <a16:creationId xmlns:a16="http://schemas.microsoft.com/office/drawing/2014/main" id="{93829C93-16FB-2734-C3D0-272D44EF8DD6}"/>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4" name="Right Triangle 13">
              <a:extLst>
                <a:ext uri="{FF2B5EF4-FFF2-40B4-BE49-F238E27FC236}">
                  <a16:creationId xmlns:a16="http://schemas.microsoft.com/office/drawing/2014/main" id="{E2A8D294-D021-3E25-F487-686A4E086CFE}"/>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562A03F4-63F9-C605-50C8-B0EEF44A0CBF}"/>
                </a:ext>
              </a:extLst>
            </p:cNvPr>
            <p:cNvGrpSpPr/>
            <p:nvPr/>
          </p:nvGrpSpPr>
          <p:grpSpPr>
            <a:xfrm>
              <a:off x="4448513" y="3706747"/>
              <a:ext cx="37817" cy="61390"/>
              <a:chOff x="3883481" y="2057400"/>
              <a:chExt cx="1608363" cy="2652031"/>
            </a:xfrm>
            <a:solidFill>
              <a:srgbClr val="A6A6A6">
                <a:alpha val="20000"/>
              </a:srgbClr>
            </a:solidFill>
          </p:grpSpPr>
          <p:sp>
            <p:nvSpPr>
              <p:cNvPr id="16" name="Oval 27">
                <a:extLst>
                  <a:ext uri="{FF2B5EF4-FFF2-40B4-BE49-F238E27FC236}">
                    <a16:creationId xmlns:a16="http://schemas.microsoft.com/office/drawing/2014/main" id="{60005ABB-BEBD-3DFC-A589-074C3DCD0F2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 name="Oval 28">
                <a:extLst>
                  <a:ext uri="{FF2B5EF4-FFF2-40B4-BE49-F238E27FC236}">
                    <a16:creationId xmlns:a16="http://schemas.microsoft.com/office/drawing/2014/main" id="{C4021977-606A-9B27-F955-7C5098ADDB1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9" name="Group 18">
            <a:extLst>
              <a:ext uri="{FF2B5EF4-FFF2-40B4-BE49-F238E27FC236}">
                <a16:creationId xmlns:a16="http://schemas.microsoft.com/office/drawing/2014/main" id="{B289963D-6BA3-0610-135E-400BFD58B930}"/>
              </a:ext>
            </a:extLst>
          </p:cNvPr>
          <p:cNvGrpSpPr/>
          <p:nvPr/>
        </p:nvGrpSpPr>
        <p:grpSpPr>
          <a:xfrm>
            <a:off x="4615774" y="3698231"/>
            <a:ext cx="721206" cy="609701"/>
            <a:chOff x="4615774" y="3698231"/>
            <a:chExt cx="721206" cy="609701"/>
          </a:xfrm>
        </p:grpSpPr>
        <p:sp>
          <p:nvSpPr>
            <p:cNvPr id="20" name="Rectangle 19">
              <a:hlinkHover r:id="" action="ppaction://noaction" highlightClick="1"/>
              <a:extLst>
                <a:ext uri="{FF2B5EF4-FFF2-40B4-BE49-F238E27FC236}">
                  <a16:creationId xmlns:a16="http://schemas.microsoft.com/office/drawing/2014/main" id="{097B40AC-E496-B1BD-EF53-27AE547F6899}"/>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21" name="Oval 20">
              <a:extLst>
                <a:ext uri="{FF2B5EF4-FFF2-40B4-BE49-F238E27FC236}">
                  <a16:creationId xmlns:a16="http://schemas.microsoft.com/office/drawing/2014/main" id="{8391B9C1-863E-64B2-F24C-5F1868C718D6}"/>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2" name="Isosceles Triangle 648">
              <a:extLst>
                <a:ext uri="{FF2B5EF4-FFF2-40B4-BE49-F238E27FC236}">
                  <a16:creationId xmlns:a16="http://schemas.microsoft.com/office/drawing/2014/main" id="{C7F383E3-B390-AB53-51C9-0BDB32428215}"/>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2" name="Group 31">
            <a:extLst>
              <a:ext uri="{FF2B5EF4-FFF2-40B4-BE49-F238E27FC236}">
                <a16:creationId xmlns:a16="http://schemas.microsoft.com/office/drawing/2014/main" id="{CD59E565-71E4-5979-83B8-859E20573A5A}"/>
              </a:ext>
            </a:extLst>
          </p:cNvPr>
          <p:cNvGrpSpPr/>
          <p:nvPr/>
        </p:nvGrpSpPr>
        <p:grpSpPr>
          <a:xfrm>
            <a:off x="2099604" y="5136552"/>
            <a:ext cx="721206" cy="609701"/>
            <a:chOff x="2099604" y="5136552"/>
            <a:chExt cx="721206" cy="609701"/>
          </a:xfrm>
        </p:grpSpPr>
        <p:sp>
          <p:nvSpPr>
            <p:cNvPr id="33" name="Rectangle 32">
              <a:extLst>
                <a:ext uri="{FF2B5EF4-FFF2-40B4-BE49-F238E27FC236}">
                  <a16:creationId xmlns:a16="http://schemas.microsoft.com/office/drawing/2014/main" id="{4B9FFAB8-C391-73D6-B5CA-FAAA30EF4432}"/>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34" name="Right Triangle 33">
              <a:extLst>
                <a:ext uri="{FF2B5EF4-FFF2-40B4-BE49-F238E27FC236}">
                  <a16:creationId xmlns:a16="http://schemas.microsoft.com/office/drawing/2014/main" id="{6FDF18DF-139A-4386-DCCF-7132D871CF75}"/>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5" name="Group 34">
              <a:extLst>
                <a:ext uri="{FF2B5EF4-FFF2-40B4-BE49-F238E27FC236}">
                  <a16:creationId xmlns:a16="http://schemas.microsoft.com/office/drawing/2014/main" id="{609DCFE0-4451-4EC2-5765-C65A39A5F92D}"/>
                </a:ext>
              </a:extLst>
            </p:cNvPr>
            <p:cNvGrpSpPr/>
            <p:nvPr/>
          </p:nvGrpSpPr>
          <p:grpSpPr>
            <a:xfrm>
              <a:off x="2765661" y="5151382"/>
              <a:ext cx="37817" cy="61390"/>
              <a:chOff x="3883481" y="2057400"/>
              <a:chExt cx="1608363" cy="2652031"/>
            </a:xfrm>
            <a:solidFill>
              <a:srgbClr val="A6A6A6">
                <a:alpha val="20000"/>
              </a:srgbClr>
            </a:solidFill>
          </p:grpSpPr>
          <p:sp>
            <p:nvSpPr>
              <p:cNvPr id="36" name="Oval 27">
                <a:extLst>
                  <a:ext uri="{FF2B5EF4-FFF2-40B4-BE49-F238E27FC236}">
                    <a16:creationId xmlns:a16="http://schemas.microsoft.com/office/drawing/2014/main" id="{F09ADC84-419A-2730-2040-012A4837B9B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7" name="Oval 28">
                <a:extLst>
                  <a:ext uri="{FF2B5EF4-FFF2-40B4-BE49-F238E27FC236}">
                    <a16:creationId xmlns:a16="http://schemas.microsoft.com/office/drawing/2014/main" id="{3884E563-4B19-8BD3-6831-5B3C675642D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8" name="Group 37">
            <a:extLst>
              <a:ext uri="{FF2B5EF4-FFF2-40B4-BE49-F238E27FC236}">
                <a16:creationId xmlns:a16="http://schemas.microsoft.com/office/drawing/2014/main" id="{24F9A657-185F-E0D6-B4D2-67839C1A751E}"/>
              </a:ext>
            </a:extLst>
          </p:cNvPr>
          <p:cNvGrpSpPr/>
          <p:nvPr/>
        </p:nvGrpSpPr>
        <p:grpSpPr>
          <a:xfrm>
            <a:off x="2100392" y="4419620"/>
            <a:ext cx="721206" cy="609701"/>
            <a:chOff x="2100392" y="4419620"/>
            <a:chExt cx="721206" cy="609701"/>
          </a:xfrm>
        </p:grpSpPr>
        <p:sp>
          <p:nvSpPr>
            <p:cNvPr id="39" name="Rectangle 38">
              <a:extLst>
                <a:ext uri="{FF2B5EF4-FFF2-40B4-BE49-F238E27FC236}">
                  <a16:creationId xmlns:a16="http://schemas.microsoft.com/office/drawing/2014/main" id="{0E4DE045-D6D6-E582-FD42-95D82390B8E9}"/>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40" name="Right Triangle 39">
              <a:extLst>
                <a:ext uri="{FF2B5EF4-FFF2-40B4-BE49-F238E27FC236}">
                  <a16:creationId xmlns:a16="http://schemas.microsoft.com/office/drawing/2014/main" id="{7EE08DAD-4BF9-BD0F-5CAB-93A35BC95D91}"/>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1" name="Group 40">
              <a:extLst>
                <a:ext uri="{FF2B5EF4-FFF2-40B4-BE49-F238E27FC236}">
                  <a16:creationId xmlns:a16="http://schemas.microsoft.com/office/drawing/2014/main" id="{EA1A1D07-66C3-2F59-A215-E16644D33945}"/>
                </a:ext>
              </a:extLst>
            </p:cNvPr>
            <p:cNvGrpSpPr/>
            <p:nvPr/>
          </p:nvGrpSpPr>
          <p:grpSpPr>
            <a:xfrm>
              <a:off x="2769856" y="4434450"/>
              <a:ext cx="37817" cy="61390"/>
              <a:chOff x="3883481" y="2057400"/>
              <a:chExt cx="1608363" cy="2652031"/>
            </a:xfrm>
            <a:solidFill>
              <a:srgbClr val="A6A6A6">
                <a:alpha val="20000"/>
              </a:srgbClr>
            </a:solidFill>
          </p:grpSpPr>
          <p:sp>
            <p:nvSpPr>
              <p:cNvPr id="42" name="Oval 27">
                <a:extLst>
                  <a:ext uri="{FF2B5EF4-FFF2-40B4-BE49-F238E27FC236}">
                    <a16:creationId xmlns:a16="http://schemas.microsoft.com/office/drawing/2014/main" id="{DA506B48-27C3-7812-0EC7-D4FB5008F4B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 name="Oval 28">
                <a:extLst>
                  <a:ext uri="{FF2B5EF4-FFF2-40B4-BE49-F238E27FC236}">
                    <a16:creationId xmlns:a16="http://schemas.microsoft.com/office/drawing/2014/main" id="{DD6A8AA7-6074-37C6-1A47-6BB248796FA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2" name="Group 51">
            <a:extLst>
              <a:ext uri="{FF2B5EF4-FFF2-40B4-BE49-F238E27FC236}">
                <a16:creationId xmlns:a16="http://schemas.microsoft.com/office/drawing/2014/main" id="{7C1FF349-CB0E-74BB-0993-A52C199C1CB2}"/>
              </a:ext>
            </a:extLst>
          </p:cNvPr>
          <p:cNvGrpSpPr/>
          <p:nvPr/>
        </p:nvGrpSpPr>
        <p:grpSpPr>
          <a:xfrm>
            <a:off x="8807246" y="1508831"/>
            <a:ext cx="721206" cy="609701"/>
            <a:chOff x="8807246" y="1532278"/>
            <a:chExt cx="721206" cy="609701"/>
          </a:xfrm>
        </p:grpSpPr>
        <p:sp>
          <p:nvSpPr>
            <p:cNvPr id="53" name="Rectangle 52">
              <a:hlinkHover r:id="" action="ppaction://noaction" highlightClick="1"/>
              <a:extLst>
                <a:ext uri="{FF2B5EF4-FFF2-40B4-BE49-F238E27FC236}">
                  <a16:creationId xmlns:a16="http://schemas.microsoft.com/office/drawing/2014/main" id="{DD4A17D2-E27F-FA17-6019-ADB22FA47C83}"/>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54" name="Oval 53">
              <a:extLst>
                <a:ext uri="{FF2B5EF4-FFF2-40B4-BE49-F238E27FC236}">
                  <a16:creationId xmlns:a16="http://schemas.microsoft.com/office/drawing/2014/main" id="{FE4A4EE7-9096-A7B4-B577-D7620A6ADDDF}"/>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 name="Isosceles Triangle 648">
              <a:extLst>
                <a:ext uri="{FF2B5EF4-FFF2-40B4-BE49-F238E27FC236}">
                  <a16:creationId xmlns:a16="http://schemas.microsoft.com/office/drawing/2014/main" id="{24F41165-9438-37DD-049D-5F302D5D1BEF}"/>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 name="Group 55">
            <a:extLst>
              <a:ext uri="{FF2B5EF4-FFF2-40B4-BE49-F238E27FC236}">
                <a16:creationId xmlns:a16="http://schemas.microsoft.com/office/drawing/2014/main" id="{E614A339-33B2-3513-B1D4-29E7A4CAEAB6}"/>
              </a:ext>
            </a:extLst>
          </p:cNvPr>
          <p:cNvGrpSpPr/>
          <p:nvPr/>
        </p:nvGrpSpPr>
        <p:grpSpPr>
          <a:xfrm>
            <a:off x="11356242" y="1508829"/>
            <a:ext cx="721206" cy="609701"/>
            <a:chOff x="11356242" y="1532276"/>
            <a:chExt cx="721206" cy="609701"/>
          </a:xfrm>
        </p:grpSpPr>
        <p:sp>
          <p:nvSpPr>
            <p:cNvPr id="58" name="Rectangle 57">
              <a:hlinkHover r:id="" action="ppaction://noaction" highlightClick="1"/>
              <a:extLst>
                <a:ext uri="{FF2B5EF4-FFF2-40B4-BE49-F238E27FC236}">
                  <a16:creationId xmlns:a16="http://schemas.microsoft.com/office/drawing/2014/main" id="{587B1B5A-931A-34A5-83A6-30FB3F2004EC}"/>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59" name="Oval 58">
              <a:extLst>
                <a:ext uri="{FF2B5EF4-FFF2-40B4-BE49-F238E27FC236}">
                  <a16:creationId xmlns:a16="http://schemas.microsoft.com/office/drawing/2014/main" id="{64B48E67-B163-A960-A86A-878FE5F328BF}"/>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 name="Isosceles Triangle 648">
              <a:extLst>
                <a:ext uri="{FF2B5EF4-FFF2-40B4-BE49-F238E27FC236}">
                  <a16:creationId xmlns:a16="http://schemas.microsoft.com/office/drawing/2014/main" id="{188FE062-339F-8F7C-CF69-2C8A1E78276F}"/>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9" name="Group 68">
            <a:extLst>
              <a:ext uri="{FF2B5EF4-FFF2-40B4-BE49-F238E27FC236}">
                <a16:creationId xmlns:a16="http://schemas.microsoft.com/office/drawing/2014/main" id="{DC62CD0C-D8B1-247E-6BCD-E0B6E590D155}"/>
              </a:ext>
            </a:extLst>
          </p:cNvPr>
          <p:cNvGrpSpPr/>
          <p:nvPr/>
        </p:nvGrpSpPr>
        <p:grpSpPr>
          <a:xfrm>
            <a:off x="3776512" y="2950606"/>
            <a:ext cx="724130" cy="609701"/>
            <a:chOff x="3776512" y="2974053"/>
            <a:chExt cx="724130" cy="609701"/>
          </a:xfrm>
        </p:grpSpPr>
        <p:sp>
          <p:nvSpPr>
            <p:cNvPr id="70" name="Rectangle 69">
              <a:extLst>
                <a:ext uri="{FF2B5EF4-FFF2-40B4-BE49-F238E27FC236}">
                  <a16:creationId xmlns:a16="http://schemas.microsoft.com/office/drawing/2014/main" id="{AB474354-9736-618F-174E-EA69A8CF7F5E}"/>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71" name="Right Triangle 70">
              <a:extLst>
                <a:ext uri="{FF2B5EF4-FFF2-40B4-BE49-F238E27FC236}">
                  <a16:creationId xmlns:a16="http://schemas.microsoft.com/office/drawing/2014/main" id="{CBF332AB-CDBD-ABCE-8B92-93F19F4A9652}"/>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 name="Group 71">
              <a:extLst>
                <a:ext uri="{FF2B5EF4-FFF2-40B4-BE49-F238E27FC236}">
                  <a16:creationId xmlns:a16="http://schemas.microsoft.com/office/drawing/2014/main" id="{5DB3DA58-F282-D0A4-3A4D-0E431A875497}"/>
                </a:ext>
              </a:extLst>
            </p:cNvPr>
            <p:cNvGrpSpPr/>
            <p:nvPr/>
          </p:nvGrpSpPr>
          <p:grpSpPr>
            <a:xfrm>
              <a:off x="4450061" y="2982574"/>
              <a:ext cx="37817" cy="61390"/>
              <a:chOff x="3883481" y="2057400"/>
              <a:chExt cx="1608363" cy="2652031"/>
            </a:xfrm>
            <a:solidFill>
              <a:srgbClr val="A6A6A6">
                <a:alpha val="20000"/>
              </a:srgbClr>
            </a:solidFill>
          </p:grpSpPr>
          <p:sp>
            <p:nvSpPr>
              <p:cNvPr id="73" name="Oval 27">
                <a:extLst>
                  <a:ext uri="{FF2B5EF4-FFF2-40B4-BE49-F238E27FC236}">
                    <a16:creationId xmlns:a16="http://schemas.microsoft.com/office/drawing/2014/main" id="{92CC34F5-273B-AC46-08D2-AEFB4F662B1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 name="Oval 28">
                <a:extLst>
                  <a:ext uri="{FF2B5EF4-FFF2-40B4-BE49-F238E27FC236}">
                    <a16:creationId xmlns:a16="http://schemas.microsoft.com/office/drawing/2014/main" id="{99DE8D03-8C74-B6EE-6F36-26F5992584D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 name="Group 84">
            <a:extLst>
              <a:ext uri="{FF2B5EF4-FFF2-40B4-BE49-F238E27FC236}">
                <a16:creationId xmlns:a16="http://schemas.microsoft.com/office/drawing/2014/main" id="{4C53AB45-C224-A885-9DFC-F651715644FB}"/>
              </a:ext>
            </a:extLst>
          </p:cNvPr>
          <p:cNvGrpSpPr/>
          <p:nvPr/>
        </p:nvGrpSpPr>
        <p:grpSpPr>
          <a:xfrm>
            <a:off x="7905566" y="751337"/>
            <a:ext cx="3396155" cy="4999377"/>
            <a:chOff x="7905566" y="751337"/>
            <a:chExt cx="3396155" cy="4999377"/>
          </a:xfrm>
        </p:grpSpPr>
        <p:cxnSp>
          <p:nvCxnSpPr>
            <p:cNvPr id="86" name="Straight Connector 85">
              <a:extLst>
                <a:ext uri="{FF2B5EF4-FFF2-40B4-BE49-F238E27FC236}">
                  <a16:creationId xmlns:a16="http://schemas.microsoft.com/office/drawing/2014/main" id="{38DABAA7-96DB-A56B-9439-BB095F4EBB09}"/>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619A1C64-63C1-BDEA-18A4-5A5735143D33}"/>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67B3F703-3A5C-A80D-497E-C201D8E32191}"/>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BC65FB5D-1648-1859-0C7B-B0ED077B698D}"/>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CCD460-F288-6A0F-8D28-90EC51C8B3F7}"/>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60A0A8C6-5BA4-DEF3-18D7-B5ECEE592A18}"/>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BCD92B5F-65B6-147C-6FFB-387F761DA57F}"/>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94" name="Straight Connector 93">
            <a:extLst>
              <a:ext uri="{FF2B5EF4-FFF2-40B4-BE49-F238E27FC236}">
                <a16:creationId xmlns:a16="http://schemas.microsoft.com/office/drawing/2014/main" id="{1B7136F3-C64E-E718-0B0C-F5281D7BED90}"/>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95" name="Group 94">
            <a:extLst>
              <a:ext uri="{FF2B5EF4-FFF2-40B4-BE49-F238E27FC236}">
                <a16:creationId xmlns:a16="http://schemas.microsoft.com/office/drawing/2014/main" id="{7A73EC2E-1779-58B4-709C-5EC6F884BD21}"/>
              </a:ext>
            </a:extLst>
          </p:cNvPr>
          <p:cNvGrpSpPr/>
          <p:nvPr/>
        </p:nvGrpSpPr>
        <p:grpSpPr>
          <a:xfrm>
            <a:off x="7957576" y="2253333"/>
            <a:ext cx="721206" cy="609701"/>
            <a:chOff x="7957576" y="2253333"/>
            <a:chExt cx="721206" cy="609701"/>
          </a:xfrm>
        </p:grpSpPr>
        <p:sp>
          <p:nvSpPr>
            <p:cNvPr id="96" name="Rectangle 95">
              <a:extLst>
                <a:ext uri="{FF2B5EF4-FFF2-40B4-BE49-F238E27FC236}">
                  <a16:creationId xmlns:a16="http://schemas.microsoft.com/office/drawing/2014/main" id="{F5A35404-D897-5687-7281-790C109ACD43}"/>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lvl="0" algn="ctr">
                <a:defRPr/>
              </a:pPr>
              <a:r>
                <a:rPr lang="en-US" sz="700" b="1">
                  <a:solidFill>
                    <a:srgbClr val="1F4E79"/>
                  </a:solidFill>
                  <a:latin typeface="Century Gothic" panose="020B0502020202020204" pitchFamily="34" charset="0"/>
                </a:rPr>
                <a:t>*</a:t>
              </a: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97" name="Right Triangle 96">
              <a:extLst>
                <a:ext uri="{FF2B5EF4-FFF2-40B4-BE49-F238E27FC236}">
                  <a16:creationId xmlns:a16="http://schemas.microsoft.com/office/drawing/2014/main" id="{52D915DA-E40E-1265-88A3-310AC70789AC}"/>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8" name="Group 97">
              <a:extLst>
                <a:ext uri="{FF2B5EF4-FFF2-40B4-BE49-F238E27FC236}">
                  <a16:creationId xmlns:a16="http://schemas.microsoft.com/office/drawing/2014/main" id="{2E56DF91-4063-E271-9AC8-5C3A84B43B4B}"/>
                </a:ext>
              </a:extLst>
            </p:cNvPr>
            <p:cNvGrpSpPr/>
            <p:nvPr/>
          </p:nvGrpSpPr>
          <p:grpSpPr>
            <a:xfrm>
              <a:off x="8621953" y="2262661"/>
              <a:ext cx="37817" cy="61390"/>
              <a:chOff x="3883481" y="2057400"/>
              <a:chExt cx="1608363" cy="2652031"/>
            </a:xfrm>
            <a:solidFill>
              <a:srgbClr val="A6A6A6"/>
            </a:solidFill>
          </p:grpSpPr>
          <p:sp>
            <p:nvSpPr>
              <p:cNvPr id="99" name="Oval 27">
                <a:extLst>
                  <a:ext uri="{FF2B5EF4-FFF2-40B4-BE49-F238E27FC236}">
                    <a16:creationId xmlns:a16="http://schemas.microsoft.com/office/drawing/2014/main" id="{8CC5D6D7-1D02-62DD-244A-6B837A34ED9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 name="Oval 28">
                <a:extLst>
                  <a:ext uri="{FF2B5EF4-FFF2-40B4-BE49-F238E27FC236}">
                    <a16:creationId xmlns:a16="http://schemas.microsoft.com/office/drawing/2014/main" id="{2C6AFD0E-EEA3-6251-D370-F7C6BC90432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1" name="Group 100">
            <a:extLst>
              <a:ext uri="{FF2B5EF4-FFF2-40B4-BE49-F238E27FC236}">
                <a16:creationId xmlns:a16="http://schemas.microsoft.com/office/drawing/2014/main" id="{E9C81FD2-ED76-5B13-A2CC-21CA13E27126}"/>
              </a:ext>
            </a:extLst>
          </p:cNvPr>
          <p:cNvGrpSpPr/>
          <p:nvPr/>
        </p:nvGrpSpPr>
        <p:grpSpPr>
          <a:xfrm>
            <a:off x="9656908" y="2253333"/>
            <a:ext cx="721206" cy="609701"/>
            <a:chOff x="9656908" y="2253333"/>
            <a:chExt cx="721206" cy="609701"/>
          </a:xfrm>
        </p:grpSpPr>
        <p:sp>
          <p:nvSpPr>
            <p:cNvPr id="102" name="Rectangle 101">
              <a:hlinkHover r:id="" action="ppaction://noaction" highlightClick="1"/>
              <a:extLst>
                <a:ext uri="{FF2B5EF4-FFF2-40B4-BE49-F238E27FC236}">
                  <a16:creationId xmlns:a16="http://schemas.microsoft.com/office/drawing/2014/main" id="{1843DF17-502C-5C6E-5579-1290E323BBA3}"/>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t>
              </a: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3" name="Rectangle 102">
              <a:extLst>
                <a:ext uri="{FF2B5EF4-FFF2-40B4-BE49-F238E27FC236}">
                  <a16:creationId xmlns:a16="http://schemas.microsoft.com/office/drawing/2014/main" id="{7664714B-FF1C-6C96-6151-2B36FEE3C4AD}"/>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 name="Oval 15">
              <a:extLst>
                <a:ext uri="{FF2B5EF4-FFF2-40B4-BE49-F238E27FC236}">
                  <a16:creationId xmlns:a16="http://schemas.microsoft.com/office/drawing/2014/main" id="{C65837B6-0AF4-294C-1B98-FD0366FAF188}"/>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5" name="Straight Connector 104">
              <a:extLst>
                <a:ext uri="{FF2B5EF4-FFF2-40B4-BE49-F238E27FC236}">
                  <a16:creationId xmlns:a16="http://schemas.microsoft.com/office/drawing/2014/main" id="{0C06D12F-2B45-619A-393A-F5C53D372F58}"/>
                </a:ext>
              </a:extLst>
            </p:cNvPr>
            <p:cNvCxnSpPr>
              <a:cxnSpLocks/>
              <a:stCxn id="104"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6" name="Straight Connector 105">
              <a:extLst>
                <a:ext uri="{FF2B5EF4-FFF2-40B4-BE49-F238E27FC236}">
                  <a16:creationId xmlns:a16="http://schemas.microsoft.com/office/drawing/2014/main" id="{4585E915-86A9-2B7A-480C-0C3888AB9A1B}"/>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7" name="Group 106">
            <a:extLst>
              <a:ext uri="{FF2B5EF4-FFF2-40B4-BE49-F238E27FC236}">
                <a16:creationId xmlns:a16="http://schemas.microsoft.com/office/drawing/2014/main" id="{3419A193-8F8B-5841-C410-7079704170A8}"/>
              </a:ext>
            </a:extLst>
          </p:cNvPr>
          <p:cNvGrpSpPr/>
          <p:nvPr/>
        </p:nvGrpSpPr>
        <p:grpSpPr>
          <a:xfrm>
            <a:off x="11356557" y="2249491"/>
            <a:ext cx="721206" cy="609701"/>
            <a:chOff x="5451377" y="2253333"/>
            <a:chExt cx="721206" cy="609701"/>
          </a:xfrm>
        </p:grpSpPr>
        <p:sp>
          <p:nvSpPr>
            <p:cNvPr id="108" name="Rectangle 107">
              <a:extLst>
                <a:ext uri="{FF2B5EF4-FFF2-40B4-BE49-F238E27FC236}">
                  <a16:creationId xmlns:a16="http://schemas.microsoft.com/office/drawing/2014/main" id="{C72F46D8-528E-5A9D-3AB1-40A897EBFF1C}"/>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09" name="Right Triangle 108">
              <a:extLst>
                <a:ext uri="{FF2B5EF4-FFF2-40B4-BE49-F238E27FC236}">
                  <a16:creationId xmlns:a16="http://schemas.microsoft.com/office/drawing/2014/main" id="{BCD8B08F-0AE8-09A0-C23B-66DE2C9B26DF}"/>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0" name="Group 109">
              <a:extLst>
                <a:ext uri="{FF2B5EF4-FFF2-40B4-BE49-F238E27FC236}">
                  <a16:creationId xmlns:a16="http://schemas.microsoft.com/office/drawing/2014/main" id="{A29E2A58-3646-5350-30E5-69FDD53E188C}"/>
                </a:ext>
              </a:extLst>
            </p:cNvPr>
            <p:cNvGrpSpPr/>
            <p:nvPr/>
          </p:nvGrpSpPr>
          <p:grpSpPr>
            <a:xfrm>
              <a:off x="6116566" y="2264771"/>
              <a:ext cx="37817" cy="61390"/>
              <a:chOff x="3883481" y="2057400"/>
              <a:chExt cx="1608363" cy="2652031"/>
            </a:xfrm>
            <a:solidFill>
              <a:srgbClr val="A6A6A6"/>
            </a:solidFill>
          </p:grpSpPr>
          <p:sp>
            <p:nvSpPr>
              <p:cNvPr id="111" name="Oval 27">
                <a:extLst>
                  <a:ext uri="{FF2B5EF4-FFF2-40B4-BE49-F238E27FC236}">
                    <a16:creationId xmlns:a16="http://schemas.microsoft.com/office/drawing/2014/main" id="{6AD94741-2EFD-AD91-9996-8E11F69810C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Oval 28">
                <a:extLst>
                  <a:ext uri="{FF2B5EF4-FFF2-40B4-BE49-F238E27FC236}">
                    <a16:creationId xmlns:a16="http://schemas.microsoft.com/office/drawing/2014/main" id="{794AE511-3B6C-7AE3-09E2-9B5785C76E8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D75D2FEE-4593-35C9-AF39-DE2D541F7738}"/>
              </a:ext>
            </a:extLst>
          </p:cNvPr>
          <p:cNvGrpSpPr/>
          <p:nvPr/>
        </p:nvGrpSpPr>
        <p:grpSpPr>
          <a:xfrm>
            <a:off x="5446483" y="2257175"/>
            <a:ext cx="721206" cy="609701"/>
            <a:chOff x="6287884" y="2253333"/>
            <a:chExt cx="721206" cy="609701"/>
          </a:xfrm>
        </p:grpSpPr>
        <p:sp>
          <p:nvSpPr>
            <p:cNvPr id="114" name="Rectangle 113">
              <a:extLst>
                <a:ext uri="{FF2B5EF4-FFF2-40B4-BE49-F238E27FC236}">
                  <a16:creationId xmlns:a16="http://schemas.microsoft.com/office/drawing/2014/main" id="{D1BCB4ED-652E-B1F9-6B23-583525D181AE}"/>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15" name="Right Triangle 114">
              <a:extLst>
                <a:ext uri="{FF2B5EF4-FFF2-40B4-BE49-F238E27FC236}">
                  <a16:creationId xmlns:a16="http://schemas.microsoft.com/office/drawing/2014/main" id="{AC312F06-6B36-ED72-1AA2-7B3A70491173}"/>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1F065E34-3CC5-B729-FF56-13867594EF86}"/>
                </a:ext>
              </a:extLst>
            </p:cNvPr>
            <p:cNvGrpSpPr/>
            <p:nvPr/>
          </p:nvGrpSpPr>
          <p:grpSpPr>
            <a:xfrm>
              <a:off x="6952478" y="2265091"/>
              <a:ext cx="37817" cy="61390"/>
              <a:chOff x="3883481" y="2057400"/>
              <a:chExt cx="1608363" cy="2652031"/>
            </a:xfrm>
            <a:solidFill>
              <a:srgbClr val="A6A6A6"/>
            </a:solidFill>
          </p:grpSpPr>
          <p:sp>
            <p:nvSpPr>
              <p:cNvPr id="117" name="Oval 27">
                <a:extLst>
                  <a:ext uri="{FF2B5EF4-FFF2-40B4-BE49-F238E27FC236}">
                    <a16:creationId xmlns:a16="http://schemas.microsoft.com/office/drawing/2014/main" id="{4413C090-3622-F614-2D4C-B2BF3C25B22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Oval 28">
                <a:extLst>
                  <a:ext uri="{FF2B5EF4-FFF2-40B4-BE49-F238E27FC236}">
                    <a16:creationId xmlns:a16="http://schemas.microsoft.com/office/drawing/2014/main" id="{764F3C0D-6C19-7CDF-8D86-E8C75F27ED0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9" name="Group 118">
            <a:extLst>
              <a:ext uri="{FF2B5EF4-FFF2-40B4-BE49-F238E27FC236}">
                <a16:creationId xmlns:a16="http://schemas.microsoft.com/office/drawing/2014/main" id="{AF262878-887F-2BC9-04C9-4B749A0429B9}"/>
              </a:ext>
            </a:extLst>
          </p:cNvPr>
          <p:cNvGrpSpPr/>
          <p:nvPr/>
        </p:nvGrpSpPr>
        <p:grpSpPr>
          <a:xfrm>
            <a:off x="4605607" y="811556"/>
            <a:ext cx="722054" cy="609701"/>
            <a:chOff x="4605607" y="811556"/>
            <a:chExt cx="722054" cy="609701"/>
          </a:xfrm>
        </p:grpSpPr>
        <p:sp>
          <p:nvSpPr>
            <p:cNvPr id="120" name="Rectangle 119">
              <a:extLst>
                <a:ext uri="{FF2B5EF4-FFF2-40B4-BE49-F238E27FC236}">
                  <a16:creationId xmlns:a16="http://schemas.microsoft.com/office/drawing/2014/main" id="{F2BEE1F6-5759-D9E1-F419-1F20FBFE2204}"/>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21" name="Rectangle 120">
              <a:extLst>
                <a:ext uri="{FF2B5EF4-FFF2-40B4-BE49-F238E27FC236}">
                  <a16:creationId xmlns:a16="http://schemas.microsoft.com/office/drawing/2014/main" id="{9F3BACDF-A0C3-8FE7-859A-79CACD4B5D20}"/>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2" name="Oval 15">
              <a:extLst>
                <a:ext uri="{FF2B5EF4-FFF2-40B4-BE49-F238E27FC236}">
                  <a16:creationId xmlns:a16="http://schemas.microsoft.com/office/drawing/2014/main" id="{82804DAA-FE51-488E-544D-F8F548ADA55A}"/>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3" name="Straight Connector 122">
              <a:extLst>
                <a:ext uri="{FF2B5EF4-FFF2-40B4-BE49-F238E27FC236}">
                  <a16:creationId xmlns:a16="http://schemas.microsoft.com/office/drawing/2014/main" id="{B1FD9A61-146A-274F-1549-3CE5680FF20D}"/>
                </a:ext>
              </a:extLst>
            </p:cNvPr>
            <p:cNvCxnSpPr>
              <a:cxnSpLocks/>
              <a:stCxn id="122"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4" name="Straight Connector 123">
              <a:extLst>
                <a:ext uri="{FF2B5EF4-FFF2-40B4-BE49-F238E27FC236}">
                  <a16:creationId xmlns:a16="http://schemas.microsoft.com/office/drawing/2014/main" id="{437AD62F-285B-CADA-04FF-2194A2A6610A}"/>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5" name="Group 124">
            <a:extLst>
              <a:ext uri="{FF2B5EF4-FFF2-40B4-BE49-F238E27FC236}">
                <a16:creationId xmlns:a16="http://schemas.microsoft.com/office/drawing/2014/main" id="{24FD4A53-901D-8A36-EBC2-E5675894FE7F}"/>
              </a:ext>
            </a:extLst>
          </p:cNvPr>
          <p:cNvGrpSpPr/>
          <p:nvPr/>
        </p:nvGrpSpPr>
        <p:grpSpPr>
          <a:xfrm>
            <a:off x="6290730" y="2257176"/>
            <a:ext cx="721206" cy="609701"/>
            <a:chOff x="8807250" y="2253334"/>
            <a:chExt cx="721206" cy="609701"/>
          </a:xfrm>
        </p:grpSpPr>
        <p:sp>
          <p:nvSpPr>
            <p:cNvPr id="126" name="Rectangle 125">
              <a:extLst>
                <a:ext uri="{FF2B5EF4-FFF2-40B4-BE49-F238E27FC236}">
                  <a16:creationId xmlns:a16="http://schemas.microsoft.com/office/drawing/2014/main" id="{2608205A-A42C-E216-0A5B-4841EADA6361}"/>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27" name="Right Triangle 126">
              <a:extLst>
                <a:ext uri="{FF2B5EF4-FFF2-40B4-BE49-F238E27FC236}">
                  <a16:creationId xmlns:a16="http://schemas.microsoft.com/office/drawing/2014/main" id="{D8D2FB6C-FF39-EEE6-459E-6D173E9ADF2D}"/>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8" name="Oval 27">
              <a:extLst>
                <a:ext uri="{FF2B5EF4-FFF2-40B4-BE49-F238E27FC236}">
                  <a16:creationId xmlns:a16="http://schemas.microsoft.com/office/drawing/2014/main" id="{E3D95919-CF05-26B8-14A4-13BB7E202A11}"/>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 name="Oval 28">
              <a:extLst>
                <a:ext uri="{FF2B5EF4-FFF2-40B4-BE49-F238E27FC236}">
                  <a16:creationId xmlns:a16="http://schemas.microsoft.com/office/drawing/2014/main" id="{696FAFFD-7467-C7D7-A2C4-CD9541EA205F}"/>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1" name="Group 130">
            <a:extLst>
              <a:ext uri="{FF2B5EF4-FFF2-40B4-BE49-F238E27FC236}">
                <a16:creationId xmlns:a16="http://schemas.microsoft.com/office/drawing/2014/main" id="{055D37AB-F55D-1B82-D613-93D34B09B800}"/>
              </a:ext>
            </a:extLst>
          </p:cNvPr>
          <p:cNvGrpSpPr/>
          <p:nvPr/>
        </p:nvGrpSpPr>
        <p:grpSpPr>
          <a:xfrm>
            <a:off x="9651394" y="811173"/>
            <a:ext cx="721206" cy="609701"/>
            <a:chOff x="9657972" y="90836"/>
            <a:chExt cx="721206" cy="609701"/>
          </a:xfrm>
        </p:grpSpPr>
        <p:sp>
          <p:nvSpPr>
            <p:cNvPr id="132" name="Rectangle 131">
              <a:hlinkHover r:id="" action="ppaction://noaction" highlightClick="1"/>
              <a:extLst>
                <a:ext uri="{FF2B5EF4-FFF2-40B4-BE49-F238E27FC236}">
                  <a16:creationId xmlns:a16="http://schemas.microsoft.com/office/drawing/2014/main" id="{A3A4E4E8-721D-B2A9-F4A0-FD4A0AD11D66}"/>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33" name="Diamond 132">
              <a:extLst>
                <a:ext uri="{FF2B5EF4-FFF2-40B4-BE49-F238E27FC236}">
                  <a16:creationId xmlns:a16="http://schemas.microsoft.com/office/drawing/2014/main" id="{1CEC1758-DE9A-59C2-63ED-C57E0B08DAD4}"/>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4" name="Oval 133">
              <a:extLst>
                <a:ext uri="{FF2B5EF4-FFF2-40B4-BE49-F238E27FC236}">
                  <a16:creationId xmlns:a16="http://schemas.microsoft.com/office/drawing/2014/main" id="{2D4C9DAA-C829-9676-6EEB-0506CCC01D05}"/>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5" name="Group 134">
            <a:extLst>
              <a:ext uri="{FF2B5EF4-FFF2-40B4-BE49-F238E27FC236}">
                <a16:creationId xmlns:a16="http://schemas.microsoft.com/office/drawing/2014/main" id="{9D8B2D1E-1E41-FF9E-6D85-DC3D0911ADF9}"/>
              </a:ext>
            </a:extLst>
          </p:cNvPr>
          <p:cNvGrpSpPr/>
          <p:nvPr/>
        </p:nvGrpSpPr>
        <p:grpSpPr>
          <a:xfrm>
            <a:off x="10520479" y="90836"/>
            <a:ext cx="721206" cy="609701"/>
            <a:chOff x="10520479" y="90836"/>
            <a:chExt cx="721206" cy="609701"/>
          </a:xfrm>
        </p:grpSpPr>
        <p:sp>
          <p:nvSpPr>
            <p:cNvPr id="136" name="Rectangle 135">
              <a:hlinkHover r:id="" action="ppaction://noaction" highlightClick="1"/>
              <a:extLst>
                <a:ext uri="{FF2B5EF4-FFF2-40B4-BE49-F238E27FC236}">
                  <a16:creationId xmlns:a16="http://schemas.microsoft.com/office/drawing/2014/main" id="{27066D61-19C1-8EF8-F18B-8AAE4286C4CB}"/>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37" name="Oval 136">
              <a:extLst>
                <a:ext uri="{FF2B5EF4-FFF2-40B4-BE49-F238E27FC236}">
                  <a16:creationId xmlns:a16="http://schemas.microsoft.com/office/drawing/2014/main" id="{29F26E84-FACF-1E70-F787-AE0D883FE1D8}"/>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8" name="Isosceles Triangle 648">
              <a:extLst>
                <a:ext uri="{FF2B5EF4-FFF2-40B4-BE49-F238E27FC236}">
                  <a16:creationId xmlns:a16="http://schemas.microsoft.com/office/drawing/2014/main" id="{45D6B822-DDA5-E268-28A0-D1715839E60B}"/>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9" name="Group 138">
            <a:extLst>
              <a:ext uri="{FF2B5EF4-FFF2-40B4-BE49-F238E27FC236}">
                <a16:creationId xmlns:a16="http://schemas.microsoft.com/office/drawing/2014/main" id="{AB9F5925-17D6-41AC-8C75-AD54681C090B}"/>
              </a:ext>
            </a:extLst>
          </p:cNvPr>
          <p:cNvGrpSpPr/>
          <p:nvPr/>
        </p:nvGrpSpPr>
        <p:grpSpPr>
          <a:xfrm>
            <a:off x="10277931" y="2259538"/>
            <a:ext cx="100192" cy="491506"/>
            <a:chOff x="10277931" y="2259538"/>
            <a:chExt cx="100192" cy="491506"/>
          </a:xfrm>
        </p:grpSpPr>
        <p:sp>
          <p:nvSpPr>
            <p:cNvPr id="141" name="Rectangle 140">
              <a:extLst>
                <a:ext uri="{FF2B5EF4-FFF2-40B4-BE49-F238E27FC236}">
                  <a16:creationId xmlns:a16="http://schemas.microsoft.com/office/drawing/2014/main" id="{65807D40-7B28-8E6E-974A-DD480243B914}"/>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2" name="Oval 15">
              <a:extLst>
                <a:ext uri="{FF2B5EF4-FFF2-40B4-BE49-F238E27FC236}">
                  <a16:creationId xmlns:a16="http://schemas.microsoft.com/office/drawing/2014/main" id="{0C1AD8CB-C9CE-6C74-E510-7AB755521E77}"/>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3" name="Straight Connector 142">
              <a:extLst>
                <a:ext uri="{FF2B5EF4-FFF2-40B4-BE49-F238E27FC236}">
                  <a16:creationId xmlns:a16="http://schemas.microsoft.com/office/drawing/2014/main" id="{3079296B-AC78-1CB5-EE79-0867D7AF5AB0}"/>
                </a:ext>
              </a:extLst>
            </p:cNvPr>
            <p:cNvCxnSpPr>
              <a:cxnSpLocks/>
              <a:stCxn id="142"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4" name="Straight Connector 143">
              <a:extLst>
                <a:ext uri="{FF2B5EF4-FFF2-40B4-BE49-F238E27FC236}">
                  <a16:creationId xmlns:a16="http://schemas.microsoft.com/office/drawing/2014/main" id="{C755BF2F-D1CE-BE6E-0048-5A1F47AA542E}"/>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5" name="Group 144">
            <a:extLst>
              <a:ext uri="{FF2B5EF4-FFF2-40B4-BE49-F238E27FC236}">
                <a16:creationId xmlns:a16="http://schemas.microsoft.com/office/drawing/2014/main" id="{E424C62F-6FBA-1299-15FB-12157E1BBDAD}"/>
              </a:ext>
            </a:extLst>
          </p:cNvPr>
          <p:cNvGrpSpPr/>
          <p:nvPr/>
        </p:nvGrpSpPr>
        <p:grpSpPr>
          <a:xfrm>
            <a:off x="8797459" y="2264859"/>
            <a:ext cx="721206" cy="609701"/>
            <a:chOff x="11356242" y="2253333"/>
            <a:chExt cx="721206" cy="609701"/>
          </a:xfrm>
        </p:grpSpPr>
        <p:sp>
          <p:nvSpPr>
            <p:cNvPr id="146" name="Rectangle 145">
              <a:hlinkHover r:id="" action="ppaction://noaction" highlightClick="1"/>
              <a:extLst>
                <a:ext uri="{FF2B5EF4-FFF2-40B4-BE49-F238E27FC236}">
                  <a16:creationId xmlns:a16="http://schemas.microsoft.com/office/drawing/2014/main" id="{079788F7-114F-69F6-030A-48A9579E4A87}"/>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47" name="Oval 146">
              <a:extLst>
                <a:ext uri="{FF2B5EF4-FFF2-40B4-BE49-F238E27FC236}">
                  <a16:creationId xmlns:a16="http://schemas.microsoft.com/office/drawing/2014/main" id="{6941DAA5-A329-4A0F-3CE4-6C88E1254312}"/>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8" name="Isosceles Triangle 648">
              <a:extLst>
                <a:ext uri="{FF2B5EF4-FFF2-40B4-BE49-F238E27FC236}">
                  <a16:creationId xmlns:a16="http://schemas.microsoft.com/office/drawing/2014/main" id="{79BF52A1-979D-A6C6-7CD5-027F6B747AB0}"/>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9" name="Group 148">
            <a:extLst>
              <a:ext uri="{FF2B5EF4-FFF2-40B4-BE49-F238E27FC236}">
                <a16:creationId xmlns:a16="http://schemas.microsoft.com/office/drawing/2014/main" id="{06020AC5-1ABE-2104-B7A4-D699E2D21BEE}"/>
              </a:ext>
            </a:extLst>
          </p:cNvPr>
          <p:cNvGrpSpPr/>
          <p:nvPr/>
        </p:nvGrpSpPr>
        <p:grpSpPr>
          <a:xfrm>
            <a:off x="10506580" y="2253333"/>
            <a:ext cx="721206" cy="609701"/>
            <a:chOff x="10506580" y="2253333"/>
            <a:chExt cx="721206" cy="609701"/>
          </a:xfrm>
        </p:grpSpPr>
        <p:sp>
          <p:nvSpPr>
            <p:cNvPr id="150" name="Rectangle 149">
              <a:hlinkHover r:id="" action="ppaction://noaction" highlightClick="1"/>
              <a:extLst>
                <a:ext uri="{FF2B5EF4-FFF2-40B4-BE49-F238E27FC236}">
                  <a16:creationId xmlns:a16="http://schemas.microsoft.com/office/drawing/2014/main" id="{ED55A378-0705-07B9-5DDC-A7B6AAAF946B}"/>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51" name="Diamond 150">
              <a:extLst>
                <a:ext uri="{FF2B5EF4-FFF2-40B4-BE49-F238E27FC236}">
                  <a16:creationId xmlns:a16="http://schemas.microsoft.com/office/drawing/2014/main" id="{C31A5CF8-7328-FA3F-9750-92F53E215C47}"/>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2" name="Oval 151">
              <a:extLst>
                <a:ext uri="{FF2B5EF4-FFF2-40B4-BE49-F238E27FC236}">
                  <a16:creationId xmlns:a16="http://schemas.microsoft.com/office/drawing/2014/main" id="{09198F72-AE49-2A47-5870-7B3D3E7D8A5A}"/>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3" name="Group 152">
            <a:extLst>
              <a:ext uri="{FF2B5EF4-FFF2-40B4-BE49-F238E27FC236}">
                <a16:creationId xmlns:a16="http://schemas.microsoft.com/office/drawing/2014/main" id="{CEA80B98-0FE0-A6D3-57BE-1296E627C951}"/>
              </a:ext>
            </a:extLst>
          </p:cNvPr>
          <p:cNvGrpSpPr/>
          <p:nvPr/>
        </p:nvGrpSpPr>
        <p:grpSpPr>
          <a:xfrm>
            <a:off x="2109092" y="2986575"/>
            <a:ext cx="721206" cy="649846"/>
            <a:chOff x="10506800" y="2974054"/>
            <a:chExt cx="721206" cy="649846"/>
          </a:xfrm>
        </p:grpSpPr>
        <p:sp>
          <p:nvSpPr>
            <p:cNvPr id="154" name="Rectangle 153">
              <a:extLst>
                <a:ext uri="{FF2B5EF4-FFF2-40B4-BE49-F238E27FC236}">
                  <a16:creationId xmlns:a16="http://schemas.microsoft.com/office/drawing/2014/main" id="{EA2DFEC9-7901-6CB7-3F16-D96100C038FD}"/>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55" name="Rectangle 154">
              <a:extLst>
                <a:ext uri="{FF2B5EF4-FFF2-40B4-BE49-F238E27FC236}">
                  <a16:creationId xmlns:a16="http://schemas.microsoft.com/office/drawing/2014/main" id="{1DD4591F-65AC-9242-70E0-738CA217DF6C}"/>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6" name="Oval 15">
              <a:extLst>
                <a:ext uri="{FF2B5EF4-FFF2-40B4-BE49-F238E27FC236}">
                  <a16:creationId xmlns:a16="http://schemas.microsoft.com/office/drawing/2014/main" id="{CDBCAC8F-4ED4-9CBC-4D39-6BCDF2FF0D5D}"/>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7" name="Straight Connector 156">
              <a:extLst>
                <a:ext uri="{FF2B5EF4-FFF2-40B4-BE49-F238E27FC236}">
                  <a16:creationId xmlns:a16="http://schemas.microsoft.com/office/drawing/2014/main" id="{5AE9F91D-D3ED-03B8-6EDF-E35984B00030}"/>
                </a:ext>
              </a:extLst>
            </p:cNvPr>
            <p:cNvCxnSpPr>
              <a:cxnSpLocks/>
              <a:stCxn id="156"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8" name="Straight Connector 157">
              <a:extLst>
                <a:ext uri="{FF2B5EF4-FFF2-40B4-BE49-F238E27FC236}">
                  <a16:creationId xmlns:a16="http://schemas.microsoft.com/office/drawing/2014/main" id="{1089378E-C487-A3AC-69B2-54E741478D11}"/>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9" name="Group 158">
            <a:extLst>
              <a:ext uri="{FF2B5EF4-FFF2-40B4-BE49-F238E27FC236}">
                <a16:creationId xmlns:a16="http://schemas.microsoft.com/office/drawing/2014/main" id="{25C0DF61-62E9-98EE-E7D7-8FF17E9919EC}"/>
              </a:ext>
            </a:extLst>
          </p:cNvPr>
          <p:cNvGrpSpPr/>
          <p:nvPr/>
        </p:nvGrpSpPr>
        <p:grpSpPr>
          <a:xfrm>
            <a:off x="4621827" y="2983922"/>
            <a:ext cx="721206" cy="654973"/>
            <a:chOff x="9657606" y="2974054"/>
            <a:chExt cx="721206" cy="654973"/>
          </a:xfrm>
        </p:grpSpPr>
        <p:sp>
          <p:nvSpPr>
            <p:cNvPr id="160" name="Rectangle 159">
              <a:extLst>
                <a:ext uri="{FF2B5EF4-FFF2-40B4-BE49-F238E27FC236}">
                  <a16:creationId xmlns:a16="http://schemas.microsoft.com/office/drawing/2014/main" id="{ED76832C-790F-88E4-E036-0609E762BA8D}"/>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61" name="Rectangle 160">
              <a:extLst>
                <a:ext uri="{FF2B5EF4-FFF2-40B4-BE49-F238E27FC236}">
                  <a16:creationId xmlns:a16="http://schemas.microsoft.com/office/drawing/2014/main" id="{8F3B9074-0117-B655-B6AE-6C5813EF8DD9}"/>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2" name="Oval 15">
              <a:extLst>
                <a:ext uri="{FF2B5EF4-FFF2-40B4-BE49-F238E27FC236}">
                  <a16:creationId xmlns:a16="http://schemas.microsoft.com/office/drawing/2014/main" id="{9E3B458C-2212-F055-CB2B-766070EE6103}"/>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3" name="Straight Connector 162">
              <a:extLst>
                <a:ext uri="{FF2B5EF4-FFF2-40B4-BE49-F238E27FC236}">
                  <a16:creationId xmlns:a16="http://schemas.microsoft.com/office/drawing/2014/main" id="{66D23445-5B73-9761-2501-E36E57910D4D}"/>
                </a:ext>
              </a:extLst>
            </p:cNvPr>
            <p:cNvCxnSpPr>
              <a:cxnSpLocks/>
              <a:stCxn id="162"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4" name="Straight Connector 163">
              <a:extLst>
                <a:ext uri="{FF2B5EF4-FFF2-40B4-BE49-F238E27FC236}">
                  <a16:creationId xmlns:a16="http://schemas.microsoft.com/office/drawing/2014/main" id="{3BDDC06A-C146-D334-B8A7-9BEECE942458}"/>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73B88C3F-98B1-383A-E5E9-8A08E9F79DA4}"/>
              </a:ext>
            </a:extLst>
          </p:cNvPr>
          <p:cNvGrpSpPr/>
          <p:nvPr/>
        </p:nvGrpSpPr>
        <p:grpSpPr>
          <a:xfrm>
            <a:off x="11356001" y="2974057"/>
            <a:ext cx="721206" cy="609701"/>
            <a:chOff x="11356001" y="2974057"/>
            <a:chExt cx="721206" cy="609701"/>
          </a:xfrm>
        </p:grpSpPr>
        <p:sp>
          <p:nvSpPr>
            <p:cNvPr id="166" name="Rectangle 165">
              <a:hlinkHover r:id="" action="ppaction://noaction" highlightClick="1"/>
              <a:extLst>
                <a:ext uri="{FF2B5EF4-FFF2-40B4-BE49-F238E27FC236}">
                  <a16:creationId xmlns:a16="http://schemas.microsoft.com/office/drawing/2014/main" id="{B0B095ED-CF35-5687-2D03-F1C5408193A2}"/>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67" name="Oval 166">
              <a:extLst>
                <a:ext uri="{FF2B5EF4-FFF2-40B4-BE49-F238E27FC236}">
                  <a16:creationId xmlns:a16="http://schemas.microsoft.com/office/drawing/2014/main" id="{F71E26D6-5D3D-EEFB-C0CF-A0A78643FA7D}"/>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8" name="Isosceles Triangle 648">
              <a:extLst>
                <a:ext uri="{FF2B5EF4-FFF2-40B4-BE49-F238E27FC236}">
                  <a16:creationId xmlns:a16="http://schemas.microsoft.com/office/drawing/2014/main" id="{458E6E3F-C8E3-084F-712A-844B68936A9E}"/>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9" name="Group 168">
            <a:extLst>
              <a:ext uri="{FF2B5EF4-FFF2-40B4-BE49-F238E27FC236}">
                <a16:creationId xmlns:a16="http://schemas.microsoft.com/office/drawing/2014/main" id="{D25BF741-0E49-D140-185E-FB63188425AE}"/>
              </a:ext>
            </a:extLst>
          </p:cNvPr>
          <p:cNvGrpSpPr/>
          <p:nvPr/>
        </p:nvGrpSpPr>
        <p:grpSpPr>
          <a:xfrm>
            <a:off x="1268346" y="3698208"/>
            <a:ext cx="721891" cy="610396"/>
            <a:chOff x="1268346" y="3698208"/>
            <a:chExt cx="721891" cy="610396"/>
          </a:xfrm>
        </p:grpSpPr>
        <p:sp>
          <p:nvSpPr>
            <p:cNvPr id="170" name="Rectangle 169">
              <a:extLst>
                <a:ext uri="{FF2B5EF4-FFF2-40B4-BE49-F238E27FC236}">
                  <a16:creationId xmlns:a16="http://schemas.microsoft.com/office/drawing/2014/main" id="{0AA8830F-F225-7D48-332F-06F3042212BC}"/>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71" name="Right Triangle 170">
              <a:extLst>
                <a:ext uri="{FF2B5EF4-FFF2-40B4-BE49-F238E27FC236}">
                  <a16:creationId xmlns:a16="http://schemas.microsoft.com/office/drawing/2014/main" id="{2937E231-F85B-D6B6-93CD-1C61E43AAA73}"/>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2" name="Group 171">
              <a:extLst>
                <a:ext uri="{FF2B5EF4-FFF2-40B4-BE49-F238E27FC236}">
                  <a16:creationId xmlns:a16="http://schemas.microsoft.com/office/drawing/2014/main" id="{75C32E33-022E-E770-D626-4D1CAF827250}"/>
                </a:ext>
              </a:extLst>
            </p:cNvPr>
            <p:cNvGrpSpPr/>
            <p:nvPr/>
          </p:nvGrpSpPr>
          <p:grpSpPr>
            <a:xfrm>
              <a:off x="1939627" y="3704306"/>
              <a:ext cx="37817" cy="61390"/>
              <a:chOff x="3883481" y="2057400"/>
              <a:chExt cx="1608363" cy="2652031"/>
            </a:xfrm>
            <a:solidFill>
              <a:srgbClr val="A6A6A6">
                <a:alpha val="20000"/>
              </a:srgbClr>
            </a:solidFill>
          </p:grpSpPr>
          <p:sp>
            <p:nvSpPr>
              <p:cNvPr id="173" name="Oval 27">
                <a:extLst>
                  <a:ext uri="{FF2B5EF4-FFF2-40B4-BE49-F238E27FC236}">
                    <a16:creationId xmlns:a16="http://schemas.microsoft.com/office/drawing/2014/main" id="{267D52C5-533B-6377-4954-A5AC513EA0D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4" name="Oval 28">
                <a:extLst>
                  <a:ext uri="{FF2B5EF4-FFF2-40B4-BE49-F238E27FC236}">
                    <a16:creationId xmlns:a16="http://schemas.microsoft.com/office/drawing/2014/main" id="{89F658B9-D7CA-5344-A864-BEB6B3D03A7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75" name="Group 174">
            <a:extLst>
              <a:ext uri="{FF2B5EF4-FFF2-40B4-BE49-F238E27FC236}">
                <a16:creationId xmlns:a16="http://schemas.microsoft.com/office/drawing/2014/main" id="{D4DA15BE-FA95-B55E-DCD6-AB99F466AB8C}"/>
              </a:ext>
            </a:extLst>
          </p:cNvPr>
          <p:cNvGrpSpPr/>
          <p:nvPr/>
        </p:nvGrpSpPr>
        <p:grpSpPr>
          <a:xfrm>
            <a:off x="2934662" y="5148220"/>
            <a:ext cx="724130" cy="609701"/>
            <a:chOff x="4615448" y="2974053"/>
            <a:chExt cx="724130" cy="609701"/>
          </a:xfrm>
        </p:grpSpPr>
        <p:sp>
          <p:nvSpPr>
            <p:cNvPr id="176" name="Rectangle 175">
              <a:extLst>
                <a:ext uri="{FF2B5EF4-FFF2-40B4-BE49-F238E27FC236}">
                  <a16:creationId xmlns:a16="http://schemas.microsoft.com/office/drawing/2014/main" id="{B83C2C65-37EA-4800-4AE2-DE4541397061}"/>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77" name="Right Triangle 176">
              <a:extLst>
                <a:ext uri="{FF2B5EF4-FFF2-40B4-BE49-F238E27FC236}">
                  <a16:creationId xmlns:a16="http://schemas.microsoft.com/office/drawing/2014/main" id="{CC63C7B3-1CEF-7AAB-58B1-F6E17CFC6F29}"/>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8" name="Group 177">
              <a:extLst>
                <a:ext uri="{FF2B5EF4-FFF2-40B4-BE49-F238E27FC236}">
                  <a16:creationId xmlns:a16="http://schemas.microsoft.com/office/drawing/2014/main" id="{25437FE2-7673-726A-C001-14F36DD9572D}"/>
                </a:ext>
              </a:extLst>
            </p:cNvPr>
            <p:cNvGrpSpPr/>
            <p:nvPr/>
          </p:nvGrpSpPr>
          <p:grpSpPr>
            <a:xfrm>
              <a:off x="5288997" y="2982574"/>
              <a:ext cx="37817" cy="61390"/>
              <a:chOff x="3883481" y="2057400"/>
              <a:chExt cx="1608363" cy="2652031"/>
            </a:xfrm>
            <a:solidFill>
              <a:srgbClr val="A6A6A6">
                <a:alpha val="20000"/>
              </a:srgbClr>
            </a:solidFill>
          </p:grpSpPr>
          <p:sp>
            <p:nvSpPr>
              <p:cNvPr id="179" name="Oval 27">
                <a:extLst>
                  <a:ext uri="{FF2B5EF4-FFF2-40B4-BE49-F238E27FC236}">
                    <a16:creationId xmlns:a16="http://schemas.microsoft.com/office/drawing/2014/main" id="{9F5EBA66-F667-0FE4-71CB-7640B098C43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0" name="Oval 28">
                <a:extLst>
                  <a:ext uri="{FF2B5EF4-FFF2-40B4-BE49-F238E27FC236}">
                    <a16:creationId xmlns:a16="http://schemas.microsoft.com/office/drawing/2014/main" id="{CA944B77-DA6B-3539-E4D4-BA8E3495869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81" name="Group 180">
            <a:extLst>
              <a:ext uri="{FF2B5EF4-FFF2-40B4-BE49-F238E27FC236}">
                <a16:creationId xmlns:a16="http://schemas.microsoft.com/office/drawing/2014/main" id="{EB54F33D-DF0F-C9F4-23A9-01F2BE90DC7D}"/>
              </a:ext>
            </a:extLst>
          </p:cNvPr>
          <p:cNvGrpSpPr/>
          <p:nvPr/>
        </p:nvGrpSpPr>
        <p:grpSpPr>
          <a:xfrm>
            <a:off x="2102908" y="811556"/>
            <a:ext cx="721206" cy="609701"/>
            <a:chOff x="2102908" y="811556"/>
            <a:chExt cx="721206" cy="609701"/>
          </a:xfrm>
        </p:grpSpPr>
        <p:sp>
          <p:nvSpPr>
            <p:cNvPr id="182" name="Rectangle 181">
              <a:extLst>
                <a:ext uri="{FF2B5EF4-FFF2-40B4-BE49-F238E27FC236}">
                  <a16:creationId xmlns:a16="http://schemas.microsoft.com/office/drawing/2014/main" id="{5866668C-1D9F-1DCB-2CF1-F718A87F0ACF}"/>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3" name="Rectangle 182">
              <a:extLst>
                <a:ext uri="{FF2B5EF4-FFF2-40B4-BE49-F238E27FC236}">
                  <a16:creationId xmlns:a16="http://schemas.microsoft.com/office/drawing/2014/main" id="{54B7104D-0BD7-E3EB-0096-DB38EFBF3F4E}"/>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4" name="Oval 15">
              <a:extLst>
                <a:ext uri="{FF2B5EF4-FFF2-40B4-BE49-F238E27FC236}">
                  <a16:creationId xmlns:a16="http://schemas.microsoft.com/office/drawing/2014/main" id="{89FF28E7-3B8D-03C6-E1C2-7E80330196A8}"/>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5" name="Straight Connector 184">
              <a:extLst>
                <a:ext uri="{FF2B5EF4-FFF2-40B4-BE49-F238E27FC236}">
                  <a16:creationId xmlns:a16="http://schemas.microsoft.com/office/drawing/2014/main" id="{3AB93625-4A19-578B-BC75-B0459204B1E4}"/>
                </a:ext>
              </a:extLst>
            </p:cNvPr>
            <p:cNvCxnSpPr>
              <a:cxnSpLocks/>
              <a:stCxn id="184"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86" name="Straight Connector 185">
              <a:extLst>
                <a:ext uri="{FF2B5EF4-FFF2-40B4-BE49-F238E27FC236}">
                  <a16:creationId xmlns:a16="http://schemas.microsoft.com/office/drawing/2014/main" id="{C8CD498C-F0C8-E5FB-F075-A1F2D257CC19}"/>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7" name="Group 186">
            <a:extLst>
              <a:ext uri="{FF2B5EF4-FFF2-40B4-BE49-F238E27FC236}">
                <a16:creationId xmlns:a16="http://schemas.microsoft.com/office/drawing/2014/main" id="{71CA69D0-08A4-2414-B15E-C68E3774043A}"/>
              </a:ext>
            </a:extLst>
          </p:cNvPr>
          <p:cNvGrpSpPr/>
          <p:nvPr/>
        </p:nvGrpSpPr>
        <p:grpSpPr>
          <a:xfrm>
            <a:off x="5451979" y="3707588"/>
            <a:ext cx="721206" cy="609701"/>
            <a:chOff x="5451979" y="3707588"/>
            <a:chExt cx="721206" cy="609701"/>
          </a:xfrm>
        </p:grpSpPr>
        <p:sp>
          <p:nvSpPr>
            <p:cNvPr id="188" name="Rectangle 187">
              <a:hlinkHover r:id="" action="ppaction://noaction" highlightClick="1"/>
              <a:extLst>
                <a:ext uri="{FF2B5EF4-FFF2-40B4-BE49-F238E27FC236}">
                  <a16:creationId xmlns:a16="http://schemas.microsoft.com/office/drawing/2014/main" id="{C413C22D-25F7-A42E-7D59-579FC66B5244}"/>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9" name="Oval 188">
              <a:extLst>
                <a:ext uri="{FF2B5EF4-FFF2-40B4-BE49-F238E27FC236}">
                  <a16:creationId xmlns:a16="http://schemas.microsoft.com/office/drawing/2014/main" id="{22352167-C104-2604-0E8C-281FFAB7500A}"/>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0" name="Isosceles Triangle 648">
              <a:extLst>
                <a:ext uri="{FF2B5EF4-FFF2-40B4-BE49-F238E27FC236}">
                  <a16:creationId xmlns:a16="http://schemas.microsoft.com/office/drawing/2014/main" id="{2BD785AC-7972-8CB3-6535-6F4FDA71C7DF}"/>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91" name="Group 190">
            <a:extLst>
              <a:ext uri="{FF2B5EF4-FFF2-40B4-BE49-F238E27FC236}">
                <a16:creationId xmlns:a16="http://schemas.microsoft.com/office/drawing/2014/main" id="{E3668DE6-AAEC-C786-D4CC-B029D946CE94}"/>
              </a:ext>
            </a:extLst>
          </p:cNvPr>
          <p:cNvGrpSpPr/>
          <p:nvPr/>
        </p:nvGrpSpPr>
        <p:grpSpPr>
          <a:xfrm>
            <a:off x="10506594" y="811556"/>
            <a:ext cx="721220" cy="609701"/>
            <a:chOff x="10506594" y="811556"/>
            <a:chExt cx="721220" cy="609701"/>
          </a:xfrm>
        </p:grpSpPr>
        <p:sp>
          <p:nvSpPr>
            <p:cNvPr id="384" name="Rectangle 383">
              <a:extLst>
                <a:ext uri="{FF2B5EF4-FFF2-40B4-BE49-F238E27FC236}">
                  <a16:creationId xmlns:a16="http://schemas.microsoft.com/office/drawing/2014/main" id="{36961292-9DFC-4366-FB28-862A5980B889}"/>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85" name="Rectangle 384">
              <a:extLst>
                <a:ext uri="{FF2B5EF4-FFF2-40B4-BE49-F238E27FC236}">
                  <a16:creationId xmlns:a16="http://schemas.microsoft.com/office/drawing/2014/main" id="{DD9E0DE6-90F6-3C9D-7E1E-F2EBDE81D40B}"/>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6" name="Oval 15">
              <a:extLst>
                <a:ext uri="{FF2B5EF4-FFF2-40B4-BE49-F238E27FC236}">
                  <a16:creationId xmlns:a16="http://schemas.microsoft.com/office/drawing/2014/main" id="{147F3AA8-F44B-95A6-18CB-A998C331CD76}"/>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87" name="Straight Connector 386">
              <a:extLst>
                <a:ext uri="{FF2B5EF4-FFF2-40B4-BE49-F238E27FC236}">
                  <a16:creationId xmlns:a16="http://schemas.microsoft.com/office/drawing/2014/main" id="{56F6C6F7-C328-48BF-B4F2-0171457D487A}"/>
                </a:ext>
              </a:extLst>
            </p:cNvPr>
            <p:cNvCxnSpPr>
              <a:cxnSpLocks/>
              <a:stCxn id="386"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88" name="Straight Connector 387">
              <a:extLst>
                <a:ext uri="{FF2B5EF4-FFF2-40B4-BE49-F238E27FC236}">
                  <a16:creationId xmlns:a16="http://schemas.microsoft.com/office/drawing/2014/main" id="{9D7063D2-F1C5-0922-8584-D7939F718B03}"/>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89" name="Group 388">
            <a:extLst>
              <a:ext uri="{FF2B5EF4-FFF2-40B4-BE49-F238E27FC236}">
                <a16:creationId xmlns:a16="http://schemas.microsoft.com/office/drawing/2014/main" id="{2F0DC667-48C8-A378-0523-CB379902E8FC}"/>
              </a:ext>
            </a:extLst>
          </p:cNvPr>
          <p:cNvGrpSpPr/>
          <p:nvPr/>
        </p:nvGrpSpPr>
        <p:grpSpPr>
          <a:xfrm>
            <a:off x="7116512" y="812701"/>
            <a:ext cx="721206" cy="609701"/>
            <a:chOff x="7957576" y="811556"/>
            <a:chExt cx="721206" cy="609701"/>
          </a:xfrm>
        </p:grpSpPr>
        <p:sp>
          <p:nvSpPr>
            <p:cNvPr id="390" name="Rectangle 389">
              <a:extLst>
                <a:ext uri="{FF2B5EF4-FFF2-40B4-BE49-F238E27FC236}">
                  <a16:creationId xmlns:a16="http://schemas.microsoft.com/office/drawing/2014/main" id="{AB684E64-67E7-216E-FDDD-24719F5CB4BA}"/>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391" name="Rectangle 390">
              <a:extLst>
                <a:ext uri="{FF2B5EF4-FFF2-40B4-BE49-F238E27FC236}">
                  <a16:creationId xmlns:a16="http://schemas.microsoft.com/office/drawing/2014/main" id="{359CDEDE-1297-CC2E-9DD0-12D8AFAE736D}"/>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2" name="Oval 15">
              <a:extLst>
                <a:ext uri="{FF2B5EF4-FFF2-40B4-BE49-F238E27FC236}">
                  <a16:creationId xmlns:a16="http://schemas.microsoft.com/office/drawing/2014/main" id="{7C33E7C9-2A11-D377-4CEF-D43A7359AA7B}"/>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93" name="Straight Connector 392">
              <a:extLst>
                <a:ext uri="{FF2B5EF4-FFF2-40B4-BE49-F238E27FC236}">
                  <a16:creationId xmlns:a16="http://schemas.microsoft.com/office/drawing/2014/main" id="{04FC7D96-32BB-425F-1BF0-B0F2DADE4969}"/>
                </a:ext>
              </a:extLst>
            </p:cNvPr>
            <p:cNvCxnSpPr>
              <a:cxnSpLocks/>
              <a:stCxn id="392"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94" name="Straight Connector 393">
              <a:extLst>
                <a:ext uri="{FF2B5EF4-FFF2-40B4-BE49-F238E27FC236}">
                  <a16:creationId xmlns:a16="http://schemas.microsoft.com/office/drawing/2014/main" id="{3E5628A9-FABC-721E-1F5C-B3D3BA6D990A}"/>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840A3DD2-1060-E77E-ADA6-F3603F72AAFF}"/>
              </a:ext>
            </a:extLst>
          </p:cNvPr>
          <p:cNvGrpSpPr/>
          <p:nvPr/>
        </p:nvGrpSpPr>
        <p:grpSpPr>
          <a:xfrm>
            <a:off x="10506616" y="2984633"/>
            <a:ext cx="721220" cy="609701"/>
            <a:chOff x="9656903" y="2253333"/>
            <a:chExt cx="721220" cy="609701"/>
          </a:xfrm>
        </p:grpSpPr>
        <p:sp>
          <p:nvSpPr>
            <p:cNvPr id="396" name="Rectangle 395">
              <a:hlinkHover r:id="" action="ppaction://noaction" highlightClick="1"/>
              <a:extLst>
                <a:ext uri="{FF2B5EF4-FFF2-40B4-BE49-F238E27FC236}">
                  <a16:creationId xmlns:a16="http://schemas.microsoft.com/office/drawing/2014/main" id="{9FF4215A-3D4C-6325-926B-DA62AF0BBC55}"/>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97" name="Rectangle 396">
              <a:extLst>
                <a:ext uri="{FF2B5EF4-FFF2-40B4-BE49-F238E27FC236}">
                  <a16:creationId xmlns:a16="http://schemas.microsoft.com/office/drawing/2014/main" id="{F54A64AB-4085-FBEF-A7AF-B454D44EB035}"/>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8" name="Oval 15">
              <a:extLst>
                <a:ext uri="{FF2B5EF4-FFF2-40B4-BE49-F238E27FC236}">
                  <a16:creationId xmlns:a16="http://schemas.microsoft.com/office/drawing/2014/main" id="{4BB27BA5-6753-E015-6D50-5067707E00AF}"/>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99" name="Straight Connector 398">
              <a:extLst>
                <a:ext uri="{FF2B5EF4-FFF2-40B4-BE49-F238E27FC236}">
                  <a16:creationId xmlns:a16="http://schemas.microsoft.com/office/drawing/2014/main" id="{F0A9E333-748C-411B-4510-5F740B83544A}"/>
                </a:ext>
              </a:extLst>
            </p:cNvPr>
            <p:cNvCxnSpPr>
              <a:cxnSpLocks/>
              <a:stCxn id="39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00" name="Straight Connector 399">
              <a:extLst>
                <a:ext uri="{FF2B5EF4-FFF2-40B4-BE49-F238E27FC236}">
                  <a16:creationId xmlns:a16="http://schemas.microsoft.com/office/drawing/2014/main" id="{6951F53C-80B5-B99C-6126-8FF0A6406522}"/>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07" name="Group 406">
            <a:extLst>
              <a:ext uri="{FF2B5EF4-FFF2-40B4-BE49-F238E27FC236}">
                <a16:creationId xmlns:a16="http://schemas.microsoft.com/office/drawing/2014/main" id="{22366F69-8B0C-7D0E-F996-5AA38A95DFF7}"/>
              </a:ext>
            </a:extLst>
          </p:cNvPr>
          <p:cNvGrpSpPr/>
          <p:nvPr/>
        </p:nvGrpSpPr>
        <p:grpSpPr>
          <a:xfrm>
            <a:off x="10508723" y="1536662"/>
            <a:ext cx="721206" cy="609701"/>
            <a:chOff x="11356242" y="1532276"/>
            <a:chExt cx="721206" cy="609701"/>
          </a:xfrm>
        </p:grpSpPr>
        <p:sp>
          <p:nvSpPr>
            <p:cNvPr id="408" name="Rectangle 407">
              <a:hlinkHover r:id="" action="ppaction://noaction" highlightClick="1"/>
              <a:extLst>
                <a:ext uri="{FF2B5EF4-FFF2-40B4-BE49-F238E27FC236}">
                  <a16:creationId xmlns:a16="http://schemas.microsoft.com/office/drawing/2014/main" id="{49EC05B9-B945-DDA1-947E-BBB248798D9B}"/>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409" name="Oval 408">
              <a:extLst>
                <a:ext uri="{FF2B5EF4-FFF2-40B4-BE49-F238E27FC236}">
                  <a16:creationId xmlns:a16="http://schemas.microsoft.com/office/drawing/2014/main" id="{2D244661-3F10-16A1-6A9D-B9FBF57EBDD6}"/>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0" name="Isosceles Triangle 648">
              <a:extLst>
                <a:ext uri="{FF2B5EF4-FFF2-40B4-BE49-F238E27FC236}">
                  <a16:creationId xmlns:a16="http://schemas.microsoft.com/office/drawing/2014/main" id="{0C30EB18-34B9-BFBA-54DE-15C9C70A7B20}"/>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11" name="Group 410">
            <a:extLst>
              <a:ext uri="{FF2B5EF4-FFF2-40B4-BE49-F238E27FC236}">
                <a16:creationId xmlns:a16="http://schemas.microsoft.com/office/drawing/2014/main" id="{182EC8C8-38AC-B0F1-6CF6-CAB0936CB53C}"/>
              </a:ext>
            </a:extLst>
          </p:cNvPr>
          <p:cNvGrpSpPr/>
          <p:nvPr/>
        </p:nvGrpSpPr>
        <p:grpSpPr>
          <a:xfrm>
            <a:off x="11355832" y="5140982"/>
            <a:ext cx="721220" cy="609701"/>
            <a:chOff x="9656903" y="2253333"/>
            <a:chExt cx="721220" cy="609701"/>
          </a:xfrm>
        </p:grpSpPr>
        <p:sp>
          <p:nvSpPr>
            <p:cNvPr id="412" name="Rectangle 411">
              <a:hlinkHover r:id="" action="ppaction://noaction" highlightClick="1"/>
              <a:extLst>
                <a:ext uri="{FF2B5EF4-FFF2-40B4-BE49-F238E27FC236}">
                  <a16:creationId xmlns:a16="http://schemas.microsoft.com/office/drawing/2014/main" id="{C3B31CCD-2122-2A4D-16B6-82672E5FDA24}"/>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13" name="Rectangle 412">
              <a:extLst>
                <a:ext uri="{FF2B5EF4-FFF2-40B4-BE49-F238E27FC236}">
                  <a16:creationId xmlns:a16="http://schemas.microsoft.com/office/drawing/2014/main" id="{EB2B0332-0D68-D4C3-9BA6-E5D1B2B07CAD}"/>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4" name="Oval 15">
              <a:extLst>
                <a:ext uri="{FF2B5EF4-FFF2-40B4-BE49-F238E27FC236}">
                  <a16:creationId xmlns:a16="http://schemas.microsoft.com/office/drawing/2014/main" id="{93A93624-6013-A62E-0279-1DACA3D1D66E}"/>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15" name="Straight Connector 414">
              <a:extLst>
                <a:ext uri="{FF2B5EF4-FFF2-40B4-BE49-F238E27FC236}">
                  <a16:creationId xmlns:a16="http://schemas.microsoft.com/office/drawing/2014/main" id="{85BB4291-3EE4-D472-E00C-2B4AC40F56B2}"/>
                </a:ext>
              </a:extLst>
            </p:cNvPr>
            <p:cNvCxnSpPr>
              <a:cxnSpLocks/>
              <a:stCxn id="414"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16" name="Straight Connector 415">
              <a:extLst>
                <a:ext uri="{FF2B5EF4-FFF2-40B4-BE49-F238E27FC236}">
                  <a16:creationId xmlns:a16="http://schemas.microsoft.com/office/drawing/2014/main" id="{BACEDDAD-A27F-AAF0-8C12-83CB8B3BC9FE}"/>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17" name="Group 416">
            <a:extLst>
              <a:ext uri="{FF2B5EF4-FFF2-40B4-BE49-F238E27FC236}">
                <a16:creationId xmlns:a16="http://schemas.microsoft.com/office/drawing/2014/main" id="{0FE1E5A8-3321-8197-C75F-521EFABCB289}"/>
              </a:ext>
            </a:extLst>
          </p:cNvPr>
          <p:cNvGrpSpPr/>
          <p:nvPr/>
        </p:nvGrpSpPr>
        <p:grpSpPr>
          <a:xfrm>
            <a:off x="7113172" y="2252067"/>
            <a:ext cx="728239" cy="609701"/>
            <a:chOff x="5442073" y="811556"/>
            <a:chExt cx="728239" cy="609701"/>
          </a:xfrm>
        </p:grpSpPr>
        <p:sp>
          <p:nvSpPr>
            <p:cNvPr id="418" name="Rectangle 417">
              <a:extLst>
                <a:ext uri="{FF2B5EF4-FFF2-40B4-BE49-F238E27FC236}">
                  <a16:creationId xmlns:a16="http://schemas.microsoft.com/office/drawing/2014/main" id="{C428F4B7-BEE5-4133-A566-3D20D2F591DA}"/>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419" name="Rectangle 418">
              <a:extLst>
                <a:ext uri="{FF2B5EF4-FFF2-40B4-BE49-F238E27FC236}">
                  <a16:creationId xmlns:a16="http://schemas.microsoft.com/office/drawing/2014/main" id="{FB890162-4312-FAE2-3F66-06B72744931B}"/>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0" name="Oval 15">
              <a:extLst>
                <a:ext uri="{FF2B5EF4-FFF2-40B4-BE49-F238E27FC236}">
                  <a16:creationId xmlns:a16="http://schemas.microsoft.com/office/drawing/2014/main" id="{55E7A117-2D9B-3722-3693-945380A856C1}"/>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21" name="Straight Connector 420">
              <a:extLst>
                <a:ext uri="{FF2B5EF4-FFF2-40B4-BE49-F238E27FC236}">
                  <a16:creationId xmlns:a16="http://schemas.microsoft.com/office/drawing/2014/main" id="{505C9C1A-49BC-E319-EBAC-4A69E9013616}"/>
                </a:ext>
              </a:extLst>
            </p:cNvPr>
            <p:cNvCxnSpPr>
              <a:cxnSpLocks/>
              <a:stCxn id="420"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22" name="Straight Connector 421">
              <a:extLst>
                <a:ext uri="{FF2B5EF4-FFF2-40B4-BE49-F238E27FC236}">
                  <a16:creationId xmlns:a16="http://schemas.microsoft.com/office/drawing/2014/main" id="{61B5D305-0974-EE06-5422-B0396E0CCC0B}"/>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pic>
        <p:nvPicPr>
          <p:cNvPr id="6" name="Picture 5">
            <a:hlinkClick r:id="rId9" action="ppaction://hlinksldjump"/>
            <a:extLst>
              <a:ext uri="{FF2B5EF4-FFF2-40B4-BE49-F238E27FC236}">
                <a16:creationId xmlns:a16="http://schemas.microsoft.com/office/drawing/2014/main" id="{F0AE09AF-E7FA-69D1-6F63-2056D5D51BA6}"/>
              </a:ext>
            </a:extLst>
          </p:cNvPr>
          <p:cNvPicPr>
            <a:picLocks noChangeAspect="1"/>
          </p:cNvPicPr>
          <p:nvPr/>
        </p:nvPicPr>
        <p:blipFill>
          <a:blip r:embed="rId10"/>
          <a:stretch>
            <a:fillRect/>
          </a:stretch>
        </p:blipFill>
        <p:spPr>
          <a:xfrm>
            <a:off x="0" y="0"/>
            <a:ext cx="211626" cy="6858000"/>
          </a:xfrm>
          <a:prstGeom prst="rect">
            <a:avLst/>
          </a:prstGeom>
        </p:spPr>
      </p:pic>
      <p:grpSp>
        <p:nvGrpSpPr>
          <p:cNvPr id="7" name="Group 6">
            <a:extLst>
              <a:ext uri="{FF2B5EF4-FFF2-40B4-BE49-F238E27FC236}">
                <a16:creationId xmlns:a16="http://schemas.microsoft.com/office/drawing/2014/main" id="{14612904-2BD9-5F5B-BFB9-CA90A38C24B2}"/>
              </a:ext>
            </a:extLst>
          </p:cNvPr>
          <p:cNvGrpSpPr/>
          <p:nvPr/>
        </p:nvGrpSpPr>
        <p:grpSpPr>
          <a:xfrm>
            <a:off x="9652491" y="2986436"/>
            <a:ext cx="721206" cy="609701"/>
            <a:chOff x="9657972" y="90836"/>
            <a:chExt cx="721206" cy="609701"/>
          </a:xfrm>
        </p:grpSpPr>
        <p:sp>
          <p:nvSpPr>
            <p:cNvPr id="8" name="Rectangle 7">
              <a:hlinkHover r:id="" action="ppaction://noaction" highlightClick="1"/>
              <a:extLst>
                <a:ext uri="{FF2B5EF4-FFF2-40B4-BE49-F238E27FC236}">
                  <a16:creationId xmlns:a16="http://schemas.microsoft.com/office/drawing/2014/main" id="{CBB1E4F2-6F4B-CE49-0324-A6FF03812703}"/>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9" name="Diamond 8">
              <a:extLst>
                <a:ext uri="{FF2B5EF4-FFF2-40B4-BE49-F238E27FC236}">
                  <a16:creationId xmlns:a16="http://schemas.microsoft.com/office/drawing/2014/main" id="{5BE4112A-F340-79A3-4CF7-A442FD329891}"/>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 name="Oval 9">
              <a:extLst>
                <a:ext uri="{FF2B5EF4-FFF2-40B4-BE49-F238E27FC236}">
                  <a16:creationId xmlns:a16="http://schemas.microsoft.com/office/drawing/2014/main" id="{AF317C1E-81F6-57C6-BFF9-3750A7935569}"/>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95271828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0353" y="173237"/>
            <a:ext cx="5812424"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Hybrid Identity / Native Cloud Identity</a:t>
            </a:r>
          </a:p>
        </p:txBody>
      </p:sp>
      <p:sp>
        <p:nvSpPr>
          <p:cNvPr id="9" name="Rectangle 8">
            <a:hlinkClick r:id="rId3" action="ppaction://hlinksldjump"/>
            <a:hlinkHover r:id="rId3" action="ppaction://hlinksldjump"/>
            <a:extLst>
              <a:ext uri="{FF2B5EF4-FFF2-40B4-BE49-F238E27FC236}">
                <a16:creationId xmlns:a16="http://schemas.microsoft.com/office/drawing/2014/main" id="{A1866633-6740-4783-A6C1-16AC31DE2C9B}"/>
              </a:ext>
            </a:extLst>
          </p:cNvPr>
          <p:cNvSpPr/>
          <p:nvPr/>
        </p:nvSpPr>
        <p:spPr>
          <a:xfrm>
            <a:off x="10253191" y="5851981"/>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Dependency Overview</a:t>
            </a:r>
          </a:p>
        </p:txBody>
      </p:sp>
      <p:sp>
        <p:nvSpPr>
          <p:cNvPr id="10" name="Rectangle 9">
            <a:hlinkClick r:id="rId4" action="ppaction://hlinksldjump"/>
            <a:hlinkHover r:id="rId4" action="ppaction://hlinksldjump"/>
            <a:extLst>
              <a:ext uri="{FF2B5EF4-FFF2-40B4-BE49-F238E27FC236}">
                <a16:creationId xmlns:a16="http://schemas.microsoft.com/office/drawing/2014/main" id="{D09AFEB0-DEA5-4A95-BCFC-A0A6F97983E6}"/>
              </a:ext>
            </a:extLst>
          </p:cNvPr>
          <p:cNvSpPr/>
          <p:nvPr/>
        </p:nvSpPr>
        <p:spPr>
          <a:xfrm>
            <a:off x="4276486" y="5851983"/>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in Office 365</a:t>
            </a:r>
          </a:p>
        </p:txBody>
      </p:sp>
      <p:sp>
        <p:nvSpPr>
          <p:cNvPr id="11" name="Rectangle 10">
            <a:hlinkClick r:id="rId5" action="ppaction://hlinksldjump"/>
            <a:hlinkHover r:id="rId5" action="ppaction://hlinksldjump"/>
            <a:extLst>
              <a:ext uri="{FF2B5EF4-FFF2-40B4-BE49-F238E27FC236}">
                <a16:creationId xmlns:a16="http://schemas.microsoft.com/office/drawing/2014/main" id="{1A32527A-F375-4E6F-8248-3C913B73810B}"/>
              </a:ext>
            </a:extLst>
          </p:cNvPr>
          <p:cNvSpPr/>
          <p:nvPr/>
        </p:nvSpPr>
        <p:spPr>
          <a:xfrm>
            <a:off x="2284251" y="5851982"/>
            <a:ext cx="1866237"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Hybrid Identity</a:t>
            </a:r>
          </a:p>
        </p:txBody>
      </p:sp>
      <p:sp>
        <p:nvSpPr>
          <p:cNvPr id="13" name="Rectangle 12">
            <a:hlinkClick r:id="rId6" action="ppaction://hlinksldjump"/>
            <a:hlinkHover r:id="rId6" action="ppaction://hlinksldjump"/>
            <a:extLst>
              <a:ext uri="{FF2B5EF4-FFF2-40B4-BE49-F238E27FC236}">
                <a16:creationId xmlns:a16="http://schemas.microsoft.com/office/drawing/2014/main" id="{9968859E-6EB9-4EB2-AEF0-BE5AADEAA9B5}"/>
              </a:ext>
            </a:extLst>
          </p:cNvPr>
          <p:cNvSpPr/>
          <p:nvPr/>
        </p:nvSpPr>
        <p:spPr>
          <a:xfrm>
            <a:off x="292016" y="5851982"/>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11 Deployed</a:t>
            </a:r>
          </a:p>
        </p:txBody>
      </p:sp>
      <p:sp>
        <p:nvSpPr>
          <p:cNvPr id="15" name="Rectangle 14">
            <a:hlinkClick r:id="rId7" action="ppaction://hlinksldjump"/>
            <a:hlinkHover r:id="rId7" action="ppaction://hlinksldjump"/>
            <a:extLst>
              <a:ext uri="{FF2B5EF4-FFF2-40B4-BE49-F238E27FC236}">
                <a16:creationId xmlns:a16="http://schemas.microsoft.com/office/drawing/2014/main" id="{13D99784-C5E1-46A2-AE57-C5156339ECE9}"/>
              </a:ext>
            </a:extLst>
          </p:cNvPr>
          <p:cNvSpPr/>
          <p:nvPr/>
        </p:nvSpPr>
        <p:spPr>
          <a:xfrm>
            <a:off x="8260956" y="5848104"/>
            <a:ext cx="1866237" cy="86838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a:t>
            </a:r>
          </a:p>
        </p:txBody>
      </p:sp>
      <p:sp>
        <p:nvSpPr>
          <p:cNvPr id="16" name="Rectangle 15">
            <a:hlinkClick r:id="rId8" action="ppaction://hlinksldjump"/>
            <a:hlinkHover r:id="rId8" action="ppaction://hlinksldjump"/>
            <a:extLst>
              <a:ext uri="{FF2B5EF4-FFF2-40B4-BE49-F238E27FC236}">
                <a16:creationId xmlns:a16="http://schemas.microsoft.com/office/drawing/2014/main" id="{5A5BC1AA-303E-4DD9-A4F3-58DB26F4331C}"/>
              </a:ext>
            </a:extLst>
          </p:cNvPr>
          <p:cNvSpPr/>
          <p:nvPr/>
        </p:nvSpPr>
        <p:spPr>
          <a:xfrm>
            <a:off x="6268721" y="5851981"/>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Hardware</a:t>
            </a:r>
          </a:p>
        </p:txBody>
      </p:sp>
      <p:grpSp>
        <p:nvGrpSpPr>
          <p:cNvPr id="19" name="Group 18">
            <a:extLst>
              <a:ext uri="{FF2B5EF4-FFF2-40B4-BE49-F238E27FC236}">
                <a16:creationId xmlns:a16="http://schemas.microsoft.com/office/drawing/2014/main" id="{67E44D60-958C-7CAE-DEE5-1AED9C60AC91}"/>
              </a:ext>
            </a:extLst>
          </p:cNvPr>
          <p:cNvGrpSpPr/>
          <p:nvPr/>
        </p:nvGrpSpPr>
        <p:grpSpPr>
          <a:xfrm>
            <a:off x="3779655" y="811556"/>
            <a:ext cx="721206" cy="609701"/>
            <a:chOff x="3779655" y="811556"/>
            <a:chExt cx="721206" cy="609701"/>
          </a:xfrm>
        </p:grpSpPr>
        <p:sp>
          <p:nvSpPr>
            <p:cNvPr id="20" name="Rectangle 19">
              <a:extLst>
                <a:ext uri="{FF2B5EF4-FFF2-40B4-BE49-F238E27FC236}">
                  <a16:creationId xmlns:a16="http://schemas.microsoft.com/office/drawing/2014/main" id="{5F414050-D7E0-4186-6620-C2383FD9B4EA}"/>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1" name="Rectangle 20">
              <a:extLst>
                <a:ext uri="{FF2B5EF4-FFF2-40B4-BE49-F238E27FC236}">
                  <a16:creationId xmlns:a16="http://schemas.microsoft.com/office/drawing/2014/main" id="{164CAB8D-5634-0F41-F6C7-4632AA42F734}"/>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2" name="Oval 15">
              <a:extLst>
                <a:ext uri="{FF2B5EF4-FFF2-40B4-BE49-F238E27FC236}">
                  <a16:creationId xmlns:a16="http://schemas.microsoft.com/office/drawing/2014/main" id="{050CFFF2-DC56-384D-AF4F-DCEC47C89432}"/>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3" name="Straight Connector 22">
              <a:extLst>
                <a:ext uri="{FF2B5EF4-FFF2-40B4-BE49-F238E27FC236}">
                  <a16:creationId xmlns:a16="http://schemas.microsoft.com/office/drawing/2014/main" id="{169A1B6A-7AD3-349D-5FAC-E8724E73FBD1}"/>
                </a:ext>
              </a:extLst>
            </p:cNvPr>
            <p:cNvCxnSpPr>
              <a:cxnSpLocks/>
              <a:stCxn id="22"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4" name="Straight Connector 23">
              <a:extLst>
                <a:ext uri="{FF2B5EF4-FFF2-40B4-BE49-F238E27FC236}">
                  <a16:creationId xmlns:a16="http://schemas.microsoft.com/office/drawing/2014/main" id="{4B7B0D7E-4B90-CFB5-A8F3-410BD4D98C6F}"/>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5" name="Group 24">
            <a:extLst>
              <a:ext uri="{FF2B5EF4-FFF2-40B4-BE49-F238E27FC236}">
                <a16:creationId xmlns:a16="http://schemas.microsoft.com/office/drawing/2014/main" id="{B977F0A9-2592-3B04-692D-A0489CD628E5}"/>
              </a:ext>
            </a:extLst>
          </p:cNvPr>
          <p:cNvGrpSpPr/>
          <p:nvPr/>
        </p:nvGrpSpPr>
        <p:grpSpPr>
          <a:xfrm>
            <a:off x="7959195" y="3698231"/>
            <a:ext cx="721206" cy="609701"/>
            <a:chOff x="7959195" y="3698231"/>
            <a:chExt cx="721206" cy="609701"/>
          </a:xfrm>
        </p:grpSpPr>
        <p:sp>
          <p:nvSpPr>
            <p:cNvPr id="26" name="Rectangle 25">
              <a:hlinkHover r:id="" action="ppaction://noaction" highlightClick="1"/>
              <a:extLst>
                <a:ext uri="{FF2B5EF4-FFF2-40B4-BE49-F238E27FC236}">
                  <a16:creationId xmlns:a16="http://schemas.microsoft.com/office/drawing/2014/main" id="{84FE0FE5-8334-589A-4A07-9BCE3CEE766E}"/>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32" name="Oval 31">
              <a:extLst>
                <a:ext uri="{FF2B5EF4-FFF2-40B4-BE49-F238E27FC236}">
                  <a16:creationId xmlns:a16="http://schemas.microsoft.com/office/drawing/2014/main" id="{1EF0739B-4E9C-B789-9173-433842692854}"/>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3" name="Isosceles Triangle 648">
              <a:extLst>
                <a:ext uri="{FF2B5EF4-FFF2-40B4-BE49-F238E27FC236}">
                  <a16:creationId xmlns:a16="http://schemas.microsoft.com/office/drawing/2014/main" id="{87AA10F1-18C8-D7D2-A663-17DC27689AAF}"/>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 name="Group 48">
            <a:extLst>
              <a:ext uri="{FF2B5EF4-FFF2-40B4-BE49-F238E27FC236}">
                <a16:creationId xmlns:a16="http://schemas.microsoft.com/office/drawing/2014/main" id="{EAEABC04-1CF8-EC04-4E37-ACC506129C44}"/>
              </a:ext>
            </a:extLst>
          </p:cNvPr>
          <p:cNvGrpSpPr/>
          <p:nvPr/>
        </p:nvGrpSpPr>
        <p:grpSpPr>
          <a:xfrm>
            <a:off x="5448056" y="1532276"/>
            <a:ext cx="721206" cy="609701"/>
            <a:chOff x="5448056" y="1532276"/>
            <a:chExt cx="721206" cy="609701"/>
          </a:xfrm>
        </p:grpSpPr>
        <p:sp>
          <p:nvSpPr>
            <p:cNvPr id="50" name="Rectangle 49">
              <a:extLst>
                <a:ext uri="{FF2B5EF4-FFF2-40B4-BE49-F238E27FC236}">
                  <a16:creationId xmlns:a16="http://schemas.microsoft.com/office/drawing/2014/main" id="{4D7D5ECA-40D9-44E0-AF68-DB208DA5417B}"/>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51" name="Rectangle 50">
              <a:extLst>
                <a:ext uri="{FF2B5EF4-FFF2-40B4-BE49-F238E27FC236}">
                  <a16:creationId xmlns:a16="http://schemas.microsoft.com/office/drawing/2014/main" id="{F8F02EC7-E3BA-06FB-718C-8F4BE494335C}"/>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 name="Oval 15">
              <a:extLst>
                <a:ext uri="{FF2B5EF4-FFF2-40B4-BE49-F238E27FC236}">
                  <a16:creationId xmlns:a16="http://schemas.microsoft.com/office/drawing/2014/main" id="{F436E33A-F02B-C1EA-82DB-9F5898550F63}"/>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3" name="Straight Connector 52">
              <a:extLst>
                <a:ext uri="{FF2B5EF4-FFF2-40B4-BE49-F238E27FC236}">
                  <a16:creationId xmlns:a16="http://schemas.microsoft.com/office/drawing/2014/main" id="{11013243-F832-6BC8-5675-BFE57FD53D72}"/>
                </a:ext>
              </a:extLst>
            </p:cNvPr>
            <p:cNvCxnSpPr>
              <a:cxnSpLocks/>
              <a:stCxn id="52"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4" name="Straight Connector 53">
              <a:extLst>
                <a:ext uri="{FF2B5EF4-FFF2-40B4-BE49-F238E27FC236}">
                  <a16:creationId xmlns:a16="http://schemas.microsoft.com/office/drawing/2014/main" id="{810FD6CF-690D-1F8A-809A-639FC9CE8842}"/>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5" name="Group 54">
            <a:extLst>
              <a:ext uri="{FF2B5EF4-FFF2-40B4-BE49-F238E27FC236}">
                <a16:creationId xmlns:a16="http://schemas.microsoft.com/office/drawing/2014/main" id="{54D94ED9-8255-D740-C042-862FF0DA0008}"/>
              </a:ext>
            </a:extLst>
          </p:cNvPr>
          <p:cNvGrpSpPr/>
          <p:nvPr/>
        </p:nvGrpSpPr>
        <p:grpSpPr>
          <a:xfrm>
            <a:off x="6284565" y="1532276"/>
            <a:ext cx="721206" cy="609701"/>
            <a:chOff x="6284565" y="1532276"/>
            <a:chExt cx="721206" cy="609701"/>
          </a:xfrm>
        </p:grpSpPr>
        <p:sp>
          <p:nvSpPr>
            <p:cNvPr id="56" name="Rectangle 55">
              <a:extLst>
                <a:ext uri="{FF2B5EF4-FFF2-40B4-BE49-F238E27FC236}">
                  <a16:creationId xmlns:a16="http://schemas.microsoft.com/office/drawing/2014/main" id="{8D4ADE68-ED68-258D-CA29-2AA9FDE369CC}"/>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57" name="Rectangle 56">
              <a:extLst>
                <a:ext uri="{FF2B5EF4-FFF2-40B4-BE49-F238E27FC236}">
                  <a16:creationId xmlns:a16="http://schemas.microsoft.com/office/drawing/2014/main" id="{07025F6B-57AB-F096-7162-94F983D86E50}"/>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 name="Oval 15">
              <a:extLst>
                <a:ext uri="{FF2B5EF4-FFF2-40B4-BE49-F238E27FC236}">
                  <a16:creationId xmlns:a16="http://schemas.microsoft.com/office/drawing/2014/main" id="{F9D36A71-E78A-2609-B995-B5F760E007E1}"/>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 name="Straight Connector 59">
              <a:extLst>
                <a:ext uri="{FF2B5EF4-FFF2-40B4-BE49-F238E27FC236}">
                  <a16:creationId xmlns:a16="http://schemas.microsoft.com/office/drawing/2014/main" id="{B4096971-4824-AA9D-64BF-528B81694C40}"/>
                </a:ext>
              </a:extLst>
            </p:cNvPr>
            <p:cNvCxnSpPr>
              <a:cxnSpLocks/>
              <a:stCxn id="59"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1" name="Straight Connector 60">
              <a:extLst>
                <a:ext uri="{FF2B5EF4-FFF2-40B4-BE49-F238E27FC236}">
                  <a16:creationId xmlns:a16="http://schemas.microsoft.com/office/drawing/2014/main" id="{4121A74A-7C47-2140-0DF8-6B4463BD2187}"/>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 name="Group 61">
            <a:extLst>
              <a:ext uri="{FF2B5EF4-FFF2-40B4-BE49-F238E27FC236}">
                <a16:creationId xmlns:a16="http://schemas.microsoft.com/office/drawing/2014/main" id="{A169E069-566A-0937-F914-DF0C712ECEF5}"/>
              </a:ext>
            </a:extLst>
          </p:cNvPr>
          <p:cNvGrpSpPr/>
          <p:nvPr/>
        </p:nvGrpSpPr>
        <p:grpSpPr>
          <a:xfrm>
            <a:off x="7121069" y="1532276"/>
            <a:ext cx="721206" cy="609701"/>
            <a:chOff x="7121069" y="1532276"/>
            <a:chExt cx="721206" cy="609701"/>
          </a:xfrm>
        </p:grpSpPr>
        <p:sp>
          <p:nvSpPr>
            <p:cNvPr id="63" name="Rectangle 62">
              <a:extLst>
                <a:ext uri="{FF2B5EF4-FFF2-40B4-BE49-F238E27FC236}">
                  <a16:creationId xmlns:a16="http://schemas.microsoft.com/office/drawing/2014/main" id="{3D5AD0A1-621B-92B6-B221-C942FA412E0F}"/>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64" name="Rectangle 63">
              <a:extLst>
                <a:ext uri="{FF2B5EF4-FFF2-40B4-BE49-F238E27FC236}">
                  <a16:creationId xmlns:a16="http://schemas.microsoft.com/office/drawing/2014/main" id="{F53A4CEA-65D6-5F83-7DDC-4AF6C4E7254B}"/>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 name="Oval 15">
              <a:extLst>
                <a:ext uri="{FF2B5EF4-FFF2-40B4-BE49-F238E27FC236}">
                  <a16:creationId xmlns:a16="http://schemas.microsoft.com/office/drawing/2014/main" id="{FB3B540D-56F8-202D-911A-61DE8529A930}"/>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 name="Straight Connector 65">
              <a:extLst>
                <a:ext uri="{FF2B5EF4-FFF2-40B4-BE49-F238E27FC236}">
                  <a16:creationId xmlns:a16="http://schemas.microsoft.com/office/drawing/2014/main" id="{A1C30334-A72C-E13E-8304-9930E169969F}"/>
                </a:ext>
              </a:extLst>
            </p:cNvPr>
            <p:cNvCxnSpPr>
              <a:cxnSpLocks/>
              <a:stCxn id="65"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7" name="Straight Connector 66">
              <a:extLst>
                <a:ext uri="{FF2B5EF4-FFF2-40B4-BE49-F238E27FC236}">
                  <a16:creationId xmlns:a16="http://schemas.microsoft.com/office/drawing/2014/main" id="{789722AC-BE15-C765-A4F0-F9B50F369FDB}"/>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8" name="Group 67">
            <a:extLst>
              <a:ext uri="{FF2B5EF4-FFF2-40B4-BE49-F238E27FC236}">
                <a16:creationId xmlns:a16="http://schemas.microsoft.com/office/drawing/2014/main" id="{0AD011ED-48CF-4ADE-9F80-9D2C6D05D2BA}"/>
              </a:ext>
            </a:extLst>
          </p:cNvPr>
          <p:cNvGrpSpPr/>
          <p:nvPr/>
        </p:nvGrpSpPr>
        <p:grpSpPr>
          <a:xfrm>
            <a:off x="3775045" y="1532276"/>
            <a:ext cx="721206" cy="609701"/>
            <a:chOff x="3775045" y="1532276"/>
            <a:chExt cx="721206" cy="609701"/>
          </a:xfrm>
        </p:grpSpPr>
        <p:sp>
          <p:nvSpPr>
            <p:cNvPr id="69" name="Rectangle 68">
              <a:extLst>
                <a:ext uri="{FF2B5EF4-FFF2-40B4-BE49-F238E27FC236}">
                  <a16:creationId xmlns:a16="http://schemas.microsoft.com/office/drawing/2014/main" id="{3E2E733D-F846-9930-872C-6E14921F9DE7}"/>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70" name="Right Triangle 69">
              <a:extLst>
                <a:ext uri="{FF2B5EF4-FFF2-40B4-BE49-F238E27FC236}">
                  <a16:creationId xmlns:a16="http://schemas.microsoft.com/office/drawing/2014/main" id="{FE20A44A-7685-CC61-F3EF-3935E6A0DA53}"/>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1" name="Group 70">
              <a:extLst>
                <a:ext uri="{FF2B5EF4-FFF2-40B4-BE49-F238E27FC236}">
                  <a16:creationId xmlns:a16="http://schemas.microsoft.com/office/drawing/2014/main" id="{16986AE0-DEA8-BFF4-B347-2032EA073B72}"/>
                </a:ext>
              </a:extLst>
            </p:cNvPr>
            <p:cNvGrpSpPr/>
            <p:nvPr/>
          </p:nvGrpSpPr>
          <p:grpSpPr>
            <a:xfrm>
              <a:off x="4440495" y="1542936"/>
              <a:ext cx="37817" cy="61390"/>
              <a:chOff x="3883481" y="2057400"/>
              <a:chExt cx="1608363" cy="2652031"/>
            </a:xfrm>
            <a:solidFill>
              <a:srgbClr val="A6A6A6">
                <a:alpha val="20000"/>
              </a:srgbClr>
            </a:solidFill>
          </p:grpSpPr>
          <p:sp>
            <p:nvSpPr>
              <p:cNvPr id="72" name="Oval 27">
                <a:extLst>
                  <a:ext uri="{FF2B5EF4-FFF2-40B4-BE49-F238E27FC236}">
                    <a16:creationId xmlns:a16="http://schemas.microsoft.com/office/drawing/2014/main" id="{3669A647-AA7A-FA0A-7D22-18ED3A1ED07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 name="Oval 28">
                <a:extLst>
                  <a:ext uri="{FF2B5EF4-FFF2-40B4-BE49-F238E27FC236}">
                    <a16:creationId xmlns:a16="http://schemas.microsoft.com/office/drawing/2014/main" id="{64944719-7E47-237F-223D-529DDEF11B7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 name="Group 73">
            <a:extLst>
              <a:ext uri="{FF2B5EF4-FFF2-40B4-BE49-F238E27FC236}">
                <a16:creationId xmlns:a16="http://schemas.microsoft.com/office/drawing/2014/main" id="{3AB0A793-30FB-9C81-B02A-43B069C3D870}"/>
              </a:ext>
            </a:extLst>
          </p:cNvPr>
          <p:cNvGrpSpPr/>
          <p:nvPr/>
        </p:nvGrpSpPr>
        <p:grpSpPr>
          <a:xfrm>
            <a:off x="4611552" y="1532276"/>
            <a:ext cx="721206" cy="609701"/>
            <a:chOff x="4611552" y="1532276"/>
            <a:chExt cx="721206" cy="609701"/>
          </a:xfrm>
        </p:grpSpPr>
        <p:sp>
          <p:nvSpPr>
            <p:cNvPr id="96" name="Rectangle 95">
              <a:extLst>
                <a:ext uri="{FF2B5EF4-FFF2-40B4-BE49-F238E27FC236}">
                  <a16:creationId xmlns:a16="http://schemas.microsoft.com/office/drawing/2014/main" id="{FA11CC93-1F82-959E-CF26-49EFB1C3C1CF}"/>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97" name="Right Triangle 96">
              <a:extLst>
                <a:ext uri="{FF2B5EF4-FFF2-40B4-BE49-F238E27FC236}">
                  <a16:creationId xmlns:a16="http://schemas.microsoft.com/office/drawing/2014/main" id="{60FED4BE-42A3-2E6A-214F-A03DA042A3A5}"/>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8" name="Group 97">
              <a:extLst>
                <a:ext uri="{FF2B5EF4-FFF2-40B4-BE49-F238E27FC236}">
                  <a16:creationId xmlns:a16="http://schemas.microsoft.com/office/drawing/2014/main" id="{2D039699-BC5B-3213-BD5A-F38713369F70}"/>
                </a:ext>
              </a:extLst>
            </p:cNvPr>
            <p:cNvGrpSpPr/>
            <p:nvPr/>
          </p:nvGrpSpPr>
          <p:grpSpPr>
            <a:xfrm>
              <a:off x="5276135" y="1542936"/>
              <a:ext cx="37817" cy="61390"/>
              <a:chOff x="3883481" y="2057400"/>
              <a:chExt cx="1608363" cy="2652031"/>
            </a:xfrm>
            <a:solidFill>
              <a:srgbClr val="A6A6A6">
                <a:alpha val="20000"/>
              </a:srgbClr>
            </a:solidFill>
          </p:grpSpPr>
          <p:sp>
            <p:nvSpPr>
              <p:cNvPr id="99" name="Oval 27">
                <a:extLst>
                  <a:ext uri="{FF2B5EF4-FFF2-40B4-BE49-F238E27FC236}">
                    <a16:creationId xmlns:a16="http://schemas.microsoft.com/office/drawing/2014/main" id="{7F5915DA-C1E2-A62F-7CA7-05C261CE584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0" name="Oval 28">
                <a:extLst>
                  <a:ext uri="{FF2B5EF4-FFF2-40B4-BE49-F238E27FC236}">
                    <a16:creationId xmlns:a16="http://schemas.microsoft.com/office/drawing/2014/main" id="{A72FE6FA-5BE6-96C4-5C98-F6E57700959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1" name="Group 100">
            <a:extLst>
              <a:ext uri="{FF2B5EF4-FFF2-40B4-BE49-F238E27FC236}">
                <a16:creationId xmlns:a16="http://schemas.microsoft.com/office/drawing/2014/main" id="{88FF4B3E-E8E5-C40C-D42C-2686EE41DE1D}"/>
              </a:ext>
            </a:extLst>
          </p:cNvPr>
          <p:cNvGrpSpPr/>
          <p:nvPr/>
        </p:nvGrpSpPr>
        <p:grpSpPr>
          <a:xfrm>
            <a:off x="2938537" y="1532271"/>
            <a:ext cx="721206" cy="610042"/>
            <a:chOff x="2938537" y="1532271"/>
            <a:chExt cx="721206" cy="610042"/>
          </a:xfrm>
        </p:grpSpPr>
        <p:sp>
          <p:nvSpPr>
            <p:cNvPr id="126" name="Rectangle 125">
              <a:extLst>
                <a:ext uri="{FF2B5EF4-FFF2-40B4-BE49-F238E27FC236}">
                  <a16:creationId xmlns:a16="http://schemas.microsoft.com/office/drawing/2014/main" id="{6F9ABFE5-0231-D5BD-60B6-B4444E4E17F9}"/>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127" name="Right Triangle 126">
              <a:extLst>
                <a:ext uri="{FF2B5EF4-FFF2-40B4-BE49-F238E27FC236}">
                  <a16:creationId xmlns:a16="http://schemas.microsoft.com/office/drawing/2014/main" id="{81B36D64-D3C3-F1C0-000D-F09670BCEBA5}"/>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8" name="Oval 27">
              <a:extLst>
                <a:ext uri="{FF2B5EF4-FFF2-40B4-BE49-F238E27FC236}">
                  <a16:creationId xmlns:a16="http://schemas.microsoft.com/office/drawing/2014/main" id="{440717B6-5164-2260-48AB-BE292F34C30F}"/>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 name="Oval 28">
              <a:extLst>
                <a:ext uri="{FF2B5EF4-FFF2-40B4-BE49-F238E27FC236}">
                  <a16:creationId xmlns:a16="http://schemas.microsoft.com/office/drawing/2014/main" id="{AA8CFDA6-F90C-33D5-FB06-8F49F8188B3D}"/>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7" name="Group 456">
            <a:extLst>
              <a:ext uri="{FF2B5EF4-FFF2-40B4-BE49-F238E27FC236}">
                <a16:creationId xmlns:a16="http://schemas.microsoft.com/office/drawing/2014/main" id="{7AAFF408-6D52-267D-434E-144A4D583447}"/>
              </a:ext>
            </a:extLst>
          </p:cNvPr>
          <p:cNvGrpSpPr/>
          <p:nvPr/>
        </p:nvGrpSpPr>
        <p:grpSpPr>
          <a:xfrm>
            <a:off x="5442073" y="811556"/>
            <a:ext cx="728239" cy="609701"/>
            <a:chOff x="5442073" y="811556"/>
            <a:chExt cx="728239" cy="609701"/>
          </a:xfrm>
        </p:grpSpPr>
        <p:sp>
          <p:nvSpPr>
            <p:cNvPr id="458" name="Rectangle 457">
              <a:extLst>
                <a:ext uri="{FF2B5EF4-FFF2-40B4-BE49-F238E27FC236}">
                  <a16:creationId xmlns:a16="http://schemas.microsoft.com/office/drawing/2014/main" id="{BCF80725-E73A-1E5E-C9A7-CEDA79754B67}"/>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59" name="Rectangle 458">
              <a:extLst>
                <a:ext uri="{FF2B5EF4-FFF2-40B4-BE49-F238E27FC236}">
                  <a16:creationId xmlns:a16="http://schemas.microsoft.com/office/drawing/2014/main" id="{516508EF-7691-DFBB-DBA1-661987C03EDE}"/>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0" name="Oval 15">
              <a:extLst>
                <a:ext uri="{FF2B5EF4-FFF2-40B4-BE49-F238E27FC236}">
                  <a16:creationId xmlns:a16="http://schemas.microsoft.com/office/drawing/2014/main" id="{EBFB3707-9D4B-6134-5746-F680D2D2228C}"/>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1" name="Straight Connector 460">
              <a:extLst>
                <a:ext uri="{FF2B5EF4-FFF2-40B4-BE49-F238E27FC236}">
                  <a16:creationId xmlns:a16="http://schemas.microsoft.com/office/drawing/2014/main" id="{3415C148-98F6-9807-7A3F-ABDF3EE7A647}"/>
                </a:ext>
              </a:extLst>
            </p:cNvPr>
            <p:cNvCxnSpPr>
              <a:cxnSpLocks/>
              <a:stCxn id="460"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2" name="Straight Connector 461">
              <a:extLst>
                <a:ext uri="{FF2B5EF4-FFF2-40B4-BE49-F238E27FC236}">
                  <a16:creationId xmlns:a16="http://schemas.microsoft.com/office/drawing/2014/main" id="{9C36E365-6553-C3F6-ABAA-1CA2401CD466}"/>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73" name="Group 472">
            <a:extLst>
              <a:ext uri="{FF2B5EF4-FFF2-40B4-BE49-F238E27FC236}">
                <a16:creationId xmlns:a16="http://schemas.microsoft.com/office/drawing/2014/main" id="{40A37C09-6C74-2037-E72A-F67576FB9F58}"/>
              </a:ext>
            </a:extLst>
          </p:cNvPr>
          <p:cNvGrpSpPr/>
          <p:nvPr/>
        </p:nvGrpSpPr>
        <p:grpSpPr>
          <a:xfrm>
            <a:off x="7957576" y="811556"/>
            <a:ext cx="721206" cy="609701"/>
            <a:chOff x="7957576" y="811556"/>
            <a:chExt cx="721206" cy="609701"/>
          </a:xfrm>
        </p:grpSpPr>
        <p:sp>
          <p:nvSpPr>
            <p:cNvPr id="474" name="Rectangle 473">
              <a:extLst>
                <a:ext uri="{FF2B5EF4-FFF2-40B4-BE49-F238E27FC236}">
                  <a16:creationId xmlns:a16="http://schemas.microsoft.com/office/drawing/2014/main" id="{2A835B62-8692-1FD3-3FDF-DD6E2046D97C}"/>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75" name="Rectangle 474">
              <a:extLst>
                <a:ext uri="{FF2B5EF4-FFF2-40B4-BE49-F238E27FC236}">
                  <a16:creationId xmlns:a16="http://schemas.microsoft.com/office/drawing/2014/main" id="{A0AF82F3-4C5E-52A6-42AD-2DEC7974AD6D}"/>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6" name="Oval 15">
              <a:extLst>
                <a:ext uri="{FF2B5EF4-FFF2-40B4-BE49-F238E27FC236}">
                  <a16:creationId xmlns:a16="http://schemas.microsoft.com/office/drawing/2014/main" id="{AF4CB0CF-70E5-1655-E558-35CA283C13B5}"/>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77" name="Straight Connector 476">
              <a:extLst>
                <a:ext uri="{FF2B5EF4-FFF2-40B4-BE49-F238E27FC236}">
                  <a16:creationId xmlns:a16="http://schemas.microsoft.com/office/drawing/2014/main" id="{4AEE079D-0F88-50F7-0FBB-30C7A48E2A15}"/>
                </a:ext>
              </a:extLst>
            </p:cNvPr>
            <p:cNvCxnSpPr>
              <a:cxnSpLocks/>
              <a:stCxn id="476"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78" name="Straight Connector 477">
              <a:extLst>
                <a:ext uri="{FF2B5EF4-FFF2-40B4-BE49-F238E27FC236}">
                  <a16:creationId xmlns:a16="http://schemas.microsoft.com/office/drawing/2014/main" id="{BB56ECE7-5500-09CA-B8E6-6E4C76DF9880}"/>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7" name="Group 486">
            <a:extLst>
              <a:ext uri="{FF2B5EF4-FFF2-40B4-BE49-F238E27FC236}">
                <a16:creationId xmlns:a16="http://schemas.microsoft.com/office/drawing/2014/main" id="{74E8CA2B-19A5-F4C1-4A25-24E0AF83610A}"/>
              </a:ext>
            </a:extLst>
          </p:cNvPr>
          <p:cNvGrpSpPr/>
          <p:nvPr/>
        </p:nvGrpSpPr>
        <p:grpSpPr>
          <a:xfrm>
            <a:off x="11356242" y="90836"/>
            <a:ext cx="721206" cy="609701"/>
            <a:chOff x="11356242" y="90836"/>
            <a:chExt cx="721206" cy="609701"/>
          </a:xfrm>
        </p:grpSpPr>
        <p:sp>
          <p:nvSpPr>
            <p:cNvPr id="488" name="Rectangle 487">
              <a:hlinkHover r:id="" action="ppaction://noaction" highlightClick="1"/>
              <a:extLst>
                <a:ext uri="{FF2B5EF4-FFF2-40B4-BE49-F238E27FC236}">
                  <a16:creationId xmlns:a16="http://schemas.microsoft.com/office/drawing/2014/main" id="{0555B165-8DCE-E988-6B57-7980BBADDFFA}"/>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489" name="Oval 488">
              <a:extLst>
                <a:ext uri="{FF2B5EF4-FFF2-40B4-BE49-F238E27FC236}">
                  <a16:creationId xmlns:a16="http://schemas.microsoft.com/office/drawing/2014/main" id="{066A567A-DCBC-D73E-96A1-ADA35DA9AC03}"/>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0" name="Isosceles Triangle 648">
              <a:extLst>
                <a:ext uri="{FF2B5EF4-FFF2-40B4-BE49-F238E27FC236}">
                  <a16:creationId xmlns:a16="http://schemas.microsoft.com/office/drawing/2014/main" id="{B8D5216A-788B-F994-9B82-2AA5267015F0}"/>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1" name="Group 490">
            <a:extLst>
              <a:ext uri="{FF2B5EF4-FFF2-40B4-BE49-F238E27FC236}">
                <a16:creationId xmlns:a16="http://schemas.microsoft.com/office/drawing/2014/main" id="{0B14D9BD-FDC5-785E-8C8E-1D0204767DCB}"/>
              </a:ext>
            </a:extLst>
          </p:cNvPr>
          <p:cNvGrpSpPr/>
          <p:nvPr/>
        </p:nvGrpSpPr>
        <p:grpSpPr>
          <a:xfrm>
            <a:off x="11356243" y="3694774"/>
            <a:ext cx="721206" cy="609701"/>
            <a:chOff x="11356243" y="3694774"/>
            <a:chExt cx="721206" cy="609701"/>
          </a:xfrm>
        </p:grpSpPr>
        <p:sp>
          <p:nvSpPr>
            <p:cNvPr id="492" name="Rectangle 491">
              <a:hlinkHover r:id="" action="ppaction://noaction" highlightClick="1"/>
              <a:extLst>
                <a:ext uri="{FF2B5EF4-FFF2-40B4-BE49-F238E27FC236}">
                  <a16:creationId xmlns:a16="http://schemas.microsoft.com/office/drawing/2014/main" id="{34B71B1B-BBE1-B06B-1771-76007A66A65B}"/>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493" name="Oval 492">
              <a:extLst>
                <a:ext uri="{FF2B5EF4-FFF2-40B4-BE49-F238E27FC236}">
                  <a16:creationId xmlns:a16="http://schemas.microsoft.com/office/drawing/2014/main" id="{5CDA8D6B-6322-1D50-A662-F4234359F1C6}"/>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4" name="Isosceles Triangle 648">
              <a:extLst>
                <a:ext uri="{FF2B5EF4-FFF2-40B4-BE49-F238E27FC236}">
                  <a16:creationId xmlns:a16="http://schemas.microsoft.com/office/drawing/2014/main" id="{EC6B4126-AE52-EEE4-B126-8EECCC10160E}"/>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5" name="Group 494">
            <a:extLst>
              <a:ext uri="{FF2B5EF4-FFF2-40B4-BE49-F238E27FC236}">
                <a16:creationId xmlns:a16="http://schemas.microsoft.com/office/drawing/2014/main" id="{D6F019AE-C539-02CC-0561-643A3F56FA4C}"/>
              </a:ext>
            </a:extLst>
          </p:cNvPr>
          <p:cNvGrpSpPr/>
          <p:nvPr/>
        </p:nvGrpSpPr>
        <p:grpSpPr>
          <a:xfrm>
            <a:off x="9657691" y="4419624"/>
            <a:ext cx="721206" cy="609701"/>
            <a:chOff x="9657691" y="4419624"/>
            <a:chExt cx="721206" cy="609701"/>
          </a:xfrm>
        </p:grpSpPr>
        <p:sp>
          <p:nvSpPr>
            <p:cNvPr id="496" name="Rectangle 495">
              <a:hlinkHover r:id="" action="ppaction://noaction" highlightClick="1"/>
              <a:extLst>
                <a:ext uri="{FF2B5EF4-FFF2-40B4-BE49-F238E27FC236}">
                  <a16:creationId xmlns:a16="http://schemas.microsoft.com/office/drawing/2014/main" id="{83604498-E916-02CF-9EC0-5B1A2F81734A}"/>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497" name="Oval 496">
              <a:extLst>
                <a:ext uri="{FF2B5EF4-FFF2-40B4-BE49-F238E27FC236}">
                  <a16:creationId xmlns:a16="http://schemas.microsoft.com/office/drawing/2014/main" id="{96E00109-D044-75E9-4322-3FAD372619E7}"/>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8" name="Isosceles Triangle 648">
              <a:extLst>
                <a:ext uri="{FF2B5EF4-FFF2-40B4-BE49-F238E27FC236}">
                  <a16:creationId xmlns:a16="http://schemas.microsoft.com/office/drawing/2014/main" id="{F4E26DDD-4330-7D57-1DC3-21DE06A2DAD5}"/>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9" name="Group 498">
            <a:extLst>
              <a:ext uri="{FF2B5EF4-FFF2-40B4-BE49-F238E27FC236}">
                <a16:creationId xmlns:a16="http://schemas.microsoft.com/office/drawing/2014/main" id="{26DC0702-B303-53F7-221E-7BA02993149B}"/>
              </a:ext>
            </a:extLst>
          </p:cNvPr>
          <p:cNvGrpSpPr/>
          <p:nvPr/>
        </p:nvGrpSpPr>
        <p:grpSpPr>
          <a:xfrm>
            <a:off x="10506968" y="4419620"/>
            <a:ext cx="721206" cy="609701"/>
            <a:chOff x="10506968" y="4419620"/>
            <a:chExt cx="721206" cy="609701"/>
          </a:xfrm>
        </p:grpSpPr>
        <p:sp>
          <p:nvSpPr>
            <p:cNvPr id="500" name="Rectangle 499">
              <a:hlinkHover r:id="" action="ppaction://noaction" highlightClick="1"/>
              <a:extLst>
                <a:ext uri="{FF2B5EF4-FFF2-40B4-BE49-F238E27FC236}">
                  <a16:creationId xmlns:a16="http://schemas.microsoft.com/office/drawing/2014/main" id="{55909C60-B3E5-FFFD-23B3-5460DD5C6E0E}"/>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01" name="Oval 500">
              <a:extLst>
                <a:ext uri="{FF2B5EF4-FFF2-40B4-BE49-F238E27FC236}">
                  <a16:creationId xmlns:a16="http://schemas.microsoft.com/office/drawing/2014/main" id="{7D775072-BD9D-4D29-D365-8EDDDA36584B}"/>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2" name="Isosceles Triangle 648">
              <a:extLst>
                <a:ext uri="{FF2B5EF4-FFF2-40B4-BE49-F238E27FC236}">
                  <a16:creationId xmlns:a16="http://schemas.microsoft.com/office/drawing/2014/main" id="{954880B2-C37A-12B1-B2E5-20345B4CE5B7}"/>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7" name="Group 506">
            <a:extLst>
              <a:ext uri="{FF2B5EF4-FFF2-40B4-BE49-F238E27FC236}">
                <a16:creationId xmlns:a16="http://schemas.microsoft.com/office/drawing/2014/main" id="{82786E7B-DFD1-BD5D-63F6-14238D3C2C8E}"/>
              </a:ext>
            </a:extLst>
          </p:cNvPr>
          <p:cNvGrpSpPr/>
          <p:nvPr/>
        </p:nvGrpSpPr>
        <p:grpSpPr>
          <a:xfrm>
            <a:off x="8808526" y="4416261"/>
            <a:ext cx="721206" cy="609701"/>
            <a:chOff x="8808526" y="4416261"/>
            <a:chExt cx="721206" cy="609701"/>
          </a:xfrm>
        </p:grpSpPr>
        <p:sp>
          <p:nvSpPr>
            <p:cNvPr id="508" name="Rectangle 507">
              <a:hlinkHover r:id="" action="ppaction://noaction" highlightClick="1"/>
              <a:extLst>
                <a:ext uri="{FF2B5EF4-FFF2-40B4-BE49-F238E27FC236}">
                  <a16:creationId xmlns:a16="http://schemas.microsoft.com/office/drawing/2014/main" id="{33533F51-B275-A904-5B9B-640AF6F49424}"/>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09" name="Oval 508">
              <a:extLst>
                <a:ext uri="{FF2B5EF4-FFF2-40B4-BE49-F238E27FC236}">
                  <a16:creationId xmlns:a16="http://schemas.microsoft.com/office/drawing/2014/main" id="{5FB845D5-C449-2D1F-71F6-F0EF6E7DC5FF}"/>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0" name="Isosceles Triangle 648">
              <a:extLst>
                <a:ext uri="{FF2B5EF4-FFF2-40B4-BE49-F238E27FC236}">
                  <a16:creationId xmlns:a16="http://schemas.microsoft.com/office/drawing/2014/main" id="{18562A9B-F68C-206F-7CD5-7EB5C58D2F1E}"/>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1" name="Group 510">
            <a:extLst>
              <a:ext uri="{FF2B5EF4-FFF2-40B4-BE49-F238E27FC236}">
                <a16:creationId xmlns:a16="http://schemas.microsoft.com/office/drawing/2014/main" id="{312238CC-F50F-BB68-506B-BF5A829578D1}"/>
              </a:ext>
            </a:extLst>
          </p:cNvPr>
          <p:cNvGrpSpPr/>
          <p:nvPr/>
        </p:nvGrpSpPr>
        <p:grpSpPr>
          <a:xfrm>
            <a:off x="10509579" y="5141013"/>
            <a:ext cx="721206" cy="609701"/>
            <a:chOff x="10509579" y="5141013"/>
            <a:chExt cx="721206" cy="609701"/>
          </a:xfrm>
        </p:grpSpPr>
        <p:sp>
          <p:nvSpPr>
            <p:cNvPr id="512" name="Rectangle 511">
              <a:hlinkHover r:id="" action="ppaction://noaction" highlightClick="1"/>
              <a:extLst>
                <a:ext uri="{FF2B5EF4-FFF2-40B4-BE49-F238E27FC236}">
                  <a16:creationId xmlns:a16="http://schemas.microsoft.com/office/drawing/2014/main" id="{76AC1DF2-4AFE-0533-726C-70C0E3F93F69}"/>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13" name="Oval 512">
              <a:extLst>
                <a:ext uri="{FF2B5EF4-FFF2-40B4-BE49-F238E27FC236}">
                  <a16:creationId xmlns:a16="http://schemas.microsoft.com/office/drawing/2014/main" id="{8C34BAA7-8E6E-03D6-1673-CE668D7DE8BD}"/>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4" name="Isosceles Triangle 648">
              <a:extLst>
                <a:ext uri="{FF2B5EF4-FFF2-40B4-BE49-F238E27FC236}">
                  <a16:creationId xmlns:a16="http://schemas.microsoft.com/office/drawing/2014/main" id="{CD7E228D-5CCD-E8B0-FBEA-4EC0E9F63887}"/>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5" name="Group 514">
            <a:extLst>
              <a:ext uri="{FF2B5EF4-FFF2-40B4-BE49-F238E27FC236}">
                <a16:creationId xmlns:a16="http://schemas.microsoft.com/office/drawing/2014/main" id="{4D7D2D2E-43D3-894A-1F25-9392746CF7B5}"/>
              </a:ext>
            </a:extLst>
          </p:cNvPr>
          <p:cNvGrpSpPr/>
          <p:nvPr/>
        </p:nvGrpSpPr>
        <p:grpSpPr>
          <a:xfrm>
            <a:off x="9651076" y="5143367"/>
            <a:ext cx="721206" cy="609701"/>
            <a:chOff x="9651076" y="5143367"/>
            <a:chExt cx="721206" cy="609701"/>
          </a:xfrm>
        </p:grpSpPr>
        <p:sp>
          <p:nvSpPr>
            <p:cNvPr id="516" name="Rectangle 515">
              <a:hlinkHover r:id="" action="ppaction://noaction" highlightClick="1"/>
              <a:extLst>
                <a:ext uri="{FF2B5EF4-FFF2-40B4-BE49-F238E27FC236}">
                  <a16:creationId xmlns:a16="http://schemas.microsoft.com/office/drawing/2014/main" id="{47A17A79-2B61-688F-2A0B-50C98644A348}"/>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17" name="Oval 516">
              <a:extLst>
                <a:ext uri="{FF2B5EF4-FFF2-40B4-BE49-F238E27FC236}">
                  <a16:creationId xmlns:a16="http://schemas.microsoft.com/office/drawing/2014/main" id="{C4CE8ED8-4AEA-6735-77C8-C998E304AC6E}"/>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8" name="Isosceles Triangle 648">
              <a:extLst>
                <a:ext uri="{FF2B5EF4-FFF2-40B4-BE49-F238E27FC236}">
                  <a16:creationId xmlns:a16="http://schemas.microsoft.com/office/drawing/2014/main" id="{09D7FA96-974E-D632-9735-207327D5D5C9}"/>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9" name="Group 518">
            <a:extLst>
              <a:ext uri="{FF2B5EF4-FFF2-40B4-BE49-F238E27FC236}">
                <a16:creationId xmlns:a16="http://schemas.microsoft.com/office/drawing/2014/main" id="{1450CF41-5DF7-DC58-FD44-6AADB5945122}"/>
              </a:ext>
            </a:extLst>
          </p:cNvPr>
          <p:cNvGrpSpPr/>
          <p:nvPr/>
        </p:nvGrpSpPr>
        <p:grpSpPr>
          <a:xfrm>
            <a:off x="9657612" y="3698231"/>
            <a:ext cx="721206" cy="609701"/>
            <a:chOff x="9657612" y="3698231"/>
            <a:chExt cx="721206" cy="609701"/>
          </a:xfrm>
        </p:grpSpPr>
        <p:sp>
          <p:nvSpPr>
            <p:cNvPr id="520" name="Rectangle 519">
              <a:hlinkHover r:id="" action="ppaction://noaction" highlightClick="1"/>
              <a:extLst>
                <a:ext uri="{FF2B5EF4-FFF2-40B4-BE49-F238E27FC236}">
                  <a16:creationId xmlns:a16="http://schemas.microsoft.com/office/drawing/2014/main" id="{F385F14E-3EE7-1E6D-4EFD-332582071654}"/>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21" name="Oval 520">
              <a:extLst>
                <a:ext uri="{FF2B5EF4-FFF2-40B4-BE49-F238E27FC236}">
                  <a16:creationId xmlns:a16="http://schemas.microsoft.com/office/drawing/2014/main" id="{6FE5EAA9-DA46-9188-C8BA-4284623AAC08}"/>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2" name="Isosceles Triangle 648">
              <a:extLst>
                <a:ext uri="{FF2B5EF4-FFF2-40B4-BE49-F238E27FC236}">
                  <a16:creationId xmlns:a16="http://schemas.microsoft.com/office/drawing/2014/main" id="{26083070-40CE-2E44-586F-BD4D512E25A4}"/>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3" name="Group 522">
            <a:extLst>
              <a:ext uri="{FF2B5EF4-FFF2-40B4-BE49-F238E27FC236}">
                <a16:creationId xmlns:a16="http://schemas.microsoft.com/office/drawing/2014/main" id="{E7AAF570-9091-75EC-5DF1-F51083A9AA06}"/>
              </a:ext>
            </a:extLst>
          </p:cNvPr>
          <p:cNvGrpSpPr/>
          <p:nvPr/>
        </p:nvGrpSpPr>
        <p:grpSpPr>
          <a:xfrm>
            <a:off x="10506928" y="3698227"/>
            <a:ext cx="721206" cy="609701"/>
            <a:chOff x="10506928" y="3698227"/>
            <a:chExt cx="721206" cy="609701"/>
          </a:xfrm>
        </p:grpSpPr>
        <p:sp>
          <p:nvSpPr>
            <p:cNvPr id="524" name="Rectangle 523">
              <a:hlinkHover r:id="" action="ppaction://noaction" highlightClick="1"/>
              <a:extLst>
                <a:ext uri="{FF2B5EF4-FFF2-40B4-BE49-F238E27FC236}">
                  <a16:creationId xmlns:a16="http://schemas.microsoft.com/office/drawing/2014/main" id="{58F2BA6D-81A4-1309-4CB2-B10343509AFC}"/>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25" name="Oval 524">
              <a:extLst>
                <a:ext uri="{FF2B5EF4-FFF2-40B4-BE49-F238E27FC236}">
                  <a16:creationId xmlns:a16="http://schemas.microsoft.com/office/drawing/2014/main" id="{07303C67-A7A0-CD68-8789-8CA4548577E3}"/>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6" name="Isosceles Triangle 648">
              <a:extLst>
                <a:ext uri="{FF2B5EF4-FFF2-40B4-BE49-F238E27FC236}">
                  <a16:creationId xmlns:a16="http://schemas.microsoft.com/office/drawing/2014/main" id="{DCDE323E-06E4-E9C2-1491-E31DC8275B5D}"/>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7" name="Group 526">
            <a:extLst>
              <a:ext uri="{FF2B5EF4-FFF2-40B4-BE49-F238E27FC236}">
                <a16:creationId xmlns:a16="http://schemas.microsoft.com/office/drawing/2014/main" id="{A84D8820-F6BD-D279-AA01-4584DDE1A2C0}"/>
              </a:ext>
            </a:extLst>
          </p:cNvPr>
          <p:cNvGrpSpPr/>
          <p:nvPr/>
        </p:nvGrpSpPr>
        <p:grpSpPr>
          <a:xfrm>
            <a:off x="8808417" y="5135710"/>
            <a:ext cx="721206" cy="609701"/>
            <a:chOff x="8808417" y="5135710"/>
            <a:chExt cx="721206" cy="609701"/>
          </a:xfrm>
        </p:grpSpPr>
        <p:sp>
          <p:nvSpPr>
            <p:cNvPr id="528" name="Rectangle 527">
              <a:hlinkHover r:id="" action="ppaction://noaction" highlightClick="1"/>
              <a:extLst>
                <a:ext uri="{FF2B5EF4-FFF2-40B4-BE49-F238E27FC236}">
                  <a16:creationId xmlns:a16="http://schemas.microsoft.com/office/drawing/2014/main" id="{FA3DBF37-9FD1-1B69-6B22-CE6F2F20484B}"/>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29" name="Oval 528">
              <a:extLst>
                <a:ext uri="{FF2B5EF4-FFF2-40B4-BE49-F238E27FC236}">
                  <a16:creationId xmlns:a16="http://schemas.microsoft.com/office/drawing/2014/main" id="{A650A7D0-DB3E-129A-1667-2FD9FD25FA80}"/>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0" name="Isosceles Triangle 648">
              <a:extLst>
                <a:ext uri="{FF2B5EF4-FFF2-40B4-BE49-F238E27FC236}">
                  <a16:creationId xmlns:a16="http://schemas.microsoft.com/office/drawing/2014/main" id="{AE3E9EC1-C447-BA32-F152-7CAEEEBDD891}"/>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5" name="Group 544">
            <a:extLst>
              <a:ext uri="{FF2B5EF4-FFF2-40B4-BE49-F238E27FC236}">
                <a16:creationId xmlns:a16="http://schemas.microsoft.com/office/drawing/2014/main" id="{96373C63-66E5-0054-D847-ECC0EF50D7ED}"/>
              </a:ext>
            </a:extLst>
          </p:cNvPr>
          <p:cNvGrpSpPr/>
          <p:nvPr/>
        </p:nvGrpSpPr>
        <p:grpSpPr>
          <a:xfrm>
            <a:off x="7957572" y="1532276"/>
            <a:ext cx="721206" cy="609701"/>
            <a:chOff x="7957572" y="1532276"/>
            <a:chExt cx="721206" cy="609701"/>
          </a:xfrm>
        </p:grpSpPr>
        <p:sp>
          <p:nvSpPr>
            <p:cNvPr id="546" name="Rectangle 545">
              <a:hlinkHover r:id="" action="ppaction://noaction" highlightClick="1"/>
              <a:extLst>
                <a:ext uri="{FF2B5EF4-FFF2-40B4-BE49-F238E27FC236}">
                  <a16:creationId xmlns:a16="http://schemas.microsoft.com/office/drawing/2014/main" id="{79353D75-EEBB-A957-B91C-2B2FDF5FD89D}"/>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47" name="Rectangle 546">
              <a:extLst>
                <a:ext uri="{FF2B5EF4-FFF2-40B4-BE49-F238E27FC236}">
                  <a16:creationId xmlns:a16="http://schemas.microsoft.com/office/drawing/2014/main" id="{0F9D8044-A841-52AE-21A4-EE74D25CA69A}"/>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8" name="Oval 15">
              <a:extLst>
                <a:ext uri="{FF2B5EF4-FFF2-40B4-BE49-F238E27FC236}">
                  <a16:creationId xmlns:a16="http://schemas.microsoft.com/office/drawing/2014/main" id="{BE66B5B4-D13C-9C9E-2836-B6D5B4CD2856}"/>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49" name="Straight Connector 548">
              <a:extLst>
                <a:ext uri="{FF2B5EF4-FFF2-40B4-BE49-F238E27FC236}">
                  <a16:creationId xmlns:a16="http://schemas.microsoft.com/office/drawing/2014/main" id="{24B26F91-1C86-FC9E-EA58-815519BBDA95}"/>
                </a:ext>
              </a:extLst>
            </p:cNvPr>
            <p:cNvCxnSpPr>
              <a:cxnSpLocks/>
              <a:stCxn id="548"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0" name="Straight Connector 549">
              <a:extLst>
                <a:ext uri="{FF2B5EF4-FFF2-40B4-BE49-F238E27FC236}">
                  <a16:creationId xmlns:a16="http://schemas.microsoft.com/office/drawing/2014/main" id="{8F36F7D3-3910-55F6-3687-40544E98656C}"/>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85" name="Group 584">
            <a:extLst>
              <a:ext uri="{FF2B5EF4-FFF2-40B4-BE49-F238E27FC236}">
                <a16:creationId xmlns:a16="http://schemas.microsoft.com/office/drawing/2014/main" id="{D254B2B4-ACCE-1593-BF06-2F24D49AC740}"/>
              </a:ext>
            </a:extLst>
          </p:cNvPr>
          <p:cNvGrpSpPr/>
          <p:nvPr/>
        </p:nvGrpSpPr>
        <p:grpSpPr>
          <a:xfrm>
            <a:off x="11356242" y="811556"/>
            <a:ext cx="721206" cy="609701"/>
            <a:chOff x="11356242" y="811556"/>
            <a:chExt cx="721206" cy="609701"/>
          </a:xfrm>
        </p:grpSpPr>
        <p:sp>
          <p:nvSpPr>
            <p:cNvPr id="586" name="Rectangle 585">
              <a:hlinkHover r:id="" action="ppaction://noaction" highlightClick="1"/>
              <a:extLst>
                <a:ext uri="{FF2B5EF4-FFF2-40B4-BE49-F238E27FC236}">
                  <a16:creationId xmlns:a16="http://schemas.microsoft.com/office/drawing/2014/main" id="{1082E0FA-62F5-53EF-0C55-530285208C54}"/>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587" name="Oval 586">
              <a:extLst>
                <a:ext uri="{FF2B5EF4-FFF2-40B4-BE49-F238E27FC236}">
                  <a16:creationId xmlns:a16="http://schemas.microsoft.com/office/drawing/2014/main" id="{D1A503C1-AD2C-93A4-2473-E241D725F438}"/>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8" name="Isosceles Triangle 648">
              <a:extLst>
                <a:ext uri="{FF2B5EF4-FFF2-40B4-BE49-F238E27FC236}">
                  <a16:creationId xmlns:a16="http://schemas.microsoft.com/office/drawing/2014/main" id="{42E2AF98-0B04-3879-A8D3-5A215A7E0F5A}"/>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89" name="Group 588">
            <a:extLst>
              <a:ext uri="{FF2B5EF4-FFF2-40B4-BE49-F238E27FC236}">
                <a16:creationId xmlns:a16="http://schemas.microsoft.com/office/drawing/2014/main" id="{4C7FF369-213F-32CD-3E8D-51AFDBEEE5FE}"/>
              </a:ext>
            </a:extLst>
          </p:cNvPr>
          <p:cNvGrpSpPr/>
          <p:nvPr/>
        </p:nvGrpSpPr>
        <p:grpSpPr>
          <a:xfrm>
            <a:off x="8807249" y="811555"/>
            <a:ext cx="721206" cy="609701"/>
            <a:chOff x="8807249" y="811555"/>
            <a:chExt cx="721206" cy="609701"/>
          </a:xfrm>
        </p:grpSpPr>
        <p:sp>
          <p:nvSpPr>
            <p:cNvPr id="590" name="Rectangle 589">
              <a:hlinkHover r:id="" action="ppaction://noaction" highlightClick="1"/>
              <a:extLst>
                <a:ext uri="{FF2B5EF4-FFF2-40B4-BE49-F238E27FC236}">
                  <a16:creationId xmlns:a16="http://schemas.microsoft.com/office/drawing/2014/main" id="{E003A425-F4D0-F73A-3F3F-75DB98A5623E}"/>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591" name="Diamond 590">
              <a:extLst>
                <a:ext uri="{FF2B5EF4-FFF2-40B4-BE49-F238E27FC236}">
                  <a16:creationId xmlns:a16="http://schemas.microsoft.com/office/drawing/2014/main" id="{A1EE4D84-845C-C87A-771E-39DD0A89C1BB}"/>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2" name="Oval 591">
              <a:extLst>
                <a:ext uri="{FF2B5EF4-FFF2-40B4-BE49-F238E27FC236}">
                  <a16:creationId xmlns:a16="http://schemas.microsoft.com/office/drawing/2014/main" id="{3B20FCEC-A49E-7BD1-305F-B3ADABF303A4}"/>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3" name="Group 592">
            <a:extLst>
              <a:ext uri="{FF2B5EF4-FFF2-40B4-BE49-F238E27FC236}">
                <a16:creationId xmlns:a16="http://schemas.microsoft.com/office/drawing/2014/main" id="{76D4C7FC-6F2C-0D12-CB4B-5E6E7EC1D13B}"/>
              </a:ext>
            </a:extLst>
          </p:cNvPr>
          <p:cNvGrpSpPr/>
          <p:nvPr/>
        </p:nvGrpSpPr>
        <p:grpSpPr>
          <a:xfrm>
            <a:off x="8808419" y="3705986"/>
            <a:ext cx="721206" cy="609701"/>
            <a:chOff x="8808419" y="3705986"/>
            <a:chExt cx="721206" cy="609701"/>
          </a:xfrm>
        </p:grpSpPr>
        <p:sp>
          <p:nvSpPr>
            <p:cNvPr id="594" name="Rectangle 593">
              <a:hlinkHover r:id="" action="ppaction://noaction" highlightClick="1"/>
              <a:extLst>
                <a:ext uri="{FF2B5EF4-FFF2-40B4-BE49-F238E27FC236}">
                  <a16:creationId xmlns:a16="http://schemas.microsoft.com/office/drawing/2014/main" id="{7934C340-1DE0-389C-B01D-0F7253C4BA7D}"/>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595" name="Oval 594">
              <a:extLst>
                <a:ext uri="{FF2B5EF4-FFF2-40B4-BE49-F238E27FC236}">
                  <a16:creationId xmlns:a16="http://schemas.microsoft.com/office/drawing/2014/main" id="{7608B6CF-0CF0-CCA3-4A89-B07C75AEF6D6}"/>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6" name="Isosceles Triangle 648">
              <a:extLst>
                <a:ext uri="{FF2B5EF4-FFF2-40B4-BE49-F238E27FC236}">
                  <a16:creationId xmlns:a16="http://schemas.microsoft.com/office/drawing/2014/main" id="{99F25045-5617-FDA3-7227-DE562A8A3753}"/>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7" name="Group 596">
            <a:extLst>
              <a:ext uri="{FF2B5EF4-FFF2-40B4-BE49-F238E27FC236}">
                <a16:creationId xmlns:a16="http://schemas.microsoft.com/office/drawing/2014/main" id="{3FCAC616-6379-D198-826A-1B82AE5E364F}"/>
              </a:ext>
            </a:extLst>
          </p:cNvPr>
          <p:cNvGrpSpPr/>
          <p:nvPr/>
        </p:nvGrpSpPr>
        <p:grpSpPr>
          <a:xfrm>
            <a:off x="431659" y="90836"/>
            <a:ext cx="721210" cy="609701"/>
            <a:chOff x="431659" y="90836"/>
            <a:chExt cx="721210" cy="609701"/>
          </a:xfrm>
        </p:grpSpPr>
        <p:sp>
          <p:nvSpPr>
            <p:cNvPr id="598" name="Rectangle 597">
              <a:extLst>
                <a:ext uri="{FF2B5EF4-FFF2-40B4-BE49-F238E27FC236}">
                  <a16:creationId xmlns:a16="http://schemas.microsoft.com/office/drawing/2014/main" id="{360B6382-ADD4-5DA9-0FC7-C6E38647CE6D}"/>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599" name="Rectangle 598">
              <a:extLst>
                <a:ext uri="{FF2B5EF4-FFF2-40B4-BE49-F238E27FC236}">
                  <a16:creationId xmlns:a16="http://schemas.microsoft.com/office/drawing/2014/main" id="{C48DF172-31A0-2CF5-B518-728E85EC799F}"/>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0" name="Oval 15">
              <a:extLst>
                <a:ext uri="{FF2B5EF4-FFF2-40B4-BE49-F238E27FC236}">
                  <a16:creationId xmlns:a16="http://schemas.microsoft.com/office/drawing/2014/main" id="{41EFE5DF-3B22-EF73-74C1-20F59C1342C2}"/>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1" name="Straight Connector 600">
              <a:extLst>
                <a:ext uri="{FF2B5EF4-FFF2-40B4-BE49-F238E27FC236}">
                  <a16:creationId xmlns:a16="http://schemas.microsoft.com/office/drawing/2014/main" id="{B451D4CE-B73A-E181-23F5-7848685820C7}"/>
                </a:ext>
              </a:extLst>
            </p:cNvPr>
            <p:cNvCxnSpPr>
              <a:cxnSpLocks/>
              <a:stCxn id="600"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02" name="Straight Connector 601">
              <a:extLst>
                <a:ext uri="{FF2B5EF4-FFF2-40B4-BE49-F238E27FC236}">
                  <a16:creationId xmlns:a16="http://schemas.microsoft.com/office/drawing/2014/main" id="{09398F47-225C-CE1E-CB36-B8761EFCB60A}"/>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3" name="Group 602">
            <a:extLst>
              <a:ext uri="{FF2B5EF4-FFF2-40B4-BE49-F238E27FC236}">
                <a16:creationId xmlns:a16="http://schemas.microsoft.com/office/drawing/2014/main" id="{881FEA41-D237-3902-D69B-6898345A06CE}"/>
              </a:ext>
            </a:extLst>
          </p:cNvPr>
          <p:cNvGrpSpPr/>
          <p:nvPr/>
        </p:nvGrpSpPr>
        <p:grpSpPr>
          <a:xfrm>
            <a:off x="1267282" y="90836"/>
            <a:ext cx="721206" cy="609701"/>
            <a:chOff x="1267282" y="90836"/>
            <a:chExt cx="721206" cy="609701"/>
          </a:xfrm>
        </p:grpSpPr>
        <p:sp>
          <p:nvSpPr>
            <p:cNvPr id="604" name="Rectangle 603">
              <a:extLst>
                <a:ext uri="{FF2B5EF4-FFF2-40B4-BE49-F238E27FC236}">
                  <a16:creationId xmlns:a16="http://schemas.microsoft.com/office/drawing/2014/main" id="{DE499130-17A4-1CFC-FF66-C9368B0C38AC}"/>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05" name="Rectangle 604">
              <a:extLst>
                <a:ext uri="{FF2B5EF4-FFF2-40B4-BE49-F238E27FC236}">
                  <a16:creationId xmlns:a16="http://schemas.microsoft.com/office/drawing/2014/main" id="{248A2146-36BA-E6E5-ACBF-16930E32587D}"/>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6" name="Oval 15">
              <a:extLst>
                <a:ext uri="{FF2B5EF4-FFF2-40B4-BE49-F238E27FC236}">
                  <a16:creationId xmlns:a16="http://schemas.microsoft.com/office/drawing/2014/main" id="{52A682B9-884B-BDBE-CE9D-2BBC1B1282C0}"/>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7" name="Straight Connector 606">
              <a:extLst>
                <a:ext uri="{FF2B5EF4-FFF2-40B4-BE49-F238E27FC236}">
                  <a16:creationId xmlns:a16="http://schemas.microsoft.com/office/drawing/2014/main" id="{D1513737-733A-1AC3-72E2-A431D4AD964F}"/>
                </a:ext>
              </a:extLst>
            </p:cNvPr>
            <p:cNvCxnSpPr>
              <a:cxnSpLocks/>
              <a:stCxn id="606"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08" name="Straight Connector 607">
              <a:extLst>
                <a:ext uri="{FF2B5EF4-FFF2-40B4-BE49-F238E27FC236}">
                  <a16:creationId xmlns:a16="http://schemas.microsoft.com/office/drawing/2014/main" id="{38488F94-7BCE-CFCB-FE3F-F19092DCE1DE}"/>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9" name="Group 608">
            <a:extLst>
              <a:ext uri="{FF2B5EF4-FFF2-40B4-BE49-F238E27FC236}">
                <a16:creationId xmlns:a16="http://schemas.microsoft.com/office/drawing/2014/main" id="{0A4CBCDC-6B17-1510-9C47-C0B875D68267}"/>
              </a:ext>
            </a:extLst>
          </p:cNvPr>
          <p:cNvGrpSpPr/>
          <p:nvPr/>
        </p:nvGrpSpPr>
        <p:grpSpPr>
          <a:xfrm>
            <a:off x="2102907" y="90836"/>
            <a:ext cx="721206" cy="609701"/>
            <a:chOff x="2102907" y="90836"/>
            <a:chExt cx="721206" cy="609701"/>
          </a:xfrm>
        </p:grpSpPr>
        <p:sp>
          <p:nvSpPr>
            <p:cNvPr id="610" name="Rectangle 609">
              <a:extLst>
                <a:ext uri="{FF2B5EF4-FFF2-40B4-BE49-F238E27FC236}">
                  <a16:creationId xmlns:a16="http://schemas.microsoft.com/office/drawing/2014/main" id="{D2A7AE55-7147-0DBF-8888-84917DFA82EC}"/>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11" name="Rectangle 610">
              <a:extLst>
                <a:ext uri="{FF2B5EF4-FFF2-40B4-BE49-F238E27FC236}">
                  <a16:creationId xmlns:a16="http://schemas.microsoft.com/office/drawing/2014/main" id="{F14E081E-3D29-D614-D85D-AA90E5A4AB40}"/>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2" name="Oval 15">
              <a:extLst>
                <a:ext uri="{FF2B5EF4-FFF2-40B4-BE49-F238E27FC236}">
                  <a16:creationId xmlns:a16="http://schemas.microsoft.com/office/drawing/2014/main" id="{D1A67AFE-815B-E141-4516-1F33E70A17B4}"/>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3" name="Straight Connector 612">
              <a:extLst>
                <a:ext uri="{FF2B5EF4-FFF2-40B4-BE49-F238E27FC236}">
                  <a16:creationId xmlns:a16="http://schemas.microsoft.com/office/drawing/2014/main" id="{6A41FDBE-C884-F973-C14E-C34F4FFC082E}"/>
                </a:ext>
              </a:extLst>
            </p:cNvPr>
            <p:cNvCxnSpPr>
              <a:cxnSpLocks/>
              <a:stCxn id="612"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4" name="Straight Connector 613">
              <a:extLst>
                <a:ext uri="{FF2B5EF4-FFF2-40B4-BE49-F238E27FC236}">
                  <a16:creationId xmlns:a16="http://schemas.microsoft.com/office/drawing/2014/main" id="{6A72B6E6-E916-AFA3-99AA-59B63C6E8089}"/>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5" name="Group 614">
            <a:extLst>
              <a:ext uri="{FF2B5EF4-FFF2-40B4-BE49-F238E27FC236}">
                <a16:creationId xmlns:a16="http://schemas.microsoft.com/office/drawing/2014/main" id="{73307611-C6E0-5483-E062-9CDAB968CB86}"/>
              </a:ext>
            </a:extLst>
          </p:cNvPr>
          <p:cNvGrpSpPr/>
          <p:nvPr/>
        </p:nvGrpSpPr>
        <p:grpSpPr>
          <a:xfrm>
            <a:off x="1269626" y="4419615"/>
            <a:ext cx="721206" cy="609701"/>
            <a:chOff x="1269626" y="4419615"/>
            <a:chExt cx="721206" cy="609701"/>
          </a:xfrm>
        </p:grpSpPr>
        <p:sp>
          <p:nvSpPr>
            <p:cNvPr id="616" name="Rectangle 615">
              <a:extLst>
                <a:ext uri="{FF2B5EF4-FFF2-40B4-BE49-F238E27FC236}">
                  <a16:creationId xmlns:a16="http://schemas.microsoft.com/office/drawing/2014/main" id="{D2D42041-6289-9BAB-313D-70C34F48585F}"/>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17" name="Cylinder 616">
              <a:extLst>
                <a:ext uri="{FF2B5EF4-FFF2-40B4-BE49-F238E27FC236}">
                  <a16:creationId xmlns:a16="http://schemas.microsoft.com/office/drawing/2014/main" id="{F4536AFB-FEA9-C115-4F90-3A6475CE69AE}"/>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8" name="Group 617">
            <a:extLst>
              <a:ext uri="{FF2B5EF4-FFF2-40B4-BE49-F238E27FC236}">
                <a16:creationId xmlns:a16="http://schemas.microsoft.com/office/drawing/2014/main" id="{392B10B7-3CFB-AEEB-5458-6E40F52EB1C4}"/>
              </a:ext>
            </a:extLst>
          </p:cNvPr>
          <p:cNvGrpSpPr/>
          <p:nvPr/>
        </p:nvGrpSpPr>
        <p:grpSpPr>
          <a:xfrm>
            <a:off x="432841" y="4419615"/>
            <a:ext cx="721206" cy="609701"/>
            <a:chOff x="432841" y="4419615"/>
            <a:chExt cx="721206" cy="609701"/>
          </a:xfrm>
        </p:grpSpPr>
        <p:sp>
          <p:nvSpPr>
            <p:cNvPr id="619" name="Rectangle 618">
              <a:extLst>
                <a:ext uri="{FF2B5EF4-FFF2-40B4-BE49-F238E27FC236}">
                  <a16:creationId xmlns:a16="http://schemas.microsoft.com/office/drawing/2014/main" id="{A3E53241-BF21-9986-4949-D7C44659DE57}"/>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20" name="Cylinder 619">
              <a:extLst>
                <a:ext uri="{FF2B5EF4-FFF2-40B4-BE49-F238E27FC236}">
                  <a16:creationId xmlns:a16="http://schemas.microsoft.com/office/drawing/2014/main" id="{E3958837-DE28-44DB-FF23-12652F48AA58}"/>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1" name="Group 620">
            <a:extLst>
              <a:ext uri="{FF2B5EF4-FFF2-40B4-BE49-F238E27FC236}">
                <a16:creationId xmlns:a16="http://schemas.microsoft.com/office/drawing/2014/main" id="{99FE37A8-C708-DA34-A466-72D2365DB839}"/>
              </a:ext>
            </a:extLst>
          </p:cNvPr>
          <p:cNvGrpSpPr/>
          <p:nvPr/>
        </p:nvGrpSpPr>
        <p:grpSpPr>
          <a:xfrm>
            <a:off x="1268467" y="5141008"/>
            <a:ext cx="721206" cy="609701"/>
            <a:chOff x="1268467" y="5141008"/>
            <a:chExt cx="721206" cy="609701"/>
          </a:xfrm>
        </p:grpSpPr>
        <p:sp>
          <p:nvSpPr>
            <p:cNvPr id="622" name="Rectangle 621">
              <a:extLst>
                <a:ext uri="{FF2B5EF4-FFF2-40B4-BE49-F238E27FC236}">
                  <a16:creationId xmlns:a16="http://schemas.microsoft.com/office/drawing/2014/main" id="{114E2485-3E01-360A-58D3-C87D8E147587}"/>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23" name="Cylinder 622">
              <a:extLst>
                <a:ext uri="{FF2B5EF4-FFF2-40B4-BE49-F238E27FC236}">
                  <a16:creationId xmlns:a16="http://schemas.microsoft.com/office/drawing/2014/main" id="{FF804629-998A-515A-C826-33224808F1A0}"/>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4" name="Group 623">
            <a:extLst>
              <a:ext uri="{FF2B5EF4-FFF2-40B4-BE49-F238E27FC236}">
                <a16:creationId xmlns:a16="http://schemas.microsoft.com/office/drawing/2014/main" id="{1F158CA2-2743-AF4B-B715-A6DF59F45E76}"/>
              </a:ext>
            </a:extLst>
          </p:cNvPr>
          <p:cNvGrpSpPr/>
          <p:nvPr/>
        </p:nvGrpSpPr>
        <p:grpSpPr>
          <a:xfrm>
            <a:off x="431297" y="5141008"/>
            <a:ext cx="721206" cy="609701"/>
            <a:chOff x="431297" y="5141008"/>
            <a:chExt cx="721206" cy="609701"/>
          </a:xfrm>
        </p:grpSpPr>
        <p:sp>
          <p:nvSpPr>
            <p:cNvPr id="625" name="Rectangle 624">
              <a:extLst>
                <a:ext uri="{FF2B5EF4-FFF2-40B4-BE49-F238E27FC236}">
                  <a16:creationId xmlns:a16="http://schemas.microsoft.com/office/drawing/2014/main" id="{05347D43-192B-3521-339C-C9F997D93E30}"/>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26" name="Cylinder 625">
              <a:extLst>
                <a:ext uri="{FF2B5EF4-FFF2-40B4-BE49-F238E27FC236}">
                  <a16:creationId xmlns:a16="http://schemas.microsoft.com/office/drawing/2014/main" id="{E1A3FB02-5F01-6697-84EB-ACB5F778AAA3}"/>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61" name="Group 660">
            <a:extLst>
              <a:ext uri="{FF2B5EF4-FFF2-40B4-BE49-F238E27FC236}">
                <a16:creationId xmlns:a16="http://schemas.microsoft.com/office/drawing/2014/main" id="{1A6B73AE-DF77-E5F0-9D0A-2099A28EAFA0}"/>
              </a:ext>
            </a:extLst>
          </p:cNvPr>
          <p:cNvGrpSpPr/>
          <p:nvPr/>
        </p:nvGrpSpPr>
        <p:grpSpPr>
          <a:xfrm>
            <a:off x="3778361" y="2253333"/>
            <a:ext cx="721206" cy="609701"/>
            <a:chOff x="3778361" y="2253333"/>
            <a:chExt cx="721206" cy="609701"/>
          </a:xfrm>
        </p:grpSpPr>
        <p:sp>
          <p:nvSpPr>
            <p:cNvPr id="662" name="Rectangle 661">
              <a:extLst>
                <a:ext uri="{FF2B5EF4-FFF2-40B4-BE49-F238E27FC236}">
                  <a16:creationId xmlns:a16="http://schemas.microsoft.com/office/drawing/2014/main" id="{A1DF20D9-A16C-E24B-10E6-138BD83AECD8}"/>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63" name="Rectangle 662">
              <a:extLst>
                <a:ext uri="{FF2B5EF4-FFF2-40B4-BE49-F238E27FC236}">
                  <a16:creationId xmlns:a16="http://schemas.microsoft.com/office/drawing/2014/main" id="{EF0D5ABA-0213-3586-0161-56059F07776E}"/>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4" name="Oval 15">
              <a:extLst>
                <a:ext uri="{FF2B5EF4-FFF2-40B4-BE49-F238E27FC236}">
                  <a16:creationId xmlns:a16="http://schemas.microsoft.com/office/drawing/2014/main" id="{A2CC83A1-C0F4-FD38-D42D-0D0C70276267}"/>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5" name="Straight Connector 664">
              <a:extLst>
                <a:ext uri="{FF2B5EF4-FFF2-40B4-BE49-F238E27FC236}">
                  <a16:creationId xmlns:a16="http://schemas.microsoft.com/office/drawing/2014/main" id="{AB5CBF37-24E8-731A-61D6-592E51E21477}"/>
                </a:ext>
              </a:extLst>
            </p:cNvPr>
            <p:cNvCxnSpPr>
              <a:cxnSpLocks/>
              <a:stCxn id="664"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66" name="Straight Connector 665">
              <a:extLst>
                <a:ext uri="{FF2B5EF4-FFF2-40B4-BE49-F238E27FC236}">
                  <a16:creationId xmlns:a16="http://schemas.microsoft.com/office/drawing/2014/main" id="{38A2C864-7421-700B-3651-C325D48B395D}"/>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67" name="Group 666">
            <a:extLst>
              <a:ext uri="{FF2B5EF4-FFF2-40B4-BE49-F238E27FC236}">
                <a16:creationId xmlns:a16="http://schemas.microsoft.com/office/drawing/2014/main" id="{2DE80498-2499-5CA7-2538-79FA9324FC09}"/>
              </a:ext>
            </a:extLst>
          </p:cNvPr>
          <p:cNvGrpSpPr/>
          <p:nvPr/>
        </p:nvGrpSpPr>
        <p:grpSpPr>
          <a:xfrm>
            <a:off x="1268843" y="2253332"/>
            <a:ext cx="721206" cy="609701"/>
            <a:chOff x="1268843" y="2253332"/>
            <a:chExt cx="721206" cy="609701"/>
          </a:xfrm>
        </p:grpSpPr>
        <p:sp>
          <p:nvSpPr>
            <p:cNvPr id="668" name="Rectangle 667">
              <a:extLst>
                <a:ext uri="{FF2B5EF4-FFF2-40B4-BE49-F238E27FC236}">
                  <a16:creationId xmlns:a16="http://schemas.microsoft.com/office/drawing/2014/main" id="{A7DD59A2-64B6-EF42-4486-EAD6436110F5}"/>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69" name="Right Triangle 668">
              <a:extLst>
                <a:ext uri="{FF2B5EF4-FFF2-40B4-BE49-F238E27FC236}">
                  <a16:creationId xmlns:a16="http://schemas.microsoft.com/office/drawing/2014/main" id="{F7C3742A-D3C7-71F6-8A57-16F2C6155A17}"/>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0" name="Group 669">
              <a:extLst>
                <a:ext uri="{FF2B5EF4-FFF2-40B4-BE49-F238E27FC236}">
                  <a16:creationId xmlns:a16="http://schemas.microsoft.com/office/drawing/2014/main" id="{D1895910-344C-3C19-00B1-7FE5A78AF979}"/>
                </a:ext>
              </a:extLst>
            </p:cNvPr>
            <p:cNvGrpSpPr/>
            <p:nvPr/>
          </p:nvGrpSpPr>
          <p:grpSpPr>
            <a:xfrm>
              <a:off x="1939436" y="2265731"/>
              <a:ext cx="37817" cy="61390"/>
              <a:chOff x="3883481" y="2057400"/>
              <a:chExt cx="1608363" cy="2652031"/>
            </a:xfrm>
            <a:solidFill>
              <a:srgbClr val="A6A6A6">
                <a:alpha val="20000"/>
              </a:srgbClr>
            </a:solidFill>
          </p:grpSpPr>
          <p:sp>
            <p:nvSpPr>
              <p:cNvPr id="671" name="Oval 27">
                <a:extLst>
                  <a:ext uri="{FF2B5EF4-FFF2-40B4-BE49-F238E27FC236}">
                    <a16:creationId xmlns:a16="http://schemas.microsoft.com/office/drawing/2014/main" id="{C923A3BA-2D85-B2FD-C309-8C6E53635B8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2" name="Oval 28">
                <a:extLst>
                  <a:ext uri="{FF2B5EF4-FFF2-40B4-BE49-F238E27FC236}">
                    <a16:creationId xmlns:a16="http://schemas.microsoft.com/office/drawing/2014/main" id="{B5B2BFF1-BDAD-B5E0-0CAB-FFF30C46648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3" name="Group 672">
            <a:extLst>
              <a:ext uri="{FF2B5EF4-FFF2-40B4-BE49-F238E27FC236}">
                <a16:creationId xmlns:a16="http://schemas.microsoft.com/office/drawing/2014/main" id="{66DB1F92-B905-3789-E315-D8719D82DDE6}"/>
              </a:ext>
            </a:extLst>
          </p:cNvPr>
          <p:cNvGrpSpPr/>
          <p:nvPr/>
        </p:nvGrpSpPr>
        <p:grpSpPr>
          <a:xfrm>
            <a:off x="2105351" y="2253333"/>
            <a:ext cx="721206" cy="609701"/>
            <a:chOff x="2105351" y="2253333"/>
            <a:chExt cx="721206" cy="609701"/>
          </a:xfrm>
        </p:grpSpPr>
        <p:sp>
          <p:nvSpPr>
            <p:cNvPr id="674" name="Rectangle 673">
              <a:extLst>
                <a:ext uri="{FF2B5EF4-FFF2-40B4-BE49-F238E27FC236}">
                  <a16:creationId xmlns:a16="http://schemas.microsoft.com/office/drawing/2014/main" id="{215458D0-2FC7-A032-B7F5-BD4630BA615C}"/>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75" name="Right Triangle 674">
              <a:extLst>
                <a:ext uri="{FF2B5EF4-FFF2-40B4-BE49-F238E27FC236}">
                  <a16:creationId xmlns:a16="http://schemas.microsoft.com/office/drawing/2014/main" id="{0A8679BA-F0AA-6BF7-EA6B-AACC541C4C89}"/>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6" name="Group 675">
              <a:extLst>
                <a:ext uri="{FF2B5EF4-FFF2-40B4-BE49-F238E27FC236}">
                  <a16:creationId xmlns:a16="http://schemas.microsoft.com/office/drawing/2014/main" id="{CB17ABF5-3983-48F3-00EE-421D142BC193}"/>
                </a:ext>
              </a:extLst>
            </p:cNvPr>
            <p:cNvGrpSpPr/>
            <p:nvPr/>
          </p:nvGrpSpPr>
          <p:grpSpPr>
            <a:xfrm>
              <a:off x="2771408" y="2265591"/>
              <a:ext cx="37817" cy="61390"/>
              <a:chOff x="3883481" y="2057400"/>
              <a:chExt cx="1608363" cy="2652031"/>
            </a:xfrm>
            <a:solidFill>
              <a:srgbClr val="A6A6A6">
                <a:alpha val="20000"/>
              </a:srgbClr>
            </a:solidFill>
          </p:grpSpPr>
          <p:sp>
            <p:nvSpPr>
              <p:cNvPr id="677" name="Oval 27">
                <a:extLst>
                  <a:ext uri="{FF2B5EF4-FFF2-40B4-BE49-F238E27FC236}">
                    <a16:creationId xmlns:a16="http://schemas.microsoft.com/office/drawing/2014/main" id="{AC658DFE-E37B-DFFA-B0B2-871DC773666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8" name="Oval 28">
                <a:extLst>
                  <a:ext uri="{FF2B5EF4-FFF2-40B4-BE49-F238E27FC236}">
                    <a16:creationId xmlns:a16="http://schemas.microsoft.com/office/drawing/2014/main" id="{05646F95-34BB-E476-8C67-0C56C55503D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9" name="Group 678">
            <a:extLst>
              <a:ext uri="{FF2B5EF4-FFF2-40B4-BE49-F238E27FC236}">
                <a16:creationId xmlns:a16="http://schemas.microsoft.com/office/drawing/2014/main" id="{3FB8C26E-B9C9-4062-3168-B10DD2866DDA}"/>
              </a:ext>
            </a:extLst>
          </p:cNvPr>
          <p:cNvGrpSpPr/>
          <p:nvPr/>
        </p:nvGrpSpPr>
        <p:grpSpPr>
          <a:xfrm>
            <a:off x="2941860" y="2253333"/>
            <a:ext cx="721206" cy="609701"/>
            <a:chOff x="2941860" y="2253333"/>
            <a:chExt cx="721206" cy="609701"/>
          </a:xfrm>
        </p:grpSpPr>
        <p:sp>
          <p:nvSpPr>
            <p:cNvPr id="680" name="Rectangle 679">
              <a:extLst>
                <a:ext uri="{FF2B5EF4-FFF2-40B4-BE49-F238E27FC236}">
                  <a16:creationId xmlns:a16="http://schemas.microsoft.com/office/drawing/2014/main" id="{F7338613-3A6D-7F60-D271-99C3AB6B0DE6}"/>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681" name="Right Triangle 680">
              <a:extLst>
                <a:ext uri="{FF2B5EF4-FFF2-40B4-BE49-F238E27FC236}">
                  <a16:creationId xmlns:a16="http://schemas.microsoft.com/office/drawing/2014/main" id="{997D3E4D-D8EC-9584-1C66-49F31B41D983}"/>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2" name="Group 681">
              <a:extLst>
                <a:ext uri="{FF2B5EF4-FFF2-40B4-BE49-F238E27FC236}">
                  <a16:creationId xmlns:a16="http://schemas.microsoft.com/office/drawing/2014/main" id="{96E978DE-9713-1A3A-031F-E96F13326164}"/>
                </a:ext>
              </a:extLst>
            </p:cNvPr>
            <p:cNvGrpSpPr/>
            <p:nvPr/>
          </p:nvGrpSpPr>
          <p:grpSpPr>
            <a:xfrm>
              <a:off x="3611250" y="2264969"/>
              <a:ext cx="37817" cy="61390"/>
              <a:chOff x="3883481" y="2057400"/>
              <a:chExt cx="1608363" cy="2652031"/>
            </a:xfrm>
            <a:solidFill>
              <a:srgbClr val="A6A6A6">
                <a:alpha val="20000"/>
              </a:srgbClr>
            </a:solidFill>
          </p:grpSpPr>
          <p:sp>
            <p:nvSpPr>
              <p:cNvPr id="683" name="Oval 27">
                <a:extLst>
                  <a:ext uri="{FF2B5EF4-FFF2-40B4-BE49-F238E27FC236}">
                    <a16:creationId xmlns:a16="http://schemas.microsoft.com/office/drawing/2014/main" id="{ADD777AC-DB67-54F9-7B2A-9022131F347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4" name="Oval 28">
                <a:extLst>
                  <a:ext uri="{FF2B5EF4-FFF2-40B4-BE49-F238E27FC236}">
                    <a16:creationId xmlns:a16="http://schemas.microsoft.com/office/drawing/2014/main" id="{4C4E94E1-5AED-8EC5-77A4-380941C90C3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5" name="Group 684">
            <a:extLst>
              <a:ext uri="{FF2B5EF4-FFF2-40B4-BE49-F238E27FC236}">
                <a16:creationId xmlns:a16="http://schemas.microsoft.com/office/drawing/2014/main" id="{4A885F33-C35A-AB4A-C394-D9685A89C9ED}"/>
              </a:ext>
            </a:extLst>
          </p:cNvPr>
          <p:cNvGrpSpPr/>
          <p:nvPr/>
        </p:nvGrpSpPr>
        <p:grpSpPr>
          <a:xfrm>
            <a:off x="4614876" y="2253332"/>
            <a:ext cx="721206" cy="609701"/>
            <a:chOff x="4614876" y="2253332"/>
            <a:chExt cx="721206" cy="609701"/>
          </a:xfrm>
        </p:grpSpPr>
        <p:sp>
          <p:nvSpPr>
            <p:cNvPr id="686" name="Rectangle 685">
              <a:extLst>
                <a:ext uri="{FF2B5EF4-FFF2-40B4-BE49-F238E27FC236}">
                  <a16:creationId xmlns:a16="http://schemas.microsoft.com/office/drawing/2014/main" id="{62DC0EFD-7542-A4F3-7E18-7E3734EDF6A8}"/>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687" name="Right Triangle 686">
              <a:extLst>
                <a:ext uri="{FF2B5EF4-FFF2-40B4-BE49-F238E27FC236}">
                  <a16:creationId xmlns:a16="http://schemas.microsoft.com/office/drawing/2014/main" id="{F743F8CD-19C0-75B9-AA45-F54E2790CFC3}"/>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8" name="Group 687">
              <a:extLst>
                <a:ext uri="{FF2B5EF4-FFF2-40B4-BE49-F238E27FC236}">
                  <a16:creationId xmlns:a16="http://schemas.microsoft.com/office/drawing/2014/main" id="{4C61ACE3-FA39-6A4D-6A3F-F07DD512A278}"/>
                </a:ext>
              </a:extLst>
            </p:cNvPr>
            <p:cNvGrpSpPr/>
            <p:nvPr/>
          </p:nvGrpSpPr>
          <p:grpSpPr>
            <a:xfrm>
              <a:off x="5280738" y="2264779"/>
              <a:ext cx="37817" cy="61390"/>
              <a:chOff x="3883481" y="2057400"/>
              <a:chExt cx="1608363" cy="2652031"/>
            </a:xfrm>
            <a:solidFill>
              <a:srgbClr val="A6A6A6">
                <a:alpha val="20000"/>
              </a:srgbClr>
            </a:solidFill>
          </p:grpSpPr>
          <p:sp>
            <p:nvSpPr>
              <p:cNvPr id="689" name="Oval 27">
                <a:extLst>
                  <a:ext uri="{FF2B5EF4-FFF2-40B4-BE49-F238E27FC236}">
                    <a16:creationId xmlns:a16="http://schemas.microsoft.com/office/drawing/2014/main" id="{97769422-9B45-E55E-1CE6-5CFE611C35C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0" name="Oval 28">
                <a:extLst>
                  <a:ext uri="{FF2B5EF4-FFF2-40B4-BE49-F238E27FC236}">
                    <a16:creationId xmlns:a16="http://schemas.microsoft.com/office/drawing/2014/main" id="{580B9E9C-3870-683D-E4CC-03B3077BBDB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11" name="Group 710">
            <a:extLst>
              <a:ext uri="{FF2B5EF4-FFF2-40B4-BE49-F238E27FC236}">
                <a16:creationId xmlns:a16="http://schemas.microsoft.com/office/drawing/2014/main" id="{4FB67AB4-9641-4645-CDE7-427741BDDF92}"/>
              </a:ext>
            </a:extLst>
          </p:cNvPr>
          <p:cNvGrpSpPr/>
          <p:nvPr/>
        </p:nvGrpSpPr>
        <p:grpSpPr>
          <a:xfrm>
            <a:off x="2105348" y="1532276"/>
            <a:ext cx="721206" cy="609701"/>
            <a:chOff x="2105348" y="1532276"/>
            <a:chExt cx="721206" cy="609701"/>
          </a:xfrm>
        </p:grpSpPr>
        <p:sp>
          <p:nvSpPr>
            <p:cNvPr id="712" name="Rectangle 711">
              <a:extLst>
                <a:ext uri="{FF2B5EF4-FFF2-40B4-BE49-F238E27FC236}">
                  <a16:creationId xmlns:a16="http://schemas.microsoft.com/office/drawing/2014/main" id="{15E52C4C-1A42-375A-7D51-0CFC5EAF69BA}"/>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13" name="Rectangle 712">
              <a:extLst>
                <a:ext uri="{FF2B5EF4-FFF2-40B4-BE49-F238E27FC236}">
                  <a16:creationId xmlns:a16="http://schemas.microsoft.com/office/drawing/2014/main" id="{A65812AB-650D-F6DB-788B-CF50293F0A5B}"/>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4" name="Oval 15">
              <a:extLst>
                <a:ext uri="{FF2B5EF4-FFF2-40B4-BE49-F238E27FC236}">
                  <a16:creationId xmlns:a16="http://schemas.microsoft.com/office/drawing/2014/main" id="{4081A418-0976-A340-C6DD-2E842AA7EC60}"/>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15" name="Straight Connector 714">
              <a:extLst>
                <a:ext uri="{FF2B5EF4-FFF2-40B4-BE49-F238E27FC236}">
                  <a16:creationId xmlns:a16="http://schemas.microsoft.com/office/drawing/2014/main" id="{73A3E726-5D7E-A3D1-C0B6-E8A9E855E209}"/>
                </a:ext>
              </a:extLst>
            </p:cNvPr>
            <p:cNvCxnSpPr>
              <a:cxnSpLocks/>
              <a:stCxn id="714"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16" name="Straight Connector 715">
              <a:extLst>
                <a:ext uri="{FF2B5EF4-FFF2-40B4-BE49-F238E27FC236}">
                  <a16:creationId xmlns:a16="http://schemas.microsoft.com/office/drawing/2014/main" id="{1E9C9F61-B36D-58F4-C5C0-195FF3A05D41}"/>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23" name="Group 722">
            <a:extLst>
              <a:ext uri="{FF2B5EF4-FFF2-40B4-BE49-F238E27FC236}">
                <a16:creationId xmlns:a16="http://schemas.microsoft.com/office/drawing/2014/main" id="{2E7290ED-25DC-0688-BB2E-D37D6DA5E732}"/>
              </a:ext>
            </a:extLst>
          </p:cNvPr>
          <p:cNvGrpSpPr/>
          <p:nvPr/>
        </p:nvGrpSpPr>
        <p:grpSpPr>
          <a:xfrm>
            <a:off x="1268843" y="1532283"/>
            <a:ext cx="721206" cy="610032"/>
            <a:chOff x="1268843" y="1532283"/>
            <a:chExt cx="721206" cy="610032"/>
          </a:xfrm>
        </p:grpSpPr>
        <p:sp>
          <p:nvSpPr>
            <p:cNvPr id="724" name="Rectangle 723">
              <a:extLst>
                <a:ext uri="{FF2B5EF4-FFF2-40B4-BE49-F238E27FC236}">
                  <a16:creationId xmlns:a16="http://schemas.microsoft.com/office/drawing/2014/main" id="{BBA5E310-A2B0-5054-BA30-EA79732F8C71}"/>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25" name="Right Triangle 724">
              <a:extLst>
                <a:ext uri="{FF2B5EF4-FFF2-40B4-BE49-F238E27FC236}">
                  <a16:creationId xmlns:a16="http://schemas.microsoft.com/office/drawing/2014/main" id="{D7FE5B9A-5344-3A18-FC46-5CBEE86B9E57}"/>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6" name="Group 725">
              <a:extLst>
                <a:ext uri="{FF2B5EF4-FFF2-40B4-BE49-F238E27FC236}">
                  <a16:creationId xmlns:a16="http://schemas.microsoft.com/office/drawing/2014/main" id="{EA7D11D0-B871-EC89-FCB2-43851ABBBB93}"/>
                </a:ext>
              </a:extLst>
            </p:cNvPr>
            <p:cNvGrpSpPr/>
            <p:nvPr/>
          </p:nvGrpSpPr>
          <p:grpSpPr>
            <a:xfrm>
              <a:off x="1939436" y="1538374"/>
              <a:ext cx="37817" cy="61390"/>
              <a:chOff x="3883481" y="2057400"/>
              <a:chExt cx="1608363" cy="2652031"/>
            </a:xfrm>
            <a:solidFill>
              <a:srgbClr val="A6A6A6">
                <a:alpha val="20000"/>
              </a:srgbClr>
            </a:solidFill>
          </p:grpSpPr>
          <p:sp>
            <p:nvSpPr>
              <p:cNvPr id="727" name="Oval 27">
                <a:extLst>
                  <a:ext uri="{FF2B5EF4-FFF2-40B4-BE49-F238E27FC236}">
                    <a16:creationId xmlns:a16="http://schemas.microsoft.com/office/drawing/2014/main" id="{84BE54EA-B26F-DF2D-D1E0-77FF01C801B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8" name="Oval 28">
                <a:extLst>
                  <a:ext uri="{FF2B5EF4-FFF2-40B4-BE49-F238E27FC236}">
                    <a16:creationId xmlns:a16="http://schemas.microsoft.com/office/drawing/2014/main" id="{58CEF56D-2D4D-B2B2-C98A-5E8E59521DC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5" name="Group 764">
            <a:extLst>
              <a:ext uri="{FF2B5EF4-FFF2-40B4-BE49-F238E27FC236}">
                <a16:creationId xmlns:a16="http://schemas.microsoft.com/office/drawing/2014/main" id="{938489E6-601C-C44B-E21F-B954254A8E2A}"/>
              </a:ext>
            </a:extLst>
          </p:cNvPr>
          <p:cNvGrpSpPr/>
          <p:nvPr/>
        </p:nvGrpSpPr>
        <p:grpSpPr>
          <a:xfrm>
            <a:off x="2938534" y="811556"/>
            <a:ext cx="721206" cy="609701"/>
            <a:chOff x="2938534" y="811556"/>
            <a:chExt cx="721206" cy="609701"/>
          </a:xfrm>
        </p:grpSpPr>
        <p:sp>
          <p:nvSpPr>
            <p:cNvPr id="766" name="Rectangle 765">
              <a:extLst>
                <a:ext uri="{FF2B5EF4-FFF2-40B4-BE49-F238E27FC236}">
                  <a16:creationId xmlns:a16="http://schemas.microsoft.com/office/drawing/2014/main" id="{F4FDF84E-E845-1CD2-E5AC-EF5C50953689}"/>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67" name="Rectangle 766">
              <a:extLst>
                <a:ext uri="{FF2B5EF4-FFF2-40B4-BE49-F238E27FC236}">
                  <a16:creationId xmlns:a16="http://schemas.microsoft.com/office/drawing/2014/main" id="{0314672D-1570-EFC7-A47A-6089A5FC3823}"/>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8" name="Oval 15">
              <a:extLst>
                <a:ext uri="{FF2B5EF4-FFF2-40B4-BE49-F238E27FC236}">
                  <a16:creationId xmlns:a16="http://schemas.microsoft.com/office/drawing/2014/main" id="{D173DB57-7AD4-29FC-E9F8-CBE5111F9705}"/>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69" name="Straight Connector 768">
              <a:extLst>
                <a:ext uri="{FF2B5EF4-FFF2-40B4-BE49-F238E27FC236}">
                  <a16:creationId xmlns:a16="http://schemas.microsoft.com/office/drawing/2014/main" id="{00234B9C-705A-0A97-C224-DCD3F6708EC2}"/>
                </a:ext>
              </a:extLst>
            </p:cNvPr>
            <p:cNvCxnSpPr>
              <a:cxnSpLocks/>
              <a:stCxn id="768"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70" name="Straight Connector 769">
              <a:extLst>
                <a:ext uri="{FF2B5EF4-FFF2-40B4-BE49-F238E27FC236}">
                  <a16:creationId xmlns:a16="http://schemas.microsoft.com/office/drawing/2014/main" id="{74BA3921-488D-35C9-58A8-6BB625E3D02A}"/>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83" name="Group 782">
            <a:extLst>
              <a:ext uri="{FF2B5EF4-FFF2-40B4-BE49-F238E27FC236}">
                <a16:creationId xmlns:a16="http://schemas.microsoft.com/office/drawing/2014/main" id="{56FFF670-2CD4-809F-0415-2D55F22F83E4}"/>
              </a:ext>
            </a:extLst>
          </p:cNvPr>
          <p:cNvGrpSpPr/>
          <p:nvPr/>
        </p:nvGrpSpPr>
        <p:grpSpPr>
          <a:xfrm>
            <a:off x="1267285" y="811556"/>
            <a:ext cx="721206" cy="609701"/>
            <a:chOff x="1267285" y="811556"/>
            <a:chExt cx="721206" cy="609701"/>
          </a:xfrm>
        </p:grpSpPr>
        <p:sp>
          <p:nvSpPr>
            <p:cNvPr id="784" name="Rectangle 783">
              <a:extLst>
                <a:ext uri="{FF2B5EF4-FFF2-40B4-BE49-F238E27FC236}">
                  <a16:creationId xmlns:a16="http://schemas.microsoft.com/office/drawing/2014/main" id="{EB2ADB06-AB88-632E-4AA7-BC76E281E781}"/>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785" name="Right Triangle 784">
              <a:extLst>
                <a:ext uri="{FF2B5EF4-FFF2-40B4-BE49-F238E27FC236}">
                  <a16:creationId xmlns:a16="http://schemas.microsoft.com/office/drawing/2014/main" id="{9462A3A0-CEA2-725C-7925-C1E506F73853}"/>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6" name="Group 785">
              <a:extLst>
                <a:ext uri="{FF2B5EF4-FFF2-40B4-BE49-F238E27FC236}">
                  <a16:creationId xmlns:a16="http://schemas.microsoft.com/office/drawing/2014/main" id="{CE962F69-DC36-61CD-35EB-762E956D5390}"/>
                </a:ext>
              </a:extLst>
            </p:cNvPr>
            <p:cNvGrpSpPr/>
            <p:nvPr/>
          </p:nvGrpSpPr>
          <p:grpSpPr>
            <a:xfrm>
              <a:off x="1937878" y="819591"/>
              <a:ext cx="37817" cy="61390"/>
              <a:chOff x="3883481" y="2057400"/>
              <a:chExt cx="1608363" cy="2652031"/>
            </a:xfrm>
            <a:solidFill>
              <a:srgbClr val="A6A6A6">
                <a:alpha val="20000"/>
              </a:srgbClr>
            </a:solidFill>
          </p:grpSpPr>
          <p:sp>
            <p:nvSpPr>
              <p:cNvPr id="787" name="Oval 27">
                <a:extLst>
                  <a:ext uri="{FF2B5EF4-FFF2-40B4-BE49-F238E27FC236}">
                    <a16:creationId xmlns:a16="http://schemas.microsoft.com/office/drawing/2014/main" id="{5359492F-0B7D-E531-E1A5-EFFF4A05DAF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8" name="Oval 28">
                <a:extLst>
                  <a:ext uri="{FF2B5EF4-FFF2-40B4-BE49-F238E27FC236}">
                    <a16:creationId xmlns:a16="http://schemas.microsoft.com/office/drawing/2014/main" id="{9D1BB118-EC94-4386-26C9-E33B8920E84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5" name="Group 794">
            <a:extLst>
              <a:ext uri="{FF2B5EF4-FFF2-40B4-BE49-F238E27FC236}">
                <a16:creationId xmlns:a16="http://schemas.microsoft.com/office/drawing/2014/main" id="{D51D7D33-8B6F-1C77-3190-3F53B62BF17E}"/>
              </a:ext>
            </a:extLst>
          </p:cNvPr>
          <p:cNvGrpSpPr/>
          <p:nvPr/>
        </p:nvGrpSpPr>
        <p:grpSpPr>
          <a:xfrm>
            <a:off x="2889438" y="751337"/>
            <a:ext cx="5022643" cy="5001728"/>
            <a:chOff x="2889438" y="751337"/>
            <a:chExt cx="5022643" cy="5001728"/>
          </a:xfrm>
        </p:grpSpPr>
        <p:cxnSp>
          <p:nvCxnSpPr>
            <p:cNvPr id="796" name="Straight Connector 795">
              <a:extLst>
                <a:ext uri="{FF2B5EF4-FFF2-40B4-BE49-F238E27FC236}">
                  <a16:creationId xmlns:a16="http://schemas.microsoft.com/office/drawing/2014/main" id="{0C61B955-0D62-2910-D747-1593C08FE8D4}"/>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7" name="Straight Connector 796">
              <a:extLst>
                <a:ext uri="{FF2B5EF4-FFF2-40B4-BE49-F238E27FC236}">
                  <a16:creationId xmlns:a16="http://schemas.microsoft.com/office/drawing/2014/main" id="{08C42BB3-2102-3116-37FE-8E2D3E931E69}"/>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8" name="Straight Connector 797">
              <a:extLst>
                <a:ext uri="{FF2B5EF4-FFF2-40B4-BE49-F238E27FC236}">
                  <a16:creationId xmlns:a16="http://schemas.microsoft.com/office/drawing/2014/main" id="{E296C37B-D81B-C39F-B15D-10828259A133}"/>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9" name="Straight Connector 798">
              <a:extLst>
                <a:ext uri="{FF2B5EF4-FFF2-40B4-BE49-F238E27FC236}">
                  <a16:creationId xmlns:a16="http://schemas.microsoft.com/office/drawing/2014/main" id="{08F20FA6-00F7-3FEC-D0A4-18121FB7015A}"/>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0" name="Straight Connector 799">
              <a:extLst>
                <a:ext uri="{FF2B5EF4-FFF2-40B4-BE49-F238E27FC236}">
                  <a16:creationId xmlns:a16="http://schemas.microsoft.com/office/drawing/2014/main" id="{99FFE177-C428-A8D1-C008-9FD2355DA623}"/>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1" name="Straight Connector 800">
              <a:extLst>
                <a:ext uri="{FF2B5EF4-FFF2-40B4-BE49-F238E27FC236}">
                  <a16:creationId xmlns:a16="http://schemas.microsoft.com/office/drawing/2014/main" id="{D3193AEB-7E6A-86EB-5D12-5FC7A77E88CB}"/>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2" name="Straight Connector 801">
              <a:extLst>
                <a:ext uri="{FF2B5EF4-FFF2-40B4-BE49-F238E27FC236}">
                  <a16:creationId xmlns:a16="http://schemas.microsoft.com/office/drawing/2014/main" id="{49A14F46-DBA1-7269-0D43-3B0D959A3382}"/>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3" name="Straight Connector 802">
              <a:extLst>
                <a:ext uri="{FF2B5EF4-FFF2-40B4-BE49-F238E27FC236}">
                  <a16:creationId xmlns:a16="http://schemas.microsoft.com/office/drawing/2014/main" id="{A239B3BB-6F97-230E-AD98-B9D876B9B992}"/>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4" name="Straight Connector 803">
              <a:extLst>
                <a:ext uri="{FF2B5EF4-FFF2-40B4-BE49-F238E27FC236}">
                  <a16:creationId xmlns:a16="http://schemas.microsoft.com/office/drawing/2014/main" id="{D3B16DEE-C49A-DBFF-82E9-AA9AE2889EA8}"/>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5" name="Straight Connector 804">
              <a:extLst>
                <a:ext uri="{FF2B5EF4-FFF2-40B4-BE49-F238E27FC236}">
                  <a16:creationId xmlns:a16="http://schemas.microsoft.com/office/drawing/2014/main" id="{D086AA21-D71D-F0D2-52B8-D6D2F8802A3A}"/>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7" name="Group 836">
            <a:extLst>
              <a:ext uri="{FF2B5EF4-FFF2-40B4-BE49-F238E27FC236}">
                <a16:creationId xmlns:a16="http://schemas.microsoft.com/office/drawing/2014/main" id="{ABFA9E47-EC01-4660-AD88-FE5381C72C04}"/>
              </a:ext>
            </a:extLst>
          </p:cNvPr>
          <p:cNvGrpSpPr/>
          <p:nvPr/>
        </p:nvGrpSpPr>
        <p:grpSpPr>
          <a:xfrm>
            <a:off x="6286130" y="4419624"/>
            <a:ext cx="721206" cy="609701"/>
            <a:chOff x="6286130" y="4419624"/>
            <a:chExt cx="721206" cy="609701"/>
          </a:xfrm>
        </p:grpSpPr>
        <p:sp>
          <p:nvSpPr>
            <p:cNvPr id="838" name="Rectangle 837">
              <a:hlinkHover r:id="" action="ppaction://noaction" highlightClick="1"/>
              <a:extLst>
                <a:ext uri="{FF2B5EF4-FFF2-40B4-BE49-F238E27FC236}">
                  <a16:creationId xmlns:a16="http://schemas.microsoft.com/office/drawing/2014/main" id="{4D5F5722-0D4D-E6E6-3EB6-CCB3B6C35C8D}"/>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39" name="Oval 838">
              <a:extLst>
                <a:ext uri="{FF2B5EF4-FFF2-40B4-BE49-F238E27FC236}">
                  <a16:creationId xmlns:a16="http://schemas.microsoft.com/office/drawing/2014/main" id="{C7CE68B4-B84D-C6BA-CDB5-FE693DA6C4C5}"/>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0" name="Isosceles Triangle 648">
              <a:extLst>
                <a:ext uri="{FF2B5EF4-FFF2-40B4-BE49-F238E27FC236}">
                  <a16:creationId xmlns:a16="http://schemas.microsoft.com/office/drawing/2014/main" id="{BCCDF41B-AA73-A823-08ED-E0D8AFE92674}"/>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1" name="Group 840">
            <a:extLst>
              <a:ext uri="{FF2B5EF4-FFF2-40B4-BE49-F238E27FC236}">
                <a16:creationId xmlns:a16="http://schemas.microsoft.com/office/drawing/2014/main" id="{BDDEF6BA-7D14-1041-1B6B-9024EC0A3267}"/>
              </a:ext>
            </a:extLst>
          </p:cNvPr>
          <p:cNvGrpSpPr/>
          <p:nvPr/>
        </p:nvGrpSpPr>
        <p:grpSpPr>
          <a:xfrm>
            <a:off x="5458940" y="5135305"/>
            <a:ext cx="721206" cy="609701"/>
            <a:chOff x="5458940" y="5135305"/>
            <a:chExt cx="721206" cy="609701"/>
          </a:xfrm>
        </p:grpSpPr>
        <p:sp>
          <p:nvSpPr>
            <p:cNvPr id="842" name="Rectangle 841">
              <a:hlinkHover r:id="" action="ppaction://noaction" highlightClick="1"/>
              <a:extLst>
                <a:ext uri="{FF2B5EF4-FFF2-40B4-BE49-F238E27FC236}">
                  <a16:creationId xmlns:a16="http://schemas.microsoft.com/office/drawing/2014/main" id="{92929A83-EAA1-8B34-850C-84791DF37E6B}"/>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43" name="Oval 842">
              <a:extLst>
                <a:ext uri="{FF2B5EF4-FFF2-40B4-BE49-F238E27FC236}">
                  <a16:creationId xmlns:a16="http://schemas.microsoft.com/office/drawing/2014/main" id="{F7ADF450-19DE-C8C2-7652-401199006518}"/>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4" name="Isosceles Triangle 648">
              <a:extLst>
                <a:ext uri="{FF2B5EF4-FFF2-40B4-BE49-F238E27FC236}">
                  <a16:creationId xmlns:a16="http://schemas.microsoft.com/office/drawing/2014/main" id="{B1AFFB62-B439-B046-D184-260CA61AA864}"/>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5" name="Group 844">
            <a:extLst>
              <a:ext uri="{FF2B5EF4-FFF2-40B4-BE49-F238E27FC236}">
                <a16:creationId xmlns:a16="http://schemas.microsoft.com/office/drawing/2014/main" id="{9EA50C08-059A-F569-DC7D-FA42B0C8F72A}"/>
              </a:ext>
            </a:extLst>
          </p:cNvPr>
          <p:cNvGrpSpPr/>
          <p:nvPr/>
        </p:nvGrpSpPr>
        <p:grpSpPr>
          <a:xfrm>
            <a:off x="6289146" y="5141017"/>
            <a:ext cx="721206" cy="609701"/>
            <a:chOff x="6289146" y="5141017"/>
            <a:chExt cx="721206" cy="609701"/>
          </a:xfrm>
        </p:grpSpPr>
        <p:sp>
          <p:nvSpPr>
            <p:cNvPr id="846" name="Rectangle 845">
              <a:hlinkHover r:id="" action="ppaction://noaction" highlightClick="1"/>
              <a:extLst>
                <a:ext uri="{FF2B5EF4-FFF2-40B4-BE49-F238E27FC236}">
                  <a16:creationId xmlns:a16="http://schemas.microsoft.com/office/drawing/2014/main" id="{49D869C5-B0DD-4250-0E57-899D774D9010}"/>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47" name="Oval 846">
              <a:extLst>
                <a:ext uri="{FF2B5EF4-FFF2-40B4-BE49-F238E27FC236}">
                  <a16:creationId xmlns:a16="http://schemas.microsoft.com/office/drawing/2014/main" id="{456B2FE8-2B5B-1A43-AA28-7E3E38F2595B}"/>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8" name="Isosceles Triangle 648">
              <a:extLst>
                <a:ext uri="{FF2B5EF4-FFF2-40B4-BE49-F238E27FC236}">
                  <a16:creationId xmlns:a16="http://schemas.microsoft.com/office/drawing/2014/main" id="{25978EA8-4A0C-3F70-5B30-E30178BE62B1}"/>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9" name="Group 848">
            <a:extLst>
              <a:ext uri="{FF2B5EF4-FFF2-40B4-BE49-F238E27FC236}">
                <a16:creationId xmlns:a16="http://schemas.microsoft.com/office/drawing/2014/main" id="{97BE3A2A-191A-F766-AC0E-AF793B7367EA}"/>
              </a:ext>
            </a:extLst>
          </p:cNvPr>
          <p:cNvGrpSpPr/>
          <p:nvPr/>
        </p:nvGrpSpPr>
        <p:grpSpPr>
          <a:xfrm>
            <a:off x="7122911" y="4419624"/>
            <a:ext cx="721206" cy="609701"/>
            <a:chOff x="7122911" y="4419624"/>
            <a:chExt cx="721206" cy="609701"/>
          </a:xfrm>
        </p:grpSpPr>
        <p:sp>
          <p:nvSpPr>
            <p:cNvPr id="850" name="Rectangle 849">
              <a:hlinkHover r:id="" action="ppaction://noaction" highlightClick="1"/>
              <a:extLst>
                <a:ext uri="{FF2B5EF4-FFF2-40B4-BE49-F238E27FC236}">
                  <a16:creationId xmlns:a16="http://schemas.microsoft.com/office/drawing/2014/main" id="{61AD8DC7-9922-AA75-A37D-CE78D392DB88}"/>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51" name="Oval 850">
              <a:extLst>
                <a:ext uri="{FF2B5EF4-FFF2-40B4-BE49-F238E27FC236}">
                  <a16:creationId xmlns:a16="http://schemas.microsoft.com/office/drawing/2014/main" id="{35357945-2EB5-2C76-36E2-6C70595B7E1C}"/>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2" name="Isosceles Triangle 648">
              <a:extLst>
                <a:ext uri="{FF2B5EF4-FFF2-40B4-BE49-F238E27FC236}">
                  <a16:creationId xmlns:a16="http://schemas.microsoft.com/office/drawing/2014/main" id="{C2DD760D-0C91-611D-3CC4-703CEE70A8B1}"/>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7" name="Group 856">
            <a:extLst>
              <a:ext uri="{FF2B5EF4-FFF2-40B4-BE49-F238E27FC236}">
                <a16:creationId xmlns:a16="http://schemas.microsoft.com/office/drawing/2014/main" id="{5E2325FA-7AA7-84B2-0373-9595E11C4E30}"/>
              </a:ext>
            </a:extLst>
          </p:cNvPr>
          <p:cNvGrpSpPr/>
          <p:nvPr/>
        </p:nvGrpSpPr>
        <p:grpSpPr>
          <a:xfrm>
            <a:off x="5454385" y="4419624"/>
            <a:ext cx="721206" cy="609701"/>
            <a:chOff x="5454385" y="4419624"/>
            <a:chExt cx="721206" cy="609701"/>
          </a:xfrm>
        </p:grpSpPr>
        <p:sp>
          <p:nvSpPr>
            <p:cNvPr id="858" name="Rectangle 857">
              <a:hlinkHover r:id="" action="ppaction://noaction" highlightClick="1"/>
              <a:extLst>
                <a:ext uri="{FF2B5EF4-FFF2-40B4-BE49-F238E27FC236}">
                  <a16:creationId xmlns:a16="http://schemas.microsoft.com/office/drawing/2014/main" id="{7E934CA6-9D33-346A-8C74-E71DBD38BAA3}"/>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59" name="Oval 858">
              <a:extLst>
                <a:ext uri="{FF2B5EF4-FFF2-40B4-BE49-F238E27FC236}">
                  <a16:creationId xmlns:a16="http://schemas.microsoft.com/office/drawing/2014/main" id="{1E203CAE-59A5-81EB-ABEC-DE77E301352C}"/>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0" name="Isosceles Triangle 648">
              <a:extLst>
                <a:ext uri="{FF2B5EF4-FFF2-40B4-BE49-F238E27FC236}">
                  <a16:creationId xmlns:a16="http://schemas.microsoft.com/office/drawing/2014/main" id="{4C8C2C36-F92B-DF42-ADA3-BD8B828D5D18}"/>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9" name="Group 868">
            <a:extLst>
              <a:ext uri="{FF2B5EF4-FFF2-40B4-BE49-F238E27FC236}">
                <a16:creationId xmlns:a16="http://schemas.microsoft.com/office/drawing/2014/main" id="{8EF7703E-4983-F1BC-D1A7-2C6036DB3F3E}"/>
              </a:ext>
            </a:extLst>
          </p:cNvPr>
          <p:cNvGrpSpPr/>
          <p:nvPr/>
        </p:nvGrpSpPr>
        <p:grpSpPr>
          <a:xfrm>
            <a:off x="7125833" y="5143368"/>
            <a:ext cx="721206" cy="609701"/>
            <a:chOff x="7125833" y="5143368"/>
            <a:chExt cx="721206" cy="609701"/>
          </a:xfrm>
        </p:grpSpPr>
        <p:sp>
          <p:nvSpPr>
            <p:cNvPr id="870" name="Rectangle 869">
              <a:hlinkHover r:id="" action="ppaction://noaction" highlightClick="1"/>
              <a:extLst>
                <a:ext uri="{FF2B5EF4-FFF2-40B4-BE49-F238E27FC236}">
                  <a16:creationId xmlns:a16="http://schemas.microsoft.com/office/drawing/2014/main" id="{171A570A-7005-5565-E553-28B95A8D809B}"/>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71" name="Oval 870">
              <a:extLst>
                <a:ext uri="{FF2B5EF4-FFF2-40B4-BE49-F238E27FC236}">
                  <a16:creationId xmlns:a16="http://schemas.microsoft.com/office/drawing/2014/main" id="{3E911338-B8BF-1DF9-FA04-4A821B8A543A}"/>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2" name="Isosceles Triangle 648">
              <a:extLst>
                <a:ext uri="{FF2B5EF4-FFF2-40B4-BE49-F238E27FC236}">
                  <a16:creationId xmlns:a16="http://schemas.microsoft.com/office/drawing/2014/main" id="{89B3CBF3-C1EF-30BF-DBCB-92A0406F50F3}"/>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3" name="Group 872">
            <a:extLst>
              <a:ext uri="{FF2B5EF4-FFF2-40B4-BE49-F238E27FC236}">
                <a16:creationId xmlns:a16="http://schemas.microsoft.com/office/drawing/2014/main" id="{251ED9D2-C223-FE32-CC71-E7A311938799}"/>
              </a:ext>
            </a:extLst>
          </p:cNvPr>
          <p:cNvGrpSpPr/>
          <p:nvPr/>
        </p:nvGrpSpPr>
        <p:grpSpPr>
          <a:xfrm>
            <a:off x="7122911" y="3698231"/>
            <a:ext cx="721206" cy="609701"/>
            <a:chOff x="7122911" y="3698231"/>
            <a:chExt cx="721206" cy="609701"/>
          </a:xfrm>
        </p:grpSpPr>
        <p:sp>
          <p:nvSpPr>
            <p:cNvPr id="874" name="Rectangle 873">
              <a:hlinkHover r:id="" action="ppaction://noaction" highlightClick="1"/>
              <a:extLst>
                <a:ext uri="{FF2B5EF4-FFF2-40B4-BE49-F238E27FC236}">
                  <a16:creationId xmlns:a16="http://schemas.microsoft.com/office/drawing/2014/main" id="{311CF080-338A-C773-3623-4C1C1102281E}"/>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75" name="Oval 874">
              <a:extLst>
                <a:ext uri="{FF2B5EF4-FFF2-40B4-BE49-F238E27FC236}">
                  <a16:creationId xmlns:a16="http://schemas.microsoft.com/office/drawing/2014/main" id="{38D4A0AD-EBA5-9791-081B-D60034F6242E}"/>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6" name="Isosceles Triangle 648">
              <a:extLst>
                <a:ext uri="{FF2B5EF4-FFF2-40B4-BE49-F238E27FC236}">
                  <a16:creationId xmlns:a16="http://schemas.microsoft.com/office/drawing/2014/main" id="{C865F2B0-A2A0-2AA9-FF38-58A3FAAF8FFE}"/>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7" name="Group 876">
            <a:extLst>
              <a:ext uri="{FF2B5EF4-FFF2-40B4-BE49-F238E27FC236}">
                <a16:creationId xmlns:a16="http://schemas.microsoft.com/office/drawing/2014/main" id="{4D633F56-4B98-AC51-C450-B4ED77556D29}"/>
              </a:ext>
            </a:extLst>
          </p:cNvPr>
          <p:cNvGrpSpPr/>
          <p:nvPr/>
        </p:nvGrpSpPr>
        <p:grpSpPr>
          <a:xfrm>
            <a:off x="6286224" y="3620338"/>
            <a:ext cx="721206" cy="687594"/>
            <a:chOff x="6286224" y="3620338"/>
            <a:chExt cx="721206" cy="687594"/>
          </a:xfrm>
        </p:grpSpPr>
        <p:cxnSp>
          <p:nvCxnSpPr>
            <p:cNvPr id="878" name="Straight Connector 877">
              <a:extLst>
                <a:ext uri="{FF2B5EF4-FFF2-40B4-BE49-F238E27FC236}">
                  <a16:creationId xmlns:a16="http://schemas.microsoft.com/office/drawing/2014/main" id="{04A5EB48-8605-CEF0-EEBD-4F0EFAC5FF59}"/>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79" name="Rectangle 878">
              <a:hlinkHover r:id="" action="ppaction://noaction" highlightClick="1"/>
              <a:extLst>
                <a:ext uri="{FF2B5EF4-FFF2-40B4-BE49-F238E27FC236}">
                  <a16:creationId xmlns:a16="http://schemas.microsoft.com/office/drawing/2014/main" id="{5CE678B2-0A45-A145-C4B9-990B66ABD4C6}"/>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80" name="Oval 879">
              <a:extLst>
                <a:ext uri="{FF2B5EF4-FFF2-40B4-BE49-F238E27FC236}">
                  <a16:creationId xmlns:a16="http://schemas.microsoft.com/office/drawing/2014/main" id="{8AA32C76-83CE-AD26-07A3-840054C34DE8}"/>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1" name="Isosceles Triangle 648">
              <a:extLst>
                <a:ext uri="{FF2B5EF4-FFF2-40B4-BE49-F238E27FC236}">
                  <a16:creationId xmlns:a16="http://schemas.microsoft.com/office/drawing/2014/main" id="{104D506F-68FE-2641-FB42-7F3F295917CC}"/>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
        <p:nvSpPr>
          <p:cNvPr id="1582" name="Rectangle 1581">
            <a:hlinkHover r:id="" action="ppaction://noaction" highlightClick="1"/>
            <a:extLst>
              <a:ext uri="{FF2B5EF4-FFF2-40B4-BE49-F238E27FC236}">
                <a16:creationId xmlns:a16="http://schemas.microsoft.com/office/drawing/2014/main" id="{F9D4BCEB-2A1C-8FA8-0531-32A37954ADD4}"/>
              </a:ext>
            </a:extLst>
          </p:cNvPr>
          <p:cNvSpPr/>
          <p:nvPr/>
        </p:nvSpPr>
        <p:spPr>
          <a:xfrm>
            <a:off x="7959193"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grpSp>
        <p:nvGrpSpPr>
          <p:cNvPr id="1583" name="Group 1582">
            <a:extLst>
              <a:ext uri="{FF2B5EF4-FFF2-40B4-BE49-F238E27FC236}">
                <a16:creationId xmlns:a16="http://schemas.microsoft.com/office/drawing/2014/main" id="{3C966159-1513-61BF-C896-64C4CB2B7D37}"/>
              </a:ext>
            </a:extLst>
          </p:cNvPr>
          <p:cNvGrpSpPr/>
          <p:nvPr/>
        </p:nvGrpSpPr>
        <p:grpSpPr>
          <a:xfrm>
            <a:off x="8795237" y="2974054"/>
            <a:ext cx="721206" cy="609701"/>
            <a:chOff x="8795237" y="2974054"/>
            <a:chExt cx="721206" cy="609701"/>
          </a:xfrm>
        </p:grpSpPr>
        <p:sp>
          <p:nvSpPr>
            <p:cNvPr id="1584" name="Rectangle 1583">
              <a:hlinkHover r:id="" action="ppaction://noaction" highlightClick="1"/>
              <a:extLst>
                <a:ext uri="{FF2B5EF4-FFF2-40B4-BE49-F238E27FC236}">
                  <a16:creationId xmlns:a16="http://schemas.microsoft.com/office/drawing/2014/main" id="{1893C595-29D5-8EBB-D403-E80E32FBAB94}"/>
                </a:ext>
              </a:extLst>
            </p:cNvPr>
            <p:cNvSpPr/>
            <p:nvPr/>
          </p:nvSpPr>
          <p:spPr>
            <a:xfrm>
              <a:off x="8795237"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1585" name="Diamond 1584">
              <a:extLst>
                <a:ext uri="{FF2B5EF4-FFF2-40B4-BE49-F238E27FC236}">
                  <a16:creationId xmlns:a16="http://schemas.microsoft.com/office/drawing/2014/main" id="{7DD39D0E-EF21-146D-21BE-2549FBC9E3FA}"/>
                </a:ext>
              </a:extLst>
            </p:cNvPr>
            <p:cNvSpPr/>
            <p:nvPr/>
          </p:nvSpPr>
          <p:spPr>
            <a:xfrm>
              <a:off x="9379935" y="2976405"/>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6" name="Oval 1585">
              <a:extLst>
                <a:ext uri="{FF2B5EF4-FFF2-40B4-BE49-F238E27FC236}">
                  <a16:creationId xmlns:a16="http://schemas.microsoft.com/office/drawing/2014/main" id="{AADD3AF3-2426-10FF-B5F5-5C78A6607F5D}"/>
                </a:ext>
              </a:extLst>
            </p:cNvPr>
            <p:cNvSpPr/>
            <p:nvPr/>
          </p:nvSpPr>
          <p:spPr>
            <a:xfrm>
              <a:off x="9414138" y="3009893"/>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87" name="Group 1586">
            <a:extLst>
              <a:ext uri="{FF2B5EF4-FFF2-40B4-BE49-F238E27FC236}">
                <a16:creationId xmlns:a16="http://schemas.microsoft.com/office/drawing/2014/main" id="{98F85F3F-DB60-1C19-84AA-FAE4F683CC33}"/>
              </a:ext>
            </a:extLst>
          </p:cNvPr>
          <p:cNvGrpSpPr/>
          <p:nvPr/>
        </p:nvGrpSpPr>
        <p:grpSpPr>
          <a:xfrm>
            <a:off x="6284590" y="811556"/>
            <a:ext cx="721206" cy="609701"/>
            <a:chOff x="6284590" y="811556"/>
            <a:chExt cx="721206" cy="609701"/>
          </a:xfrm>
        </p:grpSpPr>
        <p:sp>
          <p:nvSpPr>
            <p:cNvPr id="1588" name="Rectangle 1587">
              <a:hlinkHover r:id="" action="ppaction://noaction" highlightClick="1"/>
              <a:extLst>
                <a:ext uri="{FF2B5EF4-FFF2-40B4-BE49-F238E27FC236}">
                  <a16:creationId xmlns:a16="http://schemas.microsoft.com/office/drawing/2014/main" id="{97AFB6FF-82CB-5AE7-298F-0B9E2ECFC0FC}"/>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1589" name="Right Triangle 1588">
              <a:extLst>
                <a:ext uri="{FF2B5EF4-FFF2-40B4-BE49-F238E27FC236}">
                  <a16:creationId xmlns:a16="http://schemas.microsoft.com/office/drawing/2014/main" id="{B06E31FA-B7A1-4874-CD02-A2591F92A784}"/>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0" name="Oval 27">
              <a:extLst>
                <a:ext uri="{FF2B5EF4-FFF2-40B4-BE49-F238E27FC236}">
                  <a16:creationId xmlns:a16="http://schemas.microsoft.com/office/drawing/2014/main" id="{BC7D268D-527D-0626-7166-4C6A35BC10F0}"/>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1" name="Oval 28">
              <a:extLst>
                <a:ext uri="{FF2B5EF4-FFF2-40B4-BE49-F238E27FC236}">
                  <a16:creationId xmlns:a16="http://schemas.microsoft.com/office/drawing/2014/main" id="{216CB60A-9201-28AD-957D-76C49298CD37}"/>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96" name="Group 1595">
            <a:extLst>
              <a:ext uri="{FF2B5EF4-FFF2-40B4-BE49-F238E27FC236}">
                <a16:creationId xmlns:a16="http://schemas.microsoft.com/office/drawing/2014/main" id="{948CCAA2-D0B4-985F-835E-4633F6113A93}"/>
              </a:ext>
            </a:extLst>
          </p:cNvPr>
          <p:cNvGrpSpPr/>
          <p:nvPr/>
        </p:nvGrpSpPr>
        <p:grpSpPr>
          <a:xfrm>
            <a:off x="431659" y="3698227"/>
            <a:ext cx="721206" cy="609701"/>
            <a:chOff x="431659" y="3698227"/>
            <a:chExt cx="721206" cy="609701"/>
          </a:xfrm>
        </p:grpSpPr>
        <p:sp>
          <p:nvSpPr>
            <p:cNvPr id="1597" name="Rectangle 1596">
              <a:extLst>
                <a:ext uri="{FF2B5EF4-FFF2-40B4-BE49-F238E27FC236}">
                  <a16:creationId xmlns:a16="http://schemas.microsoft.com/office/drawing/2014/main" id="{1F1C1CC5-52D6-067F-6CA6-6B5705C2605F}"/>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1598" name="Right Triangle 1597">
              <a:extLst>
                <a:ext uri="{FF2B5EF4-FFF2-40B4-BE49-F238E27FC236}">
                  <a16:creationId xmlns:a16="http://schemas.microsoft.com/office/drawing/2014/main" id="{B291E794-E05F-459C-0005-3E142613AAEB}"/>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99" name="Group 1598">
              <a:extLst>
                <a:ext uri="{FF2B5EF4-FFF2-40B4-BE49-F238E27FC236}">
                  <a16:creationId xmlns:a16="http://schemas.microsoft.com/office/drawing/2014/main" id="{0BAC235A-4755-FC93-1E18-389C3E611F65}"/>
                </a:ext>
              </a:extLst>
            </p:cNvPr>
            <p:cNvGrpSpPr/>
            <p:nvPr/>
          </p:nvGrpSpPr>
          <p:grpSpPr>
            <a:xfrm>
              <a:off x="1102254" y="3706260"/>
              <a:ext cx="37817" cy="61390"/>
              <a:chOff x="3883481" y="2057400"/>
              <a:chExt cx="1608363" cy="2652031"/>
            </a:xfrm>
            <a:solidFill>
              <a:srgbClr val="A6A6A6"/>
            </a:solidFill>
          </p:grpSpPr>
          <p:sp>
            <p:nvSpPr>
              <p:cNvPr id="1600" name="Oval 27">
                <a:extLst>
                  <a:ext uri="{FF2B5EF4-FFF2-40B4-BE49-F238E27FC236}">
                    <a16:creationId xmlns:a16="http://schemas.microsoft.com/office/drawing/2014/main" id="{69D07900-0E65-119C-FF10-720C5397005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1" name="Oval 28">
                <a:extLst>
                  <a:ext uri="{FF2B5EF4-FFF2-40B4-BE49-F238E27FC236}">
                    <a16:creationId xmlns:a16="http://schemas.microsoft.com/office/drawing/2014/main" id="{00D6D202-6448-B9E7-973A-F95C5612335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02" name="Group 1601">
            <a:extLst>
              <a:ext uri="{FF2B5EF4-FFF2-40B4-BE49-F238E27FC236}">
                <a16:creationId xmlns:a16="http://schemas.microsoft.com/office/drawing/2014/main" id="{E658C311-9679-7F33-A691-65D3E94089B8}"/>
              </a:ext>
            </a:extLst>
          </p:cNvPr>
          <p:cNvGrpSpPr/>
          <p:nvPr/>
        </p:nvGrpSpPr>
        <p:grpSpPr>
          <a:xfrm>
            <a:off x="2942396" y="3698227"/>
            <a:ext cx="721206" cy="609701"/>
            <a:chOff x="2942396" y="3698227"/>
            <a:chExt cx="721206" cy="609701"/>
          </a:xfrm>
        </p:grpSpPr>
        <p:sp>
          <p:nvSpPr>
            <p:cNvPr id="1603" name="Rectangle 1602">
              <a:extLst>
                <a:ext uri="{FF2B5EF4-FFF2-40B4-BE49-F238E27FC236}">
                  <a16:creationId xmlns:a16="http://schemas.microsoft.com/office/drawing/2014/main" id="{33EEE5E0-C9F4-0B34-DE57-6F66B59C668C}"/>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1604" name="Right Triangle 1603">
              <a:extLst>
                <a:ext uri="{FF2B5EF4-FFF2-40B4-BE49-F238E27FC236}">
                  <a16:creationId xmlns:a16="http://schemas.microsoft.com/office/drawing/2014/main" id="{C668566F-5AC7-57E7-6463-84CB992F74AF}"/>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05" name="Group 1604">
              <a:extLst>
                <a:ext uri="{FF2B5EF4-FFF2-40B4-BE49-F238E27FC236}">
                  <a16:creationId xmlns:a16="http://schemas.microsoft.com/office/drawing/2014/main" id="{CF83EA79-B6C8-0CFD-8A8D-CCB50DFDF073}"/>
                </a:ext>
              </a:extLst>
            </p:cNvPr>
            <p:cNvGrpSpPr/>
            <p:nvPr/>
          </p:nvGrpSpPr>
          <p:grpSpPr>
            <a:xfrm>
              <a:off x="3607770" y="3713045"/>
              <a:ext cx="37817" cy="61390"/>
              <a:chOff x="3883481" y="2057400"/>
              <a:chExt cx="1608363" cy="2652031"/>
            </a:xfrm>
            <a:solidFill>
              <a:srgbClr val="A6A6A6"/>
            </a:solidFill>
          </p:grpSpPr>
          <p:sp>
            <p:nvSpPr>
              <p:cNvPr id="1606" name="Oval 27">
                <a:extLst>
                  <a:ext uri="{FF2B5EF4-FFF2-40B4-BE49-F238E27FC236}">
                    <a16:creationId xmlns:a16="http://schemas.microsoft.com/office/drawing/2014/main" id="{CBF02BDE-9095-D70F-37E4-9A9239702DA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7" name="Oval 28">
                <a:extLst>
                  <a:ext uri="{FF2B5EF4-FFF2-40B4-BE49-F238E27FC236}">
                    <a16:creationId xmlns:a16="http://schemas.microsoft.com/office/drawing/2014/main" id="{05868C12-712C-D604-B183-02A07E2CD06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20" name="Group 1619">
            <a:extLst>
              <a:ext uri="{FF2B5EF4-FFF2-40B4-BE49-F238E27FC236}">
                <a16:creationId xmlns:a16="http://schemas.microsoft.com/office/drawing/2014/main" id="{CFFECF1E-A497-7F76-A224-41B4C970CE20}"/>
              </a:ext>
            </a:extLst>
          </p:cNvPr>
          <p:cNvGrpSpPr/>
          <p:nvPr/>
        </p:nvGrpSpPr>
        <p:grpSpPr>
          <a:xfrm>
            <a:off x="2105709" y="3698225"/>
            <a:ext cx="721206" cy="610376"/>
            <a:chOff x="2105709" y="3698225"/>
            <a:chExt cx="721206" cy="610376"/>
          </a:xfrm>
        </p:grpSpPr>
        <p:sp>
          <p:nvSpPr>
            <p:cNvPr id="1621" name="Rectangle 1620">
              <a:extLst>
                <a:ext uri="{FF2B5EF4-FFF2-40B4-BE49-F238E27FC236}">
                  <a16:creationId xmlns:a16="http://schemas.microsoft.com/office/drawing/2014/main" id="{1E5AC0E1-23E8-8782-D8AC-BC58323B50FC}"/>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1622" name="Right Triangle 1621">
              <a:extLst>
                <a:ext uri="{FF2B5EF4-FFF2-40B4-BE49-F238E27FC236}">
                  <a16:creationId xmlns:a16="http://schemas.microsoft.com/office/drawing/2014/main" id="{1F6022FB-C86A-C58E-9953-9D0FDB5DA175}"/>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23" name="Group 1622">
              <a:extLst>
                <a:ext uri="{FF2B5EF4-FFF2-40B4-BE49-F238E27FC236}">
                  <a16:creationId xmlns:a16="http://schemas.microsoft.com/office/drawing/2014/main" id="{DFE2110E-18B4-1603-07E4-AE2798209EFE}"/>
                </a:ext>
              </a:extLst>
            </p:cNvPr>
            <p:cNvGrpSpPr/>
            <p:nvPr/>
          </p:nvGrpSpPr>
          <p:grpSpPr>
            <a:xfrm>
              <a:off x="2776304" y="3704319"/>
              <a:ext cx="37817" cy="61390"/>
              <a:chOff x="3883481" y="2057400"/>
              <a:chExt cx="1608363" cy="2652031"/>
            </a:xfrm>
            <a:solidFill>
              <a:srgbClr val="A6A6A6"/>
            </a:solidFill>
          </p:grpSpPr>
          <p:sp>
            <p:nvSpPr>
              <p:cNvPr id="1624" name="Oval 27">
                <a:extLst>
                  <a:ext uri="{FF2B5EF4-FFF2-40B4-BE49-F238E27FC236}">
                    <a16:creationId xmlns:a16="http://schemas.microsoft.com/office/drawing/2014/main" id="{40698A69-F352-A99D-BA0C-B141F1905E0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5" name="Oval 28">
                <a:extLst>
                  <a:ext uri="{FF2B5EF4-FFF2-40B4-BE49-F238E27FC236}">
                    <a16:creationId xmlns:a16="http://schemas.microsoft.com/office/drawing/2014/main" id="{DD12A4BA-F737-E317-3C60-B7259D8C40F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26" name="Group 1625">
            <a:extLst>
              <a:ext uri="{FF2B5EF4-FFF2-40B4-BE49-F238E27FC236}">
                <a16:creationId xmlns:a16="http://schemas.microsoft.com/office/drawing/2014/main" id="{0F9F2426-C9AA-40F8-F3F7-AE5169BC1383}"/>
              </a:ext>
            </a:extLst>
          </p:cNvPr>
          <p:cNvGrpSpPr/>
          <p:nvPr/>
        </p:nvGrpSpPr>
        <p:grpSpPr>
          <a:xfrm>
            <a:off x="431659" y="2253333"/>
            <a:ext cx="721893" cy="609702"/>
            <a:chOff x="431659" y="2253333"/>
            <a:chExt cx="721893" cy="609702"/>
          </a:xfrm>
        </p:grpSpPr>
        <p:sp>
          <p:nvSpPr>
            <p:cNvPr id="1627" name="Rectangle 1626">
              <a:hlinkHover r:id="" action="ppaction://noaction" highlightClick="1"/>
              <a:extLst>
                <a:ext uri="{FF2B5EF4-FFF2-40B4-BE49-F238E27FC236}">
                  <a16:creationId xmlns:a16="http://schemas.microsoft.com/office/drawing/2014/main" id="{DAAED74A-293E-D38C-120B-0BDF70B624CE}"/>
                </a:ext>
              </a:extLst>
            </p:cNvPr>
            <p:cNvSpPr/>
            <p:nvPr/>
          </p:nvSpPr>
          <p:spPr>
            <a:xfrm>
              <a:off x="431659" y="2253335"/>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1628" name="Group 1627">
              <a:extLst>
                <a:ext uri="{FF2B5EF4-FFF2-40B4-BE49-F238E27FC236}">
                  <a16:creationId xmlns:a16="http://schemas.microsoft.com/office/drawing/2014/main" id="{9A490303-EBCE-DA3D-8C3A-B884B32340C4}"/>
                </a:ext>
              </a:extLst>
            </p:cNvPr>
            <p:cNvGrpSpPr/>
            <p:nvPr/>
          </p:nvGrpSpPr>
          <p:grpSpPr>
            <a:xfrm>
              <a:off x="1023646" y="2253333"/>
              <a:ext cx="129906" cy="127894"/>
              <a:chOff x="1040599" y="2550516"/>
              <a:chExt cx="157050" cy="157050"/>
            </a:xfrm>
          </p:grpSpPr>
          <p:sp>
            <p:nvSpPr>
              <p:cNvPr id="1629" name="Diamond 1628">
                <a:extLst>
                  <a:ext uri="{FF2B5EF4-FFF2-40B4-BE49-F238E27FC236}">
                    <a16:creationId xmlns:a16="http://schemas.microsoft.com/office/drawing/2014/main" id="{DEC2572F-794A-CC1D-1ED4-9B3FAEC38EFF}"/>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0" name="Oval 1629">
                <a:extLst>
                  <a:ext uri="{FF2B5EF4-FFF2-40B4-BE49-F238E27FC236}">
                    <a16:creationId xmlns:a16="http://schemas.microsoft.com/office/drawing/2014/main" id="{32DF8DB6-67CE-B0E7-AF97-130C43603012}"/>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31" name="Group 1630">
            <a:extLst>
              <a:ext uri="{FF2B5EF4-FFF2-40B4-BE49-F238E27FC236}">
                <a16:creationId xmlns:a16="http://schemas.microsoft.com/office/drawing/2014/main" id="{6C8228D6-A272-0668-6A7D-4363FF21E350}"/>
              </a:ext>
            </a:extLst>
          </p:cNvPr>
          <p:cNvGrpSpPr/>
          <p:nvPr/>
        </p:nvGrpSpPr>
        <p:grpSpPr>
          <a:xfrm>
            <a:off x="431659" y="2974054"/>
            <a:ext cx="721893" cy="609701"/>
            <a:chOff x="431659" y="2974054"/>
            <a:chExt cx="721893" cy="609701"/>
          </a:xfrm>
        </p:grpSpPr>
        <p:sp>
          <p:nvSpPr>
            <p:cNvPr id="1632" name="Rectangle 1631">
              <a:extLst>
                <a:ext uri="{FF2B5EF4-FFF2-40B4-BE49-F238E27FC236}">
                  <a16:creationId xmlns:a16="http://schemas.microsoft.com/office/drawing/2014/main" id="{C67A63FA-A836-F5A0-6B34-B1119D5DFA92}"/>
                </a:ext>
              </a:extLst>
            </p:cNvPr>
            <p:cNvSpPr/>
            <p:nvPr/>
          </p:nvSpPr>
          <p:spPr>
            <a:xfrm>
              <a:off x="43165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1633" name="Right Triangle 1632">
              <a:extLst>
                <a:ext uri="{FF2B5EF4-FFF2-40B4-BE49-F238E27FC236}">
                  <a16:creationId xmlns:a16="http://schemas.microsoft.com/office/drawing/2014/main" id="{A1C9A2C6-6A59-031C-DF32-C9BBA1EB1628}"/>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34" name="Group 1633">
              <a:extLst>
                <a:ext uri="{FF2B5EF4-FFF2-40B4-BE49-F238E27FC236}">
                  <a16:creationId xmlns:a16="http://schemas.microsoft.com/office/drawing/2014/main" id="{F90586FF-64EB-5DF6-2F1B-E2E256BEF5DE}"/>
                </a:ext>
              </a:extLst>
            </p:cNvPr>
            <p:cNvGrpSpPr/>
            <p:nvPr/>
          </p:nvGrpSpPr>
          <p:grpSpPr>
            <a:xfrm>
              <a:off x="1102941" y="2981751"/>
              <a:ext cx="37817" cy="61390"/>
              <a:chOff x="3883481" y="2057400"/>
              <a:chExt cx="1608363" cy="2652031"/>
            </a:xfrm>
            <a:solidFill>
              <a:srgbClr val="A6A6A6"/>
            </a:solidFill>
          </p:grpSpPr>
          <p:sp>
            <p:nvSpPr>
              <p:cNvPr id="1635" name="Oval 27">
                <a:extLst>
                  <a:ext uri="{FF2B5EF4-FFF2-40B4-BE49-F238E27FC236}">
                    <a16:creationId xmlns:a16="http://schemas.microsoft.com/office/drawing/2014/main" id="{0303B513-992B-A734-7045-402160BB1A0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6" name="Oval 28">
                <a:extLst>
                  <a:ext uri="{FF2B5EF4-FFF2-40B4-BE49-F238E27FC236}">
                    <a16:creationId xmlns:a16="http://schemas.microsoft.com/office/drawing/2014/main" id="{C873B4FE-5A11-423E-92E5-840D79779B3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37" name="Group 1636">
            <a:extLst>
              <a:ext uri="{FF2B5EF4-FFF2-40B4-BE49-F238E27FC236}">
                <a16:creationId xmlns:a16="http://schemas.microsoft.com/office/drawing/2014/main" id="{84922B63-979E-F420-96A3-04313A66DC1A}"/>
              </a:ext>
            </a:extLst>
          </p:cNvPr>
          <p:cNvGrpSpPr/>
          <p:nvPr/>
        </p:nvGrpSpPr>
        <p:grpSpPr>
          <a:xfrm>
            <a:off x="2928282" y="5134370"/>
            <a:ext cx="724141" cy="609701"/>
            <a:chOff x="4615447" y="2974054"/>
            <a:chExt cx="724141" cy="609701"/>
          </a:xfrm>
        </p:grpSpPr>
        <p:sp>
          <p:nvSpPr>
            <p:cNvPr id="1638" name="Rectangle 1637">
              <a:extLst>
                <a:ext uri="{FF2B5EF4-FFF2-40B4-BE49-F238E27FC236}">
                  <a16:creationId xmlns:a16="http://schemas.microsoft.com/office/drawing/2014/main" id="{A6CEB614-5C36-B521-BA0A-E7E3EF70FF96}"/>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639" name="Right Triangle 1638">
              <a:extLst>
                <a:ext uri="{FF2B5EF4-FFF2-40B4-BE49-F238E27FC236}">
                  <a16:creationId xmlns:a16="http://schemas.microsoft.com/office/drawing/2014/main" id="{740CCD49-35B8-05E7-5AAE-151B7EFA131F}"/>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40" name="Group 1639">
              <a:extLst>
                <a:ext uri="{FF2B5EF4-FFF2-40B4-BE49-F238E27FC236}">
                  <a16:creationId xmlns:a16="http://schemas.microsoft.com/office/drawing/2014/main" id="{FCDDAEBF-92EC-6C55-338A-5938DB2669E0}"/>
                </a:ext>
              </a:extLst>
            </p:cNvPr>
            <p:cNvGrpSpPr/>
            <p:nvPr/>
          </p:nvGrpSpPr>
          <p:grpSpPr>
            <a:xfrm>
              <a:off x="5288977" y="2982563"/>
              <a:ext cx="37817" cy="61390"/>
              <a:chOff x="3883481" y="2057400"/>
              <a:chExt cx="1608363" cy="2652031"/>
            </a:xfrm>
            <a:solidFill>
              <a:srgbClr val="A6A6A6"/>
            </a:solidFill>
          </p:grpSpPr>
          <p:sp>
            <p:nvSpPr>
              <p:cNvPr id="1641" name="Oval 27">
                <a:extLst>
                  <a:ext uri="{FF2B5EF4-FFF2-40B4-BE49-F238E27FC236}">
                    <a16:creationId xmlns:a16="http://schemas.microsoft.com/office/drawing/2014/main" id="{E5CA1D95-5032-7512-26D0-56469DC1389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2" name="Oval 28">
                <a:extLst>
                  <a:ext uri="{FF2B5EF4-FFF2-40B4-BE49-F238E27FC236}">
                    <a16:creationId xmlns:a16="http://schemas.microsoft.com/office/drawing/2014/main" id="{7AE98B81-CE75-C2BD-48E2-0A0ECB580C5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43" name="Group 1642">
            <a:extLst>
              <a:ext uri="{FF2B5EF4-FFF2-40B4-BE49-F238E27FC236}">
                <a16:creationId xmlns:a16="http://schemas.microsoft.com/office/drawing/2014/main" id="{C3FB7BDC-9752-35E9-CAA8-C4E5DA926B79}"/>
              </a:ext>
            </a:extLst>
          </p:cNvPr>
          <p:cNvGrpSpPr/>
          <p:nvPr/>
        </p:nvGrpSpPr>
        <p:grpSpPr>
          <a:xfrm>
            <a:off x="2940467" y="2974052"/>
            <a:ext cx="721206" cy="613156"/>
            <a:chOff x="2940467" y="2974052"/>
            <a:chExt cx="721206" cy="613156"/>
          </a:xfrm>
        </p:grpSpPr>
        <p:sp>
          <p:nvSpPr>
            <p:cNvPr id="1644" name="Rectangle 1643">
              <a:extLst>
                <a:ext uri="{FF2B5EF4-FFF2-40B4-BE49-F238E27FC236}">
                  <a16:creationId xmlns:a16="http://schemas.microsoft.com/office/drawing/2014/main" id="{369DF5E7-3817-BA6E-B898-5624D947EAB1}"/>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1645" name="Right Triangle 1644">
              <a:extLst>
                <a:ext uri="{FF2B5EF4-FFF2-40B4-BE49-F238E27FC236}">
                  <a16:creationId xmlns:a16="http://schemas.microsoft.com/office/drawing/2014/main" id="{A4B8D16B-D52C-BA9C-55FD-EBD27DDEDCEA}"/>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46" name="Group 1645">
              <a:extLst>
                <a:ext uri="{FF2B5EF4-FFF2-40B4-BE49-F238E27FC236}">
                  <a16:creationId xmlns:a16="http://schemas.microsoft.com/office/drawing/2014/main" id="{DDB0269A-C6BE-64FD-2887-AFFA1BE7DC2F}"/>
                </a:ext>
              </a:extLst>
            </p:cNvPr>
            <p:cNvGrpSpPr/>
            <p:nvPr/>
          </p:nvGrpSpPr>
          <p:grpSpPr>
            <a:xfrm>
              <a:off x="3610505" y="2980146"/>
              <a:ext cx="37817" cy="61390"/>
              <a:chOff x="3883481" y="2057400"/>
              <a:chExt cx="1608363" cy="2652031"/>
            </a:xfrm>
            <a:solidFill>
              <a:srgbClr val="A6A6A6"/>
            </a:solidFill>
          </p:grpSpPr>
          <p:sp>
            <p:nvSpPr>
              <p:cNvPr id="1647" name="Oval 27">
                <a:extLst>
                  <a:ext uri="{FF2B5EF4-FFF2-40B4-BE49-F238E27FC236}">
                    <a16:creationId xmlns:a16="http://schemas.microsoft.com/office/drawing/2014/main" id="{3A8BF086-5D95-24DD-4DE2-C4625D8D8B5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8" name="Oval 28">
                <a:extLst>
                  <a:ext uri="{FF2B5EF4-FFF2-40B4-BE49-F238E27FC236}">
                    <a16:creationId xmlns:a16="http://schemas.microsoft.com/office/drawing/2014/main" id="{69957C1D-1D84-C81A-1B5F-05825451F95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49" name="Group 1648">
            <a:extLst>
              <a:ext uri="{FF2B5EF4-FFF2-40B4-BE49-F238E27FC236}">
                <a16:creationId xmlns:a16="http://schemas.microsoft.com/office/drawing/2014/main" id="{9EB21FD9-42F1-1B7C-4CCF-B7A63B120D24}"/>
              </a:ext>
            </a:extLst>
          </p:cNvPr>
          <p:cNvGrpSpPr/>
          <p:nvPr/>
        </p:nvGrpSpPr>
        <p:grpSpPr>
          <a:xfrm>
            <a:off x="431659" y="811556"/>
            <a:ext cx="721206" cy="609701"/>
            <a:chOff x="431659" y="811556"/>
            <a:chExt cx="721206" cy="609701"/>
          </a:xfrm>
        </p:grpSpPr>
        <p:sp>
          <p:nvSpPr>
            <p:cNvPr id="1650" name="Rectangle 1649">
              <a:extLst>
                <a:ext uri="{FF2B5EF4-FFF2-40B4-BE49-F238E27FC236}">
                  <a16:creationId xmlns:a16="http://schemas.microsoft.com/office/drawing/2014/main" id="{F1C5AA97-FE83-1AB4-0087-F6D9D3C3E9FA}"/>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1651" name="Right Triangle 1650">
              <a:extLst>
                <a:ext uri="{FF2B5EF4-FFF2-40B4-BE49-F238E27FC236}">
                  <a16:creationId xmlns:a16="http://schemas.microsoft.com/office/drawing/2014/main" id="{93C960BB-FA20-3B65-B92F-D8AC0C4676DE}"/>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52" name="Group 1651">
              <a:extLst>
                <a:ext uri="{FF2B5EF4-FFF2-40B4-BE49-F238E27FC236}">
                  <a16:creationId xmlns:a16="http://schemas.microsoft.com/office/drawing/2014/main" id="{A027605F-0921-45E1-67BC-ACF066F8600A}"/>
                </a:ext>
              </a:extLst>
            </p:cNvPr>
            <p:cNvGrpSpPr/>
            <p:nvPr/>
          </p:nvGrpSpPr>
          <p:grpSpPr>
            <a:xfrm>
              <a:off x="1100972" y="819589"/>
              <a:ext cx="37817" cy="61390"/>
              <a:chOff x="3883481" y="2057400"/>
              <a:chExt cx="1608363" cy="2652031"/>
            </a:xfrm>
            <a:solidFill>
              <a:srgbClr val="A6A6A6"/>
            </a:solidFill>
          </p:grpSpPr>
          <p:sp>
            <p:nvSpPr>
              <p:cNvPr id="1653" name="Oval 27">
                <a:extLst>
                  <a:ext uri="{FF2B5EF4-FFF2-40B4-BE49-F238E27FC236}">
                    <a16:creationId xmlns:a16="http://schemas.microsoft.com/office/drawing/2014/main" id="{9D767938-32EE-C90C-52F4-8243C6544FB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54" name="Oval 28">
                <a:extLst>
                  <a:ext uri="{FF2B5EF4-FFF2-40B4-BE49-F238E27FC236}">
                    <a16:creationId xmlns:a16="http://schemas.microsoft.com/office/drawing/2014/main" id="{F84B912B-2F31-70BA-7CC8-0B7C3DBAED3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73" name="Group 1672">
            <a:extLst>
              <a:ext uri="{FF2B5EF4-FFF2-40B4-BE49-F238E27FC236}">
                <a16:creationId xmlns:a16="http://schemas.microsoft.com/office/drawing/2014/main" id="{F9A63E45-C5E7-7B6B-619A-56C6B0B90384}"/>
              </a:ext>
            </a:extLst>
          </p:cNvPr>
          <p:cNvGrpSpPr/>
          <p:nvPr/>
        </p:nvGrpSpPr>
        <p:grpSpPr>
          <a:xfrm>
            <a:off x="2937172" y="4419618"/>
            <a:ext cx="721206" cy="610376"/>
            <a:chOff x="2937172" y="4419618"/>
            <a:chExt cx="721206" cy="610376"/>
          </a:xfrm>
        </p:grpSpPr>
        <p:sp>
          <p:nvSpPr>
            <p:cNvPr id="1674" name="Rectangle 1673">
              <a:extLst>
                <a:ext uri="{FF2B5EF4-FFF2-40B4-BE49-F238E27FC236}">
                  <a16:creationId xmlns:a16="http://schemas.microsoft.com/office/drawing/2014/main" id="{4FD832D5-5A5D-735E-E8B7-9EE4D6ECCE6A}"/>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1675" name="Right Triangle 1674">
              <a:extLst>
                <a:ext uri="{FF2B5EF4-FFF2-40B4-BE49-F238E27FC236}">
                  <a16:creationId xmlns:a16="http://schemas.microsoft.com/office/drawing/2014/main" id="{1901E4B3-1E6F-16EE-29DE-4E4DCF8970B7}"/>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76" name="Group 1675">
              <a:extLst>
                <a:ext uri="{FF2B5EF4-FFF2-40B4-BE49-F238E27FC236}">
                  <a16:creationId xmlns:a16="http://schemas.microsoft.com/office/drawing/2014/main" id="{390EF5D9-E0B3-38C9-BBAF-CF4C59978E13}"/>
                </a:ext>
              </a:extLst>
            </p:cNvPr>
            <p:cNvGrpSpPr/>
            <p:nvPr/>
          </p:nvGrpSpPr>
          <p:grpSpPr>
            <a:xfrm>
              <a:off x="3607767" y="4425712"/>
              <a:ext cx="37817" cy="61390"/>
              <a:chOff x="3883481" y="2057400"/>
              <a:chExt cx="1608363" cy="2652031"/>
            </a:xfrm>
            <a:solidFill>
              <a:srgbClr val="A6A6A6"/>
            </a:solidFill>
          </p:grpSpPr>
          <p:sp>
            <p:nvSpPr>
              <p:cNvPr id="1677" name="Oval 27">
                <a:extLst>
                  <a:ext uri="{FF2B5EF4-FFF2-40B4-BE49-F238E27FC236}">
                    <a16:creationId xmlns:a16="http://schemas.microsoft.com/office/drawing/2014/main" id="{993FC794-1DA3-8FC5-73F7-16FE63B33C3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8" name="Oval 28">
                <a:extLst>
                  <a:ext uri="{FF2B5EF4-FFF2-40B4-BE49-F238E27FC236}">
                    <a16:creationId xmlns:a16="http://schemas.microsoft.com/office/drawing/2014/main" id="{6EE83E30-3275-AF79-CBEF-D9490CD5F9D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79" name="Group 1678">
            <a:extLst>
              <a:ext uri="{FF2B5EF4-FFF2-40B4-BE49-F238E27FC236}">
                <a16:creationId xmlns:a16="http://schemas.microsoft.com/office/drawing/2014/main" id="{3808D083-B548-A9A8-74AC-FDE0D642F057}"/>
              </a:ext>
            </a:extLst>
          </p:cNvPr>
          <p:cNvGrpSpPr/>
          <p:nvPr/>
        </p:nvGrpSpPr>
        <p:grpSpPr>
          <a:xfrm>
            <a:off x="3775041" y="5130129"/>
            <a:ext cx="721893" cy="609702"/>
            <a:chOff x="3775041" y="5130129"/>
            <a:chExt cx="721893" cy="609702"/>
          </a:xfrm>
        </p:grpSpPr>
        <p:sp>
          <p:nvSpPr>
            <p:cNvPr id="1680" name="Rectangle 1679">
              <a:hlinkHover r:id="" action="ppaction://noaction" highlightClick="1"/>
              <a:extLst>
                <a:ext uri="{FF2B5EF4-FFF2-40B4-BE49-F238E27FC236}">
                  <a16:creationId xmlns:a16="http://schemas.microsoft.com/office/drawing/2014/main" id="{7157C80D-E1AB-6F65-AF6F-80F81F1317A2}"/>
                </a:ext>
              </a:extLst>
            </p:cNvPr>
            <p:cNvSpPr/>
            <p:nvPr/>
          </p:nvSpPr>
          <p:spPr>
            <a:xfrm>
              <a:off x="3775041" y="5130131"/>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1681" name="Group 1680">
              <a:extLst>
                <a:ext uri="{FF2B5EF4-FFF2-40B4-BE49-F238E27FC236}">
                  <a16:creationId xmlns:a16="http://schemas.microsoft.com/office/drawing/2014/main" id="{15476B5F-28F3-0537-BAE6-7FADDF78D4F9}"/>
                </a:ext>
              </a:extLst>
            </p:cNvPr>
            <p:cNvGrpSpPr/>
            <p:nvPr/>
          </p:nvGrpSpPr>
          <p:grpSpPr>
            <a:xfrm>
              <a:off x="4367028" y="5130129"/>
              <a:ext cx="129906" cy="127894"/>
              <a:chOff x="1040599" y="2550516"/>
              <a:chExt cx="157050" cy="157050"/>
            </a:xfrm>
          </p:grpSpPr>
          <p:sp>
            <p:nvSpPr>
              <p:cNvPr id="1682" name="Diamond 1681">
                <a:extLst>
                  <a:ext uri="{FF2B5EF4-FFF2-40B4-BE49-F238E27FC236}">
                    <a16:creationId xmlns:a16="http://schemas.microsoft.com/office/drawing/2014/main" id="{B9C1D427-EC0A-00E7-2F63-FD2CCC5ABC99}"/>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3" name="Oval 1682">
                <a:extLst>
                  <a:ext uri="{FF2B5EF4-FFF2-40B4-BE49-F238E27FC236}">
                    <a16:creationId xmlns:a16="http://schemas.microsoft.com/office/drawing/2014/main" id="{ACACB5C7-C8ED-BD26-89A1-A9CBEDC0E0E7}"/>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84" name="Group 1683">
            <a:extLst>
              <a:ext uri="{FF2B5EF4-FFF2-40B4-BE49-F238E27FC236}">
                <a16:creationId xmlns:a16="http://schemas.microsoft.com/office/drawing/2014/main" id="{F6BE56DA-78C4-7682-4F19-434C52B9C2B5}"/>
              </a:ext>
            </a:extLst>
          </p:cNvPr>
          <p:cNvGrpSpPr/>
          <p:nvPr/>
        </p:nvGrpSpPr>
        <p:grpSpPr>
          <a:xfrm>
            <a:off x="6287884" y="2974052"/>
            <a:ext cx="721206" cy="609701"/>
            <a:chOff x="6287105" y="2974054"/>
            <a:chExt cx="721206" cy="609701"/>
          </a:xfrm>
        </p:grpSpPr>
        <p:sp>
          <p:nvSpPr>
            <p:cNvPr id="1685" name="Rectangle 1684">
              <a:hlinkHover r:id="" action="ppaction://noaction" highlightClick="1"/>
              <a:extLst>
                <a:ext uri="{FF2B5EF4-FFF2-40B4-BE49-F238E27FC236}">
                  <a16:creationId xmlns:a16="http://schemas.microsoft.com/office/drawing/2014/main" id="{B1D340D3-0DE6-642F-D3B3-1F9F48B5147F}"/>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1686" name="Rectangle 1685">
              <a:extLst>
                <a:ext uri="{FF2B5EF4-FFF2-40B4-BE49-F238E27FC236}">
                  <a16:creationId xmlns:a16="http://schemas.microsoft.com/office/drawing/2014/main" id="{45E8B4AE-91F6-5EC0-F820-2039E38E897D}"/>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7" name="Oval 15">
              <a:extLst>
                <a:ext uri="{FF2B5EF4-FFF2-40B4-BE49-F238E27FC236}">
                  <a16:creationId xmlns:a16="http://schemas.microsoft.com/office/drawing/2014/main" id="{C4304C82-5724-983D-7918-060EEC0DCFA6}"/>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88" name="Straight Connector 1687">
              <a:extLst>
                <a:ext uri="{FF2B5EF4-FFF2-40B4-BE49-F238E27FC236}">
                  <a16:creationId xmlns:a16="http://schemas.microsoft.com/office/drawing/2014/main" id="{CD3961E5-C3AB-B37F-2556-B8CEC17CF388}"/>
                </a:ext>
              </a:extLst>
            </p:cNvPr>
            <p:cNvCxnSpPr>
              <a:cxnSpLocks/>
              <a:stCxn id="1687"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89" name="Straight Connector 1688">
              <a:extLst>
                <a:ext uri="{FF2B5EF4-FFF2-40B4-BE49-F238E27FC236}">
                  <a16:creationId xmlns:a16="http://schemas.microsoft.com/office/drawing/2014/main" id="{580D5E06-CCCB-3FE2-DD62-AFECD4175BBF}"/>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90" name="Group 1689">
            <a:extLst>
              <a:ext uri="{FF2B5EF4-FFF2-40B4-BE49-F238E27FC236}">
                <a16:creationId xmlns:a16="http://schemas.microsoft.com/office/drawing/2014/main" id="{CF647DAE-777D-7F79-D8D3-97F5D6CB3F33}"/>
              </a:ext>
            </a:extLst>
          </p:cNvPr>
          <p:cNvGrpSpPr/>
          <p:nvPr/>
        </p:nvGrpSpPr>
        <p:grpSpPr>
          <a:xfrm>
            <a:off x="7123928" y="2974052"/>
            <a:ext cx="721206" cy="609701"/>
            <a:chOff x="7123149" y="2974054"/>
            <a:chExt cx="721206" cy="609701"/>
          </a:xfrm>
        </p:grpSpPr>
        <p:sp>
          <p:nvSpPr>
            <p:cNvPr id="1691" name="Rectangle 1690">
              <a:hlinkHover r:id="" action="ppaction://noaction" highlightClick="1"/>
              <a:extLst>
                <a:ext uri="{FF2B5EF4-FFF2-40B4-BE49-F238E27FC236}">
                  <a16:creationId xmlns:a16="http://schemas.microsoft.com/office/drawing/2014/main" id="{3C8F8F22-9A79-5974-17CC-210D2C716C2F}"/>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1692" name="Rectangle 1691">
              <a:extLst>
                <a:ext uri="{FF2B5EF4-FFF2-40B4-BE49-F238E27FC236}">
                  <a16:creationId xmlns:a16="http://schemas.microsoft.com/office/drawing/2014/main" id="{4CA821E4-A528-340D-54D6-756B9519CCE2}"/>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93" name="Oval 15">
              <a:extLst>
                <a:ext uri="{FF2B5EF4-FFF2-40B4-BE49-F238E27FC236}">
                  <a16:creationId xmlns:a16="http://schemas.microsoft.com/office/drawing/2014/main" id="{21A574E6-7AFD-E9C0-7A16-68BEAC61A17C}"/>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94" name="Straight Connector 1693">
              <a:extLst>
                <a:ext uri="{FF2B5EF4-FFF2-40B4-BE49-F238E27FC236}">
                  <a16:creationId xmlns:a16="http://schemas.microsoft.com/office/drawing/2014/main" id="{78A4AE8A-9488-E0A0-3077-3252938B0D82}"/>
                </a:ext>
              </a:extLst>
            </p:cNvPr>
            <p:cNvCxnSpPr>
              <a:cxnSpLocks/>
              <a:stCxn id="1693"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95" name="Straight Connector 1694">
              <a:extLst>
                <a:ext uri="{FF2B5EF4-FFF2-40B4-BE49-F238E27FC236}">
                  <a16:creationId xmlns:a16="http://schemas.microsoft.com/office/drawing/2014/main" id="{164FF050-6937-8A8F-9994-8B716599B960}"/>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96" name="Group 1695">
            <a:extLst>
              <a:ext uri="{FF2B5EF4-FFF2-40B4-BE49-F238E27FC236}">
                <a16:creationId xmlns:a16="http://schemas.microsoft.com/office/drawing/2014/main" id="{DA6F52A9-AE67-5585-F870-6E8AAB41E6F5}"/>
              </a:ext>
            </a:extLst>
          </p:cNvPr>
          <p:cNvGrpSpPr/>
          <p:nvPr/>
        </p:nvGrpSpPr>
        <p:grpSpPr>
          <a:xfrm>
            <a:off x="9657687" y="1532274"/>
            <a:ext cx="721206" cy="609701"/>
            <a:chOff x="9656908" y="1532276"/>
            <a:chExt cx="721206" cy="609701"/>
          </a:xfrm>
        </p:grpSpPr>
        <p:sp>
          <p:nvSpPr>
            <p:cNvPr id="1697" name="Rectangle 1696">
              <a:extLst>
                <a:ext uri="{FF2B5EF4-FFF2-40B4-BE49-F238E27FC236}">
                  <a16:creationId xmlns:a16="http://schemas.microsoft.com/office/drawing/2014/main" id="{CB5C8B56-6CBC-BEC6-F976-CA258B61C5B4}"/>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98" name="Rectangle 1697">
              <a:extLst>
                <a:ext uri="{FF2B5EF4-FFF2-40B4-BE49-F238E27FC236}">
                  <a16:creationId xmlns:a16="http://schemas.microsoft.com/office/drawing/2014/main" id="{9C3B52AB-CB49-A31A-E937-9379691099AC}"/>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99" name="Oval 15">
              <a:extLst>
                <a:ext uri="{FF2B5EF4-FFF2-40B4-BE49-F238E27FC236}">
                  <a16:creationId xmlns:a16="http://schemas.microsoft.com/office/drawing/2014/main" id="{733796C4-D5FF-61AA-784B-E987B7209A19}"/>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00" name="Straight Connector 1699">
              <a:extLst>
                <a:ext uri="{FF2B5EF4-FFF2-40B4-BE49-F238E27FC236}">
                  <a16:creationId xmlns:a16="http://schemas.microsoft.com/office/drawing/2014/main" id="{32D40B81-7C8C-2630-F9B7-3617D98C5D3D}"/>
                </a:ext>
              </a:extLst>
            </p:cNvPr>
            <p:cNvCxnSpPr>
              <a:cxnSpLocks/>
              <a:stCxn id="1699"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01" name="Straight Connector 1700">
              <a:extLst>
                <a:ext uri="{FF2B5EF4-FFF2-40B4-BE49-F238E27FC236}">
                  <a16:creationId xmlns:a16="http://schemas.microsoft.com/office/drawing/2014/main" id="{1167211F-9552-FDBF-0E23-FE5FD0A0F573}"/>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14" name="Group 1713">
            <a:extLst>
              <a:ext uri="{FF2B5EF4-FFF2-40B4-BE49-F238E27FC236}">
                <a16:creationId xmlns:a16="http://schemas.microsoft.com/office/drawing/2014/main" id="{C37334E4-4868-7A8D-710D-95D9E720E003}"/>
              </a:ext>
            </a:extLst>
          </p:cNvPr>
          <p:cNvGrpSpPr/>
          <p:nvPr/>
        </p:nvGrpSpPr>
        <p:grpSpPr>
          <a:xfrm>
            <a:off x="5455162" y="2974052"/>
            <a:ext cx="721206" cy="609701"/>
            <a:chOff x="5454383" y="2974054"/>
            <a:chExt cx="721206" cy="609701"/>
          </a:xfrm>
        </p:grpSpPr>
        <p:sp>
          <p:nvSpPr>
            <p:cNvPr id="1715" name="Rectangle 1714">
              <a:extLst>
                <a:ext uri="{FF2B5EF4-FFF2-40B4-BE49-F238E27FC236}">
                  <a16:creationId xmlns:a16="http://schemas.microsoft.com/office/drawing/2014/main" id="{BCD41D98-A45B-699A-6A3E-65DFF4AADBF3}"/>
                </a:ext>
              </a:extLst>
            </p:cNvPr>
            <p:cNvSpPr/>
            <p:nvPr/>
          </p:nvSpPr>
          <p:spPr>
            <a:xfrm>
              <a:off x="5454383"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1716" name="Rectangle 1715">
              <a:extLst>
                <a:ext uri="{FF2B5EF4-FFF2-40B4-BE49-F238E27FC236}">
                  <a16:creationId xmlns:a16="http://schemas.microsoft.com/office/drawing/2014/main" id="{800D15EF-A48E-D35F-7D2A-ECF9BEE4577F}"/>
                </a:ext>
              </a:extLst>
            </p:cNvPr>
            <p:cNvSpPr/>
            <p:nvPr/>
          </p:nvSpPr>
          <p:spPr>
            <a:xfrm flipV="1">
              <a:off x="6064254"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17" name="Oval 15">
              <a:extLst>
                <a:ext uri="{FF2B5EF4-FFF2-40B4-BE49-F238E27FC236}">
                  <a16:creationId xmlns:a16="http://schemas.microsoft.com/office/drawing/2014/main" id="{C754276C-A71E-2A72-85E0-21A35E4CC13E}"/>
                </a:ext>
              </a:extLst>
            </p:cNvPr>
            <p:cNvSpPr/>
            <p:nvPr/>
          </p:nvSpPr>
          <p:spPr>
            <a:xfrm>
              <a:off x="6091643"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18" name="Straight Connector 1717">
              <a:extLst>
                <a:ext uri="{FF2B5EF4-FFF2-40B4-BE49-F238E27FC236}">
                  <a16:creationId xmlns:a16="http://schemas.microsoft.com/office/drawing/2014/main" id="{C8D9D8DB-2A40-1448-F43A-1D0B9AE0790A}"/>
                </a:ext>
              </a:extLst>
            </p:cNvPr>
            <p:cNvCxnSpPr>
              <a:cxnSpLocks/>
              <a:stCxn id="1717" idx="0"/>
            </p:cNvCxnSpPr>
            <p:nvPr/>
          </p:nvCxnSpPr>
          <p:spPr>
            <a:xfrm flipV="1">
              <a:off x="6097339"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19" name="Straight Connector 1718">
              <a:extLst>
                <a:ext uri="{FF2B5EF4-FFF2-40B4-BE49-F238E27FC236}">
                  <a16:creationId xmlns:a16="http://schemas.microsoft.com/office/drawing/2014/main" id="{78703A51-32C7-BF13-6DD1-488C7349E49E}"/>
                </a:ext>
              </a:extLst>
            </p:cNvPr>
            <p:cNvCxnSpPr>
              <a:cxnSpLocks/>
            </p:cNvCxnSpPr>
            <p:nvPr/>
          </p:nvCxnSpPr>
          <p:spPr>
            <a:xfrm>
              <a:off x="6103058"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37" name="Group 1736">
            <a:extLst>
              <a:ext uri="{FF2B5EF4-FFF2-40B4-BE49-F238E27FC236}">
                <a16:creationId xmlns:a16="http://schemas.microsoft.com/office/drawing/2014/main" id="{AF04E21D-5ED4-3EA8-41CB-62FDE693FFAB}"/>
              </a:ext>
            </a:extLst>
          </p:cNvPr>
          <p:cNvGrpSpPr/>
          <p:nvPr/>
        </p:nvGrpSpPr>
        <p:grpSpPr>
          <a:xfrm>
            <a:off x="4618174" y="5130744"/>
            <a:ext cx="721893" cy="609702"/>
            <a:chOff x="4618174" y="5130744"/>
            <a:chExt cx="721893" cy="609702"/>
          </a:xfrm>
        </p:grpSpPr>
        <p:sp>
          <p:nvSpPr>
            <p:cNvPr id="1738" name="Rectangle 1737">
              <a:hlinkHover r:id="" action="ppaction://noaction" highlightClick="1"/>
              <a:extLst>
                <a:ext uri="{FF2B5EF4-FFF2-40B4-BE49-F238E27FC236}">
                  <a16:creationId xmlns:a16="http://schemas.microsoft.com/office/drawing/2014/main" id="{AED179B9-24BF-11E9-D95B-B2FD71F88811}"/>
                </a:ext>
              </a:extLst>
            </p:cNvPr>
            <p:cNvSpPr/>
            <p:nvPr/>
          </p:nvSpPr>
          <p:spPr>
            <a:xfrm>
              <a:off x="4618174" y="5130746"/>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1739" name="Group 1738">
              <a:extLst>
                <a:ext uri="{FF2B5EF4-FFF2-40B4-BE49-F238E27FC236}">
                  <a16:creationId xmlns:a16="http://schemas.microsoft.com/office/drawing/2014/main" id="{0F9A3116-7304-7E76-8D2B-8E2D3163B5CC}"/>
                </a:ext>
              </a:extLst>
            </p:cNvPr>
            <p:cNvGrpSpPr/>
            <p:nvPr/>
          </p:nvGrpSpPr>
          <p:grpSpPr>
            <a:xfrm>
              <a:off x="5210161" y="5130744"/>
              <a:ext cx="129906" cy="127894"/>
              <a:chOff x="1040599" y="2550516"/>
              <a:chExt cx="157050" cy="157050"/>
            </a:xfrm>
          </p:grpSpPr>
          <p:sp>
            <p:nvSpPr>
              <p:cNvPr id="1740" name="Diamond 1739">
                <a:extLst>
                  <a:ext uri="{FF2B5EF4-FFF2-40B4-BE49-F238E27FC236}">
                    <a16:creationId xmlns:a16="http://schemas.microsoft.com/office/drawing/2014/main" id="{F364EFAC-D750-51E5-D3B3-E930CA0C876E}"/>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1" name="Oval 1740">
                <a:extLst>
                  <a:ext uri="{FF2B5EF4-FFF2-40B4-BE49-F238E27FC236}">
                    <a16:creationId xmlns:a16="http://schemas.microsoft.com/office/drawing/2014/main" id="{3A8A91CA-0378-28B0-DC49-9130BDF6EA89}"/>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60" name="Group 1759">
            <a:extLst>
              <a:ext uri="{FF2B5EF4-FFF2-40B4-BE49-F238E27FC236}">
                <a16:creationId xmlns:a16="http://schemas.microsoft.com/office/drawing/2014/main" id="{EF752818-47CB-88E9-5FE1-6397E6541611}"/>
              </a:ext>
            </a:extLst>
          </p:cNvPr>
          <p:cNvGrpSpPr/>
          <p:nvPr/>
        </p:nvGrpSpPr>
        <p:grpSpPr>
          <a:xfrm>
            <a:off x="4605608" y="811556"/>
            <a:ext cx="722055" cy="609701"/>
            <a:chOff x="4605608" y="811556"/>
            <a:chExt cx="722055" cy="609701"/>
          </a:xfrm>
        </p:grpSpPr>
        <p:sp>
          <p:nvSpPr>
            <p:cNvPr id="1761" name="Rectangle 1760">
              <a:extLst>
                <a:ext uri="{FF2B5EF4-FFF2-40B4-BE49-F238E27FC236}">
                  <a16:creationId xmlns:a16="http://schemas.microsoft.com/office/drawing/2014/main" id="{6B530266-429D-002C-F0F3-0C66F8649B1E}"/>
                </a:ext>
              </a:extLst>
            </p:cNvPr>
            <p:cNvSpPr/>
            <p:nvPr/>
          </p:nvSpPr>
          <p:spPr>
            <a:xfrm>
              <a:off x="4605608" y="811556"/>
              <a:ext cx="721203"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On-premises Data Loss Prevention</a:t>
              </a:r>
            </a:p>
          </p:txBody>
        </p:sp>
        <p:sp>
          <p:nvSpPr>
            <p:cNvPr id="1762" name="Rectangle 1761">
              <a:extLst>
                <a:ext uri="{FF2B5EF4-FFF2-40B4-BE49-F238E27FC236}">
                  <a16:creationId xmlns:a16="http://schemas.microsoft.com/office/drawing/2014/main" id="{4CED802D-0891-2BD0-F564-DA82A7507EE8}"/>
                </a:ext>
              </a:extLst>
            </p:cNvPr>
            <p:cNvSpPr/>
            <p:nvPr/>
          </p:nvSpPr>
          <p:spPr>
            <a:xfrm flipV="1">
              <a:off x="5227471"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3" name="Oval 15">
              <a:extLst>
                <a:ext uri="{FF2B5EF4-FFF2-40B4-BE49-F238E27FC236}">
                  <a16:creationId xmlns:a16="http://schemas.microsoft.com/office/drawing/2014/main" id="{CC0644CD-AC48-1FAD-6F69-A757DC834EBD}"/>
                </a:ext>
              </a:extLst>
            </p:cNvPr>
            <p:cNvSpPr/>
            <p:nvPr/>
          </p:nvSpPr>
          <p:spPr>
            <a:xfrm>
              <a:off x="5254860"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64" name="Straight Connector 1763">
              <a:extLst>
                <a:ext uri="{FF2B5EF4-FFF2-40B4-BE49-F238E27FC236}">
                  <a16:creationId xmlns:a16="http://schemas.microsoft.com/office/drawing/2014/main" id="{E35A5F10-1229-9062-5DCC-373C1C0F3E7B}"/>
                </a:ext>
              </a:extLst>
            </p:cNvPr>
            <p:cNvCxnSpPr>
              <a:cxnSpLocks/>
              <a:stCxn id="1763" idx="0"/>
            </p:cNvCxnSpPr>
            <p:nvPr/>
          </p:nvCxnSpPr>
          <p:spPr>
            <a:xfrm flipV="1">
              <a:off x="5260557"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65" name="Straight Connector 1764">
              <a:extLst>
                <a:ext uri="{FF2B5EF4-FFF2-40B4-BE49-F238E27FC236}">
                  <a16:creationId xmlns:a16="http://schemas.microsoft.com/office/drawing/2014/main" id="{E5BDABCE-ADC3-CC69-62B1-0D31A8C5DDB2}"/>
                </a:ext>
              </a:extLst>
            </p:cNvPr>
            <p:cNvCxnSpPr>
              <a:cxnSpLocks/>
            </p:cNvCxnSpPr>
            <p:nvPr/>
          </p:nvCxnSpPr>
          <p:spPr>
            <a:xfrm>
              <a:off x="5266276"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00" name="Group 1799">
            <a:extLst>
              <a:ext uri="{FF2B5EF4-FFF2-40B4-BE49-F238E27FC236}">
                <a16:creationId xmlns:a16="http://schemas.microsoft.com/office/drawing/2014/main" id="{32691053-E099-9D25-D2A3-B4E135E4AB2F}"/>
              </a:ext>
            </a:extLst>
          </p:cNvPr>
          <p:cNvGrpSpPr/>
          <p:nvPr/>
        </p:nvGrpSpPr>
        <p:grpSpPr>
          <a:xfrm>
            <a:off x="431659" y="1532275"/>
            <a:ext cx="721893" cy="610039"/>
            <a:chOff x="431659" y="1532275"/>
            <a:chExt cx="721893" cy="610039"/>
          </a:xfrm>
        </p:grpSpPr>
        <p:sp>
          <p:nvSpPr>
            <p:cNvPr id="1801" name="Rectangle 1800">
              <a:extLst>
                <a:ext uri="{FF2B5EF4-FFF2-40B4-BE49-F238E27FC236}">
                  <a16:creationId xmlns:a16="http://schemas.microsoft.com/office/drawing/2014/main" id="{F3BC5287-FBE2-7F0A-C1D0-BBF1AB86E823}"/>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1802" name="Right Triangle 1801">
              <a:extLst>
                <a:ext uri="{FF2B5EF4-FFF2-40B4-BE49-F238E27FC236}">
                  <a16:creationId xmlns:a16="http://schemas.microsoft.com/office/drawing/2014/main" id="{13069987-4AA5-F87D-0E6C-CF562BE3B6D2}"/>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803" name="Group 1802">
              <a:extLst>
                <a:ext uri="{FF2B5EF4-FFF2-40B4-BE49-F238E27FC236}">
                  <a16:creationId xmlns:a16="http://schemas.microsoft.com/office/drawing/2014/main" id="{4403D87D-4824-AAF3-0630-7E46EEAE76A1}"/>
                </a:ext>
              </a:extLst>
            </p:cNvPr>
            <p:cNvGrpSpPr/>
            <p:nvPr/>
          </p:nvGrpSpPr>
          <p:grpSpPr>
            <a:xfrm>
              <a:off x="1102941" y="1538369"/>
              <a:ext cx="37817" cy="61390"/>
              <a:chOff x="3883481" y="2057400"/>
              <a:chExt cx="1608363" cy="2652031"/>
            </a:xfrm>
            <a:solidFill>
              <a:srgbClr val="A6A6A6"/>
            </a:solidFill>
          </p:grpSpPr>
          <p:sp>
            <p:nvSpPr>
              <p:cNvPr id="1804" name="Oval 27">
                <a:extLst>
                  <a:ext uri="{FF2B5EF4-FFF2-40B4-BE49-F238E27FC236}">
                    <a16:creationId xmlns:a16="http://schemas.microsoft.com/office/drawing/2014/main" id="{19805D19-FDBD-8075-056C-5ACEFC1233D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05" name="Oval 28">
                <a:extLst>
                  <a:ext uri="{FF2B5EF4-FFF2-40B4-BE49-F238E27FC236}">
                    <a16:creationId xmlns:a16="http://schemas.microsoft.com/office/drawing/2014/main" id="{ECC91D1D-D300-B9EB-59BB-FBB1DDE1625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14" name="Group 1813">
            <a:extLst>
              <a:ext uri="{FF2B5EF4-FFF2-40B4-BE49-F238E27FC236}">
                <a16:creationId xmlns:a16="http://schemas.microsoft.com/office/drawing/2014/main" id="{5B9FCB7C-FCFA-AC5D-159B-C8E44D73427B}"/>
              </a:ext>
            </a:extLst>
          </p:cNvPr>
          <p:cNvGrpSpPr/>
          <p:nvPr/>
        </p:nvGrpSpPr>
        <p:grpSpPr>
          <a:xfrm>
            <a:off x="1268379" y="2974054"/>
            <a:ext cx="721206" cy="609701"/>
            <a:chOff x="1268379" y="2974054"/>
            <a:chExt cx="721206" cy="609701"/>
          </a:xfrm>
        </p:grpSpPr>
        <p:sp>
          <p:nvSpPr>
            <p:cNvPr id="1815" name="Rectangle 1814">
              <a:extLst>
                <a:ext uri="{FF2B5EF4-FFF2-40B4-BE49-F238E27FC236}">
                  <a16:creationId xmlns:a16="http://schemas.microsoft.com/office/drawing/2014/main" id="{D88B7BB1-9C06-D7DC-2C82-32027B223C79}"/>
                </a:ext>
              </a:extLst>
            </p:cNvPr>
            <p:cNvSpPr/>
            <p:nvPr/>
          </p:nvSpPr>
          <p:spPr>
            <a:xfrm>
              <a:off x="126837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1816" name="Right Triangle 1815">
              <a:extLst>
                <a:ext uri="{FF2B5EF4-FFF2-40B4-BE49-F238E27FC236}">
                  <a16:creationId xmlns:a16="http://schemas.microsoft.com/office/drawing/2014/main" id="{AAE087AB-3DE0-7BD3-0EC7-192D460B7CEA}"/>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817" name="Group 1816">
              <a:extLst>
                <a:ext uri="{FF2B5EF4-FFF2-40B4-BE49-F238E27FC236}">
                  <a16:creationId xmlns:a16="http://schemas.microsoft.com/office/drawing/2014/main" id="{4C3BDC63-A27F-C67C-7936-F8ABBD96B60C}"/>
                </a:ext>
              </a:extLst>
            </p:cNvPr>
            <p:cNvGrpSpPr/>
            <p:nvPr/>
          </p:nvGrpSpPr>
          <p:grpSpPr>
            <a:xfrm>
              <a:off x="1938974" y="2986444"/>
              <a:ext cx="37817" cy="61390"/>
              <a:chOff x="3883481" y="2057400"/>
              <a:chExt cx="1608363" cy="2652031"/>
            </a:xfrm>
            <a:solidFill>
              <a:srgbClr val="A6A6A6"/>
            </a:solidFill>
          </p:grpSpPr>
          <p:sp>
            <p:nvSpPr>
              <p:cNvPr id="1818" name="Oval 27">
                <a:extLst>
                  <a:ext uri="{FF2B5EF4-FFF2-40B4-BE49-F238E27FC236}">
                    <a16:creationId xmlns:a16="http://schemas.microsoft.com/office/drawing/2014/main" id="{FE4F21F5-06BF-9E74-FA9F-7AFC8975995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19" name="Oval 28">
                <a:extLst>
                  <a:ext uri="{FF2B5EF4-FFF2-40B4-BE49-F238E27FC236}">
                    <a16:creationId xmlns:a16="http://schemas.microsoft.com/office/drawing/2014/main" id="{12B5118F-C76A-8C49-E05D-10EDF5F4E92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 name="Group 1">
            <a:extLst>
              <a:ext uri="{FF2B5EF4-FFF2-40B4-BE49-F238E27FC236}">
                <a16:creationId xmlns:a16="http://schemas.microsoft.com/office/drawing/2014/main" id="{25FC83B0-B850-CED9-D8B4-97615FED5A0D}"/>
              </a:ext>
            </a:extLst>
          </p:cNvPr>
          <p:cNvGrpSpPr/>
          <p:nvPr/>
        </p:nvGrpSpPr>
        <p:grpSpPr>
          <a:xfrm>
            <a:off x="11356003" y="4416261"/>
            <a:ext cx="721206" cy="609701"/>
            <a:chOff x="11356003" y="4416261"/>
            <a:chExt cx="721206" cy="609701"/>
          </a:xfrm>
        </p:grpSpPr>
        <p:sp>
          <p:nvSpPr>
            <p:cNvPr id="3" name="Rectangle 2">
              <a:hlinkHover r:id="" action="ppaction://noaction" highlightClick="1"/>
              <a:extLst>
                <a:ext uri="{FF2B5EF4-FFF2-40B4-BE49-F238E27FC236}">
                  <a16:creationId xmlns:a16="http://schemas.microsoft.com/office/drawing/2014/main" id="{C80FFA2E-5F0E-B842-5A09-60C8EF1BA469}"/>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4" name="Oval 3">
              <a:extLst>
                <a:ext uri="{FF2B5EF4-FFF2-40B4-BE49-F238E27FC236}">
                  <a16:creationId xmlns:a16="http://schemas.microsoft.com/office/drawing/2014/main" id="{04B25D75-A110-0111-D8DF-476BDA45DD3A}"/>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 name="Isosceles Triangle 648">
              <a:extLst>
                <a:ext uri="{FF2B5EF4-FFF2-40B4-BE49-F238E27FC236}">
                  <a16:creationId xmlns:a16="http://schemas.microsoft.com/office/drawing/2014/main" id="{61A6DF9A-8108-DAF2-6DFD-75CA1D8282A9}"/>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0" name="Group 29">
            <a:extLst>
              <a:ext uri="{FF2B5EF4-FFF2-40B4-BE49-F238E27FC236}">
                <a16:creationId xmlns:a16="http://schemas.microsoft.com/office/drawing/2014/main" id="{99692776-D155-370C-3ED6-48B724730851}"/>
              </a:ext>
            </a:extLst>
          </p:cNvPr>
          <p:cNvGrpSpPr/>
          <p:nvPr/>
        </p:nvGrpSpPr>
        <p:grpSpPr>
          <a:xfrm>
            <a:off x="3779083" y="3698227"/>
            <a:ext cx="721206" cy="609701"/>
            <a:chOff x="3779083" y="3698227"/>
            <a:chExt cx="721206" cy="609701"/>
          </a:xfrm>
        </p:grpSpPr>
        <p:sp>
          <p:nvSpPr>
            <p:cNvPr id="31" name="Rectangle 30">
              <a:extLst>
                <a:ext uri="{FF2B5EF4-FFF2-40B4-BE49-F238E27FC236}">
                  <a16:creationId xmlns:a16="http://schemas.microsoft.com/office/drawing/2014/main" id="{2A070D97-9828-F6FC-B5B0-F05E3752756A}"/>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34" name="Right Triangle 33">
              <a:extLst>
                <a:ext uri="{FF2B5EF4-FFF2-40B4-BE49-F238E27FC236}">
                  <a16:creationId xmlns:a16="http://schemas.microsoft.com/office/drawing/2014/main" id="{D4E3574C-FA50-9E96-9E26-3BA28BC7425A}"/>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7" name="Group 36">
              <a:extLst>
                <a:ext uri="{FF2B5EF4-FFF2-40B4-BE49-F238E27FC236}">
                  <a16:creationId xmlns:a16="http://schemas.microsoft.com/office/drawing/2014/main" id="{6ECBB83F-2774-9896-B35F-D980362C2E7A}"/>
                </a:ext>
              </a:extLst>
            </p:cNvPr>
            <p:cNvGrpSpPr/>
            <p:nvPr/>
          </p:nvGrpSpPr>
          <p:grpSpPr>
            <a:xfrm>
              <a:off x="4448518" y="3706736"/>
              <a:ext cx="37817" cy="61390"/>
              <a:chOff x="3883481" y="2057400"/>
              <a:chExt cx="1608363" cy="2652031"/>
            </a:xfrm>
            <a:solidFill>
              <a:srgbClr val="A6A6A6"/>
            </a:solidFill>
          </p:grpSpPr>
          <p:sp>
            <p:nvSpPr>
              <p:cNvPr id="38" name="Oval 27">
                <a:extLst>
                  <a:ext uri="{FF2B5EF4-FFF2-40B4-BE49-F238E27FC236}">
                    <a16:creationId xmlns:a16="http://schemas.microsoft.com/office/drawing/2014/main" id="{A2B986AB-4113-DBBB-386F-220F95F4500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 name="Oval 28">
                <a:extLst>
                  <a:ext uri="{FF2B5EF4-FFF2-40B4-BE49-F238E27FC236}">
                    <a16:creationId xmlns:a16="http://schemas.microsoft.com/office/drawing/2014/main" id="{320445CD-36C4-37E9-7503-68B83C1DDA0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2" name="Group 41">
            <a:extLst>
              <a:ext uri="{FF2B5EF4-FFF2-40B4-BE49-F238E27FC236}">
                <a16:creationId xmlns:a16="http://schemas.microsoft.com/office/drawing/2014/main" id="{85C4A2D0-4649-F934-9531-0797EFD94E56}"/>
              </a:ext>
            </a:extLst>
          </p:cNvPr>
          <p:cNvGrpSpPr/>
          <p:nvPr/>
        </p:nvGrpSpPr>
        <p:grpSpPr>
          <a:xfrm>
            <a:off x="2099602" y="5136552"/>
            <a:ext cx="721206" cy="609701"/>
            <a:chOff x="2099602" y="5136552"/>
            <a:chExt cx="721206" cy="609701"/>
          </a:xfrm>
        </p:grpSpPr>
        <p:sp>
          <p:nvSpPr>
            <p:cNvPr id="43" name="Rectangle 42">
              <a:extLst>
                <a:ext uri="{FF2B5EF4-FFF2-40B4-BE49-F238E27FC236}">
                  <a16:creationId xmlns:a16="http://schemas.microsoft.com/office/drawing/2014/main" id="{CB00E8BB-124B-120E-A05E-FD6E8C167846}"/>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44" name="Right Triangle 43">
              <a:extLst>
                <a:ext uri="{FF2B5EF4-FFF2-40B4-BE49-F238E27FC236}">
                  <a16:creationId xmlns:a16="http://schemas.microsoft.com/office/drawing/2014/main" id="{42D75AED-087D-AD45-1174-6D45B42225E9}"/>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5" name="Group 44">
              <a:extLst>
                <a:ext uri="{FF2B5EF4-FFF2-40B4-BE49-F238E27FC236}">
                  <a16:creationId xmlns:a16="http://schemas.microsoft.com/office/drawing/2014/main" id="{5225013F-FEF1-85B7-5971-6BC765F41210}"/>
                </a:ext>
              </a:extLst>
            </p:cNvPr>
            <p:cNvGrpSpPr/>
            <p:nvPr/>
          </p:nvGrpSpPr>
          <p:grpSpPr>
            <a:xfrm>
              <a:off x="2765664" y="5151370"/>
              <a:ext cx="37817" cy="61390"/>
              <a:chOff x="3883481" y="2057400"/>
              <a:chExt cx="1608363" cy="2652031"/>
            </a:xfrm>
            <a:solidFill>
              <a:srgbClr val="A6A6A6"/>
            </a:solidFill>
          </p:grpSpPr>
          <p:sp>
            <p:nvSpPr>
              <p:cNvPr id="46" name="Oval 27">
                <a:extLst>
                  <a:ext uri="{FF2B5EF4-FFF2-40B4-BE49-F238E27FC236}">
                    <a16:creationId xmlns:a16="http://schemas.microsoft.com/office/drawing/2014/main" id="{3A41F401-3AF5-C090-30E3-013F6E0B995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 name="Oval 28">
                <a:extLst>
                  <a:ext uri="{FF2B5EF4-FFF2-40B4-BE49-F238E27FC236}">
                    <a16:creationId xmlns:a16="http://schemas.microsoft.com/office/drawing/2014/main" id="{2AD3A5DF-4B52-EB9E-A3A9-0D8D3F65BCC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5" name="Group 74">
            <a:extLst>
              <a:ext uri="{FF2B5EF4-FFF2-40B4-BE49-F238E27FC236}">
                <a16:creationId xmlns:a16="http://schemas.microsoft.com/office/drawing/2014/main" id="{21901DAE-4F33-EBA5-3A2E-238D2BBBA3DB}"/>
              </a:ext>
            </a:extLst>
          </p:cNvPr>
          <p:cNvGrpSpPr/>
          <p:nvPr/>
        </p:nvGrpSpPr>
        <p:grpSpPr>
          <a:xfrm>
            <a:off x="2100388" y="4419620"/>
            <a:ext cx="721206" cy="609701"/>
            <a:chOff x="2100388" y="4419620"/>
            <a:chExt cx="721206" cy="609701"/>
          </a:xfrm>
        </p:grpSpPr>
        <p:sp>
          <p:nvSpPr>
            <p:cNvPr id="76" name="Rectangle 75">
              <a:extLst>
                <a:ext uri="{FF2B5EF4-FFF2-40B4-BE49-F238E27FC236}">
                  <a16:creationId xmlns:a16="http://schemas.microsoft.com/office/drawing/2014/main" id="{AA052A84-B1A0-8580-EABB-B5FDF70B0856}"/>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77" name="Right Triangle 76">
              <a:extLst>
                <a:ext uri="{FF2B5EF4-FFF2-40B4-BE49-F238E27FC236}">
                  <a16:creationId xmlns:a16="http://schemas.microsoft.com/office/drawing/2014/main" id="{332E2DA9-6525-D98E-E7BC-158D93AF5534}"/>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8" name="Group 77">
              <a:extLst>
                <a:ext uri="{FF2B5EF4-FFF2-40B4-BE49-F238E27FC236}">
                  <a16:creationId xmlns:a16="http://schemas.microsoft.com/office/drawing/2014/main" id="{06D63D73-0971-2B69-3FB1-600D83E23FEC}"/>
                </a:ext>
              </a:extLst>
            </p:cNvPr>
            <p:cNvGrpSpPr/>
            <p:nvPr/>
          </p:nvGrpSpPr>
          <p:grpSpPr>
            <a:xfrm>
              <a:off x="2769861" y="4434438"/>
              <a:ext cx="37817" cy="61390"/>
              <a:chOff x="3883481" y="2057400"/>
              <a:chExt cx="1608363" cy="2652031"/>
            </a:xfrm>
            <a:solidFill>
              <a:srgbClr val="A6A6A6"/>
            </a:solidFill>
          </p:grpSpPr>
          <p:sp>
            <p:nvSpPr>
              <p:cNvPr id="79" name="Oval 27">
                <a:extLst>
                  <a:ext uri="{FF2B5EF4-FFF2-40B4-BE49-F238E27FC236}">
                    <a16:creationId xmlns:a16="http://schemas.microsoft.com/office/drawing/2014/main" id="{C55FCB80-3C5A-D68C-C896-B5259F70027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 name="Oval 28">
                <a:extLst>
                  <a:ext uri="{FF2B5EF4-FFF2-40B4-BE49-F238E27FC236}">
                    <a16:creationId xmlns:a16="http://schemas.microsoft.com/office/drawing/2014/main" id="{8EFAA8D7-80C1-165F-4056-F92684AEAD8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1" name="Group 80">
            <a:extLst>
              <a:ext uri="{FF2B5EF4-FFF2-40B4-BE49-F238E27FC236}">
                <a16:creationId xmlns:a16="http://schemas.microsoft.com/office/drawing/2014/main" id="{44D5382A-BE26-2E21-1FAC-BC78EB8FEA66}"/>
              </a:ext>
            </a:extLst>
          </p:cNvPr>
          <p:cNvGrpSpPr/>
          <p:nvPr/>
        </p:nvGrpSpPr>
        <p:grpSpPr>
          <a:xfrm>
            <a:off x="4615774" y="3698231"/>
            <a:ext cx="721206" cy="609701"/>
            <a:chOff x="4615774" y="3698231"/>
            <a:chExt cx="721206" cy="609701"/>
          </a:xfrm>
        </p:grpSpPr>
        <p:sp>
          <p:nvSpPr>
            <p:cNvPr id="82" name="Rectangle 81">
              <a:hlinkHover r:id="" action="ppaction://noaction" highlightClick="1"/>
              <a:extLst>
                <a:ext uri="{FF2B5EF4-FFF2-40B4-BE49-F238E27FC236}">
                  <a16:creationId xmlns:a16="http://schemas.microsoft.com/office/drawing/2014/main" id="{E130E1EC-5263-B4BC-CD8F-BD20444B57B9}"/>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83" name="Oval 82">
              <a:extLst>
                <a:ext uri="{FF2B5EF4-FFF2-40B4-BE49-F238E27FC236}">
                  <a16:creationId xmlns:a16="http://schemas.microsoft.com/office/drawing/2014/main" id="{D557507A-DB88-1A34-ED96-C5E937A465C5}"/>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 name="Isosceles Triangle 648">
              <a:extLst>
                <a:ext uri="{FF2B5EF4-FFF2-40B4-BE49-F238E27FC236}">
                  <a16:creationId xmlns:a16="http://schemas.microsoft.com/office/drawing/2014/main" id="{5AB65700-AA96-B4BC-5692-3684F9793231}"/>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 name="Group 93">
            <a:extLst>
              <a:ext uri="{FF2B5EF4-FFF2-40B4-BE49-F238E27FC236}">
                <a16:creationId xmlns:a16="http://schemas.microsoft.com/office/drawing/2014/main" id="{7D3A13AA-28D2-DC0D-3A68-3F61BF336E3B}"/>
              </a:ext>
            </a:extLst>
          </p:cNvPr>
          <p:cNvGrpSpPr/>
          <p:nvPr/>
        </p:nvGrpSpPr>
        <p:grpSpPr>
          <a:xfrm>
            <a:off x="8807246" y="1508831"/>
            <a:ext cx="721206" cy="609701"/>
            <a:chOff x="8807246" y="1532278"/>
            <a:chExt cx="721206" cy="609701"/>
          </a:xfrm>
        </p:grpSpPr>
        <p:sp>
          <p:nvSpPr>
            <p:cNvPr id="95" name="Rectangle 94">
              <a:hlinkHover r:id="" action="ppaction://noaction" highlightClick="1"/>
              <a:extLst>
                <a:ext uri="{FF2B5EF4-FFF2-40B4-BE49-F238E27FC236}">
                  <a16:creationId xmlns:a16="http://schemas.microsoft.com/office/drawing/2014/main" id="{4D7B4A59-0357-8948-3F4F-552807ABB4FB}"/>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102" name="Oval 101">
              <a:extLst>
                <a:ext uri="{FF2B5EF4-FFF2-40B4-BE49-F238E27FC236}">
                  <a16:creationId xmlns:a16="http://schemas.microsoft.com/office/drawing/2014/main" id="{0AFD021F-0FE5-6244-0812-363225EF9B8B}"/>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 name="Isosceles Triangle 648">
              <a:extLst>
                <a:ext uri="{FF2B5EF4-FFF2-40B4-BE49-F238E27FC236}">
                  <a16:creationId xmlns:a16="http://schemas.microsoft.com/office/drawing/2014/main" id="{7C8D641E-1BC1-D3D4-356E-0C412FD2744F}"/>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 name="Group 103">
            <a:extLst>
              <a:ext uri="{FF2B5EF4-FFF2-40B4-BE49-F238E27FC236}">
                <a16:creationId xmlns:a16="http://schemas.microsoft.com/office/drawing/2014/main" id="{0CF3F65E-AC9F-A6FB-5FFF-FF28AB1DEAC2}"/>
              </a:ext>
            </a:extLst>
          </p:cNvPr>
          <p:cNvGrpSpPr/>
          <p:nvPr/>
        </p:nvGrpSpPr>
        <p:grpSpPr>
          <a:xfrm>
            <a:off x="11356242" y="1508829"/>
            <a:ext cx="721206" cy="609701"/>
            <a:chOff x="11356242" y="1532276"/>
            <a:chExt cx="721206" cy="609701"/>
          </a:xfrm>
        </p:grpSpPr>
        <p:sp>
          <p:nvSpPr>
            <p:cNvPr id="105" name="Rectangle 104">
              <a:hlinkHover r:id="" action="ppaction://noaction" highlightClick="1"/>
              <a:extLst>
                <a:ext uri="{FF2B5EF4-FFF2-40B4-BE49-F238E27FC236}">
                  <a16:creationId xmlns:a16="http://schemas.microsoft.com/office/drawing/2014/main" id="{8DD63FA4-EEBF-58BA-22D5-F19EA37880D6}"/>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106" name="Oval 105">
              <a:extLst>
                <a:ext uri="{FF2B5EF4-FFF2-40B4-BE49-F238E27FC236}">
                  <a16:creationId xmlns:a16="http://schemas.microsoft.com/office/drawing/2014/main" id="{A30EDB90-E2BB-0EF3-D5AB-0F5701135075}"/>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 name="Isosceles Triangle 648">
              <a:extLst>
                <a:ext uri="{FF2B5EF4-FFF2-40B4-BE49-F238E27FC236}">
                  <a16:creationId xmlns:a16="http://schemas.microsoft.com/office/drawing/2014/main" id="{8E7574B5-8FAB-5A34-8D5F-888C1CC6A495}"/>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8" name="Group 107">
            <a:extLst>
              <a:ext uri="{FF2B5EF4-FFF2-40B4-BE49-F238E27FC236}">
                <a16:creationId xmlns:a16="http://schemas.microsoft.com/office/drawing/2014/main" id="{21FC1CEC-8279-3E0D-F4E1-32A886B05A6D}"/>
              </a:ext>
            </a:extLst>
          </p:cNvPr>
          <p:cNvGrpSpPr/>
          <p:nvPr/>
        </p:nvGrpSpPr>
        <p:grpSpPr>
          <a:xfrm>
            <a:off x="7116512" y="812701"/>
            <a:ext cx="721206" cy="609701"/>
            <a:chOff x="7957576" y="811556"/>
            <a:chExt cx="721206" cy="609701"/>
          </a:xfrm>
        </p:grpSpPr>
        <p:sp>
          <p:nvSpPr>
            <p:cNvPr id="109" name="Rectangle 108">
              <a:extLst>
                <a:ext uri="{FF2B5EF4-FFF2-40B4-BE49-F238E27FC236}">
                  <a16:creationId xmlns:a16="http://schemas.microsoft.com/office/drawing/2014/main" id="{DB3448B3-CC7B-3315-1758-0B128B728E1F}"/>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 for AI</a:t>
              </a:r>
            </a:p>
          </p:txBody>
        </p:sp>
        <p:sp>
          <p:nvSpPr>
            <p:cNvPr id="110" name="Rectangle 109">
              <a:extLst>
                <a:ext uri="{FF2B5EF4-FFF2-40B4-BE49-F238E27FC236}">
                  <a16:creationId xmlns:a16="http://schemas.microsoft.com/office/drawing/2014/main" id="{CDD0EACD-F5EB-D4A5-5968-F211E9A45B83}"/>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1" name="Oval 15">
              <a:extLst>
                <a:ext uri="{FF2B5EF4-FFF2-40B4-BE49-F238E27FC236}">
                  <a16:creationId xmlns:a16="http://schemas.microsoft.com/office/drawing/2014/main" id="{F5D361DA-28D1-D4B4-255E-109F0FF15580}"/>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2" name="Straight Connector 111">
              <a:extLst>
                <a:ext uri="{FF2B5EF4-FFF2-40B4-BE49-F238E27FC236}">
                  <a16:creationId xmlns:a16="http://schemas.microsoft.com/office/drawing/2014/main" id="{85EB6D62-6F49-5071-4C85-F3E0FC78F691}"/>
                </a:ext>
              </a:extLst>
            </p:cNvPr>
            <p:cNvCxnSpPr>
              <a:cxnSpLocks/>
              <a:stCxn id="111"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3" name="Straight Connector 112">
              <a:extLst>
                <a:ext uri="{FF2B5EF4-FFF2-40B4-BE49-F238E27FC236}">
                  <a16:creationId xmlns:a16="http://schemas.microsoft.com/office/drawing/2014/main" id="{BB1E5497-A756-026D-2D64-409E3C6F4DF8}"/>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1" name="Group 130">
            <a:extLst>
              <a:ext uri="{FF2B5EF4-FFF2-40B4-BE49-F238E27FC236}">
                <a16:creationId xmlns:a16="http://schemas.microsoft.com/office/drawing/2014/main" id="{A7B62A04-2EC4-D9D4-52A2-3949AE136FB0}"/>
              </a:ext>
            </a:extLst>
          </p:cNvPr>
          <p:cNvGrpSpPr/>
          <p:nvPr/>
        </p:nvGrpSpPr>
        <p:grpSpPr>
          <a:xfrm>
            <a:off x="3776511" y="2974054"/>
            <a:ext cx="724141" cy="609701"/>
            <a:chOff x="3776511" y="2974054"/>
            <a:chExt cx="724141" cy="609701"/>
          </a:xfrm>
        </p:grpSpPr>
        <p:sp>
          <p:nvSpPr>
            <p:cNvPr id="132" name="Rectangle 131">
              <a:extLst>
                <a:ext uri="{FF2B5EF4-FFF2-40B4-BE49-F238E27FC236}">
                  <a16:creationId xmlns:a16="http://schemas.microsoft.com/office/drawing/2014/main" id="{5443B262-F003-23D5-15F8-B129ADDC3526}"/>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133" name="Right Triangle 132">
              <a:extLst>
                <a:ext uri="{FF2B5EF4-FFF2-40B4-BE49-F238E27FC236}">
                  <a16:creationId xmlns:a16="http://schemas.microsoft.com/office/drawing/2014/main" id="{66E46E9C-2493-C9E5-15C5-B5AE620285A0}"/>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4" name="Group 133">
              <a:extLst>
                <a:ext uri="{FF2B5EF4-FFF2-40B4-BE49-F238E27FC236}">
                  <a16:creationId xmlns:a16="http://schemas.microsoft.com/office/drawing/2014/main" id="{CD835281-3905-089E-9DD5-E19A2280E343}"/>
                </a:ext>
              </a:extLst>
            </p:cNvPr>
            <p:cNvGrpSpPr/>
            <p:nvPr/>
          </p:nvGrpSpPr>
          <p:grpSpPr>
            <a:xfrm>
              <a:off x="4450041" y="2982563"/>
              <a:ext cx="37817" cy="61390"/>
              <a:chOff x="3883481" y="2057400"/>
              <a:chExt cx="1608363" cy="2652031"/>
            </a:xfrm>
            <a:solidFill>
              <a:srgbClr val="A6A6A6"/>
            </a:solidFill>
          </p:grpSpPr>
          <p:sp>
            <p:nvSpPr>
              <p:cNvPr id="135" name="Oval 27">
                <a:extLst>
                  <a:ext uri="{FF2B5EF4-FFF2-40B4-BE49-F238E27FC236}">
                    <a16:creationId xmlns:a16="http://schemas.microsoft.com/office/drawing/2014/main" id="{6060405B-83CE-1BEF-95AF-3AC78E16035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Oval 28">
                <a:extLst>
                  <a:ext uri="{FF2B5EF4-FFF2-40B4-BE49-F238E27FC236}">
                    <a16:creationId xmlns:a16="http://schemas.microsoft.com/office/drawing/2014/main" id="{46EC2A58-85C1-F2FD-522A-7B874A30A81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6E92783D-725F-A343-D160-DA5C8A0EAC1D}"/>
              </a:ext>
            </a:extLst>
          </p:cNvPr>
          <p:cNvGrpSpPr/>
          <p:nvPr/>
        </p:nvGrpSpPr>
        <p:grpSpPr>
          <a:xfrm>
            <a:off x="7905566" y="751337"/>
            <a:ext cx="3396155" cy="4999377"/>
            <a:chOff x="7905566" y="751337"/>
            <a:chExt cx="3396155" cy="4999377"/>
          </a:xfrm>
        </p:grpSpPr>
        <p:cxnSp>
          <p:nvCxnSpPr>
            <p:cNvPr id="138" name="Straight Connector 137">
              <a:extLst>
                <a:ext uri="{FF2B5EF4-FFF2-40B4-BE49-F238E27FC236}">
                  <a16:creationId xmlns:a16="http://schemas.microsoft.com/office/drawing/2014/main" id="{6E13CA8E-7F3A-F48A-80A1-DA902CC23520}"/>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B203298A-5C89-9563-29C8-560B6DB9D8C8}"/>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1FA5D2FE-E15A-D182-F99C-F7EB9764AB90}"/>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8BB39CF6-51EB-498C-EC69-2E9B7E9EAE7C}"/>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1D920243-5211-574C-B42D-2BA67A9A6701}"/>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BBC2710-1BCD-6A1C-17FC-65D8AA14B930}"/>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EC2B0698-A7CD-14BA-0E41-B9D6D700C5D0}"/>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45" name="Straight Connector 144">
            <a:extLst>
              <a:ext uri="{FF2B5EF4-FFF2-40B4-BE49-F238E27FC236}">
                <a16:creationId xmlns:a16="http://schemas.microsoft.com/office/drawing/2014/main" id="{536C5A28-6BDA-EF1F-DAD7-033674EE3FD0}"/>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46" name="Group 145">
            <a:extLst>
              <a:ext uri="{FF2B5EF4-FFF2-40B4-BE49-F238E27FC236}">
                <a16:creationId xmlns:a16="http://schemas.microsoft.com/office/drawing/2014/main" id="{AEBDCC62-3048-0E05-B6C1-BBAF52F2A464}"/>
              </a:ext>
            </a:extLst>
          </p:cNvPr>
          <p:cNvGrpSpPr/>
          <p:nvPr/>
        </p:nvGrpSpPr>
        <p:grpSpPr>
          <a:xfrm>
            <a:off x="9654676" y="814462"/>
            <a:ext cx="721206" cy="609701"/>
            <a:chOff x="9657965" y="90836"/>
            <a:chExt cx="721206" cy="609701"/>
          </a:xfrm>
        </p:grpSpPr>
        <p:sp>
          <p:nvSpPr>
            <p:cNvPr id="147" name="Rectangle 146">
              <a:hlinkHover r:id="" action="ppaction://noaction" highlightClick="1"/>
              <a:extLst>
                <a:ext uri="{FF2B5EF4-FFF2-40B4-BE49-F238E27FC236}">
                  <a16:creationId xmlns:a16="http://schemas.microsoft.com/office/drawing/2014/main" id="{6271746E-B167-0CCB-8235-C816C7B142F1}"/>
                </a:ext>
              </a:extLst>
            </p:cNvPr>
            <p:cNvSpPr/>
            <p:nvPr/>
          </p:nvSpPr>
          <p:spPr>
            <a:xfrm>
              <a:off x="9657965" y="9083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148" name="Diamond 147">
              <a:extLst>
                <a:ext uri="{FF2B5EF4-FFF2-40B4-BE49-F238E27FC236}">
                  <a16:creationId xmlns:a16="http://schemas.microsoft.com/office/drawing/2014/main" id="{011DD029-3871-7209-F327-90B2F65AF18F}"/>
                </a:ext>
              </a:extLst>
            </p:cNvPr>
            <p:cNvSpPr/>
            <p:nvPr/>
          </p:nvSpPr>
          <p:spPr>
            <a:xfrm>
              <a:off x="10242663" y="9318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 name="Oval 148">
              <a:extLst>
                <a:ext uri="{FF2B5EF4-FFF2-40B4-BE49-F238E27FC236}">
                  <a16:creationId xmlns:a16="http://schemas.microsoft.com/office/drawing/2014/main" id="{19104196-E264-E72F-8509-FD41514CB8C4}"/>
                </a:ext>
              </a:extLst>
            </p:cNvPr>
            <p:cNvSpPr/>
            <p:nvPr/>
          </p:nvSpPr>
          <p:spPr>
            <a:xfrm>
              <a:off x="10276866" y="12667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0" name="Group 149">
            <a:extLst>
              <a:ext uri="{FF2B5EF4-FFF2-40B4-BE49-F238E27FC236}">
                <a16:creationId xmlns:a16="http://schemas.microsoft.com/office/drawing/2014/main" id="{CF94B49E-514A-3C2A-E150-AE0BEEC1AD46}"/>
              </a:ext>
            </a:extLst>
          </p:cNvPr>
          <p:cNvGrpSpPr/>
          <p:nvPr/>
        </p:nvGrpSpPr>
        <p:grpSpPr>
          <a:xfrm>
            <a:off x="2102909" y="811556"/>
            <a:ext cx="721206" cy="609701"/>
            <a:chOff x="2102909" y="811556"/>
            <a:chExt cx="721206" cy="609701"/>
          </a:xfrm>
        </p:grpSpPr>
        <p:sp>
          <p:nvSpPr>
            <p:cNvPr id="151" name="Rectangle 150">
              <a:extLst>
                <a:ext uri="{FF2B5EF4-FFF2-40B4-BE49-F238E27FC236}">
                  <a16:creationId xmlns:a16="http://schemas.microsoft.com/office/drawing/2014/main" id="{08D699FA-0EE3-8FBF-4491-0344C1EF5597}"/>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52" name="Rectangle 151">
              <a:extLst>
                <a:ext uri="{FF2B5EF4-FFF2-40B4-BE49-F238E27FC236}">
                  <a16:creationId xmlns:a16="http://schemas.microsoft.com/office/drawing/2014/main" id="{C184AE8F-C7D1-8723-B484-5C9A4BF515FF}"/>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 name="Oval 15">
              <a:extLst>
                <a:ext uri="{FF2B5EF4-FFF2-40B4-BE49-F238E27FC236}">
                  <a16:creationId xmlns:a16="http://schemas.microsoft.com/office/drawing/2014/main" id="{AC2158B3-6F9D-C1A8-1309-7A51F91BA139}"/>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4" name="Straight Connector 153">
              <a:extLst>
                <a:ext uri="{FF2B5EF4-FFF2-40B4-BE49-F238E27FC236}">
                  <a16:creationId xmlns:a16="http://schemas.microsoft.com/office/drawing/2014/main" id="{F280B6CB-837F-ED7B-413B-BDD57B75F2F2}"/>
                </a:ext>
              </a:extLst>
            </p:cNvPr>
            <p:cNvCxnSpPr>
              <a:cxnSpLocks/>
              <a:stCxn id="153"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5" name="Straight Connector 154">
              <a:extLst>
                <a:ext uri="{FF2B5EF4-FFF2-40B4-BE49-F238E27FC236}">
                  <a16:creationId xmlns:a16="http://schemas.microsoft.com/office/drawing/2014/main" id="{B670CBE6-070A-4BFF-20B0-D99BF7C01ED4}"/>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6" name="Group 155">
            <a:extLst>
              <a:ext uri="{FF2B5EF4-FFF2-40B4-BE49-F238E27FC236}">
                <a16:creationId xmlns:a16="http://schemas.microsoft.com/office/drawing/2014/main" id="{D97365E1-872C-9AE0-AD75-1CA471057ED2}"/>
              </a:ext>
            </a:extLst>
          </p:cNvPr>
          <p:cNvGrpSpPr/>
          <p:nvPr/>
        </p:nvGrpSpPr>
        <p:grpSpPr>
          <a:xfrm>
            <a:off x="10506599" y="811556"/>
            <a:ext cx="721206" cy="609701"/>
            <a:chOff x="10506599" y="811556"/>
            <a:chExt cx="721206" cy="609701"/>
          </a:xfrm>
        </p:grpSpPr>
        <p:sp>
          <p:nvSpPr>
            <p:cNvPr id="157" name="Rectangle 156">
              <a:extLst>
                <a:ext uri="{FF2B5EF4-FFF2-40B4-BE49-F238E27FC236}">
                  <a16:creationId xmlns:a16="http://schemas.microsoft.com/office/drawing/2014/main" id="{1EDF3F0D-0D87-88CB-96ED-D97347A83BE8}"/>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58" name="Rectangle 157">
              <a:extLst>
                <a:ext uri="{FF2B5EF4-FFF2-40B4-BE49-F238E27FC236}">
                  <a16:creationId xmlns:a16="http://schemas.microsoft.com/office/drawing/2014/main" id="{8850B893-51F3-C8AA-1464-55EE1F6F6171}"/>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Oval 15">
              <a:extLst>
                <a:ext uri="{FF2B5EF4-FFF2-40B4-BE49-F238E27FC236}">
                  <a16:creationId xmlns:a16="http://schemas.microsoft.com/office/drawing/2014/main" id="{9B3570A6-70B4-0FFE-5180-578FCCD15175}"/>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0" name="Straight Connector 159">
              <a:extLst>
                <a:ext uri="{FF2B5EF4-FFF2-40B4-BE49-F238E27FC236}">
                  <a16:creationId xmlns:a16="http://schemas.microsoft.com/office/drawing/2014/main" id="{B2222EA6-D76E-77A3-623A-3FEA853031A8}"/>
                </a:ext>
              </a:extLst>
            </p:cNvPr>
            <p:cNvCxnSpPr>
              <a:cxnSpLocks/>
              <a:stCxn id="159"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1" name="Straight Connector 160">
              <a:extLst>
                <a:ext uri="{FF2B5EF4-FFF2-40B4-BE49-F238E27FC236}">
                  <a16:creationId xmlns:a16="http://schemas.microsoft.com/office/drawing/2014/main" id="{E52DC34F-21D6-A6D7-6EA9-F15BF0A5245D}"/>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2" name="Group 161">
            <a:extLst>
              <a:ext uri="{FF2B5EF4-FFF2-40B4-BE49-F238E27FC236}">
                <a16:creationId xmlns:a16="http://schemas.microsoft.com/office/drawing/2014/main" id="{BF7C7038-3FE2-6DCE-F861-B2651C09586A}"/>
              </a:ext>
            </a:extLst>
          </p:cNvPr>
          <p:cNvGrpSpPr/>
          <p:nvPr/>
        </p:nvGrpSpPr>
        <p:grpSpPr>
          <a:xfrm>
            <a:off x="6283037" y="2264881"/>
            <a:ext cx="721206" cy="609702"/>
            <a:chOff x="8807242" y="2253333"/>
            <a:chExt cx="721206" cy="609702"/>
          </a:xfrm>
        </p:grpSpPr>
        <p:sp>
          <p:nvSpPr>
            <p:cNvPr id="163" name="Rectangle 162">
              <a:extLst>
                <a:ext uri="{FF2B5EF4-FFF2-40B4-BE49-F238E27FC236}">
                  <a16:creationId xmlns:a16="http://schemas.microsoft.com/office/drawing/2014/main" id="{AE4087F1-867F-8483-118B-44937FDDFBB4}"/>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164" name="Right Triangle 163">
              <a:extLst>
                <a:ext uri="{FF2B5EF4-FFF2-40B4-BE49-F238E27FC236}">
                  <a16:creationId xmlns:a16="http://schemas.microsoft.com/office/drawing/2014/main" id="{93374FBD-B8F7-7AE3-F3B1-D53EFBCBE582}"/>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5" name="Oval 27">
              <a:extLst>
                <a:ext uri="{FF2B5EF4-FFF2-40B4-BE49-F238E27FC236}">
                  <a16:creationId xmlns:a16="http://schemas.microsoft.com/office/drawing/2014/main" id="{75124583-6B10-0D08-F204-C1542EC8208F}"/>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Oval 28">
              <a:extLst>
                <a:ext uri="{FF2B5EF4-FFF2-40B4-BE49-F238E27FC236}">
                  <a16:creationId xmlns:a16="http://schemas.microsoft.com/office/drawing/2014/main" id="{EAADB4EE-935B-50D6-A116-5B5677B4D22A}"/>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7" name="Group 166">
            <a:extLst>
              <a:ext uri="{FF2B5EF4-FFF2-40B4-BE49-F238E27FC236}">
                <a16:creationId xmlns:a16="http://schemas.microsoft.com/office/drawing/2014/main" id="{F81B1F19-22A2-E590-CAD1-AF0B5D21E5BF}"/>
              </a:ext>
            </a:extLst>
          </p:cNvPr>
          <p:cNvGrpSpPr/>
          <p:nvPr/>
        </p:nvGrpSpPr>
        <p:grpSpPr>
          <a:xfrm>
            <a:off x="10506573" y="2253333"/>
            <a:ext cx="721206" cy="609701"/>
            <a:chOff x="10506573" y="2253333"/>
            <a:chExt cx="721206" cy="609701"/>
          </a:xfrm>
        </p:grpSpPr>
        <p:sp>
          <p:nvSpPr>
            <p:cNvPr id="168" name="Rectangle 167">
              <a:hlinkHover r:id="" action="ppaction://noaction" highlightClick="1"/>
              <a:extLst>
                <a:ext uri="{FF2B5EF4-FFF2-40B4-BE49-F238E27FC236}">
                  <a16:creationId xmlns:a16="http://schemas.microsoft.com/office/drawing/2014/main" id="{C57814B3-431A-5A5B-C0A1-E41E2752DC7A}"/>
                </a:ext>
              </a:extLst>
            </p:cNvPr>
            <p:cNvSpPr/>
            <p:nvPr/>
          </p:nvSpPr>
          <p:spPr>
            <a:xfrm>
              <a:off x="10506573" y="2253333"/>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169" name="Diamond 168">
              <a:extLst>
                <a:ext uri="{FF2B5EF4-FFF2-40B4-BE49-F238E27FC236}">
                  <a16:creationId xmlns:a16="http://schemas.microsoft.com/office/drawing/2014/main" id="{B8475247-3787-DE0C-3C17-20B6F735A1B5}"/>
                </a:ext>
              </a:extLst>
            </p:cNvPr>
            <p:cNvSpPr/>
            <p:nvPr/>
          </p:nvSpPr>
          <p:spPr>
            <a:xfrm>
              <a:off x="11091271" y="2255684"/>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0" name="Oval 169">
              <a:extLst>
                <a:ext uri="{FF2B5EF4-FFF2-40B4-BE49-F238E27FC236}">
                  <a16:creationId xmlns:a16="http://schemas.microsoft.com/office/drawing/2014/main" id="{38EC9455-4359-167C-39BE-08BB512890CD}"/>
                </a:ext>
              </a:extLst>
            </p:cNvPr>
            <p:cNvSpPr/>
            <p:nvPr/>
          </p:nvSpPr>
          <p:spPr>
            <a:xfrm>
              <a:off x="11125474" y="2289172"/>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1" name="Group 170">
            <a:extLst>
              <a:ext uri="{FF2B5EF4-FFF2-40B4-BE49-F238E27FC236}">
                <a16:creationId xmlns:a16="http://schemas.microsoft.com/office/drawing/2014/main" id="{9923B827-2B7E-8377-67CF-1E3DFB9EC5D0}"/>
              </a:ext>
            </a:extLst>
          </p:cNvPr>
          <p:cNvGrpSpPr/>
          <p:nvPr/>
        </p:nvGrpSpPr>
        <p:grpSpPr>
          <a:xfrm>
            <a:off x="7114927" y="2267713"/>
            <a:ext cx="721206" cy="609701"/>
            <a:chOff x="9657610" y="2974054"/>
            <a:chExt cx="721206" cy="609701"/>
          </a:xfrm>
        </p:grpSpPr>
        <p:sp>
          <p:nvSpPr>
            <p:cNvPr id="172" name="Rectangle 171">
              <a:extLst>
                <a:ext uri="{FF2B5EF4-FFF2-40B4-BE49-F238E27FC236}">
                  <a16:creationId xmlns:a16="http://schemas.microsoft.com/office/drawing/2014/main" id="{295592E2-AD39-E8DC-339E-2DD539DB4EE8}"/>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173" name="Rectangle 172">
              <a:extLst>
                <a:ext uri="{FF2B5EF4-FFF2-40B4-BE49-F238E27FC236}">
                  <a16:creationId xmlns:a16="http://schemas.microsoft.com/office/drawing/2014/main" id="{649F9488-E5C6-EDEC-0D01-354FBF86C42E}"/>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Oval 15">
              <a:extLst>
                <a:ext uri="{FF2B5EF4-FFF2-40B4-BE49-F238E27FC236}">
                  <a16:creationId xmlns:a16="http://schemas.microsoft.com/office/drawing/2014/main" id="{00F76DD6-6376-958E-835A-7E765CBF35A3}"/>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5" name="Straight Connector 174">
              <a:extLst>
                <a:ext uri="{FF2B5EF4-FFF2-40B4-BE49-F238E27FC236}">
                  <a16:creationId xmlns:a16="http://schemas.microsoft.com/office/drawing/2014/main" id="{ECD3F5FD-FD1C-C0F8-839B-DFD76E2DA20C}"/>
                </a:ext>
              </a:extLst>
            </p:cNvPr>
            <p:cNvCxnSpPr>
              <a:cxnSpLocks/>
              <a:stCxn id="174"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6" name="Straight Connector 175">
              <a:extLst>
                <a:ext uri="{FF2B5EF4-FFF2-40B4-BE49-F238E27FC236}">
                  <a16:creationId xmlns:a16="http://schemas.microsoft.com/office/drawing/2014/main" id="{B8EF15B4-28A8-F705-46DF-552502B12BEF}"/>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70" name="Group 469">
            <a:extLst>
              <a:ext uri="{FF2B5EF4-FFF2-40B4-BE49-F238E27FC236}">
                <a16:creationId xmlns:a16="http://schemas.microsoft.com/office/drawing/2014/main" id="{5FB16707-F12A-14C1-D074-D27D76AD4A62}"/>
              </a:ext>
            </a:extLst>
          </p:cNvPr>
          <p:cNvGrpSpPr/>
          <p:nvPr/>
        </p:nvGrpSpPr>
        <p:grpSpPr>
          <a:xfrm>
            <a:off x="7957586" y="2253332"/>
            <a:ext cx="721206" cy="609701"/>
            <a:chOff x="7957586" y="2253332"/>
            <a:chExt cx="721206" cy="609701"/>
          </a:xfrm>
        </p:grpSpPr>
        <p:sp>
          <p:nvSpPr>
            <p:cNvPr id="471" name="Rectangle 470">
              <a:extLst>
                <a:ext uri="{FF2B5EF4-FFF2-40B4-BE49-F238E27FC236}">
                  <a16:creationId xmlns:a16="http://schemas.microsoft.com/office/drawing/2014/main" id="{66B50869-24CE-6FA6-606B-30EB9A4633C5}"/>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472" name="Right Triangle 471">
              <a:extLst>
                <a:ext uri="{FF2B5EF4-FFF2-40B4-BE49-F238E27FC236}">
                  <a16:creationId xmlns:a16="http://schemas.microsoft.com/office/drawing/2014/main" id="{FA36F93C-9FBE-08E9-ABAF-833ACE4CCDBE}"/>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79" name="Group 478">
              <a:extLst>
                <a:ext uri="{FF2B5EF4-FFF2-40B4-BE49-F238E27FC236}">
                  <a16:creationId xmlns:a16="http://schemas.microsoft.com/office/drawing/2014/main" id="{67B239E8-2F98-ED0D-EED4-2BB12EF42883}"/>
                </a:ext>
              </a:extLst>
            </p:cNvPr>
            <p:cNvGrpSpPr/>
            <p:nvPr/>
          </p:nvGrpSpPr>
          <p:grpSpPr>
            <a:xfrm>
              <a:off x="8621942" y="2262669"/>
              <a:ext cx="37817" cy="61390"/>
              <a:chOff x="3883481" y="2057400"/>
              <a:chExt cx="1608363" cy="2652031"/>
            </a:xfrm>
            <a:solidFill>
              <a:srgbClr val="A6A6A6">
                <a:alpha val="20000"/>
              </a:srgbClr>
            </a:solidFill>
          </p:grpSpPr>
          <p:sp>
            <p:nvSpPr>
              <p:cNvPr id="480" name="Oval 27">
                <a:extLst>
                  <a:ext uri="{FF2B5EF4-FFF2-40B4-BE49-F238E27FC236}">
                    <a16:creationId xmlns:a16="http://schemas.microsoft.com/office/drawing/2014/main" id="{9BF0643A-D6F2-515B-2C80-A19E7E4EBA6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1" name="Oval 28">
                <a:extLst>
                  <a:ext uri="{FF2B5EF4-FFF2-40B4-BE49-F238E27FC236}">
                    <a16:creationId xmlns:a16="http://schemas.microsoft.com/office/drawing/2014/main" id="{3DE1294E-2308-00BD-A032-524CCF8E27D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82" name="Group 481">
            <a:extLst>
              <a:ext uri="{FF2B5EF4-FFF2-40B4-BE49-F238E27FC236}">
                <a16:creationId xmlns:a16="http://schemas.microsoft.com/office/drawing/2014/main" id="{5FAACD3A-01F5-7F5C-EB50-1F11AA813C50}"/>
              </a:ext>
            </a:extLst>
          </p:cNvPr>
          <p:cNvGrpSpPr/>
          <p:nvPr/>
        </p:nvGrpSpPr>
        <p:grpSpPr>
          <a:xfrm>
            <a:off x="9656903" y="2253333"/>
            <a:ext cx="721220" cy="609701"/>
            <a:chOff x="9656903" y="2253333"/>
            <a:chExt cx="721220" cy="609701"/>
          </a:xfrm>
        </p:grpSpPr>
        <p:sp>
          <p:nvSpPr>
            <p:cNvPr id="483" name="Rectangle 482">
              <a:hlinkHover r:id="" action="ppaction://noaction" highlightClick="1"/>
              <a:extLst>
                <a:ext uri="{FF2B5EF4-FFF2-40B4-BE49-F238E27FC236}">
                  <a16:creationId xmlns:a16="http://schemas.microsoft.com/office/drawing/2014/main" id="{FE7CEF9F-6FAC-6B27-8029-28AC4508355B}"/>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84" name="Rectangle 483">
              <a:extLst>
                <a:ext uri="{FF2B5EF4-FFF2-40B4-BE49-F238E27FC236}">
                  <a16:creationId xmlns:a16="http://schemas.microsoft.com/office/drawing/2014/main" id="{82BEEB0D-9829-6E7B-3472-9121E27EB540}"/>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5" name="Oval 15">
              <a:extLst>
                <a:ext uri="{FF2B5EF4-FFF2-40B4-BE49-F238E27FC236}">
                  <a16:creationId xmlns:a16="http://schemas.microsoft.com/office/drawing/2014/main" id="{EDD9FB27-A968-969F-7ECD-7D10888F3031}"/>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6" name="Straight Connector 485">
              <a:extLst>
                <a:ext uri="{FF2B5EF4-FFF2-40B4-BE49-F238E27FC236}">
                  <a16:creationId xmlns:a16="http://schemas.microsoft.com/office/drawing/2014/main" id="{3AE52314-A102-0CB4-0774-397595829000}"/>
                </a:ext>
              </a:extLst>
            </p:cNvPr>
            <p:cNvCxnSpPr>
              <a:cxnSpLocks/>
              <a:stCxn id="485"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03" name="Straight Connector 502">
              <a:extLst>
                <a:ext uri="{FF2B5EF4-FFF2-40B4-BE49-F238E27FC236}">
                  <a16:creationId xmlns:a16="http://schemas.microsoft.com/office/drawing/2014/main" id="{19C46124-5130-5483-6E77-D23532B523BC}"/>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4" name="Group 503">
            <a:extLst>
              <a:ext uri="{FF2B5EF4-FFF2-40B4-BE49-F238E27FC236}">
                <a16:creationId xmlns:a16="http://schemas.microsoft.com/office/drawing/2014/main" id="{8BB15A67-CD32-CD83-3FA7-A6B36969A827}"/>
              </a:ext>
            </a:extLst>
          </p:cNvPr>
          <p:cNvGrpSpPr/>
          <p:nvPr/>
        </p:nvGrpSpPr>
        <p:grpSpPr>
          <a:xfrm>
            <a:off x="8797459" y="2264859"/>
            <a:ext cx="721206" cy="609701"/>
            <a:chOff x="11356242" y="2253333"/>
            <a:chExt cx="721206" cy="609701"/>
          </a:xfrm>
        </p:grpSpPr>
        <p:sp>
          <p:nvSpPr>
            <p:cNvPr id="505" name="Rectangle 504">
              <a:hlinkHover r:id="" action="ppaction://noaction" highlightClick="1"/>
              <a:extLst>
                <a:ext uri="{FF2B5EF4-FFF2-40B4-BE49-F238E27FC236}">
                  <a16:creationId xmlns:a16="http://schemas.microsoft.com/office/drawing/2014/main" id="{A579A0E1-69B6-5968-7F0C-3FD5366C4C4C}"/>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506" name="Oval 505">
              <a:extLst>
                <a:ext uri="{FF2B5EF4-FFF2-40B4-BE49-F238E27FC236}">
                  <a16:creationId xmlns:a16="http://schemas.microsoft.com/office/drawing/2014/main" id="{39511A93-C800-14FD-3833-8065E02E7C83}"/>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7" name="Isosceles Triangle 648">
              <a:extLst>
                <a:ext uri="{FF2B5EF4-FFF2-40B4-BE49-F238E27FC236}">
                  <a16:creationId xmlns:a16="http://schemas.microsoft.com/office/drawing/2014/main" id="{87CCEDEB-91FC-E783-CA4B-8E1DC96D7E64}"/>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8" name="Group 537">
            <a:extLst>
              <a:ext uri="{FF2B5EF4-FFF2-40B4-BE49-F238E27FC236}">
                <a16:creationId xmlns:a16="http://schemas.microsoft.com/office/drawing/2014/main" id="{51275FAD-D9A3-76DB-331F-88B279DF0C21}"/>
              </a:ext>
            </a:extLst>
          </p:cNvPr>
          <p:cNvGrpSpPr/>
          <p:nvPr/>
        </p:nvGrpSpPr>
        <p:grpSpPr>
          <a:xfrm>
            <a:off x="5454173" y="2257175"/>
            <a:ext cx="721206" cy="609701"/>
            <a:chOff x="6287891" y="2253333"/>
            <a:chExt cx="721206" cy="609701"/>
          </a:xfrm>
        </p:grpSpPr>
        <p:sp>
          <p:nvSpPr>
            <p:cNvPr id="539" name="Rectangle 538">
              <a:extLst>
                <a:ext uri="{FF2B5EF4-FFF2-40B4-BE49-F238E27FC236}">
                  <a16:creationId xmlns:a16="http://schemas.microsoft.com/office/drawing/2014/main" id="{939E1A6E-13BE-CA4F-C37A-9788EEC63869}"/>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540" name="Right Triangle 539">
              <a:extLst>
                <a:ext uri="{FF2B5EF4-FFF2-40B4-BE49-F238E27FC236}">
                  <a16:creationId xmlns:a16="http://schemas.microsoft.com/office/drawing/2014/main" id="{91B102D2-FDF1-A38C-942E-C95A2DED4EC8}"/>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41" name="Group 540">
              <a:extLst>
                <a:ext uri="{FF2B5EF4-FFF2-40B4-BE49-F238E27FC236}">
                  <a16:creationId xmlns:a16="http://schemas.microsoft.com/office/drawing/2014/main" id="{9293FCBE-D4EB-F273-3ECB-21A3BE0CECE8}"/>
                </a:ext>
              </a:extLst>
            </p:cNvPr>
            <p:cNvGrpSpPr/>
            <p:nvPr/>
          </p:nvGrpSpPr>
          <p:grpSpPr>
            <a:xfrm>
              <a:off x="6952470" y="2265099"/>
              <a:ext cx="37817" cy="61390"/>
              <a:chOff x="3883481" y="2057400"/>
              <a:chExt cx="1608363" cy="2652031"/>
            </a:xfrm>
            <a:solidFill>
              <a:srgbClr val="A6A6A6">
                <a:alpha val="20000"/>
              </a:srgbClr>
            </a:solidFill>
          </p:grpSpPr>
          <p:sp>
            <p:nvSpPr>
              <p:cNvPr id="542" name="Oval 27">
                <a:extLst>
                  <a:ext uri="{FF2B5EF4-FFF2-40B4-BE49-F238E27FC236}">
                    <a16:creationId xmlns:a16="http://schemas.microsoft.com/office/drawing/2014/main" id="{D222D29B-0AC9-F9FE-9FA5-CAEDAD07F11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3" name="Oval 28">
                <a:extLst>
                  <a:ext uri="{FF2B5EF4-FFF2-40B4-BE49-F238E27FC236}">
                    <a16:creationId xmlns:a16="http://schemas.microsoft.com/office/drawing/2014/main" id="{3302C3FC-EF23-A752-7D46-2AB0C40CB25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44" name="Group 543">
            <a:extLst>
              <a:ext uri="{FF2B5EF4-FFF2-40B4-BE49-F238E27FC236}">
                <a16:creationId xmlns:a16="http://schemas.microsoft.com/office/drawing/2014/main" id="{74E57770-3C9D-7108-A34D-E5A144B6C4CD}"/>
              </a:ext>
            </a:extLst>
          </p:cNvPr>
          <p:cNvGrpSpPr/>
          <p:nvPr/>
        </p:nvGrpSpPr>
        <p:grpSpPr>
          <a:xfrm>
            <a:off x="11353919" y="2251694"/>
            <a:ext cx="721206" cy="609701"/>
            <a:chOff x="8807250" y="2253334"/>
            <a:chExt cx="721206" cy="609701"/>
          </a:xfrm>
        </p:grpSpPr>
        <p:sp>
          <p:nvSpPr>
            <p:cNvPr id="551" name="Rectangle 550">
              <a:extLst>
                <a:ext uri="{FF2B5EF4-FFF2-40B4-BE49-F238E27FC236}">
                  <a16:creationId xmlns:a16="http://schemas.microsoft.com/office/drawing/2014/main" id="{BBCC5BA4-A449-592C-2300-B586DC4EDAC0}"/>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552" name="Right Triangle 551">
              <a:extLst>
                <a:ext uri="{FF2B5EF4-FFF2-40B4-BE49-F238E27FC236}">
                  <a16:creationId xmlns:a16="http://schemas.microsoft.com/office/drawing/2014/main" id="{48A449A1-B31B-F404-5F2C-26BD5150029A}"/>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3" name="Oval 27">
              <a:extLst>
                <a:ext uri="{FF2B5EF4-FFF2-40B4-BE49-F238E27FC236}">
                  <a16:creationId xmlns:a16="http://schemas.microsoft.com/office/drawing/2014/main" id="{46E43481-568E-41CF-4C09-150641048CB5}"/>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4" name="Oval 28">
              <a:extLst>
                <a:ext uri="{FF2B5EF4-FFF2-40B4-BE49-F238E27FC236}">
                  <a16:creationId xmlns:a16="http://schemas.microsoft.com/office/drawing/2014/main" id="{516B3189-9475-47A6-1963-A1FF6C869E31}"/>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EAD1CD2D-5B36-76B4-8853-48F85C6CE568}"/>
              </a:ext>
            </a:extLst>
          </p:cNvPr>
          <p:cNvGrpSpPr/>
          <p:nvPr/>
        </p:nvGrpSpPr>
        <p:grpSpPr>
          <a:xfrm>
            <a:off x="10508723" y="1536662"/>
            <a:ext cx="721206" cy="609701"/>
            <a:chOff x="11356242" y="1532276"/>
            <a:chExt cx="721206" cy="609701"/>
          </a:xfrm>
        </p:grpSpPr>
        <p:sp>
          <p:nvSpPr>
            <p:cNvPr id="556" name="Rectangle 555">
              <a:hlinkHover r:id="" action="ppaction://noaction" highlightClick="1"/>
              <a:extLst>
                <a:ext uri="{FF2B5EF4-FFF2-40B4-BE49-F238E27FC236}">
                  <a16:creationId xmlns:a16="http://schemas.microsoft.com/office/drawing/2014/main" id="{B44200D5-EBBA-F397-5F57-656C3B452844}"/>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557" name="Oval 556">
              <a:extLst>
                <a:ext uri="{FF2B5EF4-FFF2-40B4-BE49-F238E27FC236}">
                  <a16:creationId xmlns:a16="http://schemas.microsoft.com/office/drawing/2014/main" id="{34F407C1-B413-6C0F-DB06-A06DFC340299}"/>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8" name="Isosceles Triangle 648">
              <a:extLst>
                <a:ext uri="{FF2B5EF4-FFF2-40B4-BE49-F238E27FC236}">
                  <a16:creationId xmlns:a16="http://schemas.microsoft.com/office/drawing/2014/main" id="{704E0853-B1D7-08DA-DC99-BA9EDE56232C}"/>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9" name="Group 558">
            <a:extLst>
              <a:ext uri="{FF2B5EF4-FFF2-40B4-BE49-F238E27FC236}">
                <a16:creationId xmlns:a16="http://schemas.microsoft.com/office/drawing/2014/main" id="{29B13A64-6E55-4F9E-157D-72BACA3C76A5}"/>
              </a:ext>
            </a:extLst>
          </p:cNvPr>
          <p:cNvGrpSpPr/>
          <p:nvPr/>
        </p:nvGrpSpPr>
        <p:grpSpPr>
          <a:xfrm>
            <a:off x="2107991" y="2974054"/>
            <a:ext cx="721206" cy="609701"/>
            <a:chOff x="10506805" y="2974054"/>
            <a:chExt cx="721206" cy="609701"/>
          </a:xfrm>
        </p:grpSpPr>
        <p:sp>
          <p:nvSpPr>
            <p:cNvPr id="560" name="Rectangle 559">
              <a:extLst>
                <a:ext uri="{FF2B5EF4-FFF2-40B4-BE49-F238E27FC236}">
                  <a16:creationId xmlns:a16="http://schemas.microsoft.com/office/drawing/2014/main" id="{F549832A-CF46-174C-1B1B-0104C02398DB}"/>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561" name="Rectangle 560">
              <a:extLst>
                <a:ext uri="{FF2B5EF4-FFF2-40B4-BE49-F238E27FC236}">
                  <a16:creationId xmlns:a16="http://schemas.microsoft.com/office/drawing/2014/main" id="{7E606299-B8A4-F74A-1080-AEE7A8E96DB9}"/>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2" name="Oval 15">
              <a:extLst>
                <a:ext uri="{FF2B5EF4-FFF2-40B4-BE49-F238E27FC236}">
                  <a16:creationId xmlns:a16="http://schemas.microsoft.com/office/drawing/2014/main" id="{5A480630-572D-C21B-C47C-EAD23C97C17F}"/>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63" name="Straight Connector 562">
              <a:extLst>
                <a:ext uri="{FF2B5EF4-FFF2-40B4-BE49-F238E27FC236}">
                  <a16:creationId xmlns:a16="http://schemas.microsoft.com/office/drawing/2014/main" id="{50333E06-A365-C675-5B8D-8B5AF44E9E6D}"/>
                </a:ext>
              </a:extLst>
            </p:cNvPr>
            <p:cNvCxnSpPr>
              <a:cxnSpLocks/>
              <a:stCxn id="562"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64" name="Straight Connector 563">
              <a:extLst>
                <a:ext uri="{FF2B5EF4-FFF2-40B4-BE49-F238E27FC236}">
                  <a16:creationId xmlns:a16="http://schemas.microsoft.com/office/drawing/2014/main" id="{8DF5C137-EE59-C6F2-A8DA-4AA35AB14C63}"/>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65" name="Group 564">
            <a:extLst>
              <a:ext uri="{FF2B5EF4-FFF2-40B4-BE49-F238E27FC236}">
                <a16:creationId xmlns:a16="http://schemas.microsoft.com/office/drawing/2014/main" id="{053A538D-4392-981B-36A8-FAECC0F98974}"/>
              </a:ext>
            </a:extLst>
          </p:cNvPr>
          <p:cNvGrpSpPr/>
          <p:nvPr/>
        </p:nvGrpSpPr>
        <p:grpSpPr>
          <a:xfrm>
            <a:off x="10513198" y="2974054"/>
            <a:ext cx="721206" cy="609701"/>
            <a:chOff x="9656908" y="2253333"/>
            <a:chExt cx="721206" cy="609701"/>
          </a:xfrm>
        </p:grpSpPr>
        <p:sp>
          <p:nvSpPr>
            <p:cNvPr id="566" name="Rectangle 565">
              <a:hlinkHover r:id="" action="ppaction://noaction" highlightClick="1"/>
              <a:extLst>
                <a:ext uri="{FF2B5EF4-FFF2-40B4-BE49-F238E27FC236}">
                  <a16:creationId xmlns:a16="http://schemas.microsoft.com/office/drawing/2014/main" id="{1ABAA486-DC35-BB98-1C7D-DD31146A18F6}"/>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Agent Identities</a:t>
              </a:r>
            </a:p>
          </p:txBody>
        </p:sp>
        <p:sp>
          <p:nvSpPr>
            <p:cNvPr id="567" name="Rectangle 566">
              <a:extLst>
                <a:ext uri="{FF2B5EF4-FFF2-40B4-BE49-F238E27FC236}">
                  <a16:creationId xmlns:a16="http://schemas.microsoft.com/office/drawing/2014/main" id="{47E61777-91BC-C131-EFE8-E61C24FD5C57}"/>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8" name="Oval 15">
              <a:extLst>
                <a:ext uri="{FF2B5EF4-FFF2-40B4-BE49-F238E27FC236}">
                  <a16:creationId xmlns:a16="http://schemas.microsoft.com/office/drawing/2014/main" id="{40DBE932-8EDE-BC48-936A-6CCA81807FDB}"/>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69" name="Straight Connector 568">
              <a:extLst>
                <a:ext uri="{FF2B5EF4-FFF2-40B4-BE49-F238E27FC236}">
                  <a16:creationId xmlns:a16="http://schemas.microsoft.com/office/drawing/2014/main" id="{36C7FD80-3142-D876-F028-24E23967DCA7}"/>
                </a:ext>
              </a:extLst>
            </p:cNvPr>
            <p:cNvCxnSpPr>
              <a:cxnSpLocks/>
              <a:stCxn id="568"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70" name="Straight Connector 569">
              <a:extLst>
                <a:ext uri="{FF2B5EF4-FFF2-40B4-BE49-F238E27FC236}">
                  <a16:creationId xmlns:a16="http://schemas.microsoft.com/office/drawing/2014/main" id="{5947AED2-48B3-EA37-85E8-2DF5C35409CB}"/>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77" name="Group 576">
            <a:extLst>
              <a:ext uri="{FF2B5EF4-FFF2-40B4-BE49-F238E27FC236}">
                <a16:creationId xmlns:a16="http://schemas.microsoft.com/office/drawing/2014/main" id="{969FDD69-FABC-F36D-76A8-B5F7FB2DB7BC}"/>
              </a:ext>
            </a:extLst>
          </p:cNvPr>
          <p:cNvGrpSpPr/>
          <p:nvPr/>
        </p:nvGrpSpPr>
        <p:grpSpPr>
          <a:xfrm>
            <a:off x="4621827" y="2983922"/>
            <a:ext cx="721206" cy="654973"/>
            <a:chOff x="9657606" y="2974054"/>
            <a:chExt cx="721206" cy="654973"/>
          </a:xfrm>
        </p:grpSpPr>
        <p:sp>
          <p:nvSpPr>
            <p:cNvPr id="578" name="Rectangle 577">
              <a:extLst>
                <a:ext uri="{FF2B5EF4-FFF2-40B4-BE49-F238E27FC236}">
                  <a16:creationId xmlns:a16="http://schemas.microsoft.com/office/drawing/2014/main" id="{ABB684F1-4B00-9958-D87F-E9B30C71AF19}"/>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579" name="Rectangle 578">
              <a:extLst>
                <a:ext uri="{FF2B5EF4-FFF2-40B4-BE49-F238E27FC236}">
                  <a16:creationId xmlns:a16="http://schemas.microsoft.com/office/drawing/2014/main" id="{02A34FAC-B63A-B10E-8155-35BF62A8036B}"/>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80" name="Oval 15">
              <a:extLst>
                <a:ext uri="{FF2B5EF4-FFF2-40B4-BE49-F238E27FC236}">
                  <a16:creationId xmlns:a16="http://schemas.microsoft.com/office/drawing/2014/main" id="{8EE6B289-B6A5-CD37-D085-91E05B16B4C0}"/>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7" name="Straight Connector 626">
              <a:extLst>
                <a:ext uri="{FF2B5EF4-FFF2-40B4-BE49-F238E27FC236}">
                  <a16:creationId xmlns:a16="http://schemas.microsoft.com/office/drawing/2014/main" id="{5293907F-F8A1-F6B4-5B0B-CA90F7F49092}"/>
                </a:ext>
              </a:extLst>
            </p:cNvPr>
            <p:cNvCxnSpPr>
              <a:cxnSpLocks/>
              <a:stCxn id="580"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28" name="Straight Connector 627">
              <a:extLst>
                <a:ext uri="{FF2B5EF4-FFF2-40B4-BE49-F238E27FC236}">
                  <a16:creationId xmlns:a16="http://schemas.microsoft.com/office/drawing/2014/main" id="{DC1C83A9-8535-281D-5066-ECF0AA3DEF01}"/>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9" name="Group 628">
            <a:extLst>
              <a:ext uri="{FF2B5EF4-FFF2-40B4-BE49-F238E27FC236}">
                <a16:creationId xmlns:a16="http://schemas.microsoft.com/office/drawing/2014/main" id="{53880857-9069-F3D4-B14F-617A12A65B5B}"/>
              </a:ext>
            </a:extLst>
          </p:cNvPr>
          <p:cNvGrpSpPr/>
          <p:nvPr/>
        </p:nvGrpSpPr>
        <p:grpSpPr>
          <a:xfrm>
            <a:off x="11356001" y="2974057"/>
            <a:ext cx="721206" cy="609701"/>
            <a:chOff x="11356001" y="2974057"/>
            <a:chExt cx="721206" cy="609701"/>
          </a:xfrm>
        </p:grpSpPr>
        <p:sp>
          <p:nvSpPr>
            <p:cNvPr id="630" name="Rectangle 629">
              <a:hlinkHover r:id="" action="ppaction://noaction" highlightClick="1"/>
              <a:extLst>
                <a:ext uri="{FF2B5EF4-FFF2-40B4-BE49-F238E27FC236}">
                  <a16:creationId xmlns:a16="http://schemas.microsoft.com/office/drawing/2014/main" id="{EC985BA4-B91F-2741-EA48-7AC18C8C99FC}"/>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631" name="Oval 630">
              <a:extLst>
                <a:ext uri="{FF2B5EF4-FFF2-40B4-BE49-F238E27FC236}">
                  <a16:creationId xmlns:a16="http://schemas.microsoft.com/office/drawing/2014/main" id="{CBB10DF4-8B19-07C3-9E98-47B2A421D386}"/>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2" name="Isosceles Triangle 648">
              <a:extLst>
                <a:ext uri="{FF2B5EF4-FFF2-40B4-BE49-F238E27FC236}">
                  <a16:creationId xmlns:a16="http://schemas.microsoft.com/office/drawing/2014/main" id="{66C86271-30E5-17C5-6CF0-0C159CB22CCD}"/>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3" name="Group 632">
            <a:extLst>
              <a:ext uri="{FF2B5EF4-FFF2-40B4-BE49-F238E27FC236}">
                <a16:creationId xmlns:a16="http://schemas.microsoft.com/office/drawing/2014/main" id="{4B7EBB7E-F971-7A36-E80A-D4158FB8170B}"/>
              </a:ext>
            </a:extLst>
          </p:cNvPr>
          <p:cNvGrpSpPr/>
          <p:nvPr/>
        </p:nvGrpSpPr>
        <p:grpSpPr>
          <a:xfrm>
            <a:off x="1268346" y="3698225"/>
            <a:ext cx="721893" cy="610376"/>
            <a:chOff x="1268346" y="3698225"/>
            <a:chExt cx="721893" cy="610376"/>
          </a:xfrm>
        </p:grpSpPr>
        <p:sp>
          <p:nvSpPr>
            <p:cNvPr id="634" name="Rectangle 633">
              <a:extLst>
                <a:ext uri="{FF2B5EF4-FFF2-40B4-BE49-F238E27FC236}">
                  <a16:creationId xmlns:a16="http://schemas.microsoft.com/office/drawing/2014/main" id="{17785383-47F2-062A-9C62-3CE797045AD0}"/>
                </a:ext>
              </a:extLst>
            </p:cNvPr>
            <p:cNvSpPr/>
            <p:nvPr/>
          </p:nvSpPr>
          <p:spPr>
            <a:xfrm>
              <a:off x="1268346"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635" name="Right Triangle 634">
              <a:extLst>
                <a:ext uri="{FF2B5EF4-FFF2-40B4-BE49-F238E27FC236}">
                  <a16:creationId xmlns:a16="http://schemas.microsoft.com/office/drawing/2014/main" id="{41B1FCC3-9930-9208-77BA-6E8AFE005024}"/>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36" name="Group 635">
              <a:extLst>
                <a:ext uri="{FF2B5EF4-FFF2-40B4-BE49-F238E27FC236}">
                  <a16:creationId xmlns:a16="http://schemas.microsoft.com/office/drawing/2014/main" id="{1742826D-6712-FBC4-1547-CC140D66A79C}"/>
                </a:ext>
              </a:extLst>
            </p:cNvPr>
            <p:cNvGrpSpPr/>
            <p:nvPr/>
          </p:nvGrpSpPr>
          <p:grpSpPr>
            <a:xfrm>
              <a:off x="1939628" y="3704319"/>
              <a:ext cx="37817" cy="61390"/>
              <a:chOff x="3883481" y="2057400"/>
              <a:chExt cx="1608363" cy="2652031"/>
            </a:xfrm>
            <a:solidFill>
              <a:srgbClr val="A6A6A6"/>
            </a:solidFill>
          </p:grpSpPr>
          <p:sp>
            <p:nvSpPr>
              <p:cNvPr id="637" name="Oval 27">
                <a:extLst>
                  <a:ext uri="{FF2B5EF4-FFF2-40B4-BE49-F238E27FC236}">
                    <a16:creationId xmlns:a16="http://schemas.microsoft.com/office/drawing/2014/main" id="{9C1586DA-3D7D-6E78-FB86-878B0D5AB64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8" name="Oval 28">
                <a:extLst>
                  <a:ext uri="{FF2B5EF4-FFF2-40B4-BE49-F238E27FC236}">
                    <a16:creationId xmlns:a16="http://schemas.microsoft.com/office/drawing/2014/main" id="{31EB46C6-B9C3-BDA9-6120-398A32D6C24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39" name="Group 638">
            <a:extLst>
              <a:ext uri="{FF2B5EF4-FFF2-40B4-BE49-F238E27FC236}">
                <a16:creationId xmlns:a16="http://schemas.microsoft.com/office/drawing/2014/main" id="{4C5267DC-4CF2-A70C-6590-ACF54D5C0E10}"/>
              </a:ext>
            </a:extLst>
          </p:cNvPr>
          <p:cNvGrpSpPr/>
          <p:nvPr/>
        </p:nvGrpSpPr>
        <p:grpSpPr>
          <a:xfrm>
            <a:off x="5451979" y="3707588"/>
            <a:ext cx="721206" cy="609701"/>
            <a:chOff x="5451979" y="3707588"/>
            <a:chExt cx="721206" cy="609701"/>
          </a:xfrm>
        </p:grpSpPr>
        <p:sp>
          <p:nvSpPr>
            <p:cNvPr id="640" name="Rectangle 639">
              <a:hlinkHover r:id="" action="ppaction://noaction" highlightClick="1"/>
              <a:extLst>
                <a:ext uri="{FF2B5EF4-FFF2-40B4-BE49-F238E27FC236}">
                  <a16:creationId xmlns:a16="http://schemas.microsoft.com/office/drawing/2014/main" id="{F50F9760-75F2-D7C2-2F63-A1F4A35DCBA3}"/>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41" name="Oval 640">
              <a:extLst>
                <a:ext uri="{FF2B5EF4-FFF2-40B4-BE49-F238E27FC236}">
                  <a16:creationId xmlns:a16="http://schemas.microsoft.com/office/drawing/2014/main" id="{771969F2-BF55-0F7D-B8DD-7A5F50AB3756}"/>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2" name="Isosceles Triangle 648">
              <a:extLst>
                <a:ext uri="{FF2B5EF4-FFF2-40B4-BE49-F238E27FC236}">
                  <a16:creationId xmlns:a16="http://schemas.microsoft.com/office/drawing/2014/main" id="{411D4729-5683-10A9-FFD7-CC1EFC4692D1}"/>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3" name="Group 642">
            <a:extLst>
              <a:ext uri="{FF2B5EF4-FFF2-40B4-BE49-F238E27FC236}">
                <a16:creationId xmlns:a16="http://schemas.microsoft.com/office/drawing/2014/main" id="{607A70D8-543F-1FFE-BC84-B94FC49C7317}"/>
              </a:ext>
            </a:extLst>
          </p:cNvPr>
          <p:cNvGrpSpPr/>
          <p:nvPr/>
        </p:nvGrpSpPr>
        <p:grpSpPr>
          <a:xfrm>
            <a:off x="11355832" y="5140982"/>
            <a:ext cx="721220" cy="609701"/>
            <a:chOff x="9656903" y="2253333"/>
            <a:chExt cx="721220" cy="609701"/>
          </a:xfrm>
        </p:grpSpPr>
        <p:sp>
          <p:nvSpPr>
            <p:cNvPr id="644" name="Rectangle 643">
              <a:hlinkHover r:id="" action="ppaction://noaction" highlightClick="1"/>
              <a:extLst>
                <a:ext uri="{FF2B5EF4-FFF2-40B4-BE49-F238E27FC236}">
                  <a16:creationId xmlns:a16="http://schemas.microsoft.com/office/drawing/2014/main" id="{14DF12F5-6F55-B44C-14F8-14AF414F0CAC}"/>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45" name="Rectangle 644">
              <a:extLst>
                <a:ext uri="{FF2B5EF4-FFF2-40B4-BE49-F238E27FC236}">
                  <a16:creationId xmlns:a16="http://schemas.microsoft.com/office/drawing/2014/main" id="{C39364B2-7051-B9A4-50E5-AC552BD0457B}"/>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6" name="Oval 15">
              <a:extLst>
                <a:ext uri="{FF2B5EF4-FFF2-40B4-BE49-F238E27FC236}">
                  <a16:creationId xmlns:a16="http://schemas.microsoft.com/office/drawing/2014/main" id="{D3FED805-B845-8FE6-80B5-0FA516ED94FB}"/>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47" name="Straight Connector 646">
              <a:extLst>
                <a:ext uri="{FF2B5EF4-FFF2-40B4-BE49-F238E27FC236}">
                  <a16:creationId xmlns:a16="http://schemas.microsoft.com/office/drawing/2014/main" id="{8F3E489C-05F3-8DE7-4C87-0A947692AD7B}"/>
                </a:ext>
              </a:extLst>
            </p:cNvPr>
            <p:cNvCxnSpPr>
              <a:cxnSpLocks/>
              <a:stCxn id="64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48" name="Straight Connector 647">
              <a:extLst>
                <a:ext uri="{FF2B5EF4-FFF2-40B4-BE49-F238E27FC236}">
                  <a16:creationId xmlns:a16="http://schemas.microsoft.com/office/drawing/2014/main" id="{2C0D86FB-8302-B603-5732-247E45AA36CC}"/>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49" name="Group 648">
            <a:extLst>
              <a:ext uri="{FF2B5EF4-FFF2-40B4-BE49-F238E27FC236}">
                <a16:creationId xmlns:a16="http://schemas.microsoft.com/office/drawing/2014/main" id="{A19E601B-25C8-1353-C7CB-47B5E044604C}"/>
              </a:ext>
            </a:extLst>
          </p:cNvPr>
          <p:cNvGrpSpPr/>
          <p:nvPr/>
        </p:nvGrpSpPr>
        <p:grpSpPr>
          <a:xfrm>
            <a:off x="10520479" y="90836"/>
            <a:ext cx="721206" cy="609701"/>
            <a:chOff x="10520479" y="90836"/>
            <a:chExt cx="721206" cy="609701"/>
          </a:xfrm>
        </p:grpSpPr>
        <p:sp>
          <p:nvSpPr>
            <p:cNvPr id="650" name="Rectangle 649">
              <a:hlinkHover r:id="" action="ppaction://noaction" highlightClick="1"/>
              <a:extLst>
                <a:ext uri="{FF2B5EF4-FFF2-40B4-BE49-F238E27FC236}">
                  <a16:creationId xmlns:a16="http://schemas.microsoft.com/office/drawing/2014/main" id="{CC27555C-D9C1-361B-7615-7AA3BF3512E1}"/>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651" name="Oval 650">
              <a:extLst>
                <a:ext uri="{FF2B5EF4-FFF2-40B4-BE49-F238E27FC236}">
                  <a16:creationId xmlns:a16="http://schemas.microsoft.com/office/drawing/2014/main" id="{E8DB3CB1-4D25-78C1-9393-DAC6B92AFC71}"/>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2" name="Isosceles Triangle 648">
              <a:extLst>
                <a:ext uri="{FF2B5EF4-FFF2-40B4-BE49-F238E27FC236}">
                  <a16:creationId xmlns:a16="http://schemas.microsoft.com/office/drawing/2014/main" id="{21FB3321-4B48-D13E-5424-9BEC0F669216}"/>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6" name="Picture 5">
            <a:hlinkClick r:id="rId9" action="ppaction://hlinksldjump"/>
            <a:extLst>
              <a:ext uri="{FF2B5EF4-FFF2-40B4-BE49-F238E27FC236}">
                <a16:creationId xmlns:a16="http://schemas.microsoft.com/office/drawing/2014/main" id="{E4E81821-DA38-D53E-F7D1-5711922FCA59}"/>
              </a:ext>
            </a:extLst>
          </p:cNvPr>
          <p:cNvPicPr>
            <a:picLocks noChangeAspect="1"/>
          </p:cNvPicPr>
          <p:nvPr/>
        </p:nvPicPr>
        <p:blipFill>
          <a:blip r:embed="rId10"/>
          <a:stretch>
            <a:fillRect/>
          </a:stretch>
        </p:blipFill>
        <p:spPr>
          <a:xfrm>
            <a:off x="0" y="0"/>
            <a:ext cx="211626" cy="6858000"/>
          </a:xfrm>
          <a:prstGeom prst="rect">
            <a:avLst/>
          </a:prstGeom>
        </p:spPr>
      </p:pic>
      <p:grpSp>
        <p:nvGrpSpPr>
          <p:cNvPr id="7" name="Group 6">
            <a:extLst>
              <a:ext uri="{FF2B5EF4-FFF2-40B4-BE49-F238E27FC236}">
                <a16:creationId xmlns:a16="http://schemas.microsoft.com/office/drawing/2014/main" id="{7044BAC5-2CFC-3ACB-5D9E-C7225FCE0B07}"/>
              </a:ext>
            </a:extLst>
          </p:cNvPr>
          <p:cNvGrpSpPr/>
          <p:nvPr/>
        </p:nvGrpSpPr>
        <p:grpSpPr>
          <a:xfrm>
            <a:off x="9662351" y="2974053"/>
            <a:ext cx="721206" cy="609701"/>
            <a:chOff x="9657965" y="90836"/>
            <a:chExt cx="721206" cy="609701"/>
          </a:xfrm>
        </p:grpSpPr>
        <p:sp>
          <p:nvSpPr>
            <p:cNvPr id="8" name="Rectangle 7">
              <a:hlinkHover r:id="" action="ppaction://noaction" highlightClick="1"/>
              <a:extLst>
                <a:ext uri="{FF2B5EF4-FFF2-40B4-BE49-F238E27FC236}">
                  <a16:creationId xmlns:a16="http://schemas.microsoft.com/office/drawing/2014/main" id="{34407211-962A-C67C-122A-CF9AFFC25C3A}"/>
                </a:ext>
              </a:extLst>
            </p:cNvPr>
            <p:cNvSpPr/>
            <p:nvPr/>
          </p:nvSpPr>
          <p:spPr>
            <a:xfrm>
              <a:off x="9657965" y="9083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12" name="Diamond 11">
              <a:extLst>
                <a:ext uri="{FF2B5EF4-FFF2-40B4-BE49-F238E27FC236}">
                  <a16:creationId xmlns:a16="http://schemas.microsoft.com/office/drawing/2014/main" id="{1C734D94-DC02-633D-CE03-99A743612C32}"/>
                </a:ext>
              </a:extLst>
            </p:cNvPr>
            <p:cNvSpPr/>
            <p:nvPr/>
          </p:nvSpPr>
          <p:spPr>
            <a:xfrm>
              <a:off x="10242663" y="9318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Oval 13">
              <a:extLst>
                <a:ext uri="{FF2B5EF4-FFF2-40B4-BE49-F238E27FC236}">
                  <a16:creationId xmlns:a16="http://schemas.microsoft.com/office/drawing/2014/main" id="{1D9A93D6-F34C-EE11-986E-BBA67D511DF7}"/>
                </a:ext>
              </a:extLst>
            </p:cNvPr>
            <p:cNvSpPr/>
            <p:nvPr/>
          </p:nvSpPr>
          <p:spPr>
            <a:xfrm>
              <a:off x="10276866" y="12667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11349036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7776" y="173237"/>
            <a:ext cx="582733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Data in Office 365</a:t>
            </a:r>
          </a:p>
        </p:txBody>
      </p:sp>
      <p:sp>
        <p:nvSpPr>
          <p:cNvPr id="9" name="Rectangle 8">
            <a:hlinkClick r:id="rId3" action="ppaction://hlinksldjump"/>
            <a:hlinkHover r:id="rId3" action="ppaction://hlinksldjump"/>
            <a:extLst>
              <a:ext uri="{FF2B5EF4-FFF2-40B4-BE49-F238E27FC236}">
                <a16:creationId xmlns:a16="http://schemas.microsoft.com/office/drawing/2014/main" id="{C3FCEB5B-32A4-4F2E-A5F5-1637D959DEEE}"/>
              </a:ext>
            </a:extLst>
          </p:cNvPr>
          <p:cNvSpPr/>
          <p:nvPr/>
        </p:nvSpPr>
        <p:spPr>
          <a:xfrm>
            <a:off x="10253191" y="5851981"/>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Dependency Overview</a:t>
            </a:r>
          </a:p>
        </p:txBody>
      </p:sp>
      <p:sp>
        <p:nvSpPr>
          <p:cNvPr id="10" name="Rectangle 9">
            <a:hlinkClick r:id="rId4" action="ppaction://hlinksldjump"/>
            <a:hlinkHover r:id="rId4" action="ppaction://hlinksldjump"/>
            <a:extLst>
              <a:ext uri="{FF2B5EF4-FFF2-40B4-BE49-F238E27FC236}">
                <a16:creationId xmlns:a16="http://schemas.microsoft.com/office/drawing/2014/main" id="{6DF84595-36E8-455A-BECF-4D28C36AC075}"/>
              </a:ext>
            </a:extLst>
          </p:cNvPr>
          <p:cNvSpPr/>
          <p:nvPr/>
        </p:nvSpPr>
        <p:spPr>
          <a:xfrm>
            <a:off x="4276486" y="5851983"/>
            <a:ext cx="1866237"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in Office 365</a:t>
            </a:r>
          </a:p>
        </p:txBody>
      </p:sp>
      <p:sp>
        <p:nvSpPr>
          <p:cNvPr id="11" name="Rectangle 10">
            <a:hlinkClick r:id="rId5" action="ppaction://hlinksldjump"/>
            <a:hlinkHover r:id="rId5" action="ppaction://hlinksldjump"/>
            <a:extLst>
              <a:ext uri="{FF2B5EF4-FFF2-40B4-BE49-F238E27FC236}">
                <a16:creationId xmlns:a16="http://schemas.microsoft.com/office/drawing/2014/main" id="{F35CF352-07CA-4718-BA43-582ADC88CB43}"/>
              </a:ext>
            </a:extLst>
          </p:cNvPr>
          <p:cNvSpPr/>
          <p:nvPr/>
        </p:nvSpPr>
        <p:spPr>
          <a:xfrm>
            <a:off x="2284251" y="5851982"/>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Hybrid Identity</a:t>
            </a:r>
          </a:p>
        </p:txBody>
      </p:sp>
      <p:sp>
        <p:nvSpPr>
          <p:cNvPr id="13" name="Rectangle 12">
            <a:hlinkClick r:id="rId6" action="ppaction://hlinksldjump"/>
            <a:hlinkHover r:id="rId6" action="ppaction://hlinksldjump"/>
            <a:extLst>
              <a:ext uri="{FF2B5EF4-FFF2-40B4-BE49-F238E27FC236}">
                <a16:creationId xmlns:a16="http://schemas.microsoft.com/office/drawing/2014/main" id="{441EFAF4-19A1-4398-8A24-8820CBAD9A6A}"/>
              </a:ext>
            </a:extLst>
          </p:cNvPr>
          <p:cNvSpPr/>
          <p:nvPr/>
        </p:nvSpPr>
        <p:spPr>
          <a:xfrm>
            <a:off x="292016" y="5851982"/>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11 Deployed</a:t>
            </a:r>
          </a:p>
        </p:txBody>
      </p:sp>
      <p:sp>
        <p:nvSpPr>
          <p:cNvPr id="15" name="Rectangle 14">
            <a:hlinkClick r:id="rId7" action="ppaction://hlinksldjump"/>
            <a:hlinkHover r:id="rId7" action="ppaction://hlinksldjump"/>
            <a:extLst>
              <a:ext uri="{FF2B5EF4-FFF2-40B4-BE49-F238E27FC236}">
                <a16:creationId xmlns:a16="http://schemas.microsoft.com/office/drawing/2014/main" id="{7A7100C0-6954-4EF8-9DF2-80C15753FBE0}"/>
              </a:ext>
            </a:extLst>
          </p:cNvPr>
          <p:cNvSpPr/>
          <p:nvPr/>
        </p:nvSpPr>
        <p:spPr>
          <a:xfrm>
            <a:off x="8260956" y="5848104"/>
            <a:ext cx="1866237" cy="86838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a:t>
            </a:r>
          </a:p>
        </p:txBody>
      </p:sp>
      <p:sp>
        <p:nvSpPr>
          <p:cNvPr id="16" name="Rectangle 15">
            <a:hlinkClick r:id="rId8" action="ppaction://hlinksldjump"/>
            <a:hlinkHover r:id="rId8" action="ppaction://hlinksldjump"/>
            <a:extLst>
              <a:ext uri="{FF2B5EF4-FFF2-40B4-BE49-F238E27FC236}">
                <a16:creationId xmlns:a16="http://schemas.microsoft.com/office/drawing/2014/main" id="{CC8F26E1-C467-4E7B-84E8-D858A0D9C8BD}"/>
              </a:ext>
            </a:extLst>
          </p:cNvPr>
          <p:cNvSpPr/>
          <p:nvPr/>
        </p:nvSpPr>
        <p:spPr>
          <a:xfrm>
            <a:off x="6268721" y="5851981"/>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Hardware</a:t>
            </a:r>
          </a:p>
        </p:txBody>
      </p:sp>
      <p:grpSp>
        <p:nvGrpSpPr>
          <p:cNvPr id="39" name="Group 38">
            <a:extLst>
              <a:ext uri="{FF2B5EF4-FFF2-40B4-BE49-F238E27FC236}">
                <a16:creationId xmlns:a16="http://schemas.microsoft.com/office/drawing/2014/main" id="{D2E6B11C-4F2E-8B53-A703-8075456D21B8}"/>
              </a:ext>
            </a:extLst>
          </p:cNvPr>
          <p:cNvGrpSpPr/>
          <p:nvPr/>
        </p:nvGrpSpPr>
        <p:grpSpPr>
          <a:xfrm>
            <a:off x="7959195" y="3698231"/>
            <a:ext cx="721206" cy="609701"/>
            <a:chOff x="7959195" y="3698231"/>
            <a:chExt cx="721206" cy="609701"/>
          </a:xfrm>
        </p:grpSpPr>
        <p:sp>
          <p:nvSpPr>
            <p:cNvPr id="40" name="Rectangle 39">
              <a:hlinkHover r:id="" action="ppaction://noaction" highlightClick="1"/>
              <a:extLst>
                <a:ext uri="{FF2B5EF4-FFF2-40B4-BE49-F238E27FC236}">
                  <a16:creationId xmlns:a16="http://schemas.microsoft.com/office/drawing/2014/main" id="{2D61C427-4373-2CD0-3A05-DD065780A044}"/>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47" name="Oval 46">
              <a:extLst>
                <a:ext uri="{FF2B5EF4-FFF2-40B4-BE49-F238E27FC236}">
                  <a16:creationId xmlns:a16="http://schemas.microsoft.com/office/drawing/2014/main" id="{258914B5-B26E-7212-F437-F05A8B2D83F3}"/>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 name="Isosceles Triangle 648">
              <a:extLst>
                <a:ext uri="{FF2B5EF4-FFF2-40B4-BE49-F238E27FC236}">
                  <a16:creationId xmlns:a16="http://schemas.microsoft.com/office/drawing/2014/main" id="{8FD62DDC-22DB-99EF-EA84-80A0E2F1F9D0}"/>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8" name="Group 437">
            <a:extLst>
              <a:ext uri="{FF2B5EF4-FFF2-40B4-BE49-F238E27FC236}">
                <a16:creationId xmlns:a16="http://schemas.microsoft.com/office/drawing/2014/main" id="{DC3D33A5-D26A-82E4-1CB6-7253D0B9CE8E}"/>
              </a:ext>
            </a:extLst>
          </p:cNvPr>
          <p:cNvGrpSpPr/>
          <p:nvPr/>
        </p:nvGrpSpPr>
        <p:grpSpPr>
          <a:xfrm>
            <a:off x="6287105" y="2974054"/>
            <a:ext cx="721206" cy="609701"/>
            <a:chOff x="6287105" y="2974054"/>
            <a:chExt cx="721206" cy="609701"/>
          </a:xfrm>
        </p:grpSpPr>
        <p:sp>
          <p:nvSpPr>
            <p:cNvPr id="439" name="Rectangle 438">
              <a:hlinkHover r:id="" action="ppaction://noaction" highlightClick="1"/>
              <a:extLst>
                <a:ext uri="{FF2B5EF4-FFF2-40B4-BE49-F238E27FC236}">
                  <a16:creationId xmlns:a16="http://schemas.microsoft.com/office/drawing/2014/main" id="{99A5B407-ECA3-641C-464E-EF4ECF738C38}"/>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40" name="Rectangle 439">
              <a:extLst>
                <a:ext uri="{FF2B5EF4-FFF2-40B4-BE49-F238E27FC236}">
                  <a16:creationId xmlns:a16="http://schemas.microsoft.com/office/drawing/2014/main" id="{8CB46641-222C-28F9-8D54-AD3823F10E1F}"/>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1" name="Oval 15">
              <a:extLst>
                <a:ext uri="{FF2B5EF4-FFF2-40B4-BE49-F238E27FC236}">
                  <a16:creationId xmlns:a16="http://schemas.microsoft.com/office/drawing/2014/main" id="{7A29D914-A311-F8A5-1FDA-35176CA185A8}"/>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2" name="Straight Connector 441">
              <a:extLst>
                <a:ext uri="{FF2B5EF4-FFF2-40B4-BE49-F238E27FC236}">
                  <a16:creationId xmlns:a16="http://schemas.microsoft.com/office/drawing/2014/main" id="{7F3DCB63-0EF6-F0AF-3D6C-67757BF65601}"/>
                </a:ext>
              </a:extLst>
            </p:cNvPr>
            <p:cNvCxnSpPr>
              <a:cxnSpLocks/>
              <a:stCxn id="441"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43" name="Group 442">
            <a:extLst>
              <a:ext uri="{FF2B5EF4-FFF2-40B4-BE49-F238E27FC236}">
                <a16:creationId xmlns:a16="http://schemas.microsoft.com/office/drawing/2014/main" id="{7D25CC72-BBA4-A382-E362-D8ED11E4DA43}"/>
              </a:ext>
            </a:extLst>
          </p:cNvPr>
          <p:cNvGrpSpPr/>
          <p:nvPr/>
        </p:nvGrpSpPr>
        <p:grpSpPr>
          <a:xfrm>
            <a:off x="7123149" y="2974054"/>
            <a:ext cx="721206" cy="646284"/>
            <a:chOff x="7123149" y="2974054"/>
            <a:chExt cx="721206" cy="646284"/>
          </a:xfrm>
        </p:grpSpPr>
        <p:sp>
          <p:nvSpPr>
            <p:cNvPr id="444" name="Rectangle 443">
              <a:hlinkHover r:id="" action="ppaction://noaction" highlightClick="1"/>
              <a:extLst>
                <a:ext uri="{FF2B5EF4-FFF2-40B4-BE49-F238E27FC236}">
                  <a16:creationId xmlns:a16="http://schemas.microsoft.com/office/drawing/2014/main" id="{57823920-2C0C-BE8F-13D2-353AA47AC998}"/>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45" name="Rectangle 444">
              <a:extLst>
                <a:ext uri="{FF2B5EF4-FFF2-40B4-BE49-F238E27FC236}">
                  <a16:creationId xmlns:a16="http://schemas.microsoft.com/office/drawing/2014/main" id="{C88ED33D-56A5-34F0-208E-1573F3570A12}"/>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6" name="Oval 15">
              <a:extLst>
                <a:ext uri="{FF2B5EF4-FFF2-40B4-BE49-F238E27FC236}">
                  <a16:creationId xmlns:a16="http://schemas.microsoft.com/office/drawing/2014/main" id="{6BB39C35-5FDB-E2B7-5167-A1DDF01A6B52}"/>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7" name="Straight Connector 446">
              <a:extLst>
                <a:ext uri="{FF2B5EF4-FFF2-40B4-BE49-F238E27FC236}">
                  <a16:creationId xmlns:a16="http://schemas.microsoft.com/office/drawing/2014/main" id="{3A61B9C5-E212-1993-E87B-DF174A5BED90}"/>
                </a:ext>
              </a:extLst>
            </p:cNvPr>
            <p:cNvCxnSpPr>
              <a:cxnSpLocks/>
              <a:stCxn id="446"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48" name="Straight Connector 447">
              <a:extLst>
                <a:ext uri="{FF2B5EF4-FFF2-40B4-BE49-F238E27FC236}">
                  <a16:creationId xmlns:a16="http://schemas.microsoft.com/office/drawing/2014/main" id="{A4ED5087-0D49-74CB-A3E5-CB32B7F13511}"/>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49" name="Group 448">
            <a:extLst>
              <a:ext uri="{FF2B5EF4-FFF2-40B4-BE49-F238E27FC236}">
                <a16:creationId xmlns:a16="http://schemas.microsoft.com/office/drawing/2014/main" id="{9148EC2F-FE60-8B9A-FA6C-9B45935CC6DC}"/>
              </a:ext>
            </a:extLst>
          </p:cNvPr>
          <p:cNvGrpSpPr/>
          <p:nvPr/>
        </p:nvGrpSpPr>
        <p:grpSpPr>
          <a:xfrm>
            <a:off x="7959200" y="2974054"/>
            <a:ext cx="721206" cy="609701"/>
            <a:chOff x="7959200" y="2974054"/>
            <a:chExt cx="721206" cy="609701"/>
          </a:xfrm>
        </p:grpSpPr>
        <p:sp>
          <p:nvSpPr>
            <p:cNvPr id="450" name="Rectangle 449">
              <a:hlinkHover r:id="" action="ppaction://noaction" highlightClick="1"/>
              <a:extLst>
                <a:ext uri="{FF2B5EF4-FFF2-40B4-BE49-F238E27FC236}">
                  <a16:creationId xmlns:a16="http://schemas.microsoft.com/office/drawing/2014/main" id="{3E2BCFA5-4E06-13C8-AE35-6DF8FF2BC532}"/>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51" name="Diamond 450">
              <a:extLst>
                <a:ext uri="{FF2B5EF4-FFF2-40B4-BE49-F238E27FC236}">
                  <a16:creationId xmlns:a16="http://schemas.microsoft.com/office/drawing/2014/main" id="{8FFB2C3C-A942-E74A-09D7-358F1EB4B77C}"/>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2" name="Oval 451">
              <a:extLst>
                <a:ext uri="{FF2B5EF4-FFF2-40B4-BE49-F238E27FC236}">
                  <a16:creationId xmlns:a16="http://schemas.microsoft.com/office/drawing/2014/main" id="{DCC68D67-5D47-84C9-ADF6-DB7A07FD62E0}"/>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3" name="Group 452">
            <a:extLst>
              <a:ext uri="{FF2B5EF4-FFF2-40B4-BE49-F238E27FC236}">
                <a16:creationId xmlns:a16="http://schemas.microsoft.com/office/drawing/2014/main" id="{CC995EC7-7E81-E5B9-56E8-AB56E8F75208}"/>
              </a:ext>
            </a:extLst>
          </p:cNvPr>
          <p:cNvGrpSpPr/>
          <p:nvPr/>
        </p:nvGrpSpPr>
        <p:grpSpPr>
          <a:xfrm>
            <a:off x="8795244" y="2974054"/>
            <a:ext cx="721206" cy="609701"/>
            <a:chOff x="8795244" y="2974054"/>
            <a:chExt cx="721206" cy="609701"/>
          </a:xfrm>
        </p:grpSpPr>
        <p:sp>
          <p:nvSpPr>
            <p:cNvPr id="454" name="Rectangle 453">
              <a:hlinkHover r:id="" action="ppaction://noaction" highlightClick="1"/>
              <a:extLst>
                <a:ext uri="{FF2B5EF4-FFF2-40B4-BE49-F238E27FC236}">
                  <a16:creationId xmlns:a16="http://schemas.microsoft.com/office/drawing/2014/main" id="{0B599D0A-973E-1FB9-5B78-C724E4668946}"/>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55" name="Diamond 454">
              <a:extLst>
                <a:ext uri="{FF2B5EF4-FFF2-40B4-BE49-F238E27FC236}">
                  <a16:creationId xmlns:a16="http://schemas.microsoft.com/office/drawing/2014/main" id="{F73BCE60-845C-DEDD-82B7-213250533F91}"/>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6" name="Oval 455">
              <a:extLst>
                <a:ext uri="{FF2B5EF4-FFF2-40B4-BE49-F238E27FC236}">
                  <a16:creationId xmlns:a16="http://schemas.microsoft.com/office/drawing/2014/main" id="{AFB7AE17-8855-9995-8380-3805F66CEA67}"/>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9" name="Group 468">
            <a:extLst>
              <a:ext uri="{FF2B5EF4-FFF2-40B4-BE49-F238E27FC236}">
                <a16:creationId xmlns:a16="http://schemas.microsoft.com/office/drawing/2014/main" id="{89E1C644-B701-36C3-B8A9-5C4F3A5FC5E1}"/>
              </a:ext>
            </a:extLst>
          </p:cNvPr>
          <p:cNvGrpSpPr/>
          <p:nvPr/>
        </p:nvGrpSpPr>
        <p:grpSpPr>
          <a:xfrm>
            <a:off x="6284597" y="811555"/>
            <a:ext cx="721206" cy="609701"/>
            <a:chOff x="6284597" y="811555"/>
            <a:chExt cx="721206" cy="609701"/>
          </a:xfrm>
        </p:grpSpPr>
        <p:sp>
          <p:nvSpPr>
            <p:cNvPr id="470" name="Rectangle 469">
              <a:hlinkHover r:id="" action="ppaction://noaction" highlightClick="1"/>
              <a:extLst>
                <a:ext uri="{FF2B5EF4-FFF2-40B4-BE49-F238E27FC236}">
                  <a16:creationId xmlns:a16="http://schemas.microsoft.com/office/drawing/2014/main" id="{38FAE6DF-C1DB-885B-7DE9-E70A15D7D9D0}"/>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71" name="Right Triangle 470">
              <a:extLst>
                <a:ext uri="{FF2B5EF4-FFF2-40B4-BE49-F238E27FC236}">
                  <a16:creationId xmlns:a16="http://schemas.microsoft.com/office/drawing/2014/main" id="{E3693581-FCA0-9C3D-4C3E-12865C3D901B}"/>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2" name="Oval 27">
              <a:extLst>
                <a:ext uri="{FF2B5EF4-FFF2-40B4-BE49-F238E27FC236}">
                  <a16:creationId xmlns:a16="http://schemas.microsoft.com/office/drawing/2014/main" id="{BB106516-E00F-067D-3F76-0FF0FD1140F0}"/>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3" name="Oval 28">
              <a:extLst>
                <a:ext uri="{FF2B5EF4-FFF2-40B4-BE49-F238E27FC236}">
                  <a16:creationId xmlns:a16="http://schemas.microsoft.com/office/drawing/2014/main" id="{359A7CD0-C7C1-D5C8-43D3-B58B7DB7A9F8}"/>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3" name="Group 492">
            <a:extLst>
              <a:ext uri="{FF2B5EF4-FFF2-40B4-BE49-F238E27FC236}">
                <a16:creationId xmlns:a16="http://schemas.microsoft.com/office/drawing/2014/main" id="{1099086A-3C23-95FE-F962-0202B809FAB3}"/>
              </a:ext>
            </a:extLst>
          </p:cNvPr>
          <p:cNvGrpSpPr/>
          <p:nvPr/>
        </p:nvGrpSpPr>
        <p:grpSpPr>
          <a:xfrm>
            <a:off x="11356242" y="90836"/>
            <a:ext cx="721206" cy="609701"/>
            <a:chOff x="11356242" y="90836"/>
            <a:chExt cx="721206" cy="609701"/>
          </a:xfrm>
        </p:grpSpPr>
        <p:sp>
          <p:nvSpPr>
            <p:cNvPr id="494" name="Rectangle 493">
              <a:hlinkHover r:id="" action="ppaction://noaction" highlightClick="1"/>
              <a:extLst>
                <a:ext uri="{FF2B5EF4-FFF2-40B4-BE49-F238E27FC236}">
                  <a16:creationId xmlns:a16="http://schemas.microsoft.com/office/drawing/2014/main" id="{B3EB87F7-6E20-49E4-EF73-6BAF0234DFC5}"/>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495" name="Oval 494">
              <a:extLst>
                <a:ext uri="{FF2B5EF4-FFF2-40B4-BE49-F238E27FC236}">
                  <a16:creationId xmlns:a16="http://schemas.microsoft.com/office/drawing/2014/main" id="{14E0D951-2F45-7250-5F85-71E17729F6DD}"/>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6" name="Isosceles Triangle 648">
              <a:extLst>
                <a:ext uri="{FF2B5EF4-FFF2-40B4-BE49-F238E27FC236}">
                  <a16:creationId xmlns:a16="http://schemas.microsoft.com/office/drawing/2014/main" id="{4DA84531-384D-BBD5-0CD7-E528EFF94A55}"/>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7" name="Group 496">
            <a:extLst>
              <a:ext uri="{FF2B5EF4-FFF2-40B4-BE49-F238E27FC236}">
                <a16:creationId xmlns:a16="http://schemas.microsoft.com/office/drawing/2014/main" id="{9E4CD3F4-F4DE-8DB3-B9B0-A6078CF147D8}"/>
              </a:ext>
            </a:extLst>
          </p:cNvPr>
          <p:cNvGrpSpPr/>
          <p:nvPr/>
        </p:nvGrpSpPr>
        <p:grpSpPr>
          <a:xfrm>
            <a:off x="11356243" y="3694774"/>
            <a:ext cx="721206" cy="609701"/>
            <a:chOff x="11356243" y="3694774"/>
            <a:chExt cx="721206" cy="609701"/>
          </a:xfrm>
        </p:grpSpPr>
        <p:sp>
          <p:nvSpPr>
            <p:cNvPr id="498" name="Rectangle 497">
              <a:hlinkHover r:id="" action="ppaction://noaction" highlightClick="1"/>
              <a:extLst>
                <a:ext uri="{FF2B5EF4-FFF2-40B4-BE49-F238E27FC236}">
                  <a16:creationId xmlns:a16="http://schemas.microsoft.com/office/drawing/2014/main" id="{5E22A3A8-E87F-0E29-DA5B-D4CFBAB5D2CA}"/>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499" name="Oval 498">
              <a:extLst>
                <a:ext uri="{FF2B5EF4-FFF2-40B4-BE49-F238E27FC236}">
                  <a16:creationId xmlns:a16="http://schemas.microsoft.com/office/drawing/2014/main" id="{4E4E40EA-8DD9-C685-4E22-C20F8A294B3B}"/>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0" name="Isosceles Triangle 648">
              <a:extLst>
                <a:ext uri="{FF2B5EF4-FFF2-40B4-BE49-F238E27FC236}">
                  <a16:creationId xmlns:a16="http://schemas.microsoft.com/office/drawing/2014/main" id="{C1441E3A-69C4-8CE2-6BF2-3B60D02ECF7C}"/>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1" name="Group 500">
            <a:extLst>
              <a:ext uri="{FF2B5EF4-FFF2-40B4-BE49-F238E27FC236}">
                <a16:creationId xmlns:a16="http://schemas.microsoft.com/office/drawing/2014/main" id="{66991187-C001-2B0E-58AA-00B464AD66B5}"/>
              </a:ext>
            </a:extLst>
          </p:cNvPr>
          <p:cNvGrpSpPr/>
          <p:nvPr/>
        </p:nvGrpSpPr>
        <p:grpSpPr>
          <a:xfrm>
            <a:off x="9657691" y="4419624"/>
            <a:ext cx="721206" cy="609701"/>
            <a:chOff x="9657691" y="4419624"/>
            <a:chExt cx="721206" cy="609701"/>
          </a:xfrm>
        </p:grpSpPr>
        <p:sp>
          <p:nvSpPr>
            <p:cNvPr id="502" name="Rectangle 501">
              <a:hlinkHover r:id="" action="ppaction://noaction" highlightClick="1"/>
              <a:extLst>
                <a:ext uri="{FF2B5EF4-FFF2-40B4-BE49-F238E27FC236}">
                  <a16:creationId xmlns:a16="http://schemas.microsoft.com/office/drawing/2014/main" id="{D44B01E9-A20A-8644-AE41-9F6F702877F9}"/>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03" name="Oval 502">
              <a:extLst>
                <a:ext uri="{FF2B5EF4-FFF2-40B4-BE49-F238E27FC236}">
                  <a16:creationId xmlns:a16="http://schemas.microsoft.com/office/drawing/2014/main" id="{1F2D6D06-AA97-84E5-0204-4F03E652BC93}"/>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4" name="Isosceles Triangle 648">
              <a:extLst>
                <a:ext uri="{FF2B5EF4-FFF2-40B4-BE49-F238E27FC236}">
                  <a16:creationId xmlns:a16="http://schemas.microsoft.com/office/drawing/2014/main" id="{24A17ED7-0670-15A4-B9E6-F83045412ADA}"/>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5" name="Group 504">
            <a:extLst>
              <a:ext uri="{FF2B5EF4-FFF2-40B4-BE49-F238E27FC236}">
                <a16:creationId xmlns:a16="http://schemas.microsoft.com/office/drawing/2014/main" id="{03C790A0-EDCF-E3DD-89E1-AB38778AF260}"/>
              </a:ext>
            </a:extLst>
          </p:cNvPr>
          <p:cNvGrpSpPr/>
          <p:nvPr/>
        </p:nvGrpSpPr>
        <p:grpSpPr>
          <a:xfrm>
            <a:off x="10506968" y="4419620"/>
            <a:ext cx="721206" cy="609701"/>
            <a:chOff x="10506968" y="4419620"/>
            <a:chExt cx="721206" cy="609701"/>
          </a:xfrm>
        </p:grpSpPr>
        <p:sp>
          <p:nvSpPr>
            <p:cNvPr id="506" name="Rectangle 505">
              <a:hlinkHover r:id="" action="ppaction://noaction" highlightClick="1"/>
              <a:extLst>
                <a:ext uri="{FF2B5EF4-FFF2-40B4-BE49-F238E27FC236}">
                  <a16:creationId xmlns:a16="http://schemas.microsoft.com/office/drawing/2014/main" id="{3940017D-9D51-56D5-1AF5-4E0C0E016489}"/>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07" name="Oval 506">
              <a:extLst>
                <a:ext uri="{FF2B5EF4-FFF2-40B4-BE49-F238E27FC236}">
                  <a16:creationId xmlns:a16="http://schemas.microsoft.com/office/drawing/2014/main" id="{03E3CC70-CA43-BAE6-EBF8-75667277B4B6}"/>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8" name="Isosceles Triangle 648">
              <a:extLst>
                <a:ext uri="{FF2B5EF4-FFF2-40B4-BE49-F238E27FC236}">
                  <a16:creationId xmlns:a16="http://schemas.microsoft.com/office/drawing/2014/main" id="{B2FB4584-FFAF-2E25-8719-6C4FF1EB4E11}"/>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9" name="Group 508">
            <a:extLst>
              <a:ext uri="{FF2B5EF4-FFF2-40B4-BE49-F238E27FC236}">
                <a16:creationId xmlns:a16="http://schemas.microsoft.com/office/drawing/2014/main" id="{502A5320-C9E0-4C82-B302-3E99D6EE4462}"/>
              </a:ext>
            </a:extLst>
          </p:cNvPr>
          <p:cNvGrpSpPr/>
          <p:nvPr/>
        </p:nvGrpSpPr>
        <p:grpSpPr>
          <a:xfrm>
            <a:off x="11356003" y="4416261"/>
            <a:ext cx="721206" cy="609701"/>
            <a:chOff x="11356003" y="4416261"/>
            <a:chExt cx="721206" cy="609701"/>
          </a:xfrm>
        </p:grpSpPr>
        <p:sp>
          <p:nvSpPr>
            <p:cNvPr id="510" name="Rectangle 509">
              <a:hlinkHover r:id="" action="ppaction://noaction" highlightClick="1"/>
              <a:extLst>
                <a:ext uri="{FF2B5EF4-FFF2-40B4-BE49-F238E27FC236}">
                  <a16:creationId xmlns:a16="http://schemas.microsoft.com/office/drawing/2014/main" id="{53FD746B-33FE-B466-7C95-AAF6307794A5}"/>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11" name="Oval 510">
              <a:extLst>
                <a:ext uri="{FF2B5EF4-FFF2-40B4-BE49-F238E27FC236}">
                  <a16:creationId xmlns:a16="http://schemas.microsoft.com/office/drawing/2014/main" id="{695FD589-83F2-E2CE-AAC7-B62C09873C60}"/>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2" name="Isosceles Triangle 648">
              <a:extLst>
                <a:ext uri="{FF2B5EF4-FFF2-40B4-BE49-F238E27FC236}">
                  <a16:creationId xmlns:a16="http://schemas.microsoft.com/office/drawing/2014/main" id="{FD48E9B0-45B4-9072-E91F-540C323865DB}"/>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3" name="Group 512">
            <a:extLst>
              <a:ext uri="{FF2B5EF4-FFF2-40B4-BE49-F238E27FC236}">
                <a16:creationId xmlns:a16="http://schemas.microsoft.com/office/drawing/2014/main" id="{537C0697-43F3-A7E5-75E3-C869ABBC8026}"/>
              </a:ext>
            </a:extLst>
          </p:cNvPr>
          <p:cNvGrpSpPr/>
          <p:nvPr/>
        </p:nvGrpSpPr>
        <p:grpSpPr>
          <a:xfrm>
            <a:off x="8808526" y="4416261"/>
            <a:ext cx="721206" cy="609701"/>
            <a:chOff x="8808526" y="4416261"/>
            <a:chExt cx="721206" cy="609701"/>
          </a:xfrm>
        </p:grpSpPr>
        <p:sp>
          <p:nvSpPr>
            <p:cNvPr id="514" name="Rectangle 513">
              <a:hlinkHover r:id="" action="ppaction://noaction" highlightClick="1"/>
              <a:extLst>
                <a:ext uri="{FF2B5EF4-FFF2-40B4-BE49-F238E27FC236}">
                  <a16:creationId xmlns:a16="http://schemas.microsoft.com/office/drawing/2014/main" id="{549ADB25-4ED7-F4A8-36E4-7DBAE7FB123D}"/>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15" name="Oval 514">
              <a:extLst>
                <a:ext uri="{FF2B5EF4-FFF2-40B4-BE49-F238E27FC236}">
                  <a16:creationId xmlns:a16="http://schemas.microsoft.com/office/drawing/2014/main" id="{D4956DA0-0498-9549-5DF6-E248922795ED}"/>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6" name="Isosceles Triangle 648">
              <a:extLst>
                <a:ext uri="{FF2B5EF4-FFF2-40B4-BE49-F238E27FC236}">
                  <a16:creationId xmlns:a16="http://schemas.microsoft.com/office/drawing/2014/main" id="{1A8B5EFA-7E42-8F6B-D2F1-38DA4FF36F3B}"/>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7" name="Group 516">
            <a:extLst>
              <a:ext uri="{FF2B5EF4-FFF2-40B4-BE49-F238E27FC236}">
                <a16:creationId xmlns:a16="http://schemas.microsoft.com/office/drawing/2014/main" id="{6ADA474C-16D3-3D98-DFB8-A57AD7D8BD00}"/>
              </a:ext>
            </a:extLst>
          </p:cNvPr>
          <p:cNvGrpSpPr/>
          <p:nvPr/>
        </p:nvGrpSpPr>
        <p:grpSpPr>
          <a:xfrm>
            <a:off x="10509579" y="5141013"/>
            <a:ext cx="721206" cy="609701"/>
            <a:chOff x="10509579" y="5141013"/>
            <a:chExt cx="721206" cy="609701"/>
          </a:xfrm>
        </p:grpSpPr>
        <p:sp>
          <p:nvSpPr>
            <p:cNvPr id="518" name="Rectangle 517">
              <a:hlinkHover r:id="" action="ppaction://noaction" highlightClick="1"/>
              <a:extLst>
                <a:ext uri="{FF2B5EF4-FFF2-40B4-BE49-F238E27FC236}">
                  <a16:creationId xmlns:a16="http://schemas.microsoft.com/office/drawing/2014/main" id="{2CD6BC8F-8CC6-06D5-8B5E-8B98A3FFB6A1}"/>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19" name="Oval 518">
              <a:extLst>
                <a:ext uri="{FF2B5EF4-FFF2-40B4-BE49-F238E27FC236}">
                  <a16:creationId xmlns:a16="http://schemas.microsoft.com/office/drawing/2014/main" id="{0C80EC8F-4E20-53F1-3FFE-9CCF09FE0887}"/>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0" name="Isosceles Triangle 648">
              <a:extLst>
                <a:ext uri="{FF2B5EF4-FFF2-40B4-BE49-F238E27FC236}">
                  <a16:creationId xmlns:a16="http://schemas.microsoft.com/office/drawing/2014/main" id="{74FD7FD8-ADDD-12A2-77C7-3A19B6867781}"/>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1" name="Group 520">
            <a:extLst>
              <a:ext uri="{FF2B5EF4-FFF2-40B4-BE49-F238E27FC236}">
                <a16:creationId xmlns:a16="http://schemas.microsoft.com/office/drawing/2014/main" id="{1E5632C0-5B40-0159-E90A-0EDC13E7ADED}"/>
              </a:ext>
            </a:extLst>
          </p:cNvPr>
          <p:cNvGrpSpPr/>
          <p:nvPr/>
        </p:nvGrpSpPr>
        <p:grpSpPr>
          <a:xfrm>
            <a:off x="9651076" y="5143367"/>
            <a:ext cx="721206" cy="609701"/>
            <a:chOff x="9651076" y="5143367"/>
            <a:chExt cx="721206" cy="609701"/>
          </a:xfrm>
        </p:grpSpPr>
        <p:sp>
          <p:nvSpPr>
            <p:cNvPr id="522" name="Rectangle 521">
              <a:hlinkHover r:id="" action="ppaction://noaction" highlightClick="1"/>
              <a:extLst>
                <a:ext uri="{FF2B5EF4-FFF2-40B4-BE49-F238E27FC236}">
                  <a16:creationId xmlns:a16="http://schemas.microsoft.com/office/drawing/2014/main" id="{AD4BDD5B-ABA3-499F-6015-F4AEB8AAEF0F}"/>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23" name="Oval 522">
              <a:extLst>
                <a:ext uri="{FF2B5EF4-FFF2-40B4-BE49-F238E27FC236}">
                  <a16:creationId xmlns:a16="http://schemas.microsoft.com/office/drawing/2014/main" id="{80C3A09B-DB17-FA2B-2F23-D0B9C7AA1DA1}"/>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4" name="Isosceles Triangle 648">
              <a:extLst>
                <a:ext uri="{FF2B5EF4-FFF2-40B4-BE49-F238E27FC236}">
                  <a16:creationId xmlns:a16="http://schemas.microsoft.com/office/drawing/2014/main" id="{302BE27C-6ABB-91EB-26A0-309E26972BC9}"/>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5" name="Group 524">
            <a:extLst>
              <a:ext uri="{FF2B5EF4-FFF2-40B4-BE49-F238E27FC236}">
                <a16:creationId xmlns:a16="http://schemas.microsoft.com/office/drawing/2014/main" id="{0DEF7630-C732-C2FB-5326-447ACAD813CD}"/>
              </a:ext>
            </a:extLst>
          </p:cNvPr>
          <p:cNvGrpSpPr/>
          <p:nvPr/>
        </p:nvGrpSpPr>
        <p:grpSpPr>
          <a:xfrm>
            <a:off x="9657612" y="3698231"/>
            <a:ext cx="721206" cy="609701"/>
            <a:chOff x="9657612" y="3698231"/>
            <a:chExt cx="721206" cy="609701"/>
          </a:xfrm>
        </p:grpSpPr>
        <p:sp>
          <p:nvSpPr>
            <p:cNvPr id="526" name="Rectangle 525">
              <a:hlinkHover r:id="" action="ppaction://noaction" highlightClick="1"/>
              <a:extLst>
                <a:ext uri="{FF2B5EF4-FFF2-40B4-BE49-F238E27FC236}">
                  <a16:creationId xmlns:a16="http://schemas.microsoft.com/office/drawing/2014/main" id="{AC38BB2B-74A3-5F4E-1E4A-73EBA38FDFE8}"/>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27" name="Oval 526">
              <a:extLst>
                <a:ext uri="{FF2B5EF4-FFF2-40B4-BE49-F238E27FC236}">
                  <a16:creationId xmlns:a16="http://schemas.microsoft.com/office/drawing/2014/main" id="{0D9AE3AF-B9BD-973A-2292-2D82782A092D}"/>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8" name="Isosceles Triangle 648">
              <a:extLst>
                <a:ext uri="{FF2B5EF4-FFF2-40B4-BE49-F238E27FC236}">
                  <a16:creationId xmlns:a16="http://schemas.microsoft.com/office/drawing/2014/main" id="{68A9F044-56E5-6DD7-E26A-AC2BE7A889FC}"/>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9" name="Group 528">
            <a:extLst>
              <a:ext uri="{FF2B5EF4-FFF2-40B4-BE49-F238E27FC236}">
                <a16:creationId xmlns:a16="http://schemas.microsoft.com/office/drawing/2014/main" id="{BE5D09C0-37D4-1A03-A5EF-5E6444D89598}"/>
              </a:ext>
            </a:extLst>
          </p:cNvPr>
          <p:cNvGrpSpPr/>
          <p:nvPr/>
        </p:nvGrpSpPr>
        <p:grpSpPr>
          <a:xfrm>
            <a:off x="10506928" y="3698227"/>
            <a:ext cx="721206" cy="609701"/>
            <a:chOff x="10506928" y="3698227"/>
            <a:chExt cx="721206" cy="609701"/>
          </a:xfrm>
        </p:grpSpPr>
        <p:sp>
          <p:nvSpPr>
            <p:cNvPr id="530" name="Rectangle 529">
              <a:hlinkHover r:id="" action="ppaction://noaction" highlightClick="1"/>
              <a:extLst>
                <a:ext uri="{FF2B5EF4-FFF2-40B4-BE49-F238E27FC236}">
                  <a16:creationId xmlns:a16="http://schemas.microsoft.com/office/drawing/2014/main" id="{D063EA1F-F4ED-1745-3760-A05BA329A8BD}"/>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31" name="Oval 530">
              <a:extLst>
                <a:ext uri="{FF2B5EF4-FFF2-40B4-BE49-F238E27FC236}">
                  <a16:creationId xmlns:a16="http://schemas.microsoft.com/office/drawing/2014/main" id="{EB5A51FD-14B7-2E95-1734-EB39366852C2}"/>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2" name="Isosceles Triangle 648">
              <a:extLst>
                <a:ext uri="{FF2B5EF4-FFF2-40B4-BE49-F238E27FC236}">
                  <a16:creationId xmlns:a16="http://schemas.microsoft.com/office/drawing/2014/main" id="{9BECFA0F-036F-9124-39C3-CE04151B1A2C}"/>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3" name="Group 532">
            <a:extLst>
              <a:ext uri="{FF2B5EF4-FFF2-40B4-BE49-F238E27FC236}">
                <a16:creationId xmlns:a16="http://schemas.microsoft.com/office/drawing/2014/main" id="{8BF03B7E-6129-6AA6-4E67-AB704E45112A}"/>
              </a:ext>
            </a:extLst>
          </p:cNvPr>
          <p:cNvGrpSpPr/>
          <p:nvPr/>
        </p:nvGrpSpPr>
        <p:grpSpPr>
          <a:xfrm>
            <a:off x="8808417" y="5135710"/>
            <a:ext cx="721206" cy="609701"/>
            <a:chOff x="8808417" y="5135710"/>
            <a:chExt cx="721206" cy="609701"/>
          </a:xfrm>
        </p:grpSpPr>
        <p:sp>
          <p:nvSpPr>
            <p:cNvPr id="534" name="Rectangle 533">
              <a:hlinkHover r:id="" action="ppaction://noaction" highlightClick="1"/>
              <a:extLst>
                <a:ext uri="{FF2B5EF4-FFF2-40B4-BE49-F238E27FC236}">
                  <a16:creationId xmlns:a16="http://schemas.microsoft.com/office/drawing/2014/main" id="{0258E3EF-79FE-EF65-5CBC-DFA3857F9CDA}"/>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35" name="Oval 534">
              <a:extLst>
                <a:ext uri="{FF2B5EF4-FFF2-40B4-BE49-F238E27FC236}">
                  <a16:creationId xmlns:a16="http://schemas.microsoft.com/office/drawing/2014/main" id="{DDE2CA35-7EC3-570E-2F63-7389CE2AC716}"/>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6" name="Isosceles Triangle 648">
              <a:extLst>
                <a:ext uri="{FF2B5EF4-FFF2-40B4-BE49-F238E27FC236}">
                  <a16:creationId xmlns:a16="http://schemas.microsoft.com/office/drawing/2014/main" id="{19F13BB8-16BF-A291-43EB-3E8EDEF96DEF}"/>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7" name="Group 556">
            <a:extLst>
              <a:ext uri="{FF2B5EF4-FFF2-40B4-BE49-F238E27FC236}">
                <a16:creationId xmlns:a16="http://schemas.microsoft.com/office/drawing/2014/main" id="{CD26EDD8-288B-9976-C7BF-C7C40B96A346}"/>
              </a:ext>
            </a:extLst>
          </p:cNvPr>
          <p:cNvGrpSpPr/>
          <p:nvPr/>
        </p:nvGrpSpPr>
        <p:grpSpPr>
          <a:xfrm>
            <a:off x="9656904" y="1532276"/>
            <a:ext cx="721206" cy="609701"/>
            <a:chOff x="9656904" y="1532276"/>
            <a:chExt cx="721206" cy="609701"/>
          </a:xfrm>
        </p:grpSpPr>
        <p:sp>
          <p:nvSpPr>
            <p:cNvPr id="558" name="Rectangle 557">
              <a:extLst>
                <a:ext uri="{FF2B5EF4-FFF2-40B4-BE49-F238E27FC236}">
                  <a16:creationId xmlns:a16="http://schemas.microsoft.com/office/drawing/2014/main" id="{DD5B36B2-DA47-327C-B780-C9E988AA9A99}"/>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59" name="Rectangle 558">
              <a:extLst>
                <a:ext uri="{FF2B5EF4-FFF2-40B4-BE49-F238E27FC236}">
                  <a16:creationId xmlns:a16="http://schemas.microsoft.com/office/drawing/2014/main" id="{D1686819-CCAF-E853-BC89-9C62165E230F}"/>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0" name="Oval 15">
              <a:extLst>
                <a:ext uri="{FF2B5EF4-FFF2-40B4-BE49-F238E27FC236}">
                  <a16:creationId xmlns:a16="http://schemas.microsoft.com/office/drawing/2014/main" id="{4EEF7BF6-3847-41E4-8744-A817F49508E9}"/>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1" name="Straight Connector 560">
              <a:extLst>
                <a:ext uri="{FF2B5EF4-FFF2-40B4-BE49-F238E27FC236}">
                  <a16:creationId xmlns:a16="http://schemas.microsoft.com/office/drawing/2014/main" id="{A96DB41D-FC16-AE0C-C7E7-AB6F419F3ED3}"/>
                </a:ext>
              </a:extLst>
            </p:cNvPr>
            <p:cNvCxnSpPr>
              <a:cxnSpLocks/>
              <a:stCxn id="560"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62" name="Straight Connector 561">
              <a:extLst>
                <a:ext uri="{FF2B5EF4-FFF2-40B4-BE49-F238E27FC236}">
                  <a16:creationId xmlns:a16="http://schemas.microsoft.com/office/drawing/2014/main" id="{552B1D8F-F750-693F-BE94-1337DF93B119}"/>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91" name="Group 590">
            <a:extLst>
              <a:ext uri="{FF2B5EF4-FFF2-40B4-BE49-F238E27FC236}">
                <a16:creationId xmlns:a16="http://schemas.microsoft.com/office/drawing/2014/main" id="{44FFD795-AA56-7849-CE29-E8B5F3C66CE5}"/>
              </a:ext>
            </a:extLst>
          </p:cNvPr>
          <p:cNvGrpSpPr/>
          <p:nvPr/>
        </p:nvGrpSpPr>
        <p:grpSpPr>
          <a:xfrm>
            <a:off x="11356242" y="811556"/>
            <a:ext cx="721206" cy="609701"/>
            <a:chOff x="11356242" y="811556"/>
            <a:chExt cx="721206" cy="609701"/>
          </a:xfrm>
        </p:grpSpPr>
        <p:sp>
          <p:nvSpPr>
            <p:cNvPr id="592" name="Rectangle 591">
              <a:hlinkHover r:id="" action="ppaction://noaction" highlightClick="1"/>
              <a:extLst>
                <a:ext uri="{FF2B5EF4-FFF2-40B4-BE49-F238E27FC236}">
                  <a16:creationId xmlns:a16="http://schemas.microsoft.com/office/drawing/2014/main" id="{EFE05BE1-05BF-7453-FA46-03A5884B0131}"/>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593" name="Oval 592">
              <a:extLst>
                <a:ext uri="{FF2B5EF4-FFF2-40B4-BE49-F238E27FC236}">
                  <a16:creationId xmlns:a16="http://schemas.microsoft.com/office/drawing/2014/main" id="{9B3CE6AD-4465-2E45-0181-484CB6D46161}"/>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4" name="Isosceles Triangle 648">
              <a:extLst>
                <a:ext uri="{FF2B5EF4-FFF2-40B4-BE49-F238E27FC236}">
                  <a16:creationId xmlns:a16="http://schemas.microsoft.com/office/drawing/2014/main" id="{F29A3790-6E4C-8D9A-0422-474F9DB56E1C}"/>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9" name="Group 598">
            <a:extLst>
              <a:ext uri="{FF2B5EF4-FFF2-40B4-BE49-F238E27FC236}">
                <a16:creationId xmlns:a16="http://schemas.microsoft.com/office/drawing/2014/main" id="{2804D681-3422-0D9D-AB33-C47914C95C36}"/>
              </a:ext>
            </a:extLst>
          </p:cNvPr>
          <p:cNvGrpSpPr/>
          <p:nvPr/>
        </p:nvGrpSpPr>
        <p:grpSpPr>
          <a:xfrm>
            <a:off x="8808419" y="3705986"/>
            <a:ext cx="721206" cy="609701"/>
            <a:chOff x="8808419" y="3705986"/>
            <a:chExt cx="721206" cy="609701"/>
          </a:xfrm>
        </p:grpSpPr>
        <p:sp>
          <p:nvSpPr>
            <p:cNvPr id="600" name="Rectangle 599">
              <a:hlinkHover r:id="" action="ppaction://noaction" highlightClick="1"/>
              <a:extLst>
                <a:ext uri="{FF2B5EF4-FFF2-40B4-BE49-F238E27FC236}">
                  <a16:creationId xmlns:a16="http://schemas.microsoft.com/office/drawing/2014/main" id="{D8B0E39E-D15F-8412-A1BC-4ED7F148F55A}"/>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01" name="Oval 600">
              <a:extLst>
                <a:ext uri="{FF2B5EF4-FFF2-40B4-BE49-F238E27FC236}">
                  <a16:creationId xmlns:a16="http://schemas.microsoft.com/office/drawing/2014/main" id="{9C6B0731-102D-B7D3-8A63-723AAF9BB191}"/>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2" name="Isosceles Triangle 648">
              <a:extLst>
                <a:ext uri="{FF2B5EF4-FFF2-40B4-BE49-F238E27FC236}">
                  <a16:creationId xmlns:a16="http://schemas.microsoft.com/office/drawing/2014/main" id="{50E801DC-A700-6790-3DA8-655725A4752D}"/>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1" name="Group 620">
            <a:extLst>
              <a:ext uri="{FF2B5EF4-FFF2-40B4-BE49-F238E27FC236}">
                <a16:creationId xmlns:a16="http://schemas.microsoft.com/office/drawing/2014/main" id="{F5681372-917A-7AC1-1D92-F71ABFD698DF}"/>
              </a:ext>
            </a:extLst>
          </p:cNvPr>
          <p:cNvGrpSpPr/>
          <p:nvPr/>
        </p:nvGrpSpPr>
        <p:grpSpPr>
          <a:xfrm>
            <a:off x="1269626" y="4419615"/>
            <a:ext cx="721206" cy="609701"/>
            <a:chOff x="1269626" y="4419615"/>
            <a:chExt cx="721206" cy="609701"/>
          </a:xfrm>
        </p:grpSpPr>
        <p:sp>
          <p:nvSpPr>
            <p:cNvPr id="622" name="Rectangle 621">
              <a:extLst>
                <a:ext uri="{FF2B5EF4-FFF2-40B4-BE49-F238E27FC236}">
                  <a16:creationId xmlns:a16="http://schemas.microsoft.com/office/drawing/2014/main" id="{22C000DB-7BD8-C59B-2B3D-216AC33EAC80}"/>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23" name="Cylinder 622">
              <a:extLst>
                <a:ext uri="{FF2B5EF4-FFF2-40B4-BE49-F238E27FC236}">
                  <a16:creationId xmlns:a16="http://schemas.microsoft.com/office/drawing/2014/main" id="{331EDB9D-75D0-AF64-9F2F-18AB1BB7E16B}"/>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4" name="Group 623">
            <a:extLst>
              <a:ext uri="{FF2B5EF4-FFF2-40B4-BE49-F238E27FC236}">
                <a16:creationId xmlns:a16="http://schemas.microsoft.com/office/drawing/2014/main" id="{0B93BFC6-A09F-39FD-19C5-58F0B76D8039}"/>
              </a:ext>
            </a:extLst>
          </p:cNvPr>
          <p:cNvGrpSpPr/>
          <p:nvPr/>
        </p:nvGrpSpPr>
        <p:grpSpPr>
          <a:xfrm>
            <a:off x="432841" y="4419615"/>
            <a:ext cx="721206" cy="609701"/>
            <a:chOff x="432841" y="4419615"/>
            <a:chExt cx="721206" cy="609701"/>
          </a:xfrm>
        </p:grpSpPr>
        <p:sp>
          <p:nvSpPr>
            <p:cNvPr id="625" name="Rectangle 624">
              <a:extLst>
                <a:ext uri="{FF2B5EF4-FFF2-40B4-BE49-F238E27FC236}">
                  <a16:creationId xmlns:a16="http://schemas.microsoft.com/office/drawing/2014/main" id="{BC05E5E4-129D-7968-7076-6B1AA9C07C8D}"/>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26" name="Cylinder 625">
              <a:extLst>
                <a:ext uri="{FF2B5EF4-FFF2-40B4-BE49-F238E27FC236}">
                  <a16:creationId xmlns:a16="http://schemas.microsoft.com/office/drawing/2014/main" id="{C71F430E-D1D8-C904-EEC8-61D82EE7B1F3}"/>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7" name="Group 626">
            <a:extLst>
              <a:ext uri="{FF2B5EF4-FFF2-40B4-BE49-F238E27FC236}">
                <a16:creationId xmlns:a16="http://schemas.microsoft.com/office/drawing/2014/main" id="{67B14DF5-E368-C3B3-F613-B2638E2BB7B1}"/>
              </a:ext>
            </a:extLst>
          </p:cNvPr>
          <p:cNvGrpSpPr/>
          <p:nvPr/>
        </p:nvGrpSpPr>
        <p:grpSpPr>
          <a:xfrm>
            <a:off x="1268467" y="5141008"/>
            <a:ext cx="721206" cy="609701"/>
            <a:chOff x="1268467" y="5141008"/>
            <a:chExt cx="721206" cy="609701"/>
          </a:xfrm>
        </p:grpSpPr>
        <p:sp>
          <p:nvSpPr>
            <p:cNvPr id="628" name="Rectangle 627">
              <a:extLst>
                <a:ext uri="{FF2B5EF4-FFF2-40B4-BE49-F238E27FC236}">
                  <a16:creationId xmlns:a16="http://schemas.microsoft.com/office/drawing/2014/main" id="{3A6583C9-85E0-CF52-589A-C81E960560AC}"/>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29" name="Cylinder 628">
              <a:extLst>
                <a:ext uri="{FF2B5EF4-FFF2-40B4-BE49-F238E27FC236}">
                  <a16:creationId xmlns:a16="http://schemas.microsoft.com/office/drawing/2014/main" id="{895D21A7-BF65-5373-74EE-6282F4D8B49E}"/>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0" name="Group 629">
            <a:extLst>
              <a:ext uri="{FF2B5EF4-FFF2-40B4-BE49-F238E27FC236}">
                <a16:creationId xmlns:a16="http://schemas.microsoft.com/office/drawing/2014/main" id="{92294AF6-9914-6B4C-4883-3162530F6FAA}"/>
              </a:ext>
            </a:extLst>
          </p:cNvPr>
          <p:cNvGrpSpPr/>
          <p:nvPr/>
        </p:nvGrpSpPr>
        <p:grpSpPr>
          <a:xfrm>
            <a:off x="431297" y="5141008"/>
            <a:ext cx="721206" cy="609701"/>
            <a:chOff x="431297" y="5141008"/>
            <a:chExt cx="721206" cy="609701"/>
          </a:xfrm>
        </p:grpSpPr>
        <p:sp>
          <p:nvSpPr>
            <p:cNvPr id="631" name="Rectangle 630">
              <a:extLst>
                <a:ext uri="{FF2B5EF4-FFF2-40B4-BE49-F238E27FC236}">
                  <a16:creationId xmlns:a16="http://schemas.microsoft.com/office/drawing/2014/main" id="{4EAB8247-17D9-D37E-872A-2B0E59681CD9}"/>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32" name="Cylinder 631">
              <a:extLst>
                <a:ext uri="{FF2B5EF4-FFF2-40B4-BE49-F238E27FC236}">
                  <a16:creationId xmlns:a16="http://schemas.microsoft.com/office/drawing/2014/main" id="{550A6572-244E-897C-A073-65ABF7421893}"/>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3" name="Group 632">
            <a:extLst>
              <a:ext uri="{FF2B5EF4-FFF2-40B4-BE49-F238E27FC236}">
                <a16:creationId xmlns:a16="http://schemas.microsoft.com/office/drawing/2014/main" id="{2FA91026-6F3B-1037-C844-87DCFEEDD356}"/>
              </a:ext>
            </a:extLst>
          </p:cNvPr>
          <p:cNvGrpSpPr/>
          <p:nvPr/>
        </p:nvGrpSpPr>
        <p:grpSpPr>
          <a:xfrm>
            <a:off x="431660" y="3698226"/>
            <a:ext cx="721206" cy="609701"/>
            <a:chOff x="431660" y="3698226"/>
            <a:chExt cx="721206" cy="609701"/>
          </a:xfrm>
        </p:grpSpPr>
        <p:sp>
          <p:nvSpPr>
            <p:cNvPr id="634" name="Rectangle 633">
              <a:extLst>
                <a:ext uri="{FF2B5EF4-FFF2-40B4-BE49-F238E27FC236}">
                  <a16:creationId xmlns:a16="http://schemas.microsoft.com/office/drawing/2014/main" id="{65B180C8-32CE-B3EF-4EF5-BF45E599C044}"/>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35" name="Right Triangle 634">
              <a:extLst>
                <a:ext uri="{FF2B5EF4-FFF2-40B4-BE49-F238E27FC236}">
                  <a16:creationId xmlns:a16="http://schemas.microsoft.com/office/drawing/2014/main" id="{A7184463-E9AE-7712-D4DA-99D41F766BF4}"/>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6" name="Group 635">
              <a:extLst>
                <a:ext uri="{FF2B5EF4-FFF2-40B4-BE49-F238E27FC236}">
                  <a16:creationId xmlns:a16="http://schemas.microsoft.com/office/drawing/2014/main" id="{52B20B3C-707E-BE1E-3A2A-C1887BA45B3D}"/>
                </a:ext>
              </a:extLst>
            </p:cNvPr>
            <p:cNvGrpSpPr/>
            <p:nvPr/>
          </p:nvGrpSpPr>
          <p:grpSpPr>
            <a:xfrm>
              <a:off x="1102253" y="3706270"/>
              <a:ext cx="37817" cy="61390"/>
              <a:chOff x="3883481" y="2057400"/>
              <a:chExt cx="1608363" cy="2652031"/>
            </a:xfrm>
            <a:solidFill>
              <a:srgbClr val="A6A6A6">
                <a:alpha val="20000"/>
              </a:srgbClr>
            </a:solidFill>
          </p:grpSpPr>
          <p:sp>
            <p:nvSpPr>
              <p:cNvPr id="637" name="Oval 27">
                <a:extLst>
                  <a:ext uri="{FF2B5EF4-FFF2-40B4-BE49-F238E27FC236}">
                    <a16:creationId xmlns:a16="http://schemas.microsoft.com/office/drawing/2014/main" id="{416AC266-88E5-2860-B783-20E8ECDB1CB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8" name="Oval 28">
                <a:extLst>
                  <a:ext uri="{FF2B5EF4-FFF2-40B4-BE49-F238E27FC236}">
                    <a16:creationId xmlns:a16="http://schemas.microsoft.com/office/drawing/2014/main" id="{DC5F0003-DCC9-BFB9-B44A-1929F619B3E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39" name="Group 638">
            <a:extLst>
              <a:ext uri="{FF2B5EF4-FFF2-40B4-BE49-F238E27FC236}">
                <a16:creationId xmlns:a16="http://schemas.microsoft.com/office/drawing/2014/main" id="{D7B362F0-CD6E-30A4-6BB3-905593809081}"/>
              </a:ext>
            </a:extLst>
          </p:cNvPr>
          <p:cNvGrpSpPr/>
          <p:nvPr/>
        </p:nvGrpSpPr>
        <p:grpSpPr>
          <a:xfrm>
            <a:off x="2942399" y="3698227"/>
            <a:ext cx="721206" cy="609701"/>
            <a:chOff x="2942399" y="3698227"/>
            <a:chExt cx="721206" cy="609701"/>
          </a:xfrm>
        </p:grpSpPr>
        <p:sp>
          <p:nvSpPr>
            <p:cNvPr id="640" name="Rectangle 639">
              <a:extLst>
                <a:ext uri="{FF2B5EF4-FFF2-40B4-BE49-F238E27FC236}">
                  <a16:creationId xmlns:a16="http://schemas.microsoft.com/office/drawing/2014/main" id="{1D23F1D3-F498-2CB5-A367-71FAC2B3B0A0}"/>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41" name="Right Triangle 640">
              <a:extLst>
                <a:ext uri="{FF2B5EF4-FFF2-40B4-BE49-F238E27FC236}">
                  <a16:creationId xmlns:a16="http://schemas.microsoft.com/office/drawing/2014/main" id="{96CF6D90-3DB8-CF2F-9ED0-1942760875CB}"/>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42" name="Group 641">
              <a:extLst>
                <a:ext uri="{FF2B5EF4-FFF2-40B4-BE49-F238E27FC236}">
                  <a16:creationId xmlns:a16="http://schemas.microsoft.com/office/drawing/2014/main" id="{269579D2-D57F-03D1-7DA5-FD2799665A9B}"/>
                </a:ext>
              </a:extLst>
            </p:cNvPr>
            <p:cNvGrpSpPr/>
            <p:nvPr/>
          </p:nvGrpSpPr>
          <p:grpSpPr>
            <a:xfrm>
              <a:off x="3607767" y="3713057"/>
              <a:ext cx="37817" cy="61390"/>
              <a:chOff x="3883481" y="2057400"/>
              <a:chExt cx="1608363" cy="2652031"/>
            </a:xfrm>
            <a:solidFill>
              <a:srgbClr val="A6A6A6">
                <a:alpha val="20000"/>
              </a:srgbClr>
            </a:solidFill>
          </p:grpSpPr>
          <p:sp>
            <p:nvSpPr>
              <p:cNvPr id="643" name="Oval 27">
                <a:extLst>
                  <a:ext uri="{FF2B5EF4-FFF2-40B4-BE49-F238E27FC236}">
                    <a16:creationId xmlns:a16="http://schemas.microsoft.com/office/drawing/2014/main" id="{BD092737-279B-6949-A0FF-9F9A08CF860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4" name="Oval 28">
                <a:extLst>
                  <a:ext uri="{FF2B5EF4-FFF2-40B4-BE49-F238E27FC236}">
                    <a16:creationId xmlns:a16="http://schemas.microsoft.com/office/drawing/2014/main" id="{784522FC-03AA-3A8C-2BCA-6D3020EAD32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1" name="Group 660">
            <a:extLst>
              <a:ext uri="{FF2B5EF4-FFF2-40B4-BE49-F238E27FC236}">
                <a16:creationId xmlns:a16="http://schemas.microsoft.com/office/drawing/2014/main" id="{37C1DB43-5276-D3AC-E7F9-00D156115044}"/>
              </a:ext>
            </a:extLst>
          </p:cNvPr>
          <p:cNvGrpSpPr/>
          <p:nvPr/>
        </p:nvGrpSpPr>
        <p:grpSpPr>
          <a:xfrm>
            <a:off x="2105710" y="3698208"/>
            <a:ext cx="721206" cy="610396"/>
            <a:chOff x="2105710" y="3698208"/>
            <a:chExt cx="721206" cy="610396"/>
          </a:xfrm>
        </p:grpSpPr>
        <p:sp>
          <p:nvSpPr>
            <p:cNvPr id="662" name="Rectangle 661">
              <a:extLst>
                <a:ext uri="{FF2B5EF4-FFF2-40B4-BE49-F238E27FC236}">
                  <a16:creationId xmlns:a16="http://schemas.microsoft.com/office/drawing/2014/main" id="{197FE2A9-F1FB-3F72-9D60-13074A0D58DC}"/>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63" name="Right Triangle 662">
              <a:extLst>
                <a:ext uri="{FF2B5EF4-FFF2-40B4-BE49-F238E27FC236}">
                  <a16:creationId xmlns:a16="http://schemas.microsoft.com/office/drawing/2014/main" id="{14B80B84-C5E8-D323-9EF9-04B23D6D40E3}"/>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4" name="Group 663">
              <a:extLst>
                <a:ext uri="{FF2B5EF4-FFF2-40B4-BE49-F238E27FC236}">
                  <a16:creationId xmlns:a16="http://schemas.microsoft.com/office/drawing/2014/main" id="{99717CE3-DCAD-940D-4A6C-3DE9DCF9FD52}"/>
                </a:ext>
              </a:extLst>
            </p:cNvPr>
            <p:cNvGrpSpPr/>
            <p:nvPr/>
          </p:nvGrpSpPr>
          <p:grpSpPr>
            <a:xfrm>
              <a:off x="2776303" y="3704306"/>
              <a:ext cx="37817" cy="61390"/>
              <a:chOff x="3883481" y="2057400"/>
              <a:chExt cx="1608363" cy="2652031"/>
            </a:xfrm>
            <a:solidFill>
              <a:srgbClr val="A6A6A6">
                <a:alpha val="20000"/>
              </a:srgbClr>
            </a:solidFill>
          </p:grpSpPr>
          <p:sp>
            <p:nvSpPr>
              <p:cNvPr id="665" name="Oval 27">
                <a:extLst>
                  <a:ext uri="{FF2B5EF4-FFF2-40B4-BE49-F238E27FC236}">
                    <a16:creationId xmlns:a16="http://schemas.microsoft.com/office/drawing/2014/main" id="{B5DC3EF1-CC7E-15D5-B2D0-8C7C455F31E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6" name="Oval 28">
                <a:extLst>
                  <a:ext uri="{FF2B5EF4-FFF2-40B4-BE49-F238E27FC236}">
                    <a16:creationId xmlns:a16="http://schemas.microsoft.com/office/drawing/2014/main" id="{137A0D9F-4A83-FCA3-A56E-EC9006B4036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3" name="Group 672">
            <a:extLst>
              <a:ext uri="{FF2B5EF4-FFF2-40B4-BE49-F238E27FC236}">
                <a16:creationId xmlns:a16="http://schemas.microsoft.com/office/drawing/2014/main" id="{C9C978A6-1178-195E-1486-47D329D40455}"/>
              </a:ext>
            </a:extLst>
          </p:cNvPr>
          <p:cNvGrpSpPr/>
          <p:nvPr/>
        </p:nvGrpSpPr>
        <p:grpSpPr>
          <a:xfrm>
            <a:off x="1268843" y="2253332"/>
            <a:ext cx="721206" cy="609701"/>
            <a:chOff x="1268843" y="2253332"/>
            <a:chExt cx="721206" cy="609701"/>
          </a:xfrm>
        </p:grpSpPr>
        <p:sp>
          <p:nvSpPr>
            <p:cNvPr id="674" name="Rectangle 673">
              <a:extLst>
                <a:ext uri="{FF2B5EF4-FFF2-40B4-BE49-F238E27FC236}">
                  <a16:creationId xmlns:a16="http://schemas.microsoft.com/office/drawing/2014/main" id="{52EE3E45-32D6-F20F-32F1-A9C988875E32}"/>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75" name="Right Triangle 674">
              <a:extLst>
                <a:ext uri="{FF2B5EF4-FFF2-40B4-BE49-F238E27FC236}">
                  <a16:creationId xmlns:a16="http://schemas.microsoft.com/office/drawing/2014/main" id="{E4D4C634-420B-EF25-81FC-BB85EE5C02B8}"/>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6" name="Group 675">
              <a:extLst>
                <a:ext uri="{FF2B5EF4-FFF2-40B4-BE49-F238E27FC236}">
                  <a16:creationId xmlns:a16="http://schemas.microsoft.com/office/drawing/2014/main" id="{E1BBEAE4-8D62-DEFE-4F53-5B9A3E604B99}"/>
                </a:ext>
              </a:extLst>
            </p:cNvPr>
            <p:cNvGrpSpPr/>
            <p:nvPr/>
          </p:nvGrpSpPr>
          <p:grpSpPr>
            <a:xfrm>
              <a:off x="1939436" y="2265731"/>
              <a:ext cx="37817" cy="61390"/>
              <a:chOff x="3883481" y="2057400"/>
              <a:chExt cx="1608363" cy="2652031"/>
            </a:xfrm>
            <a:solidFill>
              <a:srgbClr val="A6A6A6">
                <a:alpha val="20000"/>
              </a:srgbClr>
            </a:solidFill>
          </p:grpSpPr>
          <p:sp>
            <p:nvSpPr>
              <p:cNvPr id="677" name="Oval 27">
                <a:extLst>
                  <a:ext uri="{FF2B5EF4-FFF2-40B4-BE49-F238E27FC236}">
                    <a16:creationId xmlns:a16="http://schemas.microsoft.com/office/drawing/2014/main" id="{B66C399F-A546-DEB1-B81B-C010E1FD128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8" name="Oval 28">
                <a:extLst>
                  <a:ext uri="{FF2B5EF4-FFF2-40B4-BE49-F238E27FC236}">
                    <a16:creationId xmlns:a16="http://schemas.microsoft.com/office/drawing/2014/main" id="{FFECC715-BDDE-6799-C240-B374AEE52E6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9" name="Group 678">
            <a:extLst>
              <a:ext uri="{FF2B5EF4-FFF2-40B4-BE49-F238E27FC236}">
                <a16:creationId xmlns:a16="http://schemas.microsoft.com/office/drawing/2014/main" id="{217174A8-70D0-BD60-1AC0-416452388445}"/>
              </a:ext>
            </a:extLst>
          </p:cNvPr>
          <p:cNvGrpSpPr/>
          <p:nvPr/>
        </p:nvGrpSpPr>
        <p:grpSpPr>
          <a:xfrm>
            <a:off x="2105351" y="2253333"/>
            <a:ext cx="721206" cy="609701"/>
            <a:chOff x="2105351" y="2253333"/>
            <a:chExt cx="721206" cy="609701"/>
          </a:xfrm>
        </p:grpSpPr>
        <p:sp>
          <p:nvSpPr>
            <p:cNvPr id="680" name="Rectangle 679">
              <a:extLst>
                <a:ext uri="{FF2B5EF4-FFF2-40B4-BE49-F238E27FC236}">
                  <a16:creationId xmlns:a16="http://schemas.microsoft.com/office/drawing/2014/main" id="{21B5B3DC-556D-7FE2-DD9D-7291793392C9}"/>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81" name="Right Triangle 680">
              <a:extLst>
                <a:ext uri="{FF2B5EF4-FFF2-40B4-BE49-F238E27FC236}">
                  <a16:creationId xmlns:a16="http://schemas.microsoft.com/office/drawing/2014/main" id="{02EC8181-E0F8-E4A3-EB84-F25CD7E8ED45}"/>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2" name="Group 681">
              <a:extLst>
                <a:ext uri="{FF2B5EF4-FFF2-40B4-BE49-F238E27FC236}">
                  <a16:creationId xmlns:a16="http://schemas.microsoft.com/office/drawing/2014/main" id="{9761BB96-3C9D-24DD-F2B2-CCF7352712D6}"/>
                </a:ext>
              </a:extLst>
            </p:cNvPr>
            <p:cNvGrpSpPr/>
            <p:nvPr/>
          </p:nvGrpSpPr>
          <p:grpSpPr>
            <a:xfrm>
              <a:off x="2771408" y="2265591"/>
              <a:ext cx="37817" cy="61390"/>
              <a:chOff x="3883481" y="2057400"/>
              <a:chExt cx="1608363" cy="2652031"/>
            </a:xfrm>
            <a:solidFill>
              <a:srgbClr val="A6A6A6">
                <a:alpha val="20000"/>
              </a:srgbClr>
            </a:solidFill>
          </p:grpSpPr>
          <p:sp>
            <p:nvSpPr>
              <p:cNvPr id="683" name="Oval 27">
                <a:extLst>
                  <a:ext uri="{FF2B5EF4-FFF2-40B4-BE49-F238E27FC236}">
                    <a16:creationId xmlns:a16="http://schemas.microsoft.com/office/drawing/2014/main" id="{0120BE11-BB7C-FD97-3EB7-2240C4C1C00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4" name="Oval 28">
                <a:extLst>
                  <a:ext uri="{FF2B5EF4-FFF2-40B4-BE49-F238E27FC236}">
                    <a16:creationId xmlns:a16="http://schemas.microsoft.com/office/drawing/2014/main" id="{F81C55F6-12F9-2790-E667-B094B203595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5" name="Group 684">
            <a:extLst>
              <a:ext uri="{FF2B5EF4-FFF2-40B4-BE49-F238E27FC236}">
                <a16:creationId xmlns:a16="http://schemas.microsoft.com/office/drawing/2014/main" id="{6B2CC29E-338A-AE6A-A3D4-AD12227825CF}"/>
              </a:ext>
            </a:extLst>
          </p:cNvPr>
          <p:cNvGrpSpPr/>
          <p:nvPr/>
        </p:nvGrpSpPr>
        <p:grpSpPr>
          <a:xfrm>
            <a:off x="2941860" y="2253333"/>
            <a:ext cx="721206" cy="609701"/>
            <a:chOff x="2941860" y="2253333"/>
            <a:chExt cx="721206" cy="609701"/>
          </a:xfrm>
        </p:grpSpPr>
        <p:sp>
          <p:nvSpPr>
            <p:cNvPr id="686" name="Rectangle 685">
              <a:extLst>
                <a:ext uri="{FF2B5EF4-FFF2-40B4-BE49-F238E27FC236}">
                  <a16:creationId xmlns:a16="http://schemas.microsoft.com/office/drawing/2014/main" id="{06869E54-941D-AD24-8D52-925D0C407ACE}"/>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687" name="Right Triangle 686">
              <a:extLst>
                <a:ext uri="{FF2B5EF4-FFF2-40B4-BE49-F238E27FC236}">
                  <a16:creationId xmlns:a16="http://schemas.microsoft.com/office/drawing/2014/main" id="{4627E211-C86B-BAA5-474D-037047542E59}"/>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8" name="Group 687">
              <a:extLst>
                <a:ext uri="{FF2B5EF4-FFF2-40B4-BE49-F238E27FC236}">
                  <a16:creationId xmlns:a16="http://schemas.microsoft.com/office/drawing/2014/main" id="{B09EA86E-428B-48E0-3F7F-F1E4BB48D42F}"/>
                </a:ext>
              </a:extLst>
            </p:cNvPr>
            <p:cNvGrpSpPr/>
            <p:nvPr/>
          </p:nvGrpSpPr>
          <p:grpSpPr>
            <a:xfrm>
              <a:off x="3611250" y="2264969"/>
              <a:ext cx="37817" cy="61390"/>
              <a:chOff x="3883481" y="2057400"/>
              <a:chExt cx="1608363" cy="2652031"/>
            </a:xfrm>
            <a:solidFill>
              <a:srgbClr val="A6A6A6">
                <a:alpha val="20000"/>
              </a:srgbClr>
            </a:solidFill>
          </p:grpSpPr>
          <p:sp>
            <p:nvSpPr>
              <p:cNvPr id="689" name="Oval 27">
                <a:extLst>
                  <a:ext uri="{FF2B5EF4-FFF2-40B4-BE49-F238E27FC236}">
                    <a16:creationId xmlns:a16="http://schemas.microsoft.com/office/drawing/2014/main" id="{B50489CC-DE5C-3DF6-2131-4EE74DCD404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0" name="Oval 28">
                <a:extLst>
                  <a:ext uri="{FF2B5EF4-FFF2-40B4-BE49-F238E27FC236}">
                    <a16:creationId xmlns:a16="http://schemas.microsoft.com/office/drawing/2014/main" id="{807701A9-836E-F460-CED8-9B1C165E22D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1" name="Group 690">
            <a:extLst>
              <a:ext uri="{FF2B5EF4-FFF2-40B4-BE49-F238E27FC236}">
                <a16:creationId xmlns:a16="http://schemas.microsoft.com/office/drawing/2014/main" id="{1EDEEADF-2E0B-8CE6-797C-AAB3A28B32F9}"/>
              </a:ext>
            </a:extLst>
          </p:cNvPr>
          <p:cNvGrpSpPr/>
          <p:nvPr/>
        </p:nvGrpSpPr>
        <p:grpSpPr>
          <a:xfrm>
            <a:off x="4614876" y="2253332"/>
            <a:ext cx="721206" cy="609701"/>
            <a:chOff x="4614876" y="2253332"/>
            <a:chExt cx="721206" cy="609701"/>
          </a:xfrm>
        </p:grpSpPr>
        <p:sp>
          <p:nvSpPr>
            <p:cNvPr id="692" name="Rectangle 691">
              <a:extLst>
                <a:ext uri="{FF2B5EF4-FFF2-40B4-BE49-F238E27FC236}">
                  <a16:creationId xmlns:a16="http://schemas.microsoft.com/office/drawing/2014/main" id="{156B30CC-F731-1DC4-D000-FD5A86AFF321}"/>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693" name="Right Triangle 692">
              <a:extLst>
                <a:ext uri="{FF2B5EF4-FFF2-40B4-BE49-F238E27FC236}">
                  <a16:creationId xmlns:a16="http://schemas.microsoft.com/office/drawing/2014/main" id="{C32BD969-458C-4947-0FF6-4DAEA148016F}"/>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4" name="Group 693">
              <a:extLst>
                <a:ext uri="{FF2B5EF4-FFF2-40B4-BE49-F238E27FC236}">
                  <a16:creationId xmlns:a16="http://schemas.microsoft.com/office/drawing/2014/main" id="{CAAEC61E-1744-A4F9-6DF2-570566C6FF11}"/>
                </a:ext>
              </a:extLst>
            </p:cNvPr>
            <p:cNvGrpSpPr/>
            <p:nvPr/>
          </p:nvGrpSpPr>
          <p:grpSpPr>
            <a:xfrm>
              <a:off x="5280738" y="2264779"/>
              <a:ext cx="37817" cy="61390"/>
              <a:chOff x="3883481" y="2057400"/>
              <a:chExt cx="1608363" cy="2652031"/>
            </a:xfrm>
            <a:solidFill>
              <a:srgbClr val="A6A6A6">
                <a:alpha val="20000"/>
              </a:srgbClr>
            </a:solidFill>
          </p:grpSpPr>
          <p:sp>
            <p:nvSpPr>
              <p:cNvPr id="695" name="Oval 27">
                <a:extLst>
                  <a:ext uri="{FF2B5EF4-FFF2-40B4-BE49-F238E27FC236}">
                    <a16:creationId xmlns:a16="http://schemas.microsoft.com/office/drawing/2014/main" id="{711A42EE-A80C-E24F-BFAD-BC94E48F1DF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6" name="Oval 28">
                <a:extLst>
                  <a:ext uri="{FF2B5EF4-FFF2-40B4-BE49-F238E27FC236}">
                    <a16:creationId xmlns:a16="http://schemas.microsoft.com/office/drawing/2014/main" id="{F73B2238-64E9-CD40-8D85-DC450071BD1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9" name="Group 708">
            <a:extLst>
              <a:ext uri="{FF2B5EF4-FFF2-40B4-BE49-F238E27FC236}">
                <a16:creationId xmlns:a16="http://schemas.microsoft.com/office/drawing/2014/main" id="{CD0DDF78-9EC3-8B8F-DD7E-E12CC52E2CED}"/>
              </a:ext>
            </a:extLst>
          </p:cNvPr>
          <p:cNvGrpSpPr/>
          <p:nvPr/>
        </p:nvGrpSpPr>
        <p:grpSpPr>
          <a:xfrm>
            <a:off x="431659" y="2253337"/>
            <a:ext cx="721895" cy="609700"/>
            <a:chOff x="431659" y="2253337"/>
            <a:chExt cx="721895" cy="609700"/>
          </a:xfrm>
        </p:grpSpPr>
        <p:sp>
          <p:nvSpPr>
            <p:cNvPr id="710" name="Rectangle 709">
              <a:hlinkHover r:id="" action="ppaction://noaction" highlightClick="1"/>
              <a:extLst>
                <a:ext uri="{FF2B5EF4-FFF2-40B4-BE49-F238E27FC236}">
                  <a16:creationId xmlns:a16="http://schemas.microsoft.com/office/drawing/2014/main" id="{4E2E543B-7A02-47CF-0401-1472FB438282}"/>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11" name="Diamond 710">
              <a:extLst>
                <a:ext uri="{FF2B5EF4-FFF2-40B4-BE49-F238E27FC236}">
                  <a16:creationId xmlns:a16="http://schemas.microsoft.com/office/drawing/2014/main" id="{EC5307FF-8404-F6C9-3385-B47A2C439EA8}"/>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2" name="Oval 711">
              <a:extLst>
                <a:ext uri="{FF2B5EF4-FFF2-40B4-BE49-F238E27FC236}">
                  <a16:creationId xmlns:a16="http://schemas.microsoft.com/office/drawing/2014/main" id="{F9B68E11-24BC-FDFB-EBFF-5030B4D53FB3}"/>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23" name="Group 722">
            <a:extLst>
              <a:ext uri="{FF2B5EF4-FFF2-40B4-BE49-F238E27FC236}">
                <a16:creationId xmlns:a16="http://schemas.microsoft.com/office/drawing/2014/main" id="{F8A74E7F-FD61-2632-AAF7-C7F6901D38B9}"/>
              </a:ext>
            </a:extLst>
          </p:cNvPr>
          <p:cNvGrpSpPr/>
          <p:nvPr/>
        </p:nvGrpSpPr>
        <p:grpSpPr>
          <a:xfrm>
            <a:off x="431659" y="1532283"/>
            <a:ext cx="721891" cy="610032"/>
            <a:chOff x="431659" y="1532283"/>
            <a:chExt cx="721891" cy="610032"/>
          </a:xfrm>
        </p:grpSpPr>
        <p:sp>
          <p:nvSpPr>
            <p:cNvPr id="724" name="Rectangle 723">
              <a:extLst>
                <a:ext uri="{FF2B5EF4-FFF2-40B4-BE49-F238E27FC236}">
                  <a16:creationId xmlns:a16="http://schemas.microsoft.com/office/drawing/2014/main" id="{D2EE6E0B-8A4C-EEFE-1A4C-ACDCB3C06EBD}"/>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25" name="Right Triangle 724">
              <a:extLst>
                <a:ext uri="{FF2B5EF4-FFF2-40B4-BE49-F238E27FC236}">
                  <a16:creationId xmlns:a16="http://schemas.microsoft.com/office/drawing/2014/main" id="{986251D7-3F6E-226A-A186-CC43A65DBD53}"/>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6" name="Group 725">
              <a:extLst>
                <a:ext uri="{FF2B5EF4-FFF2-40B4-BE49-F238E27FC236}">
                  <a16:creationId xmlns:a16="http://schemas.microsoft.com/office/drawing/2014/main" id="{08E4983E-7D9D-BEB6-2CA2-018F196AFBD3}"/>
                </a:ext>
              </a:extLst>
            </p:cNvPr>
            <p:cNvGrpSpPr/>
            <p:nvPr/>
          </p:nvGrpSpPr>
          <p:grpSpPr>
            <a:xfrm>
              <a:off x="1102940" y="1538374"/>
              <a:ext cx="37817" cy="61390"/>
              <a:chOff x="3883481" y="2057400"/>
              <a:chExt cx="1608363" cy="2652031"/>
            </a:xfrm>
            <a:solidFill>
              <a:srgbClr val="A6A6A6">
                <a:alpha val="20000"/>
              </a:srgbClr>
            </a:solidFill>
          </p:grpSpPr>
          <p:sp>
            <p:nvSpPr>
              <p:cNvPr id="727" name="Oval 27">
                <a:extLst>
                  <a:ext uri="{FF2B5EF4-FFF2-40B4-BE49-F238E27FC236}">
                    <a16:creationId xmlns:a16="http://schemas.microsoft.com/office/drawing/2014/main" id="{3B3AD493-F2DA-8701-5D82-1AEDC25D8B4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8" name="Oval 28">
                <a:extLst>
                  <a:ext uri="{FF2B5EF4-FFF2-40B4-BE49-F238E27FC236}">
                    <a16:creationId xmlns:a16="http://schemas.microsoft.com/office/drawing/2014/main" id="{593E9508-82ED-CC26-6EC2-FDC2114BA70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1" name="Group 740">
            <a:extLst>
              <a:ext uri="{FF2B5EF4-FFF2-40B4-BE49-F238E27FC236}">
                <a16:creationId xmlns:a16="http://schemas.microsoft.com/office/drawing/2014/main" id="{E3D7EA17-BD88-A92A-9FA4-CC1FB04BFAEB}"/>
              </a:ext>
            </a:extLst>
          </p:cNvPr>
          <p:cNvGrpSpPr/>
          <p:nvPr/>
        </p:nvGrpSpPr>
        <p:grpSpPr>
          <a:xfrm>
            <a:off x="5454379" y="2974054"/>
            <a:ext cx="721206" cy="649846"/>
            <a:chOff x="5454379" y="2974054"/>
            <a:chExt cx="721206" cy="649846"/>
          </a:xfrm>
        </p:grpSpPr>
        <p:sp>
          <p:nvSpPr>
            <p:cNvPr id="742" name="Rectangle 741">
              <a:extLst>
                <a:ext uri="{FF2B5EF4-FFF2-40B4-BE49-F238E27FC236}">
                  <a16:creationId xmlns:a16="http://schemas.microsoft.com/office/drawing/2014/main" id="{E50A682C-620A-5FBF-8957-202A1D903C63}"/>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43" name="Rectangle 742">
              <a:extLst>
                <a:ext uri="{FF2B5EF4-FFF2-40B4-BE49-F238E27FC236}">
                  <a16:creationId xmlns:a16="http://schemas.microsoft.com/office/drawing/2014/main" id="{204F7102-9CE8-6A14-ADE1-35598FC1D682}"/>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4" name="Oval 15">
              <a:extLst>
                <a:ext uri="{FF2B5EF4-FFF2-40B4-BE49-F238E27FC236}">
                  <a16:creationId xmlns:a16="http://schemas.microsoft.com/office/drawing/2014/main" id="{6076ACE7-6AF2-9273-8C36-BB32611F4A95}"/>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45" name="Straight Connector 744">
              <a:extLst>
                <a:ext uri="{FF2B5EF4-FFF2-40B4-BE49-F238E27FC236}">
                  <a16:creationId xmlns:a16="http://schemas.microsoft.com/office/drawing/2014/main" id="{6661060D-AB6B-3E00-375B-61186ED636AF}"/>
                </a:ext>
              </a:extLst>
            </p:cNvPr>
            <p:cNvCxnSpPr>
              <a:cxnSpLocks/>
              <a:stCxn id="744"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6" name="Straight Connector 745">
              <a:extLst>
                <a:ext uri="{FF2B5EF4-FFF2-40B4-BE49-F238E27FC236}">
                  <a16:creationId xmlns:a16="http://schemas.microsoft.com/office/drawing/2014/main" id="{E537468F-E3EC-E73E-1B2C-AC3763B9BCB9}"/>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47" name="Group 746">
            <a:extLst>
              <a:ext uri="{FF2B5EF4-FFF2-40B4-BE49-F238E27FC236}">
                <a16:creationId xmlns:a16="http://schemas.microsoft.com/office/drawing/2014/main" id="{064E1ABE-9356-5590-37A7-12C88C19E2CE}"/>
              </a:ext>
            </a:extLst>
          </p:cNvPr>
          <p:cNvGrpSpPr/>
          <p:nvPr/>
        </p:nvGrpSpPr>
        <p:grpSpPr>
          <a:xfrm>
            <a:off x="431659" y="2974054"/>
            <a:ext cx="721891" cy="609701"/>
            <a:chOff x="431659" y="2974054"/>
            <a:chExt cx="721891" cy="609701"/>
          </a:xfrm>
        </p:grpSpPr>
        <p:sp>
          <p:nvSpPr>
            <p:cNvPr id="748" name="Rectangle 747">
              <a:extLst>
                <a:ext uri="{FF2B5EF4-FFF2-40B4-BE49-F238E27FC236}">
                  <a16:creationId xmlns:a16="http://schemas.microsoft.com/office/drawing/2014/main" id="{BC1C964E-6794-0289-AAE8-BD1EE9FA3CBE}"/>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49" name="Right Triangle 748">
              <a:extLst>
                <a:ext uri="{FF2B5EF4-FFF2-40B4-BE49-F238E27FC236}">
                  <a16:creationId xmlns:a16="http://schemas.microsoft.com/office/drawing/2014/main" id="{65DF8D2B-1933-273B-5049-F44141E3AB57}"/>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0" name="Group 749">
              <a:extLst>
                <a:ext uri="{FF2B5EF4-FFF2-40B4-BE49-F238E27FC236}">
                  <a16:creationId xmlns:a16="http://schemas.microsoft.com/office/drawing/2014/main" id="{43DBACF8-D2E8-6507-C868-95A2EE804B80}"/>
                </a:ext>
              </a:extLst>
            </p:cNvPr>
            <p:cNvGrpSpPr/>
            <p:nvPr/>
          </p:nvGrpSpPr>
          <p:grpSpPr>
            <a:xfrm>
              <a:off x="1102940" y="2981762"/>
              <a:ext cx="37817" cy="61390"/>
              <a:chOff x="3883481" y="2057400"/>
              <a:chExt cx="1608363" cy="2652031"/>
            </a:xfrm>
            <a:solidFill>
              <a:srgbClr val="A6A6A6">
                <a:alpha val="20000"/>
              </a:srgbClr>
            </a:solidFill>
          </p:grpSpPr>
          <p:sp>
            <p:nvSpPr>
              <p:cNvPr id="751" name="Oval 27">
                <a:extLst>
                  <a:ext uri="{FF2B5EF4-FFF2-40B4-BE49-F238E27FC236}">
                    <a16:creationId xmlns:a16="http://schemas.microsoft.com/office/drawing/2014/main" id="{9993346D-6BEC-7302-A58A-27511C2474F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2" name="Oval 28">
                <a:extLst>
                  <a:ext uri="{FF2B5EF4-FFF2-40B4-BE49-F238E27FC236}">
                    <a16:creationId xmlns:a16="http://schemas.microsoft.com/office/drawing/2014/main" id="{19201DCB-8DDA-42B0-2698-97C6E9A6442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9" name="Group 758">
            <a:extLst>
              <a:ext uri="{FF2B5EF4-FFF2-40B4-BE49-F238E27FC236}">
                <a16:creationId xmlns:a16="http://schemas.microsoft.com/office/drawing/2014/main" id="{FBDD25BD-286E-A369-1718-467BE18235B2}"/>
              </a:ext>
            </a:extLst>
          </p:cNvPr>
          <p:cNvGrpSpPr/>
          <p:nvPr/>
        </p:nvGrpSpPr>
        <p:grpSpPr>
          <a:xfrm>
            <a:off x="2940469" y="2974031"/>
            <a:ext cx="721206" cy="613175"/>
            <a:chOff x="2940469" y="2974031"/>
            <a:chExt cx="721206" cy="613175"/>
          </a:xfrm>
        </p:grpSpPr>
        <p:sp>
          <p:nvSpPr>
            <p:cNvPr id="760" name="Rectangle 759">
              <a:extLst>
                <a:ext uri="{FF2B5EF4-FFF2-40B4-BE49-F238E27FC236}">
                  <a16:creationId xmlns:a16="http://schemas.microsoft.com/office/drawing/2014/main" id="{7428FD39-26FB-198A-F966-943C87D49BDE}"/>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61" name="Right Triangle 760">
              <a:extLst>
                <a:ext uri="{FF2B5EF4-FFF2-40B4-BE49-F238E27FC236}">
                  <a16:creationId xmlns:a16="http://schemas.microsoft.com/office/drawing/2014/main" id="{D9E8F099-9E2D-E9ED-581E-7A39716F4C65}"/>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2" name="Group 761">
              <a:extLst>
                <a:ext uri="{FF2B5EF4-FFF2-40B4-BE49-F238E27FC236}">
                  <a16:creationId xmlns:a16="http://schemas.microsoft.com/office/drawing/2014/main" id="{07AA2FF8-F6B1-3137-6E7E-BEBDFB2C9022}"/>
                </a:ext>
              </a:extLst>
            </p:cNvPr>
            <p:cNvGrpSpPr/>
            <p:nvPr/>
          </p:nvGrpSpPr>
          <p:grpSpPr>
            <a:xfrm>
              <a:off x="3610502" y="2980132"/>
              <a:ext cx="37817" cy="61390"/>
              <a:chOff x="3883481" y="2057400"/>
              <a:chExt cx="1608363" cy="2652031"/>
            </a:xfrm>
            <a:solidFill>
              <a:srgbClr val="A6A6A6">
                <a:alpha val="20000"/>
              </a:srgbClr>
            </a:solidFill>
          </p:grpSpPr>
          <p:sp>
            <p:nvSpPr>
              <p:cNvPr id="763" name="Oval 27">
                <a:extLst>
                  <a:ext uri="{FF2B5EF4-FFF2-40B4-BE49-F238E27FC236}">
                    <a16:creationId xmlns:a16="http://schemas.microsoft.com/office/drawing/2014/main" id="{0BED4D21-6456-EF68-1E7C-BE3A263C556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4" name="Oval 28">
                <a:extLst>
                  <a:ext uri="{FF2B5EF4-FFF2-40B4-BE49-F238E27FC236}">
                    <a16:creationId xmlns:a16="http://schemas.microsoft.com/office/drawing/2014/main" id="{603E1DA0-3F78-9DFE-D92C-0C3944E8499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5" name="Group 764">
            <a:extLst>
              <a:ext uri="{FF2B5EF4-FFF2-40B4-BE49-F238E27FC236}">
                <a16:creationId xmlns:a16="http://schemas.microsoft.com/office/drawing/2014/main" id="{675E094A-3496-20A2-5486-A307DA0B2771}"/>
              </a:ext>
            </a:extLst>
          </p:cNvPr>
          <p:cNvGrpSpPr/>
          <p:nvPr/>
        </p:nvGrpSpPr>
        <p:grpSpPr>
          <a:xfrm>
            <a:off x="1268380" y="2974053"/>
            <a:ext cx="721206" cy="609701"/>
            <a:chOff x="1268380" y="2974053"/>
            <a:chExt cx="721206" cy="609701"/>
          </a:xfrm>
        </p:grpSpPr>
        <p:sp>
          <p:nvSpPr>
            <p:cNvPr id="766" name="Rectangle 765">
              <a:extLst>
                <a:ext uri="{FF2B5EF4-FFF2-40B4-BE49-F238E27FC236}">
                  <a16:creationId xmlns:a16="http://schemas.microsoft.com/office/drawing/2014/main" id="{430EB8ED-20DE-BF65-9FAF-0E182E328134}"/>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67" name="Right Triangle 766">
              <a:extLst>
                <a:ext uri="{FF2B5EF4-FFF2-40B4-BE49-F238E27FC236}">
                  <a16:creationId xmlns:a16="http://schemas.microsoft.com/office/drawing/2014/main" id="{7B5C3D50-8B85-257E-E136-9033CE0C44DA}"/>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8" name="Group 767">
              <a:extLst>
                <a:ext uri="{FF2B5EF4-FFF2-40B4-BE49-F238E27FC236}">
                  <a16:creationId xmlns:a16="http://schemas.microsoft.com/office/drawing/2014/main" id="{2924367C-4202-D55B-04A5-A6E584910E9C}"/>
                </a:ext>
              </a:extLst>
            </p:cNvPr>
            <p:cNvGrpSpPr/>
            <p:nvPr/>
          </p:nvGrpSpPr>
          <p:grpSpPr>
            <a:xfrm>
              <a:off x="1938973" y="2986452"/>
              <a:ext cx="37817" cy="61390"/>
              <a:chOff x="3883481" y="2057400"/>
              <a:chExt cx="1608363" cy="2652031"/>
            </a:xfrm>
            <a:solidFill>
              <a:srgbClr val="A6A6A6">
                <a:alpha val="20000"/>
              </a:srgbClr>
            </a:solidFill>
          </p:grpSpPr>
          <p:sp>
            <p:nvSpPr>
              <p:cNvPr id="769" name="Oval 27">
                <a:extLst>
                  <a:ext uri="{FF2B5EF4-FFF2-40B4-BE49-F238E27FC236}">
                    <a16:creationId xmlns:a16="http://schemas.microsoft.com/office/drawing/2014/main" id="{F7CA81E7-6C13-3C08-868F-23A84BC94F8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0" name="Oval 28">
                <a:extLst>
                  <a:ext uri="{FF2B5EF4-FFF2-40B4-BE49-F238E27FC236}">
                    <a16:creationId xmlns:a16="http://schemas.microsoft.com/office/drawing/2014/main" id="{17B36A03-C9CC-8D98-F270-EF3CB4D0629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3" name="Group 782">
            <a:extLst>
              <a:ext uri="{FF2B5EF4-FFF2-40B4-BE49-F238E27FC236}">
                <a16:creationId xmlns:a16="http://schemas.microsoft.com/office/drawing/2014/main" id="{961D3D0E-F169-26E5-B564-7995A9FE09E8}"/>
              </a:ext>
            </a:extLst>
          </p:cNvPr>
          <p:cNvGrpSpPr/>
          <p:nvPr/>
        </p:nvGrpSpPr>
        <p:grpSpPr>
          <a:xfrm>
            <a:off x="431659" y="811556"/>
            <a:ext cx="721206" cy="609701"/>
            <a:chOff x="431659" y="811556"/>
            <a:chExt cx="721206" cy="609701"/>
          </a:xfrm>
        </p:grpSpPr>
        <p:sp>
          <p:nvSpPr>
            <p:cNvPr id="784" name="Rectangle 783">
              <a:extLst>
                <a:ext uri="{FF2B5EF4-FFF2-40B4-BE49-F238E27FC236}">
                  <a16:creationId xmlns:a16="http://schemas.microsoft.com/office/drawing/2014/main" id="{D4D79008-FDBE-0E9F-EEEC-0FF1F2F9BFBE}"/>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85" name="Right Triangle 784">
              <a:extLst>
                <a:ext uri="{FF2B5EF4-FFF2-40B4-BE49-F238E27FC236}">
                  <a16:creationId xmlns:a16="http://schemas.microsoft.com/office/drawing/2014/main" id="{3816CC98-F070-0096-E47C-1899A3FB97AC}"/>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6" name="Group 785">
              <a:extLst>
                <a:ext uri="{FF2B5EF4-FFF2-40B4-BE49-F238E27FC236}">
                  <a16:creationId xmlns:a16="http://schemas.microsoft.com/office/drawing/2014/main" id="{AFEA27BA-7170-2D11-44BA-D9948B2B2277}"/>
                </a:ext>
              </a:extLst>
            </p:cNvPr>
            <p:cNvGrpSpPr/>
            <p:nvPr/>
          </p:nvGrpSpPr>
          <p:grpSpPr>
            <a:xfrm>
              <a:off x="1100969" y="819591"/>
              <a:ext cx="37817" cy="61390"/>
              <a:chOff x="3883481" y="2057400"/>
              <a:chExt cx="1608363" cy="2652031"/>
            </a:xfrm>
            <a:solidFill>
              <a:srgbClr val="A6A6A6">
                <a:alpha val="20000"/>
              </a:srgbClr>
            </a:solidFill>
          </p:grpSpPr>
          <p:sp>
            <p:nvSpPr>
              <p:cNvPr id="787" name="Oval 27">
                <a:extLst>
                  <a:ext uri="{FF2B5EF4-FFF2-40B4-BE49-F238E27FC236}">
                    <a16:creationId xmlns:a16="http://schemas.microsoft.com/office/drawing/2014/main" id="{520EFEAB-9015-AA2B-48EB-0EEA8E58E7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8" name="Oval 28">
                <a:extLst>
                  <a:ext uri="{FF2B5EF4-FFF2-40B4-BE49-F238E27FC236}">
                    <a16:creationId xmlns:a16="http://schemas.microsoft.com/office/drawing/2014/main" id="{5C22E0E3-BB0C-2E70-6C04-316FC0800E7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1" name="Group 800">
            <a:extLst>
              <a:ext uri="{FF2B5EF4-FFF2-40B4-BE49-F238E27FC236}">
                <a16:creationId xmlns:a16="http://schemas.microsoft.com/office/drawing/2014/main" id="{9AE0D7BB-5879-4A10-DC40-C224A2958DAD}"/>
              </a:ext>
            </a:extLst>
          </p:cNvPr>
          <p:cNvGrpSpPr/>
          <p:nvPr/>
        </p:nvGrpSpPr>
        <p:grpSpPr>
          <a:xfrm>
            <a:off x="2889438" y="751337"/>
            <a:ext cx="5022643" cy="5001728"/>
            <a:chOff x="2889438" y="751337"/>
            <a:chExt cx="5022643" cy="5001728"/>
          </a:xfrm>
        </p:grpSpPr>
        <p:cxnSp>
          <p:nvCxnSpPr>
            <p:cNvPr id="802" name="Straight Connector 801">
              <a:extLst>
                <a:ext uri="{FF2B5EF4-FFF2-40B4-BE49-F238E27FC236}">
                  <a16:creationId xmlns:a16="http://schemas.microsoft.com/office/drawing/2014/main" id="{61A140BC-B10B-8FB2-DEB4-D11A72C84C66}"/>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3" name="Straight Connector 802">
              <a:extLst>
                <a:ext uri="{FF2B5EF4-FFF2-40B4-BE49-F238E27FC236}">
                  <a16:creationId xmlns:a16="http://schemas.microsoft.com/office/drawing/2014/main" id="{1C5195BC-6025-7E20-3771-01B1F907C5A2}"/>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4" name="Straight Connector 803">
              <a:extLst>
                <a:ext uri="{FF2B5EF4-FFF2-40B4-BE49-F238E27FC236}">
                  <a16:creationId xmlns:a16="http://schemas.microsoft.com/office/drawing/2014/main" id="{D83687DA-33E1-BE17-85CD-8F3C64BF54FE}"/>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5" name="Straight Connector 804">
              <a:extLst>
                <a:ext uri="{FF2B5EF4-FFF2-40B4-BE49-F238E27FC236}">
                  <a16:creationId xmlns:a16="http://schemas.microsoft.com/office/drawing/2014/main" id="{A29DCC81-EB58-B11A-D5AB-03DC869A8D88}"/>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6" name="Straight Connector 805">
              <a:extLst>
                <a:ext uri="{FF2B5EF4-FFF2-40B4-BE49-F238E27FC236}">
                  <a16:creationId xmlns:a16="http://schemas.microsoft.com/office/drawing/2014/main" id="{1315A268-0508-6886-1C62-0A66DF8A7475}"/>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7" name="Straight Connector 806">
              <a:extLst>
                <a:ext uri="{FF2B5EF4-FFF2-40B4-BE49-F238E27FC236}">
                  <a16:creationId xmlns:a16="http://schemas.microsoft.com/office/drawing/2014/main" id="{7BF61F6F-FFFF-D383-7D3C-166BE52F756B}"/>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67ACBEE5-D255-9DB4-2DA7-15C51A3B2E76}"/>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9" name="Straight Connector 808">
              <a:extLst>
                <a:ext uri="{FF2B5EF4-FFF2-40B4-BE49-F238E27FC236}">
                  <a16:creationId xmlns:a16="http://schemas.microsoft.com/office/drawing/2014/main" id="{B6F4A464-F80A-E65C-B114-981A18F024E1}"/>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0" name="Straight Connector 809">
              <a:extLst>
                <a:ext uri="{FF2B5EF4-FFF2-40B4-BE49-F238E27FC236}">
                  <a16:creationId xmlns:a16="http://schemas.microsoft.com/office/drawing/2014/main" id="{AD5E99B6-CB87-D786-2B02-C344B0F1B99B}"/>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ABD88C6-D4F1-30C8-8940-D8CABC799BD7}"/>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7" name="Group 836">
            <a:extLst>
              <a:ext uri="{FF2B5EF4-FFF2-40B4-BE49-F238E27FC236}">
                <a16:creationId xmlns:a16="http://schemas.microsoft.com/office/drawing/2014/main" id="{0CF4B388-1D6E-961F-7DA8-A2EF86AE37DF}"/>
              </a:ext>
            </a:extLst>
          </p:cNvPr>
          <p:cNvGrpSpPr/>
          <p:nvPr/>
        </p:nvGrpSpPr>
        <p:grpSpPr>
          <a:xfrm>
            <a:off x="2937173" y="4419601"/>
            <a:ext cx="721206" cy="610396"/>
            <a:chOff x="2937173" y="4419601"/>
            <a:chExt cx="721206" cy="610396"/>
          </a:xfrm>
        </p:grpSpPr>
        <p:sp>
          <p:nvSpPr>
            <p:cNvPr id="838" name="Rectangle 837">
              <a:extLst>
                <a:ext uri="{FF2B5EF4-FFF2-40B4-BE49-F238E27FC236}">
                  <a16:creationId xmlns:a16="http://schemas.microsoft.com/office/drawing/2014/main" id="{D6354CF1-1980-C799-62A8-93438766B36F}"/>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39" name="Right Triangle 838">
              <a:extLst>
                <a:ext uri="{FF2B5EF4-FFF2-40B4-BE49-F238E27FC236}">
                  <a16:creationId xmlns:a16="http://schemas.microsoft.com/office/drawing/2014/main" id="{3CAB7E49-F307-14B1-0049-60207834FEF9}"/>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0" name="Group 839">
              <a:extLst>
                <a:ext uri="{FF2B5EF4-FFF2-40B4-BE49-F238E27FC236}">
                  <a16:creationId xmlns:a16="http://schemas.microsoft.com/office/drawing/2014/main" id="{221A8B28-6C5D-193F-41DF-814F07511C8A}"/>
                </a:ext>
              </a:extLst>
            </p:cNvPr>
            <p:cNvGrpSpPr/>
            <p:nvPr/>
          </p:nvGrpSpPr>
          <p:grpSpPr>
            <a:xfrm>
              <a:off x="3607766" y="4425699"/>
              <a:ext cx="37817" cy="61390"/>
              <a:chOff x="3883481" y="2057400"/>
              <a:chExt cx="1608363" cy="2652031"/>
            </a:xfrm>
            <a:solidFill>
              <a:srgbClr val="A6A6A6">
                <a:alpha val="20000"/>
              </a:srgbClr>
            </a:solidFill>
          </p:grpSpPr>
          <p:sp>
            <p:nvSpPr>
              <p:cNvPr id="841" name="Oval 27">
                <a:extLst>
                  <a:ext uri="{FF2B5EF4-FFF2-40B4-BE49-F238E27FC236}">
                    <a16:creationId xmlns:a16="http://schemas.microsoft.com/office/drawing/2014/main" id="{F054CD6E-558F-6F44-9A4F-692443EB471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2" name="Oval 28">
                <a:extLst>
                  <a:ext uri="{FF2B5EF4-FFF2-40B4-BE49-F238E27FC236}">
                    <a16:creationId xmlns:a16="http://schemas.microsoft.com/office/drawing/2014/main" id="{670ACAB5-7799-90ED-E281-4437FF2ACC6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43" name="Group 842">
            <a:extLst>
              <a:ext uri="{FF2B5EF4-FFF2-40B4-BE49-F238E27FC236}">
                <a16:creationId xmlns:a16="http://schemas.microsoft.com/office/drawing/2014/main" id="{CC9DD1E6-2214-B7D5-F961-9EFFB7EFA476}"/>
              </a:ext>
            </a:extLst>
          </p:cNvPr>
          <p:cNvGrpSpPr/>
          <p:nvPr/>
        </p:nvGrpSpPr>
        <p:grpSpPr>
          <a:xfrm>
            <a:off x="6286130" y="4419624"/>
            <a:ext cx="721206" cy="609701"/>
            <a:chOff x="6286130" y="4419624"/>
            <a:chExt cx="721206" cy="609701"/>
          </a:xfrm>
        </p:grpSpPr>
        <p:sp>
          <p:nvSpPr>
            <p:cNvPr id="844" name="Rectangle 843">
              <a:hlinkHover r:id="" action="ppaction://noaction" highlightClick="1"/>
              <a:extLst>
                <a:ext uri="{FF2B5EF4-FFF2-40B4-BE49-F238E27FC236}">
                  <a16:creationId xmlns:a16="http://schemas.microsoft.com/office/drawing/2014/main" id="{A85CEE2B-D5FD-2CAB-9721-F925E7AC2B4E}"/>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45" name="Oval 844">
              <a:extLst>
                <a:ext uri="{FF2B5EF4-FFF2-40B4-BE49-F238E27FC236}">
                  <a16:creationId xmlns:a16="http://schemas.microsoft.com/office/drawing/2014/main" id="{BEA887AE-D7CA-09B6-A583-78F4D4F2ED26}"/>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6" name="Isosceles Triangle 648">
              <a:extLst>
                <a:ext uri="{FF2B5EF4-FFF2-40B4-BE49-F238E27FC236}">
                  <a16:creationId xmlns:a16="http://schemas.microsoft.com/office/drawing/2014/main" id="{9B535325-E56D-68BB-65A0-0A7497DC660F}"/>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7" name="Group 846">
            <a:extLst>
              <a:ext uri="{FF2B5EF4-FFF2-40B4-BE49-F238E27FC236}">
                <a16:creationId xmlns:a16="http://schemas.microsoft.com/office/drawing/2014/main" id="{C8670092-1556-4489-F756-59E01783695F}"/>
              </a:ext>
            </a:extLst>
          </p:cNvPr>
          <p:cNvGrpSpPr/>
          <p:nvPr/>
        </p:nvGrpSpPr>
        <p:grpSpPr>
          <a:xfrm>
            <a:off x="5458940" y="5135305"/>
            <a:ext cx="721206" cy="609701"/>
            <a:chOff x="5458940" y="5135305"/>
            <a:chExt cx="721206" cy="609701"/>
          </a:xfrm>
        </p:grpSpPr>
        <p:sp>
          <p:nvSpPr>
            <p:cNvPr id="848" name="Rectangle 847">
              <a:hlinkHover r:id="" action="ppaction://noaction" highlightClick="1"/>
              <a:extLst>
                <a:ext uri="{FF2B5EF4-FFF2-40B4-BE49-F238E27FC236}">
                  <a16:creationId xmlns:a16="http://schemas.microsoft.com/office/drawing/2014/main" id="{EA06C353-5A56-80C6-C56C-67EC16AF51F4}"/>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49" name="Oval 848">
              <a:extLst>
                <a:ext uri="{FF2B5EF4-FFF2-40B4-BE49-F238E27FC236}">
                  <a16:creationId xmlns:a16="http://schemas.microsoft.com/office/drawing/2014/main" id="{FEF6DF58-0EF1-8B61-0597-A78BF46275EF}"/>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0" name="Isosceles Triangle 648">
              <a:extLst>
                <a:ext uri="{FF2B5EF4-FFF2-40B4-BE49-F238E27FC236}">
                  <a16:creationId xmlns:a16="http://schemas.microsoft.com/office/drawing/2014/main" id="{29983A6D-2840-CD9B-0A76-D708E36DECFF}"/>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1" name="Group 850">
            <a:extLst>
              <a:ext uri="{FF2B5EF4-FFF2-40B4-BE49-F238E27FC236}">
                <a16:creationId xmlns:a16="http://schemas.microsoft.com/office/drawing/2014/main" id="{E0111793-B875-BFA1-5DA1-E0CCACF2DB48}"/>
              </a:ext>
            </a:extLst>
          </p:cNvPr>
          <p:cNvGrpSpPr/>
          <p:nvPr/>
        </p:nvGrpSpPr>
        <p:grpSpPr>
          <a:xfrm>
            <a:off x="6289146" y="5141017"/>
            <a:ext cx="721206" cy="609701"/>
            <a:chOff x="6289146" y="5141017"/>
            <a:chExt cx="721206" cy="609701"/>
          </a:xfrm>
        </p:grpSpPr>
        <p:sp>
          <p:nvSpPr>
            <p:cNvPr id="852" name="Rectangle 851">
              <a:hlinkHover r:id="" action="ppaction://noaction" highlightClick="1"/>
              <a:extLst>
                <a:ext uri="{FF2B5EF4-FFF2-40B4-BE49-F238E27FC236}">
                  <a16:creationId xmlns:a16="http://schemas.microsoft.com/office/drawing/2014/main" id="{26182225-54C1-838B-A001-BF3707794252}"/>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53" name="Oval 852">
              <a:extLst>
                <a:ext uri="{FF2B5EF4-FFF2-40B4-BE49-F238E27FC236}">
                  <a16:creationId xmlns:a16="http://schemas.microsoft.com/office/drawing/2014/main" id="{3B766548-43FC-6A22-8F8F-0A523BCE5930}"/>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4" name="Isosceles Triangle 648">
              <a:extLst>
                <a:ext uri="{FF2B5EF4-FFF2-40B4-BE49-F238E27FC236}">
                  <a16:creationId xmlns:a16="http://schemas.microsoft.com/office/drawing/2014/main" id="{3D7C6028-3DEA-E14E-DA93-13DD6101740A}"/>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5" name="Group 854">
            <a:extLst>
              <a:ext uri="{FF2B5EF4-FFF2-40B4-BE49-F238E27FC236}">
                <a16:creationId xmlns:a16="http://schemas.microsoft.com/office/drawing/2014/main" id="{E3EE955B-0C6E-3D7A-2961-08583D91B0FC}"/>
              </a:ext>
            </a:extLst>
          </p:cNvPr>
          <p:cNvGrpSpPr/>
          <p:nvPr/>
        </p:nvGrpSpPr>
        <p:grpSpPr>
          <a:xfrm>
            <a:off x="7122911" y="4419624"/>
            <a:ext cx="721206" cy="609701"/>
            <a:chOff x="7122911" y="4419624"/>
            <a:chExt cx="721206" cy="609701"/>
          </a:xfrm>
        </p:grpSpPr>
        <p:sp>
          <p:nvSpPr>
            <p:cNvPr id="856" name="Rectangle 855">
              <a:hlinkHover r:id="" action="ppaction://noaction" highlightClick="1"/>
              <a:extLst>
                <a:ext uri="{FF2B5EF4-FFF2-40B4-BE49-F238E27FC236}">
                  <a16:creationId xmlns:a16="http://schemas.microsoft.com/office/drawing/2014/main" id="{44806D4D-4B69-A801-19A0-68E5BC1A145C}"/>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57" name="Oval 856">
              <a:extLst>
                <a:ext uri="{FF2B5EF4-FFF2-40B4-BE49-F238E27FC236}">
                  <a16:creationId xmlns:a16="http://schemas.microsoft.com/office/drawing/2014/main" id="{5346FAF0-32C9-8E7A-ECD7-F53CB0F5BEAF}"/>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8" name="Isosceles Triangle 648">
              <a:extLst>
                <a:ext uri="{FF2B5EF4-FFF2-40B4-BE49-F238E27FC236}">
                  <a16:creationId xmlns:a16="http://schemas.microsoft.com/office/drawing/2014/main" id="{542E31EF-0297-EFAF-72DA-220FFE67A36E}"/>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3" name="Group 862">
            <a:extLst>
              <a:ext uri="{FF2B5EF4-FFF2-40B4-BE49-F238E27FC236}">
                <a16:creationId xmlns:a16="http://schemas.microsoft.com/office/drawing/2014/main" id="{3BC7D495-2D31-E14C-A755-414BE7C3E7AD}"/>
              </a:ext>
            </a:extLst>
          </p:cNvPr>
          <p:cNvGrpSpPr/>
          <p:nvPr/>
        </p:nvGrpSpPr>
        <p:grpSpPr>
          <a:xfrm>
            <a:off x="5454385" y="4419624"/>
            <a:ext cx="721206" cy="609701"/>
            <a:chOff x="5454385" y="4419624"/>
            <a:chExt cx="721206" cy="609701"/>
          </a:xfrm>
        </p:grpSpPr>
        <p:sp>
          <p:nvSpPr>
            <p:cNvPr id="864" name="Rectangle 863">
              <a:hlinkHover r:id="" action="ppaction://noaction" highlightClick="1"/>
              <a:extLst>
                <a:ext uri="{FF2B5EF4-FFF2-40B4-BE49-F238E27FC236}">
                  <a16:creationId xmlns:a16="http://schemas.microsoft.com/office/drawing/2014/main" id="{62175EA9-D7D0-2427-BFBA-421501B653CB}"/>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65" name="Oval 864">
              <a:extLst>
                <a:ext uri="{FF2B5EF4-FFF2-40B4-BE49-F238E27FC236}">
                  <a16:creationId xmlns:a16="http://schemas.microsoft.com/office/drawing/2014/main" id="{6258A3E9-BEEF-5766-D4A5-0088AE40E3B2}"/>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6" name="Isosceles Triangle 648">
              <a:extLst>
                <a:ext uri="{FF2B5EF4-FFF2-40B4-BE49-F238E27FC236}">
                  <a16:creationId xmlns:a16="http://schemas.microsoft.com/office/drawing/2014/main" id="{96279669-DF80-5DA9-83AE-E855DB86CE5B}"/>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7" name="Group 866">
            <a:extLst>
              <a:ext uri="{FF2B5EF4-FFF2-40B4-BE49-F238E27FC236}">
                <a16:creationId xmlns:a16="http://schemas.microsoft.com/office/drawing/2014/main" id="{281ACBD0-D9C6-A88D-219F-3FEAB95CACA3}"/>
              </a:ext>
            </a:extLst>
          </p:cNvPr>
          <p:cNvGrpSpPr/>
          <p:nvPr/>
        </p:nvGrpSpPr>
        <p:grpSpPr>
          <a:xfrm>
            <a:off x="3775041" y="5130133"/>
            <a:ext cx="721895" cy="609700"/>
            <a:chOff x="3775041" y="5130133"/>
            <a:chExt cx="721895" cy="609700"/>
          </a:xfrm>
        </p:grpSpPr>
        <p:sp>
          <p:nvSpPr>
            <p:cNvPr id="868" name="Rectangle 867">
              <a:hlinkHover r:id="" action="ppaction://noaction" highlightClick="1"/>
              <a:extLst>
                <a:ext uri="{FF2B5EF4-FFF2-40B4-BE49-F238E27FC236}">
                  <a16:creationId xmlns:a16="http://schemas.microsoft.com/office/drawing/2014/main" id="{73F6579C-0FBF-788B-005A-20D623BC4319}"/>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69" name="Diamond 868">
              <a:extLst>
                <a:ext uri="{FF2B5EF4-FFF2-40B4-BE49-F238E27FC236}">
                  <a16:creationId xmlns:a16="http://schemas.microsoft.com/office/drawing/2014/main" id="{0B310EE1-DB64-52C3-944B-11C818D1CFD1}"/>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0" name="Oval 869">
              <a:extLst>
                <a:ext uri="{FF2B5EF4-FFF2-40B4-BE49-F238E27FC236}">
                  <a16:creationId xmlns:a16="http://schemas.microsoft.com/office/drawing/2014/main" id="{E1C111AA-FB96-EB9B-BB7B-80278EE3A1D0}"/>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1" name="Group 870">
            <a:extLst>
              <a:ext uri="{FF2B5EF4-FFF2-40B4-BE49-F238E27FC236}">
                <a16:creationId xmlns:a16="http://schemas.microsoft.com/office/drawing/2014/main" id="{1027CA12-BCF5-31F1-10B2-10FA66B212A4}"/>
              </a:ext>
            </a:extLst>
          </p:cNvPr>
          <p:cNvGrpSpPr/>
          <p:nvPr/>
        </p:nvGrpSpPr>
        <p:grpSpPr>
          <a:xfrm>
            <a:off x="4618174" y="5130748"/>
            <a:ext cx="721895" cy="609700"/>
            <a:chOff x="4618174" y="5130748"/>
            <a:chExt cx="721895" cy="609700"/>
          </a:xfrm>
        </p:grpSpPr>
        <p:sp>
          <p:nvSpPr>
            <p:cNvPr id="872" name="Rectangle 871">
              <a:hlinkHover r:id="" action="ppaction://noaction" highlightClick="1"/>
              <a:extLst>
                <a:ext uri="{FF2B5EF4-FFF2-40B4-BE49-F238E27FC236}">
                  <a16:creationId xmlns:a16="http://schemas.microsoft.com/office/drawing/2014/main" id="{04BF5C0A-F37A-74A5-190B-7CAEAD8832B2}"/>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73" name="Diamond 872">
              <a:extLst>
                <a:ext uri="{FF2B5EF4-FFF2-40B4-BE49-F238E27FC236}">
                  <a16:creationId xmlns:a16="http://schemas.microsoft.com/office/drawing/2014/main" id="{B6A1E20F-DED3-78C7-E22D-D90CA5E19E71}"/>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4" name="Oval 873">
              <a:extLst>
                <a:ext uri="{FF2B5EF4-FFF2-40B4-BE49-F238E27FC236}">
                  <a16:creationId xmlns:a16="http://schemas.microsoft.com/office/drawing/2014/main" id="{AE073469-7A4B-8257-7E97-33AD52C60B11}"/>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5" name="Group 874">
            <a:extLst>
              <a:ext uri="{FF2B5EF4-FFF2-40B4-BE49-F238E27FC236}">
                <a16:creationId xmlns:a16="http://schemas.microsoft.com/office/drawing/2014/main" id="{69964788-E8B5-CC6C-9C1C-88312BE6F493}"/>
              </a:ext>
            </a:extLst>
          </p:cNvPr>
          <p:cNvGrpSpPr/>
          <p:nvPr/>
        </p:nvGrpSpPr>
        <p:grpSpPr>
          <a:xfrm>
            <a:off x="7125833" y="5143368"/>
            <a:ext cx="721206" cy="609701"/>
            <a:chOff x="7125833" y="5143368"/>
            <a:chExt cx="721206" cy="609701"/>
          </a:xfrm>
        </p:grpSpPr>
        <p:sp>
          <p:nvSpPr>
            <p:cNvPr id="876" name="Rectangle 875">
              <a:hlinkHover r:id="" action="ppaction://noaction" highlightClick="1"/>
              <a:extLst>
                <a:ext uri="{FF2B5EF4-FFF2-40B4-BE49-F238E27FC236}">
                  <a16:creationId xmlns:a16="http://schemas.microsoft.com/office/drawing/2014/main" id="{DE509D17-C457-BFE4-DAF1-775E2EDCD479}"/>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77" name="Oval 876">
              <a:extLst>
                <a:ext uri="{FF2B5EF4-FFF2-40B4-BE49-F238E27FC236}">
                  <a16:creationId xmlns:a16="http://schemas.microsoft.com/office/drawing/2014/main" id="{4A1CADE9-B631-92A4-BF4D-93B2EDBFDD70}"/>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8" name="Isosceles Triangle 648">
              <a:extLst>
                <a:ext uri="{FF2B5EF4-FFF2-40B4-BE49-F238E27FC236}">
                  <a16:creationId xmlns:a16="http://schemas.microsoft.com/office/drawing/2014/main" id="{11A74223-E4BB-2841-DBB3-C7DD6FFDBC60}"/>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9" name="Group 878">
            <a:extLst>
              <a:ext uri="{FF2B5EF4-FFF2-40B4-BE49-F238E27FC236}">
                <a16:creationId xmlns:a16="http://schemas.microsoft.com/office/drawing/2014/main" id="{BE5FAF69-FEDC-FE5D-F0C6-CC157AE6A752}"/>
              </a:ext>
            </a:extLst>
          </p:cNvPr>
          <p:cNvGrpSpPr/>
          <p:nvPr/>
        </p:nvGrpSpPr>
        <p:grpSpPr>
          <a:xfrm>
            <a:off x="7122911" y="3698231"/>
            <a:ext cx="721206" cy="609701"/>
            <a:chOff x="7122911" y="3698231"/>
            <a:chExt cx="721206" cy="609701"/>
          </a:xfrm>
        </p:grpSpPr>
        <p:sp>
          <p:nvSpPr>
            <p:cNvPr id="880" name="Rectangle 879">
              <a:hlinkHover r:id="" action="ppaction://noaction" highlightClick="1"/>
              <a:extLst>
                <a:ext uri="{FF2B5EF4-FFF2-40B4-BE49-F238E27FC236}">
                  <a16:creationId xmlns:a16="http://schemas.microsoft.com/office/drawing/2014/main" id="{F8A14F5A-1E5A-73E9-4C52-DDA2D853C694}"/>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81" name="Oval 880">
              <a:extLst>
                <a:ext uri="{FF2B5EF4-FFF2-40B4-BE49-F238E27FC236}">
                  <a16:creationId xmlns:a16="http://schemas.microsoft.com/office/drawing/2014/main" id="{F6138EF7-86ED-353F-B302-829B70040863}"/>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2" name="Isosceles Triangle 648">
              <a:extLst>
                <a:ext uri="{FF2B5EF4-FFF2-40B4-BE49-F238E27FC236}">
                  <a16:creationId xmlns:a16="http://schemas.microsoft.com/office/drawing/2014/main" id="{53621F22-8C06-61FE-6407-B02D62F7757D}"/>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3" name="Group 882">
            <a:extLst>
              <a:ext uri="{FF2B5EF4-FFF2-40B4-BE49-F238E27FC236}">
                <a16:creationId xmlns:a16="http://schemas.microsoft.com/office/drawing/2014/main" id="{F3CF9183-6537-7E83-C337-D64C726E7AA5}"/>
              </a:ext>
            </a:extLst>
          </p:cNvPr>
          <p:cNvGrpSpPr/>
          <p:nvPr/>
        </p:nvGrpSpPr>
        <p:grpSpPr>
          <a:xfrm>
            <a:off x="6286224" y="3620338"/>
            <a:ext cx="721206" cy="687594"/>
            <a:chOff x="6286224" y="3620338"/>
            <a:chExt cx="721206" cy="687594"/>
          </a:xfrm>
        </p:grpSpPr>
        <p:cxnSp>
          <p:nvCxnSpPr>
            <p:cNvPr id="884" name="Straight Connector 883">
              <a:extLst>
                <a:ext uri="{FF2B5EF4-FFF2-40B4-BE49-F238E27FC236}">
                  <a16:creationId xmlns:a16="http://schemas.microsoft.com/office/drawing/2014/main" id="{44CDE6EC-5567-47FF-0379-7A6BA0198923}"/>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85" name="Rectangle 884">
              <a:hlinkHover r:id="" action="ppaction://noaction" highlightClick="1"/>
              <a:extLst>
                <a:ext uri="{FF2B5EF4-FFF2-40B4-BE49-F238E27FC236}">
                  <a16:creationId xmlns:a16="http://schemas.microsoft.com/office/drawing/2014/main" id="{F274B476-E4C7-35F1-447E-4253A1B627FC}"/>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86" name="Oval 885">
              <a:extLst>
                <a:ext uri="{FF2B5EF4-FFF2-40B4-BE49-F238E27FC236}">
                  <a16:creationId xmlns:a16="http://schemas.microsoft.com/office/drawing/2014/main" id="{1C38876F-4604-7470-CF55-A0942F95F2B3}"/>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7" name="Isosceles Triangle 648">
              <a:extLst>
                <a:ext uri="{FF2B5EF4-FFF2-40B4-BE49-F238E27FC236}">
                  <a16:creationId xmlns:a16="http://schemas.microsoft.com/office/drawing/2014/main" id="{2591B610-9B83-973A-C7A6-090C8720F199}"/>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52" name="Group 1051">
            <a:extLst>
              <a:ext uri="{FF2B5EF4-FFF2-40B4-BE49-F238E27FC236}">
                <a16:creationId xmlns:a16="http://schemas.microsoft.com/office/drawing/2014/main" id="{341300D3-48F4-FB74-3654-3363638BB3B2}"/>
              </a:ext>
            </a:extLst>
          </p:cNvPr>
          <p:cNvGrpSpPr/>
          <p:nvPr/>
        </p:nvGrpSpPr>
        <p:grpSpPr>
          <a:xfrm>
            <a:off x="3779655" y="811556"/>
            <a:ext cx="721206" cy="609701"/>
            <a:chOff x="3779655" y="811556"/>
            <a:chExt cx="721206" cy="609701"/>
          </a:xfrm>
        </p:grpSpPr>
        <p:sp>
          <p:nvSpPr>
            <p:cNvPr id="1053" name="Rectangle 1052">
              <a:extLst>
                <a:ext uri="{FF2B5EF4-FFF2-40B4-BE49-F238E27FC236}">
                  <a16:creationId xmlns:a16="http://schemas.microsoft.com/office/drawing/2014/main" id="{22731144-1959-E673-372C-B14673AD72D8}"/>
                </a:ext>
              </a:extLst>
            </p:cNvPr>
            <p:cNvSpPr/>
            <p:nvPr/>
          </p:nvSpPr>
          <p:spPr>
            <a:xfrm>
              <a:off x="3779655"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1054" name="Rectangle 1053">
              <a:extLst>
                <a:ext uri="{FF2B5EF4-FFF2-40B4-BE49-F238E27FC236}">
                  <a16:creationId xmlns:a16="http://schemas.microsoft.com/office/drawing/2014/main" id="{66AF03C7-1DA5-398A-6AFB-325427CE77FA}"/>
                </a:ext>
              </a:extLst>
            </p:cNvPr>
            <p:cNvSpPr/>
            <p:nvPr/>
          </p:nvSpPr>
          <p:spPr>
            <a:xfrm flipV="1">
              <a:off x="4395608"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5" name="Oval 15">
              <a:extLst>
                <a:ext uri="{FF2B5EF4-FFF2-40B4-BE49-F238E27FC236}">
                  <a16:creationId xmlns:a16="http://schemas.microsoft.com/office/drawing/2014/main" id="{1C55D0FC-B70B-3535-483A-74DF1DC1D814}"/>
                </a:ext>
              </a:extLst>
            </p:cNvPr>
            <p:cNvSpPr/>
            <p:nvPr/>
          </p:nvSpPr>
          <p:spPr>
            <a:xfrm>
              <a:off x="4422997"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no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56" name="Straight Connector 1055">
              <a:extLst>
                <a:ext uri="{FF2B5EF4-FFF2-40B4-BE49-F238E27FC236}">
                  <a16:creationId xmlns:a16="http://schemas.microsoft.com/office/drawing/2014/main" id="{3BC11CF5-1D3F-01EE-28C0-FE0556A02563}"/>
                </a:ext>
              </a:extLst>
            </p:cNvPr>
            <p:cNvCxnSpPr>
              <a:cxnSpLocks/>
              <a:stCxn id="1055" idx="0"/>
            </p:cNvCxnSpPr>
            <p:nvPr/>
          </p:nvCxnSpPr>
          <p:spPr>
            <a:xfrm flipV="1">
              <a:off x="4428694"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57" name="Straight Connector 1056">
              <a:extLst>
                <a:ext uri="{FF2B5EF4-FFF2-40B4-BE49-F238E27FC236}">
                  <a16:creationId xmlns:a16="http://schemas.microsoft.com/office/drawing/2014/main" id="{7DB89D01-C84D-CA7B-C02F-56470FF4CA04}"/>
                </a:ext>
              </a:extLst>
            </p:cNvPr>
            <p:cNvCxnSpPr>
              <a:cxnSpLocks/>
            </p:cNvCxnSpPr>
            <p:nvPr/>
          </p:nvCxnSpPr>
          <p:spPr>
            <a:xfrm>
              <a:off x="4434413"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58" name="Group 1057">
            <a:extLst>
              <a:ext uri="{FF2B5EF4-FFF2-40B4-BE49-F238E27FC236}">
                <a16:creationId xmlns:a16="http://schemas.microsoft.com/office/drawing/2014/main" id="{D4190933-8934-FA94-E79B-D6F395324920}"/>
              </a:ext>
            </a:extLst>
          </p:cNvPr>
          <p:cNvGrpSpPr/>
          <p:nvPr/>
        </p:nvGrpSpPr>
        <p:grpSpPr>
          <a:xfrm>
            <a:off x="6284562" y="1532276"/>
            <a:ext cx="721206" cy="609701"/>
            <a:chOff x="6284562" y="1532276"/>
            <a:chExt cx="721206" cy="609701"/>
          </a:xfrm>
        </p:grpSpPr>
        <p:sp>
          <p:nvSpPr>
            <p:cNvPr id="1059" name="Rectangle 1058">
              <a:extLst>
                <a:ext uri="{FF2B5EF4-FFF2-40B4-BE49-F238E27FC236}">
                  <a16:creationId xmlns:a16="http://schemas.microsoft.com/office/drawing/2014/main" id="{D9A0EB25-948E-4F02-696A-7422A638B7B8}"/>
                </a:ext>
              </a:extLst>
            </p:cNvPr>
            <p:cNvSpPr/>
            <p:nvPr/>
          </p:nvSpPr>
          <p:spPr>
            <a:xfrm>
              <a:off x="6284562"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1060" name="Rectangle 1059">
              <a:extLst>
                <a:ext uri="{FF2B5EF4-FFF2-40B4-BE49-F238E27FC236}">
                  <a16:creationId xmlns:a16="http://schemas.microsoft.com/office/drawing/2014/main" id="{CB9476C5-782B-7F6A-8A65-905A80F63B6A}"/>
                </a:ext>
              </a:extLst>
            </p:cNvPr>
            <p:cNvSpPr/>
            <p:nvPr/>
          </p:nvSpPr>
          <p:spPr>
            <a:xfrm flipV="1">
              <a:off x="6902312"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1" name="Oval 15">
              <a:extLst>
                <a:ext uri="{FF2B5EF4-FFF2-40B4-BE49-F238E27FC236}">
                  <a16:creationId xmlns:a16="http://schemas.microsoft.com/office/drawing/2014/main" id="{C677EFF2-51EA-7DF7-B8BC-E098C9ED5EB1}"/>
                </a:ext>
              </a:extLst>
            </p:cNvPr>
            <p:cNvSpPr/>
            <p:nvPr/>
          </p:nvSpPr>
          <p:spPr>
            <a:xfrm>
              <a:off x="6929701"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62" name="Straight Connector 1061">
              <a:extLst>
                <a:ext uri="{FF2B5EF4-FFF2-40B4-BE49-F238E27FC236}">
                  <a16:creationId xmlns:a16="http://schemas.microsoft.com/office/drawing/2014/main" id="{DE3C7D18-8D04-7352-9FBB-2688D42C0DD8}"/>
                </a:ext>
              </a:extLst>
            </p:cNvPr>
            <p:cNvCxnSpPr>
              <a:cxnSpLocks/>
              <a:stCxn id="1061" idx="0"/>
            </p:cNvCxnSpPr>
            <p:nvPr/>
          </p:nvCxnSpPr>
          <p:spPr>
            <a:xfrm flipV="1">
              <a:off x="6935398"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63" name="Straight Connector 1062">
              <a:extLst>
                <a:ext uri="{FF2B5EF4-FFF2-40B4-BE49-F238E27FC236}">
                  <a16:creationId xmlns:a16="http://schemas.microsoft.com/office/drawing/2014/main" id="{76EE3375-51F8-E5BB-BC44-5C9016E97CAF}"/>
                </a:ext>
              </a:extLst>
            </p:cNvPr>
            <p:cNvCxnSpPr>
              <a:cxnSpLocks/>
            </p:cNvCxnSpPr>
            <p:nvPr/>
          </p:nvCxnSpPr>
          <p:spPr>
            <a:xfrm>
              <a:off x="6941117"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64" name="Group 1063">
            <a:extLst>
              <a:ext uri="{FF2B5EF4-FFF2-40B4-BE49-F238E27FC236}">
                <a16:creationId xmlns:a16="http://schemas.microsoft.com/office/drawing/2014/main" id="{F2795458-FBAC-D7A6-470B-01FF5CD08746}"/>
              </a:ext>
            </a:extLst>
          </p:cNvPr>
          <p:cNvGrpSpPr/>
          <p:nvPr/>
        </p:nvGrpSpPr>
        <p:grpSpPr>
          <a:xfrm>
            <a:off x="7121069" y="1532276"/>
            <a:ext cx="721206" cy="609701"/>
            <a:chOff x="7121069" y="1532276"/>
            <a:chExt cx="721206" cy="609701"/>
          </a:xfrm>
        </p:grpSpPr>
        <p:sp>
          <p:nvSpPr>
            <p:cNvPr id="1065" name="Rectangle 1064">
              <a:extLst>
                <a:ext uri="{FF2B5EF4-FFF2-40B4-BE49-F238E27FC236}">
                  <a16:creationId xmlns:a16="http://schemas.microsoft.com/office/drawing/2014/main" id="{3F806254-4FA6-B68E-9862-BE01EF70CBD2}"/>
                </a:ext>
              </a:extLst>
            </p:cNvPr>
            <p:cNvSpPr/>
            <p:nvPr/>
          </p:nvSpPr>
          <p:spPr>
            <a:xfrm>
              <a:off x="712106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1066" name="Rectangle 1065">
              <a:extLst>
                <a:ext uri="{FF2B5EF4-FFF2-40B4-BE49-F238E27FC236}">
                  <a16:creationId xmlns:a16="http://schemas.microsoft.com/office/drawing/2014/main" id="{68CC18F5-3D3F-6DB0-129E-FC873B03C83C}"/>
                </a:ext>
              </a:extLst>
            </p:cNvPr>
            <p:cNvSpPr/>
            <p:nvPr/>
          </p:nvSpPr>
          <p:spPr>
            <a:xfrm flipV="1">
              <a:off x="7736853"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7" name="Oval 15">
              <a:extLst>
                <a:ext uri="{FF2B5EF4-FFF2-40B4-BE49-F238E27FC236}">
                  <a16:creationId xmlns:a16="http://schemas.microsoft.com/office/drawing/2014/main" id="{A4A3A15E-E48B-47C8-205E-85024C011218}"/>
                </a:ext>
              </a:extLst>
            </p:cNvPr>
            <p:cNvSpPr/>
            <p:nvPr/>
          </p:nvSpPr>
          <p:spPr>
            <a:xfrm>
              <a:off x="7764242"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68" name="Straight Connector 1067">
              <a:extLst>
                <a:ext uri="{FF2B5EF4-FFF2-40B4-BE49-F238E27FC236}">
                  <a16:creationId xmlns:a16="http://schemas.microsoft.com/office/drawing/2014/main" id="{65305873-7FC4-3512-FC02-FD955A562E73}"/>
                </a:ext>
              </a:extLst>
            </p:cNvPr>
            <p:cNvCxnSpPr>
              <a:cxnSpLocks/>
              <a:stCxn id="1067" idx="0"/>
            </p:cNvCxnSpPr>
            <p:nvPr/>
          </p:nvCxnSpPr>
          <p:spPr>
            <a:xfrm flipV="1">
              <a:off x="7769939"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69" name="Straight Connector 1068">
              <a:extLst>
                <a:ext uri="{FF2B5EF4-FFF2-40B4-BE49-F238E27FC236}">
                  <a16:creationId xmlns:a16="http://schemas.microsoft.com/office/drawing/2014/main" id="{99F17FEA-7A75-C999-6C6E-B955786F918D}"/>
                </a:ext>
              </a:extLst>
            </p:cNvPr>
            <p:cNvCxnSpPr>
              <a:cxnSpLocks/>
            </p:cNvCxnSpPr>
            <p:nvPr/>
          </p:nvCxnSpPr>
          <p:spPr>
            <a:xfrm>
              <a:off x="7775658"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70" name="Group 1069">
            <a:extLst>
              <a:ext uri="{FF2B5EF4-FFF2-40B4-BE49-F238E27FC236}">
                <a16:creationId xmlns:a16="http://schemas.microsoft.com/office/drawing/2014/main" id="{0052DB42-4597-C02F-9173-FDE0DD347C94}"/>
              </a:ext>
            </a:extLst>
          </p:cNvPr>
          <p:cNvGrpSpPr/>
          <p:nvPr/>
        </p:nvGrpSpPr>
        <p:grpSpPr>
          <a:xfrm>
            <a:off x="3775041" y="1532276"/>
            <a:ext cx="721206" cy="609701"/>
            <a:chOff x="3775041" y="1532276"/>
            <a:chExt cx="721206" cy="609701"/>
          </a:xfrm>
        </p:grpSpPr>
        <p:sp>
          <p:nvSpPr>
            <p:cNvPr id="1071" name="Rectangle 1070">
              <a:extLst>
                <a:ext uri="{FF2B5EF4-FFF2-40B4-BE49-F238E27FC236}">
                  <a16:creationId xmlns:a16="http://schemas.microsoft.com/office/drawing/2014/main" id="{8BD0BC11-0D6F-0ED5-2C6C-B37E87071C20}"/>
                </a:ext>
              </a:extLst>
            </p:cNvPr>
            <p:cNvSpPr/>
            <p:nvPr/>
          </p:nvSpPr>
          <p:spPr>
            <a:xfrm>
              <a:off x="3775041"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1072" name="Right Triangle 1071">
              <a:extLst>
                <a:ext uri="{FF2B5EF4-FFF2-40B4-BE49-F238E27FC236}">
                  <a16:creationId xmlns:a16="http://schemas.microsoft.com/office/drawing/2014/main" id="{1D8494AC-0EAC-23F0-46C1-258161C5FDB2}"/>
                </a:ext>
              </a:extLst>
            </p:cNvPr>
            <p:cNvSpPr/>
            <p:nvPr/>
          </p:nvSpPr>
          <p:spPr>
            <a:xfrm rot="10800000">
              <a:off x="437405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73" name="Group 1072">
              <a:extLst>
                <a:ext uri="{FF2B5EF4-FFF2-40B4-BE49-F238E27FC236}">
                  <a16:creationId xmlns:a16="http://schemas.microsoft.com/office/drawing/2014/main" id="{CB131B99-9CF1-9625-FCD9-DEA9E6BCD0D2}"/>
                </a:ext>
              </a:extLst>
            </p:cNvPr>
            <p:cNvGrpSpPr/>
            <p:nvPr/>
          </p:nvGrpSpPr>
          <p:grpSpPr>
            <a:xfrm>
              <a:off x="4440500" y="1542931"/>
              <a:ext cx="37817" cy="61390"/>
              <a:chOff x="3883481" y="2057400"/>
              <a:chExt cx="1608363" cy="2652031"/>
            </a:xfrm>
            <a:solidFill>
              <a:srgbClr val="A6A6A6"/>
            </a:solidFill>
          </p:grpSpPr>
          <p:sp>
            <p:nvSpPr>
              <p:cNvPr id="1074" name="Oval 27">
                <a:extLst>
                  <a:ext uri="{FF2B5EF4-FFF2-40B4-BE49-F238E27FC236}">
                    <a16:creationId xmlns:a16="http://schemas.microsoft.com/office/drawing/2014/main" id="{9B87069B-E72E-F068-A6D7-99093C8CCE1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5" name="Oval 28">
                <a:extLst>
                  <a:ext uri="{FF2B5EF4-FFF2-40B4-BE49-F238E27FC236}">
                    <a16:creationId xmlns:a16="http://schemas.microsoft.com/office/drawing/2014/main" id="{FDC5CD57-D3B1-F7FB-2CF5-5FB05FF5E60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76" name="Group 1075">
            <a:extLst>
              <a:ext uri="{FF2B5EF4-FFF2-40B4-BE49-F238E27FC236}">
                <a16:creationId xmlns:a16="http://schemas.microsoft.com/office/drawing/2014/main" id="{B711E002-5088-F5C3-B893-1A106552A340}"/>
              </a:ext>
            </a:extLst>
          </p:cNvPr>
          <p:cNvGrpSpPr/>
          <p:nvPr/>
        </p:nvGrpSpPr>
        <p:grpSpPr>
          <a:xfrm>
            <a:off x="2938534" y="1532275"/>
            <a:ext cx="721206" cy="610039"/>
            <a:chOff x="2938534" y="1532275"/>
            <a:chExt cx="721206" cy="610039"/>
          </a:xfrm>
        </p:grpSpPr>
        <p:sp>
          <p:nvSpPr>
            <p:cNvPr id="1077" name="Rectangle 1076">
              <a:extLst>
                <a:ext uri="{FF2B5EF4-FFF2-40B4-BE49-F238E27FC236}">
                  <a16:creationId xmlns:a16="http://schemas.microsoft.com/office/drawing/2014/main" id="{347936CF-3488-3FAC-4654-1507645D1401}"/>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1078" name="Right Triangle 1077">
              <a:extLst>
                <a:ext uri="{FF2B5EF4-FFF2-40B4-BE49-F238E27FC236}">
                  <a16:creationId xmlns:a16="http://schemas.microsoft.com/office/drawing/2014/main" id="{E9CB2F9F-E477-EA51-374A-44E42D629547}"/>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9" name="Oval 27">
              <a:extLst>
                <a:ext uri="{FF2B5EF4-FFF2-40B4-BE49-F238E27FC236}">
                  <a16:creationId xmlns:a16="http://schemas.microsoft.com/office/drawing/2014/main" id="{0155FAD2-F02D-86B6-579F-37B85A79DB42}"/>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0" name="Oval 28">
              <a:extLst>
                <a:ext uri="{FF2B5EF4-FFF2-40B4-BE49-F238E27FC236}">
                  <a16:creationId xmlns:a16="http://schemas.microsoft.com/office/drawing/2014/main" id="{A649F9BE-DCC2-7564-C960-0DD41AA8537E}"/>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81" name="Group 1080">
            <a:extLst>
              <a:ext uri="{FF2B5EF4-FFF2-40B4-BE49-F238E27FC236}">
                <a16:creationId xmlns:a16="http://schemas.microsoft.com/office/drawing/2014/main" id="{F3720C4F-3E09-FE1C-284A-74A14DA29336}"/>
              </a:ext>
            </a:extLst>
          </p:cNvPr>
          <p:cNvGrpSpPr/>
          <p:nvPr/>
        </p:nvGrpSpPr>
        <p:grpSpPr>
          <a:xfrm>
            <a:off x="5442072" y="811556"/>
            <a:ext cx="728208" cy="609701"/>
            <a:chOff x="5442072" y="811556"/>
            <a:chExt cx="728208" cy="609701"/>
          </a:xfrm>
        </p:grpSpPr>
        <p:sp>
          <p:nvSpPr>
            <p:cNvPr id="1082" name="Rectangle 1081">
              <a:extLst>
                <a:ext uri="{FF2B5EF4-FFF2-40B4-BE49-F238E27FC236}">
                  <a16:creationId xmlns:a16="http://schemas.microsoft.com/office/drawing/2014/main" id="{585D015C-915E-9232-392B-CD5523B38DB8}"/>
                </a:ext>
              </a:extLst>
            </p:cNvPr>
            <p:cNvSpPr/>
            <p:nvPr/>
          </p:nvSpPr>
          <p:spPr>
            <a:xfrm>
              <a:off x="5442072" y="811556"/>
              <a:ext cx="721207"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1083" name="Rectangle 1082">
              <a:extLst>
                <a:ext uri="{FF2B5EF4-FFF2-40B4-BE49-F238E27FC236}">
                  <a16:creationId xmlns:a16="http://schemas.microsoft.com/office/drawing/2014/main" id="{A1474C03-3DB3-B723-9E7D-BDE1915B1F76}"/>
                </a:ext>
              </a:extLst>
            </p:cNvPr>
            <p:cNvSpPr/>
            <p:nvPr/>
          </p:nvSpPr>
          <p:spPr>
            <a:xfrm flipV="1">
              <a:off x="6070087" y="820272"/>
              <a:ext cx="100193"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4" name="Oval 15">
              <a:extLst>
                <a:ext uri="{FF2B5EF4-FFF2-40B4-BE49-F238E27FC236}">
                  <a16:creationId xmlns:a16="http://schemas.microsoft.com/office/drawing/2014/main" id="{F583F2E8-0E3E-CEBF-25D5-4576A3D41BF2}"/>
                </a:ext>
              </a:extLst>
            </p:cNvPr>
            <p:cNvSpPr/>
            <p:nvPr/>
          </p:nvSpPr>
          <p:spPr>
            <a:xfrm>
              <a:off x="6097476"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85" name="Straight Connector 1084">
              <a:extLst>
                <a:ext uri="{FF2B5EF4-FFF2-40B4-BE49-F238E27FC236}">
                  <a16:creationId xmlns:a16="http://schemas.microsoft.com/office/drawing/2014/main" id="{B5C18B53-5BFD-E9BD-C468-567B1E1E168E}"/>
                </a:ext>
              </a:extLst>
            </p:cNvPr>
            <p:cNvCxnSpPr>
              <a:cxnSpLocks/>
              <a:stCxn id="1084" idx="0"/>
            </p:cNvCxnSpPr>
            <p:nvPr/>
          </p:nvCxnSpPr>
          <p:spPr>
            <a:xfrm flipV="1">
              <a:off x="6103173"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86" name="Straight Connector 1085">
              <a:extLst>
                <a:ext uri="{FF2B5EF4-FFF2-40B4-BE49-F238E27FC236}">
                  <a16:creationId xmlns:a16="http://schemas.microsoft.com/office/drawing/2014/main" id="{020C8A34-9161-6151-F34F-1B5A2E38CBE3}"/>
                </a:ext>
              </a:extLst>
            </p:cNvPr>
            <p:cNvCxnSpPr>
              <a:cxnSpLocks/>
            </p:cNvCxnSpPr>
            <p:nvPr/>
          </p:nvCxnSpPr>
          <p:spPr>
            <a:xfrm>
              <a:off x="6108892"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93" name="Group 1092">
            <a:extLst>
              <a:ext uri="{FF2B5EF4-FFF2-40B4-BE49-F238E27FC236}">
                <a16:creationId xmlns:a16="http://schemas.microsoft.com/office/drawing/2014/main" id="{BFC70839-F036-3428-3B7C-01D02B6EDD7C}"/>
              </a:ext>
            </a:extLst>
          </p:cNvPr>
          <p:cNvGrpSpPr/>
          <p:nvPr/>
        </p:nvGrpSpPr>
        <p:grpSpPr>
          <a:xfrm>
            <a:off x="431659" y="90836"/>
            <a:ext cx="721206" cy="609701"/>
            <a:chOff x="431659" y="90836"/>
            <a:chExt cx="721206" cy="609701"/>
          </a:xfrm>
        </p:grpSpPr>
        <p:sp>
          <p:nvSpPr>
            <p:cNvPr id="1094" name="Rectangle 1093">
              <a:extLst>
                <a:ext uri="{FF2B5EF4-FFF2-40B4-BE49-F238E27FC236}">
                  <a16:creationId xmlns:a16="http://schemas.microsoft.com/office/drawing/2014/main" id="{68279C67-DEF6-D075-B20C-E5EC0E0223ED}"/>
                </a:ext>
              </a:extLst>
            </p:cNvPr>
            <p:cNvSpPr/>
            <p:nvPr/>
          </p:nvSpPr>
          <p:spPr>
            <a:xfrm>
              <a:off x="43165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1095" name="Rectangle 1094">
              <a:extLst>
                <a:ext uri="{FF2B5EF4-FFF2-40B4-BE49-F238E27FC236}">
                  <a16:creationId xmlns:a16="http://schemas.microsoft.com/office/drawing/2014/main" id="{51A18810-0A02-D2A7-E66A-B0223C693AB1}"/>
                </a:ext>
              </a:extLst>
            </p:cNvPr>
            <p:cNvSpPr/>
            <p:nvPr/>
          </p:nvSpPr>
          <p:spPr>
            <a:xfrm flipV="1">
              <a:off x="1052673" y="908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6" name="Oval 15">
              <a:extLst>
                <a:ext uri="{FF2B5EF4-FFF2-40B4-BE49-F238E27FC236}">
                  <a16:creationId xmlns:a16="http://schemas.microsoft.com/office/drawing/2014/main" id="{E5AEC387-8F0C-6082-5FBC-BE748AD737CE}"/>
                </a:ext>
              </a:extLst>
            </p:cNvPr>
            <p:cNvSpPr/>
            <p:nvPr/>
          </p:nvSpPr>
          <p:spPr>
            <a:xfrm>
              <a:off x="1080061"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97" name="Straight Connector 1096">
              <a:extLst>
                <a:ext uri="{FF2B5EF4-FFF2-40B4-BE49-F238E27FC236}">
                  <a16:creationId xmlns:a16="http://schemas.microsoft.com/office/drawing/2014/main" id="{0B665E15-3083-52FF-D27B-E7081CF9BD04}"/>
                </a:ext>
              </a:extLst>
            </p:cNvPr>
            <p:cNvCxnSpPr>
              <a:cxnSpLocks/>
              <a:stCxn id="1096" idx="0"/>
            </p:cNvCxnSpPr>
            <p:nvPr/>
          </p:nvCxnSpPr>
          <p:spPr>
            <a:xfrm flipV="1">
              <a:off x="1085758" y="104349"/>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98" name="Straight Connector 1097">
              <a:extLst>
                <a:ext uri="{FF2B5EF4-FFF2-40B4-BE49-F238E27FC236}">
                  <a16:creationId xmlns:a16="http://schemas.microsoft.com/office/drawing/2014/main" id="{EC4A12AF-6AD3-5ECF-9756-2044D3172822}"/>
                </a:ext>
              </a:extLst>
            </p:cNvPr>
            <p:cNvCxnSpPr>
              <a:cxnSpLocks/>
            </p:cNvCxnSpPr>
            <p:nvPr/>
          </p:nvCxnSpPr>
          <p:spPr>
            <a:xfrm>
              <a:off x="1091477" y="104349"/>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99" name="Group 1098">
            <a:extLst>
              <a:ext uri="{FF2B5EF4-FFF2-40B4-BE49-F238E27FC236}">
                <a16:creationId xmlns:a16="http://schemas.microsoft.com/office/drawing/2014/main" id="{BDA30EAF-B238-5CB2-D5A7-7189888AB66F}"/>
              </a:ext>
            </a:extLst>
          </p:cNvPr>
          <p:cNvGrpSpPr/>
          <p:nvPr/>
        </p:nvGrpSpPr>
        <p:grpSpPr>
          <a:xfrm>
            <a:off x="1267284" y="90836"/>
            <a:ext cx="721206" cy="609701"/>
            <a:chOff x="1267284" y="90836"/>
            <a:chExt cx="721206" cy="609701"/>
          </a:xfrm>
        </p:grpSpPr>
        <p:sp>
          <p:nvSpPr>
            <p:cNvPr id="1100" name="Rectangle 1099">
              <a:extLst>
                <a:ext uri="{FF2B5EF4-FFF2-40B4-BE49-F238E27FC236}">
                  <a16:creationId xmlns:a16="http://schemas.microsoft.com/office/drawing/2014/main" id="{87F150C3-EBA0-7C04-B3E9-DCE00BC3CB46}"/>
                </a:ext>
              </a:extLst>
            </p:cNvPr>
            <p:cNvSpPr/>
            <p:nvPr/>
          </p:nvSpPr>
          <p:spPr>
            <a:xfrm>
              <a:off x="1267284"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1101" name="Rectangle 1100">
              <a:extLst>
                <a:ext uri="{FF2B5EF4-FFF2-40B4-BE49-F238E27FC236}">
                  <a16:creationId xmlns:a16="http://schemas.microsoft.com/office/drawing/2014/main" id="{AAD94705-8A13-F72C-5318-DC33F0F3163F}"/>
                </a:ext>
              </a:extLst>
            </p:cNvPr>
            <p:cNvSpPr/>
            <p:nvPr/>
          </p:nvSpPr>
          <p:spPr>
            <a:xfrm flipV="1">
              <a:off x="1887254"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2" name="Oval 15">
              <a:extLst>
                <a:ext uri="{FF2B5EF4-FFF2-40B4-BE49-F238E27FC236}">
                  <a16:creationId xmlns:a16="http://schemas.microsoft.com/office/drawing/2014/main" id="{2FD5C19A-165F-0CA6-F96F-1209AE670192}"/>
                </a:ext>
              </a:extLst>
            </p:cNvPr>
            <p:cNvSpPr/>
            <p:nvPr/>
          </p:nvSpPr>
          <p:spPr>
            <a:xfrm>
              <a:off x="1914643"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03" name="Straight Connector 1102">
              <a:extLst>
                <a:ext uri="{FF2B5EF4-FFF2-40B4-BE49-F238E27FC236}">
                  <a16:creationId xmlns:a16="http://schemas.microsoft.com/office/drawing/2014/main" id="{FD5AA6AD-6F9E-5BB4-6883-42214C42A2CF}"/>
                </a:ext>
              </a:extLst>
            </p:cNvPr>
            <p:cNvCxnSpPr>
              <a:cxnSpLocks/>
              <a:stCxn id="1102" idx="0"/>
            </p:cNvCxnSpPr>
            <p:nvPr/>
          </p:nvCxnSpPr>
          <p:spPr>
            <a:xfrm flipV="1">
              <a:off x="1920339"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04" name="Straight Connector 1103">
              <a:extLst>
                <a:ext uri="{FF2B5EF4-FFF2-40B4-BE49-F238E27FC236}">
                  <a16:creationId xmlns:a16="http://schemas.microsoft.com/office/drawing/2014/main" id="{F788F6C4-5B3F-22D9-7278-D20747770ABF}"/>
                </a:ext>
              </a:extLst>
            </p:cNvPr>
            <p:cNvCxnSpPr>
              <a:cxnSpLocks/>
            </p:cNvCxnSpPr>
            <p:nvPr/>
          </p:nvCxnSpPr>
          <p:spPr>
            <a:xfrm>
              <a:off x="1926058"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05" name="Group 1104">
            <a:extLst>
              <a:ext uri="{FF2B5EF4-FFF2-40B4-BE49-F238E27FC236}">
                <a16:creationId xmlns:a16="http://schemas.microsoft.com/office/drawing/2014/main" id="{1362D1C6-A73C-28CA-FE61-B4C6947E7494}"/>
              </a:ext>
            </a:extLst>
          </p:cNvPr>
          <p:cNvGrpSpPr/>
          <p:nvPr/>
        </p:nvGrpSpPr>
        <p:grpSpPr>
          <a:xfrm>
            <a:off x="2102909" y="90836"/>
            <a:ext cx="721206" cy="609701"/>
            <a:chOff x="2102909" y="90836"/>
            <a:chExt cx="721206" cy="609701"/>
          </a:xfrm>
        </p:grpSpPr>
        <p:sp>
          <p:nvSpPr>
            <p:cNvPr id="1106" name="Rectangle 1105">
              <a:extLst>
                <a:ext uri="{FF2B5EF4-FFF2-40B4-BE49-F238E27FC236}">
                  <a16:creationId xmlns:a16="http://schemas.microsoft.com/office/drawing/2014/main" id="{B8D9B349-2D41-CCAF-E78A-687CD6202187}"/>
                </a:ext>
              </a:extLst>
            </p:cNvPr>
            <p:cNvSpPr/>
            <p:nvPr/>
          </p:nvSpPr>
          <p:spPr>
            <a:xfrm>
              <a:off x="210290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1107" name="Rectangle 1106">
              <a:extLst>
                <a:ext uri="{FF2B5EF4-FFF2-40B4-BE49-F238E27FC236}">
                  <a16:creationId xmlns:a16="http://schemas.microsoft.com/office/drawing/2014/main" id="{55E18719-A802-0DBE-7699-4507FCC83432}"/>
                </a:ext>
              </a:extLst>
            </p:cNvPr>
            <p:cNvSpPr/>
            <p:nvPr/>
          </p:nvSpPr>
          <p:spPr>
            <a:xfrm flipV="1">
              <a:off x="2722879"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8" name="Oval 15">
              <a:extLst>
                <a:ext uri="{FF2B5EF4-FFF2-40B4-BE49-F238E27FC236}">
                  <a16:creationId xmlns:a16="http://schemas.microsoft.com/office/drawing/2014/main" id="{0F6C8803-F30F-DF84-1438-75AB34D50540}"/>
                </a:ext>
              </a:extLst>
            </p:cNvPr>
            <p:cNvSpPr/>
            <p:nvPr/>
          </p:nvSpPr>
          <p:spPr>
            <a:xfrm>
              <a:off x="2750268"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09" name="Straight Connector 1108">
              <a:extLst>
                <a:ext uri="{FF2B5EF4-FFF2-40B4-BE49-F238E27FC236}">
                  <a16:creationId xmlns:a16="http://schemas.microsoft.com/office/drawing/2014/main" id="{9C03BBC6-BCF1-80F8-1964-16DEE7043440}"/>
                </a:ext>
              </a:extLst>
            </p:cNvPr>
            <p:cNvCxnSpPr>
              <a:cxnSpLocks/>
              <a:stCxn id="1108" idx="0"/>
            </p:cNvCxnSpPr>
            <p:nvPr/>
          </p:nvCxnSpPr>
          <p:spPr>
            <a:xfrm flipV="1">
              <a:off x="2755964"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10" name="Straight Connector 1109">
              <a:extLst>
                <a:ext uri="{FF2B5EF4-FFF2-40B4-BE49-F238E27FC236}">
                  <a16:creationId xmlns:a16="http://schemas.microsoft.com/office/drawing/2014/main" id="{BF4ECC53-378E-6519-AAE9-3492276E8C0A}"/>
                </a:ext>
              </a:extLst>
            </p:cNvPr>
            <p:cNvCxnSpPr>
              <a:cxnSpLocks/>
            </p:cNvCxnSpPr>
            <p:nvPr/>
          </p:nvCxnSpPr>
          <p:spPr>
            <a:xfrm>
              <a:off x="2761683"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11" name="Group 1110">
            <a:extLst>
              <a:ext uri="{FF2B5EF4-FFF2-40B4-BE49-F238E27FC236}">
                <a16:creationId xmlns:a16="http://schemas.microsoft.com/office/drawing/2014/main" id="{1BF7CD8C-609B-E140-E723-3508294AB666}"/>
              </a:ext>
            </a:extLst>
          </p:cNvPr>
          <p:cNvGrpSpPr/>
          <p:nvPr/>
        </p:nvGrpSpPr>
        <p:grpSpPr>
          <a:xfrm>
            <a:off x="3778363" y="2253333"/>
            <a:ext cx="721206" cy="609701"/>
            <a:chOff x="3778363" y="2253333"/>
            <a:chExt cx="721206" cy="609701"/>
          </a:xfrm>
        </p:grpSpPr>
        <p:sp>
          <p:nvSpPr>
            <p:cNvPr id="1112" name="Rectangle 1111">
              <a:extLst>
                <a:ext uri="{FF2B5EF4-FFF2-40B4-BE49-F238E27FC236}">
                  <a16:creationId xmlns:a16="http://schemas.microsoft.com/office/drawing/2014/main" id="{4806CB9C-0055-CCF7-D7C4-51EB5F9500E3}"/>
                </a:ext>
              </a:extLst>
            </p:cNvPr>
            <p:cNvSpPr/>
            <p:nvPr/>
          </p:nvSpPr>
          <p:spPr>
            <a:xfrm>
              <a:off x="3778363"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1113" name="Rectangle 1112">
              <a:extLst>
                <a:ext uri="{FF2B5EF4-FFF2-40B4-BE49-F238E27FC236}">
                  <a16:creationId xmlns:a16="http://schemas.microsoft.com/office/drawing/2014/main" id="{F588878F-0B25-0D2E-EB9A-BEE4B995619A}"/>
                </a:ext>
              </a:extLst>
            </p:cNvPr>
            <p:cNvSpPr/>
            <p:nvPr/>
          </p:nvSpPr>
          <p:spPr>
            <a:xfrm flipV="1">
              <a:off x="4399377" y="2255721"/>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4" name="Oval 15">
              <a:extLst>
                <a:ext uri="{FF2B5EF4-FFF2-40B4-BE49-F238E27FC236}">
                  <a16:creationId xmlns:a16="http://schemas.microsoft.com/office/drawing/2014/main" id="{9ADEC909-E86D-19CD-D9B1-C695EC3C940E}"/>
                </a:ext>
              </a:extLst>
            </p:cNvPr>
            <p:cNvSpPr/>
            <p:nvPr/>
          </p:nvSpPr>
          <p:spPr>
            <a:xfrm>
              <a:off x="4426765"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15" name="Straight Connector 1114">
              <a:extLst>
                <a:ext uri="{FF2B5EF4-FFF2-40B4-BE49-F238E27FC236}">
                  <a16:creationId xmlns:a16="http://schemas.microsoft.com/office/drawing/2014/main" id="{A99141E8-1F28-AD1C-9538-68989C123BF0}"/>
                </a:ext>
              </a:extLst>
            </p:cNvPr>
            <p:cNvCxnSpPr>
              <a:cxnSpLocks/>
              <a:stCxn id="1114" idx="0"/>
            </p:cNvCxnSpPr>
            <p:nvPr/>
          </p:nvCxnSpPr>
          <p:spPr>
            <a:xfrm flipV="1">
              <a:off x="4432462" y="2269234"/>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16" name="Straight Connector 1115">
              <a:extLst>
                <a:ext uri="{FF2B5EF4-FFF2-40B4-BE49-F238E27FC236}">
                  <a16:creationId xmlns:a16="http://schemas.microsoft.com/office/drawing/2014/main" id="{2EAE0FB0-5A0E-92C2-4575-4478E6D9C161}"/>
                </a:ext>
              </a:extLst>
            </p:cNvPr>
            <p:cNvCxnSpPr>
              <a:cxnSpLocks/>
            </p:cNvCxnSpPr>
            <p:nvPr/>
          </p:nvCxnSpPr>
          <p:spPr>
            <a:xfrm>
              <a:off x="4438181" y="2269234"/>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17" name="Group 1116">
            <a:extLst>
              <a:ext uri="{FF2B5EF4-FFF2-40B4-BE49-F238E27FC236}">
                <a16:creationId xmlns:a16="http://schemas.microsoft.com/office/drawing/2014/main" id="{0E52178F-4E88-3D4E-533F-2EDC73078C1E}"/>
              </a:ext>
            </a:extLst>
          </p:cNvPr>
          <p:cNvGrpSpPr/>
          <p:nvPr/>
        </p:nvGrpSpPr>
        <p:grpSpPr>
          <a:xfrm>
            <a:off x="2105349" y="1532276"/>
            <a:ext cx="721206" cy="609701"/>
            <a:chOff x="2105349" y="1532276"/>
            <a:chExt cx="721206" cy="609701"/>
          </a:xfrm>
        </p:grpSpPr>
        <p:sp>
          <p:nvSpPr>
            <p:cNvPr id="1118" name="Rectangle 1117">
              <a:extLst>
                <a:ext uri="{FF2B5EF4-FFF2-40B4-BE49-F238E27FC236}">
                  <a16:creationId xmlns:a16="http://schemas.microsoft.com/office/drawing/2014/main" id="{8274AFE3-621B-453D-9F23-9FF57D755B2A}"/>
                </a:ext>
              </a:extLst>
            </p:cNvPr>
            <p:cNvSpPr/>
            <p:nvPr/>
          </p:nvSpPr>
          <p:spPr>
            <a:xfrm>
              <a:off x="210534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1119" name="Rectangle 1118">
              <a:extLst>
                <a:ext uri="{FF2B5EF4-FFF2-40B4-BE49-F238E27FC236}">
                  <a16:creationId xmlns:a16="http://schemas.microsoft.com/office/drawing/2014/main" id="{9F02B105-9408-C29D-DCCA-9C6BF3ECD2AB}"/>
                </a:ext>
              </a:extLst>
            </p:cNvPr>
            <p:cNvSpPr/>
            <p:nvPr/>
          </p:nvSpPr>
          <p:spPr>
            <a:xfrm flipV="1">
              <a:off x="2723327" y="153912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0" name="Oval 15">
              <a:extLst>
                <a:ext uri="{FF2B5EF4-FFF2-40B4-BE49-F238E27FC236}">
                  <a16:creationId xmlns:a16="http://schemas.microsoft.com/office/drawing/2014/main" id="{39CE533C-11BE-329F-665A-8D9F6E8B2FE5}"/>
                </a:ext>
              </a:extLst>
            </p:cNvPr>
            <p:cNvSpPr/>
            <p:nvPr/>
          </p:nvSpPr>
          <p:spPr>
            <a:xfrm>
              <a:off x="2750716" y="157586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21" name="Straight Connector 1120">
              <a:extLst>
                <a:ext uri="{FF2B5EF4-FFF2-40B4-BE49-F238E27FC236}">
                  <a16:creationId xmlns:a16="http://schemas.microsoft.com/office/drawing/2014/main" id="{5928C2FE-DC53-197D-083C-1AD987AF3226}"/>
                </a:ext>
              </a:extLst>
            </p:cNvPr>
            <p:cNvCxnSpPr>
              <a:cxnSpLocks/>
              <a:stCxn id="1120" idx="0"/>
            </p:cNvCxnSpPr>
            <p:nvPr/>
          </p:nvCxnSpPr>
          <p:spPr>
            <a:xfrm flipV="1">
              <a:off x="2756412" y="1552636"/>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22" name="Straight Connector 1121">
              <a:extLst>
                <a:ext uri="{FF2B5EF4-FFF2-40B4-BE49-F238E27FC236}">
                  <a16:creationId xmlns:a16="http://schemas.microsoft.com/office/drawing/2014/main" id="{8E1788F7-D95B-B477-707E-80F9F903CE06}"/>
                </a:ext>
              </a:extLst>
            </p:cNvPr>
            <p:cNvCxnSpPr>
              <a:cxnSpLocks/>
            </p:cNvCxnSpPr>
            <p:nvPr/>
          </p:nvCxnSpPr>
          <p:spPr>
            <a:xfrm>
              <a:off x="2762131" y="1552636"/>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23" name="Group 1122">
            <a:extLst>
              <a:ext uri="{FF2B5EF4-FFF2-40B4-BE49-F238E27FC236}">
                <a16:creationId xmlns:a16="http://schemas.microsoft.com/office/drawing/2014/main" id="{31167191-9BB1-DD23-23F2-857C3E0B582B}"/>
              </a:ext>
            </a:extLst>
          </p:cNvPr>
          <p:cNvGrpSpPr/>
          <p:nvPr/>
        </p:nvGrpSpPr>
        <p:grpSpPr>
          <a:xfrm>
            <a:off x="2938534" y="811556"/>
            <a:ext cx="721206" cy="609701"/>
            <a:chOff x="2938534" y="811556"/>
            <a:chExt cx="721206" cy="609701"/>
          </a:xfrm>
        </p:grpSpPr>
        <p:sp>
          <p:nvSpPr>
            <p:cNvPr id="1124" name="Rectangle 1123">
              <a:extLst>
                <a:ext uri="{FF2B5EF4-FFF2-40B4-BE49-F238E27FC236}">
                  <a16:creationId xmlns:a16="http://schemas.microsoft.com/office/drawing/2014/main" id="{E240EA69-D587-6597-7B91-32BB08A4017E}"/>
                </a:ext>
              </a:extLst>
            </p:cNvPr>
            <p:cNvSpPr/>
            <p:nvPr/>
          </p:nvSpPr>
          <p:spPr>
            <a:xfrm>
              <a:off x="2938534"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1125" name="Rectangle 1124">
              <a:extLst>
                <a:ext uri="{FF2B5EF4-FFF2-40B4-BE49-F238E27FC236}">
                  <a16:creationId xmlns:a16="http://schemas.microsoft.com/office/drawing/2014/main" id="{2919DFD7-544F-0EE7-BBF4-B775AF9EFED4}"/>
                </a:ext>
              </a:extLst>
            </p:cNvPr>
            <p:cNvSpPr/>
            <p:nvPr/>
          </p:nvSpPr>
          <p:spPr>
            <a:xfrm flipV="1">
              <a:off x="3554781"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6" name="Oval 15">
              <a:extLst>
                <a:ext uri="{FF2B5EF4-FFF2-40B4-BE49-F238E27FC236}">
                  <a16:creationId xmlns:a16="http://schemas.microsoft.com/office/drawing/2014/main" id="{F8CC93CC-31CA-5983-4414-AB1051B7EABD}"/>
                </a:ext>
              </a:extLst>
            </p:cNvPr>
            <p:cNvSpPr/>
            <p:nvPr/>
          </p:nvSpPr>
          <p:spPr>
            <a:xfrm>
              <a:off x="3582170"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27" name="Straight Connector 1126">
              <a:extLst>
                <a:ext uri="{FF2B5EF4-FFF2-40B4-BE49-F238E27FC236}">
                  <a16:creationId xmlns:a16="http://schemas.microsoft.com/office/drawing/2014/main" id="{3639DFA1-A878-C002-893A-40503A1E5B42}"/>
                </a:ext>
              </a:extLst>
            </p:cNvPr>
            <p:cNvCxnSpPr>
              <a:cxnSpLocks/>
              <a:stCxn id="1126" idx="0"/>
            </p:cNvCxnSpPr>
            <p:nvPr/>
          </p:nvCxnSpPr>
          <p:spPr>
            <a:xfrm flipV="1">
              <a:off x="3587866"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28" name="Straight Connector 1127">
              <a:extLst>
                <a:ext uri="{FF2B5EF4-FFF2-40B4-BE49-F238E27FC236}">
                  <a16:creationId xmlns:a16="http://schemas.microsoft.com/office/drawing/2014/main" id="{E1C42065-062C-1520-B7C9-314B13A3137A}"/>
                </a:ext>
              </a:extLst>
            </p:cNvPr>
            <p:cNvCxnSpPr>
              <a:cxnSpLocks/>
            </p:cNvCxnSpPr>
            <p:nvPr/>
          </p:nvCxnSpPr>
          <p:spPr>
            <a:xfrm>
              <a:off x="3593585"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37" name="Group 1136">
            <a:extLst>
              <a:ext uri="{FF2B5EF4-FFF2-40B4-BE49-F238E27FC236}">
                <a16:creationId xmlns:a16="http://schemas.microsoft.com/office/drawing/2014/main" id="{64295BA7-1146-6CDC-482B-A32FF17FFC2C}"/>
              </a:ext>
            </a:extLst>
          </p:cNvPr>
          <p:cNvGrpSpPr/>
          <p:nvPr/>
        </p:nvGrpSpPr>
        <p:grpSpPr>
          <a:xfrm>
            <a:off x="8807242" y="811556"/>
            <a:ext cx="721206" cy="609701"/>
            <a:chOff x="8807242" y="811556"/>
            <a:chExt cx="721206" cy="609701"/>
          </a:xfrm>
        </p:grpSpPr>
        <p:sp>
          <p:nvSpPr>
            <p:cNvPr id="1138" name="Rectangle 1137">
              <a:hlinkHover r:id="" action="ppaction://noaction" highlightClick="1"/>
              <a:extLst>
                <a:ext uri="{FF2B5EF4-FFF2-40B4-BE49-F238E27FC236}">
                  <a16:creationId xmlns:a16="http://schemas.microsoft.com/office/drawing/2014/main" id="{2E6509D4-19E6-1994-6D7A-6892514025CB}"/>
                </a:ext>
              </a:extLst>
            </p:cNvPr>
            <p:cNvSpPr/>
            <p:nvPr/>
          </p:nvSpPr>
          <p:spPr>
            <a:xfrm>
              <a:off x="8807242" y="81155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1139" name="Diamond 1138">
              <a:extLst>
                <a:ext uri="{FF2B5EF4-FFF2-40B4-BE49-F238E27FC236}">
                  <a16:creationId xmlns:a16="http://schemas.microsoft.com/office/drawing/2014/main" id="{0559BFE4-8235-1627-70EF-111C56D4286A}"/>
                </a:ext>
              </a:extLst>
            </p:cNvPr>
            <p:cNvSpPr/>
            <p:nvPr/>
          </p:nvSpPr>
          <p:spPr>
            <a:xfrm>
              <a:off x="9398401" y="81852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0" name="Oval 1139">
              <a:extLst>
                <a:ext uri="{FF2B5EF4-FFF2-40B4-BE49-F238E27FC236}">
                  <a16:creationId xmlns:a16="http://schemas.microsoft.com/office/drawing/2014/main" id="{ECD3DD0F-51F3-9E28-A699-8AB50A9897C9}"/>
                </a:ext>
              </a:extLst>
            </p:cNvPr>
            <p:cNvSpPr/>
            <p:nvPr/>
          </p:nvSpPr>
          <p:spPr>
            <a:xfrm>
              <a:off x="9432604" y="85201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69" name="Group 1168">
            <a:extLst>
              <a:ext uri="{FF2B5EF4-FFF2-40B4-BE49-F238E27FC236}">
                <a16:creationId xmlns:a16="http://schemas.microsoft.com/office/drawing/2014/main" id="{5925C855-EC52-7CD3-C16A-F4C7A7967C9F}"/>
              </a:ext>
            </a:extLst>
          </p:cNvPr>
          <p:cNvGrpSpPr/>
          <p:nvPr/>
        </p:nvGrpSpPr>
        <p:grpSpPr>
          <a:xfrm>
            <a:off x="5448055" y="1532276"/>
            <a:ext cx="721206" cy="609701"/>
            <a:chOff x="5448055" y="1532276"/>
            <a:chExt cx="721206" cy="609701"/>
          </a:xfrm>
        </p:grpSpPr>
        <p:sp>
          <p:nvSpPr>
            <p:cNvPr id="1170" name="Rectangle 1169">
              <a:extLst>
                <a:ext uri="{FF2B5EF4-FFF2-40B4-BE49-F238E27FC236}">
                  <a16:creationId xmlns:a16="http://schemas.microsoft.com/office/drawing/2014/main" id="{ADDDFB43-57B0-89BD-C926-E4D3DC76BBD4}"/>
                </a:ext>
              </a:extLst>
            </p:cNvPr>
            <p:cNvSpPr/>
            <p:nvPr/>
          </p:nvSpPr>
          <p:spPr>
            <a:xfrm>
              <a:off x="5448055"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1171" name="Rectangle 1170">
              <a:extLst>
                <a:ext uri="{FF2B5EF4-FFF2-40B4-BE49-F238E27FC236}">
                  <a16:creationId xmlns:a16="http://schemas.microsoft.com/office/drawing/2014/main" id="{90FB9FCE-7620-FBAA-8F9F-0EA49D875D92}"/>
                </a:ext>
              </a:extLst>
            </p:cNvPr>
            <p:cNvSpPr/>
            <p:nvPr/>
          </p:nvSpPr>
          <p:spPr>
            <a:xfrm flipV="1">
              <a:off x="6059657"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2" name="Oval 15">
              <a:extLst>
                <a:ext uri="{FF2B5EF4-FFF2-40B4-BE49-F238E27FC236}">
                  <a16:creationId xmlns:a16="http://schemas.microsoft.com/office/drawing/2014/main" id="{237E2D49-5943-D879-18A7-51144964D141}"/>
                </a:ext>
              </a:extLst>
            </p:cNvPr>
            <p:cNvSpPr/>
            <p:nvPr/>
          </p:nvSpPr>
          <p:spPr>
            <a:xfrm>
              <a:off x="6087046"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73" name="Straight Connector 1172">
              <a:extLst>
                <a:ext uri="{FF2B5EF4-FFF2-40B4-BE49-F238E27FC236}">
                  <a16:creationId xmlns:a16="http://schemas.microsoft.com/office/drawing/2014/main" id="{E3AFCC42-1ECD-85A2-75C6-6D744EB24250}"/>
                </a:ext>
              </a:extLst>
            </p:cNvPr>
            <p:cNvCxnSpPr>
              <a:cxnSpLocks/>
              <a:stCxn id="1172" idx="0"/>
            </p:cNvCxnSpPr>
            <p:nvPr/>
          </p:nvCxnSpPr>
          <p:spPr>
            <a:xfrm flipV="1">
              <a:off x="6092743"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74" name="Straight Connector 1173">
              <a:extLst>
                <a:ext uri="{FF2B5EF4-FFF2-40B4-BE49-F238E27FC236}">
                  <a16:creationId xmlns:a16="http://schemas.microsoft.com/office/drawing/2014/main" id="{32635B3F-46E9-AB1C-88C4-444D40E4FC0E}"/>
                </a:ext>
              </a:extLst>
            </p:cNvPr>
            <p:cNvCxnSpPr>
              <a:cxnSpLocks/>
            </p:cNvCxnSpPr>
            <p:nvPr/>
          </p:nvCxnSpPr>
          <p:spPr>
            <a:xfrm>
              <a:off x="6098462"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75" name="Group 1174">
            <a:extLst>
              <a:ext uri="{FF2B5EF4-FFF2-40B4-BE49-F238E27FC236}">
                <a16:creationId xmlns:a16="http://schemas.microsoft.com/office/drawing/2014/main" id="{84362A85-CFEB-9A05-9171-7ADC8922796E}"/>
              </a:ext>
            </a:extLst>
          </p:cNvPr>
          <p:cNvGrpSpPr/>
          <p:nvPr/>
        </p:nvGrpSpPr>
        <p:grpSpPr>
          <a:xfrm>
            <a:off x="4611548" y="1532276"/>
            <a:ext cx="721206" cy="609701"/>
            <a:chOff x="4611548" y="1532276"/>
            <a:chExt cx="721206" cy="609701"/>
          </a:xfrm>
        </p:grpSpPr>
        <p:sp>
          <p:nvSpPr>
            <p:cNvPr id="1176" name="Rectangle 1175">
              <a:extLst>
                <a:ext uri="{FF2B5EF4-FFF2-40B4-BE49-F238E27FC236}">
                  <a16:creationId xmlns:a16="http://schemas.microsoft.com/office/drawing/2014/main" id="{608AD66E-2685-F530-BF03-13E637DB1536}"/>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177" name="Right Triangle 1176">
              <a:extLst>
                <a:ext uri="{FF2B5EF4-FFF2-40B4-BE49-F238E27FC236}">
                  <a16:creationId xmlns:a16="http://schemas.microsoft.com/office/drawing/2014/main" id="{75B37D22-100D-4693-1207-A4279ED5DD70}"/>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78" name="Group 1177">
              <a:extLst>
                <a:ext uri="{FF2B5EF4-FFF2-40B4-BE49-F238E27FC236}">
                  <a16:creationId xmlns:a16="http://schemas.microsoft.com/office/drawing/2014/main" id="{E2AA4FBA-1EF3-0190-05C8-7FC0D955789A}"/>
                </a:ext>
              </a:extLst>
            </p:cNvPr>
            <p:cNvGrpSpPr/>
            <p:nvPr/>
          </p:nvGrpSpPr>
          <p:grpSpPr>
            <a:xfrm>
              <a:off x="5276140" y="1542931"/>
              <a:ext cx="37817" cy="61390"/>
              <a:chOff x="3883481" y="2057400"/>
              <a:chExt cx="1608363" cy="2652031"/>
            </a:xfrm>
            <a:solidFill>
              <a:srgbClr val="A6A6A6"/>
            </a:solidFill>
          </p:grpSpPr>
          <p:sp>
            <p:nvSpPr>
              <p:cNvPr id="1179" name="Oval 27">
                <a:extLst>
                  <a:ext uri="{FF2B5EF4-FFF2-40B4-BE49-F238E27FC236}">
                    <a16:creationId xmlns:a16="http://schemas.microsoft.com/office/drawing/2014/main" id="{FFBFF7B3-12FD-93C9-5339-C139DAA9405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0" name="Oval 28">
                <a:extLst>
                  <a:ext uri="{FF2B5EF4-FFF2-40B4-BE49-F238E27FC236}">
                    <a16:creationId xmlns:a16="http://schemas.microsoft.com/office/drawing/2014/main" id="{7BD36086-00A1-11CF-348A-131D0EE02A9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87" name="Group 1186">
            <a:extLst>
              <a:ext uri="{FF2B5EF4-FFF2-40B4-BE49-F238E27FC236}">
                <a16:creationId xmlns:a16="http://schemas.microsoft.com/office/drawing/2014/main" id="{EE5C167C-4C3C-D1D2-A903-A02EDAD9B261}"/>
              </a:ext>
            </a:extLst>
          </p:cNvPr>
          <p:cNvGrpSpPr/>
          <p:nvPr/>
        </p:nvGrpSpPr>
        <p:grpSpPr>
          <a:xfrm>
            <a:off x="1267284" y="811556"/>
            <a:ext cx="721206" cy="609701"/>
            <a:chOff x="1267284" y="811556"/>
            <a:chExt cx="721206" cy="609701"/>
          </a:xfrm>
        </p:grpSpPr>
        <p:sp>
          <p:nvSpPr>
            <p:cNvPr id="1188" name="Rectangle 1187">
              <a:extLst>
                <a:ext uri="{FF2B5EF4-FFF2-40B4-BE49-F238E27FC236}">
                  <a16:creationId xmlns:a16="http://schemas.microsoft.com/office/drawing/2014/main" id="{F90FFE73-1860-0D64-08B5-6E93D67D226A}"/>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1189" name="Right Triangle 1188">
              <a:extLst>
                <a:ext uri="{FF2B5EF4-FFF2-40B4-BE49-F238E27FC236}">
                  <a16:creationId xmlns:a16="http://schemas.microsoft.com/office/drawing/2014/main" id="{14094897-1E92-ED10-B7FC-2A5FE10EC53F}"/>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90" name="Group 1189">
              <a:extLst>
                <a:ext uri="{FF2B5EF4-FFF2-40B4-BE49-F238E27FC236}">
                  <a16:creationId xmlns:a16="http://schemas.microsoft.com/office/drawing/2014/main" id="{0EA910E6-2ADC-A072-6BE6-6555CE849135}"/>
                </a:ext>
              </a:extLst>
            </p:cNvPr>
            <p:cNvGrpSpPr/>
            <p:nvPr/>
          </p:nvGrpSpPr>
          <p:grpSpPr>
            <a:xfrm>
              <a:off x="1937879" y="819589"/>
              <a:ext cx="37817" cy="61390"/>
              <a:chOff x="3883481" y="2057400"/>
              <a:chExt cx="1608363" cy="2652031"/>
            </a:xfrm>
            <a:solidFill>
              <a:srgbClr val="A6A6A6"/>
            </a:solidFill>
          </p:grpSpPr>
          <p:sp>
            <p:nvSpPr>
              <p:cNvPr id="1191" name="Oval 27">
                <a:extLst>
                  <a:ext uri="{FF2B5EF4-FFF2-40B4-BE49-F238E27FC236}">
                    <a16:creationId xmlns:a16="http://schemas.microsoft.com/office/drawing/2014/main" id="{77C1FE1C-70BC-820B-5B18-97863193CA6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2" name="Oval 28">
                <a:extLst>
                  <a:ext uri="{FF2B5EF4-FFF2-40B4-BE49-F238E27FC236}">
                    <a16:creationId xmlns:a16="http://schemas.microsoft.com/office/drawing/2014/main" id="{B96B4F09-1D8B-C9D5-355B-28A45F3CD6A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93" name="Group 1192">
            <a:extLst>
              <a:ext uri="{FF2B5EF4-FFF2-40B4-BE49-F238E27FC236}">
                <a16:creationId xmlns:a16="http://schemas.microsoft.com/office/drawing/2014/main" id="{E10D381F-C27F-F226-C49D-0DCD9B1BA7D9}"/>
              </a:ext>
            </a:extLst>
          </p:cNvPr>
          <p:cNvGrpSpPr/>
          <p:nvPr/>
        </p:nvGrpSpPr>
        <p:grpSpPr>
          <a:xfrm>
            <a:off x="1268842" y="1532275"/>
            <a:ext cx="721206" cy="610039"/>
            <a:chOff x="1268842" y="1532275"/>
            <a:chExt cx="721206" cy="610039"/>
          </a:xfrm>
        </p:grpSpPr>
        <p:sp>
          <p:nvSpPr>
            <p:cNvPr id="1194" name="Rectangle 1193">
              <a:extLst>
                <a:ext uri="{FF2B5EF4-FFF2-40B4-BE49-F238E27FC236}">
                  <a16:creationId xmlns:a16="http://schemas.microsoft.com/office/drawing/2014/main" id="{E685CC10-1F6F-DCFD-EF38-85108309DBCE}"/>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1195" name="Right Triangle 1194">
              <a:extLst>
                <a:ext uri="{FF2B5EF4-FFF2-40B4-BE49-F238E27FC236}">
                  <a16:creationId xmlns:a16="http://schemas.microsoft.com/office/drawing/2014/main" id="{D2175EBD-358C-1F34-1830-52B0646839C1}"/>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96" name="Group 1195">
              <a:extLst>
                <a:ext uri="{FF2B5EF4-FFF2-40B4-BE49-F238E27FC236}">
                  <a16:creationId xmlns:a16="http://schemas.microsoft.com/office/drawing/2014/main" id="{1D050B03-D3AE-038E-8F36-F9188EEF5EE2}"/>
                </a:ext>
              </a:extLst>
            </p:cNvPr>
            <p:cNvGrpSpPr/>
            <p:nvPr/>
          </p:nvGrpSpPr>
          <p:grpSpPr>
            <a:xfrm>
              <a:off x="1939437" y="1538369"/>
              <a:ext cx="37817" cy="61390"/>
              <a:chOff x="3883481" y="2057400"/>
              <a:chExt cx="1608363" cy="2652031"/>
            </a:xfrm>
            <a:solidFill>
              <a:srgbClr val="A6A6A6"/>
            </a:solidFill>
          </p:grpSpPr>
          <p:sp>
            <p:nvSpPr>
              <p:cNvPr id="1197" name="Oval 27">
                <a:extLst>
                  <a:ext uri="{FF2B5EF4-FFF2-40B4-BE49-F238E27FC236}">
                    <a16:creationId xmlns:a16="http://schemas.microsoft.com/office/drawing/2014/main" id="{0C66B354-B4A6-4250-8C58-B6A122FFEE4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8" name="Oval 28">
                <a:extLst>
                  <a:ext uri="{FF2B5EF4-FFF2-40B4-BE49-F238E27FC236}">
                    <a16:creationId xmlns:a16="http://schemas.microsoft.com/office/drawing/2014/main" id="{4DDCF74E-AA48-D0E5-5919-3A9A47CE0A6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99" name="Group 1198">
            <a:extLst>
              <a:ext uri="{FF2B5EF4-FFF2-40B4-BE49-F238E27FC236}">
                <a16:creationId xmlns:a16="http://schemas.microsoft.com/office/drawing/2014/main" id="{4FD111E9-5A74-8F2F-956F-7AEB8987A17B}"/>
              </a:ext>
            </a:extLst>
          </p:cNvPr>
          <p:cNvGrpSpPr/>
          <p:nvPr/>
        </p:nvGrpSpPr>
        <p:grpSpPr>
          <a:xfrm>
            <a:off x="7957577" y="1532276"/>
            <a:ext cx="721206" cy="609701"/>
            <a:chOff x="7957577" y="1532276"/>
            <a:chExt cx="721206" cy="609701"/>
          </a:xfrm>
        </p:grpSpPr>
        <p:sp>
          <p:nvSpPr>
            <p:cNvPr id="1200" name="Rectangle 1199">
              <a:hlinkHover r:id="" action="ppaction://noaction" highlightClick="1"/>
              <a:extLst>
                <a:ext uri="{FF2B5EF4-FFF2-40B4-BE49-F238E27FC236}">
                  <a16:creationId xmlns:a16="http://schemas.microsoft.com/office/drawing/2014/main" id="{6A2F13E0-46A2-E758-32EF-E063AA21378A}"/>
                </a:ext>
              </a:extLst>
            </p:cNvPr>
            <p:cNvSpPr/>
            <p:nvPr/>
          </p:nvSpPr>
          <p:spPr>
            <a:xfrm>
              <a:off x="7957577"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1201" name="Rectangle 1200">
              <a:extLst>
                <a:ext uri="{FF2B5EF4-FFF2-40B4-BE49-F238E27FC236}">
                  <a16:creationId xmlns:a16="http://schemas.microsoft.com/office/drawing/2014/main" id="{833F28DB-0838-90EE-246E-3CB776D92B45}"/>
                </a:ext>
              </a:extLst>
            </p:cNvPr>
            <p:cNvSpPr/>
            <p:nvPr/>
          </p:nvSpPr>
          <p:spPr>
            <a:xfrm flipV="1">
              <a:off x="8571630" y="153528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2" name="Oval 15">
              <a:extLst>
                <a:ext uri="{FF2B5EF4-FFF2-40B4-BE49-F238E27FC236}">
                  <a16:creationId xmlns:a16="http://schemas.microsoft.com/office/drawing/2014/main" id="{5C79CDE7-61AE-DE6B-542B-0D8CE13CF893}"/>
                </a:ext>
              </a:extLst>
            </p:cNvPr>
            <p:cNvSpPr/>
            <p:nvPr/>
          </p:nvSpPr>
          <p:spPr>
            <a:xfrm>
              <a:off x="8599019" y="1572027"/>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03" name="Straight Connector 1202">
              <a:extLst>
                <a:ext uri="{FF2B5EF4-FFF2-40B4-BE49-F238E27FC236}">
                  <a16:creationId xmlns:a16="http://schemas.microsoft.com/office/drawing/2014/main" id="{E0063A23-16B7-3D28-A9E8-6284172462D3}"/>
                </a:ext>
              </a:extLst>
            </p:cNvPr>
            <p:cNvCxnSpPr>
              <a:cxnSpLocks/>
              <a:stCxn id="1202" idx="0"/>
            </p:cNvCxnSpPr>
            <p:nvPr/>
          </p:nvCxnSpPr>
          <p:spPr>
            <a:xfrm flipV="1">
              <a:off x="8604716" y="154880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04" name="Straight Connector 1203">
              <a:extLst>
                <a:ext uri="{FF2B5EF4-FFF2-40B4-BE49-F238E27FC236}">
                  <a16:creationId xmlns:a16="http://schemas.microsoft.com/office/drawing/2014/main" id="{A54514AB-BDC5-740E-1E87-C16A9D3FE085}"/>
                </a:ext>
              </a:extLst>
            </p:cNvPr>
            <p:cNvCxnSpPr>
              <a:cxnSpLocks/>
            </p:cNvCxnSpPr>
            <p:nvPr/>
          </p:nvCxnSpPr>
          <p:spPr>
            <a:xfrm>
              <a:off x="8610435" y="154880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F01723F8-D0C0-41D8-1C29-DB87A010B34E}"/>
              </a:ext>
            </a:extLst>
          </p:cNvPr>
          <p:cNvGrpSpPr/>
          <p:nvPr/>
        </p:nvGrpSpPr>
        <p:grpSpPr>
          <a:xfrm>
            <a:off x="3779087" y="3698226"/>
            <a:ext cx="721206" cy="609701"/>
            <a:chOff x="3779087" y="3698226"/>
            <a:chExt cx="721206" cy="609701"/>
          </a:xfrm>
        </p:grpSpPr>
        <p:sp>
          <p:nvSpPr>
            <p:cNvPr id="12" name="Rectangle 11">
              <a:extLst>
                <a:ext uri="{FF2B5EF4-FFF2-40B4-BE49-F238E27FC236}">
                  <a16:creationId xmlns:a16="http://schemas.microsoft.com/office/drawing/2014/main" id="{E1EE353A-DE1F-70D2-541C-A24BE665B4CE}"/>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4" name="Right Triangle 13">
              <a:extLst>
                <a:ext uri="{FF2B5EF4-FFF2-40B4-BE49-F238E27FC236}">
                  <a16:creationId xmlns:a16="http://schemas.microsoft.com/office/drawing/2014/main" id="{1AF49C78-A5B3-3B62-34E7-896B1AF8F773}"/>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 name="Group 16">
              <a:extLst>
                <a:ext uri="{FF2B5EF4-FFF2-40B4-BE49-F238E27FC236}">
                  <a16:creationId xmlns:a16="http://schemas.microsoft.com/office/drawing/2014/main" id="{5DF0A372-A2F8-4A77-D079-7F968F2A2CBB}"/>
                </a:ext>
              </a:extLst>
            </p:cNvPr>
            <p:cNvGrpSpPr/>
            <p:nvPr/>
          </p:nvGrpSpPr>
          <p:grpSpPr>
            <a:xfrm>
              <a:off x="4448513" y="3706747"/>
              <a:ext cx="37817" cy="61390"/>
              <a:chOff x="3883481" y="2057400"/>
              <a:chExt cx="1608363" cy="2652031"/>
            </a:xfrm>
            <a:solidFill>
              <a:srgbClr val="A6A6A6">
                <a:alpha val="20000"/>
              </a:srgbClr>
            </a:solidFill>
          </p:grpSpPr>
          <p:sp>
            <p:nvSpPr>
              <p:cNvPr id="18" name="Oval 27">
                <a:extLst>
                  <a:ext uri="{FF2B5EF4-FFF2-40B4-BE49-F238E27FC236}">
                    <a16:creationId xmlns:a16="http://schemas.microsoft.com/office/drawing/2014/main" id="{064417F0-3D5F-2731-AEF4-816330A4D7C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 name="Oval 28">
                <a:extLst>
                  <a:ext uri="{FF2B5EF4-FFF2-40B4-BE49-F238E27FC236}">
                    <a16:creationId xmlns:a16="http://schemas.microsoft.com/office/drawing/2014/main" id="{1B08714C-4622-7BE9-2532-11C3E91BAA8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0" name="Group 19">
            <a:extLst>
              <a:ext uri="{FF2B5EF4-FFF2-40B4-BE49-F238E27FC236}">
                <a16:creationId xmlns:a16="http://schemas.microsoft.com/office/drawing/2014/main" id="{E21C8B35-6FF8-10CC-2553-9C3F9CDA2868}"/>
              </a:ext>
            </a:extLst>
          </p:cNvPr>
          <p:cNvGrpSpPr/>
          <p:nvPr/>
        </p:nvGrpSpPr>
        <p:grpSpPr>
          <a:xfrm>
            <a:off x="4615774" y="3698231"/>
            <a:ext cx="721206" cy="609701"/>
            <a:chOff x="4615774" y="3698231"/>
            <a:chExt cx="721206" cy="609701"/>
          </a:xfrm>
        </p:grpSpPr>
        <p:sp>
          <p:nvSpPr>
            <p:cNvPr id="21" name="Rectangle 20">
              <a:hlinkHover r:id="" action="ppaction://noaction" highlightClick="1"/>
              <a:extLst>
                <a:ext uri="{FF2B5EF4-FFF2-40B4-BE49-F238E27FC236}">
                  <a16:creationId xmlns:a16="http://schemas.microsoft.com/office/drawing/2014/main" id="{7085FC29-829D-69D9-ABB8-FD9ADE6ABBA6}"/>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22" name="Oval 21">
              <a:extLst>
                <a:ext uri="{FF2B5EF4-FFF2-40B4-BE49-F238E27FC236}">
                  <a16:creationId xmlns:a16="http://schemas.microsoft.com/office/drawing/2014/main" id="{D7808D08-4CD9-DFE3-E12E-72FC15F71DFD}"/>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 name="Isosceles Triangle 648">
              <a:extLst>
                <a:ext uri="{FF2B5EF4-FFF2-40B4-BE49-F238E27FC236}">
                  <a16:creationId xmlns:a16="http://schemas.microsoft.com/office/drawing/2014/main" id="{87D7D4BC-FEC8-38C1-57E6-71D7FD2300F5}"/>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8" name="Group 27">
            <a:extLst>
              <a:ext uri="{FF2B5EF4-FFF2-40B4-BE49-F238E27FC236}">
                <a16:creationId xmlns:a16="http://schemas.microsoft.com/office/drawing/2014/main" id="{EFA12C4D-51B2-E62F-3290-6F4FF3FDFDD8}"/>
              </a:ext>
            </a:extLst>
          </p:cNvPr>
          <p:cNvGrpSpPr/>
          <p:nvPr/>
        </p:nvGrpSpPr>
        <p:grpSpPr>
          <a:xfrm>
            <a:off x="2099604" y="5136552"/>
            <a:ext cx="721206" cy="609701"/>
            <a:chOff x="2099604" y="5136552"/>
            <a:chExt cx="721206" cy="609701"/>
          </a:xfrm>
        </p:grpSpPr>
        <p:sp>
          <p:nvSpPr>
            <p:cNvPr id="29" name="Rectangle 28">
              <a:extLst>
                <a:ext uri="{FF2B5EF4-FFF2-40B4-BE49-F238E27FC236}">
                  <a16:creationId xmlns:a16="http://schemas.microsoft.com/office/drawing/2014/main" id="{26615417-B704-3F55-E430-57AB87126E34}"/>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30" name="Right Triangle 29">
              <a:extLst>
                <a:ext uri="{FF2B5EF4-FFF2-40B4-BE49-F238E27FC236}">
                  <a16:creationId xmlns:a16="http://schemas.microsoft.com/office/drawing/2014/main" id="{6B895631-4998-310E-DD74-452E54B0CEEE}"/>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F6D63BCA-427B-388E-1A74-86CE5C693CFD}"/>
                </a:ext>
              </a:extLst>
            </p:cNvPr>
            <p:cNvGrpSpPr/>
            <p:nvPr/>
          </p:nvGrpSpPr>
          <p:grpSpPr>
            <a:xfrm>
              <a:off x="2765661" y="5151382"/>
              <a:ext cx="37817" cy="61390"/>
              <a:chOff x="3883481" y="2057400"/>
              <a:chExt cx="1608363" cy="2652031"/>
            </a:xfrm>
            <a:solidFill>
              <a:srgbClr val="A6A6A6">
                <a:alpha val="20000"/>
              </a:srgbClr>
            </a:solidFill>
          </p:grpSpPr>
          <p:sp>
            <p:nvSpPr>
              <p:cNvPr id="32" name="Oval 27">
                <a:extLst>
                  <a:ext uri="{FF2B5EF4-FFF2-40B4-BE49-F238E27FC236}">
                    <a16:creationId xmlns:a16="http://schemas.microsoft.com/office/drawing/2014/main" id="{0F8DB46F-681C-13C4-C665-BF52A3902B0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3" name="Oval 28">
                <a:extLst>
                  <a:ext uri="{FF2B5EF4-FFF2-40B4-BE49-F238E27FC236}">
                    <a16:creationId xmlns:a16="http://schemas.microsoft.com/office/drawing/2014/main" id="{B298B402-B3BB-B5C9-F696-885216FC65D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4" name="Group 33">
            <a:extLst>
              <a:ext uri="{FF2B5EF4-FFF2-40B4-BE49-F238E27FC236}">
                <a16:creationId xmlns:a16="http://schemas.microsoft.com/office/drawing/2014/main" id="{1CFA16DF-680D-D129-78AB-0099F65BC4D6}"/>
              </a:ext>
            </a:extLst>
          </p:cNvPr>
          <p:cNvGrpSpPr/>
          <p:nvPr/>
        </p:nvGrpSpPr>
        <p:grpSpPr>
          <a:xfrm>
            <a:off x="2100392" y="4419620"/>
            <a:ext cx="721206" cy="609701"/>
            <a:chOff x="2100392" y="4419620"/>
            <a:chExt cx="721206" cy="609701"/>
          </a:xfrm>
        </p:grpSpPr>
        <p:sp>
          <p:nvSpPr>
            <p:cNvPr id="35" name="Rectangle 34">
              <a:extLst>
                <a:ext uri="{FF2B5EF4-FFF2-40B4-BE49-F238E27FC236}">
                  <a16:creationId xmlns:a16="http://schemas.microsoft.com/office/drawing/2014/main" id="{52B43186-ED4F-1D58-DB28-575F220FCA68}"/>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36" name="Right Triangle 35">
              <a:extLst>
                <a:ext uri="{FF2B5EF4-FFF2-40B4-BE49-F238E27FC236}">
                  <a16:creationId xmlns:a16="http://schemas.microsoft.com/office/drawing/2014/main" id="{6C1A6AA5-5AC8-EADB-81A7-62EE93D586C0}"/>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7" name="Group 36">
              <a:extLst>
                <a:ext uri="{FF2B5EF4-FFF2-40B4-BE49-F238E27FC236}">
                  <a16:creationId xmlns:a16="http://schemas.microsoft.com/office/drawing/2014/main" id="{0651A8A8-3152-F357-B1F4-AE79FC4F7B99}"/>
                </a:ext>
              </a:extLst>
            </p:cNvPr>
            <p:cNvGrpSpPr/>
            <p:nvPr/>
          </p:nvGrpSpPr>
          <p:grpSpPr>
            <a:xfrm>
              <a:off x="2769856" y="4434450"/>
              <a:ext cx="37817" cy="61390"/>
              <a:chOff x="3883481" y="2057400"/>
              <a:chExt cx="1608363" cy="2652031"/>
            </a:xfrm>
            <a:solidFill>
              <a:srgbClr val="A6A6A6">
                <a:alpha val="20000"/>
              </a:srgbClr>
            </a:solidFill>
          </p:grpSpPr>
          <p:sp>
            <p:nvSpPr>
              <p:cNvPr id="38" name="Oval 27">
                <a:extLst>
                  <a:ext uri="{FF2B5EF4-FFF2-40B4-BE49-F238E27FC236}">
                    <a16:creationId xmlns:a16="http://schemas.microsoft.com/office/drawing/2014/main" id="{A4ED6256-830C-8428-C068-06AA9FEF507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 name="Oval 28">
                <a:extLst>
                  <a:ext uri="{FF2B5EF4-FFF2-40B4-BE49-F238E27FC236}">
                    <a16:creationId xmlns:a16="http://schemas.microsoft.com/office/drawing/2014/main" id="{2E90A092-06B2-E32D-F85A-40498822B35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8" name="Group 57">
            <a:extLst>
              <a:ext uri="{FF2B5EF4-FFF2-40B4-BE49-F238E27FC236}">
                <a16:creationId xmlns:a16="http://schemas.microsoft.com/office/drawing/2014/main" id="{679F9500-E861-08C8-93C8-53F27DFED513}"/>
              </a:ext>
            </a:extLst>
          </p:cNvPr>
          <p:cNvGrpSpPr/>
          <p:nvPr/>
        </p:nvGrpSpPr>
        <p:grpSpPr>
          <a:xfrm>
            <a:off x="8807246" y="1508831"/>
            <a:ext cx="721206" cy="609701"/>
            <a:chOff x="8807246" y="1532278"/>
            <a:chExt cx="721206" cy="609701"/>
          </a:xfrm>
        </p:grpSpPr>
        <p:sp>
          <p:nvSpPr>
            <p:cNvPr id="59" name="Rectangle 58">
              <a:hlinkHover r:id="" action="ppaction://noaction" highlightClick="1"/>
              <a:extLst>
                <a:ext uri="{FF2B5EF4-FFF2-40B4-BE49-F238E27FC236}">
                  <a16:creationId xmlns:a16="http://schemas.microsoft.com/office/drawing/2014/main" id="{A495F981-3B13-72B5-719E-B77EA3192799}"/>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60" name="Oval 59">
              <a:extLst>
                <a:ext uri="{FF2B5EF4-FFF2-40B4-BE49-F238E27FC236}">
                  <a16:creationId xmlns:a16="http://schemas.microsoft.com/office/drawing/2014/main" id="{B18B6992-7661-4947-A5F8-12AD1745DD5C}"/>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 name="Isosceles Triangle 648">
              <a:extLst>
                <a:ext uri="{FF2B5EF4-FFF2-40B4-BE49-F238E27FC236}">
                  <a16:creationId xmlns:a16="http://schemas.microsoft.com/office/drawing/2014/main" id="{77C61A31-DA82-38D4-AFDB-CC05941AB349}"/>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 name="Group 61">
            <a:extLst>
              <a:ext uri="{FF2B5EF4-FFF2-40B4-BE49-F238E27FC236}">
                <a16:creationId xmlns:a16="http://schemas.microsoft.com/office/drawing/2014/main" id="{BFBBD34F-7770-DC04-3F27-C2EDFFE11157}"/>
              </a:ext>
            </a:extLst>
          </p:cNvPr>
          <p:cNvGrpSpPr/>
          <p:nvPr/>
        </p:nvGrpSpPr>
        <p:grpSpPr>
          <a:xfrm>
            <a:off x="11356242" y="1508829"/>
            <a:ext cx="721206" cy="609701"/>
            <a:chOff x="11356242" y="1532276"/>
            <a:chExt cx="721206" cy="609701"/>
          </a:xfrm>
        </p:grpSpPr>
        <p:sp>
          <p:nvSpPr>
            <p:cNvPr id="63" name="Rectangle 62">
              <a:hlinkHover r:id="" action="ppaction://noaction" highlightClick="1"/>
              <a:extLst>
                <a:ext uri="{FF2B5EF4-FFF2-40B4-BE49-F238E27FC236}">
                  <a16:creationId xmlns:a16="http://schemas.microsoft.com/office/drawing/2014/main" id="{AC2B9AA6-DAE6-DEE7-6252-51D726F93A75}"/>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64" name="Oval 63">
              <a:extLst>
                <a:ext uri="{FF2B5EF4-FFF2-40B4-BE49-F238E27FC236}">
                  <a16:creationId xmlns:a16="http://schemas.microsoft.com/office/drawing/2014/main" id="{ACCFC3B9-17C0-DAF1-9CAF-223ABADC5B3C}"/>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 name="Isosceles Triangle 648">
              <a:extLst>
                <a:ext uri="{FF2B5EF4-FFF2-40B4-BE49-F238E27FC236}">
                  <a16:creationId xmlns:a16="http://schemas.microsoft.com/office/drawing/2014/main" id="{6F8F5B5D-B5EA-37B4-758A-6F8ECBAA4D60}"/>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4" name="Group 73">
            <a:extLst>
              <a:ext uri="{FF2B5EF4-FFF2-40B4-BE49-F238E27FC236}">
                <a16:creationId xmlns:a16="http://schemas.microsoft.com/office/drawing/2014/main" id="{672D2553-5AE2-B801-3663-B7A9B40FFBF4}"/>
              </a:ext>
            </a:extLst>
          </p:cNvPr>
          <p:cNvGrpSpPr/>
          <p:nvPr/>
        </p:nvGrpSpPr>
        <p:grpSpPr>
          <a:xfrm>
            <a:off x="3776512" y="2950606"/>
            <a:ext cx="724130" cy="609701"/>
            <a:chOff x="3776512" y="2974053"/>
            <a:chExt cx="724130" cy="609701"/>
          </a:xfrm>
        </p:grpSpPr>
        <p:sp>
          <p:nvSpPr>
            <p:cNvPr id="75" name="Rectangle 74">
              <a:extLst>
                <a:ext uri="{FF2B5EF4-FFF2-40B4-BE49-F238E27FC236}">
                  <a16:creationId xmlns:a16="http://schemas.microsoft.com/office/drawing/2014/main" id="{58A6D76D-ADE1-9DD7-02C6-70648F1244DF}"/>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76" name="Right Triangle 75">
              <a:extLst>
                <a:ext uri="{FF2B5EF4-FFF2-40B4-BE49-F238E27FC236}">
                  <a16:creationId xmlns:a16="http://schemas.microsoft.com/office/drawing/2014/main" id="{6F5668FE-AB7A-FABB-8F2E-A0AC7D53C122}"/>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 name="Group 76">
              <a:extLst>
                <a:ext uri="{FF2B5EF4-FFF2-40B4-BE49-F238E27FC236}">
                  <a16:creationId xmlns:a16="http://schemas.microsoft.com/office/drawing/2014/main" id="{ECAE087D-4AD7-E8A5-695C-C328AEB02D0C}"/>
                </a:ext>
              </a:extLst>
            </p:cNvPr>
            <p:cNvGrpSpPr/>
            <p:nvPr/>
          </p:nvGrpSpPr>
          <p:grpSpPr>
            <a:xfrm>
              <a:off x="4450061" y="2982574"/>
              <a:ext cx="37817" cy="61390"/>
              <a:chOff x="3883481" y="2057400"/>
              <a:chExt cx="1608363" cy="2652031"/>
            </a:xfrm>
            <a:solidFill>
              <a:srgbClr val="A6A6A6">
                <a:alpha val="20000"/>
              </a:srgbClr>
            </a:solidFill>
          </p:grpSpPr>
          <p:sp>
            <p:nvSpPr>
              <p:cNvPr id="78" name="Oval 27">
                <a:extLst>
                  <a:ext uri="{FF2B5EF4-FFF2-40B4-BE49-F238E27FC236}">
                    <a16:creationId xmlns:a16="http://schemas.microsoft.com/office/drawing/2014/main" id="{773A5A0F-FFF9-ED9C-7E06-2B48026A3CE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 name="Oval 28">
                <a:extLst>
                  <a:ext uri="{FF2B5EF4-FFF2-40B4-BE49-F238E27FC236}">
                    <a16:creationId xmlns:a16="http://schemas.microsoft.com/office/drawing/2014/main" id="{5EE37E5C-1D45-0AE6-D57B-F849B5667B2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3" name="Group 102">
            <a:extLst>
              <a:ext uri="{FF2B5EF4-FFF2-40B4-BE49-F238E27FC236}">
                <a16:creationId xmlns:a16="http://schemas.microsoft.com/office/drawing/2014/main" id="{79FD6DC3-3572-9C00-3C64-267155324408}"/>
              </a:ext>
            </a:extLst>
          </p:cNvPr>
          <p:cNvGrpSpPr/>
          <p:nvPr/>
        </p:nvGrpSpPr>
        <p:grpSpPr>
          <a:xfrm>
            <a:off x="7957576" y="811556"/>
            <a:ext cx="721206" cy="609701"/>
            <a:chOff x="7957576" y="811556"/>
            <a:chExt cx="721206" cy="609701"/>
          </a:xfrm>
        </p:grpSpPr>
        <p:sp>
          <p:nvSpPr>
            <p:cNvPr id="104" name="Rectangle 103">
              <a:extLst>
                <a:ext uri="{FF2B5EF4-FFF2-40B4-BE49-F238E27FC236}">
                  <a16:creationId xmlns:a16="http://schemas.microsoft.com/office/drawing/2014/main" id="{3EEA8AB1-959C-4A65-5191-BE5D6A798211}"/>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105" name="Rectangle 104">
              <a:extLst>
                <a:ext uri="{FF2B5EF4-FFF2-40B4-BE49-F238E27FC236}">
                  <a16:creationId xmlns:a16="http://schemas.microsoft.com/office/drawing/2014/main" id="{350AF0C1-E149-B790-216A-109B44270341}"/>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 name="Oval 15">
              <a:extLst>
                <a:ext uri="{FF2B5EF4-FFF2-40B4-BE49-F238E27FC236}">
                  <a16:creationId xmlns:a16="http://schemas.microsoft.com/office/drawing/2014/main" id="{59271265-AF5B-8540-7FE3-2A2206338978}"/>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7" name="Straight Connector 106">
              <a:extLst>
                <a:ext uri="{FF2B5EF4-FFF2-40B4-BE49-F238E27FC236}">
                  <a16:creationId xmlns:a16="http://schemas.microsoft.com/office/drawing/2014/main" id="{3DDF4503-36FF-AAD1-7750-F9ED72C655F0}"/>
                </a:ext>
              </a:extLst>
            </p:cNvPr>
            <p:cNvCxnSpPr>
              <a:cxnSpLocks/>
              <a:stCxn id="106"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8" name="Straight Connector 107">
              <a:extLst>
                <a:ext uri="{FF2B5EF4-FFF2-40B4-BE49-F238E27FC236}">
                  <a16:creationId xmlns:a16="http://schemas.microsoft.com/office/drawing/2014/main" id="{5CC89A6E-E2D3-F4C2-A017-821A96F25E84}"/>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9" name="Group 108">
            <a:extLst>
              <a:ext uri="{FF2B5EF4-FFF2-40B4-BE49-F238E27FC236}">
                <a16:creationId xmlns:a16="http://schemas.microsoft.com/office/drawing/2014/main" id="{1A3D7A2D-265C-1355-56E5-25504A0FE6F4}"/>
              </a:ext>
            </a:extLst>
          </p:cNvPr>
          <p:cNvGrpSpPr/>
          <p:nvPr/>
        </p:nvGrpSpPr>
        <p:grpSpPr>
          <a:xfrm>
            <a:off x="7113074" y="816139"/>
            <a:ext cx="721206" cy="609701"/>
            <a:chOff x="7957576" y="811556"/>
            <a:chExt cx="721206" cy="609701"/>
          </a:xfrm>
        </p:grpSpPr>
        <p:sp>
          <p:nvSpPr>
            <p:cNvPr id="110" name="Rectangle 109">
              <a:extLst>
                <a:ext uri="{FF2B5EF4-FFF2-40B4-BE49-F238E27FC236}">
                  <a16:creationId xmlns:a16="http://schemas.microsoft.com/office/drawing/2014/main" id="{F5F57636-A724-04E7-F328-7970537D4CAB}"/>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 </a:t>
              </a:r>
            </a:p>
          </p:txBody>
        </p:sp>
        <p:sp>
          <p:nvSpPr>
            <p:cNvPr id="111" name="Rectangle 110">
              <a:extLst>
                <a:ext uri="{FF2B5EF4-FFF2-40B4-BE49-F238E27FC236}">
                  <a16:creationId xmlns:a16="http://schemas.microsoft.com/office/drawing/2014/main" id="{AA172DF9-B0A7-4827-F8C5-A9CF02F1562F}"/>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Oval 15">
              <a:extLst>
                <a:ext uri="{FF2B5EF4-FFF2-40B4-BE49-F238E27FC236}">
                  <a16:creationId xmlns:a16="http://schemas.microsoft.com/office/drawing/2014/main" id="{8E1B63AB-F61E-7EE6-604C-84E5E34A30B4}"/>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3" name="Straight Connector 112">
              <a:extLst>
                <a:ext uri="{FF2B5EF4-FFF2-40B4-BE49-F238E27FC236}">
                  <a16:creationId xmlns:a16="http://schemas.microsoft.com/office/drawing/2014/main" id="{EB111471-A93D-CDC0-FF72-4CAB5A1567C1}"/>
                </a:ext>
              </a:extLst>
            </p:cNvPr>
            <p:cNvCxnSpPr>
              <a:cxnSpLocks/>
              <a:stCxn id="112"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4" name="Straight Connector 113">
              <a:extLst>
                <a:ext uri="{FF2B5EF4-FFF2-40B4-BE49-F238E27FC236}">
                  <a16:creationId xmlns:a16="http://schemas.microsoft.com/office/drawing/2014/main" id="{A2A33E7A-3BCE-A982-C41B-9DF555C67D62}"/>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0" name="Group 79">
            <a:extLst>
              <a:ext uri="{FF2B5EF4-FFF2-40B4-BE49-F238E27FC236}">
                <a16:creationId xmlns:a16="http://schemas.microsoft.com/office/drawing/2014/main" id="{5CBEBEAB-5CC3-54BB-C985-AC037B8C8AE0}"/>
              </a:ext>
            </a:extLst>
          </p:cNvPr>
          <p:cNvGrpSpPr/>
          <p:nvPr/>
        </p:nvGrpSpPr>
        <p:grpSpPr>
          <a:xfrm>
            <a:off x="7905566" y="751337"/>
            <a:ext cx="3396155" cy="4999377"/>
            <a:chOff x="7905566" y="751337"/>
            <a:chExt cx="3396155" cy="4999377"/>
          </a:xfrm>
        </p:grpSpPr>
        <p:cxnSp>
          <p:nvCxnSpPr>
            <p:cNvPr id="81" name="Straight Connector 80">
              <a:extLst>
                <a:ext uri="{FF2B5EF4-FFF2-40B4-BE49-F238E27FC236}">
                  <a16:creationId xmlns:a16="http://schemas.microsoft.com/office/drawing/2014/main" id="{8A5F498D-56B4-187B-B73E-4D9B26856BF7}"/>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3088FAA5-7A96-CBD5-8A93-3B0A4629545D}"/>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F23E3390-137D-7AD8-0036-D64A8A991A79}"/>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7E85BE73-8FDD-B984-F73D-38C6161B0118}"/>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B0CAE28A-3D26-7747-6BBD-9A07E0E43CE9}"/>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651F80D5-EBFF-6947-4281-B96E88BE90FD}"/>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72DC127D-4891-192C-6C85-4670EDD3D0B7}"/>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93" name="Straight Connector 92">
            <a:extLst>
              <a:ext uri="{FF2B5EF4-FFF2-40B4-BE49-F238E27FC236}">
                <a16:creationId xmlns:a16="http://schemas.microsoft.com/office/drawing/2014/main" id="{AAFD35A6-9F9C-42BC-688A-E9FB75E9092D}"/>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94" name="Group 93">
            <a:extLst>
              <a:ext uri="{FF2B5EF4-FFF2-40B4-BE49-F238E27FC236}">
                <a16:creationId xmlns:a16="http://schemas.microsoft.com/office/drawing/2014/main" id="{312867EC-68C2-E4EA-BB91-D2842AA2898F}"/>
              </a:ext>
            </a:extLst>
          </p:cNvPr>
          <p:cNvGrpSpPr/>
          <p:nvPr/>
        </p:nvGrpSpPr>
        <p:grpSpPr>
          <a:xfrm>
            <a:off x="9651394" y="811173"/>
            <a:ext cx="721206" cy="609701"/>
            <a:chOff x="9657972" y="90836"/>
            <a:chExt cx="721206" cy="609701"/>
          </a:xfrm>
        </p:grpSpPr>
        <p:sp>
          <p:nvSpPr>
            <p:cNvPr id="95" name="Rectangle 94">
              <a:hlinkHover r:id="" action="ppaction://noaction" highlightClick="1"/>
              <a:extLst>
                <a:ext uri="{FF2B5EF4-FFF2-40B4-BE49-F238E27FC236}">
                  <a16:creationId xmlns:a16="http://schemas.microsoft.com/office/drawing/2014/main" id="{ADB30DEC-3910-2668-6CCD-E838114E058B}"/>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96" name="Diamond 95">
              <a:extLst>
                <a:ext uri="{FF2B5EF4-FFF2-40B4-BE49-F238E27FC236}">
                  <a16:creationId xmlns:a16="http://schemas.microsoft.com/office/drawing/2014/main" id="{B8BA0AAF-E9A9-65FB-6FD4-8D643AD2A1D3}"/>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 name="Oval 96">
              <a:extLst>
                <a:ext uri="{FF2B5EF4-FFF2-40B4-BE49-F238E27FC236}">
                  <a16:creationId xmlns:a16="http://schemas.microsoft.com/office/drawing/2014/main" id="{583F0DB0-D2DA-48B8-4A66-BA41B0858D02}"/>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8" name="Group 97">
            <a:extLst>
              <a:ext uri="{FF2B5EF4-FFF2-40B4-BE49-F238E27FC236}">
                <a16:creationId xmlns:a16="http://schemas.microsoft.com/office/drawing/2014/main" id="{A34F8FBA-4A6E-57C0-848A-8B4BCDA5C1EC}"/>
              </a:ext>
            </a:extLst>
          </p:cNvPr>
          <p:cNvGrpSpPr/>
          <p:nvPr/>
        </p:nvGrpSpPr>
        <p:grpSpPr>
          <a:xfrm>
            <a:off x="10520479" y="90836"/>
            <a:ext cx="721206" cy="609701"/>
            <a:chOff x="10520479" y="90836"/>
            <a:chExt cx="721206" cy="609701"/>
          </a:xfrm>
        </p:grpSpPr>
        <p:sp>
          <p:nvSpPr>
            <p:cNvPr id="99" name="Rectangle 98">
              <a:hlinkHover r:id="" action="ppaction://noaction" highlightClick="1"/>
              <a:extLst>
                <a:ext uri="{FF2B5EF4-FFF2-40B4-BE49-F238E27FC236}">
                  <a16:creationId xmlns:a16="http://schemas.microsoft.com/office/drawing/2014/main" id="{BB7F598E-DDA3-38A8-6AEE-8CACB8AD03F9}"/>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00" name="Oval 99">
              <a:extLst>
                <a:ext uri="{FF2B5EF4-FFF2-40B4-BE49-F238E27FC236}">
                  <a16:creationId xmlns:a16="http://schemas.microsoft.com/office/drawing/2014/main" id="{5B1DD1CB-5B1A-CABA-A215-7592BE829206}"/>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 name="Isosceles Triangle 648">
              <a:extLst>
                <a:ext uri="{FF2B5EF4-FFF2-40B4-BE49-F238E27FC236}">
                  <a16:creationId xmlns:a16="http://schemas.microsoft.com/office/drawing/2014/main" id="{A47553F4-745C-B82B-E603-3CDBC70F2C35}"/>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2" name="Group 101">
            <a:extLst>
              <a:ext uri="{FF2B5EF4-FFF2-40B4-BE49-F238E27FC236}">
                <a16:creationId xmlns:a16="http://schemas.microsoft.com/office/drawing/2014/main" id="{514CD42A-3248-B858-3103-9C3359984610}"/>
              </a:ext>
            </a:extLst>
          </p:cNvPr>
          <p:cNvGrpSpPr/>
          <p:nvPr/>
        </p:nvGrpSpPr>
        <p:grpSpPr>
          <a:xfrm>
            <a:off x="10506594" y="811556"/>
            <a:ext cx="721220" cy="609701"/>
            <a:chOff x="10506594" y="811556"/>
            <a:chExt cx="721220" cy="609701"/>
          </a:xfrm>
        </p:grpSpPr>
        <p:sp>
          <p:nvSpPr>
            <p:cNvPr id="115" name="Rectangle 114">
              <a:extLst>
                <a:ext uri="{FF2B5EF4-FFF2-40B4-BE49-F238E27FC236}">
                  <a16:creationId xmlns:a16="http://schemas.microsoft.com/office/drawing/2014/main" id="{85D33626-F377-4B55-42B1-EDAE872A9C0C}"/>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16" name="Rectangle 115">
              <a:extLst>
                <a:ext uri="{FF2B5EF4-FFF2-40B4-BE49-F238E27FC236}">
                  <a16:creationId xmlns:a16="http://schemas.microsoft.com/office/drawing/2014/main" id="{51B8E6DD-BB9B-42F3-B743-EF6CDA178EB3}"/>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 name="Oval 15">
              <a:extLst>
                <a:ext uri="{FF2B5EF4-FFF2-40B4-BE49-F238E27FC236}">
                  <a16:creationId xmlns:a16="http://schemas.microsoft.com/office/drawing/2014/main" id="{18530CCC-8E95-03A7-DCEB-9474EBD7A37E}"/>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8" name="Straight Connector 117">
              <a:extLst>
                <a:ext uri="{FF2B5EF4-FFF2-40B4-BE49-F238E27FC236}">
                  <a16:creationId xmlns:a16="http://schemas.microsoft.com/office/drawing/2014/main" id="{922DDFAA-ABCE-1309-73AB-CAD00A1DADAA}"/>
                </a:ext>
              </a:extLst>
            </p:cNvPr>
            <p:cNvCxnSpPr>
              <a:cxnSpLocks/>
              <a:stCxn id="117"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9" name="Straight Connector 118">
              <a:extLst>
                <a:ext uri="{FF2B5EF4-FFF2-40B4-BE49-F238E27FC236}">
                  <a16:creationId xmlns:a16="http://schemas.microsoft.com/office/drawing/2014/main" id="{007D4A8A-0DDD-3E57-856D-E4697A3C2845}"/>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0" name="Group 119">
            <a:extLst>
              <a:ext uri="{FF2B5EF4-FFF2-40B4-BE49-F238E27FC236}">
                <a16:creationId xmlns:a16="http://schemas.microsoft.com/office/drawing/2014/main" id="{02045492-7429-5FD1-6506-A1FBFA579FDF}"/>
              </a:ext>
            </a:extLst>
          </p:cNvPr>
          <p:cNvGrpSpPr/>
          <p:nvPr/>
        </p:nvGrpSpPr>
        <p:grpSpPr>
          <a:xfrm>
            <a:off x="10508723" y="1536662"/>
            <a:ext cx="721206" cy="609701"/>
            <a:chOff x="11356242" y="1532276"/>
            <a:chExt cx="721206" cy="609701"/>
          </a:xfrm>
        </p:grpSpPr>
        <p:sp>
          <p:nvSpPr>
            <p:cNvPr id="121" name="Rectangle 120">
              <a:hlinkHover r:id="" action="ppaction://noaction" highlightClick="1"/>
              <a:extLst>
                <a:ext uri="{FF2B5EF4-FFF2-40B4-BE49-F238E27FC236}">
                  <a16:creationId xmlns:a16="http://schemas.microsoft.com/office/drawing/2014/main" id="{54980D34-AC40-1B91-9160-6F9EF92E5500}"/>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22" name="Oval 121">
              <a:extLst>
                <a:ext uri="{FF2B5EF4-FFF2-40B4-BE49-F238E27FC236}">
                  <a16:creationId xmlns:a16="http://schemas.microsoft.com/office/drawing/2014/main" id="{7E563AA8-7648-2292-FD82-8C93522F9577}"/>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3" name="Isosceles Triangle 648">
              <a:extLst>
                <a:ext uri="{FF2B5EF4-FFF2-40B4-BE49-F238E27FC236}">
                  <a16:creationId xmlns:a16="http://schemas.microsoft.com/office/drawing/2014/main" id="{1DB8994F-F2E0-7E7A-E3DD-45D60618A57E}"/>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4" name="Group 123">
            <a:extLst>
              <a:ext uri="{FF2B5EF4-FFF2-40B4-BE49-F238E27FC236}">
                <a16:creationId xmlns:a16="http://schemas.microsoft.com/office/drawing/2014/main" id="{B7224C2C-2865-0970-D7CB-B74E17347244}"/>
              </a:ext>
            </a:extLst>
          </p:cNvPr>
          <p:cNvGrpSpPr/>
          <p:nvPr/>
        </p:nvGrpSpPr>
        <p:grpSpPr>
          <a:xfrm>
            <a:off x="4605607" y="811556"/>
            <a:ext cx="722054" cy="609701"/>
            <a:chOff x="4605607" y="811556"/>
            <a:chExt cx="722054" cy="609701"/>
          </a:xfrm>
        </p:grpSpPr>
        <p:sp>
          <p:nvSpPr>
            <p:cNvPr id="125" name="Rectangle 124">
              <a:extLst>
                <a:ext uri="{FF2B5EF4-FFF2-40B4-BE49-F238E27FC236}">
                  <a16:creationId xmlns:a16="http://schemas.microsoft.com/office/drawing/2014/main" id="{A8535CD2-5074-C7DB-A05A-FF9C15E0F79C}"/>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26" name="Rectangle 125">
              <a:extLst>
                <a:ext uri="{FF2B5EF4-FFF2-40B4-BE49-F238E27FC236}">
                  <a16:creationId xmlns:a16="http://schemas.microsoft.com/office/drawing/2014/main" id="{6AB31D11-E773-96C6-A6B7-10712B264532}"/>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7" name="Oval 15">
              <a:extLst>
                <a:ext uri="{FF2B5EF4-FFF2-40B4-BE49-F238E27FC236}">
                  <a16:creationId xmlns:a16="http://schemas.microsoft.com/office/drawing/2014/main" id="{F2F8B8F0-D5BC-86E9-9FBB-2A9AC8E900DE}"/>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8" name="Straight Connector 127">
              <a:extLst>
                <a:ext uri="{FF2B5EF4-FFF2-40B4-BE49-F238E27FC236}">
                  <a16:creationId xmlns:a16="http://schemas.microsoft.com/office/drawing/2014/main" id="{CFF23EEF-4E9D-A2B9-92FA-4A0D98EF3E13}"/>
                </a:ext>
              </a:extLst>
            </p:cNvPr>
            <p:cNvCxnSpPr>
              <a:cxnSpLocks/>
              <a:stCxn id="127"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9" name="Straight Connector 128">
              <a:extLst>
                <a:ext uri="{FF2B5EF4-FFF2-40B4-BE49-F238E27FC236}">
                  <a16:creationId xmlns:a16="http://schemas.microsoft.com/office/drawing/2014/main" id="{7C543194-85B2-C8C1-5F3B-D9FA9E4CFE03}"/>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1" name="Group 130">
            <a:extLst>
              <a:ext uri="{FF2B5EF4-FFF2-40B4-BE49-F238E27FC236}">
                <a16:creationId xmlns:a16="http://schemas.microsoft.com/office/drawing/2014/main" id="{C504616D-B15C-DE51-140A-C6BFBD3BB3C7}"/>
              </a:ext>
            </a:extLst>
          </p:cNvPr>
          <p:cNvGrpSpPr/>
          <p:nvPr/>
        </p:nvGrpSpPr>
        <p:grpSpPr>
          <a:xfrm>
            <a:off x="2102908" y="811556"/>
            <a:ext cx="721206" cy="609701"/>
            <a:chOff x="2102908" y="811556"/>
            <a:chExt cx="721206" cy="609701"/>
          </a:xfrm>
        </p:grpSpPr>
        <p:sp>
          <p:nvSpPr>
            <p:cNvPr id="132" name="Rectangle 131">
              <a:extLst>
                <a:ext uri="{FF2B5EF4-FFF2-40B4-BE49-F238E27FC236}">
                  <a16:creationId xmlns:a16="http://schemas.microsoft.com/office/drawing/2014/main" id="{2B001185-7299-0CF9-404D-C800B1BA4C53}"/>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33" name="Rectangle 132">
              <a:extLst>
                <a:ext uri="{FF2B5EF4-FFF2-40B4-BE49-F238E27FC236}">
                  <a16:creationId xmlns:a16="http://schemas.microsoft.com/office/drawing/2014/main" id="{96E79689-93C5-063C-270D-66CAA3C82482}"/>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4" name="Oval 15">
              <a:extLst>
                <a:ext uri="{FF2B5EF4-FFF2-40B4-BE49-F238E27FC236}">
                  <a16:creationId xmlns:a16="http://schemas.microsoft.com/office/drawing/2014/main" id="{5C1C56D0-9604-B482-2F3A-2E66214CDCDA}"/>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5" name="Straight Connector 134">
              <a:extLst>
                <a:ext uri="{FF2B5EF4-FFF2-40B4-BE49-F238E27FC236}">
                  <a16:creationId xmlns:a16="http://schemas.microsoft.com/office/drawing/2014/main" id="{BB2FFE30-BA72-8CC2-F219-41C1B7215884}"/>
                </a:ext>
              </a:extLst>
            </p:cNvPr>
            <p:cNvCxnSpPr>
              <a:cxnSpLocks/>
              <a:stCxn id="134"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36" name="Straight Connector 135">
              <a:extLst>
                <a:ext uri="{FF2B5EF4-FFF2-40B4-BE49-F238E27FC236}">
                  <a16:creationId xmlns:a16="http://schemas.microsoft.com/office/drawing/2014/main" id="{9AD284C7-3D89-D955-10F9-052D22807565}"/>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7" name="Group 136">
            <a:extLst>
              <a:ext uri="{FF2B5EF4-FFF2-40B4-BE49-F238E27FC236}">
                <a16:creationId xmlns:a16="http://schemas.microsoft.com/office/drawing/2014/main" id="{C8AA785D-3A58-A661-CF3F-DA864BBB1F2A}"/>
              </a:ext>
            </a:extLst>
          </p:cNvPr>
          <p:cNvGrpSpPr/>
          <p:nvPr/>
        </p:nvGrpSpPr>
        <p:grpSpPr>
          <a:xfrm>
            <a:off x="7957586" y="2253332"/>
            <a:ext cx="721206" cy="609701"/>
            <a:chOff x="7957586" y="2253332"/>
            <a:chExt cx="721206" cy="609701"/>
          </a:xfrm>
        </p:grpSpPr>
        <p:sp>
          <p:nvSpPr>
            <p:cNvPr id="138" name="Rectangle 137">
              <a:extLst>
                <a:ext uri="{FF2B5EF4-FFF2-40B4-BE49-F238E27FC236}">
                  <a16:creationId xmlns:a16="http://schemas.microsoft.com/office/drawing/2014/main" id="{282DA7F8-22B5-F0BD-0264-D2FBABFDC4C1}"/>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39" name="Right Triangle 138">
              <a:extLst>
                <a:ext uri="{FF2B5EF4-FFF2-40B4-BE49-F238E27FC236}">
                  <a16:creationId xmlns:a16="http://schemas.microsoft.com/office/drawing/2014/main" id="{723E8D7F-0F02-C447-F347-CD8C9739A4FE}"/>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40" name="Group 139">
              <a:extLst>
                <a:ext uri="{FF2B5EF4-FFF2-40B4-BE49-F238E27FC236}">
                  <a16:creationId xmlns:a16="http://schemas.microsoft.com/office/drawing/2014/main" id="{1B527E7E-23F9-159B-F47C-173BA5895E37}"/>
                </a:ext>
              </a:extLst>
            </p:cNvPr>
            <p:cNvGrpSpPr/>
            <p:nvPr/>
          </p:nvGrpSpPr>
          <p:grpSpPr>
            <a:xfrm>
              <a:off x="8621942" y="2262669"/>
              <a:ext cx="37817" cy="61390"/>
              <a:chOff x="3883481" y="2057400"/>
              <a:chExt cx="1608363" cy="2652031"/>
            </a:xfrm>
            <a:solidFill>
              <a:srgbClr val="A6A6A6">
                <a:alpha val="20000"/>
              </a:srgbClr>
            </a:solidFill>
          </p:grpSpPr>
          <p:sp>
            <p:nvSpPr>
              <p:cNvPr id="141" name="Oval 27">
                <a:extLst>
                  <a:ext uri="{FF2B5EF4-FFF2-40B4-BE49-F238E27FC236}">
                    <a16:creationId xmlns:a16="http://schemas.microsoft.com/office/drawing/2014/main" id="{A88EA5EE-3A53-AD7D-0A41-7CA00F4F667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2" name="Oval 28">
                <a:extLst>
                  <a:ext uri="{FF2B5EF4-FFF2-40B4-BE49-F238E27FC236}">
                    <a16:creationId xmlns:a16="http://schemas.microsoft.com/office/drawing/2014/main" id="{1F392835-B05B-307A-F8BB-54FE4E4B635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3" name="Group 142">
            <a:extLst>
              <a:ext uri="{FF2B5EF4-FFF2-40B4-BE49-F238E27FC236}">
                <a16:creationId xmlns:a16="http://schemas.microsoft.com/office/drawing/2014/main" id="{BD8A6329-BE69-7E03-CCEC-EE36165A446D}"/>
              </a:ext>
            </a:extLst>
          </p:cNvPr>
          <p:cNvGrpSpPr/>
          <p:nvPr/>
        </p:nvGrpSpPr>
        <p:grpSpPr>
          <a:xfrm>
            <a:off x="6290730" y="2257176"/>
            <a:ext cx="721206" cy="609701"/>
            <a:chOff x="8807250" y="2253334"/>
            <a:chExt cx="721206" cy="609701"/>
          </a:xfrm>
        </p:grpSpPr>
        <p:sp>
          <p:nvSpPr>
            <p:cNvPr id="144" name="Rectangle 143">
              <a:extLst>
                <a:ext uri="{FF2B5EF4-FFF2-40B4-BE49-F238E27FC236}">
                  <a16:creationId xmlns:a16="http://schemas.microsoft.com/office/drawing/2014/main" id="{8E4A794A-4D1A-0CFA-BA38-187322CA19D5}"/>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45" name="Right Triangle 144">
              <a:extLst>
                <a:ext uri="{FF2B5EF4-FFF2-40B4-BE49-F238E27FC236}">
                  <a16:creationId xmlns:a16="http://schemas.microsoft.com/office/drawing/2014/main" id="{F99319D0-7930-3AD1-DBA6-C64AE373BD4A}"/>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6" name="Oval 27">
              <a:extLst>
                <a:ext uri="{FF2B5EF4-FFF2-40B4-BE49-F238E27FC236}">
                  <a16:creationId xmlns:a16="http://schemas.microsoft.com/office/drawing/2014/main" id="{1B753082-48A7-E416-4BE5-EEEC0B76D025}"/>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 name="Oval 28">
              <a:extLst>
                <a:ext uri="{FF2B5EF4-FFF2-40B4-BE49-F238E27FC236}">
                  <a16:creationId xmlns:a16="http://schemas.microsoft.com/office/drawing/2014/main" id="{0070069A-69DC-7932-D939-4C715E615B83}"/>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8" name="Group 147">
            <a:extLst>
              <a:ext uri="{FF2B5EF4-FFF2-40B4-BE49-F238E27FC236}">
                <a16:creationId xmlns:a16="http://schemas.microsoft.com/office/drawing/2014/main" id="{4DD46FA6-EF19-7B46-ACE4-3CC511EABF8B}"/>
              </a:ext>
            </a:extLst>
          </p:cNvPr>
          <p:cNvGrpSpPr/>
          <p:nvPr/>
        </p:nvGrpSpPr>
        <p:grpSpPr>
          <a:xfrm>
            <a:off x="9656903" y="2253333"/>
            <a:ext cx="721220" cy="609701"/>
            <a:chOff x="9656903" y="2253333"/>
            <a:chExt cx="721220" cy="609701"/>
          </a:xfrm>
        </p:grpSpPr>
        <p:sp>
          <p:nvSpPr>
            <p:cNvPr id="149" name="Rectangle 148">
              <a:hlinkHover r:id="" action="ppaction://noaction" highlightClick="1"/>
              <a:extLst>
                <a:ext uri="{FF2B5EF4-FFF2-40B4-BE49-F238E27FC236}">
                  <a16:creationId xmlns:a16="http://schemas.microsoft.com/office/drawing/2014/main" id="{1997E4F4-B455-0B4A-AE8E-5A471777C63E}"/>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0" name="Rectangle 149">
              <a:extLst>
                <a:ext uri="{FF2B5EF4-FFF2-40B4-BE49-F238E27FC236}">
                  <a16:creationId xmlns:a16="http://schemas.microsoft.com/office/drawing/2014/main" id="{8223B88C-7325-1462-3D91-5EFE724A7D7F}"/>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1" name="Oval 15">
              <a:extLst>
                <a:ext uri="{FF2B5EF4-FFF2-40B4-BE49-F238E27FC236}">
                  <a16:creationId xmlns:a16="http://schemas.microsoft.com/office/drawing/2014/main" id="{0FA10A72-0F7C-987B-A671-D64D94172B69}"/>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2" name="Straight Connector 151">
              <a:extLst>
                <a:ext uri="{FF2B5EF4-FFF2-40B4-BE49-F238E27FC236}">
                  <a16:creationId xmlns:a16="http://schemas.microsoft.com/office/drawing/2014/main" id="{50E81C33-192C-7C72-E264-A6AC48AB88A3}"/>
                </a:ext>
              </a:extLst>
            </p:cNvPr>
            <p:cNvCxnSpPr>
              <a:cxnSpLocks/>
              <a:stCxn id="151"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3" name="Straight Connector 152">
              <a:extLst>
                <a:ext uri="{FF2B5EF4-FFF2-40B4-BE49-F238E27FC236}">
                  <a16:creationId xmlns:a16="http://schemas.microsoft.com/office/drawing/2014/main" id="{6A660DF7-D8B1-8BE5-00ED-0447CBF1BC8A}"/>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4" name="Group 153">
            <a:extLst>
              <a:ext uri="{FF2B5EF4-FFF2-40B4-BE49-F238E27FC236}">
                <a16:creationId xmlns:a16="http://schemas.microsoft.com/office/drawing/2014/main" id="{708FC803-D7B5-6F9B-AF6D-744CF7EDA0B7}"/>
              </a:ext>
            </a:extLst>
          </p:cNvPr>
          <p:cNvGrpSpPr/>
          <p:nvPr/>
        </p:nvGrpSpPr>
        <p:grpSpPr>
          <a:xfrm>
            <a:off x="8797459" y="2264859"/>
            <a:ext cx="721206" cy="609701"/>
            <a:chOff x="11356242" y="2253333"/>
            <a:chExt cx="721206" cy="609701"/>
          </a:xfrm>
        </p:grpSpPr>
        <p:sp>
          <p:nvSpPr>
            <p:cNvPr id="155" name="Rectangle 154">
              <a:hlinkHover r:id="" action="ppaction://noaction" highlightClick="1"/>
              <a:extLst>
                <a:ext uri="{FF2B5EF4-FFF2-40B4-BE49-F238E27FC236}">
                  <a16:creationId xmlns:a16="http://schemas.microsoft.com/office/drawing/2014/main" id="{ADD11BF2-B0B4-8130-D154-7FDC03002B45}"/>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56" name="Oval 155">
              <a:extLst>
                <a:ext uri="{FF2B5EF4-FFF2-40B4-BE49-F238E27FC236}">
                  <a16:creationId xmlns:a16="http://schemas.microsoft.com/office/drawing/2014/main" id="{030B46DD-1733-7929-6721-25D7387592CC}"/>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7" name="Isosceles Triangle 648">
              <a:extLst>
                <a:ext uri="{FF2B5EF4-FFF2-40B4-BE49-F238E27FC236}">
                  <a16:creationId xmlns:a16="http://schemas.microsoft.com/office/drawing/2014/main" id="{1FA99239-C63A-2308-6778-A6E56CAA73E1}"/>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8" name="Group 157">
            <a:extLst>
              <a:ext uri="{FF2B5EF4-FFF2-40B4-BE49-F238E27FC236}">
                <a16:creationId xmlns:a16="http://schemas.microsoft.com/office/drawing/2014/main" id="{9F5BEACC-20F9-145D-B737-18634D11DAC3}"/>
              </a:ext>
            </a:extLst>
          </p:cNvPr>
          <p:cNvGrpSpPr/>
          <p:nvPr/>
        </p:nvGrpSpPr>
        <p:grpSpPr>
          <a:xfrm>
            <a:off x="10506580" y="2253333"/>
            <a:ext cx="721206" cy="609701"/>
            <a:chOff x="10506580" y="2253333"/>
            <a:chExt cx="721206" cy="609701"/>
          </a:xfrm>
        </p:grpSpPr>
        <p:sp>
          <p:nvSpPr>
            <p:cNvPr id="159" name="Rectangle 158">
              <a:hlinkHover r:id="" action="ppaction://noaction" highlightClick="1"/>
              <a:extLst>
                <a:ext uri="{FF2B5EF4-FFF2-40B4-BE49-F238E27FC236}">
                  <a16:creationId xmlns:a16="http://schemas.microsoft.com/office/drawing/2014/main" id="{DC45EFBF-D989-FDAD-0987-9A9050E8385B}"/>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60" name="Diamond 159">
              <a:extLst>
                <a:ext uri="{FF2B5EF4-FFF2-40B4-BE49-F238E27FC236}">
                  <a16:creationId xmlns:a16="http://schemas.microsoft.com/office/drawing/2014/main" id="{40060372-2111-EBF2-DBA8-9B963D3A0C4B}"/>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1" name="Oval 160">
              <a:extLst>
                <a:ext uri="{FF2B5EF4-FFF2-40B4-BE49-F238E27FC236}">
                  <a16:creationId xmlns:a16="http://schemas.microsoft.com/office/drawing/2014/main" id="{299DF02C-B98B-56BE-CC8C-2FBB4D138A35}"/>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2" name="Group 161">
            <a:extLst>
              <a:ext uri="{FF2B5EF4-FFF2-40B4-BE49-F238E27FC236}">
                <a16:creationId xmlns:a16="http://schemas.microsoft.com/office/drawing/2014/main" id="{7216F94C-408C-CDEB-2265-D582596515DB}"/>
              </a:ext>
            </a:extLst>
          </p:cNvPr>
          <p:cNvGrpSpPr/>
          <p:nvPr/>
        </p:nvGrpSpPr>
        <p:grpSpPr>
          <a:xfrm>
            <a:off x="5454173" y="2257175"/>
            <a:ext cx="721206" cy="609701"/>
            <a:chOff x="6287891" y="2253333"/>
            <a:chExt cx="721206" cy="609701"/>
          </a:xfrm>
        </p:grpSpPr>
        <p:sp>
          <p:nvSpPr>
            <p:cNvPr id="163" name="Rectangle 162">
              <a:extLst>
                <a:ext uri="{FF2B5EF4-FFF2-40B4-BE49-F238E27FC236}">
                  <a16:creationId xmlns:a16="http://schemas.microsoft.com/office/drawing/2014/main" id="{7B020F8D-187E-70F8-07EA-766AB44EE070}"/>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164" name="Right Triangle 163">
              <a:extLst>
                <a:ext uri="{FF2B5EF4-FFF2-40B4-BE49-F238E27FC236}">
                  <a16:creationId xmlns:a16="http://schemas.microsoft.com/office/drawing/2014/main" id="{9038668E-D327-4C9E-C341-A051EEE9CE78}"/>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65" name="Group 164">
              <a:extLst>
                <a:ext uri="{FF2B5EF4-FFF2-40B4-BE49-F238E27FC236}">
                  <a16:creationId xmlns:a16="http://schemas.microsoft.com/office/drawing/2014/main" id="{258413B6-B7D9-F8B7-1B17-2B0E88786B14}"/>
                </a:ext>
              </a:extLst>
            </p:cNvPr>
            <p:cNvGrpSpPr/>
            <p:nvPr/>
          </p:nvGrpSpPr>
          <p:grpSpPr>
            <a:xfrm>
              <a:off x="6952470" y="2265099"/>
              <a:ext cx="37817" cy="61390"/>
              <a:chOff x="3883481" y="2057400"/>
              <a:chExt cx="1608363" cy="2652031"/>
            </a:xfrm>
            <a:solidFill>
              <a:srgbClr val="A6A6A6">
                <a:alpha val="20000"/>
              </a:srgbClr>
            </a:solidFill>
          </p:grpSpPr>
          <p:sp>
            <p:nvSpPr>
              <p:cNvPr id="166" name="Oval 27">
                <a:extLst>
                  <a:ext uri="{FF2B5EF4-FFF2-40B4-BE49-F238E27FC236}">
                    <a16:creationId xmlns:a16="http://schemas.microsoft.com/office/drawing/2014/main" id="{783CE70F-93F1-D709-662D-DFA4A5AC8ED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7" name="Oval 28">
                <a:extLst>
                  <a:ext uri="{FF2B5EF4-FFF2-40B4-BE49-F238E27FC236}">
                    <a16:creationId xmlns:a16="http://schemas.microsoft.com/office/drawing/2014/main" id="{65B94969-5082-EB0F-6B0F-D2EF8FC22BB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8" name="Group 167">
            <a:extLst>
              <a:ext uri="{FF2B5EF4-FFF2-40B4-BE49-F238E27FC236}">
                <a16:creationId xmlns:a16="http://schemas.microsoft.com/office/drawing/2014/main" id="{B4E19844-6BA6-4B1E-1477-234C46B52B51}"/>
              </a:ext>
            </a:extLst>
          </p:cNvPr>
          <p:cNvGrpSpPr/>
          <p:nvPr/>
        </p:nvGrpSpPr>
        <p:grpSpPr>
          <a:xfrm>
            <a:off x="7113172" y="2252067"/>
            <a:ext cx="728239" cy="609701"/>
            <a:chOff x="5442073" y="811556"/>
            <a:chExt cx="728239" cy="609701"/>
          </a:xfrm>
        </p:grpSpPr>
        <p:sp>
          <p:nvSpPr>
            <p:cNvPr id="169" name="Rectangle 168">
              <a:extLst>
                <a:ext uri="{FF2B5EF4-FFF2-40B4-BE49-F238E27FC236}">
                  <a16:creationId xmlns:a16="http://schemas.microsoft.com/office/drawing/2014/main" id="{46B55AD8-1595-0D3F-89C8-9FE89238652D}"/>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170" name="Rectangle 169">
              <a:extLst>
                <a:ext uri="{FF2B5EF4-FFF2-40B4-BE49-F238E27FC236}">
                  <a16:creationId xmlns:a16="http://schemas.microsoft.com/office/drawing/2014/main" id="{B5E469C7-8308-B455-90E0-0E13C1E28564}"/>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1" name="Oval 15">
              <a:extLst>
                <a:ext uri="{FF2B5EF4-FFF2-40B4-BE49-F238E27FC236}">
                  <a16:creationId xmlns:a16="http://schemas.microsoft.com/office/drawing/2014/main" id="{30084664-4B9A-1081-B21A-26F9EC2BD26E}"/>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2" name="Straight Connector 171">
              <a:extLst>
                <a:ext uri="{FF2B5EF4-FFF2-40B4-BE49-F238E27FC236}">
                  <a16:creationId xmlns:a16="http://schemas.microsoft.com/office/drawing/2014/main" id="{B82741AD-3677-0697-09DA-8804CDB8C46C}"/>
                </a:ext>
              </a:extLst>
            </p:cNvPr>
            <p:cNvCxnSpPr>
              <a:cxnSpLocks/>
              <a:stCxn id="171"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3" name="Straight Connector 172">
              <a:extLst>
                <a:ext uri="{FF2B5EF4-FFF2-40B4-BE49-F238E27FC236}">
                  <a16:creationId xmlns:a16="http://schemas.microsoft.com/office/drawing/2014/main" id="{5985A716-7410-5779-12C6-49BC7287F620}"/>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4" name="Group 173">
            <a:extLst>
              <a:ext uri="{FF2B5EF4-FFF2-40B4-BE49-F238E27FC236}">
                <a16:creationId xmlns:a16="http://schemas.microsoft.com/office/drawing/2014/main" id="{E3F59123-1702-5533-59CF-07C9421FE906}"/>
              </a:ext>
            </a:extLst>
          </p:cNvPr>
          <p:cNvGrpSpPr/>
          <p:nvPr/>
        </p:nvGrpSpPr>
        <p:grpSpPr>
          <a:xfrm>
            <a:off x="11353919" y="2251694"/>
            <a:ext cx="721206" cy="609701"/>
            <a:chOff x="8807250" y="2253334"/>
            <a:chExt cx="721206" cy="609701"/>
          </a:xfrm>
        </p:grpSpPr>
        <p:sp>
          <p:nvSpPr>
            <p:cNvPr id="175" name="Rectangle 174">
              <a:extLst>
                <a:ext uri="{FF2B5EF4-FFF2-40B4-BE49-F238E27FC236}">
                  <a16:creationId xmlns:a16="http://schemas.microsoft.com/office/drawing/2014/main" id="{7B095192-5A76-DC36-B4AA-81731EF1C6AE}"/>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176" name="Right Triangle 175">
              <a:extLst>
                <a:ext uri="{FF2B5EF4-FFF2-40B4-BE49-F238E27FC236}">
                  <a16:creationId xmlns:a16="http://schemas.microsoft.com/office/drawing/2014/main" id="{194113FD-00CB-391F-661D-A86A53B3C73E}"/>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7" name="Oval 27">
              <a:extLst>
                <a:ext uri="{FF2B5EF4-FFF2-40B4-BE49-F238E27FC236}">
                  <a16:creationId xmlns:a16="http://schemas.microsoft.com/office/drawing/2014/main" id="{D969414D-1000-6E2C-C814-6E244D121CE0}"/>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8" name="Oval 28">
              <a:extLst>
                <a:ext uri="{FF2B5EF4-FFF2-40B4-BE49-F238E27FC236}">
                  <a16:creationId xmlns:a16="http://schemas.microsoft.com/office/drawing/2014/main" id="{4A1C255D-1D24-7319-987D-BE061422E198}"/>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9" name="Group 178">
            <a:extLst>
              <a:ext uri="{FF2B5EF4-FFF2-40B4-BE49-F238E27FC236}">
                <a16:creationId xmlns:a16="http://schemas.microsoft.com/office/drawing/2014/main" id="{13E739CB-B8D5-C377-1AD6-393572C8E76B}"/>
              </a:ext>
            </a:extLst>
          </p:cNvPr>
          <p:cNvGrpSpPr/>
          <p:nvPr/>
        </p:nvGrpSpPr>
        <p:grpSpPr>
          <a:xfrm>
            <a:off x="2109092" y="2986575"/>
            <a:ext cx="721206" cy="649846"/>
            <a:chOff x="10506800" y="2974054"/>
            <a:chExt cx="721206" cy="649846"/>
          </a:xfrm>
        </p:grpSpPr>
        <p:sp>
          <p:nvSpPr>
            <p:cNvPr id="180" name="Rectangle 179">
              <a:extLst>
                <a:ext uri="{FF2B5EF4-FFF2-40B4-BE49-F238E27FC236}">
                  <a16:creationId xmlns:a16="http://schemas.microsoft.com/office/drawing/2014/main" id="{B6ADCB4C-4081-E23C-4180-F6EBA0ADC876}"/>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81" name="Rectangle 180">
              <a:extLst>
                <a:ext uri="{FF2B5EF4-FFF2-40B4-BE49-F238E27FC236}">
                  <a16:creationId xmlns:a16="http://schemas.microsoft.com/office/drawing/2014/main" id="{876D113A-74A4-20A8-63C8-B228A79A2535}"/>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2" name="Oval 15">
              <a:extLst>
                <a:ext uri="{FF2B5EF4-FFF2-40B4-BE49-F238E27FC236}">
                  <a16:creationId xmlns:a16="http://schemas.microsoft.com/office/drawing/2014/main" id="{1CC14427-BF66-6FA7-6AF1-A7D35CD0025B}"/>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3" name="Straight Connector 182">
              <a:extLst>
                <a:ext uri="{FF2B5EF4-FFF2-40B4-BE49-F238E27FC236}">
                  <a16:creationId xmlns:a16="http://schemas.microsoft.com/office/drawing/2014/main" id="{2737E92B-205B-9624-4C62-6D6AD591AAEB}"/>
                </a:ext>
              </a:extLst>
            </p:cNvPr>
            <p:cNvCxnSpPr>
              <a:cxnSpLocks/>
              <a:stCxn id="182"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4" name="Straight Connector 183">
              <a:extLst>
                <a:ext uri="{FF2B5EF4-FFF2-40B4-BE49-F238E27FC236}">
                  <a16:creationId xmlns:a16="http://schemas.microsoft.com/office/drawing/2014/main" id="{B83C0B1D-E3A3-D3DD-AF4F-456B264C2B06}"/>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5" name="Group 184">
            <a:extLst>
              <a:ext uri="{FF2B5EF4-FFF2-40B4-BE49-F238E27FC236}">
                <a16:creationId xmlns:a16="http://schemas.microsoft.com/office/drawing/2014/main" id="{8F7896B2-E880-2D3B-DF35-AAC449C2DF2F}"/>
              </a:ext>
            </a:extLst>
          </p:cNvPr>
          <p:cNvGrpSpPr/>
          <p:nvPr/>
        </p:nvGrpSpPr>
        <p:grpSpPr>
          <a:xfrm>
            <a:off x="4621827" y="2983922"/>
            <a:ext cx="721206" cy="654973"/>
            <a:chOff x="9657606" y="2974054"/>
            <a:chExt cx="721206" cy="654973"/>
          </a:xfrm>
        </p:grpSpPr>
        <p:sp>
          <p:nvSpPr>
            <p:cNvPr id="186" name="Rectangle 185">
              <a:extLst>
                <a:ext uri="{FF2B5EF4-FFF2-40B4-BE49-F238E27FC236}">
                  <a16:creationId xmlns:a16="http://schemas.microsoft.com/office/drawing/2014/main" id="{260F441F-1B43-21BA-BB3B-F2FFBBB86A62}"/>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87" name="Rectangle 186">
              <a:extLst>
                <a:ext uri="{FF2B5EF4-FFF2-40B4-BE49-F238E27FC236}">
                  <a16:creationId xmlns:a16="http://schemas.microsoft.com/office/drawing/2014/main" id="{15CBF0DE-7920-611B-089D-230C5AB41197}"/>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8" name="Oval 15">
              <a:extLst>
                <a:ext uri="{FF2B5EF4-FFF2-40B4-BE49-F238E27FC236}">
                  <a16:creationId xmlns:a16="http://schemas.microsoft.com/office/drawing/2014/main" id="{B59BE465-953F-C741-C3D4-EBF0ACB4C15C}"/>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9" name="Straight Connector 188">
              <a:extLst>
                <a:ext uri="{FF2B5EF4-FFF2-40B4-BE49-F238E27FC236}">
                  <a16:creationId xmlns:a16="http://schemas.microsoft.com/office/drawing/2014/main" id="{4AA858F4-15D5-87BB-C56E-156117AAA6EC}"/>
                </a:ext>
              </a:extLst>
            </p:cNvPr>
            <p:cNvCxnSpPr>
              <a:cxnSpLocks/>
              <a:stCxn id="188"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0" name="Straight Connector 189">
              <a:extLst>
                <a:ext uri="{FF2B5EF4-FFF2-40B4-BE49-F238E27FC236}">
                  <a16:creationId xmlns:a16="http://schemas.microsoft.com/office/drawing/2014/main" id="{8B0FF030-3E40-39E9-9A1A-36DB409A5487}"/>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91" name="Group 190">
            <a:extLst>
              <a:ext uri="{FF2B5EF4-FFF2-40B4-BE49-F238E27FC236}">
                <a16:creationId xmlns:a16="http://schemas.microsoft.com/office/drawing/2014/main" id="{325CF353-B8CB-9AD7-FC4D-D0141809BA1D}"/>
              </a:ext>
            </a:extLst>
          </p:cNvPr>
          <p:cNvGrpSpPr/>
          <p:nvPr/>
        </p:nvGrpSpPr>
        <p:grpSpPr>
          <a:xfrm>
            <a:off x="11356001" y="2974057"/>
            <a:ext cx="721206" cy="609701"/>
            <a:chOff x="11356001" y="2974057"/>
            <a:chExt cx="721206" cy="609701"/>
          </a:xfrm>
        </p:grpSpPr>
        <p:sp>
          <p:nvSpPr>
            <p:cNvPr id="384" name="Rectangle 383">
              <a:hlinkHover r:id="" action="ppaction://noaction" highlightClick="1"/>
              <a:extLst>
                <a:ext uri="{FF2B5EF4-FFF2-40B4-BE49-F238E27FC236}">
                  <a16:creationId xmlns:a16="http://schemas.microsoft.com/office/drawing/2014/main" id="{1D6EA519-9682-B6BD-CB01-445985B204F3}"/>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385" name="Oval 384">
              <a:extLst>
                <a:ext uri="{FF2B5EF4-FFF2-40B4-BE49-F238E27FC236}">
                  <a16:creationId xmlns:a16="http://schemas.microsoft.com/office/drawing/2014/main" id="{35A63B4A-3221-C235-EEC6-7FD1F19F9918}"/>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6" name="Isosceles Triangle 648">
              <a:extLst>
                <a:ext uri="{FF2B5EF4-FFF2-40B4-BE49-F238E27FC236}">
                  <a16:creationId xmlns:a16="http://schemas.microsoft.com/office/drawing/2014/main" id="{462B5BD6-65D8-6D0C-C43B-18CA5549D724}"/>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87" name="Group 386">
            <a:extLst>
              <a:ext uri="{FF2B5EF4-FFF2-40B4-BE49-F238E27FC236}">
                <a16:creationId xmlns:a16="http://schemas.microsoft.com/office/drawing/2014/main" id="{00C515EF-5BE2-A181-D3FF-BE11E9C2CD90}"/>
              </a:ext>
            </a:extLst>
          </p:cNvPr>
          <p:cNvGrpSpPr/>
          <p:nvPr/>
        </p:nvGrpSpPr>
        <p:grpSpPr>
          <a:xfrm>
            <a:off x="10506616" y="2984633"/>
            <a:ext cx="721220" cy="609701"/>
            <a:chOff x="9656903" y="2253333"/>
            <a:chExt cx="721220" cy="609701"/>
          </a:xfrm>
        </p:grpSpPr>
        <p:sp>
          <p:nvSpPr>
            <p:cNvPr id="388" name="Rectangle 387">
              <a:hlinkHover r:id="" action="ppaction://noaction" highlightClick="1"/>
              <a:extLst>
                <a:ext uri="{FF2B5EF4-FFF2-40B4-BE49-F238E27FC236}">
                  <a16:creationId xmlns:a16="http://schemas.microsoft.com/office/drawing/2014/main" id="{145C87A5-F43E-D690-C1FF-167B423B3968}"/>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89" name="Rectangle 388">
              <a:extLst>
                <a:ext uri="{FF2B5EF4-FFF2-40B4-BE49-F238E27FC236}">
                  <a16:creationId xmlns:a16="http://schemas.microsoft.com/office/drawing/2014/main" id="{255AF69B-71DE-53F2-AFEB-C9430729BC62}"/>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0" name="Oval 15">
              <a:extLst>
                <a:ext uri="{FF2B5EF4-FFF2-40B4-BE49-F238E27FC236}">
                  <a16:creationId xmlns:a16="http://schemas.microsoft.com/office/drawing/2014/main" id="{7EC4A4BD-8707-1267-695D-8A8AF4A5A3A5}"/>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91" name="Straight Connector 390">
              <a:extLst>
                <a:ext uri="{FF2B5EF4-FFF2-40B4-BE49-F238E27FC236}">
                  <a16:creationId xmlns:a16="http://schemas.microsoft.com/office/drawing/2014/main" id="{5BBC3E11-F072-DE45-9932-2827B1B75586}"/>
                </a:ext>
              </a:extLst>
            </p:cNvPr>
            <p:cNvCxnSpPr>
              <a:cxnSpLocks/>
              <a:stCxn id="390"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92" name="Straight Connector 391">
              <a:extLst>
                <a:ext uri="{FF2B5EF4-FFF2-40B4-BE49-F238E27FC236}">
                  <a16:creationId xmlns:a16="http://schemas.microsoft.com/office/drawing/2014/main" id="{4A70EC92-C3C0-CD6C-2338-588C0F15C4EC}"/>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99" name="Group 398">
            <a:extLst>
              <a:ext uri="{FF2B5EF4-FFF2-40B4-BE49-F238E27FC236}">
                <a16:creationId xmlns:a16="http://schemas.microsoft.com/office/drawing/2014/main" id="{AAADDF58-D941-1701-808F-C9D39305090E}"/>
              </a:ext>
            </a:extLst>
          </p:cNvPr>
          <p:cNvGrpSpPr/>
          <p:nvPr/>
        </p:nvGrpSpPr>
        <p:grpSpPr>
          <a:xfrm>
            <a:off x="1268346" y="3698208"/>
            <a:ext cx="721891" cy="610396"/>
            <a:chOff x="1268346" y="3698208"/>
            <a:chExt cx="721891" cy="610396"/>
          </a:xfrm>
        </p:grpSpPr>
        <p:sp>
          <p:nvSpPr>
            <p:cNvPr id="400" name="Rectangle 399">
              <a:extLst>
                <a:ext uri="{FF2B5EF4-FFF2-40B4-BE49-F238E27FC236}">
                  <a16:creationId xmlns:a16="http://schemas.microsoft.com/office/drawing/2014/main" id="{7C0E75D6-C61C-8E91-C51F-B1BC91993337}"/>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401" name="Right Triangle 400">
              <a:extLst>
                <a:ext uri="{FF2B5EF4-FFF2-40B4-BE49-F238E27FC236}">
                  <a16:creationId xmlns:a16="http://schemas.microsoft.com/office/drawing/2014/main" id="{2C700836-E430-8E0D-F9AA-B70951C593DA}"/>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02" name="Group 401">
              <a:extLst>
                <a:ext uri="{FF2B5EF4-FFF2-40B4-BE49-F238E27FC236}">
                  <a16:creationId xmlns:a16="http://schemas.microsoft.com/office/drawing/2014/main" id="{5ED677DD-C720-411B-9725-0EB1DD062DC3}"/>
                </a:ext>
              </a:extLst>
            </p:cNvPr>
            <p:cNvGrpSpPr/>
            <p:nvPr/>
          </p:nvGrpSpPr>
          <p:grpSpPr>
            <a:xfrm>
              <a:off x="1939627" y="3704306"/>
              <a:ext cx="37817" cy="61390"/>
              <a:chOff x="3883481" y="2057400"/>
              <a:chExt cx="1608363" cy="2652031"/>
            </a:xfrm>
            <a:solidFill>
              <a:srgbClr val="A6A6A6">
                <a:alpha val="20000"/>
              </a:srgbClr>
            </a:solidFill>
          </p:grpSpPr>
          <p:sp>
            <p:nvSpPr>
              <p:cNvPr id="403" name="Oval 27">
                <a:extLst>
                  <a:ext uri="{FF2B5EF4-FFF2-40B4-BE49-F238E27FC236}">
                    <a16:creationId xmlns:a16="http://schemas.microsoft.com/office/drawing/2014/main" id="{182D8E94-F23B-683F-0292-65F9937480E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4" name="Oval 28">
                <a:extLst>
                  <a:ext uri="{FF2B5EF4-FFF2-40B4-BE49-F238E27FC236}">
                    <a16:creationId xmlns:a16="http://schemas.microsoft.com/office/drawing/2014/main" id="{C9BBBF76-2DF6-D2B1-D509-66148C05AFF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05" name="Group 404">
            <a:extLst>
              <a:ext uri="{FF2B5EF4-FFF2-40B4-BE49-F238E27FC236}">
                <a16:creationId xmlns:a16="http://schemas.microsoft.com/office/drawing/2014/main" id="{93B86B20-4AB0-5306-EC54-7925BE3FB2F6}"/>
              </a:ext>
            </a:extLst>
          </p:cNvPr>
          <p:cNvGrpSpPr/>
          <p:nvPr/>
        </p:nvGrpSpPr>
        <p:grpSpPr>
          <a:xfrm>
            <a:off x="2934662" y="5148220"/>
            <a:ext cx="724130" cy="609701"/>
            <a:chOff x="4615448" y="2974053"/>
            <a:chExt cx="724130" cy="609701"/>
          </a:xfrm>
        </p:grpSpPr>
        <p:sp>
          <p:nvSpPr>
            <p:cNvPr id="406" name="Rectangle 405">
              <a:extLst>
                <a:ext uri="{FF2B5EF4-FFF2-40B4-BE49-F238E27FC236}">
                  <a16:creationId xmlns:a16="http://schemas.microsoft.com/office/drawing/2014/main" id="{ACD09133-76BA-B119-7DAE-FBCC4B488BF0}"/>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407" name="Right Triangle 406">
              <a:extLst>
                <a:ext uri="{FF2B5EF4-FFF2-40B4-BE49-F238E27FC236}">
                  <a16:creationId xmlns:a16="http://schemas.microsoft.com/office/drawing/2014/main" id="{CF1FDACF-0805-C4F3-CB8D-1AC9A2E0E13D}"/>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08" name="Group 407">
              <a:extLst>
                <a:ext uri="{FF2B5EF4-FFF2-40B4-BE49-F238E27FC236}">
                  <a16:creationId xmlns:a16="http://schemas.microsoft.com/office/drawing/2014/main" id="{DF329CBE-2850-0429-2ED3-01B5CE241359}"/>
                </a:ext>
              </a:extLst>
            </p:cNvPr>
            <p:cNvGrpSpPr/>
            <p:nvPr/>
          </p:nvGrpSpPr>
          <p:grpSpPr>
            <a:xfrm>
              <a:off x="5288997" y="2982574"/>
              <a:ext cx="37817" cy="61390"/>
              <a:chOff x="3883481" y="2057400"/>
              <a:chExt cx="1608363" cy="2652031"/>
            </a:xfrm>
            <a:solidFill>
              <a:srgbClr val="A6A6A6">
                <a:alpha val="20000"/>
              </a:srgbClr>
            </a:solidFill>
          </p:grpSpPr>
          <p:sp>
            <p:nvSpPr>
              <p:cNvPr id="409" name="Oval 27">
                <a:extLst>
                  <a:ext uri="{FF2B5EF4-FFF2-40B4-BE49-F238E27FC236}">
                    <a16:creationId xmlns:a16="http://schemas.microsoft.com/office/drawing/2014/main" id="{A94A5C08-723E-F80E-E0FD-26EC4EA494D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0" name="Oval 28">
                <a:extLst>
                  <a:ext uri="{FF2B5EF4-FFF2-40B4-BE49-F238E27FC236}">
                    <a16:creationId xmlns:a16="http://schemas.microsoft.com/office/drawing/2014/main" id="{5C0DC218-B6B6-AD50-E5DB-F0A5C5FADAD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11" name="Group 410">
            <a:extLst>
              <a:ext uri="{FF2B5EF4-FFF2-40B4-BE49-F238E27FC236}">
                <a16:creationId xmlns:a16="http://schemas.microsoft.com/office/drawing/2014/main" id="{F7183442-2868-F547-57A9-A5DDFCBBA97D}"/>
              </a:ext>
            </a:extLst>
          </p:cNvPr>
          <p:cNvGrpSpPr/>
          <p:nvPr/>
        </p:nvGrpSpPr>
        <p:grpSpPr>
          <a:xfrm>
            <a:off x="5451979" y="3707588"/>
            <a:ext cx="721206" cy="609701"/>
            <a:chOff x="5451979" y="3707588"/>
            <a:chExt cx="721206" cy="609701"/>
          </a:xfrm>
        </p:grpSpPr>
        <p:sp>
          <p:nvSpPr>
            <p:cNvPr id="412" name="Rectangle 411">
              <a:hlinkHover r:id="" action="ppaction://noaction" highlightClick="1"/>
              <a:extLst>
                <a:ext uri="{FF2B5EF4-FFF2-40B4-BE49-F238E27FC236}">
                  <a16:creationId xmlns:a16="http://schemas.microsoft.com/office/drawing/2014/main" id="{BFBCBFDB-38D5-A77C-4542-EE6FF5784EAD}"/>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13" name="Oval 412">
              <a:extLst>
                <a:ext uri="{FF2B5EF4-FFF2-40B4-BE49-F238E27FC236}">
                  <a16:creationId xmlns:a16="http://schemas.microsoft.com/office/drawing/2014/main" id="{BBC35249-F19D-A74C-2031-17374A7F2EE0}"/>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4" name="Isosceles Triangle 648">
              <a:extLst>
                <a:ext uri="{FF2B5EF4-FFF2-40B4-BE49-F238E27FC236}">
                  <a16:creationId xmlns:a16="http://schemas.microsoft.com/office/drawing/2014/main" id="{C9F92910-E796-EF50-959F-D6E55DC3CE4D}"/>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15" name="Group 414">
            <a:extLst>
              <a:ext uri="{FF2B5EF4-FFF2-40B4-BE49-F238E27FC236}">
                <a16:creationId xmlns:a16="http://schemas.microsoft.com/office/drawing/2014/main" id="{EAB2E5DF-A28A-F790-FA5C-BCBE7A5677AA}"/>
              </a:ext>
            </a:extLst>
          </p:cNvPr>
          <p:cNvGrpSpPr/>
          <p:nvPr/>
        </p:nvGrpSpPr>
        <p:grpSpPr>
          <a:xfrm>
            <a:off x="11355832" y="5140982"/>
            <a:ext cx="721220" cy="609701"/>
            <a:chOff x="9656903" y="2253333"/>
            <a:chExt cx="721220" cy="609701"/>
          </a:xfrm>
        </p:grpSpPr>
        <p:sp>
          <p:nvSpPr>
            <p:cNvPr id="416" name="Rectangle 415">
              <a:hlinkHover r:id="" action="ppaction://noaction" highlightClick="1"/>
              <a:extLst>
                <a:ext uri="{FF2B5EF4-FFF2-40B4-BE49-F238E27FC236}">
                  <a16:creationId xmlns:a16="http://schemas.microsoft.com/office/drawing/2014/main" id="{E81C6C73-0FBB-4483-EE5B-19E2D22E7A0B}"/>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17" name="Rectangle 416">
              <a:extLst>
                <a:ext uri="{FF2B5EF4-FFF2-40B4-BE49-F238E27FC236}">
                  <a16:creationId xmlns:a16="http://schemas.microsoft.com/office/drawing/2014/main" id="{8E5542FC-C6DD-C848-D91B-8B6C608ABF03}"/>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8" name="Oval 15">
              <a:extLst>
                <a:ext uri="{FF2B5EF4-FFF2-40B4-BE49-F238E27FC236}">
                  <a16:creationId xmlns:a16="http://schemas.microsoft.com/office/drawing/2014/main" id="{BAE9AB8F-FCE4-9060-3D6E-8F11C3D5D480}"/>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19" name="Straight Connector 418">
              <a:extLst>
                <a:ext uri="{FF2B5EF4-FFF2-40B4-BE49-F238E27FC236}">
                  <a16:creationId xmlns:a16="http://schemas.microsoft.com/office/drawing/2014/main" id="{38A8A9DE-76E3-B06B-E421-543743CA7989}"/>
                </a:ext>
              </a:extLst>
            </p:cNvPr>
            <p:cNvCxnSpPr>
              <a:cxnSpLocks/>
              <a:stCxn id="41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20" name="Straight Connector 419">
              <a:extLst>
                <a:ext uri="{FF2B5EF4-FFF2-40B4-BE49-F238E27FC236}">
                  <a16:creationId xmlns:a16="http://schemas.microsoft.com/office/drawing/2014/main" id="{509AA10C-50E2-5B54-CC35-89CEB9EE6237}"/>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pic>
        <p:nvPicPr>
          <p:cNvPr id="2" name="Picture 1">
            <a:hlinkClick r:id="rId9" action="ppaction://hlinksldjump"/>
            <a:extLst>
              <a:ext uri="{FF2B5EF4-FFF2-40B4-BE49-F238E27FC236}">
                <a16:creationId xmlns:a16="http://schemas.microsoft.com/office/drawing/2014/main" id="{1A8ED262-7F4F-0F43-45A0-B05E60445BBE}"/>
              </a:ext>
            </a:extLst>
          </p:cNvPr>
          <p:cNvPicPr>
            <a:picLocks noChangeAspect="1"/>
          </p:cNvPicPr>
          <p:nvPr/>
        </p:nvPicPr>
        <p:blipFill>
          <a:blip r:embed="rId10"/>
          <a:stretch>
            <a:fillRect/>
          </a:stretch>
        </p:blipFill>
        <p:spPr>
          <a:xfrm>
            <a:off x="0" y="0"/>
            <a:ext cx="211626" cy="6858000"/>
          </a:xfrm>
          <a:prstGeom prst="rect">
            <a:avLst/>
          </a:prstGeom>
        </p:spPr>
      </p:pic>
      <p:grpSp>
        <p:nvGrpSpPr>
          <p:cNvPr id="3" name="Group 2">
            <a:extLst>
              <a:ext uri="{FF2B5EF4-FFF2-40B4-BE49-F238E27FC236}">
                <a16:creationId xmlns:a16="http://schemas.microsoft.com/office/drawing/2014/main" id="{6CAB6D97-012B-BAAD-2E1D-56F2898037F7}"/>
              </a:ext>
            </a:extLst>
          </p:cNvPr>
          <p:cNvGrpSpPr/>
          <p:nvPr/>
        </p:nvGrpSpPr>
        <p:grpSpPr>
          <a:xfrm>
            <a:off x="9652491" y="2986436"/>
            <a:ext cx="721206" cy="609701"/>
            <a:chOff x="9657972" y="90836"/>
            <a:chExt cx="721206" cy="609701"/>
          </a:xfrm>
        </p:grpSpPr>
        <p:sp>
          <p:nvSpPr>
            <p:cNvPr id="4" name="Rectangle 3">
              <a:hlinkHover r:id="" action="ppaction://noaction" highlightClick="1"/>
              <a:extLst>
                <a:ext uri="{FF2B5EF4-FFF2-40B4-BE49-F238E27FC236}">
                  <a16:creationId xmlns:a16="http://schemas.microsoft.com/office/drawing/2014/main" id="{27EBFCB3-A0CC-3C2F-8FFD-2F94AF754C4C}"/>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5" name="Diamond 4">
              <a:extLst>
                <a:ext uri="{FF2B5EF4-FFF2-40B4-BE49-F238E27FC236}">
                  <a16:creationId xmlns:a16="http://schemas.microsoft.com/office/drawing/2014/main" id="{2B06D601-04EC-9C3F-694E-2ADCAA7B614D}"/>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5A262E13-AB67-185C-EB55-B3709DA235AF}"/>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72224452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83623" y="173237"/>
            <a:ext cx="584187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Endpoint Hardware: Surface</a:t>
            </a:r>
          </a:p>
        </p:txBody>
      </p:sp>
      <p:sp>
        <p:nvSpPr>
          <p:cNvPr id="27" name="Rectangle 26">
            <a:hlinkClick r:id="rId3" action="ppaction://hlinksldjump"/>
            <a:hlinkHover r:id="rId3" action="ppaction://hlinksldjump"/>
            <a:extLst>
              <a:ext uri="{FF2B5EF4-FFF2-40B4-BE49-F238E27FC236}">
                <a16:creationId xmlns:a16="http://schemas.microsoft.com/office/drawing/2014/main" id="{DC5B4D1F-61AA-472C-8B8B-BAC082BE6989}"/>
              </a:ext>
            </a:extLst>
          </p:cNvPr>
          <p:cNvSpPr/>
          <p:nvPr/>
        </p:nvSpPr>
        <p:spPr>
          <a:xfrm>
            <a:off x="10253191" y="5851981"/>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Dependency Overview</a:t>
            </a:r>
          </a:p>
        </p:txBody>
      </p:sp>
      <p:sp>
        <p:nvSpPr>
          <p:cNvPr id="28" name="Rectangle 27">
            <a:hlinkClick r:id="rId4" action="ppaction://hlinksldjump"/>
            <a:hlinkHover r:id="rId4" action="ppaction://hlinksldjump"/>
            <a:extLst>
              <a:ext uri="{FF2B5EF4-FFF2-40B4-BE49-F238E27FC236}">
                <a16:creationId xmlns:a16="http://schemas.microsoft.com/office/drawing/2014/main" id="{D30D6557-A9B8-42DE-BBEC-9733393C3D2B}"/>
              </a:ext>
            </a:extLst>
          </p:cNvPr>
          <p:cNvSpPr/>
          <p:nvPr/>
        </p:nvSpPr>
        <p:spPr>
          <a:xfrm>
            <a:off x="4276486" y="5851983"/>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in Office 365</a:t>
            </a:r>
          </a:p>
        </p:txBody>
      </p:sp>
      <p:sp>
        <p:nvSpPr>
          <p:cNvPr id="29" name="Rectangle 28">
            <a:hlinkClick r:id="rId5" action="ppaction://hlinksldjump"/>
            <a:hlinkHover r:id="rId5" action="ppaction://hlinksldjump"/>
            <a:extLst>
              <a:ext uri="{FF2B5EF4-FFF2-40B4-BE49-F238E27FC236}">
                <a16:creationId xmlns:a16="http://schemas.microsoft.com/office/drawing/2014/main" id="{9A5C31D2-FA1A-4B34-B717-052A4C7EB78F}"/>
              </a:ext>
            </a:extLst>
          </p:cNvPr>
          <p:cNvSpPr/>
          <p:nvPr/>
        </p:nvSpPr>
        <p:spPr>
          <a:xfrm>
            <a:off x="2284251" y="5851982"/>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Hybrid Identity</a:t>
            </a:r>
          </a:p>
        </p:txBody>
      </p:sp>
      <p:sp>
        <p:nvSpPr>
          <p:cNvPr id="30" name="Rectangle 29">
            <a:hlinkClick r:id="rId6" action="ppaction://hlinksldjump"/>
            <a:hlinkHover r:id="rId6" action="ppaction://hlinksldjump"/>
            <a:extLst>
              <a:ext uri="{FF2B5EF4-FFF2-40B4-BE49-F238E27FC236}">
                <a16:creationId xmlns:a16="http://schemas.microsoft.com/office/drawing/2014/main" id="{EA4B5FE5-7D2A-479C-B825-F11F314E38A3}"/>
              </a:ext>
            </a:extLst>
          </p:cNvPr>
          <p:cNvSpPr/>
          <p:nvPr/>
        </p:nvSpPr>
        <p:spPr>
          <a:xfrm>
            <a:off x="292016" y="5851982"/>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11 Deployed</a:t>
            </a:r>
          </a:p>
        </p:txBody>
      </p:sp>
      <p:sp>
        <p:nvSpPr>
          <p:cNvPr id="31" name="Rectangle 30">
            <a:hlinkClick r:id="rId7" action="ppaction://hlinksldjump"/>
            <a:hlinkHover r:id="rId7" action="ppaction://hlinksldjump"/>
            <a:extLst>
              <a:ext uri="{FF2B5EF4-FFF2-40B4-BE49-F238E27FC236}">
                <a16:creationId xmlns:a16="http://schemas.microsoft.com/office/drawing/2014/main" id="{0EC9CE01-F433-46FD-9A94-AAC3C70B93D1}"/>
              </a:ext>
            </a:extLst>
          </p:cNvPr>
          <p:cNvSpPr/>
          <p:nvPr/>
        </p:nvSpPr>
        <p:spPr>
          <a:xfrm>
            <a:off x="8260956" y="5848104"/>
            <a:ext cx="1866237" cy="86838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a:t>
            </a:r>
          </a:p>
        </p:txBody>
      </p:sp>
      <p:sp>
        <p:nvSpPr>
          <p:cNvPr id="34" name="Rectangle 33">
            <a:hlinkClick r:id="rId8" action="ppaction://hlinksldjump"/>
            <a:hlinkHover r:id="rId8" action="ppaction://hlinksldjump"/>
            <a:extLst>
              <a:ext uri="{FF2B5EF4-FFF2-40B4-BE49-F238E27FC236}">
                <a16:creationId xmlns:a16="http://schemas.microsoft.com/office/drawing/2014/main" id="{07EEE576-533B-46DE-B1E8-E71B0D2E5473}"/>
              </a:ext>
            </a:extLst>
          </p:cNvPr>
          <p:cNvSpPr/>
          <p:nvPr/>
        </p:nvSpPr>
        <p:spPr>
          <a:xfrm>
            <a:off x="6268721" y="5851981"/>
            <a:ext cx="1866237"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Hardware</a:t>
            </a:r>
          </a:p>
        </p:txBody>
      </p:sp>
      <p:grpSp>
        <p:nvGrpSpPr>
          <p:cNvPr id="7" name="Group 6">
            <a:extLst>
              <a:ext uri="{FF2B5EF4-FFF2-40B4-BE49-F238E27FC236}">
                <a16:creationId xmlns:a16="http://schemas.microsoft.com/office/drawing/2014/main" id="{8C3E7CD3-EA1F-0B5C-1E1B-CD5C75089B5E}"/>
              </a:ext>
            </a:extLst>
          </p:cNvPr>
          <p:cNvGrpSpPr/>
          <p:nvPr/>
        </p:nvGrpSpPr>
        <p:grpSpPr>
          <a:xfrm>
            <a:off x="3779655" y="811556"/>
            <a:ext cx="721206" cy="609701"/>
            <a:chOff x="3779655" y="811556"/>
            <a:chExt cx="721206" cy="609701"/>
          </a:xfrm>
        </p:grpSpPr>
        <p:sp>
          <p:nvSpPr>
            <p:cNvPr id="8" name="Rectangle 7">
              <a:extLst>
                <a:ext uri="{FF2B5EF4-FFF2-40B4-BE49-F238E27FC236}">
                  <a16:creationId xmlns:a16="http://schemas.microsoft.com/office/drawing/2014/main" id="{312B28CC-7F9E-FE2E-0E4A-6A2A3F269A09}"/>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9" name="Rectangle 8">
              <a:extLst>
                <a:ext uri="{FF2B5EF4-FFF2-40B4-BE49-F238E27FC236}">
                  <a16:creationId xmlns:a16="http://schemas.microsoft.com/office/drawing/2014/main" id="{6A72CE0C-1C6E-3773-E7FF-197548E20A57}"/>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 name="Oval 15">
              <a:extLst>
                <a:ext uri="{FF2B5EF4-FFF2-40B4-BE49-F238E27FC236}">
                  <a16:creationId xmlns:a16="http://schemas.microsoft.com/office/drawing/2014/main" id="{A83DAEE6-31EB-710A-00FB-282E13E193C1}"/>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1B7E01A1-AA56-AEA0-A1D4-802ED4FFC69C}"/>
                </a:ext>
              </a:extLst>
            </p:cNvPr>
            <p:cNvCxnSpPr>
              <a:cxnSpLocks/>
              <a:stCxn id="10"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 name="Straight Connector 11">
              <a:extLst>
                <a:ext uri="{FF2B5EF4-FFF2-40B4-BE49-F238E27FC236}">
                  <a16:creationId xmlns:a16="http://schemas.microsoft.com/office/drawing/2014/main" id="{04DB5727-AE61-BA3C-AB68-3B5CF6B21709}"/>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D740ED22-B5D9-91D4-D599-F2D5EDBBFFB7}"/>
              </a:ext>
            </a:extLst>
          </p:cNvPr>
          <p:cNvGrpSpPr/>
          <p:nvPr/>
        </p:nvGrpSpPr>
        <p:grpSpPr>
          <a:xfrm>
            <a:off x="7959195" y="3698231"/>
            <a:ext cx="721206" cy="609701"/>
            <a:chOff x="7959195" y="3698231"/>
            <a:chExt cx="721206" cy="609701"/>
          </a:xfrm>
        </p:grpSpPr>
        <p:sp>
          <p:nvSpPr>
            <p:cNvPr id="14" name="Rectangle 13">
              <a:hlinkHover r:id="" action="ppaction://noaction" highlightClick="1"/>
              <a:extLst>
                <a:ext uri="{FF2B5EF4-FFF2-40B4-BE49-F238E27FC236}">
                  <a16:creationId xmlns:a16="http://schemas.microsoft.com/office/drawing/2014/main" id="{195DFD6C-3372-A6F2-4AAC-B431C561FF83}"/>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15" name="Oval 14">
              <a:extLst>
                <a:ext uri="{FF2B5EF4-FFF2-40B4-BE49-F238E27FC236}">
                  <a16:creationId xmlns:a16="http://schemas.microsoft.com/office/drawing/2014/main" id="{EA110606-FCAE-2CD2-B4EC-A3ECBD4A0B21}"/>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 name="Isosceles Triangle 648">
              <a:extLst>
                <a:ext uri="{FF2B5EF4-FFF2-40B4-BE49-F238E27FC236}">
                  <a16:creationId xmlns:a16="http://schemas.microsoft.com/office/drawing/2014/main" id="{661B06EB-4C3F-7CEF-2E0F-D1423C72BFB2}"/>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3" name="Group 22">
            <a:extLst>
              <a:ext uri="{FF2B5EF4-FFF2-40B4-BE49-F238E27FC236}">
                <a16:creationId xmlns:a16="http://schemas.microsoft.com/office/drawing/2014/main" id="{02D34DC5-10AA-3B20-D5D4-ADD03BC926C5}"/>
              </a:ext>
            </a:extLst>
          </p:cNvPr>
          <p:cNvGrpSpPr/>
          <p:nvPr/>
        </p:nvGrpSpPr>
        <p:grpSpPr>
          <a:xfrm>
            <a:off x="5448056" y="1532276"/>
            <a:ext cx="721206" cy="609701"/>
            <a:chOff x="5448056" y="1532276"/>
            <a:chExt cx="721206" cy="609701"/>
          </a:xfrm>
        </p:grpSpPr>
        <p:sp>
          <p:nvSpPr>
            <p:cNvPr id="24" name="Rectangle 23">
              <a:extLst>
                <a:ext uri="{FF2B5EF4-FFF2-40B4-BE49-F238E27FC236}">
                  <a16:creationId xmlns:a16="http://schemas.microsoft.com/office/drawing/2014/main" id="{AFAA6C22-C64C-5779-DA62-A54C550B7FFD}"/>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25" name="Rectangle 24">
              <a:extLst>
                <a:ext uri="{FF2B5EF4-FFF2-40B4-BE49-F238E27FC236}">
                  <a16:creationId xmlns:a16="http://schemas.microsoft.com/office/drawing/2014/main" id="{606B20C3-0B7A-8F99-702E-1B5AC75FC2EE}"/>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6" name="Oval 15">
              <a:extLst>
                <a:ext uri="{FF2B5EF4-FFF2-40B4-BE49-F238E27FC236}">
                  <a16:creationId xmlns:a16="http://schemas.microsoft.com/office/drawing/2014/main" id="{E9D732C4-47CF-8BA1-D01F-5E60D5373606}"/>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2" name="Straight Connector 31">
              <a:extLst>
                <a:ext uri="{FF2B5EF4-FFF2-40B4-BE49-F238E27FC236}">
                  <a16:creationId xmlns:a16="http://schemas.microsoft.com/office/drawing/2014/main" id="{0DF65775-9A81-2A77-2F95-55F9B398B35A}"/>
                </a:ext>
              </a:extLst>
            </p:cNvPr>
            <p:cNvCxnSpPr>
              <a:cxnSpLocks/>
              <a:stCxn id="26"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5" name="Straight Connector 34">
              <a:extLst>
                <a:ext uri="{FF2B5EF4-FFF2-40B4-BE49-F238E27FC236}">
                  <a16:creationId xmlns:a16="http://schemas.microsoft.com/office/drawing/2014/main" id="{028C9E61-F7D1-4409-39C5-02841944E779}"/>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6" name="Group 35">
            <a:extLst>
              <a:ext uri="{FF2B5EF4-FFF2-40B4-BE49-F238E27FC236}">
                <a16:creationId xmlns:a16="http://schemas.microsoft.com/office/drawing/2014/main" id="{78A690ED-07A2-339E-A2CF-D1BF9A19D4B0}"/>
              </a:ext>
            </a:extLst>
          </p:cNvPr>
          <p:cNvGrpSpPr/>
          <p:nvPr/>
        </p:nvGrpSpPr>
        <p:grpSpPr>
          <a:xfrm>
            <a:off x="6284565" y="1532276"/>
            <a:ext cx="721206" cy="609701"/>
            <a:chOff x="6284565" y="1532276"/>
            <a:chExt cx="721206" cy="609701"/>
          </a:xfrm>
        </p:grpSpPr>
        <p:sp>
          <p:nvSpPr>
            <p:cNvPr id="39" name="Rectangle 38">
              <a:extLst>
                <a:ext uri="{FF2B5EF4-FFF2-40B4-BE49-F238E27FC236}">
                  <a16:creationId xmlns:a16="http://schemas.microsoft.com/office/drawing/2014/main" id="{3B20564C-F8B7-AC4C-6D95-A6E681BFF833}"/>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40" name="Rectangle 39">
              <a:extLst>
                <a:ext uri="{FF2B5EF4-FFF2-40B4-BE49-F238E27FC236}">
                  <a16:creationId xmlns:a16="http://schemas.microsoft.com/office/drawing/2014/main" id="{5C68BEB3-55FA-5910-265B-298264245FE0}"/>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 name="Oval 15">
              <a:extLst>
                <a:ext uri="{FF2B5EF4-FFF2-40B4-BE49-F238E27FC236}">
                  <a16:creationId xmlns:a16="http://schemas.microsoft.com/office/drawing/2014/main" id="{E03068D4-8E40-07C2-977C-BB4A2E7BEF89}"/>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 name="Straight Connector 47">
              <a:extLst>
                <a:ext uri="{FF2B5EF4-FFF2-40B4-BE49-F238E27FC236}">
                  <a16:creationId xmlns:a16="http://schemas.microsoft.com/office/drawing/2014/main" id="{9284C456-5BFD-395B-A591-1976F7E86A7C}"/>
                </a:ext>
              </a:extLst>
            </p:cNvPr>
            <p:cNvCxnSpPr>
              <a:cxnSpLocks/>
              <a:stCxn id="47"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 name="Straight Connector 48">
              <a:extLst>
                <a:ext uri="{FF2B5EF4-FFF2-40B4-BE49-F238E27FC236}">
                  <a16:creationId xmlns:a16="http://schemas.microsoft.com/office/drawing/2014/main" id="{5F4D59C0-CA0B-A464-E748-4453289F4980}"/>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0" name="Group 49">
            <a:extLst>
              <a:ext uri="{FF2B5EF4-FFF2-40B4-BE49-F238E27FC236}">
                <a16:creationId xmlns:a16="http://schemas.microsoft.com/office/drawing/2014/main" id="{F59655A9-DEC6-7433-DF72-E450889A9CA5}"/>
              </a:ext>
            </a:extLst>
          </p:cNvPr>
          <p:cNvGrpSpPr/>
          <p:nvPr/>
        </p:nvGrpSpPr>
        <p:grpSpPr>
          <a:xfrm>
            <a:off x="7121069" y="1532276"/>
            <a:ext cx="721206" cy="609701"/>
            <a:chOff x="7121069" y="1532276"/>
            <a:chExt cx="721206" cy="609701"/>
          </a:xfrm>
        </p:grpSpPr>
        <p:sp>
          <p:nvSpPr>
            <p:cNvPr id="51" name="Rectangle 50">
              <a:extLst>
                <a:ext uri="{FF2B5EF4-FFF2-40B4-BE49-F238E27FC236}">
                  <a16:creationId xmlns:a16="http://schemas.microsoft.com/office/drawing/2014/main" id="{CFAC8387-E4DD-7527-2C96-9712909F85C8}"/>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52" name="Rectangle 51">
              <a:extLst>
                <a:ext uri="{FF2B5EF4-FFF2-40B4-BE49-F238E27FC236}">
                  <a16:creationId xmlns:a16="http://schemas.microsoft.com/office/drawing/2014/main" id="{02F11670-C967-D8B1-7F39-FDCC1ACAAD58}"/>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 name="Oval 15">
              <a:extLst>
                <a:ext uri="{FF2B5EF4-FFF2-40B4-BE49-F238E27FC236}">
                  <a16:creationId xmlns:a16="http://schemas.microsoft.com/office/drawing/2014/main" id="{6B89DB1C-FB34-6E71-8A4D-0D2470C3E4B4}"/>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4" name="Straight Connector 53">
              <a:extLst>
                <a:ext uri="{FF2B5EF4-FFF2-40B4-BE49-F238E27FC236}">
                  <a16:creationId xmlns:a16="http://schemas.microsoft.com/office/drawing/2014/main" id="{C82BDA11-65CC-3A4E-02D7-9B7490A25DF1}"/>
                </a:ext>
              </a:extLst>
            </p:cNvPr>
            <p:cNvCxnSpPr>
              <a:cxnSpLocks/>
              <a:stCxn id="53"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 name="Straight Connector 54">
              <a:extLst>
                <a:ext uri="{FF2B5EF4-FFF2-40B4-BE49-F238E27FC236}">
                  <a16:creationId xmlns:a16="http://schemas.microsoft.com/office/drawing/2014/main" id="{AFBF3E91-2BE4-4186-FD0E-F45A9846F749}"/>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6" name="Group 55">
            <a:extLst>
              <a:ext uri="{FF2B5EF4-FFF2-40B4-BE49-F238E27FC236}">
                <a16:creationId xmlns:a16="http://schemas.microsoft.com/office/drawing/2014/main" id="{54BEE963-0068-6D14-EEBF-257263176C8A}"/>
              </a:ext>
            </a:extLst>
          </p:cNvPr>
          <p:cNvGrpSpPr/>
          <p:nvPr/>
        </p:nvGrpSpPr>
        <p:grpSpPr>
          <a:xfrm>
            <a:off x="3775045" y="1532276"/>
            <a:ext cx="721206" cy="609701"/>
            <a:chOff x="3775045" y="1532276"/>
            <a:chExt cx="721206" cy="609701"/>
          </a:xfrm>
        </p:grpSpPr>
        <p:sp>
          <p:nvSpPr>
            <p:cNvPr id="57" name="Rectangle 56">
              <a:extLst>
                <a:ext uri="{FF2B5EF4-FFF2-40B4-BE49-F238E27FC236}">
                  <a16:creationId xmlns:a16="http://schemas.microsoft.com/office/drawing/2014/main" id="{6323A087-7DB4-7808-C0AB-BE4BBCA72186}"/>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59" name="Right Triangle 58">
              <a:extLst>
                <a:ext uri="{FF2B5EF4-FFF2-40B4-BE49-F238E27FC236}">
                  <a16:creationId xmlns:a16="http://schemas.microsoft.com/office/drawing/2014/main" id="{BC0F99D0-0BCD-0E86-B922-C709D4295B97}"/>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0" name="Group 59">
              <a:extLst>
                <a:ext uri="{FF2B5EF4-FFF2-40B4-BE49-F238E27FC236}">
                  <a16:creationId xmlns:a16="http://schemas.microsoft.com/office/drawing/2014/main" id="{7E7BC1C9-5C10-BFD7-0433-9D192909B7A3}"/>
                </a:ext>
              </a:extLst>
            </p:cNvPr>
            <p:cNvGrpSpPr/>
            <p:nvPr/>
          </p:nvGrpSpPr>
          <p:grpSpPr>
            <a:xfrm>
              <a:off x="4440495" y="1542936"/>
              <a:ext cx="37817" cy="61390"/>
              <a:chOff x="3883481" y="2057400"/>
              <a:chExt cx="1608363" cy="2652031"/>
            </a:xfrm>
            <a:solidFill>
              <a:srgbClr val="A6A6A6">
                <a:alpha val="20000"/>
              </a:srgbClr>
            </a:solidFill>
          </p:grpSpPr>
          <p:sp>
            <p:nvSpPr>
              <p:cNvPr id="67" name="Oval 27">
                <a:extLst>
                  <a:ext uri="{FF2B5EF4-FFF2-40B4-BE49-F238E27FC236}">
                    <a16:creationId xmlns:a16="http://schemas.microsoft.com/office/drawing/2014/main" id="{72EE6CA4-A6B0-08AD-18AA-D47F5FDA5C0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 name="Oval 28">
                <a:extLst>
                  <a:ext uri="{FF2B5EF4-FFF2-40B4-BE49-F238E27FC236}">
                    <a16:creationId xmlns:a16="http://schemas.microsoft.com/office/drawing/2014/main" id="{0F1DF779-D074-F177-1E3A-B7E136AAC54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 name="Group 68">
            <a:extLst>
              <a:ext uri="{FF2B5EF4-FFF2-40B4-BE49-F238E27FC236}">
                <a16:creationId xmlns:a16="http://schemas.microsoft.com/office/drawing/2014/main" id="{7BFABC44-BDC7-46BD-CF0F-1270ED8B1050}"/>
              </a:ext>
            </a:extLst>
          </p:cNvPr>
          <p:cNvGrpSpPr/>
          <p:nvPr/>
        </p:nvGrpSpPr>
        <p:grpSpPr>
          <a:xfrm>
            <a:off x="4611552" y="1532276"/>
            <a:ext cx="721206" cy="609701"/>
            <a:chOff x="4611552" y="1532276"/>
            <a:chExt cx="721206" cy="609701"/>
          </a:xfrm>
        </p:grpSpPr>
        <p:sp>
          <p:nvSpPr>
            <p:cNvPr id="70" name="Rectangle 69">
              <a:extLst>
                <a:ext uri="{FF2B5EF4-FFF2-40B4-BE49-F238E27FC236}">
                  <a16:creationId xmlns:a16="http://schemas.microsoft.com/office/drawing/2014/main" id="{F1936CF5-045F-1DC0-A61F-C97F4F8FE5DD}"/>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71" name="Right Triangle 70">
              <a:extLst>
                <a:ext uri="{FF2B5EF4-FFF2-40B4-BE49-F238E27FC236}">
                  <a16:creationId xmlns:a16="http://schemas.microsoft.com/office/drawing/2014/main" id="{3569716A-5DBD-B100-20E9-9953DC01D493}"/>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 name="Group 71">
              <a:extLst>
                <a:ext uri="{FF2B5EF4-FFF2-40B4-BE49-F238E27FC236}">
                  <a16:creationId xmlns:a16="http://schemas.microsoft.com/office/drawing/2014/main" id="{1082210E-2806-CFEB-4122-00EC95D1E78E}"/>
                </a:ext>
              </a:extLst>
            </p:cNvPr>
            <p:cNvGrpSpPr/>
            <p:nvPr/>
          </p:nvGrpSpPr>
          <p:grpSpPr>
            <a:xfrm>
              <a:off x="5276135" y="1542936"/>
              <a:ext cx="37817" cy="61390"/>
              <a:chOff x="3883481" y="2057400"/>
              <a:chExt cx="1608363" cy="2652031"/>
            </a:xfrm>
            <a:solidFill>
              <a:srgbClr val="A6A6A6">
                <a:alpha val="20000"/>
              </a:srgbClr>
            </a:solidFill>
          </p:grpSpPr>
          <p:sp>
            <p:nvSpPr>
              <p:cNvPr id="73" name="Oval 27">
                <a:extLst>
                  <a:ext uri="{FF2B5EF4-FFF2-40B4-BE49-F238E27FC236}">
                    <a16:creationId xmlns:a16="http://schemas.microsoft.com/office/drawing/2014/main" id="{1BBD5CD5-4DA5-FCFC-D1C0-F3FBB4B5DC1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 name="Oval 28">
                <a:extLst>
                  <a:ext uri="{FF2B5EF4-FFF2-40B4-BE49-F238E27FC236}">
                    <a16:creationId xmlns:a16="http://schemas.microsoft.com/office/drawing/2014/main" id="{8F2AC1DD-7113-5969-7CC8-F822DE334ED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29" name="Group 428">
            <a:extLst>
              <a:ext uri="{FF2B5EF4-FFF2-40B4-BE49-F238E27FC236}">
                <a16:creationId xmlns:a16="http://schemas.microsoft.com/office/drawing/2014/main" id="{6204B355-43A0-5CA7-BAAB-C18AD03E7329}"/>
              </a:ext>
            </a:extLst>
          </p:cNvPr>
          <p:cNvGrpSpPr/>
          <p:nvPr/>
        </p:nvGrpSpPr>
        <p:grpSpPr>
          <a:xfrm>
            <a:off x="2938537" y="1532271"/>
            <a:ext cx="721206" cy="610042"/>
            <a:chOff x="2938537" y="1532271"/>
            <a:chExt cx="721206" cy="610042"/>
          </a:xfrm>
        </p:grpSpPr>
        <p:sp>
          <p:nvSpPr>
            <p:cNvPr id="430" name="Rectangle 429">
              <a:extLst>
                <a:ext uri="{FF2B5EF4-FFF2-40B4-BE49-F238E27FC236}">
                  <a16:creationId xmlns:a16="http://schemas.microsoft.com/office/drawing/2014/main" id="{FA2E1266-66D9-F789-5E08-8869010F3822}"/>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31" name="Right Triangle 430">
              <a:extLst>
                <a:ext uri="{FF2B5EF4-FFF2-40B4-BE49-F238E27FC236}">
                  <a16:creationId xmlns:a16="http://schemas.microsoft.com/office/drawing/2014/main" id="{D13DFAB5-C21C-D5EC-01DA-AFCFD223710F}"/>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2" name="Oval 27">
              <a:extLst>
                <a:ext uri="{FF2B5EF4-FFF2-40B4-BE49-F238E27FC236}">
                  <a16:creationId xmlns:a16="http://schemas.microsoft.com/office/drawing/2014/main" id="{B945BDD8-648F-7600-F682-5BB3CBA5F514}"/>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3" name="Oval 28">
              <a:extLst>
                <a:ext uri="{FF2B5EF4-FFF2-40B4-BE49-F238E27FC236}">
                  <a16:creationId xmlns:a16="http://schemas.microsoft.com/office/drawing/2014/main" id="{830277E5-E2B6-5860-0092-DBA56B4BAD78}"/>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4" name="Group 433">
            <a:extLst>
              <a:ext uri="{FF2B5EF4-FFF2-40B4-BE49-F238E27FC236}">
                <a16:creationId xmlns:a16="http://schemas.microsoft.com/office/drawing/2014/main" id="{9E81267E-BC17-C08D-8C2A-74DD596E8BE2}"/>
              </a:ext>
            </a:extLst>
          </p:cNvPr>
          <p:cNvGrpSpPr/>
          <p:nvPr/>
        </p:nvGrpSpPr>
        <p:grpSpPr>
          <a:xfrm>
            <a:off x="6287105" y="2974054"/>
            <a:ext cx="721206" cy="609701"/>
            <a:chOff x="6287105" y="2974054"/>
            <a:chExt cx="721206" cy="609701"/>
          </a:xfrm>
        </p:grpSpPr>
        <p:sp>
          <p:nvSpPr>
            <p:cNvPr id="435" name="Rectangle 434">
              <a:hlinkHover r:id="" action="ppaction://noaction" highlightClick="1"/>
              <a:extLst>
                <a:ext uri="{FF2B5EF4-FFF2-40B4-BE49-F238E27FC236}">
                  <a16:creationId xmlns:a16="http://schemas.microsoft.com/office/drawing/2014/main" id="{9D1546C9-6C65-AEA4-0200-4DA585CB554C}"/>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36" name="Rectangle 435">
              <a:extLst>
                <a:ext uri="{FF2B5EF4-FFF2-40B4-BE49-F238E27FC236}">
                  <a16:creationId xmlns:a16="http://schemas.microsoft.com/office/drawing/2014/main" id="{ACD02948-8EAF-3A77-3354-D5EA9A293A13}"/>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7" name="Oval 15">
              <a:extLst>
                <a:ext uri="{FF2B5EF4-FFF2-40B4-BE49-F238E27FC236}">
                  <a16:creationId xmlns:a16="http://schemas.microsoft.com/office/drawing/2014/main" id="{0811873E-B92E-82E9-7EB4-42201E300B9A}"/>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8" name="Straight Connector 437">
              <a:extLst>
                <a:ext uri="{FF2B5EF4-FFF2-40B4-BE49-F238E27FC236}">
                  <a16:creationId xmlns:a16="http://schemas.microsoft.com/office/drawing/2014/main" id="{BD0A0BDF-23EE-7474-1FEA-F43AFE879CD0}"/>
                </a:ext>
              </a:extLst>
            </p:cNvPr>
            <p:cNvCxnSpPr>
              <a:cxnSpLocks/>
              <a:stCxn id="437"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39" name="Group 438">
            <a:extLst>
              <a:ext uri="{FF2B5EF4-FFF2-40B4-BE49-F238E27FC236}">
                <a16:creationId xmlns:a16="http://schemas.microsoft.com/office/drawing/2014/main" id="{254B7A4B-42EA-A79E-05AA-D9A20004EDC6}"/>
              </a:ext>
            </a:extLst>
          </p:cNvPr>
          <p:cNvGrpSpPr/>
          <p:nvPr/>
        </p:nvGrpSpPr>
        <p:grpSpPr>
          <a:xfrm>
            <a:off x="7123149" y="2974054"/>
            <a:ext cx="721206" cy="646284"/>
            <a:chOff x="7123149" y="2974054"/>
            <a:chExt cx="721206" cy="646284"/>
          </a:xfrm>
        </p:grpSpPr>
        <p:sp>
          <p:nvSpPr>
            <p:cNvPr id="440" name="Rectangle 439">
              <a:hlinkHover r:id="" action="ppaction://noaction" highlightClick="1"/>
              <a:extLst>
                <a:ext uri="{FF2B5EF4-FFF2-40B4-BE49-F238E27FC236}">
                  <a16:creationId xmlns:a16="http://schemas.microsoft.com/office/drawing/2014/main" id="{A9C0E70B-BA90-F782-E1C9-1072258F1A2C}"/>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41" name="Rectangle 440">
              <a:extLst>
                <a:ext uri="{FF2B5EF4-FFF2-40B4-BE49-F238E27FC236}">
                  <a16:creationId xmlns:a16="http://schemas.microsoft.com/office/drawing/2014/main" id="{DFC24AE9-48FF-9B03-7DB1-D18C53AA299E}"/>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2" name="Oval 15">
              <a:extLst>
                <a:ext uri="{FF2B5EF4-FFF2-40B4-BE49-F238E27FC236}">
                  <a16:creationId xmlns:a16="http://schemas.microsoft.com/office/drawing/2014/main" id="{1B8BC42C-C33A-97F7-1B47-CEEB9C22673D}"/>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3" name="Straight Connector 442">
              <a:extLst>
                <a:ext uri="{FF2B5EF4-FFF2-40B4-BE49-F238E27FC236}">
                  <a16:creationId xmlns:a16="http://schemas.microsoft.com/office/drawing/2014/main" id="{E8785046-2BE3-9AA3-F72D-5706ACF3A804}"/>
                </a:ext>
              </a:extLst>
            </p:cNvPr>
            <p:cNvCxnSpPr>
              <a:cxnSpLocks/>
              <a:stCxn id="442"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44" name="Straight Connector 443">
              <a:extLst>
                <a:ext uri="{FF2B5EF4-FFF2-40B4-BE49-F238E27FC236}">
                  <a16:creationId xmlns:a16="http://schemas.microsoft.com/office/drawing/2014/main" id="{CBD8B34A-C55B-D4EB-3FD3-756E7EA37F88}"/>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45" name="Group 444">
            <a:extLst>
              <a:ext uri="{FF2B5EF4-FFF2-40B4-BE49-F238E27FC236}">
                <a16:creationId xmlns:a16="http://schemas.microsoft.com/office/drawing/2014/main" id="{A37BE0EF-5A77-667F-43E9-E372A1086CA4}"/>
              </a:ext>
            </a:extLst>
          </p:cNvPr>
          <p:cNvGrpSpPr/>
          <p:nvPr/>
        </p:nvGrpSpPr>
        <p:grpSpPr>
          <a:xfrm>
            <a:off x="7959200" y="2974054"/>
            <a:ext cx="721206" cy="609701"/>
            <a:chOff x="7959200" y="2974054"/>
            <a:chExt cx="721206" cy="609701"/>
          </a:xfrm>
        </p:grpSpPr>
        <p:sp>
          <p:nvSpPr>
            <p:cNvPr id="446" name="Rectangle 445">
              <a:hlinkHover r:id="" action="ppaction://noaction" highlightClick="1"/>
              <a:extLst>
                <a:ext uri="{FF2B5EF4-FFF2-40B4-BE49-F238E27FC236}">
                  <a16:creationId xmlns:a16="http://schemas.microsoft.com/office/drawing/2014/main" id="{F6C3E2A8-C24D-09B4-BB66-89A0D7F7725B}"/>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47" name="Diamond 446">
              <a:extLst>
                <a:ext uri="{FF2B5EF4-FFF2-40B4-BE49-F238E27FC236}">
                  <a16:creationId xmlns:a16="http://schemas.microsoft.com/office/drawing/2014/main" id="{3E0C30B3-E33D-4D31-ABEA-137C20D9D512}"/>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8" name="Oval 447">
              <a:extLst>
                <a:ext uri="{FF2B5EF4-FFF2-40B4-BE49-F238E27FC236}">
                  <a16:creationId xmlns:a16="http://schemas.microsoft.com/office/drawing/2014/main" id="{B3391782-A672-F4EF-EB58-9272E22C23C7}"/>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49" name="Group 448">
            <a:extLst>
              <a:ext uri="{FF2B5EF4-FFF2-40B4-BE49-F238E27FC236}">
                <a16:creationId xmlns:a16="http://schemas.microsoft.com/office/drawing/2014/main" id="{4EE71281-A04A-8841-E4C5-80FF3D54FB33}"/>
              </a:ext>
            </a:extLst>
          </p:cNvPr>
          <p:cNvGrpSpPr/>
          <p:nvPr/>
        </p:nvGrpSpPr>
        <p:grpSpPr>
          <a:xfrm>
            <a:off x="8795244" y="2974054"/>
            <a:ext cx="721206" cy="609701"/>
            <a:chOff x="8795244" y="2974054"/>
            <a:chExt cx="721206" cy="609701"/>
          </a:xfrm>
        </p:grpSpPr>
        <p:sp>
          <p:nvSpPr>
            <p:cNvPr id="450" name="Rectangle 449">
              <a:hlinkHover r:id="" action="ppaction://noaction" highlightClick="1"/>
              <a:extLst>
                <a:ext uri="{FF2B5EF4-FFF2-40B4-BE49-F238E27FC236}">
                  <a16:creationId xmlns:a16="http://schemas.microsoft.com/office/drawing/2014/main" id="{CA9667C0-7CCB-CC4D-4DD5-058ED2D0F718}"/>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51" name="Diamond 450">
              <a:extLst>
                <a:ext uri="{FF2B5EF4-FFF2-40B4-BE49-F238E27FC236}">
                  <a16:creationId xmlns:a16="http://schemas.microsoft.com/office/drawing/2014/main" id="{7674BEAF-9897-D589-D482-8D3126240F55}"/>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2" name="Oval 451">
              <a:extLst>
                <a:ext uri="{FF2B5EF4-FFF2-40B4-BE49-F238E27FC236}">
                  <a16:creationId xmlns:a16="http://schemas.microsoft.com/office/drawing/2014/main" id="{57C540F8-0FB0-472E-A49D-87DF40420457}"/>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9" name="Group 458">
            <a:extLst>
              <a:ext uri="{FF2B5EF4-FFF2-40B4-BE49-F238E27FC236}">
                <a16:creationId xmlns:a16="http://schemas.microsoft.com/office/drawing/2014/main" id="{0AE5039D-0E08-E7EC-3E45-8C85E23729C1}"/>
              </a:ext>
            </a:extLst>
          </p:cNvPr>
          <p:cNvGrpSpPr/>
          <p:nvPr/>
        </p:nvGrpSpPr>
        <p:grpSpPr>
          <a:xfrm>
            <a:off x="5442073" y="811556"/>
            <a:ext cx="728239" cy="609701"/>
            <a:chOff x="5442073" y="811556"/>
            <a:chExt cx="728239" cy="609701"/>
          </a:xfrm>
        </p:grpSpPr>
        <p:sp>
          <p:nvSpPr>
            <p:cNvPr id="460" name="Rectangle 459">
              <a:extLst>
                <a:ext uri="{FF2B5EF4-FFF2-40B4-BE49-F238E27FC236}">
                  <a16:creationId xmlns:a16="http://schemas.microsoft.com/office/drawing/2014/main" id="{4F9E413E-8F0D-C021-3647-896F45B95386}"/>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61" name="Rectangle 460">
              <a:extLst>
                <a:ext uri="{FF2B5EF4-FFF2-40B4-BE49-F238E27FC236}">
                  <a16:creationId xmlns:a16="http://schemas.microsoft.com/office/drawing/2014/main" id="{5D932373-9520-EBDF-F240-C12E2B05E3AD}"/>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2" name="Oval 15">
              <a:extLst>
                <a:ext uri="{FF2B5EF4-FFF2-40B4-BE49-F238E27FC236}">
                  <a16:creationId xmlns:a16="http://schemas.microsoft.com/office/drawing/2014/main" id="{AEF26357-9605-2F5D-B264-49E662EC4AA6}"/>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3" name="Straight Connector 462">
              <a:extLst>
                <a:ext uri="{FF2B5EF4-FFF2-40B4-BE49-F238E27FC236}">
                  <a16:creationId xmlns:a16="http://schemas.microsoft.com/office/drawing/2014/main" id="{7C74A3DE-64D1-6C42-6FF7-284821974DCF}"/>
                </a:ext>
              </a:extLst>
            </p:cNvPr>
            <p:cNvCxnSpPr>
              <a:cxnSpLocks/>
              <a:stCxn id="462"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4" name="Straight Connector 463">
              <a:extLst>
                <a:ext uri="{FF2B5EF4-FFF2-40B4-BE49-F238E27FC236}">
                  <a16:creationId xmlns:a16="http://schemas.microsoft.com/office/drawing/2014/main" id="{13B885DF-7B88-47A2-F766-986C7E5337DA}"/>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5" name="Group 464">
            <a:extLst>
              <a:ext uri="{FF2B5EF4-FFF2-40B4-BE49-F238E27FC236}">
                <a16:creationId xmlns:a16="http://schemas.microsoft.com/office/drawing/2014/main" id="{58C92AE2-FF6F-9C55-4E31-AEEF88EB28CD}"/>
              </a:ext>
            </a:extLst>
          </p:cNvPr>
          <p:cNvGrpSpPr/>
          <p:nvPr/>
        </p:nvGrpSpPr>
        <p:grpSpPr>
          <a:xfrm>
            <a:off x="6284597" y="811555"/>
            <a:ext cx="721206" cy="609701"/>
            <a:chOff x="6284597" y="811555"/>
            <a:chExt cx="721206" cy="609701"/>
          </a:xfrm>
        </p:grpSpPr>
        <p:sp>
          <p:nvSpPr>
            <p:cNvPr id="466" name="Rectangle 465">
              <a:hlinkHover r:id="" action="ppaction://noaction" highlightClick="1"/>
              <a:extLst>
                <a:ext uri="{FF2B5EF4-FFF2-40B4-BE49-F238E27FC236}">
                  <a16:creationId xmlns:a16="http://schemas.microsoft.com/office/drawing/2014/main" id="{66491B86-A3EE-C53A-2660-932D772E7E15}"/>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67" name="Right Triangle 466">
              <a:extLst>
                <a:ext uri="{FF2B5EF4-FFF2-40B4-BE49-F238E27FC236}">
                  <a16:creationId xmlns:a16="http://schemas.microsoft.com/office/drawing/2014/main" id="{1301AD2A-5E19-9F20-F4EF-8646D7B4CD60}"/>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8" name="Oval 27">
              <a:extLst>
                <a:ext uri="{FF2B5EF4-FFF2-40B4-BE49-F238E27FC236}">
                  <a16:creationId xmlns:a16="http://schemas.microsoft.com/office/drawing/2014/main" id="{26137FA1-78E2-519D-7586-0E8DC26ED9C7}"/>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9" name="Oval 28">
              <a:extLst>
                <a:ext uri="{FF2B5EF4-FFF2-40B4-BE49-F238E27FC236}">
                  <a16:creationId xmlns:a16="http://schemas.microsoft.com/office/drawing/2014/main" id="{98C4F4E2-1E8C-9B56-37F6-DFE0824A3DBC}"/>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5" name="Group 474">
            <a:extLst>
              <a:ext uri="{FF2B5EF4-FFF2-40B4-BE49-F238E27FC236}">
                <a16:creationId xmlns:a16="http://schemas.microsoft.com/office/drawing/2014/main" id="{9FF4B440-A6FA-10CE-B03D-E2DA260695AD}"/>
              </a:ext>
            </a:extLst>
          </p:cNvPr>
          <p:cNvGrpSpPr/>
          <p:nvPr/>
        </p:nvGrpSpPr>
        <p:grpSpPr>
          <a:xfrm>
            <a:off x="7957576" y="811556"/>
            <a:ext cx="721206" cy="609701"/>
            <a:chOff x="7957576" y="811556"/>
            <a:chExt cx="721206" cy="609701"/>
          </a:xfrm>
        </p:grpSpPr>
        <p:sp>
          <p:nvSpPr>
            <p:cNvPr id="476" name="Rectangle 475">
              <a:extLst>
                <a:ext uri="{FF2B5EF4-FFF2-40B4-BE49-F238E27FC236}">
                  <a16:creationId xmlns:a16="http://schemas.microsoft.com/office/drawing/2014/main" id="{003307F3-097E-4B0A-DE79-8252BC2C1904}"/>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77" name="Rectangle 476">
              <a:extLst>
                <a:ext uri="{FF2B5EF4-FFF2-40B4-BE49-F238E27FC236}">
                  <a16:creationId xmlns:a16="http://schemas.microsoft.com/office/drawing/2014/main" id="{F3929486-D05D-D60A-910D-ECDA43A7C81F}"/>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8" name="Oval 15">
              <a:extLst>
                <a:ext uri="{FF2B5EF4-FFF2-40B4-BE49-F238E27FC236}">
                  <a16:creationId xmlns:a16="http://schemas.microsoft.com/office/drawing/2014/main" id="{7C5B101D-9D1E-051D-6D14-B682A4EE7E30}"/>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79" name="Straight Connector 478">
              <a:extLst>
                <a:ext uri="{FF2B5EF4-FFF2-40B4-BE49-F238E27FC236}">
                  <a16:creationId xmlns:a16="http://schemas.microsoft.com/office/drawing/2014/main" id="{21BB4E15-338A-056F-DCF6-B97E892F8781}"/>
                </a:ext>
              </a:extLst>
            </p:cNvPr>
            <p:cNvCxnSpPr>
              <a:cxnSpLocks/>
              <a:stCxn id="478"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0" name="Straight Connector 479">
              <a:extLst>
                <a:ext uri="{FF2B5EF4-FFF2-40B4-BE49-F238E27FC236}">
                  <a16:creationId xmlns:a16="http://schemas.microsoft.com/office/drawing/2014/main" id="{9EF69045-06A1-1B17-30BE-6D611AEFF0D8}"/>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9" name="Group 488">
            <a:extLst>
              <a:ext uri="{FF2B5EF4-FFF2-40B4-BE49-F238E27FC236}">
                <a16:creationId xmlns:a16="http://schemas.microsoft.com/office/drawing/2014/main" id="{46690018-18AA-2915-6068-975FAA2DC5C7}"/>
              </a:ext>
            </a:extLst>
          </p:cNvPr>
          <p:cNvGrpSpPr/>
          <p:nvPr/>
        </p:nvGrpSpPr>
        <p:grpSpPr>
          <a:xfrm>
            <a:off x="11356242" y="90836"/>
            <a:ext cx="721206" cy="609701"/>
            <a:chOff x="11356242" y="90836"/>
            <a:chExt cx="721206" cy="609701"/>
          </a:xfrm>
        </p:grpSpPr>
        <p:sp>
          <p:nvSpPr>
            <p:cNvPr id="490" name="Rectangle 489">
              <a:hlinkHover r:id="" action="ppaction://noaction" highlightClick="1"/>
              <a:extLst>
                <a:ext uri="{FF2B5EF4-FFF2-40B4-BE49-F238E27FC236}">
                  <a16:creationId xmlns:a16="http://schemas.microsoft.com/office/drawing/2014/main" id="{C7ED455E-7918-EC95-8730-08301D49BC9C}"/>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491" name="Oval 490">
              <a:extLst>
                <a:ext uri="{FF2B5EF4-FFF2-40B4-BE49-F238E27FC236}">
                  <a16:creationId xmlns:a16="http://schemas.microsoft.com/office/drawing/2014/main" id="{454EEC63-F2D7-2ABD-367B-A040753F688A}"/>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2" name="Isosceles Triangle 648">
              <a:extLst>
                <a:ext uri="{FF2B5EF4-FFF2-40B4-BE49-F238E27FC236}">
                  <a16:creationId xmlns:a16="http://schemas.microsoft.com/office/drawing/2014/main" id="{219C7908-1840-8FBD-178F-255FDA0CB69E}"/>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3" name="Group 492">
            <a:extLst>
              <a:ext uri="{FF2B5EF4-FFF2-40B4-BE49-F238E27FC236}">
                <a16:creationId xmlns:a16="http://schemas.microsoft.com/office/drawing/2014/main" id="{EEC2D992-5D7F-268D-01C1-68148D907DDB}"/>
              </a:ext>
            </a:extLst>
          </p:cNvPr>
          <p:cNvGrpSpPr/>
          <p:nvPr/>
        </p:nvGrpSpPr>
        <p:grpSpPr>
          <a:xfrm>
            <a:off x="11356243" y="3694774"/>
            <a:ext cx="721206" cy="609701"/>
            <a:chOff x="11356243" y="3694774"/>
            <a:chExt cx="721206" cy="609701"/>
          </a:xfrm>
        </p:grpSpPr>
        <p:sp>
          <p:nvSpPr>
            <p:cNvPr id="494" name="Rectangle 493">
              <a:hlinkHover r:id="" action="ppaction://noaction" highlightClick="1"/>
              <a:extLst>
                <a:ext uri="{FF2B5EF4-FFF2-40B4-BE49-F238E27FC236}">
                  <a16:creationId xmlns:a16="http://schemas.microsoft.com/office/drawing/2014/main" id="{3D56887A-FD25-DEB0-6099-6F74FB0C22F8}"/>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495" name="Oval 494">
              <a:extLst>
                <a:ext uri="{FF2B5EF4-FFF2-40B4-BE49-F238E27FC236}">
                  <a16:creationId xmlns:a16="http://schemas.microsoft.com/office/drawing/2014/main" id="{E59A292C-A006-B795-6998-10F3BFDE6F4D}"/>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6" name="Isosceles Triangle 648">
              <a:extLst>
                <a:ext uri="{FF2B5EF4-FFF2-40B4-BE49-F238E27FC236}">
                  <a16:creationId xmlns:a16="http://schemas.microsoft.com/office/drawing/2014/main" id="{9B0CAB78-FA5F-38A4-BE55-2CEB1D01063B}"/>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7" name="Group 496">
            <a:extLst>
              <a:ext uri="{FF2B5EF4-FFF2-40B4-BE49-F238E27FC236}">
                <a16:creationId xmlns:a16="http://schemas.microsoft.com/office/drawing/2014/main" id="{B01626A3-72A4-71D7-45B8-D527E7A0228D}"/>
              </a:ext>
            </a:extLst>
          </p:cNvPr>
          <p:cNvGrpSpPr/>
          <p:nvPr/>
        </p:nvGrpSpPr>
        <p:grpSpPr>
          <a:xfrm>
            <a:off x="9657691" y="4419624"/>
            <a:ext cx="721206" cy="609701"/>
            <a:chOff x="9657691" y="4419624"/>
            <a:chExt cx="721206" cy="609701"/>
          </a:xfrm>
        </p:grpSpPr>
        <p:sp>
          <p:nvSpPr>
            <p:cNvPr id="498" name="Rectangle 497">
              <a:hlinkHover r:id="" action="ppaction://noaction" highlightClick="1"/>
              <a:extLst>
                <a:ext uri="{FF2B5EF4-FFF2-40B4-BE49-F238E27FC236}">
                  <a16:creationId xmlns:a16="http://schemas.microsoft.com/office/drawing/2014/main" id="{E424350A-6778-4E09-654F-2A2ADB1D0F7A}"/>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499" name="Oval 498">
              <a:extLst>
                <a:ext uri="{FF2B5EF4-FFF2-40B4-BE49-F238E27FC236}">
                  <a16:creationId xmlns:a16="http://schemas.microsoft.com/office/drawing/2014/main" id="{7395F7DA-25CB-164D-E577-2EA120E2D1E4}"/>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0" name="Isosceles Triangle 648">
              <a:extLst>
                <a:ext uri="{FF2B5EF4-FFF2-40B4-BE49-F238E27FC236}">
                  <a16:creationId xmlns:a16="http://schemas.microsoft.com/office/drawing/2014/main" id="{27820CD6-5C55-7355-D84F-84FF0AE80544}"/>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1" name="Group 500">
            <a:extLst>
              <a:ext uri="{FF2B5EF4-FFF2-40B4-BE49-F238E27FC236}">
                <a16:creationId xmlns:a16="http://schemas.microsoft.com/office/drawing/2014/main" id="{F6BFA8FE-74C5-E8E2-D68E-F282154C8A28}"/>
              </a:ext>
            </a:extLst>
          </p:cNvPr>
          <p:cNvGrpSpPr/>
          <p:nvPr/>
        </p:nvGrpSpPr>
        <p:grpSpPr>
          <a:xfrm>
            <a:off x="10506968" y="4419620"/>
            <a:ext cx="721206" cy="609701"/>
            <a:chOff x="10506968" y="4419620"/>
            <a:chExt cx="721206" cy="609701"/>
          </a:xfrm>
        </p:grpSpPr>
        <p:sp>
          <p:nvSpPr>
            <p:cNvPr id="502" name="Rectangle 501">
              <a:hlinkHover r:id="" action="ppaction://noaction" highlightClick="1"/>
              <a:extLst>
                <a:ext uri="{FF2B5EF4-FFF2-40B4-BE49-F238E27FC236}">
                  <a16:creationId xmlns:a16="http://schemas.microsoft.com/office/drawing/2014/main" id="{B1CED384-8E18-ED34-3BB9-61039B96E092}"/>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03" name="Oval 502">
              <a:extLst>
                <a:ext uri="{FF2B5EF4-FFF2-40B4-BE49-F238E27FC236}">
                  <a16:creationId xmlns:a16="http://schemas.microsoft.com/office/drawing/2014/main" id="{92B42C0C-C66E-D8DF-C52F-447E1B921254}"/>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4" name="Isosceles Triangle 648">
              <a:extLst>
                <a:ext uri="{FF2B5EF4-FFF2-40B4-BE49-F238E27FC236}">
                  <a16:creationId xmlns:a16="http://schemas.microsoft.com/office/drawing/2014/main" id="{BFCBCDBC-DF13-F2EF-1CBE-985F6000102B}"/>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5" name="Group 504">
            <a:extLst>
              <a:ext uri="{FF2B5EF4-FFF2-40B4-BE49-F238E27FC236}">
                <a16:creationId xmlns:a16="http://schemas.microsoft.com/office/drawing/2014/main" id="{2D0000E9-A051-60E9-3939-84DAA27A384E}"/>
              </a:ext>
            </a:extLst>
          </p:cNvPr>
          <p:cNvGrpSpPr/>
          <p:nvPr/>
        </p:nvGrpSpPr>
        <p:grpSpPr>
          <a:xfrm>
            <a:off x="11356003" y="4416261"/>
            <a:ext cx="721206" cy="609701"/>
            <a:chOff x="11356003" y="4416261"/>
            <a:chExt cx="721206" cy="609701"/>
          </a:xfrm>
        </p:grpSpPr>
        <p:sp>
          <p:nvSpPr>
            <p:cNvPr id="506" name="Rectangle 505">
              <a:hlinkHover r:id="" action="ppaction://noaction" highlightClick="1"/>
              <a:extLst>
                <a:ext uri="{FF2B5EF4-FFF2-40B4-BE49-F238E27FC236}">
                  <a16:creationId xmlns:a16="http://schemas.microsoft.com/office/drawing/2014/main" id="{FEC3E764-48F4-9C51-F1E1-2F71B4D4EE2B}"/>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07" name="Oval 506">
              <a:extLst>
                <a:ext uri="{FF2B5EF4-FFF2-40B4-BE49-F238E27FC236}">
                  <a16:creationId xmlns:a16="http://schemas.microsoft.com/office/drawing/2014/main" id="{9D85524D-D6D3-8E12-8AFA-22E7E361FB40}"/>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8" name="Isosceles Triangle 648">
              <a:extLst>
                <a:ext uri="{FF2B5EF4-FFF2-40B4-BE49-F238E27FC236}">
                  <a16:creationId xmlns:a16="http://schemas.microsoft.com/office/drawing/2014/main" id="{6BCEA2CC-2E20-1E8F-A310-A251BC190CC4}"/>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9" name="Group 508">
            <a:extLst>
              <a:ext uri="{FF2B5EF4-FFF2-40B4-BE49-F238E27FC236}">
                <a16:creationId xmlns:a16="http://schemas.microsoft.com/office/drawing/2014/main" id="{5B52C7B8-F6F8-CD9D-5731-266D5C5A5137}"/>
              </a:ext>
            </a:extLst>
          </p:cNvPr>
          <p:cNvGrpSpPr/>
          <p:nvPr/>
        </p:nvGrpSpPr>
        <p:grpSpPr>
          <a:xfrm>
            <a:off x="8808526" y="4416261"/>
            <a:ext cx="721206" cy="609701"/>
            <a:chOff x="8808526" y="4416261"/>
            <a:chExt cx="721206" cy="609701"/>
          </a:xfrm>
        </p:grpSpPr>
        <p:sp>
          <p:nvSpPr>
            <p:cNvPr id="510" name="Rectangle 509">
              <a:hlinkHover r:id="" action="ppaction://noaction" highlightClick="1"/>
              <a:extLst>
                <a:ext uri="{FF2B5EF4-FFF2-40B4-BE49-F238E27FC236}">
                  <a16:creationId xmlns:a16="http://schemas.microsoft.com/office/drawing/2014/main" id="{D645EC39-A15F-085C-D9FE-87C22BF74AF2}"/>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11" name="Oval 510">
              <a:extLst>
                <a:ext uri="{FF2B5EF4-FFF2-40B4-BE49-F238E27FC236}">
                  <a16:creationId xmlns:a16="http://schemas.microsoft.com/office/drawing/2014/main" id="{01771731-0C34-7C34-9FAA-86B1E1666C2B}"/>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2" name="Isosceles Triangle 648">
              <a:extLst>
                <a:ext uri="{FF2B5EF4-FFF2-40B4-BE49-F238E27FC236}">
                  <a16:creationId xmlns:a16="http://schemas.microsoft.com/office/drawing/2014/main" id="{B5BD0090-48F1-EBE4-48A7-48924EA8DDCF}"/>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3" name="Group 512">
            <a:extLst>
              <a:ext uri="{FF2B5EF4-FFF2-40B4-BE49-F238E27FC236}">
                <a16:creationId xmlns:a16="http://schemas.microsoft.com/office/drawing/2014/main" id="{2DD8352E-81C8-8E15-6CA4-71D844E629A4}"/>
              </a:ext>
            </a:extLst>
          </p:cNvPr>
          <p:cNvGrpSpPr/>
          <p:nvPr/>
        </p:nvGrpSpPr>
        <p:grpSpPr>
          <a:xfrm>
            <a:off x="10509579" y="5141013"/>
            <a:ext cx="721206" cy="609701"/>
            <a:chOff x="10509579" y="5141013"/>
            <a:chExt cx="721206" cy="609701"/>
          </a:xfrm>
        </p:grpSpPr>
        <p:sp>
          <p:nvSpPr>
            <p:cNvPr id="514" name="Rectangle 513">
              <a:hlinkHover r:id="" action="ppaction://noaction" highlightClick="1"/>
              <a:extLst>
                <a:ext uri="{FF2B5EF4-FFF2-40B4-BE49-F238E27FC236}">
                  <a16:creationId xmlns:a16="http://schemas.microsoft.com/office/drawing/2014/main" id="{2100A47E-EE1A-3A3E-BE07-393190536DC2}"/>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15" name="Oval 514">
              <a:extLst>
                <a:ext uri="{FF2B5EF4-FFF2-40B4-BE49-F238E27FC236}">
                  <a16:creationId xmlns:a16="http://schemas.microsoft.com/office/drawing/2014/main" id="{86948266-4969-32D2-EF93-D2499EF2582D}"/>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6" name="Isosceles Triangle 648">
              <a:extLst>
                <a:ext uri="{FF2B5EF4-FFF2-40B4-BE49-F238E27FC236}">
                  <a16:creationId xmlns:a16="http://schemas.microsoft.com/office/drawing/2014/main" id="{67363A4F-D78A-1E84-866F-B55A451E1AC7}"/>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7" name="Group 516">
            <a:extLst>
              <a:ext uri="{FF2B5EF4-FFF2-40B4-BE49-F238E27FC236}">
                <a16:creationId xmlns:a16="http://schemas.microsoft.com/office/drawing/2014/main" id="{D91604EB-7928-679A-10C4-A8D3D5D6DA6F}"/>
              </a:ext>
            </a:extLst>
          </p:cNvPr>
          <p:cNvGrpSpPr/>
          <p:nvPr/>
        </p:nvGrpSpPr>
        <p:grpSpPr>
          <a:xfrm>
            <a:off x="9651076" y="5143367"/>
            <a:ext cx="721206" cy="609701"/>
            <a:chOff x="9651076" y="5143367"/>
            <a:chExt cx="721206" cy="609701"/>
          </a:xfrm>
        </p:grpSpPr>
        <p:sp>
          <p:nvSpPr>
            <p:cNvPr id="518" name="Rectangle 517">
              <a:hlinkHover r:id="" action="ppaction://noaction" highlightClick="1"/>
              <a:extLst>
                <a:ext uri="{FF2B5EF4-FFF2-40B4-BE49-F238E27FC236}">
                  <a16:creationId xmlns:a16="http://schemas.microsoft.com/office/drawing/2014/main" id="{40E64B3D-FE34-D688-BA3F-39E23D800C07}"/>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19" name="Oval 518">
              <a:extLst>
                <a:ext uri="{FF2B5EF4-FFF2-40B4-BE49-F238E27FC236}">
                  <a16:creationId xmlns:a16="http://schemas.microsoft.com/office/drawing/2014/main" id="{67753648-2CCE-D227-12EB-4E52B2D6075B}"/>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0" name="Isosceles Triangle 648">
              <a:extLst>
                <a:ext uri="{FF2B5EF4-FFF2-40B4-BE49-F238E27FC236}">
                  <a16:creationId xmlns:a16="http://schemas.microsoft.com/office/drawing/2014/main" id="{2DD255CE-DF59-AEB7-1189-5458D2F6DBC1}"/>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1" name="Group 520">
            <a:extLst>
              <a:ext uri="{FF2B5EF4-FFF2-40B4-BE49-F238E27FC236}">
                <a16:creationId xmlns:a16="http://schemas.microsoft.com/office/drawing/2014/main" id="{01D6D72B-5B28-3EDC-AB93-EC11BCE7AAF9}"/>
              </a:ext>
            </a:extLst>
          </p:cNvPr>
          <p:cNvGrpSpPr/>
          <p:nvPr/>
        </p:nvGrpSpPr>
        <p:grpSpPr>
          <a:xfrm>
            <a:off x="9657612" y="3698231"/>
            <a:ext cx="721206" cy="609701"/>
            <a:chOff x="9657612" y="3698231"/>
            <a:chExt cx="721206" cy="609701"/>
          </a:xfrm>
        </p:grpSpPr>
        <p:sp>
          <p:nvSpPr>
            <p:cNvPr id="522" name="Rectangle 521">
              <a:hlinkHover r:id="" action="ppaction://noaction" highlightClick="1"/>
              <a:extLst>
                <a:ext uri="{FF2B5EF4-FFF2-40B4-BE49-F238E27FC236}">
                  <a16:creationId xmlns:a16="http://schemas.microsoft.com/office/drawing/2014/main" id="{519E10F7-87C1-8401-101F-0F87D4BFCC33}"/>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23" name="Oval 522">
              <a:extLst>
                <a:ext uri="{FF2B5EF4-FFF2-40B4-BE49-F238E27FC236}">
                  <a16:creationId xmlns:a16="http://schemas.microsoft.com/office/drawing/2014/main" id="{11D4F97F-9174-87B0-D1AA-5523340A7D41}"/>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4" name="Isosceles Triangle 648">
              <a:extLst>
                <a:ext uri="{FF2B5EF4-FFF2-40B4-BE49-F238E27FC236}">
                  <a16:creationId xmlns:a16="http://schemas.microsoft.com/office/drawing/2014/main" id="{41B92B51-9B54-AE9F-1027-5DC8602E173F}"/>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5" name="Group 524">
            <a:extLst>
              <a:ext uri="{FF2B5EF4-FFF2-40B4-BE49-F238E27FC236}">
                <a16:creationId xmlns:a16="http://schemas.microsoft.com/office/drawing/2014/main" id="{A7D89F4E-A57C-F96A-C9AF-699B7BF03146}"/>
              </a:ext>
            </a:extLst>
          </p:cNvPr>
          <p:cNvGrpSpPr/>
          <p:nvPr/>
        </p:nvGrpSpPr>
        <p:grpSpPr>
          <a:xfrm>
            <a:off x="10506928" y="3698227"/>
            <a:ext cx="721206" cy="609701"/>
            <a:chOff x="10506928" y="3698227"/>
            <a:chExt cx="721206" cy="609701"/>
          </a:xfrm>
        </p:grpSpPr>
        <p:sp>
          <p:nvSpPr>
            <p:cNvPr id="526" name="Rectangle 525">
              <a:hlinkHover r:id="" action="ppaction://noaction" highlightClick="1"/>
              <a:extLst>
                <a:ext uri="{FF2B5EF4-FFF2-40B4-BE49-F238E27FC236}">
                  <a16:creationId xmlns:a16="http://schemas.microsoft.com/office/drawing/2014/main" id="{FB9DB6E5-795A-F29E-1F0B-5B8A4F676600}"/>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27" name="Oval 526">
              <a:extLst>
                <a:ext uri="{FF2B5EF4-FFF2-40B4-BE49-F238E27FC236}">
                  <a16:creationId xmlns:a16="http://schemas.microsoft.com/office/drawing/2014/main" id="{474BCEC2-0DE5-B395-26BB-B708F1A3B35D}"/>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8" name="Isosceles Triangle 648">
              <a:extLst>
                <a:ext uri="{FF2B5EF4-FFF2-40B4-BE49-F238E27FC236}">
                  <a16:creationId xmlns:a16="http://schemas.microsoft.com/office/drawing/2014/main" id="{E3DDA834-97F5-648D-D858-ADF91FC90A31}"/>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9" name="Group 528">
            <a:extLst>
              <a:ext uri="{FF2B5EF4-FFF2-40B4-BE49-F238E27FC236}">
                <a16:creationId xmlns:a16="http://schemas.microsoft.com/office/drawing/2014/main" id="{9997765F-B9C9-D718-B5EB-F23FE647E265}"/>
              </a:ext>
            </a:extLst>
          </p:cNvPr>
          <p:cNvGrpSpPr/>
          <p:nvPr/>
        </p:nvGrpSpPr>
        <p:grpSpPr>
          <a:xfrm>
            <a:off x="8808417" y="5135710"/>
            <a:ext cx="721206" cy="609701"/>
            <a:chOff x="8808417" y="5135710"/>
            <a:chExt cx="721206" cy="609701"/>
          </a:xfrm>
        </p:grpSpPr>
        <p:sp>
          <p:nvSpPr>
            <p:cNvPr id="530" name="Rectangle 529">
              <a:hlinkHover r:id="" action="ppaction://noaction" highlightClick="1"/>
              <a:extLst>
                <a:ext uri="{FF2B5EF4-FFF2-40B4-BE49-F238E27FC236}">
                  <a16:creationId xmlns:a16="http://schemas.microsoft.com/office/drawing/2014/main" id="{7E14D737-EE78-8F41-1D05-1EFD6CABD0EA}"/>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31" name="Oval 530">
              <a:extLst>
                <a:ext uri="{FF2B5EF4-FFF2-40B4-BE49-F238E27FC236}">
                  <a16:creationId xmlns:a16="http://schemas.microsoft.com/office/drawing/2014/main" id="{42F19C65-85AE-E67C-B904-6C0F3DA88EB1}"/>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2" name="Isosceles Triangle 648">
              <a:extLst>
                <a:ext uri="{FF2B5EF4-FFF2-40B4-BE49-F238E27FC236}">
                  <a16:creationId xmlns:a16="http://schemas.microsoft.com/office/drawing/2014/main" id="{4E284ED2-ED47-A116-2E9B-5B68A62C796F}"/>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7" name="Group 546">
            <a:extLst>
              <a:ext uri="{FF2B5EF4-FFF2-40B4-BE49-F238E27FC236}">
                <a16:creationId xmlns:a16="http://schemas.microsoft.com/office/drawing/2014/main" id="{7D2CAC98-104F-439F-F36A-1B1CF28C5F20}"/>
              </a:ext>
            </a:extLst>
          </p:cNvPr>
          <p:cNvGrpSpPr/>
          <p:nvPr/>
        </p:nvGrpSpPr>
        <p:grpSpPr>
          <a:xfrm>
            <a:off x="7957572" y="1532276"/>
            <a:ext cx="721206" cy="609701"/>
            <a:chOff x="7957572" y="1532276"/>
            <a:chExt cx="721206" cy="609701"/>
          </a:xfrm>
        </p:grpSpPr>
        <p:sp>
          <p:nvSpPr>
            <p:cNvPr id="548" name="Rectangle 547">
              <a:hlinkHover r:id="" action="ppaction://noaction" highlightClick="1"/>
              <a:extLst>
                <a:ext uri="{FF2B5EF4-FFF2-40B4-BE49-F238E27FC236}">
                  <a16:creationId xmlns:a16="http://schemas.microsoft.com/office/drawing/2014/main" id="{5E08F723-CC77-7FB4-A4AA-56E0B03C7CC2}"/>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49" name="Rectangle 548">
              <a:extLst>
                <a:ext uri="{FF2B5EF4-FFF2-40B4-BE49-F238E27FC236}">
                  <a16:creationId xmlns:a16="http://schemas.microsoft.com/office/drawing/2014/main" id="{E7771714-7761-C60E-6979-7ACB57ED459C}"/>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0" name="Oval 15">
              <a:extLst>
                <a:ext uri="{FF2B5EF4-FFF2-40B4-BE49-F238E27FC236}">
                  <a16:creationId xmlns:a16="http://schemas.microsoft.com/office/drawing/2014/main" id="{B48F9F06-5C4E-9739-842A-7FCAD7B61D8C}"/>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1" name="Straight Connector 550">
              <a:extLst>
                <a:ext uri="{FF2B5EF4-FFF2-40B4-BE49-F238E27FC236}">
                  <a16:creationId xmlns:a16="http://schemas.microsoft.com/office/drawing/2014/main" id="{3B4C2E5D-9798-AE90-9405-766C204F3645}"/>
                </a:ext>
              </a:extLst>
            </p:cNvPr>
            <p:cNvCxnSpPr>
              <a:cxnSpLocks/>
              <a:stCxn id="550"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2" name="Straight Connector 551">
              <a:extLst>
                <a:ext uri="{FF2B5EF4-FFF2-40B4-BE49-F238E27FC236}">
                  <a16:creationId xmlns:a16="http://schemas.microsoft.com/office/drawing/2014/main" id="{CA63633D-0117-FDFB-FC4C-D6CBD94D4637}"/>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53" name="Group 552">
            <a:extLst>
              <a:ext uri="{FF2B5EF4-FFF2-40B4-BE49-F238E27FC236}">
                <a16:creationId xmlns:a16="http://schemas.microsoft.com/office/drawing/2014/main" id="{3174BFD3-A695-7675-4AE6-97629A88F38D}"/>
              </a:ext>
            </a:extLst>
          </p:cNvPr>
          <p:cNvGrpSpPr/>
          <p:nvPr/>
        </p:nvGrpSpPr>
        <p:grpSpPr>
          <a:xfrm>
            <a:off x="9656904" y="1532276"/>
            <a:ext cx="721206" cy="609701"/>
            <a:chOff x="9656904" y="1532276"/>
            <a:chExt cx="721206" cy="609701"/>
          </a:xfrm>
        </p:grpSpPr>
        <p:sp>
          <p:nvSpPr>
            <p:cNvPr id="554" name="Rectangle 553">
              <a:extLst>
                <a:ext uri="{FF2B5EF4-FFF2-40B4-BE49-F238E27FC236}">
                  <a16:creationId xmlns:a16="http://schemas.microsoft.com/office/drawing/2014/main" id="{D8A060C6-F796-93E7-76A9-E1718C3859A1}"/>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55" name="Rectangle 554">
              <a:extLst>
                <a:ext uri="{FF2B5EF4-FFF2-40B4-BE49-F238E27FC236}">
                  <a16:creationId xmlns:a16="http://schemas.microsoft.com/office/drawing/2014/main" id="{32A33BD4-0DB9-DF12-1D9A-00F361982520}"/>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6" name="Oval 15">
              <a:extLst>
                <a:ext uri="{FF2B5EF4-FFF2-40B4-BE49-F238E27FC236}">
                  <a16:creationId xmlns:a16="http://schemas.microsoft.com/office/drawing/2014/main" id="{ADAC4FD1-3F94-F0BF-36BC-8B4B41F43780}"/>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7" name="Straight Connector 556">
              <a:extLst>
                <a:ext uri="{FF2B5EF4-FFF2-40B4-BE49-F238E27FC236}">
                  <a16:creationId xmlns:a16="http://schemas.microsoft.com/office/drawing/2014/main" id="{76DDC9D8-1FEC-CE9B-EC87-3AD1EF5D5EA9}"/>
                </a:ext>
              </a:extLst>
            </p:cNvPr>
            <p:cNvCxnSpPr>
              <a:cxnSpLocks/>
              <a:stCxn id="556"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8" name="Straight Connector 557">
              <a:extLst>
                <a:ext uri="{FF2B5EF4-FFF2-40B4-BE49-F238E27FC236}">
                  <a16:creationId xmlns:a16="http://schemas.microsoft.com/office/drawing/2014/main" id="{906B10AB-B208-D944-C363-1B13E9DB4D60}"/>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87" name="Group 586">
            <a:extLst>
              <a:ext uri="{FF2B5EF4-FFF2-40B4-BE49-F238E27FC236}">
                <a16:creationId xmlns:a16="http://schemas.microsoft.com/office/drawing/2014/main" id="{2F6B57D9-E87D-B0A3-E342-66793C170977}"/>
              </a:ext>
            </a:extLst>
          </p:cNvPr>
          <p:cNvGrpSpPr/>
          <p:nvPr/>
        </p:nvGrpSpPr>
        <p:grpSpPr>
          <a:xfrm>
            <a:off x="11356242" y="811556"/>
            <a:ext cx="721206" cy="609701"/>
            <a:chOff x="11356242" y="811556"/>
            <a:chExt cx="721206" cy="609701"/>
          </a:xfrm>
        </p:grpSpPr>
        <p:sp>
          <p:nvSpPr>
            <p:cNvPr id="588" name="Rectangle 587">
              <a:hlinkHover r:id="" action="ppaction://noaction" highlightClick="1"/>
              <a:extLst>
                <a:ext uri="{FF2B5EF4-FFF2-40B4-BE49-F238E27FC236}">
                  <a16:creationId xmlns:a16="http://schemas.microsoft.com/office/drawing/2014/main" id="{E9CD3B7E-BE46-2DF7-F548-AC1DA12B28B4}"/>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589" name="Oval 588">
              <a:extLst>
                <a:ext uri="{FF2B5EF4-FFF2-40B4-BE49-F238E27FC236}">
                  <a16:creationId xmlns:a16="http://schemas.microsoft.com/office/drawing/2014/main" id="{D2A47550-4C8E-86A7-F9B2-7FE87C258884}"/>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0" name="Isosceles Triangle 648">
              <a:extLst>
                <a:ext uri="{FF2B5EF4-FFF2-40B4-BE49-F238E27FC236}">
                  <a16:creationId xmlns:a16="http://schemas.microsoft.com/office/drawing/2014/main" id="{53D77612-02F8-0FD0-96EB-579C4FAE9145}"/>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1" name="Group 590">
            <a:extLst>
              <a:ext uri="{FF2B5EF4-FFF2-40B4-BE49-F238E27FC236}">
                <a16:creationId xmlns:a16="http://schemas.microsoft.com/office/drawing/2014/main" id="{B9E52DB3-C28E-AE4B-7615-2309A311DB16}"/>
              </a:ext>
            </a:extLst>
          </p:cNvPr>
          <p:cNvGrpSpPr/>
          <p:nvPr/>
        </p:nvGrpSpPr>
        <p:grpSpPr>
          <a:xfrm>
            <a:off x="8807249" y="811555"/>
            <a:ext cx="721206" cy="609701"/>
            <a:chOff x="8807249" y="811555"/>
            <a:chExt cx="721206" cy="609701"/>
          </a:xfrm>
        </p:grpSpPr>
        <p:sp>
          <p:nvSpPr>
            <p:cNvPr id="592" name="Rectangle 591">
              <a:hlinkHover r:id="" action="ppaction://noaction" highlightClick="1"/>
              <a:extLst>
                <a:ext uri="{FF2B5EF4-FFF2-40B4-BE49-F238E27FC236}">
                  <a16:creationId xmlns:a16="http://schemas.microsoft.com/office/drawing/2014/main" id="{DCBEFE53-0ADE-B734-CEAC-96974AEF3A28}"/>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593" name="Diamond 592">
              <a:extLst>
                <a:ext uri="{FF2B5EF4-FFF2-40B4-BE49-F238E27FC236}">
                  <a16:creationId xmlns:a16="http://schemas.microsoft.com/office/drawing/2014/main" id="{EF6CE33F-4414-38BD-C294-8672A9350CBB}"/>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4" name="Oval 593">
              <a:extLst>
                <a:ext uri="{FF2B5EF4-FFF2-40B4-BE49-F238E27FC236}">
                  <a16:creationId xmlns:a16="http://schemas.microsoft.com/office/drawing/2014/main" id="{EF360483-2E6E-11C4-993F-02368B79B389}"/>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5" name="Group 594">
            <a:extLst>
              <a:ext uri="{FF2B5EF4-FFF2-40B4-BE49-F238E27FC236}">
                <a16:creationId xmlns:a16="http://schemas.microsoft.com/office/drawing/2014/main" id="{CF1F385B-BDE0-E261-9B1F-B4E3CBA66FF7}"/>
              </a:ext>
            </a:extLst>
          </p:cNvPr>
          <p:cNvGrpSpPr/>
          <p:nvPr/>
        </p:nvGrpSpPr>
        <p:grpSpPr>
          <a:xfrm>
            <a:off x="8808419" y="3705986"/>
            <a:ext cx="721206" cy="609701"/>
            <a:chOff x="8808419" y="3705986"/>
            <a:chExt cx="721206" cy="609701"/>
          </a:xfrm>
        </p:grpSpPr>
        <p:sp>
          <p:nvSpPr>
            <p:cNvPr id="596" name="Rectangle 595">
              <a:hlinkHover r:id="" action="ppaction://noaction" highlightClick="1"/>
              <a:extLst>
                <a:ext uri="{FF2B5EF4-FFF2-40B4-BE49-F238E27FC236}">
                  <a16:creationId xmlns:a16="http://schemas.microsoft.com/office/drawing/2014/main" id="{E570ECD3-1EEB-DB88-EB2D-76598F87A5CB}"/>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597" name="Oval 596">
              <a:extLst>
                <a:ext uri="{FF2B5EF4-FFF2-40B4-BE49-F238E27FC236}">
                  <a16:creationId xmlns:a16="http://schemas.microsoft.com/office/drawing/2014/main" id="{C4BD7E68-0B85-85EE-B3C7-382C20B0C09C}"/>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8" name="Isosceles Triangle 648">
              <a:extLst>
                <a:ext uri="{FF2B5EF4-FFF2-40B4-BE49-F238E27FC236}">
                  <a16:creationId xmlns:a16="http://schemas.microsoft.com/office/drawing/2014/main" id="{2A3F807D-EEF8-7F31-2289-E27CE0CF8B25}"/>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9" name="Group 598">
            <a:extLst>
              <a:ext uri="{FF2B5EF4-FFF2-40B4-BE49-F238E27FC236}">
                <a16:creationId xmlns:a16="http://schemas.microsoft.com/office/drawing/2014/main" id="{6B1D627A-900D-C10E-7012-2AAC0A52F691}"/>
              </a:ext>
            </a:extLst>
          </p:cNvPr>
          <p:cNvGrpSpPr/>
          <p:nvPr/>
        </p:nvGrpSpPr>
        <p:grpSpPr>
          <a:xfrm>
            <a:off x="431659" y="90836"/>
            <a:ext cx="721210" cy="609701"/>
            <a:chOff x="431659" y="90836"/>
            <a:chExt cx="721210" cy="609701"/>
          </a:xfrm>
        </p:grpSpPr>
        <p:sp>
          <p:nvSpPr>
            <p:cNvPr id="600" name="Rectangle 599">
              <a:extLst>
                <a:ext uri="{FF2B5EF4-FFF2-40B4-BE49-F238E27FC236}">
                  <a16:creationId xmlns:a16="http://schemas.microsoft.com/office/drawing/2014/main" id="{A0808F68-D156-CB4B-02AB-88FC861346AA}"/>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01" name="Rectangle 600">
              <a:extLst>
                <a:ext uri="{FF2B5EF4-FFF2-40B4-BE49-F238E27FC236}">
                  <a16:creationId xmlns:a16="http://schemas.microsoft.com/office/drawing/2014/main" id="{464057A9-6C20-6898-CB90-A2F396DB7539}"/>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2" name="Oval 15">
              <a:extLst>
                <a:ext uri="{FF2B5EF4-FFF2-40B4-BE49-F238E27FC236}">
                  <a16:creationId xmlns:a16="http://schemas.microsoft.com/office/drawing/2014/main" id="{C200AF32-C02B-EF0C-2C94-C00E1A374A2F}"/>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3" name="Straight Connector 602">
              <a:extLst>
                <a:ext uri="{FF2B5EF4-FFF2-40B4-BE49-F238E27FC236}">
                  <a16:creationId xmlns:a16="http://schemas.microsoft.com/office/drawing/2014/main" id="{61C8BFE3-86C3-62E5-1866-70F982FB51CD}"/>
                </a:ext>
              </a:extLst>
            </p:cNvPr>
            <p:cNvCxnSpPr>
              <a:cxnSpLocks/>
              <a:stCxn id="602"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04" name="Straight Connector 603">
              <a:extLst>
                <a:ext uri="{FF2B5EF4-FFF2-40B4-BE49-F238E27FC236}">
                  <a16:creationId xmlns:a16="http://schemas.microsoft.com/office/drawing/2014/main" id="{F8E3F559-3BD2-A03D-9CD2-0E207E09174B}"/>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5" name="Group 604">
            <a:extLst>
              <a:ext uri="{FF2B5EF4-FFF2-40B4-BE49-F238E27FC236}">
                <a16:creationId xmlns:a16="http://schemas.microsoft.com/office/drawing/2014/main" id="{BEB74E96-3EDA-AABE-E31D-63B274744042}"/>
              </a:ext>
            </a:extLst>
          </p:cNvPr>
          <p:cNvGrpSpPr/>
          <p:nvPr/>
        </p:nvGrpSpPr>
        <p:grpSpPr>
          <a:xfrm>
            <a:off x="1267282" y="90836"/>
            <a:ext cx="721206" cy="609701"/>
            <a:chOff x="1267282" y="90836"/>
            <a:chExt cx="721206" cy="609701"/>
          </a:xfrm>
        </p:grpSpPr>
        <p:sp>
          <p:nvSpPr>
            <p:cNvPr id="606" name="Rectangle 605">
              <a:extLst>
                <a:ext uri="{FF2B5EF4-FFF2-40B4-BE49-F238E27FC236}">
                  <a16:creationId xmlns:a16="http://schemas.microsoft.com/office/drawing/2014/main" id="{00655557-5B2E-F487-DB7A-49D8C238B787}"/>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07" name="Rectangle 606">
              <a:extLst>
                <a:ext uri="{FF2B5EF4-FFF2-40B4-BE49-F238E27FC236}">
                  <a16:creationId xmlns:a16="http://schemas.microsoft.com/office/drawing/2014/main" id="{DED92B2D-FE66-1C7D-A309-8F4A7BE92BA5}"/>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8" name="Oval 15">
              <a:extLst>
                <a:ext uri="{FF2B5EF4-FFF2-40B4-BE49-F238E27FC236}">
                  <a16:creationId xmlns:a16="http://schemas.microsoft.com/office/drawing/2014/main" id="{449CCEFC-B932-D2C7-7FC0-6285C29463E2}"/>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9" name="Straight Connector 608">
              <a:extLst>
                <a:ext uri="{FF2B5EF4-FFF2-40B4-BE49-F238E27FC236}">
                  <a16:creationId xmlns:a16="http://schemas.microsoft.com/office/drawing/2014/main" id="{8D6675C6-8D56-6C72-8470-FAD46206DD63}"/>
                </a:ext>
              </a:extLst>
            </p:cNvPr>
            <p:cNvCxnSpPr>
              <a:cxnSpLocks/>
              <a:stCxn id="608"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0" name="Straight Connector 609">
              <a:extLst>
                <a:ext uri="{FF2B5EF4-FFF2-40B4-BE49-F238E27FC236}">
                  <a16:creationId xmlns:a16="http://schemas.microsoft.com/office/drawing/2014/main" id="{EC35352A-78FF-C3AE-9108-AFEBF5725E78}"/>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1" name="Group 610">
            <a:extLst>
              <a:ext uri="{FF2B5EF4-FFF2-40B4-BE49-F238E27FC236}">
                <a16:creationId xmlns:a16="http://schemas.microsoft.com/office/drawing/2014/main" id="{6F8FF576-7DD8-B53F-77F1-106BF795FC8B}"/>
              </a:ext>
            </a:extLst>
          </p:cNvPr>
          <p:cNvGrpSpPr/>
          <p:nvPr/>
        </p:nvGrpSpPr>
        <p:grpSpPr>
          <a:xfrm>
            <a:off x="2102907" y="90836"/>
            <a:ext cx="721206" cy="609701"/>
            <a:chOff x="2102907" y="90836"/>
            <a:chExt cx="721206" cy="609701"/>
          </a:xfrm>
        </p:grpSpPr>
        <p:sp>
          <p:nvSpPr>
            <p:cNvPr id="612" name="Rectangle 611">
              <a:extLst>
                <a:ext uri="{FF2B5EF4-FFF2-40B4-BE49-F238E27FC236}">
                  <a16:creationId xmlns:a16="http://schemas.microsoft.com/office/drawing/2014/main" id="{4C94FF48-DC58-B92E-EFEB-2AA8797AD2F7}"/>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13" name="Rectangle 612">
              <a:extLst>
                <a:ext uri="{FF2B5EF4-FFF2-40B4-BE49-F238E27FC236}">
                  <a16:creationId xmlns:a16="http://schemas.microsoft.com/office/drawing/2014/main" id="{BB5315F3-5FA3-EE17-5B4B-60B809031805}"/>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4" name="Oval 15">
              <a:extLst>
                <a:ext uri="{FF2B5EF4-FFF2-40B4-BE49-F238E27FC236}">
                  <a16:creationId xmlns:a16="http://schemas.microsoft.com/office/drawing/2014/main" id="{28235800-DEB0-F988-BEDF-CACEB887910F}"/>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5" name="Straight Connector 614">
              <a:extLst>
                <a:ext uri="{FF2B5EF4-FFF2-40B4-BE49-F238E27FC236}">
                  <a16:creationId xmlns:a16="http://schemas.microsoft.com/office/drawing/2014/main" id="{97312D2A-A80C-AF8A-A926-C85EBAEDE777}"/>
                </a:ext>
              </a:extLst>
            </p:cNvPr>
            <p:cNvCxnSpPr>
              <a:cxnSpLocks/>
              <a:stCxn id="614"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6" name="Straight Connector 615">
              <a:extLst>
                <a:ext uri="{FF2B5EF4-FFF2-40B4-BE49-F238E27FC236}">
                  <a16:creationId xmlns:a16="http://schemas.microsoft.com/office/drawing/2014/main" id="{A32487A1-DCDC-BA89-4146-7E58EA21F79B}"/>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9" name="Group 628">
            <a:extLst>
              <a:ext uri="{FF2B5EF4-FFF2-40B4-BE49-F238E27FC236}">
                <a16:creationId xmlns:a16="http://schemas.microsoft.com/office/drawing/2014/main" id="{566AFAF8-6BCE-AA8A-60E0-DABB604CACFA}"/>
              </a:ext>
            </a:extLst>
          </p:cNvPr>
          <p:cNvGrpSpPr/>
          <p:nvPr/>
        </p:nvGrpSpPr>
        <p:grpSpPr>
          <a:xfrm>
            <a:off x="431660" y="3698226"/>
            <a:ext cx="721206" cy="609701"/>
            <a:chOff x="431660" y="3698226"/>
            <a:chExt cx="721206" cy="609701"/>
          </a:xfrm>
        </p:grpSpPr>
        <p:sp>
          <p:nvSpPr>
            <p:cNvPr id="630" name="Rectangle 629">
              <a:extLst>
                <a:ext uri="{FF2B5EF4-FFF2-40B4-BE49-F238E27FC236}">
                  <a16:creationId xmlns:a16="http://schemas.microsoft.com/office/drawing/2014/main" id="{830CB04F-84B9-4540-B898-A372EA341C21}"/>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31" name="Right Triangle 630">
              <a:extLst>
                <a:ext uri="{FF2B5EF4-FFF2-40B4-BE49-F238E27FC236}">
                  <a16:creationId xmlns:a16="http://schemas.microsoft.com/office/drawing/2014/main" id="{9284ADF1-8F39-9EFE-B561-6F9E67C2F010}"/>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2" name="Group 631">
              <a:extLst>
                <a:ext uri="{FF2B5EF4-FFF2-40B4-BE49-F238E27FC236}">
                  <a16:creationId xmlns:a16="http://schemas.microsoft.com/office/drawing/2014/main" id="{09680FC0-E702-96B0-B65A-D0881FB25200}"/>
                </a:ext>
              </a:extLst>
            </p:cNvPr>
            <p:cNvGrpSpPr/>
            <p:nvPr/>
          </p:nvGrpSpPr>
          <p:grpSpPr>
            <a:xfrm>
              <a:off x="1102253" y="3706270"/>
              <a:ext cx="37817" cy="61390"/>
              <a:chOff x="3883481" y="2057400"/>
              <a:chExt cx="1608363" cy="2652031"/>
            </a:xfrm>
            <a:solidFill>
              <a:srgbClr val="A6A6A6">
                <a:alpha val="20000"/>
              </a:srgbClr>
            </a:solidFill>
          </p:grpSpPr>
          <p:sp>
            <p:nvSpPr>
              <p:cNvPr id="633" name="Oval 27">
                <a:extLst>
                  <a:ext uri="{FF2B5EF4-FFF2-40B4-BE49-F238E27FC236}">
                    <a16:creationId xmlns:a16="http://schemas.microsoft.com/office/drawing/2014/main" id="{B480AD64-3B5E-413D-0731-6A41F9B207B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4" name="Oval 28">
                <a:extLst>
                  <a:ext uri="{FF2B5EF4-FFF2-40B4-BE49-F238E27FC236}">
                    <a16:creationId xmlns:a16="http://schemas.microsoft.com/office/drawing/2014/main" id="{FDB61D68-2013-042C-3DCE-FE7871D9B63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35" name="Group 634">
            <a:extLst>
              <a:ext uri="{FF2B5EF4-FFF2-40B4-BE49-F238E27FC236}">
                <a16:creationId xmlns:a16="http://schemas.microsoft.com/office/drawing/2014/main" id="{8A90F189-86A1-921C-84C9-CDD47F3311C6}"/>
              </a:ext>
            </a:extLst>
          </p:cNvPr>
          <p:cNvGrpSpPr/>
          <p:nvPr/>
        </p:nvGrpSpPr>
        <p:grpSpPr>
          <a:xfrm>
            <a:off x="2942399" y="3698227"/>
            <a:ext cx="721206" cy="609701"/>
            <a:chOff x="2942399" y="3698227"/>
            <a:chExt cx="721206" cy="609701"/>
          </a:xfrm>
        </p:grpSpPr>
        <p:sp>
          <p:nvSpPr>
            <p:cNvPr id="636" name="Rectangle 635">
              <a:extLst>
                <a:ext uri="{FF2B5EF4-FFF2-40B4-BE49-F238E27FC236}">
                  <a16:creationId xmlns:a16="http://schemas.microsoft.com/office/drawing/2014/main" id="{86495A91-E2A2-82B8-8924-1B825A7F00D9}"/>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37" name="Right Triangle 636">
              <a:extLst>
                <a:ext uri="{FF2B5EF4-FFF2-40B4-BE49-F238E27FC236}">
                  <a16:creationId xmlns:a16="http://schemas.microsoft.com/office/drawing/2014/main" id="{ED673D03-6966-3732-3A00-8680C1224FAD}"/>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8" name="Group 637">
              <a:extLst>
                <a:ext uri="{FF2B5EF4-FFF2-40B4-BE49-F238E27FC236}">
                  <a16:creationId xmlns:a16="http://schemas.microsoft.com/office/drawing/2014/main" id="{B7561046-4DAA-9294-5A7C-EDA88B8C8E8A}"/>
                </a:ext>
              </a:extLst>
            </p:cNvPr>
            <p:cNvGrpSpPr/>
            <p:nvPr/>
          </p:nvGrpSpPr>
          <p:grpSpPr>
            <a:xfrm>
              <a:off x="3607767" y="3713057"/>
              <a:ext cx="37817" cy="61390"/>
              <a:chOff x="3883481" y="2057400"/>
              <a:chExt cx="1608363" cy="2652031"/>
            </a:xfrm>
            <a:solidFill>
              <a:srgbClr val="A6A6A6">
                <a:alpha val="20000"/>
              </a:srgbClr>
            </a:solidFill>
          </p:grpSpPr>
          <p:sp>
            <p:nvSpPr>
              <p:cNvPr id="639" name="Oval 27">
                <a:extLst>
                  <a:ext uri="{FF2B5EF4-FFF2-40B4-BE49-F238E27FC236}">
                    <a16:creationId xmlns:a16="http://schemas.microsoft.com/office/drawing/2014/main" id="{CA6D6780-3246-3ADF-62EC-AF1F9FB272B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0" name="Oval 28">
                <a:extLst>
                  <a:ext uri="{FF2B5EF4-FFF2-40B4-BE49-F238E27FC236}">
                    <a16:creationId xmlns:a16="http://schemas.microsoft.com/office/drawing/2014/main" id="{A8A689C5-13E7-6D69-F194-20AAFD317B0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7" name="Group 656">
            <a:extLst>
              <a:ext uri="{FF2B5EF4-FFF2-40B4-BE49-F238E27FC236}">
                <a16:creationId xmlns:a16="http://schemas.microsoft.com/office/drawing/2014/main" id="{294C3898-4D5B-C7AD-FFF0-D7011DB829CF}"/>
              </a:ext>
            </a:extLst>
          </p:cNvPr>
          <p:cNvGrpSpPr/>
          <p:nvPr/>
        </p:nvGrpSpPr>
        <p:grpSpPr>
          <a:xfrm>
            <a:off x="2105710" y="3698208"/>
            <a:ext cx="721206" cy="610396"/>
            <a:chOff x="2105710" y="3698208"/>
            <a:chExt cx="721206" cy="610396"/>
          </a:xfrm>
        </p:grpSpPr>
        <p:sp>
          <p:nvSpPr>
            <p:cNvPr id="658" name="Rectangle 657">
              <a:extLst>
                <a:ext uri="{FF2B5EF4-FFF2-40B4-BE49-F238E27FC236}">
                  <a16:creationId xmlns:a16="http://schemas.microsoft.com/office/drawing/2014/main" id="{151F854C-7D84-4A20-A518-CC682C7956EC}"/>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59" name="Right Triangle 658">
              <a:extLst>
                <a:ext uri="{FF2B5EF4-FFF2-40B4-BE49-F238E27FC236}">
                  <a16:creationId xmlns:a16="http://schemas.microsoft.com/office/drawing/2014/main" id="{12ED9E8F-8D24-FEB5-30EE-1A169763C5C8}"/>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0" name="Group 659">
              <a:extLst>
                <a:ext uri="{FF2B5EF4-FFF2-40B4-BE49-F238E27FC236}">
                  <a16:creationId xmlns:a16="http://schemas.microsoft.com/office/drawing/2014/main" id="{EB21A456-2D81-ABF0-9B33-7FB67506C972}"/>
                </a:ext>
              </a:extLst>
            </p:cNvPr>
            <p:cNvGrpSpPr/>
            <p:nvPr/>
          </p:nvGrpSpPr>
          <p:grpSpPr>
            <a:xfrm>
              <a:off x="2776303" y="3704306"/>
              <a:ext cx="37817" cy="61390"/>
              <a:chOff x="3883481" y="2057400"/>
              <a:chExt cx="1608363" cy="2652031"/>
            </a:xfrm>
            <a:solidFill>
              <a:srgbClr val="A6A6A6">
                <a:alpha val="20000"/>
              </a:srgbClr>
            </a:solidFill>
          </p:grpSpPr>
          <p:sp>
            <p:nvSpPr>
              <p:cNvPr id="661" name="Oval 27">
                <a:extLst>
                  <a:ext uri="{FF2B5EF4-FFF2-40B4-BE49-F238E27FC236}">
                    <a16:creationId xmlns:a16="http://schemas.microsoft.com/office/drawing/2014/main" id="{96EC6560-9527-A38B-029D-8E326180713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2" name="Oval 28">
                <a:extLst>
                  <a:ext uri="{FF2B5EF4-FFF2-40B4-BE49-F238E27FC236}">
                    <a16:creationId xmlns:a16="http://schemas.microsoft.com/office/drawing/2014/main" id="{1DBE7B67-C7FE-F22B-C1F8-541601B4137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3" name="Group 662">
            <a:extLst>
              <a:ext uri="{FF2B5EF4-FFF2-40B4-BE49-F238E27FC236}">
                <a16:creationId xmlns:a16="http://schemas.microsoft.com/office/drawing/2014/main" id="{FE9747FC-4D45-0A8C-CFC2-58A3A918F73D}"/>
              </a:ext>
            </a:extLst>
          </p:cNvPr>
          <p:cNvGrpSpPr/>
          <p:nvPr/>
        </p:nvGrpSpPr>
        <p:grpSpPr>
          <a:xfrm>
            <a:off x="3778361" y="2253333"/>
            <a:ext cx="721206" cy="609701"/>
            <a:chOff x="3778361" y="2253333"/>
            <a:chExt cx="721206" cy="609701"/>
          </a:xfrm>
        </p:grpSpPr>
        <p:sp>
          <p:nvSpPr>
            <p:cNvPr id="664" name="Rectangle 663">
              <a:extLst>
                <a:ext uri="{FF2B5EF4-FFF2-40B4-BE49-F238E27FC236}">
                  <a16:creationId xmlns:a16="http://schemas.microsoft.com/office/drawing/2014/main" id="{D772B522-4DAB-50FC-229B-531989642567}"/>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65" name="Rectangle 664">
              <a:extLst>
                <a:ext uri="{FF2B5EF4-FFF2-40B4-BE49-F238E27FC236}">
                  <a16:creationId xmlns:a16="http://schemas.microsoft.com/office/drawing/2014/main" id="{26BE9B44-096A-BF1D-126F-43767970BAA0}"/>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6" name="Oval 15">
              <a:extLst>
                <a:ext uri="{FF2B5EF4-FFF2-40B4-BE49-F238E27FC236}">
                  <a16:creationId xmlns:a16="http://schemas.microsoft.com/office/drawing/2014/main" id="{BAB42021-41A7-028B-2225-49F3A9F30E94}"/>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7" name="Straight Connector 666">
              <a:extLst>
                <a:ext uri="{FF2B5EF4-FFF2-40B4-BE49-F238E27FC236}">
                  <a16:creationId xmlns:a16="http://schemas.microsoft.com/office/drawing/2014/main" id="{A6494B4C-9A3C-0487-5378-A7900214DE30}"/>
                </a:ext>
              </a:extLst>
            </p:cNvPr>
            <p:cNvCxnSpPr>
              <a:cxnSpLocks/>
              <a:stCxn id="666"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68" name="Straight Connector 667">
              <a:extLst>
                <a:ext uri="{FF2B5EF4-FFF2-40B4-BE49-F238E27FC236}">
                  <a16:creationId xmlns:a16="http://schemas.microsoft.com/office/drawing/2014/main" id="{73B81D82-2C2C-CF2E-B761-5325F6BDCACB}"/>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69" name="Group 668">
            <a:extLst>
              <a:ext uri="{FF2B5EF4-FFF2-40B4-BE49-F238E27FC236}">
                <a16:creationId xmlns:a16="http://schemas.microsoft.com/office/drawing/2014/main" id="{D4A43257-57AF-7D2F-2408-FB058D349A84}"/>
              </a:ext>
            </a:extLst>
          </p:cNvPr>
          <p:cNvGrpSpPr/>
          <p:nvPr/>
        </p:nvGrpSpPr>
        <p:grpSpPr>
          <a:xfrm>
            <a:off x="1268843" y="2253332"/>
            <a:ext cx="721206" cy="609701"/>
            <a:chOff x="1268843" y="2253332"/>
            <a:chExt cx="721206" cy="609701"/>
          </a:xfrm>
        </p:grpSpPr>
        <p:sp>
          <p:nvSpPr>
            <p:cNvPr id="670" name="Rectangle 669">
              <a:extLst>
                <a:ext uri="{FF2B5EF4-FFF2-40B4-BE49-F238E27FC236}">
                  <a16:creationId xmlns:a16="http://schemas.microsoft.com/office/drawing/2014/main" id="{3CBB3AFA-E959-6357-ED05-28A9ED06206B}"/>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71" name="Right Triangle 670">
              <a:extLst>
                <a:ext uri="{FF2B5EF4-FFF2-40B4-BE49-F238E27FC236}">
                  <a16:creationId xmlns:a16="http://schemas.microsoft.com/office/drawing/2014/main" id="{A4BB3672-B88F-69F2-1DD9-43EE838A41AC}"/>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2" name="Group 671">
              <a:extLst>
                <a:ext uri="{FF2B5EF4-FFF2-40B4-BE49-F238E27FC236}">
                  <a16:creationId xmlns:a16="http://schemas.microsoft.com/office/drawing/2014/main" id="{BB983B83-30DE-E532-1B48-255F29FAA480}"/>
                </a:ext>
              </a:extLst>
            </p:cNvPr>
            <p:cNvGrpSpPr/>
            <p:nvPr/>
          </p:nvGrpSpPr>
          <p:grpSpPr>
            <a:xfrm>
              <a:off x="1939436" y="2265731"/>
              <a:ext cx="37817" cy="61390"/>
              <a:chOff x="3883481" y="2057400"/>
              <a:chExt cx="1608363" cy="2652031"/>
            </a:xfrm>
            <a:solidFill>
              <a:srgbClr val="A6A6A6">
                <a:alpha val="20000"/>
              </a:srgbClr>
            </a:solidFill>
          </p:grpSpPr>
          <p:sp>
            <p:nvSpPr>
              <p:cNvPr id="673" name="Oval 27">
                <a:extLst>
                  <a:ext uri="{FF2B5EF4-FFF2-40B4-BE49-F238E27FC236}">
                    <a16:creationId xmlns:a16="http://schemas.microsoft.com/office/drawing/2014/main" id="{76153F87-C3A5-4308-90B4-44A4AC1E568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4" name="Oval 28">
                <a:extLst>
                  <a:ext uri="{FF2B5EF4-FFF2-40B4-BE49-F238E27FC236}">
                    <a16:creationId xmlns:a16="http://schemas.microsoft.com/office/drawing/2014/main" id="{657A44C0-6FAA-F518-5400-C7850F0333D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5" name="Group 674">
            <a:extLst>
              <a:ext uri="{FF2B5EF4-FFF2-40B4-BE49-F238E27FC236}">
                <a16:creationId xmlns:a16="http://schemas.microsoft.com/office/drawing/2014/main" id="{0E417E19-C946-08BD-3F9A-845B69184BC2}"/>
              </a:ext>
            </a:extLst>
          </p:cNvPr>
          <p:cNvGrpSpPr/>
          <p:nvPr/>
        </p:nvGrpSpPr>
        <p:grpSpPr>
          <a:xfrm>
            <a:off x="2105351" y="2253333"/>
            <a:ext cx="721206" cy="609701"/>
            <a:chOff x="2105351" y="2253333"/>
            <a:chExt cx="721206" cy="609701"/>
          </a:xfrm>
        </p:grpSpPr>
        <p:sp>
          <p:nvSpPr>
            <p:cNvPr id="676" name="Rectangle 675">
              <a:extLst>
                <a:ext uri="{FF2B5EF4-FFF2-40B4-BE49-F238E27FC236}">
                  <a16:creationId xmlns:a16="http://schemas.microsoft.com/office/drawing/2014/main" id="{2E346204-A3DB-CD5F-7C7A-ABCB9058EB5D}"/>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77" name="Right Triangle 676">
              <a:extLst>
                <a:ext uri="{FF2B5EF4-FFF2-40B4-BE49-F238E27FC236}">
                  <a16:creationId xmlns:a16="http://schemas.microsoft.com/office/drawing/2014/main" id="{DCF31B2A-C22D-3819-AC31-4444D41BA568}"/>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8" name="Group 677">
              <a:extLst>
                <a:ext uri="{FF2B5EF4-FFF2-40B4-BE49-F238E27FC236}">
                  <a16:creationId xmlns:a16="http://schemas.microsoft.com/office/drawing/2014/main" id="{15917216-8886-CC73-9C5A-33FD37B2F563}"/>
                </a:ext>
              </a:extLst>
            </p:cNvPr>
            <p:cNvGrpSpPr/>
            <p:nvPr/>
          </p:nvGrpSpPr>
          <p:grpSpPr>
            <a:xfrm>
              <a:off x="2771408" y="2265591"/>
              <a:ext cx="37817" cy="61390"/>
              <a:chOff x="3883481" y="2057400"/>
              <a:chExt cx="1608363" cy="2652031"/>
            </a:xfrm>
            <a:solidFill>
              <a:srgbClr val="A6A6A6">
                <a:alpha val="20000"/>
              </a:srgbClr>
            </a:solidFill>
          </p:grpSpPr>
          <p:sp>
            <p:nvSpPr>
              <p:cNvPr id="679" name="Oval 27">
                <a:extLst>
                  <a:ext uri="{FF2B5EF4-FFF2-40B4-BE49-F238E27FC236}">
                    <a16:creationId xmlns:a16="http://schemas.microsoft.com/office/drawing/2014/main" id="{7D56FFA1-FD53-678E-F151-F747F6EE2F5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0" name="Oval 28">
                <a:extLst>
                  <a:ext uri="{FF2B5EF4-FFF2-40B4-BE49-F238E27FC236}">
                    <a16:creationId xmlns:a16="http://schemas.microsoft.com/office/drawing/2014/main" id="{BD8308DF-03F2-7573-C57E-485FF87A6F5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1" name="Group 680">
            <a:extLst>
              <a:ext uri="{FF2B5EF4-FFF2-40B4-BE49-F238E27FC236}">
                <a16:creationId xmlns:a16="http://schemas.microsoft.com/office/drawing/2014/main" id="{34A758A1-A52D-A963-A6D9-7936508D2B6D}"/>
              </a:ext>
            </a:extLst>
          </p:cNvPr>
          <p:cNvGrpSpPr/>
          <p:nvPr/>
        </p:nvGrpSpPr>
        <p:grpSpPr>
          <a:xfrm>
            <a:off x="2941860" y="2253333"/>
            <a:ext cx="721206" cy="609701"/>
            <a:chOff x="2941860" y="2253333"/>
            <a:chExt cx="721206" cy="609701"/>
          </a:xfrm>
        </p:grpSpPr>
        <p:sp>
          <p:nvSpPr>
            <p:cNvPr id="682" name="Rectangle 681">
              <a:extLst>
                <a:ext uri="{FF2B5EF4-FFF2-40B4-BE49-F238E27FC236}">
                  <a16:creationId xmlns:a16="http://schemas.microsoft.com/office/drawing/2014/main" id="{F6E16443-A9E8-C393-F563-F1F3739655D8}"/>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683" name="Right Triangle 682">
              <a:extLst>
                <a:ext uri="{FF2B5EF4-FFF2-40B4-BE49-F238E27FC236}">
                  <a16:creationId xmlns:a16="http://schemas.microsoft.com/office/drawing/2014/main" id="{0C7BD79D-EF7A-8D4C-524D-3C629501F868}"/>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4" name="Group 683">
              <a:extLst>
                <a:ext uri="{FF2B5EF4-FFF2-40B4-BE49-F238E27FC236}">
                  <a16:creationId xmlns:a16="http://schemas.microsoft.com/office/drawing/2014/main" id="{5BB9A2DD-5AF9-5FE2-1E42-9C6BFB90C9F6}"/>
                </a:ext>
              </a:extLst>
            </p:cNvPr>
            <p:cNvGrpSpPr/>
            <p:nvPr/>
          </p:nvGrpSpPr>
          <p:grpSpPr>
            <a:xfrm>
              <a:off x="3611250" y="2264969"/>
              <a:ext cx="37817" cy="61390"/>
              <a:chOff x="3883481" y="2057400"/>
              <a:chExt cx="1608363" cy="2652031"/>
            </a:xfrm>
            <a:solidFill>
              <a:srgbClr val="A6A6A6">
                <a:alpha val="20000"/>
              </a:srgbClr>
            </a:solidFill>
          </p:grpSpPr>
          <p:sp>
            <p:nvSpPr>
              <p:cNvPr id="685" name="Oval 27">
                <a:extLst>
                  <a:ext uri="{FF2B5EF4-FFF2-40B4-BE49-F238E27FC236}">
                    <a16:creationId xmlns:a16="http://schemas.microsoft.com/office/drawing/2014/main" id="{BC7EE7B8-FB55-2D32-2A7E-0B6D5DFB3E5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6" name="Oval 28">
                <a:extLst>
                  <a:ext uri="{FF2B5EF4-FFF2-40B4-BE49-F238E27FC236}">
                    <a16:creationId xmlns:a16="http://schemas.microsoft.com/office/drawing/2014/main" id="{8593C97B-3FEC-A2C0-1CD4-A3E8C9F9AE0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7" name="Group 686">
            <a:extLst>
              <a:ext uri="{FF2B5EF4-FFF2-40B4-BE49-F238E27FC236}">
                <a16:creationId xmlns:a16="http://schemas.microsoft.com/office/drawing/2014/main" id="{DFCF3423-66BB-B17C-ACE8-A08D3B4F59C0}"/>
              </a:ext>
            </a:extLst>
          </p:cNvPr>
          <p:cNvGrpSpPr/>
          <p:nvPr/>
        </p:nvGrpSpPr>
        <p:grpSpPr>
          <a:xfrm>
            <a:off x="4614876" y="2253332"/>
            <a:ext cx="721206" cy="609701"/>
            <a:chOff x="4614876" y="2253332"/>
            <a:chExt cx="721206" cy="609701"/>
          </a:xfrm>
        </p:grpSpPr>
        <p:sp>
          <p:nvSpPr>
            <p:cNvPr id="688" name="Rectangle 687">
              <a:extLst>
                <a:ext uri="{FF2B5EF4-FFF2-40B4-BE49-F238E27FC236}">
                  <a16:creationId xmlns:a16="http://schemas.microsoft.com/office/drawing/2014/main" id="{E72D686E-C324-53C4-135F-969ED721BC94}"/>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689" name="Right Triangle 688">
              <a:extLst>
                <a:ext uri="{FF2B5EF4-FFF2-40B4-BE49-F238E27FC236}">
                  <a16:creationId xmlns:a16="http://schemas.microsoft.com/office/drawing/2014/main" id="{52C6BD3F-7B57-2941-28B4-72CEE5B7492B}"/>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0" name="Group 689">
              <a:extLst>
                <a:ext uri="{FF2B5EF4-FFF2-40B4-BE49-F238E27FC236}">
                  <a16:creationId xmlns:a16="http://schemas.microsoft.com/office/drawing/2014/main" id="{8AE2F46A-7884-CD44-2365-6213C09FA2D1}"/>
                </a:ext>
              </a:extLst>
            </p:cNvPr>
            <p:cNvGrpSpPr/>
            <p:nvPr/>
          </p:nvGrpSpPr>
          <p:grpSpPr>
            <a:xfrm>
              <a:off x="5280738" y="2264779"/>
              <a:ext cx="37817" cy="61390"/>
              <a:chOff x="3883481" y="2057400"/>
              <a:chExt cx="1608363" cy="2652031"/>
            </a:xfrm>
            <a:solidFill>
              <a:srgbClr val="A6A6A6">
                <a:alpha val="20000"/>
              </a:srgbClr>
            </a:solidFill>
          </p:grpSpPr>
          <p:sp>
            <p:nvSpPr>
              <p:cNvPr id="691" name="Oval 27">
                <a:extLst>
                  <a:ext uri="{FF2B5EF4-FFF2-40B4-BE49-F238E27FC236}">
                    <a16:creationId xmlns:a16="http://schemas.microsoft.com/office/drawing/2014/main" id="{8D6A8249-0279-EEA3-E0E7-3CE3631D49F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2" name="Oval 28">
                <a:extLst>
                  <a:ext uri="{FF2B5EF4-FFF2-40B4-BE49-F238E27FC236}">
                    <a16:creationId xmlns:a16="http://schemas.microsoft.com/office/drawing/2014/main" id="{3D46E12D-5B27-82EC-D2C3-B2A7A838D00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5" name="Group 704">
            <a:extLst>
              <a:ext uri="{FF2B5EF4-FFF2-40B4-BE49-F238E27FC236}">
                <a16:creationId xmlns:a16="http://schemas.microsoft.com/office/drawing/2014/main" id="{B4D3DEA0-5166-2CA9-12DC-0B789423691C}"/>
              </a:ext>
            </a:extLst>
          </p:cNvPr>
          <p:cNvGrpSpPr/>
          <p:nvPr/>
        </p:nvGrpSpPr>
        <p:grpSpPr>
          <a:xfrm>
            <a:off x="431659" y="2253337"/>
            <a:ext cx="721895" cy="609700"/>
            <a:chOff x="431659" y="2253337"/>
            <a:chExt cx="721895" cy="609700"/>
          </a:xfrm>
        </p:grpSpPr>
        <p:sp>
          <p:nvSpPr>
            <p:cNvPr id="706" name="Rectangle 705">
              <a:hlinkHover r:id="" action="ppaction://noaction" highlightClick="1"/>
              <a:extLst>
                <a:ext uri="{FF2B5EF4-FFF2-40B4-BE49-F238E27FC236}">
                  <a16:creationId xmlns:a16="http://schemas.microsoft.com/office/drawing/2014/main" id="{FE469C54-D9F5-5252-A5B7-76848CC121D6}"/>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07" name="Diamond 706">
              <a:extLst>
                <a:ext uri="{FF2B5EF4-FFF2-40B4-BE49-F238E27FC236}">
                  <a16:creationId xmlns:a16="http://schemas.microsoft.com/office/drawing/2014/main" id="{CB79CC20-345B-A12F-8B17-D3E8650B0DB7}"/>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8" name="Oval 707">
              <a:extLst>
                <a:ext uri="{FF2B5EF4-FFF2-40B4-BE49-F238E27FC236}">
                  <a16:creationId xmlns:a16="http://schemas.microsoft.com/office/drawing/2014/main" id="{64599CC1-28E4-4926-D851-DAE0406D5344}"/>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13" name="Group 712">
            <a:extLst>
              <a:ext uri="{FF2B5EF4-FFF2-40B4-BE49-F238E27FC236}">
                <a16:creationId xmlns:a16="http://schemas.microsoft.com/office/drawing/2014/main" id="{89E5C1F4-91EF-F1B1-627E-EE49A8E8EE7D}"/>
              </a:ext>
            </a:extLst>
          </p:cNvPr>
          <p:cNvGrpSpPr/>
          <p:nvPr/>
        </p:nvGrpSpPr>
        <p:grpSpPr>
          <a:xfrm>
            <a:off x="2105348" y="1532276"/>
            <a:ext cx="721206" cy="609701"/>
            <a:chOff x="2105348" y="1532276"/>
            <a:chExt cx="721206" cy="609701"/>
          </a:xfrm>
        </p:grpSpPr>
        <p:sp>
          <p:nvSpPr>
            <p:cNvPr id="714" name="Rectangle 713">
              <a:extLst>
                <a:ext uri="{FF2B5EF4-FFF2-40B4-BE49-F238E27FC236}">
                  <a16:creationId xmlns:a16="http://schemas.microsoft.com/office/drawing/2014/main" id="{F5DC5845-C43D-4A4C-9434-4F93297C3868}"/>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15" name="Rectangle 714">
              <a:extLst>
                <a:ext uri="{FF2B5EF4-FFF2-40B4-BE49-F238E27FC236}">
                  <a16:creationId xmlns:a16="http://schemas.microsoft.com/office/drawing/2014/main" id="{E5E3C4D8-9585-29EC-2463-A4C92E0B6B88}"/>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6" name="Oval 15">
              <a:extLst>
                <a:ext uri="{FF2B5EF4-FFF2-40B4-BE49-F238E27FC236}">
                  <a16:creationId xmlns:a16="http://schemas.microsoft.com/office/drawing/2014/main" id="{B6663DD4-9BCF-8D5D-1EF8-9A38571FAA35}"/>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17" name="Straight Connector 716">
              <a:extLst>
                <a:ext uri="{FF2B5EF4-FFF2-40B4-BE49-F238E27FC236}">
                  <a16:creationId xmlns:a16="http://schemas.microsoft.com/office/drawing/2014/main" id="{ABC9448D-543D-FFDB-2DD7-EBDB81B6F7EA}"/>
                </a:ext>
              </a:extLst>
            </p:cNvPr>
            <p:cNvCxnSpPr>
              <a:cxnSpLocks/>
              <a:stCxn id="716"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18" name="Straight Connector 717">
              <a:extLst>
                <a:ext uri="{FF2B5EF4-FFF2-40B4-BE49-F238E27FC236}">
                  <a16:creationId xmlns:a16="http://schemas.microsoft.com/office/drawing/2014/main" id="{99BB5F77-779A-6A62-8B26-AD9DAB85197D}"/>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19" name="Group 718">
            <a:extLst>
              <a:ext uri="{FF2B5EF4-FFF2-40B4-BE49-F238E27FC236}">
                <a16:creationId xmlns:a16="http://schemas.microsoft.com/office/drawing/2014/main" id="{F3665D4B-0738-02C1-5DB4-A0342E4CC342}"/>
              </a:ext>
            </a:extLst>
          </p:cNvPr>
          <p:cNvGrpSpPr/>
          <p:nvPr/>
        </p:nvGrpSpPr>
        <p:grpSpPr>
          <a:xfrm>
            <a:off x="431659" y="1532283"/>
            <a:ext cx="721891" cy="610032"/>
            <a:chOff x="431659" y="1532283"/>
            <a:chExt cx="721891" cy="610032"/>
          </a:xfrm>
        </p:grpSpPr>
        <p:sp>
          <p:nvSpPr>
            <p:cNvPr id="720" name="Rectangle 719">
              <a:extLst>
                <a:ext uri="{FF2B5EF4-FFF2-40B4-BE49-F238E27FC236}">
                  <a16:creationId xmlns:a16="http://schemas.microsoft.com/office/drawing/2014/main" id="{92B85879-B30C-5BFF-59D1-F0BFBD9D89EB}"/>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21" name="Right Triangle 720">
              <a:extLst>
                <a:ext uri="{FF2B5EF4-FFF2-40B4-BE49-F238E27FC236}">
                  <a16:creationId xmlns:a16="http://schemas.microsoft.com/office/drawing/2014/main" id="{4A147A77-7B6A-466E-0BEE-0292486DA719}"/>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2" name="Group 721">
              <a:extLst>
                <a:ext uri="{FF2B5EF4-FFF2-40B4-BE49-F238E27FC236}">
                  <a16:creationId xmlns:a16="http://schemas.microsoft.com/office/drawing/2014/main" id="{C75BAF2B-D377-B4FE-608D-041CD0C3995A}"/>
                </a:ext>
              </a:extLst>
            </p:cNvPr>
            <p:cNvGrpSpPr/>
            <p:nvPr/>
          </p:nvGrpSpPr>
          <p:grpSpPr>
            <a:xfrm>
              <a:off x="1102940" y="1538374"/>
              <a:ext cx="37817" cy="61390"/>
              <a:chOff x="3883481" y="2057400"/>
              <a:chExt cx="1608363" cy="2652031"/>
            </a:xfrm>
            <a:solidFill>
              <a:srgbClr val="A6A6A6">
                <a:alpha val="20000"/>
              </a:srgbClr>
            </a:solidFill>
          </p:grpSpPr>
          <p:sp>
            <p:nvSpPr>
              <p:cNvPr id="723" name="Oval 27">
                <a:extLst>
                  <a:ext uri="{FF2B5EF4-FFF2-40B4-BE49-F238E27FC236}">
                    <a16:creationId xmlns:a16="http://schemas.microsoft.com/office/drawing/2014/main" id="{4C2F898B-E5DA-6652-6382-9508932E786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4" name="Oval 28">
                <a:extLst>
                  <a:ext uri="{FF2B5EF4-FFF2-40B4-BE49-F238E27FC236}">
                    <a16:creationId xmlns:a16="http://schemas.microsoft.com/office/drawing/2014/main" id="{FCD8BDBF-ACE7-A96F-A037-FB0E3B7E45A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5" name="Group 724">
            <a:extLst>
              <a:ext uri="{FF2B5EF4-FFF2-40B4-BE49-F238E27FC236}">
                <a16:creationId xmlns:a16="http://schemas.microsoft.com/office/drawing/2014/main" id="{7CBAF884-B921-13CB-03BF-71C63E3020EB}"/>
              </a:ext>
            </a:extLst>
          </p:cNvPr>
          <p:cNvGrpSpPr/>
          <p:nvPr/>
        </p:nvGrpSpPr>
        <p:grpSpPr>
          <a:xfrm>
            <a:off x="1268843" y="1532283"/>
            <a:ext cx="721206" cy="610032"/>
            <a:chOff x="1268843" y="1532283"/>
            <a:chExt cx="721206" cy="610032"/>
          </a:xfrm>
        </p:grpSpPr>
        <p:sp>
          <p:nvSpPr>
            <p:cNvPr id="726" name="Rectangle 725">
              <a:extLst>
                <a:ext uri="{FF2B5EF4-FFF2-40B4-BE49-F238E27FC236}">
                  <a16:creationId xmlns:a16="http://schemas.microsoft.com/office/drawing/2014/main" id="{9B587F41-CF76-D8E0-64EA-738C234BBD1B}"/>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27" name="Right Triangle 726">
              <a:extLst>
                <a:ext uri="{FF2B5EF4-FFF2-40B4-BE49-F238E27FC236}">
                  <a16:creationId xmlns:a16="http://schemas.microsoft.com/office/drawing/2014/main" id="{859A5015-2035-E9CB-B14E-96F218FFFB82}"/>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8" name="Group 727">
              <a:extLst>
                <a:ext uri="{FF2B5EF4-FFF2-40B4-BE49-F238E27FC236}">
                  <a16:creationId xmlns:a16="http://schemas.microsoft.com/office/drawing/2014/main" id="{BB6A2749-B986-C123-A0E0-A98CE12789A3}"/>
                </a:ext>
              </a:extLst>
            </p:cNvPr>
            <p:cNvGrpSpPr/>
            <p:nvPr/>
          </p:nvGrpSpPr>
          <p:grpSpPr>
            <a:xfrm>
              <a:off x="1939436" y="1538374"/>
              <a:ext cx="37817" cy="61390"/>
              <a:chOff x="3883481" y="2057400"/>
              <a:chExt cx="1608363" cy="2652031"/>
            </a:xfrm>
            <a:solidFill>
              <a:srgbClr val="A6A6A6">
                <a:alpha val="20000"/>
              </a:srgbClr>
            </a:solidFill>
          </p:grpSpPr>
          <p:sp>
            <p:nvSpPr>
              <p:cNvPr id="729" name="Oval 27">
                <a:extLst>
                  <a:ext uri="{FF2B5EF4-FFF2-40B4-BE49-F238E27FC236}">
                    <a16:creationId xmlns:a16="http://schemas.microsoft.com/office/drawing/2014/main" id="{87397CDF-DB40-A809-CABD-83AC08E1A12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0" name="Oval 28">
                <a:extLst>
                  <a:ext uri="{FF2B5EF4-FFF2-40B4-BE49-F238E27FC236}">
                    <a16:creationId xmlns:a16="http://schemas.microsoft.com/office/drawing/2014/main" id="{4B1A30BB-EF99-C86F-899D-13959D2A0A3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37" name="Group 736">
            <a:extLst>
              <a:ext uri="{FF2B5EF4-FFF2-40B4-BE49-F238E27FC236}">
                <a16:creationId xmlns:a16="http://schemas.microsoft.com/office/drawing/2014/main" id="{5CB50A27-E48A-D081-2E67-2D34CF283940}"/>
              </a:ext>
            </a:extLst>
          </p:cNvPr>
          <p:cNvGrpSpPr/>
          <p:nvPr/>
        </p:nvGrpSpPr>
        <p:grpSpPr>
          <a:xfrm>
            <a:off x="5454379" y="2974054"/>
            <a:ext cx="721206" cy="649846"/>
            <a:chOff x="5454379" y="2974054"/>
            <a:chExt cx="721206" cy="649846"/>
          </a:xfrm>
        </p:grpSpPr>
        <p:sp>
          <p:nvSpPr>
            <p:cNvPr id="738" name="Rectangle 737">
              <a:extLst>
                <a:ext uri="{FF2B5EF4-FFF2-40B4-BE49-F238E27FC236}">
                  <a16:creationId xmlns:a16="http://schemas.microsoft.com/office/drawing/2014/main" id="{4D22F1F0-3840-A007-B7E6-93E9C3CC1AED}"/>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39" name="Rectangle 738">
              <a:extLst>
                <a:ext uri="{FF2B5EF4-FFF2-40B4-BE49-F238E27FC236}">
                  <a16:creationId xmlns:a16="http://schemas.microsoft.com/office/drawing/2014/main" id="{51173A3B-F92A-31A7-9754-5D706DF61869}"/>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0" name="Oval 15">
              <a:extLst>
                <a:ext uri="{FF2B5EF4-FFF2-40B4-BE49-F238E27FC236}">
                  <a16:creationId xmlns:a16="http://schemas.microsoft.com/office/drawing/2014/main" id="{0563F773-ACA5-C5BC-3FAC-21118C056074}"/>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41" name="Straight Connector 740">
              <a:extLst>
                <a:ext uri="{FF2B5EF4-FFF2-40B4-BE49-F238E27FC236}">
                  <a16:creationId xmlns:a16="http://schemas.microsoft.com/office/drawing/2014/main" id="{4CB3AA16-8DA3-1286-7429-840B929CD396}"/>
                </a:ext>
              </a:extLst>
            </p:cNvPr>
            <p:cNvCxnSpPr>
              <a:cxnSpLocks/>
              <a:stCxn id="740"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2" name="Straight Connector 741">
              <a:extLst>
                <a:ext uri="{FF2B5EF4-FFF2-40B4-BE49-F238E27FC236}">
                  <a16:creationId xmlns:a16="http://schemas.microsoft.com/office/drawing/2014/main" id="{5B12C751-36E1-B901-9B9E-235C16225673}"/>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43" name="Group 742">
            <a:extLst>
              <a:ext uri="{FF2B5EF4-FFF2-40B4-BE49-F238E27FC236}">
                <a16:creationId xmlns:a16="http://schemas.microsoft.com/office/drawing/2014/main" id="{E6A00BCB-13DD-927F-867F-DBFC5E544B2B}"/>
              </a:ext>
            </a:extLst>
          </p:cNvPr>
          <p:cNvGrpSpPr/>
          <p:nvPr/>
        </p:nvGrpSpPr>
        <p:grpSpPr>
          <a:xfrm>
            <a:off x="431659" y="2974054"/>
            <a:ext cx="721891" cy="609701"/>
            <a:chOff x="431659" y="2974054"/>
            <a:chExt cx="721891" cy="609701"/>
          </a:xfrm>
        </p:grpSpPr>
        <p:sp>
          <p:nvSpPr>
            <p:cNvPr id="744" name="Rectangle 743">
              <a:extLst>
                <a:ext uri="{FF2B5EF4-FFF2-40B4-BE49-F238E27FC236}">
                  <a16:creationId xmlns:a16="http://schemas.microsoft.com/office/drawing/2014/main" id="{B4DDD786-63F2-251D-5E03-EC24F002BFA3}"/>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45" name="Right Triangle 744">
              <a:extLst>
                <a:ext uri="{FF2B5EF4-FFF2-40B4-BE49-F238E27FC236}">
                  <a16:creationId xmlns:a16="http://schemas.microsoft.com/office/drawing/2014/main" id="{6E1186A9-F31B-4350-70E2-65CF292D7EDD}"/>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6" name="Group 745">
              <a:extLst>
                <a:ext uri="{FF2B5EF4-FFF2-40B4-BE49-F238E27FC236}">
                  <a16:creationId xmlns:a16="http://schemas.microsoft.com/office/drawing/2014/main" id="{19117B6C-4D9B-AC13-9430-3E00B113A311}"/>
                </a:ext>
              </a:extLst>
            </p:cNvPr>
            <p:cNvGrpSpPr/>
            <p:nvPr/>
          </p:nvGrpSpPr>
          <p:grpSpPr>
            <a:xfrm>
              <a:off x="1102940" y="2981762"/>
              <a:ext cx="37817" cy="61390"/>
              <a:chOff x="3883481" y="2057400"/>
              <a:chExt cx="1608363" cy="2652031"/>
            </a:xfrm>
            <a:solidFill>
              <a:srgbClr val="A6A6A6">
                <a:alpha val="20000"/>
              </a:srgbClr>
            </a:solidFill>
          </p:grpSpPr>
          <p:sp>
            <p:nvSpPr>
              <p:cNvPr id="747" name="Oval 27">
                <a:extLst>
                  <a:ext uri="{FF2B5EF4-FFF2-40B4-BE49-F238E27FC236}">
                    <a16:creationId xmlns:a16="http://schemas.microsoft.com/office/drawing/2014/main" id="{9EFB1792-D020-3FD6-3DAB-C6EE4D05081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8" name="Oval 28">
                <a:extLst>
                  <a:ext uri="{FF2B5EF4-FFF2-40B4-BE49-F238E27FC236}">
                    <a16:creationId xmlns:a16="http://schemas.microsoft.com/office/drawing/2014/main" id="{CA3E9710-6912-6EA9-1E01-B215B82A7BC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5" name="Group 754">
            <a:extLst>
              <a:ext uri="{FF2B5EF4-FFF2-40B4-BE49-F238E27FC236}">
                <a16:creationId xmlns:a16="http://schemas.microsoft.com/office/drawing/2014/main" id="{2DD278E4-1051-49C1-7C95-40358032C652}"/>
              </a:ext>
            </a:extLst>
          </p:cNvPr>
          <p:cNvGrpSpPr/>
          <p:nvPr/>
        </p:nvGrpSpPr>
        <p:grpSpPr>
          <a:xfrm>
            <a:off x="2940469" y="2974031"/>
            <a:ext cx="721206" cy="613175"/>
            <a:chOff x="2940469" y="2974031"/>
            <a:chExt cx="721206" cy="613175"/>
          </a:xfrm>
        </p:grpSpPr>
        <p:sp>
          <p:nvSpPr>
            <p:cNvPr id="756" name="Rectangle 755">
              <a:extLst>
                <a:ext uri="{FF2B5EF4-FFF2-40B4-BE49-F238E27FC236}">
                  <a16:creationId xmlns:a16="http://schemas.microsoft.com/office/drawing/2014/main" id="{633E99FC-0DFB-C239-1BBD-0D5506D8DC61}"/>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57" name="Right Triangle 756">
              <a:extLst>
                <a:ext uri="{FF2B5EF4-FFF2-40B4-BE49-F238E27FC236}">
                  <a16:creationId xmlns:a16="http://schemas.microsoft.com/office/drawing/2014/main" id="{B9A1EB07-0966-29DB-8002-F516ECF4EDF5}"/>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8" name="Group 757">
              <a:extLst>
                <a:ext uri="{FF2B5EF4-FFF2-40B4-BE49-F238E27FC236}">
                  <a16:creationId xmlns:a16="http://schemas.microsoft.com/office/drawing/2014/main" id="{060CC2A8-0A9A-0AB0-7ABA-F064F4C96691}"/>
                </a:ext>
              </a:extLst>
            </p:cNvPr>
            <p:cNvGrpSpPr/>
            <p:nvPr/>
          </p:nvGrpSpPr>
          <p:grpSpPr>
            <a:xfrm>
              <a:off x="3610502" y="2980132"/>
              <a:ext cx="37817" cy="61390"/>
              <a:chOff x="3883481" y="2057400"/>
              <a:chExt cx="1608363" cy="2652031"/>
            </a:xfrm>
            <a:solidFill>
              <a:srgbClr val="A6A6A6">
                <a:alpha val="20000"/>
              </a:srgbClr>
            </a:solidFill>
          </p:grpSpPr>
          <p:sp>
            <p:nvSpPr>
              <p:cNvPr id="759" name="Oval 27">
                <a:extLst>
                  <a:ext uri="{FF2B5EF4-FFF2-40B4-BE49-F238E27FC236}">
                    <a16:creationId xmlns:a16="http://schemas.microsoft.com/office/drawing/2014/main" id="{E3534CEF-9F0D-21DD-B2DB-0DDE941EC41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0" name="Oval 28">
                <a:extLst>
                  <a:ext uri="{FF2B5EF4-FFF2-40B4-BE49-F238E27FC236}">
                    <a16:creationId xmlns:a16="http://schemas.microsoft.com/office/drawing/2014/main" id="{2DC8B015-7176-EC77-10D9-C6A16EDC8D5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1" name="Group 760">
            <a:extLst>
              <a:ext uri="{FF2B5EF4-FFF2-40B4-BE49-F238E27FC236}">
                <a16:creationId xmlns:a16="http://schemas.microsoft.com/office/drawing/2014/main" id="{DBDA217C-D9C2-93BC-316C-355C63D9BEBD}"/>
              </a:ext>
            </a:extLst>
          </p:cNvPr>
          <p:cNvGrpSpPr/>
          <p:nvPr/>
        </p:nvGrpSpPr>
        <p:grpSpPr>
          <a:xfrm>
            <a:off x="1268380" y="2974053"/>
            <a:ext cx="721206" cy="609701"/>
            <a:chOff x="1268380" y="2974053"/>
            <a:chExt cx="721206" cy="609701"/>
          </a:xfrm>
        </p:grpSpPr>
        <p:sp>
          <p:nvSpPr>
            <p:cNvPr id="762" name="Rectangle 761">
              <a:extLst>
                <a:ext uri="{FF2B5EF4-FFF2-40B4-BE49-F238E27FC236}">
                  <a16:creationId xmlns:a16="http://schemas.microsoft.com/office/drawing/2014/main" id="{618A94AD-5993-C0C4-5522-AD6FE5226C37}"/>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63" name="Right Triangle 762">
              <a:extLst>
                <a:ext uri="{FF2B5EF4-FFF2-40B4-BE49-F238E27FC236}">
                  <a16:creationId xmlns:a16="http://schemas.microsoft.com/office/drawing/2014/main" id="{A243B3DF-A204-48A1-2A33-67621ECF17B7}"/>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4" name="Group 763">
              <a:extLst>
                <a:ext uri="{FF2B5EF4-FFF2-40B4-BE49-F238E27FC236}">
                  <a16:creationId xmlns:a16="http://schemas.microsoft.com/office/drawing/2014/main" id="{1B49ECD8-2105-230C-0B37-C582343FA032}"/>
                </a:ext>
              </a:extLst>
            </p:cNvPr>
            <p:cNvGrpSpPr/>
            <p:nvPr/>
          </p:nvGrpSpPr>
          <p:grpSpPr>
            <a:xfrm>
              <a:off x="1938973" y="2986452"/>
              <a:ext cx="37817" cy="61390"/>
              <a:chOff x="3883481" y="2057400"/>
              <a:chExt cx="1608363" cy="2652031"/>
            </a:xfrm>
            <a:solidFill>
              <a:srgbClr val="A6A6A6">
                <a:alpha val="20000"/>
              </a:srgbClr>
            </a:solidFill>
          </p:grpSpPr>
          <p:sp>
            <p:nvSpPr>
              <p:cNvPr id="765" name="Oval 27">
                <a:extLst>
                  <a:ext uri="{FF2B5EF4-FFF2-40B4-BE49-F238E27FC236}">
                    <a16:creationId xmlns:a16="http://schemas.microsoft.com/office/drawing/2014/main" id="{DC11C29F-4FDD-EFCC-2353-28DAFD532B7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6" name="Oval 28">
                <a:extLst>
                  <a:ext uri="{FF2B5EF4-FFF2-40B4-BE49-F238E27FC236}">
                    <a16:creationId xmlns:a16="http://schemas.microsoft.com/office/drawing/2014/main" id="{63CC0789-CC3C-5C14-2F24-2C16D1C78FC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7" name="Group 766">
            <a:extLst>
              <a:ext uri="{FF2B5EF4-FFF2-40B4-BE49-F238E27FC236}">
                <a16:creationId xmlns:a16="http://schemas.microsoft.com/office/drawing/2014/main" id="{9F41E6C0-A978-9BE2-AF74-225766BB9995}"/>
              </a:ext>
            </a:extLst>
          </p:cNvPr>
          <p:cNvGrpSpPr/>
          <p:nvPr/>
        </p:nvGrpSpPr>
        <p:grpSpPr>
          <a:xfrm>
            <a:off x="2938534" y="811556"/>
            <a:ext cx="721206" cy="609701"/>
            <a:chOff x="2938534" y="811556"/>
            <a:chExt cx="721206" cy="609701"/>
          </a:xfrm>
        </p:grpSpPr>
        <p:sp>
          <p:nvSpPr>
            <p:cNvPr id="768" name="Rectangle 767">
              <a:extLst>
                <a:ext uri="{FF2B5EF4-FFF2-40B4-BE49-F238E27FC236}">
                  <a16:creationId xmlns:a16="http://schemas.microsoft.com/office/drawing/2014/main" id="{D72D370F-5255-9A36-F036-4D1FB87E2BB7}"/>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69" name="Rectangle 768">
              <a:extLst>
                <a:ext uri="{FF2B5EF4-FFF2-40B4-BE49-F238E27FC236}">
                  <a16:creationId xmlns:a16="http://schemas.microsoft.com/office/drawing/2014/main" id="{34488CCE-ECF9-63B3-3330-D72C1DC717AE}"/>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0" name="Oval 15">
              <a:extLst>
                <a:ext uri="{FF2B5EF4-FFF2-40B4-BE49-F238E27FC236}">
                  <a16:creationId xmlns:a16="http://schemas.microsoft.com/office/drawing/2014/main" id="{5C2C2971-1D0B-4DCA-93E7-597A9AB68265}"/>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71" name="Straight Connector 770">
              <a:extLst>
                <a:ext uri="{FF2B5EF4-FFF2-40B4-BE49-F238E27FC236}">
                  <a16:creationId xmlns:a16="http://schemas.microsoft.com/office/drawing/2014/main" id="{4D1A1734-6990-AC5C-B3C9-255A676DAE21}"/>
                </a:ext>
              </a:extLst>
            </p:cNvPr>
            <p:cNvCxnSpPr>
              <a:cxnSpLocks/>
              <a:stCxn id="770"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72" name="Straight Connector 771">
              <a:extLst>
                <a:ext uri="{FF2B5EF4-FFF2-40B4-BE49-F238E27FC236}">
                  <a16:creationId xmlns:a16="http://schemas.microsoft.com/office/drawing/2014/main" id="{7BD42E2E-4E5F-E62C-6AD5-D16076AF13E7}"/>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79" name="Group 778">
            <a:extLst>
              <a:ext uri="{FF2B5EF4-FFF2-40B4-BE49-F238E27FC236}">
                <a16:creationId xmlns:a16="http://schemas.microsoft.com/office/drawing/2014/main" id="{5EAE4B9C-27E4-D397-355F-53839C9C7E6E}"/>
              </a:ext>
            </a:extLst>
          </p:cNvPr>
          <p:cNvGrpSpPr/>
          <p:nvPr/>
        </p:nvGrpSpPr>
        <p:grpSpPr>
          <a:xfrm>
            <a:off x="431659" y="811556"/>
            <a:ext cx="721206" cy="609701"/>
            <a:chOff x="431659" y="811556"/>
            <a:chExt cx="721206" cy="609701"/>
          </a:xfrm>
        </p:grpSpPr>
        <p:sp>
          <p:nvSpPr>
            <p:cNvPr id="780" name="Rectangle 779">
              <a:extLst>
                <a:ext uri="{FF2B5EF4-FFF2-40B4-BE49-F238E27FC236}">
                  <a16:creationId xmlns:a16="http://schemas.microsoft.com/office/drawing/2014/main" id="{6614C6FE-FB36-70A9-F740-2D5AB60081A0}"/>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81" name="Right Triangle 780">
              <a:extLst>
                <a:ext uri="{FF2B5EF4-FFF2-40B4-BE49-F238E27FC236}">
                  <a16:creationId xmlns:a16="http://schemas.microsoft.com/office/drawing/2014/main" id="{1D7761E9-221D-7030-BCD0-0424AB496F77}"/>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2" name="Group 781">
              <a:extLst>
                <a:ext uri="{FF2B5EF4-FFF2-40B4-BE49-F238E27FC236}">
                  <a16:creationId xmlns:a16="http://schemas.microsoft.com/office/drawing/2014/main" id="{13818107-D1EC-E8F0-D104-622A48323326}"/>
                </a:ext>
              </a:extLst>
            </p:cNvPr>
            <p:cNvGrpSpPr/>
            <p:nvPr/>
          </p:nvGrpSpPr>
          <p:grpSpPr>
            <a:xfrm>
              <a:off x="1100969" y="819591"/>
              <a:ext cx="37817" cy="61390"/>
              <a:chOff x="3883481" y="2057400"/>
              <a:chExt cx="1608363" cy="2652031"/>
            </a:xfrm>
            <a:solidFill>
              <a:srgbClr val="A6A6A6">
                <a:alpha val="20000"/>
              </a:srgbClr>
            </a:solidFill>
          </p:grpSpPr>
          <p:sp>
            <p:nvSpPr>
              <p:cNvPr id="783" name="Oval 27">
                <a:extLst>
                  <a:ext uri="{FF2B5EF4-FFF2-40B4-BE49-F238E27FC236}">
                    <a16:creationId xmlns:a16="http://schemas.microsoft.com/office/drawing/2014/main" id="{AE336343-53CC-546E-6B0B-0AB9EC64DE8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4" name="Oval 28">
                <a:extLst>
                  <a:ext uri="{FF2B5EF4-FFF2-40B4-BE49-F238E27FC236}">
                    <a16:creationId xmlns:a16="http://schemas.microsoft.com/office/drawing/2014/main" id="{0BBAB1BD-F96C-109E-8918-85EA8C09D9A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665CB1C3-B482-AB67-CEFC-DC84917D1B7A}"/>
              </a:ext>
            </a:extLst>
          </p:cNvPr>
          <p:cNvGrpSpPr/>
          <p:nvPr/>
        </p:nvGrpSpPr>
        <p:grpSpPr>
          <a:xfrm>
            <a:off x="1267285" y="811556"/>
            <a:ext cx="721206" cy="609701"/>
            <a:chOff x="1267285" y="811556"/>
            <a:chExt cx="721206" cy="609701"/>
          </a:xfrm>
        </p:grpSpPr>
        <p:sp>
          <p:nvSpPr>
            <p:cNvPr id="786" name="Rectangle 785">
              <a:extLst>
                <a:ext uri="{FF2B5EF4-FFF2-40B4-BE49-F238E27FC236}">
                  <a16:creationId xmlns:a16="http://schemas.microsoft.com/office/drawing/2014/main" id="{953CF065-E933-60C6-746D-45C123654E78}"/>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787" name="Right Triangle 786">
              <a:extLst>
                <a:ext uri="{FF2B5EF4-FFF2-40B4-BE49-F238E27FC236}">
                  <a16:creationId xmlns:a16="http://schemas.microsoft.com/office/drawing/2014/main" id="{B026AC4C-7567-C940-0899-3682057315A4}"/>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8" name="Group 787">
              <a:extLst>
                <a:ext uri="{FF2B5EF4-FFF2-40B4-BE49-F238E27FC236}">
                  <a16:creationId xmlns:a16="http://schemas.microsoft.com/office/drawing/2014/main" id="{D9E59B24-E61B-9640-7AB9-DFEF9FF19781}"/>
                </a:ext>
              </a:extLst>
            </p:cNvPr>
            <p:cNvGrpSpPr/>
            <p:nvPr/>
          </p:nvGrpSpPr>
          <p:grpSpPr>
            <a:xfrm>
              <a:off x="1937878" y="819591"/>
              <a:ext cx="37817" cy="61390"/>
              <a:chOff x="3883481" y="2057400"/>
              <a:chExt cx="1608363" cy="2652031"/>
            </a:xfrm>
            <a:solidFill>
              <a:srgbClr val="A6A6A6">
                <a:alpha val="20000"/>
              </a:srgbClr>
            </a:solidFill>
          </p:grpSpPr>
          <p:sp>
            <p:nvSpPr>
              <p:cNvPr id="789" name="Oval 27">
                <a:extLst>
                  <a:ext uri="{FF2B5EF4-FFF2-40B4-BE49-F238E27FC236}">
                    <a16:creationId xmlns:a16="http://schemas.microsoft.com/office/drawing/2014/main" id="{1FB34FD3-52E4-72E9-59F4-396986A13A8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0" name="Oval 28">
                <a:extLst>
                  <a:ext uri="{FF2B5EF4-FFF2-40B4-BE49-F238E27FC236}">
                    <a16:creationId xmlns:a16="http://schemas.microsoft.com/office/drawing/2014/main" id="{C797DB58-A419-53D7-0720-A944F7947F2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7" name="Group 796">
            <a:extLst>
              <a:ext uri="{FF2B5EF4-FFF2-40B4-BE49-F238E27FC236}">
                <a16:creationId xmlns:a16="http://schemas.microsoft.com/office/drawing/2014/main" id="{09BF2265-E08E-A6C7-916D-9BE5EEA1C61B}"/>
              </a:ext>
            </a:extLst>
          </p:cNvPr>
          <p:cNvGrpSpPr/>
          <p:nvPr/>
        </p:nvGrpSpPr>
        <p:grpSpPr>
          <a:xfrm>
            <a:off x="2889438" y="751337"/>
            <a:ext cx="5022643" cy="5001728"/>
            <a:chOff x="2889438" y="751337"/>
            <a:chExt cx="5022643" cy="5001728"/>
          </a:xfrm>
        </p:grpSpPr>
        <p:cxnSp>
          <p:nvCxnSpPr>
            <p:cNvPr id="798" name="Straight Connector 797">
              <a:extLst>
                <a:ext uri="{FF2B5EF4-FFF2-40B4-BE49-F238E27FC236}">
                  <a16:creationId xmlns:a16="http://schemas.microsoft.com/office/drawing/2014/main" id="{2A2CBFA0-0BF7-DB1D-FAE6-359EFC71CC7D}"/>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9" name="Straight Connector 798">
              <a:extLst>
                <a:ext uri="{FF2B5EF4-FFF2-40B4-BE49-F238E27FC236}">
                  <a16:creationId xmlns:a16="http://schemas.microsoft.com/office/drawing/2014/main" id="{8431087A-1E29-AAEE-913D-A43FEDFC0E0B}"/>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0" name="Straight Connector 799">
              <a:extLst>
                <a:ext uri="{FF2B5EF4-FFF2-40B4-BE49-F238E27FC236}">
                  <a16:creationId xmlns:a16="http://schemas.microsoft.com/office/drawing/2014/main" id="{CA946C8B-E3E8-3E01-0373-FD6DC75AEE8D}"/>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1" name="Straight Connector 800">
              <a:extLst>
                <a:ext uri="{FF2B5EF4-FFF2-40B4-BE49-F238E27FC236}">
                  <a16:creationId xmlns:a16="http://schemas.microsoft.com/office/drawing/2014/main" id="{724D53FB-8351-154E-3797-1A07DB104B30}"/>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2" name="Straight Connector 801">
              <a:extLst>
                <a:ext uri="{FF2B5EF4-FFF2-40B4-BE49-F238E27FC236}">
                  <a16:creationId xmlns:a16="http://schemas.microsoft.com/office/drawing/2014/main" id="{97A056B8-A080-8656-9613-C8AE9B4A75A2}"/>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3" name="Straight Connector 802">
              <a:extLst>
                <a:ext uri="{FF2B5EF4-FFF2-40B4-BE49-F238E27FC236}">
                  <a16:creationId xmlns:a16="http://schemas.microsoft.com/office/drawing/2014/main" id="{5E536CCF-207B-56DC-E7DA-35108E6147E1}"/>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4" name="Straight Connector 803">
              <a:extLst>
                <a:ext uri="{FF2B5EF4-FFF2-40B4-BE49-F238E27FC236}">
                  <a16:creationId xmlns:a16="http://schemas.microsoft.com/office/drawing/2014/main" id="{787C620B-5ECA-BC4D-A59C-1B03C43CF994}"/>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5" name="Straight Connector 804">
              <a:extLst>
                <a:ext uri="{FF2B5EF4-FFF2-40B4-BE49-F238E27FC236}">
                  <a16:creationId xmlns:a16="http://schemas.microsoft.com/office/drawing/2014/main" id="{51329D32-600A-324F-1942-F528A96069E9}"/>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6" name="Straight Connector 805">
              <a:extLst>
                <a:ext uri="{FF2B5EF4-FFF2-40B4-BE49-F238E27FC236}">
                  <a16:creationId xmlns:a16="http://schemas.microsoft.com/office/drawing/2014/main" id="{FB2C4AD0-98E3-F670-9064-9E705487DD3B}"/>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7" name="Straight Connector 806">
              <a:extLst>
                <a:ext uri="{FF2B5EF4-FFF2-40B4-BE49-F238E27FC236}">
                  <a16:creationId xmlns:a16="http://schemas.microsoft.com/office/drawing/2014/main" id="{C1C48F55-70F1-745F-2651-5BB6D414DA6F}"/>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3" name="Group 832">
            <a:extLst>
              <a:ext uri="{FF2B5EF4-FFF2-40B4-BE49-F238E27FC236}">
                <a16:creationId xmlns:a16="http://schemas.microsoft.com/office/drawing/2014/main" id="{84D19EF6-C8EF-A22A-D21B-18FCA92373DE}"/>
              </a:ext>
            </a:extLst>
          </p:cNvPr>
          <p:cNvGrpSpPr/>
          <p:nvPr/>
        </p:nvGrpSpPr>
        <p:grpSpPr>
          <a:xfrm>
            <a:off x="2937173" y="4419601"/>
            <a:ext cx="721206" cy="610396"/>
            <a:chOff x="2937173" y="4419601"/>
            <a:chExt cx="721206" cy="610396"/>
          </a:xfrm>
        </p:grpSpPr>
        <p:sp>
          <p:nvSpPr>
            <p:cNvPr id="834" name="Rectangle 833">
              <a:extLst>
                <a:ext uri="{FF2B5EF4-FFF2-40B4-BE49-F238E27FC236}">
                  <a16:creationId xmlns:a16="http://schemas.microsoft.com/office/drawing/2014/main" id="{A9EAE5D4-136D-E574-D20B-E36EF65C707A}"/>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35" name="Right Triangle 834">
              <a:extLst>
                <a:ext uri="{FF2B5EF4-FFF2-40B4-BE49-F238E27FC236}">
                  <a16:creationId xmlns:a16="http://schemas.microsoft.com/office/drawing/2014/main" id="{67688E24-D3BE-8612-A753-596C6ECC506E}"/>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6" name="Group 835">
              <a:extLst>
                <a:ext uri="{FF2B5EF4-FFF2-40B4-BE49-F238E27FC236}">
                  <a16:creationId xmlns:a16="http://schemas.microsoft.com/office/drawing/2014/main" id="{5F5BA41F-7AB2-7752-6C30-B2FD719D0233}"/>
                </a:ext>
              </a:extLst>
            </p:cNvPr>
            <p:cNvGrpSpPr/>
            <p:nvPr/>
          </p:nvGrpSpPr>
          <p:grpSpPr>
            <a:xfrm>
              <a:off x="3607766" y="4425699"/>
              <a:ext cx="37817" cy="61390"/>
              <a:chOff x="3883481" y="2057400"/>
              <a:chExt cx="1608363" cy="2652031"/>
            </a:xfrm>
            <a:solidFill>
              <a:srgbClr val="A6A6A6">
                <a:alpha val="20000"/>
              </a:srgbClr>
            </a:solidFill>
          </p:grpSpPr>
          <p:sp>
            <p:nvSpPr>
              <p:cNvPr id="837" name="Oval 27">
                <a:extLst>
                  <a:ext uri="{FF2B5EF4-FFF2-40B4-BE49-F238E27FC236}">
                    <a16:creationId xmlns:a16="http://schemas.microsoft.com/office/drawing/2014/main" id="{ECDAFB02-E49C-DAA5-AB5C-AE325F8C8FB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8" name="Oval 28">
                <a:extLst>
                  <a:ext uri="{FF2B5EF4-FFF2-40B4-BE49-F238E27FC236}">
                    <a16:creationId xmlns:a16="http://schemas.microsoft.com/office/drawing/2014/main" id="{B4053AB0-CC71-FDA7-6616-B76945F3194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39" name="Group 838">
            <a:extLst>
              <a:ext uri="{FF2B5EF4-FFF2-40B4-BE49-F238E27FC236}">
                <a16:creationId xmlns:a16="http://schemas.microsoft.com/office/drawing/2014/main" id="{C39A0DA3-B164-7DCE-09B8-4F5586CAA9ED}"/>
              </a:ext>
            </a:extLst>
          </p:cNvPr>
          <p:cNvGrpSpPr/>
          <p:nvPr/>
        </p:nvGrpSpPr>
        <p:grpSpPr>
          <a:xfrm>
            <a:off x="6286130" y="4419624"/>
            <a:ext cx="721206" cy="609701"/>
            <a:chOff x="6286130" y="4419624"/>
            <a:chExt cx="721206" cy="609701"/>
          </a:xfrm>
        </p:grpSpPr>
        <p:sp>
          <p:nvSpPr>
            <p:cNvPr id="840" name="Rectangle 839">
              <a:hlinkHover r:id="" action="ppaction://noaction" highlightClick="1"/>
              <a:extLst>
                <a:ext uri="{FF2B5EF4-FFF2-40B4-BE49-F238E27FC236}">
                  <a16:creationId xmlns:a16="http://schemas.microsoft.com/office/drawing/2014/main" id="{2CB5E92F-8378-C3AC-2324-B15147ED3E15}"/>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41" name="Oval 840">
              <a:extLst>
                <a:ext uri="{FF2B5EF4-FFF2-40B4-BE49-F238E27FC236}">
                  <a16:creationId xmlns:a16="http://schemas.microsoft.com/office/drawing/2014/main" id="{D4706679-54B4-EA89-A53E-787840B10F88}"/>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2" name="Isosceles Triangle 648">
              <a:extLst>
                <a:ext uri="{FF2B5EF4-FFF2-40B4-BE49-F238E27FC236}">
                  <a16:creationId xmlns:a16="http://schemas.microsoft.com/office/drawing/2014/main" id="{28175543-CA37-5639-261A-F60771DDE166}"/>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3" name="Group 842">
            <a:extLst>
              <a:ext uri="{FF2B5EF4-FFF2-40B4-BE49-F238E27FC236}">
                <a16:creationId xmlns:a16="http://schemas.microsoft.com/office/drawing/2014/main" id="{7202E61C-6678-AC43-5901-CBB82F58962F}"/>
              </a:ext>
            </a:extLst>
          </p:cNvPr>
          <p:cNvGrpSpPr/>
          <p:nvPr/>
        </p:nvGrpSpPr>
        <p:grpSpPr>
          <a:xfrm>
            <a:off x="5458940" y="5135305"/>
            <a:ext cx="721206" cy="609701"/>
            <a:chOff x="5458940" y="5135305"/>
            <a:chExt cx="721206" cy="609701"/>
          </a:xfrm>
        </p:grpSpPr>
        <p:sp>
          <p:nvSpPr>
            <p:cNvPr id="844" name="Rectangle 843">
              <a:hlinkHover r:id="" action="ppaction://noaction" highlightClick="1"/>
              <a:extLst>
                <a:ext uri="{FF2B5EF4-FFF2-40B4-BE49-F238E27FC236}">
                  <a16:creationId xmlns:a16="http://schemas.microsoft.com/office/drawing/2014/main" id="{4D017E5B-3652-C479-5931-A1415DE41CDF}"/>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45" name="Oval 844">
              <a:extLst>
                <a:ext uri="{FF2B5EF4-FFF2-40B4-BE49-F238E27FC236}">
                  <a16:creationId xmlns:a16="http://schemas.microsoft.com/office/drawing/2014/main" id="{999A96A6-2BEA-2813-96E0-1430C2DCBAEB}"/>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6" name="Isosceles Triangle 648">
              <a:extLst>
                <a:ext uri="{FF2B5EF4-FFF2-40B4-BE49-F238E27FC236}">
                  <a16:creationId xmlns:a16="http://schemas.microsoft.com/office/drawing/2014/main" id="{F621600D-4C37-C5FD-7887-06C2E42525DB}"/>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7" name="Group 846">
            <a:extLst>
              <a:ext uri="{FF2B5EF4-FFF2-40B4-BE49-F238E27FC236}">
                <a16:creationId xmlns:a16="http://schemas.microsoft.com/office/drawing/2014/main" id="{C72D857C-259A-88C6-1E3E-F679236ACE4C}"/>
              </a:ext>
            </a:extLst>
          </p:cNvPr>
          <p:cNvGrpSpPr/>
          <p:nvPr/>
        </p:nvGrpSpPr>
        <p:grpSpPr>
          <a:xfrm>
            <a:off x="6289146" y="5141017"/>
            <a:ext cx="721206" cy="609701"/>
            <a:chOff x="6289146" y="5141017"/>
            <a:chExt cx="721206" cy="609701"/>
          </a:xfrm>
        </p:grpSpPr>
        <p:sp>
          <p:nvSpPr>
            <p:cNvPr id="848" name="Rectangle 847">
              <a:hlinkHover r:id="" action="ppaction://noaction" highlightClick="1"/>
              <a:extLst>
                <a:ext uri="{FF2B5EF4-FFF2-40B4-BE49-F238E27FC236}">
                  <a16:creationId xmlns:a16="http://schemas.microsoft.com/office/drawing/2014/main" id="{1389FA3C-FC1B-8133-CAD5-13DE9ED04960}"/>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49" name="Oval 848">
              <a:extLst>
                <a:ext uri="{FF2B5EF4-FFF2-40B4-BE49-F238E27FC236}">
                  <a16:creationId xmlns:a16="http://schemas.microsoft.com/office/drawing/2014/main" id="{899854FF-D5C4-9CEC-5894-66A2EFE58F64}"/>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0" name="Isosceles Triangle 648">
              <a:extLst>
                <a:ext uri="{FF2B5EF4-FFF2-40B4-BE49-F238E27FC236}">
                  <a16:creationId xmlns:a16="http://schemas.microsoft.com/office/drawing/2014/main" id="{05AD7E8D-DDEB-F550-704D-A2C265E1D87B}"/>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1" name="Group 850">
            <a:extLst>
              <a:ext uri="{FF2B5EF4-FFF2-40B4-BE49-F238E27FC236}">
                <a16:creationId xmlns:a16="http://schemas.microsoft.com/office/drawing/2014/main" id="{22002299-945C-6663-3B65-4AC0D2238ABF}"/>
              </a:ext>
            </a:extLst>
          </p:cNvPr>
          <p:cNvGrpSpPr/>
          <p:nvPr/>
        </p:nvGrpSpPr>
        <p:grpSpPr>
          <a:xfrm>
            <a:off x="7122911" y="4419624"/>
            <a:ext cx="721206" cy="609701"/>
            <a:chOff x="7122911" y="4419624"/>
            <a:chExt cx="721206" cy="609701"/>
          </a:xfrm>
        </p:grpSpPr>
        <p:sp>
          <p:nvSpPr>
            <p:cNvPr id="852" name="Rectangle 851">
              <a:hlinkHover r:id="" action="ppaction://noaction" highlightClick="1"/>
              <a:extLst>
                <a:ext uri="{FF2B5EF4-FFF2-40B4-BE49-F238E27FC236}">
                  <a16:creationId xmlns:a16="http://schemas.microsoft.com/office/drawing/2014/main" id="{B5BFF9C5-D224-EC2F-A5EE-897CB91BDBF7}"/>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53" name="Oval 852">
              <a:extLst>
                <a:ext uri="{FF2B5EF4-FFF2-40B4-BE49-F238E27FC236}">
                  <a16:creationId xmlns:a16="http://schemas.microsoft.com/office/drawing/2014/main" id="{CFBC34F2-98A5-28A1-A4FD-9888015C5041}"/>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4" name="Isosceles Triangle 648">
              <a:extLst>
                <a:ext uri="{FF2B5EF4-FFF2-40B4-BE49-F238E27FC236}">
                  <a16:creationId xmlns:a16="http://schemas.microsoft.com/office/drawing/2014/main" id="{7574EADE-EECC-8F07-DBC3-BDC29E48DD77}"/>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9" name="Group 858">
            <a:extLst>
              <a:ext uri="{FF2B5EF4-FFF2-40B4-BE49-F238E27FC236}">
                <a16:creationId xmlns:a16="http://schemas.microsoft.com/office/drawing/2014/main" id="{E00A6FEC-53CF-F237-3EA4-99BF19CFB860}"/>
              </a:ext>
            </a:extLst>
          </p:cNvPr>
          <p:cNvGrpSpPr/>
          <p:nvPr/>
        </p:nvGrpSpPr>
        <p:grpSpPr>
          <a:xfrm>
            <a:off x="5454385" y="4419624"/>
            <a:ext cx="721206" cy="609701"/>
            <a:chOff x="5454385" y="4419624"/>
            <a:chExt cx="721206" cy="609701"/>
          </a:xfrm>
        </p:grpSpPr>
        <p:sp>
          <p:nvSpPr>
            <p:cNvPr id="860" name="Rectangle 859">
              <a:hlinkHover r:id="" action="ppaction://noaction" highlightClick="1"/>
              <a:extLst>
                <a:ext uri="{FF2B5EF4-FFF2-40B4-BE49-F238E27FC236}">
                  <a16:creationId xmlns:a16="http://schemas.microsoft.com/office/drawing/2014/main" id="{7C3FA6E6-1CAF-9F2B-4743-169C5B7C97F1}"/>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61" name="Oval 860">
              <a:extLst>
                <a:ext uri="{FF2B5EF4-FFF2-40B4-BE49-F238E27FC236}">
                  <a16:creationId xmlns:a16="http://schemas.microsoft.com/office/drawing/2014/main" id="{410B12CF-CBB0-5B96-48A5-25EB0E9BB1CB}"/>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2" name="Isosceles Triangle 648">
              <a:extLst>
                <a:ext uri="{FF2B5EF4-FFF2-40B4-BE49-F238E27FC236}">
                  <a16:creationId xmlns:a16="http://schemas.microsoft.com/office/drawing/2014/main" id="{EC778AB2-2821-0680-F5D4-3523D6951E0D}"/>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3" name="Group 862">
            <a:extLst>
              <a:ext uri="{FF2B5EF4-FFF2-40B4-BE49-F238E27FC236}">
                <a16:creationId xmlns:a16="http://schemas.microsoft.com/office/drawing/2014/main" id="{3771D686-FD77-04C9-C61D-B1E9F995DF5B}"/>
              </a:ext>
            </a:extLst>
          </p:cNvPr>
          <p:cNvGrpSpPr/>
          <p:nvPr/>
        </p:nvGrpSpPr>
        <p:grpSpPr>
          <a:xfrm>
            <a:off x="3775041" y="5130133"/>
            <a:ext cx="721895" cy="609700"/>
            <a:chOff x="3775041" y="5130133"/>
            <a:chExt cx="721895" cy="609700"/>
          </a:xfrm>
        </p:grpSpPr>
        <p:sp>
          <p:nvSpPr>
            <p:cNvPr id="864" name="Rectangle 863">
              <a:hlinkHover r:id="" action="ppaction://noaction" highlightClick="1"/>
              <a:extLst>
                <a:ext uri="{FF2B5EF4-FFF2-40B4-BE49-F238E27FC236}">
                  <a16:creationId xmlns:a16="http://schemas.microsoft.com/office/drawing/2014/main" id="{1BE31E78-2546-5B6C-BD48-BBF24EA4FD52}"/>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65" name="Diamond 864">
              <a:extLst>
                <a:ext uri="{FF2B5EF4-FFF2-40B4-BE49-F238E27FC236}">
                  <a16:creationId xmlns:a16="http://schemas.microsoft.com/office/drawing/2014/main" id="{8FCA3AEC-380C-4429-4375-4D0B95622A77}"/>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6" name="Oval 865">
              <a:extLst>
                <a:ext uri="{FF2B5EF4-FFF2-40B4-BE49-F238E27FC236}">
                  <a16:creationId xmlns:a16="http://schemas.microsoft.com/office/drawing/2014/main" id="{9FA81DFB-2784-FDF7-6823-C821FF3C853B}"/>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7" name="Group 866">
            <a:extLst>
              <a:ext uri="{FF2B5EF4-FFF2-40B4-BE49-F238E27FC236}">
                <a16:creationId xmlns:a16="http://schemas.microsoft.com/office/drawing/2014/main" id="{B3A62521-EEF9-D882-2898-B742E23713DC}"/>
              </a:ext>
            </a:extLst>
          </p:cNvPr>
          <p:cNvGrpSpPr/>
          <p:nvPr/>
        </p:nvGrpSpPr>
        <p:grpSpPr>
          <a:xfrm>
            <a:off x="4618174" y="5130748"/>
            <a:ext cx="721895" cy="609700"/>
            <a:chOff x="4618174" y="5130748"/>
            <a:chExt cx="721895" cy="609700"/>
          </a:xfrm>
        </p:grpSpPr>
        <p:sp>
          <p:nvSpPr>
            <p:cNvPr id="868" name="Rectangle 867">
              <a:hlinkHover r:id="" action="ppaction://noaction" highlightClick="1"/>
              <a:extLst>
                <a:ext uri="{FF2B5EF4-FFF2-40B4-BE49-F238E27FC236}">
                  <a16:creationId xmlns:a16="http://schemas.microsoft.com/office/drawing/2014/main" id="{96B93F60-CB02-EB9E-E56C-E10308505B18}"/>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69" name="Diamond 868">
              <a:extLst>
                <a:ext uri="{FF2B5EF4-FFF2-40B4-BE49-F238E27FC236}">
                  <a16:creationId xmlns:a16="http://schemas.microsoft.com/office/drawing/2014/main" id="{4EF2AB13-6FCE-5F73-856D-A39B5DD2E102}"/>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0" name="Oval 869">
              <a:extLst>
                <a:ext uri="{FF2B5EF4-FFF2-40B4-BE49-F238E27FC236}">
                  <a16:creationId xmlns:a16="http://schemas.microsoft.com/office/drawing/2014/main" id="{BC0F2493-B965-0117-E406-FE39EDEE7563}"/>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1" name="Group 870">
            <a:extLst>
              <a:ext uri="{FF2B5EF4-FFF2-40B4-BE49-F238E27FC236}">
                <a16:creationId xmlns:a16="http://schemas.microsoft.com/office/drawing/2014/main" id="{F15E686E-4A66-E9EF-0753-567F417F414C}"/>
              </a:ext>
            </a:extLst>
          </p:cNvPr>
          <p:cNvGrpSpPr/>
          <p:nvPr/>
        </p:nvGrpSpPr>
        <p:grpSpPr>
          <a:xfrm>
            <a:off x="7125833" y="5143368"/>
            <a:ext cx="721206" cy="609701"/>
            <a:chOff x="7125833" y="5143368"/>
            <a:chExt cx="721206" cy="609701"/>
          </a:xfrm>
        </p:grpSpPr>
        <p:sp>
          <p:nvSpPr>
            <p:cNvPr id="872" name="Rectangle 871">
              <a:hlinkHover r:id="" action="ppaction://noaction" highlightClick="1"/>
              <a:extLst>
                <a:ext uri="{FF2B5EF4-FFF2-40B4-BE49-F238E27FC236}">
                  <a16:creationId xmlns:a16="http://schemas.microsoft.com/office/drawing/2014/main" id="{184B8DAA-0ED1-BF10-EE8D-15F82A2F38C1}"/>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73" name="Oval 872">
              <a:extLst>
                <a:ext uri="{FF2B5EF4-FFF2-40B4-BE49-F238E27FC236}">
                  <a16:creationId xmlns:a16="http://schemas.microsoft.com/office/drawing/2014/main" id="{E9602836-8F71-BDA8-FAD1-57939C8CFC01}"/>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4" name="Isosceles Triangle 648">
              <a:extLst>
                <a:ext uri="{FF2B5EF4-FFF2-40B4-BE49-F238E27FC236}">
                  <a16:creationId xmlns:a16="http://schemas.microsoft.com/office/drawing/2014/main" id="{5B02E256-8ADC-AB57-185C-30CDBD0677B9}"/>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5" name="Group 874">
            <a:extLst>
              <a:ext uri="{FF2B5EF4-FFF2-40B4-BE49-F238E27FC236}">
                <a16:creationId xmlns:a16="http://schemas.microsoft.com/office/drawing/2014/main" id="{4617D5D8-1AC8-B9CD-10CE-D31C2983D6C3}"/>
              </a:ext>
            </a:extLst>
          </p:cNvPr>
          <p:cNvGrpSpPr/>
          <p:nvPr/>
        </p:nvGrpSpPr>
        <p:grpSpPr>
          <a:xfrm>
            <a:off x="7122911" y="3698231"/>
            <a:ext cx="721206" cy="609701"/>
            <a:chOff x="7122911" y="3698231"/>
            <a:chExt cx="721206" cy="609701"/>
          </a:xfrm>
        </p:grpSpPr>
        <p:sp>
          <p:nvSpPr>
            <p:cNvPr id="876" name="Rectangle 875">
              <a:hlinkHover r:id="" action="ppaction://noaction" highlightClick="1"/>
              <a:extLst>
                <a:ext uri="{FF2B5EF4-FFF2-40B4-BE49-F238E27FC236}">
                  <a16:creationId xmlns:a16="http://schemas.microsoft.com/office/drawing/2014/main" id="{FD9F6D87-9585-9060-7BD2-9939F3B2B449}"/>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77" name="Oval 876">
              <a:extLst>
                <a:ext uri="{FF2B5EF4-FFF2-40B4-BE49-F238E27FC236}">
                  <a16:creationId xmlns:a16="http://schemas.microsoft.com/office/drawing/2014/main" id="{3B369B06-FE65-E343-53AC-50E191D27E84}"/>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8" name="Isosceles Triangle 648">
              <a:extLst>
                <a:ext uri="{FF2B5EF4-FFF2-40B4-BE49-F238E27FC236}">
                  <a16:creationId xmlns:a16="http://schemas.microsoft.com/office/drawing/2014/main" id="{36B5CBCE-424F-79C0-91FE-3D50300FAB8A}"/>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9" name="Group 878">
            <a:extLst>
              <a:ext uri="{FF2B5EF4-FFF2-40B4-BE49-F238E27FC236}">
                <a16:creationId xmlns:a16="http://schemas.microsoft.com/office/drawing/2014/main" id="{600443EA-E5D8-D058-3CD6-A4123703820C}"/>
              </a:ext>
            </a:extLst>
          </p:cNvPr>
          <p:cNvGrpSpPr/>
          <p:nvPr/>
        </p:nvGrpSpPr>
        <p:grpSpPr>
          <a:xfrm>
            <a:off x="6286224" y="3620338"/>
            <a:ext cx="721206" cy="687594"/>
            <a:chOff x="6286224" y="3620338"/>
            <a:chExt cx="721206" cy="687594"/>
          </a:xfrm>
        </p:grpSpPr>
        <p:cxnSp>
          <p:nvCxnSpPr>
            <p:cNvPr id="880" name="Straight Connector 879">
              <a:extLst>
                <a:ext uri="{FF2B5EF4-FFF2-40B4-BE49-F238E27FC236}">
                  <a16:creationId xmlns:a16="http://schemas.microsoft.com/office/drawing/2014/main" id="{E7DD4B49-724E-A245-5D1F-AC4073279A50}"/>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81" name="Rectangle 880">
              <a:hlinkHover r:id="" action="ppaction://noaction" highlightClick="1"/>
              <a:extLst>
                <a:ext uri="{FF2B5EF4-FFF2-40B4-BE49-F238E27FC236}">
                  <a16:creationId xmlns:a16="http://schemas.microsoft.com/office/drawing/2014/main" id="{A046ED2A-D011-520E-AA51-B29857CE4FC2}"/>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82" name="Oval 881">
              <a:extLst>
                <a:ext uri="{FF2B5EF4-FFF2-40B4-BE49-F238E27FC236}">
                  <a16:creationId xmlns:a16="http://schemas.microsoft.com/office/drawing/2014/main" id="{FD25F077-CA46-A692-E67F-D1F01BA52981}"/>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3" name="Isosceles Triangle 648">
              <a:extLst>
                <a:ext uri="{FF2B5EF4-FFF2-40B4-BE49-F238E27FC236}">
                  <a16:creationId xmlns:a16="http://schemas.microsoft.com/office/drawing/2014/main" id="{7DF55EF1-1D2D-01C6-1D5B-5F540F5921E7}"/>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94" name="Group 893">
            <a:extLst>
              <a:ext uri="{FF2B5EF4-FFF2-40B4-BE49-F238E27FC236}">
                <a16:creationId xmlns:a16="http://schemas.microsoft.com/office/drawing/2014/main" id="{195A8BA7-E43D-6B01-E66E-8F19D831F2BE}"/>
              </a:ext>
            </a:extLst>
          </p:cNvPr>
          <p:cNvGrpSpPr/>
          <p:nvPr/>
        </p:nvGrpSpPr>
        <p:grpSpPr>
          <a:xfrm>
            <a:off x="1269622" y="4419620"/>
            <a:ext cx="721206" cy="609701"/>
            <a:chOff x="1269622" y="4419620"/>
            <a:chExt cx="721206" cy="609701"/>
          </a:xfrm>
        </p:grpSpPr>
        <p:sp>
          <p:nvSpPr>
            <p:cNvPr id="895" name="Rectangle 894">
              <a:extLst>
                <a:ext uri="{FF2B5EF4-FFF2-40B4-BE49-F238E27FC236}">
                  <a16:creationId xmlns:a16="http://schemas.microsoft.com/office/drawing/2014/main" id="{902BD2FD-8F8C-0C8F-27DE-95E798F4FADB}"/>
                </a:ext>
              </a:extLst>
            </p:cNvPr>
            <p:cNvSpPr/>
            <p:nvPr/>
          </p:nvSpPr>
          <p:spPr>
            <a:xfrm>
              <a:off x="1269622" y="4419620"/>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896" name="Cylinder 895">
              <a:extLst>
                <a:ext uri="{FF2B5EF4-FFF2-40B4-BE49-F238E27FC236}">
                  <a16:creationId xmlns:a16="http://schemas.microsoft.com/office/drawing/2014/main" id="{0F669C57-A940-BCCB-6D26-7F0F54F413D4}"/>
                </a:ext>
              </a:extLst>
            </p:cNvPr>
            <p:cNvSpPr/>
            <p:nvPr/>
          </p:nvSpPr>
          <p:spPr>
            <a:xfrm>
              <a:off x="1917348" y="4419620"/>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97" name="Group 896">
            <a:extLst>
              <a:ext uri="{FF2B5EF4-FFF2-40B4-BE49-F238E27FC236}">
                <a16:creationId xmlns:a16="http://schemas.microsoft.com/office/drawing/2014/main" id="{FC4FBE96-C2FA-6F75-2FEB-44D1BA10FEBA}"/>
              </a:ext>
            </a:extLst>
          </p:cNvPr>
          <p:cNvGrpSpPr/>
          <p:nvPr/>
        </p:nvGrpSpPr>
        <p:grpSpPr>
          <a:xfrm>
            <a:off x="432838" y="4419620"/>
            <a:ext cx="721206" cy="609701"/>
            <a:chOff x="432838" y="4419620"/>
            <a:chExt cx="721206" cy="609701"/>
          </a:xfrm>
        </p:grpSpPr>
        <p:sp>
          <p:nvSpPr>
            <p:cNvPr id="898" name="Rectangle 897">
              <a:extLst>
                <a:ext uri="{FF2B5EF4-FFF2-40B4-BE49-F238E27FC236}">
                  <a16:creationId xmlns:a16="http://schemas.microsoft.com/office/drawing/2014/main" id="{231729F4-353C-BC09-2E8F-97330F13613F}"/>
                </a:ext>
              </a:extLst>
            </p:cNvPr>
            <p:cNvSpPr/>
            <p:nvPr/>
          </p:nvSpPr>
          <p:spPr>
            <a:xfrm>
              <a:off x="432838" y="4419620"/>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899" name="Cylinder 898">
              <a:extLst>
                <a:ext uri="{FF2B5EF4-FFF2-40B4-BE49-F238E27FC236}">
                  <a16:creationId xmlns:a16="http://schemas.microsoft.com/office/drawing/2014/main" id="{EE4F08A7-A54C-ACEA-4133-DFD3C93F06F3}"/>
                </a:ext>
              </a:extLst>
            </p:cNvPr>
            <p:cNvSpPr/>
            <p:nvPr/>
          </p:nvSpPr>
          <p:spPr>
            <a:xfrm>
              <a:off x="1080564" y="4419620"/>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00" name="Group 899">
            <a:extLst>
              <a:ext uri="{FF2B5EF4-FFF2-40B4-BE49-F238E27FC236}">
                <a16:creationId xmlns:a16="http://schemas.microsoft.com/office/drawing/2014/main" id="{ADA9BC90-2290-93A4-A274-CF9413CEA684}"/>
              </a:ext>
            </a:extLst>
          </p:cNvPr>
          <p:cNvGrpSpPr/>
          <p:nvPr/>
        </p:nvGrpSpPr>
        <p:grpSpPr>
          <a:xfrm>
            <a:off x="1268463" y="5141013"/>
            <a:ext cx="721206" cy="609701"/>
            <a:chOff x="1268463" y="5141013"/>
            <a:chExt cx="721206" cy="609701"/>
          </a:xfrm>
        </p:grpSpPr>
        <p:sp>
          <p:nvSpPr>
            <p:cNvPr id="901" name="Rectangle 900">
              <a:extLst>
                <a:ext uri="{FF2B5EF4-FFF2-40B4-BE49-F238E27FC236}">
                  <a16:creationId xmlns:a16="http://schemas.microsoft.com/office/drawing/2014/main" id="{0546CDDD-1481-C4F4-7E98-A8C832B2806C}"/>
                </a:ext>
              </a:extLst>
            </p:cNvPr>
            <p:cNvSpPr/>
            <p:nvPr/>
          </p:nvSpPr>
          <p:spPr>
            <a:xfrm>
              <a:off x="1268463" y="5141013"/>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902" name="Cylinder 901">
              <a:extLst>
                <a:ext uri="{FF2B5EF4-FFF2-40B4-BE49-F238E27FC236}">
                  <a16:creationId xmlns:a16="http://schemas.microsoft.com/office/drawing/2014/main" id="{0D5221A4-36F8-9932-1BAA-17EEE804370F}"/>
                </a:ext>
              </a:extLst>
            </p:cNvPr>
            <p:cNvSpPr/>
            <p:nvPr/>
          </p:nvSpPr>
          <p:spPr>
            <a:xfrm>
              <a:off x="1916189" y="5141013"/>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03" name="Group 902">
            <a:extLst>
              <a:ext uri="{FF2B5EF4-FFF2-40B4-BE49-F238E27FC236}">
                <a16:creationId xmlns:a16="http://schemas.microsoft.com/office/drawing/2014/main" id="{4E7E7F00-E656-7745-CB00-964B60179BF5}"/>
              </a:ext>
            </a:extLst>
          </p:cNvPr>
          <p:cNvGrpSpPr/>
          <p:nvPr/>
        </p:nvGrpSpPr>
        <p:grpSpPr>
          <a:xfrm>
            <a:off x="431294" y="5141013"/>
            <a:ext cx="721206" cy="609701"/>
            <a:chOff x="431294" y="5141013"/>
            <a:chExt cx="721206" cy="609701"/>
          </a:xfrm>
        </p:grpSpPr>
        <p:sp>
          <p:nvSpPr>
            <p:cNvPr id="904" name="Rectangle 903">
              <a:extLst>
                <a:ext uri="{FF2B5EF4-FFF2-40B4-BE49-F238E27FC236}">
                  <a16:creationId xmlns:a16="http://schemas.microsoft.com/office/drawing/2014/main" id="{8C67ED6D-E811-403C-3A77-DA3179A34162}"/>
                </a:ext>
              </a:extLst>
            </p:cNvPr>
            <p:cNvSpPr/>
            <p:nvPr/>
          </p:nvSpPr>
          <p:spPr>
            <a:xfrm>
              <a:off x="431294" y="5141013"/>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905" name="Cylinder 904">
              <a:extLst>
                <a:ext uri="{FF2B5EF4-FFF2-40B4-BE49-F238E27FC236}">
                  <a16:creationId xmlns:a16="http://schemas.microsoft.com/office/drawing/2014/main" id="{23C0314A-9094-56CD-F3BA-45AA9A01E95C}"/>
                </a:ext>
              </a:extLst>
            </p:cNvPr>
            <p:cNvSpPr/>
            <p:nvPr/>
          </p:nvSpPr>
          <p:spPr>
            <a:xfrm>
              <a:off x="1079020" y="5141013"/>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7" name="Group 36">
            <a:extLst>
              <a:ext uri="{FF2B5EF4-FFF2-40B4-BE49-F238E27FC236}">
                <a16:creationId xmlns:a16="http://schemas.microsoft.com/office/drawing/2014/main" id="{A1C15546-5E0B-8FAE-8513-1574200F014B}"/>
              </a:ext>
            </a:extLst>
          </p:cNvPr>
          <p:cNvGrpSpPr/>
          <p:nvPr/>
        </p:nvGrpSpPr>
        <p:grpSpPr>
          <a:xfrm>
            <a:off x="3779087" y="3698226"/>
            <a:ext cx="721206" cy="609701"/>
            <a:chOff x="3779087" y="3698226"/>
            <a:chExt cx="721206" cy="609701"/>
          </a:xfrm>
        </p:grpSpPr>
        <p:sp>
          <p:nvSpPr>
            <p:cNvPr id="38" name="Rectangle 37">
              <a:extLst>
                <a:ext uri="{FF2B5EF4-FFF2-40B4-BE49-F238E27FC236}">
                  <a16:creationId xmlns:a16="http://schemas.microsoft.com/office/drawing/2014/main" id="{539E2314-D880-728C-110D-A37F7B6637AB}"/>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41" name="Right Triangle 40">
              <a:extLst>
                <a:ext uri="{FF2B5EF4-FFF2-40B4-BE49-F238E27FC236}">
                  <a16:creationId xmlns:a16="http://schemas.microsoft.com/office/drawing/2014/main" id="{196FA24C-CCD6-B14F-3DA7-E42D313B5ED1}"/>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2" name="Group 41">
              <a:extLst>
                <a:ext uri="{FF2B5EF4-FFF2-40B4-BE49-F238E27FC236}">
                  <a16:creationId xmlns:a16="http://schemas.microsoft.com/office/drawing/2014/main" id="{4C9B505C-6907-9F65-26EF-405470531D05}"/>
                </a:ext>
              </a:extLst>
            </p:cNvPr>
            <p:cNvGrpSpPr/>
            <p:nvPr/>
          </p:nvGrpSpPr>
          <p:grpSpPr>
            <a:xfrm>
              <a:off x="4448513" y="3706747"/>
              <a:ext cx="37817" cy="61390"/>
              <a:chOff x="3883481" y="2057400"/>
              <a:chExt cx="1608363" cy="2652031"/>
            </a:xfrm>
            <a:solidFill>
              <a:srgbClr val="A6A6A6">
                <a:alpha val="20000"/>
              </a:srgbClr>
            </a:solidFill>
          </p:grpSpPr>
          <p:sp>
            <p:nvSpPr>
              <p:cNvPr id="43" name="Oval 27">
                <a:extLst>
                  <a:ext uri="{FF2B5EF4-FFF2-40B4-BE49-F238E27FC236}">
                    <a16:creationId xmlns:a16="http://schemas.microsoft.com/office/drawing/2014/main" id="{1D480838-D58A-8EB7-2F1A-54DE39C8D2F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 name="Oval 28">
                <a:extLst>
                  <a:ext uri="{FF2B5EF4-FFF2-40B4-BE49-F238E27FC236}">
                    <a16:creationId xmlns:a16="http://schemas.microsoft.com/office/drawing/2014/main" id="{FC7B76EA-6015-BB9E-9419-6A3C9530FBC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5" name="Group 44">
            <a:extLst>
              <a:ext uri="{FF2B5EF4-FFF2-40B4-BE49-F238E27FC236}">
                <a16:creationId xmlns:a16="http://schemas.microsoft.com/office/drawing/2014/main" id="{BF132F55-3C40-C6ED-7611-36206DAE71A3}"/>
              </a:ext>
            </a:extLst>
          </p:cNvPr>
          <p:cNvGrpSpPr/>
          <p:nvPr/>
        </p:nvGrpSpPr>
        <p:grpSpPr>
          <a:xfrm>
            <a:off x="4615774" y="3698231"/>
            <a:ext cx="721206" cy="609701"/>
            <a:chOff x="4615774" y="3698231"/>
            <a:chExt cx="721206" cy="609701"/>
          </a:xfrm>
        </p:grpSpPr>
        <p:sp>
          <p:nvSpPr>
            <p:cNvPr id="46" name="Rectangle 45">
              <a:hlinkHover r:id="" action="ppaction://noaction" highlightClick="1"/>
              <a:extLst>
                <a:ext uri="{FF2B5EF4-FFF2-40B4-BE49-F238E27FC236}">
                  <a16:creationId xmlns:a16="http://schemas.microsoft.com/office/drawing/2014/main" id="{2A11967F-D505-ECF4-2F0A-9D0BF6D1B900}"/>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58" name="Oval 57">
              <a:extLst>
                <a:ext uri="{FF2B5EF4-FFF2-40B4-BE49-F238E27FC236}">
                  <a16:creationId xmlns:a16="http://schemas.microsoft.com/office/drawing/2014/main" id="{64F0D952-5CC3-0255-F22B-C8C0DA84328D}"/>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 name="Isosceles Triangle 648">
              <a:extLst>
                <a:ext uri="{FF2B5EF4-FFF2-40B4-BE49-F238E27FC236}">
                  <a16:creationId xmlns:a16="http://schemas.microsoft.com/office/drawing/2014/main" id="{8DB88837-736A-0B03-9BD7-8D5440D97B9A}"/>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08" name="Group 907">
            <a:extLst>
              <a:ext uri="{FF2B5EF4-FFF2-40B4-BE49-F238E27FC236}">
                <a16:creationId xmlns:a16="http://schemas.microsoft.com/office/drawing/2014/main" id="{DA74F242-54A2-05A6-8960-2497550CED3C}"/>
              </a:ext>
            </a:extLst>
          </p:cNvPr>
          <p:cNvGrpSpPr/>
          <p:nvPr/>
        </p:nvGrpSpPr>
        <p:grpSpPr>
          <a:xfrm>
            <a:off x="2099604" y="5136552"/>
            <a:ext cx="721206" cy="609701"/>
            <a:chOff x="2099604" y="5136552"/>
            <a:chExt cx="721206" cy="609701"/>
          </a:xfrm>
        </p:grpSpPr>
        <p:sp>
          <p:nvSpPr>
            <p:cNvPr id="909" name="Rectangle 908">
              <a:extLst>
                <a:ext uri="{FF2B5EF4-FFF2-40B4-BE49-F238E27FC236}">
                  <a16:creationId xmlns:a16="http://schemas.microsoft.com/office/drawing/2014/main" id="{E8ECFA21-F53B-D221-F674-F3529E90E2F2}"/>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910" name="Right Triangle 909">
              <a:extLst>
                <a:ext uri="{FF2B5EF4-FFF2-40B4-BE49-F238E27FC236}">
                  <a16:creationId xmlns:a16="http://schemas.microsoft.com/office/drawing/2014/main" id="{24684FC5-F1AE-4ABC-1891-15D3D1B9C50C}"/>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11" name="Group 910">
              <a:extLst>
                <a:ext uri="{FF2B5EF4-FFF2-40B4-BE49-F238E27FC236}">
                  <a16:creationId xmlns:a16="http://schemas.microsoft.com/office/drawing/2014/main" id="{F6C0CBFF-B376-07EF-9A8B-3A27C9E65824}"/>
                </a:ext>
              </a:extLst>
            </p:cNvPr>
            <p:cNvGrpSpPr/>
            <p:nvPr/>
          </p:nvGrpSpPr>
          <p:grpSpPr>
            <a:xfrm>
              <a:off x="2765661" y="5151382"/>
              <a:ext cx="37817" cy="61390"/>
              <a:chOff x="3883481" y="2057400"/>
              <a:chExt cx="1608363" cy="2652031"/>
            </a:xfrm>
            <a:solidFill>
              <a:srgbClr val="A6A6A6">
                <a:alpha val="20000"/>
              </a:srgbClr>
            </a:solidFill>
          </p:grpSpPr>
          <p:sp>
            <p:nvSpPr>
              <p:cNvPr id="912" name="Oval 27">
                <a:extLst>
                  <a:ext uri="{FF2B5EF4-FFF2-40B4-BE49-F238E27FC236}">
                    <a16:creationId xmlns:a16="http://schemas.microsoft.com/office/drawing/2014/main" id="{D3484892-715D-CF43-42A3-30C81E9FD1F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3" name="Oval 28">
                <a:extLst>
                  <a:ext uri="{FF2B5EF4-FFF2-40B4-BE49-F238E27FC236}">
                    <a16:creationId xmlns:a16="http://schemas.microsoft.com/office/drawing/2014/main" id="{87501A00-8B20-4BFD-FF39-5D17AFA4B44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14" name="Group 913">
            <a:extLst>
              <a:ext uri="{FF2B5EF4-FFF2-40B4-BE49-F238E27FC236}">
                <a16:creationId xmlns:a16="http://schemas.microsoft.com/office/drawing/2014/main" id="{3274307B-12E3-DBA6-DED0-D9B3BEDF0848}"/>
              </a:ext>
            </a:extLst>
          </p:cNvPr>
          <p:cNvGrpSpPr/>
          <p:nvPr/>
        </p:nvGrpSpPr>
        <p:grpSpPr>
          <a:xfrm>
            <a:off x="2100392" y="4419620"/>
            <a:ext cx="721206" cy="609701"/>
            <a:chOff x="2100392" y="4419620"/>
            <a:chExt cx="721206" cy="609701"/>
          </a:xfrm>
        </p:grpSpPr>
        <p:sp>
          <p:nvSpPr>
            <p:cNvPr id="915" name="Rectangle 914">
              <a:extLst>
                <a:ext uri="{FF2B5EF4-FFF2-40B4-BE49-F238E27FC236}">
                  <a16:creationId xmlns:a16="http://schemas.microsoft.com/office/drawing/2014/main" id="{A4D96979-1DD6-C48E-43C6-24F1427A4546}"/>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916" name="Right Triangle 915">
              <a:extLst>
                <a:ext uri="{FF2B5EF4-FFF2-40B4-BE49-F238E27FC236}">
                  <a16:creationId xmlns:a16="http://schemas.microsoft.com/office/drawing/2014/main" id="{53A1E41B-B64B-351D-7611-280923AC03D7}"/>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17" name="Group 916">
              <a:extLst>
                <a:ext uri="{FF2B5EF4-FFF2-40B4-BE49-F238E27FC236}">
                  <a16:creationId xmlns:a16="http://schemas.microsoft.com/office/drawing/2014/main" id="{9F4639C3-13FA-52AD-1D2C-DB3F35503F82}"/>
                </a:ext>
              </a:extLst>
            </p:cNvPr>
            <p:cNvGrpSpPr/>
            <p:nvPr/>
          </p:nvGrpSpPr>
          <p:grpSpPr>
            <a:xfrm>
              <a:off x="2769856" y="4434450"/>
              <a:ext cx="37817" cy="61390"/>
              <a:chOff x="3883481" y="2057400"/>
              <a:chExt cx="1608363" cy="2652031"/>
            </a:xfrm>
            <a:solidFill>
              <a:srgbClr val="A6A6A6">
                <a:alpha val="20000"/>
              </a:srgbClr>
            </a:solidFill>
          </p:grpSpPr>
          <p:sp>
            <p:nvSpPr>
              <p:cNvPr id="918" name="Oval 27">
                <a:extLst>
                  <a:ext uri="{FF2B5EF4-FFF2-40B4-BE49-F238E27FC236}">
                    <a16:creationId xmlns:a16="http://schemas.microsoft.com/office/drawing/2014/main" id="{F2BC7DD5-86B9-B130-E2E9-DB79BFF811F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9" name="Oval 28">
                <a:extLst>
                  <a:ext uri="{FF2B5EF4-FFF2-40B4-BE49-F238E27FC236}">
                    <a16:creationId xmlns:a16="http://schemas.microsoft.com/office/drawing/2014/main" id="{60045956-6787-BE2B-0812-1FDEC1091B8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28" name="Group 927">
            <a:extLst>
              <a:ext uri="{FF2B5EF4-FFF2-40B4-BE49-F238E27FC236}">
                <a16:creationId xmlns:a16="http://schemas.microsoft.com/office/drawing/2014/main" id="{5D472A92-9A8D-1807-7052-8837E6CF3F49}"/>
              </a:ext>
            </a:extLst>
          </p:cNvPr>
          <p:cNvGrpSpPr/>
          <p:nvPr/>
        </p:nvGrpSpPr>
        <p:grpSpPr>
          <a:xfrm>
            <a:off x="8807246" y="1508831"/>
            <a:ext cx="721206" cy="609701"/>
            <a:chOff x="8807246" y="1532278"/>
            <a:chExt cx="721206" cy="609701"/>
          </a:xfrm>
        </p:grpSpPr>
        <p:sp>
          <p:nvSpPr>
            <p:cNvPr id="929" name="Rectangle 928">
              <a:hlinkHover r:id="" action="ppaction://noaction" highlightClick="1"/>
              <a:extLst>
                <a:ext uri="{FF2B5EF4-FFF2-40B4-BE49-F238E27FC236}">
                  <a16:creationId xmlns:a16="http://schemas.microsoft.com/office/drawing/2014/main" id="{03902294-90B0-E091-8ED5-7B1BFDA6A905}"/>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930" name="Oval 929">
              <a:extLst>
                <a:ext uri="{FF2B5EF4-FFF2-40B4-BE49-F238E27FC236}">
                  <a16:creationId xmlns:a16="http://schemas.microsoft.com/office/drawing/2014/main" id="{E5B7726E-D6B2-055A-CDE3-F7F1F92C897A}"/>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1" name="Isosceles Triangle 648">
              <a:extLst>
                <a:ext uri="{FF2B5EF4-FFF2-40B4-BE49-F238E27FC236}">
                  <a16:creationId xmlns:a16="http://schemas.microsoft.com/office/drawing/2014/main" id="{EDF86111-93E5-2D60-B028-2DC95D4F88C0}"/>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2" name="Group 931">
            <a:extLst>
              <a:ext uri="{FF2B5EF4-FFF2-40B4-BE49-F238E27FC236}">
                <a16:creationId xmlns:a16="http://schemas.microsoft.com/office/drawing/2014/main" id="{CE27ECB5-25D7-7173-1ABD-A726075F9C02}"/>
              </a:ext>
            </a:extLst>
          </p:cNvPr>
          <p:cNvGrpSpPr/>
          <p:nvPr/>
        </p:nvGrpSpPr>
        <p:grpSpPr>
          <a:xfrm>
            <a:off x="11356242" y="1508829"/>
            <a:ext cx="721206" cy="609701"/>
            <a:chOff x="11356242" y="1532276"/>
            <a:chExt cx="721206" cy="609701"/>
          </a:xfrm>
        </p:grpSpPr>
        <p:sp>
          <p:nvSpPr>
            <p:cNvPr id="933" name="Rectangle 932">
              <a:hlinkHover r:id="" action="ppaction://noaction" highlightClick="1"/>
              <a:extLst>
                <a:ext uri="{FF2B5EF4-FFF2-40B4-BE49-F238E27FC236}">
                  <a16:creationId xmlns:a16="http://schemas.microsoft.com/office/drawing/2014/main" id="{A4A86C05-8C62-CF73-7706-5FD840266C6D}"/>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934" name="Oval 933">
              <a:extLst>
                <a:ext uri="{FF2B5EF4-FFF2-40B4-BE49-F238E27FC236}">
                  <a16:creationId xmlns:a16="http://schemas.microsoft.com/office/drawing/2014/main" id="{F6A3F4A6-C7E8-91F2-A8E6-117FD5CCC00E}"/>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5" name="Isosceles Triangle 648">
              <a:extLst>
                <a:ext uri="{FF2B5EF4-FFF2-40B4-BE49-F238E27FC236}">
                  <a16:creationId xmlns:a16="http://schemas.microsoft.com/office/drawing/2014/main" id="{3C82B62F-C2BA-4C9A-D194-9776F47DAB1E}"/>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4" name="Group 943">
            <a:extLst>
              <a:ext uri="{FF2B5EF4-FFF2-40B4-BE49-F238E27FC236}">
                <a16:creationId xmlns:a16="http://schemas.microsoft.com/office/drawing/2014/main" id="{5F8D55C7-D387-7DE6-EE7E-104872ED0DE7}"/>
              </a:ext>
            </a:extLst>
          </p:cNvPr>
          <p:cNvGrpSpPr/>
          <p:nvPr/>
        </p:nvGrpSpPr>
        <p:grpSpPr>
          <a:xfrm>
            <a:off x="3776512" y="2950606"/>
            <a:ext cx="724130" cy="609701"/>
            <a:chOff x="3776512" y="2974053"/>
            <a:chExt cx="724130" cy="609701"/>
          </a:xfrm>
        </p:grpSpPr>
        <p:sp>
          <p:nvSpPr>
            <p:cNvPr id="945" name="Rectangle 944">
              <a:extLst>
                <a:ext uri="{FF2B5EF4-FFF2-40B4-BE49-F238E27FC236}">
                  <a16:creationId xmlns:a16="http://schemas.microsoft.com/office/drawing/2014/main" id="{36797EC4-9A70-CA09-64A7-72E6A4B24E77}"/>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946" name="Right Triangle 945">
              <a:extLst>
                <a:ext uri="{FF2B5EF4-FFF2-40B4-BE49-F238E27FC236}">
                  <a16:creationId xmlns:a16="http://schemas.microsoft.com/office/drawing/2014/main" id="{37D3E681-6951-C7DD-25E4-4DAC520EEDB0}"/>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47" name="Group 946">
              <a:extLst>
                <a:ext uri="{FF2B5EF4-FFF2-40B4-BE49-F238E27FC236}">
                  <a16:creationId xmlns:a16="http://schemas.microsoft.com/office/drawing/2014/main" id="{41BB1308-6160-553C-AA84-824AB1059319}"/>
                </a:ext>
              </a:extLst>
            </p:cNvPr>
            <p:cNvGrpSpPr/>
            <p:nvPr/>
          </p:nvGrpSpPr>
          <p:grpSpPr>
            <a:xfrm>
              <a:off x="4450061" y="2982574"/>
              <a:ext cx="37817" cy="61390"/>
              <a:chOff x="3883481" y="2057400"/>
              <a:chExt cx="1608363" cy="2652031"/>
            </a:xfrm>
            <a:solidFill>
              <a:srgbClr val="A6A6A6">
                <a:alpha val="20000"/>
              </a:srgbClr>
            </a:solidFill>
          </p:grpSpPr>
          <p:sp>
            <p:nvSpPr>
              <p:cNvPr id="948" name="Oval 27">
                <a:extLst>
                  <a:ext uri="{FF2B5EF4-FFF2-40B4-BE49-F238E27FC236}">
                    <a16:creationId xmlns:a16="http://schemas.microsoft.com/office/drawing/2014/main" id="{6A9CE46D-2CF5-F6D4-985B-0473F00BD93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9" name="Oval 28">
                <a:extLst>
                  <a:ext uri="{FF2B5EF4-FFF2-40B4-BE49-F238E27FC236}">
                    <a16:creationId xmlns:a16="http://schemas.microsoft.com/office/drawing/2014/main" id="{F0EDAD53-4C54-9C3B-069F-D30E126F058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85" name="Group 484">
            <a:extLst>
              <a:ext uri="{FF2B5EF4-FFF2-40B4-BE49-F238E27FC236}">
                <a16:creationId xmlns:a16="http://schemas.microsoft.com/office/drawing/2014/main" id="{4543DBE6-B44D-D677-9AB6-3D015AF82DF8}"/>
              </a:ext>
            </a:extLst>
          </p:cNvPr>
          <p:cNvGrpSpPr/>
          <p:nvPr/>
        </p:nvGrpSpPr>
        <p:grpSpPr>
          <a:xfrm>
            <a:off x="7905566" y="751337"/>
            <a:ext cx="3396155" cy="4999377"/>
            <a:chOff x="7905566" y="751337"/>
            <a:chExt cx="3396155" cy="4999377"/>
          </a:xfrm>
        </p:grpSpPr>
        <p:cxnSp>
          <p:nvCxnSpPr>
            <p:cNvPr id="486" name="Straight Connector 485">
              <a:extLst>
                <a:ext uri="{FF2B5EF4-FFF2-40B4-BE49-F238E27FC236}">
                  <a16:creationId xmlns:a16="http://schemas.microsoft.com/office/drawing/2014/main" id="{8EC30762-9EF5-6456-403F-CA2A0F39EA82}"/>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13EFE8F0-7219-2A42-49EB-E541D292FF2F}"/>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88" name="Straight Connector 487">
              <a:extLst>
                <a:ext uri="{FF2B5EF4-FFF2-40B4-BE49-F238E27FC236}">
                  <a16:creationId xmlns:a16="http://schemas.microsoft.com/office/drawing/2014/main" id="{FB3F7B9A-C6C6-BADB-AC08-17D3507CA01A}"/>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6298CE7E-4ECD-2AF7-F5CF-A2D3FBC6E666}"/>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5A9BBE5F-1CF6-F678-04F0-378DEA8C8689}"/>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4B1DCB42-BF3A-7891-B757-B4DAFB47EE03}"/>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D92BEEF0-DDE1-6C70-916F-B4F8DD20BA9A}"/>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76" name="Straight Connector 75">
            <a:extLst>
              <a:ext uri="{FF2B5EF4-FFF2-40B4-BE49-F238E27FC236}">
                <a16:creationId xmlns:a16="http://schemas.microsoft.com/office/drawing/2014/main" id="{03BACC4F-1D7A-C12A-3CD5-BF8D1FDDECC9}"/>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77" name="Group 76">
            <a:extLst>
              <a:ext uri="{FF2B5EF4-FFF2-40B4-BE49-F238E27FC236}">
                <a16:creationId xmlns:a16="http://schemas.microsoft.com/office/drawing/2014/main" id="{6000321C-F5B6-6EBD-D0D5-6D5434796C3B}"/>
              </a:ext>
            </a:extLst>
          </p:cNvPr>
          <p:cNvGrpSpPr/>
          <p:nvPr/>
        </p:nvGrpSpPr>
        <p:grpSpPr>
          <a:xfrm>
            <a:off x="7957586" y="2253332"/>
            <a:ext cx="721206" cy="609701"/>
            <a:chOff x="7957586" y="2253332"/>
            <a:chExt cx="721206" cy="609701"/>
          </a:xfrm>
        </p:grpSpPr>
        <p:sp>
          <p:nvSpPr>
            <p:cNvPr id="78" name="Rectangle 77">
              <a:extLst>
                <a:ext uri="{FF2B5EF4-FFF2-40B4-BE49-F238E27FC236}">
                  <a16:creationId xmlns:a16="http://schemas.microsoft.com/office/drawing/2014/main" id="{AC27E408-9CD9-D9B4-05F9-544B9A7335A4}"/>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79" name="Right Triangle 78">
              <a:extLst>
                <a:ext uri="{FF2B5EF4-FFF2-40B4-BE49-F238E27FC236}">
                  <a16:creationId xmlns:a16="http://schemas.microsoft.com/office/drawing/2014/main" id="{999FF55B-5DD5-B90E-658E-341E824BCFAA}"/>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0" name="Group 79">
              <a:extLst>
                <a:ext uri="{FF2B5EF4-FFF2-40B4-BE49-F238E27FC236}">
                  <a16:creationId xmlns:a16="http://schemas.microsoft.com/office/drawing/2014/main" id="{F30DA10A-6080-33A2-FFAF-547A34CFB5E5}"/>
                </a:ext>
              </a:extLst>
            </p:cNvPr>
            <p:cNvGrpSpPr/>
            <p:nvPr/>
          </p:nvGrpSpPr>
          <p:grpSpPr>
            <a:xfrm>
              <a:off x="8621942" y="2262669"/>
              <a:ext cx="37817" cy="61390"/>
              <a:chOff x="3883481" y="2057400"/>
              <a:chExt cx="1608363" cy="2652031"/>
            </a:xfrm>
            <a:solidFill>
              <a:srgbClr val="A6A6A6">
                <a:alpha val="20000"/>
              </a:srgbClr>
            </a:solidFill>
          </p:grpSpPr>
          <p:sp>
            <p:nvSpPr>
              <p:cNvPr id="81" name="Oval 27">
                <a:extLst>
                  <a:ext uri="{FF2B5EF4-FFF2-40B4-BE49-F238E27FC236}">
                    <a16:creationId xmlns:a16="http://schemas.microsoft.com/office/drawing/2014/main" id="{DB84CF0C-F3EF-333E-ACF7-BE5F65E4600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2" name="Oval 28">
                <a:extLst>
                  <a:ext uri="{FF2B5EF4-FFF2-40B4-BE49-F238E27FC236}">
                    <a16:creationId xmlns:a16="http://schemas.microsoft.com/office/drawing/2014/main" id="{B2C6BB50-F5DB-6BFF-D7A4-7730518CA0E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3" name="Group 82">
            <a:extLst>
              <a:ext uri="{FF2B5EF4-FFF2-40B4-BE49-F238E27FC236}">
                <a16:creationId xmlns:a16="http://schemas.microsoft.com/office/drawing/2014/main" id="{E497DD85-11ED-D625-17EF-358589F87671}"/>
              </a:ext>
            </a:extLst>
          </p:cNvPr>
          <p:cNvGrpSpPr/>
          <p:nvPr/>
        </p:nvGrpSpPr>
        <p:grpSpPr>
          <a:xfrm>
            <a:off x="4605607" y="811556"/>
            <a:ext cx="722054" cy="609701"/>
            <a:chOff x="4605607" y="811556"/>
            <a:chExt cx="722054" cy="609701"/>
          </a:xfrm>
        </p:grpSpPr>
        <p:sp>
          <p:nvSpPr>
            <p:cNvPr id="84" name="Rectangle 83">
              <a:extLst>
                <a:ext uri="{FF2B5EF4-FFF2-40B4-BE49-F238E27FC236}">
                  <a16:creationId xmlns:a16="http://schemas.microsoft.com/office/drawing/2014/main" id="{78C337BD-E56F-5E14-BCAA-C8C6412567F9}"/>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85" name="Rectangle 84">
              <a:extLst>
                <a:ext uri="{FF2B5EF4-FFF2-40B4-BE49-F238E27FC236}">
                  <a16:creationId xmlns:a16="http://schemas.microsoft.com/office/drawing/2014/main" id="{692255F4-F59C-C187-B7D9-189763664E77}"/>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 name="Oval 15">
              <a:extLst>
                <a:ext uri="{FF2B5EF4-FFF2-40B4-BE49-F238E27FC236}">
                  <a16:creationId xmlns:a16="http://schemas.microsoft.com/office/drawing/2014/main" id="{6F7C7290-C26B-20D8-59DA-5DDD4B611B55}"/>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7" name="Straight Connector 86">
              <a:extLst>
                <a:ext uri="{FF2B5EF4-FFF2-40B4-BE49-F238E27FC236}">
                  <a16:creationId xmlns:a16="http://schemas.microsoft.com/office/drawing/2014/main" id="{34BAE89F-9BB9-D594-8EB8-FCF1DEE80C19}"/>
                </a:ext>
              </a:extLst>
            </p:cNvPr>
            <p:cNvCxnSpPr>
              <a:cxnSpLocks/>
              <a:stCxn id="86"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8" name="Straight Connector 87">
              <a:extLst>
                <a:ext uri="{FF2B5EF4-FFF2-40B4-BE49-F238E27FC236}">
                  <a16:creationId xmlns:a16="http://schemas.microsoft.com/office/drawing/2014/main" id="{B3C4F374-9DC1-D484-8327-FDE6682C4E7E}"/>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0" name="Group 89">
            <a:extLst>
              <a:ext uri="{FF2B5EF4-FFF2-40B4-BE49-F238E27FC236}">
                <a16:creationId xmlns:a16="http://schemas.microsoft.com/office/drawing/2014/main" id="{E3057B79-6345-807B-168F-80F33837456C}"/>
              </a:ext>
            </a:extLst>
          </p:cNvPr>
          <p:cNvGrpSpPr/>
          <p:nvPr/>
        </p:nvGrpSpPr>
        <p:grpSpPr>
          <a:xfrm>
            <a:off x="6290730" y="2257176"/>
            <a:ext cx="721206" cy="609701"/>
            <a:chOff x="8807250" y="2253334"/>
            <a:chExt cx="721206" cy="609701"/>
          </a:xfrm>
        </p:grpSpPr>
        <p:sp>
          <p:nvSpPr>
            <p:cNvPr id="91" name="Rectangle 90">
              <a:extLst>
                <a:ext uri="{FF2B5EF4-FFF2-40B4-BE49-F238E27FC236}">
                  <a16:creationId xmlns:a16="http://schemas.microsoft.com/office/drawing/2014/main" id="{0B4278E9-75EA-9CF3-FE95-A7371BD3B894}"/>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92" name="Right Triangle 91">
              <a:extLst>
                <a:ext uri="{FF2B5EF4-FFF2-40B4-BE49-F238E27FC236}">
                  <a16:creationId xmlns:a16="http://schemas.microsoft.com/office/drawing/2014/main" id="{95F961B6-8698-E56F-F877-A6EE4C0CCBDA}"/>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 name="Oval 27">
              <a:extLst>
                <a:ext uri="{FF2B5EF4-FFF2-40B4-BE49-F238E27FC236}">
                  <a16:creationId xmlns:a16="http://schemas.microsoft.com/office/drawing/2014/main" id="{26F6B86B-A6F9-967C-65EA-7CE1B3DDEF78}"/>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 name="Oval 28">
              <a:extLst>
                <a:ext uri="{FF2B5EF4-FFF2-40B4-BE49-F238E27FC236}">
                  <a16:creationId xmlns:a16="http://schemas.microsoft.com/office/drawing/2014/main" id="{B6925BB3-3248-381D-580F-38F9E30D8FD9}"/>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 name="Group 94">
            <a:extLst>
              <a:ext uri="{FF2B5EF4-FFF2-40B4-BE49-F238E27FC236}">
                <a16:creationId xmlns:a16="http://schemas.microsoft.com/office/drawing/2014/main" id="{D41CCE51-2AF0-1E10-DB21-C3177225D543}"/>
              </a:ext>
            </a:extLst>
          </p:cNvPr>
          <p:cNvGrpSpPr/>
          <p:nvPr/>
        </p:nvGrpSpPr>
        <p:grpSpPr>
          <a:xfrm>
            <a:off x="9651394" y="811173"/>
            <a:ext cx="721206" cy="609701"/>
            <a:chOff x="9657972" y="90836"/>
            <a:chExt cx="721206" cy="609701"/>
          </a:xfrm>
        </p:grpSpPr>
        <p:sp>
          <p:nvSpPr>
            <p:cNvPr id="96" name="Rectangle 95">
              <a:hlinkHover r:id="" action="ppaction://noaction" highlightClick="1"/>
              <a:extLst>
                <a:ext uri="{FF2B5EF4-FFF2-40B4-BE49-F238E27FC236}">
                  <a16:creationId xmlns:a16="http://schemas.microsoft.com/office/drawing/2014/main" id="{6CBA1B18-0B42-B5CF-325A-2DF9AA89D6FD}"/>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97" name="Diamond 96">
              <a:extLst>
                <a:ext uri="{FF2B5EF4-FFF2-40B4-BE49-F238E27FC236}">
                  <a16:creationId xmlns:a16="http://schemas.microsoft.com/office/drawing/2014/main" id="{B19B8BB1-23A0-E6BE-9A9F-5040136F4CC4}"/>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 name="Oval 97">
              <a:extLst>
                <a:ext uri="{FF2B5EF4-FFF2-40B4-BE49-F238E27FC236}">
                  <a16:creationId xmlns:a16="http://schemas.microsoft.com/office/drawing/2014/main" id="{EBDC1A54-D590-FBFF-C36F-39D03765DDFE}"/>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9" name="Group 98">
            <a:extLst>
              <a:ext uri="{FF2B5EF4-FFF2-40B4-BE49-F238E27FC236}">
                <a16:creationId xmlns:a16="http://schemas.microsoft.com/office/drawing/2014/main" id="{242A33E4-FD3C-E360-FFE5-D77A503FC5AC}"/>
              </a:ext>
            </a:extLst>
          </p:cNvPr>
          <p:cNvGrpSpPr/>
          <p:nvPr/>
        </p:nvGrpSpPr>
        <p:grpSpPr>
          <a:xfrm>
            <a:off x="10520479" y="90836"/>
            <a:ext cx="721206" cy="609701"/>
            <a:chOff x="10520479" y="90836"/>
            <a:chExt cx="721206" cy="609701"/>
          </a:xfrm>
        </p:grpSpPr>
        <p:sp>
          <p:nvSpPr>
            <p:cNvPr id="100" name="Rectangle 99">
              <a:hlinkHover r:id="" action="ppaction://noaction" highlightClick="1"/>
              <a:extLst>
                <a:ext uri="{FF2B5EF4-FFF2-40B4-BE49-F238E27FC236}">
                  <a16:creationId xmlns:a16="http://schemas.microsoft.com/office/drawing/2014/main" id="{5981089B-18DC-BFC6-C484-54B3D4B46A2A}"/>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01" name="Oval 100">
              <a:extLst>
                <a:ext uri="{FF2B5EF4-FFF2-40B4-BE49-F238E27FC236}">
                  <a16:creationId xmlns:a16="http://schemas.microsoft.com/office/drawing/2014/main" id="{59AB4990-6E51-7445-C6DB-A736F47FEB52}"/>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 name="Isosceles Triangle 648">
              <a:extLst>
                <a:ext uri="{FF2B5EF4-FFF2-40B4-BE49-F238E27FC236}">
                  <a16:creationId xmlns:a16="http://schemas.microsoft.com/office/drawing/2014/main" id="{28CD6BC5-553D-EA81-5762-E8D98C068328}"/>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3" name="Group 102">
            <a:extLst>
              <a:ext uri="{FF2B5EF4-FFF2-40B4-BE49-F238E27FC236}">
                <a16:creationId xmlns:a16="http://schemas.microsoft.com/office/drawing/2014/main" id="{63CAF7A5-F6CB-480B-D542-32D54E30B540}"/>
              </a:ext>
            </a:extLst>
          </p:cNvPr>
          <p:cNvGrpSpPr/>
          <p:nvPr/>
        </p:nvGrpSpPr>
        <p:grpSpPr>
          <a:xfrm>
            <a:off x="9656903" y="2253333"/>
            <a:ext cx="721220" cy="609701"/>
            <a:chOff x="9656903" y="2253333"/>
            <a:chExt cx="721220" cy="609701"/>
          </a:xfrm>
        </p:grpSpPr>
        <p:sp>
          <p:nvSpPr>
            <p:cNvPr id="104" name="Rectangle 103">
              <a:hlinkHover r:id="" action="ppaction://noaction" highlightClick="1"/>
              <a:extLst>
                <a:ext uri="{FF2B5EF4-FFF2-40B4-BE49-F238E27FC236}">
                  <a16:creationId xmlns:a16="http://schemas.microsoft.com/office/drawing/2014/main" id="{DA10C722-CD89-B054-FB04-2246BEADDA58}"/>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05" name="Rectangle 104">
              <a:extLst>
                <a:ext uri="{FF2B5EF4-FFF2-40B4-BE49-F238E27FC236}">
                  <a16:creationId xmlns:a16="http://schemas.microsoft.com/office/drawing/2014/main" id="{522322DD-A428-65D2-E9E9-6B583A2C3FA1}"/>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 name="Oval 15">
              <a:extLst>
                <a:ext uri="{FF2B5EF4-FFF2-40B4-BE49-F238E27FC236}">
                  <a16:creationId xmlns:a16="http://schemas.microsoft.com/office/drawing/2014/main" id="{F23F31E4-C7E0-8F81-F7A4-2D9F5E5AD8B8}"/>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7" name="Straight Connector 106">
              <a:extLst>
                <a:ext uri="{FF2B5EF4-FFF2-40B4-BE49-F238E27FC236}">
                  <a16:creationId xmlns:a16="http://schemas.microsoft.com/office/drawing/2014/main" id="{31472207-3F66-7CC2-2617-A9A7A5CE7E88}"/>
                </a:ext>
              </a:extLst>
            </p:cNvPr>
            <p:cNvCxnSpPr>
              <a:cxnSpLocks/>
              <a:stCxn id="10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8" name="Straight Connector 107">
              <a:extLst>
                <a:ext uri="{FF2B5EF4-FFF2-40B4-BE49-F238E27FC236}">
                  <a16:creationId xmlns:a16="http://schemas.microsoft.com/office/drawing/2014/main" id="{004BCA3F-AF09-E046-BA0B-7D975B64B1C8}"/>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9" name="Group 108">
            <a:extLst>
              <a:ext uri="{FF2B5EF4-FFF2-40B4-BE49-F238E27FC236}">
                <a16:creationId xmlns:a16="http://schemas.microsoft.com/office/drawing/2014/main" id="{1EB2C367-B647-1F6C-0059-BB85F2375004}"/>
              </a:ext>
            </a:extLst>
          </p:cNvPr>
          <p:cNvGrpSpPr/>
          <p:nvPr/>
        </p:nvGrpSpPr>
        <p:grpSpPr>
          <a:xfrm>
            <a:off x="8797459" y="2264859"/>
            <a:ext cx="721206" cy="609701"/>
            <a:chOff x="11356242" y="2253333"/>
            <a:chExt cx="721206" cy="609701"/>
          </a:xfrm>
        </p:grpSpPr>
        <p:sp>
          <p:nvSpPr>
            <p:cNvPr id="110" name="Rectangle 109">
              <a:hlinkHover r:id="" action="ppaction://noaction" highlightClick="1"/>
              <a:extLst>
                <a:ext uri="{FF2B5EF4-FFF2-40B4-BE49-F238E27FC236}">
                  <a16:creationId xmlns:a16="http://schemas.microsoft.com/office/drawing/2014/main" id="{DEEDABA2-7015-0626-43A1-CA69CA4B4B0F}"/>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11" name="Oval 110">
              <a:extLst>
                <a:ext uri="{FF2B5EF4-FFF2-40B4-BE49-F238E27FC236}">
                  <a16:creationId xmlns:a16="http://schemas.microsoft.com/office/drawing/2014/main" id="{EEB40362-3D32-55AB-E2C1-D8A8AB98ADAA}"/>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 name="Isosceles Triangle 648">
              <a:extLst>
                <a:ext uri="{FF2B5EF4-FFF2-40B4-BE49-F238E27FC236}">
                  <a16:creationId xmlns:a16="http://schemas.microsoft.com/office/drawing/2014/main" id="{E1137FA0-FD6B-00F5-0032-B26144D7C8CE}"/>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3" name="Group 112">
            <a:extLst>
              <a:ext uri="{FF2B5EF4-FFF2-40B4-BE49-F238E27FC236}">
                <a16:creationId xmlns:a16="http://schemas.microsoft.com/office/drawing/2014/main" id="{2A29FD69-F1CF-B785-9736-B15A778ABCC4}"/>
              </a:ext>
            </a:extLst>
          </p:cNvPr>
          <p:cNvGrpSpPr/>
          <p:nvPr/>
        </p:nvGrpSpPr>
        <p:grpSpPr>
          <a:xfrm>
            <a:off x="10506580" y="2253333"/>
            <a:ext cx="721206" cy="609701"/>
            <a:chOff x="10506580" y="2253333"/>
            <a:chExt cx="721206" cy="609701"/>
          </a:xfrm>
        </p:grpSpPr>
        <p:sp>
          <p:nvSpPr>
            <p:cNvPr id="114" name="Rectangle 113">
              <a:hlinkHover r:id="" action="ppaction://noaction" highlightClick="1"/>
              <a:extLst>
                <a:ext uri="{FF2B5EF4-FFF2-40B4-BE49-F238E27FC236}">
                  <a16:creationId xmlns:a16="http://schemas.microsoft.com/office/drawing/2014/main" id="{F0F23659-2889-8D6E-CAE6-EE1CBEA19CC5}"/>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15" name="Diamond 114">
              <a:extLst>
                <a:ext uri="{FF2B5EF4-FFF2-40B4-BE49-F238E27FC236}">
                  <a16:creationId xmlns:a16="http://schemas.microsoft.com/office/drawing/2014/main" id="{A0B54BB9-65DB-BBA6-E1DC-F71DA8DAEC50}"/>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6" name="Oval 115">
              <a:extLst>
                <a:ext uri="{FF2B5EF4-FFF2-40B4-BE49-F238E27FC236}">
                  <a16:creationId xmlns:a16="http://schemas.microsoft.com/office/drawing/2014/main" id="{2E948E7A-DCC0-41AF-243F-E8BB72D5278C}"/>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7" name="Group 116">
            <a:extLst>
              <a:ext uri="{FF2B5EF4-FFF2-40B4-BE49-F238E27FC236}">
                <a16:creationId xmlns:a16="http://schemas.microsoft.com/office/drawing/2014/main" id="{D230D2BB-0574-D5E3-6BD9-6534F0C289AC}"/>
              </a:ext>
            </a:extLst>
          </p:cNvPr>
          <p:cNvGrpSpPr/>
          <p:nvPr/>
        </p:nvGrpSpPr>
        <p:grpSpPr>
          <a:xfrm>
            <a:off x="2109092" y="2986575"/>
            <a:ext cx="721206" cy="649846"/>
            <a:chOff x="10506800" y="2974054"/>
            <a:chExt cx="721206" cy="649846"/>
          </a:xfrm>
        </p:grpSpPr>
        <p:sp>
          <p:nvSpPr>
            <p:cNvPr id="118" name="Rectangle 117">
              <a:extLst>
                <a:ext uri="{FF2B5EF4-FFF2-40B4-BE49-F238E27FC236}">
                  <a16:creationId xmlns:a16="http://schemas.microsoft.com/office/drawing/2014/main" id="{12FFC591-AD03-6F84-D22F-B7A4DCA759B6}"/>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19" name="Rectangle 118">
              <a:extLst>
                <a:ext uri="{FF2B5EF4-FFF2-40B4-BE49-F238E27FC236}">
                  <a16:creationId xmlns:a16="http://schemas.microsoft.com/office/drawing/2014/main" id="{FC25D960-C8FE-5017-1F26-18B4FE87623E}"/>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0" name="Oval 15">
              <a:extLst>
                <a:ext uri="{FF2B5EF4-FFF2-40B4-BE49-F238E27FC236}">
                  <a16:creationId xmlns:a16="http://schemas.microsoft.com/office/drawing/2014/main" id="{5472FD52-8624-51BF-44AA-63FFEC8FFB1B}"/>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1" name="Straight Connector 120">
              <a:extLst>
                <a:ext uri="{FF2B5EF4-FFF2-40B4-BE49-F238E27FC236}">
                  <a16:creationId xmlns:a16="http://schemas.microsoft.com/office/drawing/2014/main" id="{7506B555-E4B0-8F0A-B2A9-E27563891AC1}"/>
                </a:ext>
              </a:extLst>
            </p:cNvPr>
            <p:cNvCxnSpPr>
              <a:cxnSpLocks/>
              <a:stCxn id="120"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2" name="Straight Connector 121">
              <a:extLst>
                <a:ext uri="{FF2B5EF4-FFF2-40B4-BE49-F238E27FC236}">
                  <a16:creationId xmlns:a16="http://schemas.microsoft.com/office/drawing/2014/main" id="{3AD30619-D4B3-237E-E089-E7F488B5D6B8}"/>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3" name="Group 122">
            <a:extLst>
              <a:ext uri="{FF2B5EF4-FFF2-40B4-BE49-F238E27FC236}">
                <a16:creationId xmlns:a16="http://schemas.microsoft.com/office/drawing/2014/main" id="{B808E0A2-CDEB-10F2-4C32-D69D6C83078D}"/>
              </a:ext>
            </a:extLst>
          </p:cNvPr>
          <p:cNvGrpSpPr/>
          <p:nvPr/>
        </p:nvGrpSpPr>
        <p:grpSpPr>
          <a:xfrm>
            <a:off x="4621827" y="2983922"/>
            <a:ext cx="721206" cy="654973"/>
            <a:chOff x="9657606" y="2974054"/>
            <a:chExt cx="721206" cy="654973"/>
          </a:xfrm>
        </p:grpSpPr>
        <p:sp>
          <p:nvSpPr>
            <p:cNvPr id="124" name="Rectangle 123">
              <a:extLst>
                <a:ext uri="{FF2B5EF4-FFF2-40B4-BE49-F238E27FC236}">
                  <a16:creationId xmlns:a16="http://schemas.microsoft.com/office/drawing/2014/main" id="{1AFCB818-9AD4-E7A6-3D50-69D298A305F5}"/>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25" name="Rectangle 124">
              <a:extLst>
                <a:ext uri="{FF2B5EF4-FFF2-40B4-BE49-F238E27FC236}">
                  <a16:creationId xmlns:a16="http://schemas.microsoft.com/office/drawing/2014/main" id="{F9F83F1F-FB75-9BD1-0F64-930508E06687}"/>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6" name="Oval 15">
              <a:extLst>
                <a:ext uri="{FF2B5EF4-FFF2-40B4-BE49-F238E27FC236}">
                  <a16:creationId xmlns:a16="http://schemas.microsoft.com/office/drawing/2014/main" id="{A131A757-E322-6807-4447-0BC1E5398856}"/>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7" name="Straight Connector 126">
              <a:extLst>
                <a:ext uri="{FF2B5EF4-FFF2-40B4-BE49-F238E27FC236}">
                  <a16:creationId xmlns:a16="http://schemas.microsoft.com/office/drawing/2014/main" id="{921D4E84-D347-977A-F2C1-7718265CFB82}"/>
                </a:ext>
              </a:extLst>
            </p:cNvPr>
            <p:cNvCxnSpPr>
              <a:cxnSpLocks/>
              <a:stCxn id="126"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39" name="Straight Connector 538">
              <a:extLst>
                <a:ext uri="{FF2B5EF4-FFF2-40B4-BE49-F238E27FC236}">
                  <a16:creationId xmlns:a16="http://schemas.microsoft.com/office/drawing/2014/main" id="{52CA5AA9-1D96-1C34-B763-34497385409A}"/>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40" name="Group 539">
            <a:extLst>
              <a:ext uri="{FF2B5EF4-FFF2-40B4-BE49-F238E27FC236}">
                <a16:creationId xmlns:a16="http://schemas.microsoft.com/office/drawing/2014/main" id="{262A9069-619C-280B-E7C9-4A16CB9FC0C9}"/>
              </a:ext>
            </a:extLst>
          </p:cNvPr>
          <p:cNvGrpSpPr/>
          <p:nvPr/>
        </p:nvGrpSpPr>
        <p:grpSpPr>
          <a:xfrm>
            <a:off x="11356001" y="2974057"/>
            <a:ext cx="721206" cy="609701"/>
            <a:chOff x="11356001" y="2974057"/>
            <a:chExt cx="721206" cy="609701"/>
          </a:xfrm>
        </p:grpSpPr>
        <p:sp>
          <p:nvSpPr>
            <p:cNvPr id="541" name="Rectangle 540">
              <a:hlinkHover r:id="" action="ppaction://noaction" highlightClick="1"/>
              <a:extLst>
                <a:ext uri="{FF2B5EF4-FFF2-40B4-BE49-F238E27FC236}">
                  <a16:creationId xmlns:a16="http://schemas.microsoft.com/office/drawing/2014/main" id="{19D48078-7E96-C1BA-9094-48E3760B26E6}"/>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542" name="Oval 541">
              <a:extLst>
                <a:ext uri="{FF2B5EF4-FFF2-40B4-BE49-F238E27FC236}">
                  <a16:creationId xmlns:a16="http://schemas.microsoft.com/office/drawing/2014/main" id="{06311829-D6E8-6F7D-4172-0CD39C9AA8D5}"/>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9" name="Isosceles Triangle 648">
              <a:extLst>
                <a:ext uri="{FF2B5EF4-FFF2-40B4-BE49-F238E27FC236}">
                  <a16:creationId xmlns:a16="http://schemas.microsoft.com/office/drawing/2014/main" id="{0C7E7723-D350-DB1D-BA67-2A8EEBBB2423}"/>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0" name="Group 559">
            <a:extLst>
              <a:ext uri="{FF2B5EF4-FFF2-40B4-BE49-F238E27FC236}">
                <a16:creationId xmlns:a16="http://schemas.microsoft.com/office/drawing/2014/main" id="{175CDD09-4171-0D8A-88CC-2E8E14D5BD17}"/>
              </a:ext>
            </a:extLst>
          </p:cNvPr>
          <p:cNvGrpSpPr/>
          <p:nvPr/>
        </p:nvGrpSpPr>
        <p:grpSpPr>
          <a:xfrm>
            <a:off x="1268346" y="3698208"/>
            <a:ext cx="721891" cy="610396"/>
            <a:chOff x="1268346" y="3698208"/>
            <a:chExt cx="721891" cy="610396"/>
          </a:xfrm>
        </p:grpSpPr>
        <p:sp>
          <p:nvSpPr>
            <p:cNvPr id="561" name="Rectangle 560">
              <a:extLst>
                <a:ext uri="{FF2B5EF4-FFF2-40B4-BE49-F238E27FC236}">
                  <a16:creationId xmlns:a16="http://schemas.microsoft.com/office/drawing/2014/main" id="{B5DEF194-F9AD-CBAE-2121-3A165FE011A9}"/>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562" name="Right Triangle 561">
              <a:extLst>
                <a:ext uri="{FF2B5EF4-FFF2-40B4-BE49-F238E27FC236}">
                  <a16:creationId xmlns:a16="http://schemas.microsoft.com/office/drawing/2014/main" id="{72A73F5D-D1D9-6BDF-238F-606D0E77072E}"/>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63" name="Group 562">
              <a:extLst>
                <a:ext uri="{FF2B5EF4-FFF2-40B4-BE49-F238E27FC236}">
                  <a16:creationId xmlns:a16="http://schemas.microsoft.com/office/drawing/2014/main" id="{F11A65B4-253D-446C-FE24-ED45603976B3}"/>
                </a:ext>
              </a:extLst>
            </p:cNvPr>
            <p:cNvGrpSpPr/>
            <p:nvPr/>
          </p:nvGrpSpPr>
          <p:grpSpPr>
            <a:xfrm>
              <a:off x="1939627" y="3704306"/>
              <a:ext cx="37817" cy="61390"/>
              <a:chOff x="3883481" y="2057400"/>
              <a:chExt cx="1608363" cy="2652031"/>
            </a:xfrm>
            <a:solidFill>
              <a:srgbClr val="A6A6A6">
                <a:alpha val="20000"/>
              </a:srgbClr>
            </a:solidFill>
          </p:grpSpPr>
          <p:sp>
            <p:nvSpPr>
              <p:cNvPr id="564" name="Oval 27">
                <a:extLst>
                  <a:ext uri="{FF2B5EF4-FFF2-40B4-BE49-F238E27FC236}">
                    <a16:creationId xmlns:a16="http://schemas.microsoft.com/office/drawing/2014/main" id="{4C992E36-17F4-A144-01A5-BB36043B07A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5" name="Oval 28">
                <a:extLst>
                  <a:ext uri="{FF2B5EF4-FFF2-40B4-BE49-F238E27FC236}">
                    <a16:creationId xmlns:a16="http://schemas.microsoft.com/office/drawing/2014/main" id="{5B1CC815-C470-2D2A-29F7-D39B574A8E5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66" name="Group 565">
            <a:extLst>
              <a:ext uri="{FF2B5EF4-FFF2-40B4-BE49-F238E27FC236}">
                <a16:creationId xmlns:a16="http://schemas.microsoft.com/office/drawing/2014/main" id="{DFB21F49-CDBB-6CF2-7A66-69F19ED92081}"/>
              </a:ext>
            </a:extLst>
          </p:cNvPr>
          <p:cNvGrpSpPr/>
          <p:nvPr/>
        </p:nvGrpSpPr>
        <p:grpSpPr>
          <a:xfrm>
            <a:off x="5454173" y="2257175"/>
            <a:ext cx="721206" cy="609701"/>
            <a:chOff x="6287891" y="2253333"/>
            <a:chExt cx="721206" cy="609701"/>
          </a:xfrm>
        </p:grpSpPr>
        <p:sp>
          <p:nvSpPr>
            <p:cNvPr id="567" name="Rectangle 566">
              <a:extLst>
                <a:ext uri="{FF2B5EF4-FFF2-40B4-BE49-F238E27FC236}">
                  <a16:creationId xmlns:a16="http://schemas.microsoft.com/office/drawing/2014/main" id="{CF37899F-CA2B-97D4-3F6D-4E5C18B5259D}"/>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568" name="Right Triangle 567">
              <a:extLst>
                <a:ext uri="{FF2B5EF4-FFF2-40B4-BE49-F238E27FC236}">
                  <a16:creationId xmlns:a16="http://schemas.microsoft.com/office/drawing/2014/main" id="{C1512715-990A-5D80-3007-18C6AAF2BD29}"/>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69" name="Group 568">
              <a:extLst>
                <a:ext uri="{FF2B5EF4-FFF2-40B4-BE49-F238E27FC236}">
                  <a16:creationId xmlns:a16="http://schemas.microsoft.com/office/drawing/2014/main" id="{99FADD30-540C-C758-C3BB-937067817AC8}"/>
                </a:ext>
              </a:extLst>
            </p:cNvPr>
            <p:cNvGrpSpPr/>
            <p:nvPr/>
          </p:nvGrpSpPr>
          <p:grpSpPr>
            <a:xfrm>
              <a:off x="6952470" y="2265099"/>
              <a:ext cx="37817" cy="61390"/>
              <a:chOff x="3883481" y="2057400"/>
              <a:chExt cx="1608363" cy="2652031"/>
            </a:xfrm>
            <a:solidFill>
              <a:srgbClr val="A6A6A6">
                <a:alpha val="20000"/>
              </a:srgbClr>
            </a:solidFill>
          </p:grpSpPr>
          <p:sp>
            <p:nvSpPr>
              <p:cNvPr id="570" name="Oval 27">
                <a:extLst>
                  <a:ext uri="{FF2B5EF4-FFF2-40B4-BE49-F238E27FC236}">
                    <a16:creationId xmlns:a16="http://schemas.microsoft.com/office/drawing/2014/main" id="{0461AB0D-C3FB-5129-6E15-C9149A5405B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1" name="Oval 28">
                <a:extLst>
                  <a:ext uri="{FF2B5EF4-FFF2-40B4-BE49-F238E27FC236}">
                    <a16:creationId xmlns:a16="http://schemas.microsoft.com/office/drawing/2014/main" id="{D4664C4E-3FF6-4025-0470-62714C9D4AB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72" name="Group 571">
            <a:extLst>
              <a:ext uri="{FF2B5EF4-FFF2-40B4-BE49-F238E27FC236}">
                <a16:creationId xmlns:a16="http://schemas.microsoft.com/office/drawing/2014/main" id="{8FAB9034-58F6-FAC2-A44E-46A274E05931}"/>
              </a:ext>
            </a:extLst>
          </p:cNvPr>
          <p:cNvGrpSpPr/>
          <p:nvPr/>
        </p:nvGrpSpPr>
        <p:grpSpPr>
          <a:xfrm>
            <a:off x="2934662" y="5148220"/>
            <a:ext cx="724130" cy="609701"/>
            <a:chOff x="4615448" y="2974053"/>
            <a:chExt cx="724130" cy="609701"/>
          </a:xfrm>
        </p:grpSpPr>
        <p:sp>
          <p:nvSpPr>
            <p:cNvPr id="573" name="Rectangle 572">
              <a:extLst>
                <a:ext uri="{FF2B5EF4-FFF2-40B4-BE49-F238E27FC236}">
                  <a16:creationId xmlns:a16="http://schemas.microsoft.com/office/drawing/2014/main" id="{851A70A4-6C94-FB59-816D-6F2127136CB8}"/>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574" name="Right Triangle 573">
              <a:extLst>
                <a:ext uri="{FF2B5EF4-FFF2-40B4-BE49-F238E27FC236}">
                  <a16:creationId xmlns:a16="http://schemas.microsoft.com/office/drawing/2014/main" id="{603DECC8-3753-C236-8985-C0232AB8C179}"/>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75" name="Group 574">
              <a:extLst>
                <a:ext uri="{FF2B5EF4-FFF2-40B4-BE49-F238E27FC236}">
                  <a16:creationId xmlns:a16="http://schemas.microsoft.com/office/drawing/2014/main" id="{25494810-792A-0B01-9381-A3E35BA4A012}"/>
                </a:ext>
              </a:extLst>
            </p:cNvPr>
            <p:cNvGrpSpPr/>
            <p:nvPr/>
          </p:nvGrpSpPr>
          <p:grpSpPr>
            <a:xfrm>
              <a:off x="5288997" y="2982574"/>
              <a:ext cx="37817" cy="61390"/>
              <a:chOff x="3883481" y="2057400"/>
              <a:chExt cx="1608363" cy="2652031"/>
            </a:xfrm>
            <a:solidFill>
              <a:srgbClr val="A6A6A6">
                <a:alpha val="20000"/>
              </a:srgbClr>
            </a:solidFill>
          </p:grpSpPr>
          <p:sp>
            <p:nvSpPr>
              <p:cNvPr id="128" name="Oval 27">
                <a:extLst>
                  <a:ext uri="{FF2B5EF4-FFF2-40B4-BE49-F238E27FC236}">
                    <a16:creationId xmlns:a16="http://schemas.microsoft.com/office/drawing/2014/main" id="{AA39E857-C621-D866-D935-655CE18CD62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 name="Oval 28">
                <a:extLst>
                  <a:ext uri="{FF2B5EF4-FFF2-40B4-BE49-F238E27FC236}">
                    <a16:creationId xmlns:a16="http://schemas.microsoft.com/office/drawing/2014/main" id="{4908106C-5967-9CEF-5D09-3851337C6FC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1" name="Group 130">
            <a:extLst>
              <a:ext uri="{FF2B5EF4-FFF2-40B4-BE49-F238E27FC236}">
                <a16:creationId xmlns:a16="http://schemas.microsoft.com/office/drawing/2014/main" id="{83FD255B-A838-F74C-637A-E829756AADC0}"/>
              </a:ext>
            </a:extLst>
          </p:cNvPr>
          <p:cNvGrpSpPr/>
          <p:nvPr/>
        </p:nvGrpSpPr>
        <p:grpSpPr>
          <a:xfrm>
            <a:off x="2102908" y="811556"/>
            <a:ext cx="721206" cy="609701"/>
            <a:chOff x="2102908" y="811556"/>
            <a:chExt cx="721206" cy="609701"/>
          </a:xfrm>
        </p:grpSpPr>
        <p:sp>
          <p:nvSpPr>
            <p:cNvPr id="132" name="Rectangle 131">
              <a:extLst>
                <a:ext uri="{FF2B5EF4-FFF2-40B4-BE49-F238E27FC236}">
                  <a16:creationId xmlns:a16="http://schemas.microsoft.com/office/drawing/2014/main" id="{44DEDC9D-E365-5D7A-FE44-D160429847F1}"/>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33" name="Rectangle 132">
              <a:extLst>
                <a:ext uri="{FF2B5EF4-FFF2-40B4-BE49-F238E27FC236}">
                  <a16:creationId xmlns:a16="http://schemas.microsoft.com/office/drawing/2014/main" id="{23CBBC8B-7574-923A-96BA-17CA8151DDBB}"/>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4" name="Oval 15">
              <a:extLst>
                <a:ext uri="{FF2B5EF4-FFF2-40B4-BE49-F238E27FC236}">
                  <a16:creationId xmlns:a16="http://schemas.microsoft.com/office/drawing/2014/main" id="{3A80CE18-3C1E-B105-25AB-4C3285EA53F1}"/>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5" name="Straight Connector 134">
              <a:extLst>
                <a:ext uri="{FF2B5EF4-FFF2-40B4-BE49-F238E27FC236}">
                  <a16:creationId xmlns:a16="http://schemas.microsoft.com/office/drawing/2014/main" id="{72F31A22-D914-8646-6E3A-463909973A40}"/>
                </a:ext>
              </a:extLst>
            </p:cNvPr>
            <p:cNvCxnSpPr>
              <a:cxnSpLocks/>
              <a:stCxn id="134"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36" name="Straight Connector 135">
              <a:extLst>
                <a:ext uri="{FF2B5EF4-FFF2-40B4-BE49-F238E27FC236}">
                  <a16:creationId xmlns:a16="http://schemas.microsoft.com/office/drawing/2014/main" id="{37DE49E3-CD04-4406-3AB3-32FEA7E6B73A}"/>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7" name="Group 136">
            <a:extLst>
              <a:ext uri="{FF2B5EF4-FFF2-40B4-BE49-F238E27FC236}">
                <a16:creationId xmlns:a16="http://schemas.microsoft.com/office/drawing/2014/main" id="{35E27976-6A99-E1B9-F6C4-2C00560E21CF}"/>
              </a:ext>
            </a:extLst>
          </p:cNvPr>
          <p:cNvGrpSpPr/>
          <p:nvPr/>
        </p:nvGrpSpPr>
        <p:grpSpPr>
          <a:xfrm>
            <a:off x="5451979" y="3707588"/>
            <a:ext cx="721206" cy="609701"/>
            <a:chOff x="5451979" y="3707588"/>
            <a:chExt cx="721206" cy="609701"/>
          </a:xfrm>
        </p:grpSpPr>
        <p:sp>
          <p:nvSpPr>
            <p:cNvPr id="138" name="Rectangle 137">
              <a:hlinkHover r:id="" action="ppaction://noaction" highlightClick="1"/>
              <a:extLst>
                <a:ext uri="{FF2B5EF4-FFF2-40B4-BE49-F238E27FC236}">
                  <a16:creationId xmlns:a16="http://schemas.microsoft.com/office/drawing/2014/main" id="{070126B7-4BB2-0012-5616-83970244632B}"/>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39" name="Oval 138">
              <a:extLst>
                <a:ext uri="{FF2B5EF4-FFF2-40B4-BE49-F238E27FC236}">
                  <a16:creationId xmlns:a16="http://schemas.microsoft.com/office/drawing/2014/main" id="{4514D5E9-84C5-34CC-88A4-A3CAEB207D7E}"/>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0" name="Isosceles Triangle 648">
              <a:extLst>
                <a:ext uri="{FF2B5EF4-FFF2-40B4-BE49-F238E27FC236}">
                  <a16:creationId xmlns:a16="http://schemas.microsoft.com/office/drawing/2014/main" id="{7BE34000-E6C5-01B4-05C0-A9346A6AC3FB}"/>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1" name="Group 140">
            <a:extLst>
              <a:ext uri="{FF2B5EF4-FFF2-40B4-BE49-F238E27FC236}">
                <a16:creationId xmlns:a16="http://schemas.microsoft.com/office/drawing/2014/main" id="{345E0835-4F97-F15B-8487-A47BE439F25A}"/>
              </a:ext>
            </a:extLst>
          </p:cNvPr>
          <p:cNvGrpSpPr/>
          <p:nvPr/>
        </p:nvGrpSpPr>
        <p:grpSpPr>
          <a:xfrm>
            <a:off x="10506594" y="811556"/>
            <a:ext cx="721220" cy="609701"/>
            <a:chOff x="10506594" y="811556"/>
            <a:chExt cx="721220" cy="609701"/>
          </a:xfrm>
        </p:grpSpPr>
        <p:sp>
          <p:nvSpPr>
            <p:cNvPr id="142" name="Rectangle 141">
              <a:extLst>
                <a:ext uri="{FF2B5EF4-FFF2-40B4-BE49-F238E27FC236}">
                  <a16:creationId xmlns:a16="http://schemas.microsoft.com/office/drawing/2014/main" id="{6A5F784F-BF74-8A23-6654-4B7616269B2D}"/>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3" name="Rectangle 142">
              <a:extLst>
                <a:ext uri="{FF2B5EF4-FFF2-40B4-BE49-F238E27FC236}">
                  <a16:creationId xmlns:a16="http://schemas.microsoft.com/office/drawing/2014/main" id="{B9BA734B-D069-BD7C-00F2-8C3BB1573804}"/>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4" name="Oval 15">
              <a:extLst>
                <a:ext uri="{FF2B5EF4-FFF2-40B4-BE49-F238E27FC236}">
                  <a16:creationId xmlns:a16="http://schemas.microsoft.com/office/drawing/2014/main" id="{D6FD2383-448D-33CB-B1A4-0212816D996B}"/>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5" name="Straight Connector 144">
              <a:extLst>
                <a:ext uri="{FF2B5EF4-FFF2-40B4-BE49-F238E27FC236}">
                  <a16:creationId xmlns:a16="http://schemas.microsoft.com/office/drawing/2014/main" id="{44A2CF01-619F-C8E6-4CD4-B3C92F16FCBA}"/>
                </a:ext>
              </a:extLst>
            </p:cNvPr>
            <p:cNvCxnSpPr>
              <a:cxnSpLocks/>
              <a:stCxn id="144"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6" name="Straight Connector 145">
              <a:extLst>
                <a:ext uri="{FF2B5EF4-FFF2-40B4-BE49-F238E27FC236}">
                  <a16:creationId xmlns:a16="http://schemas.microsoft.com/office/drawing/2014/main" id="{246E9A02-70BD-CBD8-AC97-EF753E4BD065}"/>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150D6510-62FE-6CF6-F3F5-CB4FF8C48370}"/>
              </a:ext>
            </a:extLst>
          </p:cNvPr>
          <p:cNvGrpSpPr/>
          <p:nvPr/>
        </p:nvGrpSpPr>
        <p:grpSpPr>
          <a:xfrm>
            <a:off x="7116512" y="812701"/>
            <a:ext cx="721206" cy="609701"/>
            <a:chOff x="7957576" y="811556"/>
            <a:chExt cx="721206" cy="609701"/>
          </a:xfrm>
        </p:grpSpPr>
        <p:sp>
          <p:nvSpPr>
            <p:cNvPr id="148" name="Rectangle 147">
              <a:extLst>
                <a:ext uri="{FF2B5EF4-FFF2-40B4-BE49-F238E27FC236}">
                  <a16:creationId xmlns:a16="http://schemas.microsoft.com/office/drawing/2014/main" id="{113216A7-E006-D140-389D-4381CBF4FAA3}"/>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49" name="Rectangle 148">
              <a:extLst>
                <a:ext uri="{FF2B5EF4-FFF2-40B4-BE49-F238E27FC236}">
                  <a16:creationId xmlns:a16="http://schemas.microsoft.com/office/drawing/2014/main" id="{ACA8C46E-90AA-CC65-9AB8-8AA859B5F233}"/>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0" name="Oval 15">
              <a:extLst>
                <a:ext uri="{FF2B5EF4-FFF2-40B4-BE49-F238E27FC236}">
                  <a16:creationId xmlns:a16="http://schemas.microsoft.com/office/drawing/2014/main" id="{8D2547C7-F963-A402-91F3-FC1FAD131ADC}"/>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1" name="Straight Connector 150">
              <a:extLst>
                <a:ext uri="{FF2B5EF4-FFF2-40B4-BE49-F238E27FC236}">
                  <a16:creationId xmlns:a16="http://schemas.microsoft.com/office/drawing/2014/main" id="{9B4C25E2-10A7-D3FF-079B-7A783C239C83}"/>
                </a:ext>
              </a:extLst>
            </p:cNvPr>
            <p:cNvCxnSpPr>
              <a:cxnSpLocks/>
              <a:stCxn id="150"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2" name="Straight Connector 151">
              <a:extLst>
                <a:ext uri="{FF2B5EF4-FFF2-40B4-BE49-F238E27FC236}">
                  <a16:creationId xmlns:a16="http://schemas.microsoft.com/office/drawing/2014/main" id="{E7C065AA-FCE9-BDDE-C415-F06429A7D78C}"/>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3" name="Group 152">
            <a:extLst>
              <a:ext uri="{FF2B5EF4-FFF2-40B4-BE49-F238E27FC236}">
                <a16:creationId xmlns:a16="http://schemas.microsoft.com/office/drawing/2014/main" id="{05615FF5-1557-2B9A-AD74-516B794F2A0A}"/>
              </a:ext>
            </a:extLst>
          </p:cNvPr>
          <p:cNvGrpSpPr/>
          <p:nvPr/>
        </p:nvGrpSpPr>
        <p:grpSpPr>
          <a:xfrm>
            <a:off x="10506616" y="2984633"/>
            <a:ext cx="721220" cy="609701"/>
            <a:chOff x="9656903" y="2253333"/>
            <a:chExt cx="721220" cy="609701"/>
          </a:xfrm>
        </p:grpSpPr>
        <p:sp>
          <p:nvSpPr>
            <p:cNvPr id="154" name="Rectangle 153">
              <a:hlinkHover r:id="" action="ppaction://noaction" highlightClick="1"/>
              <a:extLst>
                <a:ext uri="{FF2B5EF4-FFF2-40B4-BE49-F238E27FC236}">
                  <a16:creationId xmlns:a16="http://schemas.microsoft.com/office/drawing/2014/main" id="{9EACD862-DF43-CC11-3FA6-A0FA5CE508B4}"/>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5" name="Rectangle 154">
              <a:extLst>
                <a:ext uri="{FF2B5EF4-FFF2-40B4-BE49-F238E27FC236}">
                  <a16:creationId xmlns:a16="http://schemas.microsoft.com/office/drawing/2014/main" id="{C98705DF-4400-2BF7-26F2-7DE8BD18362A}"/>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6" name="Oval 15">
              <a:extLst>
                <a:ext uri="{FF2B5EF4-FFF2-40B4-BE49-F238E27FC236}">
                  <a16:creationId xmlns:a16="http://schemas.microsoft.com/office/drawing/2014/main" id="{B8FB1B60-B3E5-BF97-6E81-A10A2F729B48}"/>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7" name="Straight Connector 156">
              <a:extLst>
                <a:ext uri="{FF2B5EF4-FFF2-40B4-BE49-F238E27FC236}">
                  <a16:creationId xmlns:a16="http://schemas.microsoft.com/office/drawing/2014/main" id="{66816F12-9316-F291-F898-99C01FDE14C5}"/>
                </a:ext>
              </a:extLst>
            </p:cNvPr>
            <p:cNvCxnSpPr>
              <a:cxnSpLocks/>
              <a:stCxn id="15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8" name="Straight Connector 157">
              <a:extLst>
                <a:ext uri="{FF2B5EF4-FFF2-40B4-BE49-F238E27FC236}">
                  <a16:creationId xmlns:a16="http://schemas.microsoft.com/office/drawing/2014/main" id="{DE44BB52-DEB6-6C74-45E1-77393506D4A4}"/>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DE6F29EC-7806-9D9E-6614-0987D79C4862}"/>
              </a:ext>
            </a:extLst>
          </p:cNvPr>
          <p:cNvGrpSpPr/>
          <p:nvPr/>
        </p:nvGrpSpPr>
        <p:grpSpPr>
          <a:xfrm>
            <a:off x="10508723" y="1536662"/>
            <a:ext cx="721206" cy="609701"/>
            <a:chOff x="11356242" y="1532276"/>
            <a:chExt cx="721206" cy="609701"/>
          </a:xfrm>
        </p:grpSpPr>
        <p:sp>
          <p:nvSpPr>
            <p:cNvPr id="166" name="Rectangle 165">
              <a:hlinkHover r:id="" action="ppaction://noaction" highlightClick="1"/>
              <a:extLst>
                <a:ext uri="{FF2B5EF4-FFF2-40B4-BE49-F238E27FC236}">
                  <a16:creationId xmlns:a16="http://schemas.microsoft.com/office/drawing/2014/main" id="{56841DAE-1DBA-DE3E-785D-EA0E20CAF373}"/>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67" name="Oval 166">
              <a:extLst>
                <a:ext uri="{FF2B5EF4-FFF2-40B4-BE49-F238E27FC236}">
                  <a16:creationId xmlns:a16="http://schemas.microsoft.com/office/drawing/2014/main" id="{38823AE3-C58C-D745-D363-43036BB37627}"/>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8" name="Isosceles Triangle 648">
              <a:extLst>
                <a:ext uri="{FF2B5EF4-FFF2-40B4-BE49-F238E27FC236}">
                  <a16:creationId xmlns:a16="http://schemas.microsoft.com/office/drawing/2014/main" id="{AC9E223B-4145-40DE-A179-B4BD92B91FC3}"/>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9" name="Group 168">
            <a:extLst>
              <a:ext uri="{FF2B5EF4-FFF2-40B4-BE49-F238E27FC236}">
                <a16:creationId xmlns:a16="http://schemas.microsoft.com/office/drawing/2014/main" id="{1EC0CCD3-5FD3-62B9-9B0D-FAFA71CF4EB2}"/>
              </a:ext>
            </a:extLst>
          </p:cNvPr>
          <p:cNvGrpSpPr/>
          <p:nvPr/>
        </p:nvGrpSpPr>
        <p:grpSpPr>
          <a:xfrm>
            <a:off x="11355832" y="5140982"/>
            <a:ext cx="721220" cy="609701"/>
            <a:chOff x="9656903" y="2253333"/>
            <a:chExt cx="721220" cy="609701"/>
          </a:xfrm>
        </p:grpSpPr>
        <p:sp>
          <p:nvSpPr>
            <p:cNvPr id="170" name="Rectangle 169">
              <a:hlinkHover r:id="" action="ppaction://noaction" highlightClick="1"/>
              <a:extLst>
                <a:ext uri="{FF2B5EF4-FFF2-40B4-BE49-F238E27FC236}">
                  <a16:creationId xmlns:a16="http://schemas.microsoft.com/office/drawing/2014/main" id="{16ADB070-07C6-E7D5-FDBE-7FC2FA3BDB7E}"/>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71" name="Rectangle 170">
              <a:extLst>
                <a:ext uri="{FF2B5EF4-FFF2-40B4-BE49-F238E27FC236}">
                  <a16:creationId xmlns:a16="http://schemas.microsoft.com/office/drawing/2014/main" id="{53B817A9-0747-3784-A9F1-442D5CA5357A}"/>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2" name="Oval 15">
              <a:extLst>
                <a:ext uri="{FF2B5EF4-FFF2-40B4-BE49-F238E27FC236}">
                  <a16:creationId xmlns:a16="http://schemas.microsoft.com/office/drawing/2014/main" id="{0BEE5252-23EC-B3D2-3505-C7C14F2A1DA7}"/>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3" name="Straight Connector 172">
              <a:extLst>
                <a:ext uri="{FF2B5EF4-FFF2-40B4-BE49-F238E27FC236}">
                  <a16:creationId xmlns:a16="http://schemas.microsoft.com/office/drawing/2014/main" id="{D02365AC-13BF-5BCF-6D2B-66AFF781EEF2}"/>
                </a:ext>
              </a:extLst>
            </p:cNvPr>
            <p:cNvCxnSpPr>
              <a:cxnSpLocks/>
              <a:stCxn id="172"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4" name="Straight Connector 173">
              <a:extLst>
                <a:ext uri="{FF2B5EF4-FFF2-40B4-BE49-F238E27FC236}">
                  <a16:creationId xmlns:a16="http://schemas.microsoft.com/office/drawing/2014/main" id="{64A3BB54-1F9D-C2F2-6814-A935E2E04710}"/>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5" name="Group 174">
            <a:extLst>
              <a:ext uri="{FF2B5EF4-FFF2-40B4-BE49-F238E27FC236}">
                <a16:creationId xmlns:a16="http://schemas.microsoft.com/office/drawing/2014/main" id="{92AB7CAD-31D5-5A94-603C-C280768AD82B}"/>
              </a:ext>
            </a:extLst>
          </p:cNvPr>
          <p:cNvGrpSpPr/>
          <p:nvPr/>
        </p:nvGrpSpPr>
        <p:grpSpPr>
          <a:xfrm>
            <a:off x="7113172" y="2252067"/>
            <a:ext cx="728239" cy="609701"/>
            <a:chOff x="5442073" y="811556"/>
            <a:chExt cx="728239" cy="609701"/>
          </a:xfrm>
        </p:grpSpPr>
        <p:sp>
          <p:nvSpPr>
            <p:cNvPr id="176" name="Rectangle 175">
              <a:extLst>
                <a:ext uri="{FF2B5EF4-FFF2-40B4-BE49-F238E27FC236}">
                  <a16:creationId xmlns:a16="http://schemas.microsoft.com/office/drawing/2014/main" id="{47EA180D-B0DE-5E90-DD7E-7105DD7C1053}"/>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177" name="Rectangle 176">
              <a:extLst>
                <a:ext uri="{FF2B5EF4-FFF2-40B4-BE49-F238E27FC236}">
                  <a16:creationId xmlns:a16="http://schemas.microsoft.com/office/drawing/2014/main" id="{661BC190-5DB4-CC03-EB8E-9B316F679536}"/>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8" name="Oval 15">
              <a:extLst>
                <a:ext uri="{FF2B5EF4-FFF2-40B4-BE49-F238E27FC236}">
                  <a16:creationId xmlns:a16="http://schemas.microsoft.com/office/drawing/2014/main" id="{0337EB2F-4934-9D43-1515-079D4280D1D2}"/>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9" name="Straight Connector 178">
              <a:extLst>
                <a:ext uri="{FF2B5EF4-FFF2-40B4-BE49-F238E27FC236}">
                  <a16:creationId xmlns:a16="http://schemas.microsoft.com/office/drawing/2014/main" id="{BF3E2807-1417-E1FE-83B7-2F89805964B2}"/>
                </a:ext>
              </a:extLst>
            </p:cNvPr>
            <p:cNvCxnSpPr>
              <a:cxnSpLocks/>
              <a:stCxn id="178"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0" name="Straight Connector 179">
              <a:extLst>
                <a:ext uri="{FF2B5EF4-FFF2-40B4-BE49-F238E27FC236}">
                  <a16:creationId xmlns:a16="http://schemas.microsoft.com/office/drawing/2014/main" id="{ADFDCD60-843B-6187-89C1-952B5FB01F9B}"/>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1" name="Group 180">
            <a:extLst>
              <a:ext uri="{FF2B5EF4-FFF2-40B4-BE49-F238E27FC236}">
                <a16:creationId xmlns:a16="http://schemas.microsoft.com/office/drawing/2014/main" id="{801373F9-0EF2-F4EB-18FE-A45AFFD92321}"/>
              </a:ext>
            </a:extLst>
          </p:cNvPr>
          <p:cNvGrpSpPr/>
          <p:nvPr/>
        </p:nvGrpSpPr>
        <p:grpSpPr>
          <a:xfrm>
            <a:off x="11353919" y="2251694"/>
            <a:ext cx="721206" cy="609701"/>
            <a:chOff x="8807250" y="2253334"/>
            <a:chExt cx="721206" cy="609701"/>
          </a:xfrm>
        </p:grpSpPr>
        <p:sp>
          <p:nvSpPr>
            <p:cNvPr id="182" name="Rectangle 181">
              <a:extLst>
                <a:ext uri="{FF2B5EF4-FFF2-40B4-BE49-F238E27FC236}">
                  <a16:creationId xmlns:a16="http://schemas.microsoft.com/office/drawing/2014/main" id="{0000EC16-62B5-3799-34DF-525B4AE14B2D}"/>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183" name="Right Triangle 182">
              <a:extLst>
                <a:ext uri="{FF2B5EF4-FFF2-40B4-BE49-F238E27FC236}">
                  <a16:creationId xmlns:a16="http://schemas.microsoft.com/office/drawing/2014/main" id="{D80FF922-0C76-0DE5-2503-C42C7A9E0BA5}"/>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4" name="Oval 27">
              <a:extLst>
                <a:ext uri="{FF2B5EF4-FFF2-40B4-BE49-F238E27FC236}">
                  <a16:creationId xmlns:a16="http://schemas.microsoft.com/office/drawing/2014/main" id="{550B8F7F-AEDF-DC15-759C-22212B1F0340}"/>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5" name="Oval 28">
              <a:extLst>
                <a:ext uri="{FF2B5EF4-FFF2-40B4-BE49-F238E27FC236}">
                  <a16:creationId xmlns:a16="http://schemas.microsoft.com/office/drawing/2014/main" id="{B13868AB-3BFA-8A1F-95D7-0E3DF1C33F67}"/>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2" name="Picture 1">
            <a:hlinkClick r:id="rId9" action="ppaction://hlinksldjump"/>
            <a:extLst>
              <a:ext uri="{FF2B5EF4-FFF2-40B4-BE49-F238E27FC236}">
                <a16:creationId xmlns:a16="http://schemas.microsoft.com/office/drawing/2014/main" id="{5E4A2539-C671-FFC9-8B51-599EC0EA9729}"/>
              </a:ext>
            </a:extLst>
          </p:cNvPr>
          <p:cNvPicPr>
            <a:picLocks noChangeAspect="1"/>
          </p:cNvPicPr>
          <p:nvPr/>
        </p:nvPicPr>
        <p:blipFill>
          <a:blip r:embed="rId10"/>
          <a:stretch>
            <a:fillRect/>
          </a:stretch>
        </p:blipFill>
        <p:spPr>
          <a:xfrm>
            <a:off x="0" y="0"/>
            <a:ext cx="211626" cy="6858000"/>
          </a:xfrm>
          <a:prstGeom prst="rect">
            <a:avLst/>
          </a:prstGeom>
        </p:spPr>
      </p:pic>
      <p:grpSp>
        <p:nvGrpSpPr>
          <p:cNvPr id="17" name="Group 16">
            <a:extLst>
              <a:ext uri="{FF2B5EF4-FFF2-40B4-BE49-F238E27FC236}">
                <a16:creationId xmlns:a16="http://schemas.microsoft.com/office/drawing/2014/main" id="{278F7F15-AFDD-2E3D-3CC9-51AE26F21996}"/>
              </a:ext>
            </a:extLst>
          </p:cNvPr>
          <p:cNvGrpSpPr/>
          <p:nvPr/>
        </p:nvGrpSpPr>
        <p:grpSpPr>
          <a:xfrm>
            <a:off x="9652491" y="2986436"/>
            <a:ext cx="721206" cy="609701"/>
            <a:chOff x="9657972" y="90836"/>
            <a:chExt cx="721206" cy="609701"/>
          </a:xfrm>
        </p:grpSpPr>
        <p:sp>
          <p:nvSpPr>
            <p:cNvPr id="18" name="Rectangle 17">
              <a:hlinkHover r:id="" action="ppaction://noaction" highlightClick="1"/>
              <a:extLst>
                <a:ext uri="{FF2B5EF4-FFF2-40B4-BE49-F238E27FC236}">
                  <a16:creationId xmlns:a16="http://schemas.microsoft.com/office/drawing/2014/main" id="{E40586FD-1870-1651-5CB4-7E8332A859E6}"/>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19" name="Diamond 18">
              <a:extLst>
                <a:ext uri="{FF2B5EF4-FFF2-40B4-BE49-F238E27FC236}">
                  <a16:creationId xmlns:a16="http://schemas.microsoft.com/office/drawing/2014/main" id="{2F0F1C31-384F-167D-3377-665E6DB24741}"/>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 name="Oval 19">
              <a:extLst>
                <a:ext uri="{FF2B5EF4-FFF2-40B4-BE49-F238E27FC236}">
                  <a16:creationId xmlns:a16="http://schemas.microsoft.com/office/drawing/2014/main" id="{2AEB78B8-9471-9E06-DCB3-C0156A03A1AB}"/>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70609210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0352" y="123931"/>
            <a:ext cx="5823129"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Azure Subscription</a:t>
            </a:r>
          </a:p>
        </p:txBody>
      </p:sp>
      <p:sp>
        <p:nvSpPr>
          <p:cNvPr id="9" name="Rectangle 8">
            <a:hlinkClick r:id="rId3" action="ppaction://hlinksldjump"/>
            <a:hlinkHover r:id="rId3" action="ppaction://hlinksldjump"/>
            <a:extLst>
              <a:ext uri="{FF2B5EF4-FFF2-40B4-BE49-F238E27FC236}">
                <a16:creationId xmlns:a16="http://schemas.microsoft.com/office/drawing/2014/main" id="{F4FDF76F-4D97-4ED6-B9C2-CE38089E0E55}"/>
              </a:ext>
            </a:extLst>
          </p:cNvPr>
          <p:cNvSpPr/>
          <p:nvPr/>
        </p:nvSpPr>
        <p:spPr>
          <a:xfrm>
            <a:off x="10253191" y="5851981"/>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Dependency Overview</a:t>
            </a:r>
          </a:p>
        </p:txBody>
      </p:sp>
      <p:sp>
        <p:nvSpPr>
          <p:cNvPr id="10" name="Rectangle 9">
            <a:hlinkClick r:id="rId4" action="ppaction://hlinksldjump"/>
            <a:hlinkHover r:id="rId4" action="ppaction://hlinksldjump"/>
            <a:extLst>
              <a:ext uri="{FF2B5EF4-FFF2-40B4-BE49-F238E27FC236}">
                <a16:creationId xmlns:a16="http://schemas.microsoft.com/office/drawing/2014/main" id="{D4A7F8A3-823E-44EC-8B56-A654BEFF17F7}"/>
              </a:ext>
            </a:extLst>
          </p:cNvPr>
          <p:cNvSpPr/>
          <p:nvPr/>
        </p:nvSpPr>
        <p:spPr>
          <a:xfrm>
            <a:off x="4276486" y="5851983"/>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in Office 365</a:t>
            </a:r>
          </a:p>
        </p:txBody>
      </p:sp>
      <p:sp>
        <p:nvSpPr>
          <p:cNvPr id="11" name="Rectangle 10">
            <a:hlinkClick r:id="rId5" action="ppaction://hlinksldjump"/>
            <a:hlinkHover r:id="rId5" action="ppaction://hlinksldjump"/>
            <a:extLst>
              <a:ext uri="{FF2B5EF4-FFF2-40B4-BE49-F238E27FC236}">
                <a16:creationId xmlns:a16="http://schemas.microsoft.com/office/drawing/2014/main" id="{CA8246FE-4EC7-432B-9674-639A2DA79808}"/>
              </a:ext>
            </a:extLst>
          </p:cNvPr>
          <p:cNvSpPr/>
          <p:nvPr/>
        </p:nvSpPr>
        <p:spPr>
          <a:xfrm>
            <a:off x="2284251" y="5851982"/>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Hybrid Identity</a:t>
            </a:r>
          </a:p>
        </p:txBody>
      </p:sp>
      <p:sp>
        <p:nvSpPr>
          <p:cNvPr id="13" name="Rectangle 12">
            <a:hlinkClick r:id="rId6" action="ppaction://hlinksldjump"/>
            <a:hlinkHover r:id="rId6" action="ppaction://hlinksldjump"/>
            <a:extLst>
              <a:ext uri="{FF2B5EF4-FFF2-40B4-BE49-F238E27FC236}">
                <a16:creationId xmlns:a16="http://schemas.microsoft.com/office/drawing/2014/main" id="{1B71D289-6F53-4979-9508-92176AB172F2}"/>
              </a:ext>
            </a:extLst>
          </p:cNvPr>
          <p:cNvSpPr/>
          <p:nvPr/>
        </p:nvSpPr>
        <p:spPr>
          <a:xfrm>
            <a:off x="292016" y="5851982"/>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11 Deployed</a:t>
            </a:r>
          </a:p>
        </p:txBody>
      </p:sp>
      <p:sp>
        <p:nvSpPr>
          <p:cNvPr id="15" name="Rectangle 14">
            <a:hlinkClick r:id="rId7" action="ppaction://hlinksldjump"/>
            <a:hlinkHover r:id="rId7" action="ppaction://hlinksldjump"/>
            <a:extLst>
              <a:ext uri="{FF2B5EF4-FFF2-40B4-BE49-F238E27FC236}">
                <a16:creationId xmlns:a16="http://schemas.microsoft.com/office/drawing/2014/main" id="{4B2B5911-B30D-4E13-AECB-AB2E5E95E8B0}"/>
              </a:ext>
            </a:extLst>
          </p:cNvPr>
          <p:cNvSpPr/>
          <p:nvPr/>
        </p:nvSpPr>
        <p:spPr>
          <a:xfrm>
            <a:off x="8260956" y="5848104"/>
            <a:ext cx="1866237" cy="86838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a:t>
            </a:r>
          </a:p>
        </p:txBody>
      </p:sp>
      <p:sp>
        <p:nvSpPr>
          <p:cNvPr id="16" name="Rectangle 15">
            <a:hlinkClick r:id="rId8" action="ppaction://hlinksldjump"/>
            <a:hlinkHover r:id="rId8" action="ppaction://hlinksldjump"/>
            <a:extLst>
              <a:ext uri="{FF2B5EF4-FFF2-40B4-BE49-F238E27FC236}">
                <a16:creationId xmlns:a16="http://schemas.microsoft.com/office/drawing/2014/main" id="{994CE9ED-8244-4697-9623-626737E1CEE4}"/>
              </a:ext>
            </a:extLst>
          </p:cNvPr>
          <p:cNvSpPr/>
          <p:nvPr/>
        </p:nvSpPr>
        <p:spPr>
          <a:xfrm>
            <a:off x="6268721" y="5851981"/>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Hardware</a:t>
            </a:r>
          </a:p>
        </p:txBody>
      </p:sp>
      <p:grpSp>
        <p:nvGrpSpPr>
          <p:cNvPr id="19" name="Group 18">
            <a:extLst>
              <a:ext uri="{FF2B5EF4-FFF2-40B4-BE49-F238E27FC236}">
                <a16:creationId xmlns:a16="http://schemas.microsoft.com/office/drawing/2014/main" id="{D3891A45-F591-4997-D9EE-AFB9656EFE93}"/>
              </a:ext>
            </a:extLst>
          </p:cNvPr>
          <p:cNvGrpSpPr/>
          <p:nvPr/>
        </p:nvGrpSpPr>
        <p:grpSpPr>
          <a:xfrm>
            <a:off x="3779655" y="811556"/>
            <a:ext cx="721206" cy="609701"/>
            <a:chOff x="3779655" y="811556"/>
            <a:chExt cx="721206" cy="609701"/>
          </a:xfrm>
        </p:grpSpPr>
        <p:sp>
          <p:nvSpPr>
            <p:cNvPr id="20" name="Rectangle 19">
              <a:extLst>
                <a:ext uri="{FF2B5EF4-FFF2-40B4-BE49-F238E27FC236}">
                  <a16:creationId xmlns:a16="http://schemas.microsoft.com/office/drawing/2014/main" id="{D4BFF56C-9918-EC04-294A-8FACF141BEE7}"/>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1" name="Rectangle 20">
              <a:extLst>
                <a:ext uri="{FF2B5EF4-FFF2-40B4-BE49-F238E27FC236}">
                  <a16:creationId xmlns:a16="http://schemas.microsoft.com/office/drawing/2014/main" id="{E75997A8-6FFB-0E31-8C5C-8B4B94E6E95D}"/>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2" name="Oval 15">
              <a:extLst>
                <a:ext uri="{FF2B5EF4-FFF2-40B4-BE49-F238E27FC236}">
                  <a16:creationId xmlns:a16="http://schemas.microsoft.com/office/drawing/2014/main" id="{DA98CE3C-2244-74CA-6B78-C7E8A876E51F}"/>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3" name="Straight Connector 22">
              <a:extLst>
                <a:ext uri="{FF2B5EF4-FFF2-40B4-BE49-F238E27FC236}">
                  <a16:creationId xmlns:a16="http://schemas.microsoft.com/office/drawing/2014/main" id="{48439AEA-978D-0D8D-A487-2872B74AB291}"/>
                </a:ext>
              </a:extLst>
            </p:cNvPr>
            <p:cNvCxnSpPr>
              <a:cxnSpLocks/>
              <a:stCxn id="22"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4" name="Straight Connector 23">
              <a:extLst>
                <a:ext uri="{FF2B5EF4-FFF2-40B4-BE49-F238E27FC236}">
                  <a16:creationId xmlns:a16="http://schemas.microsoft.com/office/drawing/2014/main" id="{81D8F44B-F4BC-3A37-621E-A227AA64BD4B}"/>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 name="Group 48">
            <a:extLst>
              <a:ext uri="{FF2B5EF4-FFF2-40B4-BE49-F238E27FC236}">
                <a16:creationId xmlns:a16="http://schemas.microsoft.com/office/drawing/2014/main" id="{4C396ED4-36CB-ACD3-1CE0-44D590A15C3B}"/>
              </a:ext>
            </a:extLst>
          </p:cNvPr>
          <p:cNvGrpSpPr/>
          <p:nvPr/>
        </p:nvGrpSpPr>
        <p:grpSpPr>
          <a:xfrm>
            <a:off x="5448056" y="1532276"/>
            <a:ext cx="721206" cy="609701"/>
            <a:chOff x="5448056" y="1532276"/>
            <a:chExt cx="721206" cy="609701"/>
          </a:xfrm>
        </p:grpSpPr>
        <p:sp>
          <p:nvSpPr>
            <p:cNvPr id="50" name="Rectangle 49">
              <a:extLst>
                <a:ext uri="{FF2B5EF4-FFF2-40B4-BE49-F238E27FC236}">
                  <a16:creationId xmlns:a16="http://schemas.microsoft.com/office/drawing/2014/main" id="{58A57D7C-52DB-7EFA-5DF6-963CF9386E0B}"/>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51" name="Rectangle 50">
              <a:extLst>
                <a:ext uri="{FF2B5EF4-FFF2-40B4-BE49-F238E27FC236}">
                  <a16:creationId xmlns:a16="http://schemas.microsoft.com/office/drawing/2014/main" id="{FB41ACDD-0E82-FD93-B8ED-4AB18969852F}"/>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 name="Oval 15">
              <a:extLst>
                <a:ext uri="{FF2B5EF4-FFF2-40B4-BE49-F238E27FC236}">
                  <a16:creationId xmlns:a16="http://schemas.microsoft.com/office/drawing/2014/main" id="{AC14CC46-B728-6EF2-D322-233ED29236DC}"/>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3" name="Straight Connector 52">
              <a:extLst>
                <a:ext uri="{FF2B5EF4-FFF2-40B4-BE49-F238E27FC236}">
                  <a16:creationId xmlns:a16="http://schemas.microsoft.com/office/drawing/2014/main" id="{8B849579-AA4E-635E-2B74-B53292B49E22}"/>
                </a:ext>
              </a:extLst>
            </p:cNvPr>
            <p:cNvCxnSpPr>
              <a:cxnSpLocks/>
              <a:stCxn id="52"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4" name="Straight Connector 53">
              <a:extLst>
                <a:ext uri="{FF2B5EF4-FFF2-40B4-BE49-F238E27FC236}">
                  <a16:creationId xmlns:a16="http://schemas.microsoft.com/office/drawing/2014/main" id="{38B2F024-F69D-CE49-CF55-D19F9E47C855}"/>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5" name="Group 54">
            <a:extLst>
              <a:ext uri="{FF2B5EF4-FFF2-40B4-BE49-F238E27FC236}">
                <a16:creationId xmlns:a16="http://schemas.microsoft.com/office/drawing/2014/main" id="{EE078040-AA3A-E91B-22E3-D72E789F1809}"/>
              </a:ext>
            </a:extLst>
          </p:cNvPr>
          <p:cNvGrpSpPr/>
          <p:nvPr/>
        </p:nvGrpSpPr>
        <p:grpSpPr>
          <a:xfrm>
            <a:off x="6284565" y="1532276"/>
            <a:ext cx="721206" cy="609701"/>
            <a:chOff x="6284565" y="1532276"/>
            <a:chExt cx="721206" cy="609701"/>
          </a:xfrm>
        </p:grpSpPr>
        <p:sp>
          <p:nvSpPr>
            <p:cNvPr id="56" name="Rectangle 55">
              <a:extLst>
                <a:ext uri="{FF2B5EF4-FFF2-40B4-BE49-F238E27FC236}">
                  <a16:creationId xmlns:a16="http://schemas.microsoft.com/office/drawing/2014/main" id="{D16FEC62-05D1-A1EE-9EAD-4C87FBE48260}"/>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57" name="Rectangle 56">
              <a:extLst>
                <a:ext uri="{FF2B5EF4-FFF2-40B4-BE49-F238E27FC236}">
                  <a16:creationId xmlns:a16="http://schemas.microsoft.com/office/drawing/2014/main" id="{199E0E16-2ED5-7532-651C-171F0316F70F}"/>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 name="Oval 15">
              <a:extLst>
                <a:ext uri="{FF2B5EF4-FFF2-40B4-BE49-F238E27FC236}">
                  <a16:creationId xmlns:a16="http://schemas.microsoft.com/office/drawing/2014/main" id="{A9CE6C88-47CD-07AE-CC16-143607C4B650}"/>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 name="Straight Connector 59">
              <a:extLst>
                <a:ext uri="{FF2B5EF4-FFF2-40B4-BE49-F238E27FC236}">
                  <a16:creationId xmlns:a16="http://schemas.microsoft.com/office/drawing/2014/main" id="{12792DAB-9039-1FB1-53E2-60781334A6BF}"/>
                </a:ext>
              </a:extLst>
            </p:cNvPr>
            <p:cNvCxnSpPr>
              <a:cxnSpLocks/>
              <a:stCxn id="59"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1" name="Straight Connector 60">
              <a:extLst>
                <a:ext uri="{FF2B5EF4-FFF2-40B4-BE49-F238E27FC236}">
                  <a16:creationId xmlns:a16="http://schemas.microsoft.com/office/drawing/2014/main" id="{88034506-C806-3154-3015-E0F6DA0B3729}"/>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 name="Group 61">
            <a:extLst>
              <a:ext uri="{FF2B5EF4-FFF2-40B4-BE49-F238E27FC236}">
                <a16:creationId xmlns:a16="http://schemas.microsoft.com/office/drawing/2014/main" id="{A84DCC10-5FCF-A237-75FA-7FA194E22BE7}"/>
              </a:ext>
            </a:extLst>
          </p:cNvPr>
          <p:cNvGrpSpPr/>
          <p:nvPr/>
        </p:nvGrpSpPr>
        <p:grpSpPr>
          <a:xfrm>
            <a:off x="7121069" y="1532276"/>
            <a:ext cx="721206" cy="609701"/>
            <a:chOff x="7121069" y="1532276"/>
            <a:chExt cx="721206" cy="609701"/>
          </a:xfrm>
        </p:grpSpPr>
        <p:sp>
          <p:nvSpPr>
            <p:cNvPr id="63" name="Rectangle 62">
              <a:extLst>
                <a:ext uri="{FF2B5EF4-FFF2-40B4-BE49-F238E27FC236}">
                  <a16:creationId xmlns:a16="http://schemas.microsoft.com/office/drawing/2014/main" id="{73124474-EC4E-4AD2-6A25-C7CD0D32A722}"/>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64" name="Rectangle 63">
              <a:extLst>
                <a:ext uri="{FF2B5EF4-FFF2-40B4-BE49-F238E27FC236}">
                  <a16:creationId xmlns:a16="http://schemas.microsoft.com/office/drawing/2014/main" id="{653EB459-B9C4-EB4F-C408-C9CFB2D96542}"/>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 name="Oval 15">
              <a:extLst>
                <a:ext uri="{FF2B5EF4-FFF2-40B4-BE49-F238E27FC236}">
                  <a16:creationId xmlns:a16="http://schemas.microsoft.com/office/drawing/2014/main" id="{06A7040C-E8E1-EAAE-30B0-34B3821E7933}"/>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 name="Straight Connector 65">
              <a:extLst>
                <a:ext uri="{FF2B5EF4-FFF2-40B4-BE49-F238E27FC236}">
                  <a16:creationId xmlns:a16="http://schemas.microsoft.com/office/drawing/2014/main" id="{B1EE5ED3-F38E-0E8F-9B42-3C9ED597B7A2}"/>
                </a:ext>
              </a:extLst>
            </p:cNvPr>
            <p:cNvCxnSpPr>
              <a:cxnSpLocks/>
              <a:stCxn id="65"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7" name="Straight Connector 66">
              <a:extLst>
                <a:ext uri="{FF2B5EF4-FFF2-40B4-BE49-F238E27FC236}">
                  <a16:creationId xmlns:a16="http://schemas.microsoft.com/office/drawing/2014/main" id="{FE2D120A-8BA3-DBE0-9512-43E7D09F4C75}"/>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8" name="Group 67">
            <a:extLst>
              <a:ext uri="{FF2B5EF4-FFF2-40B4-BE49-F238E27FC236}">
                <a16:creationId xmlns:a16="http://schemas.microsoft.com/office/drawing/2014/main" id="{A2FD6CB3-BE8D-D3C5-289E-3D2EFF8887A1}"/>
              </a:ext>
            </a:extLst>
          </p:cNvPr>
          <p:cNvGrpSpPr/>
          <p:nvPr/>
        </p:nvGrpSpPr>
        <p:grpSpPr>
          <a:xfrm>
            <a:off x="3775045" y="1532276"/>
            <a:ext cx="721206" cy="609701"/>
            <a:chOff x="3775045" y="1532276"/>
            <a:chExt cx="721206" cy="609701"/>
          </a:xfrm>
        </p:grpSpPr>
        <p:sp>
          <p:nvSpPr>
            <p:cNvPr id="69" name="Rectangle 68">
              <a:extLst>
                <a:ext uri="{FF2B5EF4-FFF2-40B4-BE49-F238E27FC236}">
                  <a16:creationId xmlns:a16="http://schemas.microsoft.com/office/drawing/2014/main" id="{AFFCE227-A7F8-160D-156E-F4790CBF3E70}"/>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70" name="Right Triangle 69">
              <a:extLst>
                <a:ext uri="{FF2B5EF4-FFF2-40B4-BE49-F238E27FC236}">
                  <a16:creationId xmlns:a16="http://schemas.microsoft.com/office/drawing/2014/main" id="{DBCF57F9-9201-33C2-4E07-E1045AB21D7E}"/>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1" name="Group 70">
              <a:extLst>
                <a:ext uri="{FF2B5EF4-FFF2-40B4-BE49-F238E27FC236}">
                  <a16:creationId xmlns:a16="http://schemas.microsoft.com/office/drawing/2014/main" id="{39284BB8-D73E-47AA-B577-B2773875E9B5}"/>
                </a:ext>
              </a:extLst>
            </p:cNvPr>
            <p:cNvGrpSpPr/>
            <p:nvPr/>
          </p:nvGrpSpPr>
          <p:grpSpPr>
            <a:xfrm>
              <a:off x="4440495" y="1542936"/>
              <a:ext cx="37817" cy="61390"/>
              <a:chOff x="3883481" y="2057400"/>
              <a:chExt cx="1608363" cy="2652031"/>
            </a:xfrm>
            <a:solidFill>
              <a:srgbClr val="A6A6A6">
                <a:alpha val="20000"/>
              </a:srgbClr>
            </a:solidFill>
          </p:grpSpPr>
          <p:sp>
            <p:nvSpPr>
              <p:cNvPr id="72" name="Oval 27">
                <a:extLst>
                  <a:ext uri="{FF2B5EF4-FFF2-40B4-BE49-F238E27FC236}">
                    <a16:creationId xmlns:a16="http://schemas.microsoft.com/office/drawing/2014/main" id="{A40B23DF-278D-5EFF-2DAA-ED5BCB13111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 name="Oval 28">
                <a:extLst>
                  <a:ext uri="{FF2B5EF4-FFF2-40B4-BE49-F238E27FC236}">
                    <a16:creationId xmlns:a16="http://schemas.microsoft.com/office/drawing/2014/main" id="{509EBDD5-F8C7-B51F-61ED-FE4FAA5FA94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 name="Group 73">
            <a:extLst>
              <a:ext uri="{FF2B5EF4-FFF2-40B4-BE49-F238E27FC236}">
                <a16:creationId xmlns:a16="http://schemas.microsoft.com/office/drawing/2014/main" id="{52230C54-BCE2-9783-4B3B-88EB58D7C4FA}"/>
              </a:ext>
            </a:extLst>
          </p:cNvPr>
          <p:cNvGrpSpPr/>
          <p:nvPr/>
        </p:nvGrpSpPr>
        <p:grpSpPr>
          <a:xfrm>
            <a:off x="4611552" y="1532276"/>
            <a:ext cx="721206" cy="609701"/>
            <a:chOff x="4611552" y="1532276"/>
            <a:chExt cx="721206" cy="609701"/>
          </a:xfrm>
        </p:grpSpPr>
        <p:sp>
          <p:nvSpPr>
            <p:cNvPr id="102" name="Rectangle 101">
              <a:extLst>
                <a:ext uri="{FF2B5EF4-FFF2-40B4-BE49-F238E27FC236}">
                  <a16:creationId xmlns:a16="http://schemas.microsoft.com/office/drawing/2014/main" id="{C709C7A6-65D8-E043-1088-F0D2CB7F7896}"/>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03" name="Right Triangle 102">
              <a:extLst>
                <a:ext uri="{FF2B5EF4-FFF2-40B4-BE49-F238E27FC236}">
                  <a16:creationId xmlns:a16="http://schemas.microsoft.com/office/drawing/2014/main" id="{6FC4FF75-ADD2-49BB-6EA4-94A3D68923F0}"/>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4" name="Group 103">
              <a:extLst>
                <a:ext uri="{FF2B5EF4-FFF2-40B4-BE49-F238E27FC236}">
                  <a16:creationId xmlns:a16="http://schemas.microsoft.com/office/drawing/2014/main" id="{3DC3FAEA-6DB0-A999-0BB3-DCCA0DC4D39B}"/>
                </a:ext>
              </a:extLst>
            </p:cNvPr>
            <p:cNvGrpSpPr/>
            <p:nvPr/>
          </p:nvGrpSpPr>
          <p:grpSpPr>
            <a:xfrm>
              <a:off x="5276135" y="1542936"/>
              <a:ext cx="37817" cy="61390"/>
              <a:chOff x="3883481" y="2057400"/>
              <a:chExt cx="1608363" cy="2652031"/>
            </a:xfrm>
            <a:solidFill>
              <a:srgbClr val="A6A6A6">
                <a:alpha val="20000"/>
              </a:srgbClr>
            </a:solidFill>
          </p:grpSpPr>
          <p:sp>
            <p:nvSpPr>
              <p:cNvPr id="105" name="Oval 27">
                <a:extLst>
                  <a:ext uri="{FF2B5EF4-FFF2-40B4-BE49-F238E27FC236}">
                    <a16:creationId xmlns:a16="http://schemas.microsoft.com/office/drawing/2014/main" id="{92C30E5B-84CF-456C-6B61-90E9F0CB375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 name="Oval 28">
                <a:extLst>
                  <a:ext uri="{FF2B5EF4-FFF2-40B4-BE49-F238E27FC236}">
                    <a16:creationId xmlns:a16="http://schemas.microsoft.com/office/drawing/2014/main" id="{BDBB91E1-705C-8697-0D69-CEE03C869C0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7" name="Group 106">
            <a:extLst>
              <a:ext uri="{FF2B5EF4-FFF2-40B4-BE49-F238E27FC236}">
                <a16:creationId xmlns:a16="http://schemas.microsoft.com/office/drawing/2014/main" id="{136A6686-D457-DE18-42FE-BB8D650EB4B9}"/>
              </a:ext>
            </a:extLst>
          </p:cNvPr>
          <p:cNvGrpSpPr/>
          <p:nvPr/>
        </p:nvGrpSpPr>
        <p:grpSpPr>
          <a:xfrm>
            <a:off x="2938537" y="1532271"/>
            <a:ext cx="721206" cy="610042"/>
            <a:chOff x="2938537" y="1532271"/>
            <a:chExt cx="721206" cy="610042"/>
          </a:xfrm>
        </p:grpSpPr>
        <p:sp>
          <p:nvSpPr>
            <p:cNvPr id="429" name="Rectangle 428">
              <a:extLst>
                <a:ext uri="{FF2B5EF4-FFF2-40B4-BE49-F238E27FC236}">
                  <a16:creationId xmlns:a16="http://schemas.microsoft.com/office/drawing/2014/main" id="{2E755805-83BF-80DE-0EFF-C9E8EFB1C343}"/>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30" name="Right Triangle 429">
              <a:extLst>
                <a:ext uri="{FF2B5EF4-FFF2-40B4-BE49-F238E27FC236}">
                  <a16:creationId xmlns:a16="http://schemas.microsoft.com/office/drawing/2014/main" id="{C1C843E6-919E-35AB-12D3-59C0474D43E1}"/>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1" name="Oval 27">
              <a:extLst>
                <a:ext uri="{FF2B5EF4-FFF2-40B4-BE49-F238E27FC236}">
                  <a16:creationId xmlns:a16="http://schemas.microsoft.com/office/drawing/2014/main" id="{A7CD6100-B01D-3E9B-DCE0-99E10F67028D}"/>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2" name="Oval 28">
              <a:extLst>
                <a:ext uri="{FF2B5EF4-FFF2-40B4-BE49-F238E27FC236}">
                  <a16:creationId xmlns:a16="http://schemas.microsoft.com/office/drawing/2014/main" id="{9B016A7D-9BA9-046B-A24C-C5F80E579DBE}"/>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3" name="Group 432">
            <a:extLst>
              <a:ext uri="{FF2B5EF4-FFF2-40B4-BE49-F238E27FC236}">
                <a16:creationId xmlns:a16="http://schemas.microsoft.com/office/drawing/2014/main" id="{D89B57E9-B17E-F918-926F-B9FB7159DD00}"/>
              </a:ext>
            </a:extLst>
          </p:cNvPr>
          <p:cNvGrpSpPr/>
          <p:nvPr/>
        </p:nvGrpSpPr>
        <p:grpSpPr>
          <a:xfrm>
            <a:off x="6287105" y="2974054"/>
            <a:ext cx="721206" cy="609701"/>
            <a:chOff x="6287105" y="2974054"/>
            <a:chExt cx="721206" cy="609701"/>
          </a:xfrm>
        </p:grpSpPr>
        <p:sp>
          <p:nvSpPr>
            <p:cNvPr id="434" name="Rectangle 433">
              <a:hlinkHover r:id="" action="ppaction://noaction" highlightClick="1"/>
              <a:extLst>
                <a:ext uri="{FF2B5EF4-FFF2-40B4-BE49-F238E27FC236}">
                  <a16:creationId xmlns:a16="http://schemas.microsoft.com/office/drawing/2014/main" id="{3BF09C90-12C6-95A5-36DE-83CEE588D708}"/>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35" name="Rectangle 434">
              <a:extLst>
                <a:ext uri="{FF2B5EF4-FFF2-40B4-BE49-F238E27FC236}">
                  <a16:creationId xmlns:a16="http://schemas.microsoft.com/office/drawing/2014/main" id="{781E9766-0B73-A570-7A66-C268EADEC78F}"/>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6" name="Oval 15">
              <a:extLst>
                <a:ext uri="{FF2B5EF4-FFF2-40B4-BE49-F238E27FC236}">
                  <a16:creationId xmlns:a16="http://schemas.microsoft.com/office/drawing/2014/main" id="{28C360D9-7EE0-92B4-ACBB-DDD1DDBCF8B0}"/>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7" name="Straight Connector 436">
              <a:extLst>
                <a:ext uri="{FF2B5EF4-FFF2-40B4-BE49-F238E27FC236}">
                  <a16:creationId xmlns:a16="http://schemas.microsoft.com/office/drawing/2014/main" id="{98A97AA5-B07F-2AEB-15AE-E51B506BAEB2}"/>
                </a:ext>
              </a:extLst>
            </p:cNvPr>
            <p:cNvCxnSpPr>
              <a:cxnSpLocks/>
              <a:stCxn id="436"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38" name="Group 437">
            <a:extLst>
              <a:ext uri="{FF2B5EF4-FFF2-40B4-BE49-F238E27FC236}">
                <a16:creationId xmlns:a16="http://schemas.microsoft.com/office/drawing/2014/main" id="{68C573A7-5089-58A5-5432-4F256B6445F7}"/>
              </a:ext>
            </a:extLst>
          </p:cNvPr>
          <p:cNvGrpSpPr/>
          <p:nvPr/>
        </p:nvGrpSpPr>
        <p:grpSpPr>
          <a:xfrm>
            <a:off x="7123149" y="2974054"/>
            <a:ext cx="721206" cy="646284"/>
            <a:chOff x="7123149" y="2974054"/>
            <a:chExt cx="721206" cy="646284"/>
          </a:xfrm>
        </p:grpSpPr>
        <p:sp>
          <p:nvSpPr>
            <p:cNvPr id="439" name="Rectangle 438">
              <a:hlinkHover r:id="" action="ppaction://noaction" highlightClick="1"/>
              <a:extLst>
                <a:ext uri="{FF2B5EF4-FFF2-40B4-BE49-F238E27FC236}">
                  <a16:creationId xmlns:a16="http://schemas.microsoft.com/office/drawing/2014/main" id="{A013207E-F568-2991-0FF5-92ED6D030BDA}"/>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40" name="Rectangle 439">
              <a:extLst>
                <a:ext uri="{FF2B5EF4-FFF2-40B4-BE49-F238E27FC236}">
                  <a16:creationId xmlns:a16="http://schemas.microsoft.com/office/drawing/2014/main" id="{F9F94D69-E9C2-57B0-22B9-A6B3AA155BCD}"/>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1" name="Oval 15">
              <a:extLst>
                <a:ext uri="{FF2B5EF4-FFF2-40B4-BE49-F238E27FC236}">
                  <a16:creationId xmlns:a16="http://schemas.microsoft.com/office/drawing/2014/main" id="{6EE68F8D-234C-EEAC-5E6E-C1EB875C3057}"/>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2" name="Straight Connector 441">
              <a:extLst>
                <a:ext uri="{FF2B5EF4-FFF2-40B4-BE49-F238E27FC236}">
                  <a16:creationId xmlns:a16="http://schemas.microsoft.com/office/drawing/2014/main" id="{0D046A7C-D75D-E9FC-80A3-9F87D8BB2E41}"/>
                </a:ext>
              </a:extLst>
            </p:cNvPr>
            <p:cNvCxnSpPr>
              <a:cxnSpLocks/>
              <a:stCxn id="441"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43" name="Straight Connector 442">
              <a:extLst>
                <a:ext uri="{FF2B5EF4-FFF2-40B4-BE49-F238E27FC236}">
                  <a16:creationId xmlns:a16="http://schemas.microsoft.com/office/drawing/2014/main" id="{A48C9902-88D4-EC63-084E-C9826D49E7FE}"/>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44" name="Group 443">
            <a:extLst>
              <a:ext uri="{FF2B5EF4-FFF2-40B4-BE49-F238E27FC236}">
                <a16:creationId xmlns:a16="http://schemas.microsoft.com/office/drawing/2014/main" id="{471D6A9D-918A-49EF-E531-A46C8882E691}"/>
              </a:ext>
            </a:extLst>
          </p:cNvPr>
          <p:cNvGrpSpPr/>
          <p:nvPr/>
        </p:nvGrpSpPr>
        <p:grpSpPr>
          <a:xfrm>
            <a:off x="7959200" y="2974054"/>
            <a:ext cx="721206" cy="609701"/>
            <a:chOff x="7959200" y="2974054"/>
            <a:chExt cx="721206" cy="609701"/>
          </a:xfrm>
        </p:grpSpPr>
        <p:sp>
          <p:nvSpPr>
            <p:cNvPr id="445" name="Rectangle 444">
              <a:hlinkHover r:id="" action="ppaction://noaction" highlightClick="1"/>
              <a:extLst>
                <a:ext uri="{FF2B5EF4-FFF2-40B4-BE49-F238E27FC236}">
                  <a16:creationId xmlns:a16="http://schemas.microsoft.com/office/drawing/2014/main" id="{A6B94B94-D111-3BBD-1A76-290B7F97393F}"/>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46" name="Diamond 445">
              <a:extLst>
                <a:ext uri="{FF2B5EF4-FFF2-40B4-BE49-F238E27FC236}">
                  <a16:creationId xmlns:a16="http://schemas.microsoft.com/office/drawing/2014/main" id="{B0F4DA76-7EFD-9FB5-5529-2283DDF538C1}"/>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7" name="Oval 446">
              <a:extLst>
                <a:ext uri="{FF2B5EF4-FFF2-40B4-BE49-F238E27FC236}">
                  <a16:creationId xmlns:a16="http://schemas.microsoft.com/office/drawing/2014/main" id="{695C256E-1BCF-8BA7-5E9A-63190079FDE3}"/>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48" name="Group 447">
            <a:extLst>
              <a:ext uri="{FF2B5EF4-FFF2-40B4-BE49-F238E27FC236}">
                <a16:creationId xmlns:a16="http://schemas.microsoft.com/office/drawing/2014/main" id="{2C493563-AB9A-392B-0D88-E18EBA2F0046}"/>
              </a:ext>
            </a:extLst>
          </p:cNvPr>
          <p:cNvGrpSpPr/>
          <p:nvPr/>
        </p:nvGrpSpPr>
        <p:grpSpPr>
          <a:xfrm>
            <a:off x="8795244" y="2974054"/>
            <a:ext cx="721206" cy="609701"/>
            <a:chOff x="8795244" y="2974054"/>
            <a:chExt cx="721206" cy="609701"/>
          </a:xfrm>
        </p:grpSpPr>
        <p:sp>
          <p:nvSpPr>
            <p:cNvPr id="449" name="Rectangle 448">
              <a:hlinkHover r:id="" action="ppaction://noaction" highlightClick="1"/>
              <a:extLst>
                <a:ext uri="{FF2B5EF4-FFF2-40B4-BE49-F238E27FC236}">
                  <a16:creationId xmlns:a16="http://schemas.microsoft.com/office/drawing/2014/main" id="{F53EE2FE-C9DF-DD96-1B05-E8A14FFBA828}"/>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50" name="Diamond 449">
              <a:extLst>
                <a:ext uri="{FF2B5EF4-FFF2-40B4-BE49-F238E27FC236}">
                  <a16:creationId xmlns:a16="http://schemas.microsoft.com/office/drawing/2014/main" id="{640E5E9E-78DC-8D2E-3741-E818C1B52296}"/>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1" name="Oval 450">
              <a:extLst>
                <a:ext uri="{FF2B5EF4-FFF2-40B4-BE49-F238E27FC236}">
                  <a16:creationId xmlns:a16="http://schemas.microsoft.com/office/drawing/2014/main" id="{A17705DC-79F7-2096-B75B-8BC09405B181}"/>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8" name="Group 457">
            <a:extLst>
              <a:ext uri="{FF2B5EF4-FFF2-40B4-BE49-F238E27FC236}">
                <a16:creationId xmlns:a16="http://schemas.microsoft.com/office/drawing/2014/main" id="{913C15C3-933D-DDAD-FBF0-54574BD9EA68}"/>
              </a:ext>
            </a:extLst>
          </p:cNvPr>
          <p:cNvGrpSpPr/>
          <p:nvPr/>
        </p:nvGrpSpPr>
        <p:grpSpPr>
          <a:xfrm>
            <a:off x="5442073" y="811556"/>
            <a:ext cx="728239" cy="609701"/>
            <a:chOff x="5442073" y="811556"/>
            <a:chExt cx="728239" cy="609701"/>
          </a:xfrm>
        </p:grpSpPr>
        <p:sp>
          <p:nvSpPr>
            <p:cNvPr id="459" name="Rectangle 458">
              <a:extLst>
                <a:ext uri="{FF2B5EF4-FFF2-40B4-BE49-F238E27FC236}">
                  <a16:creationId xmlns:a16="http://schemas.microsoft.com/office/drawing/2014/main" id="{CE70D52D-1A5D-19B9-434C-9C3C9F7FF88F}"/>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60" name="Rectangle 459">
              <a:extLst>
                <a:ext uri="{FF2B5EF4-FFF2-40B4-BE49-F238E27FC236}">
                  <a16:creationId xmlns:a16="http://schemas.microsoft.com/office/drawing/2014/main" id="{A9FCECC8-27DA-F2DF-0B97-9A38C269257F}"/>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1" name="Oval 15">
              <a:extLst>
                <a:ext uri="{FF2B5EF4-FFF2-40B4-BE49-F238E27FC236}">
                  <a16:creationId xmlns:a16="http://schemas.microsoft.com/office/drawing/2014/main" id="{D0D9346A-F7F6-B15B-3423-E426B0579C22}"/>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2" name="Straight Connector 461">
              <a:extLst>
                <a:ext uri="{FF2B5EF4-FFF2-40B4-BE49-F238E27FC236}">
                  <a16:creationId xmlns:a16="http://schemas.microsoft.com/office/drawing/2014/main" id="{5A1DA414-A1C0-170E-E97C-A73B9A97FD02}"/>
                </a:ext>
              </a:extLst>
            </p:cNvPr>
            <p:cNvCxnSpPr>
              <a:cxnSpLocks/>
              <a:stCxn id="461"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3" name="Straight Connector 462">
              <a:extLst>
                <a:ext uri="{FF2B5EF4-FFF2-40B4-BE49-F238E27FC236}">
                  <a16:creationId xmlns:a16="http://schemas.microsoft.com/office/drawing/2014/main" id="{DAC98CFD-3BCB-D96C-FD09-F9F61FB86B9B}"/>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4" name="Group 463">
            <a:extLst>
              <a:ext uri="{FF2B5EF4-FFF2-40B4-BE49-F238E27FC236}">
                <a16:creationId xmlns:a16="http://schemas.microsoft.com/office/drawing/2014/main" id="{8CACA686-811C-1CE5-D13F-4A4E791C83C9}"/>
              </a:ext>
            </a:extLst>
          </p:cNvPr>
          <p:cNvGrpSpPr/>
          <p:nvPr/>
        </p:nvGrpSpPr>
        <p:grpSpPr>
          <a:xfrm>
            <a:off x="6284597" y="811555"/>
            <a:ext cx="721206" cy="609701"/>
            <a:chOff x="6284597" y="811555"/>
            <a:chExt cx="721206" cy="609701"/>
          </a:xfrm>
        </p:grpSpPr>
        <p:sp>
          <p:nvSpPr>
            <p:cNvPr id="465" name="Rectangle 464">
              <a:hlinkHover r:id="" action="ppaction://noaction" highlightClick="1"/>
              <a:extLst>
                <a:ext uri="{FF2B5EF4-FFF2-40B4-BE49-F238E27FC236}">
                  <a16:creationId xmlns:a16="http://schemas.microsoft.com/office/drawing/2014/main" id="{D24C2E14-0673-C6E9-564A-1F973B76F17C}"/>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66" name="Right Triangle 465">
              <a:extLst>
                <a:ext uri="{FF2B5EF4-FFF2-40B4-BE49-F238E27FC236}">
                  <a16:creationId xmlns:a16="http://schemas.microsoft.com/office/drawing/2014/main" id="{231A7382-D99B-694A-3B73-AB87E5E27EA8}"/>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7" name="Oval 27">
              <a:extLst>
                <a:ext uri="{FF2B5EF4-FFF2-40B4-BE49-F238E27FC236}">
                  <a16:creationId xmlns:a16="http://schemas.microsoft.com/office/drawing/2014/main" id="{E38D16C8-CD03-57C6-7AA1-2FA0C93D75ED}"/>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8" name="Oval 28">
              <a:extLst>
                <a:ext uri="{FF2B5EF4-FFF2-40B4-BE49-F238E27FC236}">
                  <a16:creationId xmlns:a16="http://schemas.microsoft.com/office/drawing/2014/main" id="{0B296653-47CB-CA3E-C44D-1FD8BE496C38}"/>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4" name="Group 473">
            <a:extLst>
              <a:ext uri="{FF2B5EF4-FFF2-40B4-BE49-F238E27FC236}">
                <a16:creationId xmlns:a16="http://schemas.microsoft.com/office/drawing/2014/main" id="{BAB9CFB3-ABD2-C0ED-6EA7-F213A3D7ECB7}"/>
              </a:ext>
            </a:extLst>
          </p:cNvPr>
          <p:cNvGrpSpPr/>
          <p:nvPr/>
        </p:nvGrpSpPr>
        <p:grpSpPr>
          <a:xfrm>
            <a:off x="8608383" y="830883"/>
            <a:ext cx="32062" cy="173182"/>
            <a:chOff x="8608383" y="830883"/>
            <a:chExt cx="32062" cy="173182"/>
          </a:xfrm>
        </p:grpSpPr>
        <p:cxnSp>
          <p:nvCxnSpPr>
            <p:cNvPr id="478" name="Straight Connector 477">
              <a:extLst>
                <a:ext uri="{FF2B5EF4-FFF2-40B4-BE49-F238E27FC236}">
                  <a16:creationId xmlns:a16="http://schemas.microsoft.com/office/drawing/2014/main" id="{34A3C0D0-20BF-30BA-0771-643922FA7116}"/>
                </a:ext>
              </a:extLst>
            </p:cNvPr>
            <p:cNvCxnSpPr>
              <a:cxnSpLocks/>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79" name="Straight Connector 478">
              <a:extLst>
                <a:ext uri="{FF2B5EF4-FFF2-40B4-BE49-F238E27FC236}">
                  <a16:creationId xmlns:a16="http://schemas.microsoft.com/office/drawing/2014/main" id="{FA10A49E-3E93-A3CE-73EB-A6351599000C}"/>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46" name="Group 545">
            <a:extLst>
              <a:ext uri="{FF2B5EF4-FFF2-40B4-BE49-F238E27FC236}">
                <a16:creationId xmlns:a16="http://schemas.microsoft.com/office/drawing/2014/main" id="{4C5ABA07-61B4-2671-4087-951327BAD9BF}"/>
              </a:ext>
            </a:extLst>
          </p:cNvPr>
          <p:cNvGrpSpPr/>
          <p:nvPr/>
        </p:nvGrpSpPr>
        <p:grpSpPr>
          <a:xfrm>
            <a:off x="7957572" y="1532276"/>
            <a:ext cx="721206" cy="609701"/>
            <a:chOff x="7957572" y="1532276"/>
            <a:chExt cx="721206" cy="609701"/>
          </a:xfrm>
        </p:grpSpPr>
        <p:sp>
          <p:nvSpPr>
            <p:cNvPr id="547" name="Rectangle 546">
              <a:hlinkHover r:id="" action="ppaction://noaction" highlightClick="1"/>
              <a:extLst>
                <a:ext uri="{FF2B5EF4-FFF2-40B4-BE49-F238E27FC236}">
                  <a16:creationId xmlns:a16="http://schemas.microsoft.com/office/drawing/2014/main" id="{BFF7FFBA-C583-128E-B10D-DFFBB17DFEE0}"/>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48" name="Rectangle 547">
              <a:extLst>
                <a:ext uri="{FF2B5EF4-FFF2-40B4-BE49-F238E27FC236}">
                  <a16:creationId xmlns:a16="http://schemas.microsoft.com/office/drawing/2014/main" id="{E42A2878-F692-6E0F-8829-B6CF84896AA1}"/>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9" name="Oval 15">
              <a:extLst>
                <a:ext uri="{FF2B5EF4-FFF2-40B4-BE49-F238E27FC236}">
                  <a16:creationId xmlns:a16="http://schemas.microsoft.com/office/drawing/2014/main" id="{2BB85D49-A219-8336-2A69-B951ADDB7D79}"/>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0" name="Straight Connector 549">
              <a:extLst>
                <a:ext uri="{FF2B5EF4-FFF2-40B4-BE49-F238E27FC236}">
                  <a16:creationId xmlns:a16="http://schemas.microsoft.com/office/drawing/2014/main" id="{EB77A677-BE75-F550-8436-A6A8BB7984DC}"/>
                </a:ext>
              </a:extLst>
            </p:cNvPr>
            <p:cNvCxnSpPr>
              <a:cxnSpLocks/>
              <a:stCxn id="549"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1" name="Straight Connector 550">
              <a:extLst>
                <a:ext uri="{FF2B5EF4-FFF2-40B4-BE49-F238E27FC236}">
                  <a16:creationId xmlns:a16="http://schemas.microsoft.com/office/drawing/2014/main" id="{0B42CFC1-A07C-C0D1-5872-0AA7DEB8EB03}"/>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52" name="Group 551">
            <a:extLst>
              <a:ext uri="{FF2B5EF4-FFF2-40B4-BE49-F238E27FC236}">
                <a16:creationId xmlns:a16="http://schemas.microsoft.com/office/drawing/2014/main" id="{82D46C33-A392-7113-F6AA-2496FF7AC049}"/>
              </a:ext>
            </a:extLst>
          </p:cNvPr>
          <p:cNvGrpSpPr/>
          <p:nvPr/>
        </p:nvGrpSpPr>
        <p:grpSpPr>
          <a:xfrm>
            <a:off x="9656904" y="1532276"/>
            <a:ext cx="721206" cy="609701"/>
            <a:chOff x="9656904" y="1532276"/>
            <a:chExt cx="721206" cy="609701"/>
          </a:xfrm>
        </p:grpSpPr>
        <p:sp>
          <p:nvSpPr>
            <p:cNvPr id="553" name="Rectangle 552">
              <a:extLst>
                <a:ext uri="{FF2B5EF4-FFF2-40B4-BE49-F238E27FC236}">
                  <a16:creationId xmlns:a16="http://schemas.microsoft.com/office/drawing/2014/main" id="{B68F050A-9F6D-1C06-1BF5-6900978AD5D3}"/>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54" name="Rectangle 553">
              <a:extLst>
                <a:ext uri="{FF2B5EF4-FFF2-40B4-BE49-F238E27FC236}">
                  <a16:creationId xmlns:a16="http://schemas.microsoft.com/office/drawing/2014/main" id="{4DBDB800-FB61-1312-A9B1-7BB83BFA4EAD}"/>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5" name="Oval 15">
              <a:extLst>
                <a:ext uri="{FF2B5EF4-FFF2-40B4-BE49-F238E27FC236}">
                  <a16:creationId xmlns:a16="http://schemas.microsoft.com/office/drawing/2014/main" id="{597FA96A-FDBF-57D2-E4A8-3C4A0302EBE8}"/>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6" name="Straight Connector 555">
              <a:extLst>
                <a:ext uri="{FF2B5EF4-FFF2-40B4-BE49-F238E27FC236}">
                  <a16:creationId xmlns:a16="http://schemas.microsoft.com/office/drawing/2014/main" id="{5535432A-9768-77BB-39FA-219559C5CC94}"/>
                </a:ext>
              </a:extLst>
            </p:cNvPr>
            <p:cNvCxnSpPr>
              <a:cxnSpLocks/>
              <a:stCxn id="555"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7" name="Straight Connector 556">
              <a:extLst>
                <a:ext uri="{FF2B5EF4-FFF2-40B4-BE49-F238E27FC236}">
                  <a16:creationId xmlns:a16="http://schemas.microsoft.com/office/drawing/2014/main" id="{DC09B61D-F6DC-AEB5-C015-266E16289BA3}"/>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90" name="Group 589">
            <a:extLst>
              <a:ext uri="{FF2B5EF4-FFF2-40B4-BE49-F238E27FC236}">
                <a16:creationId xmlns:a16="http://schemas.microsoft.com/office/drawing/2014/main" id="{5C5650E8-5F46-4AF9-9C39-1F4DD14EBE39}"/>
              </a:ext>
            </a:extLst>
          </p:cNvPr>
          <p:cNvGrpSpPr/>
          <p:nvPr/>
        </p:nvGrpSpPr>
        <p:grpSpPr>
          <a:xfrm>
            <a:off x="8807249" y="811555"/>
            <a:ext cx="721206" cy="609701"/>
            <a:chOff x="8807249" y="811555"/>
            <a:chExt cx="721206" cy="609701"/>
          </a:xfrm>
        </p:grpSpPr>
        <p:sp>
          <p:nvSpPr>
            <p:cNvPr id="591" name="Rectangle 590">
              <a:hlinkHover r:id="" action="ppaction://noaction" highlightClick="1"/>
              <a:extLst>
                <a:ext uri="{FF2B5EF4-FFF2-40B4-BE49-F238E27FC236}">
                  <a16:creationId xmlns:a16="http://schemas.microsoft.com/office/drawing/2014/main" id="{82EDD38B-9417-E150-E159-4E7C0B3D09D7}"/>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592" name="Diamond 591">
              <a:extLst>
                <a:ext uri="{FF2B5EF4-FFF2-40B4-BE49-F238E27FC236}">
                  <a16:creationId xmlns:a16="http://schemas.microsoft.com/office/drawing/2014/main" id="{DE52C725-0B5A-B195-759F-113BDB8E7631}"/>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3" name="Oval 592">
              <a:extLst>
                <a:ext uri="{FF2B5EF4-FFF2-40B4-BE49-F238E27FC236}">
                  <a16:creationId xmlns:a16="http://schemas.microsoft.com/office/drawing/2014/main" id="{AFD11D36-B258-406C-BFCA-00F707B28CBA}"/>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8" name="Group 597">
            <a:extLst>
              <a:ext uri="{FF2B5EF4-FFF2-40B4-BE49-F238E27FC236}">
                <a16:creationId xmlns:a16="http://schemas.microsoft.com/office/drawing/2014/main" id="{9C7EC3E6-EBD1-4DDB-4B1C-FCA223E81E20}"/>
              </a:ext>
            </a:extLst>
          </p:cNvPr>
          <p:cNvGrpSpPr/>
          <p:nvPr/>
        </p:nvGrpSpPr>
        <p:grpSpPr>
          <a:xfrm>
            <a:off x="431659" y="90836"/>
            <a:ext cx="721210" cy="609701"/>
            <a:chOff x="431659" y="90836"/>
            <a:chExt cx="721210" cy="609701"/>
          </a:xfrm>
        </p:grpSpPr>
        <p:sp>
          <p:nvSpPr>
            <p:cNvPr id="599" name="Rectangle 598">
              <a:extLst>
                <a:ext uri="{FF2B5EF4-FFF2-40B4-BE49-F238E27FC236}">
                  <a16:creationId xmlns:a16="http://schemas.microsoft.com/office/drawing/2014/main" id="{8E30252D-408D-0696-CEAD-53CA25998CF7}"/>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00" name="Rectangle 599">
              <a:extLst>
                <a:ext uri="{FF2B5EF4-FFF2-40B4-BE49-F238E27FC236}">
                  <a16:creationId xmlns:a16="http://schemas.microsoft.com/office/drawing/2014/main" id="{FDA5B1DF-EF35-1A8E-7104-C8E91CCEFCCD}"/>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1" name="Oval 15">
              <a:extLst>
                <a:ext uri="{FF2B5EF4-FFF2-40B4-BE49-F238E27FC236}">
                  <a16:creationId xmlns:a16="http://schemas.microsoft.com/office/drawing/2014/main" id="{A1100E03-A827-4C23-ABAE-E6D917A12FCD}"/>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2" name="Straight Connector 601">
              <a:extLst>
                <a:ext uri="{FF2B5EF4-FFF2-40B4-BE49-F238E27FC236}">
                  <a16:creationId xmlns:a16="http://schemas.microsoft.com/office/drawing/2014/main" id="{C01A5643-C512-47AF-8DCE-A0517B772346}"/>
                </a:ext>
              </a:extLst>
            </p:cNvPr>
            <p:cNvCxnSpPr>
              <a:cxnSpLocks/>
              <a:stCxn id="601"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03" name="Straight Connector 602">
              <a:extLst>
                <a:ext uri="{FF2B5EF4-FFF2-40B4-BE49-F238E27FC236}">
                  <a16:creationId xmlns:a16="http://schemas.microsoft.com/office/drawing/2014/main" id="{CBDC44BF-ED14-5AF6-AC8E-7FC439846726}"/>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4" name="Group 603">
            <a:extLst>
              <a:ext uri="{FF2B5EF4-FFF2-40B4-BE49-F238E27FC236}">
                <a16:creationId xmlns:a16="http://schemas.microsoft.com/office/drawing/2014/main" id="{AB0DDDEF-F3F4-A34C-7852-09973298149E}"/>
              </a:ext>
            </a:extLst>
          </p:cNvPr>
          <p:cNvGrpSpPr/>
          <p:nvPr/>
        </p:nvGrpSpPr>
        <p:grpSpPr>
          <a:xfrm>
            <a:off x="1267282" y="90836"/>
            <a:ext cx="721206" cy="609701"/>
            <a:chOff x="1267282" y="90836"/>
            <a:chExt cx="721206" cy="609701"/>
          </a:xfrm>
        </p:grpSpPr>
        <p:sp>
          <p:nvSpPr>
            <p:cNvPr id="605" name="Rectangle 604">
              <a:extLst>
                <a:ext uri="{FF2B5EF4-FFF2-40B4-BE49-F238E27FC236}">
                  <a16:creationId xmlns:a16="http://schemas.microsoft.com/office/drawing/2014/main" id="{EA8CE9EE-3941-CB9F-95A6-3385FC7BFDD3}"/>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06" name="Rectangle 605">
              <a:extLst>
                <a:ext uri="{FF2B5EF4-FFF2-40B4-BE49-F238E27FC236}">
                  <a16:creationId xmlns:a16="http://schemas.microsoft.com/office/drawing/2014/main" id="{AA5389A2-91EC-E377-8553-63D5B1D99D91}"/>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7" name="Oval 15">
              <a:extLst>
                <a:ext uri="{FF2B5EF4-FFF2-40B4-BE49-F238E27FC236}">
                  <a16:creationId xmlns:a16="http://schemas.microsoft.com/office/drawing/2014/main" id="{A2C2D2E6-712B-6668-E1CB-C0ABAAE3F366}"/>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8" name="Straight Connector 607">
              <a:extLst>
                <a:ext uri="{FF2B5EF4-FFF2-40B4-BE49-F238E27FC236}">
                  <a16:creationId xmlns:a16="http://schemas.microsoft.com/office/drawing/2014/main" id="{8DAF2EE9-E44A-A578-488F-AFFA9CB04B5E}"/>
                </a:ext>
              </a:extLst>
            </p:cNvPr>
            <p:cNvCxnSpPr>
              <a:cxnSpLocks/>
              <a:stCxn id="607"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09" name="Straight Connector 608">
              <a:extLst>
                <a:ext uri="{FF2B5EF4-FFF2-40B4-BE49-F238E27FC236}">
                  <a16:creationId xmlns:a16="http://schemas.microsoft.com/office/drawing/2014/main" id="{EA6D5431-4473-FE74-F58E-F07AF5321636}"/>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0" name="Group 609">
            <a:extLst>
              <a:ext uri="{FF2B5EF4-FFF2-40B4-BE49-F238E27FC236}">
                <a16:creationId xmlns:a16="http://schemas.microsoft.com/office/drawing/2014/main" id="{084ED704-6251-1084-360F-DEDE66D54299}"/>
              </a:ext>
            </a:extLst>
          </p:cNvPr>
          <p:cNvGrpSpPr/>
          <p:nvPr/>
        </p:nvGrpSpPr>
        <p:grpSpPr>
          <a:xfrm>
            <a:off x="2102907" y="90836"/>
            <a:ext cx="721206" cy="609701"/>
            <a:chOff x="2102907" y="90836"/>
            <a:chExt cx="721206" cy="609701"/>
          </a:xfrm>
        </p:grpSpPr>
        <p:sp>
          <p:nvSpPr>
            <p:cNvPr id="611" name="Rectangle 610">
              <a:extLst>
                <a:ext uri="{FF2B5EF4-FFF2-40B4-BE49-F238E27FC236}">
                  <a16:creationId xmlns:a16="http://schemas.microsoft.com/office/drawing/2014/main" id="{1115C0FD-DAED-9461-E4BA-D74561200A40}"/>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12" name="Rectangle 611">
              <a:extLst>
                <a:ext uri="{FF2B5EF4-FFF2-40B4-BE49-F238E27FC236}">
                  <a16:creationId xmlns:a16="http://schemas.microsoft.com/office/drawing/2014/main" id="{ECD068B0-7F91-7026-49F1-1EFAF58EC9DA}"/>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3" name="Oval 15">
              <a:extLst>
                <a:ext uri="{FF2B5EF4-FFF2-40B4-BE49-F238E27FC236}">
                  <a16:creationId xmlns:a16="http://schemas.microsoft.com/office/drawing/2014/main" id="{8A9A6DE1-E9A8-2AA3-3754-A750C8C723F7}"/>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4" name="Straight Connector 613">
              <a:extLst>
                <a:ext uri="{FF2B5EF4-FFF2-40B4-BE49-F238E27FC236}">
                  <a16:creationId xmlns:a16="http://schemas.microsoft.com/office/drawing/2014/main" id="{5DB9FA68-2AD1-9C56-85ED-BE1669412246}"/>
                </a:ext>
              </a:extLst>
            </p:cNvPr>
            <p:cNvCxnSpPr>
              <a:cxnSpLocks/>
              <a:stCxn id="613"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5" name="Straight Connector 614">
              <a:extLst>
                <a:ext uri="{FF2B5EF4-FFF2-40B4-BE49-F238E27FC236}">
                  <a16:creationId xmlns:a16="http://schemas.microsoft.com/office/drawing/2014/main" id="{30098CFE-C3C1-553F-9AE2-EC1192E36AD1}"/>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6" name="Group 615">
            <a:extLst>
              <a:ext uri="{FF2B5EF4-FFF2-40B4-BE49-F238E27FC236}">
                <a16:creationId xmlns:a16="http://schemas.microsoft.com/office/drawing/2014/main" id="{07F5971E-84D9-E7C2-4144-1EFDC697443C}"/>
              </a:ext>
            </a:extLst>
          </p:cNvPr>
          <p:cNvGrpSpPr/>
          <p:nvPr/>
        </p:nvGrpSpPr>
        <p:grpSpPr>
          <a:xfrm>
            <a:off x="1269626" y="4419615"/>
            <a:ext cx="721206" cy="609701"/>
            <a:chOff x="1269626" y="4419615"/>
            <a:chExt cx="721206" cy="609701"/>
          </a:xfrm>
        </p:grpSpPr>
        <p:sp>
          <p:nvSpPr>
            <p:cNvPr id="617" name="Rectangle 616">
              <a:extLst>
                <a:ext uri="{FF2B5EF4-FFF2-40B4-BE49-F238E27FC236}">
                  <a16:creationId xmlns:a16="http://schemas.microsoft.com/office/drawing/2014/main" id="{AA7ED1E8-26E7-92FF-09C4-7173323E33C7}"/>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18" name="Cylinder 617">
              <a:extLst>
                <a:ext uri="{FF2B5EF4-FFF2-40B4-BE49-F238E27FC236}">
                  <a16:creationId xmlns:a16="http://schemas.microsoft.com/office/drawing/2014/main" id="{FF749C56-F2B8-06AF-55A7-C92E8920A68A}"/>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9" name="Group 618">
            <a:extLst>
              <a:ext uri="{FF2B5EF4-FFF2-40B4-BE49-F238E27FC236}">
                <a16:creationId xmlns:a16="http://schemas.microsoft.com/office/drawing/2014/main" id="{D0CC04EA-2210-106F-A4B9-78A53D897EBF}"/>
              </a:ext>
            </a:extLst>
          </p:cNvPr>
          <p:cNvGrpSpPr/>
          <p:nvPr/>
        </p:nvGrpSpPr>
        <p:grpSpPr>
          <a:xfrm>
            <a:off x="432841" y="4419615"/>
            <a:ext cx="721206" cy="609701"/>
            <a:chOff x="432841" y="4419615"/>
            <a:chExt cx="721206" cy="609701"/>
          </a:xfrm>
        </p:grpSpPr>
        <p:sp>
          <p:nvSpPr>
            <p:cNvPr id="620" name="Rectangle 619">
              <a:extLst>
                <a:ext uri="{FF2B5EF4-FFF2-40B4-BE49-F238E27FC236}">
                  <a16:creationId xmlns:a16="http://schemas.microsoft.com/office/drawing/2014/main" id="{91103F0A-9121-3332-2719-6DE400117C06}"/>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21" name="Cylinder 620">
              <a:extLst>
                <a:ext uri="{FF2B5EF4-FFF2-40B4-BE49-F238E27FC236}">
                  <a16:creationId xmlns:a16="http://schemas.microsoft.com/office/drawing/2014/main" id="{70A3BC2C-298F-6644-19E2-3DF968963248}"/>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2" name="Group 621">
            <a:extLst>
              <a:ext uri="{FF2B5EF4-FFF2-40B4-BE49-F238E27FC236}">
                <a16:creationId xmlns:a16="http://schemas.microsoft.com/office/drawing/2014/main" id="{05C94383-B8BF-B3D2-65F4-9ED856C80943}"/>
              </a:ext>
            </a:extLst>
          </p:cNvPr>
          <p:cNvGrpSpPr/>
          <p:nvPr/>
        </p:nvGrpSpPr>
        <p:grpSpPr>
          <a:xfrm>
            <a:off x="1268467" y="5141008"/>
            <a:ext cx="721206" cy="609701"/>
            <a:chOff x="1268467" y="5141008"/>
            <a:chExt cx="721206" cy="609701"/>
          </a:xfrm>
        </p:grpSpPr>
        <p:sp>
          <p:nvSpPr>
            <p:cNvPr id="623" name="Rectangle 622">
              <a:extLst>
                <a:ext uri="{FF2B5EF4-FFF2-40B4-BE49-F238E27FC236}">
                  <a16:creationId xmlns:a16="http://schemas.microsoft.com/office/drawing/2014/main" id="{3D7FEA74-C46F-C1D0-C3A6-AAA7AB574B5A}"/>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24" name="Cylinder 623">
              <a:extLst>
                <a:ext uri="{FF2B5EF4-FFF2-40B4-BE49-F238E27FC236}">
                  <a16:creationId xmlns:a16="http://schemas.microsoft.com/office/drawing/2014/main" id="{EF47D854-61DF-CEC6-0A32-95708F368708}"/>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5" name="Group 624">
            <a:extLst>
              <a:ext uri="{FF2B5EF4-FFF2-40B4-BE49-F238E27FC236}">
                <a16:creationId xmlns:a16="http://schemas.microsoft.com/office/drawing/2014/main" id="{F2551C9D-FC97-A49A-D762-1F862D7E5F99}"/>
              </a:ext>
            </a:extLst>
          </p:cNvPr>
          <p:cNvGrpSpPr/>
          <p:nvPr/>
        </p:nvGrpSpPr>
        <p:grpSpPr>
          <a:xfrm>
            <a:off x="431297" y="5141008"/>
            <a:ext cx="721206" cy="609701"/>
            <a:chOff x="431297" y="5141008"/>
            <a:chExt cx="721206" cy="609701"/>
          </a:xfrm>
        </p:grpSpPr>
        <p:sp>
          <p:nvSpPr>
            <p:cNvPr id="626" name="Rectangle 625">
              <a:extLst>
                <a:ext uri="{FF2B5EF4-FFF2-40B4-BE49-F238E27FC236}">
                  <a16:creationId xmlns:a16="http://schemas.microsoft.com/office/drawing/2014/main" id="{B621C056-9E85-7CC8-D4DB-E9D30BAD5194}"/>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27" name="Cylinder 626">
              <a:extLst>
                <a:ext uri="{FF2B5EF4-FFF2-40B4-BE49-F238E27FC236}">
                  <a16:creationId xmlns:a16="http://schemas.microsoft.com/office/drawing/2014/main" id="{51425168-B383-9F19-6DE3-095CEB44506B}"/>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8" name="Group 627">
            <a:extLst>
              <a:ext uri="{FF2B5EF4-FFF2-40B4-BE49-F238E27FC236}">
                <a16:creationId xmlns:a16="http://schemas.microsoft.com/office/drawing/2014/main" id="{368A4DA4-DCF3-4414-B203-54FE19D3DEE0}"/>
              </a:ext>
            </a:extLst>
          </p:cNvPr>
          <p:cNvGrpSpPr/>
          <p:nvPr/>
        </p:nvGrpSpPr>
        <p:grpSpPr>
          <a:xfrm>
            <a:off x="431660" y="3698226"/>
            <a:ext cx="721206" cy="609701"/>
            <a:chOff x="431660" y="3698226"/>
            <a:chExt cx="721206" cy="609701"/>
          </a:xfrm>
        </p:grpSpPr>
        <p:sp>
          <p:nvSpPr>
            <p:cNvPr id="629" name="Rectangle 628">
              <a:extLst>
                <a:ext uri="{FF2B5EF4-FFF2-40B4-BE49-F238E27FC236}">
                  <a16:creationId xmlns:a16="http://schemas.microsoft.com/office/drawing/2014/main" id="{2551519D-0CA0-1BD7-3D27-275D6834E966}"/>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30" name="Right Triangle 629">
              <a:extLst>
                <a:ext uri="{FF2B5EF4-FFF2-40B4-BE49-F238E27FC236}">
                  <a16:creationId xmlns:a16="http://schemas.microsoft.com/office/drawing/2014/main" id="{CF7E8E70-3E2E-DAB9-F022-33D6182DE209}"/>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1" name="Group 630">
              <a:extLst>
                <a:ext uri="{FF2B5EF4-FFF2-40B4-BE49-F238E27FC236}">
                  <a16:creationId xmlns:a16="http://schemas.microsoft.com/office/drawing/2014/main" id="{2095BB58-46F5-76F8-F741-9BA76D77DC72}"/>
                </a:ext>
              </a:extLst>
            </p:cNvPr>
            <p:cNvGrpSpPr/>
            <p:nvPr/>
          </p:nvGrpSpPr>
          <p:grpSpPr>
            <a:xfrm>
              <a:off x="1102253" y="3706270"/>
              <a:ext cx="37817" cy="61390"/>
              <a:chOff x="3883481" y="2057400"/>
              <a:chExt cx="1608363" cy="2652031"/>
            </a:xfrm>
            <a:solidFill>
              <a:srgbClr val="A6A6A6">
                <a:alpha val="20000"/>
              </a:srgbClr>
            </a:solidFill>
          </p:grpSpPr>
          <p:sp>
            <p:nvSpPr>
              <p:cNvPr id="632" name="Oval 27">
                <a:extLst>
                  <a:ext uri="{FF2B5EF4-FFF2-40B4-BE49-F238E27FC236}">
                    <a16:creationId xmlns:a16="http://schemas.microsoft.com/office/drawing/2014/main" id="{25F6F850-4E5A-AD1A-4513-4DBD6A49963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3" name="Oval 28">
                <a:extLst>
                  <a:ext uri="{FF2B5EF4-FFF2-40B4-BE49-F238E27FC236}">
                    <a16:creationId xmlns:a16="http://schemas.microsoft.com/office/drawing/2014/main" id="{2D0AE740-E49D-8E94-3B43-A12D39651D0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6" name="Group 655">
            <a:extLst>
              <a:ext uri="{FF2B5EF4-FFF2-40B4-BE49-F238E27FC236}">
                <a16:creationId xmlns:a16="http://schemas.microsoft.com/office/drawing/2014/main" id="{9BF3A8BC-CA23-E3A8-9502-B3F22ADE9F9D}"/>
              </a:ext>
            </a:extLst>
          </p:cNvPr>
          <p:cNvGrpSpPr/>
          <p:nvPr/>
        </p:nvGrpSpPr>
        <p:grpSpPr>
          <a:xfrm>
            <a:off x="2105710" y="3698208"/>
            <a:ext cx="721206" cy="610396"/>
            <a:chOff x="2105710" y="3698208"/>
            <a:chExt cx="721206" cy="610396"/>
          </a:xfrm>
        </p:grpSpPr>
        <p:sp>
          <p:nvSpPr>
            <p:cNvPr id="657" name="Rectangle 656">
              <a:extLst>
                <a:ext uri="{FF2B5EF4-FFF2-40B4-BE49-F238E27FC236}">
                  <a16:creationId xmlns:a16="http://schemas.microsoft.com/office/drawing/2014/main" id="{DE90BA6E-CFE1-5624-CACE-5128F963B0E8}"/>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58" name="Right Triangle 657">
              <a:extLst>
                <a:ext uri="{FF2B5EF4-FFF2-40B4-BE49-F238E27FC236}">
                  <a16:creationId xmlns:a16="http://schemas.microsoft.com/office/drawing/2014/main" id="{220F9C7D-66FE-6DCC-23DE-236A073490F9}"/>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9" name="Group 658">
              <a:extLst>
                <a:ext uri="{FF2B5EF4-FFF2-40B4-BE49-F238E27FC236}">
                  <a16:creationId xmlns:a16="http://schemas.microsoft.com/office/drawing/2014/main" id="{3257521B-F7D3-A9CF-A922-78CEC9705CB6}"/>
                </a:ext>
              </a:extLst>
            </p:cNvPr>
            <p:cNvGrpSpPr/>
            <p:nvPr/>
          </p:nvGrpSpPr>
          <p:grpSpPr>
            <a:xfrm>
              <a:off x="2776303" y="3704306"/>
              <a:ext cx="37817" cy="61390"/>
              <a:chOff x="3883481" y="2057400"/>
              <a:chExt cx="1608363" cy="2652031"/>
            </a:xfrm>
            <a:solidFill>
              <a:srgbClr val="A6A6A6">
                <a:alpha val="20000"/>
              </a:srgbClr>
            </a:solidFill>
          </p:grpSpPr>
          <p:sp>
            <p:nvSpPr>
              <p:cNvPr id="660" name="Oval 27">
                <a:extLst>
                  <a:ext uri="{FF2B5EF4-FFF2-40B4-BE49-F238E27FC236}">
                    <a16:creationId xmlns:a16="http://schemas.microsoft.com/office/drawing/2014/main" id="{758FA039-BB60-F9B1-7616-658BCFB6BB4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1" name="Oval 28">
                <a:extLst>
                  <a:ext uri="{FF2B5EF4-FFF2-40B4-BE49-F238E27FC236}">
                    <a16:creationId xmlns:a16="http://schemas.microsoft.com/office/drawing/2014/main" id="{D2F1DF6D-8EB8-AAA7-DF3E-21A8A0D3F4C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2" name="Group 661">
            <a:extLst>
              <a:ext uri="{FF2B5EF4-FFF2-40B4-BE49-F238E27FC236}">
                <a16:creationId xmlns:a16="http://schemas.microsoft.com/office/drawing/2014/main" id="{1C95CF58-C400-8AE7-69E9-98CFE5E19F5C}"/>
              </a:ext>
            </a:extLst>
          </p:cNvPr>
          <p:cNvGrpSpPr/>
          <p:nvPr/>
        </p:nvGrpSpPr>
        <p:grpSpPr>
          <a:xfrm>
            <a:off x="3778361" y="2253333"/>
            <a:ext cx="721206" cy="609701"/>
            <a:chOff x="3778361" y="2253333"/>
            <a:chExt cx="721206" cy="609701"/>
          </a:xfrm>
        </p:grpSpPr>
        <p:sp>
          <p:nvSpPr>
            <p:cNvPr id="663" name="Rectangle 662">
              <a:extLst>
                <a:ext uri="{FF2B5EF4-FFF2-40B4-BE49-F238E27FC236}">
                  <a16:creationId xmlns:a16="http://schemas.microsoft.com/office/drawing/2014/main" id="{37AE3FA3-4FCB-53C7-08B4-6F731205B1AF}"/>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64" name="Rectangle 663">
              <a:extLst>
                <a:ext uri="{FF2B5EF4-FFF2-40B4-BE49-F238E27FC236}">
                  <a16:creationId xmlns:a16="http://schemas.microsoft.com/office/drawing/2014/main" id="{0BDCF130-7E4B-7CCA-8C96-6B77014CAE14}"/>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5" name="Oval 15">
              <a:extLst>
                <a:ext uri="{FF2B5EF4-FFF2-40B4-BE49-F238E27FC236}">
                  <a16:creationId xmlns:a16="http://schemas.microsoft.com/office/drawing/2014/main" id="{4A5DC502-C137-55A3-BE7A-108D47FFEC4F}"/>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6" name="Straight Connector 665">
              <a:extLst>
                <a:ext uri="{FF2B5EF4-FFF2-40B4-BE49-F238E27FC236}">
                  <a16:creationId xmlns:a16="http://schemas.microsoft.com/office/drawing/2014/main" id="{023B304D-B7F4-8EFC-D944-0A05E45A19A2}"/>
                </a:ext>
              </a:extLst>
            </p:cNvPr>
            <p:cNvCxnSpPr>
              <a:cxnSpLocks/>
              <a:stCxn id="665"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67" name="Straight Connector 666">
              <a:extLst>
                <a:ext uri="{FF2B5EF4-FFF2-40B4-BE49-F238E27FC236}">
                  <a16:creationId xmlns:a16="http://schemas.microsoft.com/office/drawing/2014/main" id="{4EDE41B1-06AE-80CD-0FD5-06F85CFCCF0D}"/>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68" name="Group 667">
            <a:extLst>
              <a:ext uri="{FF2B5EF4-FFF2-40B4-BE49-F238E27FC236}">
                <a16:creationId xmlns:a16="http://schemas.microsoft.com/office/drawing/2014/main" id="{8A76219F-2DB8-75BC-7BB2-2F078210BB94}"/>
              </a:ext>
            </a:extLst>
          </p:cNvPr>
          <p:cNvGrpSpPr/>
          <p:nvPr/>
        </p:nvGrpSpPr>
        <p:grpSpPr>
          <a:xfrm>
            <a:off x="1268843" y="2253332"/>
            <a:ext cx="721206" cy="609701"/>
            <a:chOff x="1268843" y="2253332"/>
            <a:chExt cx="721206" cy="609701"/>
          </a:xfrm>
        </p:grpSpPr>
        <p:sp>
          <p:nvSpPr>
            <p:cNvPr id="669" name="Rectangle 668">
              <a:extLst>
                <a:ext uri="{FF2B5EF4-FFF2-40B4-BE49-F238E27FC236}">
                  <a16:creationId xmlns:a16="http://schemas.microsoft.com/office/drawing/2014/main" id="{FD6EFA03-A552-4A16-CBA9-972F906688B3}"/>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70" name="Right Triangle 669">
              <a:extLst>
                <a:ext uri="{FF2B5EF4-FFF2-40B4-BE49-F238E27FC236}">
                  <a16:creationId xmlns:a16="http://schemas.microsoft.com/office/drawing/2014/main" id="{AC7EEC36-342C-F3A3-671E-D181A4D38361}"/>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1" name="Group 670">
              <a:extLst>
                <a:ext uri="{FF2B5EF4-FFF2-40B4-BE49-F238E27FC236}">
                  <a16:creationId xmlns:a16="http://schemas.microsoft.com/office/drawing/2014/main" id="{EE2E15CE-BA9A-4AA3-AD45-196668604FFC}"/>
                </a:ext>
              </a:extLst>
            </p:cNvPr>
            <p:cNvGrpSpPr/>
            <p:nvPr/>
          </p:nvGrpSpPr>
          <p:grpSpPr>
            <a:xfrm>
              <a:off x="1939436" y="2265731"/>
              <a:ext cx="37817" cy="61390"/>
              <a:chOff x="3883481" y="2057400"/>
              <a:chExt cx="1608363" cy="2652031"/>
            </a:xfrm>
            <a:solidFill>
              <a:srgbClr val="A6A6A6">
                <a:alpha val="20000"/>
              </a:srgbClr>
            </a:solidFill>
          </p:grpSpPr>
          <p:sp>
            <p:nvSpPr>
              <p:cNvPr id="672" name="Oval 27">
                <a:extLst>
                  <a:ext uri="{FF2B5EF4-FFF2-40B4-BE49-F238E27FC236}">
                    <a16:creationId xmlns:a16="http://schemas.microsoft.com/office/drawing/2014/main" id="{A61AB168-F355-C787-AB3E-1FDC941AF91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3" name="Oval 28">
                <a:extLst>
                  <a:ext uri="{FF2B5EF4-FFF2-40B4-BE49-F238E27FC236}">
                    <a16:creationId xmlns:a16="http://schemas.microsoft.com/office/drawing/2014/main" id="{B8ECE2C9-9BE3-BA32-2716-B848A3C36A2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4" name="Group 673">
            <a:extLst>
              <a:ext uri="{FF2B5EF4-FFF2-40B4-BE49-F238E27FC236}">
                <a16:creationId xmlns:a16="http://schemas.microsoft.com/office/drawing/2014/main" id="{79CAFDD5-406C-2FC6-2B38-4FD0A30049D3}"/>
              </a:ext>
            </a:extLst>
          </p:cNvPr>
          <p:cNvGrpSpPr/>
          <p:nvPr/>
        </p:nvGrpSpPr>
        <p:grpSpPr>
          <a:xfrm>
            <a:off x="2105351" y="2253333"/>
            <a:ext cx="721206" cy="609701"/>
            <a:chOff x="2105351" y="2253333"/>
            <a:chExt cx="721206" cy="609701"/>
          </a:xfrm>
        </p:grpSpPr>
        <p:sp>
          <p:nvSpPr>
            <p:cNvPr id="675" name="Rectangle 674">
              <a:extLst>
                <a:ext uri="{FF2B5EF4-FFF2-40B4-BE49-F238E27FC236}">
                  <a16:creationId xmlns:a16="http://schemas.microsoft.com/office/drawing/2014/main" id="{1DE011E9-F2A8-1A45-8C49-7AD884F429E9}"/>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76" name="Right Triangle 675">
              <a:extLst>
                <a:ext uri="{FF2B5EF4-FFF2-40B4-BE49-F238E27FC236}">
                  <a16:creationId xmlns:a16="http://schemas.microsoft.com/office/drawing/2014/main" id="{2BE8E11B-37CE-7000-A10A-D5ABD1762BFC}"/>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7" name="Group 676">
              <a:extLst>
                <a:ext uri="{FF2B5EF4-FFF2-40B4-BE49-F238E27FC236}">
                  <a16:creationId xmlns:a16="http://schemas.microsoft.com/office/drawing/2014/main" id="{A73381F7-2778-854C-9BB9-4DDB24ABD2FB}"/>
                </a:ext>
              </a:extLst>
            </p:cNvPr>
            <p:cNvGrpSpPr/>
            <p:nvPr/>
          </p:nvGrpSpPr>
          <p:grpSpPr>
            <a:xfrm>
              <a:off x="2771408" y="2265591"/>
              <a:ext cx="37817" cy="61390"/>
              <a:chOff x="3883481" y="2057400"/>
              <a:chExt cx="1608363" cy="2652031"/>
            </a:xfrm>
            <a:solidFill>
              <a:srgbClr val="A6A6A6">
                <a:alpha val="20000"/>
              </a:srgbClr>
            </a:solidFill>
          </p:grpSpPr>
          <p:sp>
            <p:nvSpPr>
              <p:cNvPr id="678" name="Oval 27">
                <a:extLst>
                  <a:ext uri="{FF2B5EF4-FFF2-40B4-BE49-F238E27FC236}">
                    <a16:creationId xmlns:a16="http://schemas.microsoft.com/office/drawing/2014/main" id="{51B0E119-6695-D08A-F3EC-0EA331B5311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9" name="Oval 28">
                <a:extLst>
                  <a:ext uri="{FF2B5EF4-FFF2-40B4-BE49-F238E27FC236}">
                    <a16:creationId xmlns:a16="http://schemas.microsoft.com/office/drawing/2014/main" id="{83C82EC7-3C7F-EC38-1CA9-C144C52A469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0" name="Group 679">
            <a:extLst>
              <a:ext uri="{FF2B5EF4-FFF2-40B4-BE49-F238E27FC236}">
                <a16:creationId xmlns:a16="http://schemas.microsoft.com/office/drawing/2014/main" id="{8CB02994-8239-2505-83A4-7820D1A0A8FC}"/>
              </a:ext>
            </a:extLst>
          </p:cNvPr>
          <p:cNvGrpSpPr/>
          <p:nvPr/>
        </p:nvGrpSpPr>
        <p:grpSpPr>
          <a:xfrm>
            <a:off x="2941860" y="2253333"/>
            <a:ext cx="721206" cy="609701"/>
            <a:chOff x="2941860" y="2253333"/>
            <a:chExt cx="721206" cy="609701"/>
          </a:xfrm>
        </p:grpSpPr>
        <p:sp>
          <p:nvSpPr>
            <p:cNvPr id="681" name="Rectangle 680">
              <a:extLst>
                <a:ext uri="{FF2B5EF4-FFF2-40B4-BE49-F238E27FC236}">
                  <a16:creationId xmlns:a16="http://schemas.microsoft.com/office/drawing/2014/main" id="{0E11A9A2-793F-55F3-074D-262D3D9165CD}"/>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682" name="Right Triangle 681">
              <a:extLst>
                <a:ext uri="{FF2B5EF4-FFF2-40B4-BE49-F238E27FC236}">
                  <a16:creationId xmlns:a16="http://schemas.microsoft.com/office/drawing/2014/main" id="{FD3FF6B6-91C4-C039-B21C-02C285481561}"/>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3" name="Group 682">
              <a:extLst>
                <a:ext uri="{FF2B5EF4-FFF2-40B4-BE49-F238E27FC236}">
                  <a16:creationId xmlns:a16="http://schemas.microsoft.com/office/drawing/2014/main" id="{7D56A101-BAF8-61BB-6814-55ABA00BEDA5}"/>
                </a:ext>
              </a:extLst>
            </p:cNvPr>
            <p:cNvGrpSpPr/>
            <p:nvPr/>
          </p:nvGrpSpPr>
          <p:grpSpPr>
            <a:xfrm>
              <a:off x="3611250" y="2264969"/>
              <a:ext cx="37817" cy="61390"/>
              <a:chOff x="3883481" y="2057400"/>
              <a:chExt cx="1608363" cy="2652031"/>
            </a:xfrm>
            <a:solidFill>
              <a:srgbClr val="A6A6A6">
                <a:alpha val="20000"/>
              </a:srgbClr>
            </a:solidFill>
          </p:grpSpPr>
          <p:sp>
            <p:nvSpPr>
              <p:cNvPr id="684" name="Oval 27">
                <a:extLst>
                  <a:ext uri="{FF2B5EF4-FFF2-40B4-BE49-F238E27FC236}">
                    <a16:creationId xmlns:a16="http://schemas.microsoft.com/office/drawing/2014/main" id="{1AEBB707-191B-8BA0-DB47-15F5F712723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5" name="Oval 28">
                <a:extLst>
                  <a:ext uri="{FF2B5EF4-FFF2-40B4-BE49-F238E27FC236}">
                    <a16:creationId xmlns:a16="http://schemas.microsoft.com/office/drawing/2014/main" id="{890BEB83-BD72-ABD2-F078-070E6D9BBDD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6" name="Group 685">
            <a:extLst>
              <a:ext uri="{FF2B5EF4-FFF2-40B4-BE49-F238E27FC236}">
                <a16:creationId xmlns:a16="http://schemas.microsoft.com/office/drawing/2014/main" id="{72E2F306-D9D4-51E1-D0D1-5622A1FA4AE2}"/>
              </a:ext>
            </a:extLst>
          </p:cNvPr>
          <p:cNvGrpSpPr/>
          <p:nvPr/>
        </p:nvGrpSpPr>
        <p:grpSpPr>
          <a:xfrm>
            <a:off x="4614876" y="2253332"/>
            <a:ext cx="721206" cy="609701"/>
            <a:chOff x="4614876" y="2253332"/>
            <a:chExt cx="721206" cy="609701"/>
          </a:xfrm>
        </p:grpSpPr>
        <p:sp>
          <p:nvSpPr>
            <p:cNvPr id="687" name="Rectangle 686">
              <a:extLst>
                <a:ext uri="{FF2B5EF4-FFF2-40B4-BE49-F238E27FC236}">
                  <a16:creationId xmlns:a16="http://schemas.microsoft.com/office/drawing/2014/main" id="{33A8C8AB-0C9C-6910-F232-D35D9BE0EEB4}"/>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688" name="Right Triangle 687">
              <a:extLst>
                <a:ext uri="{FF2B5EF4-FFF2-40B4-BE49-F238E27FC236}">
                  <a16:creationId xmlns:a16="http://schemas.microsoft.com/office/drawing/2014/main" id="{D6C7249D-3545-7838-8FD7-FFE576A04A90}"/>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9" name="Group 688">
              <a:extLst>
                <a:ext uri="{FF2B5EF4-FFF2-40B4-BE49-F238E27FC236}">
                  <a16:creationId xmlns:a16="http://schemas.microsoft.com/office/drawing/2014/main" id="{AF84048D-F308-3B3A-51EA-46BC3C8015BE}"/>
                </a:ext>
              </a:extLst>
            </p:cNvPr>
            <p:cNvGrpSpPr/>
            <p:nvPr/>
          </p:nvGrpSpPr>
          <p:grpSpPr>
            <a:xfrm>
              <a:off x="5280738" y="2264779"/>
              <a:ext cx="37817" cy="61390"/>
              <a:chOff x="3883481" y="2057400"/>
              <a:chExt cx="1608363" cy="2652031"/>
            </a:xfrm>
            <a:solidFill>
              <a:srgbClr val="A6A6A6">
                <a:alpha val="20000"/>
              </a:srgbClr>
            </a:solidFill>
          </p:grpSpPr>
          <p:sp>
            <p:nvSpPr>
              <p:cNvPr id="690" name="Oval 27">
                <a:extLst>
                  <a:ext uri="{FF2B5EF4-FFF2-40B4-BE49-F238E27FC236}">
                    <a16:creationId xmlns:a16="http://schemas.microsoft.com/office/drawing/2014/main" id="{B88B203F-A2A7-7279-8E90-CF00BF33A0F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1" name="Oval 28">
                <a:extLst>
                  <a:ext uri="{FF2B5EF4-FFF2-40B4-BE49-F238E27FC236}">
                    <a16:creationId xmlns:a16="http://schemas.microsoft.com/office/drawing/2014/main" id="{5CDD9EB2-E0C9-2C12-9ACC-600A776F7EB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4" name="Group 703">
            <a:extLst>
              <a:ext uri="{FF2B5EF4-FFF2-40B4-BE49-F238E27FC236}">
                <a16:creationId xmlns:a16="http://schemas.microsoft.com/office/drawing/2014/main" id="{FABE2061-56AA-9E7E-9B5B-BAC124B656E5}"/>
              </a:ext>
            </a:extLst>
          </p:cNvPr>
          <p:cNvGrpSpPr/>
          <p:nvPr/>
        </p:nvGrpSpPr>
        <p:grpSpPr>
          <a:xfrm>
            <a:off x="431659" y="2253337"/>
            <a:ext cx="721895" cy="609700"/>
            <a:chOff x="431659" y="2253337"/>
            <a:chExt cx="721895" cy="609700"/>
          </a:xfrm>
        </p:grpSpPr>
        <p:sp>
          <p:nvSpPr>
            <p:cNvPr id="705" name="Rectangle 704">
              <a:hlinkHover r:id="" action="ppaction://noaction" highlightClick="1"/>
              <a:extLst>
                <a:ext uri="{FF2B5EF4-FFF2-40B4-BE49-F238E27FC236}">
                  <a16:creationId xmlns:a16="http://schemas.microsoft.com/office/drawing/2014/main" id="{6FD5F84C-4E5A-D4BB-2AAF-95A05650ADAD}"/>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06" name="Diamond 705">
              <a:extLst>
                <a:ext uri="{FF2B5EF4-FFF2-40B4-BE49-F238E27FC236}">
                  <a16:creationId xmlns:a16="http://schemas.microsoft.com/office/drawing/2014/main" id="{C1F6C96F-752F-D41E-20BD-2A2A01724824}"/>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7" name="Oval 706">
              <a:extLst>
                <a:ext uri="{FF2B5EF4-FFF2-40B4-BE49-F238E27FC236}">
                  <a16:creationId xmlns:a16="http://schemas.microsoft.com/office/drawing/2014/main" id="{FDB21DC4-7FCB-96F9-900F-D7B32EB1D963}"/>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12" name="Group 711">
            <a:extLst>
              <a:ext uri="{FF2B5EF4-FFF2-40B4-BE49-F238E27FC236}">
                <a16:creationId xmlns:a16="http://schemas.microsoft.com/office/drawing/2014/main" id="{DFCFE67E-014E-5839-1079-D533FE0AE4FA}"/>
              </a:ext>
            </a:extLst>
          </p:cNvPr>
          <p:cNvGrpSpPr/>
          <p:nvPr/>
        </p:nvGrpSpPr>
        <p:grpSpPr>
          <a:xfrm>
            <a:off x="2105348" y="1532276"/>
            <a:ext cx="721206" cy="609701"/>
            <a:chOff x="2105348" y="1532276"/>
            <a:chExt cx="721206" cy="609701"/>
          </a:xfrm>
        </p:grpSpPr>
        <p:sp>
          <p:nvSpPr>
            <p:cNvPr id="713" name="Rectangle 712">
              <a:extLst>
                <a:ext uri="{FF2B5EF4-FFF2-40B4-BE49-F238E27FC236}">
                  <a16:creationId xmlns:a16="http://schemas.microsoft.com/office/drawing/2014/main" id="{728981F5-2BB2-24F2-3A93-B25ABCA2370E}"/>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14" name="Rectangle 713">
              <a:extLst>
                <a:ext uri="{FF2B5EF4-FFF2-40B4-BE49-F238E27FC236}">
                  <a16:creationId xmlns:a16="http://schemas.microsoft.com/office/drawing/2014/main" id="{C79CE32F-F975-4262-35FD-BD151C489E77}"/>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5" name="Oval 15">
              <a:extLst>
                <a:ext uri="{FF2B5EF4-FFF2-40B4-BE49-F238E27FC236}">
                  <a16:creationId xmlns:a16="http://schemas.microsoft.com/office/drawing/2014/main" id="{02EE96F2-2F20-2E1C-E2AB-FEEC979E1342}"/>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16" name="Straight Connector 715">
              <a:extLst>
                <a:ext uri="{FF2B5EF4-FFF2-40B4-BE49-F238E27FC236}">
                  <a16:creationId xmlns:a16="http://schemas.microsoft.com/office/drawing/2014/main" id="{62E7280F-65A1-F82E-B80B-ED1B2F8F583E}"/>
                </a:ext>
              </a:extLst>
            </p:cNvPr>
            <p:cNvCxnSpPr>
              <a:cxnSpLocks/>
              <a:stCxn id="715"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17" name="Straight Connector 716">
              <a:extLst>
                <a:ext uri="{FF2B5EF4-FFF2-40B4-BE49-F238E27FC236}">
                  <a16:creationId xmlns:a16="http://schemas.microsoft.com/office/drawing/2014/main" id="{F5761C65-AE58-ECAD-A8E0-489C31E56F94}"/>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18" name="Group 717">
            <a:extLst>
              <a:ext uri="{FF2B5EF4-FFF2-40B4-BE49-F238E27FC236}">
                <a16:creationId xmlns:a16="http://schemas.microsoft.com/office/drawing/2014/main" id="{61A52257-F07D-E072-E038-F4E8B9460EE6}"/>
              </a:ext>
            </a:extLst>
          </p:cNvPr>
          <p:cNvGrpSpPr/>
          <p:nvPr/>
        </p:nvGrpSpPr>
        <p:grpSpPr>
          <a:xfrm>
            <a:off x="431659" y="1532283"/>
            <a:ext cx="721891" cy="610032"/>
            <a:chOff x="431659" y="1532283"/>
            <a:chExt cx="721891" cy="610032"/>
          </a:xfrm>
        </p:grpSpPr>
        <p:sp>
          <p:nvSpPr>
            <p:cNvPr id="719" name="Rectangle 718">
              <a:extLst>
                <a:ext uri="{FF2B5EF4-FFF2-40B4-BE49-F238E27FC236}">
                  <a16:creationId xmlns:a16="http://schemas.microsoft.com/office/drawing/2014/main" id="{2B16BC4E-8D77-84CA-7D1E-BFC4935ACEE7}"/>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20" name="Right Triangle 719">
              <a:extLst>
                <a:ext uri="{FF2B5EF4-FFF2-40B4-BE49-F238E27FC236}">
                  <a16:creationId xmlns:a16="http://schemas.microsoft.com/office/drawing/2014/main" id="{A4FEE8B7-5B0F-FC8F-FF1D-823E49AB3A5D}"/>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1" name="Group 720">
              <a:extLst>
                <a:ext uri="{FF2B5EF4-FFF2-40B4-BE49-F238E27FC236}">
                  <a16:creationId xmlns:a16="http://schemas.microsoft.com/office/drawing/2014/main" id="{382A4346-6FE3-EB51-115C-E00D8601DAC8}"/>
                </a:ext>
              </a:extLst>
            </p:cNvPr>
            <p:cNvGrpSpPr/>
            <p:nvPr/>
          </p:nvGrpSpPr>
          <p:grpSpPr>
            <a:xfrm>
              <a:off x="1102940" y="1538374"/>
              <a:ext cx="37817" cy="61390"/>
              <a:chOff x="3883481" y="2057400"/>
              <a:chExt cx="1608363" cy="2652031"/>
            </a:xfrm>
            <a:solidFill>
              <a:srgbClr val="A6A6A6">
                <a:alpha val="20000"/>
              </a:srgbClr>
            </a:solidFill>
          </p:grpSpPr>
          <p:sp>
            <p:nvSpPr>
              <p:cNvPr id="722" name="Oval 27">
                <a:extLst>
                  <a:ext uri="{FF2B5EF4-FFF2-40B4-BE49-F238E27FC236}">
                    <a16:creationId xmlns:a16="http://schemas.microsoft.com/office/drawing/2014/main" id="{CDCBA12E-96A8-0363-06F0-533EDAB65E7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3" name="Oval 28">
                <a:extLst>
                  <a:ext uri="{FF2B5EF4-FFF2-40B4-BE49-F238E27FC236}">
                    <a16:creationId xmlns:a16="http://schemas.microsoft.com/office/drawing/2014/main" id="{02B03E90-2618-906B-F727-A7EAA537C98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4" name="Group 723">
            <a:extLst>
              <a:ext uri="{FF2B5EF4-FFF2-40B4-BE49-F238E27FC236}">
                <a16:creationId xmlns:a16="http://schemas.microsoft.com/office/drawing/2014/main" id="{162BB053-4B24-5053-6A75-FDC90E9450D2}"/>
              </a:ext>
            </a:extLst>
          </p:cNvPr>
          <p:cNvGrpSpPr/>
          <p:nvPr/>
        </p:nvGrpSpPr>
        <p:grpSpPr>
          <a:xfrm>
            <a:off x="1268843" y="1532283"/>
            <a:ext cx="721206" cy="610032"/>
            <a:chOff x="1268843" y="1532283"/>
            <a:chExt cx="721206" cy="610032"/>
          </a:xfrm>
        </p:grpSpPr>
        <p:sp>
          <p:nvSpPr>
            <p:cNvPr id="725" name="Rectangle 724">
              <a:extLst>
                <a:ext uri="{FF2B5EF4-FFF2-40B4-BE49-F238E27FC236}">
                  <a16:creationId xmlns:a16="http://schemas.microsoft.com/office/drawing/2014/main" id="{16ABFDB2-7960-C208-7E94-14178F6EF458}"/>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26" name="Right Triangle 725">
              <a:extLst>
                <a:ext uri="{FF2B5EF4-FFF2-40B4-BE49-F238E27FC236}">
                  <a16:creationId xmlns:a16="http://schemas.microsoft.com/office/drawing/2014/main" id="{918C4A19-581A-930A-DCFE-16A258F2B865}"/>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7" name="Group 726">
              <a:extLst>
                <a:ext uri="{FF2B5EF4-FFF2-40B4-BE49-F238E27FC236}">
                  <a16:creationId xmlns:a16="http://schemas.microsoft.com/office/drawing/2014/main" id="{B0B1F335-5285-78DF-CD48-E04D11F94F12}"/>
                </a:ext>
              </a:extLst>
            </p:cNvPr>
            <p:cNvGrpSpPr/>
            <p:nvPr/>
          </p:nvGrpSpPr>
          <p:grpSpPr>
            <a:xfrm>
              <a:off x="1939436" y="1538374"/>
              <a:ext cx="37817" cy="61390"/>
              <a:chOff x="3883481" y="2057400"/>
              <a:chExt cx="1608363" cy="2652031"/>
            </a:xfrm>
            <a:solidFill>
              <a:srgbClr val="A6A6A6">
                <a:alpha val="20000"/>
              </a:srgbClr>
            </a:solidFill>
          </p:grpSpPr>
          <p:sp>
            <p:nvSpPr>
              <p:cNvPr id="728" name="Oval 27">
                <a:extLst>
                  <a:ext uri="{FF2B5EF4-FFF2-40B4-BE49-F238E27FC236}">
                    <a16:creationId xmlns:a16="http://schemas.microsoft.com/office/drawing/2014/main" id="{B11AEF33-71F9-F90B-EE4A-0B6AAAD4033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9" name="Oval 28">
                <a:extLst>
                  <a:ext uri="{FF2B5EF4-FFF2-40B4-BE49-F238E27FC236}">
                    <a16:creationId xmlns:a16="http://schemas.microsoft.com/office/drawing/2014/main" id="{718FA12E-F616-CCC8-78E0-936660B91C2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36" name="Group 735">
            <a:extLst>
              <a:ext uri="{FF2B5EF4-FFF2-40B4-BE49-F238E27FC236}">
                <a16:creationId xmlns:a16="http://schemas.microsoft.com/office/drawing/2014/main" id="{DEC0A096-A234-7156-88A6-BBA70A340A53}"/>
              </a:ext>
            </a:extLst>
          </p:cNvPr>
          <p:cNvGrpSpPr/>
          <p:nvPr/>
        </p:nvGrpSpPr>
        <p:grpSpPr>
          <a:xfrm>
            <a:off x="5454379" y="2974054"/>
            <a:ext cx="721206" cy="649846"/>
            <a:chOff x="5454379" y="2974054"/>
            <a:chExt cx="721206" cy="649846"/>
          </a:xfrm>
        </p:grpSpPr>
        <p:sp>
          <p:nvSpPr>
            <p:cNvPr id="737" name="Rectangle 736">
              <a:extLst>
                <a:ext uri="{FF2B5EF4-FFF2-40B4-BE49-F238E27FC236}">
                  <a16:creationId xmlns:a16="http://schemas.microsoft.com/office/drawing/2014/main" id="{C3224B06-1E90-F2BF-E640-BB9D6127BE34}"/>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38" name="Rectangle 737">
              <a:extLst>
                <a:ext uri="{FF2B5EF4-FFF2-40B4-BE49-F238E27FC236}">
                  <a16:creationId xmlns:a16="http://schemas.microsoft.com/office/drawing/2014/main" id="{D7025C69-143B-94BF-165B-1EE58B471E72}"/>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9" name="Oval 15">
              <a:extLst>
                <a:ext uri="{FF2B5EF4-FFF2-40B4-BE49-F238E27FC236}">
                  <a16:creationId xmlns:a16="http://schemas.microsoft.com/office/drawing/2014/main" id="{D68C0964-369B-A753-B5A7-6A2B204F3537}"/>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40" name="Straight Connector 739">
              <a:extLst>
                <a:ext uri="{FF2B5EF4-FFF2-40B4-BE49-F238E27FC236}">
                  <a16:creationId xmlns:a16="http://schemas.microsoft.com/office/drawing/2014/main" id="{A470A68F-0516-EB27-1593-4E6DE6036C05}"/>
                </a:ext>
              </a:extLst>
            </p:cNvPr>
            <p:cNvCxnSpPr>
              <a:cxnSpLocks/>
              <a:stCxn id="739"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1" name="Straight Connector 740">
              <a:extLst>
                <a:ext uri="{FF2B5EF4-FFF2-40B4-BE49-F238E27FC236}">
                  <a16:creationId xmlns:a16="http://schemas.microsoft.com/office/drawing/2014/main" id="{E0945084-E767-7842-350B-10AF9E625FD9}"/>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42" name="Group 741">
            <a:extLst>
              <a:ext uri="{FF2B5EF4-FFF2-40B4-BE49-F238E27FC236}">
                <a16:creationId xmlns:a16="http://schemas.microsoft.com/office/drawing/2014/main" id="{94449DEF-C776-55CF-86E7-EA67C2FFCA11}"/>
              </a:ext>
            </a:extLst>
          </p:cNvPr>
          <p:cNvGrpSpPr/>
          <p:nvPr/>
        </p:nvGrpSpPr>
        <p:grpSpPr>
          <a:xfrm>
            <a:off x="431659" y="2974054"/>
            <a:ext cx="721891" cy="609701"/>
            <a:chOff x="431659" y="2974054"/>
            <a:chExt cx="721891" cy="609701"/>
          </a:xfrm>
        </p:grpSpPr>
        <p:sp>
          <p:nvSpPr>
            <p:cNvPr id="743" name="Rectangle 742">
              <a:extLst>
                <a:ext uri="{FF2B5EF4-FFF2-40B4-BE49-F238E27FC236}">
                  <a16:creationId xmlns:a16="http://schemas.microsoft.com/office/drawing/2014/main" id="{37562C4F-D81B-11DF-6E2D-03ABD508A6A2}"/>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44" name="Right Triangle 743">
              <a:extLst>
                <a:ext uri="{FF2B5EF4-FFF2-40B4-BE49-F238E27FC236}">
                  <a16:creationId xmlns:a16="http://schemas.microsoft.com/office/drawing/2014/main" id="{0CE0978C-F1BB-5709-3BB8-B530C1D826F4}"/>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5" name="Group 744">
              <a:extLst>
                <a:ext uri="{FF2B5EF4-FFF2-40B4-BE49-F238E27FC236}">
                  <a16:creationId xmlns:a16="http://schemas.microsoft.com/office/drawing/2014/main" id="{CBDC4E45-3FAB-4F72-2578-BC2790FD7E04}"/>
                </a:ext>
              </a:extLst>
            </p:cNvPr>
            <p:cNvGrpSpPr/>
            <p:nvPr/>
          </p:nvGrpSpPr>
          <p:grpSpPr>
            <a:xfrm>
              <a:off x="1102940" y="2981762"/>
              <a:ext cx="37817" cy="61390"/>
              <a:chOff x="3883481" y="2057400"/>
              <a:chExt cx="1608363" cy="2652031"/>
            </a:xfrm>
            <a:solidFill>
              <a:srgbClr val="A6A6A6">
                <a:alpha val="20000"/>
              </a:srgbClr>
            </a:solidFill>
          </p:grpSpPr>
          <p:sp>
            <p:nvSpPr>
              <p:cNvPr id="746" name="Oval 27">
                <a:extLst>
                  <a:ext uri="{FF2B5EF4-FFF2-40B4-BE49-F238E27FC236}">
                    <a16:creationId xmlns:a16="http://schemas.microsoft.com/office/drawing/2014/main" id="{42E51214-7DD2-92C6-5969-C60DFE0FD43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7" name="Oval 28">
                <a:extLst>
                  <a:ext uri="{FF2B5EF4-FFF2-40B4-BE49-F238E27FC236}">
                    <a16:creationId xmlns:a16="http://schemas.microsoft.com/office/drawing/2014/main" id="{3004BF6A-EB58-5097-3020-526BE0AF7D2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4" name="Group 753">
            <a:extLst>
              <a:ext uri="{FF2B5EF4-FFF2-40B4-BE49-F238E27FC236}">
                <a16:creationId xmlns:a16="http://schemas.microsoft.com/office/drawing/2014/main" id="{F40269B2-304C-D4EE-10B1-F30307E00C8A}"/>
              </a:ext>
            </a:extLst>
          </p:cNvPr>
          <p:cNvGrpSpPr/>
          <p:nvPr/>
        </p:nvGrpSpPr>
        <p:grpSpPr>
          <a:xfrm>
            <a:off x="2940469" y="2974031"/>
            <a:ext cx="721206" cy="613175"/>
            <a:chOff x="2940469" y="2974031"/>
            <a:chExt cx="721206" cy="613175"/>
          </a:xfrm>
        </p:grpSpPr>
        <p:sp>
          <p:nvSpPr>
            <p:cNvPr id="755" name="Rectangle 754">
              <a:extLst>
                <a:ext uri="{FF2B5EF4-FFF2-40B4-BE49-F238E27FC236}">
                  <a16:creationId xmlns:a16="http://schemas.microsoft.com/office/drawing/2014/main" id="{0A872EC5-EDCE-C0EF-D1A1-16F8330CD16F}"/>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56" name="Right Triangle 755">
              <a:extLst>
                <a:ext uri="{FF2B5EF4-FFF2-40B4-BE49-F238E27FC236}">
                  <a16:creationId xmlns:a16="http://schemas.microsoft.com/office/drawing/2014/main" id="{F8095BC8-877A-DE82-9C63-7B54C6688396}"/>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7" name="Group 756">
              <a:extLst>
                <a:ext uri="{FF2B5EF4-FFF2-40B4-BE49-F238E27FC236}">
                  <a16:creationId xmlns:a16="http://schemas.microsoft.com/office/drawing/2014/main" id="{B25E3376-2CD9-EB8B-CF73-ADD60E562C8A}"/>
                </a:ext>
              </a:extLst>
            </p:cNvPr>
            <p:cNvGrpSpPr/>
            <p:nvPr/>
          </p:nvGrpSpPr>
          <p:grpSpPr>
            <a:xfrm>
              <a:off x="3610502" y="2980132"/>
              <a:ext cx="37817" cy="61390"/>
              <a:chOff x="3883481" y="2057400"/>
              <a:chExt cx="1608363" cy="2652031"/>
            </a:xfrm>
            <a:solidFill>
              <a:srgbClr val="A6A6A6">
                <a:alpha val="20000"/>
              </a:srgbClr>
            </a:solidFill>
          </p:grpSpPr>
          <p:sp>
            <p:nvSpPr>
              <p:cNvPr id="758" name="Oval 27">
                <a:extLst>
                  <a:ext uri="{FF2B5EF4-FFF2-40B4-BE49-F238E27FC236}">
                    <a16:creationId xmlns:a16="http://schemas.microsoft.com/office/drawing/2014/main" id="{682250E8-293B-1922-4441-78D066D5933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9" name="Oval 28">
                <a:extLst>
                  <a:ext uri="{FF2B5EF4-FFF2-40B4-BE49-F238E27FC236}">
                    <a16:creationId xmlns:a16="http://schemas.microsoft.com/office/drawing/2014/main" id="{8B172347-396F-658B-644F-9278AF66A5B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0" name="Group 759">
            <a:extLst>
              <a:ext uri="{FF2B5EF4-FFF2-40B4-BE49-F238E27FC236}">
                <a16:creationId xmlns:a16="http://schemas.microsoft.com/office/drawing/2014/main" id="{B5B6DC95-45C7-EFDA-88CB-0D3851418F57}"/>
              </a:ext>
            </a:extLst>
          </p:cNvPr>
          <p:cNvGrpSpPr/>
          <p:nvPr/>
        </p:nvGrpSpPr>
        <p:grpSpPr>
          <a:xfrm>
            <a:off x="1268380" y="2974053"/>
            <a:ext cx="721206" cy="609701"/>
            <a:chOff x="1268380" y="2974053"/>
            <a:chExt cx="721206" cy="609701"/>
          </a:xfrm>
        </p:grpSpPr>
        <p:sp>
          <p:nvSpPr>
            <p:cNvPr id="761" name="Rectangle 760">
              <a:extLst>
                <a:ext uri="{FF2B5EF4-FFF2-40B4-BE49-F238E27FC236}">
                  <a16:creationId xmlns:a16="http://schemas.microsoft.com/office/drawing/2014/main" id="{A8B49CCF-B05F-EFFE-E2C7-CC49FB0CB43D}"/>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62" name="Right Triangle 761">
              <a:extLst>
                <a:ext uri="{FF2B5EF4-FFF2-40B4-BE49-F238E27FC236}">
                  <a16:creationId xmlns:a16="http://schemas.microsoft.com/office/drawing/2014/main" id="{82756F10-2AD7-E564-3AF6-DA759CAB07E5}"/>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3" name="Group 762">
              <a:extLst>
                <a:ext uri="{FF2B5EF4-FFF2-40B4-BE49-F238E27FC236}">
                  <a16:creationId xmlns:a16="http://schemas.microsoft.com/office/drawing/2014/main" id="{E493EADA-BA32-296D-0C31-0F1707AF9917}"/>
                </a:ext>
              </a:extLst>
            </p:cNvPr>
            <p:cNvGrpSpPr/>
            <p:nvPr/>
          </p:nvGrpSpPr>
          <p:grpSpPr>
            <a:xfrm>
              <a:off x="1938973" y="2986452"/>
              <a:ext cx="37817" cy="61390"/>
              <a:chOff x="3883481" y="2057400"/>
              <a:chExt cx="1608363" cy="2652031"/>
            </a:xfrm>
            <a:solidFill>
              <a:srgbClr val="A6A6A6">
                <a:alpha val="20000"/>
              </a:srgbClr>
            </a:solidFill>
          </p:grpSpPr>
          <p:sp>
            <p:nvSpPr>
              <p:cNvPr id="764" name="Oval 27">
                <a:extLst>
                  <a:ext uri="{FF2B5EF4-FFF2-40B4-BE49-F238E27FC236}">
                    <a16:creationId xmlns:a16="http://schemas.microsoft.com/office/drawing/2014/main" id="{FF6E2D58-5607-A816-5D32-6C0723D4ABE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5" name="Oval 28">
                <a:extLst>
                  <a:ext uri="{FF2B5EF4-FFF2-40B4-BE49-F238E27FC236}">
                    <a16:creationId xmlns:a16="http://schemas.microsoft.com/office/drawing/2014/main" id="{19535A54-83E0-1778-97AB-9D72B2690EF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6" name="Group 765">
            <a:extLst>
              <a:ext uri="{FF2B5EF4-FFF2-40B4-BE49-F238E27FC236}">
                <a16:creationId xmlns:a16="http://schemas.microsoft.com/office/drawing/2014/main" id="{A1EB6D0D-EBA6-C45D-15CA-28B156B816BF}"/>
              </a:ext>
            </a:extLst>
          </p:cNvPr>
          <p:cNvGrpSpPr/>
          <p:nvPr/>
        </p:nvGrpSpPr>
        <p:grpSpPr>
          <a:xfrm>
            <a:off x="2938534" y="811556"/>
            <a:ext cx="721206" cy="609701"/>
            <a:chOff x="2938534" y="811556"/>
            <a:chExt cx="721206" cy="609701"/>
          </a:xfrm>
        </p:grpSpPr>
        <p:sp>
          <p:nvSpPr>
            <p:cNvPr id="767" name="Rectangle 766">
              <a:extLst>
                <a:ext uri="{FF2B5EF4-FFF2-40B4-BE49-F238E27FC236}">
                  <a16:creationId xmlns:a16="http://schemas.microsoft.com/office/drawing/2014/main" id="{FF9239F3-53B1-EFAC-888C-2CAE0A74EF8D}"/>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68" name="Rectangle 767">
              <a:extLst>
                <a:ext uri="{FF2B5EF4-FFF2-40B4-BE49-F238E27FC236}">
                  <a16:creationId xmlns:a16="http://schemas.microsoft.com/office/drawing/2014/main" id="{EF33B07A-72B8-28BB-B666-15C3E02E0AE7}"/>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9" name="Oval 15">
              <a:extLst>
                <a:ext uri="{FF2B5EF4-FFF2-40B4-BE49-F238E27FC236}">
                  <a16:creationId xmlns:a16="http://schemas.microsoft.com/office/drawing/2014/main" id="{432C28B7-99C3-9902-9E25-9781DF35E017}"/>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70" name="Straight Connector 769">
              <a:extLst>
                <a:ext uri="{FF2B5EF4-FFF2-40B4-BE49-F238E27FC236}">
                  <a16:creationId xmlns:a16="http://schemas.microsoft.com/office/drawing/2014/main" id="{425562B5-E1B7-56DA-A98D-412C3C47CBA7}"/>
                </a:ext>
              </a:extLst>
            </p:cNvPr>
            <p:cNvCxnSpPr>
              <a:cxnSpLocks/>
              <a:stCxn id="769"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71" name="Straight Connector 770">
              <a:extLst>
                <a:ext uri="{FF2B5EF4-FFF2-40B4-BE49-F238E27FC236}">
                  <a16:creationId xmlns:a16="http://schemas.microsoft.com/office/drawing/2014/main" id="{E08579AA-89F9-EFEA-D99A-71334DF1DEF5}"/>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78" name="Group 777">
            <a:extLst>
              <a:ext uri="{FF2B5EF4-FFF2-40B4-BE49-F238E27FC236}">
                <a16:creationId xmlns:a16="http://schemas.microsoft.com/office/drawing/2014/main" id="{40D4A590-2A3E-3D56-C1A4-6C3021887536}"/>
              </a:ext>
            </a:extLst>
          </p:cNvPr>
          <p:cNvGrpSpPr/>
          <p:nvPr/>
        </p:nvGrpSpPr>
        <p:grpSpPr>
          <a:xfrm>
            <a:off x="431659" y="811556"/>
            <a:ext cx="721206" cy="609701"/>
            <a:chOff x="431659" y="811556"/>
            <a:chExt cx="721206" cy="609701"/>
          </a:xfrm>
        </p:grpSpPr>
        <p:sp>
          <p:nvSpPr>
            <p:cNvPr id="779" name="Rectangle 778">
              <a:extLst>
                <a:ext uri="{FF2B5EF4-FFF2-40B4-BE49-F238E27FC236}">
                  <a16:creationId xmlns:a16="http://schemas.microsoft.com/office/drawing/2014/main" id="{16D88750-3E4F-04F0-C3CB-47A61B909C16}"/>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80" name="Right Triangle 779">
              <a:extLst>
                <a:ext uri="{FF2B5EF4-FFF2-40B4-BE49-F238E27FC236}">
                  <a16:creationId xmlns:a16="http://schemas.microsoft.com/office/drawing/2014/main" id="{5738C461-BFA7-EC87-AE86-BF6CC7F109E9}"/>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1" name="Group 780">
              <a:extLst>
                <a:ext uri="{FF2B5EF4-FFF2-40B4-BE49-F238E27FC236}">
                  <a16:creationId xmlns:a16="http://schemas.microsoft.com/office/drawing/2014/main" id="{485D175A-0ABB-A319-8A86-ECB0E2D1D2DF}"/>
                </a:ext>
              </a:extLst>
            </p:cNvPr>
            <p:cNvGrpSpPr/>
            <p:nvPr/>
          </p:nvGrpSpPr>
          <p:grpSpPr>
            <a:xfrm>
              <a:off x="1100969" y="819591"/>
              <a:ext cx="37817" cy="61390"/>
              <a:chOff x="3883481" y="2057400"/>
              <a:chExt cx="1608363" cy="2652031"/>
            </a:xfrm>
            <a:solidFill>
              <a:srgbClr val="A6A6A6">
                <a:alpha val="20000"/>
              </a:srgbClr>
            </a:solidFill>
          </p:grpSpPr>
          <p:sp>
            <p:nvSpPr>
              <p:cNvPr id="782" name="Oval 27">
                <a:extLst>
                  <a:ext uri="{FF2B5EF4-FFF2-40B4-BE49-F238E27FC236}">
                    <a16:creationId xmlns:a16="http://schemas.microsoft.com/office/drawing/2014/main" id="{E2D70BC2-8E22-57F8-4211-7B64C5DFB76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3" name="Oval 28">
                <a:extLst>
                  <a:ext uri="{FF2B5EF4-FFF2-40B4-BE49-F238E27FC236}">
                    <a16:creationId xmlns:a16="http://schemas.microsoft.com/office/drawing/2014/main" id="{1B00ACA3-16D1-EF17-D92A-A0966560282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4" name="Group 783">
            <a:extLst>
              <a:ext uri="{FF2B5EF4-FFF2-40B4-BE49-F238E27FC236}">
                <a16:creationId xmlns:a16="http://schemas.microsoft.com/office/drawing/2014/main" id="{EB97D099-3112-9C2F-3E0C-B8AC90EC9EED}"/>
              </a:ext>
            </a:extLst>
          </p:cNvPr>
          <p:cNvGrpSpPr/>
          <p:nvPr/>
        </p:nvGrpSpPr>
        <p:grpSpPr>
          <a:xfrm>
            <a:off x="1267285" y="811556"/>
            <a:ext cx="721206" cy="609701"/>
            <a:chOff x="1267285" y="811556"/>
            <a:chExt cx="721206" cy="609701"/>
          </a:xfrm>
        </p:grpSpPr>
        <p:sp>
          <p:nvSpPr>
            <p:cNvPr id="785" name="Rectangle 784">
              <a:extLst>
                <a:ext uri="{FF2B5EF4-FFF2-40B4-BE49-F238E27FC236}">
                  <a16:creationId xmlns:a16="http://schemas.microsoft.com/office/drawing/2014/main" id="{D91AA764-A06C-9537-E88B-C741951ED89E}"/>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786" name="Right Triangle 785">
              <a:extLst>
                <a:ext uri="{FF2B5EF4-FFF2-40B4-BE49-F238E27FC236}">
                  <a16:creationId xmlns:a16="http://schemas.microsoft.com/office/drawing/2014/main" id="{4641D492-4DA1-CD98-8C98-7A581443DDDC}"/>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7" name="Group 786">
              <a:extLst>
                <a:ext uri="{FF2B5EF4-FFF2-40B4-BE49-F238E27FC236}">
                  <a16:creationId xmlns:a16="http://schemas.microsoft.com/office/drawing/2014/main" id="{2929E78B-7C0A-A630-710B-175536FA92FA}"/>
                </a:ext>
              </a:extLst>
            </p:cNvPr>
            <p:cNvGrpSpPr/>
            <p:nvPr/>
          </p:nvGrpSpPr>
          <p:grpSpPr>
            <a:xfrm>
              <a:off x="1937878" y="819591"/>
              <a:ext cx="37817" cy="61390"/>
              <a:chOff x="3883481" y="2057400"/>
              <a:chExt cx="1608363" cy="2652031"/>
            </a:xfrm>
            <a:solidFill>
              <a:srgbClr val="A6A6A6">
                <a:alpha val="20000"/>
              </a:srgbClr>
            </a:solidFill>
          </p:grpSpPr>
          <p:sp>
            <p:nvSpPr>
              <p:cNvPr id="788" name="Oval 27">
                <a:extLst>
                  <a:ext uri="{FF2B5EF4-FFF2-40B4-BE49-F238E27FC236}">
                    <a16:creationId xmlns:a16="http://schemas.microsoft.com/office/drawing/2014/main" id="{CE4F00FC-43CA-D41E-1B39-6EC66EA3798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9" name="Oval 28">
                <a:extLst>
                  <a:ext uri="{FF2B5EF4-FFF2-40B4-BE49-F238E27FC236}">
                    <a16:creationId xmlns:a16="http://schemas.microsoft.com/office/drawing/2014/main" id="{9DB9FEE1-41C0-2CA7-B0F9-01B9995D4E0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6" name="Group 795">
            <a:extLst>
              <a:ext uri="{FF2B5EF4-FFF2-40B4-BE49-F238E27FC236}">
                <a16:creationId xmlns:a16="http://schemas.microsoft.com/office/drawing/2014/main" id="{18E63A02-73E7-944D-F8E1-D9AED32066CE}"/>
              </a:ext>
            </a:extLst>
          </p:cNvPr>
          <p:cNvGrpSpPr/>
          <p:nvPr/>
        </p:nvGrpSpPr>
        <p:grpSpPr>
          <a:xfrm>
            <a:off x="2889438" y="751337"/>
            <a:ext cx="5022643" cy="5001728"/>
            <a:chOff x="2889438" y="751337"/>
            <a:chExt cx="5022643" cy="5001728"/>
          </a:xfrm>
        </p:grpSpPr>
        <p:cxnSp>
          <p:nvCxnSpPr>
            <p:cNvPr id="797" name="Straight Connector 796">
              <a:extLst>
                <a:ext uri="{FF2B5EF4-FFF2-40B4-BE49-F238E27FC236}">
                  <a16:creationId xmlns:a16="http://schemas.microsoft.com/office/drawing/2014/main" id="{F709556C-41FC-955D-7CAC-318B12D3EE69}"/>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8" name="Straight Connector 797">
              <a:extLst>
                <a:ext uri="{FF2B5EF4-FFF2-40B4-BE49-F238E27FC236}">
                  <a16:creationId xmlns:a16="http://schemas.microsoft.com/office/drawing/2014/main" id="{A90FE0E7-1F45-3AAD-7D8A-6F67E6A9E50D}"/>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9" name="Straight Connector 798">
              <a:extLst>
                <a:ext uri="{FF2B5EF4-FFF2-40B4-BE49-F238E27FC236}">
                  <a16:creationId xmlns:a16="http://schemas.microsoft.com/office/drawing/2014/main" id="{15DB80D1-393F-0F9D-07F9-6000CCFD07EB}"/>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0" name="Straight Connector 799">
              <a:extLst>
                <a:ext uri="{FF2B5EF4-FFF2-40B4-BE49-F238E27FC236}">
                  <a16:creationId xmlns:a16="http://schemas.microsoft.com/office/drawing/2014/main" id="{17A1E57B-BB31-B652-4691-2FC73D4DD2D7}"/>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1" name="Straight Connector 800">
              <a:extLst>
                <a:ext uri="{FF2B5EF4-FFF2-40B4-BE49-F238E27FC236}">
                  <a16:creationId xmlns:a16="http://schemas.microsoft.com/office/drawing/2014/main" id="{FCD3EC5C-3687-0100-384B-2FE120D36009}"/>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2" name="Straight Connector 801">
              <a:extLst>
                <a:ext uri="{FF2B5EF4-FFF2-40B4-BE49-F238E27FC236}">
                  <a16:creationId xmlns:a16="http://schemas.microsoft.com/office/drawing/2014/main" id="{0153F878-AFD5-B144-60F2-F372BA231545}"/>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3" name="Straight Connector 802">
              <a:extLst>
                <a:ext uri="{FF2B5EF4-FFF2-40B4-BE49-F238E27FC236}">
                  <a16:creationId xmlns:a16="http://schemas.microsoft.com/office/drawing/2014/main" id="{622C607F-B309-70BA-B625-ACA8E956D3E4}"/>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4" name="Straight Connector 803">
              <a:extLst>
                <a:ext uri="{FF2B5EF4-FFF2-40B4-BE49-F238E27FC236}">
                  <a16:creationId xmlns:a16="http://schemas.microsoft.com/office/drawing/2014/main" id="{BD23E12B-B000-F0B4-99F1-525F61A6C03B}"/>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5" name="Straight Connector 804">
              <a:extLst>
                <a:ext uri="{FF2B5EF4-FFF2-40B4-BE49-F238E27FC236}">
                  <a16:creationId xmlns:a16="http://schemas.microsoft.com/office/drawing/2014/main" id="{73088058-D1A9-9A72-1D52-32E500F8A9C4}"/>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6" name="Straight Connector 805">
              <a:extLst>
                <a:ext uri="{FF2B5EF4-FFF2-40B4-BE49-F238E27FC236}">
                  <a16:creationId xmlns:a16="http://schemas.microsoft.com/office/drawing/2014/main" id="{2D4A02FA-C53D-8C77-2D34-5248A081ED4B}"/>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2" name="Group 831">
            <a:extLst>
              <a:ext uri="{FF2B5EF4-FFF2-40B4-BE49-F238E27FC236}">
                <a16:creationId xmlns:a16="http://schemas.microsoft.com/office/drawing/2014/main" id="{C7BE794D-0C98-A187-D874-C3344ED46581}"/>
              </a:ext>
            </a:extLst>
          </p:cNvPr>
          <p:cNvGrpSpPr/>
          <p:nvPr/>
        </p:nvGrpSpPr>
        <p:grpSpPr>
          <a:xfrm>
            <a:off x="2937173" y="4419601"/>
            <a:ext cx="721206" cy="610396"/>
            <a:chOff x="2937173" y="4419601"/>
            <a:chExt cx="721206" cy="610396"/>
          </a:xfrm>
        </p:grpSpPr>
        <p:sp>
          <p:nvSpPr>
            <p:cNvPr id="833" name="Rectangle 832">
              <a:extLst>
                <a:ext uri="{FF2B5EF4-FFF2-40B4-BE49-F238E27FC236}">
                  <a16:creationId xmlns:a16="http://schemas.microsoft.com/office/drawing/2014/main" id="{8127DCFE-8BF2-9D38-BB4F-A1E0B79FC659}"/>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34" name="Right Triangle 833">
              <a:extLst>
                <a:ext uri="{FF2B5EF4-FFF2-40B4-BE49-F238E27FC236}">
                  <a16:creationId xmlns:a16="http://schemas.microsoft.com/office/drawing/2014/main" id="{88BCF7B0-885E-ADEC-25AD-24FB7C55E98F}"/>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5" name="Group 834">
              <a:extLst>
                <a:ext uri="{FF2B5EF4-FFF2-40B4-BE49-F238E27FC236}">
                  <a16:creationId xmlns:a16="http://schemas.microsoft.com/office/drawing/2014/main" id="{29636D41-05F7-25FE-FBE6-4F62F83382F0}"/>
                </a:ext>
              </a:extLst>
            </p:cNvPr>
            <p:cNvGrpSpPr/>
            <p:nvPr/>
          </p:nvGrpSpPr>
          <p:grpSpPr>
            <a:xfrm>
              <a:off x="3607766" y="4425699"/>
              <a:ext cx="37817" cy="61390"/>
              <a:chOff x="3883481" y="2057400"/>
              <a:chExt cx="1608363" cy="2652031"/>
            </a:xfrm>
            <a:solidFill>
              <a:srgbClr val="A6A6A6">
                <a:alpha val="20000"/>
              </a:srgbClr>
            </a:solidFill>
          </p:grpSpPr>
          <p:sp>
            <p:nvSpPr>
              <p:cNvPr id="836" name="Oval 27">
                <a:extLst>
                  <a:ext uri="{FF2B5EF4-FFF2-40B4-BE49-F238E27FC236}">
                    <a16:creationId xmlns:a16="http://schemas.microsoft.com/office/drawing/2014/main" id="{47456D38-1F1F-0850-9C9C-CA056D8BE2C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7" name="Oval 28">
                <a:extLst>
                  <a:ext uri="{FF2B5EF4-FFF2-40B4-BE49-F238E27FC236}">
                    <a16:creationId xmlns:a16="http://schemas.microsoft.com/office/drawing/2014/main" id="{A8066A99-0650-8235-8B2E-0AB69C8BD69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62" name="Group 861">
            <a:extLst>
              <a:ext uri="{FF2B5EF4-FFF2-40B4-BE49-F238E27FC236}">
                <a16:creationId xmlns:a16="http://schemas.microsoft.com/office/drawing/2014/main" id="{F2D5B81E-EF94-2860-4831-A6D642879C44}"/>
              </a:ext>
            </a:extLst>
          </p:cNvPr>
          <p:cNvGrpSpPr/>
          <p:nvPr/>
        </p:nvGrpSpPr>
        <p:grpSpPr>
          <a:xfrm>
            <a:off x="3775041" y="5130133"/>
            <a:ext cx="721895" cy="609700"/>
            <a:chOff x="3775041" y="5130133"/>
            <a:chExt cx="721895" cy="609700"/>
          </a:xfrm>
        </p:grpSpPr>
        <p:sp>
          <p:nvSpPr>
            <p:cNvPr id="863" name="Rectangle 862">
              <a:hlinkHover r:id="" action="ppaction://noaction" highlightClick="1"/>
              <a:extLst>
                <a:ext uri="{FF2B5EF4-FFF2-40B4-BE49-F238E27FC236}">
                  <a16:creationId xmlns:a16="http://schemas.microsoft.com/office/drawing/2014/main" id="{CDB22120-8AE4-C694-D131-C0CE1320E769}"/>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64" name="Diamond 863">
              <a:extLst>
                <a:ext uri="{FF2B5EF4-FFF2-40B4-BE49-F238E27FC236}">
                  <a16:creationId xmlns:a16="http://schemas.microsoft.com/office/drawing/2014/main" id="{59E3A333-DA8E-33A4-0D68-5BFE7B1BFAC6}"/>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5" name="Oval 864">
              <a:extLst>
                <a:ext uri="{FF2B5EF4-FFF2-40B4-BE49-F238E27FC236}">
                  <a16:creationId xmlns:a16="http://schemas.microsoft.com/office/drawing/2014/main" id="{CA388D18-5BA6-8041-923C-03F084C89C2A}"/>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6" name="Group 865">
            <a:extLst>
              <a:ext uri="{FF2B5EF4-FFF2-40B4-BE49-F238E27FC236}">
                <a16:creationId xmlns:a16="http://schemas.microsoft.com/office/drawing/2014/main" id="{F274F163-ACC1-7EBC-F6E9-55D538F8CF1A}"/>
              </a:ext>
            </a:extLst>
          </p:cNvPr>
          <p:cNvGrpSpPr/>
          <p:nvPr/>
        </p:nvGrpSpPr>
        <p:grpSpPr>
          <a:xfrm>
            <a:off x="4618174" y="5130748"/>
            <a:ext cx="721895" cy="609700"/>
            <a:chOff x="4618174" y="5130748"/>
            <a:chExt cx="721895" cy="609700"/>
          </a:xfrm>
        </p:grpSpPr>
        <p:sp>
          <p:nvSpPr>
            <p:cNvPr id="867" name="Rectangle 866">
              <a:hlinkHover r:id="" action="ppaction://noaction" highlightClick="1"/>
              <a:extLst>
                <a:ext uri="{FF2B5EF4-FFF2-40B4-BE49-F238E27FC236}">
                  <a16:creationId xmlns:a16="http://schemas.microsoft.com/office/drawing/2014/main" id="{1871E951-3FE9-0F86-F422-37B3DFB5A7BB}"/>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68" name="Diamond 867">
              <a:extLst>
                <a:ext uri="{FF2B5EF4-FFF2-40B4-BE49-F238E27FC236}">
                  <a16:creationId xmlns:a16="http://schemas.microsoft.com/office/drawing/2014/main" id="{CF53B993-35EB-9DDF-EE60-B4BE1BFAC7CE}"/>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9" name="Oval 868">
              <a:extLst>
                <a:ext uri="{FF2B5EF4-FFF2-40B4-BE49-F238E27FC236}">
                  <a16:creationId xmlns:a16="http://schemas.microsoft.com/office/drawing/2014/main" id="{C5DA0042-5B14-54DE-5413-6253028C0172}"/>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8" name="Group 877">
            <a:extLst>
              <a:ext uri="{FF2B5EF4-FFF2-40B4-BE49-F238E27FC236}">
                <a16:creationId xmlns:a16="http://schemas.microsoft.com/office/drawing/2014/main" id="{F886CB41-200F-104E-705B-D63AACBD2832}"/>
              </a:ext>
            </a:extLst>
          </p:cNvPr>
          <p:cNvGrpSpPr/>
          <p:nvPr/>
        </p:nvGrpSpPr>
        <p:grpSpPr>
          <a:xfrm>
            <a:off x="6286224" y="3620338"/>
            <a:ext cx="721206" cy="687594"/>
            <a:chOff x="6286224" y="3620338"/>
            <a:chExt cx="721206" cy="687594"/>
          </a:xfrm>
        </p:grpSpPr>
        <p:cxnSp>
          <p:nvCxnSpPr>
            <p:cNvPr id="879" name="Straight Connector 878">
              <a:extLst>
                <a:ext uri="{FF2B5EF4-FFF2-40B4-BE49-F238E27FC236}">
                  <a16:creationId xmlns:a16="http://schemas.microsoft.com/office/drawing/2014/main" id="{AF855915-424E-1F9D-C648-1B59413556E1}"/>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80" name="Rectangle 879">
              <a:hlinkHover r:id="" action="ppaction://noaction" highlightClick="1"/>
              <a:extLst>
                <a:ext uri="{FF2B5EF4-FFF2-40B4-BE49-F238E27FC236}">
                  <a16:creationId xmlns:a16="http://schemas.microsoft.com/office/drawing/2014/main" id="{A0323945-534E-E6D4-08C3-5130C60F1B45}"/>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81" name="Oval 880">
              <a:extLst>
                <a:ext uri="{FF2B5EF4-FFF2-40B4-BE49-F238E27FC236}">
                  <a16:creationId xmlns:a16="http://schemas.microsoft.com/office/drawing/2014/main" id="{35CE08D6-C215-A7B6-F9B7-77DD6B3111F3}"/>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2" name="Isosceles Triangle 648">
              <a:extLst>
                <a:ext uri="{FF2B5EF4-FFF2-40B4-BE49-F238E27FC236}">
                  <a16:creationId xmlns:a16="http://schemas.microsoft.com/office/drawing/2014/main" id="{A72EE3C4-2170-CEB5-4A9B-BAC09EDD061F}"/>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09" name="Group 1008">
            <a:extLst>
              <a:ext uri="{FF2B5EF4-FFF2-40B4-BE49-F238E27FC236}">
                <a16:creationId xmlns:a16="http://schemas.microsoft.com/office/drawing/2014/main" id="{30EDFC0F-20D0-F143-9F42-427A6505C07B}"/>
              </a:ext>
            </a:extLst>
          </p:cNvPr>
          <p:cNvGrpSpPr/>
          <p:nvPr/>
        </p:nvGrpSpPr>
        <p:grpSpPr>
          <a:xfrm>
            <a:off x="7959193" y="3698227"/>
            <a:ext cx="721206" cy="609701"/>
            <a:chOff x="7959193" y="3698227"/>
            <a:chExt cx="721206" cy="609701"/>
          </a:xfrm>
        </p:grpSpPr>
        <p:sp>
          <p:nvSpPr>
            <p:cNvPr id="1010" name="Rectangle 1009">
              <a:hlinkHover r:id="" action="ppaction://noaction" highlightClick="1"/>
              <a:extLst>
                <a:ext uri="{FF2B5EF4-FFF2-40B4-BE49-F238E27FC236}">
                  <a16:creationId xmlns:a16="http://schemas.microsoft.com/office/drawing/2014/main" id="{083C23C6-EC28-DFD9-B43B-A7E3A4168588}"/>
                </a:ext>
              </a:extLst>
            </p:cNvPr>
            <p:cNvSpPr/>
            <p:nvPr/>
          </p:nvSpPr>
          <p:spPr>
            <a:xfrm>
              <a:off x="7959193"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1011" name="Oval 1010">
              <a:extLst>
                <a:ext uri="{FF2B5EF4-FFF2-40B4-BE49-F238E27FC236}">
                  <a16:creationId xmlns:a16="http://schemas.microsoft.com/office/drawing/2014/main" id="{E8094018-CFAC-382A-88DA-68F26B083476}"/>
                </a:ext>
              </a:extLst>
            </p:cNvPr>
            <p:cNvSpPr/>
            <p:nvPr/>
          </p:nvSpPr>
          <p:spPr>
            <a:xfrm>
              <a:off x="8533392"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2" name="Isosceles Triangle 648">
              <a:extLst>
                <a:ext uri="{FF2B5EF4-FFF2-40B4-BE49-F238E27FC236}">
                  <a16:creationId xmlns:a16="http://schemas.microsoft.com/office/drawing/2014/main" id="{D8412D23-B2DF-81A8-F2FE-5BFCACD59979}"/>
                </a:ext>
              </a:extLst>
            </p:cNvPr>
            <p:cNvSpPr/>
            <p:nvPr/>
          </p:nvSpPr>
          <p:spPr>
            <a:xfrm>
              <a:off x="8563516"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17" name="Group 1016">
            <a:extLst>
              <a:ext uri="{FF2B5EF4-FFF2-40B4-BE49-F238E27FC236}">
                <a16:creationId xmlns:a16="http://schemas.microsoft.com/office/drawing/2014/main" id="{59966839-6525-2184-4E74-DE49EB1CB96E}"/>
              </a:ext>
            </a:extLst>
          </p:cNvPr>
          <p:cNvGrpSpPr/>
          <p:nvPr/>
        </p:nvGrpSpPr>
        <p:grpSpPr>
          <a:xfrm>
            <a:off x="11356238" y="90836"/>
            <a:ext cx="721206" cy="609701"/>
            <a:chOff x="11356238" y="90836"/>
            <a:chExt cx="721206" cy="609701"/>
          </a:xfrm>
        </p:grpSpPr>
        <p:sp>
          <p:nvSpPr>
            <p:cNvPr id="1018" name="Rectangle 1017">
              <a:hlinkHover r:id="" action="ppaction://noaction" highlightClick="1"/>
              <a:extLst>
                <a:ext uri="{FF2B5EF4-FFF2-40B4-BE49-F238E27FC236}">
                  <a16:creationId xmlns:a16="http://schemas.microsoft.com/office/drawing/2014/main" id="{E7689A28-4F54-0044-9CC2-DED67523D76E}"/>
                </a:ext>
              </a:extLst>
            </p:cNvPr>
            <p:cNvSpPr/>
            <p:nvPr/>
          </p:nvSpPr>
          <p:spPr>
            <a:xfrm>
              <a:off x="11356238"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1019" name="Oval 1018">
              <a:extLst>
                <a:ext uri="{FF2B5EF4-FFF2-40B4-BE49-F238E27FC236}">
                  <a16:creationId xmlns:a16="http://schemas.microsoft.com/office/drawing/2014/main" id="{8108F8D1-DC48-90DD-2F62-20EBA923A907}"/>
                </a:ext>
              </a:extLst>
            </p:cNvPr>
            <p:cNvSpPr/>
            <p:nvPr/>
          </p:nvSpPr>
          <p:spPr>
            <a:xfrm>
              <a:off x="11934777"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0" name="Isosceles Triangle 648">
              <a:extLst>
                <a:ext uri="{FF2B5EF4-FFF2-40B4-BE49-F238E27FC236}">
                  <a16:creationId xmlns:a16="http://schemas.microsoft.com/office/drawing/2014/main" id="{7D65C9D7-D63A-9087-5026-D50506E706EC}"/>
                </a:ext>
              </a:extLst>
            </p:cNvPr>
            <p:cNvSpPr/>
            <p:nvPr/>
          </p:nvSpPr>
          <p:spPr>
            <a:xfrm>
              <a:off x="11964901"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21" name="Group 1020">
            <a:extLst>
              <a:ext uri="{FF2B5EF4-FFF2-40B4-BE49-F238E27FC236}">
                <a16:creationId xmlns:a16="http://schemas.microsoft.com/office/drawing/2014/main" id="{163563AB-1ED1-8556-B608-FE17ECDB560B}"/>
              </a:ext>
            </a:extLst>
          </p:cNvPr>
          <p:cNvGrpSpPr/>
          <p:nvPr/>
        </p:nvGrpSpPr>
        <p:grpSpPr>
          <a:xfrm>
            <a:off x="11356238" y="3694774"/>
            <a:ext cx="721206" cy="609701"/>
            <a:chOff x="11356238" y="3694774"/>
            <a:chExt cx="721206" cy="609701"/>
          </a:xfrm>
        </p:grpSpPr>
        <p:sp>
          <p:nvSpPr>
            <p:cNvPr id="1022" name="Rectangle 1021">
              <a:hlinkHover r:id="" action="ppaction://noaction" highlightClick="1"/>
              <a:extLst>
                <a:ext uri="{FF2B5EF4-FFF2-40B4-BE49-F238E27FC236}">
                  <a16:creationId xmlns:a16="http://schemas.microsoft.com/office/drawing/2014/main" id="{FC98903E-286D-C7A1-26A9-7336480F3001}"/>
                </a:ext>
              </a:extLst>
            </p:cNvPr>
            <p:cNvSpPr/>
            <p:nvPr/>
          </p:nvSpPr>
          <p:spPr>
            <a:xfrm>
              <a:off x="11356238" y="369477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1023" name="Oval 1022">
              <a:extLst>
                <a:ext uri="{FF2B5EF4-FFF2-40B4-BE49-F238E27FC236}">
                  <a16:creationId xmlns:a16="http://schemas.microsoft.com/office/drawing/2014/main" id="{933E9ADD-DEBE-D81E-F089-7E285D248055}"/>
                </a:ext>
              </a:extLst>
            </p:cNvPr>
            <p:cNvSpPr/>
            <p:nvPr/>
          </p:nvSpPr>
          <p:spPr>
            <a:xfrm>
              <a:off x="11934777" y="3702531"/>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4" name="Isosceles Triangle 648">
              <a:extLst>
                <a:ext uri="{FF2B5EF4-FFF2-40B4-BE49-F238E27FC236}">
                  <a16:creationId xmlns:a16="http://schemas.microsoft.com/office/drawing/2014/main" id="{F382AA85-3C86-10B8-9C3B-DFF31E716041}"/>
                </a:ext>
              </a:extLst>
            </p:cNvPr>
            <p:cNvSpPr/>
            <p:nvPr/>
          </p:nvSpPr>
          <p:spPr>
            <a:xfrm>
              <a:off x="11964901"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25" name="Group 1024">
            <a:extLst>
              <a:ext uri="{FF2B5EF4-FFF2-40B4-BE49-F238E27FC236}">
                <a16:creationId xmlns:a16="http://schemas.microsoft.com/office/drawing/2014/main" id="{4F14D44C-03F9-0442-EB81-E88CB00D1B83}"/>
              </a:ext>
            </a:extLst>
          </p:cNvPr>
          <p:cNvGrpSpPr/>
          <p:nvPr/>
        </p:nvGrpSpPr>
        <p:grpSpPr>
          <a:xfrm>
            <a:off x="9657689" y="4419620"/>
            <a:ext cx="721206" cy="609701"/>
            <a:chOff x="9657689" y="4419620"/>
            <a:chExt cx="721206" cy="609701"/>
          </a:xfrm>
        </p:grpSpPr>
        <p:sp>
          <p:nvSpPr>
            <p:cNvPr id="1026" name="Rectangle 1025">
              <a:hlinkHover r:id="" action="ppaction://noaction" highlightClick="1"/>
              <a:extLst>
                <a:ext uri="{FF2B5EF4-FFF2-40B4-BE49-F238E27FC236}">
                  <a16:creationId xmlns:a16="http://schemas.microsoft.com/office/drawing/2014/main" id="{DD251541-6F83-80AA-C02C-782717F0015B}"/>
                </a:ext>
              </a:extLst>
            </p:cNvPr>
            <p:cNvSpPr/>
            <p:nvPr/>
          </p:nvSpPr>
          <p:spPr>
            <a:xfrm>
              <a:off x="965768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1027" name="Oval 1026">
              <a:extLst>
                <a:ext uri="{FF2B5EF4-FFF2-40B4-BE49-F238E27FC236}">
                  <a16:creationId xmlns:a16="http://schemas.microsoft.com/office/drawing/2014/main" id="{FF9F077E-75C2-4515-C818-55102B4BBC9A}"/>
                </a:ext>
              </a:extLst>
            </p:cNvPr>
            <p:cNvSpPr/>
            <p:nvPr/>
          </p:nvSpPr>
          <p:spPr>
            <a:xfrm>
              <a:off x="10231216"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8" name="Isosceles Triangle 648">
              <a:extLst>
                <a:ext uri="{FF2B5EF4-FFF2-40B4-BE49-F238E27FC236}">
                  <a16:creationId xmlns:a16="http://schemas.microsoft.com/office/drawing/2014/main" id="{32BD0E09-DD48-E2DB-A8FA-874421F5C601}"/>
                </a:ext>
              </a:extLst>
            </p:cNvPr>
            <p:cNvSpPr/>
            <p:nvPr/>
          </p:nvSpPr>
          <p:spPr>
            <a:xfrm>
              <a:off x="10261340"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29" name="Group 1028">
            <a:extLst>
              <a:ext uri="{FF2B5EF4-FFF2-40B4-BE49-F238E27FC236}">
                <a16:creationId xmlns:a16="http://schemas.microsoft.com/office/drawing/2014/main" id="{52AA30A6-F14A-A533-ECE0-20639C39CDD9}"/>
              </a:ext>
            </a:extLst>
          </p:cNvPr>
          <p:cNvGrpSpPr/>
          <p:nvPr/>
        </p:nvGrpSpPr>
        <p:grpSpPr>
          <a:xfrm>
            <a:off x="10506964" y="4419620"/>
            <a:ext cx="721206" cy="609701"/>
            <a:chOff x="10506964" y="4419620"/>
            <a:chExt cx="721206" cy="609701"/>
          </a:xfrm>
        </p:grpSpPr>
        <p:sp>
          <p:nvSpPr>
            <p:cNvPr id="1030" name="Rectangle 1029">
              <a:hlinkHover r:id="" action="ppaction://noaction" highlightClick="1"/>
              <a:extLst>
                <a:ext uri="{FF2B5EF4-FFF2-40B4-BE49-F238E27FC236}">
                  <a16:creationId xmlns:a16="http://schemas.microsoft.com/office/drawing/2014/main" id="{69AE2978-7777-9FA9-8698-04A47C25D5E5}"/>
                </a:ext>
              </a:extLst>
            </p:cNvPr>
            <p:cNvSpPr/>
            <p:nvPr/>
          </p:nvSpPr>
          <p:spPr>
            <a:xfrm>
              <a:off x="10506964"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1031" name="Oval 1030">
              <a:extLst>
                <a:ext uri="{FF2B5EF4-FFF2-40B4-BE49-F238E27FC236}">
                  <a16:creationId xmlns:a16="http://schemas.microsoft.com/office/drawing/2014/main" id="{457855E7-B654-9DED-1E57-DBFBF40B95E3}"/>
                </a:ext>
              </a:extLst>
            </p:cNvPr>
            <p:cNvSpPr/>
            <p:nvPr/>
          </p:nvSpPr>
          <p:spPr>
            <a:xfrm>
              <a:off x="11085503" y="442737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2" name="Isosceles Triangle 648">
              <a:extLst>
                <a:ext uri="{FF2B5EF4-FFF2-40B4-BE49-F238E27FC236}">
                  <a16:creationId xmlns:a16="http://schemas.microsoft.com/office/drawing/2014/main" id="{4FAD67DA-E7CB-60A1-AC74-2668350A94D7}"/>
                </a:ext>
              </a:extLst>
            </p:cNvPr>
            <p:cNvSpPr/>
            <p:nvPr/>
          </p:nvSpPr>
          <p:spPr>
            <a:xfrm>
              <a:off x="11115627" y="444088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33" name="Group 1032">
            <a:extLst>
              <a:ext uri="{FF2B5EF4-FFF2-40B4-BE49-F238E27FC236}">
                <a16:creationId xmlns:a16="http://schemas.microsoft.com/office/drawing/2014/main" id="{F5F754FF-911B-846A-D3C6-CA509833D3F3}"/>
              </a:ext>
            </a:extLst>
          </p:cNvPr>
          <p:cNvGrpSpPr/>
          <p:nvPr/>
        </p:nvGrpSpPr>
        <p:grpSpPr>
          <a:xfrm>
            <a:off x="11355999" y="4416261"/>
            <a:ext cx="721206" cy="609701"/>
            <a:chOff x="11355999" y="4416261"/>
            <a:chExt cx="721206" cy="609701"/>
          </a:xfrm>
        </p:grpSpPr>
        <p:sp>
          <p:nvSpPr>
            <p:cNvPr id="1034" name="Rectangle 1033">
              <a:hlinkHover r:id="" action="ppaction://noaction" highlightClick="1"/>
              <a:extLst>
                <a:ext uri="{FF2B5EF4-FFF2-40B4-BE49-F238E27FC236}">
                  <a16:creationId xmlns:a16="http://schemas.microsoft.com/office/drawing/2014/main" id="{0F4570AA-367D-C7EB-7CF4-5038D83D9CCB}"/>
                </a:ext>
              </a:extLst>
            </p:cNvPr>
            <p:cNvSpPr/>
            <p:nvPr/>
          </p:nvSpPr>
          <p:spPr>
            <a:xfrm>
              <a:off x="11355999"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1035" name="Oval 1034">
              <a:extLst>
                <a:ext uri="{FF2B5EF4-FFF2-40B4-BE49-F238E27FC236}">
                  <a16:creationId xmlns:a16="http://schemas.microsoft.com/office/drawing/2014/main" id="{BAE50184-EB6B-5177-183F-B9BCC6C90143}"/>
                </a:ext>
              </a:extLst>
            </p:cNvPr>
            <p:cNvSpPr/>
            <p:nvPr/>
          </p:nvSpPr>
          <p:spPr>
            <a:xfrm>
              <a:off x="11934538"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6" name="Isosceles Triangle 648">
              <a:extLst>
                <a:ext uri="{FF2B5EF4-FFF2-40B4-BE49-F238E27FC236}">
                  <a16:creationId xmlns:a16="http://schemas.microsoft.com/office/drawing/2014/main" id="{391361F5-D0DE-8398-9AE6-05CAFB7E0AE4}"/>
                </a:ext>
              </a:extLst>
            </p:cNvPr>
            <p:cNvSpPr/>
            <p:nvPr/>
          </p:nvSpPr>
          <p:spPr>
            <a:xfrm>
              <a:off x="11964662"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37" name="Group 1036">
            <a:extLst>
              <a:ext uri="{FF2B5EF4-FFF2-40B4-BE49-F238E27FC236}">
                <a16:creationId xmlns:a16="http://schemas.microsoft.com/office/drawing/2014/main" id="{AC1394E5-D7EA-1F81-F243-173C2946003E}"/>
              </a:ext>
            </a:extLst>
          </p:cNvPr>
          <p:cNvGrpSpPr/>
          <p:nvPr/>
        </p:nvGrpSpPr>
        <p:grpSpPr>
          <a:xfrm>
            <a:off x="8808522" y="4416261"/>
            <a:ext cx="721206" cy="609701"/>
            <a:chOff x="8808522" y="4416261"/>
            <a:chExt cx="721206" cy="609701"/>
          </a:xfrm>
        </p:grpSpPr>
        <p:sp>
          <p:nvSpPr>
            <p:cNvPr id="1038" name="Rectangle 1037">
              <a:hlinkHover r:id="" action="ppaction://noaction" highlightClick="1"/>
              <a:extLst>
                <a:ext uri="{FF2B5EF4-FFF2-40B4-BE49-F238E27FC236}">
                  <a16:creationId xmlns:a16="http://schemas.microsoft.com/office/drawing/2014/main" id="{F1C6919E-F05E-100E-B39B-5A2D5DF10A4A}"/>
                </a:ext>
              </a:extLst>
            </p:cNvPr>
            <p:cNvSpPr/>
            <p:nvPr/>
          </p:nvSpPr>
          <p:spPr>
            <a:xfrm>
              <a:off x="8808522"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1039" name="Oval 1038">
              <a:extLst>
                <a:ext uri="{FF2B5EF4-FFF2-40B4-BE49-F238E27FC236}">
                  <a16:creationId xmlns:a16="http://schemas.microsoft.com/office/drawing/2014/main" id="{85282570-4E5A-BD57-FC5A-E58596CBEC20}"/>
                </a:ext>
              </a:extLst>
            </p:cNvPr>
            <p:cNvSpPr/>
            <p:nvPr/>
          </p:nvSpPr>
          <p:spPr>
            <a:xfrm>
              <a:off x="9387061"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0" name="Isosceles Triangle 648">
              <a:extLst>
                <a:ext uri="{FF2B5EF4-FFF2-40B4-BE49-F238E27FC236}">
                  <a16:creationId xmlns:a16="http://schemas.microsoft.com/office/drawing/2014/main" id="{204B9202-B693-33AB-D631-6B9BD85A00AA}"/>
                </a:ext>
              </a:extLst>
            </p:cNvPr>
            <p:cNvSpPr/>
            <p:nvPr/>
          </p:nvSpPr>
          <p:spPr>
            <a:xfrm>
              <a:off x="9417185"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41" name="Group 1040">
            <a:extLst>
              <a:ext uri="{FF2B5EF4-FFF2-40B4-BE49-F238E27FC236}">
                <a16:creationId xmlns:a16="http://schemas.microsoft.com/office/drawing/2014/main" id="{F2451D7D-7F66-F461-C2E5-3E0F67E4E8D1}"/>
              </a:ext>
            </a:extLst>
          </p:cNvPr>
          <p:cNvGrpSpPr/>
          <p:nvPr/>
        </p:nvGrpSpPr>
        <p:grpSpPr>
          <a:xfrm>
            <a:off x="10509575" y="5141013"/>
            <a:ext cx="721206" cy="609701"/>
            <a:chOff x="10509575" y="5141013"/>
            <a:chExt cx="721206" cy="609701"/>
          </a:xfrm>
        </p:grpSpPr>
        <p:sp>
          <p:nvSpPr>
            <p:cNvPr id="1042" name="Rectangle 1041">
              <a:hlinkHover r:id="" action="ppaction://noaction" highlightClick="1"/>
              <a:extLst>
                <a:ext uri="{FF2B5EF4-FFF2-40B4-BE49-F238E27FC236}">
                  <a16:creationId xmlns:a16="http://schemas.microsoft.com/office/drawing/2014/main" id="{1E800EE6-08D4-BE4B-7E90-CDA31FAF03E5}"/>
                </a:ext>
              </a:extLst>
            </p:cNvPr>
            <p:cNvSpPr/>
            <p:nvPr/>
          </p:nvSpPr>
          <p:spPr>
            <a:xfrm>
              <a:off x="10509575"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1043" name="Oval 1042">
              <a:extLst>
                <a:ext uri="{FF2B5EF4-FFF2-40B4-BE49-F238E27FC236}">
                  <a16:creationId xmlns:a16="http://schemas.microsoft.com/office/drawing/2014/main" id="{FD4D7592-5771-4849-BE7E-CD693B01D689}"/>
                </a:ext>
              </a:extLst>
            </p:cNvPr>
            <p:cNvSpPr/>
            <p:nvPr/>
          </p:nvSpPr>
          <p:spPr>
            <a:xfrm>
              <a:off x="11088114" y="514877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4" name="Isosceles Triangle 648">
              <a:extLst>
                <a:ext uri="{FF2B5EF4-FFF2-40B4-BE49-F238E27FC236}">
                  <a16:creationId xmlns:a16="http://schemas.microsoft.com/office/drawing/2014/main" id="{CC3FE50A-68AF-EB05-6DF1-62419EB90E9B}"/>
                </a:ext>
              </a:extLst>
            </p:cNvPr>
            <p:cNvSpPr/>
            <p:nvPr/>
          </p:nvSpPr>
          <p:spPr>
            <a:xfrm>
              <a:off x="11118238" y="51622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45" name="Group 1044">
            <a:extLst>
              <a:ext uri="{FF2B5EF4-FFF2-40B4-BE49-F238E27FC236}">
                <a16:creationId xmlns:a16="http://schemas.microsoft.com/office/drawing/2014/main" id="{6BFD8477-3B61-4315-02DE-879B7664A717}"/>
              </a:ext>
            </a:extLst>
          </p:cNvPr>
          <p:cNvGrpSpPr/>
          <p:nvPr/>
        </p:nvGrpSpPr>
        <p:grpSpPr>
          <a:xfrm>
            <a:off x="9651074" y="5143363"/>
            <a:ext cx="721206" cy="609701"/>
            <a:chOff x="9651074" y="5143363"/>
            <a:chExt cx="721206" cy="609701"/>
          </a:xfrm>
        </p:grpSpPr>
        <p:sp>
          <p:nvSpPr>
            <p:cNvPr id="1046" name="Rectangle 1045">
              <a:hlinkHover r:id="" action="ppaction://noaction" highlightClick="1"/>
              <a:extLst>
                <a:ext uri="{FF2B5EF4-FFF2-40B4-BE49-F238E27FC236}">
                  <a16:creationId xmlns:a16="http://schemas.microsoft.com/office/drawing/2014/main" id="{3AD0EA25-DF0B-1789-7408-53ED99FB4241}"/>
                </a:ext>
              </a:extLst>
            </p:cNvPr>
            <p:cNvSpPr/>
            <p:nvPr/>
          </p:nvSpPr>
          <p:spPr>
            <a:xfrm>
              <a:off x="9651074" y="514336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1047" name="Oval 1046">
              <a:extLst>
                <a:ext uri="{FF2B5EF4-FFF2-40B4-BE49-F238E27FC236}">
                  <a16:creationId xmlns:a16="http://schemas.microsoft.com/office/drawing/2014/main" id="{A9D734A4-D8AD-BEC6-3D2C-EBF94E417764}"/>
                </a:ext>
              </a:extLst>
            </p:cNvPr>
            <p:cNvSpPr/>
            <p:nvPr/>
          </p:nvSpPr>
          <p:spPr>
            <a:xfrm>
              <a:off x="10228298" y="515358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8" name="Isosceles Triangle 648">
              <a:extLst>
                <a:ext uri="{FF2B5EF4-FFF2-40B4-BE49-F238E27FC236}">
                  <a16:creationId xmlns:a16="http://schemas.microsoft.com/office/drawing/2014/main" id="{9BF9D9B7-F251-5113-2EBF-CBEA2A72913F}"/>
                </a:ext>
              </a:extLst>
            </p:cNvPr>
            <p:cNvSpPr/>
            <p:nvPr/>
          </p:nvSpPr>
          <p:spPr>
            <a:xfrm>
              <a:off x="10258423" y="516709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49" name="Group 1048">
            <a:extLst>
              <a:ext uri="{FF2B5EF4-FFF2-40B4-BE49-F238E27FC236}">
                <a16:creationId xmlns:a16="http://schemas.microsoft.com/office/drawing/2014/main" id="{89A9CB4A-58DA-A76A-3DD1-EE123329999B}"/>
              </a:ext>
            </a:extLst>
          </p:cNvPr>
          <p:cNvGrpSpPr/>
          <p:nvPr/>
        </p:nvGrpSpPr>
        <p:grpSpPr>
          <a:xfrm>
            <a:off x="9657610" y="3698227"/>
            <a:ext cx="721206" cy="609701"/>
            <a:chOff x="9657610" y="3698227"/>
            <a:chExt cx="721206" cy="609701"/>
          </a:xfrm>
        </p:grpSpPr>
        <p:sp>
          <p:nvSpPr>
            <p:cNvPr id="1050" name="Rectangle 1049">
              <a:hlinkHover r:id="" action="ppaction://noaction" highlightClick="1"/>
              <a:extLst>
                <a:ext uri="{FF2B5EF4-FFF2-40B4-BE49-F238E27FC236}">
                  <a16:creationId xmlns:a16="http://schemas.microsoft.com/office/drawing/2014/main" id="{50A2B992-1294-0B48-4619-B7E40C73F09A}"/>
                </a:ext>
              </a:extLst>
            </p:cNvPr>
            <p:cNvSpPr/>
            <p:nvPr/>
          </p:nvSpPr>
          <p:spPr>
            <a:xfrm>
              <a:off x="965761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1051" name="Oval 1050">
              <a:extLst>
                <a:ext uri="{FF2B5EF4-FFF2-40B4-BE49-F238E27FC236}">
                  <a16:creationId xmlns:a16="http://schemas.microsoft.com/office/drawing/2014/main" id="{01113C5F-D52A-CCFC-68AD-1A7B8D548FD4}"/>
                </a:ext>
              </a:extLst>
            </p:cNvPr>
            <p:cNvSpPr/>
            <p:nvPr/>
          </p:nvSpPr>
          <p:spPr>
            <a:xfrm>
              <a:off x="10233763"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2" name="Isosceles Triangle 648">
              <a:extLst>
                <a:ext uri="{FF2B5EF4-FFF2-40B4-BE49-F238E27FC236}">
                  <a16:creationId xmlns:a16="http://schemas.microsoft.com/office/drawing/2014/main" id="{465C0126-4891-E978-5623-FB57EEC83867}"/>
                </a:ext>
              </a:extLst>
            </p:cNvPr>
            <p:cNvSpPr/>
            <p:nvPr/>
          </p:nvSpPr>
          <p:spPr>
            <a:xfrm>
              <a:off x="1026388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53" name="Group 1052">
            <a:extLst>
              <a:ext uri="{FF2B5EF4-FFF2-40B4-BE49-F238E27FC236}">
                <a16:creationId xmlns:a16="http://schemas.microsoft.com/office/drawing/2014/main" id="{07E70BE0-1BB0-71A5-431D-F02B2FDFA0D3}"/>
              </a:ext>
            </a:extLst>
          </p:cNvPr>
          <p:cNvGrpSpPr/>
          <p:nvPr/>
        </p:nvGrpSpPr>
        <p:grpSpPr>
          <a:xfrm>
            <a:off x="10506924" y="3698227"/>
            <a:ext cx="721206" cy="609701"/>
            <a:chOff x="10506924" y="3698227"/>
            <a:chExt cx="721206" cy="609701"/>
          </a:xfrm>
        </p:grpSpPr>
        <p:sp>
          <p:nvSpPr>
            <p:cNvPr id="1054" name="Rectangle 1053">
              <a:hlinkHover r:id="" action="ppaction://noaction" highlightClick="1"/>
              <a:extLst>
                <a:ext uri="{FF2B5EF4-FFF2-40B4-BE49-F238E27FC236}">
                  <a16:creationId xmlns:a16="http://schemas.microsoft.com/office/drawing/2014/main" id="{B1F9C8F3-C9A6-CB15-CB81-C720D262639B}"/>
                </a:ext>
              </a:extLst>
            </p:cNvPr>
            <p:cNvSpPr/>
            <p:nvPr/>
          </p:nvSpPr>
          <p:spPr>
            <a:xfrm>
              <a:off x="10506924"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1055" name="Oval 1054">
              <a:extLst>
                <a:ext uri="{FF2B5EF4-FFF2-40B4-BE49-F238E27FC236}">
                  <a16:creationId xmlns:a16="http://schemas.microsoft.com/office/drawing/2014/main" id="{91968BDE-458B-2850-B9CF-C7F9F5C637CD}"/>
                </a:ext>
              </a:extLst>
            </p:cNvPr>
            <p:cNvSpPr/>
            <p:nvPr/>
          </p:nvSpPr>
          <p:spPr>
            <a:xfrm>
              <a:off x="11085463" y="370598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6" name="Isosceles Triangle 648">
              <a:extLst>
                <a:ext uri="{FF2B5EF4-FFF2-40B4-BE49-F238E27FC236}">
                  <a16:creationId xmlns:a16="http://schemas.microsoft.com/office/drawing/2014/main" id="{ABFC8641-F798-78AD-91A1-FF323399968A}"/>
                </a:ext>
              </a:extLst>
            </p:cNvPr>
            <p:cNvSpPr/>
            <p:nvPr/>
          </p:nvSpPr>
          <p:spPr>
            <a:xfrm>
              <a:off x="11115587" y="371949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57" name="Group 1056">
            <a:extLst>
              <a:ext uri="{FF2B5EF4-FFF2-40B4-BE49-F238E27FC236}">
                <a16:creationId xmlns:a16="http://schemas.microsoft.com/office/drawing/2014/main" id="{76B3417D-95CC-C336-4CD6-35254694F9E4}"/>
              </a:ext>
            </a:extLst>
          </p:cNvPr>
          <p:cNvGrpSpPr/>
          <p:nvPr/>
        </p:nvGrpSpPr>
        <p:grpSpPr>
          <a:xfrm>
            <a:off x="8808415" y="5135706"/>
            <a:ext cx="721206" cy="609701"/>
            <a:chOff x="8808415" y="5135706"/>
            <a:chExt cx="721206" cy="609701"/>
          </a:xfrm>
        </p:grpSpPr>
        <p:sp>
          <p:nvSpPr>
            <p:cNvPr id="1058" name="Rectangle 1057">
              <a:hlinkHover r:id="" action="ppaction://noaction" highlightClick="1"/>
              <a:extLst>
                <a:ext uri="{FF2B5EF4-FFF2-40B4-BE49-F238E27FC236}">
                  <a16:creationId xmlns:a16="http://schemas.microsoft.com/office/drawing/2014/main" id="{A8D35A21-F28A-0B4E-4BD7-F2D5BF72C0E5}"/>
                </a:ext>
              </a:extLst>
            </p:cNvPr>
            <p:cNvSpPr/>
            <p:nvPr/>
          </p:nvSpPr>
          <p:spPr>
            <a:xfrm>
              <a:off x="8808415" y="513570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1059" name="Oval 1058">
              <a:extLst>
                <a:ext uri="{FF2B5EF4-FFF2-40B4-BE49-F238E27FC236}">
                  <a16:creationId xmlns:a16="http://schemas.microsoft.com/office/drawing/2014/main" id="{F948BAAB-510A-5BC3-4781-9A4028F4C521}"/>
                </a:ext>
              </a:extLst>
            </p:cNvPr>
            <p:cNvSpPr/>
            <p:nvPr/>
          </p:nvSpPr>
          <p:spPr>
            <a:xfrm>
              <a:off x="9384290" y="514604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0" name="Isosceles Triangle 648">
              <a:extLst>
                <a:ext uri="{FF2B5EF4-FFF2-40B4-BE49-F238E27FC236}">
                  <a16:creationId xmlns:a16="http://schemas.microsoft.com/office/drawing/2014/main" id="{22CAC1F9-A7CF-BED9-9166-6BE2FD06DC04}"/>
                </a:ext>
              </a:extLst>
            </p:cNvPr>
            <p:cNvSpPr/>
            <p:nvPr/>
          </p:nvSpPr>
          <p:spPr>
            <a:xfrm>
              <a:off x="9414415" y="515956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77" name="Group 1076">
            <a:extLst>
              <a:ext uri="{FF2B5EF4-FFF2-40B4-BE49-F238E27FC236}">
                <a16:creationId xmlns:a16="http://schemas.microsoft.com/office/drawing/2014/main" id="{57765042-26CA-B39D-A4FA-98367DB19E13}"/>
              </a:ext>
            </a:extLst>
          </p:cNvPr>
          <p:cNvGrpSpPr/>
          <p:nvPr/>
        </p:nvGrpSpPr>
        <p:grpSpPr>
          <a:xfrm>
            <a:off x="11356238" y="811556"/>
            <a:ext cx="721206" cy="609701"/>
            <a:chOff x="11356238" y="811556"/>
            <a:chExt cx="721206" cy="609701"/>
          </a:xfrm>
        </p:grpSpPr>
        <p:sp>
          <p:nvSpPr>
            <p:cNvPr id="1078" name="Rectangle 1077">
              <a:hlinkHover r:id="" action="ppaction://noaction" highlightClick="1"/>
              <a:extLst>
                <a:ext uri="{FF2B5EF4-FFF2-40B4-BE49-F238E27FC236}">
                  <a16:creationId xmlns:a16="http://schemas.microsoft.com/office/drawing/2014/main" id="{74F6C0CA-C1ED-BEDA-1380-E439CADC1C83}"/>
                </a:ext>
              </a:extLst>
            </p:cNvPr>
            <p:cNvSpPr/>
            <p:nvPr/>
          </p:nvSpPr>
          <p:spPr>
            <a:xfrm>
              <a:off x="11356238" y="81155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1079" name="Oval 1078">
              <a:extLst>
                <a:ext uri="{FF2B5EF4-FFF2-40B4-BE49-F238E27FC236}">
                  <a16:creationId xmlns:a16="http://schemas.microsoft.com/office/drawing/2014/main" id="{299EF1D0-BA4D-9125-1DB7-B594F87D6D0A}"/>
                </a:ext>
              </a:extLst>
            </p:cNvPr>
            <p:cNvSpPr/>
            <p:nvPr/>
          </p:nvSpPr>
          <p:spPr>
            <a:xfrm>
              <a:off x="11934777" y="81931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0" name="Isosceles Triangle 648">
              <a:extLst>
                <a:ext uri="{FF2B5EF4-FFF2-40B4-BE49-F238E27FC236}">
                  <a16:creationId xmlns:a16="http://schemas.microsoft.com/office/drawing/2014/main" id="{3CD83672-E23A-6509-B700-35255AE4C542}"/>
                </a:ext>
              </a:extLst>
            </p:cNvPr>
            <p:cNvSpPr/>
            <p:nvPr/>
          </p:nvSpPr>
          <p:spPr>
            <a:xfrm>
              <a:off x="11964901" y="8328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81" name="Group 1080">
            <a:extLst>
              <a:ext uri="{FF2B5EF4-FFF2-40B4-BE49-F238E27FC236}">
                <a16:creationId xmlns:a16="http://schemas.microsoft.com/office/drawing/2014/main" id="{3DB94CD9-5962-C35E-4FC8-24DC0700BBCA}"/>
              </a:ext>
            </a:extLst>
          </p:cNvPr>
          <p:cNvGrpSpPr/>
          <p:nvPr/>
        </p:nvGrpSpPr>
        <p:grpSpPr>
          <a:xfrm>
            <a:off x="8808415" y="3705984"/>
            <a:ext cx="721206" cy="609701"/>
            <a:chOff x="8808415" y="3705984"/>
            <a:chExt cx="721206" cy="609701"/>
          </a:xfrm>
        </p:grpSpPr>
        <p:sp>
          <p:nvSpPr>
            <p:cNvPr id="1082" name="Rectangle 1081">
              <a:hlinkHover r:id="" action="ppaction://noaction" highlightClick="1"/>
              <a:extLst>
                <a:ext uri="{FF2B5EF4-FFF2-40B4-BE49-F238E27FC236}">
                  <a16:creationId xmlns:a16="http://schemas.microsoft.com/office/drawing/2014/main" id="{05945B10-4361-3892-67EE-7705F1FF80AC}"/>
                </a:ext>
              </a:extLst>
            </p:cNvPr>
            <p:cNvSpPr/>
            <p:nvPr/>
          </p:nvSpPr>
          <p:spPr>
            <a:xfrm>
              <a:off x="8808415" y="370598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1083" name="Oval 1082">
              <a:extLst>
                <a:ext uri="{FF2B5EF4-FFF2-40B4-BE49-F238E27FC236}">
                  <a16:creationId xmlns:a16="http://schemas.microsoft.com/office/drawing/2014/main" id="{789135D1-F373-1AC2-726E-A7630032C469}"/>
                </a:ext>
              </a:extLst>
            </p:cNvPr>
            <p:cNvSpPr/>
            <p:nvPr/>
          </p:nvSpPr>
          <p:spPr>
            <a:xfrm>
              <a:off x="9388378" y="371510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4" name="Isosceles Triangle 648">
              <a:extLst>
                <a:ext uri="{FF2B5EF4-FFF2-40B4-BE49-F238E27FC236}">
                  <a16:creationId xmlns:a16="http://schemas.microsoft.com/office/drawing/2014/main" id="{E294E20D-4A82-A176-731B-F142BBCE8BFE}"/>
                </a:ext>
              </a:extLst>
            </p:cNvPr>
            <p:cNvSpPr/>
            <p:nvPr/>
          </p:nvSpPr>
          <p:spPr>
            <a:xfrm>
              <a:off x="9418503" y="372861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85" name="Group 1084">
            <a:extLst>
              <a:ext uri="{FF2B5EF4-FFF2-40B4-BE49-F238E27FC236}">
                <a16:creationId xmlns:a16="http://schemas.microsoft.com/office/drawing/2014/main" id="{3F5CAB14-5EA0-9E62-6894-3C4FC23B4E6A}"/>
              </a:ext>
            </a:extLst>
          </p:cNvPr>
          <p:cNvGrpSpPr/>
          <p:nvPr/>
        </p:nvGrpSpPr>
        <p:grpSpPr>
          <a:xfrm>
            <a:off x="4615770" y="3698227"/>
            <a:ext cx="721206" cy="609701"/>
            <a:chOff x="4615770" y="3698227"/>
            <a:chExt cx="721206" cy="609701"/>
          </a:xfrm>
        </p:grpSpPr>
        <p:sp>
          <p:nvSpPr>
            <p:cNvPr id="1086" name="Rectangle 1085">
              <a:hlinkHover r:id="" action="ppaction://noaction" highlightClick="1"/>
              <a:extLst>
                <a:ext uri="{FF2B5EF4-FFF2-40B4-BE49-F238E27FC236}">
                  <a16:creationId xmlns:a16="http://schemas.microsoft.com/office/drawing/2014/main" id="{1EEBFFED-5C72-6DAE-8677-3280117EDB18}"/>
                </a:ext>
              </a:extLst>
            </p:cNvPr>
            <p:cNvSpPr/>
            <p:nvPr/>
          </p:nvSpPr>
          <p:spPr>
            <a:xfrm>
              <a:off x="461577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AD External Identities</a:t>
              </a:r>
            </a:p>
          </p:txBody>
        </p:sp>
        <p:sp>
          <p:nvSpPr>
            <p:cNvPr id="1087" name="Oval 1086">
              <a:extLst>
                <a:ext uri="{FF2B5EF4-FFF2-40B4-BE49-F238E27FC236}">
                  <a16:creationId xmlns:a16="http://schemas.microsoft.com/office/drawing/2014/main" id="{1C79854E-EB36-49E3-4358-563FAF7B78AE}"/>
                </a:ext>
              </a:extLst>
            </p:cNvPr>
            <p:cNvSpPr/>
            <p:nvPr/>
          </p:nvSpPr>
          <p:spPr>
            <a:xfrm>
              <a:off x="5190368"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8" name="Isosceles Triangle 648">
              <a:extLst>
                <a:ext uri="{FF2B5EF4-FFF2-40B4-BE49-F238E27FC236}">
                  <a16:creationId xmlns:a16="http://schemas.microsoft.com/office/drawing/2014/main" id="{0F48D322-8144-2A72-C23D-53C4562BEBDC}"/>
                </a:ext>
              </a:extLst>
            </p:cNvPr>
            <p:cNvSpPr/>
            <p:nvPr/>
          </p:nvSpPr>
          <p:spPr>
            <a:xfrm>
              <a:off x="5220493"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89" name="Group 1088">
            <a:extLst>
              <a:ext uri="{FF2B5EF4-FFF2-40B4-BE49-F238E27FC236}">
                <a16:creationId xmlns:a16="http://schemas.microsoft.com/office/drawing/2014/main" id="{F3696C13-667D-0D85-92CE-41CFF0902B42}"/>
              </a:ext>
            </a:extLst>
          </p:cNvPr>
          <p:cNvGrpSpPr/>
          <p:nvPr/>
        </p:nvGrpSpPr>
        <p:grpSpPr>
          <a:xfrm>
            <a:off x="6286128" y="4419620"/>
            <a:ext cx="721206" cy="609701"/>
            <a:chOff x="6286128" y="4419620"/>
            <a:chExt cx="721206" cy="609701"/>
          </a:xfrm>
        </p:grpSpPr>
        <p:sp>
          <p:nvSpPr>
            <p:cNvPr id="1090" name="Rectangle 1089">
              <a:hlinkHover r:id="" action="ppaction://noaction" highlightClick="1"/>
              <a:extLst>
                <a:ext uri="{FF2B5EF4-FFF2-40B4-BE49-F238E27FC236}">
                  <a16:creationId xmlns:a16="http://schemas.microsoft.com/office/drawing/2014/main" id="{F9E7A97D-2B35-B68F-0136-EEF3C578A0B2}"/>
                </a:ext>
              </a:extLst>
            </p:cNvPr>
            <p:cNvSpPr/>
            <p:nvPr/>
          </p:nvSpPr>
          <p:spPr>
            <a:xfrm>
              <a:off x="6286128"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1091" name="Oval 1090">
              <a:extLst>
                <a:ext uri="{FF2B5EF4-FFF2-40B4-BE49-F238E27FC236}">
                  <a16:creationId xmlns:a16="http://schemas.microsoft.com/office/drawing/2014/main" id="{DE55B793-5B65-9547-8CB0-2E860BC78865}"/>
                </a:ext>
              </a:extLst>
            </p:cNvPr>
            <p:cNvSpPr/>
            <p:nvPr/>
          </p:nvSpPr>
          <p:spPr>
            <a:xfrm>
              <a:off x="6863906" y="442984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2" name="Isosceles Triangle 648">
              <a:extLst>
                <a:ext uri="{FF2B5EF4-FFF2-40B4-BE49-F238E27FC236}">
                  <a16:creationId xmlns:a16="http://schemas.microsoft.com/office/drawing/2014/main" id="{13D6BA64-488F-C83C-5DD0-604DD875E4AD}"/>
                </a:ext>
              </a:extLst>
            </p:cNvPr>
            <p:cNvSpPr/>
            <p:nvPr/>
          </p:nvSpPr>
          <p:spPr>
            <a:xfrm>
              <a:off x="6894030" y="444335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93" name="Group 1092">
            <a:extLst>
              <a:ext uri="{FF2B5EF4-FFF2-40B4-BE49-F238E27FC236}">
                <a16:creationId xmlns:a16="http://schemas.microsoft.com/office/drawing/2014/main" id="{6221E5EA-D7E2-3E19-5742-967636E9E3AB}"/>
              </a:ext>
            </a:extLst>
          </p:cNvPr>
          <p:cNvGrpSpPr/>
          <p:nvPr/>
        </p:nvGrpSpPr>
        <p:grpSpPr>
          <a:xfrm>
            <a:off x="5458938" y="5135301"/>
            <a:ext cx="721206" cy="609701"/>
            <a:chOff x="5458938" y="5135301"/>
            <a:chExt cx="721206" cy="609701"/>
          </a:xfrm>
        </p:grpSpPr>
        <p:sp>
          <p:nvSpPr>
            <p:cNvPr id="1094" name="Rectangle 1093">
              <a:hlinkHover r:id="" action="ppaction://noaction" highlightClick="1"/>
              <a:extLst>
                <a:ext uri="{FF2B5EF4-FFF2-40B4-BE49-F238E27FC236}">
                  <a16:creationId xmlns:a16="http://schemas.microsoft.com/office/drawing/2014/main" id="{D0C64229-C4ED-C5D7-D798-D08192D012F0}"/>
                </a:ext>
              </a:extLst>
            </p:cNvPr>
            <p:cNvSpPr/>
            <p:nvPr/>
          </p:nvSpPr>
          <p:spPr>
            <a:xfrm>
              <a:off x="5458938" y="513530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1095" name="Oval 1094">
              <a:extLst>
                <a:ext uri="{FF2B5EF4-FFF2-40B4-BE49-F238E27FC236}">
                  <a16:creationId xmlns:a16="http://schemas.microsoft.com/office/drawing/2014/main" id="{0718DFBB-55F4-92B2-EA7A-F4F6F3D3FD4C}"/>
                </a:ext>
              </a:extLst>
            </p:cNvPr>
            <p:cNvSpPr/>
            <p:nvPr/>
          </p:nvSpPr>
          <p:spPr>
            <a:xfrm>
              <a:off x="6035889" y="514552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6" name="Isosceles Triangle 648">
              <a:extLst>
                <a:ext uri="{FF2B5EF4-FFF2-40B4-BE49-F238E27FC236}">
                  <a16:creationId xmlns:a16="http://schemas.microsoft.com/office/drawing/2014/main" id="{34A8A6CE-CE16-F6FD-F18E-2284C5BCBEA1}"/>
                </a:ext>
              </a:extLst>
            </p:cNvPr>
            <p:cNvSpPr/>
            <p:nvPr/>
          </p:nvSpPr>
          <p:spPr>
            <a:xfrm>
              <a:off x="6066013" y="515903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97" name="Group 1096">
            <a:extLst>
              <a:ext uri="{FF2B5EF4-FFF2-40B4-BE49-F238E27FC236}">
                <a16:creationId xmlns:a16="http://schemas.microsoft.com/office/drawing/2014/main" id="{7940C54A-DB56-5F0F-D666-BA9378B4E737}"/>
              </a:ext>
            </a:extLst>
          </p:cNvPr>
          <p:cNvGrpSpPr/>
          <p:nvPr/>
        </p:nvGrpSpPr>
        <p:grpSpPr>
          <a:xfrm>
            <a:off x="6289144" y="5141013"/>
            <a:ext cx="721206" cy="609701"/>
            <a:chOff x="6289144" y="5141013"/>
            <a:chExt cx="721206" cy="609701"/>
          </a:xfrm>
        </p:grpSpPr>
        <p:sp>
          <p:nvSpPr>
            <p:cNvPr id="1098" name="Rectangle 1097">
              <a:hlinkHover r:id="" action="ppaction://noaction" highlightClick="1"/>
              <a:extLst>
                <a:ext uri="{FF2B5EF4-FFF2-40B4-BE49-F238E27FC236}">
                  <a16:creationId xmlns:a16="http://schemas.microsoft.com/office/drawing/2014/main" id="{DE4F2113-0388-D8F7-AA09-8DE4CAB6DBCF}"/>
                </a:ext>
              </a:extLst>
            </p:cNvPr>
            <p:cNvSpPr/>
            <p:nvPr/>
          </p:nvSpPr>
          <p:spPr>
            <a:xfrm>
              <a:off x="6289144"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1099" name="Oval 1098">
              <a:extLst>
                <a:ext uri="{FF2B5EF4-FFF2-40B4-BE49-F238E27FC236}">
                  <a16:creationId xmlns:a16="http://schemas.microsoft.com/office/drawing/2014/main" id="{310443FB-4541-C987-7B33-297E4FB59EB6}"/>
                </a:ext>
              </a:extLst>
            </p:cNvPr>
            <p:cNvSpPr/>
            <p:nvPr/>
          </p:nvSpPr>
          <p:spPr>
            <a:xfrm>
              <a:off x="6867993" y="5151355"/>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0" name="Isosceles Triangle 648">
              <a:extLst>
                <a:ext uri="{FF2B5EF4-FFF2-40B4-BE49-F238E27FC236}">
                  <a16:creationId xmlns:a16="http://schemas.microsoft.com/office/drawing/2014/main" id="{43CB19AB-108F-15B7-16C2-0D1C2F2EB047}"/>
                </a:ext>
              </a:extLst>
            </p:cNvPr>
            <p:cNvSpPr/>
            <p:nvPr/>
          </p:nvSpPr>
          <p:spPr>
            <a:xfrm>
              <a:off x="6898117" y="516486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01" name="Group 1100">
            <a:extLst>
              <a:ext uri="{FF2B5EF4-FFF2-40B4-BE49-F238E27FC236}">
                <a16:creationId xmlns:a16="http://schemas.microsoft.com/office/drawing/2014/main" id="{E4311483-D792-3892-4C5B-06F18BD9F5CB}"/>
              </a:ext>
            </a:extLst>
          </p:cNvPr>
          <p:cNvGrpSpPr/>
          <p:nvPr/>
        </p:nvGrpSpPr>
        <p:grpSpPr>
          <a:xfrm>
            <a:off x="7122909" y="4419620"/>
            <a:ext cx="721206" cy="609701"/>
            <a:chOff x="7122909" y="4419620"/>
            <a:chExt cx="721206" cy="609701"/>
          </a:xfrm>
        </p:grpSpPr>
        <p:sp>
          <p:nvSpPr>
            <p:cNvPr id="1102" name="Rectangle 1101">
              <a:hlinkHover r:id="" action="ppaction://noaction" highlightClick="1"/>
              <a:extLst>
                <a:ext uri="{FF2B5EF4-FFF2-40B4-BE49-F238E27FC236}">
                  <a16:creationId xmlns:a16="http://schemas.microsoft.com/office/drawing/2014/main" id="{B5BF73F4-8453-52F9-1795-E37EABC6C6D7}"/>
                </a:ext>
              </a:extLst>
            </p:cNvPr>
            <p:cNvSpPr/>
            <p:nvPr/>
          </p:nvSpPr>
          <p:spPr>
            <a:xfrm>
              <a:off x="712290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1103" name="Oval 1102">
              <a:extLst>
                <a:ext uri="{FF2B5EF4-FFF2-40B4-BE49-F238E27FC236}">
                  <a16:creationId xmlns:a16="http://schemas.microsoft.com/office/drawing/2014/main" id="{D9BD14B8-9720-8E9A-7983-0A579CD99EDA}"/>
                </a:ext>
              </a:extLst>
            </p:cNvPr>
            <p:cNvSpPr/>
            <p:nvPr/>
          </p:nvSpPr>
          <p:spPr>
            <a:xfrm>
              <a:off x="7700861"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4" name="Isosceles Triangle 648">
              <a:extLst>
                <a:ext uri="{FF2B5EF4-FFF2-40B4-BE49-F238E27FC236}">
                  <a16:creationId xmlns:a16="http://schemas.microsoft.com/office/drawing/2014/main" id="{BC3BB8D0-6E7B-8F2D-F4CA-4AAA2486A426}"/>
                </a:ext>
              </a:extLst>
            </p:cNvPr>
            <p:cNvSpPr/>
            <p:nvPr/>
          </p:nvSpPr>
          <p:spPr>
            <a:xfrm>
              <a:off x="7730986"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09" name="Group 1108">
            <a:extLst>
              <a:ext uri="{FF2B5EF4-FFF2-40B4-BE49-F238E27FC236}">
                <a16:creationId xmlns:a16="http://schemas.microsoft.com/office/drawing/2014/main" id="{FB231F00-0D34-3E4D-B82C-3306057EBAE9}"/>
              </a:ext>
            </a:extLst>
          </p:cNvPr>
          <p:cNvGrpSpPr/>
          <p:nvPr/>
        </p:nvGrpSpPr>
        <p:grpSpPr>
          <a:xfrm>
            <a:off x="5454383" y="4419620"/>
            <a:ext cx="721206" cy="609701"/>
            <a:chOff x="5454383" y="4419620"/>
            <a:chExt cx="721206" cy="609701"/>
          </a:xfrm>
        </p:grpSpPr>
        <p:sp>
          <p:nvSpPr>
            <p:cNvPr id="1110" name="Rectangle 1109">
              <a:hlinkHover r:id="" action="ppaction://noaction" highlightClick="1"/>
              <a:extLst>
                <a:ext uri="{FF2B5EF4-FFF2-40B4-BE49-F238E27FC236}">
                  <a16:creationId xmlns:a16="http://schemas.microsoft.com/office/drawing/2014/main" id="{E6164630-DDDD-2EDE-760B-4103DB442379}"/>
                </a:ext>
              </a:extLst>
            </p:cNvPr>
            <p:cNvSpPr/>
            <p:nvPr/>
          </p:nvSpPr>
          <p:spPr>
            <a:xfrm>
              <a:off x="5454383"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1111" name="Oval 1110">
              <a:extLst>
                <a:ext uri="{FF2B5EF4-FFF2-40B4-BE49-F238E27FC236}">
                  <a16:creationId xmlns:a16="http://schemas.microsoft.com/office/drawing/2014/main" id="{E41657C9-5A9A-9A60-2030-1CCC070413E2}"/>
                </a:ext>
              </a:extLst>
            </p:cNvPr>
            <p:cNvSpPr/>
            <p:nvPr/>
          </p:nvSpPr>
          <p:spPr>
            <a:xfrm>
              <a:off x="6031334"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2" name="Isosceles Triangle 648">
              <a:extLst>
                <a:ext uri="{FF2B5EF4-FFF2-40B4-BE49-F238E27FC236}">
                  <a16:creationId xmlns:a16="http://schemas.microsoft.com/office/drawing/2014/main" id="{D1824E15-154E-2653-0CB2-9BCE6F1EFE18}"/>
                </a:ext>
              </a:extLst>
            </p:cNvPr>
            <p:cNvSpPr/>
            <p:nvPr/>
          </p:nvSpPr>
          <p:spPr>
            <a:xfrm>
              <a:off x="6061458"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13" name="Group 1112">
            <a:extLst>
              <a:ext uri="{FF2B5EF4-FFF2-40B4-BE49-F238E27FC236}">
                <a16:creationId xmlns:a16="http://schemas.microsoft.com/office/drawing/2014/main" id="{C457E358-2D5E-E282-A55E-1F7E61CB02A1}"/>
              </a:ext>
            </a:extLst>
          </p:cNvPr>
          <p:cNvGrpSpPr/>
          <p:nvPr/>
        </p:nvGrpSpPr>
        <p:grpSpPr>
          <a:xfrm>
            <a:off x="7125831" y="5143364"/>
            <a:ext cx="721206" cy="609701"/>
            <a:chOff x="7125831" y="5143364"/>
            <a:chExt cx="721206" cy="609701"/>
          </a:xfrm>
        </p:grpSpPr>
        <p:sp>
          <p:nvSpPr>
            <p:cNvPr id="1114" name="Rectangle 1113">
              <a:hlinkHover r:id="" action="ppaction://noaction" highlightClick="1"/>
              <a:extLst>
                <a:ext uri="{FF2B5EF4-FFF2-40B4-BE49-F238E27FC236}">
                  <a16:creationId xmlns:a16="http://schemas.microsoft.com/office/drawing/2014/main" id="{E90135CE-7E0A-102C-03CA-2DEC9431D09E}"/>
                </a:ext>
              </a:extLst>
            </p:cNvPr>
            <p:cNvSpPr/>
            <p:nvPr/>
          </p:nvSpPr>
          <p:spPr>
            <a:xfrm>
              <a:off x="7125831" y="514336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1115" name="Oval 1114">
              <a:extLst>
                <a:ext uri="{FF2B5EF4-FFF2-40B4-BE49-F238E27FC236}">
                  <a16:creationId xmlns:a16="http://schemas.microsoft.com/office/drawing/2014/main" id="{534D46FE-3E4E-0FA8-9B80-616627F21007}"/>
                </a:ext>
              </a:extLst>
            </p:cNvPr>
            <p:cNvSpPr/>
            <p:nvPr/>
          </p:nvSpPr>
          <p:spPr>
            <a:xfrm>
              <a:off x="7704680" y="515358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6" name="Isosceles Triangle 648">
              <a:extLst>
                <a:ext uri="{FF2B5EF4-FFF2-40B4-BE49-F238E27FC236}">
                  <a16:creationId xmlns:a16="http://schemas.microsoft.com/office/drawing/2014/main" id="{31BF03F8-12F7-D501-455A-BFF32EE8B878}"/>
                </a:ext>
              </a:extLst>
            </p:cNvPr>
            <p:cNvSpPr/>
            <p:nvPr/>
          </p:nvSpPr>
          <p:spPr>
            <a:xfrm>
              <a:off x="7734804" y="516709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17" name="Group 1116">
            <a:extLst>
              <a:ext uri="{FF2B5EF4-FFF2-40B4-BE49-F238E27FC236}">
                <a16:creationId xmlns:a16="http://schemas.microsoft.com/office/drawing/2014/main" id="{1DFA1458-96FF-5B81-9107-E5F5E9F6E051}"/>
              </a:ext>
            </a:extLst>
          </p:cNvPr>
          <p:cNvGrpSpPr/>
          <p:nvPr/>
        </p:nvGrpSpPr>
        <p:grpSpPr>
          <a:xfrm>
            <a:off x="7122909" y="3698227"/>
            <a:ext cx="721206" cy="609701"/>
            <a:chOff x="7122909" y="3698227"/>
            <a:chExt cx="721206" cy="609701"/>
          </a:xfrm>
        </p:grpSpPr>
        <p:sp>
          <p:nvSpPr>
            <p:cNvPr id="1118" name="Rectangle 1117">
              <a:hlinkHover r:id="" action="ppaction://noaction" highlightClick="1"/>
              <a:extLst>
                <a:ext uri="{FF2B5EF4-FFF2-40B4-BE49-F238E27FC236}">
                  <a16:creationId xmlns:a16="http://schemas.microsoft.com/office/drawing/2014/main" id="{08105B1C-8795-FD00-7CAE-FA4F23F3FABD}"/>
                </a:ext>
              </a:extLst>
            </p:cNvPr>
            <p:cNvSpPr/>
            <p:nvPr/>
          </p:nvSpPr>
          <p:spPr>
            <a:xfrm>
              <a:off x="7122909"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1119" name="Oval 1118">
              <a:extLst>
                <a:ext uri="{FF2B5EF4-FFF2-40B4-BE49-F238E27FC236}">
                  <a16:creationId xmlns:a16="http://schemas.microsoft.com/office/drawing/2014/main" id="{C52B5C9C-793C-D93D-9C48-BB3CF564118F}"/>
                </a:ext>
              </a:extLst>
            </p:cNvPr>
            <p:cNvSpPr/>
            <p:nvPr/>
          </p:nvSpPr>
          <p:spPr>
            <a:xfrm>
              <a:off x="7700861"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0" name="Isosceles Triangle 648">
              <a:extLst>
                <a:ext uri="{FF2B5EF4-FFF2-40B4-BE49-F238E27FC236}">
                  <a16:creationId xmlns:a16="http://schemas.microsoft.com/office/drawing/2014/main" id="{C879B4B1-AD33-8F47-3D34-30BA53B5BA6D}"/>
                </a:ext>
              </a:extLst>
            </p:cNvPr>
            <p:cNvSpPr/>
            <p:nvPr/>
          </p:nvSpPr>
          <p:spPr>
            <a:xfrm>
              <a:off x="7730986"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21" name="Group 1120">
            <a:extLst>
              <a:ext uri="{FF2B5EF4-FFF2-40B4-BE49-F238E27FC236}">
                <a16:creationId xmlns:a16="http://schemas.microsoft.com/office/drawing/2014/main" id="{9E51D35F-E81D-7808-062A-E579CED58780}"/>
              </a:ext>
            </a:extLst>
          </p:cNvPr>
          <p:cNvGrpSpPr/>
          <p:nvPr/>
        </p:nvGrpSpPr>
        <p:grpSpPr>
          <a:xfrm>
            <a:off x="6286222" y="3698227"/>
            <a:ext cx="721206" cy="609701"/>
            <a:chOff x="6286222" y="3698227"/>
            <a:chExt cx="721206" cy="609701"/>
          </a:xfrm>
        </p:grpSpPr>
        <p:sp>
          <p:nvSpPr>
            <p:cNvPr id="1122" name="Rectangle 1121">
              <a:hlinkHover r:id="" action="ppaction://noaction" highlightClick="1"/>
              <a:extLst>
                <a:ext uri="{FF2B5EF4-FFF2-40B4-BE49-F238E27FC236}">
                  <a16:creationId xmlns:a16="http://schemas.microsoft.com/office/drawing/2014/main" id="{0CDA3524-0576-3283-149E-A5DD546BD179}"/>
                </a:ext>
              </a:extLst>
            </p:cNvPr>
            <p:cNvSpPr/>
            <p:nvPr/>
          </p:nvSpPr>
          <p:spPr>
            <a:xfrm>
              <a:off x="6286222"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1123" name="Oval 1122">
              <a:extLst>
                <a:ext uri="{FF2B5EF4-FFF2-40B4-BE49-F238E27FC236}">
                  <a16:creationId xmlns:a16="http://schemas.microsoft.com/office/drawing/2014/main" id="{7DCA6AEF-0FF0-95FB-88B0-FE621A3896EE}"/>
                </a:ext>
              </a:extLst>
            </p:cNvPr>
            <p:cNvSpPr/>
            <p:nvPr/>
          </p:nvSpPr>
          <p:spPr>
            <a:xfrm>
              <a:off x="6864724"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4" name="Isosceles Triangle 648">
              <a:extLst>
                <a:ext uri="{FF2B5EF4-FFF2-40B4-BE49-F238E27FC236}">
                  <a16:creationId xmlns:a16="http://schemas.microsoft.com/office/drawing/2014/main" id="{024A2CA4-A90B-E9B1-BFDB-1D8AECE6BAF8}"/>
                </a:ext>
              </a:extLst>
            </p:cNvPr>
            <p:cNvSpPr/>
            <p:nvPr/>
          </p:nvSpPr>
          <p:spPr>
            <a:xfrm>
              <a:off x="689484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D5ED411A-39CA-50D8-77FF-11FC61C4790E}"/>
              </a:ext>
            </a:extLst>
          </p:cNvPr>
          <p:cNvGrpSpPr/>
          <p:nvPr/>
        </p:nvGrpSpPr>
        <p:grpSpPr>
          <a:xfrm>
            <a:off x="3779087" y="3698226"/>
            <a:ext cx="721206" cy="609701"/>
            <a:chOff x="3779087" y="3698226"/>
            <a:chExt cx="721206" cy="609701"/>
          </a:xfrm>
        </p:grpSpPr>
        <p:sp>
          <p:nvSpPr>
            <p:cNvPr id="12" name="Rectangle 11">
              <a:extLst>
                <a:ext uri="{FF2B5EF4-FFF2-40B4-BE49-F238E27FC236}">
                  <a16:creationId xmlns:a16="http://schemas.microsoft.com/office/drawing/2014/main" id="{49A23604-A292-C6F8-537A-17E56FD92F74}"/>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4" name="Right Triangle 13">
              <a:extLst>
                <a:ext uri="{FF2B5EF4-FFF2-40B4-BE49-F238E27FC236}">
                  <a16:creationId xmlns:a16="http://schemas.microsoft.com/office/drawing/2014/main" id="{1774215B-53AF-6222-C64A-D06912B42442}"/>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 name="Group 16">
              <a:extLst>
                <a:ext uri="{FF2B5EF4-FFF2-40B4-BE49-F238E27FC236}">
                  <a16:creationId xmlns:a16="http://schemas.microsoft.com/office/drawing/2014/main" id="{C724EFC1-5B83-0250-C10C-D0339BBFD9FF}"/>
                </a:ext>
              </a:extLst>
            </p:cNvPr>
            <p:cNvGrpSpPr/>
            <p:nvPr/>
          </p:nvGrpSpPr>
          <p:grpSpPr>
            <a:xfrm>
              <a:off x="4448513" y="3706747"/>
              <a:ext cx="37817" cy="61390"/>
              <a:chOff x="3883481" y="2057400"/>
              <a:chExt cx="1608363" cy="2652031"/>
            </a:xfrm>
            <a:solidFill>
              <a:srgbClr val="A6A6A6">
                <a:alpha val="20000"/>
              </a:srgbClr>
            </a:solidFill>
          </p:grpSpPr>
          <p:sp>
            <p:nvSpPr>
              <p:cNvPr id="18" name="Oval 27">
                <a:extLst>
                  <a:ext uri="{FF2B5EF4-FFF2-40B4-BE49-F238E27FC236}">
                    <a16:creationId xmlns:a16="http://schemas.microsoft.com/office/drawing/2014/main" id="{FBF8D4A3-50E1-5898-3987-949DA664076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5" name="Oval 28">
                <a:extLst>
                  <a:ext uri="{FF2B5EF4-FFF2-40B4-BE49-F238E27FC236}">
                    <a16:creationId xmlns:a16="http://schemas.microsoft.com/office/drawing/2014/main" id="{2D980C71-58A5-D2CD-766E-6B3E2F85112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6" name="Group 25">
            <a:extLst>
              <a:ext uri="{FF2B5EF4-FFF2-40B4-BE49-F238E27FC236}">
                <a16:creationId xmlns:a16="http://schemas.microsoft.com/office/drawing/2014/main" id="{1031A741-C13D-6764-CECB-C9834E59A027}"/>
              </a:ext>
            </a:extLst>
          </p:cNvPr>
          <p:cNvGrpSpPr/>
          <p:nvPr/>
        </p:nvGrpSpPr>
        <p:grpSpPr>
          <a:xfrm>
            <a:off x="5190400" y="3708592"/>
            <a:ext cx="134789" cy="94799"/>
            <a:chOff x="5190400" y="3708592"/>
            <a:chExt cx="134789" cy="94799"/>
          </a:xfrm>
        </p:grpSpPr>
        <p:sp>
          <p:nvSpPr>
            <p:cNvPr id="28" name="Oval 27">
              <a:extLst>
                <a:ext uri="{FF2B5EF4-FFF2-40B4-BE49-F238E27FC236}">
                  <a16:creationId xmlns:a16="http://schemas.microsoft.com/office/drawing/2014/main" id="{7FCE53EC-75A8-E39D-7D0F-5F24550D9287}"/>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 name="Isosceles Triangle 648">
              <a:extLst>
                <a:ext uri="{FF2B5EF4-FFF2-40B4-BE49-F238E27FC236}">
                  <a16:creationId xmlns:a16="http://schemas.microsoft.com/office/drawing/2014/main" id="{846F7A67-45B2-6EC8-F798-AB404041BC13}"/>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4" name="Group 33">
            <a:extLst>
              <a:ext uri="{FF2B5EF4-FFF2-40B4-BE49-F238E27FC236}">
                <a16:creationId xmlns:a16="http://schemas.microsoft.com/office/drawing/2014/main" id="{BC4D04C7-7347-A704-11C3-ABAAB31E5F8A}"/>
              </a:ext>
            </a:extLst>
          </p:cNvPr>
          <p:cNvGrpSpPr/>
          <p:nvPr/>
        </p:nvGrpSpPr>
        <p:grpSpPr>
          <a:xfrm>
            <a:off x="2099604" y="5136552"/>
            <a:ext cx="721206" cy="609701"/>
            <a:chOff x="2099604" y="5136552"/>
            <a:chExt cx="721206" cy="609701"/>
          </a:xfrm>
        </p:grpSpPr>
        <p:sp>
          <p:nvSpPr>
            <p:cNvPr id="37" name="Rectangle 36">
              <a:extLst>
                <a:ext uri="{FF2B5EF4-FFF2-40B4-BE49-F238E27FC236}">
                  <a16:creationId xmlns:a16="http://schemas.microsoft.com/office/drawing/2014/main" id="{10716590-9F60-DA22-05BE-E9E8C303F089}"/>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38" name="Right Triangle 37">
              <a:extLst>
                <a:ext uri="{FF2B5EF4-FFF2-40B4-BE49-F238E27FC236}">
                  <a16:creationId xmlns:a16="http://schemas.microsoft.com/office/drawing/2014/main" id="{0499BCC5-D5E6-363D-96D3-9C6758C681AF}"/>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1" name="Group 40">
              <a:extLst>
                <a:ext uri="{FF2B5EF4-FFF2-40B4-BE49-F238E27FC236}">
                  <a16:creationId xmlns:a16="http://schemas.microsoft.com/office/drawing/2014/main" id="{09BDD69C-3306-659A-D591-1D4A1D9B250C}"/>
                </a:ext>
              </a:extLst>
            </p:cNvPr>
            <p:cNvGrpSpPr/>
            <p:nvPr/>
          </p:nvGrpSpPr>
          <p:grpSpPr>
            <a:xfrm>
              <a:off x="2765661" y="5151382"/>
              <a:ext cx="37817" cy="61390"/>
              <a:chOff x="3883481" y="2057400"/>
              <a:chExt cx="1608363" cy="2652031"/>
            </a:xfrm>
            <a:solidFill>
              <a:srgbClr val="A6A6A6">
                <a:alpha val="20000"/>
              </a:srgbClr>
            </a:solidFill>
          </p:grpSpPr>
          <p:sp>
            <p:nvSpPr>
              <p:cNvPr id="42" name="Oval 27">
                <a:extLst>
                  <a:ext uri="{FF2B5EF4-FFF2-40B4-BE49-F238E27FC236}">
                    <a16:creationId xmlns:a16="http://schemas.microsoft.com/office/drawing/2014/main" id="{0B1830D1-CE3B-AB70-4EB3-5E80DA8CB2B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 name="Oval 28">
                <a:extLst>
                  <a:ext uri="{FF2B5EF4-FFF2-40B4-BE49-F238E27FC236}">
                    <a16:creationId xmlns:a16="http://schemas.microsoft.com/office/drawing/2014/main" id="{2322109D-0E2E-0431-27AE-2D7CA19C29E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4" name="Group 43">
            <a:extLst>
              <a:ext uri="{FF2B5EF4-FFF2-40B4-BE49-F238E27FC236}">
                <a16:creationId xmlns:a16="http://schemas.microsoft.com/office/drawing/2014/main" id="{18CA8855-B710-8252-8CCD-822F258FDF39}"/>
              </a:ext>
            </a:extLst>
          </p:cNvPr>
          <p:cNvGrpSpPr/>
          <p:nvPr/>
        </p:nvGrpSpPr>
        <p:grpSpPr>
          <a:xfrm>
            <a:off x="2100392" y="4419620"/>
            <a:ext cx="721206" cy="609701"/>
            <a:chOff x="2100392" y="4419620"/>
            <a:chExt cx="721206" cy="609701"/>
          </a:xfrm>
        </p:grpSpPr>
        <p:sp>
          <p:nvSpPr>
            <p:cNvPr id="45" name="Rectangle 44">
              <a:extLst>
                <a:ext uri="{FF2B5EF4-FFF2-40B4-BE49-F238E27FC236}">
                  <a16:creationId xmlns:a16="http://schemas.microsoft.com/office/drawing/2014/main" id="{9D8FD8DA-A848-587D-7330-572A24438173}"/>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46" name="Right Triangle 45">
              <a:extLst>
                <a:ext uri="{FF2B5EF4-FFF2-40B4-BE49-F238E27FC236}">
                  <a16:creationId xmlns:a16="http://schemas.microsoft.com/office/drawing/2014/main" id="{83F69AD0-9284-0061-D88C-D9FB5155A4D2}"/>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8" name="Group 57">
              <a:extLst>
                <a:ext uri="{FF2B5EF4-FFF2-40B4-BE49-F238E27FC236}">
                  <a16:creationId xmlns:a16="http://schemas.microsoft.com/office/drawing/2014/main" id="{D29C9C8F-809C-6842-B106-614490F678E7}"/>
                </a:ext>
              </a:extLst>
            </p:cNvPr>
            <p:cNvGrpSpPr/>
            <p:nvPr/>
          </p:nvGrpSpPr>
          <p:grpSpPr>
            <a:xfrm>
              <a:off x="2769856" y="4434450"/>
              <a:ext cx="37817" cy="61390"/>
              <a:chOff x="3883481" y="2057400"/>
              <a:chExt cx="1608363" cy="2652031"/>
            </a:xfrm>
            <a:solidFill>
              <a:srgbClr val="A6A6A6">
                <a:alpha val="20000"/>
              </a:srgbClr>
            </a:solidFill>
          </p:grpSpPr>
          <p:sp>
            <p:nvSpPr>
              <p:cNvPr id="75" name="Oval 27">
                <a:extLst>
                  <a:ext uri="{FF2B5EF4-FFF2-40B4-BE49-F238E27FC236}">
                    <a16:creationId xmlns:a16="http://schemas.microsoft.com/office/drawing/2014/main" id="{6BD43507-F720-CEFA-F838-A343A349FF7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 name="Oval 28">
                <a:extLst>
                  <a:ext uri="{FF2B5EF4-FFF2-40B4-BE49-F238E27FC236}">
                    <a16:creationId xmlns:a16="http://schemas.microsoft.com/office/drawing/2014/main" id="{4C2CAFBA-3798-B5CF-A261-473E5F00353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 name="Group 76">
            <a:extLst>
              <a:ext uri="{FF2B5EF4-FFF2-40B4-BE49-F238E27FC236}">
                <a16:creationId xmlns:a16="http://schemas.microsoft.com/office/drawing/2014/main" id="{09305F43-6CC2-14DA-C129-9B1B05B6ACE0}"/>
              </a:ext>
            </a:extLst>
          </p:cNvPr>
          <p:cNvGrpSpPr/>
          <p:nvPr/>
        </p:nvGrpSpPr>
        <p:grpSpPr>
          <a:xfrm>
            <a:off x="10520475" y="90836"/>
            <a:ext cx="721206" cy="609701"/>
            <a:chOff x="10520475" y="90836"/>
            <a:chExt cx="721206" cy="609701"/>
          </a:xfrm>
        </p:grpSpPr>
        <p:sp>
          <p:nvSpPr>
            <p:cNvPr id="78" name="Rectangle 77">
              <a:hlinkHover r:id="" action="ppaction://noaction" highlightClick="1"/>
              <a:extLst>
                <a:ext uri="{FF2B5EF4-FFF2-40B4-BE49-F238E27FC236}">
                  <a16:creationId xmlns:a16="http://schemas.microsoft.com/office/drawing/2014/main" id="{5DCC65F3-F8F5-25C8-6D51-984DA63DC94F}"/>
                </a:ext>
              </a:extLst>
            </p:cNvPr>
            <p:cNvSpPr/>
            <p:nvPr/>
          </p:nvSpPr>
          <p:spPr>
            <a:xfrm>
              <a:off x="10520475"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79" name="Oval 78">
              <a:extLst>
                <a:ext uri="{FF2B5EF4-FFF2-40B4-BE49-F238E27FC236}">
                  <a16:creationId xmlns:a16="http://schemas.microsoft.com/office/drawing/2014/main" id="{72AD6F01-9009-1B14-CA42-A9AC6D18E76C}"/>
                </a:ext>
              </a:extLst>
            </p:cNvPr>
            <p:cNvSpPr/>
            <p:nvPr/>
          </p:nvSpPr>
          <p:spPr>
            <a:xfrm>
              <a:off x="11099014"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 name="Isosceles Triangle 648">
              <a:extLst>
                <a:ext uri="{FF2B5EF4-FFF2-40B4-BE49-F238E27FC236}">
                  <a16:creationId xmlns:a16="http://schemas.microsoft.com/office/drawing/2014/main" id="{9A3AA249-761F-7476-F083-DEBB07951314}"/>
                </a:ext>
              </a:extLst>
            </p:cNvPr>
            <p:cNvSpPr/>
            <p:nvPr/>
          </p:nvSpPr>
          <p:spPr>
            <a:xfrm>
              <a:off x="11129138"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5" name="Group 84">
            <a:extLst>
              <a:ext uri="{FF2B5EF4-FFF2-40B4-BE49-F238E27FC236}">
                <a16:creationId xmlns:a16="http://schemas.microsoft.com/office/drawing/2014/main" id="{610F78DB-5452-11BC-9826-52920E2953B1}"/>
              </a:ext>
            </a:extLst>
          </p:cNvPr>
          <p:cNvGrpSpPr/>
          <p:nvPr/>
        </p:nvGrpSpPr>
        <p:grpSpPr>
          <a:xfrm>
            <a:off x="8807242" y="1532276"/>
            <a:ext cx="721206" cy="609701"/>
            <a:chOff x="8807242" y="1532276"/>
            <a:chExt cx="721206" cy="609701"/>
          </a:xfrm>
        </p:grpSpPr>
        <p:sp>
          <p:nvSpPr>
            <p:cNvPr id="86" name="Rectangle 85">
              <a:hlinkHover r:id="" action="ppaction://noaction" highlightClick="1"/>
              <a:extLst>
                <a:ext uri="{FF2B5EF4-FFF2-40B4-BE49-F238E27FC236}">
                  <a16:creationId xmlns:a16="http://schemas.microsoft.com/office/drawing/2014/main" id="{A6032822-41AF-F22C-82B5-234C62FA7A9F}"/>
                </a:ext>
              </a:extLst>
            </p:cNvPr>
            <p:cNvSpPr/>
            <p:nvPr/>
          </p:nvSpPr>
          <p:spPr>
            <a:xfrm>
              <a:off x="8807242"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87" name="Oval 86">
              <a:extLst>
                <a:ext uri="{FF2B5EF4-FFF2-40B4-BE49-F238E27FC236}">
                  <a16:creationId xmlns:a16="http://schemas.microsoft.com/office/drawing/2014/main" id="{62BC2E07-51E9-9F3E-124E-7841718669C0}"/>
                </a:ext>
              </a:extLst>
            </p:cNvPr>
            <p:cNvSpPr/>
            <p:nvPr/>
          </p:nvSpPr>
          <p:spPr>
            <a:xfrm>
              <a:off x="9387205" y="154139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 name="Isosceles Triangle 648">
              <a:extLst>
                <a:ext uri="{FF2B5EF4-FFF2-40B4-BE49-F238E27FC236}">
                  <a16:creationId xmlns:a16="http://schemas.microsoft.com/office/drawing/2014/main" id="{A67B09F1-8E1D-984C-A141-67A5C12BA492}"/>
                </a:ext>
              </a:extLst>
            </p:cNvPr>
            <p:cNvSpPr/>
            <p:nvPr/>
          </p:nvSpPr>
          <p:spPr>
            <a:xfrm>
              <a:off x="9417330" y="155491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0" name="Group 89">
            <a:extLst>
              <a:ext uri="{FF2B5EF4-FFF2-40B4-BE49-F238E27FC236}">
                <a16:creationId xmlns:a16="http://schemas.microsoft.com/office/drawing/2014/main" id="{52D08149-C0F3-1BA7-52FA-AB7AD3075234}"/>
              </a:ext>
            </a:extLst>
          </p:cNvPr>
          <p:cNvGrpSpPr/>
          <p:nvPr/>
        </p:nvGrpSpPr>
        <p:grpSpPr>
          <a:xfrm>
            <a:off x="11356238" y="1532276"/>
            <a:ext cx="721206" cy="609701"/>
            <a:chOff x="11356238" y="1532276"/>
            <a:chExt cx="721206" cy="609701"/>
          </a:xfrm>
        </p:grpSpPr>
        <p:sp>
          <p:nvSpPr>
            <p:cNvPr id="91" name="Rectangle 90">
              <a:hlinkHover r:id="" action="ppaction://noaction" highlightClick="1"/>
              <a:extLst>
                <a:ext uri="{FF2B5EF4-FFF2-40B4-BE49-F238E27FC236}">
                  <a16:creationId xmlns:a16="http://schemas.microsoft.com/office/drawing/2014/main" id="{850C220B-47BD-9B90-8ABD-00EB89B5598E}"/>
                </a:ext>
              </a:extLst>
            </p:cNvPr>
            <p:cNvSpPr/>
            <p:nvPr/>
          </p:nvSpPr>
          <p:spPr>
            <a:xfrm>
              <a:off x="11356238"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92" name="Oval 91">
              <a:extLst>
                <a:ext uri="{FF2B5EF4-FFF2-40B4-BE49-F238E27FC236}">
                  <a16:creationId xmlns:a16="http://schemas.microsoft.com/office/drawing/2014/main" id="{B403EDE1-448C-2D88-B3CB-BA3A65531754}"/>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 name="Isosceles Triangle 648">
              <a:extLst>
                <a:ext uri="{FF2B5EF4-FFF2-40B4-BE49-F238E27FC236}">
                  <a16:creationId xmlns:a16="http://schemas.microsoft.com/office/drawing/2014/main" id="{4D4A70E6-8CB0-1E1B-8914-04500016A950}"/>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8" name="Group 97">
            <a:extLst>
              <a:ext uri="{FF2B5EF4-FFF2-40B4-BE49-F238E27FC236}">
                <a16:creationId xmlns:a16="http://schemas.microsoft.com/office/drawing/2014/main" id="{B5245EF7-79D8-FB3E-16D2-79B2F5333E0C}"/>
              </a:ext>
            </a:extLst>
          </p:cNvPr>
          <p:cNvGrpSpPr/>
          <p:nvPr/>
        </p:nvGrpSpPr>
        <p:grpSpPr>
          <a:xfrm>
            <a:off x="7957576" y="811556"/>
            <a:ext cx="721206" cy="609701"/>
            <a:chOff x="7957576" y="811556"/>
            <a:chExt cx="721206" cy="609701"/>
          </a:xfrm>
        </p:grpSpPr>
        <p:sp>
          <p:nvSpPr>
            <p:cNvPr id="99" name="Rectangle 98">
              <a:extLst>
                <a:ext uri="{FF2B5EF4-FFF2-40B4-BE49-F238E27FC236}">
                  <a16:creationId xmlns:a16="http://schemas.microsoft.com/office/drawing/2014/main" id="{AF856D50-C72E-7CF5-3A5B-73EE702F4C27}"/>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100" name="Rectangle 99">
              <a:extLst>
                <a:ext uri="{FF2B5EF4-FFF2-40B4-BE49-F238E27FC236}">
                  <a16:creationId xmlns:a16="http://schemas.microsoft.com/office/drawing/2014/main" id="{B51F6BE8-1812-195F-97A4-73DFA3B2D97B}"/>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 name="Oval 15">
              <a:extLst>
                <a:ext uri="{FF2B5EF4-FFF2-40B4-BE49-F238E27FC236}">
                  <a16:creationId xmlns:a16="http://schemas.microsoft.com/office/drawing/2014/main" id="{F51F24DC-812B-CEF4-2621-602F374FBCAA}"/>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8" name="Straight Connector 107">
              <a:extLst>
                <a:ext uri="{FF2B5EF4-FFF2-40B4-BE49-F238E27FC236}">
                  <a16:creationId xmlns:a16="http://schemas.microsoft.com/office/drawing/2014/main" id="{95204CBE-C445-A30E-F5A2-0A5A5C2FA7A8}"/>
                </a:ext>
              </a:extLst>
            </p:cNvPr>
            <p:cNvCxnSpPr>
              <a:cxnSpLocks/>
              <a:stCxn id="101"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9" name="Straight Connector 108">
              <a:extLst>
                <a:ext uri="{FF2B5EF4-FFF2-40B4-BE49-F238E27FC236}">
                  <a16:creationId xmlns:a16="http://schemas.microsoft.com/office/drawing/2014/main" id="{EA9FFFCA-8092-81DA-5FB1-64FC999E910E}"/>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0" name="Group 119">
            <a:extLst>
              <a:ext uri="{FF2B5EF4-FFF2-40B4-BE49-F238E27FC236}">
                <a16:creationId xmlns:a16="http://schemas.microsoft.com/office/drawing/2014/main" id="{57DAD8A4-E976-560A-1CE8-DCB75AF7962D}"/>
              </a:ext>
            </a:extLst>
          </p:cNvPr>
          <p:cNvGrpSpPr/>
          <p:nvPr/>
        </p:nvGrpSpPr>
        <p:grpSpPr>
          <a:xfrm>
            <a:off x="2942399" y="3698227"/>
            <a:ext cx="721206" cy="609701"/>
            <a:chOff x="2942399" y="3698227"/>
            <a:chExt cx="721206" cy="609701"/>
          </a:xfrm>
        </p:grpSpPr>
        <p:sp>
          <p:nvSpPr>
            <p:cNvPr id="121" name="Rectangle 120">
              <a:extLst>
                <a:ext uri="{FF2B5EF4-FFF2-40B4-BE49-F238E27FC236}">
                  <a16:creationId xmlns:a16="http://schemas.microsoft.com/office/drawing/2014/main" id="{F7606E35-4D8E-640C-DDC2-667BECB2D2DE}"/>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122" name="Right Triangle 121">
              <a:extLst>
                <a:ext uri="{FF2B5EF4-FFF2-40B4-BE49-F238E27FC236}">
                  <a16:creationId xmlns:a16="http://schemas.microsoft.com/office/drawing/2014/main" id="{B0212AF7-174E-58C0-C320-1A5DDDC64E9B}"/>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3" name="Group 122">
              <a:extLst>
                <a:ext uri="{FF2B5EF4-FFF2-40B4-BE49-F238E27FC236}">
                  <a16:creationId xmlns:a16="http://schemas.microsoft.com/office/drawing/2014/main" id="{F660D470-6697-CF5E-DA61-52084313C9D4}"/>
                </a:ext>
              </a:extLst>
            </p:cNvPr>
            <p:cNvGrpSpPr/>
            <p:nvPr/>
          </p:nvGrpSpPr>
          <p:grpSpPr>
            <a:xfrm>
              <a:off x="3607767" y="3713057"/>
              <a:ext cx="37817" cy="61390"/>
              <a:chOff x="3883481" y="2057400"/>
              <a:chExt cx="1608363" cy="2652031"/>
            </a:xfrm>
            <a:solidFill>
              <a:srgbClr val="A6A6A6">
                <a:alpha val="20000"/>
              </a:srgbClr>
            </a:solidFill>
          </p:grpSpPr>
          <p:sp>
            <p:nvSpPr>
              <p:cNvPr id="124" name="Oval 27">
                <a:extLst>
                  <a:ext uri="{FF2B5EF4-FFF2-40B4-BE49-F238E27FC236}">
                    <a16:creationId xmlns:a16="http://schemas.microsoft.com/office/drawing/2014/main" id="{3394ACEF-0030-A4F2-931C-65E753F41FE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5" name="Oval 28">
                <a:extLst>
                  <a:ext uri="{FF2B5EF4-FFF2-40B4-BE49-F238E27FC236}">
                    <a16:creationId xmlns:a16="http://schemas.microsoft.com/office/drawing/2014/main" id="{5CA56094-ED32-AB6E-2A29-86A9B3345F4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1" name="Group 130">
            <a:extLst>
              <a:ext uri="{FF2B5EF4-FFF2-40B4-BE49-F238E27FC236}">
                <a16:creationId xmlns:a16="http://schemas.microsoft.com/office/drawing/2014/main" id="{EB292BAC-7E2D-9ADB-8530-770DB30A24CA}"/>
              </a:ext>
            </a:extLst>
          </p:cNvPr>
          <p:cNvGrpSpPr/>
          <p:nvPr/>
        </p:nvGrpSpPr>
        <p:grpSpPr>
          <a:xfrm>
            <a:off x="3776512" y="2950606"/>
            <a:ext cx="724130" cy="609701"/>
            <a:chOff x="3776512" y="2974053"/>
            <a:chExt cx="724130" cy="609701"/>
          </a:xfrm>
        </p:grpSpPr>
        <p:sp>
          <p:nvSpPr>
            <p:cNvPr id="132" name="Rectangle 131">
              <a:extLst>
                <a:ext uri="{FF2B5EF4-FFF2-40B4-BE49-F238E27FC236}">
                  <a16:creationId xmlns:a16="http://schemas.microsoft.com/office/drawing/2014/main" id="{BA87485B-7E58-26C7-CB5F-8C92C32D3333}"/>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133" name="Right Triangle 132">
              <a:extLst>
                <a:ext uri="{FF2B5EF4-FFF2-40B4-BE49-F238E27FC236}">
                  <a16:creationId xmlns:a16="http://schemas.microsoft.com/office/drawing/2014/main" id="{C8A7CC15-0BB1-540C-2262-C5D843A20A7F}"/>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4" name="Group 133">
              <a:extLst>
                <a:ext uri="{FF2B5EF4-FFF2-40B4-BE49-F238E27FC236}">
                  <a16:creationId xmlns:a16="http://schemas.microsoft.com/office/drawing/2014/main" id="{B40088C3-5D97-9D64-6741-30DD7EE47569}"/>
                </a:ext>
              </a:extLst>
            </p:cNvPr>
            <p:cNvGrpSpPr/>
            <p:nvPr/>
          </p:nvGrpSpPr>
          <p:grpSpPr>
            <a:xfrm>
              <a:off x="4450061" y="2982574"/>
              <a:ext cx="37817" cy="61390"/>
              <a:chOff x="3883481" y="2057400"/>
              <a:chExt cx="1608363" cy="2652031"/>
            </a:xfrm>
            <a:solidFill>
              <a:srgbClr val="A6A6A6">
                <a:alpha val="20000"/>
              </a:srgbClr>
            </a:solidFill>
          </p:grpSpPr>
          <p:sp>
            <p:nvSpPr>
              <p:cNvPr id="135" name="Oval 27">
                <a:extLst>
                  <a:ext uri="{FF2B5EF4-FFF2-40B4-BE49-F238E27FC236}">
                    <a16:creationId xmlns:a16="http://schemas.microsoft.com/office/drawing/2014/main" id="{879CEEB6-B62F-330C-8E85-85F4692BBD7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 name="Oval 28">
                <a:extLst>
                  <a:ext uri="{FF2B5EF4-FFF2-40B4-BE49-F238E27FC236}">
                    <a16:creationId xmlns:a16="http://schemas.microsoft.com/office/drawing/2014/main" id="{CE889993-D689-AB54-EA22-9A78DAA113A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7" name="Group 26">
            <a:extLst>
              <a:ext uri="{FF2B5EF4-FFF2-40B4-BE49-F238E27FC236}">
                <a16:creationId xmlns:a16="http://schemas.microsoft.com/office/drawing/2014/main" id="{00F9F311-F69A-C920-07AE-34FD4DF71E26}"/>
              </a:ext>
            </a:extLst>
          </p:cNvPr>
          <p:cNvGrpSpPr/>
          <p:nvPr/>
        </p:nvGrpSpPr>
        <p:grpSpPr>
          <a:xfrm>
            <a:off x="7905566" y="751337"/>
            <a:ext cx="3396155" cy="4999377"/>
            <a:chOff x="7905566" y="751337"/>
            <a:chExt cx="3396155" cy="4999377"/>
          </a:xfrm>
        </p:grpSpPr>
        <p:cxnSp>
          <p:nvCxnSpPr>
            <p:cNvPr id="137" name="Straight Connector 136">
              <a:extLst>
                <a:ext uri="{FF2B5EF4-FFF2-40B4-BE49-F238E27FC236}">
                  <a16:creationId xmlns:a16="http://schemas.microsoft.com/office/drawing/2014/main" id="{6FB0E580-3B3E-67A5-1C9C-485F103BB09A}"/>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95EA5268-C6FF-3FF5-A8A7-5E211FD60F6B}"/>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E29EE372-2126-514A-5AC7-7DB8815B1210}"/>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D6CF99F5-06F3-56E2-6D2C-9E8F087613A1}"/>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E7B976B7-2C3B-BC95-87C1-766873F51B8A}"/>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50D13AA0-0236-3E9B-F81F-A480F010EBDF}"/>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727E3951-8F66-2BE8-0DFD-49506A770ABB}"/>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44" name="Straight Connector 143">
            <a:extLst>
              <a:ext uri="{FF2B5EF4-FFF2-40B4-BE49-F238E27FC236}">
                <a16:creationId xmlns:a16="http://schemas.microsoft.com/office/drawing/2014/main" id="{5DABAC0B-88E0-E485-3F01-6CA7A3229F6C}"/>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86EB95CD-9A42-9E8A-C5DE-99171D4EB680}"/>
              </a:ext>
            </a:extLst>
          </p:cNvPr>
          <p:cNvGrpSpPr/>
          <p:nvPr/>
        </p:nvGrpSpPr>
        <p:grpSpPr>
          <a:xfrm>
            <a:off x="4605607" y="811556"/>
            <a:ext cx="722054" cy="609701"/>
            <a:chOff x="4605607" y="811556"/>
            <a:chExt cx="722054" cy="609701"/>
          </a:xfrm>
        </p:grpSpPr>
        <p:sp>
          <p:nvSpPr>
            <p:cNvPr id="146" name="Rectangle 145">
              <a:extLst>
                <a:ext uri="{FF2B5EF4-FFF2-40B4-BE49-F238E27FC236}">
                  <a16:creationId xmlns:a16="http://schemas.microsoft.com/office/drawing/2014/main" id="{86B98A56-3807-C66A-16C9-DAFE96F18976}"/>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7" name="Rectangle 146">
              <a:extLst>
                <a:ext uri="{FF2B5EF4-FFF2-40B4-BE49-F238E27FC236}">
                  <a16:creationId xmlns:a16="http://schemas.microsoft.com/office/drawing/2014/main" id="{533B21D2-26B4-B5B0-1F1A-FFA914C2F4FE}"/>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8" name="Oval 15">
              <a:extLst>
                <a:ext uri="{FF2B5EF4-FFF2-40B4-BE49-F238E27FC236}">
                  <a16:creationId xmlns:a16="http://schemas.microsoft.com/office/drawing/2014/main" id="{3A57101D-FA3A-934F-5EDC-D7C5990610D1}"/>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9" name="Straight Connector 148">
              <a:extLst>
                <a:ext uri="{FF2B5EF4-FFF2-40B4-BE49-F238E27FC236}">
                  <a16:creationId xmlns:a16="http://schemas.microsoft.com/office/drawing/2014/main" id="{6480F60F-6BAA-1B15-0231-33A9C6915F0E}"/>
                </a:ext>
              </a:extLst>
            </p:cNvPr>
            <p:cNvCxnSpPr>
              <a:cxnSpLocks/>
              <a:stCxn id="148"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0" name="Straight Connector 149">
              <a:extLst>
                <a:ext uri="{FF2B5EF4-FFF2-40B4-BE49-F238E27FC236}">
                  <a16:creationId xmlns:a16="http://schemas.microsoft.com/office/drawing/2014/main" id="{B1CA4247-83D8-F3F7-B0D0-D1E1A922BED8}"/>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1" name="Group 150">
            <a:extLst>
              <a:ext uri="{FF2B5EF4-FFF2-40B4-BE49-F238E27FC236}">
                <a16:creationId xmlns:a16="http://schemas.microsoft.com/office/drawing/2014/main" id="{BB28A5AF-46FF-3903-B800-FA55F4E9A694}"/>
              </a:ext>
            </a:extLst>
          </p:cNvPr>
          <p:cNvGrpSpPr/>
          <p:nvPr/>
        </p:nvGrpSpPr>
        <p:grpSpPr>
          <a:xfrm>
            <a:off x="9651394" y="811173"/>
            <a:ext cx="721206" cy="609701"/>
            <a:chOff x="9657972" y="90836"/>
            <a:chExt cx="721206" cy="609701"/>
          </a:xfrm>
        </p:grpSpPr>
        <p:sp>
          <p:nvSpPr>
            <p:cNvPr id="152" name="Rectangle 151">
              <a:hlinkHover r:id="" action="ppaction://noaction" highlightClick="1"/>
              <a:extLst>
                <a:ext uri="{FF2B5EF4-FFF2-40B4-BE49-F238E27FC236}">
                  <a16:creationId xmlns:a16="http://schemas.microsoft.com/office/drawing/2014/main" id="{A951305F-5C76-8874-9583-71A26C733B9D}"/>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53" name="Diamond 152">
              <a:extLst>
                <a:ext uri="{FF2B5EF4-FFF2-40B4-BE49-F238E27FC236}">
                  <a16:creationId xmlns:a16="http://schemas.microsoft.com/office/drawing/2014/main" id="{78445A87-EB38-B46F-5233-B4D3304F500E}"/>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4" name="Oval 153">
              <a:extLst>
                <a:ext uri="{FF2B5EF4-FFF2-40B4-BE49-F238E27FC236}">
                  <a16:creationId xmlns:a16="http://schemas.microsoft.com/office/drawing/2014/main" id="{B2D01167-C2C1-1CCD-C597-037EBB1FC68A}"/>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0EC41CF8-2A00-FAE3-03DE-D42D61C2A231}"/>
              </a:ext>
            </a:extLst>
          </p:cNvPr>
          <p:cNvGrpSpPr/>
          <p:nvPr/>
        </p:nvGrpSpPr>
        <p:grpSpPr>
          <a:xfrm>
            <a:off x="10520479" y="90836"/>
            <a:ext cx="721206" cy="609701"/>
            <a:chOff x="10520479" y="90836"/>
            <a:chExt cx="721206" cy="609701"/>
          </a:xfrm>
        </p:grpSpPr>
        <p:sp>
          <p:nvSpPr>
            <p:cNvPr id="156" name="Rectangle 155">
              <a:hlinkHover r:id="" action="ppaction://noaction" highlightClick="1"/>
              <a:extLst>
                <a:ext uri="{FF2B5EF4-FFF2-40B4-BE49-F238E27FC236}">
                  <a16:creationId xmlns:a16="http://schemas.microsoft.com/office/drawing/2014/main" id="{8A1C8E5B-7EB1-DACA-5C9E-A1C610B4CEFB}"/>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57" name="Oval 156">
              <a:extLst>
                <a:ext uri="{FF2B5EF4-FFF2-40B4-BE49-F238E27FC236}">
                  <a16:creationId xmlns:a16="http://schemas.microsoft.com/office/drawing/2014/main" id="{2C7E733E-E956-E039-96B8-63CCD6D8408F}"/>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8" name="Isosceles Triangle 648">
              <a:extLst>
                <a:ext uri="{FF2B5EF4-FFF2-40B4-BE49-F238E27FC236}">
                  <a16:creationId xmlns:a16="http://schemas.microsoft.com/office/drawing/2014/main" id="{93A361ED-B0EA-6D13-F497-AC4F6659235E}"/>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9" name="Group 158">
            <a:extLst>
              <a:ext uri="{FF2B5EF4-FFF2-40B4-BE49-F238E27FC236}">
                <a16:creationId xmlns:a16="http://schemas.microsoft.com/office/drawing/2014/main" id="{6A7B662A-A66E-674D-CD2F-496A87FD5968}"/>
              </a:ext>
            </a:extLst>
          </p:cNvPr>
          <p:cNvGrpSpPr/>
          <p:nvPr/>
        </p:nvGrpSpPr>
        <p:grpSpPr>
          <a:xfrm>
            <a:off x="2102908" y="811556"/>
            <a:ext cx="721206" cy="609701"/>
            <a:chOff x="2102908" y="811556"/>
            <a:chExt cx="721206" cy="609701"/>
          </a:xfrm>
        </p:grpSpPr>
        <p:sp>
          <p:nvSpPr>
            <p:cNvPr id="160" name="Rectangle 159">
              <a:extLst>
                <a:ext uri="{FF2B5EF4-FFF2-40B4-BE49-F238E27FC236}">
                  <a16:creationId xmlns:a16="http://schemas.microsoft.com/office/drawing/2014/main" id="{46054B51-E7BA-6115-4045-8D5B446F81FE}"/>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1" name="Rectangle 160">
              <a:extLst>
                <a:ext uri="{FF2B5EF4-FFF2-40B4-BE49-F238E27FC236}">
                  <a16:creationId xmlns:a16="http://schemas.microsoft.com/office/drawing/2014/main" id="{436B30CA-590C-8862-47DD-256542D323FC}"/>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2" name="Oval 15">
              <a:extLst>
                <a:ext uri="{FF2B5EF4-FFF2-40B4-BE49-F238E27FC236}">
                  <a16:creationId xmlns:a16="http://schemas.microsoft.com/office/drawing/2014/main" id="{B01E9B73-6AE1-24D4-F4AE-4D4B8DC3D205}"/>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3" name="Straight Connector 162">
              <a:extLst>
                <a:ext uri="{FF2B5EF4-FFF2-40B4-BE49-F238E27FC236}">
                  <a16:creationId xmlns:a16="http://schemas.microsoft.com/office/drawing/2014/main" id="{5B639AD8-1B11-557F-E091-B97E23B55C09}"/>
                </a:ext>
              </a:extLst>
            </p:cNvPr>
            <p:cNvCxnSpPr>
              <a:cxnSpLocks/>
              <a:stCxn id="162"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64" name="Straight Connector 163">
              <a:extLst>
                <a:ext uri="{FF2B5EF4-FFF2-40B4-BE49-F238E27FC236}">
                  <a16:creationId xmlns:a16="http://schemas.microsoft.com/office/drawing/2014/main" id="{CEC4A359-4512-86BF-1675-26FF0AA5AAAF}"/>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8F876F38-0A8A-3DAF-40FE-F029B7587B5B}"/>
              </a:ext>
            </a:extLst>
          </p:cNvPr>
          <p:cNvGrpSpPr/>
          <p:nvPr/>
        </p:nvGrpSpPr>
        <p:grpSpPr>
          <a:xfrm>
            <a:off x="10506594" y="811556"/>
            <a:ext cx="721220" cy="609701"/>
            <a:chOff x="10506594" y="811556"/>
            <a:chExt cx="721220" cy="609701"/>
          </a:xfrm>
        </p:grpSpPr>
        <p:sp>
          <p:nvSpPr>
            <p:cNvPr id="166" name="Rectangle 165">
              <a:extLst>
                <a:ext uri="{FF2B5EF4-FFF2-40B4-BE49-F238E27FC236}">
                  <a16:creationId xmlns:a16="http://schemas.microsoft.com/office/drawing/2014/main" id="{6449AC21-CEE8-76E1-4EAF-F02DB68E0E2A}"/>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7" name="Rectangle 166">
              <a:extLst>
                <a:ext uri="{FF2B5EF4-FFF2-40B4-BE49-F238E27FC236}">
                  <a16:creationId xmlns:a16="http://schemas.microsoft.com/office/drawing/2014/main" id="{8BDC96E9-277A-94C7-699E-F467EDDBCB93}"/>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8" name="Oval 15">
              <a:extLst>
                <a:ext uri="{FF2B5EF4-FFF2-40B4-BE49-F238E27FC236}">
                  <a16:creationId xmlns:a16="http://schemas.microsoft.com/office/drawing/2014/main" id="{AEAB7730-36A3-18C8-49CA-80408DECB7E1}"/>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9" name="Straight Connector 168">
              <a:extLst>
                <a:ext uri="{FF2B5EF4-FFF2-40B4-BE49-F238E27FC236}">
                  <a16:creationId xmlns:a16="http://schemas.microsoft.com/office/drawing/2014/main" id="{A0DBF89C-66B8-DA3D-417C-E37A28C89C27}"/>
                </a:ext>
              </a:extLst>
            </p:cNvPr>
            <p:cNvCxnSpPr>
              <a:cxnSpLocks/>
              <a:stCxn id="168"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0" name="Straight Connector 169">
              <a:extLst>
                <a:ext uri="{FF2B5EF4-FFF2-40B4-BE49-F238E27FC236}">
                  <a16:creationId xmlns:a16="http://schemas.microsoft.com/office/drawing/2014/main" id="{7A5EA7A2-D65B-A5ED-C100-AAD143F6AF4A}"/>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BDB10334-15D0-6AD7-A372-D95F2F598A26}"/>
              </a:ext>
            </a:extLst>
          </p:cNvPr>
          <p:cNvGrpSpPr/>
          <p:nvPr/>
        </p:nvGrpSpPr>
        <p:grpSpPr>
          <a:xfrm>
            <a:off x="7116512" y="812701"/>
            <a:ext cx="721206" cy="609701"/>
            <a:chOff x="7957576" y="811556"/>
            <a:chExt cx="721206" cy="609701"/>
          </a:xfrm>
        </p:grpSpPr>
        <p:sp>
          <p:nvSpPr>
            <p:cNvPr id="172" name="Rectangle 171">
              <a:extLst>
                <a:ext uri="{FF2B5EF4-FFF2-40B4-BE49-F238E27FC236}">
                  <a16:creationId xmlns:a16="http://schemas.microsoft.com/office/drawing/2014/main" id="{76F369E1-32D1-1BAA-494A-5200948B401B}"/>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73" name="Rectangle 172">
              <a:extLst>
                <a:ext uri="{FF2B5EF4-FFF2-40B4-BE49-F238E27FC236}">
                  <a16:creationId xmlns:a16="http://schemas.microsoft.com/office/drawing/2014/main" id="{CE07FF34-1128-7877-3766-CB73C30A9F0E}"/>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4" name="Oval 15">
              <a:extLst>
                <a:ext uri="{FF2B5EF4-FFF2-40B4-BE49-F238E27FC236}">
                  <a16:creationId xmlns:a16="http://schemas.microsoft.com/office/drawing/2014/main" id="{077CC8FF-CCCE-6A0F-962D-C03227D38762}"/>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5" name="Straight Connector 174">
              <a:extLst>
                <a:ext uri="{FF2B5EF4-FFF2-40B4-BE49-F238E27FC236}">
                  <a16:creationId xmlns:a16="http://schemas.microsoft.com/office/drawing/2014/main" id="{9C537FB6-7E95-0C99-7409-154AFADFACED}"/>
                </a:ext>
              </a:extLst>
            </p:cNvPr>
            <p:cNvCxnSpPr>
              <a:cxnSpLocks/>
              <a:stCxn id="174"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6" name="Straight Connector 175">
              <a:extLst>
                <a:ext uri="{FF2B5EF4-FFF2-40B4-BE49-F238E27FC236}">
                  <a16:creationId xmlns:a16="http://schemas.microsoft.com/office/drawing/2014/main" id="{BEE67F12-D3E8-2D28-FA50-7FC43BA107FF}"/>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7" name="Group 176">
            <a:extLst>
              <a:ext uri="{FF2B5EF4-FFF2-40B4-BE49-F238E27FC236}">
                <a16:creationId xmlns:a16="http://schemas.microsoft.com/office/drawing/2014/main" id="{50A83504-2157-04F3-D46D-2A7872320A74}"/>
              </a:ext>
            </a:extLst>
          </p:cNvPr>
          <p:cNvGrpSpPr/>
          <p:nvPr/>
        </p:nvGrpSpPr>
        <p:grpSpPr>
          <a:xfrm>
            <a:off x="10508723" y="1536662"/>
            <a:ext cx="721206" cy="609701"/>
            <a:chOff x="11356242" y="1532276"/>
            <a:chExt cx="721206" cy="609701"/>
          </a:xfrm>
        </p:grpSpPr>
        <p:sp>
          <p:nvSpPr>
            <p:cNvPr id="178" name="Rectangle 177">
              <a:hlinkHover r:id="" action="ppaction://noaction" highlightClick="1"/>
              <a:extLst>
                <a:ext uri="{FF2B5EF4-FFF2-40B4-BE49-F238E27FC236}">
                  <a16:creationId xmlns:a16="http://schemas.microsoft.com/office/drawing/2014/main" id="{A0208663-8EA9-AD89-BDE0-BC7E58C721E8}"/>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79" name="Oval 178">
              <a:extLst>
                <a:ext uri="{FF2B5EF4-FFF2-40B4-BE49-F238E27FC236}">
                  <a16:creationId xmlns:a16="http://schemas.microsoft.com/office/drawing/2014/main" id="{6640B602-E7CB-52C0-D98C-E8B7A152E400}"/>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0" name="Isosceles Triangle 648">
              <a:extLst>
                <a:ext uri="{FF2B5EF4-FFF2-40B4-BE49-F238E27FC236}">
                  <a16:creationId xmlns:a16="http://schemas.microsoft.com/office/drawing/2014/main" id="{C4D4BCDF-252F-C539-E647-457B8DB8F4A5}"/>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1" name="Group 180">
            <a:extLst>
              <a:ext uri="{FF2B5EF4-FFF2-40B4-BE49-F238E27FC236}">
                <a16:creationId xmlns:a16="http://schemas.microsoft.com/office/drawing/2014/main" id="{DB6A41C6-6308-2ED4-3D73-D9468CA7C759}"/>
              </a:ext>
            </a:extLst>
          </p:cNvPr>
          <p:cNvGrpSpPr/>
          <p:nvPr/>
        </p:nvGrpSpPr>
        <p:grpSpPr>
          <a:xfrm>
            <a:off x="8808980" y="2268701"/>
            <a:ext cx="721206" cy="609701"/>
            <a:chOff x="11356238" y="2253333"/>
            <a:chExt cx="721206" cy="609701"/>
          </a:xfrm>
        </p:grpSpPr>
        <p:sp>
          <p:nvSpPr>
            <p:cNvPr id="182" name="Rectangle 181">
              <a:hlinkHover r:id="" action="ppaction://noaction" highlightClick="1"/>
              <a:extLst>
                <a:ext uri="{FF2B5EF4-FFF2-40B4-BE49-F238E27FC236}">
                  <a16:creationId xmlns:a16="http://schemas.microsoft.com/office/drawing/2014/main" id="{326B6391-6D2A-6C4A-9933-7E25F2A84671}"/>
                </a:ext>
              </a:extLst>
            </p:cNvPr>
            <p:cNvSpPr/>
            <p:nvPr/>
          </p:nvSpPr>
          <p:spPr>
            <a:xfrm>
              <a:off x="11356238" y="225333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83" name="Oval 182">
              <a:extLst>
                <a:ext uri="{FF2B5EF4-FFF2-40B4-BE49-F238E27FC236}">
                  <a16:creationId xmlns:a16="http://schemas.microsoft.com/office/drawing/2014/main" id="{DD919C7E-DEC9-44DC-FCBC-F0C26C986E5D}"/>
                </a:ext>
              </a:extLst>
            </p:cNvPr>
            <p:cNvSpPr/>
            <p:nvPr/>
          </p:nvSpPr>
          <p:spPr>
            <a:xfrm>
              <a:off x="11934777" y="226109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 name="Isosceles Triangle 648">
              <a:extLst>
                <a:ext uri="{FF2B5EF4-FFF2-40B4-BE49-F238E27FC236}">
                  <a16:creationId xmlns:a16="http://schemas.microsoft.com/office/drawing/2014/main" id="{5DF4F254-50EC-37B8-5E36-96414F017682}"/>
                </a:ext>
              </a:extLst>
            </p:cNvPr>
            <p:cNvSpPr/>
            <p:nvPr/>
          </p:nvSpPr>
          <p:spPr>
            <a:xfrm>
              <a:off x="11964901" y="227460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85" name="Group 184">
            <a:extLst>
              <a:ext uri="{FF2B5EF4-FFF2-40B4-BE49-F238E27FC236}">
                <a16:creationId xmlns:a16="http://schemas.microsoft.com/office/drawing/2014/main" id="{CDAE9C75-2366-7A17-49E6-759107E7DCE6}"/>
              </a:ext>
            </a:extLst>
          </p:cNvPr>
          <p:cNvGrpSpPr/>
          <p:nvPr/>
        </p:nvGrpSpPr>
        <p:grpSpPr>
          <a:xfrm>
            <a:off x="7957586" y="2253332"/>
            <a:ext cx="721206" cy="609701"/>
            <a:chOff x="7957586" y="2253332"/>
            <a:chExt cx="721206" cy="609701"/>
          </a:xfrm>
        </p:grpSpPr>
        <p:sp>
          <p:nvSpPr>
            <p:cNvPr id="186" name="Rectangle 185">
              <a:extLst>
                <a:ext uri="{FF2B5EF4-FFF2-40B4-BE49-F238E27FC236}">
                  <a16:creationId xmlns:a16="http://schemas.microsoft.com/office/drawing/2014/main" id="{C984C2ED-AE00-AD41-07CD-C541AB05C518}"/>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87" name="Right Triangle 186">
              <a:extLst>
                <a:ext uri="{FF2B5EF4-FFF2-40B4-BE49-F238E27FC236}">
                  <a16:creationId xmlns:a16="http://schemas.microsoft.com/office/drawing/2014/main" id="{B536ECFC-C2A8-CFB5-0339-68414DFA2E5C}"/>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88" name="Group 187">
              <a:extLst>
                <a:ext uri="{FF2B5EF4-FFF2-40B4-BE49-F238E27FC236}">
                  <a16:creationId xmlns:a16="http://schemas.microsoft.com/office/drawing/2014/main" id="{2B280972-4812-896D-DB41-EF7B20C4AE47}"/>
                </a:ext>
              </a:extLst>
            </p:cNvPr>
            <p:cNvGrpSpPr/>
            <p:nvPr/>
          </p:nvGrpSpPr>
          <p:grpSpPr>
            <a:xfrm>
              <a:off x="8621942" y="2262669"/>
              <a:ext cx="37817" cy="61390"/>
              <a:chOff x="3883481" y="2057400"/>
              <a:chExt cx="1608363" cy="2652031"/>
            </a:xfrm>
            <a:solidFill>
              <a:srgbClr val="A6A6A6">
                <a:alpha val="20000"/>
              </a:srgbClr>
            </a:solidFill>
          </p:grpSpPr>
          <p:sp>
            <p:nvSpPr>
              <p:cNvPr id="189" name="Oval 27">
                <a:extLst>
                  <a:ext uri="{FF2B5EF4-FFF2-40B4-BE49-F238E27FC236}">
                    <a16:creationId xmlns:a16="http://schemas.microsoft.com/office/drawing/2014/main" id="{57FA0FB3-2754-E778-63D5-0BCB5DE5FDA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0" name="Oval 28">
                <a:extLst>
                  <a:ext uri="{FF2B5EF4-FFF2-40B4-BE49-F238E27FC236}">
                    <a16:creationId xmlns:a16="http://schemas.microsoft.com/office/drawing/2014/main" id="{ADA454BE-4DC6-6CB1-4990-D095F8336FB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91" name="Group 190">
            <a:extLst>
              <a:ext uri="{FF2B5EF4-FFF2-40B4-BE49-F238E27FC236}">
                <a16:creationId xmlns:a16="http://schemas.microsoft.com/office/drawing/2014/main" id="{A2DAC532-A428-BBFA-4D35-BF2A948FE738}"/>
              </a:ext>
            </a:extLst>
          </p:cNvPr>
          <p:cNvGrpSpPr/>
          <p:nvPr/>
        </p:nvGrpSpPr>
        <p:grpSpPr>
          <a:xfrm>
            <a:off x="6290730" y="2257176"/>
            <a:ext cx="721206" cy="609701"/>
            <a:chOff x="8807250" y="2253334"/>
            <a:chExt cx="721206" cy="609701"/>
          </a:xfrm>
        </p:grpSpPr>
        <p:sp>
          <p:nvSpPr>
            <p:cNvPr id="384" name="Rectangle 383">
              <a:extLst>
                <a:ext uri="{FF2B5EF4-FFF2-40B4-BE49-F238E27FC236}">
                  <a16:creationId xmlns:a16="http://schemas.microsoft.com/office/drawing/2014/main" id="{67EC77D3-0589-4C01-00FB-7307D052D510}"/>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385" name="Right Triangle 384">
              <a:extLst>
                <a:ext uri="{FF2B5EF4-FFF2-40B4-BE49-F238E27FC236}">
                  <a16:creationId xmlns:a16="http://schemas.microsoft.com/office/drawing/2014/main" id="{8B1A2536-B00A-27C4-635E-3681B9B82786}"/>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6" name="Oval 27">
              <a:extLst>
                <a:ext uri="{FF2B5EF4-FFF2-40B4-BE49-F238E27FC236}">
                  <a16:creationId xmlns:a16="http://schemas.microsoft.com/office/drawing/2014/main" id="{E31566B1-91A5-2E79-0624-6FDDFED59104}"/>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7" name="Oval 28">
              <a:extLst>
                <a:ext uri="{FF2B5EF4-FFF2-40B4-BE49-F238E27FC236}">
                  <a16:creationId xmlns:a16="http://schemas.microsoft.com/office/drawing/2014/main" id="{FD8C9F25-BBD8-5E97-3D1E-F9E64F937135}"/>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88" name="Group 387">
            <a:extLst>
              <a:ext uri="{FF2B5EF4-FFF2-40B4-BE49-F238E27FC236}">
                <a16:creationId xmlns:a16="http://schemas.microsoft.com/office/drawing/2014/main" id="{4C520920-7E73-B15A-3CA4-0EAB3A955B5B}"/>
              </a:ext>
            </a:extLst>
          </p:cNvPr>
          <p:cNvGrpSpPr/>
          <p:nvPr/>
        </p:nvGrpSpPr>
        <p:grpSpPr>
          <a:xfrm>
            <a:off x="9656903" y="2253333"/>
            <a:ext cx="721220" cy="609701"/>
            <a:chOff x="9656903" y="2253333"/>
            <a:chExt cx="721220" cy="609701"/>
          </a:xfrm>
        </p:grpSpPr>
        <p:sp>
          <p:nvSpPr>
            <p:cNvPr id="389" name="Rectangle 388">
              <a:hlinkHover r:id="" action="ppaction://noaction" highlightClick="1"/>
              <a:extLst>
                <a:ext uri="{FF2B5EF4-FFF2-40B4-BE49-F238E27FC236}">
                  <a16:creationId xmlns:a16="http://schemas.microsoft.com/office/drawing/2014/main" id="{02151B6C-005D-C54B-5740-15D11A14AF2B}"/>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90" name="Rectangle 389">
              <a:extLst>
                <a:ext uri="{FF2B5EF4-FFF2-40B4-BE49-F238E27FC236}">
                  <a16:creationId xmlns:a16="http://schemas.microsoft.com/office/drawing/2014/main" id="{AE2B661D-5629-9E30-C9A3-406D5766A777}"/>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1" name="Oval 15">
              <a:extLst>
                <a:ext uri="{FF2B5EF4-FFF2-40B4-BE49-F238E27FC236}">
                  <a16:creationId xmlns:a16="http://schemas.microsoft.com/office/drawing/2014/main" id="{433E77E5-3A58-6F24-5654-B1440C8EF1A7}"/>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92" name="Straight Connector 391">
              <a:extLst>
                <a:ext uri="{FF2B5EF4-FFF2-40B4-BE49-F238E27FC236}">
                  <a16:creationId xmlns:a16="http://schemas.microsoft.com/office/drawing/2014/main" id="{D0EE8472-1DE9-9A83-E42F-4F40F183F67A}"/>
                </a:ext>
              </a:extLst>
            </p:cNvPr>
            <p:cNvCxnSpPr>
              <a:cxnSpLocks/>
              <a:stCxn id="391"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93" name="Straight Connector 392">
              <a:extLst>
                <a:ext uri="{FF2B5EF4-FFF2-40B4-BE49-F238E27FC236}">
                  <a16:creationId xmlns:a16="http://schemas.microsoft.com/office/drawing/2014/main" id="{B1E16C7C-FB4A-7643-A25B-0B5E17BFE3EF}"/>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94" name="Group 393">
            <a:extLst>
              <a:ext uri="{FF2B5EF4-FFF2-40B4-BE49-F238E27FC236}">
                <a16:creationId xmlns:a16="http://schemas.microsoft.com/office/drawing/2014/main" id="{5877EAD9-8513-56C1-A087-80CA02F42CDF}"/>
              </a:ext>
            </a:extLst>
          </p:cNvPr>
          <p:cNvGrpSpPr/>
          <p:nvPr/>
        </p:nvGrpSpPr>
        <p:grpSpPr>
          <a:xfrm>
            <a:off x="10506580" y="2253333"/>
            <a:ext cx="721206" cy="609701"/>
            <a:chOff x="10506580" y="2253333"/>
            <a:chExt cx="721206" cy="609701"/>
          </a:xfrm>
        </p:grpSpPr>
        <p:sp>
          <p:nvSpPr>
            <p:cNvPr id="395" name="Rectangle 394">
              <a:hlinkHover r:id="" action="ppaction://noaction" highlightClick="1"/>
              <a:extLst>
                <a:ext uri="{FF2B5EF4-FFF2-40B4-BE49-F238E27FC236}">
                  <a16:creationId xmlns:a16="http://schemas.microsoft.com/office/drawing/2014/main" id="{D89819BE-797C-09FC-85E9-FD76239714B5}"/>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396" name="Diamond 395">
              <a:extLst>
                <a:ext uri="{FF2B5EF4-FFF2-40B4-BE49-F238E27FC236}">
                  <a16:creationId xmlns:a16="http://schemas.microsoft.com/office/drawing/2014/main" id="{8FB47071-27D4-6C21-592E-0BA704FB8F42}"/>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7" name="Oval 396">
              <a:extLst>
                <a:ext uri="{FF2B5EF4-FFF2-40B4-BE49-F238E27FC236}">
                  <a16:creationId xmlns:a16="http://schemas.microsoft.com/office/drawing/2014/main" id="{6DA2A1EB-B677-0776-0EB7-5D727B6D50B0}"/>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98" name="Group 397">
            <a:extLst>
              <a:ext uri="{FF2B5EF4-FFF2-40B4-BE49-F238E27FC236}">
                <a16:creationId xmlns:a16="http://schemas.microsoft.com/office/drawing/2014/main" id="{4AFA61A5-03C2-1809-3856-2ADC3A28C814}"/>
              </a:ext>
            </a:extLst>
          </p:cNvPr>
          <p:cNvGrpSpPr/>
          <p:nvPr/>
        </p:nvGrpSpPr>
        <p:grpSpPr>
          <a:xfrm>
            <a:off x="5454173" y="2257175"/>
            <a:ext cx="721206" cy="609701"/>
            <a:chOff x="6287891" y="2253333"/>
            <a:chExt cx="721206" cy="609701"/>
          </a:xfrm>
        </p:grpSpPr>
        <p:sp>
          <p:nvSpPr>
            <p:cNvPr id="399" name="Rectangle 398">
              <a:extLst>
                <a:ext uri="{FF2B5EF4-FFF2-40B4-BE49-F238E27FC236}">
                  <a16:creationId xmlns:a16="http://schemas.microsoft.com/office/drawing/2014/main" id="{459D2207-EE7D-42B0-B63C-6D23582C7DA0}"/>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400" name="Right Triangle 399">
              <a:extLst>
                <a:ext uri="{FF2B5EF4-FFF2-40B4-BE49-F238E27FC236}">
                  <a16:creationId xmlns:a16="http://schemas.microsoft.com/office/drawing/2014/main" id="{841CB87C-A024-5DD0-484C-DC718DC635CE}"/>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01" name="Group 400">
              <a:extLst>
                <a:ext uri="{FF2B5EF4-FFF2-40B4-BE49-F238E27FC236}">
                  <a16:creationId xmlns:a16="http://schemas.microsoft.com/office/drawing/2014/main" id="{E04F58E0-E76A-35A2-FC33-9B9F690F46EE}"/>
                </a:ext>
              </a:extLst>
            </p:cNvPr>
            <p:cNvGrpSpPr/>
            <p:nvPr/>
          </p:nvGrpSpPr>
          <p:grpSpPr>
            <a:xfrm>
              <a:off x="6952470" y="2265099"/>
              <a:ext cx="37817" cy="61390"/>
              <a:chOff x="3883481" y="2057400"/>
              <a:chExt cx="1608363" cy="2652031"/>
            </a:xfrm>
            <a:solidFill>
              <a:srgbClr val="A6A6A6">
                <a:alpha val="20000"/>
              </a:srgbClr>
            </a:solidFill>
          </p:grpSpPr>
          <p:sp>
            <p:nvSpPr>
              <p:cNvPr id="402" name="Oval 27">
                <a:extLst>
                  <a:ext uri="{FF2B5EF4-FFF2-40B4-BE49-F238E27FC236}">
                    <a16:creationId xmlns:a16="http://schemas.microsoft.com/office/drawing/2014/main" id="{2A6E4B5C-5DAD-00D1-5EE6-6D22CD3F3F5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3" name="Oval 28">
                <a:extLst>
                  <a:ext uri="{FF2B5EF4-FFF2-40B4-BE49-F238E27FC236}">
                    <a16:creationId xmlns:a16="http://schemas.microsoft.com/office/drawing/2014/main" id="{72201BE6-1AAA-B11E-DDA2-65E4B9DDC0E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04" name="Group 403">
            <a:extLst>
              <a:ext uri="{FF2B5EF4-FFF2-40B4-BE49-F238E27FC236}">
                <a16:creationId xmlns:a16="http://schemas.microsoft.com/office/drawing/2014/main" id="{0797D748-5C66-3CA0-BF85-49F110527DD6}"/>
              </a:ext>
            </a:extLst>
          </p:cNvPr>
          <p:cNvGrpSpPr/>
          <p:nvPr/>
        </p:nvGrpSpPr>
        <p:grpSpPr>
          <a:xfrm>
            <a:off x="7113172" y="2252067"/>
            <a:ext cx="728239" cy="609701"/>
            <a:chOff x="5442073" y="811556"/>
            <a:chExt cx="728239" cy="609701"/>
          </a:xfrm>
        </p:grpSpPr>
        <p:sp>
          <p:nvSpPr>
            <p:cNvPr id="405" name="Rectangle 404">
              <a:extLst>
                <a:ext uri="{FF2B5EF4-FFF2-40B4-BE49-F238E27FC236}">
                  <a16:creationId xmlns:a16="http://schemas.microsoft.com/office/drawing/2014/main" id="{8F8E1C6F-FFC3-9069-E5CD-943B9F221643}"/>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406" name="Rectangle 405">
              <a:extLst>
                <a:ext uri="{FF2B5EF4-FFF2-40B4-BE49-F238E27FC236}">
                  <a16:creationId xmlns:a16="http://schemas.microsoft.com/office/drawing/2014/main" id="{6858D738-FB03-1523-D1A8-AE8AD3524F21}"/>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7" name="Oval 15">
              <a:extLst>
                <a:ext uri="{FF2B5EF4-FFF2-40B4-BE49-F238E27FC236}">
                  <a16:creationId xmlns:a16="http://schemas.microsoft.com/office/drawing/2014/main" id="{AFF74E52-B0F8-F706-4B9D-4BEB236C3E36}"/>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08" name="Straight Connector 407">
              <a:extLst>
                <a:ext uri="{FF2B5EF4-FFF2-40B4-BE49-F238E27FC236}">
                  <a16:creationId xmlns:a16="http://schemas.microsoft.com/office/drawing/2014/main" id="{DDBAD630-34EA-1A27-7413-40903C7D35A0}"/>
                </a:ext>
              </a:extLst>
            </p:cNvPr>
            <p:cNvCxnSpPr>
              <a:cxnSpLocks/>
              <a:stCxn id="407"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09" name="Straight Connector 408">
              <a:extLst>
                <a:ext uri="{FF2B5EF4-FFF2-40B4-BE49-F238E27FC236}">
                  <a16:creationId xmlns:a16="http://schemas.microsoft.com/office/drawing/2014/main" id="{2D74F21E-FFA4-8FF8-E2D4-50B32C0F8E7B}"/>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10" name="Group 409">
            <a:extLst>
              <a:ext uri="{FF2B5EF4-FFF2-40B4-BE49-F238E27FC236}">
                <a16:creationId xmlns:a16="http://schemas.microsoft.com/office/drawing/2014/main" id="{185138D2-2D8B-1261-D919-4CFC2565ABDF}"/>
              </a:ext>
            </a:extLst>
          </p:cNvPr>
          <p:cNvGrpSpPr/>
          <p:nvPr/>
        </p:nvGrpSpPr>
        <p:grpSpPr>
          <a:xfrm>
            <a:off x="11353919" y="2251694"/>
            <a:ext cx="721206" cy="609701"/>
            <a:chOff x="8807250" y="2253334"/>
            <a:chExt cx="721206" cy="609701"/>
          </a:xfrm>
        </p:grpSpPr>
        <p:sp>
          <p:nvSpPr>
            <p:cNvPr id="411" name="Rectangle 410">
              <a:extLst>
                <a:ext uri="{FF2B5EF4-FFF2-40B4-BE49-F238E27FC236}">
                  <a16:creationId xmlns:a16="http://schemas.microsoft.com/office/drawing/2014/main" id="{EFBFF799-7B61-67BD-AE0D-F0A673517CD7}"/>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412" name="Right Triangle 411">
              <a:extLst>
                <a:ext uri="{FF2B5EF4-FFF2-40B4-BE49-F238E27FC236}">
                  <a16:creationId xmlns:a16="http://schemas.microsoft.com/office/drawing/2014/main" id="{1BA1078B-F264-C7C8-E7D8-33A5250FC5D1}"/>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3" name="Oval 27">
              <a:extLst>
                <a:ext uri="{FF2B5EF4-FFF2-40B4-BE49-F238E27FC236}">
                  <a16:creationId xmlns:a16="http://schemas.microsoft.com/office/drawing/2014/main" id="{E9E810E7-64EF-3549-2444-7D4A7239AF55}"/>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4" name="Oval 28">
              <a:extLst>
                <a:ext uri="{FF2B5EF4-FFF2-40B4-BE49-F238E27FC236}">
                  <a16:creationId xmlns:a16="http://schemas.microsoft.com/office/drawing/2014/main" id="{EBFC0643-60F6-5121-1937-5CEBD1BFD845}"/>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15" name="Group 414">
            <a:extLst>
              <a:ext uri="{FF2B5EF4-FFF2-40B4-BE49-F238E27FC236}">
                <a16:creationId xmlns:a16="http://schemas.microsoft.com/office/drawing/2014/main" id="{3F40F792-589D-6905-DBCB-554A2FAEC502}"/>
              </a:ext>
            </a:extLst>
          </p:cNvPr>
          <p:cNvGrpSpPr/>
          <p:nvPr/>
        </p:nvGrpSpPr>
        <p:grpSpPr>
          <a:xfrm>
            <a:off x="11355999" y="2974054"/>
            <a:ext cx="721206" cy="609701"/>
            <a:chOff x="11355999" y="2974054"/>
            <a:chExt cx="721206" cy="609701"/>
          </a:xfrm>
        </p:grpSpPr>
        <p:sp>
          <p:nvSpPr>
            <p:cNvPr id="416" name="Rectangle 415">
              <a:hlinkHover r:id="" action="ppaction://noaction" highlightClick="1"/>
              <a:extLst>
                <a:ext uri="{FF2B5EF4-FFF2-40B4-BE49-F238E27FC236}">
                  <a16:creationId xmlns:a16="http://schemas.microsoft.com/office/drawing/2014/main" id="{CC1AE44D-3476-BA90-EA31-165297AF4693}"/>
                </a:ext>
              </a:extLst>
            </p:cNvPr>
            <p:cNvSpPr/>
            <p:nvPr/>
          </p:nvSpPr>
          <p:spPr>
            <a:xfrm>
              <a:off x="11355999" y="297405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417" name="Oval 416">
              <a:extLst>
                <a:ext uri="{FF2B5EF4-FFF2-40B4-BE49-F238E27FC236}">
                  <a16:creationId xmlns:a16="http://schemas.microsoft.com/office/drawing/2014/main" id="{9FD1B7B2-DA7C-E8EE-2D85-D71A77FFEE62}"/>
                </a:ext>
              </a:extLst>
            </p:cNvPr>
            <p:cNvSpPr/>
            <p:nvPr/>
          </p:nvSpPr>
          <p:spPr>
            <a:xfrm>
              <a:off x="11933223" y="298330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8" name="Isosceles Triangle 648">
              <a:extLst>
                <a:ext uri="{FF2B5EF4-FFF2-40B4-BE49-F238E27FC236}">
                  <a16:creationId xmlns:a16="http://schemas.microsoft.com/office/drawing/2014/main" id="{3E5047E6-44ED-78A0-E583-7786AB512BB6}"/>
                </a:ext>
              </a:extLst>
            </p:cNvPr>
            <p:cNvSpPr/>
            <p:nvPr/>
          </p:nvSpPr>
          <p:spPr>
            <a:xfrm>
              <a:off x="11963348" y="299682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19" name="Group 418">
            <a:extLst>
              <a:ext uri="{FF2B5EF4-FFF2-40B4-BE49-F238E27FC236}">
                <a16:creationId xmlns:a16="http://schemas.microsoft.com/office/drawing/2014/main" id="{5EB41343-58FE-D21E-65E1-64C61DC45993}"/>
              </a:ext>
            </a:extLst>
          </p:cNvPr>
          <p:cNvGrpSpPr/>
          <p:nvPr/>
        </p:nvGrpSpPr>
        <p:grpSpPr>
          <a:xfrm>
            <a:off x="2109092" y="2986575"/>
            <a:ext cx="721206" cy="649846"/>
            <a:chOff x="10506800" y="2974054"/>
            <a:chExt cx="721206" cy="649846"/>
          </a:xfrm>
        </p:grpSpPr>
        <p:sp>
          <p:nvSpPr>
            <p:cNvPr id="420" name="Rectangle 419">
              <a:extLst>
                <a:ext uri="{FF2B5EF4-FFF2-40B4-BE49-F238E27FC236}">
                  <a16:creationId xmlns:a16="http://schemas.microsoft.com/office/drawing/2014/main" id="{5F27F4A7-5BB3-8E2E-8A68-A4E782F109AE}"/>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421" name="Rectangle 420">
              <a:extLst>
                <a:ext uri="{FF2B5EF4-FFF2-40B4-BE49-F238E27FC236}">
                  <a16:creationId xmlns:a16="http://schemas.microsoft.com/office/drawing/2014/main" id="{731B5E1E-4D6D-4C66-F30C-F882F4AF555E}"/>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2" name="Oval 15">
              <a:extLst>
                <a:ext uri="{FF2B5EF4-FFF2-40B4-BE49-F238E27FC236}">
                  <a16:creationId xmlns:a16="http://schemas.microsoft.com/office/drawing/2014/main" id="{311BF5CC-B907-6F11-D5C1-5A232D004201}"/>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23" name="Straight Connector 422">
              <a:extLst>
                <a:ext uri="{FF2B5EF4-FFF2-40B4-BE49-F238E27FC236}">
                  <a16:creationId xmlns:a16="http://schemas.microsoft.com/office/drawing/2014/main" id="{F6E28A0B-3062-2675-B231-ED37BE415372}"/>
                </a:ext>
              </a:extLst>
            </p:cNvPr>
            <p:cNvCxnSpPr>
              <a:cxnSpLocks/>
              <a:stCxn id="422"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24" name="Straight Connector 423">
              <a:extLst>
                <a:ext uri="{FF2B5EF4-FFF2-40B4-BE49-F238E27FC236}">
                  <a16:creationId xmlns:a16="http://schemas.microsoft.com/office/drawing/2014/main" id="{4E37EFFE-A4CD-91B9-CC84-15E093E4BC79}"/>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25" name="Group 424">
            <a:extLst>
              <a:ext uri="{FF2B5EF4-FFF2-40B4-BE49-F238E27FC236}">
                <a16:creationId xmlns:a16="http://schemas.microsoft.com/office/drawing/2014/main" id="{5B39111D-C69E-FF0E-8E24-849A63C25648}"/>
              </a:ext>
            </a:extLst>
          </p:cNvPr>
          <p:cNvGrpSpPr/>
          <p:nvPr/>
        </p:nvGrpSpPr>
        <p:grpSpPr>
          <a:xfrm>
            <a:off x="4621827" y="2983922"/>
            <a:ext cx="721206" cy="654973"/>
            <a:chOff x="9657606" y="2974054"/>
            <a:chExt cx="721206" cy="654973"/>
          </a:xfrm>
        </p:grpSpPr>
        <p:sp>
          <p:nvSpPr>
            <p:cNvPr id="426" name="Rectangle 425">
              <a:extLst>
                <a:ext uri="{FF2B5EF4-FFF2-40B4-BE49-F238E27FC236}">
                  <a16:creationId xmlns:a16="http://schemas.microsoft.com/office/drawing/2014/main" id="{D9D8FAAC-88DE-25BA-203A-4491669E3B4B}"/>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427" name="Rectangle 426">
              <a:extLst>
                <a:ext uri="{FF2B5EF4-FFF2-40B4-BE49-F238E27FC236}">
                  <a16:creationId xmlns:a16="http://schemas.microsoft.com/office/drawing/2014/main" id="{429C72BC-A9EB-13B6-5A98-F9F2DB195009}"/>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8" name="Oval 15">
              <a:extLst>
                <a:ext uri="{FF2B5EF4-FFF2-40B4-BE49-F238E27FC236}">
                  <a16:creationId xmlns:a16="http://schemas.microsoft.com/office/drawing/2014/main" id="{F048B57B-3526-F0CB-5776-9C24586D354D}"/>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75" name="Straight Connector 474">
              <a:extLst>
                <a:ext uri="{FF2B5EF4-FFF2-40B4-BE49-F238E27FC236}">
                  <a16:creationId xmlns:a16="http://schemas.microsoft.com/office/drawing/2014/main" id="{3E545398-4271-CE40-6382-7F3FF351A0D9}"/>
                </a:ext>
              </a:extLst>
            </p:cNvPr>
            <p:cNvCxnSpPr>
              <a:cxnSpLocks/>
              <a:stCxn id="428"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76" name="Straight Connector 475">
              <a:extLst>
                <a:ext uri="{FF2B5EF4-FFF2-40B4-BE49-F238E27FC236}">
                  <a16:creationId xmlns:a16="http://schemas.microsoft.com/office/drawing/2014/main" id="{EAFA40A8-989D-C5FD-44D8-A16604E6966B}"/>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77" name="Group 476">
            <a:extLst>
              <a:ext uri="{FF2B5EF4-FFF2-40B4-BE49-F238E27FC236}">
                <a16:creationId xmlns:a16="http://schemas.microsoft.com/office/drawing/2014/main" id="{8C4E6CD0-6277-78D8-43DD-19694EDE0FD3}"/>
              </a:ext>
            </a:extLst>
          </p:cNvPr>
          <p:cNvGrpSpPr/>
          <p:nvPr/>
        </p:nvGrpSpPr>
        <p:grpSpPr>
          <a:xfrm>
            <a:off x="10506616" y="2984633"/>
            <a:ext cx="721220" cy="609701"/>
            <a:chOff x="9656903" y="2253333"/>
            <a:chExt cx="721220" cy="609701"/>
          </a:xfrm>
        </p:grpSpPr>
        <p:sp>
          <p:nvSpPr>
            <p:cNvPr id="484" name="Rectangle 483">
              <a:hlinkHover r:id="" action="ppaction://noaction" highlightClick="1"/>
              <a:extLst>
                <a:ext uri="{FF2B5EF4-FFF2-40B4-BE49-F238E27FC236}">
                  <a16:creationId xmlns:a16="http://schemas.microsoft.com/office/drawing/2014/main" id="{61A844C2-701F-A634-0711-2A30C7CB6490}"/>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85" name="Rectangle 484">
              <a:extLst>
                <a:ext uri="{FF2B5EF4-FFF2-40B4-BE49-F238E27FC236}">
                  <a16:creationId xmlns:a16="http://schemas.microsoft.com/office/drawing/2014/main" id="{35A37483-7E80-32CA-BF59-151F557DA281}"/>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6" name="Oval 15">
              <a:extLst>
                <a:ext uri="{FF2B5EF4-FFF2-40B4-BE49-F238E27FC236}">
                  <a16:creationId xmlns:a16="http://schemas.microsoft.com/office/drawing/2014/main" id="{EC2A86A8-3E50-751D-24AA-2208289ECC1F}"/>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7" name="Straight Connector 486">
              <a:extLst>
                <a:ext uri="{FF2B5EF4-FFF2-40B4-BE49-F238E27FC236}">
                  <a16:creationId xmlns:a16="http://schemas.microsoft.com/office/drawing/2014/main" id="{BAA3096E-1CEE-E007-1D3E-4D8BED6E27C9}"/>
                </a:ext>
              </a:extLst>
            </p:cNvPr>
            <p:cNvCxnSpPr>
              <a:cxnSpLocks/>
              <a:stCxn id="48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8" name="Straight Connector 487">
              <a:extLst>
                <a:ext uri="{FF2B5EF4-FFF2-40B4-BE49-F238E27FC236}">
                  <a16:creationId xmlns:a16="http://schemas.microsoft.com/office/drawing/2014/main" id="{37EF27FF-3C99-6966-9E41-A52C35500697}"/>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5" name="Group 494">
            <a:extLst>
              <a:ext uri="{FF2B5EF4-FFF2-40B4-BE49-F238E27FC236}">
                <a16:creationId xmlns:a16="http://schemas.microsoft.com/office/drawing/2014/main" id="{F8B5FA55-257A-2291-D1FA-EA3220E423BB}"/>
              </a:ext>
            </a:extLst>
          </p:cNvPr>
          <p:cNvGrpSpPr/>
          <p:nvPr/>
        </p:nvGrpSpPr>
        <p:grpSpPr>
          <a:xfrm>
            <a:off x="5451974" y="3707588"/>
            <a:ext cx="721206" cy="609701"/>
            <a:chOff x="5451974" y="3707588"/>
            <a:chExt cx="721206" cy="609701"/>
          </a:xfrm>
        </p:grpSpPr>
        <p:sp>
          <p:nvSpPr>
            <p:cNvPr id="496" name="Rectangle 495">
              <a:hlinkHover r:id="" action="ppaction://noaction" highlightClick="1"/>
              <a:extLst>
                <a:ext uri="{FF2B5EF4-FFF2-40B4-BE49-F238E27FC236}">
                  <a16:creationId xmlns:a16="http://schemas.microsoft.com/office/drawing/2014/main" id="{2638AFBB-F222-161D-EA87-0D4E86D02C23}"/>
                </a:ext>
              </a:extLst>
            </p:cNvPr>
            <p:cNvSpPr/>
            <p:nvPr/>
          </p:nvSpPr>
          <p:spPr>
            <a:xfrm>
              <a:off x="5451974" y="3707588"/>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497" name="Oval 496">
              <a:extLst>
                <a:ext uri="{FF2B5EF4-FFF2-40B4-BE49-F238E27FC236}">
                  <a16:creationId xmlns:a16="http://schemas.microsoft.com/office/drawing/2014/main" id="{132C74E8-6188-01BE-90AD-8E4E8E6F4521}"/>
                </a:ext>
              </a:extLst>
            </p:cNvPr>
            <p:cNvSpPr/>
            <p:nvPr/>
          </p:nvSpPr>
          <p:spPr>
            <a:xfrm>
              <a:off x="6030513" y="3715345"/>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8" name="Isosceles Triangle 648">
              <a:extLst>
                <a:ext uri="{FF2B5EF4-FFF2-40B4-BE49-F238E27FC236}">
                  <a16:creationId xmlns:a16="http://schemas.microsoft.com/office/drawing/2014/main" id="{119563F0-964D-FD9C-7FB0-07C866CC3F15}"/>
                </a:ext>
              </a:extLst>
            </p:cNvPr>
            <p:cNvSpPr/>
            <p:nvPr/>
          </p:nvSpPr>
          <p:spPr>
            <a:xfrm>
              <a:off x="6060637"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99" name="Group 498">
            <a:extLst>
              <a:ext uri="{FF2B5EF4-FFF2-40B4-BE49-F238E27FC236}">
                <a16:creationId xmlns:a16="http://schemas.microsoft.com/office/drawing/2014/main" id="{B6C70EBC-ED04-3142-3693-1690BA2FA645}"/>
              </a:ext>
            </a:extLst>
          </p:cNvPr>
          <p:cNvGrpSpPr/>
          <p:nvPr/>
        </p:nvGrpSpPr>
        <p:grpSpPr>
          <a:xfrm>
            <a:off x="1268346" y="3698208"/>
            <a:ext cx="721891" cy="610396"/>
            <a:chOff x="1268346" y="3698208"/>
            <a:chExt cx="721891" cy="610396"/>
          </a:xfrm>
        </p:grpSpPr>
        <p:sp>
          <p:nvSpPr>
            <p:cNvPr id="500" name="Rectangle 499">
              <a:extLst>
                <a:ext uri="{FF2B5EF4-FFF2-40B4-BE49-F238E27FC236}">
                  <a16:creationId xmlns:a16="http://schemas.microsoft.com/office/drawing/2014/main" id="{34AD2CA8-E520-9EE9-F50A-7EAB229052E5}"/>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501" name="Right Triangle 500">
              <a:extLst>
                <a:ext uri="{FF2B5EF4-FFF2-40B4-BE49-F238E27FC236}">
                  <a16:creationId xmlns:a16="http://schemas.microsoft.com/office/drawing/2014/main" id="{D6BD511D-7CFC-4D57-5A7D-477C5B28A2F4}"/>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02" name="Group 501">
              <a:extLst>
                <a:ext uri="{FF2B5EF4-FFF2-40B4-BE49-F238E27FC236}">
                  <a16:creationId xmlns:a16="http://schemas.microsoft.com/office/drawing/2014/main" id="{34AA6519-5176-CF73-A339-380FB9E9B5D5}"/>
                </a:ext>
              </a:extLst>
            </p:cNvPr>
            <p:cNvGrpSpPr/>
            <p:nvPr/>
          </p:nvGrpSpPr>
          <p:grpSpPr>
            <a:xfrm>
              <a:off x="1939627" y="3704306"/>
              <a:ext cx="37817" cy="61390"/>
              <a:chOff x="3883481" y="2057400"/>
              <a:chExt cx="1608363" cy="2652031"/>
            </a:xfrm>
            <a:solidFill>
              <a:srgbClr val="A6A6A6">
                <a:alpha val="20000"/>
              </a:srgbClr>
            </a:solidFill>
          </p:grpSpPr>
          <p:sp>
            <p:nvSpPr>
              <p:cNvPr id="503" name="Oval 27">
                <a:extLst>
                  <a:ext uri="{FF2B5EF4-FFF2-40B4-BE49-F238E27FC236}">
                    <a16:creationId xmlns:a16="http://schemas.microsoft.com/office/drawing/2014/main" id="{EC5B0F58-EF05-6475-421E-B9C519AAA47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4" name="Oval 28">
                <a:extLst>
                  <a:ext uri="{FF2B5EF4-FFF2-40B4-BE49-F238E27FC236}">
                    <a16:creationId xmlns:a16="http://schemas.microsoft.com/office/drawing/2014/main" id="{5CAEF87A-E666-B05D-DF31-720AA23C195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05" name="Group 504">
            <a:extLst>
              <a:ext uri="{FF2B5EF4-FFF2-40B4-BE49-F238E27FC236}">
                <a16:creationId xmlns:a16="http://schemas.microsoft.com/office/drawing/2014/main" id="{B4AADD24-8AD9-6884-DEE7-A726328DBBA0}"/>
              </a:ext>
            </a:extLst>
          </p:cNvPr>
          <p:cNvGrpSpPr/>
          <p:nvPr/>
        </p:nvGrpSpPr>
        <p:grpSpPr>
          <a:xfrm>
            <a:off x="2934662" y="5148220"/>
            <a:ext cx="724130" cy="609701"/>
            <a:chOff x="4615448" y="2974053"/>
            <a:chExt cx="724130" cy="609701"/>
          </a:xfrm>
        </p:grpSpPr>
        <p:sp>
          <p:nvSpPr>
            <p:cNvPr id="506" name="Rectangle 505">
              <a:extLst>
                <a:ext uri="{FF2B5EF4-FFF2-40B4-BE49-F238E27FC236}">
                  <a16:creationId xmlns:a16="http://schemas.microsoft.com/office/drawing/2014/main" id="{D2756DCB-AEC4-A09E-0848-77586C856D3A}"/>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507" name="Right Triangle 506">
              <a:extLst>
                <a:ext uri="{FF2B5EF4-FFF2-40B4-BE49-F238E27FC236}">
                  <a16:creationId xmlns:a16="http://schemas.microsoft.com/office/drawing/2014/main" id="{BE2AB7D1-72EE-56A9-B57A-1EB4F743641A}"/>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08" name="Group 507">
              <a:extLst>
                <a:ext uri="{FF2B5EF4-FFF2-40B4-BE49-F238E27FC236}">
                  <a16:creationId xmlns:a16="http://schemas.microsoft.com/office/drawing/2014/main" id="{5A5CE22F-528E-820A-F874-57E4A85CED9D}"/>
                </a:ext>
              </a:extLst>
            </p:cNvPr>
            <p:cNvGrpSpPr/>
            <p:nvPr/>
          </p:nvGrpSpPr>
          <p:grpSpPr>
            <a:xfrm>
              <a:off x="5288997" y="2982574"/>
              <a:ext cx="37817" cy="61390"/>
              <a:chOff x="3883481" y="2057400"/>
              <a:chExt cx="1608363" cy="2652031"/>
            </a:xfrm>
            <a:solidFill>
              <a:srgbClr val="A6A6A6">
                <a:alpha val="20000"/>
              </a:srgbClr>
            </a:solidFill>
          </p:grpSpPr>
          <p:sp>
            <p:nvSpPr>
              <p:cNvPr id="509" name="Oval 27">
                <a:extLst>
                  <a:ext uri="{FF2B5EF4-FFF2-40B4-BE49-F238E27FC236}">
                    <a16:creationId xmlns:a16="http://schemas.microsoft.com/office/drawing/2014/main" id="{D53D96B4-C524-D713-ECF0-EF16B5185AB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0" name="Oval 28">
                <a:extLst>
                  <a:ext uri="{FF2B5EF4-FFF2-40B4-BE49-F238E27FC236}">
                    <a16:creationId xmlns:a16="http://schemas.microsoft.com/office/drawing/2014/main" id="{C7067851-0B0E-9072-BEAD-4B958DC7F0F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11" name="Group 510">
            <a:extLst>
              <a:ext uri="{FF2B5EF4-FFF2-40B4-BE49-F238E27FC236}">
                <a16:creationId xmlns:a16="http://schemas.microsoft.com/office/drawing/2014/main" id="{19091542-7347-807C-6862-32FDDBDF1529}"/>
              </a:ext>
            </a:extLst>
          </p:cNvPr>
          <p:cNvGrpSpPr/>
          <p:nvPr/>
        </p:nvGrpSpPr>
        <p:grpSpPr>
          <a:xfrm>
            <a:off x="11355832" y="5140982"/>
            <a:ext cx="721220" cy="609701"/>
            <a:chOff x="9656903" y="2253333"/>
            <a:chExt cx="721220" cy="609701"/>
          </a:xfrm>
        </p:grpSpPr>
        <p:sp>
          <p:nvSpPr>
            <p:cNvPr id="512" name="Rectangle 511">
              <a:hlinkHover r:id="" action="ppaction://noaction" highlightClick="1"/>
              <a:extLst>
                <a:ext uri="{FF2B5EF4-FFF2-40B4-BE49-F238E27FC236}">
                  <a16:creationId xmlns:a16="http://schemas.microsoft.com/office/drawing/2014/main" id="{39A5014D-280F-90B4-FD49-984AF2220F58}"/>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13" name="Rectangle 512">
              <a:extLst>
                <a:ext uri="{FF2B5EF4-FFF2-40B4-BE49-F238E27FC236}">
                  <a16:creationId xmlns:a16="http://schemas.microsoft.com/office/drawing/2014/main" id="{F6872D3C-1D41-09CE-C5B6-777664020C80}"/>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4" name="Oval 15">
              <a:extLst>
                <a:ext uri="{FF2B5EF4-FFF2-40B4-BE49-F238E27FC236}">
                  <a16:creationId xmlns:a16="http://schemas.microsoft.com/office/drawing/2014/main" id="{F912E3EF-C008-CE31-EDBC-D1937642616C}"/>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15" name="Straight Connector 514">
              <a:extLst>
                <a:ext uri="{FF2B5EF4-FFF2-40B4-BE49-F238E27FC236}">
                  <a16:creationId xmlns:a16="http://schemas.microsoft.com/office/drawing/2014/main" id="{40630C83-A13E-A52D-DAD4-3F656775D1AF}"/>
                </a:ext>
              </a:extLst>
            </p:cNvPr>
            <p:cNvCxnSpPr>
              <a:cxnSpLocks/>
              <a:stCxn id="514"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16" name="Straight Connector 515">
              <a:extLst>
                <a:ext uri="{FF2B5EF4-FFF2-40B4-BE49-F238E27FC236}">
                  <a16:creationId xmlns:a16="http://schemas.microsoft.com/office/drawing/2014/main" id="{5010A25B-CB50-769E-46C9-13A4E9F2067F}"/>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pic>
        <p:nvPicPr>
          <p:cNvPr id="2" name="Picture 1">
            <a:hlinkClick r:id="rId9" action="ppaction://hlinksldjump"/>
            <a:extLst>
              <a:ext uri="{FF2B5EF4-FFF2-40B4-BE49-F238E27FC236}">
                <a16:creationId xmlns:a16="http://schemas.microsoft.com/office/drawing/2014/main" id="{7E353DE7-CFED-0BD5-FC5E-06B3DA274285}"/>
              </a:ext>
            </a:extLst>
          </p:cNvPr>
          <p:cNvPicPr>
            <a:picLocks noChangeAspect="1"/>
          </p:cNvPicPr>
          <p:nvPr/>
        </p:nvPicPr>
        <p:blipFill>
          <a:blip r:embed="rId10"/>
          <a:stretch>
            <a:fillRect/>
          </a:stretch>
        </p:blipFill>
        <p:spPr>
          <a:xfrm>
            <a:off x="0" y="0"/>
            <a:ext cx="211626" cy="6858000"/>
          </a:xfrm>
          <a:prstGeom prst="rect">
            <a:avLst/>
          </a:prstGeom>
        </p:spPr>
      </p:pic>
      <p:grpSp>
        <p:nvGrpSpPr>
          <p:cNvPr id="3" name="Group 2">
            <a:extLst>
              <a:ext uri="{FF2B5EF4-FFF2-40B4-BE49-F238E27FC236}">
                <a16:creationId xmlns:a16="http://schemas.microsoft.com/office/drawing/2014/main" id="{72BCBC38-41AA-D051-8055-C52CDF208B53}"/>
              </a:ext>
            </a:extLst>
          </p:cNvPr>
          <p:cNvGrpSpPr/>
          <p:nvPr/>
        </p:nvGrpSpPr>
        <p:grpSpPr>
          <a:xfrm>
            <a:off x="9652491" y="2986436"/>
            <a:ext cx="721206" cy="609701"/>
            <a:chOff x="9657972" y="90836"/>
            <a:chExt cx="721206" cy="609701"/>
          </a:xfrm>
        </p:grpSpPr>
        <p:sp>
          <p:nvSpPr>
            <p:cNvPr id="4" name="Rectangle 3">
              <a:hlinkHover r:id="" action="ppaction://noaction" highlightClick="1"/>
              <a:extLst>
                <a:ext uri="{FF2B5EF4-FFF2-40B4-BE49-F238E27FC236}">
                  <a16:creationId xmlns:a16="http://schemas.microsoft.com/office/drawing/2014/main" id="{420895E2-8966-98C3-6E81-570AE7D5AB0E}"/>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5" name="Diamond 4">
              <a:extLst>
                <a:ext uri="{FF2B5EF4-FFF2-40B4-BE49-F238E27FC236}">
                  <a16:creationId xmlns:a16="http://schemas.microsoft.com/office/drawing/2014/main" id="{44603743-F993-C0BE-9341-D32419238132}"/>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58AA3C0C-F1BF-B2F2-E7C5-079B0567EADB}"/>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60531843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9" name="Rectangle 28">
            <a:hlinkHover r:id="" action="ppaction://noaction" highlightClick="1"/>
            <a:extLst>
              <a:ext uri="{FF2B5EF4-FFF2-40B4-BE49-F238E27FC236}">
                <a16:creationId xmlns:a16="http://schemas.microsoft.com/office/drawing/2014/main" id="{DC458DAF-7F48-6FED-FD6D-5FF35DE54279}"/>
              </a:ext>
            </a:extLst>
          </p:cNvPr>
          <p:cNvSpPr/>
          <p:nvPr/>
        </p:nvSpPr>
        <p:spPr>
          <a:xfrm>
            <a:off x="10503162" y="1532275"/>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lvl="0" algn="ctr">
              <a:defRPr/>
            </a:pPr>
            <a:r>
              <a:rPr lang="en-GB" sz="600">
                <a:solidFill>
                  <a:srgbClr val="1F4E79"/>
                </a:solidFill>
                <a:latin typeface="Century Gothic" panose="020B0502020202020204" pitchFamily="34" charset="0"/>
              </a:rPr>
              <a:t>Defender for AI Services</a:t>
            </a:r>
          </a:p>
        </p:txBody>
      </p:sp>
      <p:pic>
        <p:nvPicPr>
          <p:cNvPr id="37" name="Picture 36">
            <a:extLst>
              <a:ext uri="{FF2B5EF4-FFF2-40B4-BE49-F238E27FC236}">
                <a16:creationId xmlns:a16="http://schemas.microsoft.com/office/drawing/2014/main" id="{F20C6779-AF6E-486B-421C-3B703CC8295C}"/>
              </a:ext>
            </a:extLst>
          </p:cNvPr>
          <p:cNvPicPr>
            <a:picLocks noChangeAspect="1"/>
          </p:cNvPicPr>
          <p:nvPr/>
        </p:nvPicPr>
        <p:blipFill>
          <a:blip r:embed="rId3"/>
          <a:stretch>
            <a:fillRect/>
          </a:stretch>
        </p:blipFill>
        <p:spPr>
          <a:xfrm>
            <a:off x="11081719" y="1546706"/>
            <a:ext cx="140220" cy="103641"/>
          </a:xfrm>
          <a:prstGeom prst="rect">
            <a:avLst/>
          </a:prstGeom>
        </p:spPr>
      </p:pic>
      <p:sp>
        <p:nvSpPr>
          <p:cNvPr id="130" name="TextBox 129">
            <a:extLst>
              <a:ext uri="{FF2B5EF4-FFF2-40B4-BE49-F238E27FC236}">
                <a16:creationId xmlns:a16="http://schemas.microsoft.com/office/drawing/2014/main" id="{3CB17D68-FA41-4929-AA37-6FDF53B7BEF2}"/>
              </a:ext>
            </a:extLst>
          </p:cNvPr>
          <p:cNvSpPr txBox="1"/>
          <p:nvPr/>
        </p:nvSpPr>
        <p:spPr>
          <a:xfrm>
            <a:off x="2691633" y="67590"/>
            <a:ext cx="5824391"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Dependency: Overview</a:t>
            </a:r>
          </a:p>
        </p:txBody>
      </p:sp>
      <p:sp>
        <p:nvSpPr>
          <p:cNvPr id="11" name="Rectangle 10">
            <a:hlinkClick r:id="rId4" action="ppaction://hlinksldjump"/>
            <a:hlinkHover r:id="rId4" action="ppaction://hlinksldjump"/>
            <a:extLst>
              <a:ext uri="{FF2B5EF4-FFF2-40B4-BE49-F238E27FC236}">
                <a16:creationId xmlns:a16="http://schemas.microsoft.com/office/drawing/2014/main" id="{E69BAFE0-597A-4515-81E9-21A71DA4792E}"/>
              </a:ext>
            </a:extLst>
          </p:cNvPr>
          <p:cNvSpPr/>
          <p:nvPr/>
        </p:nvSpPr>
        <p:spPr>
          <a:xfrm>
            <a:off x="10253191" y="5851981"/>
            <a:ext cx="1866237"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Dependency Overview</a:t>
            </a:r>
          </a:p>
        </p:txBody>
      </p:sp>
      <p:sp>
        <p:nvSpPr>
          <p:cNvPr id="13" name="Rectangle 12">
            <a:hlinkClick r:id="rId5" action="ppaction://hlinksldjump"/>
            <a:hlinkHover r:id="rId5" action="ppaction://hlinksldjump"/>
            <a:extLst>
              <a:ext uri="{FF2B5EF4-FFF2-40B4-BE49-F238E27FC236}">
                <a16:creationId xmlns:a16="http://schemas.microsoft.com/office/drawing/2014/main" id="{574CCEE0-CA14-45A9-B79A-1D48E2A8AF1E}"/>
              </a:ext>
            </a:extLst>
          </p:cNvPr>
          <p:cNvSpPr/>
          <p:nvPr/>
        </p:nvSpPr>
        <p:spPr>
          <a:xfrm>
            <a:off x="4276486" y="5851983"/>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 in Office 365</a:t>
            </a:r>
          </a:p>
        </p:txBody>
      </p:sp>
      <p:sp>
        <p:nvSpPr>
          <p:cNvPr id="15" name="Rectangle 14">
            <a:hlinkClick r:id="rId6" action="ppaction://hlinksldjump"/>
            <a:hlinkHover r:id="rId6" action="ppaction://hlinksldjump"/>
            <a:extLst>
              <a:ext uri="{FF2B5EF4-FFF2-40B4-BE49-F238E27FC236}">
                <a16:creationId xmlns:a16="http://schemas.microsoft.com/office/drawing/2014/main" id="{56CEBB35-442E-4C95-B6DE-70D1034CBD1E}"/>
              </a:ext>
            </a:extLst>
          </p:cNvPr>
          <p:cNvSpPr/>
          <p:nvPr/>
        </p:nvSpPr>
        <p:spPr>
          <a:xfrm>
            <a:off x="2284251" y="5851982"/>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Hybrid Identity</a:t>
            </a:r>
          </a:p>
        </p:txBody>
      </p:sp>
      <p:sp>
        <p:nvSpPr>
          <p:cNvPr id="16" name="Rectangle 15">
            <a:hlinkClick r:id="rId7" action="ppaction://hlinksldjump"/>
            <a:hlinkHover r:id="rId7" action="ppaction://hlinksldjump"/>
            <a:extLst>
              <a:ext uri="{FF2B5EF4-FFF2-40B4-BE49-F238E27FC236}">
                <a16:creationId xmlns:a16="http://schemas.microsoft.com/office/drawing/2014/main" id="{023CA5B7-5871-4B22-BD1B-92D35D111653}"/>
              </a:ext>
            </a:extLst>
          </p:cNvPr>
          <p:cNvSpPr/>
          <p:nvPr/>
        </p:nvSpPr>
        <p:spPr>
          <a:xfrm>
            <a:off x="292016" y="5851982"/>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11 Deployed</a:t>
            </a:r>
          </a:p>
        </p:txBody>
      </p:sp>
      <p:sp>
        <p:nvSpPr>
          <p:cNvPr id="18" name="Rectangle 17">
            <a:hlinkClick r:id="rId8" action="ppaction://hlinksldjump"/>
            <a:hlinkHover r:id="rId8" action="ppaction://hlinksldjump"/>
            <a:extLst>
              <a:ext uri="{FF2B5EF4-FFF2-40B4-BE49-F238E27FC236}">
                <a16:creationId xmlns:a16="http://schemas.microsoft.com/office/drawing/2014/main" id="{D46AD548-DDA6-42DC-A77C-D9D8DF853F13}"/>
              </a:ext>
            </a:extLst>
          </p:cNvPr>
          <p:cNvSpPr/>
          <p:nvPr/>
        </p:nvSpPr>
        <p:spPr>
          <a:xfrm>
            <a:off x="8260956" y="5848104"/>
            <a:ext cx="1866237" cy="86838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Subscription</a:t>
            </a:r>
          </a:p>
        </p:txBody>
      </p:sp>
      <p:sp>
        <p:nvSpPr>
          <p:cNvPr id="27" name="Rectangle 26">
            <a:hlinkClick r:id="rId9" action="ppaction://hlinksldjump"/>
            <a:hlinkHover r:id="rId9" action="ppaction://hlinksldjump"/>
            <a:extLst>
              <a:ext uri="{FF2B5EF4-FFF2-40B4-BE49-F238E27FC236}">
                <a16:creationId xmlns:a16="http://schemas.microsoft.com/office/drawing/2014/main" id="{7FC75289-1EFA-4236-8D10-B1A9FC4A3AFB}"/>
              </a:ext>
            </a:extLst>
          </p:cNvPr>
          <p:cNvSpPr/>
          <p:nvPr/>
        </p:nvSpPr>
        <p:spPr>
          <a:xfrm>
            <a:off x="6268721" y="5851981"/>
            <a:ext cx="186623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Hardware</a:t>
            </a:r>
          </a:p>
        </p:txBody>
      </p:sp>
      <p:cxnSp>
        <p:nvCxnSpPr>
          <p:cNvPr id="886" name="Straight Connector 885">
            <a:extLst>
              <a:ext uri="{FF2B5EF4-FFF2-40B4-BE49-F238E27FC236}">
                <a16:creationId xmlns:a16="http://schemas.microsoft.com/office/drawing/2014/main" id="{5FE13937-6D5B-973B-B104-15E7C245E544}"/>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74" name="Rectangle 73">
            <a:extLst>
              <a:ext uri="{FF2B5EF4-FFF2-40B4-BE49-F238E27FC236}">
                <a16:creationId xmlns:a16="http://schemas.microsoft.com/office/drawing/2014/main" id="{05662047-BD88-B1EE-9F4B-59625069932E}"/>
              </a:ext>
            </a:extLst>
          </p:cNvPr>
          <p:cNvSpPr/>
          <p:nvPr/>
        </p:nvSpPr>
        <p:spPr>
          <a:xfrm>
            <a:off x="3775041" y="1532276"/>
            <a:ext cx="721206" cy="609701"/>
          </a:xfrm>
          <a:prstGeom prst="rect">
            <a:avLst/>
          </a:prstGeom>
          <a:solidFill>
            <a:srgbClr val="FB7575"/>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cxnSp>
        <p:nvCxnSpPr>
          <p:cNvPr id="882" name="Straight Connector 881">
            <a:extLst>
              <a:ext uri="{FF2B5EF4-FFF2-40B4-BE49-F238E27FC236}">
                <a16:creationId xmlns:a16="http://schemas.microsoft.com/office/drawing/2014/main" id="{DAA986F9-0427-1F2A-AA37-F8F40DD3C560}"/>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980" name="Group 979">
            <a:extLst>
              <a:ext uri="{FF2B5EF4-FFF2-40B4-BE49-F238E27FC236}">
                <a16:creationId xmlns:a16="http://schemas.microsoft.com/office/drawing/2014/main" id="{B1B45613-7142-9938-8CAE-C2276DD70BF5}"/>
              </a:ext>
            </a:extLst>
          </p:cNvPr>
          <p:cNvGrpSpPr/>
          <p:nvPr/>
        </p:nvGrpSpPr>
        <p:grpSpPr>
          <a:xfrm>
            <a:off x="431294" y="90836"/>
            <a:ext cx="11646150" cy="5662229"/>
            <a:chOff x="431294" y="90836"/>
            <a:chExt cx="11646150" cy="5662229"/>
          </a:xfrm>
        </p:grpSpPr>
        <p:sp>
          <p:nvSpPr>
            <p:cNvPr id="783" name="Rectangle 782">
              <a:extLst>
                <a:ext uri="{FF2B5EF4-FFF2-40B4-BE49-F238E27FC236}">
                  <a16:creationId xmlns:a16="http://schemas.microsoft.com/office/drawing/2014/main" id="{E160B380-6B2D-8410-F828-179D4516C5FE}"/>
                </a:ext>
              </a:extLst>
            </p:cNvPr>
            <p:cNvSpPr/>
            <p:nvPr/>
          </p:nvSpPr>
          <p:spPr>
            <a:xfrm>
              <a:off x="5455155" y="2252303"/>
              <a:ext cx="721206" cy="609701"/>
            </a:xfrm>
            <a:prstGeom prst="rect">
              <a:avLst/>
            </a:prstGeom>
            <a:solidFill>
              <a:schemeClr val="accent1">
                <a:lumMod val="40000"/>
                <a:lumOff val="6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25" name="Rectangle 24">
              <a:extLst>
                <a:ext uri="{FF2B5EF4-FFF2-40B4-BE49-F238E27FC236}">
                  <a16:creationId xmlns:a16="http://schemas.microsoft.com/office/drawing/2014/main" id="{7C75D1CA-F764-F3F3-CFDB-E0B29C49A653}"/>
                </a:ext>
              </a:extLst>
            </p:cNvPr>
            <p:cNvSpPr/>
            <p:nvPr/>
          </p:nvSpPr>
          <p:spPr>
            <a:xfrm>
              <a:off x="3779655" y="811556"/>
              <a:ext cx="721206" cy="609701"/>
            </a:xfrm>
            <a:prstGeom prst="rect">
              <a:avLst/>
            </a:prstGeom>
            <a:solidFill>
              <a:srgbClr val="FB7575"/>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26" name="Rectangle 25">
              <a:extLst>
                <a:ext uri="{FF2B5EF4-FFF2-40B4-BE49-F238E27FC236}">
                  <a16:creationId xmlns:a16="http://schemas.microsoft.com/office/drawing/2014/main" id="{8304C39A-C202-1EE8-F8A0-A511345D5360}"/>
                </a:ext>
              </a:extLst>
            </p:cNvPr>
            <p:cNvSpPr/>
            <p:nvPr/>
          </p:nvSpPr>
          <p:spPr>
            <a:xfrm flipV="1">
              <a:off x="4395608"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Oval 15">
              <a:extLst>
                <a:ext uri="{FF2B5EF4-FFF2-40B4-BE49-F238E27FC236}">
                  <a16:creationId xmlns:a16="http://schemas.microsoft.com/office/drawing/2014/main" id="{45FEC576-3AD3-3D17-00AD-3A13F55AD635}"/>
                </a:ext>
              </a:extLst>
            </p:cNvPr>
            <p:cNvSpPr/>
            <p:nvPr/>
          </p:nvSpPr>
          <p:spPr>
            <a:xfrm>
              <a:off x="4422997"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48D06172-2787-2E18-E9A8-7AC8607CD459}"/>
                </a:ext>
              </a:extLst>
            </p:cNvPr>
            <p:cNvCxnSpPr>
              <a:cxnSpLocks/>
              <a:stCxn id="32" idx="0"/>
            </p:cNvCxnSpPr>
            <p:nvPr/>
          </p:nvCxnSpPr>
          <p:spPr>
            <a:xfrm flipV="1">
              <a:off x="4428694"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5" name="Straight Connector 34">
              <a:extLst>
                <a:ext uri="{FF2B5EF4-FFF2-40B4-BE49-F238E27FC236}">
                  <a16:creationId xmlns:a16="http://schemas.microsoft.com/office/drawing/2014/main" id="{0C745E0E-1FC8-E8E4-71C8-BAD9F07109E7}"/>
                </a:ext>
              </a:extLst>
            </p:cNvPr>
            <p:cNvCxnSpPr>
              <a:cxnSpLocks/>
            </p:cNvCxnSpPr>
            <p:nvPr/>
          </p:nvCxnSpPr>
          <p:spPr>
            <a:xfrm>
              <a:off x="4434413"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39" name="Rectangle 38">
              <a:hlinkHover r:id="" action="ppaction://noaction" highlightClick="1"/>
              <a:extLst>
                <a:ext uri="{FF2B5EF4-FFF2-40B4-BE49-F238E27FC236}">
                  <a16:creationId xmlns:a16="http://schemas.microsoft.com/office/drawing/2014/main" id="{D33AB9ED-4EFA-2348-3A4F-3A654F833644}"/>
                </a:ext>
              </a:extLst>
            </p:cNvPr>
            <p:cNvSpPr/>
            <p:nvPr/>
          </p:nvSpPr>
          <p:spPr>
            <a:xfrm>
              <a:off x="7959193" y="3698227"/>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40" name="Oval 39">
              <a:extLst>
                <a:ext uri="{FF2B5EF4-FFF2-40B4-BE49-F238E27FC236}">
                  <a16:creationId xmlns:a16="http://schemas.microsoft.com/office/drawing/2014/main" id="{A37F096D-8B72-98B5-3839-91DCD793F534}"/>
                </a:ext>
              </a:extLst>
            </p:cNvPr>
            <p:cNvSpPr/>
            <p:nvPr/>
          </p:nvSpPr>
          <p:spPr>
            <a:xfrm>
              <a:off x="8533392"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 name="Isosceles Triangle 648">
              <a:extLst>
                <a:ext uri="{FF2B5EF4-FFF2-40B4-BE49-F238E27FC236}">
                  <a16:creationId xmlns:a16="http://schemas.microsoft.com/office/drawing/2014/main" id="{ADB6D499-1192-B732-65F6-EEDA41D248CE}"/>
                </a:ext>
              </a:extLst>
            </p:cNvPr>
            <p:cNvSpPr/>
            <p:nvPr/>
          </p:nvSpPr>
          <p:spPr>
            <a:xfrm>
              <a:off x="8563516"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 name="Rectangle 48">
              <a:extLst>
                <a:ext uri="{FF2B5EF4-FFF2-40B4-BE49-F238E27FC236}">
                  <a16:creationId xmlns:a16="http://schemas.microsoft.com/office/drawing/2014/main" id="{535DA3B3-A6ED-7549-BED3-D5D690EFE75B}"/>
                </a:ext>
              </a:extLst>
            </p:cNvPr>
            <p:cNvSpPr/>
            <p:nvPr/>
          </p:nvSpPr>
          <p:spPr>
            <a:xfrm>
              <a:off x="7957576" y="2253333"/>
              <a:ext cx="721206" cy="609701"/>
            </a:xfrm>
            <a:prstGeom prst="rect">
              <a:avLst/>
            </a:prstGeom>
            <a:solidFill>
              <a:schemeClr val="accent1">
                <a:lumMod val="40000"/>
                <a:lumOff val="6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50" name="Right Triangle 49">
              <a:extLst>
                <a:ext uri="{FF2B5EF4-FFF2-40B4-BE49-F238E27FC236}">
                  <a16:creationId xmlns:a16="http://schemas.microsoft.com/office/drawing/2014/main" id="{A693E38F-AFFE-9194-D0EA-D67A7981E0AE}"/>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1" name="Group 50">
              <a:extLst>
                <a:ext uri="{FF2B5EF4-FFF2-40B4-BE49-F238E27FC236}">
                  <a16:creationId xmlns:a16="http://schemas.microsoft.com/office/drawing/2014/main" id="{1E93BDC3-8F52-10FF-E0A5-A6A47FED99A6}"/>
                </a:ext>
              </a:extLst>
            </p:cNvPr>
            <p:cNvGrpSpPr/>
            <p:nvPr/>
          </p:nvGrpSpPr>
          <p:grpSpPr>
            <a:xfrm>
              <a:off x="8621953" y="2262661"/>
              <a:ext cx="37817" cy="61390"/>
              <a:chOff x="3883481" y="2057400"/>
              <a:chExt cx="1608363" cy="2652031"/>
            </a:xfrm>
            <a:solidFill>
              <a:srgbClr val="A6A6A6"/>
            </a:solidFill>
          </p:grpSpPr>
          <p:sp>
            <p:nvSpPr>
              <p:cNvPr id="52" name="Oval 27">
                <a:extLst>
                  <a:ext uri="{FF2B5EF4-FFF2-40B4-BE49-F238E27FC236}">
                    <a16:creationId xmlns:a16="http://schemas.microsoft.com/office/drawing/2014/main" id="{A18BBDD8-900D-CDB5-3BBB-E7114AD19BE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 name="Oval 28">
                <a:extLst>
                  <a:ext uri="{FF2B5EF4-FFF2-40B4-BE49-F238E27FC236}">
                    <a16:creationId xmlns:a16="http://schemas.microsoft.com/office/drawing/2014/main" id="{6D3A9278-F1D0-7CD4-8E19-EE3E2ECA1DD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55" name="Rectangle 54">
              <a:extLst>
                <a:ext uri="{FF2B5EF4-FFF2-40B4-BE49-F238E27FC236}">
                  <a16:creationId xmlns:a16="http://schemas.microsoft.com/office/drawing/2014/main" id="{DFA3CAE4-5DF3-8269-56F3-32156BE6A7E9}"/>
                </a:ext>
              </a:extLst>
            </p:cNvPr>
            <p:cNvSpPr/>
            <p:nvPr/>
          </p:nvSpPr>
          <p:spPr>
            <a:xfrm>
              <a:off x="5448055" y="1532276"/>
              <a:ext cx="721206" cy="609701"/>
            </a:xfrm>
            <a:prstGeom prst="rect">
              <a:avLst/>
            </a:prstGeom>
            <a:solidFill>
              <a:srgbClr val="FB7575"/>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56" name="Rectangle 55">
              <a:extLst>
                <a:ext uri="{FF2B5EF4-FFF2-40B4-BE49-F238E27FC236}">
                  <a16:creationId xmlns:a16="http://schemas.microsoft.com/office/drawing/2014/main" id="{7DD29079-C03B-9090-9613-2E1E384CBBC2}"/>
                </a:ext>
              </a:extLst>
            </p:cNvPr>
            <p:cNvSpPr/>
            <p:nvPr/>
          </p:nvSpPr>
          <p:spPr>
            <a:xfrm flipV="1">
              <a:off x="6059657"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 name="Oval 15">
              <a:extLst>
                <a:ext uri="{FF2B5EF4-FFF2-40B4-BE49-F238E27FC236}">
                  <a16:creationId xmlns:a16="http://schemas.microsoft.com/office/drawing/2014/main" id="{12A94588-A853-6433-E602-7037DC93B62C}"/>
                </a:ext>
              </a:extLst>
            </p:cNvPr>
            <p:cNvSpPr/>
            <p:nvPr/>
          </p:nvSpPr>
          <p:spPr>
            <a:xfrm>
              <a:off x="6087046"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9" name="Straight Connector 58">
              <a:extLst>
                <a:ext uri="{FF2B5EF4-FFF2-40B4-BE49-F238E27FC236}">
                  <a16:creationId xmlns:a16="http://schemas.microsoft.com/office/drawing/2014/main" id="{D29AC182-A133-315B-01F1-0F514A306D46}"/>
                </a:ext>
              </a:extLst>
            </p:cNvPr>
            <p:cNvCxnSpPr>
              <a:cxnSpLocks/>
              <a:stCxn id="57" idx="0"/>
            </p:cNvCxnSpPr>
            <p:nvPr/>
          </p:nvCxnSpPr>
          <p:spPr>
            <a:xfrm flipV="1">
              <a:off x="6092743"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0" name="Straight Connector 59">
              <a:extLst>
                <a:ext uri="{FF2B5EF4-FFF2-40B4-BE49-F238E27FC236}">
                  <a16:creationId xmlns:a16="http://schemas.microsoft.com/office/drawing/2014/main" id="{0D4AD965-6F5C-4FFF-64BE-F9675D824979}"/>
                </a:ext>
              </a:extLst>
            </p:cNvPr>
            <p:cNvCxnSpPr>
              <a:cxnSpLocks/>
            </p:cNvCxnSpPr>
            <p:nvPr/>
          </p:nvCxnSpPr>
          <p:spPr>
            <a:xfrm>
              <a:off x="6098462"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62" name="Rectangle 61">
              <a:extLst>
                <a:ext uri="{FF2B5EF4-FFF2-40B4-BE49-F238E27FC236}">
                  <a16:creationId xmlns:a16="http://schemas.microsoft.com/office/drawing/2014/main" id="{406E9E9F-8097-065D-E29D-5A864BA2804D}"/>
                </a:ext>
              </a:extLst>
            </p:cNvPr>
            <p:cNvSpPr/>
            <p:nvPr/>
          </p:nvSpPr>
          <p:spPr>
            <a:xfrm>
              <a:off x="6284562" y="1532276"/>
              <a:ext cx="721206" cy="609701"/>
            </a:xfrm>
            <a:prstGeom prst="rect">
              <a:avLst/>
            </a:prstGeom>
            <a:solidFill>
              <a:srgbClr val="FB7575"/>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63" name="Rectangle 62">
              <a:extLst>
                <a:ext uri="{FF2B5EF4-FFF2-40B4-BE49-F238E27FC236}">
                  <a16:creationId xmlns:a16="http://schemas.microsoft.com/office/drawing/2014/main" id="{22F6EF0A-BB8A-AAEE-42AD-77C6EDD6C62F}"/>
                </a:ext>
              </a:extLst>
            </p:cNvPr>
            <p:cNvSpPr/>
            <p:nvPr/>
          </p:nvSpPr>
          <p:spPr>
            <a:xfrm flipV="1">
              <a:off x="6902312"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 name="Oval 15">
              <a:extLst>
                <a:ext uri="{FF2B5EF4-FFF2-40B4-BE49-F238E27FC236}">
                  <a16:creationId xmlns:a16="http://schemas.microsoft.com/office/drawing/2014/main" id="{802D6FEC-2CBF-F1D2-BDE9-DDF6A688DFD1}"/>
                </a:ext>
              </a:extLst>
            </p:cNvPr>
            <p:cNvSpPr/>
            <p:nvPr/>
          </p:nvSpPr>
          <p:spPr>
            <a:xfrm>
              <a:off x="6929701"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5" name="Straight Connector 64">
              <a:extLst>
                <a:ext uri="{FF2B5EF4-FFF2-40B4-BE49-F238E27FC236}">
                  <a16:creationId xmlns:a16="http://schemas.microsoft.com/office/drawing/2014/main" id="{4C9307DC-B326-867F-D3C3-AA374ECF94B6}"/>
                </a:ext>
              </a:extLst>
            </p:cNvPr>
            <p:cNvCxnSpPr>
              <a:cxnSpLocks/>
              <a:stCxn id="64" idx="0"/>
            </p:cNvCxnSpPr>
            <p:nvPr/>
          </p:nvCxnSpPr>
          <p:spPr>
            <a:xfrm flipV="1">
              <a:off x="6935398"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6" name="Straight Connector 65">
              <a:extLst>
                <a:ext uri="{FF2B5EF4-FFF2-40B4-BE49-F238E27FC236}">
                  <a16:creationId xmlns:a16="http://schemas.microsoft.com/office/drawing/2014/main" id="{B40CDEC2-6672-3AC2-F043-39EB58EE6C0E}"/>
                </a:ext>
              </a:extLst>
            </p:cNvPr>
            <p:cNvCxnSpPr>
              <a:cxnSpLocks/>
            </p:cNvCxnSpPr>
            <p:nvPr/>
          </p:nvCxnSpPr>
          <p:spPr>
            <a:xfrm>
              <a:off x="6941117"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68" name="Rectangle 67">
              <a:extLst>
                <a:ext uri="{FF2B5EF4-FFF2-40B4-BE49-F238E27FC236}">
                  <a16:creationId xmlns:a16="http://schemas.microsoft.com/office/drawing/2014/main" id="{D0B4B2E0-0FE3-D482-D0BE-A564FE390FED}"/>
                </a:ext>
              </a:extLst>
            </p:cNvPr>
            <p:cNvSpPr/>
            <p:nvPr/>
          </p:nvSpPr>
          <p:spPr>
            <a:xfrm>
              <a:off x="7121069" y="1532276"/>
              <a:ext cx="721206" cy="609701"/>
            </a:xfrm>
            <a:prstGeom prst="rect">
              <a:avLst/>
            </a:prstGeom>
            <a:solidFill>
              <a:srgbClr val="FB7575"/>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69" name="Rectangle 68">
              <a:extLst>
                <a:ext uri="{FF2B5EF4-FFF2-40B4-BE49-F238E27FC236}">
                  <a16:creationId xmlns:a16="http://schemas.microsoft.com/office/drawing/2014/main" id="{8A669A21-FB2B-4141-A000-2083ED48A1AE}"/>
                </a:ext>
              </a:extLst>
            </p:cNvPr>
            <p:cNvSpPr/>
            <p:nvPr/>
          </p:nvSpPr>
          <p:spPr>
            <a:xfrm flipV="1">
              <a:off x="7736853"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Oval 15">
              <a:extLst>
                <a:ext uri="{FF2B5EF4-FFF2-40B4-BE49-F238E27FC236}">
                  <a16:creationId xmlns:a16="http://schemas.microsoft.com/office/drawing/2014/main" id="{5CA466E8-0C77-3147-7A2B-53C3EE7179BA}"/>
                </a:ext>
              </a:extLst>
            </p:cNvPr>
            <p:cNvSpPr/>
            <p:nvPr/>
          </p:nvSpPr>
          <p:spPr>
            <a:xfrm>
              <a:off x="7764242"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1" name="Straight Connector 70">
              <a:extLst>
                <a:ext uri="{FF2B5EF4-FFF2-40B4-BE49-F238E27FC236}">
                  <a16:creationId xmlns:a16="http://schemas.microsoft.com/office/drawing/2014/main" id="{D3EF0F61-FB0F-27BF-5F7E-BCC1898079BD}"/>
                </a:ext>
              </a:extLst>
            </p:cNvPr>
            <p:cNvCxnSpPr>
              <a:cxnSpLocks/>
              <a:stCxn id="70" idx="0"/>
            </p:cNvCxnSpPr>
            <p:nvPr/>
          </p:nvCxnSpPr>
          <p:spPr>
            <a:xfrm flipV="1">
              <a:off x="7769939"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2" name="Straight Connector 71">
              <a:extLst>
                <a:ext uri="{FF2B5EF4-FFF2-40B4-BE49-F238E27FC236}">
                  <a16:creationId xmlns:a16="http://schemas.microsoft.com/office/drawing/2014/main" id="{CBDD91F9-8E76-AC1F-60E3-E442EAED67DF}"/>
                </a:ext>
              </a:extLst>
            </p:cNvPr>
            <p:cNvCxnSpPr>
              <a:cxnSpLocks/>
            </p:cNvCxnSpPr>
            <p:nvPr/>
          </p:nvCxnSpPr>
          <p:spPr>
            <a:xfrm>
              <a:off x="7775658"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75" name="Right Triangle 74">
              <a:extLst>
                <a:ext uri="{FF2B5EF4-FFF2-40B4-BE49-F238E27FC236}">
                  <a16:creationId xmlns:a16="http://schemas.microsoft.com/office/drawing/2014/main" id="{872FDD8A-2B27-75D7-339B-3E682B48511E}"/>
                </a:ext>
              </a:extLst>
            </p:cNvPr>
            <p:cNvSpPr/>
            <p:nvPr/>
          </p:nvSpPr>
          <p:spPr>
            <a:xfrm rot="10800000">
              <a:off x="437405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6" name="Group 75">
              <a:extLst>
                <a:ext uri="{FF2B5EF4-FFF2-40B4-BE49-F238E27FC236}">
                  <a16:creationId xmlns:a16="http://schemas.microsoft.com/office/drawing/2014/main" id="{639E75DD-0902-544D-543A-318BE36017BE}"/>
                </a:ext>
              </a:extLst>
            </p:cNvPr>
            <p:cNvGrpSpPr/>
            <p:nvPr/>
          </p:nvGrpSpPr>
          <p:grpSpPr>
            <a:xfrm>
              <a:off x="4440500" y="1542931"/>
              <a:ext cx="37817" cy="61390"/>
              <a:chOff x="3883481" y="2057400"/>
              <a:chExt cx="1608363" cy="2652031"/>
            </a:xfrm>
            <a:solidFill>
              <a:srgbClr val="A6A6A6"/>
            </a:solidFill>
          </p:grpSpPr>
          <p:sp>
            <p:nvSpPr>
              <p:cNvPr id="77" name="Oval 27">
                <a:extLst>
                  <a:ext uri="{FF2B5EF4-FFF2-40B4-BE49-F238E27FC236}">
                    <a16:creationId xmlns:a16="http://schemas.microsoft.com/office/drawing/2014/main" id="{F721801A-93D7-4AAE-C26C-D4D162097E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 name="Oval 28">
                <a:extLst>
                  <a:ext uri="{FF2B5EF4-FFF2-40B4-BE49-F238E27FC236}">
                    <a16:creationId xmlns:a16="http://schemas.microsoft.com/office/drawing/2014/main" id="{D23C8126-8AF8-4EC1-DEE6-DEF9F73ABC4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80" name="Rectangle 79">
              <a:extLst>
                <a:ext uri="{FF2B5EF4-FFF2-40B4-BE49-F238E27FC236}">
                  <a16:creationId xmlns:a16="http://schemas.microsoft.com/office/drawing/2014/main" id="{820E15B4-EED6-211F-183B-41D288331E2C}"/>
                </a:ext>
              </a:extLst>
            </p:cNvPr>
            <p:cNvSpPr/>
            <p:nvPr/>
          </p:nvSpPr>
          <p:spPr>
            <a:xfrm>
              <a:off x="4611548" y="1532276"/>
              <a:ext cx="721206" cy="609701"/>
            </a:xfrm>
            <a:prstGeom prst="rect">
              <a:avLst/>
            </a:prstGeom>
            <a:solidFill>
              <a:srgbClr val="FB7575"/>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81" name="Right Triangle 80">
              <a:extLst>
                <a:ext uri="{FF2B5EF4-FFF2-40B4-BE49-F238E27FC236}">
                  <a16:creationId xmlns:a16="http://schemas.microsoft.com/office/drawing/2014/main" id="{089012D4-8F91-F144-98CF-F56336BC0E1C}"/>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2" name="Group 81">
              <a:extLst>
                <a:ext uri="{FF2B5EF4-FFF2-40B4-BE49-F238E27FC236}">
                  <a16:creationId xmlns:a16="http://schemas.microsoft.com/office/drawing/2014/main" id="{988E0E51-ACE5-337D-3B4F-8DBC5D1693B8}"/>
                </a:ext>
              </a:extLst>
            </p:cNvPr>
            <p:cNvGrpSpPr/>
            <p:nvPr/>
          </p:nvGrpSpPr>
          <p:grpSpPr>
            <a:xfrm>
              <a:off x="5276140" y="1542931"/>
              <a:ext cx="37817" cy="61390"/>
              <a:chOff x="3883481" y="2057400"/>
              <a:chExt cx="1608363" cy="2652031"/>
            </a:xfrm>
            <a:solidFill>
              <a:srgbClr val="A6A6A6"/>
            </a:solidFill>
          </p:grpSpPr>
          <p:sp>
            <p:nvSpPr>
              <p:cNvPr id="83" name="Oval 27">
                <a:extLst>
                  <a:ext uri="{FF2B5EF4-FFF2-40B4-BE49-F238E27FC236}">
                    <a16:creationId xmlns:a16="http://schemas.microsoft.com/office/drawing/2014/main" id="{1E4AE4CF-D435-D5A3-09AE-9094F6287D6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 name="Oval 28">
                <a:extLst>
                  <a:ext uri="{FF2B5EF4-FFF2-40B4-BE49-F238E27FC236}">
                    <a16:creationId xmlns:a16="http://schemas.microsoft.com/office/drawing/2014/main" id="{34DDF6AC-B5B4-2762-967D-C9BE404A90C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88" name="Rectangle 87">
              <a:extLst>
                <a:ext uri="{FF2B5EF4-FFF2-40B4-BE49-F238E27FC236}">
                  <a16:creationId xmlns:a16="http://schemas.microsoft.com/office/drawing/2014/main" id="{4537DE5F-623F-5949-4BD0-B249911149C0}"/>
                </a:ext>
              </a:extLst>
            </p:cNvPr>
            <p:cNvSpPr/>
            <p:nvPr/>
          </p:nvSpPr>
          <p:spPr>
            <a:xfrm>
              <a:off x="2938534" y="1532612"/>
              <a:ext cx="721206" cy="609702"/>
            </a:xfrm>
            <a:prstGeom prst="rect">
              <a:avLst/>
            </a:prstGeom>
            <a:solidFill>
              <a:srgbClr val="FB7575"/>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91" name="Right Triangle 90">
              <a:extLst>
                <a:ext uri="{FF2B5EF4-FFF2-40B4-BE49-F238E27FC236}">
                  <a16:creationId xmlns:a16="http://schemas.microsoft.com/office/drawing/2014/main" id="{E5FDA0AE-AF4A-0769-7F00-6128B4691082}"/>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 name="Oval 27">
              <a:extLst>
                <a:ext uri="{FF2B5EF4-FFF2-40B4-BE49-F238E27FC236}">
                  <a16:creationId xmlns:a16="http://schemas.microsoft.com/office/drawing/2014/main" id="{B782EB86-0005-2827-8056-74DD23DB4AF5}"/>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 name="Oval 28">
              <a:extLst>
                <a:ext uri="{FF2B5EF4-FFF2-40B4-BE49-F238E27FC236}">
                  <a16:creationId xmlns:a16="http://schemas.microsoft.com/office/drawing/2014/main" id="{5B9A47FB-F7F0-843C-3F73-A25D482BE6BB}"/>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 name="Rectangle 100">
              <a:hlinkHover r:id="" action="ppaction://noaction" highlightClick="1"/>
              <a:extLst>
                <a:ext uri="{FF2B5EF4-FFF2-40B4-BE49-F238E27FC236}">
                  <a16:creationId xmlns:a16="http://schemas.microsoft.com/office/drawing/2014/main" id="{FAF2309C-3C8C-45D1-B2B6-E202BA58C23D}"/>
                </a:ext>
              </a:extLst>
            </p:cNvPr>
            <p:cNvSpPr/>
            <p:nvPr/>
          </p:nvSpPr>
          <p:spPr>
            <a:xfrm>
              <a:off x="6287105" y="2974054"/>
              <a:ext cx="721206" cy="609701"/>
            </a:xfrm>
            <a:prstGeom prst="rect">
              <a:avLst/>
            </a:prstGeom>
            <a:solidFill>
              <a:schemeClr val="accent6">
                <a:lumMod val="60000"/>
                <a:lumOff val="40000"/>
              </a:schemeClr>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102" name="Rectangle 101">
              <a:extLst>
                <a:ext uri="{FF2B5EF4-FFF2-40B4-BE49-F238E27FC236}">
                  <a16:creationId xmlns:a16="http://schemas.microsoft.com/office/drawing/2014/main" id="{753D6271-CD15-11F1-0EA7-636A858F03F1}"/>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 name="Oval 15">
              <a:extLst>
                <a:ext uri="{FF2B5EF4-FFF2-40B4-BE49-F238E27FC236}">
                  <a16:creationId xmlns:a16="http://schemas.microsoft.com/office/drawing/2014/main" id="{D23586EE-5AEB-FA04-3886-EF1ECF963225}"/>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4" name="Straight Connector 103">
              <a:extLst>
                <a:ext uri="{FF2B5EF4-FFF2-40B4-BE49-F238E27FC236}">
                  <a16:creationId xmlns:a16="http://schemas.microsoft.com/office/drawing/2014/main" id="{358B3B3E-F923-CE44-C757-B43D7E9DA75D}"/>
                </a:ext>
              </a:extLst>
            </p:cNvPr>
            <p:cNvCxnSpPr>
              <a:cxnSpLocks/>
              <a:stCxn id="103"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5" name="Straight Connector 104">
              <a:extLst>
                <a:ext uri="{FF2B5EF4-FFF2-40B4-BE49-F238E27FC236}">
                  <a16:creationId xmlns:a16="http://schemas.microsoft.com/office/drawing/2014/main" id="{0194C9C3-0B0E-2F6A-9A54-87FA9BE347FC}"/>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107" name="Rectangle 106">
              <a:hlinkHover r:id="" action="ppaction://noaction" highlightClick="1"/>
              <a:extLst>
                <a:ext uri="{FF2B5EF4-FFF2-40B4-BE49-F238E27FC236}">
                  <a16:creationId xmlns:a16="http://schemas.microsoft.com/office/drawing/2014/main" id="{37753332-1D39-47D9-8691-2D230B5CAEB6}"/>
                </a:ext>
              </a:extLst>
            </p:cNvPr>
            <p:cNvSpPr/>
            <p:nvPr/>
          </p:nvSpPr>
          <p:spPr>
            <a:xfrm>
              <a:off x="7123149" y="2974054"/>
              <a:ext cx="721206" cy="609701"/>
            </a:xfrm>
            <a:prstGeom prst="rect">
              <a:avLst/>
            </a:prstGeom>
            <a:solidFill>
              <a:schemeClr val="accent6">
                <a:lumMod val="60000"/>
                <a:lumOff val="40000"/>
              </a:schemeClr>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108" name="Rectangle 107">
              <a:extLst>
                <a:ext uri="{FF2B5EF4-FFF2-40B4-BE49-F238E27FC236}">
                  <a16:creationId xmlns:a16="http://schemas.microsoft.com/office/drawing/2014/main" id="{CE618F03-685D-7E93-C388-F57FE1E524B9}"/>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 name="Oval 15">
              <a:extLst>
                <a:ext uri="{FF2B5EF4-FFF2-40B4-BE49-F238E27FC236}">
                  <a16:creationId xmlns:a16="http://schemas.microsoft.com/office/drawing/2014/main" id="{B1600485-513D-FF68-474F-FD65E1201E97}"/>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0" name="Straight Connector 109">
              <a:extLst>
                <a:ext uri="{FF2B5EF4-FFF2-40B4-BE49-F238E27FC236}">
                  <a16:creationId xmlns:a16="http://schemas.microsoft.com/office/drawing/2014/main" id="{BBAC37BB-B01C-4A66-1131-F71E06223D73}"/>
                </a:ext>
              </a:extLst>
            </p:cNvPr>
            <p:cNvCxnSpPr>
              <a:cxnSpLocks/>
              <a:stCxn id="109"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1" name="Straight Connector 110">
              <a:extLst>
                <a:ext uri="{FF2B5EF4-FFF2-40B4-BE49-F238E27FC236}">
                  <a16:creationId xmlns:a16="http://schemas.microsoft.com/office/drawing/2014/main" id="{1D9867DD-E8E5-434D-08A3-2D10A456453F}"/>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113" name="Rectangle 112">
              <a:hlinkHover r:id="" action="ppaction://noaction" highlightClick="1"/>
              <a:extLst>
                <a:ext uri="{FF2B5EF4-FFF2-40B4-BE49-F238E27FC236}">
                  <a16:creationId xmlns:a16="http://schemas.microsoft.com/office/drawing/2014/main" id="{652987A8-ED1C-BF27-3686-9E7D0086DE3F}"/>
                </a:ext>
              </a:extLst>
            </p:cNvPr>
            <p:cNvSpPr/>
            <p:nvPr/>
          </p:nvSpPr>
          <p:spPr>
            <a:xfrm>
              <a:off x="7959193" y="2974054"/>
              <a:ext cx="721206" cy="609701"/>
            </a:xfrm>
            <a:prstGeom prst="rect">
              <a:avLst/>
            </a:prstGeom>
            <a:solidFill>
              <a:schemeClr val="accent6">
                <a:lumMod val="60000"/>
                <a:lumOff val="40000"/>
              </a:schemeClr>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sp>
          <p:nvSpPr>
            <p:cNvPr id="114" name="Diamond 113">
              <a:extLst>
                <a:ext uri="{FF2B5EF4-FFF2-40B4-BE49-F238E27FC236}">
                  <a16:creationId xmlns:a16="http://schemas.microsoft.com/office/drawing/2014/main" id="{FD512A8A-5738-8787-4AE4-D799EA996F58}"/>
                </a:ext>
              </a:extLst>
            </p:cNvPr>
            <p:cNvSpPr/>
            <p:nvPr/>
          </p:nvSpPr>
          <p:spPr>
            <a:xfrm>
              <a:off x="8543891" y="2976405"/>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Oval 114">
              <a:extLst>
                <a:ext uri="{FF2B5EF4-FFF2-40B4-BE49-F238E27FC236}">
                  <a16:creationId xmlns:a16="http://schemas.microsoft.com/office/drawing/2014/main" id="{521289A9-865A-0590-C10C-DA76F4C2E7F9}"/>
                </a:ext>
              </a:extLst>
            </p:cNvPr>
            <p:cNvSpPr/>
            <p:nvPr/>
          </p:nvSpPr>
          <p:spPr>
            <a:xfrm>
              <a:off x="8578094" y="3009893"/>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 name="Rectangle 116">
              <a:hlinkHover r:id="" action="ppaction://noaction" highlightClick="1"/>
              <a:extLst>
                <a:ext uri="{FF2B5EF4-FFF2-40B4-BE49-F238E27FC236}">
                  <a16:creationId xmlns:a16="http://schemas.microsoft.com/office/drawing/2014/main" id="{CB154348-38AF-7D70-912D-D4EB12B6F8CD}"/>
                </a:ext>
              </a:extLst>
            </p:cNvPr>
            <p:cNvSpPr/>
            <p:nvPr/>
          </p:nvSpPr>
          <p:spPr>
            <a:xfrm>
              <a:off x="8795237" y="2974054"/>
              <a:ext cx="721206" cy="609701"/>
            </a:xfrm>
            <a:prstGeom prst="rect">
              <a:avLst/>
            </a:prstGeom>
            <a:solidFill>
              <a:schemeClr val="accent6">
                <a:lumMod val="60000"/>
                <a:lumOff val="40000"/>
              </a:schemeClr>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118" name="Diamond 117">
              <a:extLst>
                <a:ext uri="{FF2B5EF4-FFF2-40B4-BE49-F238E27FC236}">
                  <a16:creationId xmlns:a16="http://schemas.microsoft.com/office/drawing/2014/main" id="{A8C6AA5E-65C2-D686-AFF4-B7FC6FDBF4B1}"/>
                </a:ext>
              </a:extLst>
            </p:cNvPr>
            <p:cNvSpPr/>
            <p:nvPr/>
          </p:nvSpPr>
          <p:spPr>
            <a:xfrm>
              <a:off x="9379935" y="2976405"/>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Oval 118">
              <a:extLst>
                <a:ext uri="{FF2B5EF4-FFF2-40B4-BE49-F238E27FC236}">
                  <a16:creationId xmlns:a16="http://schemas.microsoft.com/office/drawing/2014/main" id="{943C467E-5D5C-4F7A-D8A5-84B0F8EEBD98}"/>
                </a:ext>
              </a:extLst>
            </p:cNvPr>
            <p:cNvSpPr/>
            <p:nvPr/>
          </p:nvSpPr>
          <p:spPr>
            <a:xfrm>
              <a:off x="9414138" y="3009893"/>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58A94105-6034-562E-AA51-25809849074E}"/>
                </a:ext>
              </a:extLst>
            </p:cNvPr>
            <p:cNvSpPr/>
            <p:nvPr/>
          </p:nvSpPr>
          <p:spPr>
            <a:xfrm>
              <a:off x="4605608" y="811556"/>
              <a:ext cx="721203" cy="609701"/>
            </a:xfrm>
            <a:prstGeom prst="rect">
              <a:avLst/>
            </a:prstGeom>
            <a:solidFill>
              <a:schemeClr val="accent6">
                <a:lumMod val="60000"/>
                <a:lumOff val="40000"/>
              </a:schemeClr>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p>
          </p:txBody>
        </p:sp>
        <p:sp>
          <p:nvSpPr>
            <p:cNvPr id="122" name="Rectangle 121">
              <a:extLst>
                <a:ext uri="{FF2B5EF4-FFF2-40B4-BE49-F238E27FC236}">
                  <a16:creationId xmlns:a16="http://schemas.microsoft.com/office/drawing/2014/main" id="{6F70E38F-FF4D-46A4-8516-7FF329434D41}"/>
                </a:ext>
              </a:extLst>
            </p:cNvPr>
            <p:cNvSpPr/>
            <p:nvPr/>
          </p:nvSpPr>
          <p:spPr>
            <a:xfrm flipV="1">
              <a:off x="5227471"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 name="Oval 15">
              <a:extLst>
                <a:ext uri="{FF2B5EF4-FFF2-40B4-BE49-F238E27FC236}">
                  <a16:creationId xmlns:a16="http://schemas.microsoft.com/office/drawing/2014/main" id="{9BD7136C-60F4-0D70-82B0-529FFAB2840D}"/>
                </a:ext>
              </a:extLst>
            </p:cNvPr>
            <p:cNvSpPr/>
            <p:nvPr/>
          </p:nvSpPr>
          <p:spPr>
            <a:xfrm>
              <a:off x="5254860"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4" name="Straight Connector 123">
              <a:extLst>
                <a:ext uri="{FF2B5EF4-FFF2-40B4-BE49-F238E27FC236}">
                  <a16:creationId xmlns:a16="http://schemas.microsoft.com/office/drawing/2014/main" id="{CD98F9E4-815C-565D-767C-B5BD95C0DCE2}"/>
                </a:ext>
              </a:extLst>
            </p:cNvPr>
            <p:cNvCxnSpPr>
              <a:cxnSpLocks/>
              <a:stCxn id="123" idx="0"/>
            </p:cNvCxnSpPr>
            <p:nvPr/>
          </p:nvCxnSpPr>
          <p:spPr>
            <a:xfrm flipV="1">
              <a:off x="5260557"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5" name="Straight Connector 124">
              <a:extLst>
                <a:ext uri="{FF2B5EF4-FFF2-40B4-BE49-F238E27FC236}">
                  <a16:creationId xmlns:a16="http://schemas.microsoft.com/office/drawing/2014/main" id="{1739424D-E0F8-ED92-11C7-5B45E685DADC}"/>
                </a:ext>
              </a:extLst>
            </p:cNvPr>
            <p:cNvCxnSpPr>
              <a:cxnSpLocks/>
            </p:cNvCxnSpPr>
            <p:nvPr/>
          </p:nvCxnSpPr>
          <p:spPr>
            <a:xfrm>
              <a:off x="5266276"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127" name="Rectangle 126">
              <a:extLst>
                <a:ext uri="{FF2B5EF4-FFF2-40B4-BE49-F238E27FC236}">
                  <a16:creationId xmlns:a16="http://schemas.microsoft.com/office/drawing/2014/main" id="{6B9A8FF6-3B8E-8B6F-BC61-2D15EBF844B1}"/>
                </a:ext>
              </a:extLst>
            </p:cNvPr>
            <p:cNvSpPr/>
            <p:nvPr/>
          </p:nvSpPr>
          <p:spPr>
            <a:xfrm>
              <a:off x="5442072" y="811556"/>
              <a:ext cx="721207" cy="609701"/>
            </a:xfrm>
            <a:prstGeom prst="rect">
              <a:avLst/>
            </a:prstGeom>
            <a:solidFill>
              <a:srgbClr val="FB7575"/>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129" name="Rectangle 128">
              <a:extLst>
                <a:ext uri="{FF2B5EF4-FFF2-40B4-BE49-F238E27FC236}">
                  <a16:creationId xmlns:a16="http://schemas.microsoft.com/office/drawing/2014/main" id="{6103C567-8746-E440-2C6D-73860C536D0E}"/>
                </a:ext>
              </a:extLst>
            </p:cNvPr>
            <p:cNvSpPr/>
            <p:nvPr/>
          </p:nvSpPr>
          <p:spPr>
            <a:xfrm flipV="1">
              <a:off x="6070087" y="820272"/>
              <a:ext cx="100193"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 name="Oval 15">
              <a:extLst>
                <a:ext uri="{FF2B5EF4-FFF2-40B4-BE49-F238E27FC236}">
                  <a16:creationId xmlns:a16="http://schemas.microsoft.com/office/drawing/2014/main" id="{D0DEE4AE-8622-1AF9-8A67-19CCA28642FD}"/>
                </a:ext>
              </a:extLst>
            </p:cNvPr>
            <p:cNvSpPr/>
            <p:nvPr/>
          </p:nvSpPr>
          <p:spPr>
            <a:xfrm>
              <a:off x="6097476"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3" name="Straight Connector 132">
              <a:extLst>
                <a:ext uri="{FF2B5EF4-FFF2-40B4-BE49-F238E27FC236}">
                  <a16:creationId xmlns:a16="http://schemas.microsoft.com/office/drawing/2014/main" id="{78366A7E-2CCA-FFEE-928D-E316D42FE376}"/>
                </a:ext>
              </a:extLst>
            </p:cNvPr>
            <p:cNvCxnSpPr>
              <a:cxnSpLocks/>
              <a:stCxn id="132" idx="0"/>
            </p:cNvCxnSpPr>
            <p:nvPr/>
          </p:nvCxnSpPr>
          <p:spPr>
            <a:xfrm flipV="1">
              <a:off x="6103173"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5" name="Straight Connector 134">
              <a:extLst>
                <a:ext uri="{FF2B5EF4-FFF2-40B4-BE49-F238E27FC236}">
                  <a16:creationId xmlns:a16="http://schemas.microsoft.com/office/drawing/2014/main" id="{EC1CEFDB-55E9-F044-D892-9D5C75E2B8CF}"/>
                </a:ext>
              </a:extLst>
            </p:cNvPr>
            <p:cNvCxnSpPr>
              <a:cxnSpLocks/>
            </p:cNvCxnSpPr>
            <p:nvPr/>
          </p:nvCxnSpPr>
          <p:spPr>
            <a:xfrm>
              <a:off x="6108892"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137" name="Rectangle 136">
              <a:hlinkHover r:id="" action="ppaction://noaction" highlightClick="1"/>
              <a:extLst>
                <a:ext uri="{FF2B5EF4-FFF2-40B4-BE49-F238E27FC236}">
                  <a16:creationId xmlns:a16="http://schemas.microsoft.com/office/drawing/2014/main" id="{CA120937-6FDC-3DCB-CC15-9415EE5A5FC0}"/>
                </a:ext>
              </a:extLst>
            </p:cNvPr>
            <p:cNvSpPr/>
            <p:nvPr/>
          </p:nvSpPr>
          <p:spPr>
            <a:xfrm>
              <a:off x="6284590" y="811556"/>
              <a:ext cx="721206" cy="609701"/>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153" name="Right Triangle 152">
              <a:extLst>
                <a:ext uri="{FF2B5EF4-FFF2-40B4-BE49-F238E27FC236}">
                  <a16:creationId xmlns:a16="http://schemas.microsoft.com/office/drawing/2014/main" id="{56E2FC1E-E684-C393-3003-AAB65DBE63D0}"/>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4" name="Oval 27">
              <a:extLst>
                <a:ext uri="{FF2B5EF4-FFF2-40B4-BE49-F238E27FC236}">
                  <a16:creationId xmlns:a16="http://schemas.microsoft.com/office/drawing/2014/main" id="{505E74F5-AD1C-737C-CDE1-652885B38AEF}"/>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 name="Oval 28">
              <a:extLst>
                <a:ext uri="{FF2B5EF4-FFF2-40B4-BE49-F238E27FC236}">
                  <a16:creationId xmlns:a16="http://schemas.microsoft.com/office/drawing/2014/main" id="{D3A9B1A5-C856-12F3-BC80-3FA836F91F11}"/>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7" name="Rectangle 156">
              <a:extLst>
                <a:ext uri="{FF2B5EF4-FFF2-40B4-BE49-F238E27FC236}">
                  <a16:creationId xmlns:a16="http://schemas.microsoft.com/office/drawing/2014/main" id="{05146530-94EA-A620-DEBD-757F5E37A4FF}"/>
                </a:ext>
              </a:extLst>
            </p:cNvPr>
            <p:cNvSpPr/>
            <p:nvPr/>
          </p:nvSpPr>
          <p:spPr>
            <a:xfrm>
              <a:off x="6268720" y="2252303"/>
              <a:ext cx="740457" cy="625689"/>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559" name="Rectangle 558">
              <a:extLst>
                <a:ext uri="{FF2B5EF4-FFF2-40B4-BE49-F238E27FC236}">
                  <a16:creationId xmlns:a16="http://schemas.microsoft.com/office/drawing/2014/main" id="{1846FA49-DB9E-0B5C-E256-445EA58F79B5}"/>
                </a:ext>
              </a:extLst>
            </p:cNvPr>
            <p:cNvSpPr/>
            <p:nvPr/>
          </p:nvSpPr>
          <p:spPr>
            <a:xfrm>
              <a:off x="7957576" y="811556"/>
              <a:ext cx="721206" cy="609701"/>
            </a:xfrm>
            <a:prstGeom prst="rect">
              <a:avLst/>
            </a:prstGeom>
            <a:solidFill>
              <a:srgbClr val="FB7575"/>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560" name="Rectangle 559">
              <a:extLst>
                <a:ext uri="{FF2B5EF4-FFF2-40B4-BE49-F238E27FC236}">
                  <a16:creationId xmlns:a16="http://schemas.microsoft.com/office/drawing/2014/main" id="{8F73FAE3-BA96-7FDA-D9AA-F26EFFFB959D}"/>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1" name="Oval 15">
              <a:extLst>
                <a:ext uri="{FF2B5EF4-FFF2-40B4-BE49-F238E27FC236}">
                  <a16:creationId xmlns:a16="http://schemas.microsoft.com/office/drawing/2014/main" id="{A5AA07FB-F566-5105-7F0E-563D2B3FF7A5}"/>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62" name="Straight Connector 561">
              <a:extLst>
                <a:ext uri="{FF2B5EF4-FFF2-40B4-BE49-F238E27FC236}">
                  <a16:creationId xmlns:a16="http://schemas.microsoft.com/office/drawing/2014/main" id="{DB770C1E-65FE-DB7B-C0D1-C3F53DC0A85B}"/>
                </a:ext>
              </a:extLst>
            </p:cNvPr>
            <p:cNvCxnSpPr>
              <a:cxnSpLocks/>
              <a:stCxn id="561"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63" name="Straight Connector 562">
              <a:extLst>
                <a:ext uri="{FF2B5EF4-FFF2-40B4-BE49-F238E27FC236}">
                  <a16:creationId xmlns:a16="http://schemas.microsoft.com/office/drawing/2014/main" id="{7E18AF18-0F7A-3192-8DC0-4562823303DD}"/>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565" name="Rectangle 564">
              <a:hlinkHover r:id="" action="ppaction://noaction" highlightClick="1"/>
              <a:extLst>
                <a:ext uri="{FF2B5EF4-FFF2-40B4-BE49-F238E27FC236}">
                  <a16:creationId xmlns:a16="http://schemas.microsoft.com/office/drawing/2014/main" id="{9128A689-DE53-18A2-505D-F063EE9FC7DF}"/>
                </a:ext>
              </a:extLst>
            </p:cNvPr>
            <p:cNvSpPr/>
            <p:nvPr/>
          </p:nvSpPr>
          <p:spPr>
            <a:xfrm>
              <a:off x="9661608" y="806846"/>
              <a:ext cx="721206" cy="609701"/>
            </a:xfrm>
            <a:prstGeom prst="rect">
              <a:avLst/>
            </a:prstGeom>
            <a:solidFill>
              <a:schemeClr val="accent6">
                <a:lumMod val="60000"/>
                <a:lumOff val="40000"/>
              </a:schemeClr>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569" name="Rectangle 568">
              <a:hlinkHover r:id="" action="ppaction://noaction" highlightClick="1"/>
              <a:extLst>
                <a:ext uri="{FF2B5EF4-FFF2-40B4-BE49-F238E27FC236}">
                  <a16:creationId xmlns:a16="http://schemas.microsoft.com/office/drawing/2014/main" id="{C9A7FCEE-38F5-757F-C368-E068E3E17CA5}"/>
                </a:ext>
              </a:extLst>
            </p:cNvPr>
            <p:cNvSpPr/>
            <p:nvPr/>
          </p:nvSpPr>
          <p:spPr>
            <a:xfrm>
              <a:off x="10520475" y="90836"/>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570" name="Oval 569">
              <a:extLst>
                <a:ext uri="{FF2B5EF4-FFF2-40B4-BE49-F238E27FC236}">
                  <a16:creationId xmlns:a16="http://schemas.microsoft.com/office/drawing/2014/main" id="{BAD46D77-9FA1-3215-15E8-931417D443E1}"/>
                </a:ext>
              </a:extLst>
            </p:cNvPr>
            <p:cNvSpPr/>
            <p:nvPr/>
          </p:nvSpPr>
          <p:spPr>
            <a:xfrm>
              <a:off x="11099014"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1" name="Isosceles Triangle 648">
              <a:extLst>
                <a:ext uri="{FF2B5EF4-FFF2-40B4-BE49-F238E27FC236}">
                  <a16:creationId xmlns:a16="http://schemas.microsoft.com/office/drawing/2014/main" id="{1B80E94E-A24C-A811-3E71-5C61AC45E42C}"/>
                </a:ext>
              </a:extLst>
            </p:cNvPr>
            <p:cNvSpPr/>
            <p:nvPr/>
          </p:nvSpPr>
          <p:spPr>
            <a:xfrm>
              <a:off x="11129138"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3" name="Rectangle 572">
              <a:hlinkHover r:id="" action="ppaction://noaction" highlightClick="1"/>
              <a:extLst>
                <a:ext uri="{FF2B5EF4-FFF2-40B4-BE49-F238E27FC236}">
                  <a16:creationId xmlns:a16="http://schemas.microsoft.com/office/drawing/2014/main" id="{40EC0A98-3E62-A230-2BFF-98B4C3BDF1D9}"/>
                </a:ext>
              </a:extLst>
            </p:cNvPr>
            <p:cNvSpPr/>
            <p:nvPr/>
          </p:nvSpPr>
          <p:spPr>
            <a:xfrm>
              <a:off x="11356238" y="90836"/>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574" name="Oval 573">
              <a:extLst>
                <a:ext uri="{FF2B5EF4-FFF2-40B4-BE49-F238E27FC236}">
                  <a16:creationId xmlns:a16="http://schemas.microsoft.com/office/drawing/2014/main" id="{EA7EFD1D-B2DD-40A2-5DCC-F63B7B57B758}"/>
                </a:ext>
              </a:extLst>
            </p:cNvPr>
            <p:cNvSpPr/>
            <p:nvPr/>
          </p:nvSpPr>
          <p:spPr>
            <a:xfrm>
              <a:off x="11934777"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5" name="Isosceles Triangle 648">
              <a:extLst>
                <a:ext uri="{FF2B5EF4-FFF2-40B4-BE49-F238E27FC236}">
                  <a16:creationId xmlns:a16="http://schemas.microsoft.com/office/drawing/2014/main" id="{2B393537-0D8F-2A35-6260-FE8A6A41F17D}"/>
                </a:ext>
              </a:extLst>
            </p:cNvPr>
            <p:cNvSpPr/>
            <p:nvPr/>
          </p:nvSpPr>
          <p:spPr>
            <a:xfrm>
              <a:off x="11964901"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7" name="Rectangle 576">
              <a:hlinkHover r:id="" action="ppaction://noaction" highlightClick="1"/>
              <a:extLst>
                <a:ext uri="{FF2B5EF4-FFF2-40B4-BE49-F238E27FC236}">
                  <a16:creationId xmlns:a16="http://schemas.microsoft.com/office/drawing/2014/main" id="{1DD33283-1D7C-6539-5FF3-C33A9A64CDFB}"/>
                </a:ext>
              </a:extLst>
            </p:cNvPr>
            <p:cNvSpPr/>
            <p:nvPr/>
          </p:nvSpPr>
          <p:spPr>
            <a:xfrm>
              <a:off x="11356238" y="3694774"/>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578" name="Oval 577">
              <a:extLst>
                <a:ext uri="{FF2B5EF4-FFF2-40B4-BE49-F238E27FC236}">
                  <a16:creationId xmlns:a16="http://schemas.microsoft.com/office/drawing/2014/main" id="{EE190239-3DB9-95EA-F321-E9A655D9BB8C}"/>
                </a:ext>
              </a:extLst>
            </p:cNvPr>
            <p:cNvSpPr/>
            <p:nvPr/>
          </p:nvSpPr>
          <p:spPr>
            <a:xfrm>
              <a:off x="11934777" y="3702531"/>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9" name="Isosceles Triangle 648">
              <a:extLst>
                <a:ext uri="{FF2B5EF4-FFF2-40B4-BE49-F238E27FC236}">
                  <a16:creationId xmlns:a16="http://schemas.microsoft.com/office/drawing/2014/main" id="{25514179-C1BD-A390-6EBE-28B0B830AE90}"/>
                </a:ext>
              </a:extLst>
            </p:cNvPr>
            <p:cNvSpPr/>
            <p:nvPr/>
          </p:nvSpPr>
          <p:spPr>
            <a:xfrm>
              <a:off x="11964901"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1" name="Rectangle 580">
              <a:hlinkHover r:id="" action="ppaction://noaction" highlightClick="1"/>
              <a:extLst>
                <a:ext uri="{FF2B5EF4-FFF2-40B4-BE49-F238E27FC236}">
                  <a16:creationId xmlns:a16="http://schemas.microsoft.com/office/drawing/2014/main" id="{D57B8448-EBC0-E652-24EC-6B60CBE1F656}"/>
                </a:ext>
              </a:extLst>
            </p:cNvPr>
            <p:cNvSpPr/>
            <p:nvPr/>
          </p:nvSpPr>
          <p:spPr>
            <a:xfrm>
              <a:off x="9657689" y="4419620"/>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582" name="Oval 581">
              <a:extLst>
                <a:ext uri="{FF2B5EF4-FFF2-40B4-BE49-F238E27FC236}">
                  <a16:creationId xmlns:a16="http://schemas.microsoft.com/office/drawing/2014/main" id="{EFC3E55F-5392-EB17-29FF-656A7590B44F}"/>
                </a:ext>
              </a:extLst>
            </p:cNvPr>
            <p:cNvSpPr/>
            <p:nvPr/>
          </p:nvSpPr>
          <p:spPr>
            <a:xfrm>
              <a:off x="10231216"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3" name="Isosceles Triangle 648">
              <a:extLst>
                <a:ext uri="{FF2B5EF4-FFF2-40B4-BE49-F238E27FC236}">
                  <a16:creationId xmlns:a16="http://schemas.microsoft.com/office/drawing/2014/main" id="{1103430B-949A-B312-2FD8-C44D0A43406D}"/>
                </a:ext>
              </a:extLst>
            </p:cNvPr>
            <p:cNvSpPr/>
            <p:nvPr/>
          </p:nvSpPr>
          <p:spPr>
            <a:xfrm>
              <a:off x="10261340"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5" name="Rectangle 584">
              <a:hlinkHover r:id="" action="ppaction://noaction" highlightClick="1"/>
              <a:extLst>
                <a:ext uri="{FF2B5EF4-FFF2-40B4-BE49-F238E27FC236}">
                  <a16:creationId xmlns:a16="http://schemas.microsoft.com/office/drawing/2014/main" id="{08F7FBF2-DC93-E683-EEDF-B47BCD4B4B5D}"/>
                </a:ext>
              </a:extLst>
            </p:cNvPr>
            <p:cNvSpPr/>
            <p:nvPr/>
          </p:nvSpPr>
          <p:spPr>
            <a:xfrm>
              <a:off x="10506964" y="4419620"/>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586" name="Oval 585">
              <a:extLst>
                <a:ext uri="{FF2B5EF4-FFF2-40B4-BE49-F238E27FC236}">
                  <a16:creationId xmlns:a16="http://schemas.microsoft.com/office/drawing/2014/main" id="{C2A084BD-FEB3-A282-9DA9-09758F0CDADD}"/>
                </a:ext>
              </a:extLst>
            </p:cNvPr>
            <p:cNvSpPr/>
            <p:nvPr/>
          </p:nvSpPr>
          <p:spPr>
            <a:xfrm>
              <a:off x="11085503" y="442737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7" name="Isosceles Triangle 648">
              <a:extLst>
                <a:ext uri="{FF2B5EF4-FFF2-40B4-BE49-F238E27FC236}">
                  <a16:creationId xmlns:a16="http://schemas.microsoft.com/office/drawing/2014/main" id="{89F1723E-BFE6-D0EA-5406-334810255874}"/>
                </a:ext>
              </a:extLst>
            </p:cNvPr>
            <p:cNvSpPr/>
            <p:nvPr/>
          </p:nvSpPr>
          <p:spPr>
            <a:xfrm>
              <a:off x="11115627" y="444088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9" name="Rectangle 588">
              <a:hlinkHover r:id="" action="ppaction://noaction" highlightClick="1"/>
              <a:extLst>
                <a:ext uri="{FF2B5EF4-FFF2-40B4-BE49-F238E27FC236}">
                  <a16:creationId xmlns:a16="http://schemas.microsoft.com/office/drawing/2014/main" id="{3A85F868-0A32-9B2B-BD25-892C36CDD236}"/>
                </a:ext>
              </a:extLst>
            </p:cNvPr>
            <p:cNvSpPr/>
            <p:nvPr/>
          </p:nvSpPr>
          <p:spPr>
            <a:xfrm>
              <a:off x="11355999" y="4416261"/>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590" name="Oval 589">
              <a:extLst>
                <a:ext uri="{FF2B5EF4-FFF2-40B4-BE49-F238E27FC236}">
                  <a16:creationId xmlns:a16="http://schemas.microsoft.com/office/drawing/2014/main" id="{0742EF99-371F-1AA4-E044-FB5BD11411E1}"/>
                </a:ext>
              </a:extLst>
            </p:cNvPr>
            <p:cNvSpPr/>
            <p:nvPr/>
          </p:nvSpPr>
          <p:spPr>
            <a:xfrm>
              <a:off x="11934538"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1" name="Isosceles Triangle 648">
              <a:extLst>
                <a:ext uri="{FF2B5EF4-FFF2-40B4-BE49-F238E27FC236}">
                  <a16:creationId xmlns:a16="http://schemas.microsoft.com/office/drawing/2014/main" id="{C72A2461-37DF-7E3C-698D-9BA34A4F1749}"/>
                </a:ext>
              </a:extLst>
            </p:cNvPr>
            <p:cNvSpPr/>
            <p:nvPr/>
          </p:nvSpPr>
          <p:spPr>
            <a:xfrm>
              <a:off x="11964662"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3" name="Rectangle 592">
              <a:hlinkHover r:id="" action="ppaction://noaction" highlightClick="1"/>
              <a:extLst>
                <a:ext uri="{FF2B5EF4-FFF2-40B4-BE49-F238E27FC236}">
                  <a16:creationId xmlns:a16="http://schemas.microsoft.com/office/drawing/2014/main" id="{896A9597-F649-73CD-3973-B0316F172F54}"/>
                </a:ext>
              </a:extLst>
            </p:cNvPr>
            <p:cNvSpPr/>
            <p:nvPr/>
          </p:nvSpPr>
          <p:spPr>
            <a:xfrm>
              <a:off x="8808522" y="4416261"/>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594" name="Oval 593">
              <a:extLst>
                <a:ext uri="{FF2B5EF4-FFF2-40B4-BE49-F238E27FC236}">
                  <a16:creationId xmlns:a16="http://schemas.microsoft.com/office/drawing/2014/main" id="{D9738F68-A9B5-D9C5-7277-B0FEFEF31B0E}"/>
                </a:ext>
              </a:extLst>
            </p:cNvPr>
            <p:cNvSpPr/>
            <p:nvPr/>
          </p:nvSpPr>
          <p:spPr>
            <a:xfrm>
              <a:off x="9387061"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5" name="Isosceles Triangle 648">
              <a:extLst>
                <a:ext uri="{FF2B5EF4-FFF2-40B4-BE49-F238E27FC236}">
                  <a16:creationId xmlns:a16="http://schemas.microsoft.com/office/drawing/2014/main" id="{382ED96B-472D-1FDF-65D8-D4FDDD6FE21A}"/>
                </a:ext>
              </a:extLst>
            </p:cNvPr>
            <p:cNvSpPr/>
            <p:nvPr/>
          </p:nvSpPr>
          <p:spPr>
            <a:xfrm>
              <a:off x="9417185"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7" name="Rectangle 596">
              <a:hlinkHover r:id="" action="ppaction://noaction" highlightClick="1"/>
              <a:extLst>
                <a:ext uri="{FF2B5EF4-FFF2-40B4-BE49-F238E27FC236}">
                  <a16:creationId xmlns:a16="http://schemas.microsoft.com/office/drawing/2014/main" id="{5270AC22-A2F9-81E2-8F76-E55ADB9F2DBB}"/>
                </a:ext>
              </a:extLst>
            </p:cNvPr>
            <p:cNvSpPr/>
            <p:nvPr/>
          </p:nvSpPr>
          <p:spPr>
            <a:xfrm>
              <a:off x="10509575" y="5141013"/>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598" name="Oval 597">
              <a:extLst>
                <a:ext uri="{FF2B5EF4-FFF2-40B4-BE49-F238E27FC236}">
                  <a16:creationId xmlns:a16="http://schemas.microsoft.com/office/drawing/2014/main" id="{083A72BB-1AD6-2B2B-9E9F-3E9A5EB685BB}"/>
                </a:ext>
              </a:extLst>
            </p:cNvPr>
            <p:cNvSpPr/>
            <p:nvPr/>
          </p:nvSpPr>
          <p:spPr>
            <a:xfrm>
              <a:off x="11088114" y="514877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9" name="Isosceles Triangle 648">
              <a:extLst>
                <a:ext uri="{FF2B5EF4-FFF2-40B4-BE49-F238E27FC236}">
                  <a16:creationId xmlns:a16="http://schemas.microsoft.com/office/drawing/2014/main" id="{00021ECD-E636-EC00-CC30-893F205D7D0F}"/>
                </a:ext>
              </a:extLst>
            </p:cNvPr>
            <p:cNvSpPr/>
            <p:nvPr/>
          </p:nvSpPr>
          <p:spPr>
            <a:xfrm>
              <a:off x="11118238" y="51622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1" name="Rectangle 600">
              <a:hlinkHover r:id="" action="ppaction://noaction" highlightClick="1"/>
              <a:extLst>
                <a:ext uri="{FF2B5EF4-FFF2-40B4-BE49-F238E27FC236}">
                  <a16:creationId xmlns:a16="http://schemas.microsoft.com/office/drawing/2014/main" id="{6CB00BBF-FC0E-C32E-CE48-557264927227}"/>
                </a:ext>
              </a:extLst>
            </p:cNvPr>
            <p:cNvSpPr/>
            <p:nvPr/>
          </p:nvSpPr>
          <p:spPr>
            <a:xfrm>
              <a:off x="9651074" y="5143363"/>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602" name="Oval 601">
              <a:extLst>
                <a:ext uri="{FF2B5EF4-FFF2-40B4-BE49-F238E27FC236}">
                  <a16:creationId xmlns:a16="http://schemas.microsoft.com/office/drawing/2014/main" id="{B4466142-F3A5-F037-BF2D-A6BF09F41D7B}"/>
                </a:ext>
              </a:extLst>
            </p:cNvPr>
            <p:cNvSpPr/>
            <p:nvPr/>
          </p:nvSpPr>
          <p:spPr>
            <a:xfrm>
              <a:off x="10228298" y="515358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3" name="Isosceles Triangle 648">
              <a:extLst>
                <a:ext uri="{FF2B5EF4-FFF2-40B4-BE49-F238E27FC236}">
                  <a16:creationId xmlns:a16="http://schemas.microsoft.com/office/drawing/2014/main" id="{0B7B6C8B-9D81-B258-496E-4BA9D64E3050}"/>
                </a:ext>
              </a:extLst>
            </p:cNvPr>
            <p:cNvSpPr/>
            <p:nvPr/>
          </p:nvSpPr>
          <p:spPr>
            <a:xfrm>
              <a:off x="10258423" y="516709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5" name="Rectangle 604">
              <a:hlinkHover r:id="" action="ppaction://noaction" highlightClick="1"/>
              <a:extLst>
                <a:ext uri="{FF2B5EF4-FFF2-40B4-BE49-F238E27FC236}">
                  <a16:creationId xmlns:a16="http://schemas.microsoft.com/office/drawing/2014/main" id="{E1F724AC-76DB-7EE3-60C1-6B06441B82D3}"/>
                </a:ext>
              </a:extLst>
            </p:cNvPr>
            <p:cNvSpPr/>
            <p:nvPr/>
          </p:nvSpPr>
          <p:spPr>
            <a:xfrm>
              <a:off x="9657610" y="3698227"/>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Defender for IoT</a:t>
              </a:r>
            </a:p>
          </p:txBody>
        </p:sp>
        <p:sp>
          <p:nvSpPr>
            <p:cNvPr id="606" name="Oval 605">
              <a:extLst>
                <a:ext uri="{FF2B5EF4-FFF2-40B4-BE49-F238E27FC236}">
                  <a16:creationId xmlns:a16="http://schemas.microsoft.com/office/drawing/2014/main" id="{D555BE87-9CE1-A6B6-8125-2B0D1D69EF06}"/>
                </a:ext>
              </a:extLst>
            </p:cNvPr>
            <p:cNvSpPr/>
            <p:nvPr/>
          </p:nvSpPr>
          <p:spPr>
            <a:xfrm>
              <a:off x="10233763"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7" name="Isosceles Triangle 648">
              <a:extLst>
                <a:ext uri="{FF2B5EF4-FFF2-40B4-BE49-F238E27FC236}">
                  <a16:creationId xmlns:a16="http://schemas.microsoft.com/office/drawing/2014/main" id="{72B9D2E1-7578-BA58-A53A-282EB2727EEC}"/>
                </a:ext>
              </a:extLst>
            </p:cNvPr>
            <p:cNvSpPr/>
            <p:nvPr/>
          </p:nvSpPr>
          <p:spPr>
            <a:xfrm>
              <a:off x="1026388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9" name="Rectangle 608">
              <a:hlinkHover r:id="" action="ppaction://noaction" highlightClick="1"/>
              <a:extLst>
                <a:ext uri="{FF2B5EF4-FFF2-40B4-BE49-F238E27FC236}">
                  <a16:creationId xmlns:a16="http://schemas.microsoft.com/office/drawing/2014/main" id="{5B95BED0-E938-BA3B-4336-43221F48B810}"/>
                </a:ext>
              </a:extLst>
            </p:cNvPr>
            <p:cNvSpPr/>
            <p:nvPr/>
          </p:nvSpPr>
          <p:spPr>
            <a:xfrm>
              <a:off x="10506924" y="3698227"/>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610" name="Oval 609">
              <a:extLst>
                <a:ext uri="{FF2B5EF4-FFF2-40B4-BE49-F238E27FC236}">
                  <a16:creationId xmlns:a16="http://schemas.microsoft.com/office/drawing/2014/main" id="{B7DA5F7C-EACA-CD15-1F91-65102D583418}"/>
                </a:ext>
              </a:extLst>
            </p:cNvPr>
            <p:cNvSpPr/>
            <p:nvPr/>
          </p:nvSpPr>
          <p:spPr>
            <a:xfrm>
              <a:off x="11085463" y="370598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1" name="Isosceles Triangle 648">
              <a:extLst>
                <a:ext uri="{FF2B5EF4-FFF2-40B4-BE49-F238E27FC236}">
                  <a16:creationId xmlns:a16="http://schemas.microsoft.com/office/drawing/2014/main" id="{E2DEBA0B-2515-C670-A055-C2555BFFF825}"/>
                </a:ext>
              </a:extLst>
            </p:cNvPr>
            <p:cNvSpPr/>
            <p:nvPr/>
          </p:nvSpPr>
          <p:spPr>
            <a:xfrm>
              <a:off x="11115587" y="371949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3" name="Rectangle 612">
              <a:hlinkHover r:id="" action="ppaction://noaction" highlightClick="1"/>
              <a:extLst>
                <a:ext uri="{FF2B5EF4-FFF2-40B4-BE49-F238E27FC236}">
                  <a16:creationId xmlns:a16="http://schemas.microsoft.com/office/drawing/2014/main" id="{A117CFFF-C38A-B399-F7C2-8A9B0DF4F7E0}"/>
                </a:ext>
              </a:extLst>
            </p:cNvPr>
            <p:cNvSpPr/>
            <p:nvPr/>
          </p:nvSpPr>
          <p:spPr>
            <a:xfrm>
              <a:off x="8808415" y="5135706"/>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614" name="Oval 613">
              <a:extLst>
                <a:ext uri="{FF2B5EF4-FFF2-40B4-BE49-F238E27FC236}">
                  <a16:creationId xmlns:a16="http://schemas.microsoft.com/office/drawing/2014/main" id="{AFDE70DC-C2EE-27E2-2230-7740BAA30CCD}"/>
                </a:ext>
              </a:extLst>
            </p:cNvPr>
            <p:cNvSpPr/>
            <p:nvPr/>
          </p:nvSpPr>
          <p:spPr>
            <a:xfrm>
              <a:off x="9384290" y="514604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5" name="Isosceles Triangle 648">
              <a:extLst>
                <a:ext uri="{FF2B5EF4-FFF2-40B4-BE49-F238E27FC236}">
                  <a16:creationId xmlns:a16="http://schemas.microsoft.com/office/drawing/2014/main" id="{D2725D21-3DE8-38A3-FFFB-B21BEEDD882B}"/>
                </a:ext>
              </a:extLst>
            </p:cNvPr>
            <p:cNvSpPr/>
            <p:nvPr/>
          </p:nvSpPr>
          <p:spPr>
            <a:xfrm>
              <a:off x="9414415" y="515956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7" name="Rectangle 616">
              <a:hlinkHover r:id="" action="ppaction://noaction" highlightClick="1"/>
              <a:extLst>
                <a:ext uri="{FF2B5EF4-FFF2-40B4-BE49-F238E27FC236}">
                  <a16:creationId xmlns:a16="http://schemas.microsoft.com/office/drawing/2014/main" id="{4B96ECD7-9A05-5427-04DC-845F10D93BBA}"/>
                </a:ext>
              </a:extLst>
            </p:cNvPr>
            <p:cNvSpPr/>
            <p:nvPr/>
          </p:nvSpPr>
          <p:spPr>
            <a:xfrm>
              <a:off x="9656908" y="2253333"/>
              <a:ext cx="721206" cy="609701"/>
            </a:xfrm>
            <a:prstGeom prst="rect">
              <a:avLst/>
            </a:prstGeom>
            <a:solidFill>
              <a:schemeClr val="accent1">
                <a:lumMod val="40000"/>
                <a:lumOff val="60000"/>
              </a:schemeClr>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618" name="Rectangle 617">
              <a:extLst>
                <a:ext uri="{FF2B5EF4-FFF2-40B4-BE49-F238E27FC236}">
                  <a16:creationId xmlns:a16="http://schemas.microsoft.com/office/drawing/2014/main" id="{3A17A464-2C2B-8FCB-6669-4FA2A06FAA2E}"/>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9" name="Oval 15">
              <a:extLst>
                <a:ext uri="{FF2B5EF4-FFF2-40B4-BE49-F238E27FC236}">
                  <a16:creationId xmlns:a16="http://schemas.microsoft.com/office/drawing/2014/main" id="{CDCBA723-F54E-1CF5-B081-815BB654C6ED}"/>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20" name="Straight Connector 619">
              <a:extLst>
                <a:ext uri="{FF2B5EF4-FFF2-40B4-BE49-F238E27FC236}">
                  <a16:creationId xmlns:a16="http://schemas.microsoft.com/office/drawing/2014/main" id="{3F7E5B95-8C78-D35D-6F29-E6F422183804}"/>
                </a:ext>
              </a:extLst>
            </p:cNvPr>
            <p:cNvCxnSpPr>
              <a:cxnSpLocks/>
              <a:stCxn id="619"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21" name="Straight Connector 620">
              <a:extLst>
                <a:ext uri="{FF2B5EF4-FFF2-40B4-BE49-F238E27FC236}">
                  <a16:creationId xmlns:a16="http://schemas.microsoft.com/office/drawing/2014/main" id="{8E646C3B-04E6-E0B5-09A0-CA5041803ACF}"/>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623" name="Rectangle 622">
              <a:hlinkHover r:id="" action="ppaction://noaction" highlightClick="1"/>
              <a:extLst>
                <a:ext uri="{FF2B5EF4-FFF2-40B4-BE49-F238E27FC236}">
                  <a16:creationId xmlns:a16="http://schemas.microsoft.com/office/drawing/2014/main" id="{767B34D2-78B2-218E-3E72-AA5FCA5DFC8B}"/>
                </a:ext>
              </a:extLst>
            </p:cNvPr>
            <p:cNvSpPr/>
            <p:nvPr/>
          </p:nvSpPr>
          <p:spPr>
            <a:xfrm>
              <a:off x="8806119" y="2252303"/>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624" name="Oval 623">
              <a:extLst>
                <a:ext uri="{FF2B5EF4-FFF2-40B4-BE49-F238E27FC236}">
                  <a16:creationId xmlns:a16="http://schemas.microsoft.com/office/drawing/2014/main" id="{D504515E-3248-08E6-915B-4A22774501B0}"/>
                </a:ext>
              </a:extLst>
            </p:cNvPr>
            <p:cNvSpPr/>
            <p:nvPr/>
          </p:nvSpPr>
          <p:spPr>
            <a:xfrm>
              <a:off x="9384657" y="226109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5" name="Isosceles Triangle 648">
              <a:extLst>
                <a:ext uri="{FF2B5EF4-FFF2-40B4-BE49-F238E27FC236}">
                  <a16:creationId xmlns:a16="http://schemas.microsoft.com/office/drawing/2014/main" id="{AF48652B-6000-9158-E524-43B7152D2B96}"/>
                </a:ext>
              </a:extLst>
            </p:cNvPr>
            <p:cNvSpPr/>
            <p:nvPr/>
          </p:nvSpPr>
          <p:spPr>
            <a:xfrm>
              <a:off x="9425711" y="227460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7" name="Rectangle 626">
              <a:hlinkHover r:id="" action="ppaction://noaction" highlightClick="1"/>
              <a:extLst>
                <a:ext uri="{FF2B5EF4-FFF2-40B4-BE49-F238E27FC236}">
                  <a16:creationId xmlns:a16="http://schemas.microsoft.com/office/drawing/2014/main" id="{0BFB8E08-3DB4-E6FF-CFE2-AD3EEB143FAA}"/>
                </a:ext>
              </a:extLst>
            </p:cNvPr>
            <p:cNvSpPr/>
            <p:nvPr/>
          </p:nvSpPr>
          <p:spPr>
            <a:xfrm>
              <a:off x="10506573" y="2253333"/>
              <a:ext cx="721206" cy="609701"/>
            </a:xfrm>
            <a:prstGeom prst="rect">
              <a:avLst/>
            </a:prstGeom>
            <a:solidFill>
              <a:schemeClr val="accent6">
                <a:lumMod val="60000"/>
                <a:lumOff val="40000"/>
              </a:schemeClr>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628" name="Diamond 627">
              <a:extLst>
                <a:ext uri="{FF2B5EF4-FFF2-40B4-BE49-F238E27FC236}">
                  <a16:creationId xmlns:a16="http://schemas.microsoft.com/office/drawing/2014/main" id="{9C33FF33-C8B7-4DCB-525B-B6E7962417B9}"/>
                </a:ext>
              </a:extLst>
            </p:cNvPr>
            <p:cNvSpPr/>
            <p:nvPr/>
          </p:nvSpPr>
          <p:spPr>
            <a:xfrm>
              <a:off x="11091271" y="2255684"/>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9" name="Oval 628">
              <a:extLst>
                <a:ext uri="{FF2B5EF4-FFF2-40B4-BE49-F238E27FC236}">
                  <a16:creationId xmlns:a16="http://schemas.microsoft.com/office/drawing/2014/main" id="{B504E149-D254-2A2F-017C-0F97F09BCAB5}"/>
                </a:ext>
              </a:extLst>
            </p:cNvPr>
            <p:cNvSpPr/>
            <p:nvPr/>
          </p:nvSpPr>
          <p:spPr>
            <a:xfrm>
              <a:off x="11125474" y="2289172"/>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1" name="Rectangle 630">
              <a:hlinkHover r:id="" action="ppaction://noaction" highlightClick="1"/>
              <a:extLst>
                <a:ext uri="{FF2B5EF4-FFF2-40B4-BE49-F238E27FC236}">
                  <a16:creationId xmlns:a16="http://schemas.microsoft.com/office/drawing/2014/main" id="{FB9FBC7B-E39B-3738-6D4A-BF3361249805}"/>
                </a:ext>
              </a:extLst>
            </p:cNvPr>
            <p:cNvSpPr/>
            <p:nvPr/>
          </p:nvSpPr>
          <p:spPr>
            <a:xfrm>
              <a:off x="7957577" y="1532276"/>
              <a:ext cx="721206" cy="609701"/>
            </a:xfrm>
            <a:prstGeom prst="rect">
              <a:avLst/>
            </a:prstGeom>
            <a:solidFill>
              <a:srgbClr val="FB7575"/>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632" name="Rectangle 631">
              <a:extLst>
                <a:ext uri="{FF2B5EF4-FFF2-40B4-BE49-F238E27FC236}">
                  <a16:creationId xmlns:a16="http://schemas.microsoft.com/office/drawing/2014/main" id="{54F7D214-D2F9-833A-D798-BDE3B009F093}"/>
                </a:ext>
              </a:extLst>
            </p:cNvPr>
            <p:cNvSpPr/>
            <p:nvPr/>
          </p:nvSpPr>
          <p:spPr>
            <a:xfrm flipV="1">
              <a:off x="8571630" y="153528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3" name="Oval 15">
              <a:extLst>
                <a:ext uri="{FF2B5EF4-FFF2-40B4-BE49-F238E27FC236}">
                  <a16:creationId xmlns:a16="http://schemas.microsoft.com/office/drawing/2014/main" id="{217B3B1F-9B7D-21D1-C979-10493D7004A5}"/>
                </a:ext>
              </a:extLst>
            </p:cNvPr>
            <p:cNvSpPr/>
            <p:nvPr/>
          </p:nvSpPr>
          <p:spPr>
            <a:xfrm>
              <a:off x="8599019" y="1572027"/>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34" name="Straight Connector 633">
              <a:extLst>
                <a:ext uri="{FF2B5EF4-FFF2-40B4-BE49-F238E27FC236}">
                  <a16:creationId xmlns:a16="http://schemas.microsoft.com/office/drawing/2014/main" id="{7C25148F-7153-AF0F-F18E-D963ECC8CF01}"/>
                </a:ext>
              </a:extLst>
            </p:cNvPr>
            <p:cNvCxnSpPr>
              <a:cxnSpLocks/>
              <a:stCxn id="633" idx="0"/>
            </p:cNvCxnSpPr>
            <p:nvPr/>
          </p:nvCxnSpPr>
          <p:spPr>
            <a:xfrm flipV="1">
              <a:off x="8604716" y="154880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35" name="Straight Connector 634">
              <a:extLst>
                <a:ext uri="{FF2B5EF4-FFF2-40B4-BE49-F238E27FC236}">
                  <a16:creationId xmlns:a16="http://schemas.microsoft.com/office/drawing/2014/main" id="{605EFAD3-CD7C-A0D3-484C-EB18C4C9C4CA}"/>
                </a:ext>
              </a:extLst>
            </p:cNvPr>
            <p:cNvCxnSpPr>
              <a:cxnSpLocks/>
            </p:cNvCxnSpPr>
            <p:nvPr/>
          </p:nvCxnSpPr>
          <p:spPr>
            <a:xfrm>
              <a:off x="8610435" y="154880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637" name="Rectangle 636">
              <a:extLst>
                <a:ext uri="{FF2B5EF4-FFF2-40B4-BE49-F238E27FC236}">
                  <a16:creationId xmlns:a16="http://schemas.microsoft.com/office/drawing/2014/main" id="{2C9175EA-2902-FF7E-5CA4-538E3197495D}"/>
                </a:ext>
              </a:extLst>
            </p:cNvPr>
            <p:cNvSpPr/>
            <p:nvPr/>
          </p:nvSpPr>
          <p:spPr>
            <a:xfrm>
              <a:off x="9656908" y="1532276"/>
              <a:ext cx="721206" cy="609701"/>
            </a:xfrm>
            <a:prstGeom prst="rect">
              <a:avLst/>
            </a:prstGeom>
            <a:solidFill>
              <a:schemeClr val="accent6">
                <a:lumMod val="60000"/>
                <a:lumOff val="40000"/>
              </a:schemeClr>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638" name="Rectangle 637">
              <a:extLst>
                <a:ext uri="{FF2B5EF4-FFF2-40B4-BE49-F238E27FC236}">
                  <a16:creationId xmlns:a16="http://schemas.microsoft.com/office/drawing/2014/main" id="{2E315620-CCA6-3968-23F6-785958D968C0}"/>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9" name="Oval 15">
              <a:extLst>
                <a:ext uri="{FF2B5EF4-FFF2-40B4-BE49-F238E27FC236}">
                  <a16:creationId xmlns:a16="http://schemas.microsoft.com/office/drawing/2014/main" id="{5C22509D-00C7-343E-6351-BC0473CD6728}"/>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40" name="Straight Connector 639">
              <a:extLst>
                <a:ext uri="{FF2B5EF4-FFF2-40B4-BE49-F238E27FC236}">
                  <a16:creationId xmlns:a16="http://schemas.microsoft.com/office/drawing/2014/main" id="{67C5E003-40F3-5D7C-F77B-7C24BE7F0124}"/>
                </a:ext>
              </a:extLst>
            </p:cNvPr>
            <p:cNvCxnSpPr>
              <a:cxnSpLocks/>
              <a:stCxn id="639"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41" name="Straight Connector 640">
              <a:extLst>
                <a:ext uri="{FF2B5EF4-FFF2-40B4-BE49-F238E27FC236}">
                  <a16:creationId xmlns:a16="http://schemas.microsoft.com/office/drawing/2014/main" id="{DC5B2230-3ACC-4978-D470-835807E106FB}"/>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643" name="Rectangle 642">
              <a:hlinkHover r:id="" action="ppaction://noaction" highlightClick="1"/>
              <a:extLst>
                <a:ext uri="{FF2B5EF4-FFF2-40B4-BE49-F238E27FC236}">
                  <a16:creationId xmlns:a16="http://schemas.microsoft.com/office/drawing/2014/main" id="{5DBC4ED2-C70D-169A-F4EA-E41865B33874}"/>
                </a:ext>
              </a:extLst>
            </p:cNvPr>
            <p:cNvSpPr/>
            <p:nvPr/>
          </p:nvSpPr>
          <p:spPr>
            <a:xfrm>
              <a:off x="8807242" y="1532276"/>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t>
              </a:r>
              <a:r>
                <a:rPr lang="en-GB" sz="600">
                  <a:solidFill>
                    <a:srgbClr val="1F4E79"/>
                  </a:solidFill>
                  <a:latin typeface="Century Gothic" panose="020B0502020202020204" pitchFamily="34" charset="0"/>
                </a:rPr>
                <a:t>Unified Catalog</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644" name="Oval 643">
              <a:extLst>
                <a:ext uri="{FF2B5EF4-FFF2-40B4-BE49-F238E27FC236}">
                  <a16:creationId xmlns:a16="http://schemas.microsoft.com/office/drawing/2014/main" id="{CCA3ACCC-749B-7252-8C58-F05CE35A9316}"/>
                </a:ext>
              </a:extLst>
            </p:cNvPr>
            <p:cNvSpPr/>
            <p:nvPr/>
          </p:nvSpPr>
          <p:spPr>
            <a:xfrm>
              <a:off x="9387205" y="154139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5" name="Isosceles Triangle 648">
              <a:extLst>
                <a:ext uri="{FF2B5EF4-FFF2-40B4-BE49-F238E27FC236}">
                  <a16:creationId xmlns:a16="http://schemas.microsoft.com/office/drawing/2014/main" id="{210BA58E-D048-9186-460C-5923F1E981E3}"/>
                </a:ext>
              </a:extLst>
            </p:cNvPr>
            <p:cNvSpPr/>
            <p:nvPr/>
          </p:nvSpPr>
          <p:spPr>
            <a:xfrm>
              <a:off x="9417330" y="155491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7" name="Rectangle 646">
              <a:hlinkHover r:id="" action="ppaction://noaction" highlightClick="1"/>
              <a:extLst>
                <a:ext uri="{FF2B5EF4-FFF2-40B4-BE49-F238E27FC236}">
                  <a16:creationId xmlns:a16="http://schemas.microsoft.com/office/drawing/2014/main" id="{11E0F109-4EBA-6FF2-9386-26CB9A322094}"/>
                </a:ext>
              </a:extLst>
            </p:cNvPr>
            <p:cNvSpPr/>
            <p:nvPr/>
          </p:nvSpPr>
          <p:spPr>
            <a:xfrm>
              <a:off x="11356238" y="1532276"/>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t>
              </a:r>
              <a:r>
                <a:rPr lang="en-GB" sz="600">
                  <a:solidFill>
                    <a:srgbClr val="1F4E79"/>
                  </a:solidFill>
                  <a:latin typeface="Century Gothic" panose="020B0502020202020204" pitchFamily="34" charset="0"/>
                </a:rPr>
                <a:t>Cloud</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648" name="Oval 647">
              <a:extLst>
                <a:ext uri="{FF2B5EF4-FFF2-40B4-BE49-F238E27FC236}">
                  <a16:creationId xmlns:a16="http://schemas.microsoft.com/office/drawing/2014/main" id="{0D757059-A165-DC22-EF88-70CC3E97B003}"/>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9" name="Isosceles Triangle 648">
              <a:extLst>
                <a:ext uri="{FF2B5EF4-FFF2-40B4-BE49-F238E27FC236}">
                  <a16:creationId xmlns:a16="http://schemas.microsoft.com/office/drawing/2014/main" id="{CF9A005C-4972-D49C-A5AF-6DA39760D92F}"/>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7" name="Rectangle 666">
              <a:hlinkHover r:id="" action="ppaction://noaction" highlightClick="1"/>
              <a:extLst>
                <a:ext uri="{FF2B5EF4-FFF2-40B4-BE49-F238E27FC236}">
                  <a16:creationId xmlns:a16="http://schemas.microsoft.com/office/drawing/2014/main" id="{670F8816-845E-FCDC-8C2F-08D7CA8D2BB2}"/>
                </a:ext>
              </a:extLst>
            </p:cNvPr>
            <p:cNvSpPr/>
            <p:nvPr/>
          </p:nvSpPr>
          <p:spPr>
            <a:xfrm>
              <a:off x="11355999" y="2974054"/>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668" name="Oval 667">
              <a:extLst>
                <a:ext uri="{FF2B5EF4-FFF2-40B4-BE49-F238E27FC236}">
                  <a16:creationId xmlns:a16="http://schemas.microsoft.com/office/drawing/2014/main" id="{3779D44D-9733-4AB8-1F8A-5F27CA799ECB}"/>
                </a:ext>
              </a:extLst>
            </p:cNvPr>
            <p:cNvSpPr/>
            <p:nvPr/>
          </p:nvSpPr>
          <p:spPr>
            <a:xfrm>
              <a:off x="11933223" y="298330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9" name="Isosceles Triangle 648">
              <a:extLst>
                <a:ext uri="{FF2B5EF4-FFF2-40B4-BE49-F238E27FC236}">
                  <a16:creationId xmlns:a16="http://schemas.microsoft.com/office/drawing/2014/main" id="{6670086B-F276-E66C-C712-B5858DA09086}"/>
                </a:ext>
              </a:extLst>
            </p:cNvPr>
            <p:cNvSpPr/>
            <p:nvPr/>
          </p:nvSpPr>
          <p:spPr>
            <a:xfrm>
              <a:off x="11963348" y="299682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1" name="Rectangle 670">
              <a:hlinkHover r:id="" action="ppaction://noaction" highlightClick="1"/>
              <a:extLst>
                <a:ext uri="{FF2B5EF4-FFF2-40B4-BE49-F238E27FC236}">
                  <a16:creationId xmlns:a16="http://schemas.microsoft.com/office/drawing/2014/main" id="{8DD88D29-36C6-1020-33AE-A1396D962900}"/>
                </a:ext>
              </a:extLst>
            </p:cNvPr>
            <p:cNvSpPr/>
            <p:nvPr/>
          </p:nvSpPr>
          <p:spPr>
            <a:xfrm>
              <a:off x="11356238" y="811556"/>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672" name="Oval 671">
              <a:extLst>
                <a:ext uri="{FF2B5EF4-FFF2-40B4-BE49-F238E27FC236}">
                  <a16:creationId xmlns:a16="http://schemas.microsoft.com/office/drawing/2014/main" id="{54EA59B9-7F73-3341-4417-148F7ED37462}"/>
                </a:ext>
              </a:extLst>
            </p:cNvPr>
            <p:cNvSpPr/>
            <p:nvPr/>
          </p:nvSpPr>
          <p:spPr>
            <a:xfrm>
              <a:off x="11934777" y="81931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3" name="Isosceles Triangle 648">
              <a:extLst>
                <a:ext uri="{FF2B5EF4-FFF2-40B4-BE49-F238E27FC236}">
                  <a16:creationId xmlns:a16="http://schemas.microsoft.com/office/drawing/2014/main" id="{7DB5E71F-49DA-B4B9-17E2-872739895C9A}"/>
                </a:ext>
              </a:extLst>
            </p:cNvPr>
            <p:cNvSpPr/>
            <p:nvPr/>
          </p:nvSpPr>
          <p:spPr>
            <a:xfrm>
              <a:off x="11964901" y="8328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5" name="Rectangle 674">
              <a:hlinkHover r:id="" action="ppaction://noaction" highlightClick="1"/>
              <a:extLst>
                <a:ext uri="{FF2B5EF4-FFF2-40B4-BE49-F238E27FC236}">
                  <a16:creationId xmlns:a16="http://schemas.microsoft.com/office/drawing/2014/main" id="{CC265074-D5D2-DCFC-D5BC-61716BBDCA49}"/>
                </a:ext>
              </a:extLst>
            </p:cNvPr>
            <p:cNvSpPr/>
            <p:nvPr/>
          </p:nvSpPr>
          <p:spPr>
            <a:xfrm>
              <a:off x="8807242" y="811556"/>
              <a:ext cx="721206" cy="609701"/>
            </a:xfrm>
            <a:prstGeom prst="rect">
              <a:avLst/>
            </a:prstGeom>
            <a:solidFill>
              <a:srgbClr val="FB7575"/>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676" name="Diamond 675">
              <a:extLst>
                <a:ext uri="{FF2B5EF4-FFF2-40B4-BE49-F238E27FC236}">
                  <a16:creationId xmlns:a16="http://schemas.microsoft.com/office/drawing/2014/main" id="{EABDAD70-4A57-51C2-EDEA-EFC845A05EA8}"/>
                </a:ext>
              </a:extLst>
            </p:cNvPr>
            <p:cNvSpPr/>
            <p:nvPr/>
          </p:nvSpPr>
          <p:spPr>
            <a:xfrm>
              <a:off x="9398401" y="81852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7" name="Oval 676">
              <a:extLst>
                <a:ext uri="{FF2B5EF4-FFF2-40B4-BE49-F238E27FC236}">
                  <a16:creationId xmlns:a16="http://schemas.microsoft.com/office/drawing/2014/main" id="{69DA6205-667B-B786-59C7-B80004D0AECA}"/>
                </a:ext>
              </a:extLst>
            </p:cNvPr>
            <p:cNvSpPr/>
            <p:nvPr/>
          </p:nvSpPr>
          <p:spPr>
            <a:xfrm>
              <a:off x="9432604" y="85201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9" name="Rectangle 678">
              <a:hlinkHover r:id="" action="ppaction://noaction" highlightClick="1"/>
              <a:extLst>
                <a:ext uri="{FF2B5EF4-FFF2-40B4-BE49-F238E27FC236}">
                  <a16:creationId xmlns:a16="http://schemas.microsoft.com/office/drawing/2014/main" id="{DD690586-30A8-3135-95EB-246FF4563E4F}"/>
                </a:ext>
              </a:extLst>
            </p:cNvPr>
            <p:cNvSpPr/>
            <p:nvPr/>
          </p:nvSpPr>
          <p:spPr>
            <a:xfrm>
              <a:off x="8808415" y="3705984"/>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680" name="Oval 679">
              <a:extLst>
                <a:ext uri="{FF2B5EF4-FFF2-40B4-BE49-F238E27FC236}">
                  <a16:creationId xmlns:a16="http://schemas.microsoft.com/office/drawing/2014/main" id="{44415B06-427B-38D8-7F23-247C2A7FC43C}"/>
                </a:ext>
              </a:extLst>
            </p:cNvPr>
            <p:cNvSpPr/>
            <p:nvPr/>
          </p:nvSpPr>
          <p:spPr>
            <a:xfrm>
              <a:off x="9388378" y="371510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1" name="Isosceles Triangle 648">
              <a:extLst>
                <a:ext uri="{FF2B5EF4-FFF2-40B4-BE49-F238E27FC236}">
                  <a16:creationId xmlns:a16="http://schemas.microsoft.com/office/drawing/2014/main" id="{3D60E408-C844-4DC0-B729-72ED4D68F218}"/>
                </a:ext>
              </a:extLst>
            </p:cNvPr>
            <p:cNvSpPr/>
            <p:nvPr/>
          </p:nvSpPr>
          <p:spPr>
            <a:xfrm>
              <a:off x="9418503" y="372861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3" name="Rectangle 682">
              <a:extLst>
                <a:ext uri="{FF2B5EF4-FFF2-40B4-BE49-F238E27FC236}">
                  <a16:creationId xmlns:a16="http://schemas.microsoft.com/office/drawing/2014/main" id="{4EF895FE-DB78-BA65-068D-19E5E14FD7E8}"/>
                </a:ext>
              </a:extLst>
            </p:cNvPr>
            <p:cNvSpPr/>
            <p:nvPr/>
          </p:nvSpPr>
          <p:spPr>
            <a:xfrm>
              <a:off x="431659" y="90836"/>
              <a:ext cx="721206" cy="609701"/>
            </a:xfrm>
            <a:prstGeom prst="rect">
              <a:avLst/>
            </a:prstGeom>
            <a:solidFill>
              <a:srgbClr val="FB7575"/>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684" name="Rectangle 683">
              <a:extLst>
                <a:ext uri="{FF2B5EF4-FFF2-40B4-BE49-F238E27FC236}">
                  <a16:creationId xmlns:a16="http://schemas.microsoft.com/office/drawing/2014/main" id="{BD40AA5A-076B-9F7A-044B-46D00F06F031}"/>
                </a:ext>
              </a:extLst>
            </p:cNvPr>
            <p:cNvSpPr/>
            <p:nvPr/>
          </p:nvSpPr>
          <p:spPr>
            <a:xfrm flipV="1">
              <a:off x="1052673" y="908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5" name="Oval 15">
              <a:extLst>
                <a:ext uri="{FF2B5EF4-FFF2-40B4-BE49-F238E27FC236}">
                  <a16:creationId xmlns:a16="http://schemas.microsoft.com/office/drawing/2014/main" id="{84CBE4A8-6639-9271-3973-FC29D37165AE}"/>
                </a:ext>
              </a:extLst>
            </p:cNvPr>
            <p:cNvSpPr/>
            <p:nvPr/>
          </p:nvSpPr>
          <p:spPr>
            <a:xfrm>
              <a:off x="1080061"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86" name="Straight Connector 685">
              <a:extLst>
                <a:ext uri="{FF2B5EF4-FFF2-40B4-BE49-F238E27FC236}">
                  <a16:creationId xmlns:a16="http://schemas.microsoft.com/office/drawing/2014/main" id="{1A67A449-70D8-E1FD-A590-BD3C13460107}"/>
                </a:ext>
              </a:extLst>
            </p:cNvPr>
            <p:cNvCxnSpPr>
              <a:cxnSpLocks/>
              <a:stCxn id="685" idx="0"/>
            </p:cNvCxnSpPr>
            <p:nvPr/>
          </p:nvCxnSpPr>
          <p:spPr>
            <a:xfrm flipV="1">
              <a:off x="1085758" y="104349"/>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87" name="Straight Connector 686">
              <a:extLst>
                <a:ext uri="{FF2B5EF4-FFF2-40B4-BE49-F238E27FC236}">
                  <a16:creationId xmlns:a16="http://schemas.microsoft.com/office/drawing/2014/main" id="{8C24BE24-ABA6-F1C8-9C04-79DDC6704BB5}"/>
                </a:ext>
              </a:extLst>
            </p:cNvPr>
            <p:cNvCxnSpPr>
              <a:cxnSpLocks/>
            </p:cNvCxnSpPr>
            <p:nvPr/>
          </p:nvCxnSpPr>
          <p:spPr>
            <a:xfrm>
              <a:off x="1091477" y="104349"/>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689" name="Rectangle 688">
              <a:extLst>
                <a:ext uri="{FF2B5EF4-FFF2-40B4-BE49-F238E27FC236}">
                  <a16:creationId xmlns:a16="http://schemas.microsoft.com/office/drawing/2014/main" id="{1EC0DE40-F841-E9E1-CE3A-AC0CB3A12795}"/>
                </a:ext>
              </a:extLst>
            </p:cNvPr>
            <p:cNvSpPr/>
            <p:nvPr/>
          </p:nvSpPr>
          <p:spPr>
            <a:xfrm>
              <a:off x="1267284" y="90836"/>
              <a:ext cx="721206" cy="609701"/>
            </a:xfrm>
            <a:prstGeom prst="rect">
              <a:avLst/>
            </a:prstGeom>
            <a:solidFill>
              <a:srgbClr val="FB7575"/>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690" name="Rectangle 689">
              <a:extLst>
                <a:ext uri="{FF2B5EF4-FFF2-40B4-BE49-F238E27FC236}">
                  <a16:creationId xmlns:a16="http://schemas.microsoft.com/office/drawing/2014/main" id="{58545CC5-8FD1-CEC1-D7F5-4773ED4E4618}"/>
                </a:ext>
              </a:extLst>
            </p:cNvPr>
            <p:cNvSpPr/>
            <p:nvPr/>
          </p:nvSpPr>
          <p:spPr>
            <a:xfrm flipV="1">
              <a:off x="1887254"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1" name="Oval 15">
              <a:extLst>
                <a:ext uri="{FF2B5EF4-FFF2-40B4-BE49-F238E27FC236}">
                  <a16:creationId xmlns:a16="http://schemas.microsoft.com/office/drawing/2014/main" id="{11F2C1C4-32A8-7A7F-8BAB-CA9535BF5440}"/>
                </a:ext>
              </a:extLst>
            </p:cNvPr>
            <p:cNvSpPr/>
            <p:nvPr/>
          </p:nvSpPr>
          <p:spPr>
            <a:xfrm>
              <a:off x="1914643"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92" name="Straight Connector 691">
              <a:extLst>
                <a:ext uri="{FF2B5EF4-FFF2-40B4-BE49-F238E27FC236}">
                  <a16:creationId xmlns:a16="http://schemas.microsoft.com/office/drawing/2014/main" id="{B39E3059-AAEF-4EC4-BB8B-BD678A1FE83A}"/>
                </a:ext>
              </a:extLst>
            </p:cNvPr>
            <p:cNvCxnSpPr>
              <a:cxnSpLocks/>
              <a:stCxn id="691" idx="0"/>
            </p:cNvCxnSpPr>
            <p:nvPr/>
          </p:nvCxnSpPr>
          <p:spPr>
            <a:xfrm flipV="1">
              <a:off x="1920339"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93" name="Straight Connector 692">
              <a:extLst>
                <a:ext uri="{FF2B5EF4-FFF2-40B4-BE49-F238E27FC236}">
                  <a16:creationId xmlns:a16="http://schemas.microsoft.com/office/drawing/2014/main" id="{179D89F5-2CD5-B470-FBD6-3A806638C427}"/>
                </a:ext>
              </a:extLst>
            </p:cNvPr>
            <p:cNvCxnSpPr>
              <a:cxnSpLocks/>
            </p:cNvCxnSpPr>
            <p:nvPr/>
          </p:nvCxnSpPr>
          <p:spPr>
            <a:xfrm>
              <a:off x="1926058"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695" name="Rectangle 694">
              <a:extLst>
                <a:ext uri="{FF2B5EF4-FFF2-40B4-BE49-F238E27FC236}">
                  <a16:creationId xmlns:a16="http://schemas.microsoft.com/office/drawing/2014/main" id="{905C97C5-9538-208D-D04F-E105EAA41ABC}"/>
                </a:ext>
              </a:extLst>
            </p:cNvPr>
            <p:cNvSpPr/>
            <p:nvPr/>
          </p:nvSpPr>
          <p:spPr>
            <a:xfrm>
              <a:off x="2102909" y="90836"/>
              <a:ext cx="721206" cy="609701"/>
            </a:xfrm>
            <a:prstGeom prst="rect">
              <a:avLst/>
            </a:prstGeom>
            <a:solidFill>
              <a:srgbClr val="FB7575"/>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696" name="Rectangle 695">
              <a:extLst>
                <a:ext uri="{FF2B5EF4-FFF2-40B4-BE49-F238E27FC236}">
                  <a16:creationId xmlns:a16="http://schemas.microsoft.com/office/drawing/2014/main" id="{B311B494-F5E5-4EF0-B3FE-5830A6CFD0C5}"/>
                </a:ext>
              </a:extLst>
            </p:cNvPr>
            <p:cNvSpPr/>
            <p:nvPr/>
          </p:nvSpPr>
          <p:spPr>
            <a:xfrm flipV="1">
              <a:off x="2722879"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7" name="Oval 15">
              <a:extLst>
                <a:ext uri="{FF2B5EF4-FFF2-40B4-BE49-F238E27FC236}">
                  <a16:creationId xmlns:a16="http://schemas.microsoft.com/office/drawing/2014/main" id="{CED45D77-22DE-008A-FB97-E038BA502CE6}"/>
                </a:ext>
              </a:extLst>
            </p:cNvPr>
            <p:cNvSpPr/>
            <p:nvPr/>
          </p:nvSpPr>
          <p:spPr>
            <a:xfrm>
              <a:off x="2750268"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98" name="Straight Connector 697">
              <a:extLst>
                <a:ext uri="{FF2B5EF4-FFF2-40B4-BE49-F238E27FC236}">
                  <a16:creationId xmlns:a16="http://schemas.microsoft.com/office/drawing/2014/main" id="{9D01D21B-9D9A-711B-63BE-CF0646D1F296}"/>
                </a:ext>
              </a:extLst>
            </p:cNvPr>
            <p:cNvCxnSpPr>
              <a:cxnSpLocks/>
              <a:stCxn id="697" idx="0"/>
            </p:cNvCxnSpPr>
            <p:nvPr/>
          </p:nvCxnSpPr>
          <p:spPr>
            <a:xfrm flipV="1">
              <a:off x="2755964"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99" name="Straight Connector 698">
              <a:extLst>
                <a:ext uri="{FF2B5EF4-FFF2-40B4-BE49-F238E27FC236}">
                  <a16:creationId xmlns:a16="http://schemas.microsoft.com/office/drawing/2014/main" id="{0313F48A-E4CB-9AEA-2D90-7A98F5C51647}"/>
                </a:ext>
              </a:extLst>
            </p:cNvPr>
            <p:cNvCxnSpPr>
              <a:cxnSpLocks/>
            </p:cNvCxnSpPr>
            <p:nvPr/>
          </p:nvCxnSpPr>
          <p:spPr>
            <a:xfrm>
              <a:off x="2761683"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701" name="Rectangle 700">
              <a:extLst>
                <a:ext uri="{FF2B5EF4-FFF2-40B4-BE49-F238E27FC236}">
                  <a16:creationId xmlns:a16="http://schemas.microsoft.com/office/drawing/2014/main" id="{F11091F9-A153-074C-DAFE-3158CF8C3863}"/>
                </a:ext>
              </a:extLst>
            </p:cNvPr>
            <p:cNvSpPr/>
            <p:nvPr/>
          </p:nvSpPr>
          <p:spPr>
            <a:xfrm>
              <a:off x="1269622" y="4419620"/>
              <a:ext cx="721206" cy="609701"/>
            </a:xfrm>
            <a:prstGeom prst="rect">
              <a:avLst/>
            </a:prstGeom>
            <a:solidFill>
              <a:schemeClr val="accent4">
                <a:lumMod val="40000"/>
                <a:lumOff val="60000"/>
              </a:schemeClr>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702" name="Cylinder 701">
              <a:extLst>
                <a:ext uri="{FF2B5EF4-FFF2-40B4-BE49-F238E27FC236}">
                  <a16:creationId xmlns:a16="http://schemas.microsoft.com/office/drawing/2014/main" id="{9D825C52-36A3-112F-4258-D9AC4CD11A0A}"/>
                </a:ext>
              </a:extLst>
            </p:cNvPr>
            <p:cNvSpPr/>
            <p:nvPr/>
          </p:nvSpPr>
          <p:spPr>
            <a:xfrm>
              <a:off x="1917348" y="4419620"/>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4" name="Rectangle 703">
              <a:extLst>
                <a:ext uri="{FF2B5EF4-FFF2-40B4-BE49-F238E27FC236}">
                  <a16:creationId xmlns:a16="http://schemas.microsoft.com/office/drawing/2014/main" id="{F55640C1-9694-96FF-713C-9A4D728F3842}"/>
                </a:ext>
              </a:extLst>
            </p:cNvPr>
            <p:cNvSpPr/>
            <p:nvPr/>
          </p:nvSpPr>
          <p:spPr>
            <a:xfrm>
              <a:off x="432838" y="4419620"/>
              <a:ext cx="721206" cy="609701"/>
            </a:xfrm>
            <a:prstGeom prst="rect">
              <a:avLst/>
            </a:prstGeom>
            <a:solidFill>
              <a:schemeClr val="accent4">
                <a:lumMod val="40000"/>
                <a:lumOff val="60000"/>
              </a:schemeClr>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705" name="Cylinder 704">
              <a:extLst>
                <a:ext uri="{FF2B5EF4-FFF2-40B4-BE49-F238E27FC236}">
                  <a16:creationId xmlns:a16="http://schemas.microsoft.com/office/drawing/2014/main" id="{A3C26860-7F81-AFDD-40C4-BBB4557775E5}"/>
                </a:ext>
              </a:extLst>
            </p:cNvPr>
            <p:cNvSpPr/>
            <p:nvPr/>
          </p:nvSpPr>
          <p:spPr>
            <a:xfrm>
              <a:off x="1080564" y="4419620"/>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7" name="Rectangle 706">
              <a:extLst>
                <a:ext uri="{FF2B5EF4-FFF2-40B4-BE49-F238E27FC236}">
                  <a16:creationId xmlns:a16="http://schemas.microsoft.com/office/drawing/2014/main" id="{6C85E9F6-3558-C273-14E9-3CA87E721303}"/>
                </a:ext>
              </a:extLst>
            </p:cNvPr>
            <p:cNvSpPr/>
            <p:nvPr/>
          </p:nvSpPr>
          <p:spPr>
            <a:xfrm>
              <a:off x="1268463" y="5141013"/>
              <a:ext cx="721206" cy="609701"/>
            </a:xfrm>
            <a:prstGeom prst="rect">
              <a:avLst/>
            </a:prstGeom>
            <a:solidFill>
              <a:schemeClr val="accent4">
                <a:lumMod val="40000"/>
                <a:lumOff val="60000"/>
              </a:schemeClr>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708" name="Cylinder 707">
              <a:extLst>
                <a:ext uri="{FF2B5EF4-FFF2-40B4-BE49-F238E27FC236}">
                  <a16:creationId xmlns:a16="http://schemas.microsoft.com/office/drawing/2014/main" id="{6556B461-7F04-DFB0-60C1-87FFF37BEE15}"/>
                </a:ext>
              </a:extLst>
            </p:cNvPr>
            <p:cNvSpPr/>
            <p:nvPr/>
          </p:nvSpPr>
          <p:spPr>
            <a:xfrm>
              <a:off x="1916189" y="5141013"/>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0" name="Rectangle 709">
              <a:extLst>
                <a:ext uri="{FF2B5EF4-FFF2-40B4-BE49-F238E27FC236}">
                  <a16:creationId xmlns:a16="http://schemas.microsoft.com/office/drawing/2014/main" id="{FC16B273-DCE4-52C4-6867-C8C519EBB07B}"/>
                </a:ext>
              </a:extLst>
            </p:cNvPr>
            <p:cNvSpPr/>
            <p:nvPr/>
          </p:nvSpPr>
          <p:spPr>
            <a:xfrm>
              <a:off x="431294" y="5141013"/>
              <a:ext cx="721206" cy="609701"/>
            </a:xfrm>
            <a:prstGeom prst="rect">
              <a:avLst/>
            </a:prstGeom>
            <a:solidFill>
              <a:schemeClr val="accent4">
                <a:lumMod val="40000"/>
                <a:lumOff val="60000"/>
              </a:schemeClr>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711" name="Cylinder 710">
              <a:extLst>
                <a:ext uri="{FF2B5EF4-FFF2-40B4-BE49-F238E27FC236}">
                  <a16:creationId xmlns:a16="http://schemas.microsoft.com/office/drawing/2014/main" id="{6C9A2485-7158-679A-6A66-879ABBFC227C}"/>
                </a:ext>
              </a:extLst>
            </p:cNvPr>
            <p:cNvSpPr/>
            <p:nvPr/>
          </p:nvSpPr>
          <p:spPr>
            <a:xfrm>
              <a:off x="1079020" y="5141013"/>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3" name="Rectangle 712">
              <a:extLst>
                <a:ext uri="{FF2B5EF4-FFF2-40B4-BE49-F238E27FC236}">
                  <a16:creationId xmlns:a16="http://schemas.microsoft.com/office/drawing/2014/main" id="{F9FCB23E-0D88-2F01-94BE-68FA3D8DFD3E}"/>
                </a:ext>
              </a:extLst>
            </p:cNvPr>
            <p:cNvSpPr/>
            <p:nvPr/>
          </p:nvSpPr>
          <p:spPr>
            <a:xfrm>
              <a:off x="431659" y="3694774"/>
              <a:ext cx="721206" cy="609701"/>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714" name="Right Triangle 713">
              <a:extLst>
                <a:ext uri="{FF2B5EF4-FFF2-40B4-BE49-F238E27FC236}">
                  <a16:creationId xmlns:a16="http://schemas.microsoft.com/office/drawing/2014/main" id="{E49D487D-7487-482E-62AF-FC0B347E4DDD}"/>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15" name="Group 714">
              <a:extLst>
                <a:ext uri="{FF2B5EF4-FFF2-40B4-BE49-F238E27FC236}">
                  <a16:creationId xmlns:a16="http://schemas.microsoft.com/office/drawing/2014/main" id="{721ECBD4-DF76-C624-9A22-B1A517B4E9B7}"/>
                </a:ext>
              </a:extLst>
            </p:cNvPr>
            <p:cNvGrpSpPr/>
            <p:nvPr/>
          </p:nvGrpSpPr>
          <p:grpSpPr>
            <a:xfrm>
              <a:off x="1102254" y="3706260"/>
              <a:ext cx="37817" cy="61390"/>
              <a:chOff x="3883481" y="2057400"/>
              <a:chExt cx="1608363" cy="2652031"/>
            </a:xfrm>
            <a:solidFill>
              <a:srgbClr val="A6A6A6"/>
            </a:solidFill>
          </p:grpSpPr>
          <p:sp>
            <p:nvSpPr>
              <p:cNvPr id="716" name="Oval 27">
                <a:extLst>
                  <a:ext uri="{FF2B5EF4-FFF2-40B4-BE49-F238E27FC236}">
                    <a16:creationId xmlns:a16="http://schemas.microsoft.com/office/drawing/2014/main" id="{19739F42-69D2-358F-9928-40E892F2875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7" name="Oval 28">
                <a:extLst>
                  <a:ext uri="{FF2B5EF4-FFF2-40B4-BE49-F238E27FC236}">
                    <a16:creationId xmlns:a16="http://schemas.microsoft.com/office/drawing/2014/main" id="{23E6B5E2-AFF2-666E-161C-6DA8E11B4B9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719" name="Rectangle 718">
              <a:extLst>
                <a:ext uri="{FF2B5EF4-FFF2-40B4-BE49-F238E27FC236}">
                  <a16:creationId xmlns:a16="http://schemas.microsoft.com/office/drawing/2014/main" id="{74BC54DE-C2A9-BB26-B8DF-C4CBBE515167}"/>
                </a:ext>
              </a:extLst>
            </p:cNvPr>
            <p:cNvSpPr/>
            <p:nvPr/>
          </p:nvSpPr>
          <p:spPr>
            <a:xfrm>
              <a:off x="2942396" y="3698227"/>
              <a:ext cx="721206" cy="609701"/>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720" name="Right Triangle 719">
              <a:extLst>
                <a:ext uri="{FF2B5EF4-FFF2-40B4-BE49-F238E27FC236}">
                  <a16:creationId xmlns:a16="http://schemas.microsoft.com/office/drawing/2014/main" id="{239BEB99-49F9-8BE2-92BF-EA7046F49EA6}"/>
                </a:ext>
              </a:extLst>
            </p:cNvPr>
            <p:cNvSpPr/>
            <p:nvPr/>
          </p:nvSpPr>
          <p:spPr>
            <a:xfrm rot="10800000">
              <a:off x="3541327" y="3706951"/>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21" name="Group 720">
              <a:extLst>
                <a:ext uri="{FF2B5EF4-FFF2-40B4-BE49-F238E27FC236}">
                  <a16:creationId xmlns:a16="http://schemas.microsoft.com/office/drawing/2014/main" id="{E21DED60-C00D-ECE5-7A1A-023229B97D73}"/>
                </a:ext>
              </a:extLst>
            </p:cNvPr>
            <p:cNvGrpSpPr/>
            <p:nvPr/>
          </p:nvGrpSpPr>
          <p:grpSpPr>
            <a:xfrm>
              <a:off x="3607770" y="3713045"/>
              <a:ext cx="37817" cy="61390"/>
              <a:chOff x="3883481" y="2057400"/>
              <a:chExt cx="1608363" cy="2652031"/>
            </a:xfrm>
            <a:solidFill>
              <a:srgbClr val="A6A6A6"/>
            </a:solidFill>
          </p:grpSpPr>
          <p:sp>
            <p:nvSpPr>
              <p:cNvPr id="722" name="Oval 27">
                <a:extLst>
                  <a:ext uri="{FF2B5EF4-FFF2-40B4-BE49-F238E27FC236}">
                    <a16:creationId xmlns:a16="http://schemas.microsoft.com/office/drawing/2014/main" id="{A64DD5C7-078C-434A-8AF4-D3FFA92E8A9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3" name="Oval 28">
                <a:extLst>
                  <a:ext uri="{FF2B5EF4-FFF2-40B4-BE49-F238E27FC236}">
                    <a16:creationId xmlns:a16="http://schemas.microsoft.com/office/drawing/2014/main" id="{364C8ADD-A267-25F1-5318-75A1572E9EB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725" name="Rectangle 724">
              <a:extLst>
                <a:ext uri="{FF2B5EF4-FFF2-40B4-BE49-F238E27FC236}">
                  <a16:creationId xmlns:a16="http://schemas.microsoft.com/office/drawing/2014/main" id="{20301A8C-E079-D340-8C81-B1ADD563CC64}"/>
                </a:ext>
              </a:extLst>
            </p:cNvPr>
            <p:cNvSpPr/>
            <p:nvPr/>
          </p:nvSpPr>
          <p:spPr>
            <a:xfrm>
              <a:off x="3779083" y="3698227"/>
              <a:ext cx="721206" cy="609701"/>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726" name="Right Triangle 725">
              <a:extLst>
                <a:ext uri="{FF2B5EF4-FFF2-40B4-BE49-F238E27FC236}">
                  <a16:creationId xmlns:a16="http://schemas.microsoft.com/office/drawing/2014/main" id="{37DF0D01-83B2-F46B-6795-A294A8C0C779}"/>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27" name="Group 726">
              <a:extLst>
                <a:ext uri="{FF2B5EF4-FFF2-40B4-BE49-F238E27FC236}">
                  <a16:creationId xmlns:a16="http://schemas.microsoft.com/office/drawing/2014/main" id="{CD44D2C6-BB86-C729-972A-4D6E0D3A5B4B}"/>
                </a:ext>
              </a:extLst>
            </p:cNvPr>
            <p:cNvGrpSpPr/>
            <p:nvPr/>
          </p:nvGrpSpPr>
          <p:grpSpPr>
            <a:xfrm>
              <a:off x="4448518" y="3706736"/>
              <a:ext cx="37817" cy="61390"/>
              <a:chOff x="3883481" y="2057400"/>
              <a:chExt cx="1608363" cy="2652031"/>
            </a:xfrm>
            <a:solidFill>
              <a:srgbClr val="A6A6A6"/>
            </a:solidFill>
          </p:grpSpPr>
          <p:sp>
            <p:nvSpPr>
              <p:cNvPr id="728" name="Oval 27">
                <a:extLst>
                  <a:ext uri="{FF2B5EF4-FFF2-40B4-BE49-F238E27FC236}">
                    <a16:creationId xmlns:a16="http://schemas.microsoft.com/office/drawing/2014/main" id="{32357DA7-D808-401A-6525-4A595E2D78B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9" name="Oval 28">
                <a:extLst>
                  <a:ext uri="{FF2B5EF4-FFF2-40B4-BE49-F238E27FC236}">
                    <a16:creationId xmlns:a16="http://schemas.microsoft.com/office/drawing/2014/main" id="{BE332C27-B87B-A99D-438C-2BB6FF7B84F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731" name="Rectangle 730">
              <a:extLst>
                <a:ext uri="{FF2B5EF4-FFF2-40B4-BE49-F238E27FC236}">
                  <a16:creationId xmlns:a16="http://schemas.microsoft.com/office/drawing/2014/main" id="{EA9BE050-96B2-32DE-D68A-659CF0B7BE5E}"/>
                </a:ext>
              </a:extLst>
            </p:cNvPr>
            <p:cNvSpPr/>
            <p:nvPr/>
          </p:nvSpPr>
          <p:spPr>
            <a:xfrm>
              <a:off x="1268346" y="3698898"/>
              <a:ext cx="721206" cy="609703"/>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732" name="Right Triangle 731">
              <a:extLst>
                <a:ext uri="{FF2B5EF4-FFF2-40B4-BE49-F238E27FC236}">
                  <a16:creationId xmlns:a16="http://schemas.microsoft.com/office/drawing/2014/main" id="{13B9BAA2-F751-6F27-0839-3DB770B943FB}"/>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33" name="Group 732">
              <a:extLst>
                <a:ext uri="{FF2B5EF4-FFF2-40B4-BE49-F238E27FC236}">
                  <a16:creationId xmlns:a16="http://schemas.microsoft.com/office/drawing/2014/main" id="{B2C828D5-74E7-2EB8-2D78-413A60B83805}"/>
                </a:ext>
              </a:extLst>
            </p:cNvPr>
            <p:cNvGrpSpPr/>
            <p:nvPr/>
          </p:nvGrpSpPr>
          <p:grpSpPr>
            <a:xfrm>
              <a:off x="1939628" y="3704319"/>
              <a:ext cx="37817" cy="61390"/>
              <a:chOff x="3883481" y="2057400"/>
              <a:chExt cx="1608363" cy="2652031"/>
            </a:xfrm>
            <a:solidFill>
              <a:srgbClr val="A6A6A6"/>
            </a:solidFill>
          </p:grpSpPr>
          <p:sp>
            <p:nvSpPr>
              <p:cNvPr id="734" name="Oval 27">
                <a:extLst>
                  <a:ext uri="{FF2B5EF4-FFF2-40B4-BE49-F238E27FC236}">
                    <a16:creationId xmlns:a16="http://schemas.microsoft.com/office/drawing/2014/main" id="{189498DB-5B0E-28B8-E169-2DD2E1933DB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5" name="Oval 28">
                <a:extLst>
                  <a:ext uri="{FF2B5EF4-FFF2-40B4-BE49-F238E27FC236}">
                    <a16:creationId xmlns:a16="http://schemas.microsoft.com/office/drawing/2014/main" id="{1C29B92B-FA4E-212C-95E4-05FC849FAF1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737" name="Rectangle 736">
              <a:hlinkHover r:id="" action="ppaction://noaction" highlightClick="1"/>
              <a:extLst>
                <a:ext uri="{FF2B5EF4-FFF2-40B4-BE49-F238E27FC236}">
                  <a16:creationId xmlns:a16="http://schemas.microsoft.com/office/drawing/2014/main" id="{101AFF5B-6173-7C62-25C6-9A3D9BD7D849}"/>
                </a:ext>
              </a:extLst>
            </p:cNvPr>
            <p:cNvSpPr/>
            <p:nvPr/>
          </p:nvSpPr>
          <p:spPr>
            <a:xfrm>
              <a:off x="4615770" y="3698227"/>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solidFill>
                  <a:latin typeface="Century Gothic" panose="020B0502020202020204" pitchFamily="34" charset="0"/>
                </a:rPr>
                <a:t>Microsoft Entra </a:t>
              </a: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External Identities</a:t>
              </a:r>
            </a:p>
          </p:txBody>
        </p:sp>
        <p:sp>
          <p:nvSpPr>
            <p:cNvPr id="738" name="Oval 737">
              <a:extLst>
                <a:ext uri="{FF2B5EF4-FFF2-40B4-BE49-F238E27FC236}">
                  <a16:creationId xmlns:a16="http://schemas.microsoft.com/office/drawing/2014/main" id="{F0C390F4-A176-C5D2-F710-7168E22E98A9}"/>
                </a:ext>
              </a:extLst>
            </p:cNvPr>
            <p:cNvSpPr/>
            <p:nvPr/>
          </p:nvSpPr>
          <p:spPr>
            <a:xfrm>
              <a:off x="5190368"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9" name="Isosceles Triangle 648">
              <a:extLst>
                <a:ext uri="{FF2B5EF4-FFF2-40B4-BE49-F238E27FC236}">
                  <a16:creationId xmlns:a16="http://schemas.microsoft.com/office/drawing/2014/main" id="{C29C9D68-CF09-094C-5EAA-DA806A3813C8}"/>
                </a:ext>
              </a:extLst>
            </p:cNvPr>
            <p:cNvSpPr/>
            <p:nvPr/>
          </p:nvSpPr>
          <p:spPr>
            <a:xfrm>
              <a:off x="5220493"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1" name="Rectangle 740">
              <a:extLst>
                <a:ext uri="{FF2B5EF4-FFF2-40B4-BE49-F238E27FC236}">
                  <a16:creationId xmlns:a16="http://schemas.microsoft.com/office/drawing/2014/main" id="{3DCDD113-A646-747F-BDEA-A3299342C68C}"/>
                </a:ext>
              </a:extLst>
            </p:cNvPr>
            <p:cNvSpPr/>
            <p:nvPr/>
          </p:nvSpPr>
          <p:spPr>
            <a:xfrm>
              <a:off x="2105709" y="3698898"/>
              <a:ext cx="721206" cy="609703"/>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742" name="Right Triangle 741">
              <a:extLst>
                <a:ext uri="{FF2B5EF4-FFF2-40B4-BE49-F238E27FC236}">
                  <a16:creationId xmlns:a16="http://schemas.microsoft.com/office/drawing/2014/main" id="{DF963023-ECD3-FDD3-1421-5013F55B89A9}"/>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43" name="Group 742">
              <a:extLst>
                <a:ext uri="{FF2B5EF4-FFF2-40B4-BE49-F238E27FC236}">
                  <a16:creationId xmlns:a16="http://schemas.microsoft.com/office/drawing/2014/main" id="{4595B7CD-EC7A-7168-FCBB-0631BA2C3F2A}"/>
                </a:ext>
              </a:extLst>
            </p:cNvPr>
            <p:cNvGrpSpPr/>
            <p:nvPr/>
          </p:nvGrpSpPr>
          <p:grpSpPr>
            <a:xfrm>
              <a:off x="2776304" y="3704319"/>
              <a:ext cx="37817" cy="61390"/>
              <a:chOff x="3883481" y="2057400"/>
              <a:chExt cx="1608363" cy="2652031"/>
            </a:xfrm>
            <a:solidFill>
              <a:srgbClr val="A6A6A6"/>
            </a:solidFill>
          </p:grpSpPr>
          <p:sp>
            <p:nvSpPr>
              <p:cNvPr id="744" name="Oval 27">
                <a:extLst>
                  <a:ext uri="{FF2B5EF4-FFF2-40B4-BE49-F238E27FC236}">
                    <a16:creationId xmlns:a16="http://schemas.microsoft.com/office/drawing/2014/main" id="{509B86D7-9ADE-093E-9F5A-F62C46AA940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5" name="Oval 28">
                <a:extLst>
                  <a:ext uri="{FF2B5EF4-FFF2-40B4-BE49-F238E27FC236}">
                    <a16:creationId xmlns:a16="http://schemas.microsoft.com/office/drawing/2014/main" id="{742A4F5A-EF99-9CDC-BF0D-27483A4B826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747" name="Rectangle 746">
              <a:extLst>
                <a:ext uri="{FF2B5EF4-FFF2-40B4-BE49-F238E27FC236}">
                  <a16:creationId xmlns:a16="http://schemas.microsoft.com/office/drawing/2014/main" id="{6C1B88CC-7FA4-D07C-7D47-A4ECA548897C}"/>
                </a:ext>
              </a:extLst>
            </p:cNvPr>
            <p:cNvSpPr/>
            <p:nvPr/>
          </p:nvSpPr>
          <p:spPr>
            <a:xfrm>
              <a:off x="3778363" y="2253333"/>
              <a:ext cx="721206" cy="609701"/>
            </a:xfrm>
            <a:prstGeom prst="rect">
              <a:avLst/>
            </a:prstGeom>
            <a:solidFill>
              <a:srgbClr val="FB7575"/>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748" name="Rectangle 747">
              <a:extLst>
                <a:ext uri="{FF2B5EF4-FFF2-40B4-BE49-F238E27FC236}">
                  <a16:creationId xmlns:a16="http://schemas.microsoft.com/office/drawing/2014/main" id="{8DB35E70-E3EA-2CF9-7E13-7CC9FC0680C1}"/>
                </a:ext>
              </a:extLst>
            </p:cNvPr>
            <p:cNvSpPr/>
            <p:nvPr/>
          </p:nvSpPr>
          <p:spPr>
            <a:xfrm flipV="1">
              <a:off x="4399377" y="2255721"/>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9" name="Oval 15">
              <a:extLst>
                <a:ext uri="{FF2B5EF4-FFF2-40B4-BE49-F238E27FC236}">
                  <a16:creationId xmlns:a16="http://schemas.microsoft.com/office/drawing/2014/main" id="{CDAEB241-30F9-B425-2A9A-297B4302B57E}"/>
                </a:ext>
              </a:extLst>
            </p:cNvPr>
            <p:cNvSpPr/>
            <p:nvPr/>
          </p:nvSpPr>
          <p:spPr>
            <a:xfrm>
              <a:off x="4426765"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50" name="Straight Connector 749">
              <a:extLst>
                <a:ext uri="{FF2B5EF4-FFF2-40B4-BE49-F238E27FC236}">
                  <a16:creationId xmlns:a16="http://schemas.microsoft.com/office/drawing/2014/main" id="{00651ADF-4963-80D1-7118-8515430D492D}"/>
                </a:ext>
              </a:extLst>
            </p:cNvPr>
            <p:cNvCxnSpPr>
              <a:cxnSpLocks/>
              <a:stCxn id="749" idx="0"/>
            </p:cNvCxnSpPr>
            <p:nvPr/>
          </p:nvCxnSpPr>
          <p:spPr>
            <a:xfrm flipV="1">
              <a:off x="4432462" y="2269234"/>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51" name="Straight Connector 750">
              <a:extLst>
                <a:ext uri="{FF2B5EF4-FFF2-40B4-BE49-F238E27FC236}">
                  <a16:creationId xmlns:a16="http://schemas.microsoft.com/office/drawing/2014/main" id="{901A562F-BC23-0809-E53D-B54C2B9C82E1}"/>
                </a:ext>
              </a:extLst>
            </p:cNvPr>
            <p:cNvCxnSpPr>
              <a:cxnSpLocks/>
            </p:cNvCxnSpPr>
            <p:nvPr/>
          </p:nvCxnSpPr>
          <p:spPr>
            <a:xfrm>
              <a:off x="4438181" y="2269234"/>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753" name="Rectangle 752">
              <a:extLst>
                <a:ext uri="{FF2B5EF4-FFF2-40B4-BE49-F238E27FC236}">
                  <a16:creationId xmlns:a16="http://schemas.microsoft.com/office/drawing/2014/main" id="{C3EAF28B-3632-4DF4-76AA-E38265D01E21}"/>
                </a:ext>
              </a:extLst>
            </p:cNvPr>
            <p:cNvSpPr/>
            <p:nvPr/>
          </p:nvSpPr>
          <p:spPr>
            <a:xfrm>
              <a:off x="1268842" y="2253333"/>
              <a:ext cx="721206" cy="609701"/>
            </a:xfrm>
            <a:prstGeom prst="rect">
              <a:avLst/>
            </a:prstGeom>
            <a:solidFill>
              <a:schemeClr val="accent1">
                <a:lumMod val="40000"/>
                <a:lumOff val="6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754" name="Right Triangle 753">
              <a:extLst>
                <a:ext uri="{FF2B5EF4-FFF2-40B4-BE49-F238E27FC236}">
                  <a16:creationId xmlns:a16="http://schemas.microsoft.com/office/drawing/2014/main" id="{C3A93A1D-2BF7-2A0C-4EAB-0509723B7A5B}"/>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55" name="Group 754">
              <a:extLst>
                <a:ext uri="{FF2B5EF4-FFF2-40B4-BE49-F238E27FC236}">
                  <a16:creationId xmlns:a16="http://schemas.microsoft.com/office/drawing/2014/main" id="{3BA75699-E7BB-8E81-3CFD-4341908583CA}"/>
                </a:ext>
              </a:extLst>
            </p:cNvPr>
            <p:cNvGrpSpPr/>
            <p:nvPr/>
          </p:nvGrpSpPr>
          <p:grpSpPr>
            <a:xfrm>
              <a:off x="1939437" y="2265723"/>
              <a:ext cx="37817" cy="61390"/>
              <a:chOff x="3883481" y="2057400"/>
              <a:chExt cx="1608363" cy="2652031"/>
            </a:xfrm>
            <a:solidFill>
              <a:srgbClr val="A6A6A6"/>
            </a:solidFill>
          </p:grpSpPr>
          <p:sp>
            <p:nvSpPr>
              <p:cNvPr id="756" name="Oval 27">
                <a:extLst>
                  <a:ext uri="{FF2B5EF4-FFF2-40B4-BE49-F238E27FC236}">
                    <a16:creationId xmlns:a16="http://schemas.microsoft.com/office/drawing/2014/main" id="{CA2AEC41-CA13-BB94-1BCD-7B079B46E4E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7" name="Oval 28">
                <a:extLst>
                  <a:ext uri="{FF2B5EF4-FFF2-40B4-BE49-F238E27FC236}">
                    <a16:creationId xmlns:a16="http://schemas.microsoft.com/office/drawing/2014/main" id="{86E10192-79B7-EAB2-BCE5-F4878BD0B23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759" name="Rectangle 758">
              <a:extLst>
                <a:ext uri="{FF2B5EF4-FFF2-40B4-BE49-F238E27FC236}">
                  <a16:creationId xmlns:a16="http://schemas.microsoft.com/office/drawing/2014/main" id="{045E180C-D41C-4549-B6D0-3819CB79D00E}"/>
                </a:ext>
              </a:extLst>
            </p:cNvPr>
            <p:cNvSpPr/>
            <p:nvPr/>
          </p:nvSpPr>
          <p:spPr>
            <a:xfrm>
              <a:off x="2105349" y="2253333"/>
              <a:ext cx="721206" cy="609701"/>
            </a:xfrm>
            <a:prstGeom prst="rect">
              <a:avLst/>
            </a:prstGeom>
            <a:solidFill>
              <a:schemeClr val="accent1">
                <a:lumMod val="40000"/>
                <a:lumOff val="6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760" name="Right Triangle 759">
              <a:extLst>
                <a:ext uri="{FF2B5EF4-FFF2-40B4-BE49-F238E27FC236}">
                  <a16:creationId xmlns:a16="http://schemas.microsoft.com/office/drawing/2014/main" id="{5B7529A4-6EDD-0727-6C7F-090C4897DD33}"/>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61" name="Group 760">
              <a:extLst>
                <a:ext uri="{FF2B5EF4-FFF2-40B4-BE49-F238E27FC236}">
                  <a16:creationId xmlns:a16="http://schemas.microsoft.com/office/drawing/2014/main" id="{2A0B0C74-8A22-362E-65ED-4E81D2DD29D0}"/>
                </a:ext>
              </a:extLst>
            </p:cNvPr>
            <p:cNvGrpSpPr/>
            <p:nvPr/>
          </p:nvGrpSpPr>
          <p:grpSpPr>
            <a:xfrm>
              <a:off x="2771411" y="2265582"/>
              <a:ext cx="37817" cy="61390"/>
              <a:chOff x="3883481" y="2057400"/>
              <a:chExt cx="1608363" cy="2652031"/>
            </a:xfrm>
            <a:solidFill>
              <a:srgbClr val="A6A6A6"/>
            </a:solidFill>
          </p:grpSpPr>
          <p:sp>
            <p:nvSpPr>
              <p:cNvPr id="762" name="Oval 27">
                <a:extLst>
                  <a:ext uri="{FF2B5EF4-FFF2-40B4-BE49-F238E27FC236}">
                    <a16:creationId xmlns:a16="http://schemas.microsoft.com/office/drawing/2014/main" id="{F2AECBAD-8DA2-D01B-BEBA-E82252C45C7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63" name="Oval 28">
                <a:extLst>
                  <a:ext uri="{FF2B5EF4-FFF2-40B4-BE49-F238E27FC236}">
                    <a16:creationId xmlns:a16="http://schemas.microsoft.com/office/drawing/2014/main" id="{2CF34861-38E4-B04B-7109-2675FA7FDC6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765" name="Rectangle 764">
              <a:extLst>
                <a:ext uri="{FF2B5EF4-FFF2-40B4-BE49-F238E27FC236}">
                  <a16:creationId xmlns:a16="http://schemas.microsoft.com/office/drawing/2014/main" id="{7C6ECAF3-D66E-C2FD-7BD8-6E76640607ED}"/>
                </a:ext>
              </a:extLst>
            </p:cNvPr>
            <p:cNvSpPr/>
            <p:nvPr/>
          </p:nvSpPr>
          <p:spPr>
            <a:xfrm>
              <a:off x="2941856" y="2253333"/>
              <a:ext cx="721206" cy="609701"/>
            </a:xfrm>
            <a:prstGeom prst="rect">
              <a:avLst/>
            </a:prstGeom>
            <a:solidFill>
              <a:schemeClr val="accent1">
                <a:lumMod val="40000"/>
                <a:lumOff val="6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766" name="Right Triangle 765">
              <a:extLst>
                <a:ext uri="{FF2B5EF4-FFF2-40B4-BE49-F238E27FC236}">
                  <a16:creationId xmlns:a16="http://schemas.microsoft.com/office/drawing/2014/main" id="{E4FBD694-934F-937C-DE88-A1327C741F02}"/>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67" name="Group 766">
              <a:extLst>
                <a:ext uri="{FF2B5EF4-FFF2-40B4-BE49-F238E27FC236}">
                  <a16:creationId xmlns:a16="http://schemas.microsoft.com/office/drawing/2014/main" id="{4F0649DE-98E3-5877-1917-29B3D4F47953}"/>
                </a:ext>
              </a:extLst>
            </p:cNvPr>
            <p:cNvGrpSpPr/>
            <p:nvPr/>
          </p:nvGrpSpPr>
          <p:grpSpPr>
            <a:xfrm>
              <a:off x="3611254" y="2264960"/>
              <a:ext cx="37817" cy="61390"/>
              <a:chOff x="3883481" y="2057400"/>
              <a:chExt cx="1608363" cy="2652031"/>
            </a:xfrm>
            <a:solidFill>
              <a:srgbClr val="A6A6A6"/>
            </a:solidFill>
          </p:grpSpPr>
          <p:sp>
            <p:nvSpPr>
              <p:cNvPr id="768" name="Oval 27">
                <a:extLst>
                  <a:ext uri="{FF2B5EF4-FFF2-40B4-BE49-F238E27FC236}">
                    <a16:creationId xmlns:a16="http://schemas.microsoft.com/office/drawing/2014/main" id="{84091278-3755-87FE-1B33-A80BB415069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69" name="Oval 28">
                <a:extLst>
                  <a:ext uri="{FF2B5EF4-FFF2-40B4-BE49-F238E27FC236}">
                    <a16:creationId xmlns:a16="http://schemas.microsoft.com/office/drawing/2014/main" id="{27D925D2-219E-4587-6E6C-23F60FB673B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771" name="Rectangle 770">
              <a:extLst>
                <a:ext uri="{FF2B5EF4-FFF2-40B4-BE49-F238E27FC236}">
                  <a16:creationId xmlns:a16="http://schemas.microsoft.com/office/drawing/2014/main" id="{A7403A10-9666-FB82-D6AA-3A4EF2FF1C54}"/>
                </a:ext>
              </a:extLst>
            </p:cNvPr>
            <p:cNvSpPr/>
            <p:nvPr/>
          </p:nvSpPr>
          <p:spPr>
            <a:xfrm>
              <a:off x="4614870" y="2253333"/>
              <a:ext cx="721206" cy="609701"/>
            </a:xfrm>
            <a:prstGeom prst="rect">
              <a:avLst/>
            </a:prstGeom>
            <a:solidFill>
              <a:schemeClr val="accent1">
                <a:lumMod val="40000"/>
                <a:lumOff val="6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772" name="Right Triangle 771">
              <a:extLst>
                <a:ext uri="{FF2B5EF4-FFF2-40B4-BE49-F238E27FC236}">
                  <a16:creationId xmlns:a16="http://schemas.microsoft.com/office/drawing/2014/main" id="{76BCBEF2-19E6-51B3-53AE-96D16D80E22B}"/>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73" name="Group 772">
              <a:extLst>
                <a:ext uri="{FF2B5EF4-FFF2-40B4-BE49-F238E27FC236}">
                  <a16:creationId xmlns:a16="http://schemas.microsoft.com/office/drawing/2014/main" id="{450FBE47-7772-BE53-5911-E3969CFD72CB}"/>
                </a:ext>
              </a:extLst>
            </p:cNvPr>
            <p:cNvGrpSpPr/>
            <p:nvPr/>
          </p:nvGrpSpPr>
          <p:grpSpPr>
            <a:xfrm>
              <a:off x="5280746" y="2264771"/>
              <a:ext cx="37817" cy="61390"/>
              <a:chOff x="3883481" y="2057400"/>
              <a:chExt cx="1608363" cy="2652031"/>
            </a:xfrm>
            <a:solidFill>
              <a:srgbClr val="A6A6A6"/>
            </a:solidFill>
          </p:grpSpPr>
          <p:sp>
            <p:nvSpPr>
              <p:cNvPr id="774" name="Oval 27">
                <a:extLst>
                  <a:ext uri="{FF2B5EF4-FFF2-40B4-BE49-F238E27FC236}">
                    <a16:creationId xmlns:a16="http://schemas.microsoft.com/office/drawing/2014/main" id="{53630563-981B-9033-812D-3D584BB2351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75" name="Oval 28">
                <a:extLst>
                  <a:ext uri="{FF2B5EF4-FFF2-40B4-BE49-F238E27FC236}">
                    <a16:creationId xmlns:a16="http://schemas.microsoft.com/office/drawing/2014/main" id="{819AE799-EA91-12AD-79D7-E6332C05784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777" name="Rectangle 776">
              <a:extLst>
                <a:ext uri="{FF2B5EF4-FFF2-40B4-BE49-F238E27FC236}">
                  <a16:creationId xmlns:a16="http://schemas.microsoft.com/office/drawing/2014/main" id="{61C4FF4A-5ADE-08FB-B503-620DEF2978A9}"/>
                </a:ext>
              </a:extLst>
            </p:cNvPr>
            <p:cNvSpPr/>
            <p:nvPr/>
          </p:nvSpPr>
          <p:spPr>
            <a:xfrm>
              <a:off x="11353083" y="2252303"/>
              <a:ext cx="721206" cy="609701"/>
            </a:xfrm>
            <a:prstGeom prst="rect">
              <a:avLst/>
            </a:prstGeom>
            <a:solidFill>
              <a:schemeClr val="accent1">
                <a:lumMod val="40000"/>
                <a:lumOff val="6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778" name="Right Triangle 777">
              <a:extLst>
                <a:ext uri="{FF2B5EF4-FFF2-40B4-BE49-F238E27FC236}">
                  <a16:creationId xmlns:a16="http://schemas.microsoft.com/office/drawing/2014/main" id="{AFF32434-0101-7A18-C265-6E3DC0B5ED02}"/>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79" name="Group 778">
              <a:extLst>
                <a:ext uri="{FF2B5EF4-FFF2-40B4-BE49-F238E27FC236}">
                  <a16:creationId xmlns:a16="http://schemas.microsoft.com/office/drawing/2014/main" id="{72E5D884-B52B-CB7A-180D-E128326B66DB}"/>
                </a:ext>
              </a:extLst>
            </p:cNvPr>
            <p:cNvGrpSpPr/>
            <p:nvPr/>
          </p:nvGrpSpPr>
          <p:grpSpPr>
            <a:xfrm>
              <a:off x="6116566" y="2264771"/>
              <a:ext cx="37817" cy="61390"/>
              <a:chOff x="3883481" y="2057400"/>
              <a:chExt cx="1608363" cy="2652031"/>
            </a:xfrm>
            <a:solidFill>
              <a:srgbClr val="A6A6A6"/>
            </a:solidFill>
          </p:grpSpPr>
          <p:sp>
            <p:nvSpPr>
              <p:cNvPr id="780" name="Oval 27">
                <a:extLst>
                  <a:ext uri="{FF2B5EF4-FFF2-40B4-BE49-F238E27FC236}">
                    <a16:creationId xmlns:a16="http://schemas.microsoft.com/office/drawing/2014/main" id="{CA98A5E2-63B9-AE91-8A84-44CB0E13F48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1" name="Oval 28">
                <a:extLst>
                  <a:ext uri="{FF2B5EF4-FFF2-40B4-BE49-F238E27FC236}">
                    <a16:creationId xmlns:a16="http://schemas.microsoft.com/office/drawing/2014/main" id="{8E52A188-E8D4-87D2-D11A-EA899AEA899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784" name="Right Triangle 783">
              <a:extLst>
                <a:ext uri="{FF2B5EF4-FFF2-40B4-BE49-F238E27FC236}">
                  <a16:creationId xmlns:a16="http://schemas.microsoft.com/office/drawing/2014/main" id="{83F48B5E-49E0-3B93-6C26-EECFEC4F9BB2}"/>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85" name="Group 784">
              <a:extLst>
                <a:ext uri="{FF2B5EF4-FFF2-40B4-BE49-F238E27FC236}">
                  <a16:creationId xmlns:a16="http://schemas.microsoft.com/office/drawing/2014/main" id="{E123A769-11F6-CB94-76D7-34F4E8184BE2}"/>
                </a:ext>
              </a:extLst>
            </p:cNvPr>
            <p:cNvGrpSpPr/>
            <p:nvPr/>
          </p:nvGrpSpPr>
          <p:grpSpPr>
            <a:xfrm>
              <a:off x="6952478" y="2265091"/>
              <a:ext cx="37817" cy="61390"/>
              <a:chOff x="3883460" y="2057400"/>
              <a:chExt cx="1608350" cy="2652031"/>
            </a:xfrm>
            <a:solidFill>
              <a:srgbClr val="A6A6A6"/>
            </a:solidFill>
          </p:grpSpPr>
          <p:sp>
            <p:nvSpPr>
              <p:cNvPr id="786" name="Oval 27">
                <a:extLst>
                  <a:ext uri="{FF2B5EF4-FFF2-40B4-BE49-F238E27FC236}">
                    <a16:creationId xmlns:a16="http://schemas.microsoft.com/office/drawing/2014/main" id="{2ADC5F34-77DF-4606-8F0E-D5C1F3D9AE7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7" name="Oval 28">
                <a:extLst>
                  <a:ext uri="{FF2B5EF4-FFF2-40B4-BE49-F238E27FC236}">
                    <a16:creationId xmlns:a16="http://schemas.microsoft.com/office/drawing/2014/main" id="{3C48BE03-CF49-DC52-61B5-C44B1F2CFDE5}"/>
                  </a:ext>
                </a:extLst>
              </p:cNvPr>
              <p:cNvSpPr/>
              <p:nvPr/>
            </p:nvSpPr>
            <p:spPr>
              <a:xfrm>
                <a:off x="3883460" y="3243448"/>
                <a:ext cx="1608350" cy="1465983"/>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789" name="Rectangle 788">
              <a:hlinkHover r:id="" action="ppaction://noaction" highlightClick="1"/>
              <a:extLst>
                <a:ext uri="{FF2B5EF4-FFF2-40B4-BE49-F238E27FC236}">
                  <a16:creationId xmlns:a16="http://schemas.microsoft.com/office/drawing/2014/main" id="{BE0FB4F0-F45C-45DD-5654-289D73562F1F}"/>
                </a:ext>
              </a:extLst>
            </p:cNvPr>
            <p:cNvSpPr/>
            <p:nvPr/>
          </p:nvSpPr>
          <p:spPr>
            <a:xfrm>
              <a:off x="431659" y="2249882"/>
              <a:ext cx="721206" cy="609700"/>
            </a:xfrm>
            <a:prstGeom prst="rect">
              <a:avLst/>
            </a:prstGeom>
            <a:solidFill>
              <a:schemeClr val="accent6">
                <a:lumMod val="60000"/>
                <a:lumOff val="40000"/>
              </a:schemeClr>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790" name="Group 789">
              <a:extLst>
                <a:ext uri="{FF2B5EF4-FFF2-40B4-BE49-F238E27FC236}">
                  <a16:creationId xmlns:a16="http://schemas.microsoft.com/office/drawing/2014/main" id="{51FD489D-CBC1-842C-B476-3B49384884EC}"/>
                </a:ext>
              </a:extLst>
            </p:cNvPr>
            <p:cNvGrpSpPr/>
            <p:nvPr/>
          </p:nvGrpSpPr>
          <p:grpSpPr>
            <a:xfrm>
              <a:off x="1023646" y="2253333"/>
              <a:ext cx="129906" cy="127894"/>
              <a:chOff x="1040599" y="2550516"/>
              <a:chExt cx="157050" cy="157050"/>
            </a:xfrm>
          </p:grpSpPr>
          <p:sp>
            <p:nvSpPr>
              <p:cNvPr id="791" name="Diamond 790">
                <a:extLst>
                  <a:ext uri="{FF2B5EF4-FFF2-40B4-BE49-F238E27FC236}">
                    <a16:creationId xmlns:a16="http://schemas.microsoft.com/office/drawing/2014/main" id="{6DDB67A1-C3F0-B4A5-8572-04D2743B2530}"/>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92" name="Oval 791">
                <a:extLst>
                  <a:ext uri="{FF2B5EF4-FFF2-40B4-BE49-F238E27FC236}">
                    <a16:creationId xmlns:a16="http://schemas.microsoft.com/office/drawing/2014/main" id="{6E96A87C-8687-D0AC-036B-74376FD62C9E}"/>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794" name="Rectangle 793">
              <a:hlinkHover r:id="" action="ppaction://noaction" highlightClick="1"/>
              <a:extLst>
                <a:ext uri="{FF2B5EF4-FFF2-40B4-BE49-F238E27FC236}">
                  <a16:creationId xmlns:a16="http://schemas.microsoft.com/office/drawing/2014/main" id="{B9316DDD-924A-B30A-7642-27AEEDB0B245}"/>
                </a:ext>
              </a:extLst>
            </p:cNvPr>
            <p:cNvSpPr/>
            <p:nvPr/>
          </p:nvSpPr>
          <p:spPr>
            <a:xfrm>
              <a:off x="7124391" y="2253333"/>
              <a:ext cx="721206" cy="609701"/>
            </a:xfrm>
            <a:prstGeom prst="rect">
              <a:avLst/>
            </a:prstGeom>
            <a:solidFill>
              <a:schemeClr val="accent6">
                <a:lumMod val="60000"/>
                <a:lumOff val="40000"/>
              </a:schemeClr>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kern="0">
                  <a:solidFill>
                    <a:srgbClr val="1F4E79"/>
                  </a:solidFill>
                  <a:latin typeface="Century Gothic" panose="020B0502020202020204" pitchFamily="34" charset="0"/>
                </a:rPr>
                <a:t>Microsoft Intune: P2 Add-ons</a:t>
              </a:r>
              <a:endPar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795" name="Diamond 794">
              <a:extLst>
                <a:ext uri="{FF2B5EF4-FFF2-40B4-BE49-F238E27FC236}">
                  <a16:creationId xmlns:a16="http://schemas.microsoft.com/office/drawing/2014/main" id="{BBA90F9B-93BF-2266-FF06-33402B9C08A4}"/>
                </a:ext>
              </a:extLst>
            </p:cNvPr>
            <p:cNvSpPr/>
            <p:nvPr/>
          </p:nvSpPr>
          <p:spPr>
            <a:xfrm>
              <a:off x="7709089" y="2255684"/>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96" name="Oval 795">
              <a:extLst>
                <a:ext uri="{FF2B5EF4-FFF2-40B4-BE49-F238E27FC236}">
                  <a16:creationId xmlns:a16="http://schemas.microsoft.com/office/drawing/2014/main" id="{29A64582-43B8-5EDC-FE89-56A4136C8E22}"/>
                </a:ext>
              </a:extLst>
            </p:cNvPr>
            <p:cNvSpPr/>
            <p:nvPr/>
          </p:nvSpPr>
          <p:spPr>
            <a:xfrm>
              <a:off x="7743292" y="2289172"/>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98" name="Rectangle 797">
              <a:extLst>
                <a:ext uri="{FF2B5EF4-FFF2-40B4-BE49-F238E27FC236}">
                  <a16:creationId xmlns:a16="http://schemas.microsoft.com/office/drawing/2014/main" id="{F5B5C3CD-C38A-7E15-F3A1-5A0706343D7B}"/>
                </a:ext>
              </a:extLst>
            </p:cNvPr>
            <p:cNvSpPr/>
            <p:nvPr/>
          </p:nvSpPr>
          <p:spPr>
            <a:xfrm>
              <a:off x="2105349" y="1532276"/>
              <a:ext cx="721206" cy="609701"/>
            </a:xfrm>
            <a:prstGeom prst="rect">
              <a:avLst/>
            </a:prstGeom>
            <a:solidFill>
              <a:srgbClr val="FB7575"/>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799" name="Rectangle 798">
              <a:extLst>
                <a:ext uri="{FF2B5EF4-FFF2-40B4-BE49-F238E27FC236}">
                  <a16:creationId xmlns:a16="http://schemas.microsoft.com/office/drawing/2014/main" id="{34EACF6A-B80F-8AA3-11AB-5C04D9359A42}"/>
                </a:ext>
              </a:extLst>
            </p:cNvPr>
            <p:cNvSpPr/>
            <p:nvPr/>
          </p:nvSpPr>
          <p:spPr>
            <a:xfrm flipV="1">
              <a:off x="2723327" y="153912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0" name="Oval 15">
              <a:extLst>
                <a:ext uri="{FF2B5EF4-FFF2-40B4-BE49-F238E27FC236}">
                  <a16:creationId xmlns:a16="http://schemas.microsoft.com/office/drawing/2014/main" id="{7CCC57C3-F8B9-3384-9329-55DBB9F7A524}"/>
                </a:ext>
              </a:extLst>
            </p:cNvPr>
            <p:cNvSpPr/>
            <p:nvPr/>
          </p:nvSpPr>
          <p:spPr>
            <a:xfrm>
              <a:off x="2750716" y="157586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01" name="Straight Connector 800">
              <a:extLst>
                <a:ext uri="{FF2B5EF4-FFF2-40B4-BE49-F238E27FC236}">
                  <a16:creationId xmlns:a16="http://schemas.microsoft.com/office/drawing/2014/main" id="{09364B90-BCBA-AF51-3F4D-2721FEB62798}"/>
                </a:ext>
              </a:extLst>
            </p:cNvPr>
            <p:cNvCxnSpPr>
              <a:cxnSpLocks/>
              <a:stCxn id="800" idx="0"/>
            </p:cNvCxnSpPr>
            <p:nvPr/>
          </p:nvCxnSpPr>
          <p:spPr>
            <a:xfrm flipV="1">
              <a:off x="2756412" y="1552636"/>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02" name="Straight Connector 801">
              <a:extLst>
                <a:ext uri="{FF2B5EF4-FFF2-40B4-BE49-F238E27FC236}">
                  <a16:creationId xmlns:a16="http://schemas.microsoft.com/office/drawing/2014/main" id="{581990E6-EAB2-3737-4C67-BDDB22DF3FF2}"/>
                </a:ext>
              </a:extLst>
            </p:cNvPr>
            <p:cNvCxnSpPr>
              <a:cxnSpLocks/>
            </p:cNvCxnSpPr>
            <p:nvPr/>
          </p:nvCxnSpPr>
          <p:spPr>
            <a:xfrm>
              <a:off x="2762131" y="1552636"/>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804" name="Rectangle 803">
              <a:extLst>
                <a:ext uri="{FF2B5EF4-FFF2-40B4-BE49-F238E27FC236}">
                  <a16:creationId xmlns:a16="http://schemas.microsoft.com/office/drawing/2014/main" id="{EF33FDBC-475C-5A0D-2FD9-7FB9FB8AC36E}"/>
                </a:ext>
              </a:extLst>
            </p:cNvPr>
            <p:cNvSpPr/>
            <p:nvPr/>
          </p:nvSpPr>
          <p:spPr>
            <a:xfrm>
              <a:off x="431659" y="1529159"/>
              <a:ext cx="721206" cy="609702"/>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805" name="Right Triangle 804">
              <a:extLst>
                <a:ext uri="{FF2B5EF4-FFF2-40B4-BE49-F238E27FC236}">
                  <a16:creationId xmlns:a16="http://schemas.microsoft.com/office/drawing/2014/main" id="{F5E874D7-61BD-BF54-716E-22FFFC9F8E7E}"/>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06" name="Group 805">
              <a:extLst>
                <a:ext uri="{FF2B5EF4-FFF2-40B4-BE49-F238E27FC236}">
                  <a16:creationId xmlns:a16="http://schemas.microsoft.com/office/drawing/2014/main" id="{7788B5F5-4A36-7C2E-459E-508625827EC9}"/>
                </a:ext>
              </a:extLst>
            </p:cNvPr>
            <p:cNvGrpSpPr/>
            <p:nvPr/>
          </p:nvGrpSpPr>
          <p:grpSpPr>
            <a:xfrm>
              <a:off x="1102941" y="1538369"/>
              <a:ext cx="37817" cy="61390"/>
              <a:chOff x="3883481" y="2057400"/>
              <a:chExt cx="1608363" cy="2652031"/>
            </a:xfrm>
            <a:solidFill>
              <a:srgbClr val="A6A6A6"/>
            </a:solidFill>
          </p:grpSpPr>
          <p:sp>
            <p:nvSpPr>
              <p:cNvPr id="807" name="Oval 27">
                <a:extLst>
                  <a:ext uri="{FF2B5EF4-FFF2-40B4-BE49-F238E27FC236}">
                    <a16:creationId xmlns:a16="http://schemas.microsoft.com/office/drawing/2014/main" id="{F91425C8-8FF7-ADE2-FC2F-FAD83A1066C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8" name="Oval 28">
                <a:extLst>
                  <a:ext uri="{FF2B5EF4-FFF2-40B4-BE49-F238E27FC236}">
                    <a16:creationId xmlns:a16="http://schemas.microsoft.com/office/drawing/2014/main" id="{E5DE51BF-7472-F090-FED0-A7B713696F3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810" name="Rectangle 809">
              <a:extLst>
                <a:ext uri="{FF2B5EF4-FFF2-40B4-BE49-F238E27FC236}">
                  <a16:creationId xmlns:a16="http://schemas.microsoft.com/office/drawing/2014/main" id="{0FD8FF02-4979-F191-0AD6-399163483084}"/>
                </a:ext>
              </a:extLst>
            </p:cNvPr>
            <p:cNvSpPr/>
            <p:nvPr/>
          </p:nvSpPr>
          <p:spPr>
            <a:xfrm>
              <a:off x="1268842" y="1532612"/>
              <a:ext cx="721206" cy="609702"/>
            </a:xfrm>
            <a:prstGeom prst="rect">
              <a:avLst/>
            </a:prstGeom>
            <a:solidFill>
              <a:srgbClr val="FB7575"/>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811" name="Right Triangle 810">
              <a:extLst>
                <a:ext uri="{FF2B5EF4-FFF2-40B4-BE49-F238E27FC236}">
                  <a16:creationId xmlns:a16="http://schemas.microsoft.com/office/drawing/2014/main" id="{EF7BF569-DBDA-36CD-4ECF-D8DE0B53D797}"/>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12" name="Group 811">
              <a:extLst>
                <a:ext uri="{FF2B5EF4-FFF2-40B4-BE49-F238E27FC236}">
                  <a16:creationId xmlns:a16="http://schemas.microsoft.com/office/drawing/2014/main" id="{E8E0A973-E7B1-0FDF-1513-D4B8CC0DD762}"/>
                </a:ext>
              </a:extLst>
            </p:cNvPr>
            <p:cNvGrpSpPr/>
            <p:nvPr/>
          </p:nvGrpSpPr>
          <p:grpSpPr>
            <a:xfrm>
              <a:off x="1939437" y="1538369"/>
              <a:ext cx="37817" cy="61390"/>
              <a:chOff x="3883481" y="2057400"/>
              <a:chExt cx="1608363" cy="2652031"/>
            </a:xfrm>
            <a:solidFill>
              <a:srgbClr val="A6A6A6"/>
            </a:solidFill>
          </p:grpSpPr>
          <p:sp>
            <p:nvSpPr>
              <p:cNvPr id="813" name="Oval 27">
                <a:extLst>
                  <a:ext uri="{FF2B5EF4-FFF2-40B4-BE49-F238E27FC236}">
                    <a16:creationId xmlns:a16="http://schemas.microsoft.com/office/drawing/2014/main" id="{BF285435-B08F-13EE-2B9F-1C7CCFD3481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14" name="Oval 28">
                <a:extLst>
                  <a:ext uri="{FF2B5EF4-FFF2-40B4-BE49-F238E27FC236}">
                    <a16:creationId xmlns:a16="http://schemas.microsoft.com/office/drawing/2014/main" id="{878B9A48-49F0-2CA7-0602-0F03FDC5473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822" name="Rectangle 821">
              <a:extLst>
                <a:ext uri="{FF2B5EF4-FFF2-40B4-BE49-F238E27FC236}">
                  <a16:creationId xmlns:a16="http://schemas.microsoft.com/office/drawing/2014/main" id="{CD78D7D0-0BBE-4D95-E547-4735DD4137F8}"/>
                </a:ext>
              </a:extLst>
            </p:cNvPr>
            <p:cNvSpPr/>
            <p:nvPr/>
          </p:nvSpPr>
          <p:spPr>
            <a:xfrm>
              <a:off x="5454383" y="2974054"/>
              <a:ext cx="721206" cy="609701"/>
            </a:xfrm>
            <a:prstGeom prst="rect">
              <a:avLst/>
            </a:prstGeom>
            <a:solidFill>
              <a:schemeClr val="accent6">
                <a:lumMod val="60000"/>
                <a:lumOff val="40000"/>
              </a:schemeClr>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823" name="Rectangle 822">
              <a:extLst>
                <a:ext uri="{FF2B5EF4-FFF2-40B4-BE49-F238E27FC236}">
                  <a16:creationId xmlns:a16="http://schemas.microsoft.com/office/drawing/2014/main" id="{2A24A311-990E-EE99-5A74-37E81FC4651F}"/>
                </a:ext>
              </a:extLst>
            </p:cNvPr>
            <p:cNvSpPr/>
            <p:nvPr/>
          </p:nvSpPr>
          <p:spPr>
            <a:xfrm flipV="1">
              <a:off x="6064254"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24" name="Oval 15">
              <a:extLst>
                <a:ext uri="{FF2B5EF4-FFF2-40B4-BE49-F238E27FC236}">
                  <a16:creationId xmlns:a16="http://schemas.microsoft.com/office/drawing/2014/main" id="{7A2DC7BF-10D2-2564-0EC9-64C9B215BD55}"/>
                </a:ext>
              </a:extLst>
            </p:cNvPr>
            <p:cNvSpPr/>
            <p:nvPr/>
          </p:nvSpPr>
          <p:spPr>
            <a:xfrm>
              <a:off x="6091643"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25" name="Straight Connector 824">
              <a:extLst>
                <a:ext uri="{FF2B5EF4-FFF2-40B4-BE49-F238E27FC236}">
                  <a16:creationId xmlns:a16="http://schemas.microsoft.com/office/drawing/2014/main" id="{6F853480-3C15-4B22-31C9-C91CB1FE80CF}"/>
                </a:ext>
              </a:extLst>
            </p:cNvPr>
            <p:cNvCxnSpPr>
              <a:cxnSpLocks/>
              <a:stCxn id="824" idx="0"/>
            </p:cNvCxnSpPr>
            <p:nvPr/>
          </p:nvCxnSpPr>
          <p:spPr>
            <a:xfrm flipV="1">
              <a:off x="6097339"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26" name="Straight Connector 825">
              <a:extLst>
                <a:ext uri="{FF2B5EF4-FFF2-40B4-BE49-F238E27FC236}">
                  <a16:creationId xmlns:a16="http://schemas.microsoft.com/office/drawing/2014/main" id="{58CF9395-0CF9-DCAA-CCB0-D3E0F62652E5}"/>
                </a:ext>
              </a:extLst>
            </p:cNvPr>
            <p:cNvCxnSpPr>
              <a:cxnSpLocks/>
            </p:cNvCxnSpPr>
            <p:nvPr/>
          </p:nvCxnSpPr>
          <p:spPr>
            <a:xfrm>
              <a:off x="6103058"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828" name="Rectangle 827">
              <a:extLst>
                <a:ext uri="{FF2B5EF4-FFF2-40B4-BE49-F238E27FC236}">
                  <a16:creationId xmlns:a16="http://schemas.microsoft.com/office/drawing/2014/main" id="{AAA7FEF0-273B-2984-9ADD-0CC32A872E81}"/>
                </a:ext>
              </a:extLst>
            </p:cNvPr>
            <p:cNvSpPr/>
            <p:nvPr/>
          </p:nvSpPr>
          <p:spPr>
            <a:xfrm>
              <a:off x="431659" y="2970601"/>
              <a:ext cx="721206" cy="609701"/>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829" name="Right Triangle 828">
              <a:extLst>
                <a:ext uri="{FF2B5EF4-FFF2-40B4-BE49-F238E27FC236}">
                  <a16:creationId xmlns:a16="http://schemas.microsoft.com/office/drawing/2014/main" id="{C847A75D-3FE0-8A56-A5EC-C488DABD37D2}"/>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30" name="Group 829">
              <a:extLst>
                <a:ext uri="{FF2B5EF4-FFF2-40B4-BE49-F238E27FC236}">
                  <a16:creationId xmlns:a16="http://schemas.microsoft.com/office/drawing/2014/main" id="{F536BA16-EA14-0D3F-597A-4C11A440B009}"/>
                </a:ext>
              </a:extLst>
            </p:cNvPr>
            <p:cNvGrpSpPr/>
            <p:nvPr/>
          </p:nvGrpSpPr>
          <p:grpSpPr>
            <a:xfrm>
              <a:off x="1102941" y="2981751"/>
              <a:ext cx="37817" cy="61390"/>
              <a:chOff x="3883481" y="2057400"/>
              <a:chExt cx="1608363" cy="2652031"/>
            </a:xfrm>
            <a:solidFill>
              <a:srgbClr val="A6A6A6"/>
            </a:solidFill>
          </p:grpSpPr>
          <p:sp>
            <p:nvSpPr>
              <p:cNvPr id="831" name="Oval 27">
                <a:extLst>
                  <a:ext uri="{FF2B5EF4-FFF2-40B4-BE49-F238E27FC236}">
                    <a16:creationId xmlns:a16="http://schemas.microsoft.com/office/drawing/2014/main" id="{A072306A-E7A1-2899-CF0C-021E2D2595A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32" name="Oval 28">
                <a:extLst>
                  <a:ext uri="{FF2B5EF4-FFF2-40B4-BE49-F238E27FC236}">
                    <a16:creationId xmlns:a16="http://schemas.microsoft.com/office/drawing/2014/main" id="{7026BAC8-1CA9-0FBD-043F-6C9B3194F8A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834" name="Rectangle 833">
              <a:extLst>
                <a:ext uri="{FF2B5EF4-FFF2-40B4-BE49-F238E27FC236}">
                  <a16:creationId xmlns:a16="http://schemas.microsoft.com/office/drawing/2014/main" id="{A3DC03D9-664C-8176-31C6-78F6DB80E4FF}"/>
                </a:ext>
              </a:extLst>
            </p:cNvPr>
            <p:cNvSpPr/>
            <p:nvPr/>
          </p:nvSpPr>
          <p:spPr>
            <a:xfrm>
              <a:off x="2932368" y="5134369"/>
              <a:ext cx="721203" cy="609701"/>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835" name="Right Triangle 834">
              <a:extLst>
                <a:ext uri="{FF2B5EF4-FFF2-40B4-BE49-F238E27FC236}">
                  <a16:creationId xmlns:a16="http://schemas.microsoft.com/office/drawing/2014/main" id="{F4D7BFD5-9D6A-6062-1E04-689082EDF00C}"/>
                </a:ext>
              </a:extLst>
            </p:cNvPr>
            <p:cNvSpPr/>
            <p:nvPr/>
          </p:nvSpPr>
          <p:spPr>
            <a:xfrm rot="10800000">
              <a:off x="3539456" y="51244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36" name="Group 835">
              <a:extLst>
                <a:ext uri="{FF2B5EF4-FFF2-40B4-BE49-F238E27FC236}">
                  <a16:creationId xmlns:a16="http://schemas.microsoft.com/office/drawing/2014/main" id="{AB494A34-213C-2424-A373-75A58C4724B5}"/>
                </a:ext>
              </a:extLst>
            </p:cNvPr>
            <p:cNvGrpSpPr/>
            <p:nvPr/>
          </p:nvGrpSpPr>
          <p:grpSpPr>
            <a:xfrm>
              <a:off x="3605899" y="5130536"/>
              <a:ext cx="37817" cy="73732"/>
              <a:chOff x="-67698135" y="94849238"/>
              <a:chExt cx="1608363" cy="3185203"/>
            </a:xfrm>
            <a:solidFill>
              <a:srgbClr val="A6A6A6"/>
            </a:solidFill>
          </p:grpSpPr>
          <p:sp>
            <p:nvSpPr>
              <p:cNvPr id="837" name="Oval 27">
                <a:extLst>
                  <a:ext uri="{FF2B5EF4-FFF2-40B4-BE49-F238E27FC236}">
                    <a16:creationId xmlns:a16="http://schemas.microsoft.com/office/drawing/2014/main" id="{3181A94E-55E8-E4B0-4B80-12BC48F4B91C}"/>
                  </a:ext>
                </a:extLst>
              </p:cNvPr>
              <p:cNvSpPr/>
              <p:nvPr/>
            </p:nvSpPr>
            <p:spPr>
              <a:xfrm>
                <a:off x="-67597424" y="94849238"/>
                <a:ext cx="1355266" cy="11865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38" name="Oval 28">
                <a:extLst>
                  <a:ext uri="{FF2B5EF4-FFF2-40B4-BE49-F238E27FC236}">
                    <a16:creationId xmlns:a16="http://schemas.microsoft.com/office/drawing/2014/main" id="{EBC5F0C1-DC67-5167-84B7-05D186E5FB7D}"/>
                  </a:ext>
                </a:extLst>
              </p:cNvPr>
              <p:cNvSpPr/>
              <p:nvPr/>
            </p:nvSpPr>
            <p:spPr>
              <a:xfrm>
                <a:off x="-67698135" y="96568458"/>
                <a:ext cx="1608363" cy="1465983"/>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840" name="Rectangle 839">
              <a:extLst>
                <a:ext uri="{FF2B5EF4-FFF2-40B4-BE49-F238E27FC236}">
                  <a16:creationId xmlns:a16="http://schemas.microsoft.com/office/drawing/2014/main" id="{AE9F9146-3772-47A6-5E17-13062565C067}"/>
                </a:ext>
              </a:extLst>
            </p:cNvPr>
            <p:cNvSpPr/>
            <p:nvPr/>
          </p:nvSpPr>
          <p:spPr>
            <a:xfrm>
              <a:off x="2940467" y="2977505"/>
              <a:ext cx="721206" cy="609703"/>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841" name="Right Triangle 840">
              <a:extLst>
                <a:ext uri="{FF2B5EF4-FFF2-40B4-BE49-F238E27FC236}">
                  <a16:creationId xmlns:a16="http://schemas.microsoft.com/office/drawing/2014/main" id="{05975129-01F3-335E-1B58-06CA5703958E}"/>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42" name="Group 841">
              <a:extLst>
                <a:ext uri="{FF2B5EF4-FFF2-40B4-BE49-F238E27FC236}">
                  <a16:creationId xmlns:a16="http://schemas.microsoft.com/office/drawing/2014/main" id="{E5EE31E1-5D11-502D-7A6E-70817E24899C}"/>
                </a:ext>
              </a:extLst>
            </p:cNvPr>
            <p:cNvGrpSpPr/>
            <p:nvPr/>
          </p:nvGrpSpPr>
          <p:grpSpPr>
            <a:xfrm>
              <a:off x="3610505" y="2980146"/>
              <a:ext cx="37817" cy="61390"/>
              <a:chOff x="3883481" y="2057400"/>
              <a:chExt cx="1608363" cy="2652031"/>
            </a:xfrm>
            <a:solidFill>
              <a:srgbClr val="A6A6A6"/>
            </a:solidFill>
          </p:grpSpPr>
          <p:sp>
            <p:nvSpPr>
              <p:cNvPr id="843" name="Oval 27">
                <a:extLst>
                  <a:ext uri="{FF2B5EF4-FFF2-40B4-BE49-F238E27FC236}">
                    <a16:creationId xmlns:a16="http://schemas.microsoft.com/office/drawing/2014/main" id="{2A1B4D63-93AB-FDEE-36EE-77159838A61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4" name="Oval 28">
                <a:extLst>
                  <a:ext uri="{FF2B5EF4-FFF2-40B4-BE49-F238E27FC236}">
                    <a16:creationId xmlns:a16="http://schemas.microsoft.com/office/drawing/2014/main" id="{4CF369E2-184D-49FF-0B2E-6F897997B44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846" name="Rectangle 845">
              <a:extLst>
                <a:ext uri="{FF2B5EF4-FFF2-40B4-BE49-F238E27FC236}">
                  <a16:creationId xmlns:a16="http://schemas.microsoft.com/office/drawing/2014/main" id="{8F472769-F5C3-6E36-4F87-807BB328143F}"/>
                </a:ext>
              </a:extLst>
            </p:cNvPr>
            <p:cNvSpPr/>
            <p:nvPr/>
          </p:nvSpPr>
          <p:spPr>
            <a:xfrm>
              <a:off x="1268379" y="2970601"/>
              <a:ext cx="721206" cy="609701"/>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847" name="Right Triangle 846">
              <a:extLst>
                <a:ext uri="{FF2B5EF4-FFF2-40B4-BE49-F238E27FC236}">
                  <a16:creationId xmlns:a16="http://schemas.microsoft.com/office/drawing/2014/main" id="{E80BF5EE-6D41-7FBC-AC31-B420BC3A5F57}"/>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48" name="Group 847">
              <a:extLst>
                <a:ext uri="{FF2B5EF4-FFF2-40B4-BE49-F238E27FC236}">
                  <a16:creationId xmlns:a16="http://schemas.microsoft.com/office/drawing/2014/main" id="{85358D13-0DAD-2714-9624-4E0605E40696}"/>
                </a:ext>
              </a:extLst>
            </p:cNvPr>
            <p:cNvGrpSpPr/>
            <p:nvPr/>
          </p:nvGrpSpPr>
          <p:grpSpPr>
            <a:xfrm>
              <a:off x="1938974" y="2986444"/>
              <a:ext cx="37817" cy="61390"/>
              <a:chOff x="3883481" y="2057400"/>
              <a:chExt cx="1608363" cy="2652031"/>
            </a:xfrm>
            <a:solidFill>
              <a:srgbClr val="A6A6A6"/>
            </a:solidFill>
          </p:grpSpPr>
          <p:sp>
            <p:nvSpPr>
              <p:cNvPr id="849" name="Oval 27">
                <a:extLst>
                  <a:ext uri="{FF2B5EF4-FFF2-40B4-BE49-F238E27FC236}">
                    <a16:creationId xmlns:a16="http://schemas.microsoft.com/office/drawing/2014/main" id="{14035290-9FB5-4732-8B54-787F9C7C3BE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0" name="Oval 28">
                <a:extLst>
                  <a:ext uri="{FF2B5EF4-FFF2-40B4-BE49-F238E27FC236}">
                    <a16:creationId xmlns:a16="http://schemas.microsoft.com/office/drawing/2014/main" id="{4890A7F6-AEC9-2E73-C46A-BE0EF74C656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852" name="Rectangle 851">
              <a:extLst>
                <a:ext uri="{FF2B5EF4-FFF2-40B4-BE49-F238E27FC236}">
                  <a16:creationId xmlns:a16="http://schemas.microsoft.com/office/drawing/2014/main" id="{38E32206-FAAE-75F8-61BA-CEBD59AC75C6}"/>
                </a:ext>
              </a:extLst>
            </p:cNvPr>
            <p:cNvSpPr/>
            <p:nvPr/>
          </p:nvSpPr>
          <p:spPr>
            <a:xfrm>
              <a:off x="2938534" y="811556"/>
              <a:ext cx="721206" cy="609701"/>
            </a:xfrm>
            <a:prstGeom prst="rect">
              <a:avLst/>
            </a:prstGeom>
            <a:solidFill>
              <a:srgbClr val="FB7575"/>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853" name="Rectangle 852">
              <a:extLst>
                <a:ext uri="{FF2B5EF4-FFF2-40B4-BE49-F238E27FC236}">
                  <a16:creationId xmlns:a16="http://schemas.microsoft.com/office/drawing/2014/main" id="{862B3F56-ACD2-6A8E-602B-DBF20039E440}"/>
                </a:ext>
              </a:extLst>
            </p:cNvPr>
            <p:cNvSpPr/>
            <p:nvPr/>
          </p:nvSpPr>
          <p:spPr>
            <a:xfrm flipV="1">
              <a:off x="3554781"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4" name="Oval 15">
              <a:extLst>
                <a:ext uri="{FF2B5EF4-FFF2-40B4-BE49-F238E27FC236}">
                  <a16:creationId xmlns:a16="http://schemas.microsoft.com/office/drawing/2014/main" id="{82E611ED-C6E0-225B-91DA-6E9AE6915899}"/>
                </a:ext>
              </a:extLst>
            </p:cNvPr>
            <p:cNvSpPr/>
            <p:nvPr/>
          </p:nvSpPr>
          <p:spPr>
            <a:xfrm>
              <a:off x="3582170"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55" name="Straight Connector 854">
              <a:extLst>
                <a:ext uri="{FF2B5EF4-FFF2-40B4-BE49-F238E27FC236}">
                  <a16:creationId xmlns:a16="http://schemas.microsoft.com/office/drawing/2014/main" id="{67E17FEB-609E-4527-CA4F-A0566A09F0F7}"/>
                </a:ext>
              </a:extLst>
            </p:cNvPr>
            <p:cNvCxnSpPr>
              <a:cxnSpLocks/>
              <a:stCxn id="854" idx="0"/>
            </p:cNvCxnSpPr>
            <p:nvPr/>
          </p:nvCxnSpPr>
          <p:spPr>
            <a:xfrm flipV="1">
              <a:off x="3587866"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56" name="Straight Connector 855">
              <a:extLst>
                <a:ext uri="{FF2B5EF4-FFF2-40B4-BE49-F238E27FC236}">
                  <a16:creationId xmlns:a16="http://schemas.microsoft.com/office/drawing/2014/main" id="{793497ED-DEE1-44DE-C4B7-1830FF6FBCC6}"/>
                </a:ext>
              </a:extLst>
            </p:cNvPr>
            <p:cNvCxnSpPr>
              <a:cxnSpLocks/>
            </p:cNvCxnSpPr>
            <p:nvPr/>
          </p:nvCxnSpPr>
          <p:spPr>
            <a:xfrm>
              <a:off x="3593585"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858" name="Rectangle 857">
              <a:extLst>
                <a:ext uri="{FF2B5EF4-FFF2-40B4-BE49-F238E27FC236}">
                  <a16:creationId xmlns:a16="http://schemas.microsoft.com/office/drawing/2014/main" id="{D6FABA16-F57A-E5B7-E71A-887976CFE929}"/>
                </a:ext>
              </a:extLst>
            </p:cNvPr>
            <p:cNvSpPr/>
            <p:nvPr/>
          </p:nvSpPr>
          <p:spPr>
            <a:xfrm>
              <a:off x="2102909" y="811556"/>
              <a:ext cx="721206" cy="609701"/>
            </a:xfrm>
            <a:prstGeom prst="rect">
              <a:avLst/>
            </a:prstGeom>
            <a:solidFill>
              <a:schemeClr val="accent6">
                <a:lumMod val="60000"/>
                <a:lumOff val="40000"/>
              </a:schemeClr>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859" name="Rectangle 858">
              <a:extLst>
                <a:ext uri="{FF2B5EF4-FFF2-40B4-BE49-F238E27FC236}">
                  <a16:creationId xmlns:a16="http://schemas.microsoft.com/office/drawing/2014/main" id="{EFEAC75E-BA24-5B91-BE74-3CC5B0C47C15}"/>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0" name="Oval 15">
              <a:extLst>
                <a:ext uri="{FF2B5EF4-FFF2-40B4-BE49-F238E27FC236}">
                  <a16:creationId xmlns:a16="http://schemas.microsoft.com/office/drawing/2014/main" id="{CD3D4D0E-55C3-97B1-9D43-CD409FEB27B7}"/>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61" name="Straight Connector 860">
              <a:extLst>
                <a:ext uri="{FF2B5EF4-FFF2-40B4-BE49-F238E27FC236}">
                  <a16:creationId xmlns:a16="http://schemas.microsoft.com/office/drawing/2014/main" id="{59BEF32D-5CB7-7122-4A6E-C9DA4F968EC1}"/>
                </a:ext>
              </a:extLst>
            </p:cNvPr>
            <p:cNvCxnSpPr>
              <a:cxnSpLocks/>
              <a:stCxn id="860"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62" name="Straight Connector 861">
              <a:extLst>
                <a:ext uri="{FF2B5EF4-FFF2-40B4-BE49-F238E27FC236}">
                  <a16:creationId xmlns:a16="http://schemas.microsoft.com/office/drawing/2014/main" id="{4CFB0500-3DA8-9E29-2F9F-76D0A8D01940}"/>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864" name="Rectangle 863">
              <a:extLst>
                <a:ext uri="{FF2B5EF4-FFF2-40B4-BE49-F238E27FC236}">
                  <a16:creationId xmlns:a16="http://schemas.microsoft.com/office/drawing/2014/main" id="{53AF6EE8-3841-C458-D802-E8D050B9CD2C}"/>
                </a:ext>
              </a:extLst>
            </p:cNvPr>
            <p:cNvSpPr/>
            <p:nvPr/>
          </p:nvSpPr>
          <p:spPr>
            <a:xfrm>
              <a:off x="431659" y="808103"/>
              <a:ext cx="721206" cy="609701"/>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865" name="Right Triangle 864">
              <a:extLst>
                <a:ext uri="{FF2B5EF4-FFF2-40B4-BE49-F238E27FC236}">
                  <a16:creationId xmlns:a16="http://schemas.microsoft.com/office/drawing/2014/main" id="{59DD3F13-B079-EE72-1A48-4DBF40396D11}"/>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66" name="Group 865">
              <a:extLst>
                <a:ext uri="{FF2B5EF4-FFF2-40B4-BE49-F238E27FC236}">
                  <a16:creationId xmlns:a16="http://schemas.microsoft.com/office/drawing/2014/main" id="{228F6AAC-57F0-5A7B-40C3-DCD642D9E5D1}"/>
                </a:ext>
              </a:extLst>
            </p:cNvPr>
            <p:cNvGrpSpPr/>
            <p:nvPr/>
          </p:nvGrpSpPr>
          <p:grpSpPr>
            <a:xfrm>
              <a:off x="1100972" y="819589"/>
              <a:ext cx="37817" cy="61390"/>
              <a:chOff x="3883481" y="2057400"/>
              <a:chExt cx="1608363" cy="2652031"/>
            </a:xfrm>
            <a:solidFill>
              <a:srgbClr val="A6A6A6"/>
            </a:solidFill>
          </p:grpSpPr>
          <p:sp>
            <p:nvSpPr>
              <p:cNvPr id="867" name="Oval 27">
                <a:extLst>
                  <a:ext uri="{FF2B5EF4-FFF2-40B4-BE49-F238E27FC236}">
                    <a16:creationId xmlns:a16="http://schemas.microsoft.com/office/drawing/2014/main" id="{FB037E52-3E4F-1C89-EDDA-802EF7EA286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8" name="Oval 28">
                <a:extLst>
                  <a:ext uri="{FF2B5EF4-FFF2-40B4-BE49-F238E27FC236}">
                    <a16:creationId xmlns:a16="http://schemas.microsoft.com/office/drawing/2014/main" id="{E6608B60-02CB-4FA2-3DE7-94A575A4B0A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870" name="Rectangle 869">
              <a:extLst>
                <a:ext uri="{FF2B5EF4-FFF2-40B4-BE49-F238E27FC236}">
                  <a16:creationId xmlns:a16="http://schemas.microsoft.com/office/drawing/2014/main" id="{5B7F052E-114E-6A3E-9E39-701223B7982B}"/>
                </a:ext>
              </a:extLst>
            </p:cNvPr>
            <p:cNvSpPr/>
            <p:nvPr/>
          </p:nvSpPr>
          <p:spPr>
            <a:xfrm>
              <a:off x="1267284" y="811556"/>
              <a:ext cx="721206" cy="609701"/>
            </a:xfrm>
            <a:prstGeom prst="rect">
              <a:avLst/>
            </a:prstGeom>
            <a:solidFill>
              <a:srgbClr val="FB7575"/>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871" name="Right Triangle 870">
              <a:extLst>
                <a:ext uri="{FF2B5EF4-FFF2-40B4-BE49-F238E27FC236}">
                  <a16:creationId xmlns:a16="http://schemas.microsoft.com/office/drawing/2014/main" id="{BB4F57AD-2F64-FC69-740B-B4DA5F242826}"/>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72" name="Group 871">
              <a:extLst>
                <a:ext uri="{FF2B5EF4-FFF2-40B4-BE49-F238E27FC236}">
                  <a16:creationId xmlns:a16="http://schemas.microsoft.com/office/drawing/2014/main" id="{02D34652-D7E0-10F1-0F0F-AECFEE958FAF}"/>
                </a:ext>
              </a:extLst>
            </p:cNvPr>
            <p:cNvGrpSpPr/>
            <p:nvPr/>
          </p:nvGrpSpPr>
          <p:grpSpPr>
            <a:xfrm>
              <a:off x="1937879" y="819589"/>
              <a:ext cx="37817" cy="61390"/>
              <a:chOff x="3883481" y="2057400"/>
              <a:chExt cx="1608363" cy="2652031"/>
            </a:xfrm>
            <a:solidFill>
              <a:srgbClr val="A6A6A6"/>
            </a:solidFill>
          </p:grpSpPr>
          <p:sp>
            <p:nvSpPr>
              <p:cNvPr id="873" name="Oval 27">
                <a:extLst>
                  <a:ext uri="{FF2B5EF4-FFF2-40B4-BE49-F238E27FC236}">
                    <a16:creationId xmlns:a16="http://schemas.microsoft.com/office/drawing/2014/main" id="{888289D9-56DE-DDCC-0B33-59C01162353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4" name="Oval 28">
                <a:extLst>
                  <a:ext uri="{FF2B5EF4-FFF2-40B4-BE49-F238E27FC236}">
                    <a16:creationId xmlns:a16="http://schemas.microsoft.com/office/drawing/2014/main" id="{ED165B8C-D17E-56A8-B0A5-60D87BD87FE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876" name="Rectangle 875">
              <a:extLst>
                <a:ext uri="{FF2B5EF4-FFF2-40B4-BE49-F238E27FC236}">
                  <a16:creationId xmlns:a16="http://schemas.microsoft.com/office/drawing/2014/main" id="{84E15C2A-2978-E562-A776-EBB6489C121D}"/>
                </a:ext>
              </a:extLst>
            </p:cNvPr>
            <p:cNvSpPr/>
            <p:nvPr/>
          </p:nvSpPr>
          <p:spPr>
            <a:xfrm>
              <a:off x="3776511" y="2974054"/>
              <a:ext cx="721203" cy="609701"/>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Targeted Resources</a:t>
              </a:r>
            </a:p>
          </p:txBody>
        </p:sp>
        <p:sp>
          <p:nvSpPr>
            <p:cNvPr id="877" name="Right Triangle 876">
              <a:extLst>
                <a:ext uri="{FF2B5EF4-FFF2-40B4-BE49-F238E27FC236}">
                  <a16:creationId xmlns:a16="http://schemas.microsoft.com/office/drawing/2014/main" id="{BA20E415-54D5-A68A-7973-A5805E66BC53}"/>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78" name="Group 877">
              <a:extLst>
                <a:ext uri="{FF2B5EF4-FFF2-40B4-BE49-F238E27FC236}">
                  <a16:creationId xmlns:a16="http://schemas.microsoft.com/office/drawing/2014/main" id="{BF0AACD1-483E-E8C8-B1E6-6E2BF08C55B8}"/>
                </a:ext>
              </a:extLst>
            </p:cNvPr>
            <p:cNvGrpSpPr/>
            <p:nvPr/>
          </p:nvGrpSpPr>
          <p:grpSpPr>
            <a:xfrm>
              <a:off x="4450041" y="2982563"/>
              <a:ext cx="37817" cy="61390"/>
              <a:chOff x="3883481" y="2057400"/>
              <a:chExt cx="1608363" cy="2652031"/>
            </a:xfrm>
            <a:solidFill>
              <a:srgbClr val="A6A6A6"/>
            </a:solidFill>
          </p:grpSpPr>
          <p:sp>
            <p:nvSpPr>
              <p:cNvPr id="879" name="Oval 27">
                <a:extLst>
                  <a:ext uri="{FF2B5EF4-FFF2-40B4-BE49-F238E27FC236}">
                    <a16:creationId xmlns:a16="http://schemas.microsoft.com/office/drawing/2014/main" id="{EDB24EA2-374D-4342-2AD4-452B5179EB3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0" name="Oval 28">
                <a:extLst>
                  <a:ext uri="{FF2B5EF4-FFF2-40B4-BE49-F238E27FC236}">
                    <a16:creationId xmlns:a16="http://schemas.microsoft.com/office/drawing/2014/main" id="{EAB086AD-0913-FA42-0D42-7E166FAAB04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cxnSp>
          <p:nvCxnSpPr>
            <p:cNvPr id="883" name="Straight Connector 882">
              <a:extLst>
                <a:ext uri="{FF2B5EF4-FFF2-40B4-BE49-F238E27FC236}">
                  <a16:creationId xmlns:a16="http://schemas.microsoft.com/office/drawing/2014/main" id="{E36EB205-59A3-02FA-0A6B-CF0819D00FA9}"/>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4" name="Straight Connector 883">
              <a:extLst>
                <a:ext uri="{FF2B5EF4-FFF2-40B4-BE49-F238E27FC236}">
                  <a16:creationId xmlns:a16="http://schemas.microsoft.com/office/drawing/2014/main" id="{D4EE1BF6-C7C5-85FC-D186-11231AF4F19E}"/>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5" name="Straight Connector 884">
              <a:extLst>
                <a:ext uri="{FF2B5EF4-FFF2-40B4-BE49-F238E27FC236}">
                  <a16:creationId xmlns:a16="http://schemas.microsoft.com/office/drawing/2014/main" id="{58DB5269-1B37-9017-334F-86A7771CF4BB}"/>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7" name="Straight Connector 886">
              <a:extLst>
                <a:ext uri="{FF2B5EF4-FFF2-40B4-BE49-F238E27FC236}">
                  <a16:creationId xmlns:a16="http://schemas.microsoft.com/office/drawing/2014/main" id="{4A0F577B-523E-3C85-03D4-DEDCB8DD88A9}"/>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8" name="Straight Connector 887">
              <a:extLst>
                <a:ext uri="{FF2B5EF4-FFF2-40B4-BE49-F238E27FC236}">
                  <a16:creationId xmlns:a16="http://schemas.microsoft.com/office/drawing/2014/main" id="{728D4B94-8C81-DA76-7356-0D266ED1C96A}"/>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9" name="Straight Connector 888">
              <a:extLst>
                <a:ext uri="{FF2B5EF4-FFF2-40B4-BE49-F238E27FC236}">
                  <a16:creationId xmlns:a16="http://schemas.microsoft.com/office/drawing/2014/main" id="{0C62BA46-C6AB-6000-A5BF-A995C9C7C37F}"/>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317B211B-E612-6A25-62D6-8D133EA667C1}"/>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201BF423-DAFB-1F44-3E09-B0AEA3A2485E}"/>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906" name="Rectangle 905">
              <a:extLst>
                <a:ext uri="{FF2B5EF4-FFF2-40B4-BE49-F238E27FC236}">
                  <a16:creationId xmlns:a16="http://schemas.microsoft.com/office/drawing/2014/main" id="{825D8464-A695-97F6-03EE-852796D3921A}"/>
                </a:ext>
              </a:extLst>
            </p:cNvPr>
            <p:cNvSpPr/>
            <p:nvPr/>
          </p:nvSpPr>
          <p:spPr>
            <a:xfrm>
              <a:off x="2099602" y="5136552"/>
              <a:ext cx="721206" cy="609701"/>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solidFill>
                  <a:latin typeface="Century Gothic" panose="020B0502020202020204" pitchFamily="34" charset="0"/>
                </a:rPr>
                <a:t>Microsoft Entra</a:t>
              </a: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 Password Protection</a:t>
              </a:r>
            </a:p>
          </p:txBody>
        </p:sp>
        <p:sp>
          <p:nvSpPr>
            <p:cNvPr id="907" name="Right Triangle 906">
              <a:extLst>
                <a:ext uri="{FF2B5EF4-FFF2-40B4-BE49-F238E27FC236}">
                  <a16:creationId xmlns:a16="http://schemas.microsoft.com/office/drawing/2014/main" id="{474986A4-2CA2-D63B-72A9-0CC78ADD72D2}"/>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08" name="Group 907">
              <a:extLst>
                <a:ext uri="{FF2B5EF4-FFF2-40B4-BE49-F238E27FC236}">
                  <a16:creationId xmlns:a16="http://schemas.microsoft.com/office/drawing/2014/main" id="{308D49CC-4E4F-E969-05EC-82B17088257E}"/>
                </a:ext>
              </a:extLst>
            </p:cNvPr>
            <p:cNvGrpSpPr/>
            <p:nvPr/>
          </p:nvGrpSpPr>
          <p:grpSpPr>
            <a:xfrm>
              <a:off x="2765664" y="5151370"/>
              <a:ext cx="37817" cy="61390"/>
              <a:chOff x="3883481" y="2057400"/>
              <a:chExt cx="1608363" cy="2652031"/>
            </a:xfrm>
            <a:solidFill>
              <a:srgbClr val="A6A6A6"/>
            </a:solidFill>
          </p:grpSpPr>
          <p:sp>
            <p:nvSpPr>
              <p:cNvPr id="909" name="Oval 27">
                <a:extLst>
                  <a:ext uri="{FF2B5EF4-FFF2-40B4-BE49-F238E27FC236}">
                    <a16:creationId xmlns:a16="http://schemas.microsoft.com/office/drawing/2014/main" id="{E13005F4-D6D4-468B-3988-01D585A6CB0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0" name="Oval 28">
                <a:extLst>
                  <a:ext uri="{FF2B5EF4-FFF2-40B4-BE49-F238E27FC236}">
                    <a16:creationId xmlns:a16="http://schemas.microsoft.com/office/drawing/2014/main" id="{15B28AB4-AF0D-F110-E732-4819F0FEF8F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912" name="Rectangle 911">
              <a:extLst>
                <a:ext uri="{FF2B5EF4-FFF2-40B4-BE49-F238E27FC236}">
                  <a16:creationId xmlns:a16="http://schemas.microsoft.com/office/drawing/2014/main" id="{B468C477-1DB8-ACAC-1802-4E789E5AFF16}"/>
                </a:ext>
              </a:extLst>
            </p:cNvPr>
            <p:cNvSpPr/>
            <p:nvPr/>
          </p:nvSpPr>
          <p:spPr>
            <a:xfrm>
              <a:off x="2100388" y="4419620"/>
              <a:ext cx="721206" cy="609701"/>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913" name="Right Triangle 912">
              <a:extLst>
                <a:ext uri="{FF2B5EF4-FFF2-40B4-BE49-F238E27FC236}">
                  <a16:creationId xmlns:a16="http://schemas.microsoft.com/office/drawing/2014/main" id="{93F2EC18-97C4-A40B-7DDB-A26AAA498657}"/>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14" name="Group 913">
              <a:extLst>
                <a:ext uri="{FF2B5EF4-FFF2-40B4-BE49-F238E27FC236}">
                  <a16:creationId xmlns:a16="http://schemas.microsoft.com/office/drawing/2014/main" id="{5F879673-67E9-7AFF-8A65-6BDF6AE4C6D8}"/>
                </a:ext>
              </a:extLst>
            </p:cNvPr>
            <p:cNvGrpSpPr/>
            <p:nvPr/>
          </p:nvGrpSpPr>
          <p:grpSpPr>
            <a:xfrm>
              <a:off x="2769861" y="4434438"/>
              <a:ext cx="37817" cy="61390"/>
              <a:chOff x="3883481" y="2057400"/>
              <a:chExt cx="1608363" cy="2652031"/>
            </a:xfrm>
            <a:solidFill>
              <a:srgbClr val="A6A6A6"/>
            </a:solidFill>
          </p:grpSpPr>
          <p:sp>
            <p:nvSpPr>
              <p:cNvPr id="915" name="Oval 27">
                <a:extLst>
                  <a:ext uri="{FF2B5EF4-FFF2-40B4-BE49-F238E27FC236}">
                    <a16:creationId xmlns:a16="http://schemas.microsoft.com/office/drawing/2014/main" id="{42B05FF0-1DBA-A00D-7BA1-643C3DA256D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6" name="Oval 28">
                <a:extLst>
                  <a:ext uri="{FF2B5EF4-FFF2-40B4-BE49-F238E27FC236}">
                    <a16:creationId xmlns:a16="http://schemas.microsoft.com/office/drawing/2014/main" id="{88A5CC08-69D6-4695-F8C6-BABC5BC7C35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918" name="Rectangle 917">
              <a:extLst>
                <a:ext uri="{FF2B5EF4-FFF2-40B4-BE49-F238E27FC236}">
                  <a16:creationId xmlns:a16="http://schemas.microsoft.com/office/drawing/2014/main" id="{7F7C168B-FE7A-BF0F-7002-0D361AF30BFE}"/>
                </a:ext>
              </a:extLst>
            </p:cNvPr>
            <p:cNvSpPr/>
            <p:nvPr/>
          </p:nvSpPr>
          <p:spPr>
            <a:xfrm>
              <a:off x="2937172" y="4420291"/>
              <a:ext cx="721206" cy="609703"/>
            </a:xfrm>
            <a:prstGeom prst="rect">
              <a:avLst/>
            </a:prstGeom>
            <a:solidFill>
              <a:schemeClr val="accent6">
                <a:lumMod val="60000"/>
                <a:lumOff val="40000"/>
              </a:schemeClr>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919" name="Right Triangle 918">
              <a:extLst>
                <a:ext uri="{FF2B5EF4-FFF2-40B4-BE49-F238E27FC236}">
                  <a16:creationId xmlns:a16="http://schemas.microsoft.com/office/drawing/2014/main" id="{FA6DFA26-88AC-2537-FE3A-D5D6B88A3636}"/>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20" name="Group 919">
              <a:extLst>
                <a:ext uri="{FF2B5EF4-FFF2-40B4-BE49-F238E27FC236}">
                  <a16:creationId xmlns:a16="http://schemas.microsoft.com/office/drawing/2014/main" id="{C8CD38FD-EBFA-DD5B-4F77-ABE9B2FD2C42}"/>
                </a:ext>
              </a:extLst>
            </p:cNvPr>
            <p:cNvGrpSpPr/>
            <p:nvPr/>
          </p:nvGrpSpPr>
          <p:grpSpPr>
            <a:xfrm>
              <a:off x="3607767" y="4425712"/>
              <a:ext cx="37817" cy="61390"/>
              <a:chOff x="3883481" y="2057400"/>
              <a:chExt cx="1608363" cy="2652031"/>
            </a:xfrm>
            <a:solidFill>
              <a:srgbClr val="A6A6A6"/>
            </a:solidFill>
          </p:grpSpPr>
          <p:sp>
            <p:nvSpPr>
              <p:cNvPr id="921" name="Oval 27">
                <a:extLst>
                  <a:ext uri="{FF2B5EF4-FFF2-40B4-BE49-F238E27FC236}">
                    <a16:creationId xmlns:a16="http://schemas.microsoft.com/office/drawing/2014/main" id="{C3E2E256-CA77-D7C0-292B-D5A39291848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2" name="Oval 28">
                <a:extLst>
                  <a:ext uri="{FF2B5EF4-FFF2-40B4-BE49-F238E27FC236}">
                    <a16:creationId xmlns:a16="http://schemas.microsoft.com/office/drawing/2014/main" id="{A57C7014-01A6-FEF9-EE86-2EE3A113E51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924" name="Rectangle 923">
              <a:hlinkHover r:id="" action="ppaction://noaction" highlightClick="1"/>
              <a:extLst>
                <a:ext uri="{FF2B5EF4-FFF2-40B4-BE49-F238E27FC236}">
                  <a16:creationId xmlns:a16="http://schemas.microsoft.com/office/drawing/2014/main" id="{1EE577B6-80D8-B196-006F-02D5E37D2196}"/>
                </a:ext>
              </a:extLst>
            </p:cNvPr>
            <p:cNvSpPr/>
            <p:nvPr/>
          </p:nvSpPr>
          <p:spPr>
            <a:xfrm>
              <a:off x="6286128" y="4419620"/>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925" name="Oval 924">
              <a:extLst>
                <a:ext uri="{FF2B5EF4-FFF2-40B4-BE49-F238E27FC236}">
                  <a16:creationId xmlns:a16="http://schemas.microsoft.com/office/drawing/2014/main" id="{527509AA-B326-7433-8A53-C556B82208C4}"/>
                </a:ext>
              </a:extLst>
            </p:cNvPr>
            <p:cNvSpPr/>
            <p:nvPr/>
          </p:nvSpPr>
          <p:spPr>
            <a:xfrm>
              <a:off x="6863906" y="442984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6" name="Isosceles Triangle 648">
              <a:extLst>
                <a:ext uri="{FF2B5EF4-FFF2-40B4-BE49-F238E27FC236}">
                  <a16:creationId xmlns:a16="http://schemas.microsoft.com/office/drawing/2014/main" id="{71457BF1-11F8-4834-7E58-E9F6ECBEEF6D}"/>
                </a:ext>
              </a:extLst>
            </p:cNvPr>
            <p:cNvSpPr/>
            <p:nvPr/>
          </p:nvSpPr>
          <p:spPr>
            <a:xfrm>
              <a:off x="6894030" y="444335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8" name="Rectangle 927">
              <a:hlinkHover r:id="" action="ppaction://noaction" highlightClick="1"/>
              <a:extLst>
                <a:ext uri="{FF2B5EF4-FFF2-40B4-BE49-F238E27FC236}">
                  <a16:creationId xmlns:a16="http://schemas.microsoft.com/office/drawing/2014/main" id="{93E72029-87E1-D536-287A-7BE9BF2080D3}"/>
                </a:ext>
              </a:extLst>
            </p:cNvPr>
            <p:cNvSpPr/>
            <p:nvPr/>
          </p:nvSpPr>
          <p:spPr>
            <a:xfrm>
              <a:off x="5458938" y="5135301"/>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929" name="Oval 928">
              <a:extLst>
                <a:ext uri="{FF2B5EF4-FFF2-40B4-BE49-F238E27FC236}">
                  <a16:creationId xmlns:a16="http://schemas.microsoft.com/office/drawing/2014/main" id="{B80DB71B-2002-53B9-73C0-77B377765209}"/>
                </a:ext>
              </a:extLst>
            </p:cNvPr>
            <p:cNvSpPr/>
            <p:nvPr/>
          </p:nvSpPr>
          <p:spPr>
            <a:xfrm>
              <a:off x="6035889" y="514552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0" name="Isosceles Triangle 648">
              <a:extLst>
                <a:ext uri="{FF2B5EF4-FFF2-40B4-BE49-F238E27FC236}">
                  <a16:creationId xmlns:a16="http://schemas.microsoft.com/office/drawing/2014/main" id="{50FE8CBF-14BF-FA77-FA84-BB2B245C1BDE}"/>
                </a:ext>
              </a:extLst>
            </p:cNvPr>
            <p:cNvSpPr/>
            <p:nvPr/>
          </p:nvSpPr>
          <p:spPr>
            <a:xfrm>
              <a:off x="6066013" y="515903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2" name="Rectangle 931">
              <a:hlinkHover r:id="" action="ppaction://noaction" highlightClick="1"/>
              <a:extLst>
                <a:ext uri="{FF2B5EF4-FFF2-40B4-BE49-F238E27FC236}">
                  <a16:creationId xmlns:a16="http://schemas.microsoft.com/office/drawing/2014/main" id="{C0C0B121-2096-B65F-58BC-5A8F4EFD22C9}"/>
                </a:ext>
              </a:extLst>
            </p:cNvPr>
            <p:cNvSpPr/>
            <p:nvPr/>
          </p:nvSpPr>
          <p:spPr>
            <a:xfrm>
              <a:off x="6289144" y="5141013"/>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933" name="Oval 932">
              <a:extLst>
                <a:ext uri="{FF2B5EF4-FFF2-40B4-BE49-F238E27FC236}">
                  <a16:creationId xmlns:a16="http://schemas.microsoft.com/office/drawing/2014/main" id="{77778F9F-0EB7-5023-0B52-F1F1376A76DA}"/>
                </a:ext>
              </a:extLst>
            </p:cNvPr>
            <p:cNvSpPr/>
            <p:nvPr/>
          </p:nvSpPr>
          <p:spPr>
            <a:xfrm>
              <a:off x="6867993" y="5151355"/>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4" name="Isosceles Triangle 648">
              <a:extLst>
                <a:ext uri="{FF2B5EF4-FFF2-40B4-BE49-F238E27FC236}">
                  <a16:creationId xmlns:a16="http://schemas.microsoft.com/office/drawing/2014/main" id="{D217D26C-1D72-9BB1-0F0B-7297D9B66487}"/>
                </a:ext>
              </a:extLst>
            </p:cNvPr>
            <p:cNvSpPr/>
            <p:nvPr/>
          </p:nvSpPr>
          <p:spPr>
            <a:xfrm>
              <a:off x="6898117" y="516486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6" name="Rectangle 935">
              <a:hlinkHover r:id="" action="ppaction://noaction" highlightClick="1"/>
              <a:extLst>
                <a:ext uri="{FF2B5EF4-FFF2-40B4-BE49-F238E27FC236}">
                  <a16:creationId xmlns:a16="http://schemas.microsoft.com/office/drawing/2014/main" id="{F1650850-D1D4-2802-5BD3-F9F4E060A94B}"/>
                </a:ext>
              </a:extLst>
            </p:cNvPr>
            <p:cNvSpPr/>
            <p:nvPr/>
          </p:nvSpPr>
          <p:spPr>
            <a:xfrm>
              <a:off x="7122909" y="4419620"/>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937" name="Oval 936">
              <a:extLst>
                <a:ext uri="{FF2B5EF4-FFF2-40B4-BE49-F238E27FC236}">
                  <a16:creationId xmlns:a16="http://schemas.microsoft.com/office/drawing/2014/main" id="{0408A200-210A-CDBD-D371-7AB0BB4487ED}"/>
                </a:ext>
              </a:extLst>
            </p:cNvPr>
            <p:cNvSpPr/>
            <p:nvPr/>
          </p:nvSpPr>
          <p:spPr>
            <a:xfrm>
              <a:off x="7700861"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8" name="Isosceles Triangle 648">
              <a:extLst>
                <a:ext uri="{FF2B5EF4-FFF2-40B4-BE49-F238E27FC236}">
                  <a16:creationId xmlns:a16="http://schemas.microsoft.com/office/drawing/2014/main" id="{0887D8FC-183F-C50F-8358-CD51892B2103}"/>
                </a:ext>
              </a:extLst>
            </p:cNvPr>
            <p:cNvSpPr/>
            <p:nvPr/>
          </p:nvSpPr>
          <p:spPr>
            <a:xfrm>
              <a:off x="7730986"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0" name="Rectangle 939">
              <a:hlinkHover r:id="" action="ppaction://noaction" highlightClick="1"/>
              <a:extLst>
                <a:ext uri="{FF2B5EF4-FFF2-40B4-BE49-F238E27FC236}">
                  <a16:creationId xmlns:a16="http://schemas.microsoft.com/office/drawing/2014/main" id="{AC928783-C25E-819D-F9FD-B9F9D8410295}"/>
                </a:ext>
              </a:extLst>
            </p:cNvPr>
            <p:cNvSpPr/>
            <p:nvPr/>
          </p:nvSpPr>
          <p:spPr>
            <a:xfrm>
              <a:off x="5451974" y="3707588"/>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p>
          </p:txBody>
        </p:sp>
        <p:sp>
          <p:nvSpPr>
            <p:cNvPr id="941" name="Oval 940">
              <a:extLst>
                <a:ext uri="{FF2B5EF4-FFF2-40B4-BE49-F238E27FC236}">
                  <a16:creationId xmlns:a16="http://schemas.microsoft.com/office/drawing/2014/main" id="{89533BEE-87E9-7E3C-CF8E-282E9244D1A7}"/>
                </a:ext>
              </a:extLst>
            </p:cNvPr>
            <p:cNvSpPr/>
            <p:nvPr/>
          </p:nvSpPr>
          <p:spPr>
            <a:xfrm>
              <a:off x="6030513" y="3715345"/>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2" name="Isosceles Triangle 648">
              <a:extLst>
                <a:ext uri="{FF2B5EF4-FFF2-40B4-BE49-F238E27FC236}">
                  <a16:creationId xmlns:a16="http://schemas.microsoft.com/office/drawing/2014/main" id="{99D6BB49-E29C-B2CE-41C2-9DB39AA837D2}"/>
                </a:ext>
              </a:extLst>
            </p:cNvPr>
            <p:cNvSpPr/>
            <p:nvPr/>
          </p:nvSpPr>
          <p:spPr>
            <a:xfrm>
              <a:off x="6060637"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4" name="Rectangle 943">
              <a:hlinkHover r:id="" action="ppaction://noaction" highlightClick="1"/>
              <a:extLst>
                <a:ext uri="{FF2B5EF4-FFF2-40B4-BE49-F238E27FC236}">
                  <a16:creationId xmlns:a16="http://schemas.microsoft.com/office/drawing/2014/main" id="{9C1A2DD9-3B0A-28E6-4B4F-2038D0CD01F8}"/>
                </a:ext>
              </a:extLst>
            </p:cNvPr>
            <p:cNvSpPr/>
            <p:nvPr/>
          </p:nvSpPr>
          <p:spPr>
            <a:xfrm>
              <a:off x="5454383" y="4419620"/>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945" name="Oval 944">
              <a:extLst>
                <a:ext uri="{FF2B5EF4-FFF2-40B4-BE49-F238E27FC236}">
                  <a16:creationId xmlns:a16="http://schemas.microsoft.com/office/drawing/2014/main" id="{179EE4F3-2A4A-6F7C-BE0C-780EEFB57775}"/>
                </a:ext>
              </a:extLst>
            </p:cNvPr>
            <p:cNvSpPr/>
            <p:nvPr/>
          </p:nvSpPr>
          <p:spPr>
            <a:xfrm>
              <a:off x="6031334"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6" name="Isosceles Triangle 648">
              <a:extLst>
                <a:ext uri="{FF2B5EF4-FFF2-40B4-BE49-F238E27FC236}">
                  <a16:creationId xmlns:a16="http://schemas.microsoft.com/office/drawing/2014/main" id="{80EA25E6-4195-6CFE-67BD-2391FEE99B52}"/>
                </a:ext>
              </a:extLst>
            </p:cNvPr>
            <p:cNvSpPr/>
            <p:nvPr/>
          </p:nvSpPr>
          <p:spPr>
            <a:xfrm>
              <a:off x="6061458"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8" name="Rectangle 947">
              <a:hlinkHover r:id="" action="ppaction://noaction" highlightClick="1"/>
              <a:extLst>
                <a:ext uri="{FF2B5EF4-FFF2-40B4-BE49-F238E27FC236}">
                  <a16:creationId xmlns:a16="http://schemas.microsoft.com/office/drawing/2014/main" id="{40F3AF63-ED5D-B4B7-E4F6-95C11817A020}"/>
                </a:ext>
              </a:extLst>
            </p:cNvPr>
            <p:cNvSpPr/>
            <p:nvPr/>
          </p:nvSpPr>
          <p:spPr>
            <a:xfrm>
              <a:off x="3775041" y="5130131"/>
              <a:ext cx="721206" cy="609700"/>
            </a:xfrm>
            <a:prstGeom prst="rect">
              <a:avLst/>
            </a:prstGeom>
            <a:solidFill>
              <a:srgbClr val="FB7575"/>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949" name="Group 948">
              <a:extLst>
                <a:ext uri="{FF2B5EF4-FFF2-40B4-BE49-F238E27FC236}">
                  <a16:creationId xmlns:a16="http://schemas.microsoft.com/office/drawing/2014/main" id="{40ADD0A6-1FDF-F666-5672-5BA628DABD40}"/>
                </a:ext>
              </a:extLst>
            </p:cNvPr>
            <p:cNvGrpSpPr/>
            <p:nvPr/>
          </p:nvGrpSpPr>
          <p:grpSpPr>
            <a:xfrm>
              <a:off x="4367028" y="5130129"/>
              <a:ext cx="129906" cy="127894"/>
              <a:chOff x="1040599" y="2550516"/>
              <a:chExt cx="157050" cy="157050"/>
            </a:xfrm>
          </p:grpSpPr>
          <p:sp>
            <p:nvSpPr>
              <p:cNvPr id="950" name="Diamond 949">
                <a:extLst>
                  <a:ext uri="{FF2B5EF4-FFF2-40B4-BE49-F238E27FC236}">
                    <a16:creationId xmlns:a16="http://schemas.microsoft.com/office/drawing/2014/main" id="{C6262178-2739-B945-DCC5-D83D19036C45}"/>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1" name="Oval 950">
                <a:extLst>
                  <a:ext uri="{FF2B5EF4-FFF2-40B4-BE49-F238E27FC236}">
                    <a16:creationId xmlns:a16="http://schemas.microsoft.com/office/drawing/2014/main" id="{BE3D346F-0EC7-4817-72FD-E3B2B415726B}"/>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953" name="Rectangle 952">
              <a:hlinkHover r:id="" action="ppaction://noaction" highlightClick="1"/>
              <a:extLst>
                <a:ext uri="{FF2B5EF4-FFF2-40B4-BE49-F238E27FC236}">
                  <a16:creationId xmlns:a16="http://schemas.microsoft.com/office/drawing/2014/main" id="{77C00CAB-52F0-063E-302A-FE5F5CCB4FF2}"/>
                </a:ext>
              </a:extLst>
            </p:cNvPr>
            <p:cNvSpPr/>
            <p:nvPr/>
          </p:nvSpPr>
          <p:spPr>
            <a:xfrm>
              <a:off x="4618174" y="5130746"/>
              <a:ext cx="721206" cy="609700"/>
            </a:xfrm>
            <a:prstGeom prst="rect">
              <a:avLst/>
            </a:prstGeom>
            <a:solidFill>
              <a:srgbClr val="FB7575"/>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954" name="Group 953">
              <a:extLst>
                <a:ext uri="{FF2B5EF4-FFF2-40B4-BE49-F238E27FC236}">
                  <a16:creationId xmlns:a16="http://schemas.microsoft.com/office/drawing/2014/main" id="{7CAA623A-40AC-3DF2-E5DA-BFA9763B1C82}"/>
                </a:ext>
              </a:extLst>
            </p:cNvPr>
            <p:cNvGrpSpPr/>
            <p:nvPr/>
          </p:nvGrpSpPr>
          <p:grpSpPr>
            <a:xfrm>
              <a:off x="5210161" y="5130744"/>
              <a:ext cx="129906" cy="127894"/>
              <a:chOff x="1040599" y="2550516"/>
              <a:chExt cx="157050" cy="157050"/>
            </a:xfrm>
          </p:grpSpPr>
          <p:sp>
            <p:nvSpPr>
              <p:cNvPr id="955" name="Diamond 954">
                <a:extLst>
                  <a:ext uri="{FF2B5EF4-FFF2-40B4-BE49-F238E27FC236}">
                    <a16:creationId xmlns:a16="http://schemas.microsoft.com/office/drawing/2014/main" id="{BAB061A9-032D-4F5C-3DE8-137EA6DE45AF}"/>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6" name="Oval 955">
                <a:extLst>
                  <a:ext uri="{FF2B5EF4-FFF2-40B4-BE49-F238E27FC236}">
                    <a16:creationId xmlns:a16="http://schemas.microsoft.com/office/drawing/2014/main" id="{25FB0E21-2D60-4680-70B7-889039693037}"/>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958" name="Rectangle 957">
              <a:hlinkHover r:id="" action="ppaction://noaction" highlightClick="1"/>
              <a:extLst>
                <a:ext uri="{FF2B5EF4-FFF2-40B4-BE49-F238E27FC236}">
                  <a16:creationId xmlns:a16="http://schemas.microsoft.com/office/drawing/2014/main" id="{2AC7B979-69F9-72B0-6C78-B2C998B55911}"/>
                </a:ext>
              </a:extLst>
            </p:cNvPr>
            <p:cNvSpPr/>
            <p:nvPr/>
          </p:nvSpPr>
          <p:spPr>
            <a:xfrm>
              <a:off x="7125831" y="5143364"/>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959" name="Oval 958">
              <a:extLst>
                <a:ext uri="{FF2B5EF4-FFF2-40B4-BE49-F238E27FC236}">
                  <a16:creationId xmlns:a16="http://schemas.microsoft.com/office/drawing/2014/main" id="{F840AE0D-F421-5C83-41EC-381548CBCD79}"/>
                </a:ext>
              </a:extLst>
            </p:cNvPr>
            <p:cNvSpPr/>
            <p:nvPr/>
          </p:nvSpPr>
          <p:spPr>
            <a:xfrm>
              <a:off x="7704680" y="515358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0" name="Isosceles Triangle 648">
              <a:extLst>
                <a:ext uri="{FF2B5EF4-FFF2-40B4-BE49-F238E27FC236}">
                  <a16:creationId xmlns:a16="http://schemas.microsoft.com/office/drawing/2014/main" id="{59C3A1DC-078C-2258-0D9D-00366E071B13}"/>
                </a:ext>
              </a:extLst>
            </p:cNvPr>
            <p:cNvSpPr/>
            <p:nvPr/>
          </p:nvSpPr>
          <p:spPr>
            <a:xfrm>
              <a:off x="7734804" y="516709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2" name="Rectangle 961">
              <a:hlinkHover r:id="" action="ppaction://noaction" highlightClick="1"/>
              <a:extLst>
                <a:ext uri="{FF2B5EF4-FFF2-40B4-BE49-F238E27FC236}">
                  <a16:creationId xmlns:a16="http://schemas.microsoft.com/office/drawing/2014/main" id="{621AF5B1-37D4-3F20-EC5F-E8803D85E447}"/>
                </a:ext>
              </a:extLst>
            </p:cNvPr>
            <p:cNvSpPr/>
            <p:nvPr/>
          </p:nvSpPr>
          <p:spPr>
            <a:xfrm>
              <a:off x="7122909" y="3698227"/>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963" name="Oval 962">
              <a:extLst>
                <a:ext uri="{FF2B5EF4-FFF2-40B4-BE49-F238E27FC236}">
                  <a16:creationId xmlns:a16="http://schemas.microsoft.com/office/drawing/2014/main" id="{E85D178F-4BC4-6CF7-4BBB-CB3DE68FB4E9}"/>
                </a:ext>
              </a:extLst>
            </p:cNvPr>
            <p:cNvSpPr/>
            <p:nvPr/>
          </p:nvSpPr>
          <p:spPr>
            <a:xfrm>
              <a:off x="7700861"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4" name="Isosceles Triangle 648">
              <a:extLst>
                <a:ext uri="{FF2B5EF4-FFF2-40B4-BE49-F238E27FC236}">
                  <a16:creationId xmlns:a16="http://schemas.microsoft.com/office/drawing/2014/main" id="{9E147BD7-38F2-EF51-352A-ACA6804C90A1}"/>
                </a:ext>
              </a:extLst>
            </p:cNvPr>
            <p:cNvSpPr/>
            <p:nvPr/>
          </p:nvSpPr>
          <p:spPr>
            <a:xfrm>
              <a:off x="7730986"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6" name="Rectangle 965">
              <a:hlinkHover r:id="" action="ppaction://noaction" highlightClick="1"/>
              <a:extLst>
                <a:ext uri="{FF2B5EF4-FFF2-40B4-BE49-F238E27FC236}">
                  <a16:creationId xmlns:a16="http://schemas.microsoft.com/office/drawing/2014/main" id="{CF335BAD-6DAB-90CE-EF20-2CD5750C326F}"/>
                </a:ext>
              </a:extLst>
            </p:cNvPr>
            <p:cNvSpPr/>
            <p:nvPr/>
          </p:nvSpPr>
          <p:spPr>
            <a:xfrm>
              <a:off x="6286222" y="3698227"/>
              <a:ext cx="721206" cy="609701"/>
            </a:xfrm>
            <a:prstGeom prst="rect">
              <a:avLst/>
            </a:prstGeom>
            <a:solidFill>
              <a:schemeClr val="bg1">
                <a:lumMod val="95000"/>
              </a:schemeClr>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967" name="Oval 966">
              <a:extLst>
                <a:ext uri="{FF2B5EF4-FFF2-40B4-BE49-F238E27FC236}">
                  <a16:creationId xmlns:a16="http://schemas.microsoft.com/office/drawing/2014/main" id="{FEC4C871-A544-0E06-D2B4-E8DDCA3D6EF5}"/>
                </a:ext>
              </a:extLst>
            </p:cNvPr>
            <p:cNvSpPr/>
            <p:nvPr/>
          </p:nvSpPr>
          <p:spPr>
            <a:xfrm>
              <a:off x="6864724"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8" name="Isosceles Triangle 648">
              <a:extLst>
                <a:ext uri="{FF2B5EF4-FFF2-40B4-BE49-F238E27FC236}">
                  <a16:creationId xmlns:a16="http://schemas.microsoft.com/office/drawing/2014/main" id="{CC3459FC-6CDE-40C1-6ACF-CD1334101411}"/>
                </a:ext>
              </a:extLst>
            </p:cNvPr>
            <p:cNvSpPr/>
            <p:nvPr/>
          </p:nvSpPr>
          <p:spPr>
            <a:xfrm>
              <a:off x="689484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0" name="Rectangle 969">
              <a:extLst>
                <a:ext uri="{FF2B5EF4-FFF2-40B4-BE49-F238E27FC236}">
                  <a16:creationId xmlns:a16="http://schemas.microsoft.com/office/drawing/2014/main" id="{31B2547C-3E23-0A3A-AD5D-5A92A681F900}"/>
                </a:ext>
              </a:extLst>
            </p:cNvPr>
            <p:cNvSpPr/>
            <p:nvPr/>
          </p:nvSpPr>
          <p:spPr>
            <a:xfrm>
              <a:off x="10506599" y="811556"/>
              <a:ext cx="721206" cy="609701"/>
            </a:xfrm>
            <a:prstGeom prst="rect">
              <a:avLst/>
            </a:prstGeom>
            <a:solidFill>
              <a:schemeClr val="accent6">
                <a:lumMod val="60000"/>
                <a:lumOff val="40000"/>
              </a:schemeClr>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71" name="Rectangle 970">
              <a:extLst>
                <a:ext uri="{FF2B5EF4-FFF2-40B4-BE49-F238E27FC236}">
                  <a16:creationId xmlns:a16="http://schemas.microsoft.com/office/drawing/2014/main" id="{ABDB2BB4-7F6D-A848-0011-56733B70DF3E}"/>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2" name="Oval 15">
              <a:extLst>
                <a:ext uri="{FF2B5EF4-FFF2-40B4-BE49-F238E27FC236}">
                  <a16:creationId xmlns:a16="http://schemas.microsoft.com/office/drawing/2014/main" id="{4491E5BF-8005-8972-68D1-6359D38E2D29}"/>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73" name="Straight Connector 972">
              <a:extLst>
                <a:ext uri="{FF2B5EF4-FFF2-40B4-BE49-F238E27FC236}">
                  <a16:creationId xmlns:a16="http://schemas.microsoft.com/office/drawing/2014/main" id="{A72DDD1F-9981-A063-8849-C7C84DEFDE7B}"/>
                </a:ext>
              </a:extLst>
            </p:cNvPr>
            <p:cNvCxnSpPr>
              <a:cxnSpLocks/>
              <a:stCxn id="972"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74" name="Straight Connector 973">
              <a:extLst>
                <a:ext uri="{FF2B5EF4-FFF2-40B4-BE49-F238E27FC236}">
                  <a16:creationId xmlns:a16="http://schemas.microsoft.com/office/drawing/2014/main" id="{C6D5662A-0201-6258-1703-A70CAEF8CF48}"/>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sp>
          <p:nvSpPr>
            <p:cNvPr id="977" name="Diamond 976">
              <a:extLst>
                <a:ext uri="{FF2B5EF4-FFF2-40B4-BE49-F238E27FC236}">
                  <a16:creationId xmlns:a16="http://schemas.microsoft.com/office/drawing/2014/main" id="{8DC1BB5A-422E-7CD6-5077-19CD5FAC0BDD}"/>
                </a:ext>
              </a:extLst>
            </p:cNvPr>
            <p:cNvSpPr/>
            <p:nvPr/>
          </p:nvSpPr>
          <p:spPr>
            <a:xfrm>
              <a:off x="10241488" y="81390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8" name="Oval 977">
              <a:extLst>
                <a:ext uri="{FF2B5EF4-FFF2-40B4-BE49-F238E27FC236}">
                  <a16:creationId xmlns:a16="http://schemas.microsoft.com/office/drawing/2014/main" id="{75F9EE2B-E48E-675C-8420-65507E465C3F}"/>
                </a:ext>
              </a:extLst>
            </p:cNvPr>
            <p:cNvSpPr/>
            <p:nvPr/>
          </p:nvSpPr>
          <p:spPr>
            <a:xfrm>
              <a:off x="10275691" y="84739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7B8157D2-2139-AC6B-465A-971B7F0233CB}"/>
              </a:ext>
            </a:extLst>
          </p:cNvPr>
          <p:cNvGrpSpPr/>
          <p:nvPr/>
        </p:nvGrpSpPr>
        <p:grpSpPr>
          <a:xfrm>
            <a:off x="7113073" y="809264"/>
            <a:ext cx="721206" cy="609701"/>
            <a:chOff x="4289253" y="909114"/>
            <a:chExt cx="871904" cy="748695"/>
          </a:xfrm>
        </p:grpSpPr>
        <p:sp>
          <p:nvSpPr>
            <p:cNvPr id="7" name="Rectangle 6">
              <a:extLst>
                <a:ext uri="{FF2B5EF4-FFF2-40B4-BE49-F238E27FC236}">
                  <a16:creationId xmlns:a16="http://schemas.microsoft.com/office/drawing/2014/main" id="{D3DB3235-7D9F-6724-EABF-78341043FF66}"/>
                </a:ext>
              </a:extLst>
            </p:cNvPr>
            <p:cNvSpPr/>
            <p:nvPr/>
          </p:nvSpPr>
          <p:spPr>
            <a:xfrm>
              <a:off x="4289253" y="909114"/>
              <a:ext cx="871904" cy="748695"/>
            </a:xfrm>
            <a:prstGeom prst="rect">
              <a:avLst/>
            </a:prstGeom>
            <a:solidFill>
              <a:srgbClr val="FB7575"/>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8" name="Rectangle 7">
              <a:extLst>
                <a:ext uri="{FF2B5EF4-FFF2-40B4-BE49-F238E27FC236}">
                  <a16:creationId xmlns:a16="http://schemas.microsoft.com/office/drawing/2014/main" id="{B105AFCD-4D4B-C7E8-5A69-28A85900DDB1}"/>
                </a:ext>
              </a:extLst>
            </p:cNvPr>
            <p:cNvSpPr/>
            <p:nvPr/>
          </p:nvSpPr>
          <p:spPr>
            <a:xfrm flipV="1">
              <a:off x="5036004" y="916254"/>
              <a:ext cx="121127"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Oval 15">
              <a:extLst>
                <a:ext uri="{FF2B5EF4-FFF2-40B4-BE49-F238E27FC236}">
                  <a16:creationId xmlns:a16="http://schemas.microsoft.com/office/drawing/2014/main" id="{CD40D4EF-052C-D939-9653-7E9D264326D2}"/>
                </a:ext>
              </a:extLst>
            </p:cNvPr>
            <p:cNvSpPr/>
            <p:nvPr/>
          </p:nvSpPr>
          <p:spPr>
            <a:xfrm>
              <a:off x="5069116"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 name="Straight Connector 9">
              <a:extLst>
                <a:ext uri="{FF2B5EF4-FFF2-40B4-BE49-F238E27FC236}">
                  <a16:creationId xmlns:a16="http://schemas.microsoft.com/office/drawing/2014/main" id="{FE83F865-D026-9F43-2B0F-415E1D71D618}"/>
                </a:ext>
              </a:extLst>
            </p:cNvPr>
            <p:cNvCxnSpPr>
              <a:cxnSpLocks/>
              <a:stCxn id="9" idx="0"/>
            </p:cNvCxnSpPr>
            <p:nvPr/>
          </p:nvCxnSpPr>
          <p:spPr>
            <a:xfrm flipV="1">
              <a:off x="5076002"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 name="Straight Connector 11">
              <a:extLst>
                <a:ext uri="{FF2B5EF4-FFF2-40B4-BE49-F238E27FC236}">
                  <a16:creationId xmlns:a16="http://schemas.microsoft.com/office/drawing/2014/main" id="{5C7C3943-5D9D-E76E-11AB-03F492CCD99A}"/>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B728626C-51F7-7497-AFAB-80AFA4E896CB}"/>
              </a:ext>
            </a:extLst>
          </p:cNvPr>
          <p:cNvGrpSpPr/>
          <p:nvPr/>
        </p:nvGrpSpPr>
        <p:grpSpPr>
          <a:xfrm>
            <a:off x="7905566" y="751337"/>
            <a:ext cx="3396155" cy="4999377"/>
            <a:chOff x="7905566" y="751337"/>
            <a:chExt cx="3396155" cy="4999377"/>
          </a:xfrm>
        </p:grpSpPr>
        <p:cxnSp>
          <p:nvCxnSpPr>
            <p:cNvPr id="17" name="Straight Connector 16">
              <a:extLst>
                <a:ext uri="{FF2B5EF4-FFF2-40B4-BE49-F238E27FC236}">
                  <a16:creationId xmlns:a16="http://schemas.microsoft.com/office/drawing/2014/main" id="{74BC9541-90EB-5ABE-609C-2A5FF4362738}"/>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06F59430-82A6-35A9-AA2E-A8BD3726DCD3}"/>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D70062BC-A00E-ECEA-8127-8163EBBC8004}"/>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598F6375-4FF9-7AB5-5232-9A604804C584}"/>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750CEAE3-C87D-20DC-689A-29BB452D0C0B}"/>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FA484B9E-33EB-AFCB-8D11-541233E5F753}"/>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1435664A-3DA7-13F9-0493-33C9DC61140B}"/>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28" name="Straight Connector 27">
            <a:extLst>
              <a:ext uri="{FF2B5EF4-FFF2-40B4-BE49-F238E27FC236}">
                <a16:creationId xmlns:a16="http://schemas.microsoft.com/office/drawing/2014/main" id="{BB3DB91E-E5AC-8AD5-0708-C330FC9E4AC4}"/>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30" name="Isosceles Triangle 648">
            <a:extLst>
              <a:ext uri="{FF2B5EF4-FFF2-40B4-BE49-F238E27FC236}">
                <a16:creationId xmlns:a16="http://schemas.microsoft.com/office/drawing/2014/main" id="{F26763FC-A3F9-0916-21AE-7CDDC51DCB5E}"/>
              </a:ext>
            </a:extLst>
          </p:cNvPr>
          <p:cNvSpPr/>
          <p:nvPr/>
        </p:nvSpPr>
        <p:spPr>
          <a:xfrm>
            <a:off x="11117733" y="156724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 name="Isosceles Triangle 648">
            <a:extLst>
              <a:ext uri="{FF2B5EF4-FFF2-40B4-BE49-F238E27FC236}">
                <a16:creationId xmlns:a16="http://schemas.microsoft.com/office/drawing/2014/main" id="{3EAC89B6-CF9A-8391-7B79-7EF8F8EE4BD1}"/>
              </a:ext>
            </a:extLst>
          </p:cNvPr>
          <p:cNvSpPr/>
          <p:nvPr/>
        </p:nvSpPr>
        <p:spPr>
          <a:xfrm>
            <a:off x="12117301" y="17059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 name="Right Triangle 37">
            <a:extLst>
              <a:ext uri="{FF2B5EF4-FFF2-40B4-BE49-F238E27FC236}">
                <a16:creationId xmlns:a16="http://schemas.microsoft.com/office/drawing/2014/main" id="{54BA5227-3642-8C93-2379-E34A4C9D16E8}"/>
              </a:ext>
            </a:extLst>
          </p:cNvPr>
          <p:cNvSpPr/>
          <p:nvPr/>
        </p:nvSpPr>
        <p:spPr>
          <a:xfrm rot="10800000">
            <a:off x="11947577" y="225807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 name="Oval 27">
            <a:extLst>
              <a:ext uri="{FF2B5EF4-FFF2-40B4-BE49-F238E27FC236}">
                <a16:creationId xmlns:a16="http://schemas.microsoft.com/office/drawing/2014/main" id="{F9B3C69D-F02C-A003-BDBF-AB2C08B26A56}"/>
              </a:ext>
            </a:extLst>
          </p:cNvPr>
          <p:cNvSpPr/>
          <p:nvPr/>
        </p:nvSpPr>
        <p:spPr>
          <a:xfrm>
            <a:off x="12016388" y="2264164"/>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 name="Oval 28">
            <a:extLst>
              <a:ext uri="{FF2B5EF4-FFF2-40B4-BE49-F238E27FC236}">
                <a16:creationId xmlns:a16="http://schemas.microsoft.com/office/drawing/2014/main" id="{68589687-E5CF-73CB-8CAF-8054696B06DD}"/>
              </a:ext>
            </a:extLst>
          </p:cNvPr>
          <p:cNvSpPr/>
          <p:nvPr/>
        </p:nvSpPr>
        <p:spPr>
          <a:xfrm>
            <a:off x="12018598" y="2291631"/>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3" name="Group 42">
            <a:extLst>
              <a:ext uri="{FF2B5EF4-FFF2-40B4-BE49-F238E27FC236}">
                <a16:creationId xmlns:a16="http://schemas.microsoft.com/office/drawing/2014/main" id="{6F5878B4-9FB0-6EBA-0296-A515AF5D8506}"/>
              </a:ext>
            </a:extLst>
          </p:cNvPr>
          <p:cNvGrpSpPr/>
          <p:nvPr/>
        </p:nvGrpSpPr>
        <p:grpSpPr>
          <a:xfrm>
            <a:off x="11352864" y="5143204"/>
            <a:ext cx="721206" cy="609701"/>
            <a:chOff x="9244679" y="3370808"/>
            <a:chExt cx="871904" cy="748695"/>
          </a:xfrm>
        </p:grpSpPr>
        <p:sp>
          <p:nvSpPr>
            <p:cNvPr id="44" name="Rectangle 43">
              <a:extLst>
                <a:ext uri="{FF2B5EF4-FFF2-40B4-BE49-F238E27FC236}">
                  <a16:creationId xmlns:a16="http://schemas.microsoft.com/office/drawing/2014/main" id="{82C1C69E-E4D8-DBC7-4540-5C2CA9E91B10}"/>
                </a:ext>
              </a:extLst>
            </p:cNvPr>
            <p:cNvSpPr/>
            <p:nvPr/>
          </p:nvSpPr>
          <p:spPr>
            <a:xfrm>
              <a:off x="9244679" y="3370808"/>
              <a:ext cx="871904" cy="748695"/>
            </a:xfrm>
            <a:prstGeom prst="rect">
              <a:avLst/>
            </a:prstGeom>
            <a:solidFill>
              <a:schemeClr val="accent6">
                <a:lumMod val="60000"/>
                <a:lumOff val="40000"/>
              </a:schemeClr>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45" name="Rectangle 44">
              <a:extLst>
                <a:ext uri="{FF2B5EF4-FFF2-40B4-BE49-F238E27FC236}">
                  <a16:creationId xmlns:a16="http://schemas.microsoft.com/office/drawing/2014/main" id="{7DF10E2B-4BB2-0B79-F9EB-D787DAD8AB30}"/>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 name="Oval 15">
              <a:extLst>
                <a:ext uri="{FF2B5EF4-FFF2-40B4-BE49-F238E27FC236}">
                  <a16:creationId xmlns:a16="http://schemas.microsoft.com/office/drawing/2014/main" id="{60F545A0-0D37-27D7-B694-BF21BFA233D7}"/>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8" name="Straight Connector 47">
              <a:extLst>
                <a:ext uri="{FF2B5EF4-FFF2-40B4-BE49-F238E27FC236}">
                  <a16:creationId xmlns:a16="http://schemas.microsoft.com/office/drawing/2014/main" id="{52404026-62C5-C7C2-CF12-3BEF37E1F140}"/>
                </a:ext>
              </a:extLst>
            </p:cNvPr>
            <p:cNvCxnSpPr>
              <a:cxnSpLocks/>
              <a:stCxn id="46"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4" name="Straight Connector 53">
              <a:extLst>
                <a:ext uri="{FF2B5EF4-FFF2-40B4-BE49-F238E27FC236}">
                  <a16:creationId xmlns:a16="http://schemas.microsoft.com/office/drawing/2014/main" id="{07A63AE5-D9B7-F69B-8C58-2D7FC47C4683}"/>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8" name="Group 57">
            <a:extLst>
              <a:ext uri="{FF2B5EF4-FFF2-40B4-BE49-F238E27FC236}">
                <a16:creationId xmlns:a16="http://schemas.microsoft.com/office/drawing/2014/main" id="{D8F4075B-A251-6C66-BCF2-317DC5C243AA}"/>
              </a:ext>
            </a:extLst>
          </p:cNvPr>
          <p:cNvGrpSpPr/>
          <p:nvPr/>
        </p:nvGrpSpPr>
        <p:grpSpPr>
          <a:xfrm>
            <a:off x="2110200" y="2990968"/>
            <a:ext cx="721206" cy="609701"/>
            <a:chOff x="9244679" y="3370808"/>
            <a:chExt cx="871904" cy="748695"/>
          </a:xfrm>
        </p:grpSpPr>
        <p:sp>
          <p:nvSpPr>
            <p:cNvPr id="61" name="Rectangle 60">
              <a:extLst>
                <a:ext uri="{FF2B5EF4-FFF2-40B4-BE49-F238E27FC236}">
                  <a16:creationId xmlns:a16="http://schemas.microsoft.com/office/drawing/2014/main" id="{4C8C1B15-F83B-D795-B3A5-7F913E331768}"/>
                </a:ext>
              </a:extLst>
            </p:cNvPr>
            <p:cNvSpPr/>
            <p:nvPr/>
          </p:nvSpPr>
          <p:spPr>
            <a:xfrm>
              <a:off x="9244679" y="3370808"/>
              <a:ext cx="871904" cy="748695"/>
            </a:xfrm>
            <a:prstGeom prst="rect">
              <a:avLst/>
            </a:prstGeom>
            <a:solidFill>
              <a:schemeClr val="accent6">
                <a:lumMod val="60000"/>
                <a:lumOff val="40000"/>
              </a:schemeClr>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901" name="Rectangle 900">
              <a:extLst>
                <a:ext uri="{FF2B5EF4-FFF2-40B4-BE49-F238E27FC236}">
                  <a16:creationId xmlns:a16="http://schemas.microsoft.com/office/drawing/2014/main" id="{BF0187B6-544E-399A-65AE-CE613B30F90D}"/>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5" name="Oval 15">
              <a:extLst>
                <a:ext uri="{FF2B5EF4-FFF2-40B4-BE49-F238E27FC236}">
                  <a16:creationId xmlns:a16="http://schemas.microsoft.com/office/drawing/2014/main" id="{11D842FC-FF00-0FB2-1AF0-9A4327E58493}"/>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11" name="Straight Connector 910">
              <a:extLst>
                <a:ext uri="{FF2B5EF4-FFF2-40B4-BE49-F238E27FC236}">
                  <a16:creationId xmlns:a16="http://schemas.microsoft.com/office/drawing/2014/main" id="{D9C8E3EC-683A-3E62-7776-314DFDEC7957}"/>
                </a:ext>
              </a:extLst>
            </p:cNvPr>
            <p:cNvCxnSpPr>
              <a:cxnSpLocks/>
              <a:stCxn id="905"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17" name="Straight Connector 916">
              <a:extLst>
                <a:ext uri="{FF2B5EF4-FFF2-40B4-BE49-F238E27FC236}">
                  <a16:creationId xmlns:a16="http://schemas.microsoft.com/office/drawing/2014/main" id="{DDFF23E5-F1BC-6165-7BF2-A3CC2B0E677D}"/>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23" name="Group 922">
            <a:extLst>
              <a:ext uri="{FF2B5EF4-FFF2-40B4-BE49-F238E27FC236}">
                <a16:creationId xmlns:a16="http://schemas.microsoft.com/office/drawing/2014/main" id="{F95245B6-D59B-0A03-8484-ADF0EB0B33E7}"/>
              </a:ext>
            </a:extLst>
          </p:cNvPr>
          <p:cNvGrpSpPr/>
          <p:nvPr/>
        </p:nvGrpSpPr>
        <p:grpSpPr>
          <a:xfrm>
            <a:off x="4611964" y="2970765"/>
            <a:ext cx="721206" cy="609701"/>
            <a:chOff x="11226844" y="3371220"/>
            <a:chExt cx="871904" cy="748695"/>
          </a:xfrm>
        </p:grpSpPr>
        <p:sp>
          <p:nvSpPr>
            <p:cNvPr id="927" name="Rectangle 926">
              <a:extLst>
                <a:ext uri="{FF2B5EF4-FFF2-40B4-BE49-F238E27FC236}">
                  <a16:creationId xmlns:a16="http://schemas.microsoft.com/office/drawing/2014/main" id="{EE6D2A15-5BAC-4AC2-48FC-C82E838B22FC}"/>
                </a:ext>
              </a:extLst>
            </p:cNvPr>
            <p:cNvSpPr/>
            <p:nvPr/>
          </p:nvSpPr>
          <p:spPr>
            <a:xfrm>
              <a:off x="11226844" y="3371220"/>
              <a:ext cx="871904" cy="748695"/>
            </a:xfrm>
            <a:prstGeom prst="rect">
              <a:avLst/>
            </a:prstGeom>
            <a:solidFill>
              <a:schemeClr val="accent6">
                <a:lumMod val="60000"/>
                <a:lumOff val="40000"/>
              </a:schemeClr>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931" name="Rectangle 930">
              <a:extLst>
                <a:ext uri="{FF2B5EF4-FFF2-40B4-BE49-F238E27FC236}">
                  <a16:creationId xmlns:a16="http://schemas.microsoft.com/office/drawing/2014/main" id="{76B35EF1-71FE-5BCB-01DD-62E5D6DF8BB2}"/>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5" name="Oval 15">
              <a:extLst>
                <a:ext uri="{FF2B5EF4-FFF2-40B4-BE49-F238E27FC236}">
                  <a16:creationId xmlns:a16="http://schemas.microsoft.com/office/drawing/2014/main" id="{F6AAB0E8-1CEE-B725-A41D-FB5C0879F250}"/>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39" name="Straight Connector 938">
              <a:extLst>
                <a:ext uri="{FF2B5EF4-FFF2-40B4-BE49-F238E27FC236}">
                  <a16:creationId xmlns:a16="http://schemas.microsoft.com/office/drawing/2014/main" id="{FEA0CB22-3A6B-CB84-DBE8-2F3B9075749D}"/>
                </a:ext>
              </a:extLst>
            </p:cNvPr>
            <p:cNvCxnSpPr>
              <a:cxnSpLocks/>
              <a:stCxn id="935"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43" name="Straight Connector 942">
              <a:extLst>
                <a:ext uri="{FF2B5EF4-FFF2-40B4-BE49-F238E27FC236}">
                  <a16:creationId xmlns:a16="http://schemas.microsoft.com/office/drawing/2014/main" id="{039249A1-5034-27AD-BAB1-170F8A3325D6}"/>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47" name="Group 946">
            <a:extLst>
              <a:ext uri="{FF2B5EF4-FFF2-40B4-BE49-F238E27FC236}">
                <a16:creationId xmlns:a16="http://schemas.microsoft.com/office/drawing/2014/main" id="{97E95769-3E24-0218-21FC-56CB91FABCD5}"/>
              </a:ext>
            </a:extLst>
          </p:cNvPr>
          <p:cNvGrpSpPr/>
          <p:nvPr/>
        </p:nvGrpSpPr>
        <p:grpSpPr>
          <a:xfrm>
            <a:off x="10504032" y="2975151"/>
            <a:ext cx="721206" cy="609701"/>
            <a:chOff x="11226844" y="3371220"/>
            <a:chExt cx="871904" cy="748695"/>
          </a:xfrm>
        </p:grpSpPr>
        <p:sp>
          <p:nvSpPr>
            <p:cNvPr id="952" name="Rectangle 951">
              <a:extLst>
                <a:ext uri="{FF2B5EF4-FFF2-40B4-BE49-F238E27FC236}">
                  <a16:creationId xmlns:a16="http://schemas.microsoft.com/office/drawing/2014/main" id="{085983AD-05C1-BBE3-F39A-A538CDBB8867}"/>
                </a:ext>
              </a:extLst>
            </p:cNvPr>
            <p:cNvSpPr/>
            <p:nvPr/>
          </p:nvSpPr>
          <p:spPr>
            <a:xfrm>
              <a:off x="11226844" y="3371220"/>
              <a:ext cx="871904" cy="748695"/>
            </a:xfrm>
            <a:prstGeom prst="rect">
              <a:avLst/>
            </a:prstGeom>
            <a:solidFill>
              <a:schemeClr val="accent6">
                <a:lumMod val="60000"/>
                <a:lumOff val="40000"/>
              </a:schemeClr>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solidFill>
                  <a:latin typeface="Century Gothic" panose="020B0502020202020204" pitchFamily="34" charset="0"/>
                </a:rPr>
                <a:t>Microsoft Entra Agent Identities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57" name="Rectangle 956">
              <a:extLst>
                <a:ext uri="{FF2B5EF4-FFF2-40B4-BE49-F238E27FC236}">
                  <a16:creationId xmlns:a16="http://schemas.microsoft.com/office/drawing/2014/main" id="{FCC9D3BD-0CFE-1F82-BFE5-562EAAF6058C}"/>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 name="Oval 15">
              <a:extLst>
                <a:ext uri="{FF2B5EF4-FFF2-40B4-BE49-F238E27FC236}">
                  <a16:creationId xmlns:a16="http://schemas.microsoft.com/office/drawing/2014/main" id="{1CE0E207-925A-0698-5878-B8216B2983BE}"/>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3" name="Straight Connector 72">
              <a:extLst>
                <a:ext uri="{FF2B5EF4-FFF2-40B4-BE49-F238E27FC236}">
                  <a16:creationId xmlns:a16="http://schemas.microsoft.com/office/drawing/2014/main" id="{72F3B237-EADD-AF7D-75F6-8B0685D086F4}"/>
                </a:ext>
              </a:extLst>
            </p:cNvPr>
            <p:cNvCxnSpPr>
              <a:cxnSpLocks/>
              <a:stCxn id="67"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9" name="Straight Connector 78">
              <a:extLst>
                <a:ext uri="{FF2B5EF4-FFF2-40B4-BE49-F238E27FC236}">
                  <a16:creationId xmlns:a16="http://schemas.microsoft.com/office/drawing/2014/main" id="{C6F5B645-8FF1-4434-072E-97C4A47A56CE}"/>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pic>
        <p:nvPicPr>
          <p:cNvPr id="2" name="Picture 1">
            <a:hlinkClick r:id="rId10" action="ppaction://hlinksldjump"/>
            <a:extLst>
              <a:ext uri="{FF2B5EF4-FFF2-40B4-BE49-F238E27FC236}">
                <a16:creationId xmlns:a16="http://schemas.microsoft.com/office/drawing/2014/main" id="{57FD3307-2AA2-BF7D-ECD7-2BAB19C0A8D8}"/>
              </a:ext>
            </a:extLst>
          </p:cNvPr>
          <p:cNvPicPr>
            <a:picLocks noChangeAspect="1"/>
          </p:cNvPicPr>
          <p:nvPr/>
        </p:nvPicPr>
        <p:blipFill>
          <a:blip r:embed="rId11"/>
          <a:stretch>
            <a:fillRect/>
          </a:stretch>
        </p:blipFill>
        <p:spPr>
          <a:xfrm>
            <a:off x="0" y="0"/>
            <a:ext cx="211626" cy="6858000"/>
          </a:xfrm>
          <a:prstGeom prst="rect">
            <a:avLst/>
          </a:prstGeom>
        </p:spPr>
      </p:pic>
      <p:grpSp>
        <p:nvGrpSpPr>
          <p:cNvPr id="36" name="Group 35">
            <a:extLst>
              <a:ext uri="{FF2B5EF4-FFF2-40B4-BE49-F238E27FC236}">
                <a16:creationId xmlns:a16="http://schemas.microsoft.com/office/drawing/2014/main" id="{50FD0774-BD08-60D6-555E-8BF9F9A754C3}"/>
              </a:ext>
            </a:extLst>
          </p:cNvPr>
          <p:cNvGrpSpPr/>
          <p:nvPr/>
        </p:nvGrpSpPr>
        <p:grpSpPr>
          <a:xfrm>
            <a:off x="9662351" y="2974053"/>
            <a:ext cx="721206" cy="609701"/>
            <a:chOff x="9657965" y="90836"/>
            <a:chExt cx="721206" cy="609701"/>
          </a:xfrm>
        </p:grpSpPr>
        <p:sp>
          <p:nvSpPr>
            <p:cNvPr id="896" name="Rectangle 895">
              <a:hlinkHover r:id="" action="ppaction://noaction" highlightClick="1"/>
              <a:extLst>
                <a:ext uri="{FF2B5EF4-FFF2-40B4-BE49-F238E27FC236}">
                  <a16:creationId xmlns:a16="http://schemas.microsoft.com/office/drawing/2014/main" id="{407A2034-A746-4B3A-1C62-B0C48F4BFEF8}"/>
                </a:ext>
              </a:extLst>
            </p:cNvPr>
            <p:cNvSpPr/>
            <p:nvPr/>
          </p:nvSpPr>
          <p:spPr>
            <a:xfrm>
              <a:off x="9657965" y="90836"/>
              <a:ext cx="721206" cy="609701"/>
            </a:xfrm>
            <a:prstGeom prst="rect">
              <a:avLst/>
            </a:prstGeom>
            <a:solidFill>
              <a:schemeClr val="accent6">
                <a:lumMod val="60000"/>
                <a:lumOff val="40000"/>
              </a:schemeClr>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Agent 365</a:t>
              </a:r>
              <a:endParaRPr kumimoji="0" lang="en-GB" sz="6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
          <p:nvSpPr>
            <p:cNvPr id="897" name="Diamond 896">
              <a:extLst>
                <a:ext uri="{FF2B5EF4-FFF2-40B4-BE49-F238E27FC236}">
                  <a16:creationId xmlns:a16="http://schemas.microsoft.com/office/drawing/2014/main" id="{6B9DA44F-3A36-60AD-A8B5-586C94D07B1F}"/>
                </a:ext>
              </a:extLst>
            </p:cNvPr>
            <p:cNvSpPr/>
            <p:nvPr/>
          </p:nvSpPr>
          <p:spPr>
            <a:xfrm>
              <a:off x="10242663" y="9318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8" name="Oval 897">
              <a:extLst>
                <a:ext uri="{FF2B5EF4-FFF2-40B4-BE49-F238E27FC236}">
                  <a16:creationId xmlns:a16="http://schemas.microsoft.com/office/drawing/2014/main" id="{B3729EB6-7E26-D26C-635A-4CCDA8D2E281}"/>
                </a:ext>
              </a:extLst>
            </p:cNvPr>
            <p:cNvSpPr/>
            <p:nvPr/>
          </p:nvSpPr>
          <p:spPr>
            <a:xfrm>
              <a:off x="10276866" y="12667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02735219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118" name="Group 117">
            <a:extLst>
              <a:ext uri="{FF2B5EF4-FFF2-40B4-BE49-F238E27FC236}">
                <a16:creationId xmlns:a16="http://schemas.microsoft.com/office/drawing/2014/main" id="{FBE4DB4F-81CE-44B4-9219-1FA27C469B48}"/>
              </a:ext>
            </a:extLst>
          </p:cNvPr>
          <p:cNvGrpSpPr/>
          <p:nvPr/>
        </p:nvGrpSpPr>
        <p:grpSpPr>
          <a:xfrm>
            <a:off x="1292203" y="3183615"/>
            <a:ext cx="1306890" cy="994851"/>
            <a:chOff x="906082" y="5082034"/>
            <a:chExt cx="1797666" cy="1368447"/>
          </a:xfrm>
        </p:grpSpPr>
        <p:sp>
          <p:nvSpPr>
            <p:cNvPr id="3" name="TextBox 2">
              <a:extLst>
                <a:ext uri="{FF2B5EF4-FFF2-40B4-BE49-F238E27FC236}">
                  <a16:creationId xmlns:a16="http://schemas.microsoft.com/office/drawing/2014/main" id="{BE898532-386B-42B6-856A-622B0553E038}"/>
                </a:ext>
              </a:extLst>
            </p:cNvPr>
            <p:cNvSpPr txBox="1"/>
            <p:nvPr/>
          </p:nvSpPr>
          <p:spPr>
            <a:xfrm>
              <a:off x="906082" y="5082034"/>
              <a:ext cx="1797666" cy="465691"/>
            </a:xfrm>
            <a:prstGeom prst="rect">
              <a:avLst/>
            </a:prstGeom>
            <a:noFill/>
          </p:spPr>
          <p:txBody>
            <a:bodyPr wrap="square" rtlCol="0" anchor="ctr">
              <a:spAutoFit/>
            </a:bodyPr>
            <a:lstStyle/>
            <a:p>
              <a:pPr marL="0" marR="0" lvl="0" indent="0" algn="ctr" defTabSz="931935"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FFFFFF">
                      <a:lumMod val="85000"/>
                    </a:srgbClr>
                  </a:solidFill>
                  <a:effectLst/>
                  <a:uLnTx/>
                  <a:uFillTx/>
                  <a:latin typeface="Segoe UI Semibold" panose="020B0702040204020203" pitchFamily="34" charset="0"/>
                  <a:ea typeface="Segoe UI" charset="0"/>
                  <a:cs typeface="Segoe UI Semibold" panose="020B0702040204020203" pitchFamily="34" charset="0"/>
                </a:rPr>
                <a:t>Victim Zero</a:t>
              </a:r>
            </a:p>
          </p:txBody>
        </p:sp>
        <p:grpSp>
          <p:nvGrpSpPr>
            <p:cNvPr id="4" name="Group 3">
              <a:extLst>
                <a:ext uri="{FF2B5EF4-FFF2-40B4-BE49-F238E27FC236}">
                  <a16:creationId xmlns:a16="http://schemas.microsoft.com/office/drawing/2014/main" id="{CDD722BB-DD3A-432E-A126-91D3E0666A35}"/>
                </a:ext>
              </a:extLst>
            </p:cNvPr>
            <p:cNvGrpSpPr/>
            <p:nvPr/>
          </p:nvGrpSpPr>
          <p:grpSpPr>
            <a:xfrm>
              <a:off x="1273878" y="5536211"/>
              <a:ext cx="914270" cy="914270"/>
              <a:chOff x="602604" y="2970748"/>
              <a:chExt cx="914400" cy="914400"/>
            </a:xfrm>
          </p:grpSpPr>
          <p:sp>
            <p:nvSpPr>
              <p:cNvPr id="5" name="Oval 4">
                <a:extLst>
                  <a:ext uri="{FF2B5EF4-FFF2-40B4-BE49-F238E27FC236}">
                    <a16:creationId xmlns:a16="http://schemas.microsoft.com/office/drawing/2014/main" id="{BEFD37EC-4FDF-4995-ACF7-7C9487BAA497}"/>
                  </a:ext>
                </a:extLst>
              </p:cNvPr>
              <p:cNvSpPr/>
              <p:nvPr/>
            </p:nvSpPr>
            <p:spPr bwMode="auto">
              <a:xfrm>
                <a:off x="602604" y="2970748"/>
                <a:ext cx="914400" cy="914400"/>
              </a:xfrm>
              <a:prstGeom prst="ellipse">
                <a:avLst/>
              </a:prstGeom>
              <a:solidFill>
                <a:schemeClr val="tx1">
                  <a:lumMod val="20000"/>
                  <a:lumOff val="80000"/>
                </a:schemeClr>
              </a:solidFill>
              <a:ln w="50800">
                <a:noFill/>
                <a:headEnd type="none"/>
                <a:tailEnd type="none"/>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endParaRPr kumimoji="0" lang="en-US" sz="5399" b="0" i="0" u="none" strike="noStrike" kern="1200" cap="none" spc="0" normalizeH="0" baseline="0" noProof="0">
                  <a:ln>
                    <a:noFill/>
                  </a:ln>
                  <a:solidFill>
                    <a:srgbClr val="FFFFFF">
                      <a:lumMod val="85000"/>
                    </a:srgbClr>
                  </a:solidFill>
                  <a:effectLst/>
                  <a:uLnTx/>
                  <a:uFillTx/>
                  <a:latin typeface="Segoe UI Semilight"/>
                  <a:ea typeface="Segoe UI" pitchFamily="34" charset="0"/>
                  <a:cs typeface="Segoe UI" pitchFamily="34" charset="0"/>
                </a:endParaRPr>
              </a:p>
            </p:txBody>
          </p:sp>
          <p:grpSp>
            <p:nvGrpSpPr>
              <p:cNvPr id="6" name="Group 5">
                <a:extLst>
                  <a:ext uri="{FF2B5EF4-FFF2-40B4-BE49-F238E27FC236}">
                    <a16:creationId xmlns:a16="http://schemas.microsoft.com/office/drawing/2014/main" id="{4AD0EF17-7B01-426A-8DAB-B4175DBDC424}"/>
                  </a:ext>
                </a:extLst>
              </p:cNvPr>
              <p:cNvGrpSpPr/>
              <p:nvPr/>
            </p:nvGrpSpPr>
            <p:grpSpPr>
              <a:xfrm>
                <a:off x="819520" y="3200380"/>
                <a:ext cx="480569" cy="455136"/>
                <a:chOff x="7604124" y="1860551"/>
                <a:chExt cx="569912" cy="539750"/>
              </a:xfrm>
              <a:solidFill>
                <a:schemeClr val="tx1"/>
              </a:solidFill>
            </p:grpSpPr>
            <p:sp>
              <p:nvSpPr>
                <p:cNvPr id="7" name="Freeform 241">
                  <a:extLst>
                    <a:ext uri="{FF2B5EF4-FFF2-40B4-BE49-F238E27FC236}">
                      <a16:creationId xmlns:a16="http://schemas.microsoft.com/office/drawing/2014/main" id="{6BD664A2-36B7-46A0-941A-8999A4362259}"/>
                    </a:ext>
                  </a:extLst>
                </p:cNvPr>
                <p:cNvSpPr>
                  <a:spLocks noEditPoints="1"/>
                </p:cNvSpPr>
                <p:nvPr/>
              </p:nvSpPr>
              <p:spPr bwMode="auto">
                <a:xfrm>
                  <a:off x="7604124" y="1860551"/>
                  <a:ext cx="569912" cy="539750"/>
                </a:xfrm>
                <a:custGeom>
                  <a:avLst/>
                  <a:gdLst>
                    <a:gd name="T0" fmla="*/ 2044 w 2070"/>
                    <a:gd name="T1" fmla="*/ 1278 h 1964"/>
                    <a:gd name="T2" fmla="*/ 2044 w 2070"/>
                    <a:gd name="T3" fmla="*/ 1278 h 1964"/>
                    <a:gd name="T4" fmla="*/ 1587 w 2070"/>
                    <a:gd name="T5" fmla="*/ 1735 h 1964"/>
                    <a:gd name="T6" fmla="*/ 1578 w 2070"/>
                    <a:gd name="T7" fmla="*/ 1735 h 1964"/>
                    <a:gd name="T8" fmla="*/ 1122 w 2070"/>
                    <a:gd name="T9" fmla="*/ 1278 h 1964"/>
                    <a:gd name="T10" fmla="*/ 1122 w 2070"/>
                    <a:gd name="T11" fmla="*/ 1267 h 1964"/>
                    <a:gd name="T12" fmla="*/ 1578 w 2070"/>
                    <a:gd name="T13" fmla="*/ 810 h 1964"/>
                    <a:gd name="T14" fmla="*/ 1587 w 2070"/>
                    <a:gd name="T15" fmla="*/ 810 h 1964"/>
                    <a:gd name="T16" fmla="*/ 2044 w 2070"/>
                    <a:gd name="T17" fmla="*/ 1267 h 1964"/>
                    <a:gd name="T18" fmla="*/ 2044 w 2070"/>
                    <a:gd name="T19" fmla="*/ 1278 h 1964"/>
                    <a:gd name="T20" fmla="*/ 26 w 2070"/>
                    <a:gd name="T21" fmla="*/ 1938 h 1964"/>
                    <a:gd name="T22" fmla="*/ 26 w 2070"/>
                    <a:gd name="T23" fmla="*/ 1938 h 1964"/>
                    <a:gd name="T24" fmla="*/ 26 w 2070"/>
                    <a:gd name="T25" fmla="*/ 1528 h 1964"/>
                    <a:gd name="T26" fmla="*/ 454 w 2070"/>
                    <a:gd name="T27" fmla="*/ 837 h 1964"/>
                    <a:gd name="T28" fmla="*/ 794 w 2070"/>
                    <a:gd name="T29" fmla="*/ 977 h 1964"/>
                    <a:gd name="T30" fmla="*/ 803 w 2070"/>
                    <a:gd name="T31" fmla="*/ 977 h 1964"/>
                    <a:gd name="T32" fmla="*/ 1143 w 2070"/>
                    <a:gd name="T33" fmla="*/ 837 h 1964"/>
                    <a:gd name="T34" fmla="*/ 1257 w 2070"/>
                    <a:gd name="T35" fmla="*/ 906 h 1964"/>
                    <a:gd name="T36" fmla="*/ 1095 w 2070"/>
                    <a:gd name="T37" fmla="*/ 1267 h 1964"/>
                    <a:gd name="T38" fmla="*/ 1095 w 2070"/>
                    <a:gd name="T39" fmla="*/ 1278 h 1964"/>
                    <a:gd name="T40" fmla="*/ 1571 w 2070"/>
                    <a:gd name="T41" fmla="*/ 1761 h 1964"/>
                    <a:gd name="T42" fmla="*/ 1571 w 2070"/>
                    <a:gd name="T43" fmla="*/ 1938 h 1964"/>
                    <a:gd name="T44" fmla="*/ 26 w 2070"/>
                    <a:gd name="T45" fmla="*/ 1938 h 1964"/>
                    <a:gd name="T46" fmla="*/ 338 w 2070"/>
                    <a:gd name="T47" fmla="*/ 483 h 1964"/>
                    <a:gd name="T48" fmla="*/ 338 w 2070"/>
                    <a:gd name="T49" fmla="*/ 483 h 1964"/>
                    <a:gd name="T50" fmla="*/ 794 w 2070"/>
                    <a:gd name="T51" fmla="*/ 26 h 1964"/>
                    <a:gd name="T52" fmla="*/ 803 w 2070"/>
                    <a:gd name="T53" fmla="*/ 26 h 1964"/>
                    <a:gd name="T54" fmla="*/ 1260 w 2070"/>
                    <a:gd name="T55" fmla="*/ 483 h 1964"/>
                    <a:gd name="T56" fmla="*/ 1260 w 2070"/>
                    <a:gd name="T57" fmla="*/ 494 h 1964"/>
                    <a:gd name="T58" fmla="*/ 803 w 2070"/>
                    <a:gd name="T59" fmla="*/ 951 h 1964"/>
                    <a:gd name="T60" fmla="*/ 794 w 2070"/>
                    <a:gd name="T61" fmla="*/ 951 h 1964"/>
                    <a:gd name="T62" fmla="*/ 338 w 2070"/>
                    <a:gd name="T63" fmla="*/ 494 h 1964"/>
                    <a:gd name="T64" fmla="*/ 338 w 2070"/>
                    <a:gd name="T65" fmla="*/ 483 h 1964"/>
                    <a:gd name="T66" fmla="*/ 1587 w 2070"/>
                    <a:gd name="T67" fmla="*/ 784 h 1964"/>
                    <a:gd name="T68" fmla="*/ 1587 w 2070"/>
                    <a:gd name="T69" fmla="*/ 784 h 1964"/>
                    <a:gd name="T70" fmla="*/ 1578 w 2070"/>
                    <a:gd name="T71" fmla="*/ 784 h 1964"/>
                    <a:gd name="T72" fmla="*/ 1278 w 2070"/>
                    <a:gd name="T73" fmla="*/ 889 h 1964"/>
                    <a:gd name="T74" fmla="*/ 1163 w 2070"/>
                    <a:gd name="T75" fmla="*/ 816 h 1964"/>
                    <a:gd name="T76" fmla="*/ 1286 w 2070"/>
                    <a:gd name="T77" fmla="*/ 494 h 1964"/>
                    <a:gd name="T78" fmla="*/ 1286 w 2070"/>
                    <a:gd name="T79" fmla="*/ 483 h 1964"/>
                    <a:gd name="T80" fmla="*/ 803 w 2070"/>
                    <a:gd name="T81" fmla="*/ 0 h 1964"/>
                    <a:gd name="T82" fmla="*/ 794 w 2070"/>
                    <a:gd name="T83" fmla="*/ 0 h 1964"/>
                    <a:gd name="T84" fmla="*/ 311 w 2070"/>
                    <a:gd name="T85" fmla="*/ 483 h 1964"/>
                    <a:gd name="T86" fmla="*/ 311 w 2070"/>
                    <a:gd name="T87" fmla="*/ 494 h 1964"/>
                    <a:gd name="T88" fmla="*/ 435 w 2070"/>
                    <a:gd name="T89" fmla="*/ 816 h 1964"/>
                    <a:gd name="T90" fmla="*/ 0 w 2070"/>
                    <a:gd name="T91" fmla="*/ 1528 h 1964"/>
                    <a:gd name="T92" fmla="*/ 0 w 2070"/>
                    <a:gd name="T93" fmla="*/ 1951 h 1964"/>
                    <a:gd name="T94" fmla="*/ 13 w 2070"/>
                    <a:gd name="T95" fmla="*/ 1964 h 1964"/>
                    <a:gd name="T96" fmla="*/ 1585 w 2070"/>
                    <a:gd name="T97" fmla="*/ 1964 h 1964"/>
                    <a:gd name="T98" fmla="*/ 1598 w 2070"/>
                    <a:gd name="T99" fmla="*/ 1951 h 1964"/>
                    <a:gd name="T100" fmla="*/ 1598 w 2070"/>
                    <a:gd name="T101" fmla="*/ 1761 h 1964"/>
                    <a:gd name="T102" fmla="*/ 2070 w 2070"/>
                    <a:gd name="T103" fmla="*/ 1278 h 1964"/>
                    <a:gd name="T104" fmla="*/ 2070 w 2070"/>
                    <a:gd name="T105" fmla="*/ 1267 h 1964"/>
                    <a:gd name="T106" fmla="*/ 1587 w 2070"/>
                    <a:gd name="T107" fmla="*/ 784 h 1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0" h="1964">
                      <a:moveTo>
                        <a:pt x="2044" y="1278"/>
                      </a:moveTo>
                      <a:lnTo>
                        <a:pt x="2044" y="1278"/>
                      </a:lnTo>
                      <a:cubicBezTo>
                        <a:pt x="2044" y="1530"/>
                        <a:pt x="1839" y="1735"/>
                        <a:pt x="1587" y="1735"/>
                      </a:cubicBezTo>
                      <a:lnTo>
                        <a:pt x="1578" y="1735"/>
                      </a:lnTo>
                      <a:cubicBezTo>
                        <a:pt x="1327" y="1735"/>
                        <a:pt x="1122" y="1530"/>
                        <a:pt x="1122" y="1278"/>
                      </a:cubicBezTo>
                      <a:lnTo>
                        <a:pt x="1122" y="1267"/>
                      </a:lnTo>
                      <a:cubicBezTo>
                        <a:pt x="1122" y="1015"/>
                        <a:pt x="1327" y="810"/>
                        <a:pt x="1578" y="810"/>
                      </a:cubicBezTo>
                      <a:lnTo>
                        <a:pt x="1587" y="810"/>
                      </a:lnTo>
                      <a:cubicBezTo>
                        <a:pt x="1839" y="810"/>
                        <a:pt x="2044" y="1015"/>
                        <a:pt x="2044" y="1267"/>
                      </a:cubicBezTo>
                      <a:lnTo>
                        <a:pt x="2044" y="1278"/>
                      </a:lnTo>
                      <a:close/>
                      <a:moveTo>
                        <a:pt x="26" y="1938"/>
                      </a:moveTo>
                      <a:lnTo>
                        <a:pt x="26" y="1938"/>
                      </a:lnTo>
                      <a:lnTo>
                        <a:pt x="26" y="1528"/>
                      </a:lnTo>
                      <a:cubicBezTo>
                        <a:pt x="26" y="1237"/>
                        <a:pt x="194" y="967"/>
                        <a:pt x="454" y="837"/>
                      </a:cubicBezTo>
                      <a:cubicBezTo>
                        <a:pt x="541" y="923"/>
                        <a:pt x="662" y="977"/>
                        <a:pt x="794" y="977"/>
                      </a:cubicBezTo>
                      <a:lnTo>
                        <a:pt x="803" y="977"/>
                      </a:lnTo>
                      <a:cubicBezTo>
                        <a:pt x="936" y="977"/>
                        <a:pt x="1056" y="923"/>
                        <a:pt x="1143" y="837"/>
                      </a:cubicBezTo>
                      <a:cubicBezTo>
                        <a:pt x="1183" y="856"/>
                        <a:pt x="1221" y="880"/>
                        <a:pt x="1257" y="906"/>
                      </a:cubicBezTo>
                      <a:cubicBezTo>
                        <a:pt x="1158" y="995"/>
                        <a:pt x="1095" y="1124"/>
                        <a:pt x="1095" y="1267"/>
                      </a:cubicBezTo>
                      <a:lnTo>
                        <a:pt x="1095" y="1278"/>
                      </a:lnTo>
                      <a:cubicBezTo>
                        <a:pt x="1095" y="1542"/>
                        <a:pt x="1308" y="1757"/>
                        <a:pt x="1571" y="1761"/>
                      </a:cubicBezTo>
                      <a:lnTo>
                        <a:pt x="1571" y="1938"/>
                      </a:lnTo>
                      <a:lnTo>
                        <a:pt x="26" y="1938"/>
                      </a:lnTo>
                      <a:close/>
                      <a:moveTo>
                        <a:pt x="338" y="483"/>
                      </a:moveTo>
                      <a:lnTo>
                        <a:pt x="338" y="483"/>
                      </a:lnTo>
                      <a:cubicBezTo>
                        <a:pt x="338" y="231"/>
                        <a:pt x="543" y="26"/>
                        <a:pt x="794" y="26"/>
                      </a:cubicBezTo>
                      <a:lnTo>
                        <a:pt x="803" y="26"/>
                      </a:lnTo>
                      <a:cubicBezTo>
                        <a:pt x="1055" y="26"/>
                        <a:pt x="1260" y="231"/>
                        <a:pt x="1260" y="483"/>
                      </a:cubicBezTo>
                      <a:lnTo>
                        <a:pt x="1260" y="494"/>
                      </a:lnTo>
                      <a:cubicBezTo>
                        <a:pt x="1260" y="746"/>
                        <a:pt x="1055" y="951"/>
                        <a:pt x="803" y="951"/>
                      </a:cubicBezTo>
                      <a:lnTo>
                        <a:pt x="794" y="951"/>
                      </a:lnTo>
                      <a:cubicBezTo>
                        <a:pt x="543" y="951"/>
                        <a:pt x="338" y="746"/>
                        <a:pt x="338" y="494"/>
                      </a:cubicBezTo>
                      <a:lnTo>
                        <a:pt x="338" y="483"/>
                      </a:lnTo>
                      <a:close/>
                      <a:moveTo>
                        <a:pt x="1587" y="784"/>
                      </a:moveTo>
                      <a:lnTo>
                        <a:pt x="1587" y="784"/>
                      </a:lnTo>
                      <a:lnTo>
                        <a:pt x="1578" y="784"/>
                      </a:lnTo>
                      <a:cubicBezTo>
                        <a:pt x="1465" y="784"/>
                        <a:pt x="1361" y="823"/>
                        <a:pt x="1278" y="889"/>
                      </a:cubicBezTo>
                      <a:cubicBezTo>
                        <a:pt x="1242" y="861"/>
                        <a:pt x="1203" y="837"/>
                        <a:pt x="1163" y="816"/>
                      </a:cubicBezTo>
                      <a:cubicBezTo>
                        <a:pt x="1240" y="731"/>
                        <a:pt x="1286" y="618"/>
                        <a:pt x="1286" y="494"/>
                      </a:cubicBezTo>
                      <a:lnTo>
                        <a:pt x="1286" y="483"/>
                      </a:lnTo>
                      <a:cubicBezTo>
                        <a:pt x="1286" y="217"/>
                        <a:pt x="1070" y="0"/>
                        <a:pt x="803" y="0"/>
                      </a:cubicBezTo>
                      <a:lnTo>
                        <a:pt x="794" y="0"/>
                      </a:lnTo>
                      <a:cubicBezTo>
                        <a:pt x="528" y="0"/>
                        <a:pt x="311" y="217"/>
                        <a:pt x="311" y="483"/>
                      </a:cubicBezTo>
                      <a:lnTo>
                        <a:pt x="311" y="494"/>
                      </a:lnTo>
                      <a:cubicBezTo>
                        <a:pt x="311" y="618"/>
                        <a:pt x="358" y="731"/>
                        <a:pt x="435" y="816"/>
                      </a:cubicBezTo>
                      <a:cubicBezTo>
                        <a:pt x="170" y="952"/>
                        <a:pt x="0" y="1230"/>
                        <a:pt x="0" y="1528"/>
                      </a:cubicBezTo>
                      <a:lnTo>
                        <a:pt x="0" y="1951"/>
                      </a:lnTo>
                      <a:cubicBezTo>
                        <a:pt x="0" y="1959"/>
                        <a:pt x="6" y="1964"/>
                        <a:pt x="13" y="1964"/>
                      </a:cubicBezTo>
                      <a:lnTo>
                        <a:pt x="1585" y="1964"/>
                      </a:lnTo>
                      <a:cubicBezTo>
                        <a:pt x="1592" y="1964"/>
                        <a:pt x="1598" y="1959"/>
                        <a:pt x="1598" y="1951"/>
                      </a:cubicBezTo>
                      <a:lnTo>
                        <a:pt x="1598" y="1761"/>
                      </a:lnTo>
                      <a:cubicBezTo>
                        <a:pt x="1859" y="1755"/>
                        <a:pt x="2070" y="1541"/>
                        <a:pt x="2070" y="1278"/>
                      </a:cubicBezTo>
                      <a:lnTo>
                        <a:pt x="2070" y="1267"/>
                      </a:lnTo>
                      <a:cubicBezTo>
                        <a:pt x="2070" y="1001"/>
                        <a:pt x="1854" y="784"/>
                        <a:pt x="1587" y="784"/>
                      </a:cubicBezTo>
                      <a:close/>
                    </a:path>
                  </a:pathLst>
                </a:custGeom>
                <a:grpFill/>
                <a:ln w="0">
                  <a:solidFill>
                    <a:srgbClr val="0078D7"/>
                  </a:solidFill>
                  <a:prstDash val="solid"/>
                  <a:round/>
                  <a:headEnd/>
                  <a:tailEnd/>
                </a:ln>
              </p:spPr>
              <p:txBody>
                <a:bodyPr vert="horz" wrap="square" lIns="93247" tIns="46623" rIns="93247" bIns="46623" numCol="1" anchor="t" anchorCtr="0" compatLnSpc="1">
                  <a:prstTxWarp prst="textNoShape">
                    <a:avLst/>
                  </a:prstTxWarp>
                </a:bodyPr>
                <a:lstStyle/>
                <a:p>
                  <a:pPr marL="0" marR="0" lvl="0" indent="0" algn="l" defTabSz="914225" rtl="0" eaLnBrk="1" fontAlgn="auto" latinLnBrk="0" hangingPunct="1">
                    <a:lnSpc>
                      <a:spcPct val="100000"/>
                    </a:lnSpc>
                    <a:spcBef>
                      <a:spcPts val="0"/>
                    </a:spcBef>
                    <a:spcAft>
                      <a:spcPts val="0"/>
                    </a:spcAft>
                    <a:buClrTx/>
                    <a:buSzTx/>
                    <a:buFontTx/>
                    <a:buNone/>
                    <a:tabLst/>
                    <a:defRPr/>
                  </a:pPr>
                  <a:endParaRPr kumimoji="0" lang="en-US" sz="1836" b="0" i="0" u="none" strike="noStrike" kern="1200" cap="none" spc="0" normalizeH="0" baseline="0" noProof="0">
                    <a:ln>
                      <a:noFill/>
                    </a:ln>
                    <a:solidFill>
                      <a:srgbClr val="FFFFFF">
                        <a:lumMod val="85000"/>
                      </a:srgbClr>
                    </a:solidFill>
                    <a:effectLst/>
                    <a:uLnTx/>
                    <a:uFillTx/>
                    <a:latin typeface="Segoe UI"/>
                    <a:ea typeface="+mn-ea"/>
                    <a:cs typeface="+mn-cs"/>
                  </a:endParaRPr>
                </a:p>
              </p:txBody>
            </p:sp>
            <p:sp>
              <p:nvSpPr>
                <p:cNvPr id="8" name="Freeform 242">
                  <a:extLst>
                    <a:ext uri="{FF2B5EF4-FFF2-40B4-BE49-F238E27FC236}">
                      <a16:creationId xmlns:a16="http://schemas.microsoft.com/office/drawing/2014/main" id="{B60E121D-DDDF-456D-ADC9-56CD9CC5437A}"/>
                    </a:ext>
                  </a:extLst>
                </p:cNvPr>
                <p:cNvSpPr>
                  <a:spLocks/>
                </p:cNvSpPr>
                <p:nvPr/>
              </p:nvSpPr>
              <p:spPr bwMode="auto">
                <a:xfrm>
                  <a:off x="7956549" y="2127251"/>
                  <a:ext cx="166687" cy="165100"/>
                </a:xfrm>
                <a:custGeom>
                  <a:avLst/>
                  <a:gdLst>
                    <a:gd name="T0" fmla="*/ 588 w 601"/>
                    <a:gd name="T1" fmla="*/ 287 h 601"/>
                    <a:gd name="T2" fmla="*/ 588 w 601"/>
                    <a:gd name="T3" fmla="*/ 287 h 601"/>
                    <a:gd name="T4" fmla="*/ 314 w 601"/>
                    <a:gd name="T5" fmla="*/ 287 h 601"/>
                    <a:gd name="T6" fmla="*/ 314 w 601"/>
                    <a:gd name="T7" fmla="*/ 13 h 601"/>
                    <a:gd name="T8" fmla="*/ 301 w 601"/>
                    <a:gd name="T9" fmla="*/ 0 h 601"/>
                    <a:gd name="T10" fmla="*/ 287 w 601"/>
                    <a:gd name="T11" fmla="*/ 13 h 601"/>
                    <a:gd name="T12" fmla="*/ 287 w 601"/>
                    <a:gd name="T13" fmla="*/ 287 h 601"/>
                    <a:gd name="T14" fmla="*/ 13 w 601"/>
                    <a:gd name="T15" fmla="*/ 287 h 601"/>
                    <a:gd name="T16" fmla="*/ 0 w 601"/>
                    <a:gd name="T17" fmla="*/ 301 h 601"/>
                    <a:gd name="T18" fmla="*/ 13 w 601"/>
                    <a:gd name="T19" fmla="*/ 314 h 601"/>
                    <a:gd name="T20" fmla="*/ 287 w 601"/>
                    <a:gd name="T21" fmla="*/ 314 h 601"/>
                    <a:gd name="T22" fmla="*/ 287 w 601"/>
                    <a:gd name="T23" fmla="*/ 588 h 601"/>
                    <a:gd name="T24" fmla="*/ 301 w 601"/>
                    <a:gd name="T25" fmla="*/ 601 h 601"/>
                    <a:gd name="T26" fmla="*/ 314 w 601"/>
                    <a:gd name="T27" fmla="*/ 588 h 601"/>
                    <a:gd name="T28" fmla="*/ 314 w 601"/>
                    <a:gd name="T29" fmla="*/ 314 h 601"/>
                    <a:gd name="T30" fmla="*/ 588 w 601"/>
                    <a:gd name="T31" fmla="*/ 314 h 601"/>
                    <a:gd name="T32" fmla="*/ 601 w 601"/>
                    <a:gd name="T33" fmla="*/ 301 h 601"/>
                    <a:gd name="T34" fmla="*/ 588 w 601"/>
                    <a:gd name="T35" fmla="*/ 287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1" h="601">
                      <a:moveTo>
                        <a:pt x="588" y="287"/>
                      </a:moveTo>
                      <a:lnTo>
                        <a:pt x="588" y="287"/>
                      </a:lnTo>
                      <a:lnTo>
                        <a:pt x="314" y="287"/>
                      </a:lnTo>
                      <a:lnTo>
                        <a:pt x="314" y="13"/>
                      </a:lnTo>
                      <a:cubicBezTo>
                        <a:pt x="314" y="6"/>
                        <a:pt x="308" y="0"/>
                        <a:pt x="301" y="0"/>
                      </a:cubicBezTo>
                      <a:cubicBezTo>
                        <a:pt x="293" y="0"/>
                        <a:pt x="287" y="6"/>
                        <a:pt x="287" y="13"/>
                      </a:cubicBezTo>
                      <a:lnTo>
                        <a:pt x="287" y="287"/>
                      </a:lnTo>
                      <a:lnTo>
                        <a:pt x="13" y="287"/>
                      </a:lnTo>
                      <a:cubicBezTo>
                        <a:pt x="6" y="287"/>
                        <a:pt x="0" y="293"/>
                        <a:pt x="0" y="301"/>
                      </a:cubicBezTo>
                      <a:cubicBezTo>
                        <a:pt x="0" y="308"/>
                        <a:pt x="6" y="314"/>
                        <a:pt x="13" y="314"/>
                      </a:cubicBezTo>
                      <a:lnTo>
                        <a:pt x="287" y="314"/>
                      </a:lnTo>
                      <a:lnTo>
                        <a:pt x="287" y="588"/>
                      </a:lnTo>
                      <a:cubicBezTo>
                        <a:pt x="287" y="595"/>
                        <a:pt x="293" y="601"/>
                        <a:pt x="301" y="601"/>
                      </a:cubicBezTo>
                      <a:cubicBezTo>
                        <a:pt x="308" y="601"/>
                        <a:pt x="314" y="595"/>
                        <a:pt x="314" y="588"/>
                      </a:cubicBezTo>
                      <a:lnTo>
                        <a:pt x="314" y="314"/>
                      </a:lnTo>
                      <a:lnTo>
                        <a:pt x="588" y="314"/>
                      </a:lnTo>
                      <a:cubicBezTo>
                        <a:pt x="595" y="314"/>
                        <a:pt x="601" y="308"/>
                        <a:pt x="601" y="301"/>
                      </a:cubicBezTo>
                      <a:cubicBezTo>
                        <a:pt x="601" y="293"/>
                        <a:pt x="595" y="287"/>
                        <a:pt x="588" y="287"/>
                      </a:cubicBezTo>
                      <a:close/>
                    </a:path>
                  </a:pathLst>
                </a:custGeom>
                <a:grpFill/>
                <a:ln w="0">
                  <a:solidFill>
                    <a:srgbClr val="0078D7"/>
                  </a:solidFill>
                  <a:prstDash val="solid"/>
                  <a:round/>
                  <a:headEnd/>
                  <a:tailEnd/>
                </a:ln>
              </p:spPr>
              <p:txBody>
                <a:bodyPr vert="horz" wrap="square" lIns="93247" tIns="46623" rIns="93247" bIns="46623" numCol="1" anchor="t" anchorCtr="0" compatLnSpc="1">
                  <a:prstTxWarp prst="textNoShape">
                    <a:avLst/>
                  </a:prstTxWarp>
                </a:bodyPr>
                <a:lstStyle/>
                <a:p>
                  <a:pPr marL="0" marR="0" lvl="0" indent="0" algn="l" defTabSz="914225" rtl="0" eaLnBrk="1" fontAlgn="auto" latinLnBrk="0" hangingPunct="1">
                    <a:lnSpc>
                      <a:spcPct val="100000"/>
                    </a:lnSpc>
                    <a:spcBef>
                      <a:spcPts val="0"/>
                    </a:spcBef>
                    <a:spcAft>
                      <a:spcPts val="0"/>
                    </a:spcAft>
                    <a:buClrTx/>
                    <a:buSzTx/>
                    <a:buFontTx/>
                    <a:buNone/>
                    <a:tabLst/>
                    <a:defRPr/>
                  </a:pPr>
                  <a:endParaRPr kumimoji="0" lang="en-US" sz="1836" b="0" i="0" u="none" strike="noStrike" kern="1200" cap="none" spc="0" normalizeH="0" baseline="0" noProof="0">
                    <a:ln>
                      <a:noFill/>
                    </a:ln>
                    <a:solidFill>
                      <a:srgbClr val="FFFFFF">
                        <a:lumMod val="85000"/>
                      </a:srgbClr>
                    </a:solidFill>
                    <a:effectLst/>
                    <a:uLnTx/>
                    <a:uFillTx/>
                    <a:latin typeface="Segoe UI"/>
                    <a:ea typeface="+mn-ea"/>
                    <a:cs typeface="+mn-cs"/>
                  </a:endParaRPr>
                </a:p>
              </p:txBody>
            </p:sp>
          </p:grpSp>
        </p:grpSp>
      </p:grpSp>
      <p:pic>
        <p:nvPicPr>
          <p:cNvPr id="43" name="Picture 42">
            <a:extLst>
              <a:ext uri="{FF2B5EF4-FFF2-40B4-BE49-F238E27FC236}">
                <a16:creationId xmlns:a16="http://schemas.microsoft.com/office/drawing/2014/main" id="{6B411D7D-2FBF-402B-B882-2E19978C9A1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04920" y="137377"/>
            <a:ext cx="972471" cy="1081927"/>
          </a:xfrm>
          <a:prstGeom prst="rect">
            <a:avLst/>
          </a:prstGeom>
        </p:spPr>
      </p:pic>
      <p:grpSp>
        <p:nvGrpSpPr>
          <p:cNvPr id="76" name="Group 75">
            <a:extLst>
              <a:ext uri="{FF2B5EF4-FFF2-40B4-BE49-F238E27FC236}">
                <a16:creationId xmlns:a16="http://schemas.microsoft.com/office/drawing/2014/main" id="{613B80C1-51D3-4C30-8C81-C4E0CF0B8C0E}"/>
              </a:ext>
            </a:extLst>
          </p:cNvPr>
          <p:cNvGrpSpPr/>
          <p:nvPr/>
        </p:nvGrpSpPr>
        <p:grpSpPr>
          <a:xfrm>
            <a:off x="1357362" y="2170956"/>
            <a:ext cx="507555" cy="382837"/>
            <a:chOff x="310676" y="1570725"/>
            <a:chExt cx="1212115" cy="914270"/>
          </a:xfrm>
        </p:grpSpPr>
        <p:grpSp>
          <p:nvGrpSpPr>
            <p:cNvPr id="77" name="Group 76">
              <a:extLst>
                <a:ext uri="{FF2B5EF4-FFF2-40B4-BE49-F238E27FC236}">
                  <a16:creationId xmlns:a16="http://schemas.microsoft.com/office/drawing/2014/main" id="{3F514A76-ECB9-471F-B931-080C37ED54B4}"/>
                </a:ext>
              </a:extLst>
            </p:cNvPr>
            <p:cNvGrpSpPr/>
            <p:nvPr/>
          </p:nvGrpSpPr>
          <p:grpSpPr>
            <a:xfrm>
              <a:off x="608521" y="1570725"/>
              <a:ext cx="914270" cy="914270"/>
              <a:chOff x="2201883" y="3435484"/>
              <a:chExt cx="914270" cy="914270"/>
            </a:xfrm>
          </p:grpSpPr>
          <p:sp>
            <p:nvSpPr>
              <p:cNvPr id="79" name="Oval 78">
                <a:extLst>
                  <a:ext uri="{FF2B5EF4-FFF2-40B4-BE49-F238E27FC236}">
                    <a16:creationId xmlns:a16="http://schemas.microsoft.com/office/drawing/2014/main" id="{2FE6313D-B104-4314-AA4B-92A1EDF66F2F}"/>
                  </a:ext>
                </a:extLst>
              </p:cNvPr>
              <p:cNvSpPr/>
              <p:nvPr/>
            </p:nvSpPr>
            <p:spPr bwMode="auto">
              <a:xfrm>
                <a:off x="2201883" y="3435484"/>
                <a:ext cx="914270" cy="914270"/>
              </a:xfrm>
              <a:prstGeom prst="ellipse">
                <a:avLst/>
              </a:prstGeom>
              <a:solidFill>
                <a:schemeClr val="tx1">
                  <a:lumMod val="20000"/>
                  <a:lumOff val="80000"/>
                </a:schemeClr>
              </a:solidFill>
              <a:ln w="50800">
                <a:noFill/>
                <a:headEnd type="none"/>
                <a:tailEnd type="none"/>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endParaRPr kumimoji="0" lang="en-US" sz="5399"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Semilight"/>
                  <a:ea typeface="Segoe UI" pitchFamily="34" charset="0"/>
                  <a:cs typeface="Segoe UI" pitchFamily="34" charset="0"/>
                </a:endParaRPr>
              </a:p>
            </p:txBody>
          </p:sp>
          <p:grpSp>
            <p:nvGrpSpPr>
              <p:cNvPr id="80" name="Group 79">
                <a:extLst>
                  <a:ext uri="{FF2B5EF4-FFF2-40B4-BE49-F238E27FC236}">
                    <a16:creationId xmlns:a16="http://schemas.microsoft.com/office/drawing/2014/main" id="{AB92A3FD-8BB5-4C01-BEF3-EBA640C5C3B9}"/>
                  </a:ext>
                </a:extLst>
              </p:cNvPr>
              <p:cNvGrpSpPr>
                <a:grpSpLocks noChangeAspect="1"/>
              </p:cNvGrpSpPr>
              <p:nvPr/>
            </p:nvGrpSpPr>
            <p:grpSpPr>
              <a:xfrm>
                <a:off x="2416736" y="3728050"/>
                <a:ext cx="484563" cy="329137"/>
                <a:chOff x="1108674" y="4213224"/>
                <a:chExt cx="484632" cy="329184"/>
              </a:xfrm>
            </p:grpSpPr>
            <p:sp>
              <p:nvSpPr>
                <p:cNvPr id="81" name="Rectangle 80">
                  <a:extLst>
                    <a:ext uri="{FF2B5EF4-FFF2-40B4-BE49-F238E27FC236}">
                      <a16:creationId xmlns:a16="http://schemas.microsoft.com/office/drawing/2014/main" id="{8CA5CBB2-5D32-494E-8A38-E2A31FC17534}"/>
                    </a:ext>
                  </a:extLst>
                </p:cNvPr>
                <p:cNvSpPr/>
                <p:nvPr/>
              </p:nvSpPr>
              <p:spPr bwMode="auto">
                <a:xfrm>
                  <a:off x="1108674" y="4213224"/>
                  <a:ext cx="484632" cy="329184"/>
                </a:xfrm>
                <a:prstGeom prst="rect">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82" name="Isosceles Triangle 81">
                  <a:extLst>
                    <a:ext uri="{FF2B5EF4-FFF2-40B4-BE49-F238E27FC236}">
                      <a16:creationId xmlns:a16="http://schemas.microsoft.com/office/drawing/2014/main" id="{77F9E2CB-4CDE-49A6-ACD0-5D61EC817843}"/>
                    </a:ext>
                  </a:extLst>
                </p:cNvPr>
                <p:cNvSpPr/>
                <p:nvPr/>
              </p:nvSpPr>
              <p:spPr bwMode="auto">
                <a:xfrm flipV="1">
                  <a:off x="1108674" y="4213224"/>
                  <a:ext cx="484632" cy="164592"/>
                </a:xfrm>
                <a:prstGeom prst="triangle">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grpSp>
        </p:grpSp>
        <p:pic>
          <p:nvPicPr>
            <p:cNvPr id="78" name="Graphic 77" descr="Bug">
              <a:extLst>
                <a:ext uri="{FF2B5EF4-FFF2-40B4-BE49-F238E27FC236}">
                  <a16:creationId xmlns:a16="http://schemas.microsoft.com/office/drawing/2014/main" id="{34FD6704-8BDF-4E2A-8FE5-48ECAF62C2E7}"/>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rot="19577216">
              <a:off x="310676" y="1704063"/>
              <a:ext cx="757692" cy="757691"/>
            </a:xfrm>
            <a:prstGeom prst="rect">
              <a:avLst/>
            </a:prstGeom>
          </p:spPr>
        </p:pic>
      </p:grpSp>
      <p:grpSp>
        <p:nvGrpSpPr>
          <p:cNvPr id="83" name="Group 82">
            <a:extLst>
              <a:ext uri="{FF2B5EF4-FFF2-40B4-BE49-F238E27FC236}">
                <a16:creationId xmlns:a16="http://schemas.microsoft.com/office/drawing/2014/main" id="{2A08F8DA-7F30-48A7-933F-3437A2D68C3A}"/>
              </a:ext>
            </a:extLst>
          </p:cNvPr>
          <p:cNvGrpSpPr/>
          <p:nvPr/>
        </p:nvGrpSpPr>
        <p:grpSpPr>
          <a:xfrm>
            <a:off x="1915726" y="2374354"/>
            <a:ext cx="507555" cy="382837"/>
            <a:chOff x="310676" y="1570725"/>
            <a:chExt cx="1212115" cy="914270"/>
          </a:xfrm>
        </p:grpSpPr>
        <p:grpSp>
          <p:nvGrpSpPr>
            <p:cNvPr id="84" name="Group 83">
              <a:extLst>
                <a:ext uri="{FF2B5EF4-FFF2-40B4-BE49-F238E27FC236}">
                  <a16:creationId xmlns:a16="http://schemas.microsoft.com/office/drawing/2014/main" id="{EF67C1F8-5E37-4592-AE75-129A804E5173}"/>
                </a:ext>
              </a:extLst>
            </p:cNvPr>
            <p:cNvGrpSpPr/>
            <p:nvPr/>
          </p:nvGrpSpPr>
          <p:grpSpPr>
            <a:xfrm>
              <a:off x="608521" y="1570725"/>
              <a:ext cx="914270" cy="914270"/>
              <a:chOff x="2201883" y="3435484"/>
              <a:chExt cx="914270" cy="914270"/>
            </a:xfrm>
          </p:grpSpPr>
          <p:sp>
            <p:nvSpPr>
              <p:cNvPr id="86" name="Oval 85">
                <a:extLst>
                  <a:ext uri="{FF2B5EF4-FFF2-40B4-BE49-F238E27FC236}">
                    <a16:creationId xmlns:a16="http://schemas.microsoft.com/office/drawing/2014/main" id="{064C13C1-4809-4485-B751-9E508BC312F8}"/>
                  </a:ext>
                </a:extLst>
              </p:cNvPr>
              <p:cNvSpPr/>
              <p:nvPr/>
            </p:nvSpPr>
            <p:spPr bwMode="auto">
              <a:xfrm>
                <a:off x="2201883" y="3435484"/>
                <a:ext cx="914270" cy="914270"/>
              </a:xfrm>
              <a:prstGeom prst="ellipse">
                <a:avLst/>
              </a:prstGeom>
              <a:solidFill>
                <a:schemeClr val="tx1">
                  <a:lumMod val="20000"/>
                  <a:lumOff val="80000"/>
                </a:schemeClr>
              </a:solidFill>
              <a:ln w="50800">
                <a:noFill/>
                <a:headEnd type="none"/>
                <a:tailEnd type="none"/>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endParaRPr kumimoji="0" lang="en-US" sz="5399"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Semilight"/>
                  <a:ea typeface="Segoe UI" pitchFamily="34" charset="0"/>
                  <a:cs typeface="Segoe UI" pitchFamily="34" charset="0"/>
                </a:endParaRPr>
              </a:p>
            </p:txBody>
          </p:sp>
          <p:grpSp>
            <p:nvGrpSpPr>
              <p:cNvPr id="87" name="Group 86">
                <a:extLst>
                  <a:ext uri="{FF2B5EF4-FFF2-40B4-BE49-F238E27FC236}">
                    <a16:creationId xmlns:a16="http://schemas.microsoft.com/office/drawing/2014/main" id="{194BB738-2495-43E3-8583-F10112DFCD82}"/>
                  </a:ext>
                </a:extLst>
              </p:cNvPr>
              <p:cNvGrpSpPr>
                <a:grpSpLocks noChangeAspect="1"/>
              </p:cNvGrpSpPr>
              <p:nvPr/>
            </p:nvGrpSpPr>
            <p:grpSpPr>
              <a:xfrm>
                <a:off x="2416736" y="3728050"/>
                <a:ext cx="484563" cy="329137"/>
                <a:chOff x="1108674" y="4213224"/>
                <a:chExt cx="484632" cy="329184"/>
              </a:xfrm>
            </p:grpSpPr>
            <p:sp>
              <p:nvSpPr>
                <p:cNvPr id="88" name="Rectangle 87">
                  <a:extLst>
                    <a:ext uri="{FF2B5EF4-FFF2-40B4-BE49-F238E27FC236}">
                      <a16:creationId xmlns:a16="http://schemas.microsoft.com/office/drawing/2014/main" id="{BF530E4F-B875-4B4A-A831-6BBB0B463394}"/>
                    </a:ext>
                  </a:extLst>
                </p:cNvPr>
                <p:cNvSpPr/>
                <p:nvPr/>
              </p:nvSpPr>
              <p:spPr bwMode="auto">
                <a:xfrm>
                  <a:off x="1108674" y="4213224"/>
                  <a:ext cx="484632" cy="329184"/>
                </a:xfrm>
                <a:prstGeom prst="rect">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89" name="Isosceles Triangle 88">
                  <a:extLst>
                    <a:ext uri="{FF2B5EF4-FFF2-40B4-BE49-F238E27FC236}">
                      <a16:creationId xmlns:a16="http://schemas.microsoft.com/office/drawing/2014/main" id="{A4D76385-4753-49E7-AFEC-BAEC915453F5}"/>
                    </a:ext>
                  </a:extLst>
                </p:cNvPr>
                <p:cNvSpPr/>
                <p:nvPr/>
              </p:nvSpPr>
              <p:spPr bwMode="auto">
                <a:xfrm flipV="1">
                  <a:off x="1108674" y="4213224"/>
                  <a:ext cx="484632" cy="164592"/>
                </a:xfrm>
                <a:prstGeom prst="triangle">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grpSp>
        </p:grpSp>
        <p:pic>
          <p:nvPicPr>
            <p:cNvPr id="85" name="Graphic 84" descr="Bug">
              <a:extLst>
                <a:ext uri="{FF2B5EF4-FFF2-40B4-BE49-F238E27FC236}">
                  <a16:creationId xmlns:a16="http://schemas.microsoft.com/office/drawing/2014/main" id="{F9440952-533E-4B6F-86DC-B255037ADB22}"/>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rot="19577216">
              <a:off x="310676" y="1704063"/>
              <a:ext cx="757692" cy="757691"/>
            </a:xfrm>
            <a:prstGeom prst="rect">
              <a:avLst/>
            </a:prstGeom>
          </p:spPr>
        </p:pic>
      </p:grpSp>
      <p:grpSp>
        <p:nvGrpSpPr>
          <p:cNvPr id="90" name="Group 89">
            <a:extLst>
              <a:ext uri="{FF2B5EF4-FFF2-40B4-BE49-F238E27FC236}">
                <a16:creationId xmlns:a16="http://schemas.microsoft.com/office/drawing/2014/main" id="{5EA02371-9597-45FF-A88F-907A25547977}"/>
              </a:ext>
            </a:extLst>
          </p:cNvPr>
          <p:cNvGrpSpPr/>
          <p:nvPr/>
        </p:nvGrpSpPr>
        <p:grpSpPr>
          <a:xfrm>
            <a:off x="2499846" y="2148480"/>
            <a:ext cx="507555" cy="382837"/>
            <a:chOff x="310676" y="1570725"/>
            <a:chExt cx="1212115" cy="914270"/>
          </a:xfrm>
        </p:grpSpPr>
        <p:grpSp>
          <p:nvGrpSpPr>
            <p:cNvPr id="91" name="Group 90">
              <a:extLst>
                <a:ext uri="{FF2B5EF4-FFF2-40B4-BE49-F238E27FC236}">
                  <a16:creationId xmlns:a16="http://schemas.microsoft.com/office/drawing/2014/main" id="{1803C872-6464-40D8-A351-62BCFEC12398}"/>
                </a:ext>
              </a:extLst>
            </p:cNvPr>
            <p:cNvGrpSpPr/>
            <p:nvPr/>
          </p:nvGrpSpPr>
          <p:grpSpPr>
            <a:xfrm>
              <a:off x="608521" y="1570725"/>
              <a:ext cx="914270" cy="914270"/>
              <a:chOff x="2201883" y="3435484"/>
              <a:chExt cx="914270" cy="914270"/>
            </a:xfrm>
          </p:grpSpPr>
          <p:sp>
            <p:nvSpPr>
              <p:cNvPr id="93" name="Oval 92">
                <a:extLst>
                  <a:ext uri="{FF2B5EF4-FFF2-40B4-BE49-F238E27FC236}">
                    <a16:creationId xmlns:a16="http://schemas.microsoft.com/office/drawing/2014/main" id="{B53E066C-FFA1-4347-A75D-DFC17B43D397}"/>
                  </a:ext>
                </a:extLst>
              </p:cNvPr>
              <p:cNvSpPr/>
              <p:nvPr/>
            </p:nvSpPr>
            <p:spPr bwMode="auto">
              <a:xfrm>
                <a:off x="2201883" y="3435484"/>
                <a:ext cx="914270" cy="914270"/>
              </a:xfrm>
              <a:prstGeom prst="ellipse">
                <a:avLst/>
              </a:prstGeom>
              <a:solidFill>
                <a:schemeClr val="tx1">
                  <a:lumMod val="20000"/>
                  <a:lumOff val="80000"/>
                </a:schemeClr>
              </a:solidFill>
              <a:ln w="50800">
                <a:noFill/>
                <a:headEnd type="none"/>
                <a:tailEnd type="none"/>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endParaRPr kumimoji="0" lang="en-US" sz="5399"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Semilight"/>
                  <a:ea typeface="Segoe UI" pitchFamily="34" charset="0"/>
                  <a:cs typeface="Segoe UI" pitchFamily="34" charset="0"/>
                </a:endParaRPr>
              </a:p>
            </p:txBody>
          </p:sp>
          <p:grpSp>
            <p:nvGrpSpPr>
              <p:cNvPr id="94" name="Group 93">
                <a:extLst>
                  <a:ext uri="{FF2B5EF4-FFF2-40B4-BE49-F238E27FC236}">
                    <a16:creationId xmlns:a16="http://schemas.microsoft.com/office/drawing/2014/main" id="{7EF31FFD-0F4D-4E35-AF87-A5BBD7842204}"/>
                  </a:ext>
                </a:extLst>
              </p:cNvPr>
              <p:cNvGrpSpPr>
                <a:grpSpLocks noChangeAspect="1"/>
              </p:cNvGrpSpPr>
              <p:nvPr/>
            </p:nvGrpSpPr>
            <p:grpSpPr>
              <a:xfrm>
                <a:off x="2416736" y="3728050"/>
                <a:ext cx="484563" cy="329137"/>
                <a:chOff x="1108674" y="4213224"/>
                <a:chExt cx="484632" cy="329184"/>
              </a:xfrm>
            </p:grpSpPr>
            <p:sp>
              <p:nvSpPr>
                <p:cNvPr id="95" name="Rectangle 94">
                  <a:extLst>
                    <a:ext uri="{FF2B5EF4-FFF2-40B4-BE49-F238E27FC236}">
                      <a16:creationId xmlns:a16="http://schemas.microsoft.com/office/drawing/2014/main" id="{1D8043F0-6975-4835-88BE-F65CD4E2D526}"/>
                    </a:ext>
                  </a:extLst>
                </p:cNvPr>
                <p:cNvSpPr/>
                <p:nvPr/>
              </p:nvSpPr>
              <p:spPr bwMode="auto">
                <a:xfrm>
                  <a:off x="1108674" y="4213224"/>
                  <a:ext cx="484632" cy="329184"/>
                </a:xfrm>
                <a:prstGeom prst="rect">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96" name="Isosceles Triangle 95">
                  <a:extLst>
                    <a:ext uri="{FF2B5EF4-FFF2-40B4-BE49-F238E27FC236}">
                      <a16:creationId xmlns:a16="http://schemas.microsoft.com/office/drawing/2014/main" id="{5E7B413F-01D8-4BB5-B1D4-0F50C3395740}"/>
                    </a:ext>
                  </a:extLst>
                </p:cNvPr>
                <p:cNvSpPr/>
                <p:nvPr/>
              </p:nvSpPr>
              <p:spPr bwMode="auto">
                <a:xfrm flipV="1">
                  <a:off x="1108674" y="4213224"/>
                  <a:ext cx="484632" cy="164592"/>
                </a:xfrm>
                <a:prstGeom prst="triangle">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grpSp>
        </p:grpSp>
        <p:pic>
          <p:nvPicPr>
            <p:cNvPr id="92" name="Graphic 91" descr="Bug">
              <a:extLst>
                <a:ext uri="{FF2B5EF4-FFF2-40B4-BE49-F238E27FC236}">
                  <a16:creationId xmlns:a16="http://schemas.microsoft.com/office/drawing/2014/main" id="{AEA48DC0-583E-46A7-9E9A-826BAD14BB7E}"/>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rot="19577216">
              <a:off x="310676" y="1704063"/>
              <a:ext cx="757692" cy="757691"/>
            </a:xfrm>
            <a:prstGeom prst="rect">
              <a:avLst/>
            </a:prstGeom>
          </p:spPr>
        </p:pic>
      </p:grpSp>
      <p:grpSp>
        <p:nvGrpSpPr>
          <p:cNvPr id="97" name="Group 96">
            <a:extLst>
              <a:ext uri="{FF2B5EF4-FFF2-40B4-BE49-F238E27FC236}">
                <a16:creationId xmlns:a16="http://schemas.microsoft.com/office/drawing/2014/main" id="{40AB28BE-C908-451D-B09D-3ACA01CF4C6E}"/>
              </a:ext>
            </a:extLst>
          </p:cNvPr>
          <p:cNvGrpSpPr/>
          <p:nvPr/>
        </p:nvGrpSpPr>
        <p:grpSpPr>
          <a:xfrm>
            <a:off x="2023613" y="1843050"/>
            <a:ext cx="507555" cy="382837"/>
            <a:chOff x="310676" y="1570725"/>
            <a:chExt cx="1212115" cy="914270"/>
          </a:xfrm>
        </p:grpSpPr>
        <p:grpSp>
          <p:nvGrpSpPr>
            <p:cNvPr id="98" name="Group 97">
              <a:extLst>
                <a:ext uri="{FF2B5EF4-FFF2-40B4-BE49-F238E27FC236}">
                  <a16:creationId xmlns:a16="http://schemas.microsoft.com/office/drawing/2014/main" id="{6C7E1FBE-7F2B-4496-8F39-5AD3A6C619AD}"/>
                </a:ext>
              </a:extLst>
            </p:cNvPr>
            <p:cNvGrpSpPr/>
            <p:nvPr/>
          </p:nvGrpSpPr>
          <p:grpSpPr>
            <a:xfrm>
              <a:off x="608521" y="1570725"/>
              <a:ext cx="914270" cy="914270"/>
              <a:chOff x="2201883" y="3435484"/>
              <a:chExt cx="914270" cy="914270"/>
            </a:xfrm>
          </p:grpSpPr>
          <p:sp>
            <p:nvSpPr>
              <p:cNvPr id="100" name="Oval 99">
                <a:extLst>
                  <a:ext uri="{FF2B5EF4-FFF2-40B4-BE49-F238E27FC236}">
                    <a16:creationId xmlns:a16="http://schemas.microsoft.com/office/drawing/2014/main" id="{1CBFFE57-AAFB-470E-AC69-DABA04DE8693}"/>
                  </a:ext>
                </a:extLst>
              </p:cNvPr>
              <p:cNvSpPr/>
              <p:nvPr/>
            </p:nvSpPr>
            <p:spPr bwMode="auto">
              <a:xfrm>
                <a:off x="2201883" y="3435484"/>
                <a:ext cx="914270" cy="914270"/>
              </a:xfrm>
              <a:prstGeom prst="ellipse">
                <a:avLst/>
              </a:prstGeom>
              <a:solidFill>
                <a:schemeClr val="tx1">
                  <a:lumMod val="20000"/>
                  <a:lumOff val="80000"/>
                </a:schemeClr>
              </a:solidFill>
              <a:ln w="50800">
                <a:noFill/>
                <a:headEnd type="none"/>
                <a:tailEnd type="none"/>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endParaRPr kumimoji="0" lang="en-US" sz="5399"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Semilight"/>
                  <a:ea typeface="Segoe UI" pitchFamily="34" charset="0"/>
                  <a:cs typeface="Segoe UI" pitchFamily="34" charset="0"/>
                </a:endParaRPr>
              </a:p>
            </p:txBody>
          </p:sp>
          <p:grpSp>
            <p:nvGrpSpPr>
              <p:cNvPr id="101" name="Group 100">
                <a:extLst>
                  <a:ext uri="{FF2B5EF4-FFF2-40B4-BE49-F238E27FC236}">
                    <a16:creationId xmlns:a16="http://schemas.microsoft.com/office/drawing/2014/main" id="{4C46DFA1-1D06-413E-80AF-7B02DE30D777}"/>
                  </a:ext>
                </a:extLst>
              </p:cNvPr>
              <p:cNvGrpSpPr>
                <a:grpSpLocks noChangeAspect="1"/>
              </p:cNvGrpSpPr>
              <p:nvPr/>
            </p:nvGrpSpPr>
            <p:grpSpPr>
              <a:xfrm>
                <a:off x="2416736" y="3728050"/>
                <a:ext cx="484563" cy="329137"/>
                <a:chOff x="1108674" y="4213224"/>
                <a:chExt cx="484632" cy="329184"/>
              </a:xfrm>
            </p:grpSpPr>
            <p:sp>
              <p:nvSpPr>
                <p:cNvPr id="102" name="Rectangle 101">
                  <a:extLst>
                    <a:ext uri="{FF2B5EF4-FFF2-40B4-BE49-F238E27FC236}">
                      <a16:creationId xmlns:a16="http://schemas.microsoft.com/office/drawing/2014/main" id="{20915DDB-C296-4072-9059-8582F19AC2A6}"/>
                    </a:ext>
                  </a:extLst>
                </p:cNvPr>
                <p:cNvSpPr/>
                <p:nvPr/>
              </p:nvSpPr>
              <p:spPr bwMode="auto">
                <a:xfrm>
                  <a:off x="1108674" y="4213224"/>
                  <a:ext cx="484632" cy="329184"/>
                </a:xfrm>
                <a:prstGeom prst="rect">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103" name="Isosceles Triangle 102">
                  <a:extLst>
                    <a:ext uri="{FF2B5EF4-FFF2-40B4-BE49-F238E27FC236}">
                      <a16:creationId xmlns:a16="http://schemas.microsoft.com/office/drawing/2014/main" id="{6E225651-E880-42EF-91CA-405E36992491}"/>
                    </a:ext>
                  </a:extLst>
                </p:cNvPr>
                <p:cNvSpPr/>
                <p:nvPr/>
              </p:nvSpPr>
              <p:spPr bwMode="auto">
                <a:xfrm flipV="1">
                  <a:off x="1108674" y="4213224"/>
                  <a:ext cx="484632" cy="164592"/>
                </a:xfrm>
                <a:prstGeom prst="triangle">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grpSp>
        </p:grpSp>
        <p:pic>
          <p:nvPicPr>
            <p:cNvPr id="99" name="Graphic 98" descr="Bug">
              <a:extLst>
                <a:ext uri="{FF2B5EF4-FFF2-40B4-BE49-F238E27FC236}">
                  <a16:creationId xmlns:a16="http://schemas.microsoft.com/office/drawing/2014/main" id="{9E7D0756-DE9A-4075-837E-EAD6D858E178}"/>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rot="19577216">
              <a:off x="310676" y="1704063"/>
              <a:ext cx="757692" cy="757691"/>
            </a:xfrm>
            <a:prstGeom prst="rect">
              <a:avLst/>
            </a:prstGeom>
          </p:spPr>
        </p:pic>
      </p:grpSp>
      <p:grpSp>
        <p:nvGrpSpPr>
          <p:cNvPr id="104" name="Group 103">
            <a:extLst>
              <a:ext uri="{FF2B5EF4-FFF2-40B4-BE49-F238E27FC236}">
                <a16:creationId xmlns:a16="http://schemas.microsoft.com/office/drawing/2014/main" id="{4078AA86-28D7-4AFD-85AA-D8D0698A26FD}"/>
              </a:ext>
            </a:extLst>
          </p:cNvPr>
          <p:cNvGrpSpPr/>
          <p:nvPr/>
        </p:nvGrpSpPr>
        <p:grpSpPr>
          <a:xfrm>
            <a:off x="2722075" y="1581563"/>
            <a:ext cx="507555" cy="382837"/>
            <a:chOff x="310676" y="1570725"/>
            <a:chExt cx="1212115" cy="914270"/>
          </a:xfrm>
        </p:grpSpPr>
        <p:grpSp>
          <p:nvGrpSpPr>
            <p:cNvPr id="105" name="Group 104">
              <a:extLst>
                <a:ext uri="{FF2B5EF4-FFF2-40B4-BE49-F238E27FC236}">
                  <a16:creationId xmlns:a16="http://schemas.microsoft.com/office/drawing/2014/main" id="{CFDB288D-6C2E-4E86-8030-21BA8AF2F94E}"/>
                </a:ext>
              </a:extLst>
            </p:cNvPr>
            <p:cNvGrpSpPr/>
            <p:nvPr/>
          </p:nvGrpSpPr>
          <p:grpSpPr>
            <a:xfrm>
              <a:off x="608521" y="1570725"/>
              <a:ext cx="914270" cy="914270"/>
              <a:chOff x="2201883" y="3435484"/>
              <a:chExt cx="914270" cy="914270"/>
            </a:xfrm>
          </p:grpSpPr>
          <p:sp>
            <p:nvSpPr>
              <p:cNvPr id="107" name="Oval 106">
                <a:extLst>
                  <a:ext uri="{FF2B5EF4-FFF2-40B4-BE49-F238E27FC236}">
                    <a16:creationId xmlns:a16="http://schemas.microsoft.com/office/drawing/2014/main" id="{0D5E0E54-2E6B-46C0-B7DE-CC4D3EF0DBB6}"/>
                  </a:ext>
                </a:extLst>
              </p:cNvPr>
              <p:cNvSpPr/>
              <p:nvPr/>
            </p:nvSpPr>
            <p:spPr bwMode="auto">
              <a:xfrm>
                <a:off x="2201883" y="3435484"/>
                <a:ext cx="914270" cy="914270"/>
              </a:xfrm>
              <a:prstGeom prst="ellipse">
                <a:avLst/>
              </a:prstGeom>
              <a:solidFill>
                <a:schemeClr val="tx1">
                  <a:lumMod val="20000"/>
                  <a:lumOff val="80000"/>
                </a:schemeClr>
              </a:solidFill>
              <a:ln w="50800">
                <a:noFill/>
                <a:headEnd type="none"/>
                <a:tailEnd type="none"/>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endParaRPr kumimoji="0" lang="en-US" sz="5399"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Semilight"/>
                  <a:ea typeface="Segoe UI" pitchFamily="34" charset="0"/>
                  <a:cs typeface="Segoe UI" pitchFamily="34" charset="0"/>
                </a:endParaRPr>
              </a:p>
            </p:txBody>
          </p:sp>
          <p:grpSp>
            <p:nvGrpSpPr>
              <p:cNvPr id="108" name="Group 107">
                <a:extLst>
                  <a:ext uri="{FF2B5EF4-FFF2-40B4-BE49-F238E27FC236}">
                    <a16:creationId xmlns:a16="http://schemas.microsoft.com/office/drawing/2014/main" id="{0C4DE7D6-899E-43B2-83A9-040243B6C65E}"/>
                  </a:ext>
                </a:extLst>
              </p:cNvPr>
              <p:cNvGrpSpPr>
                <a:grpSpLocks noChangeAspect="1"/>
              </p:cNvGrpSpPr>
              <p:nvPr/>
            </p:nvGrpSpPr>
            <p:grpSpPr>
              <a:xfrm>
                <a:off x="2416736" y="3728050"/>
                <a:ext cx="484563" cy="329137"/>
                <a:chOff x="1108674" y="4213224"/>
                <a:chExt cx="484632" cy="329184"/>
              </a:xfrm>
            </p:grpSpPr>
            <p:sp>
              <p:nvSpPr>
                <p:cNvPr id="109" name="Rectangle 108">
                  <a:extLst>
                    <a:ext uri="{FF2B5EF4-FFF2-40B4-BE49-F238E27FC236}">
                      <a16:creationId xmlns:a16="http://schemas.microsoft.com/office/drawing/2014/main" id="{08CA7B52-C6AA-4F0F-96C1-9FE3975C4431}"/>
                    </a:ext>
                  </a:extLst>
                </p:cNvPr>
                <p:cNvSpPr/>
                <p:nvPr/>
              </p:nvSpPr>
              <p:spPr bwMode="auto">
                <a:xfrm>
                  <a:off x="1108674" y="4213224"/>
                  <a:ext cx="484632" cy="329184"/>
                </a:xfrm>
                <a:prstGeom prst="rect">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110" name="Isosceles Triangle 109">
                  <a:extLst>
                    <a:ext uri="{FF2B5EF4-FFF2-40B4-BE49-F238E27FC236}">
                      <a16:creationId xmlns:a16="http://schemas.microsoft.com/office/drawing/2014/main" id="{9D9121D9-DCD4-4D34-8DA1-1650B354EAC1}"/>
                    </a:ext>
                  </a:extLst>
                </p:cNvPr>
                <p:cNvSpPr/>
                <p:nvPr/>
              </p:nvSpPr>
              <p:spPr bwMode="auto">
                <a:xfrm flipV="1">
                  <a:off x="1108674" y="4213224"/>
                  <a:ext cx="484632" cy="164592"/>
                </a:xfrm>
                <a:prstGeom prst="triangle">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grpSp>
        </p:grpSp>
        <p:pic>
          <p:nvPicPr>
            <p:cNvPr id="106" name="Graphic 105" descr="Bug">
              <a:extLst>
                <a:ext uri="{FF2B5EF4-FFF2-40B4-BE49-F238E27FC236}">
                  <a16:creationId xmlns:a16="http://schemas.microsoft.com/office/drawing/2014/main" id="{D6D7AD36-96C8-4887-888D-24DF8DFF2EB5}"/>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rot="19577216">
              <a:off x="310676" y="1704063"/>
              <a:ext cx="757692" cy="757691"/>
            </a:xfrm>
            <a:prstGeom prst="rect">
              <a:avLst/>
            </a:prstGeom>
          </p:spPr>
        </p:pic>
      </p:grpSp>
      <p:grpSp>
        <p:nvGrpSpPr>
          <p:cNvPr id="111" name="Group 110">
            <a:extLst>
              <a:ext uri="{FF2B5EF4-FFF2-40B4-BE49-F238E27FC236}">
                <a16:creationId xmlns:a16="http://schemas.microsoft.com/office/drawing/2014/main" id="{D7312139-7D56-4BC5-9B20-4427A0E515EC}"/>
              </a:ext>
            </a:extLst>
          </p:cNvPr>
          <p:cNvGrpSpPr/>
          <p:nvPr/>
        </p:nvGrpSpPr>
        <p:grpSpPr>
          <a:xfrm>
            <a:off x="1223864" y="1733501"/>
            <a:ext cx="507555" cy="382837"/>
            <a:chOff x="310676" y="1570725"/>
            <a:chExt cx="1212115" cy="914270"/>
          </a:xfrm>
        </p:grpSpPr>
        <p:grpSp>
          <p:nvGrpSpPr>
            <p:cNvPr id="112" name="Group 111">
              <a:extLst>
                <a:ext uri="{FF2B5EF4-FFF2-40B4-BE49-F238E27FC236}">
                  <a16:creationId xmlns:a16="http://schemas.microsoft.com/office/drawing/2014/main" id="{CDC597EA-A0B7-452D-9477-AB813D9B6371}"/>
                </a:ext>
              </a:extLst>
            </p:cNvPr>
            <p:cNvGrpSpPr/>
            <p:nvPr/>
          </p:nvGrpSpPr>
          <p:grpSpPr>
            <a:xfrm>
              <a:off x="608521" y="1570725"/>
              <a:ext cx="914270" cy="914270"/>
              <a:chOff x="2201883" y="3435484"/>
              <a:chExt cx="914270" cy="914270"/>
            </a:xfrm>
          </p:grpSpPr>
          <p:sp>
            <p:nvSpPr>
              <p:cNvPr id="114" name="Oval 113">
                <a:extLst>
                  <a:ext uri="{FF2B5EF4-FFF2-40B4-BE49-F238E27FC236}">
                    <a16:creationId xmlns:a16="http://schemas.microsoft.com/office/drawing/2014/main" id="{64D52D9D-0D23-4C6E-A469-468E280A307D}"/>
                  </a:ext>
                </a:extLst>
              </p:cNvPr>
              <p:cNvSpPr/>
              <p:nvPr/>
            </p:nvSpPr>
            <p:spPr bwMode="auto">
              <a:xfrm>
                <a:off x="2201883" y="3435484"/>
                <a:ext cx="914270" cy="914270"/>
              </a:xfrm>
              <a:prstGeom prst="ellipse">
                <a:avLst/>
              </a:prstGeom>
              <a:solidFill>
                <a:schemeClr val="tx1">
                  <a:lumMod val="20000"/>
                  <a:lumOff val="80000"/>
                </a:schemeClr>
              </a:solidFill>
              <a:ln w="50800">
                <a:noFill/>
                <a:headEnd type="none"/>
                <a:tailEnd type="none"/>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endParaRPr kumimoji="0" lang="en-US" sz="5399"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Semilight"/>
                  <a:ea typeface="Segoe UI" pitchFamily="34" charset="0"/>
                  <a:cs typeface="Segoe UI" pitchFamily="34" charset="0"/>
                </a:endParaRPr>
              </a:p>
            </p:txBody>
          </p:sp>
          <p:grpSp>
            <p:nvGrpSpPr>
              <p:cNvPr id="115" name="Group 114">
                <a:extLst>
                  <a:ext uri="{FF2B5EF4-FFF2-40B4-BE49-F238E27FC236}">
                    <a16:creationId xmlns:a16="http://schemas.microsoft.com/office/drawing/2014/main" id="{99F00E1E-2605-418D-93CC-CE21BC798BE6}"/>
                  </a:ext>
                </a:extLst>
              </p:cNvPr>
              <p:cNvGrpSpPr>
                <a:grpSpLocks noChangeAspect="1"/>
              </p:cNvGrpSpPr>
              <p:nvPr/>
            </p:nvGrpSpPr>
            <p:grpSpPr>
              <a:xfrm>
                <a:off x="2416736" y="3728050"/>
                <a:ext cx="484563" cy="329137"/>
                <a:chOff x="1108674" y="4213224"/>
                <a:chExt cx="484632" cy="329184"/>
              </a:xfrm>
            </p:grpSpPr>
            <p:sp>
              <p:nvSpPr>
                <p:cNvPr id="116" name="Rectangle 115">
                  <a:extLst>
                    <a:ext uri="{FF2B5EF4-FFF2-40B4-BE49-F238E27FC236}">
                      <a16:creationId xmlns:a16="http://schemas.microsoft.com/office/drawing/2014/main" id="{63CFBBCE-403E-405D-9C4C-94341B7A85D1}"/>
                    </a:ext>
                  </a:extLst>
                </p:cNvPr>
                <p:cNvSpPr/>
                <p:nvPr/>
              </p:nvSpPr>
              <p:spPr bwMode="auto">
                <a:xfrm>
                  <a:off x="1108674" y="4213224"/>
                  <a:ext cx="484632" cy="329184"/>
                </a:xfrm>
                <a:prstGeom prst="rect">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117" name="Isosceles Triangle 116">
                  <a:extLst>
                    <a:ext uri="{FF2B5EF4-FFF2-40B4-BE49-F238E27FC236}">
                      <a16:creationId xmlns:a16="http://schemas.microsoft.com/office/drawing/2014/main" id="{CEFF4321-8F38-47C8-B076-4D1151FE27D6}"/>
                    </a:ext>
                  </a:extLst>
                </p:cNvPr>
                <p:cNvSpPr/>
                <p:nvPr/>
              </p:nvSpPr>
              <p:spPr bwMode="auto">
                <a:xfrm flipV="1">
                  <a:off x="1108674" y="4213224"/>
                  <a:ext cx="484632" cy="164592"/>
                </a:xfrm>
                <a:prstGeom prst="triangle">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grpSp>
        </p:grpSp>
        <p:pic>
          <p:nvPicPr>
            <p:cNvPr id="113" name="Graphic 112" descr="Bug">
              <a:extLst>
                <a:ext uri="{FF2B5EF4-FFF2-40B4-BE49-F238E27FC236}">
                  <a16:creationId xmlns:a16="http://schemas.microsoft.com/office/drawing/2014/main" id="{CF9D5785-25FB-49FE-914C-D49C65741BAF}"/>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rot="19577216">
              <a:off x="310676" y="1704063"/>
              <a:ext cx="757692" cy="757691"/>
            </a:xfrm>
            <a:prstGeom prst="rect">
              <a:avLst/>
            </a:prstGeom>
          </p:spPr>
        </p:pic>
      </p:grpSp>
      <p:grpSp>
        <p:nvGrpSpPr>
          <p:cNvPr id="41" name="Group 40">
            <a:extLst>
              <a:ext uri="{FF2B5EF4-FFF2-40B4-BE49-F238E27FC236}">
                <a16:creationId xmlns:a16="http://schemas.microsoft.com/office/drawing/2014/main" id="{6DFFC542-1DE4-4341-875F-35729CD17FEC}"/>
              </a:ext>
            </a:extLst>
          </p:cNvPr>
          <p:cNvGrpSpPr/>
          <p:nvPr/>
        </p:nvGrpSpPr>
        <p:grpSpPr>
          <a:xfrm>
            <a:off x="1688311" y="3429000"/>
            <a:ext cx="1212115" cy="914270"/>
            <a:chOff x="310676" y="1570725"/>
            <a:chExt cx="1212115" cy="914270"/>
          </a:xfrm>
        </p:grpSpPr>
        <p:grpSp>
          <p:nvGrpSpPr>
            <p:cNvPr id="10" name="Group 9">
              <a:extLst>
                <a:ext uri="{FF2B5EF4-FFF2-40B4-BE49-F238E27FC236}">
                  <a16:creationId xmlns:a16="http://schemas.microsoft.com/office/drawing/2014/main" id="{74E5A5BB-FE3C-4967-B46E-2B28C30B46C3}"/>
                </a:ext>
              </a:extLst>
            </p:cNvPr>
            <p:cNvGrpSpPr/>
            <p:nvPr/>
          </p:nvGrpSpPr>
          <p:grpSpPr>
            <a:xfrm>
              <a:off x="608521" y="1570725"/>
              <a:ext cx="914270" cy="914270"/>
              <a:chOff x="2201883" y="3435484"/>
              <a:chExt cx="914270" cy="914270"/>
            </a:xfrm>
          </p:grpSpPr>
          <p:sp>
            <p:nvSpPr>
              <p:cNvPr id="11" name="Oval 10">
                <a:extLst>
                  <a:ext uri="{FF2B5EF4-FFF2-40B4-BE49-F238E27FC236}">
                    <a16:creationId xmlns:a16="http://schemas.microsoft.com/office/drawing/2014/main" id="{6B9E7A96-F51E-4CBC-AD0A-767A5606B628}"/>
                  </a:ext>
                </a:extLst>
              </p:cNvPr>
              <p:cNvSpPr/>
              <p:nvPr/>
            </p:nvSpPr>
            <p:spPr bwMode="auto">
              <a:xfrm>
                <a:off x="2201883" y="3435484"/>
                <a:ext cx="914270" cy="914270"/>
              </a:xfrm>
              <a:prstGeom prst="ellipse">
                <a:avLst/>
              </a:prstGeom>
              <a:solidFill>
                <a:schemeClr val="tx1">
                  <a:lumMod val="20000"/>
                  <a:lumOff val="80000"/>
                </a:schemeClr>
              </a:solidFill>
              <a:ln w="50800">
                <a:noFill/>
                <a:headEnd type="none"/>
                <a:tailEnd type="none"/>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endParaRPr kumimoji="0" lang="en-US" sz="5399"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Semilight"/>
                  <a:ea typeface="Segoe UI" pitchFamily="34" charset="0"/>
                  <a:cs typeface="Segoe UI" pitchFamily="34" charset="0"/>
                </a:endParaRPr>
              </a:p>
            </p:txBody>
          </p:sp>
          <p:grpSp>
            <p:nvGrpSpPr>
              <p:cNvPr id="12" name="Group 11">
                <a:extLst>
                  <a:ext uri="{FF2B5EF4-FFF2-40B4-BE49-F238E27FC236}">
                    <a16:creationId xmlns:a16="http://schemas.microsoft.com/office/drawing/2014/main" id="{D9762D48-F5CB-4C73-8299-CFEE86FFAF50}"/>
                  </a:ext>
                </a:extLst>
              </p:cNvPr>
              <p:cNvGrpSpPr>
                <a:grpSpLocks noChangeAspect="1"/>
              </p:cNvGrpSpPr>
              <p:nvPr/>
            </p:nvGrpSpPr>
            <p:grpSpPr>
              <a:xfrm>
                <a:off x="2416736" y="3728050"/>
                <a:ext cx="484563" cy="329137"/>
                <a:chOff x="1108674" y="4213224"/>
                <a:chExt cx="484632" cy="329184"/>
              </a:xfrm>
            </p:grpSpPr>
            <p:sp>
              <p:nvSpPr>
                <p:cNvPr id="13" name="Rectangle 12">
                  <a:extLst>
                    <a:ext uri="{FF2B5EF4-FFF2-40B4-BE49-F238E27FC236}">
                      <a16:creationId xmlns:a16="http://schemas.microsoft.com/office/drawing/2014/main" id="{C0DF7838-BAAA-4A88-BFDE-BA0ED542428B}"/>
                    </a:ext>
                  </a:extLst>
                </p:cNvPr>
                <p:cNvSpPr/>
                <p:nvPr/>
              </p:nvSpPr>
              <p:spPr bwMode="auto">
                <a:xfrm>
                  <a:off x="1108674" y="4213224"/>
                  <a:ext cx="484632" cy="329184"/>
                </a:xfrm>
                <a:prstGeom prst="rect">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14" name="Isosceles Triangle 13">
                  <a:extLst>
                    <a:ext uri="{FF2B5EF4-FFF2-40B4-BE49-F238E27FC236}">
                      <a16:creationId xmlns:a16="http://schemas.microsoft.com/office/drawing/2014/main" id="{3BAA8566-2742-4479-98A4-807E33A46C2E}"/>
                    </a:ext>
                  </a:extLst>
                </p:cNvPr>
                <p:cNvSpPr/>
                <p:nvPr/>
              </p:nvSpPr>
              <p:spPr bwMode="auto">
                <a:xfrm flipV="1">
                  <a:off x="1108674" y="4213224"/>
                  <a:ext cx="484632" cy="164592"/>
                </a:xfrm>
                <a:prstGeom prst="triangle">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grpSp>
        </p:grpSp>
        <p:pic>
          <p:nvPicPr>
            <p:cNvPr id="35" name="Graphic 34" descr="Bug">
              <a:extLst>
                <a:ext uri="{FF2B5EF4-FFF2-40B4-BE49-F238E27FC236}">
                  <a16:creationId xmlns:a16="http://schemas.microsoft.com/office/drawing/2014/main" id="{D480F789-28BC-4BD3-BC3B-FA040FA61B26}"/>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rot="19577216">
              <a:off x="310676" y="1704063"/>
              <a:ext cx="757692" cy="757691"/>
            </a:xfrm>
            <a:prstGeom prst="rect">
              <a:avLst/>
            </a:prstGeom>
          </p:spPr>
        </p:pic>
      </p:grpSp>
      <p:grpSp>
        <p:nvGrpSpPr>
          <p:cNvPr id="9" name="Group 8">
            <a:extLst>
              <a:ext uri="{FF2B5EF4-FFF2-40B4-BE49-F238E27FC236}">
                <a16:creationId xmlns:a16="http://schemas.microsoft.com/office/drawing/2014/main" id="{6C09D2C5-C546-4912-8A64-63BB9F47C746}"/>
              </a:ext>
            </a:extLst>
          </p:cNvPr>
          <p:cNvGrpSpPr/>
          <p:nvPr/>
        </p:nvGrpSpPr>
        <p:grpSpPr>
          <a:xfrm>
            <a:off x="1353952" y="5118321"/>
            <a:ext cx="1692764" cy="1313026"/>
            <a:chOff x="280163" y="5393556"/>
            <a:chExt cx="1692764" cy="1313026"/>
          </a:xfrm>
        </p:grpSpPr>
        <p:pic>
          <p:nvPicPr>
            <p:cNvPr id="2" name="Picture 1">
              <a:extLst>
                <a:ext uri="{FF2B5EF4-FFF2-40B4-BE49-F238E27FC236}">
                  <a16:creationId xmlns:a16="http://schemas.microsoft.com/office/drawing/2014/main" id="{3BA59233-2C28-4358-BB2C-A473DCECE70F}"/>
                </a:ext>
              </a:extLst>
            </p:cNvPr>
            <p:cNvPicPr>
              <a:picLocks noChangeAspect="1"/>
            </p:cNvPicPr>
            <p:nvPr/>
          </p:nvPicPr>
          <p:blipFill>
            <a:blip r:embed="rId5"/>
            <a:stretch>
              <a:fillRect/>
            </a:stretch>
          </p:blipFill>
          <p:spPr>
            <a:xfrm>
              <a:off x="280163" y="5393556"/>
              <a:ext cx="1692764" cy="1313026"/>
            </a:xfrm>
            <a:prstGeom prst="rect">
              <a:avLst/>
            </a:prstGeom>
          </p:spPr>
        </p:pic>
        <p:pic>
          <p:nvPicPr>
            <p:cNvPr id="60" name="Graphic 59" descr="Bug">
              <a:extLst>
                <a:ext uri="{FF2B5EF4-FFF2-40B4-BE49-F238E27FC236}">
                  <a16:creationId xmlns:a16="http://schemas.microsoft.com/office/drawing/2014/main" id="{3357A406-F2A4-4D03-AE69-6E29B4B0429A}"/>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rot="19577216">
              <a:off x="1068675" y="5457725"/>
              <a:ext cx="757692" cy="757691"/>
            </a:xfrm>
            <a:prstGeom prst="rect">
              <a:avLst/>
            </a:prstGeom>
          </p:spPr>
        </p:pic>
      </p:grpSp>
      <p:grpSp>
        <p:nvGrpSpPr>
          <p:cNvPr id="15" name="Group 14">
            <a:extLst>
              <a:ext uri="{FF2B5EF4-FFF2-40B4-BE49-F238E27FC236}">
                <a16:creationId xmlns:a16="http://schemas.microsoft.com/office/drawing/2014/main" id="{FC4B30C0-E72C-4770-B682-BB50F6F3836F}"/>
              </a:ext>
            </a:extLst>
          </p:cNvPr>
          <p:cNvGrpSpPr/>
          <p:nvPr/>
        </p:nvGrpSpPr>
        <p:grpSpPr>
          <a:xfrm>
            <a:off x="5337897" y="5118321"/>
            <a:ext cx="2057706" cy="1273498"/>
            <a:chOff x="2836521" y="4867011"/>
            <a:chExt cx="2764603" cy="1710991"/>
          </a:xfrm>
        </p:grpSpPr>
        <p:pic>
          <p:nvPicPr>
            <p:cNvPr id="67" name="Picture 66">
              <a:extLst>
                <a:ext uri="{FF2B5EF4-FFF2-40B4-BE49-F238E27FC236}">
                  <a16:creationId xmlns:a16="http://schemas.microsoft.com/office/drawing/2014/main" id="{F1D82358-3477-4D41-B774-6CAAC5087F2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836521" y="4867011"/>
              <a:ext cx="972471" cy="1081927"/>
            </a:xfrm>
            <a:prstGeom prst="rect">
              <a:avLst/>
            </a:prstGeom>
          </p:spPr>
        </p:pic>
        <p:pic>
          <p:nvPicPr>
            <p:cNvPr id="68" name="Picture 67">
              <a:extLst>
                <a:ext uri="{FF2B5EF4-FFF2-40B4-BE49-F238E27FC236}">
                  <a16:creationId xmlns:a16="http://schemas.microsoft.com/office/drawing/2014/main" id="{1815B5D9-1DD1-40EC-89A0-97CA8F55FB5E}"/>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243664" y="5494480"/>
              <a:ext cx="1915155" cy="1083522"/>
            </a:xfrm>
            <a:prstGeom prst="rect">
              <a:avLst/>
            </a:prstGeom>
            <a:ln>
              <a:solidFill>
                <a:schemeClr val="accent1"/>
              </a:solidFill>
            </a:ln>
          </p:spPr>
        </p:pic>
        <p:grpSp>
          <p:nvGrpSpPr>
            <p:cNvPr id="69" name="Group 68">
              <a:extLst>
                <a:ext uri="{FF2B5EF4-FFF2-40B4-BE49-F238E27FC236}">
                  <a16:creationId xmlns:a16="http://schemas.microsoft.com/office/drawing/2014/main" id="{19E0D942-FDBE-47A9-B74F-6000A7D2A371}"/>
                </a:ext>
              </a:extLst>
            </p:cNvPr>
            <p:cNvGrpSpPr/>
            <p:nvPr/>
          </p:nvGrpSpPr>
          <p:grpSpPr>
            <a:xfrm>
              <a:off x="4686724" y="4882950"/>
              <a:ext cx="914400" cy="914400"/>
              <a:chOff x="4563557" y="4924681"/>
              <a:chExt cx="914400" cy="914400"/>
            </a:xfrm>
          </p:grpSpPr>
          <p:pic>
            <p:nvPicPr>
              <p:cNvPr id="70" name="Graphic 69" descr="Earth Globe Europe-Africa">
                <a:extLst>
                  <a:ext uri="{FF2B5EF4-FFF2-40B4-BE49-F238E27FC236}">
                    <a16:creationId xmlns:a16="http://schemas.microsoft.com/office/drawing/2014/main" id="{C8529300-D2CE-4D74-A1E4-F7CF0F75987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563557" y="4924681"/>
                <a:ext cx="914400" cy="914400"/>
              </a:xfrm>
              <a:prstGeom prst="rect">
                <a:avLst/>
              </a:prstGeom>
            </p:spPr>
          </p:pic>
          <p:sp>
            <p:nvSpPr>
              <p:cNvPr id="71" name="TextBox 70">
                <a:extLst>
                  <a:ext uri="{FF2B5EF4-FFF2-40B4-BE49-F238E27FC236}">
                    <a16:creationId xmlns:a16="http://schemas.microsoft.com/office/drawing/2014/main" id="{AA0FBE24-B561-41C9-BD17-84999B46DA1B}"/>
                  </a:ext>
                </a:extLst>
              </p:cNvPr>
              <p:cNvSpPr txBox="1"/>
              <p:nvPr/>
            </p:nvSpPr>
            <p:spPr>
              <a:xfrm>
                <a:off x="4778411" y="4997625"/>
                <a:ext cx="548868" cy="738664"/>
              </a:xfrm>
              <a:prstGeom prst="rect">
                <a:avLst/>
              </a:prstGeom>
              <a:noFill/>
            </p:spPr>
            <p:txBody>
              <a:bodyPr wrap="none" lIns="182880" tIns="146304" rIns="182880" bIns="146304"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GB" sz="3200" b="1" i="0" u="none" strike="noStrike" kern="1200" cap="none" spc="0" normalizeH="0" baseline="0" noProof="0">
                    <a:ln>
                      <a:noFill/>
                    </a:ln>
                    <a:solidFill>
                      <a:srgbClr val="FF0000"/>
                    </a:solidFill>
                    <a:effectLst/>
                    <a:uLnTx/>
                    <a:uFillTx/>
                    <a:latin typeface="Segoe UI"/>
                    <a:ea typeface="+mn-ea"/>
                    <a:cs typeface="+mn-cs"/>
                  </a:rPr>
                  <a:t>?</a:t>
                </a:r>
              </a:p>
            </p:txBody>
          </p:sp>
        </p:grpSp>
      </p:grpSp>
      <p:pic>
        <p:nvPicPr>
          <p:cNvPr id="73" name="Picture 72">
            <a:extLst>
              <a:ext uri="{FF2B5EF4-FFF2-40B4-BE49-F238E27FC236}">
                <a16:creationId xmlns:a16="http://schemas.microsoft.com/office/drawing/2014/main" id="{5EFAD9AA-0B32-4E55-A0E9-185E83456DDD}"/>
              </a:ext>
            </a:extLst>
          </p:cNvPr>
          <p:cNvPicPr>
            <a:picLocks noChangeAspect="1"/>
          </p:cNvPicPr>
          <p:nvPr/>
        </p:nvPicPr>
        <p:blipFill rotWithShape="1">
          <a:blip r:embed="rId8"/>
          <a:srcRect l="1043" t="37481" r="87359" b="8123"/>
          <a:stretch/>
        </p:blipFill>
        <p:spPr>
          <a:xfrm>
            <a:off x="5889396" y="2931806"/>
            <a:ext cx="825615" cy="1180726"/>
          </a:xfrm>
          <a:prstGeom prst="rect">
            <a:avLst/>
          </a:prstGeom>
        </p:spPr>
      </p:pic>
      <p:sp>
        <p:nvSpPr>
          <p:cNvPr id="74" name="Arc 73">
            <a:extLst>
              <a:ext uri="{FF2B5EF4-FFF2-40B4-BE49-F238E27FC236}">
                <a16:creationId xmlns:a16="http://schemas.microsoft.com/office/drawing/2014/main" id="{A6791CD6-AF3D-4E88-A9DD-B2F216956A0D}"/>
              </a:ext>
            </a:extLst>
          </p:cNvPr>
          <p:cNvSpPr/>
          <p:nvPr/>
        </p:nvSpPr>
        <p:spPr>
          <a:xfrm rot="11167564">
            <a:off x="1365392" y="4368438"/>
            <a:ext cx="875557" cy="724118"/>
          </a:xfrm>
          <a:prstGeom prst="arc">
            <a:avLst>
              <a:gd name="adj1" fmla="val 17055721"/>
              <a:gd name="adj2" fmla="val 5228216"/>
            </a:avLst>
          </a:prstGeom>
          <a:noFill/>
          <a:ln w="19050" cap="flat" cmpd="sng" algn="ctr">
            <a:solidFill>
              <a:srgbClr val="0078D7"/>
            </a:solidFill>
            <a:prstDash val="solid"/>
            <a:miter lim="800000"/>
            <a:headEnd type="stealth" w="med" len="med"/>
            <a:tailEnd type="none" w="med" len="med"/>
          </a:ln>
          <a:effectLst/>
        </p:spPr>
        <p:txBody>
          <a:bodyPr rtlCol="0" anchor="ctr"/>
          <a:lstStyle/>
          <a:p>
            <a:pPr marL="0" marR="0" lvl="0" indent="0" algn="ctr" defTabSz="932239" rtl="0" eaLnBrk="1" fontAlgn="auto" latinLnBrk="0" hangingPunct="1">
              <a:lnSpc>
                <a:spcPct val="100000"/>
              </a:lnSpc>
              <a:spcBef>
                <a:spcPts val="0"/>
              </a:spcBef>
              <a:spcAft>
                <a:spcPts val="0"/>
              </a:spcAft>
              <a:buClrTx/>
              <a:buSzTx/>
              <a:buFontTx/>
              <a:buNone/>
              <a:tabLst/>
              <a:defRPr/>
            </a:pPr>
            <a:endParaRPr kumimoji="0" lang="en-US" sz="1836" b="0" i="0" u="none" strike="noStrike" kern="0" cap="none" spc="0" normalizeH="0" baseline="0" noProof="0">
              <a:ln>
                <a:noFill/>
              </a:ln>
              <a:solidFill>
                <a:sysClr val="windowText" lastClr="000000"/>
              </a:solidFill>
              <a:effectLst/>
              <a:uLnTx/>
              <a:uFillTx/>
              <a:latin typeface="Segoe UI"/>
              <a:ea typeface="+mn-ea"/>
              <a:cs typeface="+mn-cs"/>
            </a:endParaRPr>
          </a:p>
        </p:txBody>
      </p:sp>
      <p:cxnSp>
        <p:nvCxnSpPr>
          <p:cNvPr id="75" name="Straight Arrow Connector 74">
            <a:extLst>
              <a:ext uri="{FF2B5EF4-FFF2-40B4-BE49-F238E27FC236}">
                <a16:creationId xmlns:a16="http://schemas.microsoft.com/office/drawing/2014/main" id="{4A175DBB-2029-4AB4-A184-803407870ED3}"/>
              </a:ext>
            </a:extLst>
          </p:cNvPr>
          <p:cNvCxnSpPr>
            <a:cxnSpLocks/>
          </p:cNvCxnSpPr>
          <p:nvPr/>
        </p:nvCxnSpPr>
        <p:spPr>
          <a:xfrm>
            <a:off x="3229630" y="5762755"/>
            <a:ext cx="1834246" cy="0"/>
          </a:xfrm>
          <a:prstGeom prst="straightConnector1">
            <a:avLst/>
          </a:prstGeom>
          <a:noFill/>
          <a:ln w="19050" cap="flat" cmpd="sng" algn="ctr">
            <a:solidFill>
              <a:srgbClr val="0078D7"/>
            </a:solidFill>
            <a:prstDash val="solid"/>
            <a:miter lim="800000"/>
            <a:tailEnd type="stealth"/>
          </a:ln>
          <a:effectLst/>
        </p:spPr>
      </p:cxnSp>
      <p:cxnSp>
        <p:nvCxnSpPr>
          <p:cNvPr id="119" name="Straight Arrow Connector 118">
            <a:extLst>
              <a:ext uri="{FF2B5EF4-FFF2-40B4-BE49-F238E27FC236}">
                <a16:creationId xmlns:a16="http://schemas.microsoft.com/office/drawing/2014/main" id="{C1ADA61C-A4F8-4D8F-B500-ACFFB82558F9}"/>
              </a:ext>
            </a:extLst>
          </p:cNvPr>
          <p:cNvCxnSpPr>
            <a:cxnSpLocks/>
          </p:cNvCxnSpPr>
          <p:nvPr/>
        </p:nvCxnSpPr>
        <p:spPr>
          <a:xfrm flipV="1">
            <a:off x="6314276" y="4321674"/>
            <a:ext cx="0" cy="632180"/>
          </a:xfrm>
          <a:prstGeom prst="straightConnector1">
            <a:avLst/>
          </a:prstGeom>
          <a:noFill/>
          <a:ln w="19050" cap="flat" cmpd="sng" algn="ctr">
            <a:solidFill>
              <a:srgbClr val="0078D7"/>
            </a:solidFill>
            <a:prstDash val="solid"/>
            <a:miter lim="800000"/>
            <a:tailEnd type="stealth"/>
          </a:ln>
          <a:effectLst/>
        </p:spPr>
      </p:cxnSp>
      <p:sp>
        <p:nvSpPr>
          <p:cNvPr id="148" name="Arc 147">
            <a:extLst>
              <a:ext uri="{FF2B5EF4-FFF2-40B4-BE49-F238E27FC236}">
                <a16:creationId xmlns:a16="http://schemas.microsoft.com/office/drawing/2014/main" id="{6748036F-1223-4432-B3F4-321731C15868}"/>
              </a:ext>
            </a:extLst>
          </p:cNvPr>
          <p:cNvSpPr/>
          <p:nvPr/>
        </p:nvSpPr>
        <p:spPr>
          <a:xfrm rot="16496242">
            <a:off x="4055191" y="2158548"/>
            <a:ext cx="1737873" cy="3984693"/>
          </a:xfrm>
          <a:prstGeom prst="arc">
            <a:avLst>
              <a:gd name="adj1" fmla="val 17055721"/>
              <a:gd name="adj2" fmla="val 218054"/>
            </a:avLst>
          </a:prstGeom>
          <a:noFill/>
          <a:ln w="19050" cap="flat" cmpd="sng" algn="ctr">
            <a:solidFill>
              <a:srgbClr val="0078D7"/>
            </a:solidFill>
            <a:prstDash val="solid"/>
            <a:miter lim="800000"/>
            <a:headEnd type="stealth" w="med" len="med"/>
            <a:tailEnd type="none" w="med" len="med"/>
          </a:ln>
          <a:effectLst/>
        </p:spPr>
        <p:txBody>
          <a:bodyPr rtlCol="0" anchor="ctr"/>
          <a:lstStyle/>
          <a:p>
            <a:pPr marL="0" marR="0" lvl="0" indent="0" algn="ctr" defTabSz="932239" rtl="0" eaLnBrk="1" fontAlgn="auto" latinLnBrk="0" hangingPunct="1">
              <a:lnSpc>
                <a:spcPct val="100000"/>
              </a:lnSpc>
              <a:spcBef>
                <a:spcPts val="0"/>
              </a:spcBef>
              <a:spcAft>
                <a:spcPts val="0"/>
              </a:spcAft>
              <a:buClrTx/>
              <a:buSzTx/>
              <a:buFontTx/>
              <a:buNone/>
              <a:tabLst/>
              <a:defRPr/>
            </a:pPr>
            <a:endParaRPr kumimoji="0" lang="en-US" sz="1836" b="0" i="0" u="none" strike="noStrike" kern="0" cap="none" spc="0" normalizeH="0" baseline="0" noProof="0">
              <a:ln>
                <a:noFill/>
              </a:ln>
              <a:solidFill>
                <a:sysClr val="windowText" lastClr="000000"/>
              </a:solidFill>
              <a:effectLst/>
              <a:uLnTx/>
              <a:uFillTx/>
              <a:latin typeface="Segoe UI"/>
              <a:ea typeface="+mn-ea"/>
              <a:cs typeface="+mn-cs"/>
            </a:endParaRPr>
          </a:p>
        </p:txBody>
      </p:sp>
      <p:sp>
        <p:nvSpPr>
          <p:cNvPr id="149" name="Arc 148">
            <a:extLst>
              <a:ext uri="{FF2B5EF4-FFF2-40B4-BE49-F238E27FC236}">
                <a16:creationId xmlns:a16="http://schemas.microsoft.com/office/drawing/2014/main" id="{AB4D5002-D83F-42AE-AE7B-C5BB0296C132}"/>
              </a:ext>
            </a:extLst>
          </p:cNvPr>
          <p:cNvSpPr/>
          <p:nvPr/>
        </p:nvSpPr>
        <p:spPr>
          <a:xfrm rot="17580123" flipH="1">
            <a:off x="4507187" y="1518748"/>
            <a:ext cx="1161284" cy="6103700"/>
          </a:xfrm>
          <a:prstGeom prst="arc">
            <a:avLst>
              <a:gd name="adj1" fmla="val 17055721"/>
              <a:gd name="adj2" fmla="val 218054"/>
            </a:avLst>
          </a:prstGeom>
          <a:noFill/>
          <a:ln w="19050" cap="flat" cmpd="sng" algn="ctr">
            <a:solidFill>
              <a:srgbClr val="FF0000"/>
            </a:solidFill>
            <a:prstDash val="solid"/>
            <a:miter lim="800000"/>
            <a:headEnd type="stealth" w="med" len="med"/>
            <a:tailEnd type="none" w="med" len="med"/>
          </a:ln>
          <a:effectLst/>
        </p:spPr>
        <p:txBody>
          <a:bodyPr rtlCol="0" anchor="ctr"/>
          <a:lstStyle/>
          <a:p>
            <a:pPr marL="0" marR="0" lvl="0" indent="0" algn="ctr" defTabSz="932239" rtl="0" eaLnBrk="1" fontAlgn="auto" latinLnBrk="0" hangingPunct="1">
              <a:lnSpc>
                <a:spcPct val="100000"/>
              </a:lnSpc>
              <a:spcBef>
                <a:spcPts val="0"/>
              </a:spcBef>
              <a:spcAft>
                <a:spcPts val="0"/>
              </a:spcAft>
              <a:buClrTx/>
              <a:buSzTx/>
              <a:buFontTx/>
              <a:buNone/>
              <a:tabLst/>
              <a:defRPr/>
            </a:pPr>
            <a:endParaRPr kumimoji="0" lang="en-US" sz="1836" b="0" i="0" u="none" strike="noStrike" kern="0" cap="none" spc="0" normalizeH="0" baseline="0" noProof="0">
              <a:ln>
                <a:noFill/>
              </a:ln>
              <a:solidFill>
                <a:sysClr val="windowText" lastClr="000000"/>
              </a:solidFill>
              <a:effectLst/>
              <a:uLnTx/>
              <a:uFillTx/>
              <a:latin typeface="Segoe UI"/>
              <a:ea typeface="+mn-ea"/>
              <a:cs typeface="+mn-cs"/>
            </a:endParaRPr>
          </a:p>
        </p:txBody>
      </p:sp>
      <p:grpSp>
        <p:nvGrpSpPr>
          <p:cNvPr id="20" name="Group 19">
            <a:extLst>
              <a:ext uri="{FF2B5EF4-FFF2-40B4-BE49-F238E27FC236}">
                <a16:creationId xmlns:a16="http://schemas.microsoft.com/office/drawing/2014/main" id="{67EDD95E-5185-440B-8BBD-C6C146758191}"/>
              </a:ext>
            </a:extLst>
          </p:cNvPr>
          <p:cNvGrpSpPr/>
          <p:nvPr/>
        </p:nvGrpSpPr>
        <p:grpSpPr>
          <a:xfrm>
            <a:off x="5509848" y="458978"/>
            <a:ext cx="1583234" cy="2123978"/>
            <a:chOff x="3008473" y="645161"/>
            <a:chExt cx="1583234" cy="2123978"/>
          </a:xfrm>
        </p:grpSpPr>
        <p:sp>
          <p:nvSpPr>
            <p:cNvPr id="150" name="TextBox 149">
              <a:extLst>
                <a:ext uri="{FF2B5EF4-FFF2-40B4-BE49-F238E27FC236}">
                  <a16:creationId xmlns:a16="http://schemas.microsoft.com/office/drawing/2014/main" id="{C9F685D5-3B03-4726-B045-4DE245C526E3}"/>
                </a:ext>
              </a:extLst>
            </p:cNvPr>
            <p:cNvSpPr txBox="1"/>
            <p:nvPr/>
          </p:nvSpPr>
          <p:spPr>
            <a:xfrm>
              <a:off x="3008473" y="645161"/>
              <a:ext cx="1583234" cy="584775"/>
            </a:xfrm>
            <a:prstGeom prst="rect">
              <a:avLst/>
            </a:prstGeom>
            <a:noFill/>
          </p:spPr>
          <p:txBody>
            <a:bodyPr wrap="square" rtlCol="0" anchor="ctr">
              <a:spAutoFit/>
            </a:bodyPr>
            <a:lstStyle/>
            <a:p>
              <a:pPr marL="0" marR="0" lvl="0" indent="0" algn="ctr" defTabSz="931935"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FFFFFF">
                      <a:lumMod val="85000"/>
                    </a:srgbClr>
                  </a:solidFill>
                  <a:effectLst/>
                  <a:uLnTx/>
                  <a:uFillTx/>
                  <a:latin typeface="Segoe UI Semibold" panose="020B0702040204020203" pitchFamily="34" charset="0"/>
                  <a:ea typeface="Segoe UI" charset="0"/>
                  <a:cs typeface="Segoe UI Semibold" panose="020B0702040204020203" pitchFamily="34" charset="0"/>
                </a:rPr>
                <a:t>High value target (CxO)</a:t>
              </a:r>
            </a:p>
          </p:txBody>
        </p:sp>
        <p:grpSp>
          <p:nvGrpSpPr>
            <p:cNvPr id="151" name="Group 150">
              <a:extLst>
                <a:ext uri="{FF2B5EF4-FFF2-40B4-BE49-F238E27FC236}">
                  <a16:creationId xmlns:a16="http://schemas.microsoft.com/office/drawing/2014/main" id="{0FA594AE-D58C-4EFD-9A9D-DD2129334904}"/>
                </a:ext>
              </a:extLst>
            </p:cNvPr>
            <p:cNvGrpSpPr/>
            <p:nvPr/>
          </p:nvGrpSpPr>
          <p:grpSpPr>
            <a:xfrm>
              <a:off x="3466229" y="1219487"/>
              <a:ext cx="664668" cy="664668"/>
              <a:chOff x="602604" y="2970748"/>
              <a:chExt cx="914400" cy="914400"/>
            </a:xfrm>
          </p:grpSpPr>
          <p:sp>
            <p:nvSpPr>
              <p:cNvPr id="152" name="Oval 151">
                <a:extLst>
                  <a:ext uri="{FF2B5EF4-FFF2-40B4-BE49-F238E27FC236}">
                    <a16:creationId xmlns:a16="http://schemas.microsoft.com/office/drawing/2014/main" id="{1BF8D8DF-7C87-4D54-A906-2B3FA836C8BF}"/>
                  </a:ext>
                </a:extLst>
              </p:cNvPr>
              <p:cNvSpPr/>
              <p:nvPr/>
            </p:nvSpPr>
            <p:spPr bwMode="auto">
              <a:xfrm>
                <a:off x="602604" y="2970748"/>
                <a:ext cx="914400" cy="914400"/>
              </a:xfrm>
              <a:prstGeom prst="ellipse">
                <a:avLst/>
              </a:prstGeom>
              <a:solidFill>
                <a:schemeClr val="tx1">
                  <a:lumMod val="20000"/>
                  <a:lumOff val="80000"/>
                </a:schemeClr>
              </a:solidFill>
              <a:ln w="50800">
                <a:noFill/>
                <a:headEnd type="none"/>
                <a:tailEnd type="none"/>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endParaRPr kumimoji="0" lang="en-US" sz="5399" b="0" i="0" u="none" strike="noStrike" kern="1200" cap="none" spc="0" normalizeH="0" baseline="0" noProof="0">
                  <a:ln>
                    <a:noFill/>
                  </a:ln>
                  <a:solidFill>
                    <a:srgbClr val="FFFFFF">
                      <a:lumMod val="85000"/>
                    </a:srgbClr>
                  </a:solidFill>
                  <a:effectLst/>
                  <a:uLnTx/>
                  <a:uFillTx/>
                  <a:latin typeface="Segoe UI Semilight"/>
                  <a:ea typeface="Segoe UI" pitchFamily="34" charset="0"/>
                  <a:cs typeface="Segoe UI" pitchFamily="34" charset="0"/>
                </a:endParaRPr>
              </a:p>
            </p:txBody>
          </p:sp>
          <p:grpSp>
            <p:nvGrpSpPr>
              <p:cNvPr id="153" name="Group 152">
                <a:extLst>
                  <a:ext uri="{FF2B5EF4-FFF2-40B4-BE49-F238E27FC236}">
                    <a16:creationId xmlns:a16="http://schemas.microsoft.com/office/drawing/2014/main" id="{ADEC10C7-0943-40C2-8742-EFB33DFAAA4E}"/>
                  </a:ext>
                </a:extLst>
              </p:cNvPr>
              <p:cNvGrpSpPr/>
              <p:nvPr/>
            </p:nvGrpSpPr>
            <p:grpSpPr>
              <a:xfrm>
                <a:off x="819520" y="3200380"/>
                <a:ext cx="480569" cy="455136"/>
                <a:chOff x="7604124" y="1860551"/>
                <a:chExt cx="569912" cy="539750"/>
              </a:xfrm>
              <a:solidFill>
                <a:schemeClr val="tx1"/>
              </a:solidFill>
            </p:grpSpPr>
            <p:sp>
              <p:nvSpPr>
                <p:cNvPr id="154" name="Freeform 241">
                  <a:extLst>
                    <a:ext uri="{FF2B5EF4-FFF2-40B4-BE49-F238E27FC236}">
                      <a16:creationId xmlns:a16="http://schemas.microsoft.com/office/drawing/2014/main" id="{E3D8357E-E49F-4BE4-86C2-5542FAF81ABF}"/>
                    </a:ext>
                  </a:extLst>
                </p:cNvPr>
                <p:cNvSpPr>
                  <a:spLocks noEditPoints="1"/>
                </p:cNvSpPr>
                <p:nvPr/>
              </p:nvSpPr>
              <p:spPr bwMode="auto">
                <a:xfrm>
                  <a:off x="7604124" y="1860551"/>
                  <a:ext cx="569912" cy="539750"/>
                </a:xfrm>
                <a:custGeom>
                  <a:avLst/>
                  <a:gdLst>
                    <a:gd name="T0" fmla="*/ 2044 w 2070"/>
                    <a:gd name="T1" fmla="*/ 1278 h 1964"/>
                    <a:gd name="T2" fmla="*/ 2044 w 2070"/>
                    <a:gd name="T3" fmla="*/ 1278 h 1964"/>
                    <a:gd name="T4" fmla="*/ 1587 w 2070"/>
                    <a:gd name="T5" fmla="*/ 1735 h 1964"/>
                    <a:gd name="T6" fmla="*/ 1578 w 2070"/>
                    <a:gd name="T7" fmla="*/ 1735 h 1964"/>
                    <a:gd name="T8" fmla="*/ 1122 w 2070"/>
                    <a:gd name="T9" fmla="*/ 1278 h 1964"/>
                    <a:gd name="T10" fmla="*/ 1122 w 2070"/>
                    <a:gd name="T11" fmla="*/ 1267 h 1964"/>
                    <a:gd name="T12" fmla="*/ 1578 w 2070"/>
                    <a:gd name="T13" fmla="*/ 810 h 1964"/>
                    <a:gd name="T14" fmla="*/ 1587 w 2070"/>
                    <a:gd name="T15" fmla="*/ 810 h 1964"/>
                    <a:gd name="T16" fmla="*/ 2044 w 2070"/>
                    <a:gd name="T17" fmla="*/ 1267 h 1964"/>
                    <a:gd name="T18" fmla="*/ 2044 w 2070"/>
                    <a:gd name="T19" fmla="*/ 1278 h 1964"/>
                    <a:gd name="T20" fmla="*/ 26 w 2070"/>
                    <a:gd name="T21" fmla="*/ 1938 h 1964"/>
                    <a:gd name="T22" fmla="*/ 26 w 2070"/>
                    <a:gd name="T23" fmla="*/ 1938 h 1964"/>
                    <a:gd name="T24" fmla="*/ 26 w 2070"/>
                    <a:gd name="T25" fmla="*/ 1528 h 1964"/>
                    <a:gd name="T26" fmla="*/ 454 w 2070"/>
                    <a:gd name="T27" fmla="*/ 837 h 1964"/>
                    <a:gd name="T28" fmla="*/ 794 w 2070"/>
                    <a:gd name="T29" fmla="*/ 977 h 1964"/>
                    <a:gd name="T30" fmla="*/ 803 w 2070"/>
                    <a:gd name="T31" fmla="*/ 977 h 1964"/>
                    <a:gd name="T32" fmla="*/ 1143 w 2070"/>
                    <a:gd name="T33" fmla="*/ 837 h 1964"/>
                    <a:gd name="T34" fmla="*/ 1257 w 2070"/>
                    <a:gd name="T35" fmla="*/ 906 h 1964"/>
                    <a:gd name="T36" fmla="*/ 1095 w 2070"/>
                    <a:gd name="T37" fmla="*/ 1267 h 1964"/>
                    <a:gd name="T38" fmla="*/ 1095 w 2070"/>
                    <a:gd name="T39" fmla="*/ 1278 h 1964"/>
                    <a:gd name="T40" fmla="*/ 1571 w 2070"/>
                    <a:gd name="T41" fmla="*/ 1761 h 1964"/>
                    <a:gd name="T42" fmla="*/ 1571 w 2070"/>
                    <a:gd name="T43" fmla="*/ 1938 h 1964"/>
                    <a:gd name="T44" fmla="*/ 26 w 2070"/>
                    <a:gd name="T45" fmla="*/ 1938 h 1964"/>
                    <a:gd name="T46" fmla="*/ 338 w 2070"/>
                    <a:gd name="T47" fmla="*/ 483 h 1964"/>
                    <a:gd name="T48" fmla="*/ 338 w 2070"/>
                    <a:gd name="T49" fmla="*/ 483 h 1964"/>
                    <a:gd name="T50" fmla="*/ 794 w 2070"/>
                    <a:gd name="T51" fmla="*/ 26 h 1964"/>
                    <a:gd name="T52" fmla="*/ 803 w 2070"/>
                    <a:gd name="T53" fmla="*/ 26 h 1964"/>
                    <a:gd name="T54" fmla="*/ 1260 w 2070"/>
                    <a:gd name="T55" fmla="*/ 483 h 1964"/>
                    <a:gd name="T56" fmla="*/ 1260 w 2070"/>
                    <a:gd name="T57" fmla="*/ 494 h 1964"/>
                    <a:gd name="T58" fmla="*/ 803 w 2070"/>
                    <a:gd name="T59" fmla="*/ 951 h 1964"/>
                    <a:gd name="T60" fmla="*/ 794 w 2070"/>
                    <a:gd name="T61" fmla="*/ 951 h 1964"/>
                    <a:gd name="T62" fmla="*/ 338 w 2070"/>
                    <a:gd name="T63" fmla="*/ 494 h 1964"/>
                    <a:gd name="T64" fmla="*/ 338 w 2070"/>
                    <a:gd name="T65" fmla="*/ 483 h 1964"/>
                    <a:gd name="T66" fmla="*/ 1587 w 2070"/>
                    <a:gd name="T67" fmla="*/ 784 h 1964"/>
                    <a:gd name="T68" fmla="*/ 1587 w 2070"/>
                    <a:gd name="T69" fmla="*/ 784 h 1964"/>
                    <a:gd name="T70" fmla="*/ 1578 w 2070"/>
                    <a:gd name="T71" fmla="*/ 784 h 1964"/>
                    <a:gd name="T72" fmla="*/ 1278 w 2070"/>
                    <a:gd name="T73" fmla="*/ 889 h 1964"/>
                    <a:gd name="T74" fmla="*/ 1163 w 2070"/>
                    <a:gd name="T75" fmla="*/ 816 h 1964"/>
                    <a:gd name="T76" fmla="*/ 1286 w 2070"/>
                    <a:gd name="T77" fmla="*/ 494 h 1964"/>
                    <a:gd name="T78" fmla="*/ 1286 w 2070"/>
                    <a:gd name="T79" fmla="*/ 483 h 1964"/>
                    <a:gd name="T80" fmla="*/ 803 w 2070"/>
                    <a:gd name="T81" fmla="*/ 0 h 1964"/>
                    <a:gd name="T82" fmla="*/ 794 w 2070"/>
                    <a:gd name="T83" fmla="*/ 0 h 1964"/>
                    <a:gd name="T84" fmla="*/ 311 w 2070"/>
                    <a:gd name="T85" fmla="*/ 483 h 1964"/>
                    <a:gd name="T86" fmla="*/ 311 w 2070"/>
                    <a:gd name="T87" fmla="*/ 494 h 1964"/>
                    <a:gd name="T88" fmla="*/ 435 w 2070"/>
                    <a:gd name="T89" fmla="*/ 816 h 1964"/>
                    <a:gd name="T90" fmla="*/ 0 w 2070"/>
                    <a:gd name="T91" fmla="*/ 1528 h 1964"/>
                    <a:gd name="T92" fmla="*/ 0 w 2070"/>
                    <a:gd name="T93" fmla="*/ 1951 h 1964"/>
                    <a:gd name="T94" fmla="*/ 13 w 2070"/>
                    <a:gd name="T95" fmla="*/ 1964 h 1964"/>
                    <a:gd name="T96" fmla="*/ 1585 w 2070"/>
                    <a:gd name="T97" fmla="*/ 1964 h 1964"/>
                    <a:gd name="T98" fmla="*/ 1598 w 2070"/>
                    <a:gd name="T99" fmla="*/ 1951 h 1964"/>
                    <a:gd name="T100" fmla="*/ 1598 w 2070"/>
                    <a:gd name="T101" fmla="*/ 1761 h 1964"/>
                    <a:gd name="T102" fmla="*/ 2070 w 2070"/>
                    <a:gd name="T103" fmla="*/ 1278 h 1964"/>
                    <a:gd name="T104" fmla="*/ 2070 w 2070"/>
                    <a:gd name="T105" fmla="*/ 1267 h 1964"/>
                    <a:gd name="T106" fmla="*/ 1587 w 2070"/>
                    <a:gd name="T107" fmla="*/ 784 h 1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0" h="1964">
                      <a:moveTo>
                        <a:pt x="2044" y="1278"/>
                      </a:moveTo>
                      <a:lnTo>
                        <a:pt x="2044" y="1278"/>
                      </a:lnTo>
                      <a:cubicBezTo>
                        <a:pt x="2044" y="1530"/>
                        <a:pt x="1839" y="1735"/>
                        <a:pt x="1587" y="1735"/>
                      </a:cubicBezTo>
                      <a:lnTo>
                        <a:pt x="1578" y="1735"/>
                      </a:lnTo>
                      <a:cubicBezTo>
                        <a:pt x="1327" y="1735"/>
                        <a:pt x="1122" y="1530"/>
                        <a:pt x="1122" y="1278"/>
                      </a:cubicBezTo>
                      <a:lnTo>
                        <a:pt x="1122" y="1267"/>
                      </a:lnTo>
                      <a:cubicBezTo>
                        <a:pt x="1122" y="1015"/>
                        <a:pt x="1327" y="810"/>
                        <a:pt x="1578" y="810"/>
                      </a:cubicBezTo>
                      <a:lnTo>
                        <a:pt x="1587" y="810"/>
                      </a:lnTo>
                      <a:cubicBezTo>
                        <a:pt x="1839" y="810"/>
                        <a:pt x="2044" y="1015"/>
                        <a:pt x="2044" y="1267"/>
                      </a:cubicBezTo>
                      <a:lnTo>
                        <a:pt x="2044" y="1278"/>
                      </a:lnTo>
                      <a:close/>
                      <a:moveTo>
                        <a:pt x="26" y="1938"/>
                      </a:moveTo>
                      <a:lnTo>
                        <a:pt x="26" y="1938"/>
                      </a:lnTo>
                      <a:lnTo>
                        <a:pt x="26" y="1528"/>
                      </a:lnTo>
                      <a:cubicBezTo>
                        <a:pt x="26" y="1237"/>
                        <a:pt x="194" y="967"/>
                        <a:pt x="454" y="837"/>
                      </a:cubicBezTo>
                      <a:cubicBezTo>
                        <a:pt x="541" y="923"/>
                        <a:pt x="662" y="977"/>
                        <a:pt x="794" y="977"/>
                      </a:cubicBezTo>
                      <a:lnTo>
                        <a:pt x="803" y="977"/>
                      </a:lnTo>
                      <a:cubicBezTo>
                        <a:pt x="936" y="977"/>
                        <a:pt x="1056" y="923"/>
                        <a:pt x="1143" y="837"/>
                      </a:cubicBezTo>
                      <a:cubicBezTo>
                        <a:pt x="1183" y="856"/>
                        <a:pt x="1221" y="880"/>
                        <a:pt x="1257" y="906"/>
                      </a:cubicBezTo>
                      <a:cubicBezTo>
                        <a:pt x="1158" y="995"/>
                        <a:pt x="1095" y="1124"/>
                        <a:pt x="1095" y="1267"/>
                      </a:cubicBezTo>
                      <a:lnTo>
                        <a:pt x="1095" y="1278"/>
                      </a:lnTo>
                      <a:cubicBezTo>
                        <a:pt x="1095" y="1542"/>
                        <a:pt x="1308" y="1757"/>
                        <a:pt x="1571" y="1761"/>
                      </a:cubicBezTo>
                      <a:lnTo>
                        <a:pt x="1571" y="1938"/>
                      </a:lnTo>
                      <a:lnTo>
                        <a:pt x="26" y="1938"/>
                      </a:lnTo>
                      <a:close/>
                      <a:moveTo>
                        <a:pt x="338" y="483"/>
                      </a:moveTo>
                      <a:lnTo>
                        <a:pt x="338" y="483"/>
                      </a:lnTo>
                      <a:cubicBezTo>
                        <a:pt x="338" y="231"/>
                        <a:pt x="543" y="26"/>
                        <a:pt x="794" y="26"/>
                      </a:cubicBezTo>
                      <a:lnTo>
                        <a:pt x="803" y="26"/>
                      </a:lnTo>
                      <a:cubicBezTo>
                        <a:pt x="1055" y="26"/>
                        <a:pt x="1260" y="231"/>
                        <a:pt x="1260" y="483"/>
                      </a:cubicBezTo>
                      <a:lnTo>
                        <a:pt x="1260" y="494"/>
                      </a:lnTo>
                      <a:cubicBezTo>
                        <a:pt x="1260" y="746"/>
                        <a:pt x="1055" y="951"/>
                        <a:pt x="803" y="951"/>
                      </a:cubicBezTo>
                      <a:lnTo>
                        <a:pt x="794" y="951"/>
                      </a:lnTo>
                      <a:cubicBezTo>
                        <a:pt x="543" y="951"/>
                        <a:pt x="338" y="746"/>
                        <a:pt x="338" y="494"/>
                      </a:cubicBezTo>
                      <a:lnTo>
                        <a:pt x="338" y="483"/>
                      </a:lnTo>
                      <a:close/>
                      <a:moveTo>
                        <a:pt x="1587" y="784"/>
                      </a:moveTo>
                      <a:lnTo>
                        <a:pt x="1587" y="784"/>
                      </a:lnTo>
                      <a:lnTo>
                        <a:pt x="1578" y="784"/>
                      </a:lnTo>
                      <a:cubicBezTo>
                        <a:pt x="1465" y="784"/>
                        <a:pt x="1361" y="823"/>
                        <a:pt x="1278" y="889"/>
                      </a:cubicBezTo>
                      <a:cubicBezTo>
                        <a:pt x="1242" y="861"/>
                        <a:pt x="1203" y="837"/>
                        <a:pt x="1163" y="816"/>
                      </a:cubicBezTo>
                      <a:cubicBezTo>
                        <a:pt x="1240" y="731"/>
                        <a:pt x="1286" y="618"/>
                        <a:pt x="1286" y="494"/>
                      </a:cubicBezTo>
                      <a:lnTo>
                        <a:pt x="1286" y="483"/>
                      </a:lnTo>
                      <a:cubicBezTo>
                        <a:pt x="1286" y="217"/>
                        <a:pt x="1070" y="0"/>
                        <a:pt x="803" y="0"/>
                      </a:cubicBezTo>
                      <a:lnTo>
                        <a:pt x="794" y="0"/>
                      </a:lnTo>
                      <a:cubicBezTo>
                        <a:pt x="528" y="0"/>
                        <a:pt x="311" y="217"/>
                        <a:pt x="311" y="483"/>
                      </a:cubicBezTo>
                      <a:lnTo>
                        <a:pt x="311" y="494"/>
                      </a:lnTo>
                      <a:cubicBezTo>
                        <a:pt x="311" y="618"/>
                        <a:pt x="358" y="731"/>
                        <a:pt x="435" y="816"/>
                      </a:cubicBezTo>
                      <a:cubicBezTo>
                        <a:pt x="170" y="952"/>
                        <a:pt x="0" y="1230"/>
                        <a:pt x="0" y="1528"/>
                      </a:cubicBezTo>
                      <a:lnTo>
                        <a:pt x="0" y="1951"/>
                      </a:lnTo>
                      <a:cubicBezTo>
                        <a:pt x="0" y="1959"/>
                        <a:pt x="6" y="1964"/>
                        <a:pt x="13" y="1964"/>
                      </a:cubicBezTo>
                      <a:lnTo>
                        <a:pt x="1585" y="1964"/>
                      </a:lnTo>
                      <a:cubicBezTo>
                        <a:pt x="1592" y="1964"/>
                        <a:pt x="1598" y="1959"/>
                        <a:pt x="1598" y="1951"/>
                      </a:cubicBezTo>
                      <a:lnTo>
                        <a:pt x="1598" y="1761"/>
                      </a:lnTo>
                      <a:cubicBezTo>
                        <a:pt x="1859" y="1755"/>
                        <a:pt x="2070" y="1541"/>
                        <a:pt x="2070" y="1278"/>
                      </a:cubicBezTo>
                      <a:lnTo>
                        <a:pt x="2070" y="1267"/>
                      </a:lnTo>
                      <a:cubicBezTo>
                        <a:pt x="2070" y="1001"/>
                        <a:pt x="1854" y="784"/>
                        <a:pt x="1587" y="784"/>
                      </a:cubicBezTo>
                      <a:close/>
                    </a:path>
                  </a:pathLst>
                </a:custGeom>
                <a:grpFill/>
                <a:ln w="0">
                  <a:solidFill>
                    <a:srgbClr val="0078D7"/>
                  </a:solidFill>
                  <a:prstDash val="solid"/>
                  <a:round/>
                  <a:headEnd/>
                  <a:tailEnd/>
                </a:ln>
              </p:spPr>
              <p:txBody>
                <a:bodyPr vert="horz" wrap="square" lIns="93247" tIns="46623" rIns="93247" bIns="46623" numCol="1" anchor="t" anchorCtr="0" compatLnSpc="1">
                  <a:prstTxWarp prst="textNoShape">
                    <a:avLst/>
                  </a:prstTxWarp>
                </a:bodyPr>
                <a:lstStyle/>
                <a:p>
                  <a:pPr marL="0" marR="0" lvl="0" indent="0" algn="l" defTabSz="914225" rtl="0" eaLnBrk="1" fontAlgn="auto" latinLnBrk="0" hangingPunct="1">
                    <a:lnSpc>
                      <a:spcPct val="100000"/>
                    </a:lnSpc>
                    <a:spcBef>
                      <a:spcPts val="0"/>
                    </a:spcBef>
                    <a:spcAft>
                      <a:spcPts val="0"/>
                    </a:spcAft>
                    <a:buClrTx/>
                    <a:buSzTx/>
                    <a:buFontTx/>
                    <a:buNone/>
                    <a:tabLst/>
                    <a:defRPr/>
                  </a:pPr>
                  <a:endParaRPr kumimoji="0" lang="en-US" sz="1836" b="0" i="0" u="none" strike="noStrike" kern="1200" cap="none" spc="0" normalizeH="0" baseline="0" noProof="0">
                    <a:ln>
                      <a:noFill/>
                    </a:ln>
                    <a:solidFill>
                      <a:srgbClr val="FFFFFF">
                        <a:lumMod val="85000"/>
                      </a:srgbClr>
                    </a:solidFill>
                    <a:effectLst/>
                    <a:uLnTx/>
                    <a:uFillTx/>
                    <a:latin typeface="Segoe UI"/>
                    <a:ea typeface="+mn-ea"/>
                    <a:cs typeface="+mn-cs"/>
                  </a:endParaRPr>
                </a:p>
              </p:txBody>
            </p:sp>
            <p:sp>
              <p:nvSpPr>
                <p:cNvPr id="155" name="Freeform 242">
                  <a:extLst>
                    <a:ext uri="{FF2B5EF4-FFF2-40B4-BE49-F238E27FC236}">
                      <a16:creationId xmlns:a16="http://schemas.microsoft.com/office/drawing/2014/main" id="{818C734C-6581-4CD7-85F3-FD6A02906B7C}"/>
                    </a:ext>
                  </a:extLst>
                </p:cNvPr>
                <p:cNvSpPr>
                  <a:spLocks/>
                </p:cNvSpPr>
                <p:nvPr/>
              </p:nvSpPr>
              <p:spPr bwMode="auto">
                <a:xfrm>
                  <a:off x="7956549" y="2127251"/>
                  <a:ext cx="166687" cy="165100"/>
                </a:xfrm>
                <a:custGeom>
                  <a:avLst/>
                  <a:gdLst>
                    <a:gd name="T0" fmla="*/ 588 w 601"/>
                    <a:gd name="T1" fmla="*/ 287 h 601"/>
                    <a:gd name="T2" fmla="*/ 588 w 601"/>
                    <a:gd name="T3" fmla="*/ 287 h 601"/>
                    <a:gd name="T4" fmla="*/ 314 w 601"/>
                    <a:gd name="T5" fmla="*/ 287 h 601"/>
                    <a:gd name="T6" fmla="*/ 314 w 601"/>
                    <a:gd name="T7" fmla="*/ 13 h 601"/>
                    <a:gd name="T8" fmla="*/ 301 w 601"/>
                    <a:gd name="T9" fmla="*/ 0 h 601"/>
                    <a:gd name="T10" fmla="*/ 287 w 601"/>
                    <a:gd name="T11" fmla="*/ 13 h 601"/>
                    <a:gd name="T12" fmla="*/ 287 w 601"/>
                    <a:gd name="T13" fmla="*/ 287 h 601"/>
                    <a:gd name="T14" fmla="*/ 13 w 601"/>
                    <a:gd name="T15" fmla="*/ 287 h 601"/>
                    <a:gd name="T16" fmla="*/ 0 w 601"/>
                    <a:gd name="T17" fmla="*/ 301 h 601"/>
                    <a:gd name="T18" fmla="*/ 13 w 601"/>
                    <a:gd name="T19" fmla="*/ 314 h 601"/>
                    <a:gd name="T20" fmla="*/ 287 w 601"/>
                    <a:gd name="T21" fmla="*/ 314 h 601"/>
                    <a:gd name="T22" fmla="*/ 287 w 601"/>
                    <a:gd name="T23" fmla="*/ 588 h 601"/>
                    <a:gd name="T24" fmla="*/ 301 w 601"/>
                    <a:gd name="T25" fmla="*/ 601 h 601"/>
                    <a:gd name="T26" fmla="*/ 314 w 601"/>
                    <a:gd name="T27" fmla="*/ 588 h 601"/>
                    <a:gd name="T28" fmla="*/ 314 w 601"/>
                    <a:gd name="T29" fmla="*/ 314 h 601"/>
                    <a:gd name="T30" fmla="*/ 588 w 601"/>
                    <a:gd name="T31" fmla="*/ 314 h 601"/>
                    <a:gd name="T32" fmla="*/ 601 w 601"/>
                    <a:gd name="T33" fmla="*/ 301 h 601"/>
                    <a:gd name="T34" fmla="*/ 588 w 601"/>
                    <a:gd name="T35" fmla="*/ 287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1" h="601">
                      <a:moveTo>
                        <a:pt x="588" y="287"/>
                      </a:moveTo>
                      <a:lnTo>
                        <a:pt x="588" y="287"/>
                      </a:lnTo>
                      <a:lnTo>
                        <a:pt x="314" y="287"/>
                      </a:lnTo>
                      <a:lnTo>
                        <a:pt x="314" y="13"/>
                      </a:lnTo>
                      <a:cubicBezTo>
                        <a:pt x="314" y="6"/>
                        <a:pt x="308" y="0"/>
                        <a:pt x="301" y="0"/>
                      </a:cubicBezTo>
                      <a:cubicBezTo>
                        <a:pt x="293" y="0"/>
                        <a:pt x="287" y="6"/>
                        <a:pt x="287" y="13"/>
                      </a:cubicBezTo>
                      <a:lnTo>
                        <a:pt x="287" y="287"/>
                      </a:lnTo>
                      <a:lnTo>
                        <a:pt x="13" y="287"/>
                      </a:lnTo>
                      <a:cubicBezTo>
                        <a:pt x="6" y="287"/>
                        <a:pt x="0" y="293"/>
                        <a:pt x="0" y="301"/>
                      </a:cubicBezTo>
                      <a:cubicBezTo>
                        <a:pt x="0" y="308"/>
                        <a:pt x="6" y="314"/>
                        <a:pt x="13" y="314"/>
                      </a:cubicBezTo>
                      <a:lnTo>
                        <a:pt x="287" y="314"/>
                      </a:lnTo>
                      <a:lnTo>
                        <a:pt x="287" y="588"/>
                      </a:lnTo>
                      <a:cubicBezTo>
                        <a:pt x="287" y="595"/>
                        <a:pt x="293" y="601"/>
                        <a:pt x="301" y="601"/>
                      </a:cubicBezTo>
                      <a:cubicBezTo>
                        <a:pt x="308" y="601"/>
                        <a:pt x="314" y="595"/>
                        <a:pt x="314" y="588"/>
                      </a:cubicBezTo>
                      <a:lnTo>
                        <a:pt x="314" y="314"/>
                      </a:lnTo>
                      <a:lnTo>
                        <a:pt x="588" y="314"/>
                      </a:lnTo>
                      <a:cubicBezTo>
                        <a:pt x="595" y="314"/>
                        <a:pt x="601" y="308"/>
                        <a:pt x="601" y="301"/>
                      </a:cubicBezTo>
                      <a:cubicBezTo>
                        <a:pt x="601" y="293"/>
                        <a:pt x="595" y="287"/>
                        <a:pt x="588" y="287"/>
                      </a:cubicBezTo>
                      <a:close/>
                    </a:path>
                  </a:pathLst>
                </a:custGeom>
                <a:grpFill/>
                <a:ln w="0">
                  <a:solidFill>
                    <a:srgbClr val="0078D7"/>
                  </a:solidFill>
                  <a:prstDash val="solid"/>
                  <a:round/>
                  <a:headEnd/>
                  <a:tailEnd/>
                </a:ln>
              </p:spPr>
              <p:txBody>
                <a:bodyPr vert="horz" wrap="square" lIns="93247" tIns="46623" rIns="93247" bIns="46623" numCol="1" anchor="t" anchorCtr="0" compatLnSpc="1">
                  <a:prstTxWarp prst="textNoShape">
                    <a:avLst/>
                  </a:prstTxWarp>
                </a:bodyPr>
                <a:lstStyle/>
                <a:p>
                  <a:pPr marL="0" marR="0" lvl="0" indent="0" algn="l" defTabSz="914225" rtl="0" eaLnBrk="1" fontAlgn="auto" latinLnBrk="0" hangingPunct="1">
                    <a:lnSpc>
                      <a:spcPct val="100000"/>
                    </a:lnSpc>
                    <a:spcBef>
                      <a:spcPts val="0"/>
                    </a:spcBef>
                    <a:spcAft>
                      <a:spcPts val="0"/>
                    </a:spcAft>
                    <a:buClrTx/>
                    <a:buSzTx/>
                    <a:buFontTx/>
                    <a:buNone/>
                    <a:tabLst/>
                    <a:defRPr/>
                  </a:pPr>
                  <a:endParaRPr kumimoji="0" lang="en-US" sz="1836" b="0" i="0" u="none" strike="noStrike" kern="1200" cap="none" spc="0" normalizeH="0" baseline="0" noProof="0">
                    <a:ln>
                      <a:noFill/>
                    </a:ln>
                    <a:solidFill>
                      <a:srgbClr val="FFFFFF">
                        <a:lumMod val="85000"/>
                      </a:srgbClr>
                    </a:solidFill>
                    <a:effectLst/>
                    <a:uLnTx/>
                    <a:uFillTx/>
                    <a:latin typeface="Segoe UI"/>
                    <a:ea typeface="+mn-ea"/>
                    <a:cs typeface="+mn-cs"/>
                  </a:endParaRPr>
                </a:p>
              </p:txBody>
            </p:sp>
          </p:grpSp>
        </p:grpSp>
        <p:cxnSp>
          <p:nvCxnSpPr>
            <p:cNvPr id="156" name="Straight Arrow Connector 155">
              <a:extLst>
                <a:ext uri="{FF2B5EF4-FFF2-40B4-BE49-F238E27FC236}">
                  <a16:creationId xmlns:a16="http://schemas.microsoft.com/office/drawing/2014/main" id="{9CA431C8-8FB6-48A0-B649-4EEAA2D3CD28}"/>
                </a:ext>
              </a:extLst>
            </p:cNvPr>
            <p:cNvCxnSpPr>
              <a:cxnSpLocks/>
            </p:cNvCxnSpPr>
            <p:nvPr/>
          </p:nvCxnSpPr>
          <p:spPr>
            <a:xfrm flipV="1">
              <a:off x="3798563" y="2136959"/>
              <a:ext cx="0" cy="632180"/>
            </a:xfrm>
            <a:prstGeom prst="straightConnector1">
              <a:avLst/>
            </a:prstGeom>
            <a:noFill/>
            <a:ln w="19050" cap="flat" cmpd="sng" algn="ctr">
              <a:solidFill>
                <a:srgbClr val="0078D7"/>
              </a:solidFill>
              <a:prstDash val="solid"/>
              <a:miter lim="800000"/>
              <a:tailEnd type="stealth"/>
            </a:ln>
            <a:effectLst/>
          </p:spPr>
        </p:cxnSp>
      </p:grpSp>
      <p:grpSp>
        <p:nvGrpSpPr>
          <p:cNvPr id="157" name="Group 156">
            <a:extLst>
              <a:ext uri="{FF2B5EF4-FFF2-40B4-BE49-F238E27FC236}">
                <a16:creationId xmlns:a16="http://schemas.microsoft.com/office/drawing/2014/main" id="{F3EADB14-3BF5-4C25-ABFF-296347C3126E}"/>
              </a:ext>
            </a:extLst>
          </p:cNvPr>
          <p:cNvGrpSpPr/>
          <p:nvPr/>
        </p:nvGrpSpPr>
        <p:grpSpPr>
          <a:xfrm>
            <a:off x="6983868" y="820999"/>
            <a:ext cx="2904883" cy="914400"/>
            <a:chOff x="2820853" y="1007183"/>
            <a:chExt cx="2904883" cy="914400"/>
          </a:xfrm>
        </p:grpSpPr>
        <p:pic>
          <p:nvPicPr>
            <p:cNvPr id="158" name="Graphic 157" descr="Robber">
              <a:extLst>
                <a:ext uri="{FF2B5EF4-FFF2-40B4-BE49-F238E27FC236}">
                  <a16:creationId xmlns:a16="http://schemas.microsoft.com/office/drawing/2014/main" id="{972A3578-6E24-4717-B8C3-85088B85AE76}"/>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811336" y="1007183"/>
              <a:ext cx="914400" cy="914400"/>
            </a:xfrm>
            <a:prstGeom prst="rect">
              <a:avLst/>
            </a:prstGeom>
          </p:spPr>
        </p:pic>
        <p:cxnSp>
          <p:nvCxnSpPr>
            <p:cNvPr id="159" name="Straight Arrow Connector 158">
              <a:extLst>
                <a:ext uri="{FF2B5EF4-FFF2-40B4-BE49-F238E27FC236}">
                  <a16:creationId xmlns:a16="http://schemas.microsoft.com/office/drawing/2014/main" id="{6694B0EF-AB21-4744-9162-48AA4E17FA9D}"/>
                </a:ext>
              </a:extLst>
            </p:cNvPr>
            <p:cNvCxnSpPr>
              <a:cxnSpLocks/>
            </p:cNvCxnSpPr>
            <p:nvPr/>
          </p:nvCxnSpPr>
          <p:spPr>
            <a:xfrm>
              <a:off x="2820853" y="1465762"/>
              <a:ext cx="1961225" cy="0"/>
            </a:xfrm>
            <a:prstGeom prst="straightConnector1">
              <a:avLst/>
            </a:prstGeom>
            <a:noFill/>
            <a:ln w="19050" cap="flat" cmpd="sng" algn="ctr">
              <a:solidFill>
                <a:srgbClr val="0078D7"/>
              </a:solidFill>
              <a:prstDash val="solid"/>
              <a:miter lim="800000"/>
              <a:tailEnd type="stealth"/>
            </a:ln>
            <a:effectLst/>
          </p:spPr>
        </p:cxnSp>
      </p:grpSp>
      <p:grpSp>
        <p:nvGrpSpPr>
          <p:cNvPr id="160" name="Group 159">
            <a:extLst>
              <a:ext uri="{FF2B5EF4-FFF2-40B4-BE49-F238E27FC236}">
                <a16:creationId xmlns:a16="http://schemas.microsoft.com/office/drawing/2014/main" id="{593FE2A9-7601-4E39-A755-09729CDF8490}"/>
              </a:ext>
            </a:extLst>
          </p:cNvPr>
          <p:cNvGrpSpPr/>
          <p:nvPr/>
        </p:nvGrpSpPr>
        <p:grpSpPr>
          <a:xfrm>
            <a:off x="7395603" y="5383502"/>
            <a:ext cx="2677423" cy="914400"/>
            <a:chOff x="3232588" y="5569686"/>
            <a:chExt cx="2677423" cy="914400"/>
          </a:xfrm>
        </p:grpSpPr>
        <p:pic>
          <p:nvPicPr>
            <p:cNvPr id="161" name="Graphic 160" descr="Robber">
              <a:extLst>
                <a:ext uri="{FF2B5EF4-FFF2-40B4-BE49-F238E27FC236}">
                  <a16:creationId xmlns:a16="http://schemas.microsoft.com/office/drawing/2014/main" id="{F275F765-5D9F-4677-A165-5B9868E67C2E}"/>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995611" y="5569686"/>
              <a:ext cx="914400" cy="914400"/>
            </a:xfrm>
            <a:prstGeom prst="rect">
              <a:avLst/>
            </a:prstGeom>
          </p:spPr>
        </p:pic>
        <p:cxnSp>
          <p:nvCxnSpPr>
            <p:cNvPr id="162" name="Straight Arrow Connector 161">
              <a:extLst>
                <a:ext uri="{FF2B5EF4-FFF2-40B4-BE49-F238E27FC236}">
                  <a16:creationId xmlns:a16="http://schemas.microsoft.com/office/drawing/2014/main" id="{3DD751F5-4C0D-4174-9943-8A3B37A15DFD}"/>
                </a:ext>
              </a:extLst>
            </p:cNvPr>
            <p:cNvCxnSpPr>
              <a:cxnSpLocks/>
            </p:cNvCxnSpPr>
            <p:nvPr/>
          </p:nvCxnSpPr>
          <p:spPr>
            <a:xfrm>
              <a:off x="3232588" y="6026886"/>
              <a:ext cx="1925268" cy="0"/>
            </a:xfrm>
            <a:prstGeom prst="straightConnector1">
              <a:avLst/>
            </a:prstGeom>
            <a:noFill/>
            <a:ln w="19050" cap="flat" cmpd="sng" algn="ctr">
              <a:solidFill>
                <a:srgbClr val="0078D7"/>
              </a:solidFill>
              <a:prstDash val="solid"/>
              <a:miter lim="800000"/>
              <a:tailEnd type="stealth"/>
            </a:ln>
            <a:effectLst/>
          </p:spPr>
        </p:cxnSp>
      </p:grpSp>
      <p:grpSp>
        <p:nvGrpSpPr>
          <p:cNvPr id="167" name="Group 166">
            <a:extLst>
              <a:ext uri="{FF2B5EF4-FFF2-40B4-BE49-F238E27FC236}">
                <a16:creationId xmlns:a16="http://schemas.microsoft.com/office/drawing/2014/main" id="{C4580638-B9BC-423B-B3BC-5736D101B5AB}"/>
              </a:ext>
            </a:extLst>
          </p:cNvPr>
          <p:cNvGrpSpPr/>
          <p:nvPr/>
        </p:nvGrpSpPr>
        <p:grpSpPr>
          <a:xfrm>
            <a:off x="1521817" y="783694"/>
            <a:ext cx="1212115" cy="914270"/>
            <a:chOff x="310676" y="1570725"/>
            <a:chExt cx="1212115" cy="914270"/>
          </a:xfrm>
        </p:grpSpPr>
        <p:grpSp>
          <p:nvGrpSpPr>
            <p:cNvPr id="168" name="Group 167">
              <a:extLst>
                <a:ext uri="{FF2B5EF4-FFF2-40B4-BE49-F238E27FC236}">
                  <a16:creationId xmlns:a16="http://schemas.microsoft.com/office/drawing/2014/main" id="{AB280E3F-05F9-44D8-B77D-ACF86199A6B2}"/>
                </a:ext>
              </a:extLst>
            </p:cNvPr>
            <p:cNvGrpSpPr/>
            <p:nvPr/>
          </p:nvGrpSpPr>
          <p:grpSpPr>
            <a:xfrm>
              <a:off x="608521" y="1570725"/>
              <a:ext cx="914270" cy="914270"/>
              <a:chOff x="2201883" y="3435484"/>
              <a:chExt cx="914270" cy="914270"/>
            </a:xfrm>
          </p:grpSpPr>
          <p:sp>
            <p:nvSpPr>
              <p:cNvPr id="170" name="Oval 169">
                <a:extLst>
                  <a:ext uri="{FF2B5EF4-FFF2-40B4-BE49-F238E27FC236}">
                    <a16:creationId xmlns:a16="http://schemas.microsoft.com/office/drawing/2014/main" id="{CFE302B5-BB6A-432A-B00A-35DE5AC148DD}"/>
                  </a:ext>
                </a:extLst>
              </p:cNvPr>
              <p:cNvSpPr/>
              <p:nvPr/>
            </p:nvSpPr>
            <p:spPr bwMode="auto">
              <a:xfrm>
                <a:off x="2201883" y="3435484"/>
                <a:ext cx="914270" cy="914270"/>
              </a:xfrm>
              <a:prstGeom prst="ellipse">
                <a:avLst/>
              </a:prstGeom>
              <a:solidFill>
                <a:schemeClr val="tx1">
                  <a:lumMod val="20000"/>
                  <a:lumOff val="80000"/>
                </a:schemeClr>
              </a:solidFill>
              <a:ln w="50800">
                <a:noFill/>
                <a:headEnd type="none"/>
                <a:tailEnd type="none"/>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endParaRPr kumimoji="0" lang="en-US" sz="5399"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Semilight"/>
                  <a:ea typeface="Segoe UI" pitchFamily="34" charset="0"/>
                  <a:cs typeface="Segoe UI" pitchFamily="34" charset="0"/>
                </a:endParaRPr>
              </a:p>
            </p:txBody>
          </p:sp>
          <p:grpSp>
            <p:nvGrpSpPr>
              <p:cNvPr id="171" name="Group 170">
                <a:extLst>
                  <a:ext uri="{FF2B5EF4-FFF2-40B4-BE49-F238E27FC236}">
                    <a16:creationId xmlns:a16="http://schemas.microsoft.com/office/drawing/2014/main" id="{24FFD59B-E334-48AD-A4BE-B4994A107D63}"/>
                  </a:ext>
                </a:extLst>
              </p:cNvPr>
              <p:cNvGrpSpPr>
                <a:grpSpLocks noChangeAspect="1"/>
              </p:cNvGrpSpPr>
              <p:nvPr/>
            </p:nvGrpSpPr>
            <p:grpSpPr>
              <a:xfrm>
                <a:off x="2416736" y="3728050"/>
                <a:ext cx="484563" cy="329137"/>
                <a:chOff x="1108674" y="4213224"/>
                <a:chExt cx="484632" cy="329184"/>
              </a:xfrm>
            </p:grpSpPr>
            <p:sp>
              <p:nvSpPr>
                <p:cNvPr id="172" name="Rectangle 171">
                  <a:extLst>
                    <a:ext uri="{FF2B5EF4-FFF2-40B4-BE49-F238E27FC236}">
                      <a16:creationId xmlns:a16="http://schemas.microsoft.com/office/drawing/2014/main" id="{73FB08E0-3BE6-4F08-BA87-0065B9669DFA}"/>
                    </a:ext>
                  </a:extLst>
                </p:cNvPr>
                <p:cNvSpPr/>
                <p:nvPr/>
              </p:nvSpPr>
              <p:spPr bwMode="auto">
                <a:xfrm>
                  <a:off x="1108674" y="4213224"/>
                  <a:ext cx="484632" cy="329184"/>
                </a:xfrm>
                <a:prstGeom prst="rect">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sp>
              <p:nvSpPr>
                <p:cNvPr id="173" name="Isosceles Triangle 172">
                  <a:extLst>
                    <a:ext uri="{FF2B5EF4-FFF2-40B4-BE49-F238E27FC236}">
                      <a16:creationId xmlns:a16="http://schemas.microsoft.com/office/drawing/2014/main" id="{FEB4F53C-BF81-46AF-AC34-F676735C677D}"/>
                    </a:ext>
                  </a:extLst>
                </p:cNvPr>
                <p:cNvSpPr/>
                <p:nvPr/>
              </p:nvSpPr>
              <p:spPr bwMode="auto">
                <a:xfrm flipV="1">
                  <a:off x="1108674" y="4213224"/>
                  <a:ext cx="484632" cy="164592"/>
                </a:xfrm>
                <a:prstGeom prst="triangle">
                  <a:avLst/>
                </a:prstGeom>
                <a:noFill/>
                <a:ln w="12700">
                  <a:solidFill>
                    <a:schemeClr val="accent2"/>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mn-cs"/>
                  </a:endParaRPr>
                </a:p>
              </p:txBody>
            </p:sp>
          </p:grpSp>
        </p:grpSp>
        <p:pic>
          <p:nvPicPr>
            <p:cNvPr id="169" name="Graphic 168" descr="Bug">
              <a:extLst>
                <a:ext uri="{FF2B5EF4-FFF2-40B4-BE49-F238E27FC236}">
                  <a16:creationId xmlns:a16="http://schemas.microsoft.com/office/drawing/2014/main" id="{8885FED7-1BE5-4C50-9DEF-68097DBFBC57}"/>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rot="19577216">
              <a:off x="310676" y="1704063"/>
              <a:ext cx="757692" cy="757691"/>
            </a:xfrm>
            <a:prstGeom prst="rect">
              <a:avLst/>
            </a:prstGeom>
          </p:spPr>
        </p:pic>
      </p:grpSp>
      <p:pic>
        <p:nvPicPr>
          <p:cNvPr id="19" name="Picture 18">
            <a:extLst>
              <a:ext uri="{FF2B5EF4-FFF2-40B4-BE49-F238E27FC236}">
                <a16:creationId xmlns:a16="http://schemas.microsoft.com/office/drawing/2014/main" id="{41595C7D-F739-43C4-AC91-E95AFD954AE8}"/>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9092303" y="2973043"/>
            <a:ext cx="780290" cy="780290"/>
          </a:xfrm>
          <a:prstGeom prst="rect">
            <a:avLst/>
          </a:prstGeom>
        </p:spPr>
      </p:pic>
      <p:pic>
        <p:nvPicPr>
          <p:cNvPr id="22" name="Graphic 21" descr="Warning">
            <a:extLst>
              <a:ext uri="{FF2B5EF4-FFF2-40B4-BE49-F238E27FC236}">
                <a16:creationId xmlns:a16="http://schemas.microsoft.com/office/drawing/2014/main" id="{E43431FF-9BE2-46C3-918C-33A7D6113D3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rot="2164352">
            <a:off x="9453388" y="2874564"/>
            <a:ext cx="618100" cy="618100"/>
          </a:xfrm>
          <a:prstGeom prst="rect">
            <a:avLst/>
          </a:prstGeom>
        </p:spPr>
      </p:pic>
      <p:sp>
        <p:nvSpPr>
          <p:cNvPr id="120" name="TextBox 119">
            <a:extLst>
              <a:ext uri="{FF2B5EF4-FFF2-40B4-BE49-F238E27FC236}">
                <a16:creationId xmlns:a16="http://schemas.microsoft.com/office/drawing/2014/main" id="{FC5BB8AD-4ADC-4511-ACAA-6A87A69AB8DE}"/>
              </a:ext>
            </a:extLst>
          </p:cNvPr>
          <p:cNvSpPr txBox="1"/>
          <p:nvPr/>
        </p:nvSpPr>
        <p:spPr>
          <a:xfrm rot="19921532">
            <a:off x="1217164" y="5377654"/>
            <a:ext cx="1951580" cy="794064"/>
          </a:xfrm>
          <a:prstGeom prst="rect">
            <a:avLst/>
          </a:prstGeom>
          <a:solidFill>
            <a:schemeClr val="bg1"/>
          </a:solidFill>
          <a:ln w="31750">
            <a:solidFill>
              <a:srgbClr val="FF0000"/>
            </a:solidFill>
          </a:ln>
        </p:spPr>
        <p:txBody>
          <a:bodyPr wrap="square" lIns="182880" tIns="146304" rIns="182880" bIns="146304"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800" b="0" i="0" u="none" strike="noStrike" kern="1200" cap="none" spc="0" normalizeH="0" baseline="0" noProof="0">
                <a:ln>
                  <a:noFill/>
                </a:ln>
                <a:gradFill>
                  <a:gsLst>
                    <a:gs pos="2917">
                      <a:srgbClr val="505050"/>
                    </a:gs>
                    <a:gs pos="30000">
                      <a:srgbClr val="505050"/>
                    </a:gs>
                  </a:gsLst>
                  <a:lin ang="5400000" scaled="0"/>
                </a:gradFill>
                <a:effectLst/>
                <a:uLnTx/>
                <a:uFillTx/>
                <a:latin typeface="Segoe UI"/>
                <a:ea typeface="+mn-ea"/>
                <a:cs typeface="+mn-cs"/>
              </a:rPr>
              <a:t>Defender for</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800" b="0" i="0" u="none" strike="noStrike" kern="1200" cap="none" spc="0" normalizeH="0" baseline="0" noProof="0">
                <a:ln>
                  <a:noFill/>
                </a:ln>
                <a:gradFill>
                  <a:gsLst>
                    <a:gs pos="2917">
                      <a:srgbClr val="505050"/>
                    </a:gs>
                    <a:gs pos="30000">
                      <a:srgbClr val="505050"/>
                    </a:gs>
                  </a:gsLst>
                  <a:lin ang="5400000" scaled="0"/>
                </a:gradFill>
                <a:effectLst/>
                <a:uLnTx/>
                <a:uFillTx/>
                <a:latin typeface="Segoe UI"/>
                <a:ea typeface="+mn-ea"/>
                <a:cs typeface="+mn-cs"/>
              </a:rPr>
              <a:t>Office 365</a:t>
            </a:r>
          </a:p>
        </p:txBody>
      </p:sp>
      <p:sp>
        <p:nvSpPr>
          <p:cNvPr id="121" name="TextBox 120">
            <a:extLst>
              <a:ext uri="{FF2B5EF4-FFF2-40B4-BE49-F238E27FC236}">
                <a16:creationId xmlns:a16="http://schemas.microsoft.com/office/drawing/2014/main" id="{693EA764-081D-4F1E-A611-3BFF9FB49169}"/>
              </a:ext>
            </a:extLst>
          </p:cNvPr>
          <p:cNvSpPr txBox="1"/>
          <p:nvPr/>
        </p:nvSpPr>
        <p:spPr>
          <a:xfrm rot="19921532">
            <a:off x="5176132" y="3271985"/>
            <a:ext cx="2244166" cy="2539157"/>
          </a:xfrm>
          <a:prstGeom prst="rect">
            <a:avLst/>
          </a:prstGeom>
          <a:solidFill>
            <a:schemeClr val="bg1"/>
          </a:solidFill>
          <a:ln w="31750">
            <a:solidFill>
              <a:srgbClr val="FF0000"/>
            </a:solidFill>
          </a:ln>
        </p:spPr>
        <p:txBody>
          <a:bodyPr wrap="square" lIns="182880" tIns="146304" rIns="182880" bIns="146304"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endParaRPr kumimoji="0" lang="en-GB" sz="1800" b="0" i="0" u="none" strike="noStrike" kern="1200" cap="none" spc="0" normalizeH="0" baseline="0" noProof="0">
              <a:ln>
                <a:noFill/>
              </a:ln>
              <a:gradFill>
                <a:gsLst>
                  <a:gs pos="2917">
                    <a:srgbClr val="505050"/>
                  </a:gs>
                  <a:gs pos="30000">
                    <a:srgbClr val="505050"/>
                  </a:gs>
                </a:gsLst>
                <a:lin ang="5400000" scaled="0"/>
              </a:gradFill>
              <a:effectLst/>
              <a:uLnTx/>
              <a:uFillTx/>
              <a:latin typeface="Segoe UI"/>
              <a:ea typeface="+mn-ea"/>
              <a:cs typeface="+mn-cs"/>
            </a:endParaRPr>
          </a:p>
          <a:p>
            <a:pPr marL="0" marR="0" lvl="0" indent="0" algn="ctr" defTabSz="914400" rtl="0" eaLnBrk="1" fontAlgn="auto" latinLnBrk="0" hangingPunct="1">
              <a:lnSpc>
                <a:spcPct val="90000"/>
              </a:lnSpc>
              <a:spcBef>
                <a:spcPts val="0"/>
              </a:spcBef>
              <a:spcAft>
                <a:spcPts val="0"/>
              </a:spcAft>
              <a:buClrTx/>
              <a:buSzTx/>
              <a:buFontTx/>
              <a:buNone/>
              <a:tabLst/>
              <a:defRPr/>
            </a:pPr>
            <a:endParaRPr kumimoji="0" lang="en-GB" sz="1800" b="0" i="0" u="none" strike="noStrike" kern="1200" cap="none" spc="0" normalizeH="0" baseline="0" noProof="0">
              <a:ln>
                <a:noFill/>
              </a:ln>
              <a:gradFill>
                <a:gsLst>
                  <a:gs pos="2917">
                    <a:srgbClr val="505050"/>
                  </a:gs>
                  <a:gs pos="30000">
                    <a:srgbClr val="505050"/>
                  </a:gs>
                </a:gsLst>
                <a:lin ang="5400000" scaled="0"/>
              </a:gradFill>
              <a:effectLst/>
              <a:uLnTx/>
              <a:uFillTx/>
              <a:latin typeface="Segoe UI"/>
              <a:ea typeface="+mn-ea"/>
              <a:cs typeface="+mn-cs"/>
            </a:endParaRPr>
          </a:p>
          <a:p>
            <a:pPr marL="0" marR="0" lvl="0" indent="0" algn="ctr" defTabSz="914400" rtl="0" eaLnBrk="1" fontAlgn="auto" latinLnBrk="0" hangingPunct="1">
              <a:lnSpc>
                <a:spcPct val="90000"/>
              </a:lnSpc>
              <a:spcBef>
                <a:spcPts val="0"/>
              </a:spcBef>
              <a:spcAft>
                <a:spcPts val="0"/>
              </a:spcAft>
              <a:buClrTx/>
              <a:buSzTx/>
              <a:buFontTx/>
              <a:buNone/>
              <a:tabLst/>
              <a:defRPr/>
            </a:pPr>
            <a:r>
              <a:rPr lang="en-GB">
                <a:gradFill>
                  <a:gsLst>
                    <a:gs pos="2917">
                      <a:srgbClr val="505050"/>
                    </a:gs>
                    <a:gs pos="30000">
                      <a:srgbClr val="505050"/>
                    </a:gs>
                  </a:gsLst>
                  <a:lin ang="5400000" scaled="0"/>
                </a:gradFill>
                <a:latin typeface="Segoe UI"/>
              </a:rPr>
              <a:t>Microsoft Entra</a:t>
            </a:r>
            <a:r>
              <a:rPr kumimoji="0" lang="en-GB" sz="1800" b="0" i="0" u="none" strike="noStrike" kern="1200" cap="none" spc="0" normalizeH="0" baseline="0" noProof="0">
                <a:ln>
                  <a:noFill/>
                </a:ln>
                <a:gradFill>
                  <a:gsLst>
                    <a:gs pos="2917">
                      <a:srgbClr val="505050"/>
                    </a:gs>
                    <a:gs pos="30000">
                      <a:srgbClr val="505050"/>
                    </a:gs>
                  </a:gsLst>
                  <a:lin ang="5400000" scaled="0"/>
                </a:gradFill>
                <a:effectLst/>
                <a:uLnTx/>
                <a:uFillTx/>
                <a:latin typeface="Segoe UI"/>
                <a:ea typeface="+mn-ea"/>
                <a:cs typeface="+mn-cs"/>
              </a:rPr>
              <a:t> Identity Protection / MFA / Conditional Access</a:t>
            </a:r>
          </a:p>
          <a:p>
            <a:pPr marL="0" marR="0" lvl="0" indent="0" algn="ctr" defTabSz="914400" rtl="0" eaLnBrk="1" fontAlgn="auto" latinLnBrk="0" hangingPunct="1">
              <a:lnSpc>
                <a:spcPct val="90000"/>
              </a:lnSpc>
              <a:spcBef>
                <a:spcPts val="0"/>
              </a:spcBef>
              <a:spcAft>
                <a:spcPts val="0"/>
              </a:spcAft>
              <a:buClrTx/>
              <a:buSzTx/>
              <a:buFontTx/>
              <a:buNone/>
              <a:tabLst/>
              <a:defRPr/>
            </a:pPr>
            <a:endParaRPr kumimoji="0" lang="en-GB" sz="1800" b="0" i="0" u="none" strike="noStrike" kern="1200" cap="none" spc="0" normalizeH="0" baseline="0" noProof="0">
              <a:ln>
                <a:noFill/>
              </a:ln>
              <a:gradFill>
                <a:gsLst>
                  <a:gs pos="2917">
                    <a:srgbClr val="505050"/>
                  </a:gs>
                  <a:gs pos="30000">
                    <a:srgbClr val="505050"/>
                  </a:gs>
                </a:gsLst>
                <a:lin ang="5400000" scaled="0"/>
              </a:gradFill>
              <a:effectLst/>
              <a:uLnTx/>
              <a:uFillTx/>
              <a:latin typeface="Segoe UI"/>
              <a:ea typeface="+mn-ea"/>
              <a:cs typeface="+mn-cs"/>
            </a:endParaRPr>
          </a:p>
          <a:p>
            <a:pPr marL="0" marR="0" lvl="0" indent="0" algn="ctr" defTabSz="914400" rtl="0" eaLnBrk="1" fontAlgn="auto" latinLnBrk="0" hangingPunct="1">
              <a:lnSpc>
                <a:spcPct val="90000"/>
              </a:lnSpc>
              <a:spcBef>
                <a:spcPts val="0"/>
              </a:spcBef>
              <a:spcAft>
                <a:spcPts val="0"/>
              </a:spcAft>
              <a:buClrTx/>
              <a:buSzTx/>
              <a:buFontTx/>
              <a:buNone/>
              <a:tabLst/>
              <a:defRPr/>
            </a:pPr>
            <a:endParaRPr kumimoji="0" lang="en-GB" sz="1800" b="0" i="0" u="none" strike="noStrike" kern="1200" cap="none" spc="0" normalizeH="0" baseline="0" noProof="0">
              <a:ln>
                <a:noFill/>
              </a:ln>
              <a:gradFill>
                <a:gsLst>
                  <a:gs pos="2917">
                    <a:srgbClr val="505050"/>
                  </a:gs>
                  <a:gs pos="30000">
                    <a:srgbClr val="505050"/>
                  </a:gs>
                </a:gsLst>
                <a:lin ang="5400000" scaled="0"/>
              </a:gradFill>
              <a:effectLst/>
              <a:uLnTx/>
              <a:uFillTx/>
              <a:latin typeface="Segoe UI"/>
              <a:ea typeface="+mn-ea"/>
              <a:cs typeface="+mn-cs"/>
            </a:endParaRPr>
          </a:p>
        </p:txBody>
      </p:sp>
      <p:sp>
        <p:nvSpPr>
          <p:cNvPr id="122" name="TextBox 121">
            <a:extLst>
              <a:ext uri="{FF2B5EF4-FFF2-40B4-BE49-F238E27FC236}">
                <a16:creationId xmlns:a16="http://schemas.microsoft.com/office/drawing/2014/main" id="{AB32B911-88F1-4CF5-B3AA-B40D4552ADEC}"/>
              </a:ext>
            </a:extLst>
          </p:cNvPr>
          <p:cNvSpPr txBox="1"/>
          <p:nvPr/>
        </p:nvSpPr>
        <p:spPr>
          <a:xfrm rot="19921532">
            <a:off x="1195231" y="3662875"/>
            <a:ext cx="1951580" cy="794064"/>
          </a:xfrm>
          <a:prstGeom prst="rect">
            <a:avLst/>
          </a:prstGeom>
          <a:solidFill>
            <a:schemeClr val="bg1"/>
          </a:solidFill>
          <a:ln w="31750">
            <a:solidFill>
              <a:srgbClr val="FF0000"/>
            </a:solidFill>
          </a:ln>
        </p:spPr>
        <p:txBody>
          <a:bodyPr wrap="square" lIns="182880" tIns="146304" rIns="182880" bIns="146304"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800" b="0" i="0" u="none" strike="noStrike" kern="1200" cap="none" spc="0" normalizeH="0" baseline="0" noProof="0">
                <a:ln>
                  <a:noFill/>
                </a:ln>
                <a:gradFill>
                  <a:gsLst>
                    <a:gs pos="2917">
                      <a:srgbClr val="505050"/>
                    </a:gs>
                    <a:gs pos="30000">
                      <a:srgbClr val="505050"/>
                    </a:gs>
                  </a:gsLst>
                  <a:lin ang="5400000" scaled="0"/>
                </a:gradFill>
                <a:effectLst/>
                <a:uLnTx/>
                <a:uFillTx/>
                <a:latin typeface="Segoe UI"/>
                <a:ea typeface="+mn-ea"/>
                <a:cs typeface="+mn-cs"/>
              </a:rPr>
              <a:t>Defender for</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800" b="0" i="0" u="none" strike="noStrike" kern="1200" cap="none" spc="0" normalizeH="0" baseline="0" noProof="0">
                <a:ln>
                  <a:noFill/>
                </a:ln>
                <a:gradFill>
                  <a:gsLst>
                    <a:gs pos="2917">
                      <a:srgbClr val="505050"/>
                    </a:gs>
                    <a:gs pos="30000">
                      <a:srgbClr val="505050"/>
                    </a:gs>
                  </a:gsLst>
                  <a:lin ang="5400000" scaled="0"/>
                </a:gradFill>
                <a:effectLst/>
                <a:uLnTx/>
                <a:uFillTx/>
                <a:latin typeface="Segoe UI"/>
                <a:ea typeface="+mn-ea"/>
                <a:cs typeface="+mn-cs"/>
              </a:rPr>
              <a:t>Office 365</a:t>
            </a:r>
          </a:p>
        </p:txBody>
      </p:sp>
      <p:sp>
        <p:nvSpPr>
          <p:cNvPr id="124" name="TextBox 123">
            <a:extLst>
              <a:ext uri="{FF2B5EF4-FFF2-40B4-BE49-F238E27FC236}">
                <a16:creationId xmlns:a16="http://schemas.microsoft.com/office/drawing/2014/main" id="{12A83897-8DEB-4128-8012-69788A1F5279}"/>
              </a:ext>
            </a:extLst>
          </p:cNvPr>
          <p:cNvSpPr txBox="1"/>
          <p:nvPr/>
        </p:nvSpPr>
        <p:spPr>
          <a:xfrm rot="19921532">
            <a:off x="8466290" y="833250"/>
            <a:ext cx="2218462" cy="1043363"/>
          </a:xfrm>
          <a:prstGeom prst="rect">
            <a:avLst/>
          </a:prstGeom>
          <a:solidFill>
            <a:schemeClr val="bg1"/>
          </a:solidFill>
          <a:ln w="31750">
            <a:solidFill>
              <a:srgbClr val="FF0000"/>
            </a:solidFill>
          </a:ln>
        </p:spPr>
        <p:txBody>
          <a:bodyPr wrap="square" lIns="182880" tIns="146304" rIns="182880" bIns="146304"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800" b="0" i="0" u="none" strike="noStrike" kern="1200" cap="none" spc="0" normalizeH="0" baseline="0" noProof="0">
                <a:ln>
                  <a:noFill/>
                </a:ln>
                <a:gradFill>
                  <a:gsLst>
                    <a:gs pos="2917">
                      <a:srgbClr val="505050"/>
                    </a:gs>
                    <a:gs pos="30000">
                      <a:srgbClr val="505050"/>
                    </a:gs>
                  </a:gsLst>
                  <a:lin ang="5400000" scaled="0"/>
                </a:gradFill>
                <a:effectLst/>
                <a:uLnTx/>
                <a:uFillTx/>
                <a:latin typeface="Segoe UI"/>
                <a:ea typeface="+mn-ea"/>
                <a:cs typeface="+mn-cs"/>
              </a:rPr>
              <a:t>Microsoft Purview Information Protection</a:t>
            </a:r>
          </a:p>
        </p:txBody>
      </p:sp>
      <p:sp>
        <p:nvSpPr>
          <p:cNvPr id="125" name="TextBox 124">
            <a:extLst>
              <a:ext uri="{FF2B5EF4-FFF2-40B4-BE49-F238E27FC236}">
                <a16:creationId xmlns:a16="http://schemas.microsoft.com/office/drawing/2014/main" id="{22276993-2D07-4F13-AB30-0C19E3A75AC3}"/>
              </a:ext>
            </a:extLst>
          </p:cNvPr>
          <p:cNvSpPr txBox="1"/>
          <p:nvPr/>
        </p:nvSpPr>
        <p:spPr>
          <a:xfrm rot="19921532">
            <a:off x="8466290" y="5303130"/>
            <a:ext cx="2218462" cy="1043363"/>
          </a:xfrm>
          <a:prstGeom prst="rect">
            <a:avLst/>
          </a:prstGeom>
          <a:solidFill>
            <a:schemeClr val="bg1"/>
          </a:solidFill>
          <a:ln w="31750">
            <a:solidFill>
              <a:srgbClr val="FF0000"/>
            </a:solidFill>
          </a:ln>
        </p:spPr>
        <p:txBody>
          <a:bodyPr wrap="square" lIns="182880" tIns="146304" rIns="182880" bIns="146304"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GB">
                <a:gradFill>
                  <a:gsLst>
                    <a:gs pos="2917">
                      <a:srgbClr val="505050"/>
                    </a:gs>
                    <a:gs pos="30000">
                      <a:srgbClr val="505050"/>
                    </a:gs>
                  </a:gsLst>
                  <a:lin ang="5400000" scaled="0"/>
                </a:gradFill>
                <a:latin typeface="Segoe UI"/>
              </a:rPr>
              <a:t>Microsoft Entra</a:t>
            </a:r>
            <a:r>
              <a:rPr kumimoji="0" lang="en-GB" sz="1800" b="0" i="0" u="none" strike="noStrike" kern="1200" cap="none" spc="0" normalizeH="0" baseline="0" noProof="0">
                <a:ln>
                  <a:noFill/>
                </a:ln>
                <a:gradFill>
                  <a:gsLst>
                    <a:gs pos="2917">
                      <a:srgbClr val="505050"/>
                    </a:gs>
                    <a:gs pos="30000">
                      <a:srgbClr val="505050"/>
                    </a:gs>
                  </a:gsLst>
                  <a:lin ang="5400000" scaled="0"/>
                </a:gradFill>
                <a:effectLst/>
                <a:uLnTx/>
                <a:uFillTx/>
                <a:latin typeface="Segoe UI"/>
                <a:ea typeface="+mn-ea"/>
                <a:cs typeface="+mn-cs"/>
              </a:rPr>
              <a:t> Identity Protection</a:t>
            </a:r>
          </a:p>
        </p:txBody>
      </p:sp>
      <p:sp>
        <p:nvSpPr>
          <p:cNvPr id="126" name="TextBox 125">
            <a:extLst>
              <a:ext uri="{FF2B5EF4-FFF2-40B4-BE49-F238E27FC236}">
                <a16:creationId xmlns:a16="http://schemas.microsoft.com/office/drawing/2014/main" id="{25572365-D0E5-4407-B2E6-ED26F0166D94}"/>
              </a:ext>
            </a:extLst>
          </p:cNvPr>
          <p:cNvSpPr txBox="1"/>
          <p:nvPr/>
        </p:nvSpPr>
        <p:spPr>
          <a:xfrm rot="19921532">
            <a:off x="8435438" y="2692218"/>
            <a:ext cx="2746557" cy="1043363"/>
          </a:xfrm>
          <a:prstGeom prst="rect">
            <a:avLst/>
          </a:prstGeom>
          <a:solidFill>
            <a:schemeClr val="bg1"/>
          </a:solidFill>
          <a:ln w="31750">
            <a:solidFill>
              <a:srgbClr val="FF0000"/>
            </a:solidFill>
          </a:ln>
        </p:spPr>
        <p:txBody>
          <a:bodyPr wrap="square" lIns="182880" tIns="146304" rIns="182880" bIns="146304"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800" b="0" i="0" u="none" strike="noStrike" kern="1200" cap="none" spc="0" normalizeH="0" baseline="0" noProof="0">
                <a:ln>
                  <a:noFill/>
                </a:ln>
                <a:gradFill>
                  <a:gsLst>
                    <a:gs pos="2917">
                      <a:srgbClr val="505050"/>
                    </a:gs>
                    <a:gs pos="30000">
                      <a:srgbClr val="505050"/>
                    </a:gs>
                  </a:gsLst>
                  <a:lin ang="5400000" scaled="0"/>
                </a:gradFill>
                <a:effectLst/>
                <a:uLnTx/>
                <a:uFillTx/>
                <a:latin typeface="Segoe UI"/>
                <a:ea typeface="+mn-ea"/>
                <a:cs typeface="+mn-cs"/>
              </a:rPr>
              <a:t>Defender for Identity / Defender for Endpoints P2</a:t>
            </a:r>
          </a:p>
        </p:txBody>
      </p:sp>
      <p:sp>
        <p:nvSpPr>
          <p:cNvPr id="128" name="TextBox 127">
            <a:extLst>
              <a:ext uri="{FF2B5EF4-FFF2-40B4-BE49-F238E27FC236}">
                <a16:creationId xmlns:a16="http://schemas.microsoft.com/office/drawing/2014/main" id="{10048137-CC98-4119-BAE8-3574D266E429}"/>
              </a:ext>
            </a:extLst>
          </p:cNvPr>
          <p:cNvSpPr txBox="1"/>
          <p:nvPr/>
        </p:nvSpPr>
        <p:spPr>
          <a:xfrm rot="19921532">
            <a:off x="5310384" y="881167"/>
            <a:ext cx="1951580" cy="794064"/>
          </a:xfrm>
          <a:prstGeom prst="rect">
            <a:avLst/>
          </a:prstGeom>
          <a:solidFill>
            <a:schemeClr val="bg1"/>
          </a:solidFill>
          <a:ln w="31750">
            <a:solidFill>
              <a:srgbClr val="FF0000"/>
            </a:solidFill>
          </a:ln>
        </p:spPr>
        <p:txBody>
          <a:bodyPr wrap="square" lIns="182880" tIns="146304" rIns="182880" bIns="146304"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800" b="0" i="0" u="none" strike="noStrike" kern="1200" cap="none" spc="0" normalizeH="0" baseline="0" noProof="0">
                <a:ln>
                  <a:noFill/>
                </a:ln>
                <a:gradFill>
                  <a:gsLst>
                    <a:gs pos="2917">
                      <a:srgbClr val="505050"/>
                    </a:gs>
                    <a:gs pos="30000">
                      <a:srgbClr val="505050"/>
                    </a:gs>
                  </a:gsLst>
                  <a:lin ang="5400000" scaled="0"/>
                </a:gradFill>
                <a:effectLst/>
                <a:uLnTx/>
                <a:uFillTx/>
                <a:latin typeface="Segoe UI"/>
                <a:ea typeface="+mn-ea"/>
                <a:cs typeface="+mn-cs"/>
              </a:rPr>
              <a:t>Defender for</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800" b="0" i="0" u="none" strike="noStrike" kern="1200" cap="none" spc="0" normalizeH="0" baseline="0" noProof="0">
                <a:ln>
                  <a:noFill/>
                </a:ln>
                <a:gradFill>
                  <a:gsLst>
                    <a:gs pos="2917">
                      <a:srgbClr val="505050"/>
                    </a:gs>
                    <a:gs pos="30000">
                      <a:srgbClr val="505050"/>
                    </a:gs>
                  </a:gsLst>
                  <a:lin ang="5400000" scaled="0"/>
                </a:gradFill>
                <a:effectLst/>
                <a:uLnTx/>
                <a:uFillTx/>
                <a:latin typeface="Segoe UI"/>
                <a:ea typeface="+mn-ea"/>
                <a:cs typeface="+mn-cs"/>
              </a:rPr>
              <a:t>Office 365</a:t>
            </a:r>
          </a:p>
        </p:txBody>
      </p:sp>
      <p:pic>
        <p:nvPicPr>
          <p:cNvPr id="16" name="Picture 15">
            <a:hlinkClick r:id="rId12" action="ppaction://hlinksldjump"/>
            <a:extLst>
              <a:ext uri="{FF2B5EF4-FFF2-40B4-BE49-F238E27FC236}">
                <a16:creationId xmlns:a16="http://schemas.microsoft.com/office/drawing/2014/main" id="{F53943C3-7519-5592-0F5E-DC067A6669E2}"/>
              </a:ext>
            </a:extLst>
          </p:cNvPr>
          <p:cNvPicPr>
            <a:picLocks noChangeAspect="1"/>
          </p:cNvPicPr>
          <p:nvPr/>
        </p:nvPicPr>
        <p:blipFill>
          <a:blip r:embed="rId13"/>
          <a:stretch>
            <a:fillRect/>
          </a:stretch>
        </p:blipFill>
        <p:spPr>
          <a:xfrm>
            <a:off x="0" y="0"/>
            <a:ext cx="211626" cy="6858000"/>
          </a:xfrm>
          <a:prstGeom prst="rect">
            <a:avLst/>
          </a:prstGeom>
        </p:spPr>
      </p:pic>
    </p:spTree>
    <p:extLst>
      <p:ext uri="{BB962C8B-B14F-4D97-AF65-F5344CB8AC3E}">
        <p14:creationId xmlns:p14="http://schemas.microsoft.com/office/powerpoint/2010/main" val="33247762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8"/>
                                        </p:tgtEl>
                                        <p:attrNameLst>
                                          <p:attrName>style.visibility</p:attrName>
                                        </p:attrNameLst>
                                      </p:cBhvr>
                                      <p:to>
                                        <p:strVal val="visible"/>
                                      </p:to>
                                    </p:set>
                                    <p:animEffect transition="in" filter="fade">
                                      <p:cBhvr>
                                        <p:cTn id="7" dur="500"/>
                                        <p:tgtEl>
                                          <p:spTgt spid="118"/>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41"/>
                                        </p:tgtEl>
                                        <p:attrNameLst>
                                          <p:attrName>style.visibility</p:attrName>
                                        </p:attrNameLst>
                                      </p:cBhvr>
                                      <p:to>
                                        <p:strVal val="visible"/>
                                      </p:to>
                                    </p:set>
                                    <p:animEffect transition="in" filter="fade">
                                      <p:cBhvr>
                                        <p:cTn id="11" dur="500"/>
                                        <p:tgtEl>
                                          <p:spTgt spid="41"/>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74"/>
                                        </p:tgtEl>
                                        <p:attrNameLst>
                                          <p:attrName>style.visibility</p:attrName>
                                        </p:attrNameLst>
                                      </p:cBhvr>
                                      <p:to>
                                        <p:strVal val="visible"/>
                                      </p:to>
                                    </p:set>
                                    <p:animEffect transition="in" filter="fade">
                                      <p:cBhvr>
                                        <p:cTn id="19" dur="500"/>
                                        <p:tgtEl>
                                          <p:spTgt spid="74"/>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nodeType="click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fade">
                                      <p:cBhvr>
                                        <p:cTn id="24" dur="500"/>
                                        <p:tgtEl>
                                          <p:spTgt spid="15"/>
                                        </p:tgtEl>
                                      </p:cBhvr>
                                    </p:animEffect>
                                  </p:childTnLst>
                                </p:cTn>
                              </p:par>
                              <p:par>
                                <p:cTn id="25" presetID="10" presetClass="entr" presetSubtype="0" fill="hold" nodeType="withEffect">
                                  <p:stCondLst>
                                    <p:cond delay="0"/>
                                  </p:stCondLst>
                                  <p:childTnLst>
                                    <p:set>
                                      <p:cBhvr>
                                        <p:cTn id="26" dur="1" fill="hold">
                                          <p:stCondLst>
                                            <p:cond delay="0"/>
                                          </p:stCondLst>
                                        </p:cTn>
                                        <p:tgtEl>
                                          <p:spTgt spid="75"/>
                                        </p:tgtEl>
                                        <p:attrNameLst>
                                          <p:attrName>style.visibility</p:attrName>
                                        </p:attrNameLst>
                                      </p:cBhvr>
                                      <p:to>
                                        <p:strVal val="visible"/>
                                      </p:to>
                                    </p:set>
                                    <p:animEffect transition="in" filter="fade">
                                      <p:cBhvr>
                                        <p:cTn id="27" dur="500"/>
                                        <p:tgtEl>
                                          <p:spTgt spid="7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73"/>
                                        </p:tgtEl>
                                        <p:attrNameLst>
                                          <p:attrName>style.visibility</p:attrName>
                                        </p:attrNameLst>
                                      </p:cBhvr>
                                      <p:to>
                                        <p:strVal val="visible"/>
                                      </p:to>
                                    </p:set>
                                    <p:animEffect transition="in" filter="fade">
                                      <p:cBhvr>
                                        <p:cTn id="32" dur="500"/>
                                        <p:tgtEl>
                                          <p:spTgt spid="73"/>
                                        </p:tgtEl>
                                      </p:cBhvr>
                                    </p:animEffect>
                                  </p:childTnLst>
                                </p:cTn>
                              </p:par>
                              <p:par>
                                <p:cTn id="33" presetID="10" presetClass="entr" presetSubtype="0" fill="hold" nodeType="withEffect">
                                  <p:stCondLst>
                                    <p:cond delay="0"/>
                                  </p:stCondLst>
                                  <p:childTnLst>
                                    <p:set>
                                      <p:cBhvr>
                                        <p:cTn id="34" dur="1" fill="hold">
                                          <p:stCondLst>
                                            <p:cond delay="0"/>
                                          </p:stCondLst>
                                        </p:cTn>
                                        <p:tgtEl>
                                          <p:spTgt spid="119"/>
                                        </p:tgtEl>
                                        <p:attrNameLst>
                                          <p:attrName>style.visibility</p:attrName>
                                        </p:attrNameLst>
                                      </p:cBhvr>
                                      <p:to>
                                        <p:strVal val="visible"/>
                                      </p:to>
                                    </p:set>
                                    <p:animEffect transition="in" filter="fade">
                                      <p:cBhvr>
                                        <p:cTn id="35" dur="500"/>
                                        <p:tgtEl>
                                          <p:spTgt spid="119"/>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48"/>
                                        </p:tgtEl>
                                        <p:attrNameLst>
                                          <p:attrName>style.visibility</p:attrName>
                                        </p:attrNameLst>
                                      </p:cBhvr>
                                      <p:to>
                                        <p:strVal val="visible"/>
                                      </p:to>
                                    </p:set>
                                    <p:animEffect transition="in" filter="fade">
                                      <p:cBhvr>
                                        <p:cTn id="40" dur="500"/>
                                        <p:tgtEl>
                                          <p:spTgt spid="148"/>
                                        </p:tgtEl>
                                      </p:cBhvr>
                                    </p:animEffect>
                                  </p:childTnLst>
                                </p:cTn>
                              </p:par>
                            </p:childTnLst>
                          </p:cTn>
                        </p:par>
                        <p:par>
                          <p:cTn id="41" fill="hold">
                            <p:stCondLst>
                              <p:cond delay="500"/>
                            </p:stCondLst>
                            <p:childTnLst>
                              <p:par>
                                <p:cTn id="42" presetID="10" presetClass="entr" presetSubtype="0" fill="hold" grpId="0" nodeType="afterEffect">
                                  <p:stCondLst>
                                    <p:cond delay="0"/>
                                  </p:stCondLst>
                                  <p:childTnLst>
                                    <p:set>
                                      <p:cBhvr>
                                        <p:cTn id="43" dur="1" fill="hold">
                                          <p:stCondLst>
                                            <p:cond delay="0"/>
                                          </p:stCondLst>
                                        </p:cTn>
                                        <p:tgtEl>
                                          <p:spTgt spid="149"/>
                                        </p:tgtEl>
                                        <p:attrNameLst>
                                          <p:attrName>style.visibility</p:attrName>
                                        </p:attrNameLst>
                                      </p:cBhvr>
                                      <p:to>
                                        <p:strVal val="visible"/>
                                      </p:to>
                                    </p:set>
                                    <p:animEffect transition="in" filter="fade">
                                      <p:cBhvr>
                                        <p:cTn id="44" dur="500"/>
                                        <p:tgtEl>
                                          <p:spTgt spid="149"/>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nodeType="click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500"/>
                                        <p:tgtEl>
                                          <p:spTgt spid="20"/>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nodeType="clickEffect">
                                  <p:stCondLst>
                                    <p:cond delay="0"/>
                                  </p:stCondLst>
                                  <p:childTnLst>
                                    <p:set>
                                      <p:cBhvr>
                                        <p:cTn id="53" dur="1" fill="hold">
                                          <p:stCondLst>
                                            <p:cond delay="0"/>
                                          </p:stCondLst>
                                        </p:cTn>
                                        <p:tgtEl>
                                          <p:spTgt spid="157"/>
                                        </p:tgtEl>
                                        <p:attrNameLst>
                                          <p:attrName>style.visibility</p:attrName>
                                        </p:attrNameLst>
                                      </p:cBhvr>
                                      <p:to>
                                        <p:strVal val="visible"/>
                                      </p:to>
                                    </p:set>
                                    <p:animEffect transition="in" filter="fade">
                                      <p:cBhvr>
                                        <p:cTn id="54" dur="500"/>
                                        <p:tgtEl>
                                          <p:spTgt spid="157"/>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nodeType="clickEffect">
                                  <p:stCondLst>
                                    <p:cond delay="0"/>
                                  </p:stCondLst>
                                  <p:childTnLst>
                                    <p:set>
                                      <p:cBhvr>
                                        <p:cTn id="58" dur="1" fill="hold">
                                          <p:stCondLst>
                                            <p:cond delay="0"/>
                                          </p:stCondLst>
                                        </p:cTn>
                                        <p:tgtEl>
                                          <p:spTgt spid="160"/>
                                        </p:tgtEl>
                                        <p:attrNameLst>
                                          <p:attrName>style.visibility</p:attrName>
                                        </p:attrNameLst>
                                      </p:cBhvr>
                                      <p:to>
                                        <p:strVal val="visible"/>
                                      </p:to>
                                    </p:set>
                                    <p:animEffect transition="in" filter="fade">
                                      <p:cBhvr>
                                        <p:cTn id="59" dur="500"/>
                                        <p:tgtEl>
                                          <p:spTgt spid="160"/>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nodeType="clickEffect">
                                  <p:stCondLst>
                                    <p:cond delay="0"/>
                                  </p:stCondLst>
                                  <p:childTnLst>
                                    <p:set>
                                      <p:cBhvr>
                                        <p:cTn id="63" dur="1" fill="hold">
                                          <p:stCondLst>
                                            <p:cond delay="0"/>
                                          </p:stCondLst>
                                        </p:cTn>
                                        <p:tgtEl>
                                          <p:spTgt spid="19"/>
                                        </p:tgtEl>
                                        <p:attrNameLst>
                                          <p:attrName>style.visibility</p:attrName>
                                        </p:attrNameLst>
                                      </p:cBhvr>
                                      <p:to>
                                        <p:strVal val="visible"/>
                                      </p:to>
                                    </p:set>
                                    <p:animEffect transition="in" filter="fade">
                                      <p:cBhvr>
                                        <p:cTn id="64" dur="500"/>
                                        <p:tgtEl>
                                          <p:spTgt spid="19"/>
                                        </p:tgtEl>
                                      </p:cBhvr>
                                    </p:animEffect>
                                  </p:childTnLst>
                                </p:cTn>
                              </p:par>
                            </p:childTnLst>
                          </p:cTn>
                        </p:par>
                        <p:par>
                          <p:cTn id="65" fill="hold">
                            <p:stCondLst>
                              <p:cond delay="500"/>
                            </p:stCondLst>
                            <p:childTnLst>
                              <p:par>
                                <p:cTn id="66" presetID="10" presetClass="entr" presetSubtype="0" fill="hold" nodeType="afterEffect">
                                  <p:stCondLst>
                                    <p:cond delay="0"/>
                                  </p:stCondLst>
                                  <p:childTnLst>
                                    <p:set>
                                      <p:cBhvr>
                                        <p:cTn id="67" dur="1" fill="hold">
                                          <p:stCondLst>
                                            <p:cond delay="0"/>
                                          </p:stCondLst>
                                        </p:cTn>
                                        <p:tgtEl>
                                          <p:spTgt spid="22"/>
                                        </p:tgtEl>
                                        <p:attrNameLst>
                                          <p:attrName>style.visibility</p:attrName>
                                        </p:attrNameLst>
                                      </p:cBhvr>
                                      <p:to>
                                        <p:strVal val="visible"/>
                                      </p:to>
                                    </p:set>
                                    <p:animEffect transition="in" filter="fade">
                                      <p:cBhvr>
                                        <p:cTn id="68" dur="500"/>
                                        <p:tgtEl>
                                          <p:spTgt spid="22"/>
                                        </p:tgtEl>
                                      </p:cBhvr>
                                    </p:animEffect>
                                  </p:childTnLst>
                                </p:cTn>
                              </p:par>
                            </p:childTnLst>
                          </p:cTn>
                        </p:par>
                      </p:childTnLst>
                    </p:cTn>
                  </p:par>
                  <p:par>
                    <p:cTn id="69" fill="hold">
                      <p:stCondLst>
                        <p:cond delay="indefinite"/>
                      </p:stCondLst>
                      <p:childTnLst>
                        <p:par>
                          <p:cTn id="70" fill="hold">
                            <p:stCondLst>
                              <p:cond delay="0"/>
                            </p:stCondLst>
                            <p:childTnLst>
                              <p:par>
                                <p:cTn id="71" presetID="31" presetClass="entr" presetSubtype="0" fill="hold" grpId="0" nodeType="clickEffect">
                                  <p:stCondLst>
                                    <p:cond delay="0"/>
                                  </p:stCondLst>
                                  <p:childTnLst>
                                    <p:set>
                                      <p:cBhvr>
                                        <p:cTn id="72" dur="1" fill="hold">
                                          <p:stCondLst>
                                            <p:cond delay="0"/>
                                          </p:stCondLst>
                                        </p:cTn>
                                        <p:tgtEl>
                                          <p:spTgt spid="122"/>
                                        </p:tgtEl>
                                        <p:attrNameLst>
                                          <p:attrName>style.visibility</p:attrName>
                                        </p:attrNameLst>
                                      </p:cBhvr>
                                      <p:to>
                                        <p:strVal val="visible"/>
                                      </p:to>
                                    </p:set>
                                    <p:anim calcmode="lin" valueType="num">
                                      <p:cBhvr>
                                        <p:cTn id="73" dur="1000" fill="hold"/>
                                        <p:tgtEl>
                                          <p:spTgt spid="122"/>
                                        </p:tgtEl>
                                        <p:attrNameLst>
                                          <p:attrName>ppt_w</p:attrName>
                                        </p:attrNameLst>
                                      </p:cBhvr>
                                      <p:tavLst>
                                        <p:tav tm="0">
                                          <p:val>
                                            <p:fltVal val="0"/>
                                          </p:val>
                                        </p:tav>
                                        <p:tav tm="100000">
                                          <p:val>
                                            <p:strVal val="#ppt_w"/>
                                          </p:val>
                                        </p:tav>
                                      </p:tavLst>
                                    </p:anim>
                                    <p:anim calcmode="lin" valueType="num">
                                      <p:cBhvr>
                                        <p:cTn id="74" dur="1000" fill="hold"/>
                                        <p:tgtEl>
                                          <p:spTgt spid="122"/>
                                        </p:tgtEl>
                                        <p:attrNameLst>
                                          <p:attrName>ppt_h</p:attrName>
                                        </p:attrNameLst>
                                      </p:cBhvr>
                                      <p:tavLst>
                                        <p:tav tm="0">
                                          <p:val>
                                            <p:fltVal val="0"/>
                                          </p:val>
                                        </p:tav>
                                        <p:tav tm="100000">
                                          <p:val>
                                            <p:strVal val="#ppt_h"/>
                                          </p:val>
                                        </p:tav>
                                      </p:tavLst>
                                    </p:anim>
                                    <p:anim calcmode="lin" valueType="num">
                                      <p:cBhvr>
                                        <p:cTn id="75" dur="1000" fill="hold"/>
                                        <p:tgtEl>
                                          <p:spTgt spid="122"/>
                                        </p:tgtEl>
                                        <p:attrNameLst>
                                          <p:attrName>style.rotation</p:attrName>
                                        </p:attrNameLst>
                                      </p:cBhvr>
                                      <p:tavLst>
                                        <p:tav tm="0">
                                          <p:val>
                                            <p:fltVal val="90"/>
                                          </p:val>
                                        </p:tav>
                                        <p:tav tm="100000">
                                          <p:val>
                                            <p:fltVal val="0"/>
                                          </p:val>
                                        </p:tav>
                                      </p:tavLst>
                                    </p:anim>
                                    <p:animEffect transition="in" filter="fade">
                                      <p:cBhvr>
                                        <p:cTn id="76" dur="1000"/>
                                        <p:tgtEl>
                                          <p:spTgt spid="122"/>
                                        </p:tgtEl>
                                      </p:cBhvr>
                                    </p:animEffect>
                                  </p:childTnLst>
                                </p:cTn>
                              </p:par>
                            </p:childTnLst>
                          </p:cTn>
                        </p:par>
                        <p:par>
                          <p:cTn id="77" fill="hold">
                            <p:stCondLst>
                              <p:cond delay="1000"/>
                            </p:stCondLst>
                            <p:childTnLst>
                              <p:par>
                                <p:cTn id="78" presetID="31" presetClass="entr" presetSubtype="0" fill="hold" grpId="0" nodeType="afterEffect">
                                  <p:stCondLst>
                                    <p:cond delay="0"/>
                                  </p:stCondLst>
                                  <p:childTnLst>
                                    <p:set>
                                      <p:cBhvr>
                                        <p:cTn id="79" dur="1" fill="hold">
                                          <p:stCondLst>
                                            <p:cond delay="0"/>
                                          </p:stCondLst>
                                        </p:cTn>
                                        <p:tgtEl>
                                          <p:spTgt spid="120"/>
                                        </p:tgtEl>
                                        <p:attrNameLst>
                                          <p:attrName>style.visibility</p:attrName>
                                        </p:attrNameLst>
                                      </p:cBhvr>
                                      <p:to>
                                        <p:strVal val="visible"/>
                                      </p:to>
                                    </p:set>
                                    <p:anim calcmode="lin" valueType="num">
                                      <p:cBhvr>
                                        <p:cTn id="80" dur="1000" fill="hold"/>
                                        <p:tgtEl>
                                          <p:spTgt spid="120"/>
                                        </p:tgtEl>
                                        <p:attrNameLst>
                                          <p:attrName>ppt_w</p:attrName>
                                        </p:attrNameLst>
                                      </p:cBhvr>
                                      <p:tavLst>
                                        <p:tav tm="0">
                                          <p:val>
                                            <p:fltVal val="0"/>
                                          </p:val>
                                        </p:tav>
                                        <p:tav tm="100000">
                                          <p:val>
                                            <p:strVal val="#ppt_w"/>
                                          </p:val>
                                        </p:tav>
                                      </p:tavLst>
                                    </p:anim>
                                    <p:anim calcmode="lin" valueType="num">
                                      <p:cBhvr>
                                        <p:cTn id="81" dur="1000" fill="hold"/>
                                        <p:tgtEl>
                                          <p:spTgt spid="120"/>
                                        </p:tgtEl>
                                        <p:attrNameLst>
                                          <p:attrName>ppt_h</p:attrName>
                                        </p:attrNameLst>
                                      </p:cBhvr>
                                      <p:tavLst>
                                        <p:tav tm="0">
                                          <p:val>
                                            <p:fltVal val="0"/>
                                          </p:val>
                                        </p:tav>
                                        <p:tav tm="100000">
                                          <p:val>
                                            <p:strVal val="#ppt_h"/>
                                          </p:val>
                                        </p:tav>
                                      </p:tavLst>
                                    </p:anim>
                                    <p:anim calcmode="lin" valueType="num">
                                      <p:cBhvr>
                                        <p:cTn id="82" dur="1000" fill="hold"/>
                                        <p:tgtEl>
                                          <p:spTgt spid="120"/>
                                        </p:tgtEl>
                                        <p:attrNameLst>
                                          <p:attrName>style.rotation</p:attrName>
                                        </p:attrNameLst>
                                      </p:cBhvr>
                                      <p:tavLst>
                                        <p:tav tm="0">
                                          <p:val>
                                            <p:fltVal val="90"/>
                                          </p:val>
                                        </p:tav>
                                        <p:tav tm="100000">
                                          <p:val>
                                            <p:fltVal val="0"/>
                                          </p:val>
                                        </p:tav>
                                      </p:tavLst>
                                    </p:anim>
                                    <p:animEffect transition="in" filter="fade">
                                      <p:cBhvr>
                                        <p:cTn id="83" dur="1000"/>
                                        <p:tgtEl>
                                          <p:spTgt spid="120"/>
                                        </p:tgtEl>
                                      </p:cBhvr>
                                    </p:animEffect>
                                  </p:childTnLst>
                                </p:cTn>
                              </p:par>
                            </p:childTnLst>
                          </p:cTn>
                        </p:par>
                        <p:par>
                          <p:cTn id="84" fill="hold">
                            <p:stCondLst>
                              <p:cond delay="2000"/>
                            </p:stCondLst>
                            <p:childTnLst>
                              <p:par>
                                <p:cTn id="85" presetID="31" presetClass="entr" presetSubtype="0" fill="hold" grpId="0" nodeType="afterEffect">
                                  <p:stCondLst>
                                    <p:cond delay="0"/>
                                  </p:stCondLst>
                                  <p:childTnLst>
                                    <p:set>
                                      <p:cBhvr>
                                        <p:cTn id="86" dur="1" fill="hold">
                                          <p:stCondLst>
                                            <p:cond delay="0"/>
                                          </p:stCondLst>
                                        </p:cTn>
                                        <p:tgtEl>
                                          <p:spTgt spid="121"/>
                                        </p:tgtEl>
                                        <p:attrNameLst>
                                          <p:attrName>style.visibility</p:attrName>
                                        </p:attrNameLst>
                                      </p:cBhvr>
                                      <p:to>
                                        <p:strVal val="visible"/>
                                      </p:to>
                                    </p:set>
                                    <p:anim calcmode="lin" valueType="num">
                                      <p:cBhvr>
                                        <p:cTn id="87" dur="1000" fill="hold"/>
                                        <p:tgtEl>
                                          <p:spTgt spid="121"/>
                                        </p:tgtEl>
                                        <p:attrNameLst>
                                          <p:attrName>ppt_w</p:attrName>
                                        </p:attrNameLst>
                                      </p:cBhvr>
                                      <p:tavLst>
                                        <p:tav tm="0">
                                          <p:val>
                                            <p:fltVal val="0"/>
                                          </p:val>
                                        </p:tav>
                                        <p:tav tm="100000">
                                          <p:val>
                                            <p:strVal val="#ppt_w"/>
                                          </p:val>
                                        </p:tav>
                                      </p:tavLst>
                                    </p:anim>
                                    <p:anim calcmode="lin" valueType="num">
                                      <p:cBhvr>
                                        <p:cTn id="88" dur="1000" fill="hold"/>
                                        <p:tgtEl>
                                          <p:spTgt spid="121"/>
                                        </p:tgtEl>
                                        <p:attrNameLst>
                                          <p:attrName>ppt_h</p:attrName>
                                        </p:attrNameLst>
                                      </p:cBhvr>
                                      <p:tavLst>
                                        <p:tav tm="0">
                                          <p:val>
                                            <p:fltVal val="0"/>
                                          </p:val>
                                        </p:tav>
                                        <p:tav tm="100000">
                                          <p:val>
                                            <p:strVal val="#ppt_h"/>
                                          </p:val>
                                        </p:tav>
                                      </p:tavLst>
                                    </p:anim>
                                    <p:anim calcmode="lin" valueType="num">
                                      <p:cBhvr>
                                        <p:cTn id="89" dur="1000" fill="hold"/>
                                        <p:tgtEl>
                                          <p:spTgt spid="121"/>
                                        </p:tgtEl>
                                        <p:attrNameLst>
                                          <p:attrName>style.rotation</p:attrName>
                                        </p:attrNameLst>
                                      </p:cBhvr>
                                      <p:tavLst>
                                        <p:tav tm="0">
                                          <p:val>
                                            <p:fltVal val="90"/>
                                          </p:val>
                                        </p:tav>
                                        <p:tav tm="100000">
                                          <p:val>
                                            <p:fltVal val="0"/>
                                          </p:val>
                                        </p:tav>
                                      </p:tavLst>
                                    </p:anim>
                                    <p:animEffect transition="in" filter="fade">
                                      <p:cBhvr>
                                        <p:cTn id="90" dur="1000"/>
                                        <p:tgtEl>
                                          <p:spTgt spid="121"/>
                                        </p:tgtEl>
                                      </p:cBhvr>
                                    </p:animEffect>
                                  </p:childTnLst>
                                </p:cTn>
                              </p:par>
                            </p:childTnLst>
                          </p:cTn>
                        </p:par>
                        <p:par>
                          <p:cTn id="91" fill="hold">
                            <p:stCondLst>
                              <p:cond delay="3000"/>
                            </p:stCondLst>
                            <p:childTnLst>
                              <p:par>
                                <p:cTn id="92" presetID="31" presetClass="entr" presetSubtype="0" fill="hold" grpId="0" nodeType="afterEffect">
                                  <p:stCondLst>
                                    <p:cond delay="0"/>
                                  </p:stCondLst>
                                  <p:childTnLst>
                                    <p:set>
                                      <p:cBhvr>
                                        <p:cTn id="93" dur="1" fill="hold">
                                          <p:stCondLst>
                                            <p:cond delay="0"/>
                                          </p:stCondLst>
                                        </p:cTn>
                                        <p:tgtEl>
                                          <p:spTgt spid="128"/>
                                        </p:tgtEl>
                                        <p:attrNameLst>
                                          <p:attrName>style.visibility</p:attrName>
                                        </p:attrNameLst>
                                      </p:cBhvr>
                                      <p:to>
                                        <p:strVal val="visible"/>
                                      </p:to>
                                    </p:set>
                                    <p:anim calcmode="lin" valueType="num">
                                      <p:cBhvr>
                                        <p:cTn id="94" dur="1000" fill="hold"/>
                                        <p:tgtEl>
                                          <p:spTgt spid="128"/>
                                        </p:tgtEl>
                                        <p:attrNameLst>
                                          <p:attrName>ppt_w</p:attrName>
                                        </p:attrNameLst>
                                      </p:cBhvr>
                                      <p:tavLst>
                                        <p:tav tm="0">
                                          <p:val>
                                            <p:fltVal val="0"/>
                                          </p:val>
                                        </p:tav>
                                        <p:tav tm="100000">
                                          <p:val>
                                            <p:strVal val="#ppt_w"/>
                                          </p:val>
                                        </p:tav>
                                      </p:tavLst>
                                    </p:anim>
                                    <p:anim calcmode="lin" valueType="num">
                                      <p:cBhvr>
                                        <p:cTn id="95" dur="1000" fill="hold"/>
                                        <p:tgtEl>
                                          <p:spTgt spid="128"/>
                                        </p:tgtEl>
                                        <p:attrNameLst>
                                          <p:attrName>ppt_h</p:attrName>
                                        </p:attrNameLst>
                                      </p:cBhvr>
                                      <p:tavLst>
                                        <p:tav tm="0">
                                          <p:val>
                                            <p:fltVal val="0"/>
                                          </p:val>
                                        </p:tav>
                                        <p:tav tm="100000">
                                          <p:val>
                                            <p:strVal val="#ppt_h"/>
                                          </p:val>
                                        </p:tav>
                                      </p:tavLst>
                                    </p:anim>
                                    <p:anim calcmode="lin" valueType="num">
                                      <p:cBhvr>
                                        <p:cTn id="96" dur="1000" fill="hold"/>
                                        <p:tgtEl>
                                          <p:spTgt spid="128"/>
                                        </p:tgtEl>
                                        <p:attrNameLst>
                                          <p:attrName>style.rotation</p:attrName>
                                        </p:attrNameLst>
                                      </p:cBhvr>
                                      <p:tavLst>
                                        <p:tav tm="0">
                                          <p:val>
                                            <p:fltVal val="90"/>
                                          </p:val>
                                        </p:tav>
                                        <p:tav tm="100000">
                                          <p:val>
                                            <p:fltVal val="0"/>
                                          </p:val>
                                        </p:tav>
                                      </p:tavLst>
                                    </p:anim>
                                    <p:animEffect transition="in" filter="fade">
                                      <p:cBhvr>
                                        <p:cTn id="97" dur="1000"/>
                                        <p:tgtEl>
                                          <p:spTgt spid="128"/>
                                        </p:tgtEl>
                                      </p:cBhvr>
                                    </p:animEffect>
                                  </p:childTnLst>
                                </p:cTn>
                              </p:par>
                            </p:childTnLst>
                          </p:cTn>
                        </p:par>
                        <p:par>
                          <p:cTn id="98" fill="hold">
                            <p:stCondLst>
                              <p:cond delay="4000"/>
                            </p:stCondLst>
                            <p:childTnLst>
                              <p:par>
                                <p:cTn id="99" presetID="31" presetClass="entr" presetSubtype="0" fill="hold" grpId="0" nodeType="afterEffect">
                                  <p:stCondLst>
                                    <p:cond delay="0"/>
                                  </p:stCondLst>
                                  <p:childTnLst>
                                    <p:set>
                                      <p:cBhvr>
                                        <p:cTn id="100" dur="1" fill="hold">
                                          <p:stCondLst>
                                            <p:cond delay="0"/>
                                          </p:stCondLst>
                                        </p:cTn>
                                        <p:tgtEl>
                                          <p:spTgt spid="124"/>
                                        </p:tgtEl>
                                        <p:attrNameLst>
                                          <p:attrName>style.visibility</p:attrName>
                                        </p:attrNameLst>
                                      </p:cBhvr>
                                      <p:to>
                                        <p:strVal val="visible"/>
                                      </p:to>
                                    </p:set>
                                    <p:anim calcmode="lin" valueType="num">
                                      <p:cBhvr>
                                        <p:cTn id="101" dur="1000" fill="hold"/>
                                        <p:tgtEl>
                                          <p:spTgt spid="124"/>
                                        </p:tgtEl>
                                        <p:attrNameLst>
                                          <p:attrName>ppt_w</p:attrName>
                                        </p:attrNameLst>
                                      </p:cBhvr>
                                      <p:tavLst>
                                        <p:tav tm="0">
                                          <p:val>
                                            <p:fltVal val="0"/>
                                          </p:val>
                                        </p:tav>
                                        <p:tav tm="100000">
                                          <p:val>
                                            <p:strVal val="#ppt_w"/>
                                          </p:val>
                                        </p:tav>
                                      </p:tavLst>
                                    </p:anim>
                                    <p:anim calcmode="lin" valueType="num">
                                      <p:cBhvr>
                                        <p:cTn id="102" dur="1000" fill="hold"/>
                                        <p:tgtEl>
                                          <p:spTgt spid="124"/>
                                        </p:tgtEl>
                                        <p:attrNameLst>
                                          <p:attrName>ppt_h</p:attrName>
                                        </p:attrNameLst>
                                      </p:cBhvr>
                                      <p:tavLst>
                                        <p:tav tm="0">
                                          <p:val>
                                            <p:fltVal val="0"/>
                                          </p:val>
                                        </p:tav>
                                        <p:tav tm="100000">
                                          <p:val>
                                            <p:strVal val="#ppt_h"/>
                                          </p:val>
                                        </p:tav>
                                      </p:tavLst>
                                    </p:anim>
                                    <p:anim calcmode="lin" valueType="num">
                                      <p:cBhvr>
                                        <p:cTn id="103" dur="1000" fill="hold"/>
                                        <p:tgtEl>
                                          <p:spTgt spid="124"/>
                                        </p:tgtEl>
                                        <p:attrNameLst>
                                          <p:attrName>style.rotation</p:attrName>
                                        </p:attrNameLst>
                                      </p:cBhvr>
                                      <p:tavLst>
                                        <p:tav tm="0">
                                          <p:val>
                                            <p:fltVal val="90"/>
                                          </p:val>
                                        </p:tav>
                                        <p:tav tm="100000">
                                          <p:val>
                                            <p:fltVal val="0"/>
                                          </p:val>
                                        </p:tav>
                                      </p:tavLst>
                                    </p:anim>
                                    <p:animEffect transition="in" filter="fade">
                                      <p:cBhvr>
                                        <p:cTn id="104" dur="1000"/>
                                        <p:tgtEl>
                                          <p:spTgt spid="124"/>
                                        </p:tgtEl>
                                      </p:cBhvr>
                                    </p:animEffect>
                                  </p:childTnLst>
                                </p:cTn>
                              </p:par>
                            </p:childTnLst>
                          </p:cTn>
                        </p:par>
                        <p:par>
                          <p:cTn id="105" fill="hold">
                            <p:stCondLst>
                              <p:cond delay="5000"/>
                            </p:stCondLst>
                            <p:childTnLst>
                              <p:par>
                                <p:cTn id="106" presetID="31" presetClass="entr" presetSubtype="0" fill="hold" grpId="0" nodeType="afterEffect">
                                  <p:stCondLst>
                                    <p:cond delay="0"/>
                                  </p:stCondLst>
                                  <p:childTnLst>
                                    <p:set>
                                      <p:cBhvr>
                                        <p:cTn id="107" dur="1" fill="hold">
                                          <p:stCondLst>
                                            <p:cond delay="0"/>
                                          </p:stCondLst>
                                        </p:cTn>
                                        <p:tgtEl>
                                          <p:spTgt spid="125"/>
                                        </p:tgtEl>
                                        <p:attrNameLst>
                                          <p:attrName>style.visibility</p:attrName>
                                        </p:attrNameLst>
                                      </p:cBhvr>
                                      <p:to>
                                        <p:strVal val="visible"/>
                                      </p:to>
                                    </p:set>
                                    <p:anim calcmode="lin" valueType="num">
                                      <p:cBhvr>
                                        <p:cTn id="108" dur="1000" fill="hold"/>
                                        <p:tgtEl>
                                          <p:spTgt spid="125"/>
                                        </p:tgtEl>
                                        <p:attrNameLst>
                                          <p:attrName>ppt_w</p:attrName>
                                        </p:attrNameLst>
                                      </p:cBhvr>
                                      <p:tavLst>
                                        <p:tav tm="0">
                                          <p:val>
                                            <p:fltVal val="0"/>
                                          </p:val>
                                        </p:tav>
                                        <p:tav tm="100000">
                                          <p:val>
                                            <p:strVal val="#ppt_w"/>
                                          </p:val>
                                        </p:tav>
                                      </p:tavLst>
                                    </p:anim>
                                    <p:anim calcmode="lin" valueType="num">
                                      <p:cBhvr>
                                        <p:cTn id="109" dur="1000" fill="hold"/>
                                        <p:tgtEl>
                                          <p:spTgt spid="125"/>
                                        </p:tgtEl>
                                        <p:attrNameLst>
                                          <p:attrName>ppt_h</p:attrName>
                                        </p:attrNameLst>
                                      </p:cBhvr>
                                      <p:tavLst>
                                        <p:tav tm="0">
                                          <p:val>
                                            <p:fltVal val="0"/>
                                          </p:val>
                                        </p:tav>
                                        <p:tav tm="100000">
                                          <p:val>
                                            <p:strVal val="#ppt_h"/>
                                          </p:val>
                                        </p:tav>
                                      </p:tavLst>
                                    </p:anim>
                                    <p:anim calcmode="lin" valueType="num">
                                      <p:cBhvr>
                                        <p:cTn id="110" dur="1000" fill="hold"/>
                                        <p:tgtEl>
                                          <p:spTgt spid="125"/>
                                        </p:tgtEl>
                                        <p:attrNameLst>
                                          <p:attrName>style.rotation</p:attrName>
                                        </p:attrNameLst>
                                      </p:cBhvr>
                                      <p:tavLst>
                                        <p:tav tm="0">
                                          <p:val>
                                            <p:fltVal val="90"/>
                                          </p:val>
                                        </p:tav>
                                        <p:tav tm="100000">
                                          <p:val>
                                            <p:fltVal val="0"/>
                                          </p:val>
                                        </p:tav>
                                      </p:tavLst>
                                    </p:anim>
                                    <p:animEffect transition="in" filter="fade">
                                      <p:cBhvr>
                                        <p:cTn id="111" dur="1000"/>
                                        <p:tgtEl>
                                          <p:spTgt spid="125"/>
                                        </p:tgtEl>
                                      </p:cBhvr>
                                    </p:animEffect>
                                  </p:childTnLst>
                                </p:cTn>
                              </p:par>
                            </p:childTnLst>
                          </p:cTn>
                        </p:par>
                        <p:par>
                          <p:cTn id="112" fill="hold">
                            <p:stCondLst>
                              <p:cond delay="6000"/>
                            </p:stCondLst>
                            <p:childTnLst>
                              <p:par>
                                <p:cTn id="113" presetID="31" presetClass="entr" presetSubtype="0" fill="hold" grpId="0" nodeType="afterEffect">
                                  <p:stCondLst>
                                    <p:cond delay="0"/>
                                  </p:stCondLst>
                                  <p:childTnLst>
                                    <p:set>
                                      <p:cBhvr>
                                        <p:cTn id="114" dur="1" fill="hold">
                                          <p:stCondLst>
                                            <p:cond delay="0"/>
                                          </p:stCondLst>
                                        </p:cTn>
                                        <p:tgtEl>
                                          <p:spTgt spid="126"/>
                                        </p:tgtEl>
                                        <p:attrNameLst>
                                          <p:attrName>style.visibility</p:attrName>
                                        </p:attrNameLst>
                                      </p:cBhvr>
                                      <p:to>
                                        <p:strVal val="visible"/>
                                      </p:to>
                                    </p:set>
                                    <p:anim calcmode="lin" valueType="num">
                                      <p:cBhvr>
                                        <p:cTn id="115" dur="1000" fill="hold"/>
                                        <p:tgtEl>
                                          <p:spTgt spid="126"/>
                                        </p:tgtEl>
                                        <p:attrNameLst>
                                          <p:attrName>ppt_w</p:attrName>
                                        </p:attrNameLst>
                                      </p:cBhvr>
                                      <p:tavLst>
                                        <p:tav tm="0">
                                          <p:val>
                                            <p:fltVal val="0"/>
                                          </p:val>
                                        </p:tav>
                                        <p:tav tm="100000">
                                          <p:val>
                                            <p:strVal val="#ppt_w"/>
                                          </p:val>
                                        </p:tav>
                                      </p:tavLst>
                                    </p:anim>
                                    <p:anim calcmode="lin" valueType="num">
                                      <p:cBhvr>
                                        <p:cTn id="116" dur="1000" fill="hold"/>
                                        <p:tgtEl>
                                          <p:spTgt spid="126"/>
                                        </p:tgtEl>
                                        <p:attrNameLst>
                                          <p:attrName>ppt_h</p:attrName>
                                        </p:attrNameLst>
                                      </p:cBhvr>
                                      <p:tavLst>
                                        <p:tav tm="0">
                                          <p:val>
                                            <p:fltVal val="0"/>
                                          </p:val>
                                        </p:tav>
                                        <p:tav tm="100000">
                                          <p:val>
                                            <p:strVal val="#ppt_h"/>
                                          </p:val>
                                        </p:tav>
                                      </p:tavLst>
                                    </p:anim>
                                    <p:anim calcmode="lin" valueType="num">
                                      <p:cBhvr>
                                        <p:cTn id="117" dur="1000" fill="hold"/>
                                        <p:tgtEl>
                                          <p:spTgt spid="126"/>
                                        </p:tgtEl>
                                        <p:attrNameLst>
                                          <p:attrName>style.rotation</p:attrName>
                                        </p:attrNameLst>
                                      </p:cBhvr>
                                      <p:tavLst>
                                        <p:tav tm="0">
                                          <p:val>
                                            <p:fltVal val="90"/>
                                          </p:val>
                                        </p:tav>
                                        <p:tav tm="100000">
                                          <p:val>
                                            <p:fltVal val="0"/>
                                          </p:val>
                                        </p:tav>
                                      </p:tavLst>
                                    </p:anim>
                                    <p:animEffect transition="in" filter="fade">
                                      <p:cBhvr>
                                        <p:cTn id="118" dur="1000"/>
                                        <p:tgtEl>
                                          <p:spTgt spid="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148" grpId="0" animBg="1"/>
      <p:bldP spid="149" grpId="0" animBg="1"/>
      <p:bldP spid="120" grpId="0" animBg="1"/>
      <p:bldP spid="121" grpId="0" animBg="1"/>
      <p:bldP spid="122" grpId="0" animBg="1"/>
      <p:bldP spid="124" grpId="0" animBg="1"/>
      <p:bldP spid="125" grpId="0" animBg="1"/>
      <p:bldP spid="126" grpId="0" animBg="1"/>
      <p:bldP spid="128"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4262" y="173237"/>
            <a:ext cx="5854333"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One Tenant, Multiple Organizations</a:t>
            </a:r>
          </a:p>
        </p:txBody>
      </p:sp>
      <p:sp>
        <p:nvSpPr>
          <p:cNvPr id="60" name="Rectangle 59">
            <a:hlinkClick r:id="rId3" action="ppaction://hlinksldjump"/>
            <a:hlinkHover r:id="rId3" action="ppaction://hlinksldjump"/>
            <a:extLst>
              <a:ext uri="{FF2B5EF4-FFF2-40B4-BE49-F238E27FC236}">
                <a16:creationId xmlns:a16="http://schemas.microsoft.com/office/drawing/2014/main" id="{995098C8-87AA-4182-BA37-851987692268}"/>
              </a:ext>
            </a:extLst>
          </p:cNvPr>
          <p:cNvSpPr/>
          <p:nvPr/>
        </p:nvSpPr>
        <p:spPr>
          <a:xfrm>
            <a:off x="9204513" y="5851981"/>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All Up View</a:t>
            </a:r>
          </a:p>
        </p:txBody>
      </p:sp>
      <p:sp>
        <p:nvSpPr>
          <p:cNvPr id="67" name="Rectangle 66">
            <a:hlinkClick r:id="rId4" action="ppaction://hlinksldjump"/>
            <a:hlinkHover r:id="rId4" action="ppaction://hlinksldjump"/>
            <a:extLst>
              <a:ext uri="{FF2B5EF4-FFF2-40B4-BE49-F238E27FC236}">
                <a16:creationId xmlns:a16="http://schemas.microsoft.com/office/drawing/2014/main" id="{E92E4444-9B2A-4E2D-8CB1-23562CC390DD}"/>
              </a:ext>
            </a:extLst>
          </p:cNvPr>
          <p:cNvSpPr/>
          <p:nvPr/>
        </p:nvSpPr>
        <p:spPr>
          <a:xfrm>
            <a:off x="6233681" y="5851983"/>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Tenant Wide Controls</a:t>
            </a:r>
          </a:p>
        </p:txBody>
      </p:sp>
      <p:sp>
        <p:nvSpPr>
          <p:cNvPr id="68" name="Rectangle 67">
            <a:hlinkClick r:id="rId5" action="ppaction://hlinksldjump"/>
            <a:hlinkHover r:id="rId5" action="ppaction://hlinksldjump"/>
            <a:extLst>
              <a:ext uri="{FF2B5EF4-FFF2-40B4-BE49-F238E27FC236}">
                <a16:creationId xmlns:a16="http://schemas.microsoft.com/office/drawing/2014/main" id="{5865E796-29D4-4AE8-A60D-FC130DBF2A8F}"/>
              </a:ext>
            </a:extLst>
          </p:cNvPr>
          <p:cNvSpPr/>
          <p:nvPr/>
        </p:nvSpPr>
        <p:spPr>
          <a:xfrm>
            <a:off x="3262848" y="5851982"/>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Tenant Wide View (scoped controls)</a:t>
            </a:r>
          </a:p>
        </p:txBody>
      </p:sp>
      <p:sp>
        <p:nvSpPr>
          <p:cNvPr id="81" name="Rectangle 80">
            <a:hlinkClick r:id="rId6" action="ppaction://hlinksldjump"/>
            <a:hlinkHover r:id="rId6" action="ppaction://hlinksldjump"/>
            <a:extLst>
              <a:ext uri="{FF2B5EF4-FFF2-40B4-BE49-F238E27FC236}">
                <a16:creationId xmlns:a16="http://schemas.microsoft.com/office/drawing/2014/main" id="{A6307E3B-E60E-4B21-98F4-FE82DF98D1C3}"/>
              </a:ext>
            </a:extLst>
          </p:cNvPr>
          <p:cNvSpPr/>
          <p:nvPr/>
        </p:nvSpPr>
        <p:spPr>
          <a:xfrm>
            <a:off x="292015" y="5851982"/>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View</a:t>
            </a:r>
          </a:p>
        </p:txBody>
      </p:sp>
      <p:grpSp>
        <p:nvGrpSpPr>
          <p:cNvPr id="24" name="Group 23">
            <a:extLst>
              <a:ext uri="{FF2B5EF4-FFF2-40B4-BE49-F238E27FC236}">
                <a16:creationId xmlns:a16="http://schemas.microsoft.com/office/drawing/2014/main" id="{2A5B1021-D68C-640D-15E3-E7D0E0DFE340}"/>
              </a:ext>
            </a:extLst>
          </p:cNvPr>
          <p:cNvGrpSpPr/>
          <p:nvPr/>
        </p:nvGrpSpPr>
        <p:grpSpPr>
          <a:xfrm>
            <a:off x="3779655" y="811556"/>
            <a:ext cx="721206" cy="609701"/>
            <a:chOff x="5280339" y="909114"/>
            <a:chExt cx="871904" cy="748695"/>
          </a:xfrm>
        </p:grpSpPr>
        <p:sp>
          <p:nvSpPr>
            <p:cNvPr id="25" name="Rectangle 24">
              <a:extLst>
                <a:ext uri="{FF2B5EF4-FFF2-40B4-BE49-F238E27FC236}">
                  <a16:creationId xmlns:a16="http://schemas.microsoft.com/office/drawing/2014/main" id="{0E914454-A5FC-348F-BED9-2EAA1B397A90}"/>
                </a:ext>
              </a:extLst>
            </p:cNvPr>
            <p:cNvSpPr/>
            <p:nvPr/>
          </p:nvSpPr>
          <p:spPr>
            <a:xfrm>
              <a:off x="528033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26" name="Rectangle 25">
              <a:extLst>
                <a:ext uri="{FF2B5EF4-FFF2-40B4-BE49-F238E27FC236}">
                  <a16:creationId xmlns:a16="http://schemas.microsoft.com/office/drawing/2014/main" id="{3B4788FB-1E15-1A5D-AEC6-9C4D307E3348}"/>
                </a:ext>
              </a:extLst>
            </p:cNvPr>
            <p:cNvSpPr/>
            <p:nvPr/>
          </p:nvSpPr>
          <p:spPr>
            <a:xfrm flipV="1">
              <a:off x="6024997"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Oval 15">
              <a:extLst>
                <a:ext uri="{FF2B5EF4-FFF2-40B4-BE49-F238E27FC236}">
                  <a16:creationId xmlns:a16="http://schemas.microsoft.com/office/drawing/2014/main" id="{1356CD1E-EBAC-C684-9D71-8244C307F345}"/>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E472B253-2D06-F1CB-49BD-1330BAC4E3BA}"/>
                </a:ext>
              </a:extLst>
            </p:cNvPr>
            <p:cNvCxnSpPr>
              <a:cxnSpLocks/>
              <a:stCxn id="32" idx="0"/>
            </p:cNvCxnSpPr>
            <p:nvPr/>
          </p:nvCxnSpPr>
          <p:spPr>
            <a:xfrm flipV="1">
              <a:off x="6064996"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5" name="Straight Connector 34">
              <a:extLst>
                <a:ext uri="{FF2B5EF4-FFF2-40B4-BE49-F238E27FC236}">
                  <a16:creationId xmlns:a16="http://schemas.microsoft.com/office/drawing/2014/main" id="{C8CC2BF2-A3CF-8036-BA54-92D7ED977A6E}"/>
                </a:ext>
              </a:extLst>
            </p:cNvPr>
            <p:cNvCxnSpPr>
              <a:cxnSpLocks/>
            </p:cNvCxnSpPr>
            <p:nvPr/>
          </p:nvCxnSpPr>
          <p:spPr>
            <a:xfrm>
              <a:off x="6071910"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6" name="Group 35">
            <a:extLst>
              <a:ext uri="{FF2B5EF4-FFF2-40B4-BE49-F238E27FC236}">
                <a16:creationId xmlns:a16="http://schemas.microsoft.com/office/drawing/2014/main" id="{42EA22C6-8BEF-A273-9833-F6B7C2FF2A69}"/>
              </a:ext>
            </a:extLst>
          </p:cNvPr>
          <p:cNvGrpSpPr/>
          <p:nvPr/>
        </p:nvGrpSpPr>
        <p:grpSpPr>
          <a:xfrm>
            <a:off x="7959193" y="3698227"/>
            <a:ext cx="721206" cy="609701"/>
            <a:chOff x="9258526" y="5012622"/>
            <a:chExt cx="871904" cy="748695"/>
          </a:xfrm>
        </p:grpSpPr>
        <p:sp>
          <p:nvSpPr>
            <p:cNvPr id="39" name="Rectangle 38">
              <a:hlinkHover r:id="" action="ppaction://noaction" highlightClick="1"/>
              <a:extLst>
                <a:ext uri="{FF2B5EF4-FFF2-40B4-BE49-F238E27FC236}">
                  <a16:creationId xmlns:a16="http://schemas.microsoft.com/office/drawing/2014/main" id="{74F6678B-D0CB-23BB-4A6C-FD8B2820B10F}"/>
                </a:ext>
              </a:extLst>
            </p:cNvPr>
            <p:cNvSpPr/>
            <p:nvPr/>
          </p:nvSpPr>
          <p:spPr>
            <a:xfrm>
              <a:off x="9258526"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40" name="Oval 39">
              <a:extLst>
                <a:ext uri="{FF2B5EF4-FFF2-40B4-BE49-F238E27FC236}">
                  <a16:creationId xmlns:a16="http://schemas.microsoft.com/office/drawing/2014/main" id="{F705DA54-A947-B87D-971A-C2C6A6F60556}"/>
                </a:ext>
              </a:extLst>
            </p:cNvPr>
            <p:cNvSpPr/>
            <p:nvPr/>
          </p:nvSpPr>
          <p:spPr>
            <a:xfrm>
              <a:off x="995270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 name="Isosceles Triangle 648">
              <a:extLst>
                <a:ext uri="{FF2B5EF4-FFF2-40B4-BE49-F238E27FC236}">
                  <a16:creationId xmlns:a16="http://schemas.microsoft.com/office/drawing/2014/main" id="{C164A185-471B-C5B6-C06D-2FABC5D851D3}"/>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5" name="Group 54">
            <a:extLst>
              <a:ext uri="{FF2B5EF4-FFF2-40B4-BE49-F238E27FC236}">
                <a16:creationId xmlns:a16="http://schemas.microsoft.com/office/drawing/2014/main" id="{99FB1FDA-B531-8322-9809-57C662446EE3}"/>
              </a:ext>
            </a:extLst>
          </p:cNvPr>
          <p:cNvGrpSpPr/>
          <p:nvPr/>
        </p:nvGrpSpPr>
        <p:grpSpPr>
          <a:xfrm>
            <a:off x="5448055" y="1532276"/>
            <a:ext cx="721206" cy="609701"/>
            <a:chOff x="6271424" y="1729816"/>
            <a:chExt cx="871904" cy="748695"/>
          </a:xfrm>
        </p:grpSpPr>
        <p:sp>
          <p:nvSpPr>
            <p:cNvPr id="56" name="Rectangle 55">
              <a:extLst>
                <a:ext uri="{FF2B5EF4-FFF2-40B4-BE49-F238E27FC236}">
                  <a16:creationId xmlns:a16="http://schemas.microsoft.com/office/drawing/2014/main" id="{F300340C-9BA1-E501-C672-2C759D731C2C}"/>
                </a:ext>
              </a:extLst>
            </p:cNvPr>
            <p:cNvSpPr/>
            <p:nvPr/>
          </p:nvSpPr>
          <p:spPr>
            <a:xfrm>
              <a:off x="627142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57" name="Rectangle 56">
              <a:extLst>
                <a:ext uri="{FF2B5EF4-FFF2-40B4-BE49-F238E27FC236}">
                  <a16:creationId xmlns:a16="http://schemas.microsoft.com/office/drawing/2014/main" id="{FCB2EB9B-518D-EF04-DED3-7BC2376FF0F4}"/>
                </a:ext>
              </a:extLst>
            </p:cNvPr>
            <p:cNvSpPr/>
            <p:nvPr/>
          </p:nvSpPr>
          <p:spPr>
            <a:xfrm flipV="1">
              <a:off x="7010822"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 name="Oval 15">
              <a:extLst>
                <a:ext uri="{FF2B5EF4-FFF2-40B4-BE49-F238E27FC236}">
                  <a16:creationId xmlns:a16="http://schemas.microsoft.com/office/drawing/2014/main" id="{FD49BEA9-961D-4E4A-A094-3F2127E39D8A}"/>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1" name="Straight Connector 60">
              <a:extLst>
                <a:ext uri="{FF2B5EF4-FFF2-40B4-BE49-F238E27FC236}">
                  <a16:creationId xmlns:a16="http://schemas.microsoft.com/office/drawing/2014/main" id="{974A3677-4DD1-CBF1-1861-880BF9CAD542}"/>
                </a:ext>
              </a:extLst>
            </p:cNvPr>
            <p:cNvCxnSpPr>
              <a:cxnSpLocks/>
              <a:stCxn id="59" idx="0"/>
            </p:cNvCxnSpPr>
            <p:nvPr/>
          </p:nvCxnSpPr>
          <p:spPr>
            <a:xfrm flipV="1">
              <a:off x="7050821"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2" name="Straight Connector 61">
              <a:extLst>
                <a:ext uri="{FF2B5EF4-FFF2-40B4-BE49-F238E27FC236}">
                  <a16:creationId xmlns:a16="http://schemas.microsoft.com/office/drawing/2014/main" id="{D2DB2E9F-FFE8-3585-8220-74A0080C2721}"/>
                </a:ext>
              </a:extLst>
            </p:cNvPr>
            <p:cNvCxnSpPr>
              <a:cxnSpLocks/>
            </p:cNvCxnSpPr>
            <p:nvPr/>
          </p:nvCxnSpPr>
          <p:spPr>
            <a:xfrm>
              <a:off x="7057735"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88E980FB-8239-61E0-9693-0EE7A625B9DA}"/>
              </a:ext>
            </a:extLst>
          </p:cNvPr>
          <p:cNvGrpSpPr/>
          <p:nvPr/>
        </p:nvGrpSpPr>
        <p:grpSpPr>
          <a:xfrm>
            <a:off x="6284562" y="1532276"/>
            <a:ext cx="721206" cy="609701"/>
            <a:chOff x="7262509" y="1729816"/>
            <a:chExt cx="871904" cy="748695"/>
          </a:xfrm>
        </p:grpSpPr>
        <p:sp>
          <p:nvSpPr>
            <p:cNvPr id="64" name="Rectangle 63">
              <a:extLst>
                <a:ext uri="{FF2B5EF4-FFF2-40B4-BE49-F238E27FC236}">
                  <a16:creationId xmlns:a16="http://schemas.microsoft.com/office/drawing/2014/main" id="{4608224B-3AF5-4611-7A50-86B90E4548B2}"/>
                </a:ext>
              </a:extLst>
            </p:cNvPr>
            <p:cNvSpPr/>
            <p:nvPr/>
          </p:nvSpPr>
          <p:spPr>
            <a:xfrm>
              <a:off x="7262509"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65" name="Rectangle 64">
              <a:extLst>
                <a:ext uri="{FF2B5EF4-FFF2-40B4-BE49-F238E27FC236}">
                  <a16:creationId xmlns:a16="http://schemas.microsoft.com/office/drawing/2014/main" id="{3136F427-7618-6297-1C57-DDA62417D05B}"/>
                </a:ext>
              </a:extLst>
            </p:cNvPr>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 name="Oval 15">
              <a:extLst>
                <a:ext uri="{FF2B5EF4-FFF2-40B4-BE49-F238E27FC236}">
                  <a16:creationId xmlns:a16="http://schemas.microsoft.com/office/drawing/2014/main" id="{A8C461CE-DFD5-95C2-D29C-6FE676520BCB}"/>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9" name="Straight Connector 68">
              <a:extLst>
                <a:ext uri="{FF2B5EF4-FFF2-40B4-BE49-F238E27FC236}">
                  <a16:creationId xmlns:a16="http://schemas.microsoft.com/office/drawing/2014/main" id="{43B837FD-F984-265D-926B-E287307165A7}"/>
                </a:ext>
              </a:extLst>
            </p:cNvPr>
            <p:cNvCxnSpPr>
              <a:cxnSpLocks/>
              <a:stCxn id="66"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0" name="Straight Connector 69">
              <a:extLst>
                <a:ext uri="{FF2B5EF4-FFF2-40B4-BE49-F238E27FC236}">
                  <a16:creationId xmlns:a16="http://schemas.microsoft.com/office/drawing/2014/main" id="{167422A5-CC4A-016F-9B0A-6F8C7E5B8D01}"/>
                </a:ext>
              </a:extLst>
            </p:cNvPr>
            <p:cNvCxnSpPr>
              <a:cxnSpLocks/>
            </p:cNvCxnSpPr>
            <p:nvPr/>
          </p:nvCxnSpPr>
          <p:spPr>
            <a:xfrm>
              <a:off x="80562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1" name="Group 70">
            <a:extLst>
              <a:ext uri="{FF2B5EF4-FFF2-40B4-BE49-F238E27FC236}">
                <a16:creationId xmlns:a16="http://schemas.microsoft.com/office/drawing/2014/main" id="{571B745D-96D9-6DEB-A726-6DAA08EE6132}"/>
              </a:ext>
            </a:extLst>
          </p:cNvPr>
          <p:cNvGrpSpPr/>
          <p:nvPr/>
        </p:nvGrpSpPr>
        <p:grpSpPr>
          <a:xfrm>
            <a:off x="7121069" y="1532276"/>
            <a:ext cx="721206" cy="609701"/>
            <a:chOff x="8253594" y="1729816"/>
            <a:chExt cx="871904" cy="748695"/>
          </a:xfrm>
        </p:grpSpPr>
        <p:sp>
          <p:nvSpPr>
            <p:cNvPr id="72" name="Rectangle 71">
              <a:extLst>
                <a:ext uri="{FF2B5EF4-FFF2-40B4-BE49-F238E27FC236}">
                  <a16:creationId xmlns:a16="http://schemas.microsoft.com/office/drawing/2014/main" id="{7EF62573-2948-73D9-7228-FF62BC391647}"/>
                </a:ext>
              </a:extLst>
            </p:cNvPr>
            <p:cNvSpPr/>
            <p:nvPr/>
          </p:nvSpPr>
          <p:spPr>
            <a:xfrm>
              <a:off x="825359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73" name="Rectangle 72">
              <a:extLst>
                <a:ext uri="{FF2B5EF4-FFF2-40B4-BE49-F238E27FC236}">
                  <a16:creationId xmlns:a16="http://schemas.microsoft.com/office/drawing/2014/main" id="{519A8DD5-24F8-59AA-2975-D43D19A87317}"/>
                </a:ext>
              </a:extLst>
            </p:cNvPr>
            <p:cNvSpPr/>
            <p:nvPr/>
          </p:nvSpPr>
          <p:spPr>
            <a:xfrm flipV="1">
              <a:off x="8998048"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 name="Oval 15">
              <a:extLst>
                <a:ext uri="{FF2B5EF4-FFF2-40B4-BE49-F238E27FC236}">
                  <a16:creationId xmlns:a16="http://schemas.microsoft.com/office/drawing/2014/main" id="{A1C87701-1157-2031-7C7E-45941D6B20E5}"/>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5" name="Straight Connector 74">
              <a:extLst>
                <a:ext uri="{FF2B5EF4-FFF2-40B4-BE49-F238E27FC236}">
                  <a16:creationId xmlns:a16="http://schemas.microsoft.com/office/drawing/2014/main" id="{35FD2105-1A3A-057B-883C-7AEEC3440916}"/>
                </a:ext>
              </a:extLst>
            </p:cNvPr>
            <p:cNvCxnSpPr>
              <a:cxnSpLocks/>
              <a:stCxn id="74" idx="0"/>
            </p:cNvCxnSpPr>
            <p:nvPr/>
          </p:nvCxnSpPr>
          <p:spPr>
            <a:xfrm flipV="1">
              <a:off x="9038047"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6" name="Straight Connector 75">
              <a:extLst>
                <a:ext uri="{FF2B5EF4-FFF2-40B4-BE49-F238E27FC236}">
                  <a16:creationId xmlns:a16="http://schemas.microsoft.com/office/drawing/2014/main" id="{9F6EABC4-881A-106F-AD3D-7D88601229E7}"/>
                </a:ext>
              </a:extLst>
            </p:cNvPr>
            <p:cNvCxnSpPr>
              <a:cxnSpLocks/>
            </p:cNvCxnSpPr>
            <p:nvPr/>
          </p:nvCxnSpPr>
          <p:spPr>
            <a:xfrm>
              <a:off x="9044961"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F1A0815E-13CC-3003-8429-77940E499659}"/>
              </a:ext>
            </a:extLst>
          </p:cNvPr>
          <p:cNvGrpSpPr/>
          <p:nvPr/>
        </p:nvGrpSpPr>
        <p:grpSpPr>
          <a:xfrm>
            <a:off x="3775041" y="1532276"/>
            <a:ext cx="721206" cy="609701"/>
            <a:chOff x="4289254" y="1729816"/>
            <a:chExt cx="871904" cy="748695"/>
          </a:xfrm>
        </p:grpSpPr>
        <p:sp>
          <p:nvSpPr>
            <p:cNvPr id="78" name="Rectangle 77">
              <a:extLst>
                <a:ext uri="{FF2B5EF4-FFF2-40B4-BE49-F238E27FC236}">
                  <a16:creationId xmlns:a16="http://schemas.microsoft.com/office/drawing/2014/main" id="{7A9F2B72-2DB9-8435-B143-15A8EA6EB54E}"/>
                </a:ext>
              </a:extLst>
            </p:cNvPr>
            <p:cNvSpPr/>
            <p:nvPr/>
          </p:nvSpPr>
          <p:spPr>
            <a:xfrm>
              <a:off x="428925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79" name="Right Triangle 78">
              <a:extLst>
                <a:ext uri="{FF2B5EF4-FFF2-40B4-BE49-F238E27FC236}">
                  <a16:creationId xmlns:a16="http://schemas.microsoft.com/office/drawing/2014/main" id="{CB0CC0C2-1E5D-BA5E-F98D-830018FF4671}"/>
                </a:ext>
              </a:extLst>
            </p:cNvPr>
            <p:cNvSpPr/>
            <p:nvPr/>
          </p:nvSpPr>
          <p:spPr>
            <a:xfrm rot="10800000">
              <a:off x="5013435"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1" name="Group 100">
              <a:extLst>
                <a:ext uri="{FF2B5EF4-FFF2-40B4-BE49-F238E27FC236}">
                  <a16:creationId xmlns:a16="http://schemas.microsoft.com/office/drawing/2014/main" id="{5BC7740C-B7E7-737C-C53D-25A7C0E8CAC5}"/>
                </a:ext>
              </a:extLst>
            </p:cNvPr>
            <p:cNvGrpSpPr/>
            <p:nvPr/>
          </p:nvGrpSpPr>
          <p:grpSpPr>
            <a:xfrm>
              <a:off x="5093762" y="1742900"/>
              <a:ext cx="45719" cy="75385"/>
              <a:chOff x="3883481" y="2057400"/>
              <a:chExt cx="1608363" cy="2652031"/>
            </a:xfrm>
            <a:solidFill>
              <a:srgbClr val="A6A6A6"/>
            </a:solidFill>
          </p:grpSpPr>
          <p:sp>
            <p:nvSpPr>
              <p:cNvPr id="102" name="Oval 27">
                <a:extLst>
                  <a:ext uri="{FF2B5EF4-FFF2-40B4-BE49-F238E27FC236}">
                    <a16:creationId xmlns:a16="http://schemas.microsoft.com/office/drawing/2014/main" id="{57FF2433-0717-B1A7-36E3-DCF2C5405EE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 name="Oval 28">
                <a:extLst>
                  <a:ext uri="{FF2B5EF4-FFF2-40B4-BE49-F238E27FC236}">
                    <a16:creationId xmlns:a16="http://schemas.microsoft.com/office/drawing/2014/main" id="{8EAC749A-1942-2E38-19FE-381A32B037C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4" name="Group 103">
            <a:extLst>
              <a:ext uri="{FF2B5EF4-FFF2-40B4-BE49-F238E27FC236}">
                <a16:creationId xmlns:a16="http://schemas.microsoft.com/office/drawing/2014/main" id="{9CB03AFB-04CE-4F70-320D-56063ADB5C3E}"/>
              </a:ext>
            </a:extLst>
          </p:cNvPr>
          <p:cNvGrpSpPr/>
          <p:nvPr/>
        </p:nvGrpSpPr>
        <p:grpSpPr>
          <a:xfrm>
            <a:off x="4611548" y="1532276"/>
            <a:ext cx="721206" cy="609701"/>
            <a:chOff x="5280339" y="1729816"/>
            <a:chExt cx="871904" cy="748695"/>
          </a:xfrm>
        </p:grpSpPr>
        <p:sp>
          <p:nvSpPr>
            <p:cNvPr id="105" name="Rectangle 104">
              <a:extLst>
                <a:ext uri="{FF2B5EF4-FFF2-40B4-BE49-F238E27FC236}">
                  <a16:creationId xmlns:a16="http://schemas.microsoft.com/office/drawing/2014/main" id="{CAEA9700-F04D-3E3F-6A17-8053F0ECE487}"/>
                </a:ext>
              </a:extLst>
            </p:cNvPr>
            <p:cNvSpPr/>
            <p:nvPr/>
          </p:nvSpPr>
          <p:spPr>
            <a:xfrm>
              <a:off x="528033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06" name="Right Triangle 105">
              <a:extLst>
                <a:ext uri="{FF2B5EF4-FFF2-40B4-BE49-F238E27FC236}">
                  <a16:creationId xmlns:a16="http://schemas.microsoft.com/office/drawing/2014/main" id="{FD122D25-136B-75D6-6E9A-674774E12444}"/>
                </a:ext>
              </a:extLst>
            </p:cNvPr>
            <p:cNvSpPr/>
            <p:nvPr/>
          </p:nvSpPr>
          <p:spPr>
            <a:xfrm rot="10800000">
              <a:off x="6003472"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39" name="Group 438">
              <a:extLst>
                <a:ext uri="{FF2B5EF4-FFF2-40B4-BE49-F238E27FC236}">
                  <a16:creationId xmlns:a16="http://schemas.microsoft.com/office/drawing/2014/main" id="{044EA322-4207-995C-115D-10DFB74FACCC}"/>
                </a:ext>
              </a:extLst>
            </p:cNvPr>
            <p:cNvGrpSpPr/>
            <p:nvPr/>
          </p:nvGrpSpPr>
          <p:grpSpPr>
            <a:xfrm>
              <a:off x="6083799" y="1742900"/>
              <a:ext cx="45719" cy="75385"/>
              <a:chOff x="3883481" y="2057400"/>
              <a:chExt cx="1608363" cy="2652031"/>
            </a:xfrm>
            <a:solidFill>
              <a:srgbClr val="A6A6A6"/>
            </a:solidFill>
          </p:grpSpPr>
          <p:sp>
            <p:nvSpPr>
              <p:cNvPr id="440" name="Oval 27">
                <a:extLst>
                  <a:ext uri="{FF2B5EF4-FFF2-40B4-BE49-F238E27FC236}">
                    <a16:creationId xmlns:a16="http://schemas.microsoft.com/office/drawing/2014/main" id="{ED27BE77-7F08-3ACB-0842-12CDCE474B6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1" name="Oval 28">
                <a:extLst>
                  <a:ext uri="{FF2B5EF4-FFF2-40B4-BE49-F238E27FC236}">
                    <a16:creationId xmlns:a16="http://schemas.microsoft.com/office/drawing/2014/main" id="{C224D582-FCF4-6C34-C759-50984F01EF8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42" name="Group 441">
            <a:extLst>
              <a:ext uri="{FF2B5EF4-FFF2-40B4-BE49-F238E27FC236}">
                <a16:creationId xmlns:a16="http://schemas.microsoft.com/office/drawing/2014/main" id="{88FE0552-42EF-FE0F-BF91-E9429C483715}"/>
              </a:ext>
            </a:extLst>
          </p:cNvPr>
          <p:cNvGrpSpPr/>
          <p:nvPr/>
        </p:nvGrpSpPr>
        <p:grpSpPr>
          <a:xfrm>
            <a:off x="2938534" y="1532276"/>
            <a:ext cx="721206" cy="610038"/>
            <a:chOff x="3298169" y="1729403"/>
            <a:chExt cx="871904" cy="749108"/>
          </a:xfrm>
        </p:grpSpPr>
        <p:sp>
          <p:nvSpPr>
            <p:cNvPr id="443" name="Rectangle 442">
              <a:extLst>
                <a:ext uri="{FF2B5EF4-FFF2-40B4-BE49-F238E27FC236}">
                  <a16:creationId xmlns:a16="http://schemas.microsoft.com/office/drawing/2014/main" id="{00736533-5B55-B5D2-6005-4098055C3570}"/>
                </a:ext>
              </a:extLst>
            </p:cNvPr>
            <p:cNvSpPr/>
            <p:nvPr/>
          </p:nvSpPr>
          <p:spPr>
            <a:xfrm>
              <a:off x="329816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444" name="Right Triangle 443">
              <a:extLst>
                <a:ext uri="{FF2B5EF4-FFF2-40B4-BE49-F238E27FC236}">
                  <a16:creationId xmlns:a16="http://schemas.microsoft.com/office/drawing/2014/main" id="{677C3977-4D41-1B23-7C51-2E96D79591A5}"/>
                </a:ext>
              </a:extLst>
            </p:cNvPr>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5" name="Oval 27">
              <a:extLst>
                <a:ext uri="{FF2B5EF4-FFF2-40B4-BE49-F238E27FC236}">
                  <a16:creationId xmlns:a16="http://schemas.microsoft.com/office/drawing/2014/main" id="{61BF2E86-70FC-A2D8-ADAD-723B07F04560}"/>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6" name="Oval 28">
              <a:extLst>
                <a:ext uri="{FF2B5EF4-FFF2-40B4-BE49-F238E27FC236}">
                  <a16:creationId xmlns:a16="http://schemas.microsoft.com/office/drawing/2014/main" id="{A88D49CE-C318-70B7-5192-47D71063FA0E}"/>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47" name="Group 446">
            <a:extLst>
              <a:ext uri="{FF2B5EF4-FFF2-40B4-BE49-F238E27FC236}">
                <a16:creationId xmlns:a16="http://schemas.microsoft.com/office/drawing/2014/main" id="{17E7F460-E189-4FE8-A8DF-D1FF94C4BD8F}"/>
              </a:ext>
            </a:extLst>
          </p:cNvPr>
          <p:cNvGrpSpPr/>
          <p:nvPr/>
        </p:nvGrpSpPr>
        <p:grpSpPr>
          <a:xfrm>
            <a:off x="6287105" y="2974054"/>
            <a:ext cx="721206" cy="609701"/>
            <a:chOff x="8253594" y="3370808"/>
            <a:chExt cx="871904" cy="748695"/>
          </a:xfrm>
        </p:grpSpPr>
        <p:sp>
          <p:nvSpPr>
            <p:cNvPr id="448" name="Rectangle 447">
              <a:hlinkHover r:id="" action="ppaction://noaction" highlightClick="1"/>
              <a:extLst>
                <a:ext uri="{FF2B5EF4-FFF2-40B4-BE49-F238E27FC236}">
                  <a16:creationId xmlns:a16="http://schemas.microsoft.com/office/drawing/2014/main" id="{CA1C3164-28BF-B65E-3414-37CA47D9840C}"/>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449" name="Rectangle 448">
              <a:extLst>
                <a:ext uri="{FF2B5EF4-FFF2-40B4-BE49-F238E27FC236}">
                  <a16:creationId xmlns:a16="http://schemas.microsoft.com/office/drawing/2014/main" id="{2B7EC5EC-DE9A-AA46-1742-835F52B931A2}"/>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0" name="Oval 15">
              <a:extLst>
                <a:ext uri="{FF2B5EF4-FFF2-40B4-BE49-F238E27FC236}">
                  <a16:creationId xmlns:a16="http://schemas.microsoft.com/office/drawing/2014/main" id="{59698775-6B4D-4AFA-45D1-B20B27712E16}"/>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51" name="Straight Connector 450">
              <a:extLst>
                <a:ext uri="{FF2B5EF4-FFF2-40B4-BE49-F238E27FC236}">
                  <a16:creationId xmlns:a16="http://schemas.microsoft.com/office/drawing/2014/main" id="{A261A2CC-52F2-03B5-557A-87150641D010}"/>
                </a:ext>
              </a:extLst>
            </p:cNvPr>
            <p:cNvCxnSpPr>
              <a:cxnSpLocks/>
              <a:stCxn id="450"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52" name="Straight Connector 451">
              <a:extLst>
                <a:ext uri="{FF2B5EF4-FFF2-40B4-BE49-F238E27FC236}">
                  <a16:creationId xmlns:a16="http://schemas.microsoft.com/office/drawing/2014/main" id="{9D70BE82-1AD6-D87F-CDE7-B3DE8EE60DB5}"/>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53" name="Group 452">
            <a:extLst>
              <a:ext uri="{FF2B5EF4-FFF2-40B4-BE49-F238E27FC236}">
                <a16:creationId xmlns:a16="http://schemas.microsoft.com/office/drawing/2014/main" id="{B1A5EC9F-73E0-4D12-5D2C-CD24BF301BB4}"/>
              </a:ext>
            </a:extLst>
          </p:cNvPr>
          <p:cNvGrpSpPr/>
          <p:nvPr/>
        </p:nvGrpSpPr>
        <p:grpSpPr>
          <a:xfrm>
            <a:off x="7123149" y="2974054"/>
            <a:ext cx="721206" cy="609701"/>
            <a:chOff x="8253594" y="3370808"/>
            <a:chExt cx="871904" cy="748695"/>
          </a:xfrm>
        </p:grpSpPr>
        <p:sp>
          <p:nvSpPr>
            <p:cNvPr id="454" name="Rectangle 453">
              <a:hlinkHover r:id="" action="ppaction://noaction" highlightClick="1"/>
              <a:extLst>
                <a:ext uri="{FF2B5EF4-FFF2-40B4-BE49-F238E27FC236}">
                  <a16:creationId xmlns:a16="http://schemas.microsoft.com/office/drawing/2014/main" id="{C8FAF07D-D71D-B980-9D75-751366CA5AC3}"/>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455" name="Rectangle 454">
              <a:extLst>
                <a:ext uri="{FF2B5EF4-FFF2-40B4-BE49-F238E27FC236}">
                  <a16:creationId xmlns:a16="http://schemas.microsoft.com/office/drawing/2014/main" id="{B84E9D1D-D3D0-572D-D827-BA30EA1269E9}"/>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6" name="Oval 15">
              <a:extLst>
                <a:ext uri="{FF2B5EF4-FFF2-40B4-BE49-F238E27FC236}">
                  <a16:creationId xmlns:a16="http://schemas.microsoft.com/office/drawing/2014/main" id="{8A19C069-F76E-9867-0987-ECD4DBB503C9}"/>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57" name="Straight Connector 456">
              <a:extLst>
                <a:ext uri="{FF2B5EF4-FFF2-40B4-BE49-F238E27FC236}">
                  <a16:creationId xmlns:a16="http://schemas.microsoft.com/office/drawing/2014/main" id="{A22FA711-0F3B-1154-C1DF-5ECE0055675A}"/>
                </a:ext>
              </a:extLst>
            </p:cNvPr>
            <p:cNvCxnSpPr>
              <a:cxnSpLocks/>
              <a:stCxn id="456"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58" name="Straight Connector 457">
              <a:extLst>
                <a:ext uri="{FF2B5EF4-FFF2-40B4-BE49-F238E27FC236}">
                  <a16:creationId xmlns:a16="http://schemas.microsoft.com/office/drawing/2014/main" id="{95FF82D1-CCE1-49EE-837B-2A5C2558C918}"/>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59" name="Group 458">
            <a:extLst>
              <a:ext uri="{FF2B5EF4-FFF2-40B4-BE49-F238E27FC236}">
                <a16:creationId xmlns:a16="http://schemas.microsoft.com/office/drawing/2014/main" id="{3DEA4C1E-2D64-AB0D-5287-7FD2C4CF266C}"/>
              </a:ext>
            </a:extLst>
          </p:cNvPr>
          <p:cNvGrpSpPr/>
          <p:nvPr/>
        </p:nvGrpSpPr>
        <p:grpSpPr>
          <a:xfrm>
            <a:off x="7959193" y="2974054"/>
            <a:ext cx="721206" cy="609701"/>
            <a:chOff x="10243575" y="88412"/>
            <a:chExt cx="871904" cy="748695"/>
          </a:xfrm>
        </p:grpSpPr>
        <p:sp>
          <p:nvSpPr>
            <p:cNvPr id="460" name="Rectangle 459">
              <a:hlinkHover r:id="" action="ppaction://noaction" highlightClick="1"/>
              <a:extLst>
                <a:ext uri="{FF2B5EF4-FFF2-40B4-BE49-F238E27FC236}">
                  <a16:creationId xmlns:a16="http://schemas.microsoft.com/office/drawing/2014/main" id="{8E27110D-AD6D-3766-E288-5EB6DF95EC01}"/>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sp>
          <p:nvSpPr>
            <p:cNvPr id="461" name="Diamond 460">
              <a:extLst>
                <a:ext uri="{FF2B5EF4-FFF2-40B4-BE49-F238E27FC236}">
                  <a16:creationId xmlns:a16="http://schemas.microsoft.com/office/drawing/2014/main" id="{192C1E09-0131-A15B-B9D6-FFDB6B095AAE}"/>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2" name="Oval 461">
              <a:extLst>
                <a:ext uri="{FF2B5EF4-FFF2-40B4-BE49-F238E27FC236}">
                  <a16:creationId xmlns:a16="http://schemas.microsoft.com/office/drawing/2014/main" id="{3FD40B67-9402-D064-C607-7C9BE104315F}"/>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63" name="Group 462">
            <a:extLst>
              <a:ext uri="{FF2B5EF4-FFF2-40B4-BE49-F238E27FC236}">
                <a16:creationId xmlns:a16="http://schemas.microsoft.com/office/drawing/2014/main" id="{6F7DC2CF-4223-1B59-75F9-CBC7D5DAE906}"/>
              </a:ext>
            </a:extLst>
          </p:cNvPr>
          <p:cNvGrpSpPr/>
          <p:nvPr/>
        </p:nvGrpSpPr>
        <p:grpSpPr>
          <a:xfrm>
            <a:off x="8795237" y="2974054"/>
            <a:ext cx="721206" cy="609701"/>
            <a:chOff x="10243575" y="88412"/>
            <a:chExt cx="871904" cy="748695"/>
          </a:xfrm>
        </p:grpSpPr>
        <p:sp>
          <p:nvSpPr>
            <p:cNvPr id="464" name="Rectangle 463">
              <a:hlinkHover r:id="" action="ppaction://noaction" highlightClick="1"/>
              <a:extLst>
                <a:ext uri="{FF2B5EF4-FFF2-40B4-BE49-F238E27FC236}">
                  <a16:creationId xmlns:a16="http://schemas.microsoft.com/office/drawing/2014/main" id="{BF806241-1F33-3D41-7BC9-87C6BFE1B477}"/>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465" name="Diamond 464">
              <a:extLst>
                <a:ext uri="{FF2B5EF4-FFF2-40B4-BE49-F238E27FC236}">
                  <a16:creationId xmlns:a16="http://schemas.microsoft.com/office/drawing/2014/main" id="{B6522916-F3AE-B21F-D4AD-A119A44CFD45}"/>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6" name="Oval 465">
              <a:extLst>
                <a:ext uri="{FF2B5EF4-FFF2-40B4-BE49-F238E27FC236}">
                  <a16:creationId xmlns:a16="http://schemas.microsoft.com/office/drawing/2014/main" id="{1682B53D-F127-19C3-C164-998A0B4945BE}"/>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73" name="Group 472">
            <a:extLst>
              <a:ext uri="{FF2B5EF4-FFF2-40B4-BE49-F238E27FC236}">
                <a16:creationId xmlns:a16="http://schemas.microsoft.com/office/drawing/2014/main" id="{E326B92B-8E39-BD02-9A53-6E3D8648EC84}"/>
              </a:ext>
            </a:extLst>
          </p:cNvPr>
          <p:cNvGrpSpPr/>
          <p:nvPr/>
        </p:nvGrpSpPr>
        <p:grpSpPr>
          <a:xfrm>
            <a:off x="5442072" y="811556"/>
            <a:ext cx="728206" cy="609701"/>
            <a:chOff x="7262509" y="909114"/>
            <a:chExt cx="880366" cy="748695"/>
          </a:xfrm>
        </p:grpSpPr>
        <p:sp>
          <p:nvSpPr>
            <p:cNvPr id="474" name="Rectangle 473">
              <a:extLst>
                <a:ext uri="{FF2B5EF4-FFF2-40B4-BE49-F238E27FC236}">
                  <a16:creationId xmlns:a16="http://schemas.microsoft.com/office/drawing/2014/main" id="{67298B27-0A22-A304-8808-4BF8E7890B38}"/>
                </a:ext>
              </a:extLst>
            </p:cNvPr>
            <p:cNvSpPr/>
            <p:nvPr/>
          </p:nvSpPr>
          <p:spPr>
            <a:xfrm>
              <a:off x="726250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475" name="Rectangle 474">
              <a:extLst>
                <a:ext uri="{FF2B5EF4-FFF2-40B4-BE49-F238E27FC236}">
                  <a16:creationId xmlns:a16="http://schemas.microsoft.com/office/drawing/2014/main" id="{1D30550F-6FDC-E294-CAFC-6D3169031750}"/>
                </a:ext>
              </a:extLst>
            </p:cNvPr>
            <p:cNvSpPr/>
            <p:nvPr/>
          </p:nvSpPr>
          <p:spPr>
            <a:xfrm flipV="1">
              <a:off x="8021749"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6" name="Oval 15">
              <a:extLst>
                <a:ext uri="{FF2B5EF4-FFF2-40B4-BE49-F238E27FC236}">
                  <a16:creationId xmlns:a16="http://schemas.microsoft.com/office/drawing/2014/main" id="{1D98F618-7ECE-A8B3-4C9E-D8F17FA6D31A}"/>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77" name="Straight Connector 476">
              <a:extLst>
                <a:ext uri="{FF2B5EF4-FFF2-40B4-BE49-F238E27FC236}">
                  <a16:creationId xmlns:a16="http://schemas.microsoft.com/office/drawing/2014/main" id="{1291C78F-DAA6-B678-0B61-D5B07DFF142E}"/>
                </a:ext>
              </a:extLst>
            </p:cNvPr>
            <p:cNvCxnSpPr>
              <a:cxnSpLocks/>
              <a:stCxn id="476" idx="0"/>
            </p:cNvCxnSpPr>
            <p:nvPr/>
          </p:nvCxnSpPr>
          <p:spPr>
            <a:xfrm flipV="1">
              <a:off x="8061748"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78" name="Straight Connector 477">
              <a:extLst>
                <a:ext uri="{FF2B5EF4-FFF2-40B4-BE49-F238E27FC236}">
                  <a16:creationId xmlns:a16="http://schemas.microsoft.com/office/drawing/2014/main" id="{97EC70E7-685F-7409-5A30-E658236B9290}"/>
                </a:ext>
              </a:extLst>
            </p:cNvPr>
            <p:cNvCxnSpPr>
              <a:cxnSpLocks/>
            </p:cNvCxnSpPr>
            <p:nvPr/>
          </p:nvCxnSpPr>
          <p:spPr>
            <a:xfrm>
              <a:off x="8068662"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79" name="Group 478">
            <a:extLst>
              <a:ext uri="{FF2B5EF4-FFF2-40B4-BE49-F238E27FC236}">
                <a16:creationId xmlns:a16="http://schemas.microsoft.com/office/drawing/2014/main" id="{50636ADD-EC16-E2D9-D3A2-2D51459B6D17}"/>
              </a:ext>
            </a:extLst>
          </p:cNvPr>
          <p:cNvGrpSpPr/>
          <p:nvPr/>
        </p:nvGrpSpPr>
        <p:grpSpPr>
          <a:xfrm>
            <a:off x="6284590" y="811556"/>
            <a:ext cx="721206" cy="609701"/>
            <a:chOff x="8253594" y="909114"/>
            <a:chExt cx="871904" cy="748695"/>
          </a:xfrm>
        </p:grpSpPr>
        <p:sp>
          <p:nvSpPr>
            <p:cNvPr id="480" name="Rectangle 479">
              <a:hlinkHover r:id="" action="ppaction://noaction" highlightClick="1"/>
              <a:extLst>
                <a:ext uri="{FF2B5EF4-FFF2-40B4-BE49-F238E27FC236}">
                  <a16:creationId xmlns:a16="http://schemas.microsoft.com/office/drawing/2014/main" id="{7CE5E921-A39A-2FB5-73DD-8040C21AD2F6}"/>
                </a:ext>
              </a:extLst>
            </p:cNvPr>
            <p:cNvSpPr/>
            <p:nvPr/>
          </p:nvSpPr>
          <p:spPr>
            <a:xfrm>
              <a:off x="825359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481" name="Right Triangle 480">
              <a:extLst>
                <a:ext uri="{FF2B5EF4-FFF2-40B4-BE49-F238E27FC236}">
                  <a16:creationId xmlns:a16="http://schemas.microsoft.com/office/drawing/2014/main" id="{0E3450AA-9DEA-7B2D-4CE8-6F761EF15FF7}"/>
                </a:ext>
              </a:extLst>
            </p:cNvPr>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2" name="Oval 27">
              <a:extLst>
                <a:ext uri="{FF2B5EF4-FFF2-40B4-BE49-F238E27FC236}">
                  <a16:creationId xmlns:a16="http://schemas.microsoft.com/office/drawing/2014/main" id="{00F9D0D3-8723-7D92-607E-563D736AD329}"/>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3" name="Oval 28">
              <a:extLst>
                <a:ext uri="{FF2B5EF4-FFF2-40B4-BE49-F238E27FC236}">
                  <a16:creationId xmlns:a16="http://schemas.microsoft.com/office/drawing/2014/main" id="{14E39061-2884-D710-9604-E45179AE6A95}"/>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89" name="Group 488">
            <a:extLst>
              <a:ext uri="{FF2B5EF4-FFF2-40B4-BE49-F238E27FC236}">
                <a16:creationId xmlns:a16="http://schemas.microsoft.com/office/drawing/2014/main" id="{0F3002B2-C98B-AC6F-5A4C-918B39BFF268}"/>
              </a:ext>
            </a:extLst>
          </p:cNvPr>
          <p:cNvGrpSpPr/>
          <p:nvPr/>
        </p:nvGrpSpPr>
        <p:grpSpPr>
          <a:xfrm>
            <a:off x="7957576" y="811556"/>
            <a:ext cx="721206" cy="609701"/>
            <a:chOff x="4289254" y="909114"/>
            <a:chExt cx="871904" cy="748695"/>
          </a:xfrm>
        </p:grpSpPr>
        <p:sp>
          <p:nvSpPr>
            <p:cNvPr id="490" name="Rectangle 489">
              <a:extLst>
                <a:ext uri="{FF2B5EF4-FFF2-40B4-BE49-F238E27FC236}">
                  <a16:creationId xmlns:a16="http://schemas.microsoft.com/office/drawing/2014/main" id="{3B86A2EE-35A5-3504-BFCC-F8B8F93177C9}"/>
                </a:ext>
              </a:extLst>
            </p:cNvPr>
            <p:cNvSpPr/>
            <p:nvPr/>
          </p:nvSpPr>
          <p:spPr>
            <a:xfrm>
              <a:off x="4289254"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491" name="Rectangle 490">
              <a:extLst>
                <a:ext uri="{FF2B5EF4-FFF2-40B4-BE49-F238E27FC236}">
                  <a16:creationId xmlns:a16="http://schemas.microsoft.com/office/drawing/2014/main" id="{7AC85369-0A89-5C7D-BB93-6323B33B64FF}"/>
                </a:ext>
              </a:extLst>
            </p:cNvPr>
            <p:cNvSpPr/>
            <p:nvPr/>
          </p:nvSpPr>
          <p:spPr>
            <a:xfrm flipV="1">
              <a:off x="5036005"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2" name="Oval 15">
              <a:extLst>
                <a:ext uri="{FF2B5EF4-FFF2-40B4-BE49-F238E27FC236}">
                  <a16:creationId xmlns:a16="http://schemas.microsoft.com/office/drawing/2014/main" id="{5AF53DDB-E032-D274-C6A0-EBE9ED7D6EE2}"/>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93" name="Straight Connector 492">
              <a:extLst>
                <a:ext uri="{FF2B5EF4-FFF2-40B4-BE49-F238E27FC236}">
                  <a16:creationId xmlns:a16="http://schemas.microsoft.com/office/drawing/2014/main" id="{94AF6473-1B17-0C4A-E455-A612D4FA9ACA}"/>
                </a:ext>
              </a:extLst>
            </p:cNvPr>
            <p:cNvCxnSpPr>
              <a:cxnSpLocks/>
              <a:stCxn id="492" idx="0"/>
            </p:cNvCxnSpPr>
            <p:nvPr/>
          </p:nvCxnSpPr>
          <p:spPr>
            <a:xfrm flipV="1">
              <a:off x="5076004"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94" name="Straight Connector 493">
              <a:extLst>
                <a:ext uri="{FF2B5EF4-FFF2-40B4-BE49-F238E27FC236}">
                  <a16:creationId xmlns:a16="http://schemas.microsoft.com/office/drawing/2014/main" id="{03C71CEA-ABCC-1505-038C-E7D5590D3EFB}"/>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03" name="Group 502">
            <a:extLst>
              <a:ext uri="{FF2B5EF4-FFF2-40B4-BE49-F238E27FC236}">
                <a16:creationId xmlns:a16="http://schemas.microsoft.com/office/drawing/2014/main" id="{82FB0F8A-517A-FD70-00DE-2351063F7D16}"/>
              </a:ext>
            </a:extLst>
          </p:cNvPr>
          <p:cNvGrpSpPr/>
          <p:nvPr/>
        </p:nvGrpSpPr>
        <p:grpSpPr>
          <a:xfrm>
            <a:off x="11356238" y="90836"/>
            <a:ext cx="721206" cy="609701"/>
            <a:chOff x="11226844" y="88412"/>
            <a:chExt cx="871904" cy="748695"/>
          </a:xfrm>
        </p:grpSpPr>
        <p:sp>
          <p:nvSpPr>
            <p:cNvPr id="504" name="Rectangle 503">
              <a:hlinkHover r:id="" action="ppaction://noaction" highlightClick="1"/>
              <a:extLst>
                <a:ext uri="{FF2B5EF4-FFF2-40B4-BE49-F238E27FC236}">
                  <a16:creationId xmlns:a16="http://schemas.microsoft.com/office/drawing/2014/main" id="{857A331B-3C12-4742-3A64-150B5F17F775}"/>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505" name="Oval 504">
              <a:extLst>
                <a:ext uri="{FF2B5EF4-FFF2-40B4-BE49-F238E27FC236}">
                  <a16:creationId xmlns:a16="http://schemas.microsoft.com/office/drawing/2014/main" id="{746CFB2F-B8B9-DA3C-07D5-D2A4C83F03B7}"/>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6" name="Isosceles Triangle 648">
              <a:extLst>
                <a:ext uri="{FF2B5EF4-FFF2-40B4-BE49-F238E27FC236}">
                  <a16:creationId xmlns:a16="http://schemas.microsoft.com/office/drawing/2014/main" id="{9149465D-909A-DF7F-2FEA-C9214D6DB33F}"/>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07" name="Group 506">
            <a:extLst>
              <a:ext uri="{FF2B5EF4-FFF2-40B4-BE49-F238E27FC236}">
                <a16:creationId xmlns:a16="http://schemas.microsoft.com/office/drawing/2014/main" id="{454D079E-2E7C-137E-5108-9DB0FB0B3F67}"/>
              </a:ext>
            </a:extLst>
          </p:cNvPr>
          <p:cNvGrpSpPr/>
          <p:nvPr/>
        </p:nvGrpSpPr>
        <p:grpSpPr>
          <a:xfrm>
            <a:off x="11356238" y="3694774"/>
            <a:ext cx="721206" cy="609701"/>
            <a:chOff x="11335787" y="4191133"/>
            <a:chExt cx="710037" cy="609701"/>
          </a:xfrm>
        </p:grpSpPr>
        <p:sp>
          <p:nvSpPr>
            <p:cNvPr id="508" name="Rectangle 507">
              <a:hlinkHover r:id="" action="ppaction://noaction" highlightClick="1"/>
              <a:extLst>
                <a:ext uri="{FF2B5EF4-FFF2-40B4-BE49-F238E27FC236}">
                  <a16:creationId xmlns:a16="http://schemas.microsoft.com/office/drawing/2014/main" id="{5E68AADE-C163-10CE-2254-B0E1C4852FE4}"/>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509" name="Oval 508">
              <a:extLst>
                <a:ext uri="{FF2B5EF4-FFF2-40B4-BE49-F238E27FC236}">
                  <a16:creationId xmlns:a16="http://schemas.microsoft.com/office/drawing/2014/main" id="{40BDA253-881D-C4F8-6AD3-7CA54BDD8DAF}"/>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0" name="Isosceles Triangle 648">
              <a:extLst>
                <a:ext uri="{FF2B5EF4-FFF2-40B4-BE49-F238E27FC236}">
                  <a16:creationId xmlns:a16="http://schemas.microsoft.com/office/drawing/2014/main" id="{23A3C54D-882A-F599-7C3E-6BEFCA7F106A}"/>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1" name="Group 510">
            <a:extLst>
              <a:ext uri="{FF2B5EF4-FFF2-40B4-BE49-F238E27FC236}">
                <a16:creationId xmlns:a16="http://schemas.microsoft.com/office/drawing/2014/main" id="{5785AD29-DE77-8437-A8ED-2322D17471E2}"/>
              </a:ext>
            </a:extLst>
          </p:cNvPr>
          <p:cNvGrpSpPr/>
          <p:nvPr/>
        </p:nvGrpSpPr>
        <p:grpSpPr>
          <a:xfrm>
            <a:off x="9657689" y="4419620"/>
            <a:ext cx="721206" cy="609701"/>
            <a:chOff x="11226844" y="5012622"/>
            <a:chExt cx="871904" cy="748695"/>
          </a:xfrm>
        </p:grpSpPr>
        <p:sp>
          <p:nvSpPr>
            <p:cNvPr id="512" name="Rectangle 511">
              <a:hlinkHover r:id="" action="ppaction://noaction" highlightClick="1"/>
              <a:extLst>
                <a:ext uri="{FF2B5EF4-FFF2-40B4-BE49-F238E27FC236}">
                  <a16:creationId xmlns:a16="http://schemas.microsoft.com/office/drawing/2014/main" id="{1FB13CD2-45D3-F62A-C1EC-6BD20F535947}"/>
                </a:ext>
              </a:extLst>
            </p:cNvPr>
            <p:cNvSpPr/>
            <p:nvPr/>
          </p:nvSpPr>
          <p:spPr>
            <a:xfrm>
              <a:off x="1122684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513" name="Oval 512">
              <a:extLst>
                <a:ext uri="{FF2B5EF4-FFF2-40B4-BE49-F238E27FC236}">
                  <a16:creationId xmlns:a16="http://schemas.microsoft.com/office/drawing/2014/main" id="{BB92F168-1FDB-F2CF-B9D1-8E3E67B5DB8F}"/>
                </a:ext>
              </a:extLst>
            </p:cNvPr>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4" name="Isosceles Triangle 648">
              <a:extLst>
                <a:ext uri="{FF2B5EF4-FFF2-40B4-BE49-F238E27FC236}">
                  <a16:creationId xmlns:a16="http://schemas.microsoft.com/office/drawing/2014/main" id="{80A818E3-8AAF-B7BE-5412-7BF893E3009A}"/>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5" name="Group 514">
            <a:extLst>
              <a:ext uri="{FF2B5EF4-FFF2-40B4-BE49-F238E27FC236}">
                <a16:creationId xmlns:a16="http://schemas.microsoft.com/office/drawing/2014/main" id="{F23F8280-FBC8-B8DC-F074-48CD1D1D0841}"/>
              </a:ext>
            </a:extLst>
          </p:cNvPr>
          <p:cNvGrpSpPr/>
          <p:nvPr/>
        </p:nvGrpSpPr>
        <p:grpSpPr>
          <a:xfrm>
            <a:off x="10506964" y="4419620"/>
            <a:ext cx="721206" cy="609701"/>
            <a:chOff x="11226844" y="88412"/>
            <a:chExt cx="871904" cy="748695"/>
          </a:xfrm>
        </p:grpSpPr>
        <p:sp>
          <p:nvSpPr>
            <p:cNvPr id="516" name="Rectangle 515">
              <a:hlinkHover r:id="" action="ppaction://noaction" highlightClick="1"/>
              <a:extLst>
                <a:ext uri="{FF2B5EF4-FFF2-40B4-BE49-F238E27FC236}">
                  <a16:creationId xmlns:a16="http://schemas.microsoft.com/office/drawing/2014/main" id="{42DED084-48E2-1502-FF7D-E820C240DE1F}"/>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517" name="Oval 516">
              <a:extLst>
                <a:ext uri="{FF2B5EF4-FFF2-40B4-BE49-F238E27FC236}">
                  <a16:creationId xmlns:a16="http://schemas.microsoft.com/office/drawing/2014/main" id="{2EF84498-6953-8BE6-F12B-C606FFDADD44}"/>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8" name="Isosceles Triangle 648">
              <a:extLst>
                <a:ext uri="{FF2B5EF4-FFF2-40B4-BE49-F238E27FC236}">
                  <a16:creationId xmlns:a16="http://schemas.microsoft.com/office/drawing/2014/main" id="{E06DE741-7B74-D50E-CCF5-F4D509CE6450}"/>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9" name="Group 518">
            <a:extLst>
              <a:ext uri="{FF2B5EF4-FFF2-40B4-BE49-F238E27FC236}">
                <a16:creationId xmlns:a16="http://schemas.microsoft.com/office/drawing/2014/main" id="{A81746D0-EFF4-FEEF-3056-21096E438070}"/>
              </a:ext>
            </a:extLst>
          </p:cNvPr>
          <p:cNvGrpSpPr/>
          <p:nvPr/>
        </p:nvGrpSpPr>
        <p:grpSpPr>
          <a:xfrm>
            <a:off x="11355999" y="4416261"/>
            <a:ext cx="721206" cy="609701"/>
            <a:chOff x="11226844" y="88412"/>
            <a:chExt cx="871904" cy="748695"/>
          </a:xfrm>
        </p:grpSpPr>
        <p:sp>
          <p:nvSpPr>
            <p:cNvPr id="520" name="Rectangle 519">
              <a:hlinkHover r:id="" action="ppaction://noaction" highlightClick="1"/>
              <a:extLst>
                <a:ext uri="{FF2B5EF4-FFF2-40B4-BE49-F238E27FC236}">
                  <a16:creationId xmlns:a16="http://schemas.microsoft.com/office/drawing/2014/main" id="{9929E37A-1986-4A4F-E3F3-5DD465F87589}"/>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521" name="Oval 520">
              <a:extLst>
                <a:ext uri="{FF2B5EF4-FFF2-40B4-BE49-F238E27FC236}">
                  <a16:creationId xmlns:a16="http://schemas.microsoft.com/office/drawing/2014/main" id="{643F7DE2-A81D-5AEB-8DE5-6D080F1AC966}"/>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2" name="Isosceles Triangle 648">
              <a:extLst>
                <a:ext uri="{FF2B5EF4-FFF2-40B4-BE49-F238E27FC236}">
                  <a16:creationId xmlns:a16="http://schemas.microsoft.com/office/drawing/2014/main" id="{74BD60E6-2C9D-37D1-B3BB-EEDE4DC7D7DF}"/>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3" name="Group 522">
            <a:extLst>
              <a:ext uri="{FF2B5EF4-FFF2-40B4-BE49-F238E27FC236}">
                <a16:creationId xmlns:a16="http://schemas.microsoft.com/office/drawing/2014/main" id="{C6990ACC-8989-246F-A254-F561D6345209}"/>
              </a:ext>
            </a:extLst>
          </p:cNvPr>
          <p:cNvGrpSpPr/>
          <p:nvPr/>
        </p:nvGrpSpPr>
        <p:grpSpPr>
          <a:xfrm>
            <a:off x="8808522" y="4416261"/>
            <a:ext cx="721206" cy="609701"/>
            <a:chOff x="11226844" y="88412"/>
            <a:chExt cx="871904" cy="748695"/>
          </a:xfrm>
        </p:grpSpPr>
        <p:sp>
          <p:nvSpPr>
            <p:cNvPr id="524" name="Rectangle 523">
              <a:hlinkHover r:id="" action="ppaction://noaction" highlightClick="1"/>
              <a:extLst>
                <a:ext uri="{FF2B5EF4-FFF2-40B4-BE49-F238E27FC236}">
                  <a16:creationId xmlns:a16="http://schemas.microsoft.com/office/drawing/2014/main" id="{A27F6661-F21F-06CD-6ED3-3747DBC79EF2}"/>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525" name="Oval 524">
              <a:extLst>
                <a:ext uri="{FF2B5EF4-FFF2-40B4-BE49-F238E27FC236}">
                  <a16:creationId xmlns:a16="http://schemas.microsoft.com/office/drawing/2014/main" id="{97C95E4B-4F6A-3677-A825-3E5767C2D6CE}"/>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6" name="Isosceles Triangle 648">
              <a:extLst>
                <a:ext uri="{FF2B5EF4-FFF2-40B4-BE49-F238E27FC236}">
                  <a16:creationId xmlns:a16="http://schemas.microsoft.com/office/drawing/2014/main" id="{DFA14D87-1CFF-C78D-BC15-EB3A7D6053FB}"/>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7" name="Group 526">
            <a:extLst>
              <a:ext uri="{FF2B5EF4-FFF2-40B4-BE49-F238E27FC236}">
                <a16:creationId xmlns:a16="http://schemas.microsoft.com/office/drawing/2014/main" id="{9037C391-A7DB-B828-13A1-5C021E0C57F7}"/>
              </a:ext>
            </a:extLst>
          </p:cNvPr>
          <p:cNvGrpSpPr/>
          <p:nvPr/>
        </p:nvGrpSpPr>
        <p:grpSpPr>
          <a:xfrm>
            <a:off x="10509575" y="5141013"/>
            <a:ext cx="721206" cy="609701"/>
            <a:chOff x="11226844" y="88412"/>
            <a:chExt cx="871904" cy="748695"/>
          </a:xfrm>
        </p:grpSpPr>
        <p:sp>
          <p:nvSpPr>
            <p:cNvPr id="528" name="Rectangle 527">
              <a:hlinkHover r:id="" action="ppaction://noaction" highlightClick="1"/>
              <a:extLst>
                <a:ext uri="{FF2B5EF4-FFF2-40B4-BE49-F238E27FC236}">
                  <a16:creationId xmlns:a16="http://schemas.microsoft.com/office/drawing/2014/main" id="{65ABA71F-967E-5A51-70EB-4199A26D9A9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529" name="Oval 528">
              <a:extLst>
                <a:ext uri="{FF2B5EF4-FFF2-40B4-BE49-F238E27FC236}">
                  <a16:creationId xmlns:a16="http://schemas.microsoft.com/office/drawing/2014/main" id="{AD82C6BC-F35F-9806-FB6C-14F02F41302F}"/>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0" name="Isosceles Triangle 648">
              <a:extLst>
                <a:ext uri="{FF2B5EF4-FFF2-40B4-BE49-F238E27FC236}">
                  <a16:creationId xmlns:a16="http://schemas.microsoft.com/office/drawing/2014/main" id="{0DBFAFCF-6688-7858-984E-A94891357FF2}"/>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1" name="Group 530">
            <a:extLst>
              <a:ext uri="{FF2B5EF4-FFF2-40B4-BE49-F238E27FC236}">
                <a16:creationId xmlns:a16="http://schemas.microsoft.com/office/drawing/2014/main" id="{AC32F2A0-3065-3F8E-1176-3E9B013CED2D}"/>
              </a:ext>
            </a:extLst>
          </p:cNvPr>
          <p:cNvGrpSpPr/>
          <p:nvPr/>
        </p:nvGrpSpPr>
        <p:grpSpPr>
          <a:xfrm>
            <a:off x="9651074" y="5143363"/>
            <a:ext cx="721206" cy="609701"/>
            <a:chOff x="10235764" y="4191922"/>
            <a:chExt cx="871904" cy="748695"/>
          </a:xfrm>
        </p:grpSpPr>
        <p:sp>
          <p:nvSpPr>
            <p:cNvPr id="532" name="Rectangle 531">
              <a:hlinkHover r:id="" action="ppaction://noaction" highlightClick="1"/>
              <a:extLst>
                <a:ext uri="{FF2B5EF4-FFF2-40B4-BE49-F238E27FC236}">
                  <a16:creationId xmlns:a16="http://schemas.microsoft.com/office/drawing/2014/main" id="{EA37C6C3-C825-C579-A28F-970AD688D1A9}"/>
                </a:ext>
              </a:extLst>
            </p:cNvPr>
            <p:cNvSpPr/>
            <p:nvPr/>
          </p:nvSpPr>
          <p:spPr>
            <a:xfrm>
              <a:off x="1023576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533" name="Oval 532">
              <a:extLst>
                <a:ext uri="{FF2B5EF4-FFF2-40B4-BE49-F238E27FC236}">
                  <a16:creationId xmlns:a16="http://schemas.microsoft.com/office/drawing/2014/main" id="{3BA3FA75-6A22-EE6B-4B8F-C5A2AE291BB2}"/>
                </a:ext>
              </a:extLst>
            </p:cNvPr>
            <p:cNvSpPr/>
            <p:nvPr/>
          </p:nvSpPr>
          <p:spPr>
            <a:xfrm>
              <a:off x="10933601"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4" name="Isosceles Triangle 648">
              <a:extLst>
                <a:ext uri="{FF2B5EF4-FFF2-40B4-BE49-F238E27FC236}">
                  <a16:creationId xmlns:a16="http://schemas.microsoft.com/office/drawing/2014/main" id="{BB13D878-4351-6539-178A-B2B013770710}"/>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5" name="Group 534">
            <a:extLst>
              <a:ext uri="{FF2B5EF4-FFF2-40B4-BE49-F238E27FC236}">
                <a16:creationId xmlns:a16="http://schemas.microsoft.com/office/drawing/2014/main" id="{C7EB93A1-5A09-6E18-95C0-FA2DD1234A40}"/>
              </a:ext>
            </a:extLst>
          </p:cNvPr>
          <p:cNvGrpSpPr/>
          <p:nvPr/>
        </p:nvGrpSpPr>
        <p:grpSpPr>
          <a:xfrm>
            <a:off x="9657610" y="3698227"/>
            <a:ext cx="721206" cy="609701"/>
            <a:chOff x="11226844" y="4191922"/>
            <a:chExt cx="871904" cy="748695"/>
          </a:xfrm>
        </p:grpSpPr>
        <p:sp>
          <p:nvSpPr>
            <p:cNvPr id="536" name="Rectangle 535">
              <a:hlinkHover r:id="" action="ppaction://noaction" highlightClick="1"/>
              <a:extLst>
                <a:ext uri="{FF2B5EF4-FFF2-40B4-BE49-F238E27FC236}">
                  <a16:creationId xmlns:a16="http://schemas.microsoft.com/office/drawing/2014/main" id="{E6A2780A-AB69-285D-B39C-FE31C6E5B564}"/>
                </a:ext>
              </a:extLst>
            </p:cNvPr>
            <p:cNvSpPr/>
            <p:nvPr/>
          </p:nvSpPr>
          <p:spPr>
            <a:xfrm>
              <a:off x="1122684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537" name="Oval 536">
              <a:extLst>
                <a:ext uri="{FF2B5EF4-FFF2-40B4-BE49-F238E27FC236}">
                  <a16:creationId xmlns:a16="http://schemas.microsoft.com/office/drawing/2014/main" id="{9E41AB68-D050-8E55-4108-82878A2BFBE3}"/>
                </a:ext>
              </a:extLst>
            </p:cNvPr>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8" name="Isosceles Triangle 648">
              <a:extLst>
                <a:ext uri="{FF2B5EF4-FFF2-40B4-BE49-F238E27FC236}">
                  <a16:creationId xmlns:a16="http://schemas.microsoft.com/office/drawing/2014/main" id="{94DD2787-6B22-7902-1FC6-1767476652C6}"/>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9" name="Group 538">
            <a:extLst>
              <a:ext uri="{FF2B5EF4-FFF2-40B4-BE49-F238E27FC236}">
                <a16:creationId xmlns:a16="http://schemas.microsoft.com/office/drawing/2014/main" id="{322F073A-AAAB-EF49-5250-9B2193A3E256}"/>
              </a:ext>
            </a:extLst>
          </p:cNvPr>
          <p:cNvGrpSpPr/>
          <p:nvPr/>
        </p:nvGrpSpPr>
        <p:grpSpPr>
          <a:xfrm>
            <a:off x="10506924" y="3698227"/>
            <a:ext cx="721206" cy="609701"/>
            <a:chOff x="11226844" y="88412"/>
            <a:chExt cx="871904" cy="748695"/>
          </a:xfrm>
        </p:grpSpPr>
        <p:sp>
          <p:nvSpPr>
            <p:cNvPr id="540" name="Rectangle 539">
              <a:hlinkHover r:id="" action="ppaction://noaction" highlightClick="1"/>
              <a:extLst>
                <a:ext uri="{FF2B5EF4-FFF2-40B4-BE49-F238E27FC236}">
                  <a16:creationId xmlns:a16="http://schemas.microsoft.com/office/drawing/2014/main" id="{93E21EFE-04BB-654D-E1D4-94ED1D9C5CD2}"/>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541" name="Oval 540">
              <a:extLst>
                <a:ext uri="{FF2B5EF4-FFF2-40B4-BE49-F238E27FC236}">
                  <a16:creationId xmlns:a16="http://schemas.microsoft.com/office/drawing/2014/main" id="{D079585B-79AB-7751-619A-54E58632A544}"/>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2" name="Isosceles Triangle 648">
              <a:extLst>
                <a:ext uri="{FF2B5EF4-FFF2-40B4-BE49-F238E27FC236}">
                  <a16:creationId xmlns:a16="http://schemas.microsoft.com/office/drawing/2014/main" id="{09036AFE-E119-E49E-0B89-17AA8079ABC4}"/>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3" name="Group 542">
            <a:extLst>
              <a:ext uri="{FF2B5EF4-FFF2-40B4-BE49-F238E27FC236}">
                <a16:creationId xmlns:a16="http://schemas.microsoft.com/office/drawing/2014/main" id="{79D4AE9B-DE9D-AB66-13F1-8055062673DC}"/>
              </a:ext>
            </a:extLst>
          </p:cNvPr>
          <p:cNvGrpSpPr/>
          <p:nvPr/>
        </p:nvGrpSpPr>
        <p:grpSpPr>
          <a:xfrm>
            <a:off x="8808415" y="5135706"/>
            <a:ext cx="721206" cy="609701"/>
            <a:chOff x="6271424" y="5012622"/>
            <a:chExt cx="871904" cy="748695"/>
          </a:xfrm>
        </p:grpSpPr>
        <p:sp>
          <p:nvSpPr>
            <p:cNvPr id="544" name="Rectangle 543">
              <a:hlinkHover r:id="" action="ppaction://noaction" highlightClick="1"/>
              <a:extLst>
                <a:ext uri="{FF2B5EF4-FFF2-40B4-BE49-F238E27FC236}">
                  <a16:creationId xmlns:a16="http://schemas.microsoft.com/office/drawing/2014/main" id="{C1B24626-80EB-B38C-7DD2-361174D72DA1}"/>
                </a:ext>
              </a:extLst>
            </p:cNvPr>
            <p:cNvSpPr/>
            <p:nvPr/>
          </p:nvSpPr>
          <p:spPr>
            <a:xfrm>
              <a:off x="627142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545" name="Oval 544">
              <a:extLst>
                <a:ext uri="{FF2B5EF4-FFF2-40B4-BE49-F238E27FC236}">
                  <a16:creationId xmlns:a16="http://schemas.microsoft.com/office/drawing/2014/main" id="{0906189B-EF62-058F-8476-5B9B5EE0C321}"/>
                </a:ext>
              </a:extLst>
            </p:cNvPr>
            <p:cNvSpPr/>
            <p:nvPr/>
          </p:nvSpPr>
          <p:spPr>
            <a:xfrm>
              <a:off x="6967630"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6" name="Isosceles Triangle 648">
              <a:extLst>
                <a:ext uri="{FF2B5EF4-FFF2-40B4-BE49-F238E27FC236}">
                  <a16:creationId xmlns:a16="http://schemas.microsoft.com/office/drawing/2014/main" id="{DCD3EA00-0EF3-60C2-D8CD-C92F0F7F34F8}"/>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61" name="Group 560">
            <a:extLst>
              <a:ext uri="{FF2B5EF4-FFF2-40B4-BE49-F238E27FC236}">
                <a16:creationId xmlns:a16="http://schemas.microsoft.com/office/drawing/2014/main" id="{7E5F869A-C5B4-1762-F605-74FEB54AB097}"/>
              </a:ext>
            </a:extLst>
          </p:cNvPr>
          <p:cNvGrpSpPr/>
          <p:nvPr/>
        </p:nvGrpSpPr>
        <p:grpSpPr>
          <a:xfrm>
            <a:off x="7957577" y="1532276"/>
            <a:ext cx="721206" cy="609701"/>
            <a:chOff x="9244679" y="1729815"/>
            <a:chExt cx="871904" cy="748695"/>
          </a:xfrm>
        </p:grpSpPr>
        <p:sp>
          <p:nvSpPr>
            <p:cNvPr id="562" name="Rectangle 561">
              <a:hlinkHover r:id="" action="ppaction://noaction" highlightClick="1"/>
              <a:extLst>
                <a:ext uri="{FF2B5EF4-FFF2-40B4-BE49-F238E27FC236}">
                  <a16:creationId xmlns:a16="http://schemas.microsoft.com/office/drawing/2014/main" id="{D66156BB-708E-2730-6AEE-1A6746F3C466}"/>
                </a:ext>
              </a:extLst>
            </p:cNvPr>
            <p:cNvSpPr/>
            <p:nvPr/>
          </p:nvSpPr>
          <p:spPr>
            <a:xfrm>
              <a:off x="9244679" y="1729815"/>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563" name="Rectangle 562">
              <a:extLst>
                <a:ext uri="{FF2B5EF4-FFF2-40B4-BE49-F238E27FC236}">
                  <a16:creationId xmlns:a16="http://schemas.microsoft.com/office/drawing/2014/main" id="{1DB6B15A-4ACE-63DE-CAB1-A59C32BC63C2}"/>
                </a:ext>
              </a:extLst>
            </p:cNvPr>
            <p:cNvSpPr/>
            <p:nvPr/>
          </p:nvSpPr>
          <p:spPr>
            <a:xfrm flipV="1">
              <a:off x="99870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4" name="Oval 15">
              <a:extLst>
                <a:ext uri="{FF2B5EF4-FFF2-40B4-BE49-F238E27FC236}">
                  <a16:creationId xmlns:a16="http://schemas.microsoft.com/office/drawing/2014/main" id="{68548878-66EB-6357-1E65-DD99B455E988}"/>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65" name="Straight Connector 564">
              <a:extLst>
                <a:ext uri="{FF2B5EF4-FFF2-40B4-BE49-F238E27FC236}">
                  <a16:creationId xmlns:a16="http://schemas.microsoft.com/office/drawing/2014/main" id="{56A6905D-11F6-06BE-FA36-9D42B77C6AD6}"/>
                </a:ext>
              </a:extLst>
            </p:cNvPr>
            <p:cNvCxnSpPr>
              <a:cxnSpLocks/>
              <a:stCxn id="564" idx="0"/>
            </p:cNvCxnSpPr>
            <p:nvPr/>
          </p:nvCxnSpPr>
          <p:spPr>
            <a:xfrm flipV="1">
              <a:off x="100270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66" name="Straight Connector 565">
              <a:extLst>
                <a:ext uri="{FF2B5EF4-FFF2-40B4-BE49-F238E27FC236}">
                  <a16:creationId xmlns:a16="http://schemas.microsoft.com/office/drawing/2014/main" id="{8FAD966B-185D-4CBF-4D02-0E51A41B7A45}"/>
                </a:ext>
              </a:extLst>
            </p:cNvPr>
            <p:cNvCxnSpPr>
              <a:cxnSpLocks/>
            </p:cNvCxnSpPr>
            <p:nvPr/>
          </p:nvCxnSpPr>
          <p:spPr>
            <a:xfrm>
              <a:off x="100339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67" name="Group 566">
            <a:extLst>
              <a:ext uri="{FF2B5EF4-FFF2-40B4-BE49-F238E27FC236}">
                <a16:creationId xmlns:a16="http://schemas.microsoft.com/office/drawing/2014/main" id="{1AB031D9-6DB8-B60D-FFF5-0B8C5134E246}"/>
              </a:ext>
            </a:extLst>
          </p:cNvPr>
          <p:cNvGrpSpPr/>
          <p:nvPr/>
        </p:nvGrpSpPr>
        <p:grpSpPr>
          <a:xfrm>
            <a:off x="9656908" y="1532276"/>
            <a:ext cx="721206" cy="609701"/>
            <a:chOff x="11226844" y="1729816"/>
            <a:chExt cx="871904" cy="748695"/>
          </a:xfrm>
        </p:grpSpPr>
        <p:sp>
          <p:nvSpPr>
            <p:cNvPr id="568" name="Rectangle 567">
              <a:extLst>
                <a:ext uri="{FF2B5EF4-FFF2-40B4-BE49-F238E27FC236}">
                  <a16:creationId xmlns:a16="http://schemas.microsoft.com/office/drawing/2014/main" id="{9AD5FAE8-3258-0FC9-7A85-BAC0F9B302D0}"/>
                </a:ext>
              </a:extLst>
            </p:cNvPr>
            <p:cNvSpPr/>
            <p:nvPr/>
          </p:nvSpPr>
          <p:spPr>
            <a:xfrm>
              <a:off x="1122684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69" name="Rectangle 568">
              <a:extLst>
                <a:ext uri="{FF2B5EF4-FFF2-40B4-BE49-F238E27FC236}">
                  <a16:creationId xmlns:a16="http://schemas.microsoft.com/office/drawing/2014/main" id="{1A22112F-B981-C426-E88F-896021C63B83}"/>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0" name="Oval 15">
              <a:extLst>
                <a:ext uri="{FF2B5EF4-FFF2-40B4-BE49-F238E27FC236}">
                  <a16:creationId xmlns:a16="http://schemas.microsoft.com/office/drawing/2014/main" id="{FABDC933-2819-4605-7511-F9EF64A51EAC}"/>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71" name="Straight Connector 570">
              <a:extLst>
                <a:ext uri="{FF2B5EF4-FFF2-40B4-BE49-F238E27FC236}">
                  <a16:creationId xmlns:a16="http://schemas.microsoft.com/office/drawing/2014/main" id="{237F2D2D-86BB-F2FD-AFD9-44CA82A38D50}"/>
                </a:ext>
              </a:extLst>
            </p:cNvPr>
            <p:cNvCxnSpPr>
              <a:cxnSpLocks/>
              <a:stCxn id="570"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72" name="Straight Connector 571">
              <a:extLst>
                <a:ext uri="{FF2B5EF4-FFF2-40B4-BE49-F238E27FC236}">
                  <a16:creationId xmlns:a16="http://schemas.microsoft.com/office/drawing/2014/main" id="{24588BA7-443A-1A8F-D8B3-A0851BE6B4CD}"/>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01" name="Group 600">
            <a:extLst>
              <a:ext uri="{FF2B5EF4-FFF2-40B4-BE49-F238E27FC236}">
                <a16:creationId xmlns:a16="http://schemas.microsoft.com/office/drawing/2014/main" id="{E83E2FC1-CD4F-B194-E4AB-254890C09909}"/>
              </a:ext>
            </a:extLst>
          </p:cNvPr>
          <p:cNvGrpSpPr/>
          <p:nvPr/>
        </p:nvGrpSpPr>
        <p:grpSpPr>
          <a:xfrm>
            <a:off x="11356238" y="811556"/>
            <a:ext cx="721206" cy="609701"/>
            <a:chOff x="11226844" y="88412"/>
            <a:chExt cx="871904" cy="748695"/>
          </a:xfrm>
        </p:grpSpPr>
        <p:sp>
          <p:nvSpPr>
            <p:cNvPr id="602" name="Rectangle 601">
              <a:hlinkHover r:id="" action="ppaction://noaction" highlightClick="1"/>
              <a:extLst>
                <a:ext uri="{FF2B5EF4-FFF2-40B4-BE49-F238E27FC236}">
                  <a16:creationId xmlns:a16="http://schemas.microsoft.com/office/drawing/2014/main" id="{A7DCEE83-EC18-EDF5-3CB3-BDC9E7EFC10A}"/>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603" name="Oval 602">
              <a:extLst>
                <a:ext uri="{FF2B5EF4-FFF2-40B4-BE49-F238E27FC236}">
                  <a16:creationId xmlns:a16="http://schemas.microsoft.com/office/drawing/2014/main" id="{A24A1CE6-5D7C-B3BC-04BC-8141E5C3E859}"/>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4" name="Isosceles Triangle 648">
              <a:extLst>
                <a:ext uri="{FF2B5EF4-FFF2-40B4-BE49-F238E27FC236}">
                  <a16:creationId xmlns:a16="http://schemas.microsoft.com/office/drawing/2014/main" id="{A365321E-0A5C-3A78-ACEA-160C88D12FB1}"/>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05" name="Group 604">
            <a:extLst>
              <a:ext uri="{FF2B5EF4-FFF2-40B4-BE49-F238E27FC236}">
                <a16:creationId xmlns:a16="http://schemas.microsoft.com/office/drawing/2014/main" id="{801350FD-46B1-9044-D5F6-9CA1814FE9ED}"/>
              </a:ext>
            </a:extLst>
          </p:cNvPr>
          <p:cNvGrpSpPr/>
          <p:nvPr/>
        </p:nvGrpSpPr>
        <p:grpSpPr>
          <a:xfrm>
            <a:off x="8807242" y="811556"/>
            <a:ext cx="721206" cy="609701"/>
            <a:chOff x="10235764" y="909114"/>
            <a:chExt cx="871904" cy="748695"/>
          </a:xfrm>
        </p:grpSpPr>
        <p:sp>
          <p:nvSpPr>
            <p:cNvPr id="606" name="Rectangle 605">
              <a:hlinkHover r:id="" action="ppaction://noaction" highlightClick="1"/>
              <a:extLst>
                <a:ext uri="{FF2B5EF4-FFF2-40B4-BE49-F238E27FC236}">
                  <a16:creationId xmlns:a16="http://schemas.microsoft.com/office/drawing/2014/main" id="{95621E93-D852-A3DE-D981-B8DEDBA59550}"/>
                </a:ext>
              </a:extLst>
            </p:cNvPr>
            <p:cNvSpPr/>
            <p:nvPr/>
          </p:nvSpPr>
          <p:spPr>
            <a:xfrm>
              <a:off x="10235764" y="909114"/>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607" name="Diamond 606">
              <a:extLst>
                <a:ext uri="{FF2B5EF4-FFF2-40B4-BE49-F238E27FC236}">
                  <a16:creationId xmlns:a16="http://schemas.microsoft.com/office/drawing/2014/main" id="{82E40440-80E1-3F52-260F-C10E250F963A}"/>
                </a:ext>
              </a:extLst>
            </p:cNvPr>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8" name="Oval 607">
              <a:extLst>
                <a:ext uri="{FF2B5EF4-FFF2-40B4-BE49-F238E27FC236}">
                  <a16:creationId xmlns:a16="http://schemas.microsoft.com/office/drawing/2014/main" id="{9B933A3D-B374-6C2D-6333-7428C0E534AB}"/>
                </a:ext>
              </a:extLst>
            </p:cNvPr>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09" name="Group 608">
            <a:extLst>
              <a:ext uri="{FF2B5EF4-FFF2-40B4-BE49-F238E27FC236}">
                <a16:creationId xmlns:a16="http://schemas.microsoft.com/office/drawing/2014/main" id="{B0B04D41-8D6D-62D3-B126-E825E428F4B4}"/>
              </a:ext>
            </a:extLst>
          </p:cNvPr>
          <p:cNvGrpSpPr/>
          <p:nvPr/>
        </p:nvGrpSpPr>
        <p:grpSpPr>
          <a:xfrm>
            <a:off x="8808415" y="3705984"/>
            <a:ext cx="721206" cy="609701"/>
            <a:chOff x="10235764" y="1729816"/>
            <a:chExt cx="871904" cy="748695"/>
          </a:xfrm>
        </p:grpSpPr>
        <p:sp>
          <p:nvSpPr>
            <p:cNvPr id="610" name="Rectangle 609">
              <a:hlinkHover r:id="" action="ppaction://noaction" highlightClick="1"/>
              <a:extLst>
                <a:ext uri="{FF2B5EF4-FFF2-40B4-BE49-F238E27FC236}">
                  <a16:creationId xmlns:a16="http://schemas.microsoft.com/office/drawing/2014/main" id="{9486E8E6-5CDC-3A28-42E6-CA0278E2750E}"/>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611" name="Oval 610">
              <a:extLst>
                <a:ext uri="{FF2B5EF4-FFF2-40B4-BE49-F238E27FC236}">
                  <a16:creationId xmlns:a16="http://schemas.microsoft.com/office/drawing/2014/main" id="{BCA50DA8-2A94-4591-BAD2-20C6983F9E32}"/>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2" name="Isosceles Triangle 648">
              <a:extLst>
                <a:ext uri="{FF2B5EF4-FFF2-40B4-BE49-F238E27FC236}">
                  <a16:creationId xmlns:a16="http://schemas.microsoft.com/office/drawing/2014/main" id="{9CFEE0E1-61C1-A7BA-42E5-65EFC5031E1B}"/>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13" name="Group 612">
            <a:extLst>
              <a:ext uri="{FF2B5EF4-FFF2-40B4-BE49-F238E27FC236}">
                <a16:creationId xmlns:a16="http://schemas.microsoft.com/office/drawing/2014/main" id="{833F596C-8313-87FC-D323-2C3161B662EE}"/>
              </a:ext>
            </a:extLst>
          </p:cNvPr>
          <p:cNvGrpSpPr/>
          <p:nvPr/>
        </p:nvGrpSpPr>
        <p:grpSpPr>
          <a:xfrm>
            <a:off x="431659" y="90836"/>
            <a:ext cx="721206" cy="609701"/>
            <a:chOff x="325745" y="88412"/>
            <a:chExt cx="871904" cy="748695"/>
          </a:xfrm>
        </p:grpSpPr>
        <p:sp>
          <p:nvSpPr>
            <p:cNvPr id="614" name="Rectangle 613">
              <a:extLst>
                <a:ext uri="{FF2B5EF4-FFF2-40B4-BE49-F238E27FC236}">
                  <a16:creationId xmlns:a16="http://schemas.microsoft.com/office/drawing/2014/main" id="{C947E8F0-D376-0961-F019-3CBF095B04D7}"/>
                </a:ext>
              </a:extLst>
            </p:cNvPr>
            <p:cNvSpPr/>
            <p:nvPr/>
          </p:nvSpPr>
          <p:spPr>
            <a:xfrm>
              <a:off x="325745"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615" name="Rectangle 614">
              <a:extLst>
                <a:ext uri="{FF2B5EF4-FFF2-40B4-BE49-F238E27FC236}">
                  <a16:creationId xmlns:a16="http://schemas.microsoft.com/office/drawing/2014/main" id="{053D9FDF-B475-F696-CABB-76B9F97F3AC7}"/>
                </a:ext>
              </a:extLst>
            </p:cNvPr>
            <p:cNvSpPr/>
            <p:nvPr/>
          </p:nvSpPr>
          <p:spPr>
            <a:xfrm flipV="1">
              <a:off x="1076521" y="88412"/>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6" name="Oval 15">
              <a:extLst>
                <a:ext uri="{FF2B5EF4-FFF2-40B4-BE49-F238E27FC236}">
                  <a16:creationId xmlns:a16="http://schemas.microsoft.com/office/drawing/2014/main" id="{7A118C41-871B-31E8-F915-8038A9D71034}"/>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17" name="Straight Connector 616">
              <a:extLst>
                <a:ext uri="{FF2B5EF4-FFF2-40B4-BE49-F238E27FC236}">
                  <a16:creationId xmlns:a16="http://schemas.microsoft.com/office/drawing/2014/main" id="{773BAA89-CE5F-FF78-01C5-4F5F35388A9D}"/>
                </a:ext>
              </a:extLst>
            </p:cNvPr>
            <p:cNvCxnSpPr>
              <a:cxnSpLocks/>
              <a:stCxn id="616" idx="0"/>
            </p:cNvCxnSpPr>
            <p:nvPr/>
          </p:nvCxnSpPr>
          <p:spPr>
            <a:xfrm flipV="1">
              <a:off x="1116520" y="105005"/>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18" name="Straight Connector 617">
              <a:extLst>
                <a:ext uri="{FF2B5EF4-FFF2-40B4-BE49-F238E27FC236}">
                  <a16:creationId xmlns:a16="http://schemas.microsoft.com/office/drawing/2014/main" id="{29A30407-3CF0-DDBC-61D4-F5C9B6EAF9B6}"/>
                </a:ext>
              </a:extLst>
            </p:cNvPr>
            <p:cNvCxnSpPr>
              <a:cxnSpLocks/>
            </p:cNvCxnSpPr>
            <p:nvPr/>
          </p:nvCxnSpPr>
          <p:spPr>
            <a:xfrm>
              <a:off x="1123434" y="105005"/>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19" name="Group 618">
            <a:extLst>
              <a:ext uri="{FF2B5EF4-FFF2-40B4-BE49-F238E27FC236}">
                <a16:creationId xmlns:a16="http://schemas.microsoft.com/office/drawing/2014/main" id="{045ABA69-E32F-020C-C809-6C74FB376F79}"/>
              </a:ext>
            </a:extLst>
          </p:cNvPr>
          <p:cNvGrpSpPr/>
          <p:nvPr/>
        </p:nvGrpSpPr>
        <p:grpSpPr>
          <a:xfrm>
            <a:off x="1267284" y="90836"/>
            <a:ext cx="721206" cy="609701"/>
            <a:chOff x="1315999" y="88412"/>
            <a:chExt cx="871904" cy="748695"/>
          </a:xfrm>
        </p:grpSpPr>
        <p:sp>
          <p:nvSpPr>
            <p:cNvPr id="620" name="Rectangle 619">
              <a:extLst>
                <a:ext uri="{FF2B5EF4-FFF2-40B4-BE49-F238E27FC236}">
                  <a16:creationId xmlns:a16="http://schemas.microsoft.com/office/drawing/2014/main" id="{E8405CDA-70C8-796B-C109-8B5C44D2C098}"/>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621" name="Rectangle 620">
              <a:extLst>
                <a:ext uri="{FF2B5EF4-FFF2-40B4-BE49-F238E27FC236}">
                  <a16:creationId xmlns:a16="http://schemas.microsoft.com/office/drawing/2014/main" id="{2948BC06-7F07-EE4E-6496-0604CD608F9E}"/>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2" name="Oval 15">
              <a:extLst>
                <a:ext uri="{FF2B5EF4-FFF2-40B4-BE49-F238E27FC236}">
                  <a16:creationId xmlns:a16="http://schemas.microsoft.com/office/drawing/2014/main" id="{7896E59B-A673-237A-8FE8-9E57C1E2B703}"/>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23" name="Straight Connector 622">
              <a:extLst>
                <a:ext uri="{FF2B5EF4-FFF2-40B4-BE49-F238E27FC236}">
                  <a16:creationId xmlns:a16="http://schemas.microsoft.com/office/drawing/2014/main" id="{CACF3E33-68AF-C83E-37B1-D0148C7789DB}"/>
                </a:ext>
              </a:extLst>
            </p:cNvPr>
            <p:cNvCxnSpPr>
              <a:cxnSpLocks/>
              <a:stCxn id="622"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24" name="Straight Connector 623">
              <a:extLst>
                <a:ext uri="{FF2B5EF4-FFF2-40B4-BE49-F238E27FC236}">
                  <a16:creationId xmlns:a16="http://schemas.microsoft.com/office/drawing/2014/main" id="{4123C370-7F6F-BD9C-3BF5-B01D88B83CCE}"/>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25" name="Group 624">
            <a:extLst>
              <a:ext uri="{FF2B5EF4-FFF2-40B4-BE49-F238E27FC236}">
                <a16:creationId xmlns:a16="http://schemas.microsoft.com/office/drawing/2014/main" id="{81B67243-D6C8-92BC-79FF-48E92E82AB6E}"/>
              </a:ext>
            </a:extLst>
          </p:cNvPr>
          <p:cNvGrpSpPr/>
          <p:nvPr/>
        </p:nvGrpSpPr>
        <p:grpSpPr>
          <a:xfrm>
            <a:off x="2102909" y="90836"/>
            <a:ext cx="721206" cy="609701"/>
            <a:chOff x="1315999" y="88412"/>
            <a:chExt cx="871904" cy="748695"/>
          </a:xfrm>
        </p:grpSpPr>
        <p:sp>
          <p:nvSpPr>
            <p:cNvPr id="626" name="Rectangle 625">
              <a:extLst>
                <a:ext uri="{FF2B5EF4-FFF2-40B4-BE49-F238E27FC236}">
                  <a16:creationId xmlns:a16="http://schemas.microsoft.com/office/drawing/2014/main" id="{303EADF2-B284-86B8-E32E-9658157D78B1}"/>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627" name="Rectangle 626">
              <a:extLst>
                <a:ext uri="{FF2B5EF4-FFF2-40B4-BE49-F238E27FC236}">
                  <a16:creationId xmlns:a16="http://schemas.microsoft.com/office/drawing/2014/main" id="{6F5E29F3-F3A1-24FA-1B41-19108264CB62}"/>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8" name="Oval 15">
              <a:extLst>
                <a:ext uri="{FF2B5EF4-FFF2-40B4-BE49-F238E27FC236}">
                  <a16:creationId xmlns:a16="http://schemas.microsoft.com/office/drawing/2014/main" id="{20F1DE97-A075-1E6F-909B-C60FD451BD9F}"/>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29" name="Straight Connector 628">
              <a:extLst>
                <a:ext uri="{FF2B5EF4-FFF2-40B4-BE49-F238E27FC236}">
                  <a16:creationId xmlns:a16="http://schemas.microsoft.com/office/drawing/2014/main" id="{FDBD82A9-A8DD-EAFB-DFC6-B93DF4FDE330}"/>
                </a:ext>
              </a:extLst>
            </p:cNvPr>
            <p:cNvCxnSpPr>
              <a:cxnSpLocks/>
              <a:stCxn id="628"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30" name="Straight Connector 629">
              <a:extLst>
                <a:ext uri="{FF2B5EF4-FFF2-40B4-BE49-F238E27FC236}">
                  <a16:creationId xmlns:a16="http://schemas.microsoft.com/office/drawing/2014/main" id="{4F367D2C-6DD1-6FEA-BFE3-EFB79FA8C375}"/>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31" name="Group 630">
            <a:extLst>
              <a:ext uri="{FF2B5EF4-FFF2-40B4-BE49-F238E27FC236}">
                <a16:creationId xmlns:a16="http://schemas.microsoft.com/office/drawing/2014/main" id="{6981139C-5585-ECDE-A5A7-407A6D111A84}"/>
              </a:ext>
            </a:extLst>
          </p:cNvPr>
          <p:cNvGrpSpPr/>
          <p:nvPr/>
        </p:nvGrpSpPr>
        <p:grpSpPr>
          <a:xfrm>
            <a:off x="1269622" y="4419620"/>
            <a:ext cx="721206" cy="609701"/>
            <a:chOff x="4289254" y="5012622"/>
            <a:chExt cx="871904" cy="748695"/>
          </a:xfrm>
        </p:grpSpPr>
        <p:sp>
          <p:nvSpPr>
            <p:cNvPr id="632" name="Rectangle 631">
              <a:extLst>
                <a:ext uri="{FF2B5EF4-FFF2-40B4-BE49-F238E27FC236}">
                  <a16:creationId xmlns:a16="http://schemas.microsoft.com/office/drawing/2014/main" id="{E905A075-4D17-7BEB-E6C4-72C94DD03A48}"/>
                </a:ext>
              </a:extLst>
            </p:cNvPr>
            <p:cNvSpPr/>
            <p:nvPr/>
          </p:nvSpPr>
          <p:spPr>
            <a:xfrm>
              <a:off x="4289254"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633" name="Cylinder 632">
              <a:extLst>
                <a:ext uri="{FF2B5EF4-FFF2-40B4-BE49-F238E27FC236}">
                  <a16:creationId xmlns:a16="http://schemas.microsoft.com/office/drawing/2014/main" id="{56544B84-7758-D313-BC0E-24439572714A}"/>
                </a:ext>
              </a:extLst>
            </p:cNvPr>
            <p:cNvSpPr/>
            <p:nvPr/>
          </p:nvSpPr>
          <p:spPr>
            <a:xfrm>
              <a:off x="5072324"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34" name="Group 633">
            <a:extLst>
              <a:ext uri="{FF2B5EF4-FFF2-40B4-BE49-F238E27FC236}">
                <a16:creationId xmlns:a16="http://schemas.microsoft.com/office/drawing/2014/main" id="{30E6B7D8-5FE7-94CE-30D2-CCC8892DD359}"/>
              </a:ext>
            </a:extLst>
          </p:cNvPr>
          <p:cNvGrpSpPr/>
          <p:nvPr/>
        </p:nvGrpSpPr>
        <p:grpSpPr>
          <a:xfrm>
            <a:off x="432838" y="4419620"/>
            <a:ext cx="721206" cy="609701"/>
            <a:chOff x="3298169" y="5012622"/>
            <a:chExt cx="871904" cy="748695"/>
          </a:xfrm>
        </p:grpSpPr>
        <p:sp>
          <p:nvSpPr>
            <p:cNvPr id="635" name="Rectangle 634">
              <a:extLst>
                <a:ext uri="{FF2B5EF4-FFF2-40B4-BE49-F238E27FC236}">
                  <a16:creationId xmlns:a16="http://schemas.microsoft.com/office/drawing/2014/main" id="{5A3132FB-47B2-174B-D174-F05B77B06956}"/>
                </a:ext>
              </a:extLst>
            </p:cNvPr>
            <p:cNvSpPr/>
            <p:nvPr/>
          </p:nvSpPr>
          <p:spPr>
            <a:xfrm>
              <a:off x="3298169"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636" name="Cylinder 635">
              <a:extLst>
                <a:ext uri="{FF2B5EF4-FFF2-40B4-BE49-F238E27FC236}">
                  <a16:creationId xmlns:a16="http://schemas.microsoft.com/office/drawing/2014/main" id="{91F007DD-3B9D-72B1-D959-32121A648204}"/>
                </a:ext>
              </a:extLst>
            </p:cNvPr>
            <p:cNvSpPr/>
            <p:nvPr/>
          </p:nvSpPr>
          <p:spPr>
            <a:xfrm>
              <a:off x="4081239"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37" name="Group 636">
            <a:extLst>
              <a:ext uri="{FF2B5EF4-FFF2-40B4-BE49-F238E27FC236}">
                <a16:creationId xmlns:a16="http://schemas.microsoft.com/office/drawing/2014/main" id="{CABFCB33-C6B6-ADED-7B5C-DC55B39AC534}"/>
              </a:ext>
            </a:extLst>
          </p:cNvPr>
          <p:cNvGrpSpPr/>
          <p:nvPr/>
        </p:nvGrpSpPr>
        <p:grpSpPr>
          <a:xfrm>
            <a:off x="1268463" y="5141013"/>
            <a:ext cx="721206" cy="609701"/>
            <a:chOff x="4289254" y="4191922"/>
            <a:chExt cx="871904" cy="748695"/>
          </a:xfrm>
        </p:grpSpPr>
        <p:sp>
          <p:nvSpPr>
            <p:cNvPr id="638" name="Rectangle 637">
              <a:extLst>
                <a:ext uri="{FF2B5EF4-FFF2-40B4-BE49-F238E27FC236}">
                  <a16:creationId xmlns:a16="http://schemas.microsoft.com/office/drawing/2014/main" id="{706B50DE-7BAC-4438-8E97-AAEBA318C990}"/>
                </a:ext>
              </a:extLst>
            </p:cNvPr>
            <p:cNvSpPr/>
            <p:nvPr/>
          </p:nvSpPr>
          <p:spPr>
            <a:xfrm>
              <a:off x="4289254"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639" name="Cylinder 638">
              <a:extLst>
                <a:ext uri="{FF2B5EF4-FFF2-40B4-BE49-F238E27FC236}">
                  <a16:creationId xmlns:a16="http://schemas.microsoft.com/office/drawing/2014/main" id="{5DB0E7C0-B2A3-379D-8F27-3A1E9AEF160A}"/>
                </a:ext>
              </a:extLst>
            </p:cNvPr>
            <p:cNvSpPr/>
            <p:nvPr/>
          </p:nvSpPr>
          <p:spPr>
            <a:xfrm>
              <a:off x="5072324"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40" name="Group 639">
            <a:extLst>
              <a:ext uri="{FF2B5EF4-FFF2-40B4-BE49-F238E27FC236}">
                <a16:creationId xmlns:a16="http://schemas.microsoft.com/office/drawing/2014/main" id="{63687221-B774-31F6-0EB7-8C239A40F4A4}"/>
              </a:ext>
            </a:extLst>
          </p:cNvPr>
          <p:cNvGrpSpPr/>
          <p:nvPr/>
        </p:nvGrpSpPr>
        <p:grpSpPr>
          <a:xfrm>
            <a:off x="431294" y="5141013"/>
            <a:ext cx="721206" cy="609701"/>
            <a:chOff x="3298169" y="4191922"/>
            <a:chExt cx="871904" cy="748695"/>
          </a:xfrm>
        </p:grpSpPr>
        <p:sp>
          <p:nvSpPr>
            <p:cNvPr id="641" name="Rectangle 640">
              <a:extLst>
                <a:ext uri="{FF2B5EF4-FFF2-40B4-BE49-F238E27FC236}">
                  <a16:creationId xmlns:a16="http://schemas.microsoft.com/office/drawing/2014/main" id="{AAC3C5B4-DE40-89EB-97DD-8A8408F49DCA}"/>
                </a:ext>
              </a:extLst>
            </p:cNvPr>
            <p:cNvSpPr/>
            <p:nvPr/>
          </p:nvSpPr>
          <p:spPr>
            <a:xfrm>
              <a:off x="3298169"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642" name="Cylinder 641">
              <a:extLst>
                <a:ext uri="{FF2B5EF4-FFF2-40B4-BE49-F238E27FC236}">
                  <a16:creationId xmlns:a16="http://schemas.microsoft.com/office/drawing/2014/main" id="{9B796892-B2D2-0899-1C78-28F23F3EF0BF}"/>
                </a:ext>
              </a:extLst>
            </p:cNvPr>
            <p:cNvSpPr/>
            <p:nvPr/>
          </p:nvSpPr>
          <p:spPr>
            <a:xfrm>
              <a:off x="4081239"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43" name="Group 642">
            <a:extLst>
              <a:ext uri="{FF2B5EF4-FFF2-40B4-BE49-F238E27FC236}">
                <a16:creationId xmlns:a16="http://schemas.microsoft.com/office/drawing/2014/main" id="{A19B17A6-34D3-4A40-C42E-3095C0627302}"/>
              </a:ext>
            </a:extLst>
          </p:cNvPr>
          <p:cNvGrpSpPr/>
          <p:nvPr/>
        </p:nvGrpSpPr>
        <p:grpSpPr>
          <a:xfrm>
            <a:off x="431659" y="3698227"/>
            <a:ext cx="721206" cy="609701"/>
            <a:chOff x="1315999" y="3370808"/>
            <a:chExt cx="871904" cy="748695"/>
          </a:xfrm>
        </p:grpSpPr>
        <p:sp>
          <p:nvSpPr>
            <p:cNvPr id="644" name="Rectangle 643">
              <a:extLst>
                <a:ext uri="{FF2B5EF4-FFF2-40B4-BE49-F238E27FC236}">
                  <a16:creationId xmlns:a16="http://schemas.microsoft.com/office/drawing/2014/main" id="{461EE928-9A18-613A-966E-94939ACD33F1}"/>
                </a:ext>
              </a:extLst>
            </p:cNvPr>
            <p:cNvSpPr/>
            <p:nvPr/>
          </p:nvSpPr>
          <p:spPr>
            <a:xfrm>
              <a:off x="131599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645" name="Right Triangle 644">
              <a:extLst>
                <a:ext uri="{FF2B5EF4-FFF2-40B4-BE49-F238E27FC236}">
                  <a16:creationId xmlns:a16="http://schemas.microsoft.com/office/drawing/2014/main" id="{F5AD5856-DA09-3C67-2174-D0D1BCEA171C}"/>
                </a:ext>
              </a:extLst>
            </p:cNvPr>
            <p:cNvSpPr/>
            <p:nvPr/>
          </p:nvSpPr>
          <p:spPr>
            <a:xfrm rot="10800000">
              <a:off x="2046390"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6" name="Group 645">
              <a:extLst>
                <a:ext uri="{FF2B5EF4-FFF2-40B4-BE49-F238E27FC236}">
                  <a16:creationId xmlns:a16="http://schemas.microsoft.com/office/drawing/2014/main" id="{0A4E1D87-B473-F848-0165-8A46EDB36886}"/>
                </a:ext>
              </a:extLst>
            </p:cNvPr>
            <p:cNvGrpSpPr/>
            <p:nvPr/>
          </p:nvGrpSpPr>
          <p:grpSpPr>
            <a:xfrm>
              <a:off x="2126717" y="3380672"/>
              <a:ext cx="45719" cy="75385"/>
              <a:chOff x="3883481" y="2057400"/>
              <a:chExt cx="1608363" cy="2652031"/>
            </a:xfrm>
            <a:solidFill>
              <a:srgbClr val="A6A6A6"/>
            </a:solidFill>
          </p:grpSpPr>
          <p:sp>
            <p:nvSpPr>
              <p:cNvPr id="647" name="Oval 27">
                <a:extLst>
                  <a:ext uri="{FF2B5EF4-FFF2-40B4-BE49-F238E27FC236}">
                    <a16:creationId xmlns:a16="http://schemas.microsoft.com/office/drawing/2014/main" id="{4CC0B07A-B7BC-7226-C8D2-6389E1BB0A4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8" name="Oval 28">
                <a:extLst>
                  <a:ext uri="{FF2B5EF4-FFF2-40B4-BE49-F238E27FC236}">
                    <a16:creationId xmlns:a16="http://schemas.microsoft.com/office/drawing/2014/main" id="{D1745754-F977-AF43-4455-34605298CF4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49" name="Group 648">
            <a:extLst>
              <a:ext uri="{FF2B5EF4-FFF2-40B4-BE49-F238E27FC236}">
                <a16:creationId xmlns:a16="http://schemas.microsoft.com/office/drawing/2014/main" id="{A60F5F06-A80D-1FFD-0B19-9DB12F80427B}"/>
              </a:ext>
            </a:extLst>
          </p:cNvPr>
          <p:cNvGrpSpPr/>
          <p:nvPr/>
        </p:nvGrpSpPr>
        <p:grpSpPr>
          <a:xfrm>
            <a:off x="2942396" y="3698227"/>
            <a:ext cx="721206" cy="609701"/>
            <a:chOff x="3298169" y="3370808"/>
            <a:chExt cx="871904" cy="748695"/>
          </a:xfrm>
        </p:grpSpPr>
        <p:sp>
          <p:nvSpPr>
            <p:cNvPr id="650" name="Rectangle 649">
              <a:extLst>
                <a:ext uri="{FF2B5EF4-FFF2-40B4-BE49-F238E27FC236}">
                  <a16:creationId xmlns:a16="http://schemas.microsoft.com/office/drawing/2014/main" id="{82B63948-1952-EA74-4317-76F0A7BE77DF}"/>
                </a:ext>
              </a:extLst>
            </p:cNvPr>
            <p:cNvSpPr/>
            <p:nvPr/>
          </p:nvSpPr>
          <p:spPr>
            <a:xfrm>
              <a:off x="329816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651" name="Right Triangle 650">
              <a:extLst>
                <a:ext uri="{FF2B5EF4-FFF2-40B4-BE49-F238E27FC236}">
                  <a16:creationId xmlns:a16="http://schemas.microsoft.com/office/drawing/2014/main" id="{97CA206F-1396-72B5-A9F4-75BD18670DB7}"/>
                </a:ext>
              </a:extLst>
            </p:cNvPr>
            <p:cNvSpPr/>
            <p:nvPr/>
          </p:nvSpPr>
          <p:spPr>
            <a:xfrm rot="10800000">
              <a:off x="4022248"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52" name="Group 651">
              <a:extLst>
                <a:ext uri="{FF2B5EF4-FFF2-40B4-BE49-F238E27FC236}">
                  <a16:creationId xmlns:a16="http://schemas.microsoft.com/office/drawing/2014/main" id="{99EAACC0-BDFD-BB40-4D74-E83A0F404E3E}"/>
                </a:ext>
              </a:extLst>
            </p:cNvPr>
            <p:cNvGrpSpPr/>
            <p:nvPr/>
          </p:nvGrpSpPr>
          <p:grpSpPr>
            <a:xfrm>
              <a:off x="4102575" y="3389004"/>
              <a:ext cx="45719" cy="75385"/>
              <a:chOff x="3883481" y="2057400"/>
              <a:chExt cx="1608363" cy="2652031"/>
            </a:xfrm>
            <a:solidFill>
              <a:srgbClr val="A6A6A6"/>
            </a:solidFill>
          </p:grpSpPr>
          <p:sp>
            <p:nvSpPr>
              <p:cNvPr id="653" name="Oval 27">
                <a:extLst>
                  <a:ext uri="{FF2B5EF4-FFF2-40B4-BE49-F238E27FC236}">
                    <a16:creationId xmlns:a16="http://schemas.microsoft.com/office/drawing/2014/main" id="{CEA5887D-93D1-44F4-06D4-AAA034ADBE8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4" name="Oval 28">
                <a:extLst>
                  <a:ext uri="{FF2B5EF4-FFF2-40B4-BE49-F238E27FC236}">
                    <a16:creationId xmlns:a16="http://schemas.microsoft.com/office/drawing/2014/main" id="{276491E4-805F-14AA-E73A-A066B2DC71E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71" name="Group 670">
            <a:extLst>
              <a:ext uri="{FF2B5EF4-FFF2-40B4-BE49-F238E27FC236}">
                <a16:creationId xmlns:a16="http://schemas.microsoft.com/office/drawing/2014/main" id="{51C3A06F-D7E6-E960-47D2-534AA576BBDF}"/>
              </a:ext>
            </a:extLst>
          </p:cNvPr>
          <p:cNvGrpSpPr/>
          <p:nvPr/>
        </p:nvGrpSpPr>
        <p:grpSpPr>
          <a:xfrm>
            <a:off x="2105709" y="3698227"/>
            <a:ext cx="721206" cy="610374"/>
            <a:chOff x="1315999" y="4191098"/>
            <a:chExt cx="871904" cy="749519"/>
          </a:xfrm>
        </p:grpSpPr>
        <p:sp>
          <p:nvSpPr>
            <p:cNvPr id="672" name="Rectangle 671">
              <a:extLst>
                <a:ext uri="{FF2B5EF4-FFF2-40B4-BE49-F238E27FC236}">
                  <a16:creationId xmlns:a16="http://schemas.microsoft.com/office/drawing/2014/main" id="{53C81FE8-0598-1CD5-6F17-72775C671B92}"/>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673" name="Right Triangle 672">
              <a:extLst>
                <a:ext uri="{FF2B5EF4-FFF2-40B4-BE49-F238E27FC236}">
                  <a16:creationId xmlns:a16="http://schemas.microsoft.com/office/drawing/2014/main" id="{22AFFA21-102F-BF85-4DB6-005EF8F4DB9B}"/>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74" name="Group 673">
              <a:extLst>
                <a:ext uri="{FF2B5EF4-FFF2-40B4-BE49-F238E27FC236}">
                  <a16:creationId xmlns:a16="http://schemas.microsoft.com/office/drawing/2014/main" id="{20BCD2E7-308F-7C5C-9CF5-81896A81A9E8}"/>
                </a:ext>
              </a:extLst>
            </p:cNvPr>
            <p:cNvGrpSpPr/>
            <p:nvPr/>
          </p:nvGrpSpPr>
          <p:grpSpPr>
            <a:xfrm>
              <a:off x="2126717" y="4198579"/>
              <a:ext cx="45719" cy="75385"/>
              <a:chOff x="3883481" y="2057400"/>
              <a:chExt cx="1608363" cy="2652031"/>
            </a:xfrm>
            <a:solidFill>
              <a:srgbClr val="A6A6A6"/>
            </a:solidFill>
          </p:grpSpPr>
          <p:sp>
            <p:nvSpPr>
              <p:cNvPr id="675" name="Oval 27">
                <a:extLst>
                  <a:ext uri="{FF2B5EF4-FFF2-40B4-BE49-F238E27FC236}">
                    <a16:creationId xmlns:a16="http://schemas.microsoft.com/office/drawing/2014/main" id="{F05933DA-403D-48EC-05FA-CF49A034143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6" name="Oval 28">
                <a:extLst>
                  <a:ext uri="{FF2B5EF4-FFF2-40B4-BE49-F238E27FC236}">
                    <a16:creationId xmlns:a16="http://schemas.microsoft.com/office/drawing/2014/main" id="{5AA40A50-F182-4E76-0B58-054ED8EB294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77" name="Group 676">
            <a:extLst>
              <a:ext uri="{FF2B5EF4-FFF2-40B4-BE49-F238E27FC236}">
                <a16:creationId xmlns:a16="http://schemas.microsoft.com/office/drawing/2014/main" id="{9437E993-7A55-C656-23CD-1AA5FCE1070E}"/>
              </a:ext>
            </a:extLst>
          </p:cNvPr>
          <p:cNvGrpSpPr/>
          <p:nvPr/>
        </p:nvGrpSpPr>
        <p:grpSpPr>
          <a:xfrm>
            <a:off x="3778363" y="2253333"/>
            <a:ext cx="721206" cy="609701"/>
            <a:chOff x="5280339" y="2550516"/>
            <a:chExt cx="871904" cy="748695"/>
          </a:xfrm>
        </p:grpSpPr>
        <p:sp>
          <p:nvSpPr>
            <p:cNvPr id="678" name="Rectangle 677">
              <a:extLst>
                <a:ext uri="{FF2B5EF4-FFF2-40B4-BE49-F238E27FC236}">
                  <a16:creationId xmlns:a16="http://schemas.microsoft.com/office/drawing/2014/main" id="{74E83D88-F61B-CA31-1F40-A3AF60D63E97}"/>
                </a:ext>
              </a:extLst>
            </p:cNvPr>
            <p:cNvSpPr/>
            <p:nvPr/>
          </p:nvSpPr>
          <p:spPr>
            <a:xfrm>
              <a:off x="5280339" y="25505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679" name="Rectangle 678">
              <a:extLst>
                <a:ext uri="{FF2B5EF4-FFF2-40B4-BE49-F238E27FC236}">
                  <a16:creationId xmlns:a16="http://schemas.microsoft.com/office/drawing/2014/main" id="{57C24944-7271-83D2-DA40-276FF8552AF7}"/>
                </a:ext>
              </a:extLst>
            </p:cNvPr>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0" name="Oval 15">
              <a:extLst>
                <a:ext uri="{FF2B5EF4-FFF2-40B4-BE49-F238E27FC236}">
                  <a16:creationId xmlns:a16="http://schemas.microsoft.com/office/drawing/2014/main" id="{EBD8D7F7-8A6C-7C37-7B22-A3A2E687125D}"/>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81" name="Straight Connector 680">
              <a:extLst>
                <a:ext uri="{FF2B5EF4-FFF2-40B4-BE49-F238E27FC236}">
                  <a16:creationId xmlns:a16="http://schemas.microsoft.com/office/drawing/2014/main" id="{45ABD53C-5DBD-1118-324B-0E5B08183769}"/>
                </a:ext>
              </a:extLst>
            </p:cNvPr>
            <p:cNvCxnSpPr>
              <a:cxnSpLocks/>
              <a:stCxn id="680"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82" name="Straight Connector 681">
              <a:extLst>
                <a:ext uri="{FF2B5EF4-FFF2-40B4-BE49-F238E27FC236}">
                  <a16:creationId xmlns:a16="http://schemas.microsoft.com/office/drawing/2014/main" id="{3AB316BA-FD49-11AE-3270-599B9F6B8A2A}"/>
                </a:ext>
              </a:extLst>
            </p:cNvPr>
            <p:cNvCxnSpPr>
              <a:cxnSpLocks/>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83" name="Group 682">
            <a:extLst>
              <a:ext uri="{FF2B5EF4-FFF2-40B4-BE49-F238E27FC236}">
                <a16:creationId xmlns:a16="http://schemas.microsoft.com/office/drawing/2014/main" id="{4488F014-196F-EC94-2910-81AD49F53061}"/>
              </a:ext>
            </a:extLst>
          </p:cNvPr>
          <p:cNvGrpSpPr/>
          <p:nvPr/>
        </p:nvGrpSpPr>
        <p:grpSpPr>
          <a:xfrm>
            <a:off x="1268842" y="2253333"/>
            <a:ext cx="721206" cy="609701"/>
            <a:chOff x="1315999" y="2560818"/>
            <a:chExt cx="871904" cy="748695"/>
          </a:xfrm>
        </p:grpSpPr>
        <p:sp>
          <p:nvSpPr>
            <p:cNvPr id="684" name="Rectangle 683">
              <a:extLst>
                <a:ext uri="{FF2B5EF4-FFF2-40B4-BE49-F238E27FC236}">
                  <a16:creationId xmlns:a16="http://schemas.microsoft.com/office/drawing/2014/main" id="{74377FE0-3C82-76A6-8632-279C7404D49F}"/>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685" name="Right Triangle 684">
              <a:extLst>
                <a:ext uri="{FF2B5EF4-FFF2-40B4-BE49-F238E27FC236}">
                  <a16:creationId xmlns:a16="http://schemas.microsoft.com/office/drawing/2014/main" id="{47EC48FF-3612-F219-0B22-CA7953FA8ED1}"/>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86" name="Group 685">
              <a:extLst>
                <a:ext uri="{FF2B5EF4-FFF2-40B4-BE49-F238E27FC236}">
                  <a16:creationId xmlns:a16="http://schemas.microsoft.com/office/drawing/2014/main" id="{28FE01F0-E29C-5542-8B29-EADFD85E6FA2}"/>
                </a:ext>
              </a:extLst>
            </p:cNvPr>
            <p:cNvGrpSpPr/>
            <p:nvPr/>
          </p:nvGrpSpPr>
          <p:grpSpPr>
            <a:xfrm>
              <a:off x="2126717" y="2576032"/>
              <a:ext cx="45719" cy="75385"/>
              <a:chOff x="3883481" y="2057400"/>
              <a:chExt cx="1608363" cy="2652031"/>
            </a:xfrm>
            <a:solidFill>
              <a:srgbClr val="A6A6A6"/>
            </a:solidFill>
          </p:grpSpPr>
          <p:sp>
            <p:nvSpPr>
              <p:cNvPr id="687" name="Oval 27">
                <a:extLst>
                  <a:ext uri="{FF2B5EF4-FFF2-40B4-BE49-F238E27FC236}">
                    <a16:creationId xmlns:a16="http://schemas.microsoft.com/office/drawing/2014/main" id="{8DA4966B-36D4-A77C-99CE-B0D6EBB1470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8" name="Oval 28">
                <a:extLst>
                  <a:ext uri="{FF2B5EF4-FFF2-40B4-BE49-F238E27FC236}">
                    <a16:creationId xmlns:a16="http://schemas.microsoft.com/office/drawing/2014/main" id="{23907AA7-80CF-8DE8-D057-5E8804CA455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89" name="Group 688">
            <a:extLst>
              <a:ext uri="{FF2B5EF4-FFF2-40B4-BE49-F238E27FC236}">
                <a16:creationId xmlns:a16="http://schemas.microsoft.com/office/drawing/2014/main" id="{F21889A8-F920-9C06-8223-7E5A2798CC3C}"/>
              </a:ext>
            </a:extLst>
          </p:cNvPr>
          <p:cNvGrpSpPr/>
          <p:nvPr/>
        </p:nvGrpSpPr>
        <p:grpSpPr>
          <a:xfrm>
            <a:off x="2105349" y="2253333"/>
            <a:ext cx="721206" cy="609701"/>
            <a:chOff x="2307084" y="2560818"/>
            <a:chExt cx="871904" cy="748695"/>
          </a:xfrm>
        </p:grpSpPr>
        <p:sp>
          <p:nvSpPr>
            <p:cNvPr id="690" name="Rectangle 689">
              <a:extLst>
                <a:ext uri="{FF2B5EF4-FFF2-40B4-BE49-F238E27FC236}">
                  <a16:creationId xmlns:a16="http://schemas.microsoft.com/office/drawing/2014/main" id="{B7B0CFD8-D80C-8278-B5DA-6E0D268056A3}"/>
                </a:ext>
              </a:extLst>
            </p:cNvPr>
            <p:cNvSpPr/>
            <p:nvPr/>
          </p:nvSpPr>
          <p:spPr>
            <a:xfrm>
              <a:off x="230708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691" name="Right Triangle 690">
              <a:extLst>
                <a:ext uri="{FF2B5EF4-FFF2-40B4-BE49-F238E27FC236}">
                  <a16:creationId xmlns:a16="http://schemas.microsoft.com/office/drawing/2014/main" id="{08B9A63C-0124-D776-2594-745F884C4A94}"/>
                </a:ext>
              </a:extLst>
            </p:cNvPr>
            <p:cNvSpPr/>
            <p:nvPr/>
          </p:nvSpPr>
          <p:spPr>
            <a:xfrm rot="10800000">
              <a:off x="3031994"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2" name="Group 691">
              <a:extLst>
                <a:ext uri="{FF2B5EF4-FFF2-40B4-BE49-F238E27FC236}">
                  <a16:creationId xmlns:a16="http://schemas.microsoft.com/office/drawing/2014/main" id="{D188C88B-5276-83FB-29B3-32BA15AD3EE6}"/>
                </a:ext>
              </a:extLst>
            </p:cNvPr>
            <p:cNvGrpSpPr/>
            <p:nvPr/>
          </p:nvGrpSpPr>
          <p:grpSpPr>
            <a:xfrm>
              <a:off x="3112321" y="2575860"/>
              <a:ext cx="45719" cy="75385"/>
              <a:chOff x="3883481" y="2057400"/>
              <a:chExt cx="1608363" cy="2652031"/>
            </a:xfrm>
            <a:solidFill>
              <a:srgbClr val="A6A6A6"/>
            </a:solidFill>
          </p:grpSpPr>
          <p:sp>
            <p:nvSpPr>
              <p:cNvPr id="693" name="Oval 27">
                <a:extLst>
                  <a:ext uri="{FF2B5EF4-FFF2-40B4-BE49-F238E27FC236}">
                    <a16:creationId xmlns:a16="http://schemas.microsoft.com/office/drawing/2014/main" id="{3B007BF4-DADE-9C31-4052-EF4B335D0E7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4" name="Oval 28">
                <a:extLst>
                  <a:ext uri="{FF2B5EF4-FFF2-40B4-BE49-F238E27FC236}">
                    <a16:creationId xmlns:a16="http://schemas.microsoft.com/office/drawing/2014/main" id="{834B77D8-2D0A-94AB-996D-CBCEC79093C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95" name="Group 694">
            <a:extLst>
              <a:ext uri="{FF2B5EF4-FFF2-40B4-BE49-F238E27FC236}">
                <a16:creationId xmlns:a16="http://schemas.microsoft.com/office/drawing/2014/main" id="{8B18F894-F37E-B8C3-A095-465B8BD434BB}"/>
              </a:ext>
            </a:extLst>
          </p:cNvPr>
          <p:cNvGrpSpPr/>
          <p:nvPr/>
        </p:nvGrpSpPr>
        <p:grpSpPr>
          <a:xfrm>
            <a:off x="2941856" y="2253333"/>
            <a:ext cx="721206" cy="609701"/>
            <a:chOff x="4289254" y="2560818"/>
            <a:chExt cx="871904" cy="748695"/>
          </a:xfrm>
        </p:grpSpPr>
        <p:sp>
          <p:nvSpPr>
            <p:cNvPr id="696" name="Rectangle 695">
              <a:extLst>
                <a:ext uri="{FF2B5EF4-FFF2-40B4-BE49-F238E27FC236}">
                  <a16:creationId xmlns:a16="http://schemas.microsoft.com/office/drawing/2014/main" id="{DB533B49-4B81-B264-E1AE-591FAD93BBFB}"/>
                </a:ext>
              </a:extLst>
            </p:cNvPr>
            <p:cNvSpPr/>
            <p:nvPr/>
          </p:nvSpPr>
          <p:spPr>
            <a:xfrm>
              <a:off x="428925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697" name="Right Triangle 696">
              <a:extLst>
                <a:ext uri="{FF2B5EF4-FFF2-40B4-BE49-F238E27FC236}">
                  <a16:creationId xmlns:a16="http://schemas.microsoft.com/office/drawing/2014/main" id="{38113571-FD1C-0C6E-F90A-189A1E02F935}"/>
                </a:ext>
              </a:extLst>
            </p:cNvPr>
            <p:cNvSpPr/>
            <p:nvPr/>
          </p:nvSpPr>
          <p:spPr>
            <a:xfrm rot="10800000">
              <a:off x="5018198" y="256761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8" name="Group 697">
              <a:extLst>
                <a:ext uri="{FF2B5EF4-FFF2-40B4-BE49-F238E27FC236}">
                  <a16:creationId xmlns:a16="http://schemas.microsoft.com/office/drawing/2014/main" id="{D140A635-78BB-BCBA-C6E5-2B7915AE608C}"/>
                </a:ext>
              </a:extLst>
            </p:cNvPr>
            <p:cNvGrpSpPr/>
            <p:nvPr/>
          </p:nvGrpSpPr>
          <p:grpSpPr>
            <a:xfrm>
              <a:off x="5098525" y="2575096"/>
              <a:ext cx="45719" cy="75385"/>
              <a:chOff x="3883481" y="2057400"/>
              <a:chExt cx="1608363" cy="2652031"/>
            </a:xfrm>
            <a:solidFill>
              <a:srgbClr val="A6A6A6"/>
            </a:solidFill>
          </p:grpSpPr>
          <p:sp>
            <p:nvSpPr>
              <p:cNvPr id="699" name="Oval 27">
                <a:extLst>
                  <a:ext uri="{FF2B5EF4-FFF2-40B4-BE49-F238E27FC236}">
                    <a16:creationId xmlns:a16="http://schemas.microsoft.com/office/drawing/2014/main" id="{9E3AD415-76C4-1955-5EA1-7ADF0A0A4ED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0" name="Oval 28">
                <a:extLst>
                  <a:ext uri="{FF2B5EF4-FFF2-40B4-BE49-F238E27FC236}">
                    <a16:creationId xmlns:a16="http://schemas.microsoft.com/office/drawing/2014/main" id="{3DEB65CC-046E-340A-FB16-9329FDB39C3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01" name="Group 700">
            <a:extLst>
              <a:ext uri="{FF2B5EF4-FFF2-40B4-BE49-F238E27FC236}">
                <a16:creationId xmlns:a16="http://schemas.microsoft.com/office/drawing/2014/main" id="{BBA32483-4C9D-86E0-C833-3824015474D2}"/>
              </a:ext>
            </a:extLst>
          </p:cNvPr>
          <p:cNvGrpSpPr/>
          <p:nvPr/>
        </p:nvGrpSpPr>
        <p:grpSpPr>
          <a:xfrm>
            <a:off x="4614870" y="2253333"/>
            <a:ext cx="721206" cy="609701"/>
            <a:chOff x="6271424" y="2560818"/>
            <a:chExt cx="871904" cy="748695"/>
          </a:xfrm>
        </p:grpSpPr>
        <p:sp>
          <p:nvSpPr>
            <p:cNvPr id="702" name="Rectangle 701">
              <a:extLst>
                <a:ext uri="{FF2B5EF4-FFF2-40B4-BE49-F238E27FC236}">
                  <a16:creationId xmlns:a16="http://schemas.microsoft.com/office/drawing/2014/main" id="{6BA78623-E454-0418-2455-E85E3C982910}"/>
                </a:ext>
              </a:extLst>
            </p:cNvPr>
            <p:cNvSpPr/>
            <p:nvPr/>
          </p:nvSpPr>
          <p:spPr>
            <a:xfrm>
              <a:off x="627142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703" name="Right Triangle 702">
              <a:extLst>
                <a:ext uri="{FF2B5EF4-FFF2-40B4-BE49-F238E27FC236}">
                  <a16:creationId xmlns:a16="http://schemas.microsoft.com/office/drawing/2014/main" id="{3AE8B40A-9A55-C76D-BA78-4A47E514045B}"/>
                </a:ext>
              </a:extLst>
            </p:cNvPr>
            <p:cNvSpPr/>
            <p:nvPr/>
          </p:nvSpPr>
          <p:spPr>
            <a:xfrm rot="10800000">
              <a:off x="6996110"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04" name="Group 703">
              <a:extLst>
                <a:ext uri="{FF2B5EF4-FFF2-40B4-BE49-F238E27FC236}">
                  <a16:creationId xmlns:a16="http://schemas.microsoft.com/office/drawing/2014/main" id="{0AFFB638-29F8-B3F7-873C-7B8C27D565A5}"/>
                </a:ext>
              </a:extLst>
            </p:cNvPr>
            <p:cNvGrpSpPr/>
            <p:nvPr/>
          </p:nvGrpSpPr>
          <p:grpSpPr>
            <a:xfrm>
              <a:off x="7076437" y="2574863"/>
              <a:ext cx="45719" cy="75385"/>
              <a:chOff x="3883481" y="2057400"/>
              <a:chExt cx="1608363" cy="2652031"/>
            </a:xfrm>
            <a:solidFill>
              <a:srgbClr val="A6A6A6"/>
            </a:solidFill>
          </p:grpSpPr>
          <p:sp>
            <p:nvSpPr>
              <p:cNvPr id="705" name="Oval 27">
                <a:extLst>
                  <a:ext uri="{FF2B5EF4-FFF2-40B4-BE49-F238E27FC236}">
                    <a16:creationId xmlns:a16="http://schemas.microsoft.com/office/drawing/2014/main" id="{9232602D-DA82-9B87-8B4C-2D17F990AC7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6" name="Oval 28">
                <a:extLst>
                  <a:ext uri="{FF2B5EF4-FFF2-40B4-BE49-F238E27FC236}">
                    <a16:creationId xmlns:a16="http://schemas.microsoft.com/office/drawing/2014/main" id="{EDE15470-5413-C573-5009-2C2871A8DBF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19" name="Group 718">
            <a:extLst>
              <a:ext uri="{FF2B5EF4-FFF2-40B4-BE49-F238E27FC236}">
                <a16:creationId xmlns:a16="http://schemas.microsoft.com/office/drawing/2014/main" id="{19806A26-5905-A6A0-987A-0305C56F1525}"/>
              </a:ext>
            </a:extLst>
          </p:cNvPr>
          <p:cNvGrpSpPr/>
          <p:nvPr/>
        </p:nvGrpSpPr>
        <p:grpSpPr>
          <a:xfrm>
            <a:off x="431659" y="2253333"/>
            <a:ext cx="721893" cy="609702"/>
            <a:chOff x="324914" y="2550516"/>
            <a:chExt cx="872735" cy="748697"/>
          </a:xfrm>
        </p:grpSpPr>
        <p:sp>
          <p:nvSpPr>
            <p:cNvPr id="720" name="Rectangle 719">
              <a:hlinkHover r:id="" action="ppaction://noaction" highlightClick="1"/>
              <a:extLst>
                <a:ext uri="{FF2B5EF4-FFF2-40B4-BE49-F238E27FC236}">
                  <a16:creationId xmlns:a16="http://schemas.microsoft.com/office/drawing/2014/main" id="{4EE8B320-3778-A621-099E-917FEEFA1A47}"/>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721" name="Group 720">
              <a:extLst>
                <a:ext uri="{FF2B5EF4-FFF2-40B4-BE49-F238E27FC236}">
                  <a16:creationId xmlns:a16="http://schemas.microsoft.com/office/drawing/2014/main" id="{714E4AF9-DA7C-DD2D-4EE6-8B0D0F539947}"/>
                </a:ext>
              </a:extLst>
            </p:cNvPr>
            <p:cNvGrpSpPr/>
            <p:nvPr/>
          </p:nvGrpSpPr>
          <p:grpSpPr>
            <a:xfrm>
              <a:off x="1040599" y="2550516"/>
              <a:ext cx="157050" cy="157050"/>
              <a:chOff x="1040599" y="2550516"/>
              <a:chExt cx="157050" cy="157050"/>
            </a:xfrm>
          </p:grpSpPr>
          <p:sp>
            <p:nvSpPr>
              <p:cNvPr id="722" name="Diamond 721">
                <a:extLst>
                  <a:ext uri="{FF2B5EF4-FFF2-40B4-BE49-F238E27FC236}">
                    <a16:creationId xmlns:a16="http://schemas.microsoft.com/office/drawing/2014/main" id="{E4894BF4-B127-728E-728A-219992482EAB}"/>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3" name="Oval 722">
                <a:extLst>
                  <a:ext uri="{FF2B5EF4-FFF2-40B4-BE49-F238E27FC236}">
                    <a16:creationId xmlns:a16="http://schemas.microsoft.com/office/drawing/2014/main" id="{0E6DE9AC-283B-7F15-5735-34BF6A0EC536}"/>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28" name="Group 727">
            <a:extLst>
              <a:ext uri="{FF2B5EF4-FFF2-40B4-BE49-F238E27FC236}">
                <a16:creationId xmlns:a16="http://schemas.microsoft.com/office/drawing/2014/main" id="{EA452921-B9F7-E20F-8E97-B2E57B4A6B9F}"/>
              </a:ext>
            </a:extLst>
          </p:cNvPr>
          <p:cNvGrpSpPr/>
          <p:nvPr/>
        </p:nvGrpSpPr>
        <p:grpSpPr>
          <a:xfrm>
            <a:off x="2105349" y="1532276"/>
            <a:ext cx="721206" cy="609701"/>
            <a:chOff x="2307084" y="1729816"/>
            <a:chExt cx="871904" cy="748695"/>
          </a:xfrm>
        </p:grpSpPr>
        <p:sp>
          <p:nvSpPr>
            <p:cNvPr id="729" name="Rectangle 728">
              <a:extLst>
                <a:ext uri="{FF2B5EF4-FFF2-40B4-BE49-F238E27FC236}">
                  <a16:creationId xmlns:a16="http://schemas.microsoft.com/office/drawing/2014/main" id="{15DEF474-6154-6DBC-E012-B86FAE681AD3}"/>
                </a:ext>
              </a:extLst>
            </p:cNvPr>
            <p:cNvSpPr/>
            <p:nvPr/>
          </p:nvSpPr>
          <p:spPr>
            <a:xfrm>
              <a:off x="230708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730" name="Rectangle 729">
              <a:extLst>
                <a:ext uri="{FF2B5EF4-FFF2-40B4-BE49-F238E27FC236}">
                  <a16:creationId xmlns:a16="http://schemas.microsoft.com/office/drawing/2014/main" id="{2559FF33-CD44-A044-0715-EB2059EC8F0A}"/>
                </a:ext>
              </a:extLst>
            </p:cNvPr>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1" name="Oval 15">
              <a:extLst>
                <a:ext uri="{FF2B5EF4-FFF2-40B4-BE49-F238E27FC236}">
                  <a16:creationId xmlns:a16="http://schemas.microsoft.com/office/drawing/2014/main" id="{CEDD57DF-9CB0-2461-1FCA-EC9CE8FDEFEB}"/>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32" name="Straight Connector 731">
              <a:extLst>
                <a:ext uri="{FF2B5EF4-FFF2-40B4-BE49-F238E27FC236}">
                  <a16:creationId xmlns:a16="http://schemas.microsoft.com/office/drawing/2014/main" id="{FE1A6C81-1544-D6DE-3CC5-351516384B1C}"/>
                </a:ext>
              </a:extLst>
            </p:cNvPr>
            <p:cNvCxnSpPr>
              <a:cxnSpLocks/>
              <a:stCxn id="731"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33" name="Straight Connector 732">
              <a:extLst>
                <a:ext uri="{FF2B5EF4-FFF2-40B4-BE49-F238E27FC236}">
                  <a16:creationId xmlns:a16="http://schemas.microsoft.com/office/drawing/2014/main" id="{8F0CF34C-6671-2503-43B9-18B2AEF8F64A}"/>
                </a:ext>
              </a:extLst>
            </p:cNvPr>
            <p:cNvCxnSpPr>
              <a:cxnSpLocks/>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34" name="Group 733">
            <a:extLst>
              <a:ext uri="{FF2B5EF4-FFF2-40B4-BE49-F238E27FC236}">
                <a16:creationId xmlns:a16="http://schemas.microsoft.com/office/drawing/2014/main" id="{9CBB6018-058D-1056-4EFC-73AE40F9989F}"/>
              </a:ext>
            </a:extLst>
          </p:cNvPr>
          <p:cNvGrpSpPr/>
          <p:nvPr/>
        </p:nvGrpSpPr>
        <p:grpSpPr>
          <a:xfrm>
            <a:off x="431659" y="1532276"/>
            <a:ext cx="721893" cy="610038"/>
            <a:chOff x="324914" y="1729403"/>
            <a:chExt cx="872735" cy="749108"/>
          </a:xfrm>
        </p:grpSpPr>
        <p:sp>
          <p:nvSpPr>
            <p:cNvPr id="735" name="Rectangle 734">
              <a:extLst>
                <a:ext uri="{FF2B5EF4-FFF2-40B4-BE49-F238E27FC236}">
                  <a16:creationId xmlns:a16="http://schemas.microsoft.com/office/drawing/2014/main" id="{E9F772E6-C0B1-9783-0E0B-76F70C42E243}"/>
                </a:ext>
              </a:extLst>
            </p:cNvPr>
            <p:cNvSpPr/>
            <p:nvPr/>
          </p:nvSpPr>
          <p:spPr>
            <a:xfrm>
              <a:off x="32491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736" name="Right Triangle 735">
              <a:extLst>
                <a:ext uri="{FF2B5EF4-FFF2-40B4-BE49-F238E27FC236}">
                  <a16:creationId xmlns:a16="http://schemas.microsoft.com/office/drawing/2014/main" id="{BBA995DC-48DD-323E-EA47-E09EFE448A2D}"/>
                </a:ext>
              </a:extLst>
            </p:cNvPr>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37" name="Group 736">
              <a:extLst>
                <a:ext uri="{FF2B5EF4-FFF2-40B4-BE49-F238E27FC236}">
                  <a16:creationId xmlns:a16="http://schemas.microsoft.com/office/drawing/2014/main" id="{010B8928-3AC3-8D46-74B3-CA8C25840B58}"/>
                </a:ext>
              </a:extLst>
            </p:cNvPr>
            <p:cNvGrpSpPr/>
            <p:nvPr/>
          </p:nvGrpSpPr>
          <p:grpSpPr>
            <a:xfrm>
              <a:off x="1136463" y="1736885"/>
              <a:ext cx="45719" cy="75385"/>
              <a:chOff x="3883481" y="2057400"/>
              <a:chExt cx="1608363" cy="2652031"/>
            </a:xfrm>
            <a:solidFill>
              <a:srgbClr val="A6A6A6"/>
            </a:solidFill>
          </p:grpSpPr>
          <p:sp>
            <p:nvSpPr>
              <p:cNvPr id="738" name="Oval 27">
                <a:extLst>
                  <a:ext uri="{FF2B5EF4-FFF2-40B4-BE49-F238E27FC236}">
                    <a16:creationId xmlns:a16="http://schemas.microsoft.com/office/drawing/2014/main" id="{E59276DD-B5F4-A06C-98D7-BA8FC0039EF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9" name="Oval 28">
                <a:extLst>
                  <a:ext uri="{FF2B5EF4-FFF2-40B4-BE49-F238E27FC236}">
                    <a16:creationId xmlns:a16="http://schemas.microsoft.com/office/drawing/2014/main" id="{1BCDF501-399D-7647-9623-5E5CF8A6A22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40" name="Group 739">
            <a:extLst>
              <a:ext uri="{FF2B5EF4-FFF2-40B4-BE49-F238E27FC236}">
                <a16:creationId xmlns:a16="http://schemas.microsoft.com/office/drawing/2014/main" id="{ED5F3A74-ABE5-4265-A102-DE7C971DCB6A}"/>
              </a:ext>
            </a:extLst>
          </p:cNvPr>
          <p:cNvGrpSpPr/>
          <p:nvPr/>
        </p:nvGrpSpPr>
        <p:grpSpPr>
          <a:xfrm>
            <a:off x="1268842" y="1532276"/>
            <a:ext cx="721206" cy="610038"/>
            <a:chOff x="1315999" y="1729403"/>
            <a:chExt cx="871904" cy="749108"/>
          </a:xfrm>
        </p:grpSpPr>
        <p:sp>
          <p:nvSpPr>
            <p:cNvPr id="741" name="Rectangle 740">
              <a:extLst>
                <a:ext uri="{FF2B5EF4-FFF2-40B4-BE49-F238E27FC236}">
                  <a16:creationId xmlns:a16="http://schemas.microsoft.com/office/drawing/2014/main" id="{E1887A8B-084D-A24B-9B5E-A9DFEFD292F7}"/>
                </a:ext>
              </a:extLst>
            </p:cNvPr>
            <p:cNvSpPr/>
            <p:nvPr/>
          </p:nvSpPr>
          <p:spPr>
            <a:xfrm>
              <a:off x="131599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742" name="Right Triangle 741">
              <a:extLst>
                <a:ext uri="{FF2B5EF4-FFF2-40B4-BE49-F238E27FC236}">
                  <a16:creationId xmlns:a16="http://schemas.microsoft.com/office/drawing/2014/main" id="{FF5FE627-9671-3B02-D5F2-B3047EF2E310}"/>
                </a:ext>
              </a:extLst>
            </p:cNvPr>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43" name="Group 742">
              <a:extLst>
                <a:ext uri="{FF2B5EF4-FFF2-40B4-BE49-F238E27FC236}">
                  <a16:creationId xmlns:a16="http://schemas.microsoft.com/office/drawing/2014/main" id="{DFF6912D-D1E9-7FEA-4028-AAE049920721}"/>
                </a:ext>
              </a:extLst>
            </p:cNvPr>
            <p:cNvGrpSpPr/>
            <p:nvPr/>
          </p:nvGrpSpPr>
          <p:grpSpPr>
            <a:xfrm>
              <a:off x="2126717" y="1736885"/>
              <a:ext cx="45719" cy="75385"/>
              <a:chOff x="3883481" y="2057400"/>
              <a:chExt cx="1608363" cy="2652031"/>
            </a:xfrm>
            <a:solidFill>
              <a:srgbClr val="A6A6A6"/>
            </a:solidFill>
          </p:grpSpPr>
          <p:sp>
            <p:nvSpPr>
              <p:cNvPr id="744" name="Oval 27">
                <a:extLst>
                  <a:ext uri="{FF2B5EF4-FFF2-40B4-BE49-F238E27FC236}">
                    <a16:creationId xmlns:a16="http://schemas.microsoft.com/office/drawing/2014/main" id="{0886A457-0A71-AA80-E3D3-184ED843875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5" name="Oval 28">
                <a:extLst>
                  <a:ext uri="{FF2B5EF4-FFF2-40B4-BE49-F238E27FC236}">
                    <a16:creationId xmlns:a16="http://schemas.microsoft.com/office/drawing/2014/main" id="{96BCDCD9-E3D3-3C60-6FA3-7D258D3DCCA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52" name="Group 751">
            <a:extLst>
              <a:ext uri="{FF2B5EF4-FFF2-40B4-BE49-F238E27FC236}">
                <a16:creationId xmlns:a16="http://schemas.microsoft.com/office/drawing/2014/main" id="{5FB2B1E7-2984-C33E-E8A0-8160B0B7345C}"/>
              </a:ext>
            </a:extLst>
          </p:cNvPr>
          <p:cNvGrpSpPr/>
          <p:nvPr/>
        </p:nvGrpSpPr>
        <p:grpSpPr>
          <a:xfrm>
            <a:off x="5454383" y="2974054"/>
            <a:ext cx="721206" cy="609701"/>
            <a:chOff x="7262509" y="3370808"/>
            <a:chExt cx="871904" cy="748695"/>
          </a:xfrm>
        </p:grpSpPr>
        <p:sp>
          <p:nvSpPr>
            <p:cNvPr id="753" name="Rectangle 752">
              <a:extLst>
                <a:ext uri="{FF2B5EF4-FFF2-40B4-BE49-F238E27FC236}">
                  <a16:creationId xmlns:a16="http://schemas.microsoft.com/office/drawing/2014/main" id="{62A8E2B1-A27E-661F-B155-2A4FE98A6055}"/>
                </a:ext>
              </a:extLst>
            </p:cNvPr>
            <p:cNvSpPr/>
            <p:nvPr/>
          </p:nvSpPr>
          <p:spPr>
            <a:xfrm>
              <a:off x="726250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754" name="Rectangle 753">
              <a:extLst>
                <a:ext uri="{FF2B5EF4-FFF2-40B4-BE49-F238E27FC236}">
                  <a16:creationId xmlns:a16="http://schemas.microsoft.com/office/drawing/2014/main" id="{D1DB853A-AC9A-8DA4-D8F3-2251C3351679}"/>
                </a:ext>
              </a:extLst>
            </p:cNvPr>
            <p:cNvSpPr/>
            <p:nvPr/>
          </p:nvSpPr>
          <p:spPr>
            <a:xfrm flipV="1">
              <a:off x="7999814"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5" name="Oval 15">
              <a:extLst>
                <a:ext uri="{FF2B5EF4-FFF2-40B4-BE49-F238E27FC236}">
                  <a16:creationId xmlns:a16="http://schemas.microsoft.com/office/drawing/2014/main" id="{D05D8E31-46C1-6606-5C92-54506C136971}"/>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56" name="Straight Connector 755">
              <a:extLst>
                <a:ext uri="{FF2B5EF4-FFF2-40B4-BE49-F238E27FC236}">
                  <a16:creationId xmlns:a16="http://schemas.microsoft.com/office/drawing/2014/main" id="{4CFE2B2D-3562-5231-C941-D5D1A012462E}"/>
                </a:ext>
              </a:extLst>
            </p:cNvPr>
            <p:cNvCxnSpPr>
              <a:cxnSpLocks/>
              <a:stCxn id="755" idx="0"/>
            </p:cNvCxnSpPr>
            <p:nvPr/>
          </p:nvCxnSpPr>
          <p:spPr>
            <a:xfrm flipV="1">
              <a:off x="8039813"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57" name="Straight Connector 756">
              <a:extLst>
                <a:ext uri="{FF2B5EF4-FFF2-40B4-BE49-F238E27FC236}">
                  <a16:creationId xmlns:a16="http://schemas.microsoft.com/office/drawing/2014/main" id="{5E27F40E-1694-ADDF-DF77-9727A97AE8B9}"/>
                </a:ext>
              </a:extLst>
            </p:cNvPr>
            <p:cNvCxnSpPr>
              <a:cxnSpLocks/>
            </p:cNvCxnSpPr>
            <p:nvPr/>
          </p:nvCxnSpPr>
          <p:spPr>
            <a:xfrm>
              <a:off x="8046727"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58" name="Group 757">
            <a:extLst>
              <a:ext uri="{FF2B5EF4-FFF2-40B4-BE49-F238E27FC236}">
                <a16:creationId xmlns:a16="http://schemas.microsoft.com/office/drawing/2014/main" id="{65182A7B-A41D-5676-209F-922D7EA10E6D}"/>
              </a:ext>
            </a:extLst>
          </p:cNvPr>
          <p:cNvGrpSpPr/>
          <p:nvPr/>
        </p:nvGrpSpPr>
        <p:grpSpPr>
          <a:xfrm>
            <a:off x="431659" y="2974054"/>
            <a:ext cx="721893" cy="609701"/>
            <a:chOff x="324914" y="3371220"/>
            <a:chExt cx="872735" cy="748695"/>
          </a:xfrm>
        </p:grpSpPr>
        <p:sp>
          <p:nvSpPr>
            <p:cNvPr id="759" name="Rectangle 758">
              <a:extLst>
                <a:ext uri="{FF2B5EF4-FFF2-40B4-BE49-F238E27FC236}">
                  <a16:creationId xmlns:a16="http://schemas.microsoft.com/office/drawing/2014/main" id="{7B709558-D6DC-56AF-DA9E-459310E8B2EE}"/>
                </a:ext>
              </a:extLst>
            </p:cNvPr>
            <p:cNvSpPr/>
            <p:nvPr/>
          </p:nvSpPr>
          <p:spPr>
            <a:xfrm>
              <a:off x="324914" y="3371220"/>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760" name="Right Triangle 759">
              <a:extLst>
                <a:ext uri="{FF2B5EF4-FFF2-40B4-BE49-F238E27FC236}">
                  <a16:creationId xmlns:a16="http://schemas.microsoft.com/office/drawing/2014/main" id="{2290B305-2B3B-600C-BABC-ED61E830F995}"/>
                </a:ext>
              </a:extLst>
            </p:cNvPr>
            <p:cNvSpPr/>
            <p:nvPr/>
          </p:nvSpPr>
          <p:spPr>
            <a:xfrm rot="10800000">
              <a:off x="1056136"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61" name="Group 760">
              <a:extLst>
                <a:ext uri="{FF2B5EF4-FFF2-40B4-BE49-F238E27FC236}">
                  <a16:creationId xmlns:a16="http://schemas.microsoft.com/office/drawing/2014/main" id="{D9B79DB1-5C01-BE06-10D4-3812D675C299}"/>
                </a:ext>
              </a:extLst>
            </p:cNvPr>
            <p:cNvGrpSpPr/>
            <p:nvPr/>
          </p:nvGrpSpPr>
          <p:grpSpPr>
            <a:xfrm>
              <a:off x="1136463" y="3380672"/>
              <a:ext cx="45719" cy="75385"/>
              <a:chOff x="3883481" y="2057400"/>
              <a:chExt cx="1608363" cy="2652031"/>
            </a:xfrm>
            <a:solidFill>
              <a:srgbClr val="A6A6A6"/>
            </a:solidFill>
          </p:grpSpPr>
          <p:sp>
            <p:nvSpPr>
              <p:cNvPr id="762" name="Oval 27">
                <a:extLst>
                  <a:ext uri="{FF2B5EF4-FFF2-40B4-BE49-F238E27FC236}">
                    <a16:creationId xmlns:a16="http://schemas.microsoft.com/office/drawing/2014/main" id="{82C893EC-8153-9D04-B9E3-A81C3F0D646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63" name="Oval 28">
                <a:extLst>
                  <a:ext uri="{FF2B5EF4-FFF2-40B4-BE49-F238E27FC236}">
                    <a16:creationId xmlns:a16="http://schemas.microsoft.com/office/drawing/2014/main" id="{724D4364-BD04-4AF8-8E74-93595A9D180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70" name="Group 769">
            <a:extLst>
              <a:ext uri="{FF2B5EF4-FFF2-40B4-BE49-F238E27FC236}">
                <a16:creationId xmlns:a16="http://schemas.microsoft.com/office/drawing/2014/main" id="{D0E0F962-7A4A-BE04-BFF1-6D81DD3FBF33}"/>
              </a:ext>
            </a:extLst>
          </p:cNvPr>
          <p:cNvGrpSpPr/>
          <p:nvPr/>
        </p:nvGrpSpPr>
        <p:grpSpPr>
          <a:xfrm>
            <a:off x="2940467" y="2974054"/>
            <a:ext cx="721206" cy="613154"/>
            <a:chOff x="2307084" y="4187684"/>
            <a:chExt cx="871904" cy="752933"/>
          </a:xfrm>
        </p:grpSpPr>
        <p:sp>
          <p:nvSpPr>
            <p:cNvPr id="771" name="Rectangle 770">
              <a:extLst>
                <a:ext uri="{FF2B5EF4-FFF2-40B4-BE49-F238E27FC236}">
                  <a16:creationId xmlns:a16="http://schemas.microsoft.com/office/drawing/2014/main" id="{3760394D-8D04-60B6-3D38-3D2671D0E182}"/>
                </a:ext>
              </a:extLst>
            </p:cNvPr>
            <p:cNvSpPr/>
            <p:nvPr/>
          </p:nvSpPr>
          <p:spPr>
            <a:xfrm>
              <a:off x="230708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772" name="Right Triangle 771">
              <a:extLst>
                <a:ext uri="{FF2B5EF4-FFF2-40B4-BE49-F238E27FC236}">
                  <a16:creationId xmlns:a16="http://schemas.microsoft.com/office/drawing/2014/main" id="{D40BDD22-A83E-80FA-8F3E-C33B78F54E68}"/>
                </a:ext>
              </a:extLst>
            </p:cNvPr>
            <p:cNvSpPr/>
            <p:nvPr/>
          </p:nvSpPr>
          <p:spPr>
            <a:xfrm rot="10800000">
              <a:off x="3036801" y="418768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73" name="Group 772">
              <a:extLst>
                <a:ext uri="{FF2B5EF4-FFF2-40B4-BE49-F238E27FC236}">
                  <a16:creationId xmlns:a16="http://schemas.microsoft.com/office/drawing/2014/main" id="{5A6DE809-8504-C167-30A6-67DF2F84A9B4}"/>
                </a:ext>
              </a:extLst>
            </p:cNvPr>
            <p:cNvGrpSpPr/>
            <p:nvPr/>
          </p:nvGrpSpPr>
          <p:grpSpPr>
            <a:xfrm>
              <a:off x="3117128" y="4195165"/>
              <a:ext cx="45719" cy="75385"/>
              <a:chOff x="3883481" y="2057400"/>
              <a:chExt cx="1608363" cy="2652031"/>
            </a:xfrm>
            <a:solidFill>
              <a:srgbClr val="A6A6A6"/>
            </a:solidFill>
          </p:grpSpPr>
          <p:sp>
            <p:nvSpPr>
              <p:cNvPr id="774" name="Oval 27">
                <a:extLst>
                  <a:ext uri="{FF2B5EF4-FFF2-40B4-BE49-F238E27FC236}">
                    <a16:creationId xmlns:a16="http://schemas.microsoft.com/office/drawing/2014/main" id="{12471517-04C6-E658-1079-C8924A7BF31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75" name="Oval 28">
                <a:extLst>
                  <a:ext uri="{FF2B5EF4-FFF2-40B4-BE49-F238E27FC236}">
                    <a16:creationId xmlns:a16="http://schemas.microsoft.com/office/drawing/2014/main" id="{04BC29C9-BF34-11D1-4DA7-A7A238C3EC1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76" name="Group 775">
            <a:extLst>
              <a:ext uri="{FF2B5EF4-FFF2-40B4-BE49-F238E27FC236}">
                <a16:creationId xmlns:a16="http://schemas.microsoft.com/office/drawing/2014/main" id="{3D9C62FF-635F-2162-1506-9BC7B53CB3A4}"/>
              </a:ext>
            </a:extLst>
          </p:cNvPr>
          <p:cNvGrpSpPr/>
          <p:nvPr/>
        </p:nvGrpSpPr>
        <p:grpSpPr>
          <a:xfrm>
            <a:off x="1268379" y="2974054"/>
            <a:ext cx="721206" cy="609701"/>
            <a:chOff x="1315999" y="2560818"/>
            <a:chExt cx="871904" cy="748695"/>
          </a:xfrm>
        </p:grpSpPr>
        <p:sp>
          <p:nvSpPr>
            <p:cNvPr id="777" name="Rectangle 776">
              <a:extLst>
                <a:ext uri="{FF2B5EF4-FFF2-40B4-BE49-F238E27FC236}">
                  <a16:creationId xmlns:a16="http://schemas.microsoft.com/office/drawing/2014/main" id="{27B43A5B-024A-FD65-F9F1-3FCC11DD5432}"/>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778" name="Right Triangle 777">
              <a:extLst>
                <a:ext uri="{FF2B5EF4-FFF2-40B4-BE49-F238E27FC236}">
                  <a16:creationId xmlns:a16="http://schemas.microsoft.com/office/drawing/2014/main" id="{737B2A51-3CC9-3581-BC85-8418762B6C53}"/>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79" name="Group 778">
              <a:extLst>
                <a:ext uri="{FF2B5EF4-FFF2-40B4-BE49-F238E27FC236}">
                  <a16:creationId xmlns:a16="http://schemas.microsoft.com/office/drawing/2014/main" id="{680F17CC-1A9D-5DFC-4003-07170FAE346A}"/>
                </a:ext>
              </a:extLst>
            </p:cNvPr>
            <p:cNvGrpSpPr/>
            <p:nvPr/>
          </p:nvGrpSpPr>
          <p:grpSpPr>
            <a:xfrm>
              <a:off x="2126717" y="2576032"/>
              <a:ext cx="45719" cy="75385"/>
              <a:chOff x="3883481" y="2057400"/>
              <a:chExt cx="1608363" cy="2652031"/>
            </a:xfrm>
            <a:solidFill>
              <a:srgbClr val="A6A6A6"/>
            </a:solidFill>
          </p:grpSpPr>
          <p:sp>
            <p:nvSpPr>
              <p:cNvPr id="780" name="Oval 27">
                <a:extLst>
                  <a:ext uri="{FF2B5EF4-FFF2-40B4-BE49-F238E27FC236}">
                    <a16:creationId xmlns:a16="http://schemas.microsoft.com/office/drawing/2014/main" id="{B60C26A5-9EB9-89EC-F53D-AFB2234219C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1" name="Oval 28">
                <a:extLst>
                  <a:ext uri="{FF2B5EF4-FFF2-40B4-BE49-F238E27FC236}">
                    <a16:creationId xmlns:a16="http://schemas.microsoft.com/office/drawing/2014/main" id="{E1348C9C-2B42-1A15-3304-EEDFBC6E3B4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82" name="Group 781">
            <a:extLst>
              <a:ext uri="{FF2B5EF4-FFF2-40B4-BE49-F238E27FC236}">
                <a16:creationId xmlns:a16="http://schemas.microsoft.com/office/drawing/2014/main" id="{0CB55A87-7BFF-A52D-E2E5-8637F06B1E7A}"/>
              </a:ext>
            </a:extLst>
          </p:cNvPr>
          <p:cNvGrpSpPr/>
          <p:nvPr/>
        </p:nvGrpSpPr>
        <p:grpSpPr>
          <a:xfrm>
            <a:off x="2938534" y="811556"/>
            <a:ext cx="721206" cy="609701"/>
            <a:chOff x="3298169" y="909114"/>
            <a:chExt cx="871904" cy="748695"/>
          </a:xfrm>
        </p:grpSpPr>
        <p:sp>
          <p:nvSpPr>
            <p:cNvPr id="783" name="Rectangle 782">
              <a:extLst>
                <a:ext uri="{FF2B5EF4-FFF2-40B4-BE49-F238E27FC236}">
                  <a16:creationId xmlns:a16="http://schemas.microsoft.com/office/drawing/2014/main" id="{30A7272A-B3A4-2E61-B791-09E9C61B5FEB}"/>
                </a:ext>
              </a:extLst>
            </p:cNvPr>
            <p:cNvSpPr/>
            <p:nvPr/>
          </p:nvSpPr>
          <p:spPr>
            <a:xfrm>
              <a:off x="329816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784" name="Rectangle 783">
              <a:extLst>
                <a:ext uri="{FF2B5EF4-FFF2-40B4-BE49-F238E27FC236}">
                  <a16:creationId xmlns:a16="http://schemas.microsoft.com/office/drawing/2014/main" id="{FB45F300-0D77-9D82-A3CB-466FC3B50F56}"/>
                </a:ext>
              </a:extLst>
            </p:cNvPr>
            <p:cNvSpPr/>
            <p:nvPr/>
          </p:nvSpPr>
          <p:spPr>
            <a:xfrm flipV="1">
              <a:off x="4043182"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5" name="Oval 15">
              <a:extLst>
                <a:ext uri="{FF2B5EF4-FFF2-40B4-BE49-F238E27FC236}">
                  <a16:creationId xmlns:a16="http://schemas.microsoft.com/office/drawing/2014/main" id="{D7947247-0888-C50C-CD97-A07779016210}"/>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86" name="Straight Connector 785">
              <a:extLst>
                <a:ext uri="{FF2B5EF4-FFF2-40B4-BE49-F238E27FC236}">
                  <a16:creationId xmlns:a16="http://schemas.microsoft.com/office/drawing/2014/main" id="{DFDB7050-03C6-1251-9A5A-010A4615C77C}"/>
                </a:ext>
              </a:extLst>
            </p:cNvPr>
            <p:cNvCxnSpPr>
              <a:cxnSpLocks/>
              <a:stCxn id="785" idx="0"/>
            </p:cNvCxnSpPr>
            <p:nvPr/>
          </p:nvCxnSpPr>
          <p:spPr>
            <a:xfrm flipV="1">
              <a:off x="4083181"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87" name="Straight Connector 786">
              <a:extLst>
                <a:ext uri="{FF2B5EF4-FFF2-40B4-BE49-F238E27FC236}">
                  <a16:creationId xmlns:a16="http://schemas.microsoft.com/office/drawing/2014/main" id="{3A5AF4D1-B381-2C37-B13B-7F92EBED13B0}"/>
                </a:ext>
              </a:extLst>
            </p:cNvPr>
            <p:cNvCxnSpPr>
              <a:cxnSpLocks/>
            </p:cNvCxnSpPr>
            <p:nvPr/>
          </p:nvCxnSpPr>
          <p:spPr>
            <a:xfrm>
              <a:off x="4090095"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94" name="Group 793">
            <a:extLst>
              <a:ext uri="{FF2B5EF4-FFF2-40B4-BE49-F238E27FC236}">
                <a16:creationId xmlns:a16="http://schemas.microsoft.com/office/drawing/2014/main" id="{C3A3673C-7FBF-E873-D181-E35FFEE16826}"/>
              </a:ext>
            </a:extLst>
          </p:cNvPr>
          <p:cNvGrpSpPr/>
          <p:nvPr/>
        </p:nvGrpSpPr>
        <p:grpSpPr>
          <a:xfrm>
            <a:off x="431659" y="811556"/>
            <a:ext cx="721206" cy="609701"/>
            <a:chOff x="324914" y="909114"/>
            <a:chExt cx="871904" cy="748695"/>
          </a:xfrm>
        </p:grpSpPr>
        <p:sp>
          <p:nvSpPr>
            <p:cNvPr id="795" name="Rectangle 794">
              <a:extLst>
                <a:ext uri="{FF2B5EF4-FFF2-40B4-BE49-F238E27FC236}">
                  <a16:creationId xmlns:a16="http://schemas.microsoft.com/office/drawing/2014/main" id="{9F18D737-1E6E-167C-A6E4-BDD84B99EEC5}"/>
                </a:ext>
              </a:extLst>
            </p:cNvPr>
            <p:cNvSpPr/>
            <p:nvPr/>
          </p:nvSpPr>
          <p:spPr>
            <a:xfrm>
              <a:off x="32491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796" name="Right Triangle 795">
              <a:extLst>
                <a:ext uri="{FF2B5EF4-FFF2-40B4-BE49-F238E27FC236}">
                  <a16:creationId xmlns:a16="http://schemas.microsoft.com/office/drawing/2014/main" id="{3F5FE1AD-4640-F393-4EAB-56D3AF9BDFA7}"/>
                </a:ext>
              </a:extLst>
            </p:cNvPr>
            <p:cNvSpPr/>
            <p:nvPr/>
          </p:nvSpPr>
          <p:spPr>
            <a:xfrm rot="10800000">
              <a:off x="1053755"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97" name="Group 796">
              <a:extLst>
                <a:ext uri="{FF2B5EF4-FFF2-40B4-BE49-F238E27FC236}">
                  <a16:creationId xmlns:a16="http://schemas.microsoft.com/office/drawing/2014/main" id="{CE6D2D01-C946-8A90-0523-77CD32992EEC}"/>
                </a:ext>
              </a:extLst>
            </p:cNvPr>
            <p:cNvGrpSpPr/>
            <p:nvPr/>
          </p:nvGrpSpPr>
          <p:grpSpPr>
            <a:xfrm>
              <a:off x="1134082" y="918978"/>
              <a:ext cx="45719" cy="75385"/>
              <a:chOff x="3883481" y="2057400"/>
              <a:chExt cx="1608363" cy="2652031"/>
            </a:xfrm>
            <a:solidFill>
              <a:srgbClr val="A6A6A6"/>
            </a:solidFill>
          </p:grpSpPr>
          <p:sp>
            <p:nvSpPr>
              <p:cNvPr id="798" name="Oval 27">
                <a:extLst>
                  <a:ext uri="{FF2B5EF4-FFF2-40B4-BE49-F238E27FC236}">
                    <a16:creationId xmlns:a16="http://schemas.microsoft.com/office/drawing/2014/main" id="{86EE5E5E-17F1-B480-BF4E-E6926CF59F9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99" name="Oval 28">
                <a:extLst>
                  <a:ext uri="{FF2B5EF4-FFF2-40B4-BE49-F238E27FC236}">
                    <a16:creationId xmlns:a16="http://schemas.microsoft.com/office/drawing/2014/main" id="{DB31DB2F-D647-E524-D68B-696656101E9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00" name="Group 799">
            <a:extLst>
              <a:ext uri="{FF2B5EF4-FFF2-40B4-BE49-F238E27FC236}">
                <a16:creationId xmlns:a16="http://schemas.microsoft.com/office/drawing/2014/main" id="{8DBF3477-C118-F5D8-F6A0-875AA33AC908}"/>
              </a:ext>
            </a:extLst>
          </p:cNvPr>
          <p:cNvGrpSpPr/>
          <p:nvPr/>
        </p:nvGrpSpPr>
        <p:grpSpPr>
          <a:xfrm>
            <a:off x="1267284" y="811556"/>
            <a:ext cx="721206" cy="609701"/>
            <a:chOff x="1315999" y="909114"/>
            <a:chExt cx="871904" cy="748695"/>
          </a:xfrm>
        </p:grpSpPr>
        <p:sp>
          <p:nvSpPr>
            <p:cNvPr id="801" name="Rectangle 800">
              <a:extLst>
                <a:ext uri="{FF2B5EF4-FFF2-40B4-BE49-F238E27FC236}">
                  <a16:creationId xmlns:a16="http://schemas.microsoft.com/office/drawing/2014/main" id="{D77FFAC8-150B-9F3A-2428-505D741991DD}"/>
                </a:ext>
              </a:extLst>
            </p:cNvPr>
            <p:cNvSpPr/>
            <p:nvPr/>
          </p:nvSpPr>
          <p:spPr>
            <a:xfrm>
              <a:off x="1315999"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802" name="Right Triangle 801">
              <a:extLst>
                <a:ext uri="{FF2B5EF4-FFF2-40B4-BE49-F238E27FC236}">
                  <a16:creationId xmlns:a16="http://schemas.microsoft.com/office/drawing/2014/main" id="{5F51B810-7AFA-0E18-D699-8FCC19681780}"/>
                </a:ext>
              </a:extLst>
            </p:cNvPr>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03" name="Group 802">
              <a:extLst>
                <a:ext uri="{FF2B5EF4-FFF2-40B4-BE49-F238E27FC236}">
                  <a16:creationId xmlns:a16="http://schemas.microsoft.com/office/drawing/2014/main" id="{572062CA-DD12-98FE-7A58-1F3C68AD2AF9}"/>
                </a:ext>
              </a:extLst>
            </p:cNvPr>
            <p:cNvGrpSpPr/>
            <p:nvPr/>
          </p:nvGrpSpPr>
          <p:grpSpPr>
            <a:xfrm>
              <a:off x="2126717" y="918978"/>
              <a:ext cx="45719" cy="75385"/>
              <a:chOff x="3883481" y="2057400"/>
              <a:chExt cx="1608363" cy="2652031"/>
            </a:xfrm>
            <a:solidFill>
              <a:srgbClr val="A6A6A6"/>
            </a:solidFill>
          </p:grpSpPr>
          <p:sp>
            <p:nvSpPr>
              <p:cNvPr id="804" name="Oval 27">
                <a:extLst>
                  <a:ext uri="{FF2B5EF4-FFF2-40B4-BE49-F238E27FC236}">
                    <a16:creationId xmlns:a16="http://schemas.microsoft.com/office/drawing/2014/main" id="{DE663048-8FB5-BB39-1F24-A8E6D4F8A2B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5" name="Oval 28">
                <a:extLst>
                  <a:ext uri="{FF2B5EF4-FFF2-40B4-BE49-F238E27FC236}">
                    <a16:creationId xmlns:a16="http://schemas.microsoft.com/office/drawing/2014/main" id="{2AFC2A38-48C2-5AA7-3D08-B7A86DB62E8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12" name="Group 811">
            <a:extLst>
              <a:ext uri="{FF2B5EF4-FFF2-40B4-BE49-F238E27FC236}">
                <a16:creationId xmlns:a16="http://schemas.microsoft.com/office/drawing/2014/main" id="{FD91B8AE-333B-E8B9-2982-4749477FA382}"/>
              </a:ext>
            </a:extLst>
          </p:cNvPr>
          <p:cNvGrpSpPr/>
          <p:nvPr/>
        </p:nvGrpSpPr>
        <p:grpSpPr>
          <a:xfrm>
            <a:off x="2889438" y="751337"/>
            <a:ext cx="5022643" cy="5001728"/>
            <a:chOff x="2889438" y="751337"/>
            <a:chExt cx="5022643" cy="5001728"/>
          </a:xfrm>
        </p:grpSpPr>
        <p:cxnSp>
          <p:nvCxnSpPr>
            <p:cNvPr id="813" name="Straight Connector 812">
              <a:extLst>
                <a:ext uri="{FF2B5EF4-FFF2-40B4-BE49-F238E27FC236}">
                  <a16:creationId xmlns:a16="http://schemas.microsoft.com/office/drawing/2014/main" id="{3A839635-D146-7375-4EBF-675B3E246948}"/>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4" name="Straight Connector 813">
              <a:extLst>
                <a:ext uri="{FF2B5EF4-FFF2-40B4-BE49-F238E27FC236}">
                  <a16:creationId xmlns:a16="http://schemas.microsoft.com/office/drawing/2014/main" id="{A1235F38-C16F-0454-4297-D2EC33F08C8B}"/>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5" name="Straight Connector 814">
              <a:extLst>
                <a:ext uri="{FF2B5EF4-FFF2-40B4-BE49-F238E27FC236}">
                  <a16:creationId xmlns:a16="http://schemas.microsoft.com/office/drawing/2014/main" id="{302C63C0-2E11-DC67-BD64-04BD31BBC350}"/>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C87C69B5-D177-9FCF-73E3-92CC8B87948A}"/>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EB72409A-78DF-1E10-7491-4001ED7DBDFA}"/>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0100610D-E46A-BDFD-BA63-2E128563A767}"/>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CA142724-7928-979E-E20A-5FF81D756146}"/>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187704E8-B7CC-D1D8-BF89-6E4339CEFA6A}"/>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A761F3D4-430C-A765-7A2C-0DEC5E0DDA7D}"/>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98562C8F-3260-F0B2-4F0E-656BE30C77CA}"/>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48" name="Group 847">
            <a:extLst>
              <a:ext uri="{FF2B5EF4-FFF2-40B4-BE49-F238E27FC236}">
                <a16:creationId xmlns:a16="http://schemas.microsoft.com/office/drawing/2014/main" id="{C3162BEC-4426-868B-48E6-434B5DB753CF}"/>
              </a:ext>
            </a:extLst>
          </p:cNvPr>
          <p:cNvGrpSpPr/>
          <p:nvPr/>
        </p:nvGrpSpPr>
        <p:grpSpPr>
          <a:xfrm>
            <a:off x="2937172" y="4419620"/>
            <a:ext cx="721206" cy="610374"/>
            <a:chOff x="1315999" y="4191098"/>
            <a:chExt cx="871904" cy="749519"/>
          </a:xfrm>
        </p:grpSpPr>
        <p:sp>
          <p:nvSpPr>
            <p:cNvPr id="849" name="Rectangle 848">
              <a:extLst>
                <a:ext uri="{FF2B5EF4-FFF2-40B4-BE49-F238E27FC236}">
                  <a16:creationId xmlns:a16="http://schemas.microsoft.com/office/drawing/2014/main" id="{AA81AB15-3062-F01E-5331-89E65AA02332}"/>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850" name="Right Triangle 849">
              <a:extLst>
                <a:ext uri="{FF2B5EF4-FFF2-40B4-BE49-F238E27FC236}">
                  <a16:creationId xmlns:a16="http://schemas.microsoft.com/office/drawing/2014/main" id="{534C2C6D-4D9A-B802-1626-5FB3B7C88ED4}"/>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51" name="Group 850">
              <a:extLst>
                <a:ext uri="{FF2B5EF4-FFF2-40B4-BE49-F238E27FC236}">
                  <a16:creationId xmlns:a16="http://schemas.microsoft.com/office/drawing/2014/main" id="{28250641-CE80-25CF-3D8D-A0B4AD5A8115}"/>
                </a:ext>
              </a:extLst>
            </p:cNvPr>
            <p:cNvGrpSpPr/>
            <p:nvPr/>
          </p:nvGrpSpPr>
          <p:grpSpPr>
            <a:xfrm>
              <a:off x="2126717" y="4198579"/>
              <a:ext cx="45719" cy="75385"/>
              <a:chOff x="3883481" y="2057400"/>
              <a:chExt cx="1608363" cy="2652031"/>
            </a:xfrm>
            <a:solidFill>
              <a:srgbClr val="A6A6A6"/>
            </a:solidFill>
          </p:grpSpPr>
          <p:sp>
            <p:nvSpPr>
              <p:cNvPr id="852" name="Oval 27">
                <a:extLst>
                  <a:ext uri="{FF2B5EF4-FFF2-40B4-BE49-F238E27FC236}">
                    <a16:creationId xmlns:a16="http://schemas.microsoft.com/office/drawing/2014/main" id="{A58C705D-6ADD-18DB-6F09-0F1E87661D0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3" name="Oval 28">
                <a:extLst>
                  <a:ext uri="{FF2B5EF4-FFF2-40B4-BE49-F238E27FC236}">
                    <a16:creationId xmlns:a16="http://schemas.microsoft.com/office/drawing/2014/main" id="{3AAD4A0D-4995-9FC8-3540-0E2DF7DA8C7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54" name="Group 853">
            <a:extLst>
              <a:ext uri="{FF2B5EF4-FFF2-40B4-BE49-F238E27FC236}">
                <a16:creationId xmlns:a16="http://schemas.microsoft.com/office/drawing/2014/main" id="{D22720DC-0E07-D7DE-A7EE-DAE4BF1EC9E1}"/>
              </a:ext>
            </a:extLst>
          </p:cNvPr>
          <p:cNvGrpSpPr/>
          <p:nvPr/>
        </p:nvGrpSpPr>
        <p:grpSpPr>
          <a:xfrm>
            <a:off x="6286128" y="4419620"/>
            <a:ext cx="721206" cy="609701"/>
            <a:chOff x="9244674" y="4191922"/>
            <a:chExt cx="871904" cy="748695"/>
          </a:xfrm>
        </p:grpSpPr>
        <p:sp>
          <p:nvSpPr>
            <p:cNvPr id="855" name="Rectangle 854">
              <a:hlinkHover r:id="" action="ppaction://noaction" highlightClick="1"/>
              <a:extLst>
                <a:ext uri="{FF2B5EF4-FFF2-40B4-BE49-F238E27FC236}">
                  <a16:creationId xmlns:a16="http://schemas.microsoft.com/office/drawing/2014/main" id="{3522869A-2A04-4256-E4F5-A5127CE53465}"/>
                </a:ext>
              </a:extLst>
            </p:cNvPr>
            <p:cNvSpPr/>
            <p:nvPr/>
          </p:nvSpPr>
          <p:spPr>
            <a:xfrm>
              <a:off x="924467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856" name="Oval 855">
              <a:extLst>
                <a:ext uri="{FF2B5EF4-FFF2-40B4-BE49-F238E27FC236}">
                  <a16:creationId xmlns:a16="http://schemas.microsoft.com/office/drawing/2014/main" id="{22426166-AA5E-B37B-9CD0-E33398784E9C}"/>
                </a:ext>
              </a:extLst>
            </p:cNvPr>
            <p:cNvSpPr/>
            <p:nvPr/>
          </p:nvSpPr>
          <p:spPr>
            <a:xfrm>
              <a:off x="9943180"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7" name="Isosceles Triangle 648">
              <a:extLst>
                <a:ext uri="{FF2B5EF4-FFF2-40B4-BE49-F238E27FC236}">
                  <a16:creationId xmlns:a16="http://schemas.microsoft.com/office/drawing/2014/main" id="{6E91D504-8590-0410-FFEE-50A9A205FF72}"/>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58" name="Group 857">
            <a:extLst>
              <a:ext uri="{FF2B5EF4-FFF2-40B4-BE49-F238E27FC236}">
                <a16:creationId xmlns:a16="http://schemas.microsoft.com/office/drawing/2014/main" id="{3A5CA2F0-E259-F2EE-5699-264D0C321DB2}"/>
              </a:ext>
            </a:extLst>
          </p:cNvPr>
          <p:cNvGrpSpPr/>
          <p:nvPr/>
        </p:nvGrpSpPr>
        <p:grpSpPr>
          <a:xfrm>
            <a:off x="5458938" y="5135301"/>
            <a:ext cx="721206" cy="609701"/>
            <a:chOff x="5280339" y="4191922"/>
            <a:chExt cx="871904" cy="748695"/>
          </a:xfrm>
        </p:grpSpPr>
        <p:sp>
          <p:nvSpPr>
            <p:cNvPr id="859" name="Rectangle 858">
              <a:hlinkHover r:id="" action="ppaction://noaction" highlightClick="1"/>
              <a:extLst>
                <a:ext uri="{FF2B5EF4-FFF2-40B4-BE49-F238E27FC236}">
                  <a16:creationId xmlns:a16="http://schemas.microsoft.com/office/drawing/2014/main" id="{CA0F4480-73C5-73FE-64CB-BF0FE48C33B5}"/>
                </a:ext>
              </a:extLst>
            </p:cNvPr>
            <p:cNvSpPr/>
            <p:nvPr/>
          </p:nvSpPr>
          <p:spPr>
            <a:xfrm>
              <a:off x="528033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860" name="Oval 859">
              <a:extLst>
                <a:ext uri="{FF2B5EF4-FFF2-40B4-BE49-F238E27FC236}">
                  <a16:creationId xmlns:a16="http://schemas.microsoft.com/office/drawing/2014/main" id="{316009CE-485C-1CC4-00A0-6A8C4DBFB777}"/>
                </a:ext>
              </a:extLst>
            </p:cNvPr>
            <p:cNvSpPr/>
            <p:nvPr/>
          </p:nvSpPr>
          <p:spPr>
            <a:xfrm>
              <a:off x="597784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1" name="Isosceles Triangle 648">
              <a:extLst>
                <a:ext uri="{FF2B5EF4-FFF2-40B4-BE49-F238E27FC236}">
                  <a16:creationId xmlns:a16="http://schemas.microsoft.com/office/drawing/2014/main" id="{7B549D17-FA98-D5B5-7D85-923B03623751}"/>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2" name="Group 861">
            <a:extLst>
              <a:ext uri="{FF2B5EF4-FFF2-40B4-BE49-F238E27FC236}">
                <a16:creationId xmlns:a16="http://schemas.microsoft.com/office/drawing/2014/main" id="{44EE85F8-8E71-C64E-6325-D672D49C1D24}"/>
              </a:ext>
            </a:extLst>
          </p:cNvPr>
          <p:cNvGrpSpPr/>
          <p:nvPr/>
        </p:nvGrpSpPr>
        <p:grpSpPr>
          <a:xfrm>
            <a:off x="6289144" y="5141013"/>
            <a:ext cx="721206" cy="609701"/>
            <a:chOff x="8253594" y="5012622"/>
            <a:chExt cx="871904" cy="748695"/>
          </a:xfrm>
        </p:grpSpPr>
        <p:sp>
          <p:nvSpPr>
            <p:cNvPr id="863" name="Rectangle 862">
              <a:hlinkHover r:id="" action="ppaction://noaction" highlightClick="1"/>
              <a:extLst>
                <a:ext uri="{FF2B5EF4-FFF2-40B4-BE49-F238E27FC236}">
                  <a16:creationId xmlns:a16="http://schemas.microsoft.com/office/drawing/2014/main" id="{60521028-4000-91AB-C33C-A68C9F8F1A10}"/>
                </a:ext>
              </a:extLst>
            </p:cNvPr>
            <p:cNvSpPr/>
            <p:nvPr/>
          </p:nvSpPr>
          <p:spPr>
            <a:xfrm>
              <a:off x="825359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864" name="Oval 863">
              <a:extLst>
                <a:ext uri="{FF2B5EF4-FFF2-40B4-BE49-F238E27FC236}">
                  <a16:creationId xmlns:a16="http://schemas.microsoft.com/office/drawing/2014/main" id="{56E40F60-E8F4-D4F5-2EFC-DDED8AD42CF7}"/>
                </a:ext>
              </a:extLst>
            </p:cNvPr>
            <p:cNvSpPr/>
            <p:nvPr/>
          </p:nvSpPr>
          <p:spPr>
            <a:xfrm>
              <a:off x="895339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5" name="Isosceles Triangle 648">
              <a:extLst>
                <a:ext uri="{FF2B5EF4-FFF2-40B4-BE49-F238E27FC236}">
                  <a16:creationId xmlns:a16="http://schemas.microsoft.com/office/drawing/2014/main" id="{928F6C65-587F-32FF-ACC6-8C46E916BB02}"/>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6" name="Group 865">
            <a:extLst>
              <a:ext uri="{FF2B5EF4-FFF2-40B4-BE49-F238E27FC236}">
                <a16:creationId xmlns:a16="http://schemas.microsoft.com/office/drawing/2014/main" id="{22F6F17F-5F61-DF28-19A3-7CD499EFFF51}"/>
              </a:ext>
            </a:extLst>
          </p:cNvPr>
          <p:cNvGrpSpPr/>
          <p:nvPr/>
        </p:nvGrpSpPr>
        <p:grpSpPr>
          <a:xfrm>
            <a:off x="7122909" y="4419620"/>
            <a:ext cx="721206" cy="609701"/>
            <a:chOff x="7262509" y="5012622"/>
            <a:chExt cx="871904" cy="748695"/>
          </a:xfrm>
        </p:grpSpPr>
        <p:sp>
          <p:nvSpPr>
            <p:cNvPr id="867" name="Rectangle 866">
              <a:hlinkHover r:id="" action="ppaction://noaction" highlightClick="1"/>
              <a:extLst>
                <a:ext uri="{FF2B5EF4-FFF2-40B4-BE49-F238E27FC236}">
                  <a16:creationId xmlns:a16="http://schemas.microsoft.com/office/drawing/2014/main" id="{88EBE365-4C3B-C149-631E-B12BD4906D73}"/>
                </a:ext>
              </a:extLst>
            </p:cNvPr>
            <p:cNvSpPr/>
            <p:nvPr/>
          </p:nvSpPr>
          <p:spPr>
            <a:xfrm>
              <a:off x="726250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868" name="Oval 867">
              <a:extLst>
                <a:ext uri="{FF2B5EF4-FFF2-40B4-BE49-F238E27FC236}">
                  <a16:creationId xmlns:a16="http://schemas.microsoft.com/office/drawing/2014/main" id="{492E51B0-AEE1-83DD-9AED-65E900A0FAE6}"/>
                </a:ext>
              </a:extLst>
            </p:cNvPr>
            <p:cNvSpPr/>
            <p:nvPr/>
          </p:nvSpPr>
          <p:spPr>
            <a:xfrm>
              <a:off x="79612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9" name="Isosceles Triangle 648">
              <a:extLst>
                <a:ext uri="{FF2B5EF4-FFF2-40B4-BE49-F238E27FC236}">
                  <a16:creationId xmlns:a16="http://schemas.microsoft.com/office/drawing/2014/main" id="{9AD14E8E-FA76-91F1-0A3D-2F6BBD833EFA}"/>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74" name="Group 873">
            <a:extLst>
              <a:ext uri="{FF2B5EF4-FFF2-40B4-BE49-F238E27FC236}">
                <a16:creationId xmlns:a16="http://schemas.microsoft.com/office/drawing/2014/main" id="{5BB640FE-696A-62BF-48D9-303B7FE628C7}"/>
              </a:ext>
            </a:extLst>
          </p:cNvPr>
          <p:cNvGrpSpPr/>
          <p:nvPr/>
        </p:nvGrpSpPr>
        <p:grpSpPr>
          <a:xfrm>
            <a:off x="5454383" y="4419620"/>
            <a:ext cx="721206" cy="609701"/>
            <a:chOff x="5280339" y="5012622"/>
            <a:chExt cx="871904" cy="748695"/>
          </a:xfrm>
        </p:grpSpPr>
        <p:sp>
          <p:nvSpPr>
            <p:cNvPr id="875" name="Rectangle 874">
              <a:hlinkHover r:id="" action="ppaction://noaction" highlightClick="1"/>
              <a:extLst>
                <a:ext uri="{FF2B5EF4-FFF2-40B4-BE49-F238E27FC236}">
                  <a16:creationId xmlns:a16="http://schemas.microsoft.com/office/drawing/2014/main" id="{7DEC1042-4D6D-6A3B-9B88-A7C89A0C9601}"/>
                </a:ext>
              </a:extLst>
            </p:cNvPr>
            <p:cNvSpPr/>
            <p:nvPr/>
          </p:nvSpPr>
          <p:spPr>
            <a:xfrm>
              <a:off x="528033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876" name="Oval 875">
              <a:extLst>
                <a:ext uri="{FF2B5EF4-FFF2-40B4-BE49-F238E27FC236}">
                  <a16:creationId xmlns:a16="http://schemas.microsoft.com/office/drawing/2014/main" id="{A7563068-A40B-273F-EB86-73A23934D13E}"/>
                </a:ext>
              </a:extLst>
            </p:cNvPr>
            <p:cNvSpPr/>
            <p:nvPr/>
          </p:nvSpPr>
          <p:spPr>
            <a:xfrm>
              <a:off x="597784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7" name="Isosceles Triangle 648">
              <a:extLst>
                <a:ext uri="{FF2B5EF4-FFF2-40B4-BE49-F238E27FC236}">
                  <a16:creationId xmlns:a16="http://schemas.microsoft.com/office/drawing/2014/main" id="{B1A2B1F1-D157-F5CF-AC1D-99F41653C7E4}"/>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78" name="Group 877">
            <a:extLst>
              <a:ext uri="{FF2B5EF4-FFF2-40B4-BE49-F238E27FC236}">
                <a16:creationId xmlns:a16="http://schemas.microsoft.com/office/drawing/2014/main" id="{6243237A-0859-313E-AA86-1864F75BB6CC}"/>
              </a:ext>
            </a:extLst>
          </p:cNvPr>
          <p:cNvGrpSpPr/>
          <p:nvPr/>
        </p:nvGrpSpPr>
        <p:grpSpPr>
          <a:xfrm>
            <a:off x="3775041" y="5130129"/>
            <a:ext cx="721893" cy="609702"/>
            <a:chOff x="324914" y="2550516"/>
            <a:chExt cx="872735" cy="748697"/>
          </a:xfrm>
        </p:grpSpPr>
        <p:sp>
          <p:nvSpPr>
            <p:cNvPr id="879" name="Rectangle 878">
              <a:hlinkHover r:id="" action="ppaction://noaction" highlightClick="1"/>
              <a:extLst>
                <a:ext uri="{FF2B5EF4-FFF2-40B4-BE49-F238E27FC236}">
                  <a16:creationId xmlns:a16="http://schemas.microsoft.com/office/drawing/2014/main" id="{93F4FFF4-30D6-B2A0-5E9E-A18A914576D5}"/>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880" name="Group 879">
              <a:extLst>
                <a:ext uri="{FF2B5EF4-FFF2-40B4-BE49-F238E27FC236}">
                  <a16:creationId xmlns:a16="http://schemas.microsoft.com/office/drawing/2014/main" id="{F7A711FA-4C79-E412-05BC-B07C3071D471}"/>
                </a:ext>
              </a:extLst>
            </p:cNvPr>
            <p:cNvGrpSpPr/>
            <p:nvPr/>
          </p:nvGrpSpPr>
          <p:grpSpPr>
            <a:xfrm>
              <a:off x="1040599" y="2550516"/>
              <a:ext cx="157050" cy="157050"/>
              <a:chOff x="1040599" y="2550516"/>
              <a:chExt cx="157050" cy="157050"/>
            </a:xfrm>
          </p:grpSpPr>
          <p:sp>
            <p:nvSpPr>
              <p:cNvPr id="881" name="Diamond 880">
                <a:extLst>
                  <a:ext uri="{FF2B5EF4-FFF2-40B4-BE49-F238E27FC236}">
                    <a16:creationId xmlns:a16="http://schemas.microsoft.com/office/drawing/2014/main" id="{49D62379-8F40-0AC0-A0B5-90CE057353F0}"/>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2" name="Oval 881">
                <a:extLst>
                  <a:ext uri="{FF2B5EF4-FFF2-40B4-BE49-F238E27FC236}">
                    <a16:creationId xmlns:a16="http://schemas.microsoft.com/office/drawing/2014/main" id="{403F7031-C36B-CC6B-7BA1-507196A695A5}"/>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83" name="Group 882">
            <a:extLst>
              <a:ext uri="{FF2B5EF4-FFF2-40B4-BE49-F238E27FC236}">
                <a16:creationId xmlns:a16="http://schemas.microsoft.com/office/drawing/2014/main" id="{17CD7C87-F095-0621-D5E8-D6AADB838D58}"/>
              </a:ext>
            </a:extLst>
          </p:cNvPr>
          <p:cNvGrpSpPr/>
          <p:nvPr/>
        </p:nvGrpSpPr>
        <p:grpSpPr>
          <a:xfrm>
            <a:off x="4618174" y="5130744"/>
            <a:ext cx="721893" cy="609702"/>
            <a:chOff x="324914" y="2550516"/>
            <a:chExt cx="872735" cy="748697"/>
          </a:xfrm>
        </p:grpSpPr>
        <p:sp>
          <p:nvSpPr>
            <p:cNvPr id="884" name="Rectangle 883">
              <a:hlinkHover r:id="" action="ppaction://noaction" highlightClick="1"/>
              <a:extLst>
                <a:ext uri="{FF2B5EF4-FFF2-40B4-BE49-F238E27FC236}">
                  <a16:creationId xmlns:a16="http://schemas.microsoft.com/office/drawing/2014/main" id="{AD157F9F-4AC9-4B33-774A-720E76C06ECD}"/>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885" name="Group 884">
              <a:extLst>
                <a:ext uri="{FF2B5EF4-FFF2-40B4-BE49-F238E27FC236}">
                  <a16:creationId xmlns:a16="http://schemas.microsoft.com/office/drawing/2014/main" id="{15068622-996F-4FA5-71BA-C2B1D3E47301}"/>
                </a:ext>
              </a:extLst>
            </p:cNvPr>
            <p:cNvGrpSpPr/>
            <p:nvPr/>
          </p:nvGrpSpPr>
          <p:grpSpPr>
            <a:xfrm>
              <a:off x="1040599" y="2550516"/>
              <a:ext cx="157050" cy="157050"/>
              <a:chOff x="1040599" y="2550516"/>
              <a:chExt cx="157050" cy="157050"/>
            </a:xfrm>
          </p:grpSpPr>
          <p:sp>
            <p:nvSpPr>
              <p:cNvPr id="886" name="Diamond 885">
                <a:extLst>
                  <a:ext uri="{FF2B5EF4-FFF2-40B4-BE49-F238E27FC236}">
                    <a16:creationId xmlns:a16="http://schemas.microsoft.com/office/drawing/2014/main" id="{F77DAE6C-E7AF-3756-0466-535835FD06A3}"/>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7" name="Oval 886">
                <a:extLst>
                  <a:ext uri="{FF2B5EF4-FFF2-40B4-BE49-F238E27FC236}">
                    <a16:creationId xmlns:a16="http://schemas.microsoft.com/office/drawing/2014/main" id="{18A83C16-2047-8857-CED7-23B68A1101AD}"/>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88" name="Group 887">
            <a:extLst>
              <a:ext uri="{FF2B5EF4-FFF2-40B4-BE49-F238E27FC236}">
                <a16:creationId xmlns:a16="http://schemas.microsoft.com/office/drawing/2014/main" id="{CB12E86B-94DD-B938-DEB2-6A7753DECCEA}"/>
              </a:ext>
            </a:extLst>
          </p:cNvPr>
          <p:cNvGrpSpPr/>
          <p:nvPr/>
        </p:nvGrpSpPr>
        <p:grpSpPr>
          <a:xfrm>
            <a:off x="7125831" y="5143364"/>
            <a:ext cx="721206" cy="609701"/>
            <a:chOff x="8253594" y="4191922"/>
            <a:chExt cx="871904" cy="748695"/>
          </a:xfrm>
        </p:grpSpPr>
        <p:sp>
          <p:nvSpPr>
            <p:cNvPr id="889" name="Rectangle 888">
              <a:hlinkHover r:id="" action="ppaction://noaction" highlightClick="1"/>
              <a:extLst>
                <a:ext uri="{FF2B5EF4-FFF2-40B4-BE49-F238E27FC236}">
                  <a16:creationId xmlns:a16="http://schemas.microsoft.com/office/drawing/2014/main" id="{0200B870-3606-A328-AA8C-14C20C881945}"/>
                </a:ext>
              </a:extLst>
            </p:cNvPr>
            <p:cNvSpPr/>
            <p:nvPr/>
          </p:nvSpPr>
          <p:spPr>
            <a:xfrm>
              <a:off x="825359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890" name="Oval 889">
              <a:extLst>
                <a:ext uri="{FF2B5EF4-FFF2-40B4-BE49-F238E27FC236}">
                  <a16:creationId xmlns:a16="http://schemas.microsoft.com/office/drawing/2014/main" id="{A5EC7BE4-A5CF-BC15-A084-35F90B22B1FA}"/>
                </a:ext>
              </a:extLst>
            </p:cNvPr>
            <p:cNvSpPr/>
            <p:nvPr/>
          </p:nvSpPr>
          <p:spPr>
            <a:xfrm>
              <a:off x="895339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1" name="Isosceles Triangle 648">
              <a:extLst>
                <a:ext uri="{FF2B5EF4-FFF2-40B4-BE49-F238E27FC236}">
                  <a16:creationId xmlns:a16="http://schemas.microsoft.com/office/drawing/2014/main" id="{452D87F0-AB9A-150B-FB97-11D5AF7BDBF9}"/>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92" name="Group 891">
            <a:extLst>
              <a:ext uri="{FF2B5EF4-FFF2-40B4-BE49-F238E27FC236}">
                <a16:creationId xmlns:a16="http://schemas.microsoft.com/office/drawing/2014/main" id="{D21110F3-BAC7-9B31-D8E2-2023EDD5E423}"/>
              </a:ext>
            </a:extLst>
          </p:cNvPr>
          <p:cNvGrpSpPr/>
          <p:nvPr/>
        </p:nvGrpSpPr>
        <p:grpSpPr>
          <a:xfrm>
            <a:off x="7122909" y="3698227"/>
            <a:ext cx="721206" cy="609701"/>
            <a:chOff x="7262509" y="4191922"/>
            <a:chExt cx="871904" cy="748695"/>
          </a:xfrm>
        </p:grpSpPr>
        <p:sp>
          <p:nvSpPr>
            <p:cNvPr id="893" name="Rectangle 892">
              <a:hlinkHover r:id="" action="ppaction://noaction" highlightClick="1"/>
              <a:extLst>
                <a:ext uri="{FF2B5EF4-FFF2-40B4-BE49-F238E27FC236}">
                  <a16:creationId xmlns:a16="http://schemas.microsoft.com/office/drawing/2014/main" id="{4AA834D9-5B3D-CE51-BF1E-B317120E017F}"/>
                </a:ext>
              </a:extLst>
            </p:cNvPr>
            <p:cNvSpPr/>
            <p:nvPr/>
          </p:nvSpPr>
          <p:spPr>
            <a:xfrm>
              <a:off x="726250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894" name="Oval 893">
              <a:extLst>
                <a:ext uri="{FF2B5EF4-FFF2-40B4-BE49-F238E27FC236}">
                  <a16:creationId xmlns:a16="http://schemas.microsoft.com/office/drawing/2014/main" id="{149EFDC8-4445-A5FC-D60C-47215A1DEFE2}"/>
                </a:ext>
              </a:extLst>
            </p:cNvPr>
            <p:cNvSpPr/>
            <p:nvPr/>
          </p:nvSpPr>
          <p:spPr>
            <a:xfrm>
              <a:off x="796122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5" name="Isosceles Triangle 648">
              <a:extLst>
                <a:ext uri="{FF2B5EF4-FFF2-40B4-BE49-F238E27FC236}">
                  <a16:creationId xmlns:a16="http://schemas.microsoft.com/office/drawing/2014/main" id="{259F2C1D-7311-8543-A393-AAFCCC65C0A7}"/>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96" name="Group 895">
            <a:extLst>
              <a:ext uri="{FF2B5EF4-FFF2-40B4-BE49-F238E27FC236}">
                <a16:creationId xmlns:a16="http://schemas.microsoft.com/office/drawing/2014/main" id="{BA9C0D03-E656-0CE2-1F27-89F033850C32}"/>
              </a:ext>
            </a:extLst>
          </p:cNvPr>
          <p:cNvGrpSpPr/>
          <p:nvPr/>
        </p:nvGrpSpPr>
        <p:grpSpPr>
          <a:xfrm>
            <a:off x="6286222" y="3698227"/>
            <a:ext cx="721206" cy="609701"/>
            <a:chOff x="6271424" y="4191922"/>
            <a:chExt cx="871904" cy="748695"/>
          </a:xfrm>
        </p:grpSpPr>
        <p:sp>
          <p:nvSpPr>
            <p:cNvPr id="897" name="Rectangle 896">
              <a:hlinkHover r:id="" action="ppaction://noaction" highlightClick="1"/>
              <a:extLst>
                <a:ext uri="{FF2B5EF4-FFF2-40B4-BE49-F238E27FC236}">
                  <a16:creationId xmlns:a16="http://schemas.microsoft.com/office/drawing/2014/main" id="{F22F8202-7093-AC7C-6F4C-A88450D46E84}"/>
                </a:ext>
              </a:extLst>
            </p:cNvPr>
            <p:cNvSpPr/>
            <p:nvPr/>
          </p:nvSpPr>
          <p:spPr>
            <a:xfrm>
              <a:off x="627142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898" name="Oval 897">
              <a:extLst>
                <a:ext uri="{FF2B5EF4-FFF2-40B4-BE49-F238E27FC236}">
                  <a16:creationId xmlns:a16="http://schemas.microsoft.com/office/drawing/2014/main" id="{F0B8BAEC-FC70-FA6B-3D78-D28560097B81}"/>
                </a:ext>
              </a:extLst>
            </p:cNvPr>
            <p:cNvSpPr/>
            <p:nvPr/>
          </p:nvSpPr>
          <p:spPr>
            <a:xfrm>
              <a:off x="697080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9" name="Isosceles Triangle 648">
              <a:extLst>
                <a:ext uri="{FF2B5EF4-FFF2-40B4-BE49-F238E27FC236}">
                  <a16:creationId xmlns:a16="http://schemas.microsoft.com/office/drawing/2014/main" id="{4AAF8C14-7B7C-C5C8-38CB-8B9B052BC04F}"/>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4C81B833-DCEF-7EA2-AED2-37434C2D58D1}"/>
              </a:ext>
            </a:extLst>
          </p:cNvPr>
          <p:cNvGrpSpPr/>
          <p:nvPr/>
        </p:nvGrpSpPr>
        <p:grpSpPr>
          <a:xfrm>
            <a:off x="3779083" y="3698227"/>
            <a:ext cx="721206" cy="609701"/>
            <a:chOff x="4289254" y="3370808"/>
            <a:chExt cx="871904" cy="748695"/>
          </a:xfrm>
        </p:grpSpPr>
        <p:sp>
          <p:nvSpPr>
            <p:cNvPr id="9" name="Rectangle 8">
              <a:extLst>
                <a:ext uri="{FF2B5EF4-FFF2-40B4-BE49-F238E27FC236}">
                  <a16:creationId xmlns:a16="http://schemas.microsoft.com/office/drawing/2014/main" id="{B450BDB6-772A-063F-9F5A-3F0E1CC622AE}"/>
                </a:ext>
              </a:extLst>
            </p:cNvPr>
            <p:cNvSpPr/>
            <p:nvPr/>
          </p:nvSpPr>
          <p:spPr>
            <a:xfrm>
              <a:off x="428925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10" name="Right Triangle 9">
              <a:extLst>
                <a:ext uri="{FF2B5EF4-FFF2-40B4-BE49-F238E27FC236}">
                  <a16:creationId xmlns:a16="http://schemas.microsoft.com/office/drawing/2014/main" id="{3041F67A-ECBB-4F3A-FEF6-65BB22FE2966}"/>
                </a:ext>
              </a:extLst>
            </p:cNvPr>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333D65F3-B175-DD55-523C-608143535163}"/>
                </a:ext>
              </a:extLst>
            </p:cNvPr>
            <p:cNvGrpSpPr/>
            <p:nvPr/>
          </p:nvGrpSpPr>
          <p:grpSpPr>
            <a:xfrm>
              <a:off x="5098569" y="3381257"/>
              <a:ext cx="45719" cy="75385"/>
              <a:chOff x="3883481" y="2057400"/>
              <a:chExt cx="1608363" cy="2652031"/>
            </a:xfrm>
            <a:solidFill>
              <a:srgbClr val="A6A6A6"/>
            </a:solidFill>
          </p:grpSpPr>
          <p:sp>
            <p:nvSpPr>
              <p:cNvPr id="12" name="Oval 27">
                <a:extLst>
                  <a:ext uri="{FF2B5EF4-FFF2-40B4-BE49-F238E27FC236}">
                    <a16:creationId xmlns:a16="http://schemas.microsoft.com/office/drawing/2014/main" id="{CB2CCBE9-DA6E-4570-0323-EF4CCFF5816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Oval 28">
                <a:extLst>
                  <a:ext uri="{FF2B5EF4-FFF2-40B4-BE49-F238E27FC236}">
                    <a16:creationId xmlns:a16="http://schemas.microsoft.com/office/drawing/2014/main" id="{EB8EF178-1934-4ADF-065E-2B5C49F706A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380835CB-6E34-8658-FBAE-4D60C651BD0E}"/>
              </a:ext>
            </a:extLst>
          </p:cNvPr>
          <p:cNvGrpSpPr/>
          <p:nvPr/>
        </p:nvGrpSpPr>
        <p:grpSpPr>
          <a:xfrm>
            <a:off x="4615770" y="3698227"/>
            <a:ext cx="721206" cy="609701"/>
            <a:chOff x="10235764" y="5012622"/>
            <a:chExt cx="871904" cy="748695"/>
          </a:xfrm>
        </p:grpSpPr>
        <p:sp>
          <p:nvSpPr>
            <p:cNvPr id="15" name="Rectangle 14">
              <a:hlinkHover r:id="" action="ppaction://noaction" highlightClick="1"/>
              <a:extLst>
                <a:ext uri="{FF2B5EF4-FFF2-40B4-BE49-F238E27FC236}">
                  <a16:creationId xmlns:a16="http://schemas.microsoft.com/office/drawing/2014/main" id="{5CD780DC-D2F5-8F7D-A7B4-3CE4734DB270}"/>
                </a:ext>
              </a:extLst>
            </p:cNvPr>
            <p:cNvSpPr/>
            <p:nvPr/>
          </p:nvSpPr>
          <p:spPr>
            <a:xfrm>
              <a:off x="1023576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16" name="Oval 15">
              <a:extLst>
                <a:ext uri="{FF2B5EF4-FFF2-40B4-BE49-F238E27FC236}">
                  <a16:creationId xmlns:a16="http://schemas.microsoft.com/office/drawing/2014/main" id="{1513319E-00F8-6211-A021-9E797E76EC42}"/>
                </a:ext>
              </a:extLst>
            </p:cNvPr>
            <p:cNvSpPr/>
            <p:nvPr/>
          </p:nvSpPr>
          <p:spPr>
            <a:xfrm>
              <a:off x="109304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Isosceles Triangle 648">
              <a:extLst>
                <a:ext uri="{FF2B5EF4-FFF2-40B4-BE49-F238E27FC236}">
                  <a16:creationId xmlns:a16="http://schemas.microsoft.com/office/drawing/2014/main" id="{C690DF9B-56DD-5D53-84AC-351AEB9A25D1}"/>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 name="Group 21">
            <a:extLst>
              <a:ext uri="{FF2B5EF4-FFF2-40B4-BE49-F238E27FC236}">
                <a16:creationId xmlns:a16="http://schemas.microsoft.com/office/drawing/2014/main" id="{D2B0381B-8E78-F3DB-8B69-39751CCB4765}"/>
              </a:ext>
            </a:extLst>
          </p:cNvPr>
          <p:cNvGrpSpPr/>
          <p:nvPr/>
        </p:nvGrpSpPr>
        <p:grpSpPr>
          <a:xfrm>
            <a:off x="2099602" y="5136552"/>
            <a:ext cx="721206" cy="609701"/>
            <a:chOff x="2307084" y="3370808"/>
            <a:chExt cx="871904" cy="748695"/>
          </a:xfrm>
        </p:grpSpPr>
        <p:sp>
          <p:nvSpPr>
            <p:cNvPr id="23" name="Rectangle 22">
              <a:extLst>
                <a:ext uri="{FF2B5EF4-FFF2-40B4-BE49-F238E27FC236}">
                  <a16:creationId xmlns:a16="http://schemas.microsoft.com/office/drawing/2014/main" id="{E75C322E-AFEC-E4C8-E31C-284A268E35D0}"/>
                </a:ext>
              </a:extLst>
            </p:cNvPr>
            <p:cNvSpPr/>
            <p:nvPr/>
          </p:nvSpPr>
          <p:spPr>
            <a:xfrm>
              <a:off x="230708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27" name="Right Triangle 26">
              <a:extLst>
                <a:ext uri="{FF2B5EF4-FFF2-40B4-BE49-F238E27FC236}">
                  <a16:creationId xmlns:a16="http://schemas.microsoft.com/office/drawing/2014/main" id="{4940913C-3556-DFB9-C616-BA2744DAACF0}"/>
                </a:ext>
              </a:extLst>
            </p:cNvPr>
            <p:cNvSpPr/>
            <p:nvPr/>
          </p:nvSpPr>
          <p:spPr>
            <a:xfrm rot="10800000">
              <a:off x="3031994"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8" name="Group 27">
              <a:extLst>
                <a:ext uri="{FF2B5EF4-FFF2-40B4-BE49-F238E27FC236}">
                  <a16:creationId xmlns:a16="http://schemas.microsoft.com/office/drawing/2014/main" id="{8B2F47BB-713B-3AF1-39CC-8A7FB222B766}"/>
                </a:ext>
              </a:extLst>
            </p:cNvPr>
            <p:cNvGrpSpPr/>
            <p:nvPr/>
          </p:nvGrpSpPr>
          <p:grpSpPr>
            <a:xfrm>
              <a:off x="3112321" y="3389004"/>
              <a:ext cx="45719" cy="75385"/>
              <a:chOff x="3883481" y="2057400"/>
              <a:chExt cx="1608363" cy="2652031"/>
            </a:xfrm>
            <a:solidFill>
              <a:srgbClr val="A6A6A6"/>
            </a:solidFill>
          </p:grpSpPr>
          <p:sp>
            <p:nvSpPr>
              <p:cNvPr id="29" name="Oval 27">
                <a:extLst>
                  <a:ext uri="{FF2B5EF4-FFF2-40B4-BE49-F238E27FC236}">
                    <a16:creationId xmlns:a16="http://schemas.microsoft.com/office/drawing/2014/main" id="{F90C3EB1-211D-9B0D-FE9E-ECCE019FB43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 name="Oval 28">
                <a:extLst>
                  <a:ext uri="{FF2B5EF4-FFF2-40B4-BE49-F238E27FC236}">
                    <a16:creationId xmlns:a16="http://schemas.microsoft.com/office/drawing/2014/main" id="{2B087B99-932C-33CC-DCC9-39506E465E1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1" name="Group 30">
            <a:extLst>
              <a:ext uri="{FF2B5EF4-FFF2-40B4-BE49-F238E27FC236}">
                <a16:creationId xmlns:a16="http://schemas.microsoft.com/office/drawing/2014/main" id="{4328F0DC-40B6-75FA-A8DA-BB05AF6736ED}"/>
              </a:ext>
            </a:extLst>
          </p:cNvPr>
          <p:cNvGrpSpPr/>
          <p:nvPr/>
        </p:nvGrpSpPr>
        <p:grpSpPr>
          <a:xfrm>
            <a:off x="2100388" y="4419620"/>
            <a:ext cx="721206" cy="609701"/>
            <a:chOff x="5280339" y="3370808"/>
            <a:chExt cx="871904" cy="748695"/>
          </a:xfrm>
        </p:grpSpPr>
        <p:sp>
          <p:nvSpPr>
            <p:cNvPr id="34" name="Rectangle 33">
              <a:extLst>
                <a:ext uri="{FF2B5EF4-FFF2-40B4-BE49-F238E27FC236}">
                  <a16:creationId xmlns:a16="http://schemas.microsoft.com/office/drawing/2014/main" id="{370D53F5-CFB6-1D2C-CE7F-98FD6997D7B3}"/>
                </a:ext>
              </a:extLst>
            </p:cNvPr>
            <p:cNvSpPr/>
            <p:nvPr/>
          </p:nvSpPr>
          <p:spPr>
            <a:xfrm>
              <a:off x="528033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37" name="Right Triangle 36">
              <a:extLst>
                <a:ext uri="{FF2B5EF4-FFF2-40B4-BE49-F238E27FC236}">
                  <a16:creationId xmlns:a16="http://schemas.microsoft.com/office/drawing/2014/main" id="{D70A3A2D-DC13-C5A6-F29B-54A468DFA5B2}"/>
                </a:ext>
              </a:extLst>
            </p:cNvPr>
            <p:cNvSpPr/>
            <p:nvPr/>
          </p:nvSpPr>
          <p:spPr>
            <a:xfrm rot="10800000">
              <a:off x="6009373"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8" name="Group 37">
              <a:extLst>
                <a:ext uri="{FF2B5EF4-FFF2-40B4-BE49-F238E27FC236}">
                  <a16:creationId xmlns:a16="http://schemas.microsoft.com/office/drawing/2014/main" id="{F6CF5B23-EFF8-8532-627F-49DFD2F058F4}"/>
                </a:ext>
              </a:extLst>
            </p:cNvPr>
            <p:cNvGrpSpPr/>
            <p:nvPr/>
          </p:nvGrpSpPr>
          <p:grpSpPr>
            <a:xfrm>
              <a:off x="6089700" y="3389004"/>
              <a:ext cx="45719" cy="75385"/>
              <a:chOff x="3883481" y="2057400"/>
              <a:chExt cx="1608363" cy="2652031"/>
            </a:xfrm>
            <a:solidFill>
              <a:srgbClr val="A6A6A6"/>
            </a:solidFill>
          </p:grpSpPr>
          <p:sp>
            <p:nvSpPr>
              <p:cNvPr id="41" name="Oval 27">
                <a:extLst>
                  <a:ext uri="{FF2B5EF4-FFF2-40B4-BE49-F238E27FC236}">
                    <a16:creationId xmlns:a16="http://schemas.microsoft.com/office/drawing/2014/main" id="{FB325EF3-E5AC-D7B1-B3BE-5BB9560BC0C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 name="Oval 28">
                <a:extLst>
                  <a:ext uri="{FF2B5EF4-FFF2-40B4-BE49-F238E27FC236}">
                    <a16:creationId xmlns:a16="http://schemas.microsoft.com/office/drawing/2014/main" id="{61517A30-B256-A3F0-B514-6F21DB08C26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4" name="Group 43">
            <a:extLst>
              <a:ext uri="{FF2B5EF4-FFF2-40B4-BE49-F238E27FC236}">
                <a16:creationId xmlns:a16="http://schemas.microsoft.com/office/drawing/2014/main" id="{7CDDD52D-0362-73DC-1D40-43A0FF72D91C}"/>
              </a:ext>
            </a:extLst>
          </p:cNvPr>
          <p:cNvGrpSpPr/>
          <p:nvPr/>
        </p:nvGrpSpPr>
        <p:grpSpPr>
          <a:xfrm>
            <a:off x="10520475" y="90836"/>
            <a:ext cx="721206" cy="609701"/>
            <a:chOff x="11226844" y="88412"/>
            <a:chExt cx="871904" cy="748695"/>
          </a:xfrm>
        </p:grpSpPr>
        <p:sp>
          <p:nvSpPr>
            <p:cNvPr id="45" name="Rectangle 44">
              <a:hlinkHover r:id="" action="ppaction://noaction" highlightClick="1"/>
              <a:extLst>
                <a:ext uri="{FF2B5EF4-FFF2-40B4-BE49-F238E27FC236}">
                  <a16:creationId xmlns:a16="http://schemas.microsoft.com/office/drawing/2014/main" id="{42A4B149-E3D3-C296-D78B-9CD1DF44F252}"/>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46" name="Oval 45">
              <a:extLst>
                <a:ext uri="{FF2B5EF4-FFF2-40B4-BE49-F238E27FC236}">
                  <a16:creationId xmlns:a16="http://schemas.microsoft.com/office/drawing/2014/main" id="{CB35D7A2-2C47-E899-C41E-3CB70143D18F}"/>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 name="Isosceles Triangle 648">
              <a:extLst>
                <a:ext uri="{FF2B5EF4-FFF2-40B4-BE49-F238E27FC236}">
                  <a16:creationId xmlns:a16="http://schemas.microsoft.com/office/drawing/2014/main" id="{A55ACEA6-FCE0-1BFA-2017-4982460E2148}"/>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12" name="Group 911">
            <a:extLst>
              <a:ext uri="{FF2B5EF4-FFF2-40B4-BE49-F238E27FC236}">
                <a16:creationId xmlns:a16="http://schemas.microsoft.com/office/drawing/2014/main" id="{31A19B24-C04D-A529-D172-4D1ACEFB3DE5}"/>
              </a:ext>
            </a:extLst>
          </p:cNvPr>
          <p:cNvGrpSpPr/>
          <p:nvPr/>
        </p:nvGrpSpPr>
        <p:grpSpPr>
          <a:xfrm>
            <a:off x="8807242" y="1532276"/>
            <a:ext cx="721206" cy="609701"/>
            <a:chOff x="10235764" y="1729816"/>
            <a:chExt cx="871904" cy="748695"/>
          </a:xfrm>
        </p:grpSpPr>
        <p:sp>
          <p:nvSpPr>
            <p:cNvPr id="913" name="Rectangle 912">
              <a:hlinkHover r:id="" action="ppaction://noaction" highlightClick="1"/>
              <a:extLst>
                <a:ext uri="{FF2B5EF4-FFF2-40B4-BE49-F238E27FC236}">
                  <a16:creationId xmlns:a16="http://schemas.microsoft.com/office/drawing/2014/main" id="{64A0922B-18A8-84B8-F593-AA86DF4F61F2}"/>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914" name="Oval 913">
              <a:extLst>
                <a:ext uri="{FF2B5EF4-FFF2-40B4-BE49-F238E27FC236}">
                  <a16:creationId xmlns:a16="http://schemas.microsoft.com/office/drawing/2014/main" id="{2839DF36-EA4C-9DD3-98FA-AAF2F1CAE2E3}"/>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5" name="Isosceles Triangle 648">
              <a:extLst>
                <a:ext uri="{FF2B5EF4-FFF2-40B4-BE49-F238E27FC236}">
                  <a16:creationId xmlns:a16="http://schemas.microsoft.com/office/drawing/2014/main" id="{311ECF4F-20E2-3404-D4D0-FDAA0DDEA985}"/>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16" name="Group 915">
            <a:extLst>
              <a:ext uri="{FF2B5EF4-FFF2-40B4-BE49-F238E27FC236}">
                <a16:creationId xmlns:a16="http://schemas.microsoft.com/office/drawing/2014/main" id="{1931610D-0A55-3294-E1BE-CFD7390D76FF}"/>
              </a:ext>
            </a:extLst>
          </p:cNvPr>
          <p:cNvGrpSpPr/>
          <p:nvPr/>
        </p:nvGrpSpPr>
        <p:grpSpPr>
          <a:xfrm>
            <a:off x="11356238" y="1532276"/>
            <a:ext cx="721206" cy="609701"/>
            <a:chOff x="11226844" y="88412"/>
            <a:chExt cx="871904" cy="748695"/>
          </a:xfrm>
        </p:grpSpPr>
        <p:sp>
          <p:nvSpPr>
            <p:cNvPr id="917" name="Rectangle 916">
              <a:hlinkHover r:id="" action="ppaction://noaction" highlightClick="1"/>
              <a:extLst>
                <a:ext uri="{FF2B5EF4-FFF2-40B4-BE49-F238E27FC236}">
                  <a16:creationId xmlns:a16="http://schemas.microsoft.com/office/drawing/2014/main" id="{C1DC6688-1FD1-1067-5C2E-24C9048C29B1}"/>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918" name="Oval 917">
              <a:extLst>
                <a:ext uri="{FF2B5EF4-FFF2-40B4-BE49-F238E27FC236}">
                  <a16:creationId xmlns:a16="http://schemas.microsoft.com/office/drawing/2014/main" id="{25D61528-7A88-ED87-1844-3A17864B6EDC}"/>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9" name="Isosceles Triangle 648">
              <a:extLst>
                <a:ext uri="{FF2B5EF4-FFF2-40B4-BE49-F238E27FC236}">
                  <a16:creationId xmlns:a16="http://schemas.microsoft.com/office/drawing/2014/main" id="{6C8EEF92-30FD-F9B7-B4B2-5D80C98BDAA1}"/>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28" name="Group 927">
            <a:extLst>
              <a:ext uri="{FF2B5EF4-FFF2-40B4-BE49-F238E27FC236}">
                <a16:creationId xmlns:a16="http://schemas.microsoft.com/office/drawing/2014/main" id="{224D96A3-E5D2-FDCE-3293-08E0266F2950}"/>
              </a:ext>
            </a:extLst>
          </p:cNvPr>
          <p:cNvGrpSpPr/>
          <p:nvPr/>
        </p:nvGrpSpPr>
        <p:grpSpPr>
          <a:xfrm>
            <a:off x="3776511" y="2974054"/>
            <a:ext cx="724144" cy="609701"/>
            <a:chOff x="6271424" y="3370808"/>
            <a:chExt cx="875460" cy="748695"/>
          </a:xfrm>
        </p:grpSpPr>
        <p:sp>
          <p:nvSpPr>
            <p:cNvPr id="929" name="Rectangle 928">
              <a:extLst>
                <a:ext uri="{FF2B5EF4-FFF2-40B4-BE49-F238E27FC236}">
                  <a16:creationId xmlns:a16="http://schemas.microsoft.com/office/drawing/2014/main" id="{3D6EDE5D-B303-8848-7385-0641DA6FCBE3}"/>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930" name="Right Triangle 929">
              <a:extLst>
                <a:ext uri="{FF2B5EF4-FFF2-40B4-BE49-F238E27FC236}">
                  <a16:creationId xmlns:a16="http://schemas.microsoft.com/office/drawing/2014/main" id="{C84DF187-8047-1657-3B1A-3A86B64DE0FD}"/>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31" name="Group 930">
              <a:extLst>
                <a:ext uri="{FF2B5EF4-FFF2-40B4-BE49-F238E27FC236}">
                  <a16:creationId xmlns:a16="http://schemas.microsoft.com/office/drawing/2014/main" id="{7DA54A2E-4EF0-D783-5DAF-290D947F11F8}"/>
                </a:ext>
              </a:extLst>
            </p:cNvPr>
            <p:cNvGrpSpPr/>
            <p:nvPr/>
          </p:nvGrpSpPr>
          <p:grpSpPr>
            <a:xfrm>
              <a:off x="7085694" y="3381257"/>
              <a:ext cx="45719" cy="75385"/>
              <a:chOff x="3883481" y="2057400"/>
              <a:chExt cx="1608363" cy="2652031"/>
            </a:xfrm>
            <a:solidFill>
              <a:srgbClr val="A6A6A6"/>
            </a:solidFill>
          </p:grpSpPr>
          <p:sp>
            <p:nvSpPr>
              <p:cNvPr id="932" name="Oval 27">
                <a:extLst>
                  <a:ext uri="{FF2B5EF4-FFF2-40B4-BE49-F238E27FC236}">
                    <a16:creationId xmlns:a16="http://schemas.microsoft.com/office/drawing/2014/main" id="{44462284-EEA5-6681-B46C-1DAD299905E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3" name="Oval 28">
                <a:extLst>
                  <a:ext uri="{FF2B5EF4-FFF2-40B4-BE49-F238E27FC236}">
                    <a16:creationId xmlns:a16="http://schemas.microsoft.com/office/drawing/2014/main" id="{FF082034-3810-587F-5F17-1D1EA05A928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44" name="Group 943">
            <a:extLst>
              <a:ext uri="{FF2B5EF4-FFF2-40B4-BE49-F238E27FC236}">
                <a16:creationId xmlns:a16="http://schemas.microsoft.com/office/drawing/2014/main" id="{F83600A4-DEDD-AFE1-0BAB-CD258BF2BB93}"/>
              </a:ext>
            </a:extLst>
          </p:cNvPr>
          <p:cNvGrpSpPr/>
          <p:nvPr/>
        </p:nvGrpSpPr>
        <p:grpSpPr>
          <a:xfrm>
            <a:off x="7905566" y="751337"/>
            <a:ext cx="3396155" cy="4999377"/>
            <a:chOff x="7905566" y="751337"/>
            <a:chExt cx="3396155" cy="4999377"/>
          </a:xfrm>
        </p:grpSpPr>
        <p:cxnSp>
          <p:nvCxnSpPr>
            <p:cNvPr id="945" name="Straight Connector 944">
              <a:extLst>
                <a:ext uri="{FF2B5EF4-FFF2-40B4-BE49-F238E27FC236}">
                  <a16:creationId xmlns:a16="http://schemas.microsoft.com/office/drawing/2014/main" id="{AC79BF63-3E63-424B-1140-B6AC58D0A6D9}"/>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6" name="Straight Connector 945">
              <a:extLst>
                <a:ext uri="{FF2B5EF4-FFF2-40B4-BE49-F238E27FC236}">
                  <a16:creationId xmlns:a16="http://schemas.microsoft.com/office/drawing/2014/main" id="{C39BC326-9A92-7213-99A8-127D09A6251F}"/>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7" name="Straight Connector 946">
              <a:extLst>
                <a:ext uri="{FF2B5EF4-FFF2-40B4-BE49-F238E27FC236}">
                  <a16:creationId xmlns:a16="http://schemas.microsoft.com/office/drawing/2014/main" id="{6B3CC7A0-65A4-9B80-7713-A279742C42EF}"/>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8" name="Straight Connector 947">
              <a:extLst>
                <a:ext uri="{FF2B5EF4-FFF2-40B4-BE49-F238E27FC236}">
                  <a16:creationId xmlns:a16="http://schemas.microsoft.com/office/drawing/2014/main" id="{776BE3C8-4571-62F0-EA27-B2E5B737FD14}"/>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9" name="Straight Connector 948">
              <a:extLst>
                <a:ext uri="{FF2B5EF4-FFF2-40B4-BE49-F238E27FC236}">
                  <a16:creationId xmlns:a16="http://schemas.microsoft.com/office/drawing/2014/main" id="{CA57E02E-F459-65C8-FD5D-59C6C030120E}"/>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0" name="Straight Connector 949">
              <a:extLst>
                <a:ext uri="{FF2B5EF4-FFF2-40B4-BE49-F238E27FC236}">
                  <a16:creationId xmlns:a16="http://schemas.microsoft.com/office/drawing/2014/main" id="{09EBBE24-617B-1EF3-C3C8-97D9BBD5B7BA}"/>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1" name="Straight Connector 950">
              <a:extLst>
                <a:ext uri="{FF2B5EF4-FFF2-40B4-BE49-F238E27FC236}">
                  <a16:creationId xmlns:a16="http://schemas.microsoft.com/office/drawing/2014/main" id="{46AD7A32-8AFB-4A37-EF36-AB42BF80D3D9}"/>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952" name="Straight Connector 951">
            <a:extLst>
              <a:ext uri="{FF2B5EF4-FFF2-40B4-BE49-F238E27FC236}">
                <a16:creationId xmlns:a16="http://schemas.microsoft.com/office/drawing/2014/main" id="{5B55357D-9A1E-1A40-4977-156DEBC06ABE}"/>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953" name="Group 952">
            <a:extLst>
              <a:ext uri="{FF2B5EF4-FFF2-40B4-BE49-F238E27FC236}">
                <a16:creationId xmlns:a16="http://schemas.microsoft.com/office/drawing/2014/main" id="{E1548D1F-A6D2-49BE-F21F-FD8CFA85DFCB}"/>
              </a:ext>
            </a:extLst>
          </p:cNvPr>
          <p:cNvGrpSpPr/>
          <p:nvPr/>
        </p:nvGrpSpPr>
        <p:grpSpPr>
          <a:xfrm>
            <a:off x="7957576" y="2253333"/>
            <a:ext cx="721206" cy="609701"/>
            <a:chOff x="10240105" y="2560818"/>
            <a:chExt cx="871904" cy="748695"/>
          </a:xfrm>
        </p:grpSpPr>
        <p:sp>
          <p:nvSpPr>
            <p:cNvPr id="954" name="Rectangle 953">
              <a:extLst>
                <a:ext uri="{FF2B5EF4-FFF2-40B4-BE49-F238E27FC236}">
                  <a16:creationId xmlns:a16="http://schemas.microsoft.com/office/drawing/2014/main" id="{49F29FF9-D2E0-B06B-BC19-335842870EF1}"/>
                </a:ext>
              </a:extLst>
            </p:cNvPr>
            <p:cNvSpPr/>
            <p:nvPr/>
          </p:nvSpPr>
          <p:spPr>
            <a:xfrm>
              <a:off x="10240105"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955" name="Right Triangle 954">
              <a:extLst>
                <a:ext uri="{FF2B5EF4-FFF2-40B4-BE49-F238E27FC236}">
                  <a16:creationId xmlns:a16="http://schemas.microsoft.com/office/drawing/2014/main" id="{37FCBAEF-B6E9-B7AB-E081-7B8B5E45A93E}"/>
                </a:ext>
              </a:extLst>
            </p:cNvPr>
            <p:cNvSpPr/>
            <p:nvPr/>
          </p:nvSpPr>
          <p:spPr>
            <a:xfrm rot="10800000">
              <a:off x="10962978" y="25647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56" name="Group 955">
              <a:extLst>
                <a:ext uri="{FF2B5EF4-FFF2-40B4-BE49-F238E27FC236}">
                  <a16:creationId xmlns:a16="http://schemas.microsoft.com/office/drawing/2014/main" id="{82B65504-6DA8-164F-7447-D05C519B4E3D}"/>
                </a:ext>
              </a:extLst>
            </p:cNvPr>
            <p:cNvGrpSpPr/>
            <p:nvPr/>
          </p:nvGrpSpPr>
          <p:grpSpPr>
            <a:xfrm>
              <a:off x="11043305" y="2572272"/>
              <a:ext cx="45719" cy="75385"/>
              <a:chOff x="3883481" y="2057400"/>
              <a:chExt cx="1608363" cy="2652031"/>
            </a:xfrm>
            <a:solidFill>
              <a:srgbClr val="A6A6A6"/>
            </a:solidFill>
          </p:grpSpPr>
          <p:sp>
            <p:nvSpPr>
              <p:cNvPr id="957" name="Oval 27">
                <a:extLst>
                  <a:ext uri="{FF2B5EF4-FFF2-40B4-BE49-F238E27FC236}">
                    <a16:creationId xmlns:a16="http://schemas.microsoft.com/office/drawing/2014/main" id="{0FB3E400-3B1A-B959-EA48-193CEF07EF0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8" name="Oval 28">
                <a:extLst>
                  <a:ext uri="{FF2B5EF4-FFF2-40B4-BE49-F238E27FC236}">
                    <a16:creationId xmlns:a16="http://schemas.microsoft.com/office/drawing/2014/main" id="{B372C1EC-F5CE-C659-1925-D42849DD496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59" name="Group 958">
            <a:extLst>
              <a:ext uri="{FF2B5EF4-FFF2-40B4-BE49-F238E27FC236}">
                <a16:creationId xmlns:a16="http://schemas.microsoft.com/office/drawing/2014/main" id="{FAC7933F-D4FD-8549-785C-2C2CC27E6F6B}"/>
              </a:ext>
            </a:extLst>
          </p:cNvPr>
          <p:cNvGrpSpPr/>
          <p:nvPr/>
        </p:nvGrpSpPr>
        <p:grpSpPr>
          <a:xfrm>
            <a:off x="4605608" y="811556"/>
            <a:ext cx="722058" cy="609701"/>
            <a:chOff x="6271424" y="909114"/>
            <a:chExt cx="872938" cy="748695"/>
          </a:xfrm>
        </p:grpSpPr>
        <p:sp>
          <p:nvSpPr>
            <p:cNvPr id="499" name="Rectangle 498">
              <a:extLst>
                <a:ext uri="{FF2B5EF4-FFF2-40B4-BE49-F238E27FC236}">
                  <a16:creationId xmlns:a16="http://schemas.microsoft.com/office/drawing/2014/main" id="{467B842C-0CC0-0233-41CE-EE27FEAA2C05}"/>
                </a:ext>
              </a:extLst>
            </p:cNvPr>
            <p:cNvSpPr/>
            <p:nvPr/>
          </p:nvSpPr>
          <p:spPr>
            <a:xfrm>
              <a:off x="627142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00" name="Rectangle 499">
              <a:extLst>
                <a:ext uri="{FF2B5EF4-FFF2-40B4-BE49-F238E27FC236}">
                  <a16:creationId xmlns:a16="http://schemas.microsoft.com/office/drawing/2014/main" id="{66337331-AF2E-AE7C-F814-CA7D198C19CE}"/>
                </a:ext>
              </a:extLst>
            </p:cNvPr>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1" name="Oval 15">
              <a:extLst>
                <a:ext uri="{FF2B5EF4-FFF2-40B4-BE49-F238E27FC236}">
                  <a16:creationId xmlns:a16="http://schemas.microsoft.com/office/drawing/2014/main" id="{883E7927-22ED-F8ED-8927-6CF5296130B0}"/>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02" name="Straight Connector 501">
              <a:extLst>
                <a:ext uri="{FF2B5EF4-FFF2-40B4-BE49-F238E27FC236}">
                  <a16:creationId xmlns:a16="http://schemas.microsoft.com/office/drawing/2014/main" id="{F7A63CF4-2D6E-3719-F21B-332C216C0868}"/>
                </a:ext>
              </a:extLst>
            </p:cNvPr>
            <p:cNvCxnSpPr>
              <a:cxnSpLocks/>
              <a:stCxn id="501"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2" name="Straight Connector 81">
              <a:extLst>
                <a:ext uri="{FF2B5EF4-FFF2-40B4-BE49-F238E27FC236}">
                  <a16:creationId xmlns:a16="http://schemas.microsoft.com/office/drawing/2014/main" id="{D90F6FCF-40F0-D7C9-F1D0-6FD3149BB801}"/>
                </a:ext>
              </a:extLst>
            </p:cNvPr>
            <p:cNvCxnSpPr>
              <a:cxnSpLocks/>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3" name="Group 82">
            <a:extLst>
              <a:ext uri="{FF2B5EF4-FFF2-40B4-BE49-F238E27FC236}">
                <a16:creationId xmlns:a16="http://schemas.microsoft.com/office/drawing/2014/main" id="{57E71B69-E177-680E-68FD-552C7C571996}"/>
              </a:ext>
            </a:extLst>
          </p:cNvPr>
          <p:cNvGrpSpPr/>
          <p:nvPr/>
        </p:nvGrpSpPr>
        <p:grpSpPr>
          <a:xfrm>
            <a:off x="6288014" y="2260882"/>
            <a:ext cx="721206" cy="609702"/>
            <a:chOff x="9244679" y="2560817"/>
            <a:chExt cx="871904" cy="748696"/>
          </a:xfrm>
        </p:grpSpPr>
        <p:sp>
          <p:nvSpPr>
            <p:cNvPr id="84" name="Rectangle 83">
              <a:extLst>
                <a:ext uri="{FF2B5EF4-FFF2-40B4-BE49-F238E27FC236}">
                  <a16:creationId xmlns:a16="http://schemas.microsoft.com/office/drawing/2014/main" id="{7EDBE490-12AB-A336-8018-F65DD2FA8A5C}"/>
                </a:ext>
              </a:extLst>
            </p:cNvPr>
            <p:cNvSpPr/>
            <p:nvPr/>
          </p:nvSpPr>
          <p:spPr>
            <a:xfrm>
              <a:off x="924467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85" name="Right Triangle 84">
              <a:extLst>
                <a:ext uri="{FF2B5EF4-FFF2-40B4-BE49-F238E27FC236}">
                  <a16:creationId xmlns:a16="http://schemas.microsoft.com/office/drawing/2014/main" id="{5EA5AF31-7486-3787-E7F5-EDCC6BA0F35D}"/>
                </a:ext>
              </a:extLst>
            </p:cNvPr>
            <p:cNvSpPr/>
            <p:nvPr/>
          </p:nvSpPr>
          <p:spPr>
            <a:xfrm rot="10800000">
              <a:off x="9970339" y="25608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 name="Oval 27">
              <a:extLst>
                <a:ext uri="{FF2B5EF4-FFF2-40B4-BE49-F238E27FC236}">
                  <a16:creationId xmlns:a16="http://schemas.microsoft.com/office/drawing/2014/main" id="{0E6479BA-7EBC-18C8-785C-3BB2696D6BB5}"/>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 name="Oval 28">
              <a:extLst>
                <a:ext uri="{FF2B5EF4-FFF2-40B4-BE49-F238E27FC236}">
                  <a16:creationId xmlns:a16="http://schemas.microsoft.com/office/drawing/2014/main" id="{34EECB33-97E6-0873-CB51-1F1E0FF0C453}"/>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8" name="Group 87">
            <a:extLst>
              <a:ext uri="{FF2B5EF4-FFF2-40B4-BE49-F238E27FC236}">
                <a16:creationId xmlns:a16="http://schemas.microsoft.com/office/drawing/2014/main" id="{6F28B9D7-C00E-EC83-BB4F-A781718098E1}"/>
              </a:ext>
            </a:extLst>
          </p:cNvPr>
          <p:cNvGrpSpPr/>
          <p:nvPr/>
        </p:nvGrpSpPr>
        <p:grpSpPr>
          <a:xfrm>
            <a:off x="9667833" y="811173"/>
            <a:ext cx="721206" cy="609701"/>
            <a:chOff x="10243575" y="88412"/>
            <a:chExt cx="871904" cy="748695"/>
          </a:xfrm>
        </p:grpSpPr>
        <p:sp>
          <p:nvSpPr>
            <p:cNvPr id="89" name="Rectangle 88">
              <a:hlinkHover r:id="" action="ppaction://noaction" highlightClick="1"/>
              <a:extLst>
                <a:ext uri="{FF2B5EF4-FFF2-40B4-BE49-F238E27FC236}">
                  <a16:creationId xmlns:a16="http://schemas.microsoft.com/office/drawing/2014/main" id="{699EB210-8D50-D431-A4D1-3476C557C85C}"/>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90" name="Diamond 89">
              <a:extLst>
                <a:ext uri="{FF2B5EF4-FFF2-40B4-BE49-F238E27FC236}">
                  <a16:creationId xmlns:a16="http://schemas.microsoft.com/office/drawing/2014/main" id="{D218B90E-AD71-6375-EFD2-14DB82BE0FCB}"/>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 name="Oval 90">
              <a:extLst>
                <a:ext uri="{FF2B5EF4-FFF2-40B4-BE49-F238E27FC236}">
                  <a16:creationId xmlns:a16="http://schemas.microsoft.com/office/drawing/2014/main" id="{4B19410A-E361-0B04-BB03-D5616DC81FA4}"/>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2" name="Group 91">
            <a:extLst>
              <a:ext uri="{FF2B5EF4-FFF2-40B4-BE49-F238E27FC236}">
                <a16:creationId xmlns:a16="http://schemas.microsoft.com/office/drawing/2014/main" id="{019CB9B5-BA77-C70F-301A-6AEFEA55F8FC}"/>
              </a:ext>
            </a:extLst>
          </p:cNvPr>
          <p:cNvGrpSpPr/>
          <p:nvPr/>
        </p:nvGrpSpPr>
        <p:grpSpPr>
          <a:xfrm>
            <a:off x="9656908" y="2253333"/>
            <a:ext cx="721206" cy="609701"/>
            <a:chOff x="11226844" y="2550518"/>
            <a:chExt cx="871904" cy="748695"/>
          </a:xfrm>
        </p:grpSpPr>
        <p:sp>
          <p:nvSpPr>
            <p:cNvPr id="93" name="Rectangle 92">
              <a:hlinkHover r:id="" action="ppaction://noaction" highlightClick="1"/>
              <a:extLst>
                <a:ext uri="{FF2B5EF4-FFF2-40B4-BE49-F238E27FC236}">
                  <a16:creationId xmlns:a16="http://schemas.microsoft.com/office/drawing/2014/main" id="{571783DB-0939-E829-D144-826AE533CCDC}"/>
                </a:ext>
              </a:extLst>
            </p:cNvPr>
            <p:cNvSpPr/>
            <p:nvPr/>
          </p:nvSpPr>
          <p:spPr>
            <a:xfrm>
              <a:off x="11226844" y="255051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4" name="Rectangle 93">
              <a:extLst>
                <a:ext uri="{FF2B5EF4-FFF2-40B4-BE49-F238E27FC236}">
                  <a16:creationId xmlns:a16="http://schemas.microsoft.com/office/drawing/2014/main" id="{43D11243-F9CC-D4EB-F835-6D36033FC531}"/>
                </a:ext>
              </a:extLst>
            </p:cNvPr>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 name="Oval 15">
              <a:extLst>
                <a:ext uri="{FF2B5EF4-FFF2-40B4-BE49-F238E27FC236}">
                  <a16:creationId xmlns:a16="http://schemas.microsoft.com/office/drawing/2014/main" id="{A5648205-1693-B4A1-45BC-D76EE49F6A5F}"/>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6" name="Straight Connector 95">
              <a:extLst>
                <a:ext uri="{FF2B5EF4-FFF2-40B4-BE49-F238E27FC236}">
                  <a16:creationId xmlns:a16="http://schemas.microsoft.com/office/drawing/2014/main" id="{97A49A5F-6D35-6A76-CF50-1C16DA977E01}"/>
                </a:ext>
              </a:extLst>
            </p:cNvPr>
            <p:cNvCxnSpPr>
              <a:cxnSpLocks/>
              <a:stCxn id="95"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7" name="Straight Connector 96">
              <a:extLst>
                <a:ext uri="{FF2B5EF4-FFF2-40B4-BE49-F238E27FC236}">
                  <a16:creationId xmlns:a16="http://schemas.microsoft.com/office/drawing/2014/main" id="{8109FF1A-D86E-C74C-4C4A-AD2D2CAE292D}"/>
                </a:ext>
              </a:extLst>
            </p:cNvPr>
            <p:cNvCxnSpPr>
              <a:cxnSpLocks/>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8" name="Group 97">
            <a:extLst>
              <a:ext uri="{FF2B5EF4-FFF2-40B4-BE49-F238E27FC236}">
                <a16:creationId xmlns:a16="http://schemas.microsoft.com/office/drawing/2014/main" id="{00E7CAF8-4778-3499-8970-9D6E85F0D713}"/>
              </a:ext>
            </a:extLst>
          </p:cNvPr>
          <p:cNvGrpSpPr/>
          <p:nvPr/>
        </p:nvGrpSpPr>
        <p:grpSpPr>
          <a:xfrm>
            <a:off x="8791947" y="2257115"/>
            <a:ext cx="733206" cy="613871"/>
            <a:chOff x="11202812" y="97937"/>
            <a:chExt cx="886411" cy="753816"/>
          </a:xfrm>
        </p:grpSpPr>
        <p:sp>
          <p:nvSpPr>
            <p:cNvPr id="99" name="Rectangle 98">
              <a:hlinkHover r:id="" action="ppaction://noaction" highlightClick="1"/>
              <a:extLst>
                <a:ext uri="{FF2B5EF4-FFF2-40B4-BE49-F238E27FC236}">
                  <a16:creationId xmlns:a16="http://schemas.microsoft.com/office/drawing/2014/main" id="{0247B7B1-6CBC-BE55-696B-36B9BAD4EED4}"/>
                </a:ext>
              </a:extLst>
            </p:cNvPr>
            <p:cNvSpPr/>
            <p:nvPr/>
          </p:nvSpPr>
          <p:spPr>
            <a:xfrm>
              <a:off x="11202812" y="10305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00" name="Oval 99">
              <a:extLst>
                <a:ext uri="{FF2B5EF4-FFF2-40B4-BE49-F238E27FC236}">
                  <a16:creationId xmlns:a16="http://schemas.microsoft.com/office/drawing/2014/main" id="{34F06589-0F97-51E3-7BE1-F243189D9B54}"/>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 name="Isosceles Triangle 648">
              <a:extLst>
                <a:ext uri="{FF2B5EF4-FFF2-40B4-BE49-F238E27FC236}">
                  <a16:creationId xmlns:a16="http://schemas.microsoft.com/office/drawing/2014/main" id="{81368B38-6C76-4647-D0A4-225410B04CBE}"/>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8" name="Group 107">
            <a:extLst>
              <a:ext uri="{FF2B5EF4-FFF2-40B4-BE49-F238E27FC236}">
                <a16:creationId xmlns:a16="http://schemas.microsoft.com/office/drawing/2014/main" id="{A2928E60-5A7B-BA20-310B-296D266D4CD1}"/>
              </a:ext>
            </a:extLst>
          </p:cNvPr>
          <p:cNvGrpSpPr/>
          <p:nvPr/>
        </p:nvGrpSpPr>
        <p:grpSpPr>
          <a:xfrm>
            <a:off x="10506573" y="2253333"/>
            <a:ext cx="721206" cy="609701"/>
            <a:chOff x="10243575" y="88412"/>
            <a:chExt cx="871904" cy="748695"/>
          </a:xfrm>
        </p:grpSpPr>
        <p:sp>
          <p:nvSpPr>
            <p:cNvPr id="109" name="Rectangle 108">
              <a:hlinkHover r:id="" action="ppaction://noaction" highlightClick="1"/>
              <a:extLst>
                <a:ext uri="{FF2B5EF4-FFF2-40B4-BE49-F238E27FC236}">
                  <a16:creationId xmlns:a16="http://schemas.microsoft.com/office/drawing/2014/main" id="{C7FB3B09-E1F2-6459-2DB5-987509009F6C}"/>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110" name="Diamond 109">
              <a:extLst>
                <a:ext uri="{FF2B5EF4-FFF2-40B4-BE49-F238E27FC236}">
                  <a16:creationId xmlns:a16="http://schemas.microsoft.com/office/drawing/2014/main" id="{503DBEBC-3BDD-3EA4-B5A5-F33079B306D7}"/>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Oval 110">
              <a:extLst>
                <a:ext uri="{FF2B5EF4-FFF2-40B4-BE49-F238E27FC236}">
                  <a16:creationId xmlns:a16="http://schemas.microsoft.com/office/drawing/2014/main" id="{6BFB37F4-3A80-610B-FE78-64CF0969E074}"/>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2" name="Group 111">
            <a:extLst>
              <a:ext uri="{FF2B5EF4-FFF2-40B4-BE49-F238E27FC236}">
                <a16:creationId xmlns:a16="http://schemas.microsoft.com/office/drawing/2014/main" id="{F9F5BD0B-4395-C6F9-B8A1-866D373A9AA7}"/>
              </a:ext>
            </a:extLst>
          </p:cNvPr>
          <p:cNvGrpSpPr/>
          <p:nvPr/>
        </p:nvGrpSpPr>
        <p:grpSpPr>
          <a:xfrm>
            <a:off x="2110200" y="2990968"/>
            <a:ext cx="721206" cy="609701"/>
            <a:chOff x="9244679" y="3370808"/>
            <a:chExt cx="871904" cy="748695"/>
          </a:xfrm>
        </p:grpSpPr>
        <p:sp>
          <p:nvSpPr>
            <p:cNvPr id="113" name="Rectangle 112">
              <a:extLst>
                <a:ext uri="{FF2B5EF4-FFF2-40B4-BE49-F238E27FC236}">
                  <a16:creationId xmlns:a16="http://schemas.microsoft.com/office/drawing/2014/main" id="{C7D97144-E1AD-89F2-D746-508FEAECD28F}"/>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114" name="Rectangle 113">
              <a:extLst>
                <a:ext uri="{FF2B5EF4-FFF2-40B4-BE49-F238E27FC236}">
                  <a16:creationId xmlns:a16="http://schemas.microsoft.com/office/drawing/2014/main" id="{3D3B78E8-8D01-3325-E4C1-EF548E69B420}"/>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Oval 15">
              <a:extLst>
                <a:ext uri="{FF2B5EF4-FFF2-40B4-BE49-F238E27FC236}">
                  <a16:creationId xmlns:a16="http://schemas.microsoft.com/office/drawing/2014/main" id="{ADDE4915-7912-B97A-A87F-D443823F810D}"/>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6" name="Straight Connector 115">
              <a:extLst>
                <a:ext uri="{FF2B5EF4-FFF2-40B4-BE49-F238E27FC236}">
                  <a16:creationId xmlns:a16="http://schemas.microsoft.com/office/drawing/2014/main" id="{ED81FFE3-0597-5AE5-228A-750B87D193A9}"/>
                </a:ext>
              </a:extLst>
            </p:cNvPr>
            <p:cNvCxnSpPr>
              <a:cxnSpLocks/>
              <a:stCxn id="115"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7" name="Straight Connector 116">
              <a:extLst>
                <a:ext uri="{FF2B5EF4-FFF2-40B4-BE49-F238E27FC236}">
                  <a16:creationId xmlns:a16="http://schemas.microsoft.com/office/drawing/2014/main" id="{5CC6F4B7-2963-F5A4-69D6-29DDA4B9C5B6}"/>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8" name="Group 117">
            <a:extLst>
              <a:ext uri="{FF2B5EF4-FFF2-40B4-BE49-F238E27FC236}">
                <a16:creationId xmlns:a16="http://schemas.microsoft.com/office/drawing/2014/main" id="{F120E751-9951-7352-0607-11D3CEE7AFC1}"/>
              </a:ext>
            </a:extLst>
          </p:cNvPr>
          <p:cNvGrpSpPr/>
          <p:nvPr/>
        </p:nvGrpSpPr>
        <p:grpSpPr>
          <a:xfrm>
            <a:off x="4611964" y="2970765"/>
            <a:ext cx="721206" cy="609701"/>
            <a:chOff x="11226844" y="3371220"/>
            <a:chExt cx="871904" cy="748695"/>
          </a:xfrm>
        </p:grpSpPr>
        <p:sp>
          <p:nvSpPr>
            <p:cNvPr id="119" name="Rectangle 118">
              <a:extLst>
                <a:ext uri="{FF2B5EF4-FFF2-40B4-BE49-F238E27FC236}">
                  <a16:creationId xmlns:a16="http://schemas.microsoft.com/office/drawing/2014/main" id="{45B3DB44-3286-377B-244C-EF82EA44AAC4}"/>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120" name="Rectangle 119">
              <a:extLst>
                <a:ext uri="{FF2B5EF4-FFF2-40B4-BE49-F238E27FC236}">
                  <a16:creationId xmlns:a16="http://schemas.microsoft.com/office/drawing/2014/main" id="{A817D9A7-7A5E-9174-B730-49838E380532}"/>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Oval 15">
              <a:extLst>
                <a:ext uri="{FF2B5EF4-FFF2-40B4-BE49-F238E27FC236}">
                  <a16:creationId xmlns:a16="http://schemas.microsoft.com/office/drawing/2014/main" id="{6EDE9093-4582-002D-CE08-9F701BC41017}"/>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2" name="Straight Connector 121">
              <a:extLst>
                <a:ext uri="{FF2B5EF4-FFF2-40B4-BE49-F238E27FC236}">
                  <a16:creationId xmlns:a16="http://schemas.microsoft.com/office/drawing/2014/main" id="{D6A8855A-428B-A3D2-608B-C31C07F96C48}"/>
                </a:ext>
              </a:extLst>
            </p:cNvPr>
            <p:cNvCxnSpPr>
              <a:cxnSpLocks/>
              <a:stCxn id="121"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3" name="Straight Connector 122">
              <a:extLst>
                <a:ext uri="{FF2B5EF4-FFF2-40B4-BE49-F238E27FC236}">
                  <a16:creationId xmlns:a16="http://schemas.microsoft.com/office/drawing/2014/main" id="{3381AF5D-4CB5-0B3E-6AA3-F95B8C9A94D8}"/>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4" name="Group 123">
            <a:extLst>
              <a:ext uri="{FF2B5EF4-FFF2-40B4-BE49-F238E27FC236}">
                <a16:creationId xmlns:a16="http://schemas.microsoft.com/office/drawing/2014/main" id="{2A108122-9639-4A69-8D4D-0F852D534DA8}"/>
              </a:ext>
            </a:extLst>
          </p:cNvPr>
          <p:cNvGrpSpPr/>
          <p:nvPr/>
        </p:nvGrpSpPr>
        <p:grpSpPr>
          <a:xfrm>
            <a:off x="11355999" y="2974054"/>
            <a:ext cx="721206" cy="609701"/>
            <a:chOff x="10235764" y="3370808"/>
            <a:chExt cx="871904" cy="748695"/>
          </a:xfrm>
        </p:grpSpPr>
        <p:sp>
          <p:nvSpPr>
            <p:cNvPr id="125" name="Rectangle 124">
              <a:hlinkHover r:id="" action="ppaction://noaction" highlightClick="1"/>
              <a:extLst>
                <a:ext uri="{FF2B5EF4-FFF2-40B4-BE49-F238E27FC236}">
                  <a16:creationId xmlns:a16="http://schemas.microsoft.com/office/drawing/2014/main" id="{E7897957-9FD1-65D0-187C-BEC88DF67D9B}"/>
                </a:ext>
              </a:extLst>
            </p:cNvPr>
            <p:cNvSpPr/>
            <p:nvPr/>
          </p:nvSpPr>
          <p:spPr>
            <a:xfrm>
              <a:off x="10235764" y="337080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126" name="Oval 125">
              <a:extLst>
                <a:ext uri="{FF2B5EF4-FFF2-40B4-BE49-F238E27FC236}">
                  <a16:creationId xmlns:a16="http://schemas.microsoft.com/office/drawing/2014/main" id="{732EE8DB-B261-0562-406C-FE5C406CFD14}"/>
                </a:ext>
              </a:extLst>
            </p:cNvPr>
            <p:cNvSpPr/>
            <p:nvPr/>
          </p:nvSpPr>
          <p:spPr>
            <a:xfrm>
              <a:off x="10933601" y="338217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Isosceles Triangle 648">
              <a:extLst>
                <a:ext uri="{FF2B5EF4-FFF2-40B4-BE49-F238E27FC236}">
                  <a16:creationId xmlns:a16="http://schemas.microsoft.com/office/drawing/2014/main" id="{32A6FBD5-B96B-90BB-3846-5262B39F6DBB}"/>
                </a:ext>
              </a:extLst>
            </p:cNvPr>
            <p:cNvSpPr/>
            <p:nvPr/>
          </p:nvSpPr>
          <p:spPr>
            <a:xfrm>
              <a:off x="10970020" y="339876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53" name="Group 552">
            <a:extLst>
              <a:ext uri="{FF2B5EF4-FFF2-40B4-BE49-F238E27FC236}">
                <a16:creationId xmlns:a16="http://schemas.microsoft.com/office/drawing/2014/main" id="{6D54AC6A-BCF7-2D29-F19A-D8349898510F}"/>
              </a:ext>
            </a:extLst>
          </p:cNvPr>
          <p:cNvGrpSpPr/>
          <p:nvPr/>
        </p:nvGrpSpPr>
        <p:grpSpPr>
          <a:xfrm>
            <a:off x="1268346" y="3698227"/>
            <a:ext cx="721893" cy="610374"/>
            <a:chOff x="324914" y="4191098"/>
            <a:chExt cx="872735" cy="749519"/>
          </a:xfrm>
        </p:grpSpPr>
        <p:sp>
          <p:nvSpPr>
            <p:cNvPr id="554" name="Rectangle 553">
              <a:extLst>
                <a:ext uri="{FF2B5EF4-FFF2-40B4-BE49-F238E27FC236}">
                  <a16:creationId xmlns:a16="http://schemas.microsoft.com/office/drawing/2014/main" id="{2739F52E-328D-A5BF-C49B-2FB5BCE1CBD9}"/>
                </a:ext>
              </a:extLst>
            </p:cNvPr>
            <p:cNvSpPr/>
            <p:nvPr/>
          </p:nvSpPr>
          <p:spPr>
            <a:xfrm>
              <a:off x="32491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555" name="Right Triangle 554">
              <a:extLst>
                <a:ext uri="{FF2B5EF4-FFF2-40B4-BE49-F238E27FC236}">
                  <a16:creationId xmlns:a16="http://schemas.microsoft.com/office/drawing/2014/main" id="{80B7931B-775E-E7EC-F0B9-BA547BE219EF}"/>
                </a:ext>
              </a:extLst>
            </p:cNvPr>
            <p:cNvSpPr/>
            <p:nvPr/>
          </p:nvSpPr>
          <p:spPr>
            <a:xfrm rot="10800000">
              <a:off x="1056136"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56" name="Group 555">
              <a:extLst>
                <a:ext uri="{FF2B5EF4-FFF2-40B4-BE49-F238E27FC236}">
                  <a16:creationId xmlns:a16="http://schemas.microsoft.com/office/drawing/2014/main" id="{ECA88451-0FF4-023C-23F2-ADADFED138E7}"/>
                </a:ext>
              </a:extLst>
            </p:cNvPr>
            <p:cNvGrpSpPr/>
            <p:nvPr/>
          </p:nvGrpSpPr>
          <p:grpSpPr>
            <a:xfrm>
              <a:off x="1136463" y="4198579"/>
              <a:ext cx="45719" cy="75385"/>
              <a:chOff x="3883481" y="2057400"/>
              <a:chExt cx="1608363" cy="2652031"/>
            </a:xfrm>
            <a:solidFill>
              <a:srgbClr val="A6A6A6"/>
            </a:solidFill>
          </p:grpSpPr>
          <p:sp>
            <p:nvSpPr>
              <p:cNvPr id="573" name="Oval 27">
                <a:extLst>
                  <a:ext uri="{FF2B5EF4-FFF2-40B4-BE49-F238E27FC236}">
                    <a16:creationId xmlns:a16="http://schemas.microsoft.com/office/drawing/2014/main" id="{C24EA88F-3914-F22C-4A47-1B40B2754DE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4" name="Oval 28">
                <a:extLst>
                  <a:ext uri="{FF2B5EF4-FFF2-40B4-BE49-F238E27FC236}">
                    <a16:creationId xmlns:a16="http://schemas.microsoft.com/office/drawing/2014/main" id="{272D0141-1C26-4FFA-6657-BABF149371D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75" name="Group 574">
            <a:extLst>
              <a:ext uri="{FF2B5EF4-FFF2-40B4-BE49-F238E27FC236}">
                <a16:creationId xmlns:a16="http://schemas.microsoft.com/office/drawing/2014/main" id="{6BBD3C1A-6BF9-67CD-6007-189228E873F4}"/>
              </a:ext>
            </a:extLst>
          </p:cNvPr>
          <p:cNvGrpSpPr/>
          <p:nvPr/>
        </p:nvGrpSpPr>
        <p:grpSpPr>
          <a:xfrm>
            <a:off x="11360399" y="2241807"/>
            <a:ext cx="721206" cy="609701"/>
            <a:chOff x="7262509" y="2560818"/>
            <a:chExt cx="871904" cy="748695"/>
          </a:xfrm>
        </p:grpSpPr>
        <p:sp>
          <p:nvSpPr>
            <p:cNvPr id="128" name="Rectangle 127">
              <a:extLst>
                <a:ext uri="{FF2B5EF4-FFF2-40B4-BE49-F238E27FC236}">
                  <a16:creationId xmlns:a16="http://schemas.microsoft.com/office/drawing/2014/main" id="{B6363454-51B7-3EFA-2B7F-08CA0C4139E6}"/>
                </a:ext>
              </a:extLst>
            </p:cNvPr>
            <p:cNvSpPr/>
            <p:nvPr/>
          </p:nvSpPr>
          <p:spPr>
            <a:xfrm>
              <a:off x="726250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29" name="Right Triangle 128">
              <a:extLst>
                <a:ext uri="{FF2B5EF4-FFF2-40B4-BE49-F238E27FC236}">
                  <a16:creationId xmlns:a16="http://schemas.microsoft.com/office/drawing/2014/main" id="{196A9A4D-B100-DBE5-9B3B-29F658FE77E4}"/>
                </a:ext>
              </a:extLst>
            </p:cNvPr>
            <p:cNvSpPr/>
            <p:nvPr/>
          </p:nvSpPr>
          <p:spPr>
            <a:xfrm rot="10800000">
              <a:off x="7986364"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1" name="Group 130">
              <a:extLst>
                <a:ext uri="{FF2B5EF4-FFF2-40B4-BE49-F238E27FC236}">
                  <a16:creationId xmlns:a16="http://schemas.microsoft.com/office/drawing/2014/main" id="{88E8261D-BF2E-CF04-9064-5723752B5F7B}"/>
                </a:ext>
              </a:extLst>
            </p:cNvPr>
            <p:cNvGrpSpPr/>
            <p:nvPr/>
          </p:nvGrpSpPr>
          <p:grpSpPr>
            <a:xfrm>
              <a:off x="8066691" y="2574863"/>
              <a:ext cx="45719" cy="75385"/>
              <a:chOff x="3883481" y="2057400"/>
              <a:chExt cx="1608363" cy="2652031"/>
            </a:xfrm>
            <a:solidFill>
              <a:srgbClr val="A6A6A6"/>
            </a:solidFill>
          </p:grpSpPr>
          <p:sp>
            <p:nvSpPr>
              <p:cNvPr id="132" name="Oval 27">
                <a:extLst>
                  <a:ext uri="{FF2B5EF4-FFF2-40B4-BE49-F238E27FC236}">
                    <a16:creationId xmlns:a16="http://schemas.microsoft.com/office/drawing/2014/main" id="{16AB9362-3B50-26D1-AAA8-377C4C59308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Oval 28">
                <a:extLst>
                  <a:ext uri="{FF2B5EF4-FFF2-40B4-BE49-F238E27FC236}">
                    <a16:creationId xmlns:a16="http://schemas.microsoft.com/office/drawing/2014/main" id="{7CE8D41E-EACF-325B-15F5-B442A755049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4" name="Group 133">
            <a:extLst>
              <a:ext uri="{FF2B5EF4-FFF2-40B4-BE49-F238E27FC236}">
                <a16:creationId xmlns:a16="http://schemas.microsoft.com/office/drawing/2014/main" id="{F1711B0F-4E54-11A5-05B4-DD4CA407DAC1}"/>
              </a:ext>
            </a:extLst>
          </p:cNvPr>
          <p:cNvGrpSpPr/>
          <p:nvPr/>
        </p:nvGrpSpPr>
        <p:grpSpPr>
          <a:xfrm>
            <a:off x="5454167" y="2268701"/>
            <a:ext cx="721206" cy="609701"/>
            <a:chOff x="8253594" y="2560818"/>
            <a:chExt cx="871904" cy="748695"/>
          </a:xfrm>
        </p:grpSpPr>
        <p:sp>
          <p:nvSpPr>
            <p:cNvPr id="135" name="Rectangle 134">
              <a:extLst>
                <a:ext uri="{FF2B5EF4-FFF2-40B4-BE49-F238E27FC236}">
                  <a16:creationId xmlns:a16="http://schemas.microsoft.com/office/drawing/2014/main" id="{BC0082BA-4FE6-E5C7-DFCA-52EED1EBB356}"/>
                </a:ext>
              </a:extLst>
            </p:cNvPr>
            <p:cNvSpPr/>
            <p:nvPr/>
          </p:nvSpPr>
          <p:spPr>
            <a:xfrm>
              <a:off x="825359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36" name="Right Triangle 135">
              <a:extLst>
                <a:ext uri="{FF2B5EF4-FFF2-40B4-BE49-F238E27FC236}">
                  <a16:creationId xmlns:a16="http://schemas.microsoft.com/office/drawing/2014/main" id="{797A3ABB-2B77-AB67-5D0E-ED1208815C11}"/>
                </a:ext>
              </a:extLst>
            </p:cNvPr>
            <p:cNvSpPr/>
            <p:nvPr/>
          </p:nvSpPr>
          <p:spPr>
            <a:xfrm rot="10800000">
              <a:off x="8976730" y="256777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7" name="Group 136">
              <a:extLst>
                <a:ext uri="{FF2B5EF4-FFF2-40B4-BE49-F238E27FC236}">
                  <a16:creationId xmlns:a16="http://schemas.microsoft.com/office/drawing/2014/main" id="{730518C3-2C41-0D03-19B0-6BBA3BF654D4}"/>
                </a:ext>
              </a:extLst>
            </p:cNvPr>
            <p:cNvGrpSpPr/>
            <p:nvPr/>
          </p:nvGrpSpPr>
          <p:grpSpPr>
            <a:xfrm>
              <a:off x="9057057" y="2575256"/>
              <a:ext cx="45719" cy="75385"/>
              <a:chOff x="3883481" y="2057400"/>
              <a:chExt cx="1608363" cy="2652031"/>
            </a:xfrm>
            <a:solidFill>
              <a:srgbClr val="A6A6A6"/>
            </a:solidFill>
          </p:grpSpPr>
          <p:sp>
            <p:nvSpPr>
              <p:cNvPr id="138" name="Oval 27">
                <a:extLst>
                  <a:ext uri="{FF2B5EF4-FFF2-40B4-BE49-F238E27FC236}">
                    <a16:creationId xmlns:a16="http://schemas.microsoft.com/office/drawing/2014/main" id="{01A49B1B-DF66-5C02-F28D-DD031B5CDBD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 name="Oval 28">
                <a:extLst>
                  <a:ext uri="{FF2B5EF4-FFF2-40B4-BE49-F238E27FC236}">
                    <a16:creationId xmlns:a16="http://schemas.microsoft.com/office/drawing/2014/main" id="{C1D8AB75-7728-31E4-BD2F-2E86F2EB8E2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0" name="Group 139">
            <a:extLst>
              <a:ext uri="{FF2B5EF4-FFF2-40B4-BE49-F238E27FC236}">
                <a16:creationId xmlns:a16="http://schemas.microsoft.com/office/drawing/2014/main" id="{65842CC7-0695-DD9F-778D-05BA8F8B5438}"/>
              </a:ext>
            </a:extLst>
          </p:cNvPr>
          <p:cNvGrpSpPr/>
          <p:nvPr/>
        </p:nvGrpSpPr>
        <p:grpSpPr>
          <a:xfrm>
            <a:off x="2928083" y="5128486"/>
            <a:ext cx="724144" cy="609701"/>
            <a:chOff x="6271424" y="3370808"/>
            <a:chExt cx="875460" cy="748695"/>
          </a:xfrm>
        </p:grpSpPr>
        <p:sp>
          <p:nvSpPr>
            <p:cNvPr id="141" name="Rectangle 140">
              <a:extLst>
                <a:ext uri="{FF2B5EF4-FFF2-40B4-BE49-F238E27FC236}">
                  <a16:creationId xmlns:a16="http://schemas.microsoft.com/office/drawing/2014/main" id="{D1BC51B6-BE77-ED8B-D328-0AB5573D0221}"/>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42" name="Right Triangle 141">
              <a:extLst>
                <a:ext uri="{FF2B5EF4-FFF2-40B4-BE49-F238E27FC236}">
                  <a16:creationId xmlns:a16="http://schemas.microsoft.com/office/drawing/2014/main" id="{E4C829B8-4727-CAFE-3446-5F917DDC236E}"/>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3" name="Group 142">
              <a:extLst>
                <a:ext uri="{FF2B5EF4-FFF2-40B4-BE49-F238E27FC236}">
                  <a16:creationId xmlns:a16="http://schemas.microsoft.com/office/drawing/2014/main" id="{7807CBBA-48F4-1718-E0AB-EF61054F4012}"/>
                </a:ext>
              </a:extLst>
            </p:cNvPr>
            <p:cNvGrpSpPr/>
            <p:nvPr/>
          </p:nvGrpSpPr>
          <p:grpSpPr>
            <a:xfrm>
              <a:off x="7085694" y="3381257"/>
              <a:ext cx="45719" cy="75385"/>
              <a:chOff x="3883481" y="2057400"/>
              <a:chExt cx="1608363" cy="2652031"/>
            </a:xfrm>
            <a:solidFill>
              <a:srgbClr val="A6A6A6"/>
            </a:solidFill>
          </p:grpSpPr>
          <p:sp>
            <p:nvSpPr>
              <p:cNvPr id="144" name="Oval 27">
                <a:extLst>
                  <a:ext uri="{FF2B5EF4-FFF2-40B4-BE49-F238E27FC236}">
                    <a16:creationId xmlns:a16="http://schemas.microsoft.com/office/drawing/2014/main" id="{99601332-4FF8-2330-C7DB-E3F0E6DB8A1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 name="Oval 28">
                <a:extLst>
                  <a:ext uri="{FF2B5EF4-FFF2-40B4-BE49-F238E27FC236}">
                    <a16:creationId xmlns:a16="http://schemas.microsoft.com/office/drawing/2014/main" id="{DC08A9B5-F3F7-BB8F-1523-2A390681317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6" name="Group 145">
            <a:extLst>
              <a:ext uri="{FF2B5EF4-FFF2-40B4-BE49-F238E27FC236}">
                <a16:creationId xmlns:a16="http://schemas.microsoft.com/office/drawing/2014/main" id="{D62EB62F-CBE3-085E-1F2F-1705D8F50926}"/>
              </a:ext>
            </a:extLst>
          </p:cNvPr>
          <p:cNvGrpSpPr/>
          <p:nvPr/>
        </p:nvGrpSpPr>
        <p:grpSpPr>
          <a:xfrm>
            <a:off x="2102909" y="811556"/>
            <a:ext cx="721206" cy="609701"/>
            <a:chOff x="2307084" y="909114"/>
            <a:chExt cx="871904" cy="748695"/>
          </a:xfrm>
        </p:grpSpPr>
        <p:sp>
          <p:nvSpPr>
            <p:cNvPr id="147" name="Rectangle 146">
              <a:extLst>
                <a:ext uri="{FF2B5EF4-FFF2-40B4-BE49-F238E27FC236}">
                  <a16:creationId xmlns:a16="http://schemas.microsoft.com/office/drawing/2014/main" id="{B8AD0AF0-E5DE-A73D-6B7F-F56E11147514}"/>
                </a:ext>
              </a:extLst>
            </p:cNvPr>
            <p:cNvSpPr/>
            <p:nvPr/>
          </p:nvSpPr>
          <p:spPr>
            <a:xfrm>
              <a:off x="230708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48" name="Rectangle 147">
              <a:extLst>
                <a:ext uri="{FF2B5EF4-FFF2-40B4-BE49-F238E27FC236}">
                  <a16:creationId xmlns:a16="http://schemas.microsoft.com/office/drawing/2014/main" id="{E3314935-260E-9BFA-047C-CEEE5FEC9DF2}"/>
                </a:ext>
              </a:extLst>
            </p:cNvPr>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 name="Oval 15">
              <a:extLst>
                <a:ext uri="{FF2B5EF4-FFF2-40B4-BE49-F238E27FC236}">
                  <a16:creationId xmlns:a16="http://schemas.microsoft.com/office/drawing/2014/main" id="{B901AEED-CB0F-5806-79FF-FBA0DD4880B5}"/>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0" name="Straight Connector 149">
              <a:extLst>
                <a:ext uri="{FF2B5EF4-FFF2-40B4-BE49-F238E27FC236}">
                  <a16:creationId xmlns:a16="http://schemas.microsoft.com/office/drawing/2014/main" id="{D5255857-854C-97BD-46AD-127F7DD89719}"/>
                </a:ext>
              </a:extLst>
            </p:cNvPr>
            <p:cNvCxnSpPr>
              <a:cxnSpLocks/>
              <a:stCxn id="149"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1" name="Straight Connector 150">
              <a:extLst>
                <a:ext uri="{FF2B5EF4-FFF2-40B4-BE49-F238E27FC236}">
                  <a16:creationId xmlns:a16="http://schemas.microsoft.com/office/drawing/2014/main" id="{8912F717-3041-6505-FAE0-F681AD2F7AD5}"/>
                </a:ext>
              </a:extLst>
            </p:cNvPr>
            <p:cNvCxnSpPr>
              <a:cxnSpLocks/>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2" name="Group 151">
            <a:extLst>
              <a:ext uri="{FF2B5EF4-FFF2-40B4-BE49-F238E27FC236}">
                <a16:creationId xmlns:a16="http://schemas.microsoft.com/office/drawing/2014/main" id="{82B1B7FC-2D51-42CF-C974-5C56E70F89CF}"/>
              </a:ext>
            </a:extLst>
          </p:cNvPr>
          <p:cNvGrpSpPr/>
          <p:nvPr/>
        </p:nvGrpSpPr>
        <p:grpSpPr>
          <a:xfrm>
            <a:off x="5451974" y="3707588"/>
            <a:ext cx="721206" cy="609701"/>
            <a:chOff x="11335787" y="4191133"/>
            <a:chExt cx="710037" cy="609701"/>
          </a:xfrm>
        </p:grpSpPr>
        <p:sp>
          <p:nvSpPr>
            <p:cNvPr id="153" name="Rectangle 152">
              <a:hlinkHover r:id="" action="ppaction://noaction" highlightClick="1"/>
              <a:extLst>
                <a:ext uri="{FF2B5EF4-FFF2-40B4-BE49-F238E27FC236}">
                  <a16:creationId xmlns:a16="http://schemas.microsoft.com/office/drawing/2014/main" id="{4C6912CA-231E-5D89-545A-121BB57CDB1F}"/>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54" name="Oval 153">
              <a:extLst>
                <a:ext uri="{FF2B5EF4-FFF2-40B4-BE49-F238E27FC236}">
                  <a16:creationId xmlns:a16="http://schemas.microsoft.com/office/drawing/2014/main" id="{22686907-409B-6FEA-1E2E-FB587EBB2E11}"/>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 name="Isosceles Triangle 648">
              <a:extLst>
                <a:ext uri="{FF2B5EF4-FFF2-40B4-BE49-F238E27FC236}">
                  <a16:creationId xmlns:a16="http://schemas.microsoft.com/office/drawing/2014/main" id="{F6EF41E3-ABA7-0729-9044-1459144256ED}"/>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6" name="Group 155">
            <a:extLst>
              <a:ext uri="{FF2B5EF4-FFF2-40B4-BE49-F238E27FC236}">
                <a16:creationId xmlns:a16="http://schemas.microsoft.com/office/drawing/2014/main" id="{9E806CB1-8171-EA4F-2D6F-BCB57CEBDC4B}"/>
              </a:ext>
            </a:extLst>
          </p:cNvPr>
          <p:cNvGrpSpPr/>
          <p:nvPr/>
        </p:nvGrpSpPr>
        <p:grpSpPr>
          <a:xfrm>
            <a:off x="10506599" y="811556"/>
            <a:ext cx="721206" cy="609701"/>
            <a:chOff x="11226844" y="909114"/>
            <a:chExt cx="871904" cy="748695"/>
          </a:xfrm>
        </p:grpSpPr>
        <p:sp>
          <p:nvSpPr>
            <p:cNvPr id="157" name="Rectangle 156">
              <a:extLst>
                <a:ext uri="{FF2B5EF4-FFF2-40B4-BE49-F238E27FC236}">
                  <a16:creationId xmlns:a16="http://schemas.microsoft.com/office/drawing/2014/main" id="{33D918BD-09FE-669F-39C2-8B56CC7F7F42}"/>
                </a:ext>
              </a:extLst>
            </p:cNvPr>
            <p:cNvSpPr/>
            <p:nvPr/>
          </p:nvSpPr>
          <p:spPr>
            <a:xfrm>
              <a:off x="1122684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58" name="Rectangle 157">
              <a:extLst>
                <a:ext uri="{FF2B5EF4-FFF2-40B4-BE49-F238E27FC236}">
                  <a16:creationId xmlns:a16="http://schemas.microsoft.com/office/drawing/2014/main" id="{C07C818C-BDE2-5817-4721-CC3622C8C7EB}"/>
                </a:ext>
              </a:extLst>
            </p:cNvPr>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Oval 15">
              <a:extLst>
                <a:ext uri="{FF2B5EF4-FFF2-40B4-BE49-F238E27FC236}">
                  <a16:creationId xmlns:a16="http://schemas.microsoft.com/office/drawing/2014/main" id="{3EDB953B-651B-2A44-6A5A-E5C9C2CE971C}"/>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0" name="Straight Connector 159">
              <a:extLst>
                <a:ext uri="{FF2B5EF4-FFF2-40B4-BE49-F238E27FC236}">
                  <a16:creationId xmlns:a16="http://schemas.microsoft.com/office/drawing/2014/main" id="{5C0B4C79-8CFD-78B8-6492-F5A80BEFA259}"/>
                </a:ext>
              </a:extLst>
            </p:cNvPr>
            <p:cNvCxnSpPr>
              <a:cxnSpLocks/>
              <a:stCxn id="159"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1" name="Straight Connector 160">
              <a:extLst>
                <a:ext uri="{FF2B5EF4-FFF2-40B4-BE49-F238E27FC236}">
                  <a16:creationId xmlns:a16="http://schemas.microsoft.com/office/drawing/2014/main" id="{BE88EEAB-5EB2-25FA-E852-3448196C3DC8}"/>
                </a:ext>
              </a:extLst>
            </p:cNvPr>
            <p:cNvCxnSpPr>
              <a:cxnSpLocks/>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2" name="Group 161">
            <a:extLst>
              <a:ext uri="{FF2B5EF4-FFF2-40B4-BE49-F238E27FC236}">
                <a16:creationId xmlns:a16="http://schemas.microsoft.com/office/drawing/2014/main" id="{CAFCE3AD-7007-498D-49F5-3633D838436B}"/>
              </a:ext>
            </a:extLst>
          </p:cNvPr>
          <p:cNvGrpSpPr/>
          <p:nvPr/>
        </p:nvGrpSpPr>
        <p:grpSpPr>
          <a:xfrm>
            <a:off x="7113073" y="809264"/>
            <a:ext cx="721206" cy="609701"/>
            <a:chOff x="4289253" y="909114"/>
            <a:chExt cx="871904" cy="748695"/>
          </a:xfrm>
        </p:grpSpPr>
        <p:sp>
          <p:nvSpPr>
            <p:cNvPr id="163" name="Rectangle 162">
              <a:extLst>
                <a:ext uri="{FF2B5EF4-FFF2-40B4-BE49-F238E27FC236}">
                  <a16:creationId xmlns:a16="http://schemas.microsoft.com/office/drawing/2014/main" id="{2DDE107D-A224-2479-6128-BC02729106DF}"/>
                </a:ext>
              </a:extLst>
            </p:cNvPr>
            <p:cNvSpPr/>
            <p:nvPr/>
          </p:nvSpPr>
          <p:spPr>
            <a:xfrm>
              <a:off x="4289253"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64" name="Rectangle 163">
              <a:extLst>
                <a:ext uri="{FF2B5EF4-FFF2-40B4-BE49-F238E27FC236}">
                  <a16:creationId xmlns:a16="http://schemas.microsoft.com/office/drawing/2014/main" id="{F15BBCAB-15DE-8458-456C-A09C3EC68300}"/>
                </a:ext>
              </a:extLst>
            </p:cNvPr>
            <p:cNvSpPr/>
            <p:nvPr/>
          </p:nvSpPr>
          <p:spPr>
            <a:xfrm flipV="1">
              <a:off x="5036004" y="916254"/>
              <a:ext cx="121127"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5" name="Oval 15">
              <a:extLst>
                <a:ext uri="{FF2B5EF4-FFF2-40B4-BE49-F238E27FC236}">
                  <a16:creationId xmlns:a16="http://schemas.microsoft.com/office/drawing/2014/main" id="{EB76C06D-BCCA-7202-E27D-3BF86A7FFC87}"/>
                </a:ext>
              </a:extLst>
            </p:cNvPr>
            <p:cNvSpPr/>
            <p:nvPr/>
          </p:nvSpPr>
          <p:spPr>
            <a:xfrm>
              <a:off x="5069116"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6" name="Straight Connector 165">
              <a:extLst>
                <a:ext uri="{FF2B5EF4-FFF2-40B4-BE49-F238E27FC236}">
                  <a16:creationId xmlns:a16="http://schemas.microsoft.com/office/drawing/2014/main" id="{ABBAC60F-5C02-504E-DD62-DB44841D4E5D}"/>
                </a:ext>
              </a:extLst>
            </p:cNvPr>
            <p:cNvCxnSpPr>
              <a:cxnSpLocks/>
              <a:stCxn id="165" idx="0"/>
            </p:cNvCxnSpPr>
            <p:nvPr/>
          </p:nvCxnSpPr>
          <p:spPr>
            <a:xfrm flipV="1">
              <a:off x="5076002"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7" name="Straight Connector 166">
              <a:extLst>
                <a:ext uri="{FF2B5EF4-FFF2-40B4-BE49-F238E27FC236}">
                  <a16:creationId xmlns:a16="http://schemas.microsoft.com/office/drawing/2014/main" id="{BB3B89F3-AB0B-207D-FA2A-AABA69669539}"/>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8" name="Group 167">
            <a:extLst>
              <a:ext uri="{FF2B5EF4-FFF2-40B4-BE49-F238E27FC236}">
                <a16:creationId xmlns:a16="http://schemas.microsoft.com/office/drawing/2014/main" id="{CF5A5A07-0F0D-E300-7F91-B3990E757B1F}"/>
              </a:ext>
            </a:extLst>
          </p:cNvPr>
          <p:cNvGrpSpPr/>
          <p:nvPr/>
        </p:nvGrpSpPr>
        <p:grpSpPr>
          <a:xfrm>
            <a:off x="10504032" y="2975151"/>
            <a:ext cx="721206" cy="609701"/>
            <a:chOff x="11226844" y="3371220"/>
            <a:chExt cx="871904" cy="748695"/>
          </a:xfrm>
        </p:grpSpPr>
        <p:sp>
          <p:nvSpPr>
            <p:cNvPr id="169" name="Rectangle 168">
              <a:extLst>
                <a:ext uri="{FF2B5EF4-FFF2-40B4-BE49-F238E27FC236}">
                  <a16:creationId xmlns:a16="http://schemas.microsoft.com/office/drawing/2014/main" id="{574645D2-1F63-7146-09A2-A4F8694A474D}"/>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solidFill>
                  <a:latin typeface="Century Gothic" panose="020B0502020202020204" pitchFamily="34" charset="0"/>
                </a:rPr>
                <a:t>Microsoft Entra Agent Identities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70" name="Rectangle 169">
              <a:extLst>
                <a:ext uri="{FF2B5EF4-FFF2-40B4-BE49-F238E27FC236}">
                  <a16:creationId xmlns:a16="http://schemas.microsoft.com/office/drawing/2014/main" id="{25A9E465-9CA2-4C91-7CF0-A4E373B469D2}"/>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1" name="Oval 15">
              <a:extLst>
                <a:ext uri="{FF2B5EF4-FFF2-40B4-BE49-F238E27FC236}">
                  <a16:creationId xmlns:a16="http://schemas.microsoft.com/office/drawing/2014/main" id="{E71CB23A-A6D9-C6A1-BFDF-F7E7493C57DB}"/>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2" name="Straight Connector 171">
              <a:extLst>
                <a:ext uri="{FF2B5EF4-FFF2-40B4-BE49-F238E27FC236}">
                  <a16:creationId xmlns:a16="http://schemas.microsoft.com/office/drawing/2014/main" id="{740209CB-57F5-890F-C1CE-0F63AC9307EC}"/>
                </a:ext>
              </a:extLst>
            </p:cNvPr>
            <p:cNvCxnSpPr>
              <a:cxnSpLocks/>
              <a:stCxn id="171"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3" name="Straight Connector 172">
              <a:extLst>
                <a:ext uri="{FF2B5EF4-FFF2-40B4-BE49-F238E27FC236}">
                  <a16:creationId xmlns:a16="http://schemas.microsoft.com/office/drawing/2014/main" id="{39429BD8-EA48-A15D-238C-8F76CEF24680}"/>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4" name="Group 173">
            <a:extLst>
              <a:ext uri="{FF2B5EF4-FFF2-40B4-BE49-F238E27FC236}">
                <a16:creationId xmlns:a16="http://schemas.microsoft.com/office/drawing/2014/main" id="{491B2420-B16D-33B2-F458-5473B43391AD}"/>
              </a:ext>
            </a:extLst>
          </p:cNvPr>
          <p:cNvGrpSpPr/>
          <p:nvPr/>
        </p:nvGrpSpPr>
        <p:grpSpPr>
          <a:xfrm>
            <a:off x="10518347" y="1536011"/>
            <a:ext cx="721206" cy="609701"/>
            <a:chOff x="11226844" y="88412"/>
            <a:chExt cx="871904" cy="748695"/>
          </a:xfrm>
        </p:grpSpPr>
        <p:sp>
          <p:nvSpPr>
            <p:cNvPr id="175" name="Rectangle 174">
              <a:hlinkHover r:id="" action="ppaction://noaction" highlightClick="1"/>
              <a:extLst>
                <a:ext uri="{FF2B5EF4-FFF2-40B4-BE49-F238E27FC236}">
                  <a16:creationId xmlns:a16="http://schemas.microsoft.com/office/drawing/2014/main" id="{80F0C7D2-217D-7523-B255-7C8A3E33828B}"/>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AI Services</a:t>
              </a:r>
            </a:p>
          </p:txBody>
        </p:sp>
        <p:sp>
          <p:nvSpPr>
            <p:cNvPr id="176" name="Oval 175">
              <a:extLst>
                <a:ext uri="{FF2B5EF4-FFF2-40B4-BE49-F238E27FC236}">
                  <a16:creationId xmlns:a16="http://schemas.microsoft.com/office/drawing/2014/main" id="{E7F95E15-1CCE-CC4E-22A1-F2D7EAF854C1}"/>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 name="Isosceles Triangle 648">
              <a:extLst>
                <a:ext uri="{FF2B5EF4-FFF2-40B4-BE49-F238E27FC236}">
                  <a16:creationId xmlns:a16="http://schemas.microsoft.com/office/drawing/2014/main" id="{15C688E2-C765-28BA-EC2C-DECC00AC7A3B}"/>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84" name="Group 183">
            <a:extLst>
              <a:ext uri="{FF2B5EF4-FFF2-40B4-BE49-F238E27FC236}">
                <a16:creationId xmlns:a16="http://schemas.microsoft.com/office/drawing/2014/main" id="{EF1059AB-3272-0678-5F46-2CAA1C7EDA50}"/>
              </a:ext>
            </a:extLst>
          </p:cNvPr>
          <p:cNvGrpSpPr/>
          <p:nvPr/>
        </p:nvGrpSpPr>
        <p:grpSpPr>
          <a:xfrm>
            <a:off x="11352864" y="5143204"/>
            <a:ext cx="721206" cy="609701"/>
            <a:chOff x="9244679" y="3370808"/>
            <a:chExt cx="871904" cy="748695"/>
          </a:xfrm>
        </p:grpSpPr>
        <p:sp>
          <p:nvSpPr>
            <p:cNvPr id="185" name="Rectangle 184">
              <a:extLst>
                <a:ext uri="{FF2B5EF4-FFF2-40B4-BE49-F238E27FC236}">
                  <a16:creationId xmlns:a16="http://schemas.microsoft.com/office/drawing/2014/main" id="{CF58FE3A-ABA9-90BC-F7E5-B6F62E1CD522}"/>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186" name="Rectangle 185">
              <a:extLst>
                <a:ext uri="{FF2B5EF4-FFF2-40B4-BE49-F238E27FC236}">
                  <a16:creationId xmlns:a16="http://schemas.microsoft.com/office/drawing/2014/main" id="{4723B32E-AEE2-F8E6-410E-0A16A9BC9C14}"/>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7" name="Oval 15">
              <a:extLst>
                <a:ext uri="{FF2B5EF4-FFF2-40B4-BE49-F238E27FC236}">
                  <a16:creationId xmlns:a16="http://schemas.microsoft.com/office/drawing/2014/main" id="{936B0CA2-82E9-6DC4-3422-0467639EA133}"/>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8" name="Straight Connector 187">
              <a:extLst>
                <a:ext uri="{FF2B5EF4-FFF2-40B4-BE49-F238E27FC236}">
                  <a16:creationId xmlns:a16="http://schemas.microsoft.com/office/drawing/2014/main" id="{F4A92DEC-D0DB-6CA9-0932-87B6EC4A95FE}"/>
                </a:ext>
              </a:extLst>
            </p:cNvPr>
            <p:cNvCxnSpPr>
              <a:cxnSpLocks/>
              <a:stCxn id="187"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9" name="Straight Connector 188">
              <a:extLst>
                <a:ext uri="{FF2B5EF4-FFF2-40B4-BE49-F238E27FC236}">
                  <a16:creationId xmlns:a16="http://schemas.microsoft.com/office/drawing/2014/main" id="{8D558F53-F062-FC38-C1FA-527E79682386}"/>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0" name="Group 189">
            <a:extLst>
              <a:ext uri="{FF2B5EF4-FFF2-40B4-BE49-F238E27FC236}">
                <a16:creationId xmlns:a16="http://schemas.microsoft.com/office/drawing/2014/main" id="{67EA0EE9-0975-AEC5-5110-8D42B3E0BFEB}"/>
              </a:ext>
            </a:extLst>
          </p:cNvPr>
          <p:cNvGrpSpPr/>
          <p:nvPr/>
        </p:nvGrpSpPr>
        <p:grpSpPr>
          <a:xfrm>
            <a:off x="7114819" y="2256881"/>
            <a:ext cx="721206" cy="609701"/>
            <a:chOff x="9244679" y="3370808"/>
            <a:chExt cx="871904" cy="748695"/>
          </a:xfrm>
        </p:grpSpPr>
        <p:sp>
          <p:nvSpPr>
            <p:cNvPr id="191" name="Rectangle 190">
              <a:extLst>
                <a:ext uri="{FF2B5EF4-FFF2-40B4-BE49-F238E27FC236}">
                  <a16:creationId xmlns:a16="http://schemas.microsoft.com/office/drawing/2014/main" id="{77D8AD59-C39E-6186-38EC-BEDFD375D06D}"/>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576" name="Rectangle 575">
              <a:extLst>
                <a:ext uri="{FF2B5EF4-FFF2-40B4-BE49-F238E27FC236}">
                  <a16:creationId xmlns:a16="http://schemas.microsoft.com/office/drawing/2014/main" id="{4FD26945-51FE-B584-A6C2-32E76AF7BFDF}"/>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7" name="Oval 15">
              <a:extLst>
                <a:ext uri="{FF2B5EF4-FFF2-40B4-BE49-F238E27FC236}">
                  <a16:creationId xmlns:a16="http://schemas.microsoft.com/office/drawing/2014/main" id="{36E79759-7DBA-364E-43F0-5CFF498D47C8}"/>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78" name="Straight Connector 577">
              <a:extLst>
                <a:ext uri="{FF2B5EF4-FFF2-40B4-BE49-F238E27FC236}">
                  <a16:creationId xmlns:a16="http://schemas.microsoft.com/office/drawing/2014/main" id="{9C880602-F2BD-F6D7-EF90-FDDB6C9878CD}"/>
                </a:ext>
              </a:extLst>
            </p:cNvPr>
            <p:cNvCxnSpPr>
              <a:cxnSpLocks/>
              <a:stCxn id="577"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79" name="Straight Connector 578">
              <a:extLst>
                <a:ext uri="{FF2B5EF4-FFF2-40B4-BE49-F238E27FC236}">
                  <a16:creationId xmlns:a16="http://schemas.microsoft.com/office/drawing/2014/main" id="{B8A090D1-878D-2CF3-7E1A-3D7864E3EB27}"/>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pic>
        <p:nvPicPr>
          <p:cNvPr id="2" name="Picture 1">
            <a:hlinkClick r:id="rId7" action="ppaction://hlinksldjump"/>
            <a:extLst>
              <a:ext uri="{FF2B5EF4-FFF2-40B4-BE49-F238E27FC236}">
                <a16:creationId xmlns:a16="http://schemas.microsoft.com/office/drawing/2014/main" id="{BD6FD22F-A25B-2BBA-F4B7-E5D8EBB8DC17}"/>
              </a:ext>
            </a:extLst>
          </p:cNvPr>
          <p:cNvPicPr>
            <a:picLocks noChangeAspect="1"/>
          </p:cNvPicPr>
          <p:nvPr/>
        </p:nvPicPr>
        <p:blipFill>
          <a:blip r:embed="rId8"/>
          <a:stretch>
            <a:fillRect/>
          </a:stretch>
        </p:blipFill>
        <p:spPr>
          <a:xfrm>
            <a:off x="0" y="0"/>
            <a:ext cx="211626" cy="6858000"/>
          </a:xfrm>
          <a:prstGeom prst="rect">
            <a:avLst/>
          </a:prstGeom>
        </p:spPr>
      </p:pic>
      <p:grpSp>
        <p:nvGrpSpPr>
          <p:cNvPr id="3" name="Group 2">
            <a:extLst>
              <a:ext uri="{FF2B5EF4-FFF2-40B4-BE49-F238E27FC236}">
                <a16:creationId xmlns:a16="http://schemas.microsoft.com/office/drawing/2014/main" id="{DB1F3C62-6023-CE10-6C7F-7B50A50FED36}"/>
              </a:ext>
            </a:extLst>
          </p:cNvPr>
          <p:cNvGrpSpPr/>
          <p:nvPr/>
        </p:nvGrpSpPr>
        <p:grpSpPr>
          <a:xfrm>
            <a:off x="9658105" y="2978440"/>
            <a:ext cx="721206" cy="609701"/>
            <a:chOff x="10243575" y="88412"/>
            <a:chExt cx="871904" cy="748695"/>
          </a:xfrm>
        </p:grpSpPr>
        <p:sp>
          <p:nvSpPr>
            <p:cNvPr id="4" name="Rectangle 3">
              <a:hlinkHover r:id="" action="ppaction://noaction" highlightClick="1"/>
              <a:extLst>
                <a:ext uri="{FF2B5EF4-FFF2-40B4-BE49-F238E27FC236}">
                  <a16:creationId xmlns:a16="http://schemas.microsoft.com/office/drawing/2014/main" id="{7C4312DF-3C6D-BF44-7374-BEACF63B7B75}"/>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5" name="Diamond 4">
              <a:extLst>
                <a:ext uri="{FF2B5EF4-FFF2-40B4-BE49-F238E27FC236}">
                  <a16:creationId xmlns:a16="http://schemas.microsoft.com/office/drawing/2014/main" id="{8C2E62DE-E9B0-5EA2-9C59-EA37EB43307F}"/>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3CDA0198-864A-2AF6-B853-CDB9A3AFB1F8}"/>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8165300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62848" y="-54565"/>
            <a:ext cx="5850634"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Single Organization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Single Organization View</a:t>
            </a:r>
          </a:p>
        </p:txBody>
      </p:sp>
      <p:sp>
        <p:nvSpPr>
          <p:cNvPr id="10" name="Rectangle 9">
            <a:hlinkClick r:id="rId3" action="ppaction://hlinksldjump"/>
            <a:hlinkHover r:id="rId3" action="ppaction://hlinksldjump"/>
            <a:extLst>
              <a:ext uri="{FF2B5EF4-FFF2-40B4-BE49-F238E27FC236}">
                <a16:creationId xmlns:a16="http://schemas.microsoft.com/office/drawing/2014/main" id="{D34B7566-1C34-43E8-9CA2-ECC07F5F2298}"/>
              </a:ext>
            </a:extLst>
          </p:cNvPr>
          <p:cNvSpPr/>
          <p:nvPr/>
        </p:nvSpPr>
        <p:spPr>
          <a:xfrm>
            <a:off x="9204513" y="5851981"/>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All Up View</a:t>
            </a:r>
          </a:p>
        </p:txBody>
      </p:sp>
      <p:sp>
        <p:nvSpPr>
          <p:cNvPr id="11" name="Rectangle 10">
            <a:hlinkClick r:id="rId4" action="ppaction://hlinksldjump"/>
            <a:hlinkHover r:id="rId4" action="ppaction://hlinksldjump"/>
            <a:extLst>
              <a:ext uri="{FF2B5EF4-FFF2-40B4-BE49-F238E27FC236}">
                <a16:creationId xmlns:a16="http://schemas.microsoft.com/office/drawing/2014/main" id="{DA9AF887-028C-4A31-8041-2DA081F0D7F0}"/>
              </a:ext>
            </a:extLst>
          </p:cNvPr>
          <p:cNvSpPr/>
          <p:nvPr/>
        </p:nvSpPr>
        <p:spPr>
          <a:xfrm>
            <a:off x="6233681" y="5851983"/>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Tenant Wide Controls</a:t>
            </a:r>
          </a:p>
        </p:txBody>
      </p:sp>
      <p:sp>
        <p:nvSpPr>
          <p:cNvPr id="13" name="Rectangle 12">
            <a:hlinkClick r:id="rId5" action="ppaction://hlinksldjump"/>
            <a:hlinkHover r:id="rId5" action="ppaction://hlinksldjump"/>
            <a:extLst>
              <a:ext uri="{FF2B5EF4-FFF2-40B4-BE49-F238E27FC236}">
                <a16:creationId xmlns:a16="http://schemas.microsoft.com/office/drawing/2014/main" id="{35DA669A-D28C-446E-86E9-6027F38C6F09}"/>
              </a:ext>
            </a:extLst>
          </p:cNvPr>
          <p:cNvSpPr/>
          <p:nvPr/>
        </p:nvSpPr>
        <p:spPr>
          <a:xfrm>
            <a:off x="3262848" y="5851982"/>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Tenant Wide View (scoped controls)</a:t>
            </a:r>
          </a:p>
        </p:txBody>
      </p:sp>
      <p:sp>
        <p:nvSpPr>
          <p:cNvPr id="15" name="Rectangle 14">
            <a:hlinkClick r:id="rId6" action="ppaction://hlinksldjump"/>
            <a:hlinkHover r:id="rId6" action="ppaction://hlinksldjump"/>
            <a:extLst>
              <a:ext uri="{FF2B5EF4-FFF2-40B4-BE49-F238E27FC236}">
                <a16:creationId xmlns:a16="http://schemas.microsoft.com/office/drawing/2014/main" id="{B984AD31-488E-4104-891C-10B95998A118}"/>
              </a:ext>
            </a:extLst>
          </p:cNvPr>
          <p:cNvSpPr/>
          <p:nvPr/>
        </p:nvSpPr>
        <p:spPr>
          <a:xfrm>
            <a:off x="292015" y="5851982"/>
            <a:ext cx="2914915"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View</a:t>
            </a:r>
          </a:p>
        </p:txBody>
      </p:sp>
      <p:grpSp>
        <p:nvGrpSpPr>
          <p:cNvPr id="16" name="Group 15">
            <a:extLst>
              <a:ext uri="{FF2B5EF4-FFF2-40B4-BE49-F238E27FC236}">
                <a16:creationId xmlns:a16="http://schemas.microsoft.com/office/drawing/2014/main" id="{42E3455E-22D5-393E-EA2A-1DCF909A45CA}"/>
              </a:ext>
            </a:extLst>
          </p:cNvPr>
          <p:cNvGrpSpPr/>
          <p:nvPr/>
        </p:nvGrpSpPr>
        <p:grpSpPr>
          <a:xfrm>
            <a:off x="3779655" y="811556"/>
            <a:ext cx="721206" cy="609701"/>
            <a:chOff x="3779655" y="811556"/>
            <a:chExt cx="721206" cy="609701"/>
          </a:xfrm>
        </p:grpSpPr>
        <p:sp>
          <p:nvSpPr>
            <p:cNvPr id="17" name="Rectangle 16">
              <a:extLst>
                <a:ext uri="{FF2B5EF4-FFF2-40B4-BE49-F238E27FC236}">
                  <a16:creationId xmlns:a16="http://schemas.microsoft.com/office/drawing/2014/main" id="{599D0A9C-43A7-A785-2A0A-6CFC954701BF}"/>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18" name="Rectangle 17">
              <a:extLst>
                <a:ext uri="{FF2B5EF4-FFF2-40B4-BE49-F238E27FC236}">
                  <a16:creationId xmlns:a16="http://schemas.microsoft.com/office/drawing/2014/main" id="{9B5BDAB0-B9A8-8C22-B2D5-CB6386EFA121}"/>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 name="Oval 15">
              <a:extLst>
                <a:ext uri="{FF2B5EF4-FFF2-40B4-BE49-F238E27FC236}">
                  <a16:creationId xmlns:a16="http://schemas.microsoft.com/office/drawing/2014/main" id="{DB84DDB6-980B-5247-BA71-026331AF3D95}"/>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0" name="Straight Connector 19">
              <a:extLst>
                <a:ext uri="{FF2B5EF4-FFF2-40B4-BE49-F238E27FC236}">
                  <a16:creationId xmlns:a16="http://schemas.microsoft.com/office/drawing/2014/main" id="{3A10CA94-6FFD-2AB7-76E9-98CC6660079D}"/>
                </a:ext>
              </a:extLst>
            </p:cNvPr>
            <p:cNvCxnSpPr>
              <a:cxnSpLocks/>
              <a:stCxn id="19"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1" name="Straight Connector 20">
              <a:extLst>
                <a:ext uri="{FF2B5EF4-FFF2-40B4-BE49-F238E27FC236}">
                  <a16:creationId xmlns:a16="http://schemas.microsoft.com/office/drawing/2014/main" id="{1C1FEA24-4E98-0475-67FF-3AE83B1D2A37}"/>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2" name="Group 31">
            <a:extLst>
              <a:ext uri="{FF2B5EF4-FFF2-40B4-BE49-F238E27FC236}">
                <a16:creationId xmlns:a16="http://schemas.microsoft.com/office/drawing/2014/main" id="{E13CD8CE-9890-AF8F-A2D8-7EFFA6C4A986}"/>
              </a:ext>
            </a:extLst>
          </p:cNvPr>
          <p:cNvGrpSpPr/>
          <p:nvPr/>
        </p:nvGrpSpPr>
        <p:grpSpPr>
          <a:xfrm>
            <a:off x="5448056" y="1532276"/>
            <a:ext cx="721206" cy="609701"/>
            <a:chOff x="5448056" y="1532276"/>
            <a:chExt cx="721206" cy="609701"/>
          </a:xfrm>
        </p:grpSpPr>
        <p:sp>
          <p:nvSpPr>
            <p:cNvPr id="33" name="Rectangle 32">
              <a:extLst>
                <a:ext uri="{FF2B5EF4-FFF2-40B4-BE49-F238E27FC236}">
                  <a16:creationId xmlns:a16="http://schemas.microsoft.com/office/drawing/2014/main" id="{4DD42A8D-C42D-642C-F4B1-045D169DDAF3}"/>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34" name="Rectangle 33">
              <a:extLst>
                <a:ext uri="{FF2B5EF4-FFF2-40B4-BE49-F238E27FC236}">
                  <a16:creationId xmlns:a16="http://schemas.microsoft.com/office/drawing/2014/main" id="{C66100E3-AF0C-123C-D95C-8DBA417C484A}"/>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5" name="Oval 15">
              <a:extLst>
                <a:ext uri="{FF2B5EF4-FFF2-40B4-BE49-F238E27FC236}">
                  <a16:creationId xmlns:a16="http://schemas.microsoft.com/office/drawing/2014/main" id="{8C0CC67F-86E1-1AFD-5DD1-6572515BB855}"/>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6" name="Straight Connector 35">
              <a:extLst>
                <a:ext uri="{FF2B5EF4-FFF2-40B4-BE49-F238E27FC236}">
                  <a16:creationId xmlns:a16="http://schemas.microsoft.com/office/drawing/2014/main" id="{A1A53E64-59C7-B9FB-065E-0362D7B22EBB}"/>
                </a:ext>
              </a:extLst>
            </p:cNvPr>
            <p:cNvCxnSpPr>
              <a:cxnSpLocks/>
              <a:stCxn id="35"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7" name="Straight Connector 36">
              <a:extLst>
                <a:ext uri="{FF2B5EF4-FFF2-40B4-BE49-F238E27FC236}">
                  <a16:creationId xmlns:a16="http://schemas.microsoft.com/office/drawing/2014/main" id="{A86590F3-90B1-06BB-AB9E-E852AD07CB7D}"/>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8" name="Group 37">
            <a:extLst>
              <a:ext uri="{FF2B5EF4-FFF2-40B4-BE49-F238E27FC236}">
                <a16:creationId xmlns:a16="http://schemas.microsoft.com/office/drawing/2014/main" id="{AE0B12A8-EF98-6110-FF0E-BE2008423F2E}"/>
              </a:ext>
            </a:extLst>
          </p:cNvPr>
          <p:cNvGrpSpPr/>
          <p:nvPr/>
        </p:nvGrpSpPr>
        <p:grpSpPr>
          <a:xfrm>
            <a:off x="6284565" y="1532276"/>
            <a:ext cx="721206" cy="609701"/>
            <a:chOff x="6284565" y="1532276"/>
            <a:chExt cx="721206" cy="609701"/>
          </a:xfrm>
        </p:grpSpPr>
        <p:sp>
          <p:nvSpPr>
            <p:cNvPr id="39" name="Rectangle 38">
              <a:extLst>
                <a:ext uri="{FF2B5EF4-FFF2-40B4-BE49-F238E27FC236}">
                  <a16:creationId xmlns:a16="http://schemas.microsoft.com/office/drawing/2014/main" id="{D5839463-F2AF-AAB9-61B8-BF3453AE9F8D}"/>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40" name="Rectangle 39">
              <a:extLst>
                <a:ext uri="{FF2B5EF4-FFF2-40B4-BE49-F238E27FC236}">
                  <a16:creationId xmlns:a16="http://schemas.microsoft.com/office/drawing/2014/main" id="{10D2F937-B224-C36D-19F1-13D568D91708}"/>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 name="Oval 15">
              <a:extLst>
                <a:ext uri="{FF2B5EF4-FFF2-40B4-BE49-F238E27FC236}">
                  <a16:creationId xmlns:a16="http://schemas.microsoft.com/office/drawing/2014/main" id="{BEC03467-9710-1767-2F4B-41FB14B557DF}"/>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2" name="Straight Connector 41">
              <a:extLst>
                <a:ext uri="{FF2B5EF4-FFF2-40B4-BE49-F238E27FC236}">
                  <a16:creationId xmlns:a16="http://schemas.microsoft.com/office/drawing/2014/main" id="{405361B0-F9EB-0DF6-E2DE-A809032B2987}"/>
                </a:ext>
              </a:extLst>
            </p:cNvPr>
            <p:cNvCxnSpPr>
              <a:cxnSpLocks/>
              <a:stCxn id="41"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7" name="Straight Connector 46">
              <a:extLst>
                <a:ext uri="{FF2B5EF4-FFF2-40B4-BE49-F238E27FC236}">
                  <a16:creationId xmlns:a16="http://schemas.microsoft.com/office/drawing/2014/main" id="{F6F40B4A-EC90-5945-8E87-FCF371F0E418}"/>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 name="Group 47">
            <a:extLst>
              <a:ext uri="{FF2B5EF4-FFF2-40B4-BE49-F238E27FC236}">
                <a16:creationId xmlns:a16="http://schemas.microsoft.com/office/drawing/2014/main" id="{0A6B136C-CED6-CDA2-C34E-32722F1BE7B4}"/>
              </a:ext>
            </a:extLst>
          </p:cNvPr>
          <p:cNvGrpSpPr/>
          <p:nvPr/>
        </p:nvGrpSpPr>
        <p:grpSpPr>
          <a:xfrm>
            <a:off x="7121069" y="1532276"/>
            <a:ext cx="721206" cy="609701"/>
            <a:chOff x="7121069" y="1532276"/>
            <a:chExt cx="721206" cy="609701"/>
          </a:xfrm>
        </p:grpSpPr>
        <p:sp>
          <p:nvSpPr>
            <p:cNvPr id="49" name="Rectangle 48">
              <a:extLst>
                <a:ext uri="{FF2B5EF4-FFF2-40B4-BE49-F238E27FC236}">
                  <a16:creationId xmlns:a16="http://schemas.microsoft.com/office/drawing/2014/main" id="{54654C3D-5910-FD01-A1DC-46641629E402}"/>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50" name="Rectangle 49">
              <a:extLst>
                <a:ext uri="{FF2B5EF4-FFF2-40B4-BE49-F238E27FC236}">
                  <a16:creationId xmlns:a16="http://schemas.microsoft.com/office/drawing/2014/main" id="{10DFCBDD-0F9C-50D1-7626-718026C92C23}"/>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 name="Oval 15">
              <a:extLst>
                <a:ext uri="{FF2B5EF4-FFF2-40B4-BE49-F238E27FC236}">
                  <a16:creationId xmlns:a16="http://schemas.microsoft.com/office/drawing/2014/main" id="{B276ED6E-C48E-F1BB-6CB6-DBD0061F1D45}"/>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2" name="Straight Connector 51">
              <a:extLst>
                <a:ext uri="{FF2B5EF4-FFF2-40B4-BE49-F238E27FC236}">
                  <a16:creationId xmlns:a16="http://schemas.microsoft.com/office/drawing/2014/main" id="{54AAB889-6088-B172-3A5F-23A8F3BDF12E}"/>
                </a:ext>
              </a:extLst>
            </p:cNvPr>
            <p:cNvCxnSpPr>
              <a:cxnSpLocks/>
              <a:stCxn id="51"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3" name="Straight Connector 52">
              <a:extLst>
                <a:ext uri="{FF2B5EF4-FFF2-40B4-BE49-F238E27FC236}">
                  <a16:creationId xmlns:a16="http://schemas.microsoft.com/office/drawing/2014/main" id="{C7089567-9B60-8826-30B2-01455E05F864}"/>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4" name="Group 53">
            <a:extLst>
              <a:ext uri="{FF2B5EF4-FFF2-40B4-BE49-F238E27FC236}">
                <a16:creationId xmlns:a16="http://schemas.microsoft.com/office/drawing/2014/main" id="{981AB25D-D339-2AF0-891E-0CE2B2D44252}"/>
              </a:ext>
            </a:extLst>
          </p:cNvPr>
          <p:cNvGrpSpPr/>
          <p:nvPr/>
        </p:nvGrpSpPr>
        <p:grpSpPr>
          <a:xfrm>
            <a:off x="3775045" y="1532276"/>
            <a:ext cx="721206" cy="609701"/>
            <a:chOff x="3775045" y="1532276"/>
            <a:chExt cx="721206" cy="609701"/>
          </a:xfrm>
        </p:grpSpPr>
        <p:sp>
          <p:nvSpPr>
            <p:cNvPr id="55" name="Rectangle 54">
              <a:extLst>
                <a:ext uri="{FF2B5EF4-FFF2-40B4-BE49-F238E27FC236}">
                  <a16:creationId xmlns:a16="http://schemas.microsoft.com/office/drawing/2014/main" id="{3C7D828D-6C1D-0326-CD60-3A8E2E1C7112}"/>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56" name="Right Triangle 55">
              <a:extLst>
                <a:ext uri="{FF2B5EF4-FFF2-40B4-BE49-F238E27FC236}">
                  <a16:creationId xmlns:a16="http://schemas.microsoft.com/office/drawing/2014/main" id="{4534E6B8-5B9B-2A0E-3FD9-3EF55DC3C287}"/>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7" name="Group 56">
              <a:extLst>
                <a:ext uri="{FF2B5EF4-FFF2-40B4-BE49-F238E27FC236}">
                  <a16:creationId xmlns:a16="http://schemas.microsoft.com/office/drawing/2014/main" id="{3FCFBD96-232B-A089-8464-4BD360E45B48}"/>
                </a:ext>
              </a:extLst>
            </p:cNvPr>
            <p:cNvGrpSpPr/>
            <p:nvPr/>
          </p:nvGrpSpPr>
          <p:grpSpPr>
            <a:xfrm>
              <a:off x="4440495" y="1542936"/>
              <a:ext cx="37817" cy="61390"/>
              <a:chOff x="3883481" y="2057400"/>
              <a:chExt cx="1608363" cy="2652031"/>
            </a:xfrm>
            <a:solidFill>
              <a:srgbClr val="A6A6A6">
                <a:alpha val="20000"/>
              </a:srgbClr>
            </a:solidFill>
          </p:grpSpPr>
          <p:sp>
            <p:nvSpPr>
              <p:cNvPr id="59" name="Oval 27">
                <a:extLst>
                  <a:ext uri="{FF2B5EF4-FFF2-40B4-BE49-F238E27FC236}">
                    <a16:creationId xmlns:a16="http://schemas.microsoft.com/office/drawing/2014/main" id="{A4EA70EE-82C7-F65A-B88B-2C4BA2253D5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 name="Oval 28">
                <a:extLst>
                  <a:ext uri="{FF2B5EF4-FFF2-40B4-BE49-F238E27FC236}">
                    <a16:creationId xmlns:a16="http://schemas.microsoft.com/office/drawing/2014/main" id="{9E9526F3-ABEB-1A9E-5BFC-1571302E6AC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2" name="Group 61">
            <a:extLst>
              <a:ext uri="{FF2B5EF4-FFF2-40B4-BE49-F238E27FC236}">
                <a16:creationId xmlns:a16="http://schemas.microsoft.com/office/drawing/2014/main" id="{87F49D77-DB78-D22D-B9BD-2257A2CEAD1C}"/>
              </a:ext>
            </a:extLst>
          </p:cNvPr>
          <p:cNvGrpSpPr/>
          <p:nvPr/>
        </p:nvGrpSpPr>
        <p:grpSpPr>
          <a:xfrm>
            <a:off x="4611552" y="1532276"/>
            <a:ext cx="721206" cy="609701"/>
            <a:chOff x="4611552" y="1532276"/>
            <a:chExt cx="721206" cy="609701"/>
          </a:xfrm>
        </p:grpSpPr>
        <p:sp>
          <p:nvSpPr>
            <p:cNvPr id="63" name="Rectangle 62">
              <a:extLst>
                <a:ext uri="{FF2B5EF4-FFF2-40B4-BE49-F238E27FC236}">
                  <a16:creationId xmlns:a16="http://schemas.microsoft.com/office/drawing/2014/main" id="{386716BA-4301-9E2F-EC65-728106783694}"/>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64" name="Right Triangle 63">
              <a:extLst>
                <a:ext uri="{FF2B5EF4-FFF2-40B4-BE49-F238E27FC236}">
                  <a16:creationId xmlns:a16="http://schemas.microsoft.com/office/drawing/2014/main" id="{4719877B-F1A5-7865-F125-6C0F240074A7}"/>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5" name="Group 64">
              <a:extLst>
                <a:ext uri="{FF2B5EF4-FFF2-40B4-BE49-F238E27FC236}">
                  <a16:creationId xmlns:a16="http://schemas.microsoft.com/office/drawing/2014/main" id="{FD4A2637-515C-F5F1-1351-DD6B90FFA752}"/>
                </a:ext>
              </a:extLst>
            </p:cNvPr>
            <p:cNvGrpSpPr/>
            <p:nvPr/>
          </p:nvGrpSpPr>
          <p:grpSpPr>
            <a:xfrm>
              <a:off x="5276135" y="1542936"/>
              <a:ext cx="37817" cy="61390"/>
              <a:chOff x="3883481" y="2057400"/>
              <a:chExt cx="1608363" cy="2652031"/>
            </a:xfrm>
            <a:solidFill>
              <a:srgbClr val="A6A6A6">
                <a:alpha val="20000"/>
              </a:srgbClr>
            </a:solidFill>
          </p:grpSpPr>
          <p:sp>
            <p:nvSpPr>
              <p:cNvPr id="66" name="Oval 27">
                <a:extLst>
                  <a:ext uri="{FF2B5EF4-FFF2-40B4-BE49-F238E27FC236}">
                    <a16:creationId xmlns:a16="http://schemas.microsoft.com/office/drawing/2014/main" id="{E5F41EDA-AD99-7B74-5695-A453E2C29C7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 name="Oval 28">
                <a:extLst>
                  <a:ext uri="{FF2B5EF4-FFF2-40B4-BE49-F238E27FC236}">
                    <a16:creationId xmlns:a16="http://schemas.microsoft.com/office/drawing/2014/main" id="{11C5D40C-39D2-1FED-DE89-99EB262F49F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 name="Group 69">
            <a:extLst>
              <a:ext uri="{FF2B5EF4-FFF2-40B4-BE49-F238E27FC236}">
                <a16:creationId xmlns:a16="http://schemas.microsoft.com/office/drawing/2014/main" id="{5F2F3456-2668-69CE-6F19-C1FE91E45765}"/>
              </a:ext>
            </a:extLst>
          </p:cNvPr>
          <p:cNvGrpSpPr/>
          <p:nvPr/>
        </p:nvGrpSpPr>
        <p:grpSpPr>
          <a:xfrm>
            <a:off x="2938537" y="1532271"/>
            <a:ext cx="721206" cy="610042"/>
            <a:chOff x="2938537" y="1532271"/>
            <a:chExt cx="721206" cy="610042"/>
          </a:xfrm>
        </p:grpSpPr>
        <p:sp>
          <p:nvSpPr>
            <p:cNvPr id="71" name="Rectangle 70">
              <a:extLst>
                <a:ext uri="{FF2B5EF4-FFF2-40B4-BE49-F238E27FC236}">
                  <a16:creationId xmlns:a16="http://schemas.microsoft.com/office/drawing/2014/main" id="{1118454A-CFEC-91DF-0DAD-5C37790EE41E}"/>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72" name="Right Triangle 71">
              <a:extLst>
                <a:ext uri="{FF2B5EF4-FFF2-40B4-BE49-F238E27FC236}">
                  <a16:creationId xmlns:a16="http://schemas.microsoft.com/office/drawing/2014/main" id="{1E1EEB61-7233-D2B5-1266-F83E6A61CED8}"/>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 name="Oval 27">
              <a:extLst>
                <a:ext uri="{FF2B5EF4-FFF2-40B4-BE49-F238E27FC236}">
                  <a16:creationId xmlns:a16="http://schemas.microsoft.com/office/drawing/2014/main" id="{B095DB51-88E9-BB02-7AAF-661BF61557BE}"/>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 name="Oval 28">
              <a:extLst>
                <a:ext uri="{FF2B5EF4-FFF2-40B4-BE49-F238E27FC236}">
                  <a16:creationId xmlns:a16="http://schemas.microsoft.com/office/drawing/2014/main" id="{5720C57A-A4E5-5F0A-1492-88275FE0E256}"/>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71" name="Group 270">
            <a:extLst>
              <a:ext uri="{FF2B5EF4-FFF2-40B4-BE49-F238E27FC236}">
                <a16:creationId xmlns:a16="http://schemas.microsoft.com/office/drawing/2014/main" id="{653E95A7-E0EF-D9C2-72E8-7911D7126586}"/>
              </a:ext>
            </a:extLst>
          </p:cNvPr>
          <p:cNvGrpSpPr/>
          <p:nvPr/>
        </p:nvGrpSpPr>
        <p:grpSpPr>
          <a:xfrm>
            <a:off x="5442073" y="811556"/>
            <a:ext cx="728239" cy="609701"/>
            <a:chOff x="5442073" y="811556"/>
            <a:chExt cx="728239" cy="609701"/>
          </a:xfrm>
        </p:grpSpPr>
        <p:sp>
          <p:nvSpPr>
            <p:cNvPr id="272" name="Rectangle 271">
              <a:extLst>
                <a:ext uri="{FF2B5EF4-FFF2-40B4-BE49-F238E27FC236}">
                  <a16:creationId xmlns:a16="http://schemas.microsoft.com/office/drawing/2014/main" id="{98496FC5-A652-0FDA-8256-ABC122011C7D}"/>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273" name="Rectangle 272">
              <a:extLst>
                <a:ext uri="{FF2B5EF4-FFF2-40B4-BE49-F238E27FC236}">
                  <a16:creationId xmlns:a16="http://schemas.microsoft.com/office/drawing/2014/main" id="{70262C53-28B0-5771-246B-E4DE5E50B5D4}"/>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4" name="Oval 15">
              <a:extLst>
                <a:ext uri="{FF2B5EF4-FFF2-40B4-BE49-F238E27FC236}">
                  <a16:creationId xmlns:a16="http://schemas.microsoft.com/office/drawing/2014/main" id="{13944F59-1CCE-E728-6C12-2AA23E2CCEB6}"/>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75" name="Straight Connector 274">
              <a:extLst>
                <a:ext uri="{FF2B5EF4-FFF2-40B4-BE49-F238E27FC236}">
                  <a16:creationId xmlns:a16="http://schemas.microsoft.com/office/drawing/2014/main" id="{E89819BD-39A5-D0D8-77B8-D555BADA1A85}"/>
                </a:ext>
              </a:extLst>
            </p:cNvPr>
            <p:cNvCxnSpPr>
              <a:cxnSpLocks/>
              <a:stCxn id="274"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80" name="Straight Connector 279">
              <a:extLst>
                <a:ext uri="{FF2B5EF4-FFF2-40B4-BE49-F238E27FC236}">
                  <a16:creationId xmlns:a16="http://schemas.microsoft.com/office/drawing/2014/main" id="{2358597B-FE2B-3917-8A64-0D27ACFFB2E6}"/>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23" name="Group 322">
            <a:extLst>
              <a:ext uri="{FF2B5EF4-FFF2-40B4-BE49-F238E27FC236}">
                <a16:creationId xmlns:a16="http://schemas.microsoft.com/office/drawing/2014/main" id="{BB3F1D51-79F0-740A-674A-DE2ED3E93226}"/>
              </a:ext>
            </a:extLst>
          </p:cNvPr>
          <p:cNvGrpSpPr/>
          <p:nvPr/>
        </p:nvGrpSpPr>
        <p:grpSpPr>
          <a:xfrm>
            <a:off x="7957576" y="811556"/>
            <a:ext cx="721206" cy="609701"/>
            <a:chOff x="7957576" y="811556"/>
            <a:chExt cx="721206" cy="609701"/>
          </a:xfrm>
        </p:grpSpPr>
        <p:sp>
          <p:nvSpPr>
            <p:cNvPr id="421" name="Rectangle 420">
              <a:extLst>
                <a:ext uri="{FF2B5EF4-FFF2-40B4-BE49-F238E27FC236}">
                  <a16:creationId xmlns:a16="http://schemas.microsoft.com/office/drawing/2014/main" id="{0B30F195-0F30-C28A-A2CA-8CB4014CB000}"/>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22" name="Rectangle 421">
              <a:extLst>
                <a:ext uri="{FF2B5EF4-FFF2-40B4-BE49-F238E27FC236}">
                  <a16:creationId xmlns:a16="http://schemas.microsoft.com/office/drawing/2014/main" id="{84ED1099-061A-3328-3E87-532089B5C8DF}"/>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3" name="Oval 15">
              <a:extLst>
                <a:ext uri="{FF2B5EF4-FFF2-40B4-BE49-F238E27FC236}">
                  <a16:creationId xmlns:a16="http://schemas.microsoft.com/office/drawing/2014/main" id="{1DA57740-F421-9005-6B53-D7B7164E5176}"/>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24" name="Straight Connector 423">
              <a:extLst>
                <a:ext uri="{FF2B5EF4-FFF2-40B4-BE49-F238E27FC236}">
                  <a16:creationId xmlns:a16="http://schemas.microsoft.com/office/drawing/2014/main" id="{B48B8119-DA19-7BCC-8BEE-71403665517B}"/>
                </a:ext>
              </a:extLst>
            </p:cNvPr>
            <p:cNvCxnSpPr>
              <a:cxnSpLocks/>
              <a:stCxn id="423"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25" name="Straight Connector 424">
              <a:extLst>
                <a:ext uri="{FF2B5EF4-FFF2-40B4-BE49-F238E27FC236}">
                  <a16:creationId xmlns:a16="http://schemas.microsoft.com/office/drawing/2014/main" id="{F6666D47-86C7-6EEA-25A9-B4CB75E55BFF}"/>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6" name="Group 625">
            <a:extLst>
              <a:ext uri="{FF2B5EF4-FFF2-40B4-BE49-F238E27FC236}">
                <a16:creationId xmlns:a16="http://schemas.microsoft.com/office/drawing/2014/main" id="{94788491-DCBE-D54B-3E85-117B6DEAA84C}"/>
              </a:ext>
            </a:extLst>
          </p:cNvPr>
          <p:cNvGrpSpPr/>
          <p:nvPr/>
        </p:nvGrpSpPr>
        <p:grpSpPr>
          <a:xfrm>
            <a:off x="10509579" y="5141013"/>
            <a:ext cx="721206" cy="609701"/>
            <a:chOff x="10509579" y="5141013"/>
            <a:chExt cx="721206" cy="609701"/>
          </a:xfrm>
        </p:grpSpPr>
        <p:sp>
          <p:nvSpPr>
            <p:cNvPr id="627" name="Rectangle 626">
              <a:hlinkHover r:id="" action="ppaction://noaction" highlightClick="1"/>
              <a:extLst>
                <a:ext uri="{FF2B5EF4-FFF2-40B4-BE49-F238E27FC236}">
                  <a16:creationId xmlns:a16="http://schemas.microsoft.com/office/drawing/2014/main" id="{86DAF327-D201-43CA-42A3-0EF5890D45F3}"/>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628" name="Oval 627">
              <a:extLst>
                <a:ext uri="{FF2B5EF4-FFF2-40B4-BE49-F238E27FC236}">
                  <a16:creationId xmlns:a16="http://schemas.microsoft.com/office/drawing/2014/main" id="{FB295427-2163-30E9-8CB0-400BE2598124}"/>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29" name="Isosceles Triangle 648">
              <a:extLst>
                <a:ext uri="{FF2B5EF4-FFF2-40B4-BE49-F238E27FC236}">
                  <a16:creationId xmlns:a16="http://schemas.microsoft.com/office/drawing/2014/main" id="{42A3E330-CBF7-563C-54FD-0EEE3B594D76}"/>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0" name="Group 629">
            <a:extLst>
              <a:ext uri="{FF2B5EF4-FFF2-40B4-BE49-F238E27FC236}">
                <a16:creationId xmlns:a16="http://schemas.microsoft.com/office/drawing/2014/main" id="{A79B9ABB-3CDA-B564-F2D7-0D612FA73DB7}"/>
              </a:ext>
            </a:extLst>
          </p:cNvPr>
          <p:cNvGrpSpPr/>
          <p:nvPr/>
        </p:nvGrpSpPr>
        <p:grpSpPr>
          <a:xfrm>
            <a:off x="9651076" y="5143367"/>
            <a:ext cx="721206" cy="609701"/>
            <a:chOff x="9651076" y="5143367"/>
            <a:chExt cx="721206" cy="609701"/>
          </a:xfrm>
        </p:grpSpPr>
        <p:sp>
          <p:nvSpPr>
            <p:cNvPr id="637" name="Rectangle 636">
              <a:hlinkHover r:id="" action="ppaction://noaction" highlightClick="1"/>
              <a:extLst>
                <a:ext uri="{FF2B5EF4-FFF2-40B4-BE49-F238E27FC236}">
                  <a16:creationId xmlns:a16="http://schemas.microsoft.com/office/drawing/2014/main" id="{4918FF9A-2A6A-5D85-DCAD-468BD3246848}"/>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638" name="Oval 637">
              <a:extLst>
                <a:ext uri="{FF2B5EF4-FFF2-40B4-BE49-F238E27FC236}">
                  <a16:creationId xmlns:a16="http://schemas.microsoft.com/office/drawing/2014/main" id="{8292905E-748F-E161-E69C-413613A66061}"/>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9" name="Isosceles Triangle 648">
              <a:extLst>
                <a:ext uri="{FF2B5EF4-FFF2-40B4-BE49-F238E27FC236}">
                  <a16:creationId xmlns:a16="http://schemas.microsoft.com/office/drawing/2014/main" id="{9BCF4D51-FC93-DA35-5FD9-1A7BF2A31F32}"/>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54" name="Group 653">
            <a:extLst>
              <a:ext uri="{FF2B5EF4-FFF2-40B4-BE49-F238E27FC236}">
                <a16:creationId xmlns:a16="http://schemas.microsoft.com/office/drawing/2014/main" id="{0F4EC5F2-7542-8791-7A47-5770E9CD6C04}"/>
              </a:ext>
            </a:extLst>
          </p:cNvPr>
          <p:cNvGrpSpPr/>
          <p:nvPr/>
        </p:nvGrpSpPr>
        <p:grpSpPr>
          <a:xfrm>
            <a:off x="8808417" y="5135710"/>
            <a:ext cx="721206" cy="609701"/>
            <a:chOff x="8808417" y="5135710"/>
            <a:chExt cx="721206" cy="609701"/>
          </a:xfrm>
        </p:grpSpPr>
        <p:sp>
          <p:nvSpPr>
            <p:cNvPr id="655" name="Rectangle 654">
              <a:hlinkHover r:id="" action="ppaction://noaction" highlightClick="1"/>
              <a:extLst>
                <a:ext uri="{FF2B5EF4-FFF2-40B4-BE49-F238E27FC236}">
                  <a16:creationId xmlns:a16="http://schemas.microsoft.com/office/drawing/2014/main" id="{3113D754-9D5D-4499-E788-3016EDCF6D5D}"/>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656" name="Oval 655">
              <a:extLst>
                <a:ext uri="{FF2B5EF4-FFF2-40B4-BE49-F238E27FC236}">
                  <a16:creationId xmlns:a16="http://schemas.microsoft.com/office/drawing/2014/main" id="{38EED476-EE0F-47D3-C11B-2DF941E4564D}"/>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57" name="Isosceles Triangle 648">
              <a:extLst>
                <a:ext uri="{FF2B5EF4-FFF2-40B4-BE49-F238E27FC236}">
                  <a16:creationId xmlns:a16="http://schemas.microsoft.com/office/drawing/2014/main" id="{165780E1-DF23-36E7-EEA9-71F8BC511370}"/>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2" name="Group 671">
            <a:extLst>
              <a:ext uri="{FF2B5EF4-FFF2-40B4-BE49-F238E27FC236}">
                <a16:creationId xmlns:a16="http://schemas.microsoft.com/office/drawing/2014/main" id="{5C992B28-CF8C-344A-6605-2B29E7574B07}"/>
              </a:ext>
            </a:extLst>
          </p:cNvPr>
          <p:cNvGrpSpPr/>
          <p:nvPr/>
        </p:nvGrpSpPr>
        <p:grpSpPr>
          <a:xfrm>
            <a:off x="7957572" y="1532276"/>
            <a:ext cx="721206" cy="609701"/>
            <a:chOff x="7957572" y="1532276"/>
            <a:chExt cx="721206" cy="609701"/>
          </a:xfrm>
        </p:grpSpPr>
        <p:sp>
          <p:nvSpPr>
            <p:cNvPr id="673" name="Rectangle 672">
              <a:hlinkHover r:id="" action="ppaction://noaction" highlightClick="1"/>
              <a:extLst>
                <a:ext uri="{FF2B5EF4-FFF2-40B4-BE49-F238E27FC236}">
                  <a16:creationId xmlns:a16="http://schemas.microsoft.com/office/drawing/2014/main" id="{C2B5515E-E6B7-E1D8-F495-A88B09CD5EFB}"/>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674" name="Rectangle 673">
              <a:extLst>
                <a:ext uri="{FF2B5EF4-FFF2-40B4-BE49-F238E27FC236}">
                  <a16:creationId xmlns:a16="http://schemas.microsoft.com/office/drawing/2014/main" id="{48574CCE-BD47-EFDA-BB02-FB58C3EF6B27}"/>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5" name="Oval 15">
              <a:extLst>
                <a:ext uri="{FF2B5EF4-FFF2-40B4-BE49-F238E27FC236}">
                  <a16:creationId xmlns:a16="http://schemas.microsoft.com/office/drawing/2014/main" id="{FF475FC1-D98B-B982-24D6-C2C0E2D44858}"/>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76" name="Straight Connector 675">
              <a:extLst>
                <a:ext uri="{FF2B5EF4-FFF2-40B4-BE49-F238E27FC236}">
                  <a16:creationId xmlns:a16="http://schemas.microsoft.com/office/drawing/2014/main" id="{A4C3C696-4C77-6E40-E4B0-AB4030858DA2}"/>
                </a:ext>
              </a:extLst>
            </p:cNvPr>
            <p:cNvCxnSpPr>
              <a:cxnSpLocks/>
              <a:stCxn id="675"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77" name="Straight Connector 676">
              <a:extLst>
                <a:ext uri="{FF2B5EF4-FFF2-40B4-BE49-F238E27FC236}">
                  <a16:creationId xmlns:a16="http://schemas.microsoft.com/office/drawing/2014/main" id="{EEFFE15E-AF02-41FA-200D-68447DCC79DA}"/>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78" name="Group 677">
            <a:extLst>
              <a:ext uri="{FF2B5EF4-FFF2-40B4-BE49-F238E27FC236}">
                <a16:creationId xmlns:a16="http://schemas.microsoft.com/office/drawing/2014/main" id="{0D1AA4FD-1942-682D-E192-8E2AEBA09175}"/>
              </a:ext>
            </a:extLst>
          </p:cNvPr>
          <p:cNvGrpSpPr/>
          <p:nvPr/>
        </p:nvGrpSpPr>
        <p:grpSpPr>
          <a:xfrm>
            <a:off x="9656904" y="1532276"/>
            <a:ext cx="721206" cy="609701"/>
            <a:chOff x="9656904" y="1532276"/>
            <a:chExt cx="721206" cy="609701"/>
          </a:xfrm>
        </p:grpSpPr>
        <p:sp>
          <p:nvSpPr>
            <p:cNvPr id="679" name="Rectangle 678">
              <a:extLst>
                <a:ext uri="{FF2B5EF4-FFF2-40B4-BE49-F238E27FC236}">
                  <a16:creationId xmlns:a16="http://schemas.microsoft.com/office/drawing/2014/main" id="{3FEFFF82-2902-4C71-9E53-81A3919F8478}"/>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80" name="Rectangle 679">
              <a:extLst>
                <a:ext uri="{FF2B5EF4-FFF2-40B4-BE49-F238E27FC236}">
                  <a16:creationId xmlns:a16="http://schemas.microsoft.com/office/drawing/2014/main" id="{C99F4375-AC30-DFAA-38D7-6C59B2829968}"/>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1" name="Oval 15">
              <a:extLst>
                <a:ext uri="{FF2B5EF4-FFF2-40B4-BE49-F238E27FC236}">
                  <a16:creationId xmlns:a16="http://schemas.microsoft.com/office/drawing/2014/main" id="{0403ABB7-517D-C2E0-0DB0-464EFDC276A4}"/>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2" name="Straight Connector 681">
              <a:extLst>
                <a:ext uri="{FF2B5EF4-FFF2-40B4-BE49-F238E27FC236}">
                  <a16:creationId xmlns:a16="http://schemas.microsoft.com/office/drawing/2014/main" id="{C1CF8CD6-83FF-1DF3-6E6E-93740C510038}"/>
                </a:ext>
              </a:extLst>
            </p:cNvPr>
            <p:cNvCxnSpPr>
              <a:cxnSpLocks/>
              <a:stCxn id="681"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83" name="Straight Connector 682">
              <a:extLst>
                <a:ext uri="{FF2B5EF4-FFF2-40B4-BE49-F238E27FC236}">
                  <a16:creationId xmlns:a16="http://schemas.microsoft.com/office/drawing/2014/main" id="{02648129-4195-085D-A916-BD705B67F32C}"/>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16" name="Group 715">
            <a:extLst>
              <a:ext uri="{FF2B5EF4-FFF2-40B4-BE49-F238E27FC236}">
                <a16:creationId xmlns:a16="http://schemas.microsoft.com/office/drawing/2014/main" id="{467F9793-29BD-D463-D4F6-90D92564AF3F}"/>
              </a:ext>
            </a:extLst>
          </p:cNvPr>
          <p:cNvGrpSpPr/>
          <p:nvPr/>
        </p:nvGrpSpPr>
        <p:grpSpPr>
          <a:xfrm>
            <a:off x="8807249" y="811555"/>
            <a:ext cx="721206" cy="609701"/>
            <a:chOff x="8807249" y="811555"/>
            <a:chExt cx="721206" cy="609701"/>
          </a:xfrm>
        </p:grpSpPr>
        <p:sp>
          <p:nvSpPr>
            <p:cNvPr id="717" name="Rectangle 716">
              <a:hlinkHover r:id="" action="ppaction://noaction" highlightClick="1"/>
              <a:extLst>
                <a:ext uri="{FF2B5EF4-FFF2-40B4-BE49-F238E27FC236}">
                  <a16:creationId xmlns:a16="http://schemas.microsoft.com/office/drawing/2014/main" id="{FEA9FB9E-4E20-494A-D933-32225E08E1F4}"/>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718" name="Diamond 717">
              <a:extLst>
                <a:ext uri="{FF2B5EF4-FFF2-40B4-BE49-F238E27FC236}">
                  <a16:creationId xmlns:a16="http://schemas.microsoft.com/office/drawing/2014/main" id="{141520A8-56E8-6740-5D38-4FAD2C298E7D}"/>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9" name="Oval 718">
              <a:extLst>
                <a:ext uri="{FF2B5EF4-FFF2-40B4-BE49-F238E27FC236}">
                  <a16:creationId xmlns:a16="http://schemas.microsoft.com/office/drawing/2014/main" id="{B825CC83-E063-275C-7700-1267F7B5EFE9}"/>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8C0379A2-4E56-DB00-7A07-D30EC422325C}"/>
              </a:ext>
            </a:extLst>
          </p:cNvPr>
          <p:cNvGrpSpPr/>
          <p:nvPr/>
        </p:nvGrpSpPr>
        <p:grpSpPr>
          <a:xfrm>
            <a:off x="431659" y="90836"/>
            <a:ext cx="721210" cy="609701"/>
            <a:chOff x="431659" y="90836"/>
            <a:chExt cx="721210" cy="609701"/>
          </a:xfrm>
        </p:grpSpPr>
        <p:sp>
          <p:nvSpPr>
            <p:cNvPr id="725" name="Rectangle 724">
              <a:extLst>
                <a:ext uri="{FF2B5EF4-FFF2-40B4-BE49-F238E27FC236}">
                  <a16:creationId xmlns:a16="http://schemas.microsoft.com/office/drawing/2014/main" id="{C2C73882-BDFD-6F9E-8FC2-9F5A6FEB3797}"/>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726" name="Rectangle 725">
              <a:extLst>
                <a:ext uri="{FF2B5EF4-FFF2-40B4-BE49-F238E27FC236}">
                  <a16:creationId xmlns:a16="http://schemas.microsoft.com/office/drawing/2014/main" id="{2DA67150-1480-A2EA-9FEC-BB94656F317E}"/>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7" name="Oval 15">
              <a:extLst>
                <a:ext uri="{FF2B5EF4-FFF2-40B4-BE49-F238E27FC236}">
                  <a16:creationId xmlns:a16="http://schemas.microsoft.com/office/drawing/2014/main" id="{E43BFBAB-C718-7D3D-F525-6BA8C417060F}"/>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28" name="Straight Connector 727">
              <a:extLst>
                <a:ext uri="{FF2B5EF4-FFF2-40B4-BE49-F238E27FC236}">
                  <a16:creationId xmlns:a16="http://schemas.microsoft.com/office/drawing/2014/main" id="{ADE7BAA0-71AA-57F7-1302-91D41379D812}"/>
                </a:ext>
              </a:extLst>
            </p:cNvPr>
            <p:cNvCxnSpPr>
              <a:cxnSpLocks/>
              <a:stCxn id="727"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29" name="Straight Connector 728">
              <a:extLst>
                <a:ext uri="{FF2B5EF4-FFF2-40B4-BE49-F238E27FC236}">
                  <a16:creationId xmlns:a16="http://schemas.microsoft.com/office/drawing/2014/main" id="{2E34DBDE-9636-27A3-1F34-82070CDF8B3E}"/>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30" name="Group 729">
            <a:extLst>
              <a:ext uri="{FF2B5EF4-FFF2-40B4-BE49-F238E27FC236}">
                <a16:creationId xmlns:a16="http://schemas.microsoft.com/office/drawing/2014/main" id="{3B3A1ABA-B3A5-A6A9-F256-562FEC09F3C7}"/>
              </a:ext>
            </a:extLst>
          </p:cNvPr>
          <p:cNvGrpSpPr/>
          <p:nvPr/>
        </p:nvGrpSpPr>
        <p:grpSpPr>
          <a:xfrm>
            <a:off x="1267282" y="90836"/>
            <a:ext cx="721206" cy="609701"/>
            <a:chOff x="1267282" y="90836"/>
            <a:chExt cx="721206" cy="609701"/>
          </a:xfrm>
        </p:grpSpPr>
        <p:sp>
          <p:nvSpPr>
            <p:cNvPr id="731" name="Rectangle 730">
              <a:extLst>
                <a:ext uri="{FF2B5EF4-FFF2-40B4-BE49-F238E27FC236}">
                  <a16:creationId xmlns:a16="http://schemas.microsoft.com/office/drawing/2014/main" id="{C200041E-2C94-22A3-1BD0-0C47DEB83160}"/>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732" name="Rectangle 731">
              <a:extLst>
                <a:ext uri="{FF2B5EF4-FFF2-40B4-BE49-F238E27FC236}">
                  <a16:creationId xmlns:a16="http://schemas.microsoft.com/office/drawing/2014/main" id="{8501CAB7-435F-4C32-4A49-5C826676ED59}"/>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3" name="Oval 15">
              <a:extLst>
                <a:ext uri="{FF2B5EF4-FFF2-40B4-BE49-F238E27FC236}">
                  <a16:creationId xmlns:a16="http://schemas.microsoft.com/office/drawing/2014/main" id="{150DD2A0-3F4D-BFCD-E2F8-4BCD7F7598ED}"/>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34" name="Straight Connector 733">
              <a:extLst>
                <a:ext uri="{FF2B5EF4-FFF2-40B4-BE49-F238E27FC236}">
                  <a16:creationId xmlns:a16="http://schemas.microsoft.com/office/drawing/2014/main" id="{2800C57A-AAFF-C203-A901-94092D9B8D9C}"/>
                </a:ext>
              </a:extLst>
            </p:cNvPr>
            <p:cNvCxnSpPr>
              <a:cxnSpLocks/>
              <a:stCxn id="733"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35" name="Straight Connector 734">
              <a:extLst>
                <a:ext uri="{FF2B5EF4-FFF2-40B4-BE49-F238E27FC236}">
                  <a16:creationId xmlns:a16="http://schemas.microsoft.com/office/drawing/2014/main" id="{A6F6BCD0-2090-3B8B-6B89-01C39699895A}"/>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36" name="Group 735">
            <a:extLst>
              <a:ext uri="{FF2B5EF4-FFF2-40B4-BE49-F238E27FC236}">
                <a16:creationId xmlns:a16="http://schemas.microsoft.com/office/drawing/2014/main" id="{20D808D1-7EF8-C5EA-5818-86B8B658274C}"/>
              </a:ext>
            </a:extLst>
          </p:cNvPr>
          <p:cNvGrpSpPr/>
          <p:nvPr/>
        </p:nvGrpSpPr>
        <p:grpSpPr>
          <a:xfrm>
            <a:off x="2102907" y="90836"/>
            <a:ext cx="721206" cy="609701"/>
            <a:chOff x="2102907" y="90836"/>
            <a:chExt cx="721206" cy="609701"/>
          </a:xfrm>
        </p:grpSpPr>
        <p:sp>
          <p:nvSpPr>
            <p:cNvPr id="737" name="Rectangle 736">
              <a:extLst>
                <a:ext uri="{FF2B5EF4-FFF2-40B4-BE49-F238E27FC236}">
                  <a16:creationId xmlns:a16="http://schemas.microsoft.com/office/drawing/2014/main" id="{5AC4ADFA-CB3A-3C27-A0DE-42741B87E380}"/>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738" name="Rectangle 737">
              <a:extLst>
                <a:ext uri="{FF2B5EF4-FFF2-40B4-BE49-F238E27FC236}">
                  <a16:creationId xmlns:a16="http://schemas.microsoft.com/office/drawing/2014/main" id="{EB28E34D-9726-6552-3A7D-C4D5586AF119}"/>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9" name="Oval 15">
              <a:extLst>
                <a:ext uri="{FF2B5EF4-FFF2-40B4-BE49-F238E27FC236}">
                  <a16:creationId xmlns:a16="http://schemas.microsoft.com/office/drawing/2014/main" id="{D49F55AA-081B-FB9B-18E7-D22AECAE5E0E}"/>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40" name="Straight Connector 739">
              <a:extLst>
                <a:ext uri="{FF2B5EF4-FFF2-40B4-BE49-F238E27FC236}">
                  <a16:creationId xmlns:a16="http://schemas.microsoft.com/office/drawing/2014/main" id="{5C17A597-B425-403B-E03D-ACE917655C9E}"/>
                </a:ext>
              </a:extLst>
            </p:cNvPr>
            <p:cNvCxnSpPr>
              <a:cxnSpLocks/>
              <a:stCxn id="739"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41" name="Straight Connector 740">
              <a:extLst>
                <a:ext uri="{FF2B5EF4-FFF2-40B4-BE49-F238E27FC236}">
                  <a16:creationId xmlns:a16="http://schemas.microsoft.com/office/drawing/2014/main" id="{AB7DC067-89D8-E337-7568-4C9FF3B5DEFC}"/>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54" name="Group 753">
            <a:extLst>
              <a:ext uri="{FF2B5EF4-FFF2-40B4-BE49-F238E27FC236}">
                <a16:creationId xmlns:a16="http://schemas.microsoft.com/office/drawing/2014/main" id="{6E055E67-0384-8CB5-0FF5-557533E9E8A5}"/>
              </a:ext>
            </a:extLst>
          </p:cNvPr>
          <p:cNvGrpSpPr/>
          <p:nvPr/>
        </p:nvGrpSpPr>
        <p:grpSpPr>
          <a:xfrm>
            <a:off x="431660" y="3698226"/>
            <a:ext cx="721206" cy="609701"/>
            <a:chOff x="431660" y="3698226"/>
            <a:chExt cx="721206" cy="609701"/>
          </a:xfrm>
        </p:grpSpPr>
        <p:sp>
          <p:nvSpPr>
            <p:cNvPr id="755" name="Rectangle 754">
              <a:extLst>
                <a:ext uri="{FF2B5EF4-FFF2-40B4-BE49-F238E27FC236}">
                  <a16:creationId xmlns:a16="http://schemas.microsoft.com/office/drawing/2014/main" id="{F8D5EE6B-2695-26BB-06BA-955D7FC2E6A6}"/>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756" name="Right Triangle 755">
              <a:extLst>
                <a:ext uri="{FF2B5EF4-FFF2-40B4-BE49-F238E27FC236}">
                  <a16:creationId xmlns:a16="http://schemas.microsoft.com/office/drawing/2014/main" id="{CFDAB1A1-6066-877A-77C0-1E9B2ADCADEA}"/>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7" name="Group 756">
              <a:extLst>
                <a:ext uri="{FF2B5EF4-FFF2-40B4-BE49-F238E27FC236}">
                  <a16:creationId xmlns:a16="http://schemas.microsoft.com/office/drawing/2014/main" id="{98A609A3-E14F-FFF2-EA74-E9A91BB64ADD}"/>
                </a:ext>
              </a:extLst>
            </p:cNvPr>
            <p:cNvGrpSpPr/>
            <p:nvPr/>
          </p:nvGrpSpPr>
          <p:grpSpPr>
            <a:xfrm>
              <a:off x="1102253" y="3706270"/>
              <a:ext cx="37817" cy="61390"/>
              <a:chOff x="3883481" y="2057400"/>
              <a:chExt cx="1608363" cy="2652031"/>
            </a:xfrm>
            <a:solidFill>
              <a:srgbClr val="A6A6A6">
                <a:alpha val="20000"/>
              </a:srgbClr>
            </a:solidFill>
          </p:grpSpPr>
          <p:sp>
            <p:nvSpPr>
              <p:cNvPr id="758" name="Oval 27">
                <a:extLst>
                  <a:ext uri="{FF2B5EF4-FFF2-40B4-BE49-F238E27FC236}">
                    <a16:creationId xmlns:a16="http://schemas.microsoft.com/office/drawing/2014/main" id="{A70EDAC7-CB2F-1C4B-77C2-86BE837739A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9" name="Oval 28">
                <a:extLst>
                  <a:ext uri="{FF2B5EF4-FFF2-40B4-BE49-F238E27FC236}">
                    <a16:creationId xmlns:a16="http://schemas.microsoft.com/office/drawing/2014/main" id="{5F203C68-DBE5-9B9F-C790-F2C92F840C7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2" name="Group 781">
            <a:extLst>
              <a:ext uri="{FF2B5EF4-FFF2-40B4-BE49-F238E27FC236}">
                <a16:creationId xmlns:a16="http://schemas.microsoft.com/office/drawing/2014/main" id="{0D688E6E-6F78-EF2B-06FD-DB2E2D97BA91}"/>
              </a:ext>
            </a:extLst>
          </p:cNvPr>
          <p:cNvGrpSpPr/>
          <p:nvPr/>
        </p:nvGrpSpPr>
        <p:grpSpPr>
          <a:xfrm>
            <a:off x="2105710" y="3698208"/>
            <a:ext cx="721206" cy="610396"/>
            <a:chOff x="2105710" y="3698208"/>
            <a:chExt cx="721206" cy="610396"/>
          </a:xfrm>
        </p:grpSpPr>
        <p:sp>
          <p:nvSpPr>
            <p:cNvPr id="783" name="Rectangle 782">
              <a:extLst>
                <a:ext uri="{FF2B5EF4-FFF2-40B4-BE49-F238E27FC236}">
                  <a16:creationId xmlns:a16="http://schemas.microsoft.com/office/drawing/2014/main" id="{A545F07F-6031-1368-B745-6E8CF960B56C}"/>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784" name="Right Triangle 783">
              <a:extLst>
                <a:ext uri="{FF2B5EF4-FFF2-40B4-BE49-F238E27FC236}">
                  <a16:creationId xmlns:a16="http://schemas.microsoft.com/office/drawing/2014/main" id="{A27509D1-4F99-1E2E-CC4B-671EF7FD6268}"/>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5" name="Group 784">
              <a:extLst>
                <a:ext uri="{FF2B5EF4-FFF2-40B4-BE49-F238E27FC236}">
                  <a16:creationId xmlns:a16="http://schemas.microsoft.com/office/drawing/2014/main" id="{1175C43E-9753-14C9-93AE-3185941DB3C8}"/>
                </a:ext>
              </a:extLst>
            </p:cNvPr>
            <p:cNvGrpSpPr/>
            <p:nvPr/>
          </p:nvGrpSpPr>
          <p:grpSpPr>
            <a:xfrm>
              <a:off x="2776303" y="3704306"/>
              <a:ext cx="37817" cy="61390"/>
              <a:chOff x="3883481" y="2057400"/>
              <a:chExt cx="1608363" cy="2652031"/>
            </a:xfrm>
            <a:solidFill>
              <a:srgbClr val="A6A6A6">
                <a:alpha val="20000"/>
              </a:srgbClr>
            </a:solidFill>
          </p:grpSpPr>
          <p:sp>
            <p:nvSpPr>
              <p:cNvPr id="786" name="Oval 27">
                <a:extLst>
                  <a:ext uri="{FF2B5EF4-FFF2-40B4-BE49-F238E27FC236}">
                    <a16:creationId xmlns:a16="http://schemas.microsoft.com/office/drawing/2014/main" id="{E418A12E-F152-42FF-2CF1-B03B7930D4C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7" name="Oval 28">
                <a:extLst>
                  <a:ext uri="{FF2B5EF4-FFF2-40B4-BE49-F238E27FC236}">
                    <a16:creationId xmlns:a16="http://schemas.microsoft.com/office/drawing/2014/main" id="{2CF4548F-2B7B-B497-B538-5F3F5AECF71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8" name="Group 787">
            <a:extLst>
              <a:ext uri="{FF2B5EF4-FFF2-40B4-BE49-F238E27FC236}">
                <a16:creationId xmlns:a16="http://schemas.microsoft.com/office/drawing/2014/main" id="{70E71D4F-5DC1-BAF0-6D26-089326D1B9E2}"/>
              </a:ext>
            </a:extLst>
          </p:cNvPr>
          <p:cNvGrpSpPr/>
          <p:nvPr/>
        </p:nvGrpSpPr>
        <p:grpSpPr>
          <a:xfrm>
            <a:off x="3778361" y="2253333"/>
            <a:ext cx="721206" cy="609701"/>
            <a:chOff x="3778361" y="2253333"/>
            <a:chExt cx="721206" cy="609701"/>
          </a:xfrm>
        </p:grpSpPr>
        <p:sp>
          <p:nvSpPr>
            <p:cNvPr id="789" name="Rectangle 788">
              <a:extLst>
                <a:ext uri="{FF2B5EF4-FFF2-40B4-BE49-F238E27FC236}">
                  <a16:creationId xmlns:a16="http://schemas.microsoft.com/office/drawing/2014/main" id="{211527D8-629A-B375-AED9-FCAF7029005C}"/>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790" name="Rectangle 789">
              <a:extLst>
                <a:ext uri="{FF2B5EF4-FFF2-40B4-BE49-F238E27FC236}">
                  <a16:creationId xmlns:a16="http://schemas.microsoft.com/office/drawing/2014/main" id="{C753CB3D-9560-3964-26E9-1D802A26C931}"/>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1" name="Oval 15">
              <a:extLst>
                <a:ext uri="{FF2B5EF4-FFF2-40B4-BE49-F238E27FC236}">
                  <a16:creationId xmlns:a16="http://schemas.microsoft.com/office/drawing/2014/main" id="{B4DBE596-E26E-E597-2AD3-44FDFC2FEA20}"/>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92" name="Straight Connector 791">
              <a:extLst>
                <a:ext uri="{FF2B5EF4-FFF2-40B4-BE49-F238E27FC236}">
                  <a16:creationId xmlns:a16="http://schemas.microsoft.com/office/drawing/2014/main" id="{4D0D5279-62AE-EE18-DD4F-311D7E32A31E}"/>
                </a:ext>
              </a:extLst>
            </p:cNvPr>
            <p:cNvCxnSpPr>
              <a:cxnSpLocks/>
              <a:stCxn id="791"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93" name="Straight Connector 792">
              <a:extLst>
                <a:ext uri="{FF2B5EF4-FFF2-40B4-BE49-F238E27FC236}">
                  <a16:creationId xmlns:a16="http://schemas.microsoft.com/office/drawing/2014/main" id="{03FC3BE0-FF3B-6F2C-7A16-2D844A46F3D6}"/>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30" name="Group 829">
            <a:extLst>
              <a:ext uri="{FF2B5EF4-FFF2-40B4-BE49-F238E27FC236}">
                <a16:creationId xmlns:a16="http://schemas.microsoft.com/office/drawing/2014/main" id="{F1836AE3-EA79-5733-1C03-7CF1D5387CBD}"/>
              </a:ext>
            </a:extLst>
          </p:cNvPr>
          <p:cNvGrpSpPr/>
          <p:nvPr/>
        </p:nvGrpSpPr>
        <p:grpSpPr>
          <a:xfrm>
            <a:off x="431659" y="2253337"/>
            <a:ext cx="721895" cy="609700"/>
            <a:chOff x="431659" y="2253337"/>
            <a:chExt cx="721895" cy="609700"/>
          </a:xfrm>
        </p:grpSpPr>
        <p:sp>
          <p:nvSpPr>
            <p:cNvPr id="831" name="Rectangle 830">
              <a:hlinkHover r:id="" action="ppaction://noaction" highlightClick="1"/>
              <a:extLst>
                <a:ext uri="{FF2B5EF4-FFF2-40B4-BE49-F238E27FC236}">
                  <a16:creationId xmlns:a16="http://schemas.microsoft.com/office/drawing/2014/main" id="{1764B5AA-9AFD-D298-A8F0-DB5E8A1C4BF4}"/>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832" name="Diamond 831">
              <a:extLst>
                <a:ext uri="{FF2B5EF4-FFF2-40B4-BE49-F238E27FC236}">
                  <a16:creationId xmlns:a16="http://schemas.microsoft.com/office/drawing/2014/main" id="{AA588AC8-5F47-109A-2698-8EAAB692978A}"/>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33" name="Oval 832">
              <a:extLst>
                <a:ext uri="{FF2B5EF4-FFF2-40B4-BE49-F238E27FC236}">
                  <a16:creationId xmlns:a16="http://schemas.microsoft.com/office/drawing/2014/main" id="{888C6FB0-49FB-0313-F8CF-370CA1ED8F63}"/>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38" name="Group 837">
            <a:extLst>
              <a:ext uri="{FF2B5EF4-FFF2-40B4-BE49-F238E27FC236}">
                <a16:creationId xmlns:a16="http://schemas.microsoft.com/office/drawing/2014/main" id="{5E993549-8235-4E95-4F29-C85F7420253D}"/>
              </a:ext>
            </a:extLst>
          </p:cNvPr>
          <p:cNvGrpSpPr/>
          <p:nvPr/>
        </p:nvGrpSpPr>
        <p:grpSpPr>
          <a:xfrm>
            <a:off x="2105348" y="1532276"/>
            <a:ext cx="721206" cy="609701"/>
            <a:chOff x="2105348" y="1532276"/>
            <a:chExt cx="721206" cy="609701"/>
          </a:xfrm>
        </p:grpSpPr>
        <p:sp>
          <p:nvSpPr>
            <p:cNvPr id="839" name="Rectangle 838">
              <a:extLst>
                <a:ext uri="{FF2B5EF4-FFF2-40B4-BE49-F238E27FC236}">
                  <a16:creationId xmlns:a16="http://schemas.microsoft.com/office/drawing/2014/main" id="{464F2C98-6DE6-6652-2B11-E4F7E1152953}"/>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840" name="Rectangle 839">
              <a:extLst>
                <a:ext uri="{FF2B5EF4-FFF2-40B4-BE49-F238E27FC236}">
                  <a16:creationId xmlns:a16="http://schemas.microsoft.com/office/drawing/2014/main" id="{E3EA9729-BDB6-BE36-959B-A70C11794570}"/>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1" name="Oval 15">
              <a:extLst>
                <a:ext uri="{FF2B5EF4-FFF2-40B4-BE49-F238E27FC236}">
                  <a16:creationId xmlns:a16="http://schemas.microsoft.com/office/drawing/2014/main" id="{F12491C9-8CD8-45A3-64CD-DB821FA1BABB}"/>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42" name="Straight Connector 841">
              <a:extLst>
                <a:ext uri="{FF2B5EF4-FFF2-40B4-BE49-F238E27FC236}">
                  <a16:creationId xmlns:a16="http://schemas.microsoft.com/office/drawing/2014/main" id="{9D5C6642-300C-D505-C7D0-360490977386}"/>
                </a:ext>
              </a:extLst>
            </p:cNvPr>
            <p:cNvCxnSpPr>
              <a:cxnSpLocks/>
              <a:stCxn id="841"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843" name="Straight Connector 842">
              <a:extLst>
                <a:ext uri="{FF2B5EF4-FFF2-40B4-BE49-F238E27FC236}">
                  <a16:creationId xmlns:a16="http://schemas.microsoft.com/office/drawing/2014/main" id="{6CC272DB-1582-05CE-4450-95E5155F12CC}"/>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44" name="Group 843">
            <a:extLst>
              <a:ext uri="{FF2B5EF4-FFF2-40B4-BE49-F238E27FC236}">
                <a16:creationId xmlns:a16="http://schemas.microsoft.com/office/drawing/2014/main" id="{FFD74DBF-1243-D2B6-531D-D3CBAFC80BB2}"/>
              </a:ext>
            </a:extLst>
          </p:cNvPr>
          <p:cNvGrpSpPr/>
          <p:nvPr/>
        </p:nvGrpSpPr>
        <p:grpSpPr>
          <a:xfrm>
            <a:off x="431659" y="1532283"/>
            <a:ext cx="721891" cy="610032"/>
            <a:chOff x="431659" y="1532283"/>
            <a:chExt cx="721891" cy="610032"/>
          </a:xfrm>
        </p:grpSpPr>
        <p:sp>
          <p:nvSpPr>
            <p:cNvPr id="845" name="Rectangle 844">
              <a:extLst>
                <a:ext uri="{FF2B5EF4-FFF2-40B4-BE49-F238E27FC236}">
                  <a16:creationId xmlns:a16="http://schemas.microsoft.com/office/drawing/2014/main" id="{9F1AA3CB-1D72-CB06-E96A-32403485824B}"/>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846" name="Right Triangle 845">
              <a:extLst>
                <a:ext uri="{FF2B5EF4-FFF2-40B4-BE49-F238E27FC236}">
                  <a16:creationId xmlns:a16="http://schemas.microsoft.com/office/drawing/2014/main" id="{2D1115F6-6B1E-2C34-A94F-BB379F44F9C9}"/>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7" name="Group 846">
              <a:extLst>
                <a:ext uri="{FF2B5EF4-FFF2-40B4-BE49-F238E27FC236}">
                  <a16:creationId xmlns:a16="http://schemas.microsoft.com/office/drawing/2014/main" id="{6DABA563-B957-02F5-115C-F8E57BB593DB}"/>
                </a:ext>
              </a:extLst>
            </p:cNvPr>
            <p:cNvGrpSpPr/>
            <p:nvPr/>
          </p:nvGrpSpPr>
          <p:grpSpPr>
            <a:xfrm>
              <a:off x="1102940" y="1538374"/>
              <a:ext cx="37817" cy="61390"/>
              <a:chOff x="3883481" y="2057400"/>
              <a:chExt cx="1608363" cy="2652031"/>
            </a:xfrm>
            <a:solidFill>
              <a:srgbClr val="A6A6A6">
                <a:alpha val="20000"/>
              </a:srgbClr>
            </a:solidFill>
          </p:grpSpPr>
          <p:sp>
            <p:nvSpPr>
              <p:cNvPr id="848" name="Oval 27">
                <a:extLst>
                  <a:ext uri="{FF2B5EF4-FFF2-40B4-BE49-F238E27FC236}">
                    <a16:creationId xmlns:a16="http://schemas.microsoft.com/office/drawing/2014/main" id="{EAD224F0-21B0-B607-1040-253DAC80BC8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9" name="Oval 28">
                <a:extLst>
                  <a:ext uri="{FF2B5EF4-FFF2-40B4-BE49-F238E27FC236}">
                    <a16:creationId xmlns:a16="http://schemas.microsoft.com/office/drawing/2014/main" id="{DBF74DD2-C1DA-F964-94DC-C90B93EFBB7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0" name="Group 849">
            <a:extLst>
              <a:ext uri="{FF2B5EF4-FFF2-40B4-BE49-F238E27FC236}">
                <a16:creationId xmlns:a16="http://schemas.microsoft.com/office/drawing/2014/main" id="{4BD7953F-8243-D25B-2E97-8526CF034EBF}"/>
              </a:ext>
            </a:extLst>
          </p:cNvPr>
          <p:cNvGrpSpPr/>
          <p:nvPr/>
        </p:nvGrpSpPr>
        <p:grpSpPr>
          <a:xfrm>
            <a:off x="1268843" y="1532283"/>
            <a:ext cx="721206" cy="610032"/>
            <a:chOff x="1268843" y="1532283"/>
            <a:chExt cx="721206" cy="610032"/>
          </a:xfrm>
        </p:grpSpPr>
        <p:sp>
          <p:nvSpPr>
            <p:cNvPr id="851" name="Rectangle 850">
              <a:extLst>
                <a:ext uri="{FF2B5EF4-FFF2-40B4-BE49-F238E27FC236}">
                  <a16:creationId xmlns:a16="http://schemas.microsoft.com/office/drawing/2014/main" id="{0802D308-5384-1967-0ACB-6144AB63BB19}"/>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852" name="Right Triangle 851">
              <a:extLst>
                <a:ext uri="{FF2B5EF4-FFF2-40B4-BE49-F238E27FC236}">
                  <a16:creationId xmlns:a16="http://schemas.microsoft.com/office/drawing/2014/main" id="{E47FCE8E-6BC1-E851-0364-41F5766ADCFB}"/>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53" name="Group 852">
              <a:extLst>
                <a:ext uri="{FF2B5EF4-FFF2-40B4-BE49-F238E27FC236}">
                  <a16:creationId xmlns:a16="http://schemas.microsoft.com/office/drawing/2014/main" id="{455ECBA1-45E8-4D3A-E2AC-468B875D5817}"/>
                </a:ext>
              </a:extLst>
            </p:cNvPr>
            <p:cNvGrpSpPr/>
            <p:nvPr/>
          </p:nvGrpSpPr>
          <p:grpSpPr>
            <a:xfrm>
              <a:off x="1939436" y="1538374"/>
              <a:ext cx="37817" cy="61390"/>
              <a:chOff x="3883481" y="2057400"/>
              <a:chExt cx="1608363" cy="2652031"/>
            </a:xfrm>
            <a:solidFill>
              <a:srgbClr val="A6A6A6">
                <a:alpha val="20000"/>
              </a:srgbClr>
            </a:solidFill>
          </p:grpSpPr>
          <p:sp>
            <p:nvSpPr>
              <p:cNvPr id="854" name="Oval 27">
                <a:extLst>
                  <a:ext uri="{FF2B5EF4-FFF2-40B4-BE49-F238E27FC236}">
                    <a16:creationId xmlns:a16="http://schemas.microsoft.com/office/drawing/2014/main" id="{A06ED773-01B9-48EA-7A3E-27AB4678772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5" name="Oval 28">
                <a:extLst>
                  <a:ext uri="{FF2B5EF4-FFF2-40B4-BE49-F238E27FC236}">
                    <a16:creationId xmlns:a16="http://schemas.microsoft.com/office/drawing/2014/main" id="{42AADECB-A97D-5940-CF80-F7C5AB7905E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62" name="Group 861">
            <a:extLst>
              <a:ext uri="{FF2B5EF4-FFF2-40B4-BE49-F238E27FC236}">
                <a16:creationId xmlns:a16="http://schemas.microsoft.com/office/drawing/2014/main" id="{78E9302E-D672-BFFC-B881-5D6E3976E83C}"/>
              </a:ext>
            </a:extLst>
          </p:cNvPr>
          <p:cNvGrpSpPr/>
          <p:nvPr/>
        </p:nvGrpSpPr>
        <p:grpSpPr>
          <a:xfrm>
            <a:off x="5454379" y="2974054"/>
            <a:ext cx="721206" cy="649846"/>
            <a:chOff x="5454379" y="2974054"/>
            <a:chExt cx="721206" cy="649846"/>
          </a:xfrm>
        </p:grpSpPr>
        <p:sp>
          <p:nvSpPr>
            <p:cNvPr id="863" name="Rectangle 862">
              <a:extLst>
                <a:ext uri="{FF2B5EF4-FFF2-40B4-BE49-F238E27FC236}">
                  <a16:creationId xmlns:a16="http://schemas.microsoft.com/office/drawing/2014/main" id="{179CD8DA-AA78-1748-FCAF-11D2B07D0D5B}"/>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864" name="Rectangle 863">
              <a:extLst>
                <a:ext uri="{FF2B5EF4-FFF2-40B4-BE49-F238E27FC236}">
                  <a16:creationId xmlns:a16="http://schemas.microsoft.com/office/drawing/2014/main" id="{0FCB3525-BAA9-BE22-65D7-2032A47F6DE9}"/>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5" name="Oval 15">
              <a:extLst>
                <a:ext uri="{FF2B5EF4-FFF2-40B4-BE49-F238E27FC236}">
                  <a16:creationId xmlns:a16="http://schemas.microsoft.com/office/drawing/2014/main" id="{43332FFA-CCD6-E113-B96F-EF37F9A3EB81}"/>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66" name="Straight Connector 865">
              <a:extLst>
                <a:ext uri="{FF2B5EF4-FFF2-40B4-BE49-F238E27FC236}">
                  <a16:creationId xmlns:a16="http://schemas.microsoft.com/office/drawing/2014/main" id="{3AFB48D0-A0AC-C96A-8CC9-4F2C487955A1}"/>
                </a:ext>
              </a:extLst>
            </p:cNvPr>
            <p:cNvCxnSpPr>
              <a:cxnSpLocks/>
              <a:stCxn id="865"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67" name="Straight Connector 866">
              <a:extLst>
                <a:ext uri="{FF2B5EF4-FFF2-40B4-BE49-F238E27FC236}">
                  <a16:creationId xmlns:a16="http://schemas.microsoft.com/office/drawing/2014/main" id="{42F7F9EB-BCD1-7358-C68A-CB216370CB23}"/>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92" name="Group 891">
            <a:extLst>
              <a:ext uri="{FF2B5EF4-FFF2-40B4-BE49-F238E27FC236}">
                <a16:creationId xmlns:a16="http://schemas.microsoft.com/office/drawing/2014/main" id="{2C56BDE2-3C67-4CB9-7E8A-F5994BF762DE}"/>
              </a:ext>
            </a:extLst>
          </p:cNvPr>
          <p:cNvGrpSpPr/>
          <p:nvPr/>
        </p:nvGrpSpPr>
        <p:grpSpPr>
          <a:xfrm>
            <a:off x="2938534" y="811556"/>
            <a:ext cx="721206" cy="609701"/>
            <a:chOff x="2938534" y="811556"/>
            <a:chExt cx="721206" cy="609701"/>
          </a:xfrm>
        </p:grpSpPr>
        <p:sp>
          <p:nvSpPr>
            <p:cNvPr id="893" name="Rectangle 892">
              <a:extLst>
                <a:ext uri="{FF2B5EF4-FFF2-40B4-BE49-F238E27FC236}">
                  <a16:creationId xmlns:a16="http://schemas.microsoft.com/office/drawing/2014/main" id="{D878ADB1-BFB2-3BEE-C75A-A5AAEDE28397}"/>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894" name="Rectangle 893">
              <a:extLst>
                <a:ext uri="{FF2B5EF4-FFF2-40B4-BE49-F238E27FC236}">
                  <a16:creationId xmlns:a16="http://schemas.microsoft.com/office/drawing/2014/main" id="{24F5CD83-40FA-50C0-F7E6-D67B339C2BFC}"/>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5" name="Oval 15">
              <a:extLst>
                <a:ext uri="{FF2B5EF4-FFF2-40B4-BE49-F238E27FC236}">
                  <a16:creationId xmlns:a16="http://schemas.microsoft.com/office/drawing/2014/main" id="{AF4B9E86-DDC7-F4E9-AB24-13A915693500}"/>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96" name="Straight Connector 895">
              <a:extLst>
                <a:ext uri="{FF2B5EF4-FFF2-40B4-BE49-F238E27FC236}">
                  <a16:creationId xmlns:a16="http://schemas.microsoft.com/office/drawing/2014/main" id="{57EBAB5D-5DDB-A214-0803-236BAC70C8E1}"/>
                </a:ext>
              </a:extLst>
            </p:cNvPr>
            <p:cNvCxnSpPr>
              <a:cxnSpLocks/>
              <a:stCxn id="895"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97" name="Straight Connector 896">
              <a:extLst>
                <a:ext uri="{FF2B5EF4-FFF2-40B4-BE49-F238E27FC236}">
                  <a16:creationId xmlns:a16="http://schemas.microsoft.com/office/drawing/2014/main" id="{58938D17-6BE9-1180-2CAB-3822AC195D19}"/>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04" name="Group 903">
            <a:extLst>
              <a:ext uri="{FF2B5EF4-FFF2-40B4-BE49-F238E27FC236}">
                <a16:creationId xmlns:a16="http://schemas.microsoft.com/office/drawing/2014/main" id="{CD794C71-6D73-8134-C25E-C743DE3F53DB}"/>
              </a:ext>
            </a:extLst>
          </p:cNvPr>
          <p:cNvGrpSpPr/>
          <p:nvPr/>
        </p:nvGrpSpPr>
        <p:grpSpPr>
          <a:xfrm>
            <a:off x="431659" y="811556"/>
            <a:ext cx="721206" cy="609701"/>
            <a:chOff x="431659" y="811556"/>
            <a:chExt cx="721206" cy="609701"/>
          </a:xfrm>
        </p:grpSpPr>
        <p:sp>
          <p:nvSpPr>
            <p:cNvPr id="905" name="Rectangle 904">
              <a:extLst>
                <a:ext uri="{FF2B5EF4-FFF2-40B4-BE49-F238E27FC236}">
                  <a16:creationId xmlns:a16="http://schemas.microsoft.com/office/drawing/2014/main" id="{238E1172-5A99-41F9-4560-2F01040B8583}"/>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906" name="Right Triangle 905">
              <a:extLst>
                <a:ext uri="{FF2B5EF4-FFF2-40B4-BE49-F238E27FC236}">
                  <a16:creationId xmlns:a16="http://schemas.microsoft.com/office/drawing/2014/main" id="{20A3E85F-0195-35C4-3D95-742A7D59B955}"/>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07" name="Group 906">
              <a:extLst>
                <a:ext uri="{FF2B5EF4-FFF2-40B4-BE49-F238E27FC236}">
                  <a16:creationId xmlns:a16="http://schemas.microsoft.com/office/drawing/2014/main" id="{7A2BCCE5-21EF-CB8C-0A91-56B952275ABC}"/>
                </a:ext>
              </a:extLst>
            </p:cNvPr>
            <p:cNvGrpSpPr/>
            <p:nvPr/>
          </p:nvGrpSpPr>
          <p:grpSpPr>
            <a:xfrm>
              <a:off x="1100969" y="819591"/>
              <a:ext cx="37817" cy="61390"/>
              <a:chOff x="3883481" y="2057400"/>
              <a:chExt cx="1608363" cy="2652031"/>
            </a:xfrm>
            <a:solidFill>
              <a:srgbClr val="A6A6A6">
                <a:alpha val="20000"/>
              </a:srgbClr>
            </a:solidFill>
          </p:grpSpPr>
          <p:sp>
            <p:nvSpPr>
              <p:cNvPr id="908" name="Oval 27">
                <a:extLst>
                  <a:ext uri="{FF2B5EF4-FFF2-40B4-BE49-F238E27FC236}">
                    <a16:creationId xmlns:a16="http://schemas.microsoft.com/office/drawing/2014/main" id="{409B8649-BADD-8ACE-AA39-EE050E9CE62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9" name="Oval 28">
                <a:extLst>
                  <a:ext uri="{FF2B5EF4-FFF2-40B4-BE49-F238E27FC236}">
                    <a16:creationId xmlns:a16="http://schemas.microsoft.com/office/drawing/2014/main" id="{244B054B-1678-69AC-B716-F4C7F36310D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10" name="Group 909">
            <a:extLst>
              <a:ext uri="{FF2B5EF4-FFF2-40B4-BE49-F238E27FC236}">
                <a16:creationId xmlns:a16="http://schemas.microsoft.com/office/drawing/2014/main" id="{90FF5A49-D276-C2BC-FB1C-E2A2F3C649E8}"/>
              </a:ext>
            </a:extLst>
          </p:cNvPr>
          <p:cNvGrpSpPr/>
          <p:nvPr/>
        </p:nvGrpSpPr>
        <p:grpSpPr>
          <a:xfrm>
            <a:off x="1267285" y="811556"/>
            <a:ext cx="721206" cy="609701"/>
            <a:chOff x="1267285" y="811556"/>
            <a:chExt cx="721206" cy="609701"/>
          </a:xfrm>
        </p:grpSpPr>
        <p:sp>
          <p:nvSpPr>
            <p:cNvPr id="911" name="Rectangle 910">
              <a:extLst>
                <a:ext uri="{FF2B5EF4-FFF2-40B4-BE49-F238E27FC236}">
                  <a16:creationId xmlns:a16="http://schemas.microsoft.com/office/drawing/2014/main" id="{857396B8-DF3B-7B4A-4001-ABA3EC256BB4}"/>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912" name="Right Triangle 911">
              <a:extLst>
                <a:ext uri="{FF2B5EF4-FFF2-40B4-BE49-F238E27FC236}">
                  <a16:creationId xmlns:a16="http://schemas.microsoft.com/office/drawing/2014/main" id="{7FBE681C-5CEE-97AE-E15C-39A29EBD3DC8}"/>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13" name="Group 912">
              <a:extLst>
                <a:ext uri="{FF2B5EF4-FFF2-40B4-BE49-F238E27FC236}">
                  <a16:creationId xmlns:a16="http://schemas.microsoft.com/office/drawing/2014/main" id="{03F23153-6B83-1360-4717-04CC526B916A}"/>
                </a:ext>
              </a:extLst>
            </p:cNvPr>
            <p:cNvGrpSpPr/>
            <p:nvPr/>
          </p:nvGrpSpPr>
          <p:grpSpPr>
            <a:xfrm>
              <a:off x="1937878" y="819591"/>
              <a:ext cx="37817" cy="61390"/>
              <a:chOff x="3883481" y="2057400"/>
              <a:chExt cx="1608363" cy="2652031"/>
            </a:xfrm>
            <a:solidFill>
              <a:srgbClr val="A6A6A6">
                <a:alpha val="20000"/>
              </a:srgbClr>
            </a:solidFill>
          </p:grpSpPr>
          <p:sp>
            <p:nvSpPr>
              <p:cNvPr id="914" name="Oval 27">
                <a:extLst>
                  <a:ext uri="{FF2B5EF4-FFF2-40B4-BE49-F238E27FC236}">
                    <a16:creationId xmlns:a16="http://schemas.microsoft.com/office/drawing/2014/main" id="{813C5118-4438-44B6-2EA7-0D0077AF5B6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5" name="Oval 28">
                <a:extLst>
                  <a:ext uri="{FF2B5EF4-FFF2-40B4-BE49-F238E27FC236}">
                    <a16:creationId xmlns:a16="http://schemas.microsoft.com/office/drawing/2014/main" id="{43C4C944-B3E2-17C6-23DE-AA6C8A78AB4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22" name="Group 921">
            <a:extLst>
              <a:ext uri="{FF2B5EF4-FFF2-40B4-BE49-F238E27FC236}">
                <a16:creationId xmlns:a16="http://schemas.microsoft.com/office/drawing/2014/main" id="{031F3E27-D6C7-043D-5BE4-8FEEE52291D8}"/>
              </a:ext>
            </a:extLst>
          </p:cNvPr>
          <p:cNvGrpSpPr/>
          <p:nvPr/>
        </p:nvGrpSpPr>
        <p:grpSpPr>
          <a:xfrm>
            <a:off x="2889438" y="751337"/>
            <a:ext cx="5022643" cy="5001728"/>
            <a:chOff x="2889438" y="751337"/>
            <a:chExt cx="5022643" cy="5001728"/>
          </a:xfrm>
        </p:grpSpPr>
        <p:cxnSp>
          <p:nvCxnSpPr>
            <p:cNvPr id="923" name="Straight Connector 922">
              <a:extLst>
                <a:ext uri="{FF2B5EF4-FFF2-40B4-BE49-F238E27FC236}">
                  <a16:creationId xmlns:a16="http://schemas.microsoft.com/office/drawing/2014/main" id="{24967768-5EB3-C387-5CF8-48514ABEC8D6}"/>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24" name="Straight Connector 923">
              <a:extLst>
                <a:ext uri="{FF2B5EF4-FFF2-40B4-BE49-F238E27FC236}">
                  <a16:creationId xmlns:a16="http://schemas.microsoft.com/office/drawing/2014/main" id="{67B3930F-4D4F-D2BD-830C-04ECDBBFC129}"/>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25" name="Straight Connector 924">
              <a:extLst>
                <a:ext uri="{FF2B5EF4-FFF2-40B4-BE49-F238E27FC236}">
                  <a16:creationId xmlns:a16="http://schemas.microsoft.com/office/drawing/2014/main" id="{ECC6B23E-9E8A-5264-06A9-4E6F53C31CD1}"/>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26" name="Straight Connector 925">
              <a:extLst>
                <a:ext uri="{FF2B5EF4-FFF2-40B4-BE49-F238E27FC236}">
                  <a16:creationId xmlns:a16="http://schemas.microsoft.com/office/drawing/2014/main" id="{F8267152-A0F9-E734-30C3-409D093D15B8}"/>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27" name="Straight Connector 926">
              <a:extLst>
                <a:ext uri="{FF2B5EF4-FFF2-40B4-BE49-F238E27FC236}">
                  <a16:creationId xmlns:a16="http://schemas.microsoft.com/office/drawing/2014/main" id="{52DCFF8B-9011-58CA-537D-BDAFA72D621E}"/>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28" name="Straight Connector 927">
              <a:extLst>
                <a:ext uri="{FF2B5EF4-FFF2-40B4-BE49-F238E27FC236}">
                  <a16:creationId xmlns:a16="http://schemas.microsoft.com/office/drawing/2014/main" id="{2E376295-1CC7-5CAA-3295-18B1252A58B8}"/>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29" name="Straight Connector 928">
              <a:extLst>
                <a:ext uri="{FF2B5EF4-FFF2-40B4-BE49-F238E27FC236}">
                  <a16:creationId xmlns:a16="http://schemas.microsoft.com/office/drawing/2014/main" id="{50F8371B-3012-2D73-4F3F-92CC5F5BE47F}"/>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0" name="Straight Connector 929">
              <a:extLst>
                <a:ext uri="{FF2B5EF4-FFF2-40B4-BE49-F238E27FC236}">
                  <a16:creationId xmlns:a16="http://schemas.microsoft.com/office/drawing/2014/main" id="{70C63C59-7DB7-3E30-8833-A06FA85BDFA7}"/>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1" name="Straight Connector 930">
              <a:extLst>
                <a:ext uri="{FF2B5EF4-FFF2-40B4-BE49-F238E27FC236}">
                  <a16:creationId xmlns:a16="http://schemas.microsoft.com/office/drawing/2014/main" id="{976156A5-A4CF-4AC0-825C-65F2D1817E4D}"/>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2" name="Straight Connector 931">
              <a:extLst>
                <a:ext uri="{FF2B5EF4-FFF2-40B4-BE49-F238E27FC236}">
                  <a16:creationId xmlns:a16="http://schemas.microsoft.com/office/drawing/2014/main" id="{5CF1E197-AF73-1ECC-C816-40D752FE8451}"/>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958" name="Group 957">
            <a:extLst>
              <a:ext uri="{FF2B5EF4-FFF2-40B4-BE49-F238E27FC236}">
                <a16:creationId xmlns:a16="http://schemas.microsoft.com/office/drawing/2014/main" id="{DA8D478C-8D75-7A22-A920-13546E3315DD}"/>
              </a:ext>
            </a:extLst>
          </p:cNvPr>
          <p:cNvGrpSpPr/>
          <p:nvPr/>
        </p:nvGrpSpPr>
        <p:grpSpPr>
          <a:xfrm>
            <a:off x="2937173" y="4419601"/>
            <a:ext cx="721206" cy="610396"/>
            <a:chOff x="2937173" y="4419601"/>
            <a:chExt cx="721206" cy="610396"/>
          </a:xfrm>
        </p:grpSpPr>
        <p:sp>
          <p:nvSpPr>
            <p:cNvPr id="959" name="Rectangle 958">
              <a:extLst>
                <a:ext uri="{FF2B5EF4-FFF2-40B4-BE49-F238E27FC236}">
                  <a16:creationId xmlns:a16="http://schemas.microsoft.com/office/drawing/2014/main" id="{F8624D18-CAAF-65F0-A8F5-092CE2F13818}"/>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960" name="Right Triangle 959">
              <a:extLst>
                <a:ext uri="{FF2B5EF4-FFF2-40B4-BE49-F238E27FC236}">
                  <a16:creationId xmlns:a16="http://schemas.microsoft.com/office/drawing/2014/main" id="{EE3E7C94-521F-EE40-C480-2306AA55A9AE}"/>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61" name="Group 960">
              <a:extLst>
                <a:ext uri="{FF2B5EF4-FFF2-40B4-BE49-F238E27FC236}">
                  <a16:creationId xmlns:a16="http://schemas.microsoft.com/office/drawing/2014/main" id="{12835814-804D-2509-90B6-DEF197F2787A}"/>
                </a:ext>
              </a:extLst>
            </p:cNvPr>
            <p:cNvGrpSpPr/>
            <p:nvPr/>
          </p:nvGrpSpPr>
          <p:grpSpPr>
            <a:xfrm>
              <a:off x="3607766" y="4425699"/>
              <a:ext cx="37817" cy="61390"/>
              <a:chOff x="3883481" y="2057400"/>
              <a:chExt cx="1608363" cy="2652031"/>
            </a:xfrm>
            <a:solidFill>
              <a:srgbClr val="A6A6A6">
                <a:alpha val="20000"/>
              </a:srgbClr>
            </a:solidFill>
          </p:grpSpPr>
          <p:sp>
            <p:nvSpPr>
              <p:cNvPr id="962" name="Oval 27">
                <a:extLst>
                  <a:ext uri="{FF2B5EF4-FFF2-40B4-BE49-F238E27FC236}">
                    <a16:creationId xmlns:a16="http://schemas.microsoft.com/office/drawing/2014/main" id="{D0A7B564-C171-E318-8379-904904F06AA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3" name="Oval 28">
                <a:extLst>
                  <a:ext uri="{FF2B5EF4-FFF2-40B4-BE49-F238E27FC236}">
                    <a16:creationId xmlns:a16="http://schemas.microsoft.com/office/drawing/2014/main" id="{DF8A7E7F-3CD5-E7D6-5D3D-2E791351CC7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88" name="Group 987">
            <a:extLst>
              <a:ext uri="{FF2B5EF4-FFF2-40B4-BE49-F238E27FC236}">
                <a16:creationId xmlns:a16="http://schemas.microsoft.com/office/drawing/2014/main" id="{F540BE5A-61FE-34CE-9196-FE5629C08EDD}"/>
              </a:ext>
            </a:extLst>
          </p:cNvPr>
          <p:cNvGrpSpPr/>
          <p:nvPr/>
        </p:nvGrpSpPr>
        <p:grpSpPr>
          <a:xfrm>
            <a:off x="3775041" y="5130133"/>
            <a:ext cx="721895" cy="609700"/>
            <a:chOff x="3775041" y="5130133"/>
            <a:chExt cx="721895" cy="609700"/>
          </a:xfrm>
        </p:grpSpPr>
        <p:sp>
          <p:nvSpPr>
            <p:cNvPr id="989" name="Rectangle 988">
              <a:hlinkHover r:id="" action="ppaction://noaction" highlightClick="1"/>
              <a:extLst>
                <a:ext uri="{FF2B5EF4-FFF2-40B4-BE49-F238E27FC236}">
                  <a16:creationId xmlns:a16="http://schemas.microsoft.com/office/drawing/2014/main" id="{0B57AC31-140D-D08C-8A64-9FD0C6CBE227}"/>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990" name="Diamond 989">
              <a:extLst>
                <a:ext uri="{FF2B5EF4-FFF2-40B4-BE49-F238E27FC236}">
                  <a16:creationId xmlns:a16="http://schemas.microsoft.com/office/drawing/2014/main" id="{AC50C2B3-5E64-BC45-270B-BEA1C2935134}"/>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1" name="Oval 990">
              <a:extLst>
                <a:ext uri="{FF2B5EF4-FFF2-40B4-BE49-F238E27FC236}">
                  <a16:creationId xmlns:a16="http://schemas.microsoft.com/office/drawing/2014/main" id="{A11FA82C-22F7-3697-D600-BDDC3A635E74}"/>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92" name="Group 991">
            <a:extLst>
              <a:ext uri="{FF2B5EF4-FFF2-40B4-BE49-F238E27FC236}">
                <a16:creationId xmlns:a16="http://schemas.microsoft.com/office/drawing/2014/main" id="{F29E1327-5A8E-D171-92CE-93BB4186619E}"/>
              </a:ext>
            </a:extLst>
          </p:cNvPr>
          <p:cNvGrpSpPr/>
          <p:nvPr/>
        </p:nvGrpSpPr>
        <p:grpSpPr>
          <a:xfrm>
            <a:off x="4618174" y="5130748"/>
            <a:ext cx="721895" cy="609700"/>
            <a:chOff x="4618174" y="5130748"/>
            <a:chExt cx="721895" cy="609700"/>
          </a:xfrm>
        </p:grpSpPr>
        <p:sp>
          <p:nvSpPr>
            <p:cNvPr id="993" name="Rectangle 992">
              <a:hlinkHover r:id="" action="ppaction://noaction" highlightClick="1"/>
              <a:extLst>
                <a:ext uri="{FF2B5EF4-FFF2-40B4-BE49-F238E27FC236}">
                  <a16:creationId xmlns:a16="http://schemas.microsoft.com/office/drawing/2014/main" id="{467E4BD8-E1D3-8114-5768-C64F26E04D5A}"/>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994" name="Diamond 993">
              <a:extLst>
                <a:ext uri="{FF2B5EF4-FFF2-40B4-BE49-F238E27FC236}">
                  <a16:creationId xmlns:a16="http://schemas.microsoft.com/office/drawing/2014/main" id="{58A41B2B-FA8C-F8E2-FA59-5365F2DAD35C}"/>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5" name="Oval 994">
              <a:extLst>
                <a:ext uri="{FF2B5EF4-FFF2-40B4-BE49-F238E27FC236}">
                  <a16:creationId xmlns:a16="http://schemas.microsoft.com/office/drawing/2014/main" id="{5B05DE57-4D8E-809B-0FC0-BC50EB1B3FAA}"/>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219" name="Group 3218">
            <a:extLst>
              <a:ext uri="{FF2B5EF4-FFF2-40B4-BE49-F238E27FC236}">
                <a16:creationId xmlns:a16="http://schemas.microsoft.com/office/drawing/2014/main" id="{B85C38A8-F891-5FC7-CC49-7EF441EDC6E0}"/>
              </a:ext>
            </a:extLst>
          </p:cNvPr>
          <p:cNvGrpSpPr/>
          <p:nvPr/>
        </p:nvGrpSpPr>
        <p:grpSpPr>
          <a:xfrm>
            <a:off x="7959193" y="3698227"/>
            <a:ext cx="721206" cy="609701"/>
            <a:chOff x="7959193" y="3698227"/>
            <a:chExt cx="721206" cy="609701"/>
          </a:xfrm>
        </p:grpSpPr>
        <p:sp>
          <p:nvSpPr>
            <p:cNvPr id="3220" name="Rectangle 3219">
              <a:hlinkHover r:id="" action="ppaction://noaction" highlightClick="1"/>
              <a:extLst>
                <a:ext uri="{FF2B5EF4-FFF2-40B4-BE49-F238E27FC236}">
                  <a16:creationId xmlns:a16="http://schemas.microsoft.com/office/drawing/2014/main" id="{CE76CC77-5446-AD01-949D-4468E3DEB251}"/>
                </a:ext>
              </a:extLst>
            </p:cNvPr>
            <p:cNvSpPr/>
            <p:nvPr/>
          </p:nvSpPr>
          <p:spPr>
            <a:xfrm>
              <a:off x="7959193"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3221" name="Oval 3220">
              <a:extLst>
                <a:ext uri="{FF2B5EF4-FFF2-40B4-BE49-F238E27FC236}">
                  <a16:creationId xmlns:a16="http://schemas.microsoft.com/office/drawing/2014/main" id="{966C8857-B150-39F9-5A4F-1AF0DA37876C}"/>
                </a:ext>
              </a:extLst>
            </p:cNvPr>
            <p:cNvSpPr/>
            <p:nvPr/>
          </p:nvSpPr>
          <p:spPr>
            <a:xfrm>
              <a:off x="8533392"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2" name="Isosceles Triangle 648">
              <a:extLst>
                <a:ext uri="{FF2B5EF4-FFF2-40B4-BE49-F238E27FC236}">
                  <a16:creationId xmlns:a16="http://schemas.microsoft.com/office/drawing/2014/main" id="{63FAE058-C1D9-7A37-93E1-F099939D149F}"/>
                </a:ext>
              </a:extLst>
            </p:cNvPr>
            <p:cNvSpPr/>
            <p:nvPr/>
          </p:nvSpPr>
          <p:spPr>
            <a:xfrm>
              <a:off x="8563516"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35" name="Group 3234">
            <a:extLst>
              <a:ext uri="{FF2B5EF4-FFF2-40B4-BE49-F238E27FC236}">
                <a16:creationId xmlns:a16="http://schemas.microsoft.com/office/drawing/2014/main" id="{8054122B-7526-0931-120D-2C568B2B090F}"/>
              </a:ext>
            </a:extLst>
          </p:cNvPr>
          <p:cNvGrpSpPr/>
          <p:nvPr/>
        </p:nvGrpSpPr>
        <p:grpSpPr>
          <a:xfrm>
            <a:off x="6284590" y="811556"/>
            <a:ext cx="721206" cy="609701"/>
            <a:chOff x="6284590" y="811556"/>
            <a:chExt cx="721206" cy="609701"/>
          </a:xfrm>
        </p:grpSpPr>
        <p:sp>
          <p:nvSpPr>
            <p:cNvPr id="3236" name="Rectangle 3235">
              <a:hlinkHover r:id="" action="ppaction://noaction" highlightClick="1"/>
              <a:extLst>
                <a:ext uri="{FF2B5EF4-FFF2-40B4-BE49-F238E27FC236}">
                  <a16:creationId xmlns:a16="http://schemas.microsoft.com/office/drawing/2014/main" id="{47BA3109-13E1-201B-72D3-A7CD7B6E2840}"/>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3237" name="Right Triangle 3236">
              <a:extLst>
                <a:ext uri="{FF2B5EF4-FFF2-40B4-BE49-F238E27FC236}">
                  <a16:creationId xmlns:a16="http://schemas.microsoft.com/office/drawing/2014/main" id="{682C3417-04AF-3F52-4CA3-4810FBF44705}"/>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38" name="Oval 27">
              <a:extLst>
                <a:ext uri="{FF2B5EF4-FFF2-40B4-BE49-F238E27FC236}">
                  <a16:creationId xmlns:a16="http://schemas.microsoft.com/office/drawing/2014/main" id="{DAC1E263-8FEB-A410-906D-AF41DE9E8F85}"/>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39" name="Oval 28">
              <a:extLst>
                <a:ext uri="{FF2B5EF4-FFF2-40B4-BE49-F238E27FC236}">
                  <a16:creationId xmlns:a16="http://schemas.microsoft.com/office/drawing/2014/main" id="{2FDF1000-E8C9-7998-2045-C345F9BBB8EE}"/>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49" name="Group 3248">
            <a:extLst>
              <a:ext uri="{FF2B5EF4-FFF2-40B4-BE49-F238E27FC236}">
                <a16:creationId xmlns:a16="http://schemas.microsoft.com/office/drawing/2014/main" id="{F734C9DC-20D3-EE92-FA51-6F4FA7AEB442}"/>
              </a:ext>
            </a:extLst>
          </p:cNvPr>
          <p:cNvGrpSpPr/>
          <p:nvPr/>
        </p:nvGrpSpPr>
        <p:grpSpPr>
          <a:xfrm>
            <a:off x="11356238" y="90836"/>
            <a:ext cx="721206" cy="609701"/>
            <a:chOff x="11356238" y="90836"/>
            <a:chExt cx="721206" cy="609701"/>
          </a:xfrm>
        </p:grpSpPr>
        <p:sp>
          <p:nvSpPr>
            <p:cNvPr id="3250" name="Rectangle 3249">
              <a:hlinkHover r:id="" action="ppaction://noaction" highlightClick="1"/>
              <a:extLst>
                <a:ext uri="{FF2B5EF4-FFF2-40B4-BE49-F238E27FC236}">
                  <a16:creationId xmlns:a16="http://schemas.microsoft.com/office/drawing/2014/main" id="{610A8D2A-A6A3-B176-AC87-711A55A03F80}"/>
                </a:ext>
              </a:extLst>
            </p:cNvPr>
            <p:cNvSpPr/>
            <p:nvPr/>
          </p:nvSpPr>
          <p:spPr>
            <a:xfrm>
              <a:off x="11356238"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3251" name="Oval 3250">
              <a:extLst>
                <a:ext uri="{FF2B5EF4-FFF2-40B4-BE49-F238E27FC236}">
                  <a16:creationId xmlns:a16="http://schemas.microsoft.com/office/drawing/2014/main" id="{37927203-5BFA-CCA6-D8B3-B723EE519E29}"/>
                </a:ext>
              </a:extLst>
            </p:cNvPr>
            <p:cNvSpPr/>
            <p:nvPr/>
          </p:nvSpPr>
          <p:spPr>
            <a:xfrm>
              <a:off x="11934777"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52" name="Isosceles Triangle 648">
              <a:extLst>
                <a:ext uri="{FF2B5EF4-FFF2-40B4-BE49-F238E27FC236}">
                  <a16:creationId xmlns:a16="http://schemas.microsoft.com/office/drawing/2014/main" id="{75C967DD-134B-F69B-7005-031EF5360E7F}"/>
                </a:ext>
              </a:extLst>
            </p:cNvPr>
            <p:cNvSpPr/>
            <p:nvPr/>
          </p:nvSpPr>
          <p:spPr>
            <a:xfrm>
              <a:off x="11964901"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53" name="Group 3252">
            <a:extLst>
              <a:ext uri="{FF2B5EF4-FFF2-40B4-BE49-F238E27FC236}">
                <a16:creationId xmlns:a16="http://schemas.microsoft.com/office/drawing/2014/main" id="{1D3B13E1-DF56-BD77-1DC1-D9DBBC376790}"/>
              </a:ext>
            </a:extLst>
          </p:cNvPr>
          <p:cNvGrpSpPr/>
          <p:nvPr/>
        </p:nvGrpSpPr>
        <p:grpSpPr>
          <a:xfrm>
            <a:off x="11356238" y="3694774"/>
            <a:ext cx="721206" cy="609701"/>
            <a:chOff x="11356238" y="3694774"/>
            <a:chExt cx="721206" cy="609701"/>
          </a:xfrm>
        </p:grpSpPr>
        <p:sp>
          <p:nvSpPr>
            <p:cNvPr id="3254" name="Rectangle 3253">
              <a:hlinkHover r:id="" action="ppaction://noaction" highlightClick="1"/>
              <a:extLst>
                <a:ext uri="{FF2B5EF4-FFF2-40B4-BE49-F238E27FC236}">
                  <a16:creationId xmlns:a16="http://schemas.microsoft.com/office/drawing/2014/main" id="{28F98C91-2E72-48AC-ED5B-5E9D4EACC90B}"/>
                </a:ext>
              </a:extLst>
            </p:cNvPr>
            <p:cNvSpPr/>
            <p:nvPr/>
          </p:nvSpPr>
          <p:spPr>
            <a:xfrm>
              <a:off x="11356238" y="369477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3255" name="Oval 3254">
              <a:extLst>
                <a:ext uri="{FF2B5EF4-FFF2-40B4-BE49-F238E27FC236}">
                  <a16:creationId xmlns:a16="http://schemas.microsoft.com/office/drawing/2014/main" id="{5886F71E-83F8-AC43-03C3-3EE9993EEB2F}"/>
                </a:ext>
              </a:extLst>
            </p:cNvPr>
            <p:cNvSpPr/>
            <p:nvPr/>
          </p:nvSpPr>
          <p:spPr>
            <a:xfrm>
              <a:off x="11934777" y="3702531"/>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56" name="Isosceles Triangle 648">
              <a:extLst>
                <a:ext uri="{FF2B5EF4-FFF2-40B4-BE49-F238E27FC236}">
                  <a16:creationId xmlns:a16="http://schemas.microsoft.com/office/drawing/2014/main" id="{3E715ABD-60ED-DC1E-1A14-46C0493E163D}"/>
                </a:ext>
              </a:extLst>
            </p:cNvPr>
            <p:cNvSpPr/>
            <p:nvPr/>
          </p:nvSpPr>
          <p:spPr>
            <a:xfrm>
              <a:off x="11964901"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57" name="Group 3256">
            <a:extLst>
              <a:ext uri="{FF2B5EF4-FFF2-40B4-BE49-F238E27FC236}">
                <a16:creationId xmlns:a16="http://schemas.microsoft.com/office/drawing/2014/main" id="{D31A693F-3807-1E26-6F1C-2818AA3218D2}"/>
              </a:ext>
            </a:extLst>
          </p:cNvPr>
          <p:cNvGrpSpPr/>
          <p:nvPr/>
        </p:nvGrpSpPr>
        <p:grpSpPr>
          <a:xfrm>
            <a:off x="9657689" y="4419620"/>
            <a:ext cx="721206" cy="609701"/>
            <a:chOff x="9657689" y="4419620"/>
            <a:chExt cx="721206" cy="609701"/>
          </a:xfrm>
        </p:grpSpPr>
        <p:sp>
          <p:nvSpPr>
            <p:cNvPr id="3258" name="Rectangle 3257">
              <a:hlinkHover r:id="" action="ppaction://noaction" highlightClick="1"/>
              <a:extLst>
                <a:ext uri="{FF2B5EF4-FFF2-40B4-BE49-F238E27FC236}">
                  <a16:creationId xmlns:a16="http://schemas.microsoft.com/office/drawing/2014/main" id="{78D3F03F-BC37-8816-3711-5543D065EDF0}"/>
                </a:ext>
              </a:extLst>
            </p:cNvPr>
            <p:cNvSpPr/>
            <p:nvPr/>
          </p:nvSpPr>
          <p:spPr>
            <a:xfrm>
              <a:off x="965768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3259" name="Oval 3258">
              <a:extLst>
                <a:ext uri="{FF2B5EF4-FFF2-40B4-BE49-F238E27FC236}">
                  <a16:creationId xmlns:a16="http://schemas.microsoft.com/office/drawing/2014/main" id="{4DA6DB83-8F8F-C15D-8B8D-904059ACE930}"/>
                </a:ext>
              </a:extLst>
            </p:cNvPr>
            <p:cNvSpPr/>
            <p:nvPr/>
          </p:nvSpPr>
          <p:spPr>
            <a:xfrm>
              <a:off x="10231216"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60" name="Isosceles Triangle 648">
              <a:extLst>
                <a:ext uri="{FF2B5EF4-FFF2-40B4-BE49-F238E27FC236}">
                  <a16:creationId xmlns:a16="http://schemas.microsoft.com/office/drawing/2014/main" id="{D99A9F88-3B13-F11E-9DA6-840B7B5CF45A}"/>
                </a:ext>
              </a:extLst>
            </p:cNvPr>
            <p:cNvSpPr/>
            <p:nvPr/>
          </p:nvSpPr>
          <p:spPr>
            <a:xfrm>
              <a:off x="10261340"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61" name="Group 3260">
            <a:extLst>
              <a:ext uri="{FF2B5EF4-FFF2-40B4-BE49-F238E27FC236}">
                <a16:creationId xmlns:a16="http://schemas.microsoft.com/office/drawing/2014/main" id="{83B51556-FA2D-3690-23D6-EC987DD3CFD4}"/>
              </a:ext>
            </a:extLst>
          </p:cNvPr>
          <p:cNvGrpSpPr/>
          <p:nvPr/>
        </p:nvGrpSpPr>
        <p:grpSpPr>
          <a:xfrm>
            <a:off x="10506964" y="4419620"/>
            <a:ext cx="721206" cy="609701"/>
            <a:chOff x="10506964" y="4419620"/>
            <a:chExt cx="721206" cy="609701"/>
          </a:xfrm>
        </p:grpSpPr>
        <p:sp>
          <p:nvSpPr>
            <p:cNvPr id="3262" name="Rectangle 3261">
              <a:hlinkHover r:id="" action="ppaction://noaction" highlightClick="1"/>
              <a:extLst>
                <a:ext uri="{FF2B5EF4-FFF2-40B4-BE49-F238E27FC236}">
                  <a16:creationId xmlns:a16="http://schemas.microsoft.com/office/drawing/2014/main" id="{B6F1136F-AA22-3FB4-0FE0-CEFE6A021D1A}"/>
                </a:ext>
              </a:extLst>
            </p:cNvPr>
            <p:cNvSpPr/>
            <p:nvPr/>
          </p:nvSpPr>
          <p:spPr>
            <a:xfrm>
              <a:off x="10506964"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3263" name="Oval 3262">
              <a:extLst>
                <a:ext uri="{FF2B5EF4-FFF2-40B4-BE49-F238E27FC236}">
                  <a16:creationId xmlns:a16="http://schemas.microsoft.com/office/drawing/2014/main" id="{83DACC85-F908-FA05-F276-C573C6419025}"/>
                </a:ext>
              </a:extLst>
            </p:cNvPr>
            <p:cNvSpPr/>
            <p:nvPr/>
          </p:nvSpPr>
          <p:spPr>
            <a:xfrm>
              <a:off x="11085503" y="442737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64" name="Isosceles Triangle 648">
              <a:extLst>
                <a:ext uri="{FF2B5EF4-FFF2-40B4-BE49-F238E27FC236}">
                  <a16:creationId xmlns:a16="http://schemas.microsoft.com/office/drawing/2014/main" id="{3837E445-2418-07C8-8B39-562901DCF5DE}"/>
                </a:ext>
              </a:extLst>
            </p:cNvPr>
            <p:cNvSpPr/>
            <p:nvPr/>
          </p:nvSpPr>
          <p:spPr>
            <a:xfrm>
              <a:off x="11115627" y="444088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65" name="Group 3264">
            <a:extLst>
              <a:ext uri="{FF2B5EF4-FFF2-40B4-BE49-F238E27FC236}">
                <a16:creationId xmlns:a16="http://schemas.microsoft.com/office/drawing/2014/main" id="{159E5E68-D934-A1B4-B224-D0EFE8C30843}"/>
              </a:ext>
            </a:extLst>
          </p:cNvPr>
          <p:cNvGrpSpPr/>
          <p:nvPr/>
        </p:nvGrpSpPr>
        <p:grpSpPr>
          <a:xfrm>
            <a:off x="11355999" y="4416261"/>
            <a:ext cx="721206" cy="609701"/>
            <a:chOff x="11355999" y="4416261"/>
            <a:chExt cx="721206" cy="609701"/>
          </a:xfrm>
        </p:grpSpPr>
        <p:sp>
          <p:nvSpPr>
            <p:cNvPr id="3266" name="Rectangle 3265">
              <a:hlinkHover r:id="" action="ppaction://noaction" highlightClick="1"/>
              <a:extLst>
                <a:ext uri="{FF2B5EF4-FFF2-40B4-BE49-F238E27FC236}">
                  <a16:creationId xmlns:a16="http://schemas.microsoft.com/office/drawing/2014/main" id="{0F152A07-B676-1530-5D05-1803F3CD5B28}"/>
                </a:ext>
              </a:extLst>
            </p:cNvPr>
            <p:cNvSpPr/>
            <p:nvPr/>
          </p:nvSpPr>
          <p:spPr>
            <a:xfrm>
              <a:off x="11355999"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3267" name="Oval 3266">
              <a:extLst>
                <a:ext uri="{FF2B5EF4-FFF2-40B4-BE49-F238E27FC236}">
                  <a16:creationId xmlns:a16="http://schemas.microsoft.com/office/drawing/2014/main" id="{AA05EFA6-4F22-BE7A-99D1-E8BFCFAC9AE8}"/>
                </a:ext>
              </a:extLst>
            </p:cNvPr>
            <p:cNvSpPr/>
            <p:nvPr/>
          </p:nvSpPr>
          <p:spPr>
            <a:xfrm>
              <a:off x="11934538"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68" name="Isosceles Triangle 648">
              <a:extLst>
                <a:ext uri="{FF2B5EF4-FFF2-40B4-BE49-F238E27FC236}">
                  <a16:creationId xmlns:a16="http://schemas.microsoft.com/office/drawing/2014/main" id="{D32602F7-B605-BEA0-0752-081896F5A6FD}"/>
                </a:ext>
              </a:extLst>
            </p:cNvPr>
            <p:cNvSpPr/>
            <p:nvPr/>
          </p:nvSpPr>
          <p:spPr>
            <a:xfrm>
              <a:off x="11964662"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69" name="Group 3268">
            <a:extLst>
              <a:ext uri="{FF2B5EF4-FFF2-40B4-BE49-F238E27FC236}">
                <a16:creationId xmlns:a16="http://schemas.microsoft.com/office/drawing/2014/main" id="{76F9C372-CABA-B556-4412-789815947A35}"/>
              </a:ext>
            </a:extLst>
          </p:cNvPr>
          <p:cNvGrpSpPr/>
          <p:nvPr/>
        </p:nvGrpSpPr>
        <p:grpSpPr>
          <a:xfrm>
            <a:off x="8808522" y="4416261"/>
            <a:ext cx="721206" cy="609701"/>
            <a:chOff x="8808522" y="4416261"/>
            <a:chExt cx="721206" cy="609701"/>
          </a:xfrm>
        </p:grpSpPr>
        <p:sp>
          <p:nvSpPr>
            <p:cNvPr id="3270" name="Rectangle 3269">
              <a:hlinkHover r:id="" action="ppaction://noaction" highlightClick="1"/>
              <a:extLst>
                <a:ext uri="{FF2B5EF4-FFF2-40B4-BE49-F238E27FC236}">
                  <a16:creationId xmlns:a16="http://schemas.microsoft.com/office/drawing/2014/main" id="{33CFD6E7-F6FA-2410-B089-7CF13484D4C7}"/>
                </a:ext>
              </a:extLst>
            </p:cNvPr>
            <p:cNvSpPr/>
            <p:nvPr/>
          </p:nvSpPr>
          <p:spPr>
            <a:xfrm>
              <a:off x="8808522"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3271" name="Oval 3270">
              <a:extLst>
                <a:ext uri="{FF2B5EF4-FFF2-40B4-BE49-F238E27FC236}">
                  <a16:creationId xmlns:a16="http://schemas.microsoft.com/office/drawing/2014/main" id="{3DEFF563-81D1-E2DD-8095-1D17693B9D4E}"/>
                </a:ext>
              </a:extLst>
            </p:cNvPr>
            <p:cNvSpPr/>
            <p:nvPr/>
          </p:nvSpPr>
          <p:spPr>
            <a:xfrm>
              <a:off x="9387061"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72" name="Isosceles Triangle 648">
              <a:extLst>
                <a:ext uri="{FF2B5EF4-FFF2-40B4-BE49-F238E27FC236}">
                  <a16:creationId xmlns:a16="http://schemas.microsoft.com/office/drawing/2014/main" id="{5746AEDA-D12E-D79A-0620-306200B19384}"/>
                </a:ext>
              </a:extLst>
            </p:cNvPr>
            <p:cNvSpPr/>
            <p:nvPr/>
          </p:nvSpPr>
          <p:spPr>
            <a:xfrm>
              <a:off x="9417185"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73" name="Group 3272">
            <a:extLst>
              <a:ext uri="{FF2B5EF4-FFF2-40B4-BE49-F238E27FC236}">
                <a16:creationId xmlns:a16="http://schemas.microsoft.com/office/drawing/2014/main" id="{80F92580-FBB1-F67B-D9AF-FEDE9C219E7E}"/>
              </a:ext>
            </a:extLst>
          </p:cNvPr>
          <p:cNvGrpSpPr/>
          <p:nvPr/>
        </p:nvGrpSpPr>
        <p:grpSpPr>
          <a:xfrm>
            <a:off x="10509575" y="5141013"/>
            <a:ext cx="721206" cy="609701"/>
            <a:chOff x="10509575" y="5141013"/>
            <a:chExt cx="721206" cy="609701"/>
          </a:xfrm>
        </p:grpSpPr>
        <p:sp>
          <p:nvSpPr>
            <p:cNvPr id="3274" name="Rectangle 3273">
              <a:hlinkHover r:id="" action="ppaction://noaction" highlightClick="1"/>
              <a:extLst>
                <a:ext uri="{FF2B5EF4-FFF2-40B4-BE49-F238E27FC236}">
                  <a16:creationId xmlns:a16="http://schemas.microsoft.com/office/drawing/2014/main" id="{4C68F76B-7312-BB11-3B65-6B2248DF8D50}"/>
                </a:ext>
              </a:extLst>
            </p:cNvPr>
            <p:cNvSpPr/>
            <p:nvPr/>
          </p:nvSpPr>
          <p:spPr>
            <a:xfrm>
              <a:off x="10509575"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3275" name="Oval 3274">
              <a:extLst>
                <a:ext uri="{FF2B5EF4-FFF2-40B4-BE49-F238E27FC236}">
                  <a16:creationId xmlns:a16="http://schemas.microsoft.com/office/drawing/2014/main" id="{7C306DFE-7F43-8690-4ED6-BCC12E45E240}"/>
                </a:ext>
              </a:extLst>
            </p:cNvPr>
            <p:cNvSpPr/>
            <p:nvPr/>
          </p:nvSpPr>
          <p:spPr>
            <a:xfrm>
              <a:off x="11088114" y="514877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76" name="Isosceles Triangle 648">
              <a:extLst>
                <a:ext uri="{FF2B5EF4-FFF2-40B4-BE49-F238E27FC236}">
                  <a16:creationId xmlns:a16="http://schemas.microsoft.com/office/drawing/2014/main" id="{4BD471BE-56C0-BF02-A560-DB878D465C14}"/>
                </a:ext>
              </a:extLst>
            </p:cNvPr>
            <p:cNvSpPr/>
            <p:nvPr/>
          </p:nvSpPr>
          <p:spPr>
            <a:xfrm>
              <a:off x="11118238" y="51622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77" name="Group 3276">
            <a:extLst>
              <a:ext uri="{FF2B5EF4-FFF2-40B4-BE49-F238E27FC236}">
                <a16:creationId xmlns:a16="http://schemas.microsoft.com/office/drawing/2014/main" id="{CC2C6BDC-297C-4B0A-B1BE-3FDEDC88BC09}"/>
              </a:ext>
            </a:extLst>
          </p:cNvPr>
          <p:cNvGrpSpPr/>
          <p:nvPr/>
        </p:nvGrpSpPr>
        <p:grpSpPr>
          <a:xfrm>
            <a:off x="9651074" y="5143363"/>
            <a:ext cx="721206" cy="609701"/>
            <a:chOff x="9651074" y="5143363"/>
            <a:chExt cx="721206" cy="609701"/>
          </a:xfrm>
        </p:grpSpPr>
        <p:sp>
          <p:nvSpPr>
            <p:cNvPr id="3278" name="Rectangle 3277">
              <a:hlinkHover r:id="" action="ppaction://noaction" highlightClick="1"/>
              <a:extLst>
                <a:ext uri="{FF2B5EF4-FFF2-40B4-BE49-F238E27FC236}">
                  <a16:creationId xmlns:a16="http://schemas.microsoft.com/office/drawing/2014/main" id="{00957C77-ED64-63FE-C1FC-BF18CC0E695E}"/>
                </a:ext>
              </a:extLst>
            </p:cNvPr>
            <p:cNvSpPr/>
            <p:nvPr/>
          </p:nvSpPr>
          <p:spPr>
            <a:xfrm>
              <a:off x="9651074" y="514336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3279" name="Oval 3278">
              <a:extLst>
                <a:ext uri="{FF2B5EF4-FFF2-40B4-BE49-F238E27FC236}">
                  <a16:creationId xmlns:a16="http://schemas.microsoft.com/office/drawing/2014/main" id="{61C34305-2D2A-4C6F-AAE2-A8CD74737963}"/>
                </a:ext>
              </a:extLst>
            </p:cNvPr>
            <p:cNvSpPr/>
            <p:nvPr/>
          </p:nvSpPr>
          <p:spPr>
            <a:xfrm>
              <a:off x="10228298" y="515358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80" name="Isosceles Triangle 648">
              <a:extLst>
                <a:ext uri="{FF2B5EF4-FFF2-40B4-BE49-F238E27FC236}">
                  <a16:creationId xmlns:a16="http://schemas.microsoft.com/office/drawing/2014/main" id="{CC5CCAA2-8D83-5ACA-677C-2E080F04428E}"/>
                </a:ext>
              </a:extLst>
            </p:cNvPr>
            <p:cNvSpPr/>
            <p:nvPr/>
          </p:nvSpPr>
          <p:spPr>
            <a:xfrm>
              <a:off x="10258423" y="516709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81" name="Group 3280">
            <a:extLst>
              <a:ext uri="{FF2B5EF4-FFF2-40B4-BE49-F238E27FC236}">
                <a16:creationId xmlns:a16="http://schemas.microsoft.com/office/drawing/2014/main" id="{B15EB062-7AA4-0A37-3FE1-5BFFDD5B992A}"/>
              </a:ext>
            </a:extLst>
          </p:cNvPr>
          <p:cNvGrpSpPr/>
          <p:nvPr/>
        </p:nvGrpSpPr>
        <p:grpSpPr>
          <a:xfrm>
            <a:off x="9657610" y="3698227"/>
            <a:ext cx="721206" cy="609701"/>
            <a:chOff x="9657610" y="3698227"/>
            <a:chExt cx="721206" cy="609701"/>
          </a:xfrm>
        </p:grpSpPr>
        <p:sp>
          <p:nvSpPr>
            <p:cNvPr id="3282" name="Rectangle 3281">
              <a:hlinkHover r:id="" action="ppaction://noaction" highlightClick="1"/>
              <a:extLst>
                <a:ext uri="{FF2B5EF4-FFF2-40B4-BE49-F238E27FC236}">
                  <a16:creationId xmlns:a16="http://schemas.microsoft.com/office/drawing/2014/main" id="{8DF6F1F3-851A-82B7-32DB-6924520C0CF5}"/>
                </a:ext>
              </a:extLst>
            </p:cNvPr>
            <p:cNvSpPr/>
            <p:nvPr/>
          </p:nvSpPr>
          <p:spPr>
            <a:xfrm>
              <a:off x="965761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3283" name="Oval 3282">
              <a:extLst>
                <a:ext uri="{FF2B5EF4-FFF2-40B4-BE49-F238E27FC236}">
                  <a16:creationId xmlns:a16="http://schemas.microsoft.com/office/drawing/2014/main" id="{9B5C913C-DE6E-5281-D865-B99E7AF8647B}"/>
                </a:ext>
              </a:extLst>
            </p:cNvPr>
            <p:cNvSpPr/>
            <p:nvPr/>
          </p:nvSpPr>
          <p:spPr>
            <a:xfrm>
              <a:off x="10233763"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84" name="Isosceles Triangle 648">
              <a:extLst>
                <a:ext uri="{FF2B5EF4-FFF2-40B4-BE49-F238E27FC236}">
                  <a16:creationId xmlns:a16="http://schemas.microsoft.com/office/drawing/2014/main" id="{89F525C9-23B9-A1A7-E286-773C91DB5A7E}"/>
                </a:ext>
              </a:extLst>
            </p:cNvPr>
            <p:cNvSpPr/>
            <p:nvPr/>
          </p:nvSpPr>
          <p:spPr>
            <a:xfrm>
              <a:off x="1026388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85" name="Group 3284">
            <a:extLst>
              <a:ext uri="{FF2B5EF4-FFF2-40B4-BE49-F238E27FC236}">
                <a16:creationId xmlns:a16="http://schemas.microsoft.com/office/drawing/2014/main" id="{4CF18B77-FD58-CFB3-92CB-BEB748647B34}"/>
              </a:ext>
            </a:extLst>
          </p:cNvPr>
          <p:cNvGrpSpPr/>
          <p:nvPr/>
        </p:nvGrpSpPr>
        <p:grpSpPr>
          <a:xfrm>
            <a:off x="10506924" y="3698227"/>
            <a:ext cx="721206" cy="609701"/>
            <a:chOff x="10506924" y="3698227"/>
            <a:chExt cx="721206" cy="609701"/>
          </a:xfrm>
        </p:grpSpPr>
        <p:sp>
          <p:nvSpPr>
            <p:cNvPr id="3286" name="Rectangle 3285">
              <a:hlinkHover r:id="" action="ppaction://noaction" highlightClick="1"/>
              <a:extLst>
                <a:ext uri="{FF2B5EF4-FFF2-40B4-BE49-F238E27FC236}">
                  <a16:creationId xmlns:a16="http://schemas.microsoft.com/office/drawing/2014/main" id="{5CFD1E3A-AAA6-BFA3-E258-4B68F5BCCAF3}"/>
                </a:ext>
              </a:extLst>
            </p:cNvPr>
            <p:cNvSpPr/>
            <p:nvPr/>
          </p:nvSpPr>
          <p:spPr>
            <a:xfrm>
              <a:off x="10506924"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3287" name="Oval 3286">
              <a:extLst>
                <a:ext uri="{FF2B5EF4-FFF2-40B4-BE49-F238E27FC236}">
                  <a16:creationId xmlns:a16="http://schemas.microsoft.com/office/drawing/2014/main" id="{3B4A8C42-9336-2C6C-107D-1C5AC57D536F}"/>
                </a:ext>
              </a:extLst>
            </p:cNvPr>
            <p:cNvSpPr/>
            <p:nvPr/>
          </p:nvSpPr>
          <p:spPr>
            <a:xfrm>
              <a:off x="11085463" y="370598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88" name="Isosceles Triangle 648">
              <a:extLst>
                <a:ext uri="{FF2B5EF4-FFF2-40B4-BE49-F238E27FC236}">
                  <a16:creationId xmlns:a16="http://schemas.microsoft.com/office/drawing/2014/main" id="{E5EAC8CE-4EA4-BA47-C8F8-B80200C74EC7}"/>
                </a:ext>
              </a:extLst>
            </p:cNvPr>
            <p:cNvSpPr/>
            <p:nvPr/>
          </p:nvSpPr>
          <p:spPr>
            <a:xfrm>
              <a:off x="11115587" y="371949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289" name="Group 3288">
            <a:extLst>
              <a:ext uri="{FF2B5EF4-FFF2-40B4-BE49-F238E27FC236}">
                <a16:creationId xmlns:a16="http://schemas.microsoft.com/office/drawing/2014/main" id="{EEB061D4-4187-09E0-A994-BD166F0B5EC9}"/>
              </a:ext>
            </a:extLst>
          </p:cNvPr>
          <p:cNvGrpSpPr/>
          <p:nvPr/>
        </p:nvGrpSpPr>
        <p:grpSpPr>
          <a:xfrm>
            <a:off x="8808415" y="5135706"/>
            <a:ext cx="721206" cy="609701"/>
            <a:chOff x="8808415" y="5135706"/>
            <a:chExt cx="721206" cy="609701"/>
          </a:xfrm>
        </p:grpSpPr>
        <p:sp>
          <p:nvSpPr>
            <p:cNvPr id="3290" name="Rectangle 3289">
              <a:hlinkHover r:id="" action="ppaction://noaction" highlightClick="1"/>
              <a:extLst>
                <a:ext uri="{FF2B5EF4-FFF2-40B4-BE49-F238E27FC236}">
                  <a16:creationId xmlns:a16="http://schemas.microsoft.com/office/drawing/2014/main" id="{898AB57A-EF9A-19A7-6ED5-3AA52D93EB44}"/>
                </a:ext>
              </a:extLst>
            </p:cNvPr>
            <p:cNvSpPr/>
            <p:nvPr/>
          </p:nvSpPr>
          <p:spPr>
            <a:xfrm>
              <a:off x="8808415" y="513570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3291" name="Oval 3290">
              <a:extLst>
                <a:ext uri="{FF2B5EF4-FFF2-40B4-BE49-F238E27FC236}">
                  <a16:creationId xmlns:a16="http://schemas.microsoft.com/office/drawing/2014/main" id="{F2D54AB9-6CD9-1814-9160-9807327366F3}"/>
                </a:ext>
              </a:extLst>
            </p:cNvPr>
            <p:cNvSpPr/>
            <p:nvPr/>
          </p:nvSpPr>
          <p:spPr>
            <a:xfrm>
              <a:off x="9384290" y="514604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2" name="Isosceles Triangle 648">
              <a:extLst>
                <a:ext uri="{FF2B5EF4-FFF2-40B4-BE49-F238E27FC236}">
                  <a16:creationId xmlns:a16="http://schemas.microsoft.com/office/drawing/2014/main" id="{BDA4A164-9373-4F28-5464-9833E057676F}"/>
                </a:ext>
              </a:extLst>
            </p:cNvPr>
            <p:cNvSpPr/>
            <p:nvPr/>
          </p:nvSpPr>
          <p:spPr>
            <a:xfrm>
              <a:off x="9414415" y="515956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309" name="Group 3308">
            <a:extLst>
              <a:ext uri="{FF2B5EF4-FFF2-40B4-BE49-F238E27FC236}">
                <a16:creationId xmlns:a16="http://schemas.microsoft.com/office/drawing/2014/main" id="{EFA14FBF-07E7-F2DC-0AF5-821FAA077225}"/>
              </a:ext>
            </a:extLst>
          </p:cNvPr>
          <p:cNvGrpSpPr/>
          <p:nvPr/>
        </p:nvGrpSpPr>
        <p:grpSpPr>
          <a:xfrm>
            <a:off x="11356238" y="811556"/>
            <a:ext cx="721206" cy="609701"/>
            <a:chOff x="11356238" y="811556"/>
            <a:chExt cx="721206" cy="609701"/>
          </a:xfrm>
        </p:grpSpPr>
        <p:sp>
          <p:nvSpPr>
            <p:cNvPr id="3310" name="Rectangle 3309">
              <a:hlinkHover r:id="" action="ppaction://noaction" highlightClick="1"/>
              <a:extLst>
                <a:ext uri="{FF2B5EF4-FFF2-40B4-BE49-F238E27FC236}">
                  <a16:creationId xmlns:a16="http://schemas.microsoft.com/office/drawing/2014/main" id="{95F80127-BE4F-31C2-DC40-B14A769E2DAC}"/>
                </a:ext>
              </a:extLst>
            </p:cNvPr>
            <p:cNvSpPr/>
            <p:nvPr/>
          </p:nvSpPr>
          <p:spPr>
            <a:xfrm>
              <a:off x="11356238" y="81155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3311" name="Oval 3310">
              <a:extLst>
                <a:ext uri="{FF2B5EF4-FFF2-40B4-BE49-F238E27FC236}">
                  <a16:creationId xmlns:a16="http://schemas.microsoft.com/office/drawing/2014/main" id="{273C3C49-7892-608C-A405-02ACC31A2498}"/>
                </a:ext>
              </a:extLst>
            </p:cNvPr>
            <p:cNvSpPr/>
            <p:nvPr/>
          </p:nvSpPr>
          <p:spPr>
            <a:xfrm>
              <a:off x="11934777" y="81931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12" name="Isosceles Triangle 648">
              <a:extLst>
                <a:ext uri="{FF2B5EF4-FFF2-40B4-BE49-F238E27FC236}">
                  <a16:creationId xmlns:a16="http://schemas.microsoft.com/office/drawing/2014/main" id="{57ADF810-A818-65F2-CEDC-C469EEE54AA9}"/>
                </a:ext>
              </a:extLst>
            </p:cNvPr>
            <p:cNvSpPr/>
            <p:nvPr/>
          </p:nvSpPr>
          <p:spPr>
            <a:xfrm>
              <a:off x="11964901" y="8328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313" name="Group 3312">
            <a:extLst>
              <a:ext uri="{FF2B5EF4-FFF2-40B4-BE49-F238E27FC236}">
                <a16:creationId xmlns:a16="http://schemas.microsoft.com/office/drawing/2014/main" id="{2451670F-11B9-223B-80EF-0422E5DFAF02}"/>
              </a:ext>
            </a:extLst>
          </p:cNvPr>
          <p:cNvGrpSpPr/>
          <p:nvPr/>
        </p:nvGrpSpPr>
        <p:grpSpPr>
          <a:xfrm>
            <a:off x="8808415" y="3705984"/>
            <a:ext cx="721206" cy="609701"/>
            <a:chOff x="8808415" y="3705984"/>
            <a:chExt cx="721206" cy="609701"/>
          </a:xfrm>
        </p:grpSpPr>
        <p:sp>
          <p:nvSpPr>
            <p:cNvPr id="3314" name="Rectangle 3313">
              <a:hlinkHover r:id="" action="ppaction://noaction" highlightClick="1"/>
              <a:extLst>
                <a:ext uri="{FF2B5EF4-FFF2-40B4-BE49-F238E27FC236}">
                  <a16:creationId xmlns:a16="http://schemas.microsoft.com/office/drawing/2014/main" id="{56C1BBA5-0EFF-B599-6E12-B469169895A1}"/>
                </a:ext>
              </a:extLst>
            </p:cNvPr>
            <p:cNvSpPr/>
            <p:nvPr/>
          </p:nvSpPr>
          <p:spPr>
            <a:xfrm>
              <a:off x="8808415" y="370598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3315" name="Oval 3314">
              <a:extLst>
                <a:ext uri="{FF2B5EF4-FFF2-40B4-BE49-F238E27FC236}">
                  <a16:creationId xmlns:a16="http://schemas.microsoft.com/office/drawing/2014/main" id="{5AD3B1C0-00D6-8344-EF45-662599B29AC7}"/>
                </a:ext>
              </a:extLst>
            </p:cNvPr>
            <p:cNvSpPr/>
            <p:nvPr/>
          </p:nvSpPr>
          <p:spPr>
            <a:xfrm>
              <a:off x="9388378" y="371510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16" name="Isosceles Triangle 648">
              <a:extLst>
                <a:ext uri="{FF2B5EF4-FFF2-40B4-BE49-F238E27FC236}">
                  <a16:creationId xmlns:a16="http://schemas.microsoft.com/office/drawing/2014/main" id="{A68D68E9-F95D-F653-06C7-A75215E9BF62}"/>
                </a:ext>
              </a:extLst>
            </p:cNvPr>
            <p:cNvSpPr/>
            <p:nvPr/>
          </p:nvSpPr>
          <p:spPr>
            <a:xfrm>
              <a:off x="9418503" y="372861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329" name="Group 3328">
            <a:extLst>
              <a:ext uri="{FF2B5EF4-FFF2-40B4-BE49-F238E27FC236}">
                <a16:creationId xmlns:a16="http://schemas.microsoft.com/office/drawing/2014/main" id="{1DE3739F-35B5-EB79-BE5F-209007A666B2}"/>
              </a:ext>
            </a:extLst>
          </p:cNvPr>
          <p:cNvGrpSpPr/>
          <p:nvPr/>
        </p:nvGrpSpPr>
        <p:grpSpPr>
          <a:xfrm>
            <a:off x="1268842" y="2253333"/>
            <a:ext cx="721206" cy="609701"/>
            <a:chOff x="1268842" y="2253333"/>
            <a:chExt cx="721206" cy="609701"/>
          </a:xfrm>
        </p:grpSpPr>
        <p:sp>
          <p:nvSpPr>
            <p:cNvPr id="3330" name="Rectangle 3329">
              <a:extLst>
                <a:ext uri="{FF2B5EF4-FFF2-40B4-BE49-F238E27FC236}">
                  <a16:creationId xmlns:a16="http://schemas.microsoft.com/office/drawing/2014/main" id="{EEA2E458-B625-706C-8B49-A9D449E277D8}"/>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3331" name="Right Triangle 3330">
              <a:extLst>
                <a:ext uri="{FF2B5EF4-FFF2-40B4-BE49-F238E27FC236}">
                  <a16:creationId xmlns:a16="http://schemas.microsoft.com/office/drawing/2014/main" id="{D7061940-DC10-B853-A111-7324471B923F}"/>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332" name="Group 3331">
              <a:extLst>
                <a:ext uri="{FF2B5EF4-FFF2-40B4-BE49-F238E27FC236}">
                  <a16:creationId xmlns:a16="http://schemas.microsoft.com/office/drawing/2014/main" id="{C0947861-5841-84E6-E528-034CC696FB55}"/>
                </a:ext>
              </a:extLst>
            </p:cNvPr>
            <p:cNvGrpSpPr/>
            <p:nvPr/>
          </p:nvGrpSpPr>
          <p:grpSpPr>
            <a:xfrm>
              <a:off x="1939437" y="2265723"/>
              <a:ext cx="37817" cy="61390"/>
              <a:chOff x="3883481" y="2057400"/>
              <a:chExt cx="1608363" cy="2652031"/>
            </a:xfrm>
            <a:solidFill>
              <a:srgbClr val="A6A6A6"/>
            </a:solidFill>
          </p:grpSpPr>
          <p:sp>
            <p:nvSpPr>
              <p:cNvPr id="3333" name="Oval 27">
                <a:extLst>
                  <a:ext uri="{FF2B5EF4-FFF2-40B4-BE49-F238E27FC236}">
                    <a16:creationId xmlns:a16="http://schemas.microsoft.com/office/drawing/2014/main" id="{70CBEB93-7FA7-3015-8A64-D728071729B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34" name="Oval 28">
                <a:extLst>
                  <a:ext uri="{FF2B5EF4-FFF2-40B4-BE49-F238E27FC236}">
                    <a16:creationId xmlns:a16="http://schemas.microsoft.com/office/drawing/2014/main" id="{943DCABB-F5ED-9C48-38E1-20AC42AD637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35" name="Group 3334">
            <a:extLst>
              <a:ext uri="{FF2B5EF4-FFF2-40B4-BE49-F238E27FC236}">
                <a16:creationId xmlns:a16="http://schemas.microsoft.com/office/drawing/2014/main" id="{8AAAA5CD-0145-C394-3D32-7BDF049FE950}"/>
              </a:ext>
            </a:extLst>
          </p:cNvPr>
          <p:cNvGrpSpPr/>
          <p:nvPr/>
        </p:nvGrpSpPr>
        <p:grpSpPr>
          <a:xfrm>
            <a:off x="2105349" y="2253333"/>
            <a:ext cx="721206" cy="609701"/>
            <a:chOff x="2105349" y="2253333"/>
            <a:chExt cx="721206" cy="609701"/>
          </a:xfrm>
        </p:grpSpPr>
        <p:sp>
          <p:nvSpPr>
            <p:cNvPr id="3336" name="Rectangle 3335">
              <a:extLst>
                <a:ext uri="{FF2B5EF4-FFF2-40B4-BE49-F238E27FC236}">
                  <a16:creationId xmlns:a16="http://schemas.microsoft.com/office/drawing/2014/main" id="{EF12CD30-AA96-0C85-AEC1-61309AA0FC31}"/>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3337" name="Right Triangle 3336">
              <a:extLst>
                <a:ext uri="{FF2B5EF4-FFF2-40B4-BE49-F238E27FC236}">
                  <a16:creationId xmlns:a16="http://schemas.microsoft.com/office/drawing/2014/main" id="{049D1E51-EDC7-8D5D-DD8B-69BDB9788402}"/>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338" name="Group 3337">
              <a:extLst>
                <a:ext uri="{FF2B5EF4-FFF2-40B4-BE49-F238E27FC236}">
                  <a16:creationId xmlns:a16="http://schemas.microsoft.com/office/drawing/2014/main" id="{F58B6EA0-56BB-7C14-E68C-4C1759C7D37F}"/>
                </a:ext>
              </a:extLst>
            </p:cNvPr>
            <p:cNvGrpSpPr/>
            <p:nvPr/>
          </p:nvGrpSpPr>
          <p:grpSpPr>
            <a:xfrm>
              <a:off x="2771411" y="2265582"/>
              <a:ext cx="37817" cy="61390"/>
              <a:chOff x="3883481" y="2057400"/>
              <a:chExt cx="1608363" cy="2652031"/>
            </a:xfrm>
            <a:solidFill>
              <a:srgbClr val="A6A6A6"/>
            </a:solidFill>
          </p:grpSpPr>
          <p:sp>
            <p:nvSpPr>
              <p:cNvPr id="3339" name="Oval 27">
                <a:extLst>
                  <a:ext uri="{FF2B5EF4-FFF2-40B4-BE49-F238E27FC236}">
                    <a16:creationId xmlns:a16="http://schemas.microsoft.com/office/drawing/2014/main" id="{6DA3C1D6-2707-45D6-1D61-61FDAB1B6EB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40" name="Oval 28">
                <a:extLst>
                  <a:ext uri="{FF2B5EF4-FFF2-40B4-BE49-F238E27FC236}">
                    <a16:creationId xmlns:a16="http://schemas.microsoft.com/office/drawing/2014/main" id="{A23E2D34-41E6-DF55-94B0-BE51ADD3F62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41" name="Group 3340">
            <a:extLst>
              <a:ext uri="{FF2B5EF4-FFF2-40B4-BE49-F238E27FC236}">
                <a16:creationId xmlns:a16="http://schemas.microsoft.com/office/drawing/2014/main" id="{9F5C8C6D-C825-C3B2-6BC5-4F8F84A087C6}"/>
              </a:ext>
            </a:extLst>
          </p:cNvPr>
          <p:cNvGrpSpPr/>
          <p:nvPr/>
        </p:nvGrpSpPr>
        <p:grpSpPr>
          <a:xfrm>
            <a:off x="2941856" y="2253333"/>
            <a:ext cx="721206" cy="609701"/>
            <a:chOff x="2941856" y="2253333"/>
            <a:chExt cx="721206" cy="609701"/>
          </a:xfrm>
        </p:grpSpPr>
        <p:sp>
          <p:nvSpPr>
            <p:cNvPr id="3342" name="Rectangle 3341">
              <a:extLst>
                <a:ext uri="{FF2B5EF4-FFF2-40B4-BE49-F238E27FC236}">
                  <a16:creationId xmlns:a16="http://schemas.microsoft.com/office/drawing/2014/main" id="{C280BDA1-C24B-7DC9-40B6-BD711F72D0F8}"/>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3343" name="Right Triangle 3342">
              <a:extLst>
                <a:ext uri="{FF2B5EF4-FFF2-40B4-BE49-F238E27FC236}">
                  <a16:creationId xmlns:a16="http://schemas.microsoft.com/office/drawing/2014/main" id="{0026F796-2432-70A3-E6F8-34AF26E82768}"/>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344" name="Group 3343">
              <a:extLst>
                <a:ext uri="{FF2B5EF4-FFF2-40B4-BE49-F238E27FC236}">
                  <a16:creationId xmlns:a16="http://schemas.microsoft.com/office/drawing/2014/main" id="{A1DC63AF-716C-9BBC-CC9B-1C5BDBF0DE0F}"/>
                </a:ext>
              </a:extLst>
            </p:cNvPr>
            <p:cNvGrpSpPr/>
            <p:nvPr/>
          </p:nvGrpSpPr>
          <p:grpSpPr>
            <a:xfrm>
              <a:off x="3611254" y="2264960"/>
              <a:ext cx="37817" cy="61390"/>
              <a:chOff x="3883481" y="2057400"/>
              <a:chExt cx="1608363" cy="2652031"/>
            </a:xfrm>
            <a:solidFill>
              <a:srgbClr val="A6A6A6"/>
            </a:solidFill>
          </p:grpSpPr>
          <p:sp>
            <p:nvSpPr>
              <p:cNvPr id="3345" name="Oval 27">
                <a:extLst>
                  <a:ext uri="{FF2B5EF4-FFF2-40B4-BE49-F238E27FC236}">
                    <a16:creationId xmlns:a16="http://schemas.microsoft.com/office/drawing/2014/main" id="{5530AF9F-D214-9773-5B40-CFACF46BC2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46" name="Oval 28">
                <a:extLst>
                  <a:ext uri="{FF2B5EF4-FFF2-40B4-BE49-F238E27FC236}">
                    <a16:creationId xmlns:a16="http://schemas.microsoft.com/office/drawing/2014/main" id="{94102681-299D-DAF6-04D3-23554A1C510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47" name="Group 3346">
            <a:extLst>
              <a:ext uri="{FF2B5EF4-FFF2-40B4-BE49-F238E27FC236}">
                <a16:creationId xmlns:a16="http://schemas.microsoft.com/office/drawing/2014/main" id="{520D68DF-863A-CC5D-67E3-38E76E8A896B}"/>
              </a:ext>
            </a:extLst>
          </p:cNvPr>
          <p:cNvGrpSpPr/>
          <p:nvPr/>
        </p:nvGrpSpPr>
        <p:grpSpPr>
          <a:xfrm>
            <a:off x="4614870" y="2253333"/>
            <a:ext cx="721206" cy="609701"/>
            <a:chOff x="4614870" y="2253333"/>
            <a:chExt cx="721206" cy="609701"/>
          </a:xfrm>
        </p:grpSpPr>
        <p:sp>
          <p:nvSpPr>
            <p:cNvPr id="3348" name="Rectangle 3347">
              <a:extLst>
                <a:ext uri="{FF2B5EF4-FFF2-40B4-BE49-F238E27FC236}">
                  <a16:creationId xmlns:a16="http://schemas.microsoft.com/office/drawing/2014/main" id="{5BF65CE6-1616-ED14-0063-7B88FE025C45}"/>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3349" name="Right Triangle 3348">
              <a:extLst>
                <a:ext uri="{FF2B5EF4-FFF2-40B4-BE49-F238E27FC236}">
                  <a16:creationId xmlns:a16="http://schemas.microsoft.com/office/drawing/2014/main" id="{9F798935-F811-8F07-3A8C-DA110C0C4D6D}"/>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350" name="Group 3349">
              <a:extLst>
                <a:ext uri="{FF2B5EF4-FFF2-40B4-BE49-F238E27FC236}">
                  <a16:creationId xmlns:a16="http://schemas.microsoft.com/office/drawing/2014/main" id="{610351B1-042B-C28C-6578-A4F439B4580D}"/>
                </a:ext>
              </a:extLst>
            </p:cNvPr>
            <p:cNvGrpSpPr/>
            <p:nvPr/>
          </p:nvGrpSpPr>
          <p:grpSpPr>
            <a:xfrm>
              <a:off x="5280746" y="2264771"/>
              <a:ext cx="37817" cy="61390"/>
              <a:chOff x="3883481" y="2057400"/>
              <a:chExt cx="1608363" cy="2652031"/>
            </a:xfrm>
            <a:solidFill>
              <a:srgbClr val="A6A6A6"/>
            </a:solidFill>
          </p:grpSpPr>
          <p:sp>
            <p:nvSpPr>
              <p:cNvPr id="3351" name="Oval 27">
                <a:extLst>
                  <a:ext uri="{FF2B5EF4-FFF2-40B4-BE49-F238E27FC236}">
                    <a16:creationId xmlns:a16="http://schemas.microsoft.com/office/drawing/2014/main" id="{98F4E0B9-D4BE-A352-1420-D9BD511D211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52" name="Oval 28">
                <a:extLst>
                  <a:ext uri="{FF2B5EF4-FFF2-40B4-BE49-F238E27FC236}">
                    <a16:creationId xmlns:a16="http://schemas.microsoft.com/office/drawing/2014/main" id="{7C385979-CA85-AEA9-4352-F56EEEE574A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71" name="Group 3370">
            <a:extLst>
              <a:ext uri="{FF2B5EF4-FFF2-40B4-BE49-F238E27FC236}">
                <a16:creationId xmlns:a16="http://schemas.microsoft.com/office/drawing/2014/main" id="{76A2FA37-F2FB-F85A-5F23-1F6B14B2FCC0}"/>
              </a:ext>
            </a:extLst>
          </p:cNvPr>
          <p:cNvGrpSpPr/>
          <p:nvPr/>
        </p:nvGrpSpPr>
        <p:grpSpPr>
          <a:xfrm>
            <a:off x="431659" y="2974054"/>
            <a:ext cx="721893" cy="609701"/>
            <a:chOff x="431659" y="2974054"/>
            <a:chExt cx="721893" cy="609701"/>
          </a:xfrm>
        </p:grpSpPr>
        <p:sp>
          <p:nvSpPr>
            <p:cNvPr id="3372" name="Rectangle 3371">
              <a:extLst>
                <a:ext uri="{FF2B5EF4-FFF2-40B4-BE49-F238E27FC236}">
                  <a16:creationId xmlns:a16="http://schemas.microsoft.com/office/drawing/2014/main" id="{7AAD1F3D-9742-4970-A043-86ECC809E66C}"/>
                </a:ext>
              </a:extLst>
            </p:cNvPr>
            <p:cNvSpPr/>
            <p:nvPr/>
          </p:nvSpPr>
          <p:spPr>
            <a:xfrm>
              <a:off x="43165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3373" name="Right Triangle 3372">
              <a:extLst>
                <a:ext uri="{FF2B5EF4-FFF2-40B4-BE49-F238E27FC236}">
                  <a16:creationId xmlns:a16="http://schemas.microsoft.com/office/drawing/2014/main" id="{8637B0F8-CD1E-1E59-CB09-6E86A6135741}"/>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374" name="Group 3373">
              <a:extLst>
                <a:ext uri="{FF2B5EF4-FFF2-40B4-BE49-F238E27FC236}">
                  <a16:creationId xmlns:a16="http://schemas.microsoft.com/office/drawing/2014/main" id="{CF50ACC2-6EF8-8CD2-82D1-1104A7FAFCA8}"/>
                </a:ext>
              </a:extLst>
            </p:cNvPr>
            <p:cNvGrpSpPr/>
            <p:nvPr/>
          </p:nvGrpSpPr>
          <p:grpSpPr>
            <a:xfrm>
              <a:off x="1102941" y="2981751"/>
              <a:ext cx="37817" cy="61390"/>
              <a:chOff x="3883481" y="2057400"/>
              <a:chExt cx="1608363" cy="2652031"/>
            </a:xfrm>
            <a:solidFill>
              <a:srgbClr val="A6A6A6"/>
            </a:solidFill>
          </p:grpSpPr>
          <p:sp>
            <p:nvSpPr>
              <p:cNvPr id="3375" name="Oval 27">
                <a:extLst>
                  <a:ext uri="{FF2B5EF4-FFF2-40B4-BE49-F238E27FC236}">
                    <a16:creationId xmlns:a16="http://schemas.microsoft.com/office/drawing/2014/main" id="{D9DE9FCD-249B-4B0B-1CDC-6012C96795C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6" name="Oval 28">
                <a:extLst>
                  <a:ext uri="{FF2B5EF4-FFF2-40B4-BE49-F238E27FC236}">
                    <a16:creationId xmlns:a16="http://schemas.microsoft.com/office/drawing/2014/main" id="{568E799B-222A-05D2-BBB8-3E1891F93F4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77" name="Group 3376">
            <a:extLst>
              <a:ext uri="{FF2B5EF4-FFF2-40B4-BE49-F238E27FC236}">
                <a16:creationId xmlns:a16="http://schemas.microsoft.com/office/drawing/2014/main" id="{D77AF063-B515-0050-5ED5-68E48D5387EA}"/>
              </a:ext>
            </a:extLst>
          </p:cNvPr>
          <p:cNvGrpSpPr/>
          <p:nvPr/>
        </p:nvGrpSpPr>
        <p:grpSpPr>
          <a:xfrm>
            <a:off x="2939654" y="5138012"/>
            <a:ext cx="724141" cy="609701"/>
            <a:chOff x="4615447" y="2974054"/>
            <a:chExt cx="724141" cy="609701"/>
          </a:xfrm>
        </p:grpSpPr>
        <p:sp>
          <p:nvSpPr>
            <p:cNvPr id="3378" name="Rectangle 3377">
              <a:extLst>
                <a:ext uri="{FF2B5EF4-FFF2-40B4-BE49-F238E27FC236}">
                  <a16:creationId xmlns:a16="http://schemas.microsoft.com/office/drawing/2014/main" id="{F439E4B1-3907-3E27-0030-90DAC062CCB1}"/>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3379" name="Right Triangle 3378">
              <a:extLst>
                <a:ext uri="{FF2B5EF4-FFF2-40B4-BE49-F238E27FC236}">
                  <a16:creationId xmlns:a16="http://schemas.microsoft.com/office/drawing/2014/main" id="{B103C38D-21AE-6950-AE6E-D11C6C61D061}"/>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380" name="Group 3379">
              <a:extLst>
                <a:ext uri="{FF2B5EF4-FFF2-40B4-BE49-F238E27FC236}">
                  <a16:creationId xmlns:a16="http://schemas.microsoft.com/office/drawing/2014/main" id="{5F67287F-D86E-5AE8-BD2E-70023E8A02C9}"/>
                </a:ext>
              </a:extLst>
            </p:cNvPr>
            <p:cNvGrpSpPr/>
            <p:nvPr/>
          </p:nvGrpSpPr>
          <p:grpSpPr>
            <a:xfrm>
              <a:off x="5288977" y="2982563"/>
              <a:ext cx="37817" cy="61390"/>
              <a:chOff x="3883481" y="2057400"/>
              <a:chExt cx="1608363" cy="2652031"/>
            </a:xfrm>
            <a:solidFill>
              <a:srgbClr val="A6A6A6"/>
            </a:solidFill>
          </p:grpSpPr>
          <p:sp>
            <p:nvSpPr>
              <p:cNvPr id="3381" name="Oval 27">
                <a:extLst>
                  <a:ext uri="{FF2B5EF4-FFF2-40B4-BE49-F238E27FC236}">
                    <a16:creationId xmlns:a16="http://schemas.microsoft.com/office/drawing/2014/main" id="{253C058F-8F95-FC30-3B91-3A32914FB14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2" name="Oval 28">
                <a:extLst>
                  <a:ext uri="{FF2B5EF4-FFF2-40B4-BE49-F238E27FC236}">
                    <a16:creationId xmlns:a16="http://schemas.microsoft.com/office/drawing/2014/main" id="{0453B9EE-A0C6-4ADF-00AD-C0DC510CEAD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83" name="Group 3382">
            <a:extLst>
              <a:ext uri="{FF2B5EF4-FFF2-40B4-BE49-F238E27FC236}">
                <a16:creationId xmlns:a16="http://schemas.microsoft.com/office/drawing/2014/main" id="{F5DFF160-2D5A-2181-14F7-1B6D3163A1D3}"/>
              </a:ext>
            </a:extLst>
          </p:cNvPr>
          <p:cNvGrpSpPr/>
          <p:nvPr/>
        </p:nvGrpSpPr>
        <p:grpSpPr>
          <a:xfrm>
            <a:off x="2940467" y="2974052"/>
            <a:ext cx="721206" cy="613156"/>
            <a:chOff x="2940467" y="2974052"/>
            <a:chExt cx="721206" cy="613156"/>
          </a:xfrm>
        </p:grpSpPr>
        <p:sp>
          <p:nvSpPr>
            <p:cNvPr id="3384" name="Rectangle 3383">
              <a:extLst>
                <a:ext uri="{FF2B5EF4-FFF2-40B4-BE49-F238E27FC236}">
                  <a16:creationId xmlns:a16="http://schemas.microsoft.com/office/drawing/2014/main" id="{5D36258C-5246-180F-030F-90AFF15CEA59}"/>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3385" name="Right Triangle 3384">
              <a:extLst>
                <a:ext uri="{FF2B5EF4-FFF2-40B4-BE49-F238E27FC236}">
                  <a16:creationId xmlns:a16="http://schemas.microsoft.com/office/drawing/2014/main" id="{DF0A5EB9-D1B2-5933-2697-0B2B3D97D1AA}"/>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386" name="Group 3385">
              <a:extLst>
                <a:ext uri="{FF2B5EF4-FFF2-40B4-BE49-F238E27FC236}">
                  <a16:creationId xmlns:a16="http://schemas.microsoft.com/office/drawing/2014/main" id="{BE7E99DB-31D5-68BA-A7F2-E10737A18CA8}"/>
                </a:ext>
              </a:extLst>
            </p:cNvPr>
            <p:cNvGrpSpPr/>
            <p:nvPr/>
          </p:nvGrpSpPr>
          <p:grpSpPr>
            <a:xfrm>
              <a:off x="3610505" y="2980146"/>
              <a:ext cx="37817" cy="61390"/>
              <a:chOff x="3883481" y="2057400"/>
              <a:chExt cx="1608363" cy="2652031"/>
            </a:xfrm>
            <a:solidFill>
              <a:srgbClr val="A6A6A6"/>
            </a:solidFill>
          </p:grpSpPr>
          <p:sp>
            <p:nvSpPr>
              <p:cNvPr id="3387" name="Oval 27">
                <a:extLst>
                  <a:ext uri="{FF2B5EF4-FFF2-40B4-BE49-F238E27FC236}">
                    <a16:creationId xmlns:a16="http://schemas.microsoft.com/office/drawing/2014/main" id="{E7782ADA-8678-EE13-CDAF-370B18C08A5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8" name="Oval 28">
                <a:extLst>
                  <a:ext uri="{FF2B5EF4-FFF2-40B4-BE49-F238E27FC236}">
                    <a16:creationId xmlns:a16="http://schemas.microsoft.com/office/drawing/2014/main" id="{36D94FF6-B856-47D6-04FD-9A4EAEA70D9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89" name="Group 3388">
            <a:extLst>
              <a:ext uri="{FF2B5EF4-FFF2-40B4-BE49-F238E27FC236}">
                <a16:creationId xmlns:a16="http://schemas.microsoft.com/office/drawing/2014/main" id="{E74207E8-F7AA-35F3-15B0-BD6BF9E52385}"/>
              </a:ext>
            </a:extLst>
          </p:cNvPr>
          <p:cNvGrpSpPr/>
          <p:nvPr/>
        </p:nvGrpSpPr>
        <p:grpSpPr>
          <a:xfrm>
            <a:off x="1268379" y="2974054"/>
            <a:ext cx="721206" cy="609701"/>
            <a:chOff x="1268379" y="2974054"/>
            <a:chExt cx="721206" cy="609701"/>
          </a:xfrm>
        </p:grpSpPr>
        <p:sp>
          <p:nvSpPr>
            <p:cNvPr id="3390" name="Rectangle 3389">
              <a:extLst>
                <a:ext uri="{FF2B5EF4-FFF2-40B4-BE49-F238E27FC236}">
                  <a16:creationId xmlns:a16="http://schemas.microsoft.com/office/drawing/2014/main" id="{7128CD11-2E66-E561-95C9-08E7D26A663E}"/>
                </a:ext>
              </a:extLst>
            </p:cNvPr>
            <p:cNvSpPr/>
            <p:nvPr/>
          </p:nvSpPr>
          <p:spPr>
            <a:xfrm>
              <a:off x="126837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3391" name="Right Triangle 3390">
              <a:extLst>
                <a:ext uri="{FF2B5EF4-FFF2-40B4-BE49-F238E27FC236}">
                  <a16:creationId xmlns:a16="http://schemas.microsoft.com/office/drawing/2014/main" id="{ADA98B0A-C6B2-43BB-4C87-B6DC5DAC8919}"/>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392" name="Group 3391">
              <a:extLst>
                <a:ext uri="{FF2B5EF4-FFF2-40B4-BE49-F238E27FC236}">
                  <a16:creationId xmlns:a16="http://schemas.microsoft.com/office/drawing/2014/main" id="{B9A1E8E2-D2C9-FB5F-C18C-5D62FDA5C46F}"/>
                </a:ext>
              </a:extLst>
            </p:cNvPr>
            <p:cNvGrpSpPr/>
            <p:nvPr/>
          </p:nvGrpSpPr>
          <p:grpSpPr>
            <a:xfrm>
              <a:off x="1938974" y="2986444"/>
              <a:ext cx="37817" cy="61390"/>
              <a:chOff x="3883481" y="2057400"/>
              <a:chExt cx="1608363" cy="2652031"/>
            </a:xfrm>
            <a:solidFill>
              <a:srgbClr val="A6A6A6"/>
            </a:solidFill>
          </p:grpSpPr>
          <p:sp>
            <p:nvSpPr>
              <p:cNvPr id="3393" name="Oval 27">
                <a:extLst>
                  <a:ext uri="{FF2B5EF4-FFF2-40B4-BE49-F238E27FC236}">
                    <a16:creationId xmlns:a16="http://schemas.microsoft.com/office/drawing/2014/main" id="{DE60AB75-E8B0-7142-A1B5-7B04C4D6969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94" name="Oval 28">
                <a:extLst>
                  <a:ext uri="{FF2B5EF4-FFF2-40B4-BE49-F238E27FC236}">
                    <a16:creationId xmlns:a16="http://schemas.microsoft.com/office/drawing/2014/main" id="{6C28F657-81C1-A96D-D87C-9D85778A591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01" name="Group 3400">
            <a:extLst>
              <a:ext uri="{FF2B5EF4-FFF2-40B4-BE49-F238E27FC236}">
                <a16:creationId xmlns:a16="http://schemas.microsoft.com/office/drawing/2014/main" id="{2A0C6080-48E5-C220-D7A7-5E24D102FB0C}"/>
              </a:ext>
            </a:extLst>
          </p:cNvPr>
          <p:cNvGrpSpPr/>
          <p:nvPr/>
        </p:nvGrpSpPr>
        <p:grpSpPr>
          <a:xfrm>
            <a:off x="6286128" y="4419620"/>
            <a:ext cx="721206" cy="609701"/>
            <a:chOff x="6286128" y="4419620"/>
            <a:chExt cx="721206" cy="609701"/>
          </a:xfrm>
        </p:grpSpPr>
        <p:sp>
          <p:nvSpPr>
            <p:cNvPr id="3402" name="Rectangle 3401">
              <a:hlinkHover r:id="" action="ppaction://noaction" highlightClick="1"/>
              <a:extLst>
                <a:ext uri="{FF2B5EF4-FFF2-40B4-BE49-F238E27FC236}">
                  <a16:creationId xmlns:a16="http://schemas.microsoft.com/office/drawing/2014/main" id="{6FFFD874-B582-A20F-2B07-05CEDC849D73}"/>
                </a:ext>
              </a:extLst>
            </p:cNvPr>
            <p:cNvSpPr/>
            <p:nvPr/>
          </p:nvSpPr>
          <p:spPr>
            <a:xfrm>
              <a:off x="6286128"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3403" name="Oval 3402">
              <a:extLst>
                <a:ext uri="{FF2B5EF4-FFF2-40B4-BE49-F238E27FC236}">
                  <a16:creationId xmlns:a16="http://schemas.microsoft.com/office/drawing/2014/main" id="{A3DF8430-EC52-5D8B-5355-7DA59FE7D76A}"/>
                </a:ext>
              </a:extLst>
            </p:cNvPr>
            <p:cNvSpPr/>
            <p:nvPr/>
          </p:nvSpPr>
          <p:spPr>
            <a:xfrm>
              <a:off x="6863906" y="442984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04" name="Isosceles Triangle 648">
              <a:extLst>
                <a:ext uri="{FF2B5EF4-FFF2-40B4-BE49-F238E27FC236}">
                  <a16:creationId xmlns:a16="http://schemas.microsoft.com/office/drawing/2014/main" id="{902A1F97-5BA6-033E-830B-C36C2C850C44}"/>
                </a:ext>
              </a:extLst>
            </p:cNvPr>
            <p:cNvSpPr/>
            <p:nvPr/>
          </p:nvSpPr>
          <p:spPr>
            <a:xfrm>
              <a:off x="6894030" y="444335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05" name="Group 3404">
            <a:extLst>
              <a:ext uri="{FF2B5EF4-FFF2-40B4-BE49-F238E27FC236}">
                <a16:creationId xmlns:a16="http://schemas.microsoft.com/office/drawing/2014/main" id="{8A7E876E-A6A8-E1B7-A154-023966189F87}"/>
              </a:ext>
            </a:extLst>
          </p:cNvPr>
          <p:cNvGrpSpPr/>
          <p:nvPr/>
        </p:nvGrpSpPr>
        <p:grpSpPr>
          <a:xfrm>
            <a:off x="5458938" y="5135301"/>
            <a:ext cx="721206" cy="609701"/>
            <a:chOff x="5458938" y="5135301"/>
            <a:chExt cx="721206" cy="609701"/>
          </a:xfrm>
        </p:grpSpPr>
        <p:sp>
          <p:nvSpPr>
            <p:cNvPr id="3406" name="Rectangle 3405">
              <a:hlinkHover r:id="" action="ppaction://noaction" highlightClick="1"/>
              <a:extLst>
                <a:ext uri="{FF2B5EF4-FFF2-40B4-BE49-F238E27FC236}">
                  <a16:creationId xmlns:a16="http://schemas.microsoft.com/office/drawing/2014/main" id="{0749A07C-D562-CEA0-436B-2C0BB912B2DD}"/>
                </a:ext>
              </a:extLst>
            </p:cNvPr>
            <p:cNvSpPr/>
            <p:nvPr/>
          </p:nvSpPr>
          <p:spPr>
            <a:xfrm>
              <a:off x="5458938" y="513530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3407" name="Oval 3406">
              <a:extLst>
                <a:ext uri="{FF2B5EF4-FFF2-40B4-BE49-F238E27FC236}">
                  <a16:creationId xmlns:a16="http://schemas.microsoft.com/office/drawing/2014/main" id="{B23DD729-A4B9-9B41-0977-8878C4666540}"/>
                </a:ext>
              </a:extLst>
            </p:cNvPr>
            <p:cNvSpPr/>
            <p:nvPr/>
          </p:nvSpPr>
          <p:spPr>
            <a:xfrm>
              <a:off x="6035889" y="514552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08" name="Isosceles Triangle 648">
              <a:extLst>
                <a:ext uri="{FF2B5EF4-FFF2-40B4-BE49-F238E27FC236}">
                  <a16:creationId xmlns:a16="http://schemas.microsoft.com/office/drawing/2014/main" id="{B76D65E8-293C-AD89-5ED5-DB1CD2C09DEF}"/>
                </a:ext>
              </a:extLst>
            </p:cNvPr>
            <p:cNvSpPr/>
            <p:nvPr/>
          </p:nvSpPr>
          <p:spPr>
            <a:xfrm>
              <a:off x="6066013" y="515903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09" name="Group 3408">
            <a:extLst>
              <a:ext uri="{FF2B5EF4-FFF2-40B4-BE49-F238E27FC236}">
                <a16:creationId xmlns:a16="http://schemas.microsoft.com/office/drawing/2014/main" id="{37894AB1-C664-0725-9015-2B5AD8453F09}"/>
              </a:ext>
            </a:extLst>
          </p:cNvPr>
          <p:cNvGrpSpPr/>
          <p:nvPr/>
        </p:nvGrpSpPr>
        <p:grpSpPr>
          <a:xfrm>
            <a:off x="6289144" y="5141013"/>
            <a:ext cx="721206" cy="609701"/>
            <a:chOff x="6289144" y="5141013"/>
            <a:chExt cx="721206" cy="609701"/>
          </a:xfrm>
        </p:grpSpPr>
        <p:sp>
          <p:nvSpPr>
            <p:cNvPr id="3410" name="Rectangle 3409">
              <a:hlinkHover r:id="" action="ppaction://noaction" highlightClick="1"/>
              <a:extLst>
                <a:ext uri="{FF2B5EF4-FFF2-40B4-BE49-F238E27FC236}">
                  <a16:creationId xmlns:a16="http://schemas.microsoft.com/office/drawing/2014/main" id="{D6BBD9F1-C268-48E1-3A14-F180D2F1AC7D}"/>
                </a:ext>
              </a:extLst>
            </p:cNvPr>
            <p:cNvSpPr/>
            <p:nvPr/>
          </p:nvSpPr>
          <p:spPr>
            <a:xfrm>
              <a:off x="6289144"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3411" name="Oval 3410">
              <a:extLst>
                <a:ext uri="{FF2B5EF4-FFF2-40B4-BE49-F238E27FC236}">
                  <a16:creationId xmlns:a16="http://schemas.microsoft.com/office/drawing/2014/main" id="{CC4FAC95-4122-D642-805C-98AE9F4C7BBB}"/>
                </a:ext>
              </a:extLst>
            </p:cNvPr>
            <p:cNvSpPr/>
            <p:nvPr/>
          </p:nvSpPr>
          <p:spPr>
            <a:xfrm>
              <a:off x="6867993" y="5151355"/>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12" name="Isosceles Triangle 648">
              <a:extLst>
                <a:ext uri="{FF2B5EF4-FFF2-40B4-BE49-F238E27FC236}">
                  <a16:creationId xmlns:a16="http://schemas.microsoft.com/office/drawing/2014/main" id="{9819BAA0-7786-18CA-1732-EBD03EDAA513}"/>
                </a:ext>
              </a:extLst>
            </p:cNvPr>
            <p:cNvSpPr/>
            <p:nvPr/>
          </p:nvSpPr>
          <p:spPr>
            <a:xfrm>
              <a:off x="6898117" y="516486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13" name="Group 3412">
            <a:extLst>
              <a:ext uri="{FF2B5EF4-FFF2-40B4-BE49-F238E27FC236}">
                <a16:creationId xmlns:a16="http://schemas.microsoft.com/office/drawing/2014/main" id="{8F22B623-6F2D-2191-61DB-74437B4D5A15}"/>
              </a:ext>
            </a:extLst>
          </p:cNvPr>
          <p:cNvGrpSpPr/>
          <p:nvPr/>
        </p:nvGrpSpPr>
        <p:grpSpPr>
          <a:xfrm>
            <a:off x="7122909" y="4419620"/>
            <a:ext cx="721206" cy="609701"/>
            <a:chOff x="7122909" y="4419620"/>
            <a:chExt cx="721206" cy="609701"/>
          </a:xfrm>
        </p:grpSpPr>
        <p:sp>
          <p:nvSpPr>
            <p:cNvPr id="3414" name="Rectangle 3413">
              <a:hlinkHover r:id="" action="ppaction://noaction" highlightClick="1"/>
              <a:extLst>
                <a:ext uri="{FF2B5EF4-FFF2-40B4-BE49-F238E27FC236}">
                  <a16:creationId xmlns:a16="http://schemas.microsoft.com/office/drawing/2014/main" id="{AA77D291-F5DA-F71F-98DA-793E565D967E}"/>
                </a:ext>
              </a:extLst>
            </p:cNvPr>
            <p:cNvSpPr/>
            <p:nvPr/>
          </p:nvSpPr>
          <p:spPr>
            <a:xfrm>
              <a:off x="712290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3415" name="Oval 3414">
              <a:extLst>
                <a:ext uri="{FF2B5EF4-FFF2-40B4-BE49-F238E27FC236}">
                  <a16:creationId xmlns:a16="http://schemas.microsoft.com/office/drawing/2014/main" id="{3F58B6A3-0673-9030-6305-E16BE6E2D8C2}"/>
                </a:ext>
              </a:extLst>
            </p:cNvPr>
            <p:cNvSpPr/>
            <p:nvPr/>
          </p:nvSpPr>
          <p:spPr>
            <a:xfrm>
              <a:off x="7700861"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16" name="Isosceles Triangle 648">
              <a:extLst>
                <a:ext uri="{FF2B5EF4-FFF2-40B4-BE49-F238E27FC236}">
                  <a16:creationId xmlns:a16="http://schemas.microsoft.com/office/drawing/2014/main" id="{9D66F192-4796-EB00-4247-2F41D970140A}"/>
                </a:ext>
              </a:extLst>
            </p:cNvPr>
            <p:cNvSpPr/>
            <p:nvPr/>
          </p:nvSpPr>
          <p:spPr>
            <a:xfrm>
              <a:off x="7730986"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17" name="Group 3416">
            <a:extLst>
              <a:ext uri="{FF2B5EF4-FFF2-40B4-BE49-F238E27FC236}">
                <a16:creationId xmlns:a16="http://schemas.microsoft.com/office/drawing/2014/main" id="{6B7C1C0C-F906-00A5-18A4-431547C34393}"/>
              </a:ext>
            </a:extLst>
          </p:cNvPr>
          <p:cNvGrpSpPr/>
          <p:nvPr/>
        </p:nvGrpSpPr>
        <p:grpSpPr>
          <a:xfrm>
            <a:off x="5454383" y="4419620"/>
            <a:ext cx="721206" cy="609701"/>
            <a:chOff x="5454383" y="4419620"/>
            <a:chExt cx="721206" cy="609701"/>
          </a:xfrm>
        </p:grpSpPr>
        <p:sp>
          <p:nvSpPr>
            <p:cNvPr id="3418" name="Rectangle 3417">
              <a:hlinkHover r:id="" action="ppaction://noaction" highlightClick="1"/>
              <a:extLst>
                <a:ext uri="{FF2B5EF4-FFF2-40B4-BE49-F238E27FC236}">
                  <a16:creationId xmlns:a16="http://schemas.microsoft.com/office/drawing/2014/main" id="{37C76C99-E69B-EB3C-CF42-3F214EA4A002}"/>
                </a:ext>
              </a:extLst>
            </p:cNvPr>
            <p:cNvSpPr/>
            <p:nvPr/>
          </p:nvSpPr>
          <p:spPr>
            <a:xfrm>
              <a:off x="5454383"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3419" name="Oval 3418">
              <a:extLst>
                <a:ext uri="{FF2B5EF4-FFF2-40B4-BE49-F238E27FC236}">
                  <a16:creationId xmlns:a16="http://schemas.microsoft.com/office/drawing/2014/main" id="{7446B89F-FB35-92FF-CA41-6F268EC3D10A}"/>
                </a:ext>
              </a:extLst>
            </p:cNvPr>
            <p:cNvSpPr/>
            <p:nvPr/>
          </p:nvSpPr>
          <p:spPr>
            <a:xfrm>
              <a:off x="6031334"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20" name="Isosceles Triangle 648">
              <a:extLst>
                <a:ext uri="{FF2B5EF4-FFF2-40B4-BE49-F238E27FC236}">
                  <a16:creationId xmlns:a16="http://schemas.microsoft.com/office/drawing/2014/main" id="{10543ADB-ED0D-42C0-6FE6-CB2DC22BDF1F}"/>
                </a:ext>
              </a:extLst>
            </p:cNvPr>
            <p:cNvSpPr/>
            <p:nvPr/>
          </p:nvSpPr>
          <p:spPr>
            <a:xfrm>
              <a:off x="6061458"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21" name="Group 3420">
            <a:extLst>
              <a:ext uri="{FF2B5EF4-FFF2-40B4-BE49-F238E27FC236}">
                <a16:creationId xmlns:a16="http://schemas.microsoft.com/office/drawing/2014/main" id="{62188E81-570B-9D67-A8E6-32CC14524493}"/>
              </a:ext>
            </a:extLst>
          </p:cNvPr>
          <p:cNvGrpSpPr/>
          <p:nvPr/>
        </p:nvGrpSpPr>
        <p:grpSpPr>
          <a:xfrm>
            <a:off x="7125831" y="5143364"/>
            <a:ext cx="721206" cy="609701"/>
            <a:chOff x="7125831" y="5143364"/>
            <a:chExt cx="721206" cy="609701"/>
          </a:xfrm>
        </p:grpSpPr>
        <p:sp>
          <p:nvSpPr>
            <p:cNvPr id="3422" name="Rectangle 3421">
              <a:hlinkHover r:id="" action="ppaction://noaction" highlightClick="1"/>
              <a:extLst>
                <a:ext uri="{FF2B5EF4-FFF2-40B4-BE49-F238E27FC236}">
                  <a16:creationId xmlns:a16="http://schemas.microsoft.com/office/drawing/2014/main" id="{FCAC59C6-F6C5-B625-16B8-D1E5E197D5F5}"/>
                </a:ext>
              </a:extLst>
            </p:cNvPr>
            <p:cNvSpPr/>
            <p:nvPr/>
          </p:nvSpPr>
          <p:spPr>
            <a:xfrm>
              <a:off x="7125831" y="514336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3423" name="Oval 3422">
              <a:extLst>
                <a:ext uri="{FF2B5EF4-FFF2-40B4-BE49-F238E27FC236}">
                  <a16:creationId xmlns:a16="http://schemas.microsoft.com/office/drawing/2014/main" id="{AF18CC6F-5C7D-4C9C-83BF-570D37BF1336}"/>
                </a:ext>
              </a:extLst>
            </p:cNvPr>
            <p:cNvSpPr/>
            <p:nvPr/>
          </p:nvSpPr>
          <p:spPr>
            <a:xfrm>
              <a:off x="7704680" y="515358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24" name="Isosceles Triangle 648">
              <a:extLst>
                <a:ext uri="{FF2B5EF4-FFF2-40B4-BE49-F238E27FC236}">
                  <a16:creationId xmlns:a16="http://schemas.microsoft.com/office/drawing/2014/main" id="{059E8D07-F7FB-5EF4-B8A1-C5E76F781727}"/>
                </a:ext>
              </a:extLst>
            </p:cNvPr>
            <p:cNvSpPr/>
            <p:nvPr/>
          </p:nvSpPr>
          <p:spPr>
            <a:xfrm>
              <a:off x="7734804" y="516709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25" name="Group 3424">
            <a:extLst>
              <a:ext uri="{FF2B5EF4-FFF2-40B4-BE49-F238E27FC236}">
                <a16:creationId xmlns:a16="http://schemas.microsoft.com/office/drawing/2014/main" id="{7385DB17-08CB-6BC0-BD0C-65FABFC25EF6}"/>
              </a:ext>
            </a:extLst>
          </p:cNvPr>
          <p:cNvGrpSpPr/>
          <p:nvPr/>
        </p:nvGrpSpPr>
        <p:grpSpPr>
          <a:xfrm>
            <a:off x="7122909" y="3698227"/>
            <a:ext cx="721206" cy="609701"/>
            <a:chOff x="7122909" y="3698227"/>
            <a:chExt cx="721206" cy="609701"/>
          </a:xfrm>
        </p:grpSpPr>
        <p:sp>
          <p:nvSpPr>
            <p:cNvPr id="3426" name="Rectangle 3425">
              <a:hlinkHover r:id="" action="ppaction://noaction" highlightClick="1"/>
              <a:extLst>
                <a:ext uri="{FF2B5EF4-FFF2-40B4-BE49-F238E27FC236}">
                  <a16:creationId xmlns:a16="http://schemas.microsoft.com/office/drawing/2014/main" id="{1695CF74-0DD3-F3AF-67FF-52E3640EA52C}"/>
                </a:ext>
              </a:extLst>
            </p:cNvPr>
            <p:cNvSpPr/>
            <p:nvPr/>
          </p:nvSpPr>
          <p:spPr>
            <a:xfrm>
              <a:off x="7122909"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3427" name="Oval 3426">
              <a:extLst>
                <a:ext uri="{FF2B5EF4-FFF2-40B4-BE49-F238E27FC236}">
                  <a16:creationId xmlns:a16="http://schemas.microsoft.com/office/drawing/2014/main" id="{EAFE8760-3359-0F84-06A9-C6043737F788}"/>
                </a:ext>
              </a:extLst>
            </p:cNvPr>
            <p:cNvSpPr/>
            <p:nvPr/>
          </p:nvSpPr>
          <p:spPr>
            <a:xfrm>
              <a:off x="7700861"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28" name="Isosceles Triangle 648">
              <a:extLst>
                <a:ext uri="{FF2B5EF4-FFF2-40B4-BE49-F238E27FC236}">
                  <a16:creationId xmlns:a16="http://schemas.microsoft.com/office/drawing/2014/main" id="{FE74EB53-AC20-638A-9C6F-B43E35FACEA1}"/>
                </a:ext>
              </a:extLst>
            </p:cNvPr>
            <p:cNvSpPr/>
            <p:nvPr/>
          </p:nvSpPr>
          <p:spPr>
            <a:xfrm>
              <a:off x="7730986"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29" name="Group 3428">
            <a:extLst>
              <a:ext uri="{FF2B5EF4-FFF2-40B4-BE49-F238E27FC236}">
                <a16:creationId xmlns:a16="http://schemas.microsoft.com/office/drawing/2014/main" id="{EE6D6FB8-E0DF-D61D-D3CB-B855A25D72F6}"/>
              </a:ext>
            </a:extLst>
          </p:cNvPr>
          <p:cNvGrpSpPr/>
          <p:nvPr/>
        </p:nvGrpSpPr>
        <p:grpSpPr>
          <a:xfrm>
            <a:off x="6286222" y="3698227"/>
            <a:ext cx="721206" cy="609701"/>
            <a:chOff x="6286222" y="3698227"/>
            <a:chExt cx="721206" cy="609701"/>
          </a:xfrm>
        </p:grpSpPr>
        <p:sp>
          <p:nvSpPr>
            <p:cNvPr id="3430" name="Rectangle 3429">
              <a:hlinkHover r:id="" action="ppaction://noaction" highlightClick="1"/>
              <a:extLst>
                <a:ext uri="{FF2B5EF4-FFF2-40B4-BE49-F238E27FC236}">
                  <a16:creationId xmlns:a16="http://schemas.microsoft.com/office/drawing/2014/main" id="{128D12D8-B62E-079E-564B-9BC207E19DE3}"/>
                </a:ext>
              </a:extLst>
            </p:cNvPr>
            <p:cNvSpPr/>
            <p:nvPr/>
          </p:nvSpPr>
          <p:spPr>
            <a:xfrm>
              <a:off x="6286222"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3431" name="Oval 3430">
              <a:extLst>
                <a:ext uri="{FF2B5EF4-FFF2-40B4-BE49-F238E27FC236}">
                  <a16:creationId xmlns:a16="http://schemas.microsoft.com/office/drawing/2014/main" id="{8CDF0D60-5F27-6691-5202-D661BBCCFAE5}"/>
                </a:ext>
              </a:extLst>
            </p:cNvPr>
            <p:cNvSpPr/>
            <p:nvPr/>
          </p:nvSpPr>
          <p:spPr>
            <a:xfrm>
              <a:off x="6864724"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32" name="Isosceles Triangle 648">
              <a:extLst>
                <a:ext uri="{FF2B5EF4-FFF2-40B4-BE49-F238E27FC236}">
                  <a16:creationId xmlns:a16="http://schemas.microsoft.com/office/drawing/2014/main" id="{AD9910CA-9284-7E18-0273-430231E93A45}"/>
                </a:ext>
              </a:extLst>
            </p:cNvPr>
            <p:cNvSpPr/>
            <p:nvPr/>
          </p:nvSpPr>
          <p:spPr>
            <a:xfrm>
              <a:off x="689484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3439" name="Rectangle 3438">
            <a:hlinkHover r:id="" action="ppaction://noaction" highlightClick="1"/>
            <a:extLst>
              <a:ext uri="{FF2B5EF4-FFF2-40B4-BE49-F238E27FC236}">
                <a16:creationId xmlns:a16="http://schemas.microsoft.com/office/drawing/2014/main" id="{A8F74AF4-68EF-9E78-7BCD-353D555E1563}"/>
              </a:ext>
            </a:extLst>
          </p:cNvPr>
          <p:cNvSpPr/>
          <p:nvPr/>
        </p:nvSpPr>
        <p:spPr>
          <a:xfrm>
            <a:off x="7959193"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grpSp>
        <p:nvGrpSpPr>
          <p:cNvPr id="3440" name="Group 3439">
            <a:extLst>
              <a:ext uri="{FF2B5EF4-FFF2-40B4-BE49-F238E27FC236}">
                <a16:creationId xmlns:a16="http://schemas.microsoft.com/office/drawing/2014/main" id="{92DBB49A-EC1E-120B-DD57-3E34B9F2B542}"/>
              </a:ext>
            </a:extLst>
          </p:cNvPr>
          <p:cNvGrpSpPr/>
          <p:nvPr/>
        </p:nvGrpSpPr>
        <p:grpSpPr>
          <a:xfrm>
            <a:off x="8795237" y="2974054"/>
            <a:ext cx="721206" cy="609701"/>
            <a:chOff x="8795237" y="2974054"/>
            <a:chExt cx="721206" cy="609701"/>
          </a:xfrm>
        </p:grpSpPr>
        <p:sp>
          <p:nvSpPr>
            <p:cNvPr id="3441" name="Rectangle 3440">
              <a:hlinkHover r:id="" action="ppaction://noaction" highlightClick="1"/>
              <a:extLst>
                <a:ext uri="{FF2B5EF4-FFF2-40B4-BE49-F238E27FC236}">
                  <a16:creationId xmlns:a16="http://schemas.microsoft.com/office/drawing/2014/main" id="{C56DFE1E-415B-71B3-B4C9-47602A292267}"/>
                </a:ext>
              </a:extLst>
            </p:cNvPr>
            <p:cNvSpPr/>
            <p:nvPr/>
          </p:nvSpPr>
          <p:spPr>
            <a:xfrm>
              <a:off x="8795237"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3442" name="Diamond 3441">
              <a:extLst>
                <a:ext uri="{FF2B5EF4-FFF2-40B4-BE49-F238E27FC236}">
                  <a16:creationId xmlns:a16="http://schemas.microsoft.com/office/drawing/2014/main" id="{EB6590A5-1B0E-97C5-B862-C1CA7F5D47CB}"/>
                </a:ext>
              </a:extLst>
            </p:cNvPr>
            <p:cNvSpPr/>
            <p:nvPr/>
          </p:nvSpPr>
          <p:spPr>
            <a:xfrm>
              <a:off x="9379935" y="2976405"/>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43" name="Oval 3442">
              <a:extLst>
                <a:ext uri="{FF2B5EF4-FFF2-40B4-BE49-F238E27FC236}">
                  <a16:creationId xmlns:a16="http://schemas.microsoft.com/office/drawing/2014/main" id="{9F3F89D0-1EBA-711D-63BD-2C90DDC8E4A7}"/>
                </a:ext>
              </a:extLst>
            </p:cNvPr>
            <p:cNvSpPr/>
            <p:nvPr/>
          </p:nvSpPr>
          <p:spPr>
            <a:xfrm>
              <a:off x="9414138" y="3009893"/>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44" name="Group 3443">
            <a:extLst>
              <a:ext uri="{FF2B5EF4-FFF2-40B4-BE49-F238E27FC236}">
                <a16:creationId xmlns:a16="http://schemas.microsoft.com/office/drawing/2014/main" id="{280393D5-0703-20DA-7DEA-2A324ABDE9DD}"/>
              </a:ext>
            </a:extLst>
          </p:cNvPr>
          <p:cNvGrpSpPr/>
          <p:nvPr/>
        </p:nvGrpSpPr>
        <p:grpSpPr>
          <a:xfrm>
            <a:off x="6287884" y="2974052"/>
            <a:ext cx="721206" cy="609701"/>
            <a:chOff x="6287105" y="2974054"/>
            <a:chExt cx="721206" cy="609701"/>
          </a:xfrm>
        </p:grpSpPr>
        <p:sp>
          <p:nvSpPr>
            <p:cNvPr id="3445" name="Rectangle 3444">
              <a:hlinkHover r:id="" action="ppaction://noaction" highlightClick="1"/>
              <a:extLst>
                <a:ext uri="{FF2B5EF4-FFF2-40B4-BE49-F238E27FC236}">
                  <a16:creationId xmlns:a16="http://schemas.microsoft.com/office/drawing/2014/main" id="{642A0C55-5227-9DC2-6061-9A4BF6658A44}"/>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3446" name="Rectangle 3445">
              <a:extLst>
                <a:ext uri="{FF2B5EF4-FFF2-40B4-BE49-F238E27FC236}">
                  <a16:creationId xmlns:a16="http://schemas.microsoft.com/office/drawing/2014/main" id="{CE19C24D-093C-5B3E-5B28-6B932ADB5DEC}"/>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47" name="Oval 15">
              <a:extLst>
                <a:ext uri="{FF2B5EF4-FFF2-40B4-BE49-F238E27FC236}">
                  <a16:creationId xmlns:a16="http://schemas.microsoft.com/office/drawing/2014/main" id="{C1573134-8130-9F90-1C54-A86B55FD5920}"/>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448" name="Straight Connector 3447">
              <a:extLst>
                <a:ext uri="{FF2B5EF4-FFF2-40B4-BE49-F238E27FC236}">
                  <a16:creationId xmlns:a16="http://schemas.microsoft.com/office/drawing/2014/main" id="{37ADF6F7-9CF1-AB64-E387-EBACEE317E1B}"/>
                </a:ext>
              </a:extLst>
            </p:cNvPr>
            <p:cNvCxnSpPr>
              <a:cxnSpLocks/>
              <a:stCxn id="3447"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449" name="Straight Connector 3448">
              <a:extLst>
                <a:ext uri="{FF2B5EF4-FFF2-40B4-BE49-F238E27FC236}">
                  <a16:creationId xmlns:a16="http://schemas.microsoft.com/office/drawing/2014/main" id="{44C9B51A-025D-39BC-F92C-CD32E338986F}"/>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450" name="Group 3449">
            <a:extLst>
              <a:ext uri="{FF2B5EF4-FFF2-40B4-BE49-F238E27FC236}">
                <a16:creationId xmlns:a16="http://schemas.microsoft.com/office/drawing/2014/main" id="{BB1AE29F-3373-CA51-51B3-5D9EFA7DC99F}"/>
              </a:ext>
            </a:extLst>
          </p:cNvPr>
          <p:cNvGrpSpPr/>
          <p:nvPr/>
        </p:nvGrpSpPr>
        <p:grpSpPr>
          <a:xfrm>
            <a:off x="7123928" y="2974052"/>
            <a:ext cx="721206" cy="609701"/>
            <a:chOff x="7123149" y="2974054"/>
            <a:chExt cx="721206" cy="609701"/>
          </a:xfrm>
        </p:grpSpPr>
        <p:sp>
          <p:nvSpPr>
            <p:cNvPr id="3451" name="Rectangle 3450">
              <a:hlinkHover r:id="" action="ppaction://noaction" highlightClick="1"/>
              <a:extLst>
                <a:ext uri="{FF2B5EF4-FFF2-40B4-BE49-F238E27FC236}">
                  <a16:creationId xmlns:a16="http://schemas.microsoft.com/office/drawing/2014/main" id="{6799535E-3A9D-840D-5BCA-2C9FFF537932}"/>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3452" name="Rectangle 3451">
              <a:extLst>
                <a:ext uri="{FF2B5EF4-FFF2-40B4-BE49-F238E27FC236}">
                  <a16:creationId xmlns:a16="http://schemas.microsoft.com/office/drawing/2014/main" id="{0B9817B9-693F-A7BC-F428-57C5AC6DBE99}"/>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53" name="Oval 15">
              <a:extLst>
                <a:ext uri="{FF2B5EF4-FFF2-40B4-BE49-F238E27FC236}">
                  <a16:creationId xmlns:a16="http://schemas.microsoft.com/office/drawing/2014/main" id="{E3C28C8B-40AB-700F-F525-40CE02FDEE1B}"/>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454" name="Straight Connector 3453">
              <a:extLst>
                <a:ext uri="{FF2B5EF4-FFF2-40B4-BE49-F238E27FC236}">
                  <a16:creationId xmlns:a16="http://schemas.microsoft.com/office/drawing/2014/main" id="{CDC02AD2-4DED-16C4-2B67-97CBFDEE87EB}"/>
                </a:ext>
              </a:extLst>
            </p:cNvPr>
            <p:cNvCxnSpPr>
              <a:cxnSpLocks/>
              <a:stCxn id="3453"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455" name="Straight Connector 3454">
              <a:extLst>
                <a:ext uri="{FF2B5EF4-FFF2-40B4-BE49-F238E27FC236}">
                  <a16:creationId xmlns:a16="http://schemas.microsoft.com/office/drawing/2014/main" id="{8A559B98-E2DC-1543-7962-DEA2BC2E7446}"/>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468" name="Group 3467">
            <a:extLst>
              <a:ext uri="{FF2B5EF4-FFF2-40B4-BE49-F238E27FC236}">
                <a16:creationId xmlns:a16="http://schemas.microsoft.com/office/drawing/2014/main" id="{3420A1D1-2F0E-70AB-CA29-C72A0EB024FF}"/>
              </a:ext>
            </a:extLst>
          </p:cNvPr>
          <p:cNvGrpSpPr/>
          <p:nvPr/>
        </p:nvGrpSpPr>
        <p:grpSpPr>
          <a:xfrm>
            <a:off x="1269622" y="4419620"/>
            <a:ext cx="721206" cy="609701"/>
            <a:chOff x="1269622" y="4419620"/>
            <a:chExt cx="721206" cy="609701"/>
          </a:xfrm>
        </p:grpSpPr>
        <p:sp>
          <p:nvSpPr>
            <p:cNvPr id="3469" name="Rectangle 3468">
              <a:extLst>
                <a:ext uri="{FF2B5EF4-FFF2-40B4-BE49-F238E27FC236}">
                  <a16:creationId xmlns:a16="http://schemas.microsoft.com/office/drawing/2014/main" id="{20C10DC2-988B-11B7-B439-26FE0D08FAFA}"/>
                </a:ext>
              </a:extLst>
            </p:cNvPr>
            <p:cNvSpPr/>
            <p:nvPr/>
          </p:nvSpPr>
          <p:spPr>
            <a:xfrm>
              <a:off x="1269622" y="4419620"/>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3470" name="Cylinder 3469">
              <a:extLst>
                <a:ext uri="{FF2B5EF4-FFF2-40B4-BE49-F238E27FC236}">
                  <a16:creationId xmlns:a16="http://schemas.microsoft.com/office/drawing/2014/main" id="{8385CF08-7DD1-9940-6320-AF8140B41AF8}"/>
                </a:ext>
              </a:extLst>
            </p:cNvPr>
            <p:cNvSpPr/>
            <p:nvPr/>
          </p:nvSpPr>
          <p:spPr>
            <a:xfrm>
              <a:off x="1917348" y="4419620"/>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71" name="Group 3470">
            <a:extLst>
              <a:ext uri="{FF2B5EF4-FFF2-40B4-BE49-F238E27FC236}">
                <a16:creationId xmlns:a16="http://schemas.microsoft.com/office/drawing/2014/main" id="{564197B7-D6F5-8760-3386-D839A1983EA0}"/>
              </a:ext>
            </a:extLst>
          </p:cNvPr>
          <p:cNvGrpSpPr/>
          <p:nvPr/>
        </p:nvGrpSpPr>
        <p:grpSpPr>
          <a:xfrm>
            <a:off x="432838" y="4419620"/>
            <a:ext cx="721206" cy="609701"/>
            <a:chOff x="432838" y="4419620"/>
            <a:chExt cx="721206" cy="609701"/>
          </a:xfrm>
        </p:grpSpPr>
        <p:sp>
          <p:nvSpPr>
            <p:cNvPr id="3472" name="Rectangle 3471">
              <a:extLst>
                <a:ext uri="{FF2B5EF4-FFF2-40B4-BE49-F238E27FC236}">
                  <a16:creationId xmlns:a16="http://schemas.microsoft.com/office/drawing/2014/main" id="{363C4804-D4E4-BEB5-83DE-880FBBAD020E}"/>
                </a:ext>
              </a:extLst>
            </p:cNvPr>
            <p:cNvSpPr/>
            <p:nvPr/>
          </p:nvSpPr>
          <p:spPr>
            <a:xfrm>
              <a:off x="432838" y="4419620"/>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3473" name="Cylinder 3472">
              <a:extLst>
                <a:ext uri="{FF2B5EF4-FFF2-40B4-BE49-F238E27FC236}">
                  <a16:creationId xmlns:a16="http://schemas.microsoft.com/office/drawing/2014/main" id="{323B9B0C-49AF-57AF-6EDD-B105EF813771}"/>
                </a:ext>
              </a:extLst>
            </p:cNvPr>
            <p:cNvSpPr/>
            <p:nvPr/>
          </p:nvSpPr>
          <p:spPr>
            <a:xfrm>
              <a:off x="1080564" y="4419620"/>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74" name="Group 3473">
            <a:extLst>
              <a:ext uri="{FF2B5EF4-FFF2-40B4-BE49-F238E27FC236}">
                <a16:creationId xmlns:a16="http://schemas.microsoft.com/office/drawing/2014/main" id="{946ADA87-DD0C-6770-6902-04846D6BD41E}"/>
              </a:ext>
            </a:extLst>
          </p:cNvPr>
          <p:cNvGrpSpPr/>
          <p:nvPr/>
        </p:nvGrpSpPr>
        <p:grpSpPr>
          <a:xfrm>
            <a:off x="1268463" y="5141013"/>
            <a:ext cx="721206" cy="609701"/>
            <a:chOff x="1268463" y="5141013"/>
            <a:chExt cx="721206" cy="609701"/>
          </a:xfrm>
        </p:grpSpPr>
        <p:sp>
          <p:nvSpPr>
            <p:cNvPr id="3475" name="Rectangle 3474">
              <a:extLst>
                <a:ext uri="{FF2B5EF4-FFF2-40B4-BE49-F238E27FC236}">
                  <a16:creationId xmlns:a16="http://schemas.microsoft.com/office/drawing/2014/main" id="{26F3D7F9-8BDD-1A0D-4223-EE7333D6643E}"/>
                </a:ext>
              </a:extLst>
            </p:cNvPr>
            <p:cNvSpPr/>
            <p:nvPr/>
          </p:nvSpPr>
          <p:spPr>
            <a:xfrm>
              <a:off x="1268463" y="5141013"/>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3476" name="Cylinder 3475">
              <a:extLst>
                <a:ext uri="{FF2B5EF4-FFF2-40B4-BE49-F238E27FC236}">
                  <a16:creationId xmlns:a16="http://schemas.microsoft.com/office/drawing/2014/main" id="{C6EAA234-C17A-85FB-441D-0CAAC4E2B58A}"/>
                </a:ext>
              </a:extLst>
            </p:cNvPr>
            <p:cNvSpPr/>
            <p:nvPr/>
          </p:nvSpPr>
          <p:spPr>
            <a:xfrm>
              <a:off x="1916189" y="5141013"/>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77" name="Group 3476">
            <a:extLst>
              <a:ext uri="{FF2B5EF4-FFF2-40B4-BE49-F238E27FC236}">
                <a16:creationId xmlns:a16="http://schemas.microsoft.com/office/drawing/2014/main" id="{EF4C77E4-D452-0767-E31F-F54E00C48C69}"/>
              </a:ext>
            </a:extLst>
          </p:cNvPr>
          <p:cNvGrpSpPr/>
          <p:nvPr/>
        </p:nvGrpSpPr>
        <p:grpSpPr>
          <a:xfrm>
            <a:off x="431294" y="5141013"/>
            <a:ext cx="721206" cy="609701"/>
            <a:chOff x="431294" y="5141013"/>
            <a:chExt cx="721206" cy="609701"/>
          </a:xfrm>
        </p:grpSpPr>
        <p:sp>
          <p:nvSpPr>
            <p:cNvPr id="3478" name="Rectangle 3477">
              <a:extLst>
                <a:ext uri="{FF2B5EF4-FFF2-40B4-BE49-F238E27FC236}">
                  <a16:creationId xmlns:a16="http://schemas.microsoft.com/office/drawing/2014/main" id="{AB00E544-8679-0244-2F69-904AA0498FFD}"/>
                </a:ext>
              </a:extLst>
            </p:cNvPr>
            <p:cNvSpPr/>
            <p:nvPr/>
          </p:nvSpPr>
          <p:spPr>
            <a:xfrm>
              <a:off x="431294" y="5141013"/>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3479" name="Cylinder 3478">
              <a:extLst>
                <a:ext uri="{FF2B5EF4-FFF2-40B4-BE49-F238E27FC236}">
                  <a16:creationId xmlns:a16="http://schemas.microsoft.com/office/drawing/2014/main" id="{516E106A-914F-CE36-3F9D-AB9CBE3D7A45}"/>
                </a:ext>
              </a:extLst>
            </p:cNvPr>
            <p:cNvSpPr/>
            <p:nvPr/>
          </p:nvSpPr>
          <p:spPr>
            <a:xfrm>
              <a:off x="1079020" y="5141013"/>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 name="Group 1">
            <a:extLst>
              <a:ext uri="{FF2B5EF4-FFF2-40B4-BE49-F238E27FC236}">
                <a16:creationId xmlns:a16="http://schemas.microsoft.com/office/drawing/2014/main" id="{B91A8CC5-E401-FAC2-B7FC-059F4C0BB200}"/>
              </a:ext>
            </a:extLst>
          </p:cNvPr>
          <p:cNvGrpSpPr/>
          <p:nvPr/>
        </p:nvGrpSpPr>
        <p:grpSpPr>
          <a:xfrm>
            <a:off x="2942396" y="3698227"/>
            <a:ext cx="721206" cy="609701"/>
            <a:chOff x="2942396" y="3698227"/>
            <a:chExt cx="721206" cy="609701"/>
          </a:xfrm>
        </p:grpSpPr>
        <p:sp>
          <p:nvSpPr>
            <p:cNvPr id="3" name="Rectangle 2">
              <a:extLst>
                <a:ext uri="{FF2B5EF4-FFF2-40B4-BE49-F238E27FC236}">
                  <a16:creationId xmlns:a16="http://schemas.microsoft.com/office/drawing/2014/main" id="{624AEB62-0EB2-D651-ABED-AE4E58CDA4B5}"/>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4" name="Right Triangle 3">
              <a:extLst>
                <a:ext uri="{FF2B5EF4-FFF2-40B4-BE49-F238E27FC236}">
                  <a16:creationId xmlns:a16="http://schemas.microsoft.com/office/drawing/2014/main" id="{391636F6-D5D9-110C-DB5A-F545101FED3B}"/>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FBA89C93-AE53-F999-208A-1052C1565D18}"/>
                </a:ext>
              </a:extLst>
            </p:cNvPr>
            <p:cNvGrpSpPr/>
            <p:nvPr/>
          </p:nvGrpSpPr>
          <p:grpSpPr>
            <a:xfrm>
              <a:off x="3607770" y="3713045"/>
              <a:ext cx="37817" cy="61390"/>
              <a:chOff x="3883481" y="2057400"/>
              <a:chExt cx="1608363" cy="2652031"/>
            </a:xfrm>
            <a:solidFill>
              <a:srgbClr val="A6A6A6"/>
            </a:solidFill>
          </p:grpSpPr>
          <p:sp>
            <p:nvSpPr>
              <p:cNvPr id="6" name="Oval 27">
                <a:extLst>
                  <a:ext uri="{FF2B5EF4-FFF2-40B4-BE49-F238E27FC236}">
                    <a16:creationId xmlns:a16="http://schemas.microsoft.com/office/drawing/2014/main" id="{030D5929-7A19-B91A-BB39-59AA1109154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Oval 28">
                <a:extLst>
                  <a:ext uri="{FF2B5EF4-FFF2-40B4-BE49-F238E27FC236}">
                    <a16:creationId xmlns:a16="http://schemas.microsoft.com/office/drawing/2014/main" id="{E52C41A6-6448-E317-40A5-305BB6AD7FB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 name="Group 7">
            <a:extLst>
              <a:ext uri="{FF2B5EF4-FFF2-40B4-BE49-F238E27FC236}">
                <a16:creationId xmlns:a16="http://schemas.microsoft.com/office/drawing/2014/main" id="{EDA728FE-1E93-C69D-EEDB-AAE620496273}"/>
              </a:ext>
            </a:extLst>
          </p:cNvPr>
          <p:cNvGrpSpPr/>
          <p:nvPr/>
        </p:nvGrpSpPr>
        <p:grpSpPr>
          <a:xfrm>
            <a:off x="3779083" y="3698227"/>
            <a:ext cx="721206" cy="609701"/>
            <a:chOff x="3779083" y="3698227"/>
            <a:chExt cx="721206" cy="609701"/>
          </a:xfrm>
        </p:grpSpPr>
        <p:sp>
          <p:nvSpPr>
            <p:cNvPr id="9" name="Rectangle 8">
              <a:extLst>
                <a:ext uri="{FF2B5EF4-FFF2-40B4-BE49-F238E27FC236}">
                  <a16:creationId xmlns:a16="http://schemas.microsoft.com/office/drawing/2014/main" id="{5F419E8F-141C-0EDA-36C1-5DF4D3665D02}"/>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12" name="Right Triangle 11">
              <a:extLst>
                <a:ext uri="{FF2B5EF4-FFF2-40B4-BE49-F238E27FC236}">
                  <a16:creationId xmlns:a16="http://schemas.microsoft.com/office/drawing/2014/main" id="{AC48016D-63DB-0AC8-45F6-B7E5AFFCDF92}"/>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09145E51-B3E8-AD40-4319-E4020F86BBE8}"/>
                </a:ext>
              </a:extLst>
            </p:cNvPr>
            <p:cNvGrpSpPr/>
            <p:nvPr/>
          </p:nvGrpSpPr>
          <p:grpSpPr>
            <a:xfrm>
              <a:off x="4448518" y="3706736"/>
              <a:ext cx="37817" cy="61390"/>
              <a:chOff x="3883481" y="2057400"/>
              <a:chExt cx="1608363" cy="2652031"/>
            </a:xfrm>
            <a:solidFill>
              <a:srgbClr val="A6A6A6"/>
            </a:solidFill>
          </p:grpSpPr>
          <p:sp>
            <p:nvSpPr>
              <p:cNvPr id="22" name="Oval 27">
                <a:extLst>
                  <a:ext uri="{FF2B5EF4-FFF2-40B4-BE49-F238E27FC236}">
                    <a16:creationId xmlns:a16="http://schemas.microsoft.com/office/drawing/2014/main" id="{9EF2CAA3-F6E4-025F-9776-A44D0F8355C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Oval 28">
                <a:extLst>
                  <a:ext uri="{FF2B5EF4-FFF2-40B4-BE49-F238E27FC236}">
                    <a16:creationId xmlns:a16="http://schemas.microsoft.com/office/drawing/2014/main" id="{EBD5F0DC-108F-8468-C009-409A03DB28C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0" name="Group 29">
            <a:extLst>
              <a:ext uri="{FF2B5EF4-FFF2-40B4-BE49-F238E27FC236}">
                <a16:creationId xmlns:a16="http://schemas.microsoft.com/office/drawing/2014/main" id="{9E99BA57-9D9A-D710-2524-45775B01D862}"/>
              </a:ext>
            </a:extLst>
          </p:cNvPr>
          <p:cNvGrpSpPr/>
          <p:nvPr/>
        </p:nvGrpSpPr>
        <p:grpSpPr>
          <a:xfrm>
            <a:off x="4615774" y="3698231"/>
            <a:ext cx="721206" cy="609701"/>
            <a:chOff x="4615774" y="3698231"/>
            <a:chExt cx="721206" cy="609701"/>
          </a:xfrm>
        </p:grpSpPr>
        <p:sp>
          <p:nvSpPr>
            <p:cNvPr id="31" name="Rectangle 30">
              <a:hlinkHover r:id="" action="ppaction://noaction" highlightClick="1"/>
              <a:extLst>
                <a:ext uri="{FF2B5EF4-FFF2-40B4-BE49-F238E27FC236}">
                  <a16:creationId xmlns:a16="http://schemas.microsoft.com/office/drawing/2014/main" id="{149A6EA7-D6F9-A7B1-EAFA-93DA29E4F5C4}"/>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43" name="Oval 42">
              <a:extLst>
                <a:ext uri="{FF2B5EF4-FFF2-40B4-BE49-F238E27FC236}">
                  <a16:creationId xmlns:a16="http://schemas.microsoft.com/office/drawing/2014/main" id="{A0291EC3-FFC1-99A9-5573-355DBA8E48CA}"/>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 name="Isosceles Triangle 648">
              <a:extLst>
                <a:ext uri="{FF2B5EF4-FFF2-40B4-BE49-F238E27FC236}">
                  <a16:creationId xmlns:a16="http://schemas.microsoft.com/office/drawing/2014/main" id="{5895805F-268F-3D65-E4C3-3A3F37E75015}"/>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 name="Group 66">
            <a:extLst>
              <a:ext uri="{FF2B5EF4-FFF2-40B4-BE49-F238E27FC236}">
                <a16:creationId xmlns:a16="http://schemas.microsoft.com/office/drawing/2014/main" id="{C0B6DA03-D936-E4B7-BC00-D512691C8A23}"/>
              </a:ext>
            </a:extLst>
          </p:cNvPr>
          <p:cNvGrpSpPr/>
          <p:nvPr/>
        </p:nvGrpSpPr>
        <p:grpSpPr>
          <a:xfrm>
            <a:off x="2099604" y="5136552"/>
            <a:ext cx="721206" cy="609701"/>
            <a:chOff x="2099604" y="5136552"/>
            <a:chExt cx="721206" cy="609701"/>
          </a:xfrm>
        </p:grpSpPr>
        <p:sp>
          <p:nvSpPr>
            <p:cNvPr id="68" name="Rectangle 67">
              <a:extLst>
                <a:ext uri="{FF2B5EF4-FFF2-40B4-BE49-F238E27FC236}">
                  <a16:creationId xmlns:a16="http://schemas.microsoft.com/office/drawing/2014/main" id="{21700F50-4B70-1A75-13DC-A515B419D854}"/>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75" name="Right Triangle 74">
              <a:extLst>
                <a:ext uri="{FF2B5EF4-FFF2-40B4-BE49-F238E27FC236}">
                  <a16:creationId xmlns:a16="http://schemas.microsoft.com/office/drawing/2014/main" id="{E2F17422-DD04-F5A1-8FD9-ABF38DB2DFC9}"/>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 name="Group 75">
              <a:extLst>
                <a:ext uri="{FF2B5EF4-FFF2-40B4-BE49-F238E27FC236}">
                  <a16:creationId xmlns:a16="http://schemas.microsoft.com/office/drawing/2014/main" id="{A788C503-B934-E95A-9B17-1D5B0CDB707C}"/>
                </a:ext>
              </a:extLst>
            </p:cNvPr>
            <p:cNvGrpSpPr/>
            <p:nvPr/>
          </p:nvGrpSpPr>
          <p:grpSpPr>
            <a:xfrm>
              <a:off x="2765661" y="5151382"/>
              <a:ext cx="37817" cy="61390"/>
              <a:chOff x="3883481" y="2057400"/>
              <a:chExt cx="1608363" cy="2652031"/>
            </a:xfrm>
            <a:solidFill>
              <a:srgbClr val="A6A6A6">
                <a:alpha val="20000"/>
              </a:srgbClr>
            </a:solidFill>
          </p:grpSpPr>
          <p:sp>
            <p:nvSpPr>
              <p:cNvPr id="77" name="Oval 27">
                <a:extLst>
                  <a:ext uri="{FF2B5EF4-FFF2-40B4-BE49-F238E27FC236}">
                    <a16:creationId xmlns:a16="http://schemas.microsoft.com/office/drawing/2014/main" id="{FF347715-B3A2-F9C5-74BA-F1A5166EA47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 name="Oval 28">
                <a:extLst>
                  <a:ext uri="{FF2B5EF4-FFF2-40B4-BE49-F238E27FC236}">
                    <a16:creationId xmlns:a16="http://schemas.microsoft.com/office/drawing/2014/main" id="{9E132873-A226-C011-8E90-72920F1CC0D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 name="Group 78">
            <a:extLst>
              <a:ext uri="{FF2B5EF4-FFF2-40B4-BE49-F238E27FC236}">
                <a16:creationId xmlns:a16="http://schemas.microsoft.com/office/drawing/2014/main" id="{4DF1C39A-DB37-9289-32FB-3CE949ADC62A}"/>
              </a:ext>
            </a:extLst>
          </p:cNvPr>
          <p:cNvGrpSpPr/>
          <p:nvPr/>
        </p:nvGrpSpPr>
        <p:grpSpPr>
          <a:xfrm>
            <a:off x="2100392" y="4419620"/>
            <a:ext cx="721206" cy="609701"/>
            <a:chOff x="2100392" y="4419620"/>
            <a:chExt cx="721206" cy="609701"/>
          </a:xfrm>
        </p:grpSpPr>
        <p:sp>
          <p:nvSpPr>
            <p:cNvPr id="81" name="Rectangle 80">
              <a:extLst>
                <a:ext uri="{FF2B5EF4-FFF2-40B4-BE49-F238E27FC236}">
                  <a16:creationId xmlns:a16="http://schemas.microsoft.com/office/drawing/2014/main" id="{366BAA8A-AE8E-77A1-C490-4C4747D62853}"/>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82" name="Right Triangle 81">
              <a:extLst>
                <a:ext uri="{FF2B5EF4-FFF2-40B4-BE49-F238E27FC236}">
                  <a16:creationId xmlns:a16="http://schemas.microsoft.com/office/drawing/2014/main" id="{BCCF0758-C438-54EB-4CA0-6C6AE472D4E4}"/>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 name="Group 82">
              <a:extLst>
                <a:ext uri="{FF2B5EF4-FFF2-40B4-BE49-F238E27FC236}">
                  <a16:creationId xmlns:a16="http://schemas.microsoft.com/office/drawing/2014/main" id="{9760E76E-74F0-1FDC-3F4E-FD58B5F70138}"/>
                </a:ext>
              </a:extLst>
            </p:cNvPr>
            <p:cNvGrpSpPr/>
            <p:nvPr/>
          </p:nvGrpSpPr>
          <p:grpSpPr>
            <a:xfrm>
              <a:off x="2769856" y="4434450"/>
              <a:ext cx="37817" cy="61390"/>
              <a:chOff x="3883481" y="2057400"/>
              <a:chExt cx="1608363" cy="2652031"/>
            </a:xfrm>
            <a:solidFill>
              <a:srgbClr val="A6A6A6">
                <a:alpha val="20000"/>
              </a:srgbClr>
            </a:solidFill>
          </p:grpSpPr>
          <p:sp>
            <p:nvSpPr>
              <p:cNvPr id="84" name="Oval 27">
                <a:extLst>
                  <a:ext uri="{FF2B5EF4-FFF2-40B4-BE49-F238E27FC236}">
                    <a16:creationId xmlns:a16="http://schemas.microsoft.com/office/drawing/2014/main" id="{727C7ADE-E231-68E8-6ACF-4FC99129A28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 name="Oval 28">
                <a:extLst>
                  <a:ext uri="{FF2B5EF4-FFF2-40B4-BE49-F238E27FC236}">
                    <a16:creationId xmlns:a16="http://schemas.microsoft.com/office/drawing/2014/main" id="{3676F038-5D5B-62C5-D058-BA33CAEEA67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6" name="Group 85">
            <a:extLst>
              <a:ext uri="{FF2B5EF4-FFF2-40B4-BE49-F238E27FC236}">
                <a16:creationId xmlns:a16="http://schemas.microsoft.com/office/drawing/2014/main" id="{FD0C9EF9-BA70-E723-CD1C-9033ACC392F9}"/>
              </a:ext>
            </a:extLst>
          </p:cNvPr>
          <p:cNvGrpSpPr/>
          <p:nvPr/>
        </p:nvGrpSpPr>
        <p:grpSpPr>
          <a:xfrm>
            <a:off x="10520475" y="90836"/>
            <a:ext cx="721206" cy="609701"/>
            <a:chOff x="10520475" y="90836"/>
            <a:chExt cx="721206" cy="609701"/>
          </a:xfrm>
        </p:grpSpPr>
        <p:sp>
          <p:nvSpPr>
            <p:cNvPr id="87" name="Rectangle 86">
              <a:hlinkHover r:id="" action="ppaction://noaction" highlightClick="1"/>
              <a:extLst>
                <a:ext uri="{FF2B5EF4-FFF2-40B4-BE49-F238E27FC236}">
                  <a16:creationId xmlns:a16="http://schemas.microsoft.com/office/drawing/2014/main" id="{E6821C32-7D83-4305-9764-BB126A928C5D}"/>
                </a:ext>
              </a:extLst>
            </p:cNvPr>
            <p:cNvSpPr/>
            <p:nvPr/>
          </p:nvSpPr>
          <p:spPr>
            <a:xfrm>
              <a:off x="10520475"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88" name="Oval 87">
              <a:extLst>
                <a:ext uri="{FF2B5EF4-FFF2-40B4-BE49-F238E27FC236}">
                  <a16:creationId xmlns:a16="http://schemas.microsoft.com/office/drawing/2014/main" id="{A7A274D4-9D80-FA37-7B88-4107B75409F3}"/>
                </a:ext>
              </a:extLst>
            </p:cNvPr>
            <p:cNvSpPr/>
            <p:nvPr/>
          </p:nvSpPr>
          <p:spPr>
            <a:xfrm>
              <a:off x="11099014"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 name="Isosceles Triangle 648">
              <a:extLst>
                <a:ext uri="{FF2B5EF4-FFF2-40B4-BE49-F238E27FC236}">
                  <a16:creationId xmlns:a16="http://schemas.microsoft.com/office/drawing/2014/main" id="{B3B82E4D-BE54-2320-DCB6-4FC3B2440902}"/>
                </a:ext>
              </a:extLst>
            </p:cNvPr>
            <p:cNvSpPr/>
            <p:nvPr/>
          </p:nvSpPr>
          <p:spPr>
            <a:xfrm>
              <a:off x="11129138"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4" name="Group 93">
            <a:extLst>
              <a:ext uri="{FF2B5EF4-FFF2-40B4-BE49-F238E27FC236}">
                <a16:creationId xmlns:a16="http://schemas.microsoft.com/office/drawing/2014/main" id="{A69D550D-BC5F-CD33-569F-EF6509FABF3A}"/>
              </a:ext>
            </a:extLst>
          </p:cNvPr>
          <p:cNvGrpSpPr/>
          <p:nvPr/>
        </p:nvGrpSpPr>
        <p:grpSpPr>
          <a:xfrm>
            <a:off x="11356238" y="1532276"/>
            <a:ext cx="721206" cy="609701"/>
            <a:chOff x="11356238" y="1532276"/>
            <a:chExt cx="721206" cy="609701"/>
          </a:xfrm>
        </p:grpSpPr>
        <p:sp>
          <p:nvSpPr>
            <p:cNvPr id="95" name="Rectangle 94">
              <a:hlinkHover r:id="" action="ppaction://noaction" highlightClick="1"/>
              <a:extLst>
                <a:ext uri="{FF2B5EF4-FFF2-40B4-BE49-F238E27FC236}">
                  <a16:creationId xmlns:a16="http://schemas.microsoft.com/office/drawing/2014/main" id="{075A5284-2652-4E5D-B0E6-689B769B7888}"/>
                </a:ext>
              </a:extLst>
            </p:cNvPr>
            <p:cNvSpPr/>
            <p:nvPr/>
          </p:nvSpPr>
          <p:spPr>
            <a:xfrm>
              <a:off x="11356238"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96" name="Oval 95">
              <a:extLst>
                <a:ext uri="{FF2B5EF4-FFF2-40B4-BE49-F238E27FC236}">
                  <a16:creationId xmlns:a16="http://schemas.microsoft.com/office/drawing/2014/main" id="{05DF8C6F-40AC-CA59-740B-4E01EF0CF54D}"/>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 name="Isosceles Triangle 648">
              <a:extLst>
                <a:ext uri="{FF2B5EF4-FFF2-40B4-BE49-F238E27FC236}">
                  <a16:creationId xmlns:a16="http://schemas.microsoft.com/office/drawing/2014/main" id="{2758D8BA-F91C-7578-4A91-6238B211BADC}"/>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6" name="Group 105">
            <a:extLst>
              <a:ext uri="{FF2B5EF4-FFF2-40B4-BE49-F238E27FC236}">
                <a16:creationId xmlns:a16="http://schemas.microsoft.com/office/drawing/2014/main" id="{69CFE3A3-AA73-9F02-1E02-72DB9BB9DC40}"/>
              </a:ext>
            </a:extLst>
          </p:cNvPr>
          <p:cNvGrpSpPr/>
          <p:nvPr/>
        </p:nvGrpSpPr>
        <p:grpSpPr>
          <a:xfrm>
            <a:off x="3776511" y="2974054"/>
            <a:ext cx="724141" cy="609701"/>
            <a:chOff x="3776511" y="2974054"/>
            <a:chExt cx="724141" cy="609701"/>
          </a:xfrm>
        </p:grpSpPr>
        <p:sp>
          <p:nvSpPr>
            <p:cNvPr id="107" name="Rectangle 106">
              <a:extLst>
                <a:ext uri="{FF2B5EF4-FFF2-40B4-BE49-F238E27FC236}">
                  <a16:creationId xmlns:a16="http://schemas.microsoft.com/office/drawing/2014/main" id="{50541D9D-DE00-33C8-426C-DF994F78B48C}"/>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108" name="Right Triangle 107">
              <a:extLst>
                <a:ext uri="{FF2B5EF4-FFF2-40B4-BE49-F238E27FC236}">
                  <a16:creationId xmlns:a16="http://schemas.microsoft.com/office/drawing/2014/main" id="{84681EE6-8A23-73FC-0FA1-2B960CF3484B}"/>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9" name="Group 108">
              <a:extLst>
                <a:ext uri="{FF2B5EF4-FFF2-40B4-BE49-F238E27FC236}">
                  <a16:creationId xmlns:a16="http://schemas.microsoft.com/office/drawing/2014/main" id="{8D2539A4-5964-63CC-5BA6-DC90014D9627}"/>
                </a:ext>
              </a:extLst>
            </p:cNvPr>
            <p:cNvGrpSpPr/>
            <p:nvPr/>
          </p:nvGrpSpPr>
          <p:grpSpPr>
            <a:xfrm>
              <a:off x="4450041" y="2982563"/>
              <a:ext cx="37817" cy="61390"/>
              <a:chOff x="3883481" y="2057400"/>
              <a:chExt cx="1608363" cy="2652031"/>
            </a:xfrm>
            <a:solidFill>
              <a:srgbClr val="A6A6A6"/>
            </a:solidFill>
          </p:grpSpPr>
          <p:sp>
            <p:nvSpPr>
              <p:cNvPr id="110" name="Oval 27">
                <a:extLst>
                  <a:ext uri="{FF2B5EF4-FFF2-40B4-BE49-F238E27FC236}">
                    <a16:creationId xmlns:a16="http://schemas.microsoft.com/office/drawing/2014/main" id="{500B1822-6D49-AC09-71D0-8566C078A27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Oval 28">
                <a:extLst>
                  <a:ext uri="{FF2B5EF4-FFF2-40B4-BE49-F238E27FC236}">
                    <a16:creationId xmlns:a16="http://schemas.microsoft.com/office/drawing/2014/main" id="{3EAFFE36-DB9B-85A3-3942-E2721F9ED0E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6" name="Group 115">
            <a:extLst>
              <a:ext uri="{FF2B5EF4-FFF2-40B4-BE49-F238E27FC236}">
                <a16:creationId xmlns:a16="http://schemas.microsoft.com/office/drawing/2014/main" id="{1EF7F09F-02FE-DA36-3D41-44FDB5672BCD}"/>
              </a:ext>
            </a:extLst>
          </p:cNvPr>
          <p:cNvGrpSpPr/>
          <p:nvPr/>
        </p:nvGrpSpPr>
        <p:grpSpPr>
          <a:xfrm>
            <a:off x="8807246" y="1508831"/>
            <a:ext cx="721206" cy="609701"/>
            <a:chOff x="8807246" y="1532278"/>
            <a:chExt cx="721206" cy="609701"/>
          </a:xfrm>
        </p:grpSpPr>
        <p:sp>
          <p:nvSpPr>
            <p:cNvPr id="117" name="Rectangle 116">
              <a:hlinkHover r:id="" action="ppaction://noaction" highlightClick="1"/>
              <a:extLst>
                <a:ext uri="{FF2B5EF4-FFF2-40B4-BE49-F238E27FC236}">
                  <a16:creationId xmlns:a16="http://schemas.microsoft.com/office/drawing/2014/main" id="{1CDD9C63-BB41-3C18-8EBD-E5E147369605}"/>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118" name="Oval 117">
              <a:extLst>
                <a:ext uri="{FF2B5EF4-FFF2-40B4-BE49-F238E27FC236}">
                  <a16:creationId xmlns:a16="http://schemas.microsoft.com/office/drawing/2014/main" id="{E06259A9-8F5D-19DC-8C86-32780F6A3FF4}"/>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9" name="Isosceles Triangle 648">
              <a:extLst>
                <a:ext uri="{FF2B5EF4-FFF2-40B4-BE49-F238E27FC236}">
                  <a16:creationId xmlns:a16="http://schemas.microsoft.com/office/drawing/2014/main" id="{C01933BC-DE4A-C593-9C00-E669A5880EE6}"/>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6" name="Group 125">
            <a:extLst>
              <a:ext uri="{FF2B5EF4-FFF2-40B4-BE49-F238E27FC236}">
                <a16:creationId xmlns:a16="http://schemas.microsoft.com/office/drawing/2014/main" id="{37E09EF7-95FB-2A3E-FD0E-8929BA3C059D}"/>
              </a:ext>
            </a:extLst>
          </p:cNvPr>
          <p:cNvGrpSpPr/>
          <p:nvPr/>
        </p:nvGrpSpPr>
        <p:grpSpPr>
          <a:xfrm>
            <a:off x="7905566" y="751337"/>
            <a:ext cx="3396155" cy="4999377"/>
            <a:chOff x="7905566" y="751337"/>
            <a:chExt cx="3396155" cy="4999377"/>
          </a:xfrm>
        </p:grpSpPr>
        <p:cxnSp>
          <p:nvCxnSpPr>
            <p:cNvPr id="127" name="Straight Connector 126">
              <a:extLst>
                <a:ext uri="{FF2B5EF4-FFF2-40B4-BE49-F238E27FC236}">
                  <a16:creationId xmlns:a16="http://schemas.microsoft.com/office/drawing/2014/main" id="{99ED58CC-F240-771D-C25F-07DD05DDE5C9}"/>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F73C491A-77C0-8BDC-294C-253087B976BF}"/>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296D5B71-F6CC-6516-0D9E-A02D3DC10E0E}"/>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4F174D8D-A898-2B0A-04AA-C339F3FF5D02}"/>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92D46E48-6693-720A-5B85-C8DA2C1A28CF}"/>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E9D6E9B8-66D1-CFB7-A32C-BAAA154137DD}"/>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01B97A3A-94D9-9F42-FA94-89328D6B4072}"/>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35" name="Straight Connector 134">
            <a:extLst>
              <a:ext uri="{FF2B5EF4-FFF2-40B4-BE49-F238E27FC236}">
                <a16:creationId xmlns:a16="http://schemas.microsoft.com/office/drawing/2014/main" id="{13B3E98D-12A2-A4A5-A4A2-29ECB3AD4FEC}"/>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36" name="Group 135">
            <a:extLst>
              <a:ext uri="{FF2B5EF4-FFF2-40B4-BE49-F238E27FC236}">
                <a16:creationId xmlns:a16="http://schemas.microsoft.com/office/drawing/2014/main" id="{C0B57B6E-1FF0-013E-E8E4-41C7E4FD6825}"/>
              </a:ext>
            </a:extLst>
          </p:cNvPr>
          <p:cNvGrpSpPr/>
          <p:nvPr/>
        </p:nvGrpSpPr>
        <p:grpSpPr>
          <a:xfrm>
            <a:off x="4605608" y="811556"/>
            <a:ext cx="722055" cy="609701"/>
            <a:chOff x="4605608" y="811556"/>
            <a:chExt cx="722055" cy="609701"/>
          </a:xfrm>
        </p:grpSpPr>
        <p:sp>
          <p:nvSpPr>
            <p:cNvPr id="137" name="Rectangle 136">
              <a:extLst>
                <a:ext uri="{FF2B5EF4-FFF2-40B4-BE49-F238E27FC236}">
                  <a16:creationId xmlns:a16="http://schemas.microsoft.com/office/drawing/2014/main" id="{F80F625B-33EE-076C-AD8C-8409D041CC86}"/>
                </a:ext>
              </a:extLst>
            </p:cNvPr>
            <p:cNvSpPr/>
            <p:nvPr/>
          </p:nvSpPr>
          <p:spPr>
            <a:xfrm>
              <a:off x="4605608" y="811556"/>
              <a:ext cx="721203"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8" name="Rectangle 137">
              <a:extLst>
                <a:ext uri="{FF2B5EF4-FFF2-40B4-BE49-F238E27FC236}">
                  <a16:creationId xmlns:a16="http://schemas.microsoft.com/office/drawing/2014/main" id="{2571DC9A-E6C1-7A9E-FE51-EA9542BD892F}"/>
                </a:ext>
              </a:extLst>
            </p:cNvPr>
            <p:cNvSpPr/>
            <p:nvPr/>
          </p:nvSpPr>
          <p:spPr>
            <a:xfrm flipV="1">
              <a:off x="5227471"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 name="Oval 15">
              <a:extLst>
                <a:ext uri="{FF2B5EF4-FFF2-40B4-BE49-F238E27FC236}">
                  <a16:creationId xmlns:a16="http://schemas.microsoft.com/office/drawing/2014/main" id="{90C7D19E-8C57-737E-FAC3-A1A859F4B8FF}"/>
                </a:ext>
              </a:extLst>
            </p:cNvPr>
            <p:cNvSpPr/>
            <p:nvPr/>
          </p:nvSpPr>
          <p:spPr>
            <a:xfrm>
              <a:off x="5254860"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0" name="Straight Connector 139">
              <a:extLst>
                <a:ext uri="{FF2B5EF4-FFF2-40B4-BE49-F238E27FC236}">
                  <a16:creationId xmlns:a16="http://schemas.microsoft.com/office/drawing/2014/main" id="{EE40B5D7-673D-980D-9FAA-0A00C684B5FF}"/>
                </a:ext>
              </a:extLst>
            </p:cNvPr>
            <p:cNvCxnSpPr>
              <a:cxnSpLocks/>
              <a:stCxn id="139" idx="0"/>
            </p:cNvCxnSpPr>
            <p:nvPr/>
          </p:nvCxnSpPr>
          <p:spPr>
            <a:xfrm flipV="1">
              <a:off x="5260557"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1" name="Straight Connector 140">
              <a:extLst>
                <a:ext uri="{FF2B5EF4-FFF2-40B4-BE49-F238E27FC236}">
                  <a16:creationId xmlns:a16="http://schemas.microsoft.com/office/drawing/2014/main" id="{841A82F7-2542-7078-5AC2-CDA6CADF3A71}"/>
                </a:ext>
              </a:extLst>
            </p:cNvPr>
            <p:cNvCxnSpPr>
              <a:cxnSpLocks/>
            </p:cNvCxnSpPr>
            <p:nvPr/>
          </p:nvCxnSpPr>
          <p:spPr>
            <a:xfrm>
              <a:off x="5266276"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2" name="Group 141">
            <a:extLst>
              <a:ext uri="{FF2B5EF4-FFF2-40B4-BE49-F238E27FC236}">
                <a16:creationId xmlns:a16="http://schemas.microsoft.com/office/drawing/2014/main" id="{667A0106-2250-1271-66FF-21F4BEC3712D}"/>
              </a:ext>
            </a:extLst>
          </p:cNvPr>
          <p:cNvGrpSpPr/>
          <p:nvPr/>
        </p:nvGrpSpPr>
        <p:grpSpPr>
          <a:xfrm>
            <a:off x="9651394" y="811173"/>
            <a:ext cx="721206" cy="609701"/>
            <a:chOff x="9657972" y="90836"/>
            <a:chExt cx="721206" cy="609701"/>
          </a:xfrm>
        </p:grpSpPr>
        <p:sp>
          <p:nvSpPr>
            <p:cNvPr id="143" name="Rectangle 142">
              <a:hlinkHover r:id="" action="ppaction://noaction" highlightClick="1"/>
              <a:extLst>
                <a:ext uri="{FF2B5EF4-FFF2-40B4-BE49-F238E27FC236}">
                  <a16:creationId xmlns:a16="http://schemas.microsoft.com/office/drawing/2014/main" id="{4734421B-1F4E-4AD0-768D-940505F77B07}"/>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44" name="Diamond 143">
              <a:extLst>
                <a:ext uri="{FF2B5EF4-FFF2-40B4-BE49-F238E27FC236}">
                  <a16:creationId xmlns:a16="http://schemas.microsoft.com/office/drawing/2014/main" id="{1F241A97-6B69-9B2E-9F74-55B9DE3986E0}"/>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5" name="Oval 144">
              <a:extLst>
                <a:ext uri="{FF2B5EF4-FFF2-40B4-BE49-F238E27FC236}">
                  <a16:creationId xmlns:a16="http://schemas.microsoft.com/office/drawing/2014/main" id="{000A66F4-9BDA-7048-8AFA-8372A4677A9C}"/>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6" name="Group 145">
            <a:extLst>
              <a:ext uri="{FF2B5EF4-FFF2-40B4-BE49-F238E27FC236}">
                <a16:creationId xmlns:a16="http://schemas.microsoft.com/office/drawing/2014/main" id="{B3EC3BA2-258F-1674-D244-658D376285E5}"/>
              </a:ext>
            </a:extLst>
          </p:cNvPr>
          <p:cNvGrpSpPr/>
          <p:nvPr/>
        </p:nvGrpSpPr>
        <p:grpSpPr>
          <a:xfrm>
            <a:off x="2102908" y="811556"/>
            <a:ext cx="721206" cy="609701"/>
            <a:chOff x="2102908" y="811556"/>
            <a:chExt cx="721206" cy="609701"/>
          </a:xfrm>
        </p:grpSpPr>
        <p:sp>
          <p:nvSpPr>
            <p:cNvPr id="147" name="Rectangle 146">
              <a:extLst>
                <a:ext uri="{FF2B5EF4-FFF2-40B4-BE49-F238E27FC236}">
                  <a16:creationId xmlns:a16="http://schemas.microsoft.com/office/drawing/2014/main" id="{871571FB-0899-F10A-6341-A4D1A96A2398}"/>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8" name="Rectangle 147">
              <a:extLst>
                <a:ext uri="{FF2B5EF4-FFF2-40B4-BE49-F238E27FC236}">
                  <a16:creationId xmlns:a16="http://schemas.microsoft.com/office/drawing/2014/main" id="{7592392B-2394-1CDD-CAE4-A8687808A522}"/>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9" name="Oval 15">
              <a:extLst>
                <a:ext uri="{FF2B5EF4-FFF2-40B4-BE49-F238E27FC236}">
                  <a16:creationId xmlns:a16="http://schemas.microsoft.com/office/drawing/2014/main" id="{66B65CE4-E87D-71C8-CC4F-F98A68DEFC5F}"/>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0" name="Straight Connector 149">
              <a:extLst>
                <a:ext uri="{FF2B5EF4-FFF2-40B4-BE49-F238E27FC236}">
                  <a16:creationId xmlns:a16="http://schemas.microsoft.com/office/drawing/2014/main" id="{C336883B-E34C-F0D8-0F68-DFFCD778BFBA}"/>
                </a:ext>
              </a:extLst>
            </p:cNvPr>
            <p:cNvCxnSpPr>
              <a:cxnSpLocks/>
              <a:stCxn id="149"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51" name="Straight Connector 150">
              <a:extLst>
                <a:ext uri="{FF2B5EF4-FFF2-40B4-BE49-F238E27FC236}">
                  <a16:creationId xmlns:a16="http://schemas.microsoft.com/office/drawing/2014/main" id="{45809C58-AC96-D577-6B35-B8F24F22ED37}"/>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2" name="Group 151">
            <a:extLst>
              <a:ext uri="{FF2B5EF4-FFF2-40B4-BE49-F238E27FC236}">
                <a16:creationId xmlns:a16="http://schemas.microsoft.com/office/drawing/2014/main" id="{02C01413-B293-D76A-0A34-DBD0DEDB5B2E}"/>
              </a:ext>
            </a:extLst>
          </p:cNvPr>
          <p:cNvGrpSpPr/>
          <p:nvPr/>
        </p:nvGrpSpPr>
        <p:grpSpPr>
          <a:xfrm>
            <a:off x="10506594" y="811556"/>
            <a:ext cx="721220" cy="609701"/>
            <a:chOff x="10506594" y="811556"/>
            <a:chExt cx="721220" cy="609701"/>
          </a:xfrm>
        </p:grpSpPr>
        <p:sp>
          <p:nvSpPr>
            <p:cNvPr id="153" name="Rectangle 152">
              <a:extLst>
                <a:ext uri="{FF2B5EF4-FFF2-40B4-BE49-F238E27FC236}">
                  <a16:creationId xmlns:a16="http://schemas.microsoft.com/office/drawing/2014/main" id="{012CF7C0-1D7C-ADC1-05E3-64DA611C9571}"/>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4" name="Rectangle 153">
              <a:extLst>
                <a:ext uri="{FF2B5EF4-FFF2-40B4-BE49-F238E27FC236}">
                  <a16:creationId xmlns:a16="http://schemas.microsoft.com/office/drawing/2014/main" id="{B7941FF0-1A70-1FB5-6114-3F07842AC865}"/>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5" name="Oval 15">
              <a:extLst>
                <a:ext uri="{FF2B5EF4-FFF2-40B4-BE49-F238E27FC236}">
                  <a16:creationId xmlns:a16="http://schemas.microsoft.com/office/drawing/2014/main" id="{FFDE44BF-9FDC-72E8-6661-B1C5424F11BC}"/>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6" name="Straight Connector 155">
              <a:extLst>
                <a:ext uri="{FF2B5EF4-FFF2-40B4-BE49-F238E27FC236}">
                  <a16:creationId xmlns:a16="http://schemas.microsoft.com/office/drawing/2014/main" id="{292B8A3F-F931-3373-D681-56C78E0171FA}"/>
                </a:ext>
              </a:extLst>
            </p:cNvPr>
            <p:cNvCxnSpPr>
              <a:cxnSpLocks/>
              <a:stCxn id="155"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7" name="Straight Connector 156">
              <a:extLst>
                <a:ext uri="{FF2B5EF4-FFF2-40B4-BE49-F238E27FC236}">
                  <a16:creationId xmlns:a16="http://schemas.microsoft.com/office/drawing/2014/main" id="{04FD7B22-6FFA-B328-B8D3-C08F834B263C}"/>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8" name="Group 157">
            <a:extLst>
              <a:ext uri="{FF2B5EF4-FFF2-40B4-BE49-F238E27FC236}">
                <a16:creationId xmlns:a16="http://schemas.microsoft.com/office/drawing/2014/main" id="{446405A2-B822-0695-1A9B-03F7D8526348}"/>
              </a:ext>
            </a:extLst>
          </p:cNvPr>
          <p:cNvGrpSpPr/>
          <p:nvPr/>
        </p:nvGrpSpPr>
        <p:grpSpPr>
          <a:xfrm>
            <a:off x="7116512" y="812701"/>
            <a:ext cx="721206" cy="609701"/>
            <a:chOff x="7957576" y="811556"/>
            <a:chExt cx="721206" cy="609701"/>
          </a:xfrm>
        </p:grpSpPr>
        <p:sp>
          <p:nvSpPr>
            <p:cNvPr id="159" name="Rectangle 158">
              <a:extLst>
                <a:ext uri="{FF2B5EF4-FFF2-40B4-BE49-F238E27FC236}">
                  <a16:creationId xmlns:a16="http://schemas.microsoft.com/office/drawing/2014/main" id="{7D9C9997-BB69-506C-FA19-6CDE0FE863E8}"/>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60" name="Rectangle 159">
              <a:extLst>
                <a:ext uri="{FF2B5EF4-FFF2-40B4-BE49-F238E27FC236}">
                  <a16:creationId xmlns:a16="http://schemas.microsoft.com/office/drawing/2014/main" id="{931D1D0B-6AA7-0872-00C3-F2DB33EE304F}"/>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1" name="Oval 15">
              <a:extLst>
                <a:ext uri="{FF2B5EF4-FFF2-40B4-BE49-F238E27FC236}">
                  <a16:creationId xmlns:a16="http://schemas.microsoft.com/office/drawing/2014/main" id="{3BDF26FF-C2A2-7E8A-7ABB-86865D7C7E43}"/>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2" name="Straight Connector 161">
              <a:extLst>
                <a:ext uri="{FF2B5EF4-FFF2-40B4-BE49-F238E27FC236}">
                  <a16:creationId xmlns:a16="http://schemas.microsoft.com/office/drawing/2014/main" id="{D55B3EA2-85B4-AD97-CE94-D8DD24B79012}"/>
                </a:ext>
              </a:extLst>
            </p:cNvPr>
            <p:cNvCxnSpPr>
              <a:cxnSpLocks/>
              <a:stCxn id="161"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3" name="Straight Connector 162">
              <a:extLst>
                <a:ext uri="{FF2B5EF4-FFF2-40B4-BE49-F238E27FC236}">
                  <a16:creationId xmlns:a16="http://schemas.microsoft.com/office/drawing/2014/main" id="{810791E4-EFA2-D4C6-0647-51392FE90493}"/>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4" name="Group 163">
            <a:extLst>
              <a:ext uri="{FF2B5EF4-FFF2-40B4-BE49-F238E27FC236}">
                <a16:creationId xmlns:a16="http://schemas.microsoft.com/office/drawing/2014/main" id="{5127E730-1E26-4FCE-86B8-644F5A41C4DE}"/>
              </a:ext>
            </a:extLst>
          </p:cNvPr>
          <p:cNvGrpSpPr/>
          <p:nvPr/>
        </p:nvGrpSpPr>
        <p:grpSpPr>
          <a:xfrm>
            <a:off x="10508723" y="1536662"/>
            <a:ext cx="721206" cy="609701"/>
            <a:chOff x="11356242" y="1532276"/>
            <a:chExt cx="721206" cy="609701"/>
          </a:xfrm>
        </p:grpSpPr>
        <p:sp>
          <p:nvSpPr>
            <p:cNvPr id="165" name="Rectangle 164">
              <a:hlinkHover r:id="" action="ppaction://noaction" highlightClick="1"/>
              <a:extLst>
                <a:ext uri="{FF2B5EF4-FFF2-40B4-BE49-F238E27FC236}">
                  <a16:creationId xmlns:a16="http://schemas.microsoft.com/office/drawing/2014/main" id="{DE10F560-DAF9-5223-3B03-1133382BF406}"/>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66" name="Oval 165">
              <a:extLst>
                <a:ext uri="{FF2B5EF4-FFF2-40B4-BE49-F238E27FC236}">
                  <a16:creationId xmlns:a16="http://schemas.microsoft.com/office/drawing/2014/main" id="{ED74F296-0FFC-30E9-BB31-E275ACCC1C05}"/>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7" name="Isosceles Triangle 648">
              <a:extLst>
                <a:ext uri="{FF2B5EF4-FFF2-40B4-BE49-F238E27FC236}">
                  <a16:creationId xmlns:a16="http://schemas.microsoft.com/office/drawing/2014/main" id="{BBA89437-2B27-6C70-85DE-AFFAC6020060}"/>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8" name="Group 167">
            <a:extLst>
              <a:ext uri="{FF2B5EF4-FFF2-40B4-BE49-F238E27FC236}">
                <a16:creationId xmlns:a16="http://schemas.microsoft.com/office/drawing/2014/main" id="{15C7AADB-53BD-5D3E-0599-82B51CF65E02}"/>
              </a:ext>
            </a:extLst>
          </p:cNvPr>
          <p:cNvGrpSpPr/>
          <p:nvPr/>
        </p:nvGrpSpPr>
        <p:grpSpPr>
          <a:xfrm>
            <a:off x="7957576" y="2253333"/>
            <a:ext cx="721206" cy="609701"/>
            <a:chOff x="7957576" y="2253333"/>
            <a:chExt cx="721206" cy="609701"/>
          </a:xfrm>
        </p:grpSpPr>
        <p:sp>
          <p:nvSpPr>
            <p:cNvPr id="169" name="Rectangle 168">
              <a:extLst>
                <a:ext uri="{FF2B5EF4-FFF2-40B4-BE49-F238E27FC236}">
                  <a16:creationId xmlns:a16="http://schemas.microsoft.com/office/drawing/2014/main" id="{86254440-9BCD-5319-7EA6-170391C50B65}"/>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170" name="Right Triangle 169">
              <a:extLst>
                <a:ext uri="{FF2B5EF4-FFF2-40B4-BE49-F238E27FC236}">
                  <a16:creationId xmlns:a16="http://schemas.microsoft.com/office/drawing/2014/main" id="{F5C5C519-428E-142C-9C24-38F291777EA0}"/>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1" name="Group 170">
              <a:extLst>
                <a:ext uri="{FF2B5EF4-FFF2-40B4-BE49-F238E27FC236}">
                  <a16:creationId xmlns:a16="http://schemas.microsoft.com/office/drawing/2014/main" id="{AA5108EA-83D0-B8A6-7E3F-16C479EBE1D4}"/>
                </a:ext>
              </a:extLst>
            </p:cNvPr>
            <p:cNvGrpSpPr/>
            <p:nvPr/>
          </p:nvGrpSpPr>
          <p:grpSpPr>
            <a:xfrm>
              <a:off x="8621953" y="2262661"/>
              <a:ext cx="37817" cy="61390"/>
              <a:chOff x="3883481" y="2057400"/>
              <a:chExt cx="1608363" cy="2652031"/>
            </a:xfrm>
            <a:solidFill>
              <a:srgbClr val="A6A6A6"/>
            </a:solidFill>
          </p:grpSpPr>
          <p:sp>
            <p:nvSpPr>
              <p:cNvPr id="172" name="Oval 27">
                <a:extLst>
                  <a:ext uri="{FF2B5EF4-FFF2-40B4-BE49-F238E27FC236}">
                    <a16:creationId xmlns:a16="http://schemas.microsoft.com/office/drawing/2014/main" id="{1D96E4BF-83EA-9D80-D836-1F1F3AEB3A8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3" name="Oval 28">
                <a:extLst>
                  <a:ext uri="{FF2B5EF4-FFF2-40B4-BE49-F238E27FC236}">
                    <a16:creationId xmlns:a16="http://schemas.microsoft.com/office/drawing/2014/main" id="{7D2D178B-E0C5-4B3F-C271-629750EC36E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4" name="Group 173">
            <a:extLst>
              <a:ext uri="{FF2B5EF4-FFF2-40B4-BE49-F238E27FC236}">
                <a16:creationId xmlns:a16="http://schemas.microsoft.com/office/drawing/2014/main" id="{39F1E7A0-40D0-B909-447B-85D7BCAF70AC}"/>
              </a:ext>
            </a:extLst>
          </p:cNvPr>
          <p:cNvGrpSpPr/>
          <p:nvPr/>
        </p:nvGrpSpPr>
        <p:grpSpPr>
          <a:xfrm>
            <a:off x="6283037" y="2264881"/>
            <a:ext cx="721206" cy="609702"/>
            <a:chOff x="8807242" y="2253333"/>
            <a:chExt cx="721206" cy="609702"/>
          </a:xfrm>
        </p:grpSpPr>
        <p:sp>
          <p:nvSpPr>
            <p:cNvPr id="175" name="Rectangle 174">
              <a:extLst>
                <a:ext uri="{FF2B5EF4-FFF2-40B4-BE49-F238E27FC236}">
                  <a16:creationId xmlns:a16="http://schemas.microsoft.com/office/drawing/2014/main" id="{D31E8491-FAE2-BBFF-1D41-CF15666F1745}"/>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176" name="Right Triangle 175">
              <a:extLst>
                <a:ext uri="{FF2B5EF4-FFF2-40B4-BE49-F238E27FC236}">
                  <a16:creationId xmlns:a16="http://schemas.microsoft.com/office/drawing/2014/main" id="{255A39D9-5BF3-CFD8-DF07-42ACB55214FB}"/>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 name="Oval 27">
              <a:extLst>
                <a:ext uri="{FF2B5EF4-FFF2-40B4-BE49-F238E27FC236}">
                  <a16:creationId xmlns:a16="http://schemas.microsoft.com/office/drawing/2014/main" id="{BE2D85C3-2F29-11BB-3990-797982AA3FBF}"/>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8" name="Oval 28">
              <a:extLst>
                <a:ext uri="{FF2B5EF4-FFF2-40B4-BE49-F238E27FC236}">
                  <a16:creationId xmlns:a16="http://schemas.microsoft.com/office/drawing/2014/main" id="{57FF9889-049D-F7C4-C73A-2F1A19569463}"/>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9" name="Group 178">
            <a:extLst>
              <a:ext uri="{FF2B5EF4-FFF2-40B4-BE49-F238E27FC236}">
                <a16:creationId xmlns:a16="http://schemas.microsoft.com/office/drawing/2014/main" id="{20B879CA-1855-5431-237B-F64D31C613A9}"/>
              </a:ext>
            </a:extLst>
          </p:cNvPr>
          <p:cNvGrpSpPr/>
          <p:nvPr/>
        </p:nvGrpSpPr>
        <p:grpSpPr>
          <a:xfrm>
            <a:off x="9656908" y="2253333"/>
            <a:ext cx="721206" cy="609701"/>
            <a:chOff x="9656908" y="2253333"/>
            <a:chExt cx="721206" cy="609701"/>
          </a:xfrm>
        </p:grpSpPr>
        <p:sp>
          <p:nvSpPr>
            <p:cNvPr id="180" name="Rectangle 179">
              <a:hlinkHover r:id="" action="ppaction://noaction" highlightClick="1"/>
              <a:extLst>
                <a:ext uri="{FF2B5EF4-FFF2-40B4-BE49-F238E27FC236}">
                  <a16:creationId xmlns:a16="http://schemas.microsoft.com/office/drawing/2014/main" id="{A74B55BA-DB8F-3009-0943-5E8341ED44F6}"/>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81" name="Rectangle 180">
              <a:extLst>
                <a:ext uri="{FF2B5EF4-FFF2-40B4-BE49-F238E27FC236}">
                  <a16:creationId xmlns:a16="http://schemas.microsoft.com/office/drawing/2014/main" id="{33E88313-CAD9-B3E8-1BD1-2BF62F728711}"/>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Oval 15">
              <a:extLst>
                <a:ext uri="{FF2B5EF4-FFF2-40B4-BE49-F238E27FC236}">
                  <a16:creationId xmlns:a16="http://schemas.microsoft.com/office/drawing/2014/main" id="{963880DC-C05A-C5E7-9705-EC017C7685E0}"/>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3" name="Straight Connector 182">
              <a:extLst>
                <a:ext uri="{FF2B5EF4-FFF2-40B4-BE49-F238E27FC236}">
                  <a16:creationId xmlns:a16="http://schemas.microsoft.com/office/drawing/2014/main" id="{BA90136D-8F90-1942-C4DA-B2BA01398F78}"/>
                </a:ext>
              </a:extLst>
            </p:cNvPr>
            <p:cNvCxnSpPr>
              <a:cxnSpLocks/>
              <a:stCxn id="182"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4" name="Straight Connector 183">
              <a:extLst>
                <a:ext uri="{FF2B5EF4-FFF2-40B4-BE49-F238E27FC236}">
                  <a16:creationId xmlns:a16="http://schemas.microsoft.com/office/drawing/2014/main" id="{4E71461A-B7B9-7469-4633-1D9D5E95E4AE}"/>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5" name="Group 184">
            <a:extLst>
              <a:ext uri="{FF2B5EF4-FFF2-40B4-BE49-F238E27FC236}">
                <a16:creationId xmlns:a16="http://schemas.microsoft.com/office/drawing/2014/main" id="{75970C5B-4244-1CA8-F3EE-095EAEC56C09}"/>
              </a:ext>
            </a:extLst>
          </p:cNvPr>
          <p:cNvGrpSpPr/>
          <p:nvPr/>
        </p:nvGrpSpPr>
        <p:grpSpPr>
          <a:xfrm>
            <a:off x="8808980" y="2268701"/>
            <a:ext cx="721206" cy="609701"/>
            <a:chOff x="11356238" y="2253333"/>
            <a:chExt cx="721206" cy="609701"/>
          </a:xfrm>
        </p:grpSpPr>
        <p:sp>
          <p:nvSpPr>
            <p:cNvPr id="186" name="Rectangle 185">
              <a:hlinkHover r:id="" action="ppaction://noaction" highlightClick="1"/>
              <a:extLst>
                <a:ext uri="{FF2B5EF4-FFF2-40B4-BE49-F238E27FC236}">
                  <a16:creationId xmlns:a16="http://schemas.microsoft.com/office/drawing/2014/main" id="{7307586A-B376-98A0-8596-E62FAB9C2447}"/>
                </a:ext>
              </a:extLst>
            </p:cNvPr>
            <p:cNvSpPr/>
            <p:nvPr/>
          </p:nvSpPr>
          <p:spPr>
            <a:xfrm>
              <a:off x="11356238" y="225333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87" name="Oval 186">
              <a:extLst>
                <a:ext uri="{FF2B5EF4-FFF2-40B4-BE49-F238E27FC236}">
                  <a16:creationId xmlns:a16="http://schemas.microsoft.com/office/drawing/2014/main" id="{7348D859-B0D1-079B-713F-E06A818563CA}"/>
                </a:ext>
              </a:extLst>
            </p:cNvPr>
            <p:cNvSpPr/>
            <p:nvPr/>
          </p:nvSpPr>
          <p:spPr>
            <a:xfrm>
              <a:off x="11934777" y="226109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8" name="Isosceles Triangle 648">
              <a:extLst>
                <a:ext uri="{FF2B5EF4-FFF2-40B4-BE49-F238E27FC236}">
                  <a16:creationId xmlns:a16="http://schemas.microsoft.com/office/drawing/2014/main" id="{32D38C83-AD65-1BF9-74C6-E7E550D014BD}"/>
                </a:ext>
              </a:extLst>
            </p:cNvPr>
            <p:cNvSpPr/>
            <p:nvPr/>
          </p:nvSpPr>
          <p:spPr>
            <a:xfrm>
              <a:off x="11964901" y="227460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89" name="Group 188">
            <a:extLst>
              <a:ext uri="{FF2B5EF4-FFF2-40B4-BE49-F238E27FC236}">
                <a16:creationId xmlns:a16="http://schemas.microsoft.com/office/drawing/2014/main" id="{D8AAC736-4B20-14F5-F556-07430990DDD5}"/>
              </a:ext>
            </a:extLst>
          </p:cNvPr>
          <p:cNvGrpSpPr/>
          <p:nvPr/>
        </p:nvGrpSpPr>
        <p:grpSpPr>
          <a:xfrm>
            <a:off x="10506573" y="2253333"/>
            <a:ext cx="721206" cy="609701"/>
            <a:chOff x="10506573" y="2253333"/>
            <a:chExt cx="721206" cy="609701"/>
          </a:xfrm>
        </p:grpSpPr>
        <p:sp>
          <p:nvSpPr>
            <p:cNvPr id="190" name="Rectangle 189">
              <a:hlinkHover r:id="" action="ppaction://noaction" highlightClick="1"/>
              <a:extLst>
                <a:ext uri="{FF2B5EF4-FFF2-40B4-BE49-F238E27FC236}">
                  <a16:creationId xmlns:a16="http://schemas.microsoft.com/office/drawing/2014/main" id="{04FE2C38-1CDA-26F0-ADF6-CD0A71581349}"/>
                </a:ext>
              </a:extLst>
            </p:cNvPr>
            <p:cNvSpPr/>
            <p:nvPr/>
          </p:nvSpPr>
          <p:spPr>
            <a:xfrm>
              <a:off x="10506573" y="2253333"/>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191" name="Diamond 190">
              <a:extLst>
                <a:ext uri="{FF2B5EF4-FFF2-40B4-BE49-F238E27FC236}">
                  <a16:creationId xmlns:a16="http://schemas.microsoft.com/office/drawing/2014/main" id="{0398918F-FDFD-0512-4878-E57BFC22EBFA}"/>
                </a:ext>
              </a:extLst>
            </p:cNvPr>
            <p:cNvSpPr/>
            <p:nvPr/>
          </p:nvSpPr>
          <p:spPr>
            <a:xfrm>
              <a:off x="11091271" y="2255684"/>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6" name="Oval 255">
              <a:extLst>
                <a:ext uri="{FF2B5EF4-FFF2-40B4-BE49-F238E27FC236}">
                  <a16:creationId xmlns:a16="http://schemas.microsoft.com/office/drawing/2014/main" id="{8F01BDBD-883B-D190-F87B-C0323D07B419}"/>
                </a:ext>
              </a:extLst>
            </p:cNvPr>
            <p:cNvSpPr/>
            <p:nvPr/>
          </p:nvSpPr>
          <p:spPr>
            <a:xfrm>
              <a:off x="11125474" y="2289172"/>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57" name="Group 256">
            <a:extLst>
              <a:ext uri="{FF2B5EF4-FFF2-40B4-BE49-F238E27FC236}">
                <a16:creationId xmlns:a16="http://schemas.microsoft.com/office/drawing/2014/main" id="{37981C5D-096B-2F80-9EF6-0C8B43AB97F7}"/>
              </a:ext>
            </a:extLst>
          </p:cNvPr>
          <p:cNvGrpSpPr/>
          <p:nvPr/>
        </p:nvGrpSpPr>
        <p:grpSpPr>
          <a:xfrm>
            <a:off x="11356557" y="2249491"/>
            <a:ext cx="721206" cy="609701"/>
            <a:chOff x="5451377" y="2253333"/>
            <a:chExt cx="721206" cy="609701"/>
          </a:xfrm>
        </p:grpSpPr>
        <p:sp>
          <p:nvSpPr>
            <p:cNvPr id="258" name="Rectangle 257">
              <a:extLst>
                <a:ext uri="{FF2B5EF4-FFF2-40B4-BE49-F238E27FC236}">
                  <a16:creationId xmlns:a16="http://schemas.microsoft.com/office/drawing/2014/main" id="{6906680B-D668-6109-E494-BC70DCC7A021}"/>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259" name="Right Triangle 258">
              <a:extLst>
                <a:ext uri="{FF2B5EF4-FFF2-40B4-BE49-F238E27FC236}">
                  <a16:creationId xmlns:a16="http://schemas.microsoft.com/office/drawing/2014/main" id="{0263FCCC-852B-6DA6-962D-CDDE7D728BFD}"/>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60" name="Group 259">
              <a:extLst>
                <a:ext uri="{FF2B5EF4-FFF2-40B4-BE49-F238E27FC236}">
                  <a16:creationId xmlns:a16="http://schemas.microsoft.com/office/drawing/2014/main" id="{13A224E0-1F07-AA04-6A98-027C495ED8E1}"/>
                </a:ext>
              </a:extLst>
            </p:cNvPr>
            <p:cNvGrpSpPr/>
            <p:nvPr/>
          </p:nvGrpSpPr>
          <p:grpSpPr>
            <a:xfrm>
              <a:off x="6116566" y="2264771"/>
              <a:ext cx="37817" cy="61390"/>
              <a:chOff x="3883481" y="2057400"/>
              <a:chExt cx="1608363" cy="2652031"/>
            </a:xfrm>
            <a:solidFill>
              <a:srgbClr val="A6A6A6"/>
            </a:solidFill>
          </p:grpSpPr>
          <p:sp>
            <p:nvSpPr>
              <p:cNvPr id="261" name="Oval 27">
                <a:extLst>
                  <a:ext uri="{FF2B5EF4-FFF2-40B4-BE49-F238E27FC236}">
                    <a16:creationId xmlns:a16="http://schemas.microsoft.com/office/drawing/2014/main" id="{576FC8F1-F83B-913E-C4D0-9A5E6235677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2" name="Oval 28">
                <a:extLst>
                  <a:ext uri="{FF2B5EF4-FFF2-40B4-BE49-F238E27FC236}">
                    <a16:creationId xmlns:a16="http://schemas.microsoft.com/office/drawing/2014/main" id="{D2178C5A-97B5-C77E-08C8-0B5718A66FA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3" name="Group 262">
            <a:extLst>
              <a:ext uri="{FF2B5EF4-FFF2-40B4-BE49-F238E27FC236}">
                <a16:creationId xmlns:a16="http://schemas.microsoft.com/office/drawing/2014/main" id="{94F1D51A-9F8F-7378-975D-DCCA9162AFA6}"/>
              </a:ext>
            </a:extLst>
          </p:cNvPr>
          <p:cNvGrpSpPr/>
          <p:nvPr/>
        </p:nvGrpSpPr>
        <p:grpSpPr>
          <a:xfrm>
            <a:off x="5446483" y="2257175"/>
            <a:ext cx="721206" cy="609701"/>
            <a:chOff x="6287884" y="2253333"/>
            <a:chExt cx="721206" cy="609701"/>
          </a:xfrm>
        </p:grpSpPr>
        <p:sp>
          <p:nvSpPr>
            <p:cNvPr id="264" name="Rectangle 263">
              <a:extLst>
                <a:ext uri="{FF2B5EF4-FFF2-40B4-BE49-F238E27FC236}">
                  <a16:creationId xmlns:a16="http://schemas.microsoft.com/office/drawing/2014/main" id="{BD900173-00A2-6040-ECF9-3164E6558EB9}"/>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265" name="Right Triangle 264">
              <a:extLst>
                <a:ext uri="{FF2B5EF4-FFF2-40B4-BE49-F238E27FC236}">
                  <a16:creationId xmlns:a16="http://schemas.microsoft.com/office/drawing/2014/main" id="{A800A68B-FAF0-7725-44F3-5EAAF6F73C63}"/>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66" name="Group 265">
              <a:extLst>
                <a:ext uri="{FF2B5EF4-FFF2-40B4-BE49-F238E27FC236}">
                  <a16:creationId xmlns:a16="http://schemas.microsoft.com/office/drawing/2014/main" id="{FE48030A-966F-2738-054E-874343D9F16C}"/>
                </a:ext>
              </a:extLst>
            </p:cNvPr>
            <p:cNvGrpSpPr/>
            <p:nvPr/>
          </p:nvGrpSpPr>
          <p:grpSpPr>
            <a:xfrm>
              <a:off x="6952478" y="2265091"/>
              <a:ext cx="37817" cy="61390"/>
              <a:chOff x="3883481" y="2057400"/>
              <a:chExt cx="1608363" cy="2652031"/>
            </a:xfrm>
            <a:solidFill>
              <a:srgbClr val="A6A6A6"/>
            </a:solidFill>
          </p:grpSpPr>
          <p:sp>
            <p:nvSpPr>
              <p:cNvPr id="267" name="Oval 27">
                <a:extLst>
                  <a:ext uri="{FF2B5EF4-FFF2-40B4-BE49-F238E27FC236}">
                    <a16:creationId xmlns:a16="http://schemas.microsoft.com/office/drawing/2014/main" id="{AABFB39B-09EA-618A-3E8C-726231A7C64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8" name="Oval 28">
                <a:extLst>
                  <a:ext uri="{FF2B5EF4-FFF2-40B4-BE49-F238E27FC236}">
                    <a16:creationId xmlns:a16="http://schemas.microsoft.com/office/drawing/2014/main" id="{541E7BAA-EB31-453C-57F2-F6C4ED08AC0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69" name="Group 268">
            <a:extLst>
              <a:ext uri="{FF2B5EF4-FFF2-40B4-BE49-F238E27FC236}">
                <a16:creationId xmlns:a16="http://schemas.microsoft.com/office/drawing/2014/main" id="{60E9CC8D-11A1-FD46-9FFB-A65312CA621D}"/>
              </a:ext>
            </a:extLst>
          </p:cNvPr>
          <p:cNvGrpSpPr/>
          <p:nvPr/>
        </p:nvGrpSpPr>
        <p:grpSpPr>
          <a:xfrm>
            <a:off x="7114927" y="2267713"/>
            <a:ext cx="721206" cy="609701"/>
            <a:chOff x="9657610" y="2974054"/>
            <a:chExt cx="721206" cy="609701"/>
          </a:xfrm>
        </p:grpSpPr>
        <p:sp>
          <p:nvSpPr>
            <p:cNvPr id="270" name="Rectangle 269">
              <a:extLst>
                <a:ext uri="{FF2B5EF4-FFF2-40B4-BE49-F238E27FC236}">
                  <a16:creationId xmlns:a16="http://schemas.microsoft.com/office/drawing/2014/main" id="{21C760D2-DF1B-EDC1-B0BE-329A9A244133}"/>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276" name="Rectangle 275">
              <a:extLst>
                <a:ext uri="{FF2B5EF4-FFF2-40B4-BE49-F238E27FC236}">
                  <a16:creationId xmlns:a16="http://schemas.microsoft.com/office/drawing/2014/main" id="{3295CEAC-42F9-4130-48FF-5FA8C556050D}"/>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7" name="Oval 15">
              <a:extLst>
                <a:ext uri="{FF2B5EF4-FFF2-40B4-BE49-F238E27FC236}">
                  <a16:creationId xmlns:a16="http://schemas.microsoft.com/office/drawing/2014/main" id="{4EA74E9B-F054-617F-CED8-4D292C922C15}"/>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78" name="Straight Connector 277">
              <a:extLst>
                <a:ext uri="{FF2B5EF4-FFF2-40B4-BE49-F238E27FC236}">
                  <a16:creationId xmlns:a16="http://schemas.microsoft.com/office/drawing/2014/main" id="{E206D20B-4C86-0736-F08B-B00B82FFE3F9}"/>
                </a:ext>
              </a:extLst>
            </p:cNvPr>
            <p:cNvCxnSpPr>
              <a:cxnSpLocks/>
              <a:stCxn id="277"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79" name="Straight Connector 278">
              <a:extLst>
                <a:ext uri="{FF2B5EF4-FFF2-40B4-BE49-F238E27FC236}">
                  <a16:creationId xmlns:a16="http://schemas.microsoft.com/office/drawing/2014/main" id="{404B793B-2136-7A5F-6110-1729056725AC}"/>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81" name="Group 280">
            <a:extLst>
              <a:ext uri="{FF2B5EF4-FFF2-40B4-BE49-F238E27FC236}">
                <a16:creationId xmlns:a16="http://schemas.microsoft.com/office/drawing/2014/main" id="{7D03ED77-814C-161E-3B06-D5B78252B5FD}"/>
              </a:ext>
            </a:extLst>
          </p:cNvPr>
          <p:cNvGrpSpPr/>
          <p:nvPr/>
        </p:nvGrpSpPr>
        <p:grpSpPr>
          <a:xfrm>
            <a:off x="11355999" y="2974054"/>
            <a:ext cx="721206" cy="609701"/>
            <a:chOff x="11355999" y="2974054"/>
            <a:chExt cx="721206" cy="609701"/>
          </a:xfrm>
        </p:grpSpPr>
        <p:sp>
          <p:nvSpPr>
            <p:cNvPr id="282" name="Rectangle 281">
              <a:hlinkHover r:id="" action="ppaction://noaction" highlightClick="1"/>
              <a:extLst>
                <a:ext uri="{FF2B5EF4-FFF2-40B4-BE49-F238E27FC236}">
                  <a16:creationId xmlns:a16="http://schemas.microsoft.com/office/drawing/2014/main" id="{10C0A47B-4F26-EA1F-479A-467E7B7821C6}"/>
                </a:ext>
              </a:extLst>
            </p:cNvPr>
            <p:cNvSpPr/>
            <p:nvPr/>
          </p:nvSpPr>
          <p:spPr>
            <a:xfrm>
              <a:off x="11355999" y="297405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283" name="Oval 282">
              <a:extLst>
                <a:ext uri="{FF2B5EF4-FFF2-40B4-BE49-F238E27FC236}">
                  <a16:creationId xmlns:a16="http://schemas.microsoft.com/office/drawing/2014/main" id="{5232128A-A217-788A-BC1C-13ACFCEF83F9}"/>
                </a:ext>
              </a:extLst>
            </p:cNvPr>
            <p:cNvSpPr/>
            <p:nvPr/>
          </p:nvSpPr>
          <p:spPr>
            <a:xfrm>
              <a:off x="11933223" y="298330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4" name="Isosceles Triangle 648">
              <a:extLst>
                <a:ext uri="{FF2B5EF4-FFF2-40B4-BE49-F238E27FC236}">
                  <a16:creationId xmlns:a16="http://schemas.microsoft.com/office/drawing/2014/main" id="{3BCB11B5-4D9A-937B-57F5-C03416990B51}"/>
                </a:ext>
              </a:extLst>
            </p:cNvPr>
            <p:cNvSpPr/>
            <p:nvPr/>
          </p:nvSpPr>
          <p:spPr>
            <a:xfrm>
              <a:off x="11963348" y="299682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85" name="Group 284">
            <a:extLst>
              <a:ext uri="{FF2B5EF4-FFF2-40B4-BE49-F238E27FC236}">
                <a16:creationId xmlns:a16="http://schemas.microsoft.com/office/drawing/2014/main" id="{5AFB4B16-F156-5BEE-E6B7-08374C5DE14A}"/>
              </a:ext>
            </a:extLst>
          </p:cNvPr>
          <p:cNvGrpSpPr/>
          <p:nvPr/>
        </p:nvGrpSpPr>
        <p:grpSpPr>
          <a:xfrm>
            <a:off x="10513198" y="2974054"/>
            <a:ext cx="721206" cy="609701"/>
            <a:chOff x="9656908" y="2253333"/>
            <a:chExt cx="721206" cy="609701"/>
          </a:xfrm>
        </p:grpSpPr>
        <p:sp>
          <p:nvSpPr>
            <p:cNvPr id="286" name="Rectangle 285">
              <a:hlinkHover r:id="" action="ppaction://noaction" highlightClick="1"/>
              <a:extLst>
                <a:ext uri="{FF2B5EF4-FFF2-40B4-BE49-F238E27FC236}">
                  <a16:creationId xmlns:a16="http://schemas.microsoft.com/office/drawing/2014/main" id="{E2B567DE-D664-27E3-79AE-E4F6727A97CD}"/>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Agent Identities</a:t>
              </a:r>
            </a:p>
          </p:txBody>
        </p:sp>
        <p:sp>
          <p:nvSpPr>
            <p:cNvPr id="287" name="Rectangle 286">
              <a:extLst>
                <a:ext uri="{FF2B5EF4-FFF2-40B4-BE49-F238E27FC236}">
                  <a16:creationId xmlns:a16="http://schemas.microsoft.com/office/drawing/2014/main" id="{6AD6A356-2287-3ED5-6185-732B92E54A6D}"/>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8" name="Oval 15">
              <a:extLst>
                <a:ext uri="{FF2B5EF4-FFF2-40B4-BE49-F238E27FC236}">
                  <a16:creationId xmlns:a16="http://schemas.microsoft.com/office/drawing/2014/main" id="{67CFCC5A-04A5-7F5B-EE24-0D7801E63504}"/>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89" name="Straight Connector 288">
              <a:extLst>
                <a:ext uri="{FF2B5EF4-FFF2-40B4-BE49-F238E27FC236}">
                  <a16:creationId xmlns:a16="http://schemas.microsoft.com/office/drawing/2014/main" id="{A5DE49CB-5B5E-5D6C-0C0B-279AC1C171F1}"/>
                </a:ext>
              </a:extLst>
            </p:cNvPr>
            <p:cNvCxnSpPr>
              <a:cxnSpLocks/>
              <a:stCxn id="288"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90" name="Straight Connector 289">
              <a:extLst>
                <a:ext uri="{FF2B5EF4-FFF2-40B4-BE49-F238E27FC236}">
                  <a16:creationId xmlns:a16="http://schemas.microsoft.com/office/drawing/2014/main" id="{6D9B6A9E-1BBE-1502-6020-9131DE1D099B}"/>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97" name="Group 296">
            <a:extLst>
              <a:ext uri="{FF2B5EF4-FFF2-40B4-BE49-F238E27FC236}">
                <a16:creationId xmlns:a16="http://schemas.microsoft.com/office/drawing/2014/main" id="{49C14D06-E37D-FD4D-AB2B-D0E47DBE2171}"/>
              </a:ext>
            </a:extLst>
          </p:cNvPr>
          <p:cNvGrpSpPr/>
          <p:nvPr/>
        </p:nvGrpSpPr>
        <p:grpSpPr>
          <a:xfrm>
            <a:off x="2109092" y="2986575"/>
            <a:ext cx="721206" cy="649846"/>
            <a:chOff x="10506800" y="2974054"/>
            <a:chExt cx="721206" cy="649846"/>
          </a:xfrm>
        </p:grpSpPr>
        <p:sp>
          <p:nvSpPr>
            <p:cNvPr id="298" name="Rectangle 297">
              <a:extLst>
                <a:ext uri="{FF2B5EF4-FFF2-40B4-BE49-F238E27FC236}">
                  <a16:creationId xmlns:a16="http://schemas.microsoft.com/office/drawing/2014/main" id="{DFD6ED64-5AFE-871D-B506-9C7A1622C5DE}"/>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299" name="Rectangle 298">
              <a:extLst>
                <a:ext uri="{FF2B5EF4-FFF2-40B4-BE49-F238E27FC236}">
                  <a16:creationId xmlns:a16="http://schemas.microsoft.com/office/drawing/2014/main" id="{5BE5926C-595D-7BE3-0422-2212507BFBD9}"/>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00" name="Oval 15">
              <a:extLst>
                <a:ext uri="{FF2B5EF4-FFF2-40B4-BE49-F238E27FC236}">
                  <a16:creationId xmlns:a16="http://schemas.microsoft.com/office/drawing/2014/main" id="{1B7C6541-19D4-B74F-EA58-52A10546F0D5}"/>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01" name="Straight Connector 300">
              <a:extLst>
                <a:ext uri="{FF2B5EF4-FFF2-40B4-BE49-F238E27FC236}">
                  <a16:creationId xmlns:a16="http://schemas.microsoft.com/office/drawing/2014/main" id="{3C8598C1-7E09-D50F-B076-FF80495F99DF}"/>
                </a:ext>
              </a:extLst>
            </p:cNvPr>
            <p:cNvCxnSpPr>
              <a:cxnSpLocks/>
              <a:stCxn id="300"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02" name="Straight Connector 301">
              <a:extLst>
                <a:ext uri="{FF2B5EF4-FFF2-40B4-BE49-F238E27FC236}">
                  <a16:creationId xmlns:a16="http://schemas.microsoft.com/office/drawing/2014/main" id="{1DBC2C2D-7BFB-EF43-DABF-384A42EAB59E}"/>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03" name="Group 302">
            <a:extLst>
              <a:ext uri="{FF2B5EF4-FFF2-40B4-BE49-F238E27FC236}">
                <a16:creationId xmlns:a16="http://schemas.microsoft.com/office/drawing/2014/main" id="{9CE14EE3-AB40-6EAC-0610-21890ADAD841}"/>
              </a:ext>
            </a:extLst>
          </p:cNvPr>
          <p:cNvGrpSpPr/>
          <p:nvPr/>
        </p:nvGrpSpPr>
        <p:grpSpPr>
          <a:xfrm>
            <a:off x="4621827" y="2983922"/>
            <a:ext cx="721206" cy="654973"/>
            <a:chOff x="9657606" y="2974054"/>
            <a:chExt cx="721206" cy="654973"/>
          </a:xfrm>
        </p:grpSpPr>
        <p:sp>
          <p:nvSpPr>
            <p:cNvPr id="304" name="Rectangle 303">
              <a:extLst>
                <a:ext uri="{FF2B5EF4-FFF2-40B4-BE49-F238E27FC236}">
                  <a16:creationId xmlns:a16="http://schemas.microsoft.com/office/drawing/2014/main" id="{380D3341-8781-0F6F-A0FA-EDB2C9B0B910}"/>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305" name="Rectangle 304">
              <a:extLst>
                <a:ext uri="{FF2B5EF4-FFF2-40B4-BE49-F238E27FC236}">
                  <a16:creationId xmlns:a16="http://schemas.microsoft.com/office/drawing/2014/main" id="{849FE5CE-E8FA-F18D-3C79-E121502D1A9E}"/>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06" name="Oval 15">
              <a:extLst>
                <a:ext uri="{FF2B5EF4-FFF2-40B4-BE49-F238E27FC236}">
                  <a16:creationId xmlns:a16="http://schemas.microsoft.com/office/drawing/2014/main" id="{A6D9B5B6-87C7-ECBE-EDE6-F25A307CAA02}"/>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07" name="Straight Connector 306">
              <a:extLst>
                <a:ext uri="{FF2B5EF4-FFF2-40B4-BE49-F238E27FC236}">
                  <a16:creationId xmlns:a16="http://schemas.microsoft.com/office/drawing/2014/main" id="{7097F691-B9F9-92CA-204C-36CF70942999}"/>
                </a:ext>
              </a:extLst>
            </p:cNvPr>
            <p:cNvCxnSpPr>
              <a:cxnSpLocks/>
              <a:stCxn id="306"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08" name="Straight Connector 307">
              <a:extLst>
                <a:ext uri="{FF2B5EF4-FFF2-40B4-BE49-F238E27FC236}">
                  <a16:creationId xmlns:a16="http://schemas.microsoft.com/office/drawing/2014/main" id="{B696B78F-D27B-04BD-DF32-8C94BAC66037}"/>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09" name="Group 308">
            <a:extLst>
              <a:ext uri="{FF2B5EF4-FFF2-40B4-BE49-F238E27FC236}">
                <a16:creationId xmlns:a16="http://schemas.microsoft.com/office/drawing/2014/main" id="{C1CA9721-C0DF-BCA3-4418-5AA400FDCA73}"/>
              </a:ext>
            </a:extLst>
          </p:cNvPr>
          <p:cNvGrpSpPr/>
          <p:nvPr/>
        </p:nvGrpSpPr>
        <p:grpSpPr>
          <a:xfrm>
            <a:off x="11355832" y="5140982"/>
            <a:ext cx="721220" cy="609701"/>
            <a:chOff x="9656903" y="2253333"/>
            <a:chExt cx="721220" cy="609701"/>
          </a:xfrm>
        </p:grpSpPr>
        <p:sp>
          <p:nvSpPr>
            <p:cNvPr id="310" name="Rectangle 309">
              <a:hlinkHover r:id="" action="ppaction://noaction" highlightClick="1"/>
              <a:extLst>
                <a:ext uri="{FF2B5EF4-FFF2-40B4-BE49-F238E27FC236}">
                  <a16:creationId xmlns:a16="http://schemas.microsoft.com/office/drawing/2014/main" id="{FED493F8-FE9C-9ABD-21CC-73FDD86C7429}"/>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11" name="Rectangle 310">
              <a:extLst>
                <a:ext uri="{FF2B5EF4-FFF2-40B4-BE49-F238E27FC236}">
                  <a16:creationId xmlns:a16="http://schemas.microsoft.com/office/drawing/2014/main" id="{2D4B9A97-0456-2843-A131-4413091A4091}"/>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12" name="Oval 15">
              <a:extLst>
                <a:ext uri="{FF2B5EF4-FFF2-40B4-BE49-F238E27FC236}">
                  <a16:creationId xmlns:a16="http://schemas.microsoft.com/office/drawing/2014/main" id="{AE890A18-A377-6082-CB6E-AFA3B933220D}"/>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13" name="Straight Connector 312">
              <a:extLst>
                <a:ext uri="{FF2B5EF4-FFF2-40B4-BE49-F238E27FC236}">
                  <a16:creationId xmlns:a16="http://schemas.microsoft.com/office/drawing/2014/main" id="{1D3C20F3-D0A0-0E56-5DBF-AF02136CE715}"/>
                </a:ext>
              </a:extLst>
            </p:cNvPr>
            <p:cNvCxnSpPr>
              <a:cxnSpLocks/>
              <a:stCxn id="312"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14" name="Straight Connector 313">
              <a:extLst>
                <a:ext uri="{FF2B5EF4-FFF2-40B4-BE49-F238E27FC236}">
                  <a16:creationId xmlns:a16="http://schemas.microsoft.com/office/drawing/2014/main" id="{D12500BC-1C72-48F9-ACF4-326E05C2B410}"/>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15" name="Group 314">
            <a:extLst>
              <a:ext uri="{FF2B5EF4-FFF2-40B4-BE49-F238E27FC236}">
                <a16:creationId xmlns:a16="http://schemas.microsoft.com/office/drawing/2014/main" id="{69F25586-95A3-2DEB-A799-F0B0B11BBCAB}"/>
              </a:ext>
            </a:extLst>
          </p:cNvPr>
          <p:cNvGrpSpPr/>
          <p:nvPr/>
        </p:nvGrpSpPr>
        <p:grpSpPr>
          <a:xfrm>
            <a:off x="1268346" y="3698225"/>
            <a:ext cx="721893" cy="610376"/>
            <a:chOff x="1268346" y="3698225"/>
            <a:chExt cx="721893" cy="610376"/>
          </a:xfrm>
        </p:grpSpPr>
        <p:sp>
          <p:nvSpPr>
            <p:cNvPr id="316" name="Rectangle 315">
              <a:extLst>
                <a:ext uri="{FF2B5EF4-FFF2-40B4-BE49-F238E27FC236}">
                  <a16:creationId xmlns:a16="http://schemas.microsoft.com/office/drawing/2014/main" id="{86E39776-1AD3-0D76-BB17-1DD0E366377F}"/>
                </a:ext>
              </a:extLst>
            </p:cNvPr>
            <p:cNvSpPr/>
            <p:nvPr/>
          </p:nvSpPr>
          <p:spPr>
            <a:xfrm>
              <a:off x="1268346"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317" name="Right Triangle 316">
              <a:extLst>
                <a:ext uri="{FF2B5EF4-FFF2-40B4-BE49-F238E27FC236}">
                  <a16:creationId xmlns:a16="http://schemas.microsoft.com/office/drawing/2014/main" id="{58B4EFC6-93B7-3CA1-FD5B-4AF1C2122E25}"/>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18" name="Group 317">
              <a:extLst>
                <a:ext uri="{FF2B5EF4-FFF2-40B4-BE49-F238E27FC236}">
                  <a16:creationId xmlns:a16="http://schemas.microsoft.com/office/drawing/2014/main" id="{E6D6F9C8-8C11-F9AF-94E1-1FBF9664B6DD}"/>
                </a:ext>
              </a:extLst>
            </p:cNvPr>
            <p:cNvGrpSpPr/>
            <p:nvPr/>
          </p:nvGrpSpPr>
          <p:grpSpPr>
            <a:xfrm>
              <a:off x="1939628" y="3704319"/>
              <a:ext cx="37817" cy="61390"/>
              <a:chOff x="3883481" y="2057400"/>
              <a:chExt cx="1608363" cy="2652031"/>
            </a:xfrm>
            <a:solidFill>
              <a:srgbClr val="A6A6A6"/>
            </a:solidFill>
          </p:grpSpPr>
          <p:sp>
            <p:nvSpPr>
              <p:cNvPr id="319" name="Oval 27">
                <a:extLst>
                  <a:ext uri="{FF2B5EF4-FFF2-40B4-BE49-F238E27FC236}">
                    <a16:creationId xmlns:a16="http://schemas.microsoft.com/office/drawing/2014/main" id="{1A8F14D4-5392-C1C0-A621-253D044CF51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0" name="Oval 28">
                <a:extLst>
                  <a:ext uri="{FF2B5EF4-FFF2-40B4-BE49-F238E27FC236}">
                    <a16:creationId xmlns:a16="http://schemas.microsoft.com/office/drawing/2014/main" id="{BCD2FC53-9DE4-8D37-648A-ABAAE9EB851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1" name="Group 320">
            <a:extLst>
              <a:ext uri="{FF2B5EF4-FFF2-40B4-BE49-F238E27FC236}">
                <a16:creationId xmlns:a16="http://schemas.microsoft.com/office/drawing/2014/main" id="{42D29D61-84C1-05E4-065D-6721175C3296}"/>
              </a:ext>
            </a:extLst>
          </p:cNvPr>
          <p:cNvGrpSpPr/>
          <p:nvPr/>
        </p:nvGrpSpPr>
        <p:grpSpPr>
          <a:xfrm>
            <a:off x="5451979" y="3707588"/>
            <a:ext cx="721206" cy="609701"/>
            <a:chOff x="5451979" y="3707588"/>
            <a:chExt cx="721206" cy="609701"/>
          </a:xfrm>
        </p:grpSpPr>
        <p:sp>
          <p:nvSpPr>
            <p:cNvPr id="322" name="Rectangle 321">
              <a:hlinkHover r:id="" action="ppaction://noaction" highlightClick="1"/>
              <a:extLst>
                <a:ext uri="{FF2B5EF4-FFF2-40B4-BE49-F238E27FC236}">
                  <a16:creationId xmlns:a16="http://schemas.microsoft.com/office/drawing/2014/main" id="{E17D4EC3-DA43-0B0F-E319-4FE3FC0B47BA}"/>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24" name="Oval 323">
              <a:extLst>
                <a:ext uri="{FF2B5EF4-FFF2-40B4-BE49-F238E27FC236}">
                  <a16:creationId xmlns:a16="http://schemas.microsoft.com/office/drawing/2014/main" id="{2B331641-B700-FD1D-4331-299A53A26AE0}"/>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25" name="Isosceles Triangle 648">
              <a:extLst>
                <a:ext uri="{FF2B5EF4-FFF2-40B4-BE49-F238E27FC236}">
                  <a16:creationId xmlns:a16="http://schemas.microsoft.com/office/drawing/2014/main" id="{CF9A727E-3565-9A6A-7D1B-E2DB2D001FE8}"/>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24" name="Picture 23">
            <a:hlinkClick r:id="rId7" action="ppaction://hlinksldjump"/>
            <a:extLst>
              <a:ext uri="{FF2B5EF4-FFF2-40B4-BE49-F238E27FC236}">
                <a16:creationId xmlns:a16="http://schemas.microsoft.com/office/drawing/2014/main" id="{0FD6EEA2-A6F8-BF09-5D87-CB239D8E046E}"/>
              </a:ext>
            </a:extLst>
          </p:cNvPr>
          <p:cNvPicPr>
            <a:picLocks noChangeAspect="1"/>
          </p:cNvPicPr>
          <p:nvPr/>
        </p:nvPicPr>
        <p:blipFill>
          <a:blip r:embed="rId8"/>
          <a:stretch>
            <a:fillRect/>
          </a:stretch>
        </p:blipFill>
        <p:spPr>
          <a:xfrm>
            <a:off x="0" y="0"/>
            <a:ext cx="211626" cy="6858000"/>
          </a:xfrm>
          <a:prstGeom prst="rect">
            <a:avLst/>
          </a:prstGeom>
        </p:spPr>
      </p:pic>
      <p:grpSp>
        <p:nvGrpSpPr>
          <p:cNvPr id="25" name="Group 24">
            <a:extLst>
              <a:ext uri="{FF2B5EF4-FFF2-40B4-BE49-F238E27FC236}">
                <a16:creationId xmlns:a16="http://schemas.microsoft.com/office/drawing/2014/main" id="{AB7570FE-6115-4339-D138-468231545820}"/>
              </a:ext>
            </a:extLst>
          </p:cNvPr>
          <p:cNvGrpSpPr/>
          <p:nvPr/>
        </p:nvGrpSpPr>
        <p:grpSpPr>
          <a:xfrm>
            <a:off x="9652491" y="2986436"/>
            <a:ext cx="721206" cy="609701"/>
            <a:chOff x="9657972" y="90836"/>
            <a:chExt cx="721206" cy="609701"/>
          </a:xfrm>
        </p:grpSpPr>
        <p:sp>
          <p:nvSpPr>
            <p:cNvPr id="26" name="Rectangle 25">
              <a:hlinkHover r:id="" action="ppaction://noaction" highlightClick="1"/>
              <a:extLst>
                <a:ext uri="{FF2B5EF4-FFF2-40B4-BE49-F238E27FC236}">
                  <a16:creationId xmlns:a16="http://schemas.microsoft.com/office/drawing/2014/main" id="{14111C6D-3688-D28E-ACA6-D945F4AADB6C}"/>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27" name="Diamond 26">
              <a:extLst>
                <a:ext uri="{FF2B5EF4-FFF2-40B4-BE49-F238E27FC236}">
                  <a16:creationId xmlns:a16="http://schemas.microsoft.com/office/drawing/2014/main" id="{E5E03D02-6997-8426-21DC-07E72CDD9D75}"/>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8" name="Oval 27">
              <a:extLst>
                <a:ext uri="{FF2B5EF4-FFF2-40B4-BE49-F238E27FC236}">
                  <a16:creationId xmlns:a16="http://schemas.microsoft.com/office/drawing/2014/main" id="{C0381F83-56D5-CBE0-3FC9-B2670D6F2E9B}"/>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40799365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89691" y="-23111"/>
            <a:ext cx="5831901"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Single Organization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Tenant Wide View (scoped controls)</a:t>
            </a:r>
          </a:p>
        </p:txBody>
      </p:sp>
      <p:sp>
        <p:nvSpPr>
          <p:cNvPr id="10" name="Rectangle 9">
            <a:hlinkClick r:id="rId3" action="ppaction://hlinksldjump"/>
            <a:hlinkHover r:id="rId3" action="ppaction://hlinksldjump"/>
            <a:extLst>
              <a:ext uri="{FF2B5EF4-FFF2-40B4-BE49-F238E27FC236}">
                <a16:creationId xmlns:a16="http://schemas.microsoft.com/office/drawing/2014/main" id="{2B0FF451-8205-4E9B-AE1D-B4A688C54D77}"/>
              </a:ext>
            </a:extLst>
          </p:cNvPr>
          <p:cNvSpPr/>
          <p:nvPr/>
        </p:nvSpPr>
        <p:spPr>
          <a:xfrm>
            <a:off x="9204513" y="5851981"/>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All Up View</a:t>
            </a:r>
          </a:p>
        </p:txBody>
      </p:sp>
      <p:sp>
        <p:nvSpPr>
          <p:cNvPr id="11" name="Rectangle 10">
            <a:hlinkClick r:id="rId4" action="ppaction://hlinksldjump"/>
            <a:hlinkHover r:id="rId4" action="ppaction://hlinksldjump"/>
            <a:extLst>
              <a:ext uri="{FF2B5EF4-FFF2-40B4-BE49-F238E27FC236}">
                <a16:creationId xmlns:a16="http://schemas.microsoft.com/office/drawing/2014/main" id="{39CEAB2F-552E-4EDE-9670-6B38D518A06C}"/>
              </a:ext>
            </a:extLst>
          </p:cNvPr>
          <p:cNvSpPr/>
          <p:nvPr/>
        </p:nvSpPr>
        <p:spPr>
          <a:xfrm>
            <a:off x="6233681" y="5851983"/>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Tenant Wide Controls</a:t>
            </a:r>
          </a:p>
        </p:txBody>
      </p:sp>
      <p:sp>
        <p:nvSpPr>
          <p:cNvPr id="13" name="Rectangle 12">
            <a:hlinkClick r:id="rId5" action="ppaction://hlinksldjump"/>
            <a:hlinkHover r:id="rId5" action="ppaction://hlinksldjump"/>
            <a:extLst>
              <a:ext uri="{FF2B5EF4-FFF2-40B4-BE49-F238E27FC236}">
                <a16:creationId xmlns:a16="http://schemas.microsoft.com/office/drawing/2014/main" id="{B1F34EE3-1923-4DA8-930B-0D5D11A483E8}"/>
              </a:ext>
            </a:extLst>
          </p:cNvPr>
          <p:cNvSpPr/>
          <p:nvPr/>
        </p:nvSpPr>
        <p:spPr>
          <a:xfrm>
            <a:off x="3262848" y="5851982"/>
            <a:ext cx="2914915"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Tenant Wide View (scoped controls)</a:t>
            </a:r>
          </a:p>
        </p:txBody>
      </p:sp>
      <p:sp>
        <p:nvSpPr>
          <p:cNvPr id="15" name="Rectangle 14">
            <a:hlinkClick r:id="rId6" action="ppaction://hlinksldjump"/>
            <a:hlinkHover r:id="rId6" action="ppaction://hlinksldjump"/>
            <a:extLst>
              <a:ext uri="{FF2B5EF4-FFF2-40B4-BE49-F238E27FC236}">
                <a16:creationId xmlns:a16="http://schemas.microsoft.com/office/drawing/2014/main" id="{11FBF575-F58A-4306-B100-488FC3285783}"/>
              </a:ext>
            </a:extLst>
          </p:cNvPr>
          <p:cNvSpPr/>
          <p:nvPr/>
        </p:nvSpPr>
        <p:spPr>
          <a:xfrm>
            <a:off x="292015" y="5851982"/>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View</a:t>
            </a:r>
          </a:p>
        </p:txBody>
      </p:sp>
      <p:grpSp>
        <p:nvGrpSpPr>
          <p:cNvPr id="22" name="Group 21">
            <a:extLst>
              <a:ext uri="{FF2B5EF4-FFF2-40B4-BE49-F238E27FC236}">
                <a16:creationId xmlns:a16="http://schemas.microsoft.com/office/drawing/2014/main" id="{33B69291-7966-E222-2F54-005882CB7E81}"/>
              </a:ext>
            </a:extLst>
          </p:cNvPr>
          <p:cNvGrpSpPr/>
          <p:nvPr/>
        </p:nvGrpSpPr>
        <p:grpSpPr>
          <a:xfrm>
            <a:off x="7959195" y="3698231"/>
            <a:ext cx="721206" cy="609701"/>
            <a:chOff x="7959195" y="3698231"/>
            <a:chExt cx="721206" cy="609701"/>
          </a:xfrm>
        </p:grpSpPr>
        <p:sp>
          <p:nvSpPr>
            <p:cNvPr id="23" name="Rectangle 22">
              <a:hlinkHover r:id="" action="ppaction://noaction" highlightClick="1"/>
              <a:extLst>
                <a:ext uri="{FF2B5EF4-FFF2-40B4-BE49-F238E27FC236}">
                  <a16:creationId xmlns:a16="http://schemas.microsoft.com/office/drawing/2014/main" id="{8C32CAF8-B430-9814-AB8D-0C5E0F6616DF}"/>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24" name="Oval 23">
              <a:extLst>
                <a:ext uri="{FF2B5EF4-FFF2-40B4-BE49-F238E27FC236}">
                  <a16:creationId xmlns:a16="http://schemas.microsoft.com/office/drawing/2014/main" id="{3470DE45-4620-B2E5-F34E-31BD9E69FE27}"/>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5" name="Isosceles Triangle 648">
              <a:extLst>
                <a:ext uri="{FF2B5EF4-FFF2-40B4-BE49-F238E27FC236}">
                  <a16:creationId xmlns:a16="http://schemas.microsoft.com/office/drawing/2014/main" id="{B8F56BF4-EFA6-2632-0ABC-474FEECF2FAA}"/>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4" name="Group 63">
            <a:extLst>
              <a:ext uri="{FF2B5EF4-FFF2-40B4-BE49-F238E27FC236}">
                <a16:creationId xmlns:a16="http://schemas.microsoft.com/office/drawing/2014/main" id="{44FA9E7D-B271-013E-A6C8-76F2C902DDC8}"/>
              </a:ext>
            </a:extLst>
          </p:cNvPr>
          <p:cNvGrpSpPr/>
          <p:nvPr/>
        </p:nvGrpSpPr>
        <p:grpSpPr>
          <a:xfrm>
            <a:off x="5448056" y="1532276"/>
            <a:ext cx="721206" cy="609701"/>
            <a:chOff x="5448056" y="1532276"/>
            <a:chExt cx="721206" cy="609701"/>
          </a:xfrm>
        </p:grpSpPr>
        <p:sp>
          <p:nvSpPr>
            <p:cNvPr id="65" name="Rectangle 64">
              <a:extLst>
                <a:ext uri="{FF2B5EF4-FFF2-40B4-BE49-F238E27FC236}">
                  <a16:creationId xmlns:a16="http://schemas.microsoft.com/office/drawing/2014/main" id="{138C363A-FC17-E1CD-5662-7E18036A6580}"/>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66" name="Rectangle 65">
              <a:extLst>
                <a:ext uri="{FF2B5EF4-FFF2-40B4-BE49-F238E27FC236}">
                  <a16:creationId xmlns:a16="http://schemas.microsoft.com/office/drawing/2014/main" id="{C41947AC-151C-76B1-4D55-A61F871886CB}"/>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 name="Oval 15">
              <a:extLst>
                <a:ext uri="{FF2B5EF4-FFF2-40B4-BE49-F238E27FC236}">
                  <a16:creationId xmlns:a16="http://schemas.microsoft.com/office/drawing/2014/main" id="{2F639F43-246C-3004-8816-0C17C94E78F1}"/>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B9DD872F-CC6D-974B-AB3F-D8BF2A82E2AD}"/>
                </a:ext>
              </a:extLst>
            </p:cNvPr>
            <p:cNvCxnSpPr>
              <a:cxnSpLocks/>
              <a:stCxn id="67"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9" name="Straight Connector 68">
              <a:extLst>
                <a:ext uri="{FF2B5EF4-FFF2-40B4-BE49-F238E27FC236}">
                  <a16:creationId xmlns:a16="http://schemas.microsoft.com/office/drawing/2014/main" id="{6A9EC4EB-1C3A-754B-566B-2B263FF4A549}"/>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9" name="Group 88">
            <a:extLst>
              <a:ext uri="{FF2B5EF4-FFF2-40B4-BE49-F238E27FC236}">
                <a16:creationId xmlns:a16="http://schemas.microsoft.com/office/drawing/2014/main" id="{7ABF2D3D-CDFD-04BC-376A-10D2A677AA47}"/>
              </a:ext>
            </a:extLst>
          </p:cNvPr>
          <p:cNvGrpSpPr/>
          <p:nvPr/>
        </p:nvGrpSpPr>
        <p:grpSpPr>
          <a:xfrm>
            <a:off x="4611552" y="1532276"/>
            <a:ext cx="721206" cy="609701"/>
            <a:chOff x="4611552" y="1532276"/>
            <a:chExt cx="721206" cy="609701"/>
          </a:xfrm>
        </p:grpSpPr>
        <p:sp>
          <p:nvSpPr>
            <p:cNvPr id="90" name="Rectangle 89">
              <a:extLst>
                <a:ext uri="{FF2B5EF4-FFF2-40B4-BE49-F238E27FC236}">
                  <a16:creationId xmlns:a16="http://schemas.microsoft.com/office/drawing/2014/main" id="{B667616D-4026-9C39-A6BE-CEA9F91DA415}"/>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91" name="Right Triangle 90">
              <a:extLst>
                <a:ext uri="{FF2B5EF4-FFF2-40B4-BE49-F238E27FC236}">
                  <a16:creationId xmlns:a16="http://schemas.microsoft.com/office/drawing/2014/main" id="{E4FE21FE-F099-A6D4-C2B7-33396C849FBB}"/>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2" name="Group 91">
              <a:extLst>
                <a:ext uri="{FF2B5EF4-FFF2-40B4-BE49-F238E27FC236}">
                  <a16:creationId xmlns:a16="http://schemas.microsoft.com/office/drawing/2014/main" id="{4BA5C177-DDA1-7C48-7ABF-58304691FDBA}"/>
                </a:ext>
              </a:extLst>
            </p:cNvPr>
            <p:cNvGrpSpPr/>
            <p:nvPr/>
          </p:nvGrpSpPr>
          <p:grpSpPr>
            <a:xfrm>
              <a:off x="5276135" y="1542936"/>
              <a:ext cx="37817" cy="61390"/>
              <a:chOff x="3883481" y="2057400"/>
              <a:chExt cx="1608363" cy="2652031"/>
            </a:xfrm>
            <a:solidFill>
              <a:srgbClr val="A6A6A6">
                <a:alpha val="20000"/>
              </a:srgbClr>
            </a:solidFill>
          </p:grpSpPr>
          <p:sp>
            <p:nvSpPr>
              <p:cNvPr id="93" name="Oval 27">
                <a:extLst>
                  <a:ext uri="{FF2B5EF4-FFF2-40B4-BE49-F238E27FC236}">
                    <a16:creationId xmlns:a16="http://schemas.microsoft.com/office/drawing/2014/main" id="{5F4D17BE-6170-51B1-0C05-2DD6F6643D6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 name="Oval 28">
                <a:extLst>
                  <a:ext uri="{FF2B5EF4-FFF2-40B4-BE49-F238E27FC236}">
                    <a16:creationId xmlns:a16="http://schemas.microsoft.com/office/drawing/2014/main" id="{ED90CB62-D5A1-0778-AE95-3E62DB80896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3" name="Group 132">
            <a:extLst>
              <a:ext uri="{FF2B5EF4-FFF2-40B4-BE49-F238E27FC236}">
                <a16:creationId xmlns:a16="http://schemas.microsoft.com/office/drawing/2014/main" id="{CCE950A7-F281-EF5C-E75A-C932D7D1D203}"/>
              </a:ext>
            </a:extLst>
          </p:cNvPr>
          <p:cNvGrpSpPr/>
          <p:nvPr/>
        </p:nvGrpSpPr>
        <p:grpSpPr>
          <a:xfrm>
            <a:off x="6287105" y="2974054"/>
            <a:ext cx="721206" cy="609701"/>
            <a:chOff x="6287105" y="2974054"/>
            <a:chExt cx="721206" cy="609701"/>
          </a:xfrm>
        </p:grpSpPr>
        <p:sp>
          <p:nvSpPr>
            <p:cNvPr id="134" name="Rectangle 133">
              <a:hlinkHover r:id="" action="ppaction://noaction" highlightClick="1"/>
              <a:extLst>
                <a:ext uri="{FF2B5EF4-FFF2-40B4-BE49-F238E27FC236}">
                  <a16:creationId xmlns:a16="http://schemas.microsoft.com/office/drawing/2014/main" id="{2FCFCD68-7CCF-44EC-699C-C52F4A8BBA62}"/>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135" name="Rectangle 134">
              <a:extLst>
                <a:ext uri="{FF2B5EF4-FFF2-40B4-BE49-F238E27FC236}">
                  <a16:creationId xmlns:a16="http://schemas.microsoft.com/office/drawing/2014/main" id="{DE97B778-E404-554D-20EF-FCCC3555282D}"/>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 name="Oval 15">
              <a:extLst>
                <a:ext uri="{FF2B5EF4-FFF2-40B4-BE49-F238E27FC236}">
                  <a16:creationId xmlns:a16="http://schemas.microsoft.com/office/drawing/2014/main" id="{6BDDCDF7-084A-5D87-D9B4-9DD1B3988D5A}"/>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7" name="Straight Connector 136">
              <a:extLst>
                <a:ext uri="{FF2B5EF4-FFF2-40B4-BE49-F238E27FC236}">
                  <a16:creationId xmlns:a16="http://schemas.microsoft.com/office/drawing/2014/main" id="{8F3432AA-4FB9-176B-06F8-09C7167B77A4}"/>
                </a:ext>
              </a:extLst>
            </p:cNvPr>
            <p:cNvCxnSpPr>
              <a:cxnSpLocks/>
              <a:stCxn id="136"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138" name="Group 137">
            <a:extLst>
              <a:ext uri="{FF2B5EF4-FFF2-40B4-BE49-F238E27FC236}">
                <a16:creationId xmlns:a16="http://schemas.microsoft.com/office/drawing/2014/main" id="{BFF07F90-2E87-6D79-75E9-C8C7F4AA8027}"/>
              </a:ext>
            </a:extLst>
          </p:cNvPr>
          <p:cNvGrpSpPr/>
          <p:nvPr/>
        </p:nvGrpSpPr>
        <p:grpSpPr>
          <a:xfrm>
            <a:off x="7123149" y="2974054"/>
            <a:ext cx="721206" cy="646284"/>
            <a:chOff x="7123149" y="2974054"/>
            <a:chExt cx="721206" cy="646284"/>
          </a:xfrm>
        </p:grpSpPr>
        <p:sp>
          <p:nvSpPr>
            <p:cNvPr id="139" name="Rectangle 138">
              <a:hlinkHover r:id="" action="ppaction://noaction" highlightClick="1"/>
              <a:extLst>
                <a:ext uri="{FF2B5EF4-FFF2-40B4-BE49-F238E27FC236}">
                  <a16:creationId xmlns:a16="http://schemas.microsoft.com/office/drawing/2014/main" id="{C77C3A0C-C39A-0A19-994E-2036681F39A6}"/>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140" name="Rectangle 139">
              <a:extLst>
                <a:ext uri="{FF2B5EF4-FFF2-40B4-BE49-F238E27FC236}">
                  <a16:creationId xmlns:a16="http://schemas.microsoft.com/office/drawing/2014/main" id="{CC6CF30F-9C14-28FF-13AE-BD5C0C7C2095}"/>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1" name="Oval 15">
              <a:extLst>
                <a:ext uri="{FF2B5EF4-FFF2-40B4-BE49-F238E27FC236}">
                  <a16:creationId xmlns:a16="http://schemas.microsoft.com/office/drawing/2014/main" id="{7A89321F-6C33-71FE-ADD1-49AD9A7370AE}"/>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2" name="Straight Connector 141">
              <a:extLst>
                <a:ext uri="{FF2B5EF4-FFF2-40B4-BE49-F238E27FC236}">
                  <a16:creationId xmlns:a16="http://schemas.microsoft.com/office/drawing/2014/main" id="{4518C43B-DE44-6E55-F897-535B5B607612}"/>
                </a:ext>
              </a:extLst>
            </p:cNvPr>
            <p:cNvCxnSpPr>
              <a:cxnSpLocks/>
              <a:stCxn id="141"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3" name="Straight Connector 142">
              <a:extLst>
                <a:ext uri="{FF2B5EF4-FFF2-40B4-BE49-F238E27FC236}">
                  <a16:creationId xmlns:a16="http://schemas.microsoft.com/office/drawing/2014/main" id="{F147FE19-1C77-36E4-83B8-1FA26806E08A}"/>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4" name="Group 143">
            <a:extLst>
              <a:ext uri="{FF2B5EF4-FFF2-40B4-BE49-F238E27FC236}">
                <a16:creationId xmlns:a16="http://schemas.microsoft.com/office/drawing/2014/main" id="{E9E85B92-051C-DD1D-B3FA-9C17A47E7BA9}"/>
              </a:ext>
            </a:extLst>
          </p:cNvPr>
          <p:cNvGrpSpPr/>
          <p:nvPr/>
        </p:nvGrpSpPr>
        <p:grpSpPr>
          <a:xfrm>
            <a:off x="7959200" y="2974054"/>
            <a:ext cx="721206" cy="609701"/>
            <a:chOff x="7959200" y="2974054"/>
            <a:chExt cx="721206" cy="609701"/>
          </a:xfrm>
        </p:grpSpPr>
        <p:sp>
          <p:nvSpPr>
            <p:cNvPr id="145" name="Rectangle 144">
              <a:hlinkHover r:id="" action="ppaction://noaction" highlightClick="1"/>
              <a:extLst>
                <a:ext uri="{FF2B5EF4-FFF2-40B4-BE49-F238E27FC236}">
                  <a16:creationId xmlns:a16="http://schemas.microsoft.com/office/drawing/2014/main" id="{DA7435FB-8B79-43C9-7D59-32E5F3F01005}"/>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146" name="Diamond 145">
              <a:extLst>
                <a:ext uri="{FF2B5EF4-FFF2-40B4-BE49-F238E27FC236}">
                  <a16:creationId xmlns:a16="http://schemas.microsoft.com/office/drawing/2014/main" id="{A45E4C26-9F1A-72ED-379C-6E044A387E39}"/>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 name="Oval 146">
              <a:extLst>
                <a:ext uri="{FF2B5EF4-FFF2-40B4-BE49-F238E27FC236}">
                  <a16:creationId xmlns:a16="http://schemas.microsoft.com/office/drawing/2014/main" id="{0326C4B9-2892-FD7B-B1C5-F66FCB483C6A}"/>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8" name="Group 147">
            <a:extLst>
              <a:ext uri="{FF2B5EF4-FFF2-40B4-BE49-F238E27FC236}">
                <a16:creationId xmlns:a16="http://schemas.microsoft.com/office/drawing/2014/main" id="{150FC927-9B3A-5108-CAA3-0ACE22740C07}"/>
              </a:ext>
            </a:extLst>
          </p:cNvPr>
          <p:cNvGrpSpPr/>
          <p:nvPr/>
        </p:nvGrpSpPr>
        <p:grpSpPr>
          <a:xfrm>
            <a:off x="8795244" y="2974054"/>
            <a:ext cx="721206" cy="609701"/>
            <a:chOff x="8795244" y="2974054"/>
            <a:chExt cx="721206" cy="609701"/>
          </a:xfrm>
        </p:grpSpPr>
        <p:sp>
          <p:nvSpPr>
            <p:cNvPr id="149" name="Rectangle 148">
              <a:hlinkHover r:id="" action="ppaction://noaction" highlightClick="1"/>
              <a:extLst>
                <a:ext uri="{FF2B5EF4-FFF2-40B4-BE49-F238E27FC236}">
                  <a16:creationId xmlns:a16="http://schemas.microsoft.com/office/drawing/2014/main" id="{3A88E571-4480-D67E-647E-2E78C05B737F}"/>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150" name="Diamond 149">
              <a:extLst>
                <a:ext uri="{FF2B5EF4-FFF2-40B4-BE49-F238E27FC236}">
                  <a16:creationId xmlns:a16="http://schemas.microsoft.com/office/drawing/2014/main" id="{46533E2E-B4D2-AE90-1B52-DA7E7388F3FB}"/>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1" name="Oval 150">
              <a:extLst>
                <a:ext uri="{FF2B5EF4-FFF2-40B4-BE49-F238E27FC236}">
                  <a16:creationId xmlns:a16="http://schemas.microsoft.com/office/drawing/2014/main" id="{5394B09D-50F4-943E-C17C-CBC1F11798B9}"/>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A931CC93-7B82-C9A6-F9F6-4DC7B208F700}"/>
              </a:ext>
            </a:extLst>
          </p:cNvPr>
          <p:cNvGrpSpPr/>
          <p:nvPr/>
        </p:nvGrpSpPr>
        <p:grpSpPr>
          <a:xfrm>
            <a:off x="6284597" y="811555"/>
            <a:ext cx="721206" cy="609701"/>
            <a:chOff x="6284597" y="811555"/>
            <a:chExt cx="721206" cy="609701"/>
          </a:xfrm>
        </p:grpSpPr>
        <p:sp>
          <p:nvSpPr>
            <p:cNvPr id="549" name="Rectangle 548">
              <a:hlinkHover r:id="" action="ppaction://noaction" highlightClick="1"/>
              <a:extLst>
                <a:ext uri="{FF2B5EF4-FFF2-40B4-BE49-F238E27FC236}">
                  <a16:creationId xmlns:a16="http://schemas.microsoft.com/office/drawing/2014/main" id="{3D8083E0-8B4E-19FD-8072-A21579AD063D}"/>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550" name="Right Triangle 549">
              <a:extLst>
                <a:ext uri="{FF2B5EF4-FFF2-40B4-BE49-F238E27FC236}">
                  <a16:creationId xmlns:a16="http://schemas.microsoft.com/office/drawing/2014/main" id="{D50CDC1B-425A-CC64-5A27-E64DA4E41CD5}"/>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1" name="Oval 27">
              <a:extLst>
                <a:ext uri="{FF2B5EF4-FFF2-40B4-BE49-F238E27FC236}">
                  <a16:creationId xmlns:a16="http://schemas.microsoft.com/office/drawing/2014/main" id="{146C01C3-EDDC-0CB0-F615-1B23E3019301}"/>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2" name="Oval 28">
              <a:extLst>
                <a:ext uri="{FF2B5EF4-FFF2-40B4-BE49-F238E27FC236}">
                  <a16:creationId xmlns:a16="http://schemas.microsoft.com/office/drawing/2014/main" id="{EFE9A524-D6E1-443F-173A-56E53576F4A9}"/>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4" name="Group 933">
            <a:extLst>
              <a:ext uri="{FF2B5EF4-FFF2-40B4-BE49-F238E27FC236}">
                <a16:creationId xmlns:a16="http://schemas.microsoft.com/office/drawing/2014/main" id="{DB5A3A96-556C-71D0-7C96-6A3198211CE7}"/>
              </a:ext>
            </a:extLst>
          </p:cNvPr>
          <p:cNvGrpSpPr/>
          <p:nvPr/>
        </p:nvGrpSpPr>
        <p:grpSpPr>
          <a:xfrm>
            <a:off x="11356242" y="90836"/>
            <a:ext cx="721206" cy="609701"/>
            <a:chOff x="11356242" y="90836"/>
            <a:chExt cx="721206" cy="609701"/>
          </a:xfrm>
        </p:grpSpPr>
        <p:sp>
          <p:nvSpPr>
            <p:cNvPr id="935" name="Rectangle 934">
              <a:hlinkHover r:id="" action="ppaction://noaction" highlightClick="1"/>
              <a:extLst>
                <a:ext uri="{FF2B5EF4-FFF2-40B4-BE49-F238E27FC236}">
                  <a16:creationId xmlns:a16="http://schemas.microsoft.com/office/drawing/2014/main" id="{F36EFA51-6A1E-79E4-90C0-B372351B7100}"/>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936" name="Oval 935">
              <a:extLst>
                <a:ext uri="{FF2B5EF4-FFF2-40B4-BE49-F238E27FC236}">
                  <a16:creationId xmlns:a16="http://schemas.microsoft.com/office/drawing/2014/main" id="{84BB559D-51AB-47A5-C3FF-C537CFEB12D0}"/>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7" name="Isosceles Triangle 648">
              <a:extLst>
                <a:ext uri="{FF2B5EF4-FFF2-40B4-BE49-F238E27FC236}">
                  <a16:creationId xmlns:a16="http://schemas.microsoft.com/office/drawing/2014/main" id="{AA4AC0D3-24D3-8A2F-1217-3A70D1282B71}"/>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38" name="Group 937">
            <a:extLst>
              <a:ext uri="{FF2B5EF4-FFF2-40B4-BE49-F238E27FC236}">
                <a16:creationId xmlns:a16="http://schemas.microsoft.com/office/drawing/2014/main" id="{2C80CCFB-68D5-BA34-2BC9-931AD0EFCC83}"/>
              </a:ext>
            </a:extLst>
          </p:cNvPr>
          <p:cNvGrpSpPr/>
          <p:nvPr/>
        </p:nvGrpSpPr>
        <p:grpSpPr>
          <a:xfrm>
            <a:off x="11356243" y="3694774"/>
            <a:ext cx="721206" cy="609701"/>
            <a:chOff x="11356243" y="3694774"/>
            <a:chExt cx="721206" cy="609701"/>
          </a:xfrm>
        </p:grpSpPr>
        <p:sp>
          <p:nvSpPr>
            <p:cNvPr id="939" name="Rectangle 938">
              <a:hlinkHover r:id="" action="ppaction://noaction" highlightClick="1"/>
              <a:extLst>
                <a:ext uri="{FF2B5EF4-FFF2-40B4-BE49-F238E27FC236}">
                  <a16:creationId xmlns:a16="http://schemas.microsoft.com/office/drawing/2014/main" id="{CF293AA1-69CA-ED22-7F88-0F5736ED505C}"/>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940" name="Oval 939">
              <a:extLst>
                <a:ext uri="{FF2B5EF4-FFF2-40B4-BE49-F238E27FC236}">
                  <a16:creationId xmlns:a16="http://schemas.microsoft.com/office/drawing/2014/main" id="{B0379E66-8BF5-F64F-7F2D-1451928A2498}"/>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1" name="Isosceles Triangle 648">
              <a:extLst>
                <a:ext uri="{FF2B5EF4-FFF2-40B4-BE49-F238E27FC236}">
                  <a16:creationId xmlns:a16="http://schemas.microsoft.com/office/drawing/2014/main" id="{CB851320-12B1-264D-637E-3FF2F75C22BD}"/>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2" name="Group 941">
            <a:extLst>
              <a:ext uri="{FF2B5EF4-FFF2-40B4-BE49-F238E27FC236}">
                <a16:creationId xmlns:a16="http://schemas.microsoft.com/office/drawing/2014/main" id="{C3FE92C9-C050-F889-6C18-CBCFF5F2F87C}"/>
              </a:ext>
            </a:extLst>
          </p:cNvPr>
          <p:cNvGrpSpPr/>
          <p:nvPr/>
        </p:nvGrpSpPr>
        <p:grpSpPr>
          <a:xfrm>
            <a:off x="9657691" y="4419624"/>
            <a:ext cx="721206" cy="609701"/>
            <a:chOff x="9657691" y="4419624"/>
            <a:chExt cx="721206" cy="609701"/>
          </a:xfrm>
        </p:grpSpPr>
        <p:sp>
          <p:nvSpPr>
            <p:cNvPr id="943" name="Rectangle 942">
              <a:hlinkHover r:id="" action="ppaction://noaction" highlightClick="1"/>
              <a:extLst>
                <a:ext uri="{FF2B5EF4-FFF2-40B4-BE49-F238E27FC236}">
                  <a16:creationId xmlns:a16="http://schemas.microsoft.com/office/drawing/2014/main" id="{FC02DB92-8504-7EE9-06BA-608425B98C90}"/>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944" name="Oval 943">
              <a:extLst>
                <a:ext uri="{FF2B5EF4-FFF2-40B4-BE49-F238E27FC236}">
                  <a16:creationId xmlns:a16="http://schemas.microsoft.com/office/drawing/2014/main" id="{51161E72-DAE5-90C4-1F45-77F57D8CE131}"/>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5" name="Isosceles Triangle 648">
              <a:extLst>
                <a:ext uri="{FF2B5EF4-FFF2-40B4-BE49-F238E27FC236}">
                  <a16:creationId xmlns:a16="http://schemas.microsoft.com/office/drawing/2014/main" id="{1CAE7040-431F-5085-A7EE-67B9BC2279A0}"/>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6" name="Group 945">
            <a:extLst>
              <a:ext uri="{FF2B5EF4-FFF2-40B4-BE49-F238E27FC236}">
                <a16:creationId xmlns:a16="http://schemas.microsoft.com/office/drawing/2014/main" id="{FE247FE4-4BF0-D765-453D-E1092CFF328F}"/>
              </a:ext>
            </a:extLst>
          </p:cNvPr>
          <p:cNvGrpSpPr/>
          <p:nvPr/>
        </p:nvGrpSpPr>
        <p:grpSpPr>
          <a:xfrm>
            <a:off x="10506968" y="4419620"/>
            <a:ext cx="721206" cy="609701"/>
            <a:chOff x="10506968" y="4419620"/>
            <a:chExt cx="721206" cy="609701"/>
          </a:xfrm>
        </p:grpSpPr>
        <p:sp>
          <p:nvSpPr>
            <p:cNvPr id="947" name="Rectangle 946">
              <a:hlinkHover r:id="" action="ppaction://noaction" highlightClick="1"/>
              <a:extLst>
                <a:ext uri="{FF2B5EF4-FFF2-40B4-BE49-F238E27FC236}">
                  <a16:creationId xmlns:a16="http://schemas.microsoft.com/office/drawing/2014/main" id="{1BC5169D-1E78-95D9-C34C-EE6311A46A0D}"/>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948" name="Oval 947">
              <a:extLst>
                <a:ext uri="{FF2B5EF4-FFF2-40B4-BE49-F238E27FC236}">
                  <a16:creationId xmlns:a16="http://schemas.microsoft.com/office/drawing/2014/main" id="{F5D38BB5-086F-2322-B842-4B252E7A5319}"/>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9" name="Isosceles Triangle 648">
              <a:extLst>
                <a:ext uri="{FF2B5EF4-FFF2-40B4-BE49-F238E27FC236}">
                  <a16:creationId xmlns:a16="http://schemas.microsoft.com/office/drawing/2014/main" id="{DBA92759-8BF0-591D-C69B-F69009A36E31}"/>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0" name="Group 949">
            <a:extLst>
              <a:ext uri="{FF2B5EF4-FFF2-40B4-BE49-F238E27FC236}">
                <a16:creationId xmlns:a16="http://schemas.microsoft.com/office/drawing/2014/main" id="{BD377A0D-2941-F3CA-37FF-B94EFA8CD887}"/>
              </a:ext>
            </a:extLst>
          </p:cNvPr>
          <p:cNvGrpSpPr/>
          <p:nvPr/>
        </p:nvGrpSpPr>
        <p:grpSpPr>
          <a:xfrm>
            <a:off x="11356003" y="4416261"/>
            <a:ext cx="721206" cy="609701"/>
            <a:chOff x="11356003" y="4416261"/>
            <a:chExt cx="721206" cy="609701"/>
          </a:xfrm>
        </p:grpSpPr>
        <p:sp>
          <p:nvSpPr>
            <p:cNvPr id="951" name="Rectangle 950">
              <a:hlinkHover r:id="" action="ppaction://noaction" highlightClick="1"/>
              <a:extLst>
                <a:ext uri="{FF2B5EF4-FFF2-40B4-BE49-F238E27FC236}">
                  <a16:creationId xmlns:a16="http://schemas.microsoft.com/office/drawing/2014/main" id="{8452361F-2CD7-08B0-4D92-96B04BED7222}"/>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952" name="Oval 951">
              <a:extLst>
                <a:ext uri="{FF2B5EF4-FFF2-40B4-BE49-F238E27FC236}">
                  <a16:creationId xmlns:a16="http://schemas.microsoft.com/office/drawing/2014/main" id="{784B1C60-5697-46ED-30D2-B7268E44C112}"/>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3" name="Isosceles Triangle 648">
              <a:extLst>
                <a:ext uri="{FF2B5EF4-FFF2-40B4-BE49-F238E27FC236}">
                  <a16:creationId xmlns:a16="http://schemas.microsoft.com/office/drawing/2014/main" id="{CAB87814-95E3-561D-E55D-7F64DAE4F5DD}"/>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4" name="Group 953">
            <a:extLst>
              <a:ext uri="{FF2B5EF4-FFF2-40B4-BE49-F238E27FC236}">
                <a16:creationId xmlns:a16="http://schemas.microsoft.com/office/drawing/2014/main" id="{4F8C285C-3CA7-621F-4842-B10ECB65183D}"/>
              </a:ext>
            </a:extLst>
          </p:cNvPr>
          <p:cNvGrpSpPr/>
          <p:nvPr/>
        </p:nvGrpSpPr>
        <p:grpSpPr>
          <a:xfrm>
            <a:off x="8808526" y="4416261"/>
            <a:ext cx="721206" cy="609701"/>
            <a:chOff x="8808526" y="4416261"/>
            <a:chExt cx="721206" cy="609701"/>
          </a:xfrm>
        </p:grpSpPr>
        <p:sp>
          <p:nvSpPr>
            <p:cNvPr id="955" name="Rectangle 954">
              <a:hlinkHover r:id="" action="ppaction://noaction" highlightClick="1"/>
              <a:extLst>
                <a:ext uri="{FF2B5EF4-FFF2-40B4-BE49-F238E27FC236}">
                  <a16:creationId xmlns:a16="http://schemas.microsoft.com/office/drawing/2014/main" id="{197A0F77-E267-3BE1-EA63-7D0627F96AA5}"/>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956" name="Oval 955">
              <a:extLst>
                <a:ext uri="{FF2B5EF4-FFF2-40B4-BE49-F238E27FC236}">
                  <a16:creationId xmlns:a16="http://schemas.microsoft.com/office/drawing/2014/main" id="{96A7E061-FD6C-ECB3-97CC-BF1DF5BE74FE}"/>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7" name="Isosceles Triangle 648">
              <a:extLst>
                <a:ext uri="{FF2B5EF4-FFF2-40B4-BE49-F238E27FC236}">
                  <a16:creationId xmlns:a16="http://schemas.microsoft.com/office/drawing/2014/main" id="{E96E2BD9-03CE-F6CF-2850-A7EC39E7CFA8}"/>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8" name="Group 957">
            <a:extLst>
              <a:ext uri="{FF2B5EF4-FFF2-40B4-BE49-F238E27FC236}">
                <a16:creationId xmlns:a16="http://schemas.microsoft.com/office/drawing/2014/main" id="{B3A4DB01-E8A3-6BE1-4CFC-07B4E134C18B}"/>
              </a:ext>
            </a:extLst>
          </p:cNvPr>
          <p:cNvGrpSpPr/>
          <p:nvPr/>
        </p:nvGrpSpPr>
        <p:grpSpPr>
          <a:xfrm>
            <a:off x="10509579" y="5141013"/>
            <a:ext cx="721206" cy="609701"/>
            <a:chOff x="10509579" y="5141013"/>
            <a:chExt cx="721206" cy="609701"/>
          </a:xfrm>
        </p:grpSpPr>
        <p:sp>
          <p:nvSpPr>
            <p:cNvPr id="959" name="Rectangle 958">
              <a:hlinkHover r:id="" action="ppaction://noaction" highlightClick="1"/>
              <a:extLst>
                <a:ext uri="{FF2B5EF4-FFF2-40B4-BE49-F238E27FC236}">
                  <a16:creationId xmlns:a16="http://schemas.microsoft.com/office/drawing/2014/main" id="{740CAFD4-AC36-32AD-20E1-0D086E186003}"/>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960" name="Oval 959">
              <a:extLst>
                <a:ext uri="{FF2B5EF4-FFF2-40B4-BE49-F238E27FC236}">
                  <a16:creationId xmlns:a16="http://schemas.microsoft.com/office/drawing/2014/main" id="{0B5919B2-D159-E4DB-6F07-DC54B4469C93}"/>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1" name="Isosceles Triangle 648">
              <a:extLst>
                <a:ext uri="{FF2B5EF4-FFF2-40B4-BE49-F238E27FC236}">
                  <a16:creationId xmlns:a16="http://schemas.microsoft.com/office/drawing/2014/main" id="{4762A079-BBE3-C8BC-51B3-F0F1A6F56FBC}"/>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2" name="Group 961">
            <a:extLst>
              <a:ext uri="{FF2B5EF4-FFF2-40B4-BE49-F238E27FC236}">
                <a16:creationId xmlns:a16="http://schemas.microsoft.com/office/drawing/2014/main" id="{8F906027-355D-0104-A9E8-4EBEB6407F30}"/>
              </a:ext>
            </a:extLst>
          </p:cNvPr>
          <p:cNvGrpSpPr/>
          <p:nvPr/>
        </p:nvGrpSpPr>
        <p:grpSpPr>
          <a:xfrm>
            <a:off x="9651076" y="5143367"/>
            <a:ext cx="721206" cy="609701"/>
            <a:chOff x="9651076" y="5143367"/>
            <a:chExt cx="721206" cy="609701"/>
          </a:xfrm>
        </p:grpSpPr>
        <p:sp>
          <p:nvSpPr>
            <p:cNvPr id="963" name="Rectangle 962">
              <a:hlinkHover r:id="" action="ppaction://noaction" highlightClick="1"/>
              <a:extLst>
                <a:ext uri="{FF2B5EF4-FFF2-40B4-BE49-F238E27FC236}">
                  <a16:creationId xmlns:a16="http://schemas.microsoft.com/office/drawing/2014/main" id="{1D0D3C92-ECA5-0601-C7D7-8B31F0EE3202}"/>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964" name="Oval 963">
              <a:extLst>
                <a:ext uri="{FF2B5EF4-FFF2-40B4-BE49-F238E27FC236}">
                  <a16:creationId xmlns:a16="http://schemas.microsoft.com/office/drawing/2014/main" id="{DCAF48D4-4AFC-3341-CCF2-74A12BD93B76}"/>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5" name="Isosceles Triangle 648">
              <a:extLst>
                <a:ext uri="{FF2B5EF4-FFF2-40B4-BE49-F238E27FC236}">
                  <a16:creationId xmlns:a16="http://schemas.microsoft.com/office/drawing/2014/main" id="{A4704EA1-F9E4-82C0-5E98-2AF4B0503619}"/>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66" name="Group 965">
            <a:extLst>
              <a:ext uri="{FF2B5EF4-FFF2-40B4-BE49-F238E27FC236}">
                <a16:creationId xmlns:a16="http://schemas.microsoft.com/office/drawing/2014/main" id="{86E64C2E-7DA1-129A-E5C2-C267C3AD3D4A}"/>
              </a:ext>
            </a:extLst>
          </p:cNvPr>
          <p:cNvGrpSpPr/>
          <p:nvPr/>
        </p:nvGrpSpPr>
        <p:grpSpPr>
          <a:xfrm>
            <a:off x="9657612" y="3698231"/>
            <a:ext cx="721206" cy="609701"/>
            <a:chOff x="9657612" y="3698231"/>
            <a:chExt cx="721206" cy="609701"/>
          </a:xfrm>
        </p:grpSpPr>
        <p:sp>
          <p:nvSpPr>
            <p:cNvPr id="967" name="Rectangle 966">
              <a:hlinkHover r:id="" action="ppaction://noaction" highlightClick="1"/>
              <a:extLst>
                <a:ext uri="{FF2B5EF4-FFF2-40B4-BE49-F238E27FC236}">
                  <a16:creationId xmlns:a16="http://schemas.microsoft.com/office/drawing/2014/main" id="{355E3AB0-CC9A-8EC8-CC5E-1A946D92CBF4}"/>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968" name="Oval 967">
              <a:extLst>
                <a:ext uri="{FF2B5EF4-FFF2-40B4-BE49-F238E27FC236}">
                  <a16:creationId xmlns:a16="http://schemas.microsoft.com/office/drawing/2014/main" id="{09137589-C337-36AB-4347-ABD598BA3061}"/>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9" name="Isosceles Triangle 648">
              <a:extLst>
                <a:ext uri="{FF2B5EF4-FFF2-40B4-BE49-F238E27FC236}">
                  <a16:creationId xmlns:a16="http://schemas.microsoft.com/office/drawing/2014/main" id="{3F2642B1-6374-B5DF-6465-12109BB7B891}"/>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70" name="Group 969">
            <a:extLst>
              <a:ext uri="{FF2B5EF4-FFF2-40B4-BE49-F238E27FC236}">
                <a16:creationId xmlns:a16="http://schemas.microsoft.com/office/drawing/2014/main" id="{7A4D54C9-846E-3ABD-2619-0A731793B136}"/>
              </a:ext>
            </a:extLst>
          </p:cNvPr>
          <p:cNvGrpSpPr/>
          <p:nvPr/>
        </p:nvGrpSpPr>
        <p:grpSpPr>
          <a:xfrm>
            <a:off x="10506928" y="3698227"/>
            <a:ext cx="721206" cy="609701"/>
            <a:chOff x="10506928" y="3698227"/>
            <a:chExt cx="721206" cy="609701"/>
          </a:xfrm>
        </p:grpSpPr>
        <p:sp>
          <p:nvSpPr>
            <p:cNvPr id="971" name="Rectangle 970">
              <a:hlinkHover r:id="" action="ppaction://noaction" highlightClick="1"/>
              <a:extLst>
                <a:ext uri="{FF2B5EF4-FFF2-40B4-BE49-F238E27FC236}">
                  <a16:creationId xmlns:a16="http://schemas.microsoft.com/office/drawing/2014/main" id="{A1653D67-E9A4-F51C-F4E2-4B4116B0429E}"/>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972" name="Oval 971">
              <a:extLst>
                <a:ext uri="{FF2B5EF4-FFF2-40B4-BE49-F238E27FC236}">
                  <a16:creationId xmlns:a16="http://schemas.microsoft.com/office/drawing/2014/main" id="{254CE869-8D26-6960-7805-FD786D941A8C}"/>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3" name="Isosceles Triangle 648">
              <a:extLst>
                <a:ext uri="{FF2B5EF4-FFF2-40B4-BE49-F238E27FC236}">
                  <a16:creationId xmlns:a16="http://schemas.microsoft.com/office/drawing/2014/main" id="{25E27BE5-0198-991C-B595-172EE301FAF2}"/>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74" name="Group 973">
            <a:extLst>
              <a:ext uri="{FF2B5EF4-FFF2-40B4-BE49-F238E27FC236}">
                <a16:creationId xmlns:a16="http://schemas.microsoft.com/office/drawing/2014/main" id="{52947240-98DA-5DE3-D04A-25F568C507E0}"/>
              </a:ext>
            </a:extLst>
          </p:cNvPr>
          <p:cNvGrpSpPr/>
          <p:nvPr/>
        </p:nvGrpSpPr>
        <p:grpSpPr>
          <a:xfrm>
            <a:off x="8808417" y="5135710"/>
            <a:ext cx="721206" cy="609701"/>
            <a:chOff x="8808417" y="5135710"/>
            <a:chExt cx="721206" cy="609701"/>
          </a:xfrm>
        </p:grpSpPr>
        <p:sp>
          <p:nvSpPr>
            <p:cNvPr id="975" name="Rectangle 974">
              <a:hlinkHover r:id="" action="ppaction://noaction" highlightClick="1"/>
              <a:extLst>
                <a:ext uri="{FF2B5EF4-FFF2-40B4-BE49-F238E27FC236}">
                  <a16:creationId xmlns:a16="http://schemas.microsoft.com/office/drawing/2014/main" id="{57A5446F-CCCA-F901-3D97-E7B6E105F4AF}"/>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976" name="Oval 975">
              <a:extLst>
                <a:ext uri="{FF2B5EF4-FFF2-40B4-BE49-F238E27FC236}">
                  <a16:creationId xmlns:a16="http://schemas.microsoft.com/office/drawing/2014/main" id="{7351F5BE-A99A-53F9-CB63-3121C5F054DA}"/>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7" name="Isosceles Triangle 648">
              <a:extLst>
                <a:ext uri="{FF2B5EF4-FFF2-40B4-BE49-F238E27FC236}">
                  <a16:creationId xmlns:a16="http://schemas.microsoft.com/office/drawing/2014/main" id="{E98E0C35-9839-A547-CC78-7F7AF4E16D3A}"/>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92" name="Group 991">
            <a:extLst>
              <a:ext uri="{FF2B5EF4-FFF2-40B4-BE49-F238E27FC236}">
                <a16:creationId xmlns:a16="http://schemas.microsoft.com/office/drawing/2014/main" id="{7D9C16AA-2941-3C5F-2131-2B81DFB396AE}"/>
              </a:ext>
            </a:extLst>
          </p:cNvPr>
          <p:cNvGrpSpPr/>
          <p:nvPr/>
        </p:nvGrpSpPr>
        <p:grpSpPr>
          <a:xfrm>
            <a:off x="7957572" y="1532276"/>
            <a:ext cx="721206" cy="609701"/>
            <a:chOff x="7957572" y="1532276"/>
            <a:chExt cx="721206" cy="609701"/>
          </a:xfrm>
        </p:grpSpPr>
        <p:sp>
          <p:nvSpPr>
            <p:cNvPr id="993" name="Rectangle 992">
              <a:hlinkHover r:id="" action="ppaction://noaction" highlightClick="1"/>
              <a:extLst>
                <a:ext uri="{FF2B5EF4-FFF2-40B4-BE49-F238E27FC236}">
                  <a16:creationId xmlns:a16="http://schemas.microsoft.com/office/drawing/2014/main" id="{242D09D8-EBDC-4275-10DA-0D2A2EE596A5}"/>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994" name="Rectangle 993">
              <a:extLst>
                <a:ext uri="{FF2B5EF4-FFF2-40B4-BE49-F238E27FC236}">
                  <a16:creationId xmlns:a16="http://schemas.microsoft.com/office/drawing/2014/main" id="{C41BCF82-33D6-9061-4BDA-4558591AAD64}"/>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5" name="Oval 15">
              <a:extLst>
                <a:ext uri="{FF2B5EF4-FFF2-40B4-BE49-F238E27FC236}">
                  <a16:creationId xmlns:a16="http://schemas.microsoft.com/office/drawing/2014/main" id="{616D28A5-6E69-EA35-2119-1255DCD69B23}"/>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96" name="Straight Connector 995">
              <a:extLst>
                <a:ext uri="{FF2B5EF4-FFF2-40B4-BE49-F238E27FC236}">
                  <a16:creationId xmlns:a16="http://schemas.microsoft.com/office/drawing/2014/main" id="{2FB1F524-5901-9048-1569-8CF46EBF25EE}"/>
                </a:ext>
              </a:extLst>
            </p:cNvPr>
            <p:cNvCxnSpPr>
              <a:cxnSpLocks/>
              <a:stCxn id="995"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97" name="Straight Connector 996">
              <a:extLst>
                <a:ext uri="{FF2B5EF4-FFF2-40B4-BE49-F238E27FC236}">
                  <a16:creationId xmlns:a16="http://schemas.microsoft.com/office/drawing/2014/main" id="{FF8BBE73-5E44-1A6E-650C-0CB1C4A03031}"/>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32" name="Group 1031">
            <a:extLst>
              <a:ext uri="{FF2B5EF4-FFF2-40B4-BE49-F238E27FC236}">
                <a16:creationId xmlns:a16="http://schemas.microsoft.com/office/drawing/2014/main" id="{1816A328-D693-8837-BA39-EC7C5C573F8C}"/>
              </a:ext>
            </a:extLst>
          </p:cNvPr>
          <p:cNvGrpSpPr/>
          <p:nvPr/>
        </p:nvGrpSpPr>
        <p:grpSpPr>
          <a:xfrm>
            <a:off x="11356242" y="811556"/>
            <a:ext cx="721206" cy="609701"/>
            <a:chOff x="11356242" y="811556"/>
            <a:chExt cx="721206" cy="609701"/>
          </a:xfrm>
        </p:grpSpPr>
        <p:sp>
          <p:nvSpPr>
            <p:cNvPr id="1033" name="Rectangle 1032">
              <a:hlinkHover r:id="" action="ppaction://noaction" highlightClick="1"/>
              <a:extLst>
                <a:ext uri="{FF2B5EF4-FFF2-40B4-BE49-F238E27FC236}">
                  <a16:creationId xmlns:a16="http://schemas.microsoft.com/office/drawing/2014/main" id="{53ABDCA8-65AE-16D6-F5B0-13582C17BE61}"/>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1034" name="Oval 1033">
              <a:extLst>
                <a:ext uri="{FF2B5EF4-FFF2-40B4-BE49-F238E27FC236}">
                  <a16:creationId xmlns:a16="http://schemas.microsoft.com/office/drawing/2014/main" id="{07AA1BBD-8D32-4F5A-9A19-2898BA2E59FA}"/>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5" name="Isosceles Triangle 648">
              <a:extLst>
                <a:ext uri="{FF2B5EF4-FFF2-40B4-BE49-F238E27FC236}">
                  <a16:creationId xmlns:a16="http://schemas.microsoft.com/office/drawing/2014/main" id="{2729E16C-024E-A5C9-4C65-585BF9C8854E}"/>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0" name="Group 1039">
            <a:extLst>
              <a:ext uri="{FF2B5EF4-FFF2-40B4-BE49-F238E27FC236}">
                <a16:creationId xmlns:a16="http://schemas.microsoft.com/office/drawing/2014/main" id="{EE03C245-1C85-B7E2-0105-65536C95E542}"/>
              </a:ext>
            </a:extLst>
          </p:cNvPr>
          <p:cNvGrpSpPr/>
          <p:nvPr/>
        </p:nvGrpSpPr>
        <p:grpSpPr>
          <a:xfrm>
            <a:off x="8808419" y="3705986"/>
            <a:ext cx="721206" cy="609701"/>
            <a:chOff x="8808419" y="3705986"/>
            <a:chExt cx="721206" cy="609701"/>
          </a:xfrm>
        </p:grpSpPr>
        <p:sp>
          <p:nvSpPr>
            <p:cNvPr id="1041" name="Rectangle 1040">
              <a:hlinkHover r:id="" action="ppaction://noaction" highlightClick="1"/>
              <a:extLst>
                <a:ext uri="{FF2B5EF4-FFF2-40B4-BE49-F238E27FC236}">
                  <a16:creationId xmlns:a16="http://schemas.microsoft.com/office/drawing/2014/main" id="{D4C78042-5063-B0B7-A1C5-175185279BEB}"/>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1042" name="Oval 1041">
              <a:extLst>
                <a:ext uri="{FF2B5EF4-FFF2-40B4-BE49-F238E27FC236}">
                  <a16:creationId xmlns:a16="http://schemas.microsoft.com/office/drawing/2014/main" id="{368C1933-C921-46DE-0EEC-E80CDA9C93B7}"/>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3" name="Isosceles Triangle 648">
              <a:extLst>
                <a:ext uri="{FF2B5EF4-FFF2-40B4-BE49-F238E27FC236}">
                  <a16:creationId xmlns:a16="http://schemas.microsoft.com/office/drawing/2014/main" id="{DC4EEB42-2FAD-D86D-2800-DF2DFB3A636C}"/>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4" name="Group 1043">
            <a:extLst>
              <a:ext uri="{FF2B5EF4-FFF2-40B4-BE49-F238E27FC236}">
                <a16:creationId xmlns:a16="http://schemas.microsoft.com/office/drawing/2014/main" id="{A9431797-05C0-5B20-4AF2-D4D4DB43DF0D}"/>
              </a:ext>
            </a:extLst>
          </p:cNvPr>
          <p:cNvGrpSpPr/>
          <p:nvPr/>
        </p:nvGrpSpPr>
        <p:grpSpPr>
          <a:xfrm>
            <a:off x="431659" y="90836"/>
            <a:ext cx="721210" cy="609701"/>
            <a:chOff x="431659" y="90836"/>
            <a:chExt cx="721210" cy="609701"/>
          </a:xfrm>
        </p:grpSpPr>
        <p:sp>
          <p:nvSpPr>
            <p:cNvPr id="1045" name="Rectangle 1044">
              <a:extLst>
                <a:ext uri="{FF2B5EF4-FFF2-40B4-BE49-F238E27FC236}">
                  <a16:creationId xmlns:a16="http://schemas.microsoft.com/office/drawing/2014/main" id="{5FBC93BA-5494-6937-6335-434699C2925F}"/>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1046" name="Rectangle 1045">
              <a:extLst>
                <a:ext uri="{FF2B5EF4-FFF2-40B4-BE49-F238E27FC236}">
                  <a16:creationId xmlns:a16="http://schemas.microsoft.com/office/drawing/2014/main" id="{A527883A-EF25-1590-CEF4-B3A8B98AF7E1}"/>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7" name="Oval 15">
              <a:extLst>
                <a:ext uri="{FF2B5EF4-FFF2-40B4-BE49-F238E27FC236}">
                  <a16:creationId xmlns:a16="http://schemas.microsoft.com/office/drawing/2014/main" id="{1107443F-D92C-9C2B-AF51-CA1E7A768B61}"/>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48" name="Straight Connector 1047">
              <a:extLst>
                <a:ext uri="{FF2B5EF4-FFF2-40B4-BE49-F238E27FC236}">
                  <a16:creationId xmlns:a16="http://schemas.microsoft.com/office/drawing/2014/main" id="{CF310F77-9E07-C6FC-B640-0B5CE4DF817D}"/>
                </a:ext>
              </a:extLst>
            </p:cNvPr>
            <p:cNvCxnSpPr>
              <a:cxnSpLocks/>
              <a:stCxn id="1047"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049" name="Straight Connector 1048">
              <a:extLst>
                <a:ext uri="{FF2B5EF4-FFF2-40B4-BE49-F238E27FC236}">
                  <a16:creationId xmlns:a16="http://schemas.microsoft.com/office/drawing/2014/main" id="{5686CAED-F05E-EA81-56EE-E52B665B56AF}"/>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50" name="Group 1049">
            <a:extLst>
              <a:ext uri="{FF2B5EF4-FFF2-40B4-BE49-F238E27FC236}">
                <a16:creationId xmlns:a16="http://schemas.microsoft.com/office/drawing/2014/main" id="{911B1CA4-4EC7-B461-4832-8B494C2CBE4C}"/>
              </a:ext>
            </a:extLst>
          </p:cNvPr>
          <p:cNvGrpSpPr/>
          <p:nvPr/>
        </p:nvGrpSpPr>
        <p:grpSpPr>
          <a:xfrm>
            <a:off x="1267282" y="90836"/>
            <a:ext cx="721206" cy="609701"/>
            <a:chOff x="1267282" y="90836"/>
            <a:chExt cx="721206" cy="609701"/>
          </a:xfrm>
        </p:grpSpPr>
        <p:sp>
          <p:nvSpPr>
            <p:cNvPr id="1051" name="Rectangle 1050">
              <a:extLst>
                <a:ext uri="{FF2B5EF4-FFF2-40B4-BE49-F238E27FC236}">
                  <a16:creationId xmlns:a16="http://schemas.microsoft.com/office/drawing/2014/main" id="{C5D729A7-1884-416D-9A0E-D449454FA39B}"/>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1052" name="Rectangle 1051">
              <a:extLst>
                <a:ext uri="{FF2B5EF4-FFF2-40B4-BE49-F238E27FC236}">
                  <a16:creationId xmlns:a16="http://schemas.microsoft.com/office/drawing/2014/main" id="{9CA50DE0-97C8-6854-B98A-0DC53AD2C792}"/>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53" name="Oval 15">
              <a:extLst>
                <a:ext uri="{FF2B5EF4-FFF2-40B4-BE49-F238E27FC236}">
                  <a16:creationId xmlns:a16="http://schemas.microsoft.com/office/drawing/2014/main" id="{66780777-DF9C-6A5C-A1F1-FD478D99AE0C}"/>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54" name="Straight Connector 1053">
              <a:extLst>
                <a:ext uri="{FF2B5EF4-FFF2-40B4-BE49-F238E27FC236}">
                  <a16:creationId xmlns:a16="http://schemas.microsoft.com/office/drawing/2014/main" id="{7025E2F0-076E-29FE-C8CB-7CD7D746353C}"/>
                </a:ext>
              </a:extLst>
            </p:cNvPr>
            <p:cNvCxnSpPr>
              <a:cxnSpLocks/>
              <a:stCxn id="1053"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055" name="Straight Connector 1054">
              <a:extLst>
                <a:ext uri="{FF2B5EF4-FFF2-40B4-BE49-F238E27FC236}">
                  <a16:creationId xmlns:a16="http://schemas.microsoft.com/office/drawing/2014/main" id="{A0BFA432-8097-F96B-29F8-C0EFE6701A56}"/>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56" name="Group 1055">
            <a:extLst>
              <a:ext uri="{FF2B5EF4-FFF2-40B4-BE49-F238E27FC236}">
                <a16:creationId xmlns:a16="http://schemas.microsoft.com/office/drawing/2014/main" id="{679C92B6-028C-1563-6752-F2C0A4735C82}"/>
              </a:ext>
            </a:extLst>
          </p:cNvPr>
          <p:cNvGrpSpPr/>
          <p:nvPr/>
        </p:nvGrpSpPr>
        <p:grpSpPr>
          <a:xfrm>
            <a:off x="2102907" y="90836"/>
            <a:ext cx="721206" cy="609701"/>
            <a:chOff x="2102907" y="90836"/>
            <a:chExt cx="721206" cy="609701"/>
          </a:xfrm>
        </p:grpSpPr>
        <p:sp>
          <p:nvSpPr>
            <p:cNvPr id="1057" name="Rectangle 1056">
              <a:extLst>
                <a:ext uri="{FF2B5EF4-FFF2-40B4-BE49-F238E27FC236}">
                  <a16:creationId xmlns:a16="http://schemas.microsoft.com/office/drawing/2014/main" id="{439DE0D5-44EF-BCEE-1BA6-9E18338D7DB3}"/>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1058" name="Rectangle 1057">
              <a:extLst>
                <a:ext uri="{FF2B5EF4-FFF2-40B4-BE49-F238E27FC236}">
                  <a16:creationId xmlns:a16="http://schemas.microsoft.com/office/drawing/2014/main" id="{D2ABDFD4-E6AB-B79C-6523-399942C37BE8}"/>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59" name="Oval 15">
              <a:extLst>
                <a:ext uri="{FF2B5EF4-FFF2-40B4-BE49-F238E27FC236}">
                  <a16:creationId xmlns:a16="http://schemas.microsoft.com/office/drawing/2014/main" id="{8847FD20-D681-D80D-036E-DC00F93EE1F2}"/>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60" name="Straight Connector 1059">
              <a:extLst>
                <a:ext uri="{FF2B5EF4-FFF2-40B4-BE49-F238E27FC236}">
                  <a16:creationId xmlns:a16="http://schemas.microsoft.com/office/drawing/2014/main" id="{8FDC6F28-E908-E7C8-6C0A-DE3D326A4185}"/>
                </a:ext>
              </a:extLst>
            </p:cNvPr>
            <p:cNvCxnSpPr>
              <a:cxnSpLocks/>
              <a:stCxn id="1059"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061" name="Straight Connector 1060">
              <a:extLst>
                <a:ext uri="{FF2B5EF4-FFF2-40B4-BE49-F238E27FC236}">
                  <a16:creationId xmlns:a16="http://schemas.microsoft.com/office/drawing/2014/main" id="{165CB4E3-30B4-9823-63C0-9590E340C37B}"/>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62" name="Group 1061">
            <a:extLst>
              <a:ext uri="{FF2B5EF4-FFF2-40B4-BE49-F238E27FC236}">
                <a16:creationId xmlns:a16="http://schemas.microsoft.com/office/drawing/2014/main" id="{5235191E-50B5-58BE-2487-CC9D181BDCB7}"/>
              </a:ext>
            </a:extLst>
          </p:cNvPr>
          <p:cNvGrpSpPr/>
          <p:nvPr/>
        </p:nvGrpSpPr>
        <p:grpSpPr>
          <a:xfrm>
            <a:off x="1269626" y="4419615"/>
            <a:ext cx="721206" cy="609701"/>
            <a:chOff x="1269626" y="4419615"/>
            <a:chExt cx="721206" cy="609701"/>
          </a:xfrm>
        </p:grpSpPr>
        <p:sp>
          <p:nvSpPr>
            <p:cNvPr id="1063" name="Rectangle 1062">
              <a:extLst>
                <a:ext uri="{FF2B5EF4-FFF2-40B4-BE49-F238E27FC236}">
                  <a16:creationId xmlns:a16="http://schemas.microsoft.com/office/drawing/2014/main" id="{B1B31C9B-0FDF-40B7-D173-3EEF0AF414FE}"/>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1064" name="Cylinder 1063">
              <a:extLst>
                <a:ext uri="{FF2B5EF4-FFF2-40B4-BE49-F238E27FC236}">
                  <a16:creationId xmlns:a16="http://schemas.microsoft.com/office/drawing/2014/main" id="{EB840C1D-C670-C060-973C-8D6495E69791}"/>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65" name="Group 1064">
            <a:extLst>
              <a:ext uri="{FF2B5EF4-FFF2-40B4-BE49-F238E27FC236}">
                <a16:creationId xmlns:a16="http://schemas.microsoft.com/office/drawing/2014/main" id="{AF07A09C-38BA-0043-1DC7-4C0C3397F6FE}"/>
              </a:ext>
            </a:extLst>
          </p:cNvPr>
          <p:cNvGrpSpPr/>
          <p:nvPr/>
        </p:nvGrpSpPr>
        <p:grpSpPr>
          <a:xfrm>
            <a:off x="432841" y="4419615"/>
            <a:ext cx="721206" cy="609701"/>
            <a:chOff x="432841" y="4419615"/>
            <a:chExt cx="721206" cy="609701"/>
          </a:xfrm>
        </p:grpSpPr>
        <p:sp>
          <p:nvSpPr>
            <p:cNvPr id="1066" name="Rectangle 1065">
              <a:extLst>
                <a:ext uri="{FF2B5EF4-FFF2-40B4-BE49-F238E27FC236}">
                  <a16:creationId xmlns:a16="http://schemas.microsoft.com/office/drawing/2014/main" id="{350DAEC2-BBB0-87EC-3B95-11303024F23D}"/>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1067" name="Cylinder 1066">
              <a:extLst>
                <a:ext uri="{FF2B5EF4-FFF2-40B4-BE49-F238E27FC236}">
                  <a16:creationId xmlns:a16="http://schemas.microsoft.com/office/drawing/2014/main" id="{AA0FDD87-F7B6-C5C5-1F7E-61C288581594}"/>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68" name="Group 1067">
            <a:extLst>
              <a:ext uri="{FF2B5EF4-FFF2-40B4-BE49-F238E27FC236}">
                <a16:creationId xmlns:a16="http://schemas.microsoft.com/office/drawing/2014/main" id="{30BDE8BC-B919-3B51-67BF-D5D1822E5857}"/>
              </a:ext>
            </a:extLst>
          </p:cNvPr>
          <p:cNvGrpSpPr/>
          <p:nvPr/>
        </p:nvGrpSpPr>
        <p:grpSpPr>
          <a:xfrm>
            <a:off x="1268467" y="5141008"/>
            <a:ext cx="721206" cy="609701"/>
            <a:chOff x="1268467" y="5141008"/>
            <a:chExt cx="721206" cy="609701"/>
          </a:xfrm>
        </p:grpSpPr>
        <p:sp>
          <p:nvSpPr>
            <p:cNvPr id="1069" name="Rectangle 1068">
              <a:extLst>
                <a:ext uri="{FF2B5EF4-FFF2-40B4-BE49-F238E27FC236}">
                  <a16:creationId xmlns:a16="http://schemas.microsoft.com/office/drawing/2014/main" id="{08778C6D-E3C8-37C0-FBC2-A32AF2717768}"/>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1070" name="Cylinder 1069">
              <a:extLst>
                <a:ext uri="{FF2B5EF4-FFF2-40B4-BE49-F238E27FC236}">
                  <a16:creationId xmlns:a16="http://schemas.microsoft.com/office/drawing/2014/main" id="{0CCA57CA-2E9E-01FF-4BF3-121D6EB6CD07}"/>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71" name="Group 1070">
            <a:extLst>
              <a:ext uri="{FF2B5EF4-FFF2-40B4-BE49-F238E27FC236}">
                <a16:creationId xmlns:a16="http://schemas.microsoft.com/office/drawing/2014/main" id="{D494AB36-FABF-E437-7657-3DB9FCE1A304}"/>
              </a:ext>
            </a:extLst>
          </p:cNvPr>
          <p:cNvGrpSpPr/>
          <p:nvPr/>
        </p:nvGrpSpPr>
        <p:grpSpPr>
          <a:xfrm>
            <a:off x="431297" y="5141008"/>
            <a:ext cx="721206" cy="609701"/>
            <a:chOff x="431297" y="5141008"/>
            <a:chExt cx="721206" cy="609701"/>
          </a:xfrm>
        </p:grpSpPr>
        <p:sp>
          <p:nvSpPr>
            <p:cNvPr id="1072" name="Rectangle 1071">
              <a:extLst>
                <a:ext uri="{FF2B5EF4-FFF2-40B4-BE49-F238E27FC236}">
                  <a16:creationId xmlns:a16="http://schemas.microsoft.com/office/drawing/2014/main" id="{B5A16B03-DAC1-1DF3-1621-5711E53F98A9}"/>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1073" name="Cylinder 1072">
              <a:extLst>
                <a:ext uri="{FF2B5EF4-FFF2-40B4-BE49-F238E27FC236}">
                  <a16:creationId xmlns:a16="http://schemas.microsoft.com/office/drawing/2014/main" id="{76E492CE-A1DD-A6DA-B0A2-E1D904A7C88B}"/>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80" name="Group 1079">
            <a:extLst>
              <a:ext uri="{FF2B5EF4-FFF2-40B4-BE49-F238E27FC236}">
                <a16:creationId xmlns:a16="http://schemas.microsoft.com/office/drawing/2014/main" id="{AF478A44-016E-358A-D324-5BDF30540220}"/>
              </a:ext>
            </a:extLst>
          </p:cNvPr>
          <p:cNvGrpSpPr/>
          <p:nvPr/>
        </p:nvGrpSpPr>
        <p:grpSpPr>
          <a:xfrm>
            <a:off x="2942399" y="3698227"/>
            <a:ext cx="721206" cy="609701"/>
            <a:chOff x="2942399" y="3698227"/>
            <a:chExt cx="721206" cy="609701"/>
          </a:xfrm>
        </p:grpSpPr>
        <p:sp>
          <p:nvSpPr>
            <p:cNvPr id="1081" name="Rectangle 1080">
              <a:extLst>
                <a:ext uri="{FF2B5EF4-FFF2-40B4-BE49-F238E27FC236}">
                  <a16:creationId xmlns:a16="http://schemas.microsoft.com/office/drawing/2014/main" id="{238D4E17-1CFA-A964-E2C0-3C9794A8FEA3}"/>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1082" name="Right Triangle 1081">
              <a:extLst>
                <a:ext uri="{FF2B5EF4-FFF2-40B4-BE49-F238E27FC236}">
                  <a16:creationId xmlns:a16="http://schemas.microsoft.com/office/drawing/2014/main" id="{9293B682-7CBB-FE37-503F-81A1AF98AD76}"/>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83" name="Group 1082">
              <a:extLst>
                <a:ext uri="{FF2B5EF4-FFF2-40B4-BE49-F238E27FC236}">
                  <a16:creationId xmlns:a16="http://schemas.microsoft.com/office/drawing/2014/main" id="{1AC71488-5F35-1468-F4BC-899853AA7B77}"/>
                </a:ext>
              </a:extLst>
            </p:cNvPr>
            <p:cNvGrpSpPr/>
            <p:nvPr/>
          </p:nvGrpSpPr>
          <p:grpSpPr>
            <a:xfrm>
              <a:off x="3607767" y="3713057"/>
              <a:ext cx="37817" cy="61390"/>
              <a:chOff x="3883481" y="2057400"/>
              <a:chExt cx="1608363" cy="2652031"/>
            </a:xfrm>
            <a:solidFill>
              <a:srgbClr val="A6A6A6">
                <a:alpha val="20000"/>
              </a:srgbClr>
            </a:solidFill>
          </p:grpSpPr>
          <p:sp>
            <p:nvSpPr>
              <p:cNvPr id="1084" name="Oval 27">
                <a:extLst>
                  <a:ext uri="{FF2B5EF4-FFF2-40B4-BE49-F238E27FC236}">
                    <a16:creationId xmlns:a16="http://schemas.microsoft.com/office/drawing/2014/main" id="{4EE7E111-E3C4-B504-1A2E-0AC90A9ADC2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85" name="Oval 28">
                <a:extLst>
                  <a:ext uri="{FF2B5EF4-FFF2-40B4-BE49-F238E27FC236}">
                    <a16:creationId xmlns:a16="http://schemas.microsoft.com/office/drawing/2014/main" id="{FFF371F2-86A4-F649-AD67-D985994CE26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14" name="Group 1113">
            <a:extLst>
              <a:ext uri="{FF2B5EF4-FFF2-40B4-BE49-F238E27FC236}">
                <a16:creationId xmlns:a16="http://schemas.microsoft.com/office/drawing/2014/main" id="{7A950CA3-37F5-CB0E-6DD4-77EA5EA82688}"/>
              </a:ext>
            </a:extLst>
          </p:cNvPr>
          <p:cNvGrpSpPr/>
          <p:nvPr/>
        </p:nvGrpSpPr>
        <p:grpSpPr>
          <a:xfrm>
            <a:off x="1268843" y="2253332"/>
            <a:ext cx="721206" cy="609701"/>
            <a:chOff x="1268843" y="2253332"/>
            <a:chExt cx="721206" cy="609701"/>
          </a:xfrm>
        </p:grpSpPr>
        <p:sp>
          <p:nvSpPr>
            <p:cNvPr id="1115" name="Rectangle 1114">
              <a:extLst>
                <a:ext uri="{FF2B5EF4-FFF2-40B4-BE49-F238E27FC236}">
                  <a16:creationId xmlns:a16="http://schemas.microsoft.com/office/drawing/2014/main" id="{50121BC9-D893-BFB7-C3AD-5336F015B639}"/>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1116" name="Right Triangle 1115">
              <a:extLst>
                <a:ext uri="{FF2B5EF4-FFF2-40B4-BE49-F238E27FC236}">
                  <a16:creationId xmlns:a16="http://schemas.microsoft.com/office/drawing/2014/main" id="{D0339DDF-33A4-1716-F3FE-E4578B5F7356}"/>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17" name="Group 1116">
              <a:extLst>
                <a:ext uri="{FF2B5EF4-FFF2-40B4-BE49-F238E27FC236}">
                  <a16:creationId xmlns:a16="http://schemas.microsoft.com/office/drawing/2014/main" id="{5578A371-D1E2-0E2D-5C6E-5B73AC7C4556}"/>
                </a:ext>
              </a:extLst>
            </p:cNvPr>
            <p:cNvGrpSpPr/>
            <p:nvPr/>
          </p:nvGrpSpPr>
          <p:grpSpPr>
            <a:xfrm>
              <a:off x="1939436" y="2265731"/>
              <a:ext cx="37817" cy="61390"/>
              <a:chOff x="3883481" y="2057400"/>
              <a:chExt cx="1608363" cy="2652031"/>
            </a:xfrm>
            <a:solidFill>
              <a:srgbClr val="A6A6A6">
                <a:alpha val="20000"/>
              </a:srgbClr>
            </a:solidFill>
          </p:grpSpPr>
          <p:sp>
            <p:nvSpPr>
              <p:cNvPr id="1118" name="Oval 27">
                <a:extLst>
                  <a:ext uri="{FF2B5EF4-FFF2-40B4-BE49-F238E27FC236}">
                    <a16:creationId xmlns:a16="http://schemas.microsoft.com/office/drawing/2014/main" id="{66590AC2-0D4A-FA60-AB42-BBCBD0C8E58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19" name="Oval 28">
                <a:extLst>
                  <a:ext uri="{FF2B5EF4-FFF2-40B4-BE49-F238E27FC236}">
                    <a16:creationId xmlns:a16="http://schemas.microsoft.com/office/drawing/2014/main" id="{02E56665-99B6-B7C8-7C66-A4E570216D7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20" name="Group 1119">
            <a:extLst>
              <a:ext uri="{FF2B5EF4-FFF2-40B4-BE49-F238E27FC236}">
                <a16:creationId xmlns:a16="http://schemas.microsoft.com/office/drawing/2014/main" id="{E46F731B-FB9E-3A79-62F2-8FCBF9C61E27}"/>
              </a:ext>
            </a:extLst>
          </p:cNvPr>
          <p:cNvGrpSpPr/>
          <p:nvPr/>
        </p:nvGrpSpPr>
        <p:grpSpPr>
          <a:xfrm>
            <a:off x="2105351" y="2253333"/>
            <a:ext cx="721206" cy="609701"/>
            <a:chOff x="2105351" y="2253333"/>
            <a:chExt cx="721206" cy="609701"/>
          </a:xfrm>
        </p:grpSpPr>
        <p:sp>
          <p:nvSpPr>
            <p:cNvPr id="1121" name="Rectangle 1120">
              <a:extLst>
                <a:ext uri="{FF2B5EF4-FFF2-40B4-BE49-F238E27FC236}">
                  <a16:creationId xmlns:a16="http://schemas.microsoft.com/office/drawing/2014/main" id="{CF3E2D9F-EBFB-CC33-B7E5-4868CF33FD6C}"/>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1122" name="Right Triangle 1121">
              <a:extLst>
                <a:ext uri="{FF2B5EF4-FFF2-40B4-BE49-F238E27FC236}">
                  <a16:creationId xmlns:a16="http://schemas.microsoft.com/office/drawing/2014/main" id="{BAE80F07-F41D-49DC-8A52-60F5D4737E48}"/>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23" name="Group 1122">
              <a:extLst>
                <a:ext uri="{FF2B5EF4-FFF2-40B4-BE49-F238E27FC236}">
                  <a16:creationId xmlns:a16="http://schemas.microsoft.com/office/drawing/2014/main" id="{5F580570-7974-2691-539F-E8EC3E31E6EA}"/>
                </a:ext>
              </a:extLst>
            </p:cNvPr>
            <p:cNvGrpSpPr/>
            <p:nvPr/>
          </p:nvGrpSpPr>
          <p:grpSpPr>
            <a:xfrm>
              <a:off x="2771408" y="2265591"/>
              <a:ext cx="37817" cy="61390"/>
              <a:chOff x="3883481" y="2057400"/>
              <a:chExt cx="1608363" cy="2652031"/>
            </a:xfrm>
            <a:solidFill>
              <a:srgbClr val="A6A6A6">
                <a:alpha val="20000"/>
              </a:srgbClr>
            </a:solidFill>
          </p:grpSpPr>
          <p:sp>
            <p:nvSpPr>
              <p:cNvPr id="1124" name="Oval 27">
                <a:extLst>
                  <a:ext uri="{FF2B5EF4-FFF2-40B4-BE49-F238E27FC236}">
                    <a16:creationId xmlns:a16="http://schemas.microsoft.com/office/drawing/2014/main" id="{812A7486-63FD-360C-3727-3FD0458CBD5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5" name="Oval 28">
                <a:extLst>
                  <a:ext uri="{FF2B5EF4-FFF2-40B4-BE49-F238E27FC236}">
                    <a16:creationId xmlns:a16="http://schemas.microsoft.com/office/drawing/2014/main" id="{67CAA91A-696F-016C-4D2F-5FD62ABDE96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26" name="Group 1125">
            <a:extLst>
              <a:ext uri="{FF2B5EF4-FFF2-40B4-BE49-F238E27FC236}">
                <a16:creationId xmlns:a16="http://schemas.microsoft.com/office/drawing/2014/main" id="{8601E968-B378-0EA1-30AB-06F4FE2DE91C}"/>
              </a:ext>
            </a:extLst>
          </p:cNvPr>
          <p:cNvGrpSpPr/>
          <p:nvPr/>
        </p:nvGrpSpPr>
        <p:grpSpPr>
          <a:xfrm>
            <a:off x="2941860" y="2253333"/>
            <a:ext cx="721206" cy="609701"/>
            <a:chOff x="2941860" y="2253333"/>
            <a:chExt cx="721206" cy="609701"/>
          </a:xfrm>
        </p:grpSpPr>
        <p:sp>
          <p:nvSpPr>
            <p:cNvPr id="1127" name="Rectangle 1126">
              <a:extLst>
                <a:ext uri="{FF2B5EF4-FFF2-40B4-BE49-F238E27FC236}">
                  <a16:creationId xmlns:a16="http://schemas.microsoft.com/office/drawing/2014/main" id="{E04E046F-377B-48F3-7193-52DDC5866D32}"/>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1128" name="Right Triangle 1127">
              <a:extLst>
                <a:ext uri="{FF2B5EF4-FFF2-40B4-BE49-F238E27FC236}">
                  <a16:creationId xmlns:a16="http://schemas.microsoft.com/office/drawing/2014/main" id="{A8E2A560-30C1-B7FF-5F31-1584880AB9D6}"/>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29" name="Group 1128">
              <a:extLst>
                <a:ext uri="{FF2B5EF4-FFF2-40B4-BE49-F238E27FC236}">
                  <a16:creationId xmlns:a16="http://schemas.microsoft.com/office/drawing/2014/main" id="{78082DD1-02E3-CEB3-337D-D30B4B4FE3C3}"/>
                </a:ext>
              </a:extLst>
            </p:cNvPr>
            <p:cNvGrpSpPr/>
            <p:nvPr/>
          </p:nvGrpSpPr>
          <p:grpSpPr>
            <a:xfrm>
              <a:off x="3611250" y="2264969"/>
              <a:ext cx="37817" cy="61390"/>
              <a:chOff x="3883481" y="2057400"/>
              <a:chExt cx="1608363" cy="2652031"/>
            </a:xfrm>
            <a:solidFill>
              <a:srgbClr val="A6A6A6">
                <a:alpha val="20000"/>
              </a:srgbClr>
            </a:solidFill>
          </p:grpSpPr>
          <p:sp>
            <p:nvSpPr>
              <p:cNvPr id="1130" name="Oval 27">
                <a:extLst>
                  <a:ext uri="{FF2B5EF4-FFF2-40B4-BE49-F238E27FC236}">
                    <a16:creationId xmlns:a16="http://schemas.microsoft.com/office/drawing/2014/main" id="{5AE35D53-F26F-61C1-8F7A-6C3F467F85B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31" name="Oval 28">
                <a:extLst>
                  <a:ext uri="{FF2B5EF4-FFF2-40B4-BE49-F238E27FC236}">
                    <a16:creationId xmlns:a16="http://schemas.microsoft.com/office/drawing/2014/main" id="{10E5F450-B299-6A8C-BBA5-59DC02A0F91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32" name="Group 1131">
            <a:extLst>
              <a:ext uri="{FF2B5EF4-FFF2-40B4-BE49-F238E27FC236}">
                <a16:creationId xmlns:a16="http://schemas.microsoft.com/office/drawing/2014/main" id="{1870B451-D64A-B8A5-74A9-7229767DECA9}"/>
              </a:ext>
            </a:extLst>
          </p:cNvPr>
          <p:cNvGrpSpPr/>
          <p:nvPr/>
        </p:nvGrpSpPr>
        <p:grpSpPr>
          <a:xfrm>
            <a:off x="4614876" y="2253332"/>
            <a:ext cx="721206" cy="609701"/>
            <a:chOff x="4614876" y="2253332"/>
            <a:chExt cx="721206" cy="609701"/>
          </a:xfrm>
        </p:grpSpPr>
        <p:sp>
          <p:nvSpPr>
            <p:cNvPr id="1133" name="Rectangle 1132">
              <a:extLst>
                <a:ext uri="{FF2B5EF4-FFF2-40B4-BE49-F238E27FC236}">
                  <a16:creationId xmlns:a16="http://schemas.microsoft.com/office/drawing/2014/main" id="{FC826006-0B57-2614-C347-A69FF3458CB0}"/>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1134" name="Right Triangle 1133">
              <a:extLst>
                <a:ext uri="{FF2B5EF4-FFF2-40B4-BE49-F238E27FC236}">
                  <a16:creationId xmlns:a16="http://schemas.microsoft.com/office/drawing/2014/main" id="{BCB80DF5-477A-15AB-F1D3-FEF1F6C505EA}"/>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35" name="Group 1134">
              <a:extLst>
                <a:ext uri="{FF2B5EF4-FFF2-40B4-BE49-F238E27FC236}">
                  <a16:creationId xmlns:a16="http://schemas.microsoft.com/office/drawing/2014/main" id="{EFEC9C0E-CC44-694D-89C6-F463EE656DA4}"/>
                </a:ext>
              </a:extLst>
            </p:cNvPr>
            <p:cNvGrpSpPr/>
            <p:nvPr/>
          </p:nvGrpSpPr>
          <p:grpSpPr>
            <a:xfrm>
              <a:off x="5280738" y="2264779"/>
              <a:ext cx="37817" cy="61390"/>
              <a:chOff x="3883481" y="2057400"/>
              <a:chExt cx="1608363" cy="2652031"/>
            </a:xfrm>
            <a:solidFill>
              <a:srgbClr val="A6A6A6">
                <a:alpha val="20000"/>
              </a:srgbClr>
            </a:solidFill>
          </p:grpSpPr>
          <p:sp>
            <p:nvSpPr>
              <p:cNvPr id="1136" name="Oval 27">
                <a:extLst>
                  <a:ext uri="{FF2B5EF4-FFF2-40B4-BE49-F238E27FC236}">
                    <a16:creationId xmlns:a16="http://schemas.microsoft.com/office/drawing/2014/main" id="{235ABDF9-CDA2-BEBD-BF3A-3513BCEC7BE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37" name="Oval 28">
                <a:extLst>
                  <a:ext uri="{FF2B5EF4-FFF2-40B4-BE49-F238E27FC236}">
                    <a16:creationId xmlns:a16="http://schemas.microsoft.com/office/drawing/2014/main" id="{5E5FE518-B927-62CC-526D-0F3B0280D22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82" name="Group 1181">
            <a:extLst>
              <a:ext uri="{FF2B5EF4-FFF2-40B4-BE49-F238E27FC236}">
                <a16:creationId xmlns:a16="http://schemas.microsoft.com/office/drawing/2014/main" id="{AFB09B4B-C10B-80CB-DE87-79A9A522BD73}"/>
              </a:ext>
            </a:extLst>
          </p:cNvPr>
          <p:cNvGrpSpPr/>
          <p:nvPr/>
        </p:nvGrpSpPr>
        <p:grpSpPr>
          <a:xfrm>
            <a:off x="5454379" y="2974054"/>
            <a:ext cx="721206" cy="649846"/>
            <a:chOff x="5454379" y="2974054"/>
            <a:chExt cx="721206" cy="649846"/>
          </a:xfrm>
        </p:grpSpPr>
        <p:sp>
          <p:nvSpPr>
            <p:cNvPr id="1183" name="Rectangle 1182">
              <a:extLst>
                <a:ext uri="{FF2B5EF4-FFF2-40B4-BE49-F238E27FC236}">
                  <a16:creationId xmlns:a16="http://schemas.microsoft.com/office/drawing/2014/main" id="{3E0F6839-6227-4F29-DE3B-A9CA41288ED6}"/>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1184" name="Rectangle 1183">
              <a:extLst>
                <a:ext uri="{FF2B5EF4-FFF2-40B4-BE49-F238E27FC236}">
                  <a16:creationId xmlns:a16="http://schemas.microsoft.com/office/drawing/2014/main" id="{A8D954F7-5AD8-8640-9EAE-0361612F4C04}"/>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85" name="Oval 15">
              <a:extLst>
                <a:ext uri="{FF2B5EF4-FFF2-40B4-BE49-F238E27FC236}">
                  <a16:creationId xmlns:a16="http://schemas.microsoft.com/office/drawing/2014/main" id="{BBF928E5-7560-F7FF-E00B-734D30F856E3}"/>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86" name="Straight Connector 1185">
              <a:extLst>
                <a:ext uri="{FF2B5EF4-FFF2-40B4-BE49-F238E27FC236}">
                  <a16:creationId xmlns:a16="http://schemas.microsoft.com/office/drawing/2014/main" id="{01D75979-AB28-9AA1-953C-0E33C410F542}"/>
                </a:ext>
              </a:extLst>
            </p:cNvPr>
            <p:cNvCxnSpPr>
              <a:cxnSpLocks/>
              <a:stCxn id="1185"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87" name="Straight Connector 1186">
              <a:extLst>
                <a:ext uri="{FF2B5EF4-FFF2-40B4-BE49-F238E27FC236}">
                  <a16:creationId xmlns:a16="http://schemas.microsoft.com/office/drawing/2014/main" id="{F2A864ED-58EF-3A05-F393-9A91B703BA5E}"/>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88" name="Group 1187">
            <a:extLst>
              <a:ext uri="{FF2B5EF4-FFF2-40B4-BE49-F238E27FC236}">
                <a16:creationId xmlns:a16="http://schemas.microsoft.com/office/drawing/2014/main" id="{C9BAC4E1-D3A0-2F20-3C7E-625CD125DA89}"/>
              </a:ext>
            </a:extLst>
          </p:cNvPr>
          <p:cNvGrpSpPr/>
          <p:nvPr/>
        </p:nvGrpSpPr>
        <p:grpSpPr>
          <a:xfrm>
            <a:off x="431659" y="2974054"/>
            <a:ext cx="721891" cy="609701"/>
            <a:chOff x="431659" y="2974054"/>
            <a:chExt cx="721891" cy="609701"/>
          </a:xfrm>
        </p:grpSpPr>
        <p:sp>
          <p:nvSpPr>
            <p:cNvPr id="1189" name="Rectangle 1188">
              <a:extLst>
                <a:ext uri="{FF2B5EF4-FFF2-40B4-BE49-F238E27FC236}">
                  <a16:creationId xmlns:a16="http://schemas.microsoft.com/office/drawing/2014/main" id="{D7A6F2C4-BB6C-609B-0BFE-6D54BD4D93E2}"/>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1190" name="Right Triangle 1189">
              <a:extLst>
                <a:ext uri="{FF2B5EF4-FFF2-40B4-BE49-F238E27FC236}">
                  <a16:creationId xmlns:a16="http://schemas.microsoft.com/office/drawing/2014/main" id="{1F3FEFC3-CBCE-492B-1DEE-95BB8B4D2C62}"/>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91" name="Group 1190">
              <a:extLst>
                <a:ext uri="{FF2B5EF4-FFF2-40B4-BE49-F238E27FC236}">
                  <a16:creationId xmlns:a16="http://schemas.microsoft.com/office/drawing/2014/main" id="{8C0BCB74-2C97-8043-B3AF-92C75E055FB0}"/>
                </a:ext>
              </a:extLst>
            </p:cNvPr>
            <p:cNvGrpSpPr/>
            <p:nvPr/>
          </p:nvGrpSpPr>
          <p:grpSpPr>
            <a:xfrm>
              <a:off x="1102940" y="2981762"/>
              <a:ext cx="37817" cy="61390"/>
              <a:chOff x="3883481" y="2057400"/>
              <a:chExt cx="1608363" cy="2652031"/>
            </a:xfrm>
            <a:solidFill>
              <a:srgbClr val="A6A6A6">
                <a:alpha val="20000"/>
              </a:srgbClr>
            </a:solidFill>
          </p:grpSpPr>
          <p:sp>
            <p:nvSpPr>
              <p:cNvPr id="1192" name="Oval 27">
                <a:extLst>
                  <a:ext uri="{FF2B5EF4-FFF2-40B4-BE49-F238E27FC236}">
                    <a16:creationId xmlns:a16="http://schemas.microsoft.com/office/drawing/2014/main" id="{C07760E1-80FF-34CA-459A-6376AF998E3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93" name="Oval 28">
                <a:extLst>
                  <a:ext uri="{FF2B5EF4-FFF2-40B4-BE49-F238E27FC236}">
                    <a16:creationId xmlns:a16="http://schemas.microsoft.com/office/drawing/2014/main" id="{B5E0C226-AAB1-A2BC-35C6-F4B5A776931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00" name="Group 1199">
            <a:extLst>
              <a:ext uri="{FF2B5EF4-FFF2-40B4-BE49-F238E27FC236}">
                <a16:creationId xmlns:a16="http://schemas.microsoft.com/office/drawing/2014/main" id="{737BEEE6-9110-D319-3E3D-6F5CA460D62D}"/>
              </a:ext>
            </a:extLst>
          </p:cNvPr>
          <p:cNvGrpSpPr/>
          <p:nvPr/>
        </p:nvGrpSpPr>
        <p:grpSpPr>
          <a:xfrm>
            <a:off x="2940469" y="2974031"/>
            <a:ext cx="721206" cy="613175"/>
            <a:chOff x="2940469" y="2974031"/>
            <a:chExt cx="721206" cy="613175"/>
          </a:xfrm>
        </p:grpSpPr>
        <p:sp>
          <p:nvSpPr>
            <p:cNvPr id="1201" name="Rectangle 1200">
              <a:extLst>
                <a:ext uri="{FF2B5EF4-FFF2-40B4-BE49-F238E27FC236}">
                  <a16:creationId xmlns:a16="http://schemas.microsoft.com/office/drawing/2014/main" id="{E14275C5-E47F-1E21-2C79-BA4B0A8E868D}"/>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1202" name="Right Triangle 1201">
              <a:extLst>
                <a:ext uri="{FF2B5EF4-FFF2-40B4-BE49-F238E27FC236}">
                  <a16:creationId xmlns:a16="http://schemas.microsoft.com/office/drawing/2014/main" id="{0F5367CA-102F-8686-C0C5-0D9528BD9AEC}"/>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03" name="Group 1202">
              <a:extLst>
                <a:ext uri="{FF2B5EF4-FFF2-40B4-BE49-F238E27FC236}">
                  <a16:creationId xmlns:a16="http://schemas.microsoft.com/office/drawing/2014/main" id="{F1F1E007-D0E3-BD7C-FC7F-698AD8DDC467}"/>
                </a:ext>
              </a:extLst>
            </p:cNvPr>
            <p:cNvGrpSpPr/>
            <p:nvPr/>
          </p:nvGrpSpPr>
          <p:grpSpPr>
            <a:xfrm>
              <a:off x="3610502" y="2980132"/>
              <a:ext cx="37817" cy="61390"/>
              <a:chOff x="3883481" y="2057400"/>
              <a:chExt cx="1608363" cy="2652031"/>
            </a:xfrm>
            <a:solidFill>
              <a:srgbClr val="A6A6A6">
                <a:alpha val="20000"/>
              </a:srgbClr>
            </a:solidFill>
          </p:grpSpPr>
          <p:sp>
            <p:nvSpPr>
              <p:cNvPr id="1204" name="Oval 27">
                <a:extLst>
                  <a:ext uri="{FF2B5EF4-FFF2-40B4-BE49-F238E27FC236}">
                    <a16:creationId xmlns:a16="http://schemas.microsoft.com/office/drawing/2014/main" id="{F7839CD1-3540-23E6-178B-B2DEBA083F7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05" name="Oval 28">
                <a:extLst>
                  <a:ext uri="{FF2B5EF4-FFF2-40B4-BE49-F238E27FC236}">
                    <a16:creationId xmlns:a16="http://schemas.microsoft.com/office/drawing/2014/main" id="{24059BCA-3770-7C2C-449A-CC8F72689AC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06" name="Group 1205">
            <a:extLst>
              <a:ext uri="{FF2B5EF4-FFF2-40B4-BE49-F238E27FC236}">
                <a16:creationId xmlns:a16="http://schemas.microsoft.com/office/drawing/2014/main" id="{54F13E7A-5A32-75BA-A753-314B6F5590CC}"/>
              </a:ext>
            </a:extLst>
          </p:cNvPr>
          <p:cNvGrpSpPr/>
          <p:nvPr/>
        </p:nvGrpSpPr>
        <p:grpSpPr>
          <a:xfrm>
            <a:off x="1268380" y="2974053"/>
            <a:ext cx="721206" cy="609701"/>
            <a:chOff x="1268380" y="2974053"/>
            <a:chExt cx="721206" cy="609701"/>
          </a:xfrm>
        </p:grpSpPr>
        <p:sp>
          <p:nvSpPr>
            <p:cNvPr id="1207" name="Rectangle 1206">
              <a:extLst>
                <a:ext uri="{FF2B5EF4-FFF2-40B4-BE49-F238E27FC236}">
                  <a16:creationId xmlns:a16="http://schemas.microsoft.com/office/drawing/2014/main" id="{887AEC78-D73D-23EE-C483-2EF55EBF836E}"/>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1208" name="Right Triangle 1207">
              <a:extLst>
                <a:ext uri="{FF2B5EF4-FFF2-40B4-BE49-F238E27FC236}">
                  <a16:creationId xmlns:a16="http://schemas.microsoft.com/office/drawing/2014/main" id="{027B4C51-72CC-3168-58E7-EC0532185ECE}"/>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09" name="Group 1208">
              <a:extLst>
                <a:ext uri="{FF2B5EF4-FFF2-40B4-BE49-F238E27FC236}">
                  <a16:creationId xmlns:a16="http://schemas.microsoft.com/office/drawing/2014/main" id="{DF2B349A-5471-8BBC-D541-680892FEB0CA}"/>
                </a:ext>
              </a:extLst>
            </p:cNvPr>
            <p:cNvGrpSpPr/>
            <p:nvPr/>
          </p:nvGrpSpPr>
          <p:grpSpPr>
            <a:xfrm>
              <a:off x="1938973" y="2986452"/>
              <a:ext cx="37817" cy="61390"/>
              <a:chOff x="3883481" y="2057400"/>
              <a:chExt cx="1608363" cy="2652031"/>
            </a:xfrm>
            <a:solidFill>
              <a:srgbClr val="A6A6A6">
                <a:alpha val="20000"/>
              </a:srgbClr>
            </a:solidFill>
          </p:grpSpPr>
          <p:sp>
            <p:nvSpPr>
              <p:cNvPr id="1210" name="Oval 27">
                <a:extLst>
                  <a:ext uri="{FF2B5EF4-FFF2-40B4-BE49-F238E27FC236}">
                    <a16:creationId xmlns:a16="http://schemas.microsoft.com/office/drawing/2014/main" id="{4C852B4C-56DB-C64C-1529-8695BBD0BC6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11" name="Oval 28">
                <a:extLst>
                  <a:ext uri="{FF2B5EF4-FFF2-40B4-BE49-F238E27FC236}">
                    <a16:creationId xmlns:a16="http://schemas.microsoft.com/office/drawing/2014/main" id="{9E99BF0A-0B5F-1F6C-2615-010DEF47994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42" name="Group 1241">
            <a:extLst>
              <a:ext uri="{FF2B5EF4-FFF2-40B4-BE49-F238E27FC236}">
                <a16:creationId xmlns:a16="http://schemas.microsoft.com/office/drawing/2014/main" id="{BBA573CD-1A93-3F36-13E5-AFFD9E89CAA2}"/>
              </a:ext>
            </a:extLst>
          </p:cNvPr>
          <p:cNvGrpSpPr/>
          <p:nvPr/>
        </p:nvGrpSpPr>
        <p:grpSpPr>
          <a:xfrm>
            <a:off x="2889438" y="751337"/>
            <a:ext cx="5022643" cy="5001728"/>
            <a:chOff x="2889438" y="751337"/>
            <a:chExt cx="5022643" cy="5001728"/>
          </a:xfrm>
        </p:grpSpPr>
        <p:cxnSp>
          <p:nvCxnSpPr>
            <p:cNvPr id="1243" name="Straight Connector 1242">
              <a:extLst>
                <a:ext uri="{FF2B5EF4-FFF2-40B4-BE49-F238E27FC236}">
                  <a16:creationId xmlns:a16="http://schemas.microsoft.com/office/drawing/2014/main" id="{0172D6F3-04F2-D9F9-87BC-21BA02CCA49D}"/>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44" name="Straight Connector 1243">
              <a:extLst>
                <a:ext uri="{FF2B5EF4-FFF2-40B4-BE49-F238E27FC236}">
                  <a16:creationId xmlns:a16="http://schemas.microsoft.com/office/drawing/2014/main" id="{F7F3AF67-9677-8231-420E-08F58D4EEBD0}"/>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45" name="Straight Connector 1244">
              <a:extLst>
                <a:ext uri="{FF2B5EF4-FFF2-40B4-BE49-F238E27FC236}">
                  <a16:creationId xmlns:a16="http://schemas.microsoft.com/office/drawing/2014/main" id="{ECECC80F-C3ED-77CA-762F-6B0FF59F3118}"/>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46" name="Straight Connector 1245">
              <a:extLst>
                <a:ext uri="{FF2B5EF4-FFF2-40B4-BE49-F238E27FC236}">
                  <a16:creationId xmlns:a16="http://schemas.microsoft.com/office/drawing/2014/main" id="{CFD67431-E053-6803-BB2D-692A72ACD42E}"/>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47" name="Straight Connector 1246">
              <a:extLst>
                <a:ext uri="{FF2B5EF4-FFF2-40B4-BE49-F238E27FC236}">
                  <a16:creationId xmlns:a16="http://schemas.microsoft.com/office/drawing/2014/main" id="{A9CA71D0-6A63-D7E5-A60C-8F2442F1D173}"/>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48" name="Straight Connector 1247">
              <a:extLst>
                <a:ext uri="{FF2B5EF4-FFF2-40B4-BE49-F238E27FC236}">
                  <a16:creationId xmlns:a16="http://schemas.microsoft.com/office/drawing/2014/main" id="{A6616D63-E971-FCEE-E796-0E8F2512D873}"/>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49" name="Straight Connector 1248">
              <a:extLst>
                <a:ext uri="{FF2B5EF4-FFF2-40B4-BE49-F238E27FC236}">
                  <a16:creationId xmlns:a16="http://schemas.microsoft.com/office/drawing/2014/main" id="{C5E619AA-58A2-21BB-8F96-40FFD4CB9057}"/>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50" name="Straight Connector 1249">
              <a:extLst>
                <a:ext uri="{FF2B5EF4-FFF2-40B4-BE49-F238E27FC236}">
                  <a16:creationId xmlns:a16="http://schemas.microsoft.com/office/drawing/2014/main" id="{FFC4170E-901E-A3DA-9114-B40B6AE74216}"/>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51" name="Straight Connector 1250">
              <a:extLst>
                <a:ext uri="{FF2B5EF4-FFF2-40B4-BE49-F238E27FC236}">
                  <a16:creationId xmlns:a16="http://schemas.microsoft.com/office/drawing/2014/main" id="{B8ABD972-6F04-80F3-5D3F-46776129F4BA}"/>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52" name="Straight Connector 1251">
              <a:extLst>
                <a:ext uri="{FF2B5EF4-FFF2-40B4-BE49-F238E27FC236}">
                  <a16:creationId xmlns:a16="http://schemas.microsoft.com/office/drawing/2014/main" id="{8B39DE90-B869-0FB1-2EE8-DE1A3FCE9E19}"/>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284" name="Group 1283">
            <a:extLst>
              <a:ext uri="{FF2B5EF4-FFF2-40B4-BE49-F238E27FC236}">
                <a16:creationId xmlns:a16="http://schemas.microsoft.com/office/drawing/2014/main" id="{33088AC7-4CD8-88CB-C620-677B6A3FDB80}"/>
              </a:ext>
            </a:extLst>
          </p:cNvPr>
          <p:cNvGrpSpPr/>
          <p:nvPr/>
        </p:nvGrpSpPr>
        <p:grpSpPr>
          <a:xfrm>
            <a:off x="6286130" y="4419624"/>
            <a:ext cx="721206" cy="609701"/>
            <a:chOff x="6286130" y="4419624"/>
            <a:chExt cx="721206" cy="609701"/>
          </a:xfrm>
        </p:grpSpPr>
        <p:sp>
          <p:nvSpPr>
            <p:cNvPr id="1285" name="Rectangle 1284">
              <a:hlinkHover r:id="" action="ppaction://noaction" highlightClick="1"/>
              <a:extLst>
                <a:ext uri="{FF2B5EF4-FFF2-40B4-BE49-F238E27FC236}">
                  <a16:creationId xmlns:a16="http://schemas.microsoft.com/office/drawing/2014/main" id="{6D61E009-8BC8-212C-C1BF-80EFF63FA41C}"/>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1286" name="Oval 1285">
              <a:extLst>
                <a:ext uri="{FF2B5EF4-FFF2-40B4-BE49-F238E27FC236}">
                  <a16:creationId xmlns:a16="http://schemas.microsoft.com/office/drawing/2014/main" id="{5333410D-01DF-0681-17BE-83C06E948785}"/>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87" name="Isosceles Triangle 648">
              <a:extLst>
                <a:ext uri="{FF2B5EF4-FFF2-40B4-BE49-F238E27FC236}">
                  <a16:creationId xmlns:a16="http://schemas.microsoft.com/office/drawing/2014/main" id="{2F1036C7-359E-01FC-04F1-373FE931573E}"/>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88" name="Group 1287">
            <a:extLst>
              <a:ext uri="{FF2B5EF4-FFF2-40B4-BE49-F238E27FC236}">
                <a16:creationId xmlns:a16="http://schemas.microsoft.com/office/drawing/2014/main" id="{487C2E17-0CA9-E869-0029-2F50D0751C30}"/>
              </a:ext>
            </a:extLst>
          </p:cNvPr>
          <p:cNvGrpSpPr/>
          <p:nvPr/>
        </p:nvGrpSpPr>
        <p:grpSpPr>
          <a:xfrm>
            <a:off x="5458940" y="5135305"/>
            <a:ext cx="721206" cy="609701"/>
            <a:chOff x="5458940" y="5135305"/>
            <a:chExt cx="721206" cy="609701"/>
          </a:xfrm>
        </p:grpSpPr>
        <p:sp>
          <p:nvSpPr>
            <p:cNvPr id="1289" name="Rectangle 1288">
              <a:hlinkHover r:id="" action="ppaction://noaction" highlightClick="1"/>
              <a:extLst>
                <a:ext uri="{FF2B5EF4-FFF2-40B4-BE49-F238E27FC236}">
                  <a16:creationId xmlns:a16="http://schemas.microsoft.com/office/drawing/2014/main" id="{9C1CBEAF-F6B0-2955-0C28-42452AFDA7A2}"/>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1290" name="Oval 1289">
              <a:extLst>
                <a:ext uri="{FF2B5EF4-FFF2-40B4-BE49-F238E27FC236}">
                  <a16:creationId xmlns:a16="http://schemas.microsoft.com/office/drawing/2014/main" id="{CDC3DC7E-A13F-8121-C068-F20A045B0FFD}"/>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1" name="Isosceles Triangle 648">
              <a:extLst>
                <a:ext uri="{FF2B5EF4-FFF2-40B4-BE49-F238E27FC236}">
                  <a16:creationId xmlns:a16="http://schemas.microsoft.com/office/drawing/2014/main" id="{8FADDACB-C16D-39D7-17F3-B8B9E8CDA09C}"/>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92" name="Group 1291">
            <a:extLst>
              <a:ext uri="{FF2B5EF4-FFF2-40B4-BE49-F238E27FC236}">
                <a16:creationId xmlns:a16="http://schemas.microsoft.com/office/drawing/2014/main" id="{1E2E0D84-263F-568A-82DF-08F28AFCE27E}"/>
              </a:ext>
            </a:extLst>
          </p:cNvPr>
          <p:cNvGrpSpPr/>
          <p:nvPr/>
        </p:nvGrpSpPr>
        <p:grpSpPr>
          <a:xfrm>
            <a:off x="6289146" y="5141017"/>
            <a:ext cx="721206" cy="609701"/>
            <a:chOff x="6289146" y="5141017"/>
            <a:chExt cx="721206" cy="609701"/>
          </a:xfrm>
        </p:grpSpPr>
        <p:sp>
          <p:nvSpPr>
            <p:cNvPr id="1293" name="Rectangle 1292">
              <a:hlinkHover r:id="" action="ppaction://noaction" highlightClick="1"/>
              <a:extLst>
                <a:ext uri="{FF2B5EF4-FFF2-40B4-BE49-F238E27FC236}">
                  <a16:creationId xmlns:a16="http://schemas.microsoft.com/office/drawing/2014/main" id="{F7FD2F22-4C3C-D058-1F82-AF3DEAE11507}"/>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1294" name="Oval 1293">
              <a:extLst>
                <a:ext uri="{FF2B5EF4-FFF2-40B4-BE49-F238E27FC236}">
                  <a16:creationId xmlns:a16="http://schemas.microsoft.com/office/drawing/2014/main" id="{F2C99C1D-3C0C-BC67-9BBF-61DCA90C4DE9}"/>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5" name="Isosceles Triangle 648">
              <a:extLst>
                <a:ext uri="{FF2B5EF4-FFF2-40B4-BE49-F238E27FC236}">
                  <a16:creationId xmlns:a16="http://schemas.microsoft.com/office/drawing/2014/main" id="{26DA0343-D399-CA76-7C99-75CB998B7C00}"/>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96" name="Group 1295">
            <a:extLst>
              <a:ext uri="{FF2B5EF4-FFF2-40B4-BE49-F238E27FC236}">
                <a16:creationId xmlns:a16="http://schemas.microsoft.com/office/drawing/2014/main" id="{57CB3C71-1670-9AFA-0AC0-DF1738FEE855}"/>
              </a:ext>
            </a:extLst>
          </p:cNvPr>
          <p:cNvGrpSpPr/>
          <p:nvPr/>
        </p:nvGrpSpPr>
        <p:grpSpPr>
          <a:xfrm>
            <a:off x="7122911" y="4419624"/>
            <a:ext cx="721206" cy="609701"/>
            <a:chOff x="7122911" y="4419624"/>
            <a:chExt cx="721206" cy="609701"/>
          </a:xfrm>
        </p:grpSpPr>
        <p:sp>
          <p:nvSpPr>
            <p:cNvPr id="1297" name="Rectangle 1296">
              <a:hlinkHover r:id="" action="ppaction://noaction" highlightClick="1"/>
              <a:extLst>
                <a:ext uri="{FF2B5EF4-FFF2-40B4-BE49-F238E27FC236}">
                  <a16:creationId xmlns:a16="http://schemas.microsoft.com/office/drawing/2014/main" id="{3E7FD8DA-B79B-E81D-4121-F772E70CF290}"/>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1298" name="Oval 1297">
              <a:extLst>
                <a:ext uri="{FF2B5EF4-FFF2-40B4-BE49-F238E27FC236}">
                  <a16:creationId xmlns:a16="http://schemas.microsoft.com/office/drawing/2014/main" id="{8B1C2F10-A958-2FF9-F13A-D529845330F7}"/>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9" name="Isosceles Triangle 648">
              <a:extLst>
                <a:ext uri="{FF2B5EF4-FFF2-40B4-BE49-F238E27FC236}">
                  <a16:creationId xmlns:a16="http://schemas.microsoft.com/office/drawing/2014/main" id="{55BEF9F0-A56B-23B8-FFDC-ACC3D8F69112}"/>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04" name="Group 1303">
            <a:extLst>
              <a:ext uri="{FF2B5EF4-FFF2-40B4-BE49-F238E27FC236}">
                <a16:creationId xmlns:a16="http://schemas.microsoft.com/office/drawing/2014/main" id="{897E17A1-C868-7706-5AF5-A9F87E85DBE7}"/>
              </a:ext>
            </a:extLst>
          </p:cNvPr>
          <p:cNvGrpSpPr/>
          <p:nvPr/>
        </p:nvGrpSpPr>
        <p:grpSpPr>
          <a:xfrm>
            <a:off x="5454385" y="4419624"/>
            <a:ext cx="721206" cy="609701"/>
            <a:chOff x="5454385" y="4419624"/>
            <a:chExt cx="721206" cy="609701"/>
          </a:xfrm>
        </p:grpSpPr>
        <p:sp>
          <p:nvSpPr>
            <p:cNvPr id="1305" name="Rectangle 1304">
              <a:hlinkHover r:id="" action="ppaction://noaction" highlightClick="1"/>
              <a:extLst>
                <a:ext uri="{FF2B5EF4-FFF2-40B4-BE49-F238E27FC236}">
                  <a16:creationId xmlns:a16="http://schemas.microsoft.com/office/drawing/2014/main" id="{E30E64F9-9284-A77A-7884-E3047C379E9C}"/>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1306" name="Oval 1305">
              <a:extLst>
                <a:ext uri="{FF2B5EF4-FFF2-40B4-BE49-F238E27FC236}">
                  <a16:creationId xmlns:a16="http://schemas.microsoft.com/office/drawing/2014/main" id="{C1BF612A-3627-2984-D23E-9EB3B60154CF}"/>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07" name="Isosceles Triangle 648">
              <a:extLst>
                <a:ext uri="{FF2B5EF4-FFF2-40B4-BE49-F238E27FC236}">
                  <a16:creationId xmlns:a16="http://schemas.microsoft.com/office/drawing/2014/main" id="{D4450777-1D55-54F1-320A-076C38ED93E4}"/>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16" name="Group 1315">
            <a:extLst>
              <a:ext uri="{FF2B5EF4-FFF2-40B4-BE49-F238E27FC236}">
                <a16:creationId xmlns:a16="http://schemas.microsoft.com/office/drawing/2014/main" id="{CB4B8DEE-8506-DEDC-6EC0-D753690C2A1B}"/>
              </a:ext>
            </a:extLst>
          </p:cNvPr>
          <p:cNvGrpSpPr/>
          <p:nvPr/>
        </p:nvGrpSpPr>
        <p:grpSpPr>
          <a:xfrm>
            <a:off x="7125833" y="5143368"/>
            <a:ext cx="721206" cy="609701"/>
            <a:chOff x="7125833" y="5143368"/>
            <a:chExt cx="721206" cy="609701"/>
          </a:xfrm>
        </p:grpSpPr>
        <p:sp>
          <p:nvSpPr>
            <p:cNvPr id="1317" name="Rectangle 1316">
              <a:hlinkHover r:id="" action="ppaction://noaction" highlightClick="1"/>
              <a:extLst>
                <a:ext uri="{FF2B5EF4-FFF2-40B4-BE49-F238E27FC236}">
                  <a16:creationId xmlns:a16="http://schemas.microsoft.com/office/drawing/2014/main" id="{8417871E-A1DF-E21A-7C3A-7DA3F05EB54C}"/>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1318" name="Oval 1317">
              <a:extLst>
                <a:ext uri="{FF2B5EF4-FFF2-40B4-BE49-F238E27FC236}">
                  <a16:creationId xmlns:a16="http://schemas.microsoft.com/office/drawing/2014/main" id="{87FCC7ED-124F-00F4-F4F9-6CAFF0E4BEC3}"/>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19" name="Isosceles Triangle 648">
              <a:extLst>
                <a:ext uri="{FF2B5EF4-FFF2-40B4-BE49-F238E27FC236}">
                  <a16:creationId xmlns:a16="http://schemas.microsoft.com/office/drawing/2014/main" id="{35F47E87-607D-2888-A398-DF028CD03FFB}"/>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20" name="Group 1319">
            <a:extLst>
              <a:ext uri="{FF2B5EF4-FFF2-40B4-BE49-F238E27FC236}">
                <a16:creationId xmlns:a16="http://schemas.microsoft.com/office/drawing/2014/main" id="{DB555F9E-6AFA-8345-00A1-F9AE1E998BF7}"/>
              </a:ext>
            </a:extLst>
          </p:cNvPr>
          <p:cNvGrpSpPr/>
          <p:nvPr/>
        </p:nvGrpSpPr>
        <p:grpSpPr>
          <a:xfrm>
            <a:off x="7122911" y="3698231"/>
            <a:ext cx="721206" cy="609701"/>
            <a:chOff x="7122911" y="3698231"/>
            <a:chExt cx="721206" cy="609701"/>
          </a:xfrm>
        </p:grpSpPr>
        <p:sp>
          <p:nvSpPr>
            <p:cNvPr id="1321" name="Rectangle 1320">
              <a:hlinkHover r:id="" action="ppaction://noaction" highlightClick="1"/>
              <a:extLst>
                <a:ext uri="{FF2B5EF4-FFF2-40B4-BE49-F238E27FC236}">
                  <a16:creationId xmlns:a16="http://schemas.microsoft.com/office/drawing/2014/main" id="{4C03955F-E361-E4BA-BC67-44B4CECF70C6}"/>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1322" name="Oval 1321">
              <a:extLst>
                <a:ext uri="{FF2B5EF4-FFF2-40B4-BE49-F238E27FC236}">
                  <a16:creationId xmlns:a16="http://schemas.microsoft.com/office/drawing/2014/main" id="{461C2AEC-2CD3-B060-002F-3A305C8E9771}"/>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3" name="Isosceles Triangle 648">
              <a:extLst>
                <a:ext uri="{FF2B5EF4-FFF2-40B4-BE49-F238E27FC236}">
                  <a16:creationId xmlns:a16="http://schemas.microsoft.com/office/drawing/2014/main" id="{C18C389E-D736-728C-9E9E-CAC699876E89}"/>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24" name="Group 1323">
            <a:extLst>
              <a:ext uri="{FF2B5EF4-FFF2-40B4-BE49-F238E27FC236}">
                <a16:creationId xmlns:a16="http://schemas.microsoft.com/office/drawing/2014/main" id="{33F3503D-A8BD-DD84-B678-95F2A0ED9A5C}"/>
              </a:ext>
            </a:extLst>
          </p:cNvPr>
          <p:cNvGrpSpPr/>
          <p:nvPr/>
        </p:nvGrpSpPr>
        <p:grpSpPr>
          <a:xfrm>
            <a:off x="6286224" y="3620338"/>
            <a:ext cx="721206" cy="687594"/>
            <a:chOff x="6286224" y="3620338"/>
            <a:chExt cx="721206" cy="687594"/>
          </a:xfrm>
        </p:grpSpPr>
        <p:cxnSp>
          <p:nvCxnSpPr>
            <p:cNvPr id="1325" name="Straight Connector 1324">
              <a:extLst>
                <a:ext uri="{FF2B5EF4-FFF2-40B4-BE49-F238E27FC236}">
                  <a16:creationId xmlns:a16="http://schemas.microsoft.com/office/drawing/2014/main" id="{03BB2CB9-3A65-23B7-1520-7EE94B1AADFF}"/>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1326" name="Rectangle 1325">
              <a:hlinkHover r:id="" action="ppaction://noaction" highlightClick="1"/>
              <a:extLst>
                <a:ext uri="{FF2B5EF4-FFF2-40B4-BE49-F238E27FC236}">
                  <a16:creationId xmlns:a16="http://schemas.microsoft.com/office/drawing/2014/main" id="{CF37E259-372D-8EB0-4E1A-D87241E42611}"/>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1327" name="Oval 1326">
              <a:extLst>
                <a:ext uri="{FF2B5EF4-FFF2-40B4-BE49-F238E27FC236}">
                  <a16:creationId xmlns:a16="http://schemas.microsoft.com/office/drawing/2014/main" id="{32AD9B46-212D-49C4-61F9-E27AB4791639}"/>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8" name="Isosceles Triangle 648">
              <a:extLst>
                <a:ext uri="{FF2B5EF4-FFF2-40B4-BE49-F238E27FC236}">
                  <a16:creationId xmlns:a16="http://schemas.microsoft.com/office/drawing/2014/main" id="{E224C3AF-ECC7-F0F4-8ADD-677A09CBCD0C}"/>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979" name="Group 2978">
            <a:extLst>
              <a:ext uri="{FF2B5EF4-FFF2-40B4-BE49-F238E27FC236}">
                <a16:creationId xmlns:a16="http://schemas.microsoft.com/office/drawing/2014/main" id="{BE55D9C6-25EC-74F5-1B79-0B69C861801E}"/>
              </a:ext>
            </a:extLst>
          </p:cNvPr>
          <p:cNvGrpSpPr/>
          <p:nvPr/>
        </p:nvGrpSpPr>
        <p:grpSpPr>
          <a:xfrm>
            <a:off x="3779655" y="811556"/>
            <a:ext cx="721206" cy="609701"/>
            <a:chOff x="3779655" y="811556"/>
            <a:chExt cx="721206" cy="609701"/>
          </a:xfrm>
        </p:grpSpPr>
        <p:sp>
          <p:nvSpPr>
            <p:cNvPr id="2980" name="Rectangle 2979">
              <a:extLst>
                <a:ext uri="{FF2B5EF4-FFF2-40B4-BE49-F238E27FC236}">
                  <a16:creationId xmlns:a16="http://schemas.microsoft.com/office/drawing/2014/main" id="{F67F488A-EA7F-E60F-E7D8-00A8D53109A6}"/>
                </a:ext>
              </a:extLst>
            </p:cNvPr>
            <p:cNvSpPr/>
            <p:nvPr/>
          </p:nvSpPr>
          <p:spPr>
            <a:xfrm>
              <a:off x="3779655"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2981" name="Rectangle 2980">
              <a:extLst>
                <a:ext uri="{FF2B5EF4-FFF2-40B4-BE49-F238E27FC236}">
                  <a16:creationId xmlns:a16="http://schemas.microsoft.com/office/drawing/2014/main" id="{EC214947-4256-BBD1-E624-26FD994E770A}"/>
                </a:ext>
              </a:extLst>
            </p:cNvPr>
            <p:cNvSpPr/>
            <p:nvPr/>
          </p:nvSpPr>
          <p:spPr>
            <a:xfrm flipV="1">
              <a:off x="4395608"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82" name="Oval 15">
              <a:extLst>
                <a:ext uri="{FF2B5EF4-FFF2-40B4-BE49-F238E27FC236}">
                  <a16:creationId xmlns:a16="http://schemas.microsoft.com/office/drawing/2014/main" id="{5289B7F8-D558-7D48-D437-62E131F80807}"/>
                </a:ext>
              </a:extLst>
            </p:cNvPr>
            <p:cNvSpPr/>
            <p:nvPr/>
          </p:nvSpPr>
          <p:spPr>
            <a:xfrm>
              <a:off x="4422997"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no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983" name="Straight Connector 2982">
              <a:extLst>
                <a:ext uri="{FF2B5EF4-FFF2-40B4-BE49-F238E27FC236}">
                  <a16:creationId xmlns:a16="http://schemas.microsoft.com/office/drawing/2014/main" id="{D9594250-0B68-7817-E06B-1114C0C1FFF9}"/>
                </a:ext>
              </a:extLst>
            </p:cNvPr>
            <p:cNvCxnSpPr>
              <a:cxnSpLocks/>
              <a:stCxn id="2982" idx="0"/>
            </p:cNvCxnSpPr>
            <p:nvPr/>
          </p:nvCxnSpPr>
          <p:spPr>
            <a:xfrm flipV="1">
              <a:off x="4428694"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984" name="Straight Connector 2983">
              <a:extLst>
                <a:ext uri="{FF2B5EF4-FFF2-40B4-BE49-F238E27FC236}">
                  <a16:creationId xmlns:a16="http://schemas.microsoft.com/office/drawing/2014/main" id="{2FCFA049-CDED-16D6-EF93-6C817FC38F14}"/>
                </a:ext>
              </a:extLst>
            </p:cNvPr>
            <p:cNvCxnSpPr>
              <a:cxnSpLocks/>
            </p:cNvCxnSpPr>
            <p:nvPr/>
          </p:nvCxnSpPr>
          <p:spPr>
            <a:xfrm>
              <a:off x="4434413"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985" name="Group 2984">
            <a:extLst>
              <a:ext uri="{FF2B5EF4-FFF2-40B4-BE49-F238E27FC236}">
                <a16:creationId xmlns:a16="http://schemas.microsoft.com/office/drawing/2014/main" id="{BBC61B8A-C0C9-AE9F-6874-6722E9EE3C3A}"/>
              </a:ext>
            </a:extLst>
          </p:cNvPr>
          <p:cNvGrpSpPr/>
          <p:nvPr/>
        </p:nvGrpSpPr>
        <p:grpSpPr>
          <a:xfrm>
            <a:off x="6284562" y="1532276"/>
            <a:ext cx="721206" cy="609701"/>
            <a:chOff x="6284562" y="1532276"/>
            <a:chExt cx="721206" cy="609701"/>
          </a:xfrm>
        </p:grpSpPr>
        <p:sp>
          <p:nvSpPr>
            <p:cNvPr id="2986" name="Rectangle 2985">
              <a:extLst>
                <a:ext uri="{FF2B5EF4-FFF2-40B4-BE49-F238E27FC236}">
                  <a16:creationId xmlns:a16="http://schemas.microsoft.com/office/drawing/2014/main" id="{7C97FACB-6AD6-92E6-8A65-51CB94E23951}"/>
                </a:ext>
              </a:extLst>
            </p:cNvPr>
            <p:cNvSpPr/>
            <p:nvPr/>
          </p:nvSpPr>
          <p:spPr>
            <a:xfrm>
              <a:off x="6284562"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2987" name="Rectangle 2986">
              <a:extLst>
                <a:ext uri="{FF2B5EF4-FFF2-40B4-BE49-F238E27FC236}">
                  <a16:creationId xmlns:a16="http://schemas.microsoft.com/office/drawing/2014/main" id="{AE31EE6D-C849-8D5F-4890-EBD73B0D5044}"/>
                </a:ext>
              </a:extLst>
            </p:cNvPr>
            <p:cNvSpPr/>
            <p:nvPr/>
          </p:nvSpPr>
          <p:spPr>
            <a:xfrm flipV="1">
              <a:off x="6902312"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88" name="Oval 15">
              <a:extLst>
                <a:ext uri="{FF2B5EF4-FFF2-40B4-BE49-F238E27FC236}">
                  <a16:creationId xmlns:a16="http://schemas.microsoft.com/office/drawing/2014/main" id="{87DEC4CF-B0B5-851A-A3E1-0817E1EF521F}"/>
                </a:ext>
              </a:extLst>
            </p:cNvPr>
            <p:cNvSpPr/>
            <p:nvPr/>
          </p:nvSpPr>
          <p:spPr>
            <a:xfrm>
              <a:off x="6929701"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989" name="Straight Connector 2988">
              <a:extLst>
                <a:ext uri="{FF2B5EF4-FFF2-40B4-BE49-F238E27FC236}">
                  <a16:creationId xmlns:a16="http://schemas.microsoft.com/office/drawing/2014/main" id="{97EDAD64-0705-5878-E87B-4D155DA6061B}"/>
                </a:ext>
              </a:extLst>
            </p:cNvPr>
            <p:cNvCxnSpPr>
              <a:cxnSpLocks/>
              <a:stCxn id="2988" idx="0"/>
            </p:cNvCxnSpPr>
            <p:nvPr/>
          </p:nvCxnSpPr>
          <p:spPr>
            <a:xfrm flipV="1">
              <a:off x="6935398"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990" name="Straight Connector 2989">
              <a:extLst>
                <a:ext uri="{FF2B5EF4-FFF2-40B4-BE49-F238E27FC236}">
                  <a16:creationId xmlns:a16="http://schemas.microsoft.com/office/drawing/2014/main" id="{524A14AF-06F7-16C5-E787-D98A34475BC3}"/>
                </a:ext>
              </a:extLst>
            </p:cNvPr>
            <p:cNvCxnSpPr>
              <a:cxnSpLocks/>
            </p:cNvCxnSpPr>
            <p:nvPr/>
          </p:nvCxnSpPr>
          <p:spPr>
            <a:xfrm>
              <a:off x="6941117"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991" name="Group 2990">
            <a:extLst>
              <a:ext uri="{FF2B5EF4-FFF2-40B4-BE49-F238E27FC236}">
                <a16:creationId xmlns:a16="http://schemas.microsoft.com/office/drawing/2014/main" id="{EEC9B788-3E1B-FC05-2CC3-887FA838A665}"/>
              </a:ext>
            </a:extLst>
          </p:cNvPr>
          <p:cNvGrpSpPr/>
          <p:nvPr/>
        </p:nvGrpSpPr>
        <p:grpSpPr>
          <a:xfrm>
            <a:off x="7121069" y="1532276"/>
            <a:ext cx="721206" cy="609701"/>
            <a:chOff x="7121069" y="1532276"/>
            <a:chExt cx="721206" cy="609701"/>
          </a:xfrm>
        </p:grpSpPr>
        <p:sp>
          <p:nvSpPr>
            <p:cNvPr id="2992" name="Rectangle 2991">
              <a:extLst>
                <a:ext uri="{FF2B5EF4-FFF2-40B4-BE49-F238E27FC236}">
                  <a16:creationId xmlns:a16="http://schemas.microsoft.com/office/drawing/2014/main" id="{BB913B15-407F-C63D-0BD6-44E6B1DE1C0A}"/>
                </a:ext>
              </a:extLst>
            </p:cNvPr>
            <p:cNvSpPr/>
            <p:nvPr/>
          </p:nvSpPr>
          <p:spPr>
            <a:xfrm>
              <a:off x="712106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2993" name="Rectangle 2992">
              <a:extLst>
                <a:ext uri="{FF2B5EF4-FFF2-40B4-BE49-F238E27FC236}">
                  <a16:creationId xmlns:a16="http://schemas.microsoft.com/office/drawing/2014/main" id="{50F8DA51-6394-5B1C-561D-F34F45294F15}"/>
                </a:ext>
              </a:extLst>
            </p:cNvPr>
            <p:cNvSpPr/>
            <p:nvPr/>
          </p:nvSpPr>
          <p:spPr>
            <a:xfrm flipV="1">
              <a:off x="7736853"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94" name="Oval 15">
              <a:extLst>
                <a:ext uri="{FF2B5EF4-FFF2-40B4-BE49-F238E27FC236}">
                  <a16:creationId xmlns:a16="http://schemas.microsoft.com/office/drawing/2014/main" id="{1219F0E3-DE4C-43CD-463B-E54C18C3AC03}"/>
                </a:ext>
              </a:extLst>
            </p:cNvPr>
            <p:cNvSpPr/>
            <p:nvPr/>
          </p:nvSpPr>
          <p:spPr>
            <a:xfrm>
              <a:off x="7764242"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995" name="Straight Connector 2994">
              <a:extLst>
                <a:ext uri="{FF2B5EF4-FFF2-40B4-BE49-F238E27FC236}">
                  <a16:creationId xmlns:a16="http://schemas.microsoft.com/office/drawing/2014/main" id="{A96F260A-DDD7-F10A-9D50-2828043B4E16}"/>
                </a:ext>
              </a:extLst>
            </p:cNvPr>
            <p:cNvCxnSpPr>
              <a:cxnSpLocks/>
              <a:stCxn id="2994" idx="0"/>
            </p:cNvCxnSpPr>
            <p:nvPr/>
          </p:nvCxnSpPr>
          <p:spPr>
            <a:xfrm flipV="1">
              <a:off x="7769939"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996" name="Straight Connector 2995">
              <a:extLst>
                <a:ext uri="{FF2B5EF4-FFF2-40B4-BE49-F238E27FC236}">
                  <a16:creationId xmlns:a16="http://schemas.microsoft.com/office/drawing/2014/main" id="{28C4CB05-66DB-2EDD-81E8-896231CE8E97}"/>
                </a:ext>
              </a:extLst>
            </p:cNvPr>
            <p:cNvCxnSpPr>
              <a:cxnSpLocks/>
            </p:cNvCxnSpPr>
            <p:nvPr/>
          </p:nvCxnSpPr>
          <p:spPr>
            <a:xfrm>
              <a:off x="7775658"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997" name="Group 2996">
            <a:extLst>
              <a:ext uri="{FF2B5EF4-FFF2-40B4-BE49-F238E27FC236}">
                <a16:creationId xmlns:a16="http://schemas.microsoft.com/office/drawing/2014/main" id="{54964370-E0AD-D377-0833-131A0242A8E7}"/>
              </a:ext>
            </a:extLst>
          </p:cNvPr>
          <p:cNvGrpSpPr/>
          <p:nvPr/>
        </p:nvGrpSpPr>
        <p:grpSpPr>
          <a:xfrm>
            <a:off x="3775041" y="1532276"/>
            <a:ext cx="721206" cy="609701"/>
            <a:chOff x="3775041" y="1532276"/>
            <a:chExt cx="721206" cy="609701"/>
          </a:xfrm>
        </p:grpSpPr>
        <p:sp>
          <p:nvSpPr>
            <p:cNvPr id="2998" name="Rectangle 2997">
              <a:extLst>
                <a:ext uri="{FF2B5EF4-FFF2-40B4-BE49-F238E27FC236}">
                  <a16:creationId xmlns:a16="http://schemas.microsoft.com/office/drawing/2014/main" id="{4DE302DA-51F1-8C1A-26F3-3FE385B0AA99}"/>
                </a:ext>
              </a:extLst>
            </p:cNvPr>
            <p:cNvSpPr/>
            <p:nvPr/>
          </p:nvSpPr>
          <p:spPr>
            <a:xfrm>
              <a:off x="3775041"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2999" name="Right Triangle 2998">
              <a:extLst>
                <a:ext uri="{FF2B5EF4-FFF2-40B4-BE49-F238E27FC236}">
                  <a16:creationId xmlns:a16="http://schemas.microsoft.com/office/drawing/2014/main" id="{AFA48DAA-DCB0-C2DE-E711-B0BC865B770E}"/>
                </a:ext>
              </a:extLst>
            </p:cNvPr>
            <p:cNvSpPr/>
            <p:nvPr/>
          </p:nvSpPr>
          <p:spPr>
            <a:xfrm rot="10800000">
              <a:off x="437405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000" name="Group 2999">
              <a:extLst>
                <a:ext uri="{FF2B5EF4-FFF2-40B4-BE49-F238E27FC236}">
                  <a16:creationId xmlns:a16="http://schemas.microsoft.com/office/drawing/2014/main" id="{3E9C1883-7105-4192-43DA-52D08AB8E7D6}"/>
                </a:ext>
              </a:extLst>
            </p:cNvPr>
            <p:cNvGrpSpPr/>
            <p:nvPr/>
          </p:nvGrpSpPr>
          <p:grpSpPr>
            <a:xfrm>
              <a:off x="4440500" y="1542931"/>
              <a:ext cx="37817" cy="61390"/>
              <a:chOff x="3883481" y="2057400"/>
              <a:chExt cx="1608363" cy="2652031"/>
            </a:xfrm>
            <a:solidFill>
              <a:srgbClr val="A6A6A6"/>
            </a:solidFill>
          </p:grpSpPr>
          <p:sp>
            <p:nvSpPr>
              <p:cNvPr id="3001" name="Oval 27">
                <a:extLst>
                  <a:ext uri="{FF2B5EF4-FFF2-40B4-BE49-F238E27FC236}">
                    <a16:creationId xmlns:a16="http://schemas.microsoft.com/office/drawing/2014/main" id="{EE76934D-6A30-E9D3-E4F0-BDF51892DDB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02" name="Oval 28">
                <a:extLst>
                  <a:ext uri="{FF2B5EF4-FFF2-40B4-BE49-F238E27FC236}">
                    <a16:creationId xmlns:a16="http://schemas.microsoft.com/office/drawing/2014/main" id="{19FD1F5E-B367-0E9F-D940-CAB1E1B6E82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003" name="Group 3002">
            <a:extLst>
              <a:ext uri="{FF2B5EF4-FFF2-40B4-BE49-F238E27FC236}">
                <a16:creationId xmlns:a16="http://schemas.microsoft.com/office/drawing/2014/main" id="{92B200BB-55D1-6923-1073-25E0C2278F63}"/>
              </a:ext>
            </a:extLst>
          </p:cNvPr>
          <p:cNvGrpSpPr/>
          <p:nvPr/>
        </p:nvGrpSpPr>
        <p:grpSpPr>
          <a:xfrm>
            <a:off x="2938534" y="1532275"/>
            <a:ext cx="721206" cy="610039"/>
            <a:chOff x="2938534" y="1532275"/>
            <a:chExt cx="721206" cy="610039"/>
          </a:xfrm>
        </p:grpSpPr>
        <p:sp>
          <p:nvSpPr>
            <p:cNvPr id="3004" name="Rectangle 3003">
              <a:extLst>
                <a:ext uri="{FF2B5EF4-FFF2-40B4-BE49-F238E27FC236}">
                  <a16:creationId xmlns:a16="http://schemas.microsoft.com/office/drawing/2014/main" id="{D61F4FFF-18F9-EF7E-4C12-C01BE3F56B94}"/>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3005" name="Right Triangle 3004">
              <a:extLst>
                <a:ext uri="{FF2B5EF4-FFF2-40B4-BE49-F238E27FC236}">
                  <a16:creationId xmlns:a16="http://schemas.microsoft.com/office/drawing/2014/main" id="{81BC8C9D-5914-719B-8EC2-160E367CD3E0}"/>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06" name="Oval 27">
              <a:extLst>
                <a:ext uri="{FF2B5EF4-FFF2-40B4-BE49-F238E27FC236}">
                  <a16:creationId xmlns:a16="http://schemas.microsoft.com/office/drawing/2014/main" id="{FBF06DFA-6AF1-284D-E4E5-66CAAF14E138}"/>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07" name="Oval 28">
              <a:extLst>
                <a:ext uri="{FF2B5EF4-FFF2-40B4-BE49-F238E27FC236}">
                  <a16:creationId xmlns:a16="http://schemas.microsoft.com/office/drawing/2014/main" id="{17A4D653-159F-AC3D-50AE-0AFCF5531539}"/>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008" name="Group 3007">
            <a:extLst>
              <a:ext uri="{FF2B5EF4-FFF2-40B4-BE49-F238E27FC236}">
                <a16:creationId xmlns:a16="http://schemas.microsoft.com/office/drawing/2014/main" id="{AF1D57C0-6D2E-B24E-523C-21938AF261F5}"/>
              </a:ext>
            </a:extLst>
          </p:cNvPr>
          <p:cNvGrpSpPr/>
          <p:nvPr/>
        </p:nvGrpSpPr>
        <p:grpSpPr>
          <a:xfrm>
            <a:off x="5442072" y="811556"/>
            <a:ext cx="728208" cy="609701"/>
            <a:chOff x="5442072" y="811556"/>
            <a:chExt cx="728208" cy="609701"/>
          </a:xfrm>
        </p:grpSpPr>
        <p:sp>
          <p:nvSpPr>
            <p:cNvPr id="3009" name="Rectangle 3008">
              <a:extLst>
                <a:ext uri="{FF2B5EF4-FFF2-40B4-BE49-F238E27FC236}">
                  <a16:creationId xmlns:a16="http://schemas.microsoft.com/office/drawing/2014/main" id="{31CB5B97-C59C-82A8-7C51-8A4E3CD29AEF}"/>
                </a:ext>
              </a:extLst>
            </p:cNvPr>
            <p:cNvSpPr/>
            <p:nvPr/>
          </p:nvSpPr>
          <p:spPr>
            <a:xfrm>
              <a:off x="5442072" y="811556"/>
              <a:ext cx="721207"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3010" name="Rectangle 3009">
              <a:extLst>
                <a:ext uri="{FF2B5EF4-FFF2-40B4-BE49-F238E27FC236}">
                  <a16:creationId xmlns:a16="http://schemas.microsoft.com/office/drawing/2014/main" id="{0F9057E6-AE1D-BE25-CF01-0489F923D31C}"/>
                </a:ext>
              </a:extLst>
            </p:cNvPr>
            <p:cNvSpPr/>
            <p:nvPr/>
          </p:nvSpPr>
          <p:spPr>
            <a:xfrm flipV="1">
              <a:off x="6070087" y="820272"/>
              <a:ext cx="100193"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11" name="Oval 15">
              <a:extLst>
                <a:ext uri="{FF2B5EF4-FFF2-40B4-BE49-F238E27FC236}">
                  <a16:creationId xmlns:a16="http://schemas.microsoft.com/office/drawing/2014/main" id="{E9F4CC3C-6F44-38C9-6491-6BA3C78E6B7B}"/>
                </a:ext>
              </a:extLst>
            </p:cNvPr>
            <p:cNvSpPr/>
            <p:nvPr/>
          </p:nvSpPr>
          <p:spPr>
            <a:xfrm>
              <a:off x="6097476"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012" name="Straight Connector 3011">
              <a:extLst>
                <a:ext uri="{FF2B5EF4-FFF2-40B4-BE49-F238E27FC236}">
                  <a16:creationId xmlns:a16="http://schemas.microsoft.com/office/drawing/2014/main" id="{AE7B66BB-4FEE-6018-0FA5-8A30C2AB5153}"/>
                </a:ext>
              </a:extLst>
            </p:cNvPr>
            <p:cNvCxnSpPr>
              <a:cxnSpLocks/>
              <a:stCxn id="3011" idx="0"/>
            </p:cNvCxnSpPr>
            <p:nvPr/>
          </p:nvCxnSpPr>
          <p:spPr>
            <a:xfrm flipV="1">
              <a:off x="6103173"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013" name="Straight Connector 3012">
              <a:extLst>
                <a:ext uri="{FF2B5EF4-FFF2-40B4-BE49-F238E27FC236}">
                  <a16:creationId xmlns:a16="http://schemas.microsoft.com/office/drawing/2014/main" id="{3752183C-3C22-E898-2052-5301B65378F0}"/>
                </a:ext>
              </a:extLst>
            </p:cNvPr>
            <p:cNvCxnSpPr>
              <a:cxnSpLocks/>
            </p:cNvCxnSpPr>
            <p:nvPr/>
          </p:nvCxnSpPr>
          <p:spPr>
            <a:xfrm>
              <a:off x="6108892"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014" name="Group 3013">
            <a:extLst>
              <a:ext uri="{FF2B5EF4-FFF2-40B4-BE49-F238E27FC236}">
                <a16:creationId xmlns:a16="http://schemas.microsoft.com/office/drawing/2014/main" id="{4AFC3DF2-9649-7393-3E3F-D58ABFD9F512}"/>
              </a:ext>
            </a:extLst>
          </p:cNvPr>
          <p:cNvGrpSpPr/>
          <p:nvPr/>
        </p:nvGrpSpPr>
        <p:grpSpPr>
          <a:xfrm>
            <a:off x="7957576" y="811556"/>
            <a:ext cx="721206" cy="609701"/>
            <a:chOff x="7957576" y="811556"/>
            <a:chExt cx="721206" cy="609701"/>
          </a:xfrm>
        </p:grpSpPr>
        <p:sp>
          <p:nvSpPr>
            <p:cNvPr id="3015" name="Rectangle 3014">
              <a:extLst>
                <a:ext uri="{FF2B5EF4-FFF2-40B4-BE49-F238E27FC236}">
                  <a16:creationId xmlns:a16="http://schemas.microsoft.com/office/drawing/2014/main" id="{3B15174E-0EF4-CDFC-1594-CA3F8AD1B899}"/>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3016" name="Rectangle 3015">
              <a:extLst>
                <a:ext uri="{FF2B5EF4-FFF2-40B4-BE49-F238E27FC236}">
                  <a16:creationId xmlns:a16="http://schemas.microsoft.com/office/drawing/2014/main" id="{4B6B3D97-ADCB-CD65-43B1-761CC8B5F7A1}"/>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17" name="Oval 15">
              <a:extLst>
                <a:ext uri="{FF2B5EF4-FFF2-40B4-BE49-F238E27FC236}">
                  <a16:creationId xmlns:a16="http://schemas.microsoft.com/office/drawing/2014/main" id="{A2FADCC4-CE24-EA7B-33C2-3A1A38A45832}"/>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018" name="Straight Connector 3017">
              <a:extLst>
                <a:ext uri="{FF2B5EF4-FFF2-40B4-BE49-F238E27FC236}">
                  <a16:creationId xmlns:a16="http://schemas.microsoft.com/office/drawing/2014/main" id="{F4021C09-D418-FA56-BEA7-0A643C816C7B}"/>
                </a:ext>
              </a:extLst>
            </p:cNvPr>
            <p:cNvCxnSpPr>
              <a:cxnSpLocks/>
              <a:stCxn id="3017"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019" name="Straight Connector 3018">
              <a:extLst>
                <a:ext uri="{FF2B5EF4-FFF2-40B4-BE49-F238E27FC236}">
                  <a16:creationId xmlns:a16="http://schemas.microsoft.com/office/drawing/2014/main" id="{7DA1FAFF-ABD9-56FC-C5E2-D3E18A4C9E19}"/>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024" name="Group 3023">
            <a:extLst>
              <a:ext uri="{FF2B5EF4-FFF2-40B4-BE49-F238E27FC236}">
                <a16:creationId xmlns:a16="http://schemas.microsoft.com/office/drawing/2014/main" id="{E2A841BE-3CCE-A4D9-B338-F61325400978}"/>
              </a:ext>
            </a:extLst>
          </p:cNvPr>
          <p:cNvGrpSpPr/>
          <p:nvPr/>
        </p:nvGrpSpPr>
        <p:grpSpPr>
          <a:xfrm>
            <a:off x="8807242" y="811556"/>
            <a:ext cx="721206" cy="609701"/>
            <a:chOff x="8807242" y="811556"/>
            <a:chExt cx="721206" cy="609701"/>
          </a:xfrm>
        </p:grpSpPr>
        <p:sp>
          <p:nvSpPr>
            <p:cNvPr id="3025" name="Rectangle 3024">
              <a:hlinkHover r:id="" action="ppaction://noaction" highlightClick="1"/>
              <a:extLst>
                <a:ext uri="{FF2B5EF4-FFF2-40B4-BE49-F238E27FC236}">
                  <a16:creationId xmlns:a16="http://schemas.microsoft.com/office/drawing/2014/main" id="{5147D98B-4BC2-8378-F69F-9CC56E4C9C17}"/>
                </a:ext>
              </a:extLst>
            </p:cNvPr>
            <p:cNvSpPr/>
            <p:nvPr/>
          </p:nvSpPr>
          <p:spPr>
            <a:xfrm>
              <a:off x="8807242" y="81155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3026" name="Diamond 3025">
              <a:extLst>
                <a:ext uri="{FF2B5EF4-FFF2-40B4-BE49-F238E27FC236}">
                  <a16:creationId xmlns:a16="http://schemas.microsoft.com/office/drawing/2014/main" id="{5496E4D7-C8E4-FEE5-CD9F-71D4569A5FC4}"/>
                </a:ext>
              </a:extLst>
            </p:cNvPr>
            <p:cNvSpPr/>
            <p:nvPr/>
          </p:nvSpPr>
          <p:spPr>
            <a:xfrm>
              <a:off x="9398401" y="81852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27" name="Oval 3026">
              <a:extLst>
                <a:ext uri="{FF2B5EF4-FFF2-40B4-BE49-F238E27FC236}">
                  <a16:creationId xmlns:a16="http://schemas.microsoft.com/office/drawing/2014/main" id="{70FFB8EF-5FD0-3B93-B1EB-FCE99BFC1EC4}"/>
                </a:ext>
              </a:extLst>
            </p:cNvPr>
            <p:cNvSpPr/>
            <p:nvPr/>
          </p:nvSpPr>
          <p:spPr>
            <a:xfrm>
              <a:off x="9432604" y="85201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028" name="Group 3027">
            <a:extLst>
              <a:ext uri="{FF2B5EF4-FFF2-40B4-BE49-F238E27FC236}">
                <a16:creationId xmlns:a16="http://schemas.microsoft.com/office/drawing/2014/main" id="{FC70D157-E043-79B2-A44D-05AFC29C36E5}"/>
              </a:ext>
            </a:extLst>
          </p:cNvPr>
          <p:cNvGrpSpPr/>
          <p:nvPr/>
        </p:nvGrpSpPr>
        <p:grpSpPr>
          <a:xfrm>
            <a:off x="431659" y="3698227"/>
            <a:ext cx="721206" cy="609701"/>
            <a:chOff x="431659" y="3698227"/>
            <a:chExt cx="721206" cy="609701"/>
          </a:xfrm>
        </p:grpSpPr>
        <p:sp>
          <p:nvSpPr>
            <p:cNvPr id="3029" name="Rectangle 3028">
              <a:extLst>
                <a:ext uri="{FF2B5EF4-FFF2-40B4-BE49-F238E27FC236}">
                  <a16:creationId xmlns:a16="http://schemas.microsoft.com/office/drawing/2014/main" id="{311B853E-F9AD-4432-2B4C-DEA216CE4167}"/>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3030" name="Right Triangle 3029">
              <a:extLst>
                <a:ext uri="{FF2B5EF4-FFF2-40B4-BE49-F238E27FC236}">
                  <a16:creationId xmlns:a16="http://schemas.microsoft.com/office/drawing/2014/main" id="{2453D69C-A84F-13E4-CA55-C9F52D7445F6}"/>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031" name="Group 3030">
              <a:extLst>
                <a:ext uri="{FF2B5EF4-FFF2-40B4-BE49-F238E27FC236}">
                  <a16:creationId xmlns:a16="http://schemas.microsoft.com/office/drawing/2014/main" id="{DD33A188-0494-9554-6A61-FF4F0841A698}"/>
                </a:ext>
              </a:extLst>
            </p:cNvPr>
            <p:cNvGrpSpPr/>
            <p:nvPr/>
          </p:nvGrpSpPr>
          <p:grpSpPr>
            <a:xfrm>
              <a:off x="1102254" y="3706260"/>
              <a:ext cx="37817" cy="61390"/>
              <a:chOff x="3883481" y="2057400"/>
              <a:chExt cx="1608363" cy="2652031"/>
            </a:xfrm>
            <a:solidFill>
              <a:srgbClr val="A6A6A6"/>
            </a:solidFill>
          </p:grpSpPr>
          <p:sp>
            <p:nvSpPr>
              <p:cNvPr id="3032" name="Oval 27">
                <a:extLst>
                  <a:ext uri="{FF2B5EF4-FFF2-40B4-BE49-F238E27FC236}">
                    <a16:creationId xmlns:a16="http://schemas.microsoft.com/office/drawing/2014/main" id="{B6D395E7-5C63-A065-69F9-7FC5DEA307B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33" name="Oval 28">
                <a:extLst>
                  <a:ext uri="{FF2B5EF4-FFF2-40B4-BE49-F238E27FC236}">
                    <a16:creationId xmlns:a16="http://schemas.microsoft.com/office/drawing/2014/main" id="{7D96D6CF-6E7E-071F-46F3-B8D6EAD998F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034" name="Group 3033">
            <a:extLst>
              <a:ext uri="{FF2B5EF4-FFF2-40B4-BE49-F238E27FC236}">
                <a16:creationId xmlns:a16="http://schemas.microsoft.com/office/drawing/2014/main" id="{575B78B4-7160-C874-B74F-F64A446F3FA5}"/>
              </a:ext>
            </a:extLst>
          </p:cNvPr>
          <p:cNvGrpSpPr/>
          <p:nvPr/>
        </p:nvGrpSpPr>
        <p:grpSpPr>
          <a:xfrm>
            <a:off x="2105709" y="3698225"/>
            <a:ext cx="721206" cy="610376"/>
            <a:chOff x="2105709" y="3698225"/>
            <a:chExt cx="721206" cy="610376"/>
          </a:xfrm>
        </p:grpSpPr>
        <p:sp>
          <p:nvSpPr>
            <p:cNvPr id="3035" name="Rectangle 3034">
              <a:extLst>
                <a:ext uri="{FF2B5EF4-FFF2-40B4-BE49-F238E27FC236}">
                  <a16:creationId xmlns:a16="http://schemas.microsoft.com/office/drawing/2014/main" id="{EBE0A532-7EDA-0ADD-4A87-54CA90BBF98D}"/>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3036" name="Right Triangle 3035">
              <a:extLst>
                <a:ext uri="{FF2B5EF4-FFF2-40B4-BE49-F238E27FC236}">
                  <a16:creationId xmlns:a16="http://schemas.microsoft.com/office/drawing/2014/main" id="{C1234D1C-C00A-8BAB-9E83-BC995E4E7F59}"/>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037" name="Group 3036">
              <a:extLst>
                <a:ext uri="{FF2B5EF4-FFF2-40B4-BE49-F238E27FC236}">
                  <a16:creationId xmlns:a16="http://schemas.microsoft.com/office/drawing/2014/main" id="{210D86CE-8BC2-1F42-99CC-53934621F19F}"/>
                </a:ext>
              </a:extLst>
            </p:cNvPr>
            <p:cNvGrpSpPr/>
            <p:nvPr/>
          </p:nvGrpSpPr>
          <p:grpSpPr>
            <a:xfrm>
              <a:off x="2776304" y="3704319"/>
              <a:ext cx="37817" cy="61390"/>
              <a:chOff x="3883481" y="2057400"/>
              <a:chExt cx="1608363" cy="2652031"/>
            </a:xfrm>
            <a:solidFill>
              <a:srgbClr val="A6A6A6"/>
            </a:solidFill>
          </p:grpSpPr>
          <p:sp>
            <p:nvSpPr>
              <p:cNvPr id="3038" name="Oval 27">
                <a:extLst>
                  <a:ext uri="{FF2B5EF4-FFF2-40B4-BE49-F238E27FC236}">
                    <a16:creationId xmlns:a16="http://schemas.microsoft.com/office/drawing/2014/main" id="{1BED7FD6-2FE8-7B50-86F9-084C944C04F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39" name="Oval 28">
                <a:extLst>
                  <a:ext uri="{FF2B5EF4-FFF2-40B4-BE49-F238E27FC236}">
                    <a16:creationId xmlns:a16="http://schemas.microsoft.com/office/drawing/2014/main" id="{A4D0F304-7B06-9966-0DBA-5831CE56C13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040" name="Group 3039">
            <a:extLst>
              <a:ext uri="{FF2B5EF4-FFF2-40B4-BE49-F238E27FC236}">
                <a16:creationId xmlns:a16="http://schemas.microsoft.com/office/drawing/2014/main" id="{623D7BBF-9274-FF29-A220-E3529D3FB7EA}"/>
              </a:ext>
            </a:extLst>
          </p:cNvPr>
          <p:cNvGrpSpPr/>
          <p:nvPr/>
        </p:nvGrpSpPr>
        <p:grpSpPr>
          <a:xfrm>
            <a:off x="3778363" y="2253333"/>
            <a:ext cx="721206" cy="609701"/>
            <a:chOff x="3778363" y="2253333"/>
            <a:chExt cx="721206" cy="609701"/>
          </a:xfrm>
        </p:grpSpPr>
        <p:sp>
          <p:nvSpPr>
            <p:cNvPr id="3041" name="Rectangle 3040">
              <a:extLst>
                <a:ext uri="{FF2B5EF4-FFF2-40B4-BE49-F238E27FC236}">
                  <a16:creationId xmlns:a16="http://schemas.microsoft.com/office/drawing/2014/main" id="{54B7527C-2AB6-EFCF-EFF5-9856EC3F69CA}"/>
                </a:ext>
              </a:extLst>
            </p:cNvPr>
            <p:cNvSpPr/>
            <p:nvPr/>
          </p:nvSpPr>
          <p:spPr>
            <a:xfrm>
              <a:off x="3778363"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3042" name="Rectangle 3041">
              <a:extLst>
                <a:ext uri="{FF2B5EF4-FFF2-40B4-BE49-F238E27FC236}">
                  <a16:creationId xmlns:a16="http://schemas.microsoft.com/office/drawing/2014/main" id="{A61A7D46-CCF4-C2F7-1F5E-84B874483151}"/>
                </a:ext>
              </a:extLst>
            </p:cNvPr>
            <p:cNvSpPr/>
            <p:nvPr/>
          </p:nvSpPr>
          <p:spPr>
            <a:xfrm flipV="1">
              <a:off x="4399377" y="2255721"/>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43" name="Oval 15">
              <a:extLst>
                <a:ext uri="{FF2B5EF4-FFF2-40B4-BE49-F238E27FC236}">
                  <a16:creationId xmlns:a16="http://schemas.microsoft.com/office/drawing/2014/main" id="{0AB2DDBE-7BE0-F2FA-2358-9AFF0AA81020}"/>
                </a:ext>
              </a:extLst>
            </p:cNvPr>
            <p:cNvSpPr/>
            <p:nvPr/>
          </p:nvSpPr>
          <p:spPr>
            <a:xfrm>
              <a:off x="4426765"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044" name="Straight Connector 3043">
              <a:extLst>
                <a:ext uri="{FF2B5EF4-FFF2-40B4-BE49-F238E27FC236}">
                  <a16:creationId xmlns:a16="http://schemas.microsoft.com/office/drawing/2014/main" id="{EAB91A75-1F08-B08F-54AF-D83CA5403B4A}"/>
                </a:ext>
              </a:extLst>
            </p:cNvPr>
            <p:cNvCxnSpPr>
              <a:cxnSpLocks/>
              <a:stCxn id="3043" idx="0"/>
            </p:cNvCxnSpPr>
            <p:nvPr/>
          </p:nvCxnSpPr>
          <p:spPr>
            <a:xfrm flipV="1">
              <a:off x="4432462" y="2269234"/>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045" name="Straight Connector 3044">
              <a:extLst>
                <a:ext uri="{FF2B5EF4-FFF2-40B4-BE49-F238E27FC236}">
                  <a16:creationId xmlns:a16="http://schemas.microsoft.com/office/drawing/2014/main" id="{17036F68-517F-5AC8-796C-7171A9A4F36B}"/>
                </a:ext>
              </a:extLst>
            </p:cNvPr>
            <p:cNvCxnSpPr>
              <a:cxnSpLocks/>
            </p:cNvCxnSpPr>
            <p:nvPr/>
          </p:nvCxnSpPr>
          <p:spPr>
            <a:xfrm>
              <a:off x="4438181" y="2269234"/>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046" name="Group 3045">
            <a:extLst>
              <a:ext uri="{FF2B5EF4-FFF2-40B4-BE49-F238E27FC236}">
                <a16:creationId xmlns:a16="http://schemas.microsoft.com/office/drawing/2014/main" id="{111AF90D-212C-DA87-B746-9A0D7515C482}"/>
              </a:ext>
            </a:extLst>
          </p:cNvPr>
          <p:cNvGrpSpPr/>
          <p:nvPr/>
        </p:nvGrpSpPr>
        <p:grpSpPr>
          <a:xfrm>
            <a:off x="431659" y="2253333"/>
            <a:ext cx="721893" cy="609702"/>
            <a:chOff x="431659" y="2253333"/>
            <a:chExt cx="721893" cy="609702"/>
          </a:xfrm>
        </p:grpSpPr>
        <p:sp>
          <p:nvSpPr>
            <p:cNvPr id="3047" name="Rectangle 3046">
              <a:hlinkHover r:id="" action="ppaction://noaction" highlightClick="1"/>
              <a:extLst>
                <a:ext uri="{FF2B5EF4-FFF2-40B4-BE49-F238E27FC236}">
                  <a16:creationId xmlns:a16="http://schemas.microsoft.com/office/drawing/2014/main" id="{074CE5E1-C294-BD1F-31A9-60E71919D1E4}"/>
                </a:ext>
              </a:extLst>
            </p:cNvPr>
            <p:cNvSpPr/>
            <p:nvPr/>
          </p:nvSpPr>
          <p:spPr>
            <a:xfrm>
              <a:off x="431659" y="2253335"/>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3048" name="Group 3047">
              <a:extLst>
                <a:ext uri="{FF2B5EF4-FFF2-40B4-BE49-F238E27FC236}">
                  <a16:creationId xmlns:a16="http://schemas.microsoft.com/office/drawing/2014/main" id="{C97F19E9-FD6B-A870-8F98-C99AE114DCA9}"/>
                </a:ext>
              </a:extLst>
            </p:cNvPr>
            <p:cNvGrpSpPr/>
            <p:nvPr/>
          </p:nvGrpSpPr>
          <p:grpSpPr>
            <a:xfrm>
              <a:off x="1023646" y="2253333"/>
              <a:ext cx="129906" cy="127894"/>
              <a:chOff x="1040599" y="2550516"/>
              <a:chExt cx="157050" cy="157050"/>
            </a:xfrm>
          </p:grpSpPr>
          <p:sp>
            <p:nvSpPr>
              <p:cNvPr id="3049" name="Diamond 3048">
                <a:extLst>
                  <a:ext uri="{FF2B5EF4-FFF2-40B4-BE49-F238E27FC236}">
                    <a16:creationId xmlns:a16="http://schemas.microsoft.com/office/drawing/2014/main" id="{7BCCD6E8-8B06-0CAA-1568-AD06662D9F39}"/>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50" name="Oval 3049">
                <a:extLst>
                  <a:ext uri="{FF2B5EF4-FFF2-40B4-BE49-F238E27FC236}">
                    <a16:creationId xmlns:a16="http://schemas.microsoft.com/office/drawing/2014/main" id="{29D1F7D9-4EE2-5BFB-722D-CF331B97FA24}"/>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051" name="Group 3050">
            <a:extLst>
              <a:ext uri="{FF2B5EF4-FFF2-40B4-BE49-F238E27FC236}">
                <a16:creationId xmlns:a16="http://schemas.microsoft.com/office/drawing/2014/main" id="{36E233B2-5506-6F27-EDB7-28CB699B6CE7}"/>
              </a:ext>
            </a:extLst>
          </p:cNvPr>
          <p:cNvGrpSpPr/>
          <p:nvPr/>
        </p:nvGrpSpPr>
        <p:grpSpPr>
          <a:xfrm>
            <a:off x="2105349" y="1532276"/>
            <a:ext cx="721206" cy="609701"/>
            <a:chOff x="2105349" y="1532276"/>
            <a:chExt cx="721206" cy="609701"/>
          </a:xfrm>
        </p:grpSpPr>
        <p:sp>
          <p:nvSpPr>
            <p:cNvPr id="3052" name="Rectangle 3051">
              <a:extLst>
                <a:ext uri="{FF2B5EF4-FFF2-40B4-BE49-F238E27FC236}">
                  <a16:creationId xmlns:a16="http://schemas.microsoft.com/office/drawing/2014/main" id="{B3E3D2B9-0E3B-4F6F-3D1A-89FA236C03A6}"/>
                </a:ext>
              </a:extLst>
            </p:cNvPr>
            <p:cNvSpPr/>
            <p:nvPr/>
          </p:nvSpPr>
          <p:spPr>
            <a:xfrm>
              <a:off x="210534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3053" name="Rectangle 3052">
              <a:extLst>
                <a:ext uri="{FF2B5EF4-FFF2-40B4-BE49-F238E27FC236}">
                  <a16:creationId xmlns:a16="http://schemas.microsoft.com/office/drawing/2014/main" id="{0F47EE56-6681-AAD1-83BF-3EC1FACC70B9}"/>
                </a:ext>
              </a:extLst>
            </p:cNvPr>
            <p:cNvSpPr/>
            <p:nvPr/>
          </p:nvSpPr>
          <p:spPr>
            <a:xfrm flipV="1">
              <a:off x="2723327" y="153912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54" name="Oval 15">
              <a:extLst>
                <a:ext uri="{FF2B5EF4-FFF2-40B4-BE49-F238E27FC236}">
                  <a16:creationId xmlns:a16="http://schemas.microsoft.com/office/drawing/2014/main" id="{9DDD8EE0-6A65-E193-2FAF-CCAE1B625E25}"/>
                </a:ext>
              </a:extLst>
            </p:cNvPr>
            <p:cNvSpPr/>
            <p:nvPr/>
          </p:nvSpPr>
          <p:spPr>
            <a:xfrm>
              <a:off x="2750716" y="157586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055" name="Straight Connector 3054">
              <a:extLst>
                <a:ext uri="{FF2B5EF4-FFF2-40B4-BE49-F238E27FC236}">
                  <a16:creationId xmlns:a16="http://schemas.microsoft.com/office/drawing/2014/main" id="{A55D65A2-B0B3-862A-5729-D1A6D3807971}"/>
                </a:ext>
              </a:extLst>
            </p:cNvPr>
            <p:cNvCxnSpPr>
              <a:cxnSpLocks/>
              <a:stCxn id="3054" idx="0"/>
            </p:cNvCxnSpPr>
            <p:nvPr/>
          </p:nvCxnSpPr>
          <p:spPr>
            <a:xfrm flipV="1">
              <a:off x="2756412" y="1552636"/>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056" name="Straight Connector 3055">
              <a:extLst>
                <a:ext uri="{FF2B5EF4-FFF2-40B4-BE49-F238E27FC236}">
                  <a16:creationId xmlns:a16="http://schemas.microsoft.com/office/drawing/2014/main" id="{D65343CC-DCE4-43DD-2ABE-E518E8D3CAD7}"/>
                </a:ext>
              </a:extLst>
            </p:cNvPr>
            <p:cNvCxnSpPr>
              <a:cxnSpLocks/>
            </p:cNvCxnSpPr>
            <p:nvPr/>
          </p:nvCxnSpPr>
          <p:spPr>
            <a:xfrm>
              <a:off x="2762131" y="1552636"/>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057" name="Group 3056">
            <a:extLst>
              <a:ext uri="{FF2B5EF4-FFF2-40B4-BE49-F238E27FC236}">
                <a16:creationId xmlns:a16="http://schemas.microsoft.com/office/drawing/2014/main" id="{09188D46-67A0-5813-C383-32670F33E622}"/>
              </a:ext>
            </a:extLst>
          </p:cNvPr>
          <p:cNvGrpSpPr/>
          <p:nvPr/>
        </p:nvGrpSpPr>
        <p:grpSpPr>
          <a:xfrm>
            <a:off x="431659" y="1532275"/>
            <a:ext cx="721893" cy="610039"/>
            <a:chOff x="431659" y="1532275"/>
            <a:chExt cx="721893" cy="610039"/>
          </a:xfrm>
        </p:grpSpPr>
        <p:sp>
          <p:nvSpPr>
            <p:cNvPr id="3058" name="Rectangle 3057">
              <a:extLst>
                <a:ext uri="{FF2B5EF4-FFF2-40B4-BE49-F238E27FC236}">
                  <a16:creationId xmlns:a16="http://schemas.microsoft.com/office/drawing/2014/main" id="{BF4EC886-473D-4559-A1B3-2D4BCEB0F09C}"/>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3059" name="Right Triangle 3058">
              <a:extLst>
                <a:ext uri="{FF2B5EF4-FFF2-40B4-BE49-F238E27FC236}">
                  <a16:creationId xmlns:a16="http://schemas.microsoft.com/office/drawing/2014/main" id="{DAD48278-AA94-EB62-FA55-AE96A9C2C474}"/>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060" name="Group 3059">
              <a:extLst>
                <a:ext uri="{FF2B5EF4-FFF2-40B4-BE49-F238E27FC236}">
                  <a16:creationId xmlns:a16="http://schemas.microsoft.com/office/drawing/2014/main" id="{24A56B19-F9A4-D4D7-17C9-BEF0CF2FC45C}"/>
                </a:ext>
              </a:extLst>
            </p:cNvPr>
            <p:cNvGrpSpPr/>
            <p:nvPr/>
          </p:nvGrpSpPr>
          <p:grpSpPr>
            <a:xfrm>
              <a:off x="1102941" y="1538369"/>
              <a:ext cx="37817" cy="61390"/>
              <a:chOff x="3883481" y="2057400"/>
              <a:chExt cx="1608363" cy="2652031"/>
            </a:xfrm>
            <a:solidFill>
              <a:srgbClr val="A6A6A6"/>
            </a:solidFill>
          </p:grpSpPr>
          <p:sp>
            <p:nvSpPr>
              <p:cNvPr id="3061" name="Oval 27">
                <a:extLst>
                  <a:ext uri="{FF2B5EF4-FFF2-40B4-BE49-F238E27FC236}">
                    <a16:creationId xmlns:a16="http://schemas.microsoft.com/office/drawing/2014/main" id="{1225EAD1-8A13-4947-FCF4-361A74AF063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62" name="Oval 28">
                <a:extLst>
                  <a:ext uri="{FF2B5EF4-FFF2-40B4-BE49-F238E27FC236}">
                    <a16:creationId xmlns:a16="http://schemas.microsoft.com/office/drawing/2014/main" id="{2A16E609-91F7-DF2A-6060-2AFC45FE744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063" name="Group 3062">
            <a:extLst>
              <a:ext uri="{FF2B5EF4-FFF2-40B4-BE49-F238E27FC236}">
                <a16:creationId xmlns:a16="http://schemas.microsoft.com/office/drawing/2014/main" id="{F1018D3B-C90C-F8A3-0A08-90BBFA6ED1B0}"/>
              </a:ext>
            </a:extLst>
          </p:cNvPr>
          <p:cNvGrpSpPr/>
          <p:nvPr/>
        </p:nvGrpSpPr>
        <p:grpSpPr>
          <a:xfrm>
            <a:off x="1268842" y="1532275"/>
            <a:ext cx="721206" cy="610039"/>
            <a:chOff x="1268842" y="1532275"/>
            <a:chExt cx="721206" cy="610039"/>
          </a:xfrm>
        </p:grpSpPr>
        <p:sp>
          <p:nvSpPr>
            <p:cNvPr id="3064" name="Rectangle 3063">
              <a:extLst>
                <a:ext uri="{FF2B5EF4-FFF2-40B4-BE49-F238E27FC236}">
                  <a16:creationId xmlns:a16="http://schemas.microsoft.com/office/drawing/2014/main" id="{7DCD3F11-BF82-1365-067F-BF182763DF34}"/>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3065" name="Right Triangle 3064">
              <a:extLst>
                <a:ext uri="{FF2B5EF4-FFF2-40B4-BE49-F238E27FC236}">
                  <a16:creationId xmlns:a16="http://schemas.microsoft.com/office/drawing/2014/main" id="{4F49DDAD-594D-3C8E-79F5-E24CDF8FD405}"/>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066" name="Group 3065">
              <a:extLst>
                <a:ext uri="{FF2B5EF4-FFF2-40B4-BE49-F238E27FC236}">
                  <a16:creationId xmlns:a16="http://schemas.microsoft.com/office/drawing/2014/main" id="{8BA47419-93DD-3AB1-AE76-34F966ED8A91}"/>
                </a:ext>
              </a:extLst>
            </p:cNvPr>
            <p:cNvGrpSpPr/>
            <p:nvPr/>
          </p:nvGrpSpPr>
          <p:grpSpPr>
            <a:xfrm>
              <a:off x="1939437" y="1538369"/>
              <a:ext cx="37817" cy="61390"/>
              <a:chOff x="3883481" y="2057400"/>
              <a:chExt cx="1608363" cy="2652031"/>
            </a:xfrm>
            <a:solidFill>
              <a:srgbClr val="A6A6A6"/>
            </a:solidFill>
          </p:grpSpPr>
          <p:sp>
            <p:nvSpPr>
              <p:cNvPr id="3067" name="Oval 27">
                <a:extLst>
                  <a:ext uri="{FF2B5EF4-FFF2-40B4-BE49-F238E27FC236}">
                    <a16:creationId xmlns:a16="http://schemas.microsoft.com/office/drawing/2014/main" id="{09D636B1-A6E8-FF9F-5B8A-610661E51C6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68" name="Oval 28">
                <a:extLst>
                  <a:ext uri="{FF2B5EF4-FFF2-40B4-BE49-F238E27FC236}">
                    <a16:creationId xmlns:a16="http://schemas.microsoft.com/office/drawing/2014/main" id="{C5715961-41EA-413A-F378-7C9EBB478D0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069" name="Group 3068">
            <a:extLst>
              <a:ext uri="{FF2B5EF4-FFF2-40B4-BE49-F238E27FC236}">
                <a16:creationId xmlns:a16="http://schemas.microsoft.com/office/drawing/2014/main" id="{DE057CD2-E720-FCF8-D1C9-B4DBF00494AD}"/>
              </a:ext>
            </a:extLst>
          </p:cNvPr>
          <p:cNvGrpSpPr/>
          <p:nvPr/>
        </p:nvGrpSpPr>
        <p:grpSpPr>
          <a:xfrm>
            <a:off x="2938534" y="811556"/>
            <a:ext cx="721206" cy="609701"/>
            <a:chOff x="2938534" y="811556"/>
            <a:chExt cx="721206" cy="609701"/>
          </a:xfrm>
        </p:grpSpPr>
        <p:sp>
          <p:nvSpPr>
            <p:cNvPr id="3070" name="Rectangle 3069">
              <a:extLst>
                <a:ext uri="{FF2B5EF4-FFF2-40B4-BE49-F238E27FC236}">
                  <a16:creationId xmlns:a16="http://schemas.microsoft.com/office/drawing/2014/main" id="{17C0AB2C-27FE-3F4A-88CF-207F4FD94ABB}"/>
                </a:ext>
              </a:extLst>
            </p:cNvPr>
            <p:cNvSpPr/>
            <p:nvPr/>
          </p:nvSpPr>
          <p:spPr>
            <a:xfrm>
              <a:off x="2938534"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3071" name="Rectangle 3070">
              <a:extLst>
                <a:ext uri="{FF2B5EF4-FFF2-40B4-BE49-F238E27FC236}">
                  <a16:creationId xmlns:a16="http://schemas.microsoft.com/office/drawing/2014/main" id="{CAABB30B-5C35-EF2A-0B80-00BFA0F195F1}"/>
                </a:ext>
              </a:extLst>
            </p:cNvPr>
            <p:cNvSpPr/>
            <p:nvPr/>
          </p:nvSpPr>
          <p:spPr>
            <a:xfrm flipV="1">
              <a:off x="3554781"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72" name="Oval 15">
              <a:extLst>
                <a:ext uri="{FF2B5EF4-FFF2-40B4-BE49-F238E27FC236}">
                  <a16:creationId xmlns:a16="http://schemas.microsoft.com/office/drawing/2014/main" id="{EB9A223A-7BF6-9D9D-68E9-7732B76BC4BB}"/>
                </a:ext>
              </a:extLst>
            </p:cNvPr>
            <p:cNvSpPr/>
            <p:nvPr/>
          </p:nvSpPr>
          <p:spPr>
            <a:xfrm>
              <a:off x="3582170"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073" name="Straight Connector 3072">
              <a:extLst>
                <a:ext uri="{FF2B5EF4-FFF2-40B4-BE49-F238E27FC236}">
                  <a16:creationId xmlns:a16="http://schemas.microsoft.com/office/drawing/2014/main" id="{DBAA6E03-036F-B55F-917C-BD528AE7A320}"/>
                </a:ext>
              </a:extLst>
            </p:cNvPr>
            <p:cNvCxnSpPr>
              <a:cxnSpLocks/>
              <a:stCxn id="3072" idx="0"/>
            </p:cNvCxnSpPr>
            <p:nvPr/>
          </p:nvCxnSpPr>
          <p:spPr>
            <a:xfrm flipV="1">
              <a:off x="3587866"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074" name="Straight Connector 3073">
              <a:extLst>
                <a:ext uri="{FF2B5EF4-FFF2-40B4-BE49-F238E27FC236}">
                  <a16:creationId xmlns:a16="http://schemas.microsoft.com/office/drawing/2014/main" id="{03A1E8A7-0E51-6EFB-DF80-17A7B9326215}"/>
                </a:ext>
              </a:extLst>
            </p:cNvPr>
            <p:cNvCxnSpPr>
              <a:cxnSpLocks/>
            </p:cNvCxnSpPr>
            <p:nvPr/>
          </p:nvCxnSpPr>
          <p:spPr>
            <a:xfrm>
              <a:off x="3593585"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075" name="Group 3074">
            <a:extLst>
              <a:ext uri="{FF2B5EF4-FFF2-40B4-BE49-F238E27FC236}">
                <a16:creationId xmlns:a16="http://schemas.microsoft.com/office/drawing/2014/main" id="{BBA06608-7438-0CE3-726C-C973E07C8420}"/>
              </a:ext>
            </a:extLst>
          </p:cNvPr>
          <p:cNvGrpSpPr/>
          <p:nvPr/>
        </p:nvGrpSpPr>
        <p:grpSpPr>
          <a:xfrm>
            <a:off x="431659" y="811556"/>
            <a:ext cx="721206" cy="609701"/>
            <a:chOff x="431659" y="811556"/>
            <a:chExt cx="721206" cy="609701"/>
          </a:xfrm>
        </p:grpSpPr>
        <p:sp>
          <p:nvSpPr>
            <p:cNvPr id="3076" name="Rectangle 3075">
              <a:extLst>
                <a:ext uri="{FF2B5EF4-FFF2-40B4-BE49-F238E27FC236}">
                  <a16:creationId xmlns:a16="http://schemas.microsoft.com/office/drawing/2014/main" id="{D0285B94-25FC-6EDC-5310-AA8F0E972069}"/>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3077" name="Right Triangle 3076">
              <a:extLst>
                <a:ext uri="{FF2B5EF4-FFF2-40B4-BE49-F238E27FC236}">
                  <a16:creationId xmlns:a16="http://schemas.microsoft.com/office/drawing/2014/main" id="{3E1FE63A-7AA9-6896-97BB-3C131724000E}"/>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078" name="Group 3077">
              <a:extLst>
                <a:ext uri="{FF2B5EF4-FFF2-40B4-BE49-F238E27FC236}">
                  <a16:creationId xmlns:a16="http://schemas.microsoft.com/office/drawing/2014/main" id="{9102786C-E5A4-92A1-20DD-4F1845A04BCA}"/>
                </a:ext>
              </a:extLst>
            </p:cNvPr>
            <p:cNvGrpSpPr/>
            <p:nvPr/>
          </p:nvGrpSpPr>
          <p:grpSpPr>
            <a:xfrm>
              <a:off x="1100972" y="819589"/>
              <a:ext cx="37817" cy="61390"/>
              <a:chOff x="3883481" y="2057400"/>
              <a:chExt cx="1608363" cy="2652031"/>
            </a:xfrm>
            <a:solidFill>
              <a:srgbClr val="A6A6A6"/>
            </a:solidFill>
          </p:grpSpPr>
          <p:sp>
            <p:nvSpPr>
              <p:cNvPr id="3079" name="Oval 27">
                <a:extLst>
                  <a:ext uri="{FF2B5EF4-FFF2-40B4-BE49-F238E27FC236}">
                    <a16:creationId xmlns:a16="http://schemas.microsoft.com/office/drawing/2014/main" id="{74C108F6-A209-590A-40D5-CDBD1BC9475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80" name="Oval 28">
                <a:extLst>
                  <a:ext uri="{FF2B5EF4-FFF2-40B4-BE49-F238E27FC236}">
                    <a16:creationId xmlns:a16="http://schemas.microsoft.com/office/drawing/2014/main" id="{803AA06C-2685-69F1-E519-C19CFC20E67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081" name="Group 3080">
            <a:extLst>
              <a:ext uri="{FF2B5EF4-FFF2-40B4-BE49-F238E27FC236}">
                <a16:creationId xmlns:a16="http://schemas.microsoft.com/office/drawing/2014/main" id="{0184B4FD-299E-638B-037E-7D1B27CC8DCE}"/>
              </a:ext>
            </a:extLst>
          </p:cNvPr>
          <p:cNvGrpSpPr/>
          <p:nvPr/>
        </p:nvGrpSpPr>
        <p:grpSpPr>
          <a:xfrm>
            <a:off x="1267284" y="811556"/>
            <a:ext cx="721206" cy="609701"/>
            <a:chOff x="1267284" y="811556"/>
            <a:chExt cx="721206" cy="609701"/>
          </a:xfrm>
        </p:grpSpPr>
        <p:sp>
          <p:nvSpPr>
            <p:cNvPr id="3082" name="Rectangle 3081">
              <a:extLst>
                <a:ext uri="{FF2B5EF4-FFF2-40B4-BE49-F238E27FC236}">
                  <a16:creationId xmlns:a16="http://schemas.microsoft.com/office/drawing/2014/main" id="{BF8E550B-2843-F178-BC50-A93CB7EC8257}"/>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3083" name="Right Triangle 3082">
              <a:extLst>
                <a:ext uri="{FF2B5EF4-FFF2-40B4-BE49-F238E27FC236}">
                  <a16:creationId xmlns:a16="http://schemas.microsoft.com/office/drawing/2014/main" id="{A7076C45-75F5-4595-959A-658229A2D58B}"/>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084" name="Group 3083">
              <a:extLst>
                <a:ext uri="{FF2B5EF4-FFF2-40B4-BE49-F238E27FC236}">
                  <a16:creationId xmlns:a16="http://schemas.microsoft.com/office/drawing/2014/main" id="{3CA92FBB-0693-FB27-29D2-645A0AF7A69F}"/>
                </a:ext>
              </a:extLst>
            </p:cNvPr>
            <p:cNvGrpSpPr/>
            <p:nvPr/>
          </p:nvGrpSpPr>
          <p:grpSpPr>
            <a:xfrm>
              <a:off x="1937879" y="819589"/>
              <a:ext cx="37817" cy="61390"/>
              <a:chOff x="3883481" y="2057400"/>
              <a:chExt cx="1608363" cy="2652031"/>
            </a:xfrm>
            <a:solidFill>
              <a:srgbClr val="A6A6A6"/>
            </a:solidFill>
          </p:grpSpPr>
          <p:sp>
            <p:nvSpPr>
              <p:cNvPr id="3085" name="Oval 27">
                <a:extLst>
                  <a:ext uri="{FF2B5EF4-FFF2-40B4-BE49-F238E27FC236}">
                    <a16:creationId xmlns:a16="http://schemas.microsoft.com/office/drawing/2014/main" id="{CFFDE3A2-12F6-0D2A-EDE2-87B03619CB6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86" name="Oval 28">
                <a:extLst>
                  <a:ext uri="{FF2B5EF4-FFF2-40B4-BE49-F238E27FC236}">
                    <a16:creationId xmlns:a16="http://schemas.microsoft.com/office/drawing/2014/main" id="{8AFB6C5D-689A-5883-A1BC-4B093AFD167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099" name="Group 3098">
            <a:extLst>
              <a:ext uri="{FF2B5EF4-FFF2-40B4-BE49-F238E27FC236}">
                <a16:creationId xmlns:a16="http://schemas.microsoft.com/office/drawing/2014/main" id="{ED5F1451-CA8E-4B23-F396-104C6BECA3D4}"/>
              </a:ext>
            </a:extLst>
          </p:cNvPr>
          <p:cNvGrpSpPr/>
          <p:nvPr/>
        </p:nvGrpSpPr>
        <p:grpSpPr>
          <a:xfrm>
            <a:off x="2937172" y="4419618"/>
            <a:ext cx="721206" cy="610376"/>
            <a:chOff x="2937172" y="4419618"/>
            <a:chExt cx="721206" cy="610376"/>
          </a:xfrm>
        </p:grpSpPr>
        <p:sp>
          <p:nvSpPr>
            <p:cNvPr id="3100" name="Rectangle 3099">
              <a:extLst>
                <a:ext uri="{FF2B5EF4-FFF2-40B4-BE49-F238E27FC236}">
                  <a16:creationId xmlns:a16="http://schemas.microsoft.com/office/drawing/2014/main" id="{94FCA42D-9DBB-5422-0053-EA114F74C0CF}"/>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3101" name="Right Triangle 3100">
              <a:extLst>
                <a:ext uri="{FF2B5EF4-FFF2-40B4-BE49-F238E27FC236}">
                  <a16:creationId xmlns:a16="http://schemas.microsoft.com/office/drawing/2014/main" id="{7B0B8731-79EE-B17D-90A0-80F9F3AB9D95}"/>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102" name="Group 3101">
              <a:extLst>
                <a:ext uri="{FF2B5EF4-FFF2-40B4-BE49-F238E27FC236}">
                  <a16:creationId xmlns:a16="http://schemas.microsoft.com/office/drawing/2014/main" id="{F2379460-9F74-D572-C92B-B402DBE3C1A1}"/>
                </a:ext>
              </a:extLst>
            </p:cNvPr>
            <p:cNvGrpSpPr/>
            <p:nvPr/>
          </p:nvGrpSpPr>
          <p:grpSpPr>
            <a:xfrm>
              <a:off x="3607767" y="4425712"/>
              <a:ext cx="37817" cy="61390"/>
              <a:chOff x="3883481" y="2057400"/>
              <a:chExt cx="1608363" cy="2652031"/>
            </a:xfrm>
            <a:solidFill>
              <a:srgbClr val="A6A6A6"/>
            </a:solidFill>
          </p:grpSpPr>
          <p:sp>
            <p:nvSpPr>
              <p:cNvPr id="3103" name="Oval 27">
                <a:extLst>
                  <a:ext uri="{FF2B5EF4-FFF2-40B4-BE49-F238E27FC236}">
                    <a16:creationId xmlns:a16="http://schemas.microsoft.com/office/drawing/2014/main" id="{1FCA2FAD-0F2B-5CB8-6BFE-47EC9622474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04" name="Oval 28">
                <a:extLst>
                  <a:ext uri="{FF2B5EF4-FFF2-40B4-BE49-F238E27FC236}">
                    <a16:creationId xmlns:a16="http://schemas.microsoft.com/office/drawing/2014/main" id="{E4AF347F-946A-4DCB-E46D-9C928D861DE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105" name="Group 3104">
            <a:extLst>
              <a:ext uri="{FF2B5EF4-FFF2-40B4-BE49-F238E27FC236}">
                <a16:creationId xmlns:a16="http://schemas.microsoft.com/office/drawing/2014/main" id="{BB318242-68F2-C87F-531C-2FCD3FB7B1A7}"/>
              </a:ext>
            </a:extLst>
          </p:cNvPr>
          <p:cNvGrpSpPr/>
          <p:nvPr/>
        </p:nvGrpSpPr>
        <p:grpSpPr>
          <a:xfrm>
            <a:off x="3775041" y="5130129"/>
            <a:ext cx="721893" cy="609702"/>
            <a:chOff x="3775041" y="5130129"/>
            <a:chExt cx="721893" cy="609702"/>
          </a:xfrm>
        </p:grpSpPr>
        <p:sp>
          <p:nvSpPr>
            <p:cNvPr id="3106" name="Rectangle 3105">
              <a:hlinkHover r:id="" action="ppaction://noaction" highlightClick="1"/>
              <a:extLst>
                <a:ext uri="{FF2B5EF4-FFF2-40B4-BE49-F238E27FC236}">
                  <a16:creationId xmlns:a16="http://schemas.microsoft.com/office/drawing/2014/main" id="{B13EC364-FA42-EEAD-91F7-CF1F9662B582}"/>
                </a:ext>
              </a:extLst>
            </p:cNvPr>
            <p:cNvSpPr/>
            <p:nvPr/>
          </p:nvSpPr>
          <p:spPr>
            <a:xfrm>
              <a:off x="3775041" y="5130131"/>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3107" name="Group 3106">
              <a:extLst>
                <a:ext uri="{FF2B5EF4-FFF2-40B4-BE49-F238E27FC236}">
                  <a16:creationId xmlns:a16="http://schemas.microsoft.com/office/drawing/2014/main" id="{F9DB7532-98A4-0BB6-212D-0F6EBFD76602}"/>
                </a:ext>
              </a:extLst>
            </p:cNvPr>
            <p:cNvGrpSpPr/>
            <p:nvPr/>
          </p:nvGrpSpPr>
          <p:grpSpPr>
            <a:xfrm>
              <a:off x="4367028" y="5130129"/>
              <a:ext cx="129906" cy="127894"/>
              <a:chOff x="1040599" y="2550516"/>
              <a:chExt cx="157050" cy="157050"/>
            </a:xfrm>
          </p:grpSpPr>
          <p:sp>
            <p:nvSpPr>
              <p:cNvPr id="3108" name="Diamond 3107">
                <a:extLst>
                  <a:ext uri="{FF2B5EF4-FFF2-40B4-BE49-F238E27FC236}">
                    <a16:creationId xmlns:a16="http://schemas.microsoft.com/office/drawing/2014/main" id="{7DE718A8-5692-C29A-A739-4822F773915C}"/>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09" name="Oval 3108">
                <a:extLst>
                  <a:ext uri="{FF2B5EF4-FFF2-40B4-BE49-F238E27FC236}">
                    <a16:creationId xmlns:a16="http://schemas.microsoft.com/office/drawing/2014/main" id="{48BD4216-C9D2-F43A-AE08-14CDB08D6B3B}"/>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110" name="Group 3109">
            <a:extLst>
              <a:ext uri="{FF2B5EF4-FFF2-40B4-BE49-F238E27FC236}">
                <a16:creationId xmlns:a16="http://schemas.microsoft.com/office/drawing/2014/main" id="{1CAF172B-2D97-3B39-77A1-388F0D1774AE}"/>
              </a:ext>
            </a:extLst>
          </p:cNvPr>
          <p:cNvGrpSpPr/>
          <p:nvPr/>
        </p:nvGrpSpPr>
        <p:grpSpPr>
          <a:xfrm>
            <a:off x="4618174" y="5130744"/>
            <a:ext cx="721893" cy="609702"/>
            <a:chOff x="4618174" y="5130744"/>
            <a:chExt cx="721893" cy="609702"/>
          </a:xfrm>
        </p:grpSpPr>
        <p:sp>
          <p:nvSpPr>
            <p:cNvPr id="3111" name="Rectangle 3110">
              <a:hlinkHover r:id="" action="ppaction://noaction" highlightClick="1"/>
              <a:extLst>
                <a:ext uri="{FF2B5EF4-FFF2-40B4-BE49-F238E27FC236}">
                  <a16:creationId xmlns:a16="http://schemas.microsoft.com/office/drawing/2014/main" id="{D4486306-7E3C-CC54-3D33-35D05530B5EE}"/>
                </a:ext>
              </a:extLst>
            </p:cNvPr>
            <p:cNvSpPr/>
            <p:nvPr/>
          </p:nvSpPr>
          <p:spPr>
            <a:xfrm>
              <a:off x="4618174" y="5130746"/>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3112" name="Group 3111">
              <a:extLst>
                <a:ext uri="{FF2B5EF4-FFF2-40B4-BE49-F238E27FC236}">
                  <a16:creationId xmlns:a16="http://schemas.microsoft.com/office/drawing/2014/main" id="{9BCE7E7B-0345-1F65-6F9C-E8EB7E6F0DBE}"/>
                </a:ext>
              </a:extLst>
            </p:cNvPr>
            <p:cNvGrpSpPr/>
            <p:nvPr/>
          </p:nvGrpSpPr>
          <p:grpSpPr>
            <a:xfrm>
              <a:off x="5210161" y="5130744"/>
              <a:ext cx="129906" cy="127894"/>
              <a:chOff x="1040599" y="2550516"/>
              <a:chExt cx="157050" cy="157050"/>
            </a:xfrm>
          </p:grpSpPr>
          <p:sp>
            <p:nvSpPr>
              <p:cNvPr id="3113" name="Diamond 3112">
                <a:extLst>
                  <a:ext uri="{FF2B5EF4-FFF2-40B4-BE49-F238E27FC236}">
                    <a16:creationId xmlns:a16="http://schemas.microsoft.com/office/drawing/2014/main" id="{C8D17904-D826-C589-0A5A-03DA18261DB5}"/>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14" name="Oval 3113">
                <a:extLst>
                  <a:ext uri="{FF2B5EF4-FFF2-40B4-BE49-F238E27FC236}">
                    <a16:creationId xmlns:a16="http://schemas.microsoft.com/office/drawing/2014/main" id="{6178C90D-0B59-148A-03CD-F4C9D76E5D48}"/>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119" name="Group 3118">
            <a:extLst>
              <a:ext uri="{FF2B5EF4-FFF2-40B4-BE49-F238E27FC236}">
                <a16:creationId xmlns:a16="http://schemas.microsoft.com/office/drawing/2014/main" id="{FF1073BA-3B80-5444-BD39-C0A2AC3CED6E}"/>
              </a:ext>
            </a:extLst>
          </p:cNvPr>
          <p:cNvGrpSpPr/>
          <p:nvPr/>
        </p:nvGrpSpPr>
        <p:grpSpPr>
          <a:xfrm>
            <a:off x="9657687" y="1532274"/>
            <a:ext cx="721206" cy="609701"/>
            <a:chOff x="9656908" y="1532276"/>
            <a:chExt cx="721206" cy="609701"/>
          </a:xfrm>
        </p:grpSpPr>
        <p:sp>
          <p:nvSpPr>
            <p:cNvPr id="3120" name="Rectangle 3119">
              <a:extLst>
                <a:ext uri="{FF2B5EF4-FFF2-40B4-BE49-F238E27FC236}">
                  <a16:creationId xmlns:a16="http://schemas.microsoft.com/office/drawing/2014/main" id="{396DDFD8-852D-6350-D199-81AA5321809A}"/>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3121" name="Rectangle 3120">
              <a:extLst>
                <a:ext uri="{FF2B5EF4-FFF2-40B4-BE49-F238E27FC236}">
                  <a16:creationId xmlns:a16="http://schemas.microsoft.com/office/drawing/2014/main" id="{26B09FE0-D640-FF9D-53F2-D69F87EE6591}"/>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22" name="Oval 15">
              <a:extLst>
                <a:ext uri="{FF2B5EF4-FFF2-40B4-BE49-F238E27FC236}">
                  <a16:creationId xmlns:a16="http://schemas.microsoft.com/office/drawing/2014/main" id="{94B2E1BC-59A7-337E-6202-459FDFCFE5DD}"/>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123" name="Straight Connector 3122">
              <a:extLst>
                <a:ext uri="{FF2B5EF4-FFF2-40B4-BE49-F238E27FC236}">
                  <a16:creationId xmlns:a16="http://schemas.microsoft.com/office/drawing/2014/main" id="{549A61BF-56F9-7674-B31B-9A6C9DC0EFB5}"/>
                </a:ext>
              </a:extLst>
            </p:cNvPr>
            <p:cNvCxnSpPr>
              <a:cxnSpLocks/>
              <a:stCxn id="3122"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124" name="Straight Connector 3123">
              <a:extLst>
                <a:ext uri="{FF2B5EF4-FFF2-40B4-BE49-F238E27FC236}">
                  <a16:creationId xmlns:a16="http://schemas.microsoft.com/office/drawing/2014/main" id="{DD4FB242-319C-3663-4409-ED9546BF0F74}"/>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2" name="Group 51">
            <a:extLst>
              <a:ext uri="{FF2B5EF4-FFF2-40B4-BE49-F238E27FC236}">
                <a16:creationId xmlns:a16="http://schemas.microsoft.com/office/drawing/2014/main" id="{4DF94552-BB49-18FE-3C65-F210C6BE4D5D}"/>
              </a:ext>
            </a:extLst>
          </p:cNvPr>
          <p:cNvGrpSpPr/>
          <p:nvPr/>
        </p:nvGrpSpPr>
        <p:grpSpPr>
          <a:xfrm>
            <a:off x="3779087" y="3698226"/>
            <a:ext cx="721206" cy="609701"/>
            <a:chOff x="3779087" y="3698226"/>
            <a:chExt cx="721206" cy="609701"/>
          </a:xfrm>
        </p:grpSpPr>
        <p:sp>
          <p:nvSpPr>
            <p:cNvPr id="53" name="Rectangle 52">
              <a:extLst>
                <a:ext uri="{FF2B5EF4-FFF2-40B4-BE49-F238E27FC236}">
                  <a16:creationId xmlns:a16="http://schemas.microsoft.com/office/drawing/2014/main" id="{B6A3AA3B-CC92-052E-F969-4DE0252E1D6F}"/>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54" name="Right Triangle 53">
              <a:extLst>
                <a:ext uri="{FF2B5EF4-FFF2-40B4-BE49-F238E27FC236}">
                  <a16:creationId xmlns:a16="http://schemas.microsoft.com/office/drawing/2014/main" id="{D5DDDEDC-328A-94D7-67CA-8F140611283D}"/>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5" name="Group 54">
              <a:extLst>
                <a:ext uri="{FF2B5EF4-FFF2-40B4-BE49-F238E27FC236}">
                  <a16:creationId xmlns:a16="http://schemas.microsoft.com/office/drawing/2014/main" id="{B475EF6F-AE5C-C3E4-A7EB-26BF26558851}"/>
                </a:ext>
              </a:extLst>
            </p:cNvPr>
            <p:cNvGrpSpPr/>
            <p:nvPr/>
          </p:nvGrpSpPr>
          <p:grpSpPr>
            <a:xfrm>
              <a:off x="4448513" y="3706747"/>
              <a:ext cx="37817" cy="61390"/>
              <a:chOff x="3883481" y="2057400"/>
              <a:chExt cx="1608363" cy="2652031"/>
            </a:xfrm>
            <a:solidFill>
              <a:srgbClr val="A6A6A6">
                <a:alpha val="20000"/>
              </a:srgbClr>
            </a:solidFill>
          </p:grpSpPr>
          <p:sp>
            <p:nvSpPr>
              <p:cNvPr id="56" name="Oval 27">
                <a:extLst>
                  <a:ext uri="{FF2B5EF4-FFF2-40B4-BE49-F238E27FC236}">
                    <a16:creationId xmlns:a16="http://schemas.microsoft.com/office/drawing/2014/main" id="{00C13E55-DDAF-A30B-C60E-F01BD286400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 name="Oval 28">
                <a:extLst>
                  <a:ext uri="{FF2B5EF4-FFF2-40B4-BE49-F238E27FC236}">
                    <a16:creationId xmlns:a16="http://schemas.microsoft.com/office/drawing/2014/main" id="{E1D9BEE9-76CF-FD09-758A-D6924A4D2B6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8" name="Group 57">
            <a:extLst>
              <a:ext uri="{FF2B5EF4-FFF2-40B4-BE49-F238E27FC236}">
                <a16:creationId xmlns:a16="http://schemas.microsoft.com/office/drawing/2014/main" id="{8FEEA2BE-1993-48C0-81BC-16741C8B3DD1}"/>
              </a:ext>
            </a:extLst>
          </p:cNvPr>
          <p:cNvGrpSpPr/>
          <p:nvPr/>
        </p:nvGrpSpPr>
        <p:grpSpPr>
          <a:xfrm>
            <a:off x="4615774" y="3698231"/>
            <a:ext cx="721206" cy="609701"/>
            <a:chOff x="4615774" y="3698231"/>
            <a:chExt cx="721206" cy="609701"/>
          </a:xfrm>
        </p:grpSpPr>
        <p:sp>
          <p:nvSpPr>
            <p:cNvPr id="59" name="Rectangle 58">
              <a:hlinkHover r:id="" action="ppaction://noaction" highlightClick="1"/>
              <a:extLst>
                <a:ext uri="{FF2B5EF4-FFF2-40B4-BE49-F238E27FC236}">
                  <a16:creationId xmlns:a16="http://schemas.microsoft.com/office/drawing/2014/main" id="{ACD93874-7B88-470B-5A84-E28319E3AE64}"/>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60" name="Oval 59">
              <a:extLst>
                <a:ext uri="{FF2B5EF4-FFF2-40B4-BE49-F238E27FC236}">
                  <a16:creationId xmlns:a16="http://schemas.microsoft.com/office/drawing/2014/main" id="{4D4347EE-3F00-47B0-0C9B-FB15AB38D2EC}"/>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 name="Isosceles Triangle 648">
              <a:extLst>
                <a:ext uri="{FF2B5EF4-FFF2-40B4-BE49-F238E27FC236}">
                  <a16:creationId xmlns:a16="http://schemas.microsoft.com/office/drawing/2014/main" id="{492EF937-192F-3CB4-1B8B-00C420F3AAD5}"/>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2" name="Group 71">
            <a:extLst>
              <a:ext uri="{FF2B5EF4-FFF2-40B4-BE49-F238E27FC236}">
                <a16:creationId xmlns:a16="http://schemas.microsoft.com/office/drawing/2014/main" id="{3434E1F7-8804-B0C1-3290-3692E60894C0}"/>
              </a:ext>
            </a:extLst>
          </p:cNvPr>
          <p:cNvGrpSpPr/>
          <p:nvPr/>
        </p:nvGrpSpPr>
        <p:grpSpPr>
          <a:xfrm>
            <a:off x="2099604" y="5136552"/>
            <a:ext cx="721206" cy="609701"/>
            <a:chOff x="2099604" y="5136552"/>
            <a:chExt cx="721206" cy="609701"/>
          </a:xfrm>
        </p:grpSpPr>
        <p:sp>
          <p:nvSpPr>
            <p:cNvPr id="73" name="Rectangle 72">
              <a:extLst>
                <a:ext uri="{FF2B5EF4-FFF2-40B4-BE49-F238E27FC236}">
                  <a16:creationId xmlns:a16="http://schemas.microsoft.com/office/drawing/2014/main" id="{014F2ACF-ADBD-B18A-05BC-E07BAC4A03DF}"/>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74" name="Right Triangle 73">
              <a:extLst>
                <a:ext uri="{FF2B5EF4-FFF2-40B4-BE49-F238E27FC236}">
                  <a16:creationId xmlns:a16="http://schemas.microsoft.com/office/drawing/2014/main" id="{66215D24-6C97-0886-0178-247B48302173}"/>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 name="Group 74">
              <a:extLst>
                <a:ext uri="{FF2B5EF4-FFF2-40B4-BE49-F238E27FC236}">
                  <a16:creationId xmlns:a16="http://schemas.microsoft.com/office/drawing/2014/main" id="{B7218ED3-15F6-320D-D866-E49D46A660BD}"/>
                </a:ext>
              </a:extLst>
            </p:cNvPr>
            <p:cNvGrpSpPr/>
            <p:nvPr/>
          </p:nvGrpSpPr>
          <p:grpSpPr>
            <a:xfrm>
              <a:off x="2765661" y="5151382"/>
              <a:ext cx="37817" cy="61390"/>
              <a:chOff x="3883481" y="2057400"/>
              <a:chExt cx="1608363" cy="2652031"/>
            </a:xfrm>
            <a:solidFill>
              <a:srgbClr val="A6A6A6">
                <a:alpha val="20000"/>
              </a:srgbClr>
            </a:solidFill>
          </p:grpSpPr>
          <p:sp>
            <p:nvSpPr>
              <p:cNvPr id="76" name="Oval 27">
                <a:extLst>
                  <a:ext uri="{FF2B5EF4-FFF2-40B4-BE49-F238E27FC236}">
                    <a16:creationId xmlns:a16="http://schemas.microsoft.com/office/drawing/2014/main" id="{3988B70E-E5A0-68BB-B6B9-21638B71F57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 name="Oval 28">
                <a:extLst>
                  <a:ext uri="{FF2B5EF4-FFF2-40B4-BE49-F238E27FC236}">
                    <a16:creationId xmlns:a16="http://schemas.microsoft.com/office/drawing/2014/main" id="{962FAC6F-FB6A-931F-0F5B-E234E0DC4ED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5" name="Group 84">
            <a:extLst>
              <a:ext uri="{FF2B5EF4-FFF2-40B4-BE49-F238E27FC236}">
                <a16:creationId xmlns:a16="http://schemas.microsoft.com/office/drawing/2014/main" id="{0D56569C-4CC5-3D99-0355-04DBC73B19AA}"/>
              </a:ext>
            </a:extLst>
          </p:cNvPr>
          <p:cNvGrpSpPr/>
          <p:nvPr/>
        </p:nvGrpSpPr>
        <p:grpSpPr>
          <a:xfrm>
            <a:off x="2100388" y="4419620"/>
            <a:ext cx="721206" cy="609701"/>
            <a:chOff x="2100388" y="4419620"/>
            <a:chExt cx="721206" cy="609701"/>
          </a:xfrm>
        </p:grpSpPr>
        <p:sp>
          <p:nvSpPr>
            <p:cNvPr id="86" name="Rectangle 85">
              <a:extLst>
                <a:ext uri="{FF2B5EF4-FFF2-40B4-BE49-F238E27FC236}">
                  <a16:creationId xmlns:a16="http://schemas.microsoft.com/office/drawing/2014/main" id="{781740EB-899B-1EF4-D797-048ED6A02BFE}"/>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87" name="Right Triangle 86">
              <a:extLst>
                <a:ext uri="{FF2B5EF4-FFF2-40B4-BE49-F238E27FC236}">
                  <a16:creationId xmlns:a16="http://schemas.microsoft.com/office/drawing/2014/main" id="{A8558BD0-83F1-60BD-D61B-31DEDB1CEE4A}"/>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8" name="Group 87">
              <a:extLst>
                <a:ext uri="{FF2B5EF4-FFF2-40B4-BE49-F238E27FC236}">
                  <a16:creationId xmlns:a16="http://schemas.microsoft.com/office/drawing/2014/main" id="{F695CA87-3C4A-2CCE-FD03-9FF5B5CDB63C}"/>
                </a:ext>
              </a:extLst>
            </p:cNvPr>
            <p:cNvGrpSpPr/>
            <p:nvPr/>
          </p:nvGrpSpPr>
          <p:grpSpPr>
            <a:xfrm>
              <a:off x="2769861" y="4434438"/>
              <a:ext cx="37817" cy="61390"/>
              <a:chOff x="3883481" y="2057400"/>
              <a:chExt cx="1608363" cy="2652031"/>
            </a:xfrm>
            <a:solidFill>
              <a:srgbClr val="A6A6A6"/>
            </a:solidFill>
          </p:grpSpPr>
          <p:sp>
            <p:nvSpPr>
              <p:cNvPr id="95" name="Oval 27">
                <a:extLst>
                  <a:ext uri="{FF2B5EF4-FFF2-40B4-BE49-F238E27FC236}">
                    <a16:creationId xmlns:a16="http://schemas.microsoft.com/office/drawing/2014/main" id="{167E4FB3-3B7D-42A5-559C-6A0AE55791B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 name="Oval 28">
                <a:extLst>
                  <a:ext uri="{FF2B5EF4-FFF2-40B4-BE49-F238E27FC236}">
                    <a16:creationId xmlns:a16="http://schemas.microsoft.com/office/drawing/2014/main" id="{2D6D1150-E047-A93A-FCCA-E9108DF79CF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 name="Group 1">
            <a:extLst>
              <a:ext uri="{FF2B5EF4-FFF2-40B4-BE49-F238E27FC236}">
                <a16:creationId xmlns:a16="http://schemas.microsoft.com/office/drawing/2014/main" id="{A8E3A5AB-5915-CBD5-85EA-C330806E4A81}"/>
              </a:ext>
            </a:extLst>
          </p:cNvPr>
          <p:cNvGrpSpPr/>
          <p:nvPr/>
        </p:nvGrpSpPr>
        <p:grpSpPr>
          <a:xfrm>
            <a:off x="8807242" y="1532276"/>
            <a:ext cx="721206" cy="609701"/>
            <a:chOff x="8807242" y="1532276"/>
            <a:chExt cx="721206" cy="609701"/>
          </a:xfrm>
        </p:grpSpPr>
        <p:sp>
          <p:nvSpPr>
            <p:cNvPr id="3" name="Rectangle 2">
              <a:hlinkHover r:id="" action="ppaction://noaction" highlightClick="1"/>
              <a:extLst>
                <a:ext uri="{FF2B5EF4-FFF2-40B4-BE49-F238E27FC236}">
                  <a16:creationId xmlns:a16="http://schemas.microsoft.com/office/drawing/2014/main" id="{009D65A9-7724-4B42-8B60-EAD4DC760709}"/>
                </a:ext>
              </a:extLst>
            </p:cNvPr>
            <p:cNvSpPr/>
            <p:nvPr/>
          </p:nvSpPr>
          <p:spPr>
            <a:xfrm>
              <a:off x="8807242"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4" name="Oval 3">
              <a:extLst>
                <a:ext uri="{FF2B5EF4-FFF2-40B4-BE49-F238E27FC236}">
                  <a16:creationId xmlns:a16="http://schemas.microsoft.com/office/drawing/2014/main" id="{BFF43B89-E032-8D64-5C5F-D304CC3E5873}"/>
                </a:ext>
              </a:extLst>
            </p:cNvPr>
            <p:cNvSpPr/>
            <p:nvPr/>
          </p:nvSpPr>
          <p:spPr>
            <a:xfrm>
              <a:off x="9387205" y="154139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Isosceles Triangle 648">
              <a:extLst>
                <a:ext uri="{FF2B5EF4-FFF2-40B4-BE49-F238E27FC236}">
                  <a16:creationId xmlns:a16="http://schemas.microsoft.com/office/drawing/2014/main" id="{8CDB1E3F-C44A-5F95-D718-4DD23CC84435}"/>
                </a:ext>
              </a:extLst>
            </p:cNvPr>
            <p:cNvSpPr/>
            <p:nvPr/>
          </p:nvSpPr>
          <p:spPr>
            <a:xfrm>
              <a:off x="9417330" y="155491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 name="Group 33">
            <a:extLst>
              <a:ext uri="{FF2B5EF4-FFF2-40B4-BE49-F238E27FC236}">
                <a16:creationId xmlns:a16="http://schemas.microsoft.com/office/drawing/2014/main" id="{3E4FA69B-60FD-4225-EBB0-04FBBD04CB5D}"/>
              </a:ext>
            </a:extLst>
          </p:cNvPr>
          <p:cNvGrpSpPr/>
          <p:nvPr/>
        </p:nvGrpSpPr>
        <p:grpSpPr>
          <a:xfrm>
            <a:off x="11356242" y="1508829"/>
            <a:ext cx="721206" cy="609701"/>
            <a:chOff x="11356242" y="1532276"/>
            <a:chExt cx="721206" cy="609701"/>
          </a:xfrm>
        </p:grpSpPr>
        <p:sp>
          <p:nvSpPr>
            <p:cNvPr id="35" name="Rectangle 34">
              <a:hlinkHover r:id="" action="ppaction://noaction" highlightClick="1"/>
              <a:extLst>
                <a:ext uri="{FF2B5EF4-FFF2-40B4-BE49-F238E27FC236}">
                  <a16:creationId xmlns:a16="http://schemas.microsoft.com/office/drawing/2014/main" id="{8D3807C5-3BC8-FE3D-08B5-7BAF231C2D8C}"/>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36" name="Oval 35">
              <a:extLst>
                <a:ext uri="{FF2B5EF4-FFF2-40B4-BE49-F238E27FC236}">
                  <a16:creationId xmlns:a16="http://schemas.microsoft.com/office/drawing/2014/main" id="{73C8AADC-5DC3-5585-89CC-6D4F51C27C89}"/>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7" name="Isosceles Triangle 648">
              <a:extLst>
                <a:ext uri="{FF2B5EF4-FFF2-40B4-BE49-F238E27FC236}">
                  <a16:creationId xmlns:a16="http://schemas.microsoft.com/office/drawing/2014/main" id="{ECE36B66-A9A9-C181-898D-51F4578936BB}"/>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 name="Group 45">
            <a:extLst>
              <a:ext uri="{FF2B5EF4-FFF2-40B4-BE49-F238E27FC236}">
                <a16:creationId xmlns:a16="http://schemas.microsoft.com/office/drawing/2014/main" id="{932DFF6A-6EA3-9FD4-2AD1-CD1132D1D0C7}"/>
              </a:ext>
            </a:extLst>
          </p:cNvPr>
          <p:cNvGrpSpPr/>
          <p:nvPr/>
        </p:nvGrpSpPr>
        <p:grpSpPr>
          <a:xfrm>
            <a:off x="3776512" y="2950606"/>
            <a:ext cx="724130" cy="609701"/>
            <a:chOff x="3776512" y="2974053"/>
            <a:chExt cx="724130" cy="609701"/>
          </a:xfrm>
        </p:grpSpPr>
        <p:sp>
          <p:nvSpPr>
            <p:cNvPr id="47" name="Rectangle 46">
              <a:extLst>
                <a:ext uri="{FF2B5EF4-FFF2-40B4-BE49-F238E27FC236}">
                  <a16:creationId xmlns:a16="http://schemas.microsoft.com/office/drawing/2014/main" id="{196BD1AA-D94B-C0AB-3B77-9526CBF138A3}"/>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48" name="Right Triangle 47">
              <a:extLst>
                <a:ext uri="{FF2B5EF4-FFF2-40B4-BE49-F238E27FC236}">
                  <a16:creationId xmlns:a16="http://schemas.microsoft.com/office/drawing/2014/main" id="{3D27F2DD-C812-309D-23C9-038261CDDC2E}"/>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9" name="Group 48">
              <a:extLst>
                <a:ext uri="{FF2B5EF4-FFF2-40B4-BE49-F238E27FC236}">
                  <a16:creationId xmlns:a16="http://schemas.microsoft.com/office/drawing/2014/main" id="{4FA67FD7-E4DC-5501-D761-514894F4F014}"/>
                </a:ext>
              </a:extLst>
            </p:cNvPr>
            <p:cNvGrpSpPr/>
            <p:nvPr/>
          </p:nvGrpSpPr>
          <p:grpSpPr>
            <a:xfrm>
              <a:off x="4450061" y="2982574"/>
              <a:ext cx="37817" cy="61390"/>
              <a:chOff x="3883481" y="2057400"/>
              <a:chExt cx="1608363" cy="2652031"/>
            </a:xfrm>
            <a:solidFill>
              <a:srgbClr val="A6A6A6">
                <a:alpha val="20000"/>
              </a:srgbClr>
            </a:solidFill>
          </p:grpSpPr>
          <p:sp>
            <p:nvSpPr>
              <p:cNvPr id="50" name="Oval 27">
                <a:extLst>
                  <a:ext uri="{FF2B5EF4-FFF2-40B4-BE49-F238E27FC236}">
                    <a16:creationId xmlns:a16="http://schemas.microsoft.com/office/drawing/2014/main" id="{CE26D438-16F6-34E5-8580-2B77CBABF8D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 name="Oval 28">
                <a:extLst>
                  <a:ext uri="{FF2B5EF4-FFF2-40B4-BE49-F238E27FC236}">
                    <a16:creationId xmlns:a16="http://schemas.microsoft.com/office/drawing/2014/main" id="{F027E15F-2565-C843-AB94-EFCF02C44A9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1" name="Group 100">
            <a:extLst>
              <a:ext uri="{FF2B5EF4-FFF2-40B4-BE49-F238E27FC236}">
                <a16:creationId xmlns:a16="http://schemas.microsoft.com/office/drawing/2014/main" id="{235A9458-84A2-9367-77C5-02A13FD8CE53}"/>
              </a:ext>
            </a:extLst>
          </p:cNvPr>
          <p:cNvGrpSpPr/>
          <p:nvPr/>
        </p:nvGrpSpPr>
        <p:grpSpPr>
          <a:xfrm>
            <a:off x="7905566" y="751337"/>
            <a:ext cx="3396155" cy="4999377"/>
            <a:chOff x="7905566" y="751337"/>
            <a:chExt cx="3396155" cy="4999377"/>
          </a:xfrm>
        </p:grpSpPr>
        <p:cxnSp>
          <p:nvCxnSpPr>
            <p:cNvPr id="102" name="Straight Connector 101">
              <a:extLst>
                <a:ext uri="{FF2B5EF4-FFF2-40B4-BE49-F238E27FC236}">
                  <a16:creationId xmlns:a16="http://schemas.microsoft.com/office/drawing/2014/main" id="{C8956046-9688-6AE6-9B82-75858FFDE6E7}"/>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3FA1FDB8-E76B-CB69-7A61-3E2F43183AAC}"/>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6DE07ADE-4E1A-2CB3-5188-D81AB9569961}"/>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A80CBE0-46A3-74F5-8AB4-8B1DBD0405E2}"/>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6524186B-E340-2662-175D-4E048DD07AE8}"/>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AE2327FD-AE07-19B5-D537-B0A2F6AEB2D5}"/>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2701BA31-D42C-18EA-8AEB-D7F34F340BCA}"/>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09" name="Straight Connector 108">
            <a:extLst>
              <a:ext uri="{FF2B5EF4-FFF2-40B4-BE49-F238E27FC236}">
                <a16:creationId xmlns:a16="http://schemas.microsoft.com/office/drawing/2014/main" id="{4F0069B9-11AD-04AA-FF70-95AD3D218C6D}"/>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10" name="Group 109">
            <a:extLst>
              <a:ext uri="{FF2B5EF4-FFF2-40B4-BE49-F238E27FC236}">
                <a16:creationId xmlns:a16="http://schemas.microsoft.com/office/drawing/2014/main" id="{336ED45B-FC95-561A-BEBB-8A238C8E3D92}"/>
              </a:ext>
            </a:extLst>
          </p:cNvPr>
          <p:cNvGrpSpPr/>
          <p:nvPr/>
        </p:nvGrpSpPr>
        <p:grpSpPr>
          <a:xfrm>
            <a:off x="9651394" y="811173"/>
            <a:ext cx="721206" cy="609701"/>
            <a:chOff x="9657972" y="90836"/>
            <a:chExt cx="721206" cy="609701"/>
          </a:xfrm>
        </p:grpSpPr>
        <p:sp>
          <p:nvSpPr>
            <p:cNvPr id="111" name="Rectangle 110">
              <a:hlinkHover r:id="" action="ppaction://noaction" highlightClick="1"/>
              <a:extLst>
                <a:ext uri="{FF2B5EF4-FFF2-40B4-BE49-F238E27FC236}">
                  <a16:creationId xmlns:a16="http://schemas.microsoft.com/office/drawing/2014/main" id="{98044AAB-B1E4-1E72-17D4-C896860351C8}"/>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12" name="Diamond 111">
              <a:extLst>
                <a:ext uri="{FF2B5EF4-FFF2-40B4-BE49-F238E27FC236}">
                  <a16:creationId xmlns:a16="http://schemas.microsoft.com/office/drawing/2014/main" id="{3F3A5423-A487-3C7B-C024-6CD7051838E1}"/>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3" name="Oval 112">
              <a:extLst>
                <a:ext uri="{FF2B5EF4-FFF2-40B4-BE49-F238E27FC236}">
                  <a16:creationId xmlns:a16="http://schemas.microsoft.com/office/drawing/2014/main" id="{94430A11-576D-7D02-4EC7-09B1B8A6D367}"/>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4" name="Group 113">
            <a:extLst>
              <a:ext uri="{FF2B5EF4-FFF2-40B4-BE49-F238E27FC236}">
                <a16:creationId xmlns:a16="http://schemas.microsoft.com/office/drawing/2014/main" id="{A13315F4-8F06-42CE-8ED0-DB62F48F0087}"/>
              </a:ext>
            </a:extLst>
          </p:cNvPr>
          <p:cNvGrpSpPr/>
          <p:nvPr/>
        </p:nvGrpSpPr>
        <p:grpSpPr>
          <a:xfrm>
            <a:off x="10520479" y="90836"/>
            <a:ext cx="721206" cy="609701"/>
            <a:chOff x="10520479" y="90836"/>
            <a:chExt cx="721206" cy="609701"/>
          </a:xfrm>
        </p:grpSpPr>
        <p:sp>
          <p:nvSpPr>
            <p:cNvPr id="115" name="Rectangle 114">
              <a:hlinkHover r:id="" action="ppaction://noaction" highlightClick="1"/>
              <a:extLst>
                <a:ext uri="{FF2B5EF4-FFF2-40B4-BE49-F238E27FC236}">
                  <a16:creationId xmlns:a16="http://schemas.microsoft.com/office/drawing/2014/main" id="{E062F37B-59BA-054B-7C83-2743FC30F6FA}"/>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16" name="Oval 115">
              <a:extLst>
                <a:ext uri="{FF2B5EF4-FFF2-40B4-BE49-F238E27FC236}">
                  <a16:creationId xmlns:a16="http://schemas.microsoft.com/office/drawing/2014/main" id="{A719F4BD-670C-D6BA-DA44-68FB82269E51}"/>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 name="Isosceles Triangle 648">
              <a:extLst>
                <a:ext uri="{FF2B5EF4-FFF2-40B4-BE49-F238E27FC236}">
                  <a16:creationId xmlns:a16="http://schemas.microsoft.com/office/drawing/2014/main" id="{3F0E3113-DAE6-6472-064E-15E8DC0E7A08}"/>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8" name="Group 117">
            <a:extLst>
              <a:ext uri="{FF2B5EF4-FFF2-40B4-BE49-F238E27FC236}">
                <a16:creationId xmlns:a16="http://schemas.microsoft.com/office/drawing/2014/main" id="{9C9891B8-63E4-17F4-75AC-687DE5B9F5DC}"/>
              </a:ext>
            </a:extLst>
          </p:cNvPr>
          <p:cNvGrpSpPr/>
          <p:nvPr/>
        </p:nvGrpSpPr>
        <p:grpSpPr>
          <a:xfrm>
            <a:off x="10508723" y="1536662"/>
            <a:ext cx="721206" cy="609701"/>
            <a:chOff x="11356242" y="1532276"/>
            <a:chExt cx="721206" cy="609701"/>
          </a:xfrm>
        </p:grpSpPr>
        <p:sp>
          <p:nvSpPr>
            <p:cNvPr id="119" name="Rectangle 118">
              <a:hlinkHover r:id="" action="ppaction://noaction" highlightClick="1"/>
              <a:extLst>
                <a:ext uri="{FF2B5EF4-FFF2-40B4-BE49-F238E27FC236}">
                  <a16:creationId xmlns:a16="http://schemas.microsoft.com/office/drawing/2014/main" id="{49BED737-9387-3198-E140-08301D8210C3}"/>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20" name="Oval 119">
              <a:extLst>
                <a:ext uri="{FF2B5EF4-FFF2-40B4-BE49-F238E27FC236}">
                  <a16:creationId xmlns:a16="http://schemas.microsoft.com/office/drawing/2014/main" id="{7C932D4B-785F-3B2E-6929-BF72D41CC48D}"/>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1" name="Isosceles Triangle 648">
              <a:extLst>
                <a:ext uri="{FF2B5EF4-FFF2-40B4-BE49-F238E27FC236}">
                  <a16:creationId xmlns:a16="http://schemas.microsoft.com/office/drawing/2014/main" id="{F218D346-3A22-C464-4C55-26B66DF98AB8}"/>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2" name="Group 121">
            <a:extLst>
              <a:ext uri="{FF2B5EF4-FFF2-40B4-BE49-F238E27FC236}">
                <a16:creationId xmlns:a16="http://schemas.microsoft.com/office/drawing/2014/main" id="{5FE180BB-7308-3586-69DE-262B25DD61BA}"/>
              </a:ext>
            </a:extLst>
          </p:cNvPr>
          <p:cNvGrpSpPr/>
          <p:nvPr/>
        </p:nvGrpSpPr>
        <p:grpSpPr>
          <a:xfrm>
            <a:off x="4605607" y="811556"/>
            <a:ext cx="722054" cy="609701"/>
            <a:chOff x="4605607" y="811556"/>
            <a:chExt cx="722054" cy="609701"/>
          </a:xfrm>
        </p:grpSpPr>
        <p:sp>
          <p:nvSpPr>
            <p:cNvPr id="123" name="Rectangle 122">
              <a:extLst>
                <a:ext uri="{FF2B5EF4-FFF2-40B4-BE49-F238E27FC236}">
                  <a16:creationId xmlns:a16="http://schemas.microsoft.com/office/drawing/2014/main" id="{C3DABD29-7B00-C748-42B0-08AE26A4243D}"/>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24" name="Rectangle 123">
              <a:extLst>
                <a:ext uri="{FF2B5EF4-FFF2-40B4-BE49-F238E27FC236}">
                  <a16:creationId xmlns:a16="http://schemas.microsoft.com/office/drawing/2014/main" id="{D7208F2E-570F-9E56-9CB7-0079BFF069BB}"/>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5" name="Oval 15">
              <a:extLst>
                <a:ext uri="{FF2B5EF4-FFF2-40B4-BE49-F238E27FC236}">
                  <a16:creationId xmlns:a16="http://schemas.microsoft.com/office/drawing/2014/main" id="{EDF4D1A3-7DF6-6F5C-5D58-78861D12CCC0}"/>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6" name="Straight Connector 125">
              <a:extLst>
                <a:ext uri="{FF2B5EF4-FFF2-40B4-BE49-F238E27FC236}">
                  <a16:creationId xmlns:a16="http://schemas.microsoft.com/office/drawing/2014/main" id="{FBCEB26B-1F7E-88B5-F9DF-BCE0097CD149}"/>
                </a:ext>
              </a:extLst>
            </p:cNvPr>
            <p:cNvCxnSpPr>
              <a:cxnSpLocks/>
              <a:stCxn id="125"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7" name="Straight Connector 126">
              <a:extLst>
                <a:ext uri="{FF2B5EF4-FFF2-40B4-BE49-F238E27FC236}">
                  <a16:creationId xmlns:a16="http://schemas.microsoft.com/office/drawing/2014/main" id="{D652D877-6B50-5500-ACE6-B90A3CF87D8B}"/>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8" name="Group 127">
            <a:extLst>
              <a:ext uri="{FF2B5EF4-FFF2-40B4-BE49-F238E27FC236}">
                <a16:creationId xmlns:a16="http://schemas.microsoft.com/office/drawing/2014/main" id="{4AC0A696-743B-25DA-4155-3B38555036E4}"/>
              </a:ext>
            </a:extLst>
          </p:cNvPr>
          <p:cNvGrpSpPr/>
          <p:nvPr/>
        </p:nvGrpSpPr>
        <p:grpSpPr>
          <a:xfrm>
            <a:off x="2102909" y="811556"/>
            <a:ext cx="721206" cy="609701"/>
            <a:chOff x="2102909" y="811556"/>
            <a:chExt cx="721206" cy="609701"/>
          </a:xfrm>
        </p:grpSpPr>
        <p:sp>
          <p:nvSpPr>
            <p:cNvPr id="129" name="Rectangle 128">
              <a:extLst>
                <a:ext uri="{FF2B5EF4-FFF2-40B4-BE49-F238E27FC236}">
                  <a16:creationId xmlns:a16="http://schemas.microsoft.com/office/drawing/2014/main" id="{20C4A8C7-1C5F-074B-BE34-E36E775DF9D7}"/>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1" name="Rectangle 130">
              <a:extLst>
                <a:ext uri="{FF2B5EF4-FFF2-40B4-BE49-F238E27FC236}">
                  <a16:creationId xmlns:a16="http://schemas.microsoft.com/office/drawing/2014/main" id="{39320ECD-2913-AD3B-B1A1-6CA6B5D2C64C}"/>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 name="Oval 15">
              <a:extLst>
                <a:ext uri="{FF2B5EF4-FFF2-40B4-BE49-F238E27FC236}">
                  <a16:creationId xmlns:a16="http://schemas.microsoft.com/office/drawing/2014/main" id="{C8BBCA66-E1E6-1291-152C-B3794CB7DC4C}"/>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8" name="Straight Connector 157">
              <a:extLst>
                <a:ext uri="{FF2B5EF4-FFF2-40B4-BE49-F238E27FC236}">
                  <a16:creationId xmlns:a16="http://schemas.microsoft.com/office/drawing/2014/main" id="{36FA2E73-0275-042B-D1E3-28536CA74427}"/>
                </a:ext>
              </a:extLst>
            </p:cNvPr>
            <p:cNvCxnSpPr>
              <a:cxnSpLocks/>
              <a:stCxn id="132"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9" name="Straight Connector 158">
              <a:extLst>
                <a:ext uri="{FF2B5EF4-FFF2-40B4-BE49-F238E27FC236}">
                  <a16:creationId xmlns:a16="http://schemas.microsoft.com/office/drawing/2014/main" id="{927ED76C-3037-6CB3-D1FE-377AA6499A0E}"/>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0" name="Group 159">
            <a:extLst>
              <a:ext uri="{FF2B5EF4-FFF2-40B4-BE49-F238E27FC236}">
                <a16:creationId xmlns:a16="http://schemas.microsoft.com/office/drawing/2014/main" id="{47329FB9-DE68-33F2-7EB2-8090FF0B0CB3}"/>
              </a:ext>
            </a:extLst>
          </p:cNvPr>
          <p:cNvGrpSpPr/>
          <p:nvPr/>
        </p:nvGrpSpPr>
        <p:grpSpPr>
          <a:xfrm>
            <a:off x="10506599" y="811556"/>
            <a:ext cx="721206" cy="609701"/>
            <a:chOff x="10506599" y="811556"/>
            <a:chExt cx="721206" cy="609701"/>
          </a:xfrm>
        </p:grpSpPr>
        <p:sp>
          <p:nvSpPr>
            <p:cNvPr id="161" name="Rectangle 160">
              <a:extLst>
                <a:ext uri="{FF2B5EF4-FFF2-40B4-BE49-F238E27FC236}">
                  <a16:creationId xmlns:a16="http://schemas.microsoft.com/office/drawing/2014/main" id="{4121D2F3-03F8-366B-7A7F-7990E2C6E059}"/>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2" name="Rectangle 161">
              <a:extLst>
                <a:ext uri="{FF2B5EF4-FFF2-40B4-BE49-F238E27FC236}">
                  <a16:creationId xmlns:a16="http://schemas.microsoft.com/office/drawing/2014/main" id="{60A69A91-B8BC-B957-5456-9C14D4BC9683}"/>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 name="Oval 15">
              <a:extLst>
                <a:ext uri="{FF2B5EF4-FFF2-40B4-BE49-F238E27FC236}">
                  <a16:creationId xmlns:a16="http://schemas.microsoft.com/office/drawing/2014/main" id="{51DC8053-09D2-3E24-3A77-E08C6242FB99}"/>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4" name="Straight Connector 163">
              <a:extLst>
                <a:ext uri="{FF2B5EF4-FFF2-40B4-BE49-F238E27FC236}">
                  <a16:creationId xmlns:a16="http://schemas.microsoft.com/office/drawing/2014/main" id="{70053067-43B8-D56F-63E1-174798D63986}"/>
                </a:ext>
              </a:extLst>
            </p:cNvPr>
            <p:cNvCxnSpPr>
              <a:cxnSpLocks/>
              <a:stCxn id="163"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5" name="Straight Connector 164">
              <a:extLst>
                <a:ext uri="{FF2B5EF4-FFF2-40B4-BE49-F238E27FC236}">
                  <a16:creationId xmlns:a16="http://schemas.microsoft.com/office/drawing/2014/main" id="{91BC2697-2017-958A-6811-4EA5A5A3CC27}"/>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A0723FDB-7BA1-7816-1D0D-5C8BBCF52B32}"/>
              </a:ext>
            </a:extLst>
          </p:cNvPr>
          <p:cNvGrpSpPr/>
          <p:nvPr/>
        </p:nvGrpSpPr>
        <p:grpSpPr>
          <a:xfrm>
            <a:off x="7113074" y="816139"/>
            <a:ext cx="721206" cy="609701"/>
            <a:chOff x="7957576" y="811556"/>
            <a:chExt cx="721206" cy="609701"/>
          </a:xfrm>
        </p:grpSpPr>
        <p:sp>
          <p:nvSpPr>
            <p:cNvPr id="167" name="Rectangle 166">
              <a:extLst>
                <a:ext uri="{FF2B5EF4-FFF2-40B4-BE49-F238E27FC236}">
                  <a16:creationId xmlns:a16="http://schemas.microsoft.com/office/drawing/2014/main" id="{BB9A0146-6BA6-868B-4B95-3DDC3BF4DD07}"/>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68" name="Rectangle 167">
              <a:extLst>
                <a:ext uri="{FF2B5EF4-FFF2-40B4-BE49-F238E27FC236}">
                  <a16:creationId xmlns:a16="http://schemas.microsoft.com/office/drawing/2014/main" id="{EE3EBC9E-3FBC-EDCE-AC23-1385B09D73A2}"/>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9" name="Oval 15">
              <a:extLst>
                <a:ext uri="{FF2B5EF4-FFF2-40B4-BE49-F238E27FC236}">
                  <a16:creationId xmlns:a16="http://schemas.microsoft.com/office/drawing/2014/main" id="{7932B255-5303-CF48-AE17-15365E21FC50}"/>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0" name="Straight Connector 169">
              <a:extLst>
                <a:ext uri="{FF2B5EF4-FFF2-40B4-BE49-F238E27FC236}">
                  <a16:creationId xmlns:a16="http://schemas.microsoft.com/office/drawing/2014/main" id="{93523196-4665-433B-CD5A-AC6FC4D2A5E4}"/>
                </a:ext>
              </a:extLst>
            </p:cNvPr>
            <p:cNvCxnSpPr>
              <a:cxnSpLocks/>
              <a:stCxn id="169"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1" name="Straight Connector 170">
              <a:extLst>
                <a:ext uri="{FF2B5EF4-FFF2-40B4-BE49-F238E27FC236}">
                  <a16:creationId xmlns:a16="http://schemas.microsoft.com/office/drawing/2014/main" id="{7A2B06C3-5E27-4697-CC2E-69E4DB605D84}"/>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2" name="Group 171">
            <a:extLst>
              <a:ext uri="{FF2B5EF4-FFF2-40B4-BE49-F238E27FC236}">
                <a16:creationId xmlns:a16="http://schemas.microsoft.com/office/drawing/2014/main" id="{A4DEF71B-2EEB-4CCA-4208-E2336986098E}"/>
              </a:ext>
            </a:extLst>
          </p:cNvPr>
          <p:cNvGrpSpPr/>
          <p:nvPr/>
        </p:nvGrpSpPr>
        <p:grpSpPr>
          <a:xfrm>
            <a:off x="7957586" y="2253332"/>
            <a:ext cx="721206" cy="609701"/>
            <a:chOff x="7957586" y="2253332"/>
            <a:chExt cx="721206" cy="609701"/>
          </a:xfrm>
        </p:grpSpPr>
        <p:sp>
          <p:nvSpPr>
            <p:cNvPr id="173" name="Rectangle 172">
              <a:extLst>
                <a:ext uri="{FF2B5EF4-FFF2-40B4-BE49-F238E27FC236}">
                  <a16:creationId xmlns:a16="http://schemas.microsoft.com/office/drawing/2014/main" id="{D6A5E276-5D8B-F5B3-FB21-4B68A2C4DE07}"/>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74" name="Right Triangle 173">
              <a:extLst>
                <a:ext uri="{FF2B5EF4-FFF2-40B4-BE49-F238E27FC236}">
                  <a16:creationId xmlns:a16="http://schemas.microsoft.com/office/drawing/2014/main" id="{DEE6B8A0-71B3-2FA2-DF72-2152701CD97B}"/>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5" name="Group 174">
              <a:extLst>
                <a:ext uri="{FF2B5EF4-FFF2-40B4-BE49-F238E27FC236}">
                  <a16:creationId xmlns:a16="http://schemas.microsoft.com/office/drawing/2014/main" id="{3D8184B7-C5CE-8718-94BA-0317454A1DA2}"/>
                </a:ext>
              </a:extLst>
            </p:cNvPr>
            <p:cNvGrpSpPr/>
            <p:nvPr/>
          </p:nvGrpSpPr>
          <p:grpSpPr>
            <a:xfrm>
              <a:off x="8621942" y="2262669"/>
              <a:ext cx="37817" cy="61390"/>
              <a:chOff x="3883481" y="2057400"/>
              <a:chExt cx="1608363" cy="2652031"/>
            </a:xfrm>
            <a:solidFill>
              <a:srgbClr val="A6A6A6">
                <a:alpha val="20000"/>
              </a:srgbClr>
            </a:solidFill>
          </p:grpSpPr>
          <p:sp>
            <p:nvSpPr>
              <p:cNvPr id="176" name="Oval 27">
                <a:extLst>
                  <a:ext uri="{FF2B5EF4-FFF2-40B4-BE49-F238E27FC236}">
                    <a16:creationId xmlns:a16="http://schemas.microsoft.com/office/drawing/2014/main" id="{92CBD042-B690-16EE-DB8F-C9EB163A147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7" name="Oval 28">
                <a:extLst>
                  <a:ext uri="{FF2B5EF4-FFF2-40B4-BE49-F238E27FC236}">
                    <a16:creationId xmlns:a16="http://schemas.microsoft.com/office/drawing/2014/main" id="{0FD3F346-5766-263B-1BD9-2D0D9DA5F77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47A15619-825D-B50F-5A90-9E78C6FCEF35}"/>
              </a:ext>
            </a:extLst>
          </p:cNvPr>
          <p:cNvGrpSpPr/>
          <p:nvPr/>
        </p:nvGrpSpPr>
        <p:grpSpPr>
          <a:xfrm>
            <a:off x="6290730" y="2257176"/>
            <a:ext cx="721206" cy="609701"/>
            <a:chOff x="8807250" y="2253334"/>
            <a:chExt cx="721206" cy="609701"/>
          </a:xfrm>
        </p:grpSpPr>
        <p:sp>
          <p:nvSpPr>
            <p:cNvPr id="179" name="Rectangle 178">
              <a:extLst>
                <a:ext uri="{FF2B5EF4-FFF2-40B4-BE49-F238E27FC236}">
                  <a16:creationId xmlns:a16="http://schemas.microsoft.com/office/drawing/2014/main" id="{8122DE40-F9B2-0367-E358-5EB672C22C0E}"/>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80" name="Right Triangle 179">
              <a:extLst>
                <a:ext uri="{FF2B5EF4-FFF2-40B4-BE49-F238E27FC236}">
                  <a16:creationId xmlns:a16="http://schemas.microsoft.com/office/drawing/2014/main" id="{CB8E2941-B3E0-FD1D-7F74-FE40F04C3879}"/>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1" name="Oval 27">
              <a:extLst>
                <a:ext uri="{FF2B5EF4-FFF2-40B4-BE49-F238E27FC236}">
                  <a16:creationId xmlns:a16="http://schemas.microsoft.com/office/drawing/2014/main" id="{6C651475-C487-3C8C-FC26-4031BDD7029E}"/>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2" name="Oval 28">
              <a:extLst>
                <a:ext uri="{FF2B5EF4-FFF2-40B4-BE49-F238E27FC236}">
                  <a16:creationId xmlns:a16="http://schemas.microsoft.com/office/drawing/2014/main" id="{AD96A3CD-1344-A9E0-B2C6-BDA4858449CC}"/>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3" name="Group 182">
            <a:extLst>
              <a:ext uri="{FF2B5EF4-FFF2-40B4-BE49-F238E27FC236}">
                <a16:creationId xmlns:a16="http://schemas.microsoft.com/office/drawing/2014/main" id="{EC02C85A-99FD-AD92-865E-107F55A65DAA}"/>
              </a:ext>
            </a:extLst>
          </p:cNvPr>
          <p:cNvGrpSpPr/>
          <p:nvPr/>
        </p:nvGrpSpPr>
        <p:grpSpPr>
          <a:xfrm>
            <a:off x="9656903" y="2253333"/>
            <a:ext cx="721220" cy="609701"/>
            <a:chOff x="9656903" y="2253333"/>
            <a:chExt cx="721220" cy="609701"/>
          </a:xfrm>
        </p:grpSpPr>
        <p:sp>
          <p:nvSpPr>
            <p:cNvPr id="184" name="Rectangle 183">
              <a:hlinkHover r:id="" action="ppaction://noaction" highlightClick="1"/>
              <a:extLst>
                <a:ext uri="{FF2B5EF4-FFF2-40B4-BE49-F238E27FC236}">
                  <a16:creationId xmlns:a16="http://schemas.microsoft.com/office/drawing/2014/main" id="{5B6B0200-4F41-D5FA-4599-0F71A4E58C52}"/>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85" name="Rectangle 184">
              <a:extLst>
                <a:ext uri="{FF2B5EF4-FFF2-40B4-BE49-F238E27FC236}">
                  <a16:creationId xmlns:a16="http://schemas.microsoft.com/office/drawing/2014/main" id="{D81A9FDF-AEAF-D9DA-E9C8-AF33C59E6B02}"/>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6" name="Oval 15">
              <a:extLst>
                <a:ext uri="{FF2B5EF4-FFF2-40B4-BE49-F238E27FC236}">
                  <a16:creationId xmlns:a16="http://schemas.microsoft.com/office/drawing/2014/main" id="{9AEDF5FE-9F02-4B5A-329B-6B4443E25411}"/>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7" name="Straight Connector 186">
              <a:extLst>
                <a:ext uri="{FF2B5EF4-FFF2-40B4-BE49-F238E27FC236}">
                  <a16:creationId xmlns:a16="http://schemas.microsoft.com/office/drawing/2014/main" id="{1E6AB5D9-E770-A65B-4D86-9E818208FDE1}"/>
                </a:ext>
              </a:extLst>
            </p:cNvPr>
            <p:cNvCxnSpPr>
              <a:cxnSpLocks/>
              <a:stCxn id="18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8" name="Straight Connector 187">
              <a:extLst>
                <a:ext uri="{FF2B5EF4-FFF2-40B4-BE49-F238E27FC236}">
                  <a16:creationId xmlns:a16="http://schemas.microsoft.com/office/drawing/2014/main" id="{4E181B80-954E-6B41-A70C-67F737008AA2}"/>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25CD095D-1271-1773-FA98-DF9A629B609C}"/>
              </a:ext>
            </a:extLst>
          </p:cNvPr>
          <p:cNvGrpSpPr/>
          <p:nvPr/>
        </p:nvGrpSpPr>
        <p:grpSpPr>
          <a:xfrm>
            <a:off x="8797459" y="2264859"/>
            <a:ext cx="721206" cy="609701"/>
            <a:chOff x="11356242" y="2253333"/>
            <a:chExt cx="721206" cy="609701"/>
          </a:xfrm>
        </p:grpSpPr>
        <p:sp>
          <p:nvSpPr>
            <p:cNvPr id="190" name="Rectangle 189">
              <a:hlinkHover r:id="" action="ppaction://noaction" highlightClick="1"/>
              <a:extLst>
                <a:ext uri="{FF2B5EF4-FFF2-40B4-BE49-F238E27FC236}">
                  <a16:creationId xmlns:a16="http://schemas.microsoft.com/office/drawing/2014/main" id="{9D12A323-B204-6F71-950E-68F7A2D29D03}"/>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91" name="Oval 190">
              <a:extLst>
                <a:ext uri="{FF2B5EF4-FFF2-40B4-BE49-F238E27FC236}">
                  <a16:creationId xmlns:a16="http://schemas.microsoft.com/office/drawing/2014/main" id="{E8F83F2E-5F47-4156-691D-290D91AFF4D2}"/>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44" name="Isosceles Triangle 648">
              <a:extLst>
                <a:ext uri="{FF2B5EF4-FFF2-40B4-BE49-F238E27FC236}">
                  <a16:creationId xmlns:a16="http://schemas.microsoft.com/office/drawing/2014/main" id="{79E59847-C2AA-8804-C78E-07DDD9842A5F}"/>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945" name="Group 2944">
            <a:extLst>
              <a:ext uri="{FF2B5EF4-FFF2-40B4-BE49-F238E27FC236}">
                <a16:creationId xmlns:a16="http://schemas.microsoft.com/office/drawing/2014/main" id="{ACC0CCDE-C69A-9847-62D2-6BF56FC43134}"/>
              </a:ext>
            </a:extLst>
          </p:cNvPr>
          <p:cNvGrpSpPr/>
          <p:nvPr/>
        </p:nvGrpSpPr>
        <p:grpSpPr>
          <a:xfrm>
            <a:off x="10506580" y="2253333"/>
            <a:ext cx="721206" cy="609701"/>
            <a:chOff x="10506580" y="2253333"/>
            <a:chExt cx="721206" cy="609701"/>
          </a:xfrm>
        </p:grpSpPr>
        <p:sp>
          <p:nvSpPr>
            <p:cNvPr id="2946" name="Rectangle 2945">
              <a:hlinkHover r:id="" action="ppaction://noaction" highlightClick="1"/>
              <a:extLst>
                <a:ext uri="{FF2B5EF4-FFF2-40B4-BE49-F238E27FC236}">
                  <a16:creationId xmlns:a16="http://schemas.microsoft.com/office/drawing/2014/main" id="{020C10ED-1DD1-ADA5-D2CF-55D795D6D7A9}"/>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2947" name="Diamond 2946">
              <a:extLst>
                <a:ext uri="{FF2B5EF4-FFF2-40B4-BE49-F238E27FC236}">
                  <a16:creationId xmlns:a16="http://schemas.microsoft.com/office/drawing/2014/main" id="{6C5B5E96-3E0C-33B7-CA60-212152DA7B4E}"/>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48" name="Oval 2947">
              <a:extLst>
                <a:ext uri="{FF2B5EF4-FFF2-40B4-BE49-F238E27FC236}">
                  <a16:creationId xmlns:a16="http://schemas.microsoft.com/office/drawing/2014/main" id="{E5FFCFF7-1730-7F4C-4FED-955727A04B29}"/>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949" name="Group 2948">
            <a:extLst>
              <a:ext uri="{FF2B5EF4-FFF2-40B4-BE49-F238E27FC236}">
                <a16:creationId xmlns:a16="http://schemas.microsoft.com/office/drawing/2014/main" id="{5B927E33-9DDD-F29B-08DB-BD94443129EC}"/>
              </a:ext>
            </a:extLst>
          </p:cNvPr>
          <p:cNvGrpSpPr/>
          <p:nvPr/>
        </p:nvGrpSpPr>
        <p:grpSpPr>
          <a:xfrm>
            <a:off x="5454173" y="2257175"/>
            <a:ext cx="721206" cy="609701"/>
            <a:chOff x="6287891" y="2253333"/>
            <a:chExt cx="721206" cy="609701"/>
          </a:xfrm>
        </p:grpSpPr>
        <p:sp>
          <p:nvSpPr>
            <p:cNvPr id="2950" name="Rectangle 2949">
              <a:extLst>
                <a:ext uri="{FF2B5EF4-FFF2-40B4-BE49-F238E27FC236}">
                  <a16:creationId xmlns:a16="http://schemas.microsoft.com/office/drawing/2014/main" id="{59541B30-37D1-584E-DA19-20CB07D915B6}"/>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2951" name="Right Triangle 2950">
              <a:extLst>
                <a:ext uri="{FF2B5EF4-FFF2-40B4-BE49-F238E27FC236}">
                  <a16:creationId xmlns:a16="http://schemas.microsoft.com/office/drawing/2014/main" id="{C3681F52-9BEF-D212-080E-B68F8D25EA12}"/>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952" name="Group 2951">
              <a:extLst>
                <a:ext uri="{FF2B5EF4-FFF2-40B4-BE49-F238E27FC236}">
                  <a16:creationId xmlns:a16="http://schemas.microsoft.com/office/drawing/2014/main" id="{3163C054-4EB0-C9EB-89B6-8C25AE91FF58}"/>
                </a:ext>
              </a:extLst>
            </p:cNvPr>
            <p:cNvGrpSpPr/>
            <p:nvPr/>
          </p:nvGrpSpPr>
          <p:grpSpPr>
            <a:xfrm>
              <a:off x="6952470" y="2265099"/>
              <a:ext cx="37817" cy="61390"/>
              <a:chOff x="3883481" y="2057400"/>
              <a:chExt cx="1608363" cy="2652031"/>
            </a:xfrm>
            <a:solidFill>
              <a:srgbClr val="A6A6A6">
                <a:alpha val="20000"/>
              </a:srgbClr>
            </a:solidFill>
          </p:grpSpPr>
          <p:sp>
            <p:nvSpPr>
              <p:cNvPr id="2953" name="Oval 27">
                <a:extLst>
                  <a:ext uri="{FF2B5EF4-FFF2-40B4-BE49-F238E27FC236}">
                    <a16:creationId xmlns:a16="http://schemas.microsoft.com/office/drawing/2014/main" id="{6E818D79-3832-F54A-1966-A51A0AAB2A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54" name="Oval 28">
                <a:extLst>
                  <a:ext uri="{FF2B5EF4-FFF2-40B4-BE49-F238E27FC236}">
                    <a16:creationId xmlns:a16="http://schemas.microsoft.com/office/drawing/2014/main" id="{6FDE93E4-EA00-158A-A060-61ECE918A5D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955" name="Group 2954">
            <a:extLst>
              <a:ext uri="{FF2B5EF4-FFF2-40B4-BE49-F238E27FC236}">
                <a16:creationId xmlns:a16="http://schemas.microsoft.com/office/drawing/2014/main" id="{49CE13E9-B271-FD9E-E687-9F58E89F0DC7}"/>
              </a:ext>
            </a:extLst>
          </p:cNvPr>
          <p:cNvGrpSpPr/>
          <p:nvPr/>
        </p:nvGrpSpPr>
        <p:grpSpPr>
          <a:xfrm>
            <a:off x="7113172" y="2252067"/>
            <a:ext cx="728239" cy="609701"/>
            <a:chOff x="5442073" y="811556"/>
            <a:chExt cx="728239" cy="609701"/>
          </a:xfrm>
        </p:grpSpPr>
        <p:sp>
          <p:nvSpPr>
            <p:cNvPr id="2956" name="Rectangle 2955">
              <a:extLst>
                <a:ext uri="{FF2B5EF4-FFF2-40B4-BE49-F238E27FC236}">
                  <a16:creationId xmlns:a16="http://schemas.microsoft.com/office/drawing/2014/main" id="{2D692814-5A4B-54FC-6E0D-B6BEAA10EF21}"/>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2957" name="Rectangle 2956">
              <a:extLst>
                <a:ext uri="{FF2B5EF4-FFF2-40B4-BE49-F238E27FC236}">
                  <a16:creationId xmlns:a16="http://schemas.microsoft.com/office/drawing/2014/main" id="{CA13A183-3626-F42B-A72C-1B4BF0FCE84C}"/>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58" name="Oval 15">
              <a:extLst>
                <a:ext uri="{FF2B5EF4-FFF2-40B4-BE49-F238E27FC236}">
                  <a16:creationId xmlns:a16="http://schemas.microsoft.com/office/drawing/2014/main" id="{9DD22E5C-D32C-D65B-5C77-F4D97A0665D0}"/>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959" name="Straight Connector 2958">
              <a:extLst>
                <a:ext uri="{FF2B5EF4-FFF2-40B4-BE49-F238E27FC236}">
                  <a16:creationId xmlns:a16="http://schemas.microsoft.com/office/drawing/2014/main" id="{EAD77237-DD9B-FBB1-69F9-7E44D0814958}"/>
                </a:ext>
              </a:extLst>
            </p:cNvPr>
            <p:cNvCxnSpPr>
              <a:cxnSpLocks/>
              <a:stCxn id="2958"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960" name="Straight Connector 2959">
              <a:extLst>
                <a:ext uri="{FF2B5EF4-FFF2-40B4-BE49-F238E27FC236}">
                  <a16:creationId xmlns:a16="http://schemas.microsoft.com/office/drawing/2014/main" id="{5A6AC684-CB47-5934-229A-4B6EB85D281D}"/>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961" name="Group 2960">
            <a:extLst>
              <a:ext uri="{FF2B5EF4-FFF2-40B4-BE49-F238E27FC236}">
                <a16:creationId xmlns:a16="http://schemas.microsoft.com/office/drawing/2014/main" id="{57B4E95F-86FA-422F-9804-7CDEC5A7299C}"/>
              </a:ext>
            </a:extLst>
          </p:cNvPr>
          <p:cNvGrpSpPr/>
          <p:nvPr/>
        </p:nvGrpSpPr>
        <p:grpSpPr>
          <a:xfrm>
            <a:off x="11353919" y="2251694"/>
            <a:ext cx="721206" cy="609701"/>
            <a:chOff x="8807250" y="2253334"/>
            <a:chExt cx="721206" cy="609701"/>
          </a:xfrm>
        </p:grpSpPr>
        <p:sp>
          <p:nvSpPr>
            <p:cNvPr id="2962" name="Rectangle 2961">
              <a:extLst>
                <a:ext uri="{FF2B5EF4-FFF2-40B4-BE49-F238E27FC236}">
                  <a16:creationId xmlns:a16="http://schemas.microsoft.com/office/drawing/2014/main" id="{EAFD2518-2AF4-F7A7-B5D4-21DC9B44982C}"/>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2963" name="Right Triangle 2962">
              <a:extLst>
                <a:ext uri="{FF2B5EF4-FFF2-40B4-BE49-F238E27FC236}">
                  <a16:creationId xmlns:a16="http://schemas.microsoft.com/office/drawing/2014/main" id="{72F24223-7490-96C2-28C8-563F7A7F20BF}"/>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64" name="Oval 27">
              <a:extLst>
                <a:ext uri="{FF2B5EF4-FFF2-40B4-BE49-F238E27FC236}">
                  <a16:creationId xmlns:a16="http://schemas.microsoft.com/office/drawing/2014/main" id="{01A18E41-E5B3-803F-85F5-D5E2AE1988FB}"/>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65" name="Oval 28">
              <a:extLst>
                <a:ext uri="{FF2B5EF4-FFF2-40B4-BE49-F238E27FC236}">
                  <a16:creationId xmlns:a16="http://schemas.microsoft.com/office/drawing/2014/main" id="{9F3F3E7C-BB5A-11A7-E43D-AF6635FD66F3}"/>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966" name="Group 2965">
            <a:extLst>
              <a:ext uri="{FF2B5EF4-FFF2-40B4-BE49-F238E27FC236}">
                <a16:creationId xmlns:a16="http://schemas.microsoft.com/office/drawing/2014/main" id="{06F3199E-16C8-CBC7-4C8B-3AFCAC1066DF}"/>
              </a:ext>
            </a:extLst>
          </p:cNvPr>
          <p:cNvGrpSpPr/>
          <p:nvPr/>
        </p:nvGrpSpPr>
        <p:grpSpPr>
          <a:xfrm>
            <a:off x="2107991" y="2974054"/>
            <a:ext cx="721206" cy="609701"/>
            <a:chOff x="10506805" y="2974054"/>
            <a:chExt cx="721206" cy="609701"/>
          </a:xfrm>
        </p:grpSpPr>
        <p:sp>
          <p:nvSpPr>
            <p:cNvPr id="2967" name="Rectangle 2966">
              <a:extLst>
                <a:ext uri="{FF2B5EF4-FFF2-40B4-BE49-F238E27FC236}">
                  <a16:creationId xmlns:a16="http://schemas.microsoft.com/office/drawing/2014/main" id="{4E0D2E66-CCFE-28D7-0410-E37AA28DA88C}"/>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2968" name="Rectangle 2967">
              <a:extLst>
                <a:ext uri="{FF2B5EF4-FFF2-40B4-BE49-F238E27FC236}">
                  <a16:creationId xmlns:a16="http://schemas.microsoft.com/office/drawing/2014/main" id="{E40B7AEE-757F-6541-88CD-49A9B951BCF1}"/>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69" name="Oval 15">
              <a:extLst>
                <a:ext uri="{FF2B5EF4-FFF2-40B4-BE49-F238E27FC236}">
                  <a16:creationId xmlns:a16="http://schemas.microsoft.com/office/drawing/2014/main" id="{35769376-735E-C906-B2D5-93865D56B3D8}"/>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970" name="Straight Connector 2969">
              <a:extLst>
                <a:ext uri="{FF2B5EF4-FFF2-40B4-BE49-F238E27FC236}">
                  <a16:creationId xmlns:a16="http://schemas.microsoft.com/office/drawing/2014/main" id="{50B22D1D-1EDA-AB59-3411-ADFDCEBD938F}"/>
                </a:ext>
              </a:extLst>
            </p:cNvPr>
            <p:cNvCxnSpPr>
              <a:cxnSpLocks/>
              <a:stCxn id="2969"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971" name="Straight Connector 2970">
              <a:extLst>
                <a:ext uri="{FF2B5EF4-FFF2-40B4-BE49-F238E27FC236}">
                  <a16:creationId xmlns:a16="http://schemas.microsoft.com/office/drawing/2014/main" id="{92AE0CEE-581B-2BAE-BD20-5C308DFC5E99}"/>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972" name="Group 2971">
            <a:extLst>
              <a:ext uri="{FF2B5EF4-FFF2-40B4-BE49-F238E27FC236}">
                <a16:creationId xmlns:a16="http://schemas.microsoft.com/office/drawing/2014/main" id="{07A9A0D0-F248-3BD1-4C7A-D48AB7C31BDD}"/>
              </a:ext>
            </a:extLst>
          </p:cNvPr>
          <p:cNvGrpSpPr/>
          <p:nvPr/>
        </p:nvGrpSpPr>
        <p:grpSpPr>
          <a:xfrm>
            <a:off x="4621827" y="2983922"/>
            <a:ext cx="721206" cy="654973"/>
            <a:chOff x="9657606" y="2974054"/>
            <a:chExt cx="721206" cy="654973"/>
          </a:xfrm>
        </p:grpSpPr>
        <p:sp>
          <p:nvSpPr>
            <p:cNvPr id="2973" name="Rectangle 2972">
              <a:extLst>
                <a:ext uri="{FF2B5EF4-FFF2-40B4-BE49-F238E27FC236}">
                  <a16:creationId xmlns:a16="http://schemas.microsoft.com/office/drawing/2014/main" id="{7626F486-8D98-50A3-B13B-808DFA649327}"/>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2974" name="Rectangle 2973">
              <a:extLst>
                <a:ext uri="{FF2B5EF4-FFF2-40B4-BE49-F238E27FC236}">
                  <a16:creationId xmlns:a16="http://schemas.microsoft.com/office/drawing/2014/main" id="{546D92B0-E57D-64AB-F7DF-098B85A4BAD7}"/>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975" name="Oval 15">
              <a:extLst>
                <a:ext uri="{FF2B5EF4-FFF2-40B4-BE49-F238E27FC236}">
                  <a16:creationId xmlns:a16="http://schemas.microsoft.com/office/drawing/2014/main" id="{A84799FC-045A-7F0C-403A-3D1D432530F7}"/>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976" name="Straight Connector 2975">
              <a:extLst>
                <a:ext uri="{FF2B5EF4-FFF2-40B4-BE49-F238E27FC236}">
                  <a16:creationId xmlns:a16="http://schemas.microsoft.com/office/drawing/2014/main" id="{92963960-05D6-4152-F1AC-51E586D36715}"/>
                </a:ext>
              </a:extLst>
            </p:cNvPr>
            <p:cNvCxnSpPr>
              <a:cxnSpLocks/>
              <a:stCxn id="2975"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977" name="Straight Connector 2976">
              <a:extLst>
                <a:ext uri="{FF2B5EF4-FFF2-40B4-BE49-F238E27FC236}">
                  <a16:creationId xmlns:a16="http://schemas.microsoft.com/office/drawing/2014/main" id="{5F914095-CCA2-3982-FC15-2C5966F0188B}"/>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978" name="Group 2977">
            <a:extLst>
              <a:ext uri="{FF2B5EF4-FFF2-40B4-BE49-F238E27FC236}">
                <a16:creationId xmlns:a16="http://schemas.microsoft.com/office/drawing/2014/main" id="{B3301854-F586-D3BA-61AC-6BA839005B40}"/>
              </a:ext>
            </a:extLst>
          </p:cNvPr>
          <p:cNvGrpSpPr/>
          <p:nvPr/>
        </p:nvGrpSpPr>
        <p:grpSpPr>
          <a:xfrm>
            <a:off x="11356001" y="2974057"/>
            <a:ext cx="721206" cy="609701"/>
            <a:chOff x="11356001" y="2974057"/>
            <a:chExt cx="721206" cy="609701"/>
          </a:xfrm>
        </p:grpSpPr>
        <p:sp>
          <p:nvSpPr>
            <p:cNvPr id="3020" name="Rectangle 3019">
              <a:hlinkHover r:id="" action="ppaction://noaction" highlightClick="1"/>
              <a:extLst>
                <a:ext uri="{FF2B5EF4-FFF2-40B4-BE49-F238E27FC236}">
                  <a16:creationId xmlns:a16="http://schemas.microsoft.com/office/drawing/2014/main" id="{14C3B99F-8C8A-47A1-9BC6-1C9FBC80D722}"/>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3021" name="Oval 3020">
              <a:extLst>
                <a:ext uri="{FF2B5EF4-FFF2-40B4-BE49-F238E27FC236}">
                  <a16:creationId xmlns:a16="http://schemas.microsoft.com/office/drawing/2014/main" id="{34AF56B6-CCF4-993D-FECD-2E58F398D5DA}"/>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022" name="Isosceles Triangle 648">
              <a:extLst>
                <a:ext uri="{FF2B5EF4-FFF2-40B4-BE49-F238E27FC236}">
                  <a16:creationId xmlns:a16="http://schemas.microsoft.com/office/drawing/2014/main" id="{AFE3A6DA-5023-68D1-7253-FD404FD52FC5}"/>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023" name="Group 3022">
            <a:extLst>
              <a:ext uri="{FF2B5EF4-FFF2-40B4-BE49-F238E27FC236}">
                <a16:creationId xmlns:a16="http://schemas.microsoft.com/office/drawing/2014/main" id="{A759EA85-FDE1-6101-A6E7-A36A2A1F2AC7}"/>
              </a:ext>
            </a:extLst>
          </p:cNvPr>
          <p:cNvGrpSpPr/>
          <p:nvPr/>
        </p:nvGrpSpPr>
        <p:grpSpPr>
          <a:xfrm>
            <a:off x="10506616" y="2984633"/>
            <a:ext cx="721220" cy="609701"/>
            <a:chOff x="9656903" y="2253333"/>
            <a:chExt cx="721220" cy="609701"/>
          </a:xfrm>
        </p:grpSpPr>
        <p:sp>
          <p:nvSpPr>
            <p:cNvPr id="3087" name="Rectangle 3086">
              <a:hlinkHover r:id="" action="ppaction://noaction" highlightClick="1"/>
              <a:extLst>
                <a:ext uri="{FF2B5EF4-FFF2-40B4-BE49-F238E27FC236}">
                  <a16:creationId xmlns:a16="http://schemas.microsoft.com/office/drawing/2014/main" id="{66C9AE70-0384-2E16-CF38-7A10B4D2BB58}"/>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088" name="Rectangle 3087">
              <a:extLst>
                <a:ext uri="{FF2B5EF4-FFF2-40B4-BE49-F238E27FC236}">
                  <a16:creationId xmlns:a16="http://schemas.microsoft.com/office/drawing/2014/main" id="{26AE8A7D-D48C-D060-29E3-D09FB15D2906}"/>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089" name="Oval 15">
              <a:extLst>
                <a:ext uri="{FF2B5EF4-FFF2-40B4-BE49-F238E27FC236}">
                  <a16:creationId xmlns:a16="http://schemas.microsoft.com/office/drawing/2014/main" id="{C6892645-8D61-FCE9-E241-BDF09B2C33A4}"/>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090" name="Straight Connector 3089">
              <a:extLst>
                <a:ext uri="{FF2B5EF4-FFF2-40B4-BE49-F238E27FC236}">
                  <a16:creationId xmlns:a16="http://schemas.microsoft.com/office/drawing/2014/main" id="{9E3313D6-CB81-DAF7-FDA0-C06D2262593B}"/>
                </a:ext>
              </a:extLst>
            </p:cNvPr>
            <p:cNvCxnSpPr>
              <a:cxnSpLocks/>
              <a:stCxn id="308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091" name="Straight Connector 3090">
              <a:extLst>
                <a:ext uri="{FF2B5EF4-FFF2-40B4-BE49-F238E27FC236}">
                  <a16:creationId xmlns:a16="http://schemas.microsoft.com/office/drawing/2014/main" id="{C7B65347-8BC7-B823-1A73-8900B8B4AD28}"/>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098" name="Group 3097">
            <a:extLst>
              <a:ext uri="{FF2B5EF4-FFF2-40B4-BE49-F238E27FC236}">
                <a16:creationId xmlns:a16="http://schemas.microsoft.com/office/drawing/2014/main" id="{232DFE2F-DD60-775A-6AFA-B651E4AC8572}"/>
              </a:ext>
            </a:extLst>
          </p:cNvPr>
          <p:cNvGrpSpPr/>
          <p:nvPr/>
        </p:nvGrpSpPr>
        <p:grpSpPr>
          <a:xfrm>
            <a:off x="1268346" y="3698208"/>
            <a:ext cx="721891" cy="610396"/>
            <a:chOff x="1268346" y="3698208"/>
            <a:chExt cx="721891" cy="610396"/>
          </a:xfrm>
        </p:grpSpPr>
        <p:sp>
          <p:nvSpPr>
            <p:cNvPr id="3125" name="Rectangle 3124">
              <a:extLst>
                <a:ext uri="{FF2B5EF4-FFF2-40B4-BE49-F238E27FC236}">
                  <a16:creationId xmlns:a16="http://schemas.microsoft.com/office/drawing/2014/main" id="{1935DBCB-1CDA-DE46-3C91-982D91921080}"/>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3126" name="Right Triangle 3125">
              <a:extLst>
                <a:ext uri="{FF2B5EF4-FFF2-40B4-BE49-F238E27FC236}">
                  <a16:creationId xmlns:a16="http://schemas.microsoft.com/office/drawing/2014/main" id="{E387426A-6460-190C-F7A8-D84844010D43}"/>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127" name="Group 3126">
              <a:extLst>
                <a:ext uri="{FF2B5EF4-FFF2-40B4-BE49-F238E27FC236}">
                  <a16:creationId xmlns:a16="http://schemas.microsoft.com/office/drawing/2014/main" id="{7271869B-29B1-C7A8-1E36-65BA5331E7F4}"/>
                </a:ext>
              </a:extLst>
            </p:cNvPr>
            <p:cNvGrpSpPr/>
            <p:nvPr/>
          </p:nvGrpSpPr>
          <p:grpSpPr>
            <a:xfrm>
              <a:off x="1939627" y="3704306"/>
              <a:ext cx="37817" cy="61390"/>
              <a:chOff x="3883481" y="2057400"/>
              <a:chExt cx="1608363" cy="2652031"/>
            </a:xfrm>
            <a:solidFill>
              <a:srgbClr val="A6A6A6">
                <a:alpha val="20000"/>
              </a:srgbClr>
            </a:solidFill>
          </p:grpSpPr>
          <p:sp>
            <p:nvSpPr>
              <p:cNvPr id="3128" name="Oval 27">
                <a:extLst>
                  <a:ext uri="{FF2B5EF4-FFF2-40B4-BE49-F238E27FC236}">
                    <a16:creationId xmlns:a16="http://schemas.microsoft.com/office/drawing/2014/main" id="{1EA3E37B-4E3A-9BED-A2FE-4AFBE850F29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129" name="Oval 28">
                <a:extLst>
                  <a:ext uri="{FF2B5EF4-FFF2-40B4-BE49-F238E27FC236}">
                    <a16:creationId xmlns:a16="http://schemas.microsoft.com/office/drawing/2014/main" id="{6C8E8B7C-8675-57C1-3C9C-304361534C8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130" name="Group 3129">
            <a:extLst>
              <a:ext uri="{FF2B5EF4-FFF2-40B4-BE49-F238E27FC236}">
                <a16:creationId xmlns:a16="http://schemas.microsoft.com/office/drawing/2014/main" id="{5537F5D8-AD77-C50D-93DA-DCFE053800CA}"/>
              </a:ext>
            </a:extLst>
          </p:cNvPr>
          <p:cNvGrpSpPr/>
          <p:nvPr/>
        </p:nvGrpSpPr>
        <p:grpSpPr>
          <a:xfrm>
            <a:off x="2934662" y="5148220"/>
            <a:ext cx="724130" cy="609701"/>
            <a:chOff x="4615448" y="2974053"/>
            <a:chExt cx="724130" cy="609701"/>
          </a:xfrm>
        </p:grpSpPr>
        <p:sp>
          <p:nvSpPr>
            <p:cNvPr id="3143" name="Rectangle 3142">
              <a:extLst>
                <a:ext uri="{FF2B5EF4-FFF2-40B4-BE49-F238E27FC236}">
                  <a16:creationId xmlns:a16="http://schemas.microsoft.com/office/drawing/2014/main" id="{62E98DEB-A274-BE84-A713-ABEEA5A80BAD}"/>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3144" name="Right Triangle 3143">
              <a:extLst>
                <a:ext uri="{FF2B5EF4-FFF2-40B4-BE49-F238E27FC236}">
                  <a16:creationId xmlns:a16="http://schemas.microsoft.com/office/drawing/2014/main" id="{B93ECF75-D2C6-F83B-A580-14C266DC6D64}"/>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145" name="Group 3144">
              <a:extLst>
                <a:ext uri="{FF2B5EF4-FFF2-40B4-BE49-F238E27FC236}">
                  <a16:creationId xmlns:a16="http://schemas.microsoft.com/office/drawing/2014/main" id="{8681AEE5-224B-D174-7034-620EDA9302BA}"/>
                </a:ext>
              </a:extLst>
            </p:cNvPr>
            <p:cNvGrpSpPr/>
            <p:nvPr/>
          </p:nvGrpSpPr>
          <p:grpSpPr>
            <a:xfrm>
              <a:off x="5288997" y="2982574"/>
              <a:ext cx="37817" cy="61390"/>
              <a:chOff x="3883481" y="2057400"/>
              <a:chExt cx="1608363" cy="2652031"/>
            </a:xfrm>
            <a:solidFill>
              <a:srgbClr val="A6A6A6">
                <a:alpha val="20000"/>
              </a:srgbClr>
            </a:solidFill>
          </p:grpSpPr>
          <p:sp>
            <p:nvSpPr>
              <p:cNvPr id="3146" name="Oval 27">
                <a:extLst>
                  <a:ext uri="{FF2B5EF4-FFF2-40B4-BE49-F238E27FC236}">
                    <a16:creationId xmlns:a16="http://schemas.microsoft.com/office/drawing/2014/main" id="{06742E1E-7D8B-45BE-CAE8-963F5D6973F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147" name="Oval 28">
                <a:extLst>
                  <a:ext uri="{FF2B5EF4-FFF2-40B4-BE49-F238E27FC236}">
                    <a16:creationId xmlns:a16="http://schemas.microsoft.com/office/drawing/2014/main" id="{7756B587-7D84-B41B-D8EE-B84E0FCD607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148" name="Group 3147">
            <a:extLst>
              <a:ext uri="{FF2B5EF4-FFF2-40B4-BE49-F238E27FC236}">
                <a16:creationId xmlns:a16="http://schemas.microsoft.com/office/drawing/2014/main" id="{C8E38371-0DDE-8981-CC6E-29003599EFD9}"/>
              </a:ext>
            </a:extLst>
          </p:cNvPr>
          <p:cNvGrpSpPr/>
          <p:nvPr/>
        </p:nvGrpSpPr>
        <p:grpSpPr>
          <a:xfrm>
            <a:off x="5451979" y="3707588"/>
            <a:ext cx="721206" cy="609701"/>
            <a:chOff x="5451979" y="3707588"/>
            <a:chExt cx="721206" cy="609701"/>
          </a:xfrm>
        </p:grpSpPr>
        <p:sp>
          <p:nvSpPr>
            <p:cNvPr id="3149" name="Rectangle 3148">
              <a:hlinkHover r:id="" action="ppaction://noaction" highlightClick="1"/>
              <a:extLst>
                <a:ext uri="{FF2B5EF4-FFF2-40B4-BE49-F238E27FC236}">
                  <a16:creationId xmlns:a16="http://schemas.microsoft.com/office/drawing/2014/main" id="{54B6B780-C7B8-6415-C883-70296B9AE441}"/>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150" name="Oval 3149">
              <a:extLst>
                <a:ext uri="{FF2B5EF4-FFF2-40B4-BE49-F238E27FC236}">
                  <a16:creationId xmlns:a16="http://schemas.microsoft.com/office/drawing/2014/main" id="{B01331BA-ED73-B9F7-52D8-53626DFFA698}"/>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151" name="Isosceles Triangle 648">
              <a:extLst>
                <a:ext uri="{FF2B5EF4-FFF2-40B4-BE49-F238E27FC236}">
                  <a16:creationId xmlns:a16="http://schemas.microsoft.com/office/drawing/2014/main" id="{BDE944EB-5469-8AB8-12EE-9A996A2A9BCD}"/>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152" name="Group 3151">
            <a:extLst>
              <a:ext uri="{FF2B5EF4-FFF2-40B4-BE49-F238E27FC236}">
                <a16:creationId xmlns:a16="http://schemas.microsoft.com/office/drawing/2014/main" id="{9CA09761-6380-1369-1DDB-6F560DE994B2}"/>
              </a:ext>
            </a:extLst>
          </p:cNvPr>
          <p:cNvGrpSpPr/>
          <p:nvPr/>
        </p:nvGrpSpPr>
        <p:grpSpPr>
          <a:xfrm>
            <a:off x="11355832" y="5140982"/>
            <a:ext cx="721220" cy="609701"/>
            <a:chOff x="9656903" y="2253333"/>
            <a:chExt cx="721220" cy="609701"/>
          </a:xfrm>
        </p:grpSpPr>
        <p:sp>
          <p:nvSpPr>
            <p:cNvPr id="3153" name="Rectangle 3152">
              <a:hlinkHover r:id="" action="ppaction://noaction" highlightClick="1"/>
              <a:extLst>
                <a:ext uri="{FF2B5EF4-FFF2-40B4-BE49-F238E27FC236}">
                  <a16:creationId xmlns:a16="http://schemas.microsoft.com/office/drawing/2014/main" id="{D52B9D7E-9778-82AD-0D29-9EDFCB8AC135}"/>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154" name="Rectangle 3153">
              <a:extLst>
                <a:ext uri="{FF2B5EF4-FFF2-40B4-BE49-F238E27FC236}">
                  <a16:creationId xmlns:a16="http://schemas.microsoft.com/office/drawing/2014/main" id="{EEDD0405-6940-CA8B-8647-6F852BB771B9}"/>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155" name="Oval 15">
              <a:extLst>
                <a:ext uri="{FF2B5EF4-FFF2-40B4-BE49-F238E27FC236}">
                  <a16:creationId xmlns:a16="http://schemas.microsoft.com/office/drawing/2014/main" id="{914A2CD7-BDBC-B1B8-976C-D548BE1F49D1}"/>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156" name="Straight Connector 3155">
              <a:extLst>
                <a:ext uri="{FF2B5EF4-FFF2-40B4-BE49-F238E27FC236}">
                  <a16:creationId xmlns:a16="http://schemas.microsoft.com/office/drawing/2014/main" id="{576B125F-A3AA-7063-B322-F50971F4C973}"/>
                </a:ext>
              </a:extLst>
            </p:cNvPr>
            <p:cNvCxnSpPr>
              <a:cxnSpLocks/>
              <a:stCxn id="3155"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157" name="Straight Connector 3156">
              <a:extLst>
                <a:ext uri="{FF2B5EF4-FFF2-40B4-BE49-F238E27FC236}">
                  <a16:creationId xmlns:a16="http://schemas.microsoft.com/office/drawing/2014/main" id="{39678A9D-C99F-964F-00C5-4F37481C4875}"/>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pic>
        <p:nvPicPr>
          <p:cNvPr id="6" name="Picture 5">
            <a:hlinkClick r:id="rId7" action="ppaction://hlinksldjump"/>
            <a:extLst>
              <a:ext uri="{FF2B5EF4-FFF2-40B4-BE49-F238E27FC236}">
                <a16:creationId xmlns:a16="http://schemas.microsoft.com/office/drawing/2014/main" id="{2E81F029-309F-D678-2C9E-47C1213F0E48}"/>
              </a:ext>
            </a:extLst>
          </p:cNvPr>
          <p:cNvPicPr>
            <a:picLocks noChangeAspect="1"/>
          </p:cNvPicPr>
          <p:nvPr/>
        </p:nvPicPr>
        <p:blipFill>
          <a:blip r:embed="rId8"/>
          <a:stretch>
            <a:fillRect/>
          </a:stretch>
        </p:blipFill>
        <p:spPr>
          <a:xfrm>
            <a:off x="0" y="0"/>
            <a:ext cx="211626" cy="6858000"/>
          </a:xfrm>
          <a:prstGeom prst="rect">
            <a:avLst/>
          </a:prstGeom>
        </p:spPr>
      </p:pic>
      <p:grpSp>
        <p:nvGrpSpPr>
          <p:cNvPr id="7" name="Group 6">
            <a:extLst>
              <a:ext uri="{FF2B5EF4-FFF2-40B4-BE49-F238E27FC236}">
                <a16:creationId xmlns:a16="http://schemas.microsoft.com/office/drawing/2014/main" id="{80C4D8EC-CC51-8B3C-7F1B-3085B2FF53CF}"/>
              </a:ext>
            </a:extLst>
          </p:cNvPr>
          <p:cNvGrpSpPr/>
          <p:nvPr/>
        </p:nvGrpSpPr>
        <p:grpSpPr>
          <a:xfrm>
            <a:off x="9662351" y="2974053"/>
            <a:ext cx="721206" cy="609701"/>
            <a:chOff x="9657965" y="90836"/>
            <a:chExt cx="721206" cy="609701"/>
          </a:xfrm>
        </p:grpSpPr>
        <p:sp>
          <p:nvSpPr>
            <p:cNvPr id="8" name="Rectangle 7">
              <a:hlinkHover r:id="" action="ppaction://noaction" highlightClick="1"/>
              <a:extLst>
                <a:ext uri="{FF2B5EF4-FFF2-40B4-BE49-F238E27FC236}">
                  <a16:creationId xmlns:a16="http://schemas.microsoft.com/office/drawing/2014/main" id="{50AC4DAE-95F7-E292-740D-639574558605}"/>
                </a:ext>
              </a:extLst>
            </p:cNvPr>
            <p:cNvSpPr/>
            <p:nvPr/>
          </p:nvSpPr>
          <p:spPr>
            <a:xfrm>
              <a:off x="9657965" y="9083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9" name="Diamond 8">
              <a:extLst>
                <a:ext uri="{FF2B5EF4-FFF2-40B4-BE49-F238E27FC236}">
                  <a16:creationId xmlns:a16="http://schemas.microsoft.com/office/drawing/2014/main" id="{8DEB5B06-62B2-000A-DF0A-7D15DA53216B}"/>
                </a:ext>
              </a:extLst>
            </p:cNvPr>
            <p:cNvSpPr/>
            <p:nvPr/>
          </p:nvSpPr>
          <p:spPr>
            <a:xfrm>
              <a:off x="10242663" y="9318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Oval 11">
              <a:extLst>
                <a:ext uri="{FF2B5EF4-FFF2-40B4-BE49-F238E27FC236}">
                  <a16:creationId xmlns:a16="http://schemas.microsoft.com/office/drawing/2014/main" id="{E307403E-DDC7-4AD6-64D5-C893122BA653}"/>
                </a:ext>
              </a:extLst>
            </p:cNvPr>
            <p:cNvSpPr/>
            <p:nvPr/>
          </p:nvSpPr>
          <p:spPr>
            <a:xfrm>
              <a:off x="10276866" y="12667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0318307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8168" y="173237"/>
            <a:ext cx="581531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Tenant Wide Controls</a:t>
            </a:r>
          </a:p>
        </p:txBody>
      </p:sp>
      <mc:AlternateContent xmlns:mc="http://schemas.openxmlformats.org/markup-compatibility/2006" xmlns:pslz="http://schemas.microsoft.com/office/powerpoint/2016/slidezoom">
        <mc:Choice Requires="pslz">
          <p:graphicFrame>
            <p:nvGraphicFramePr>
              <p:cNvPr id="80" name="Slide Zoom 79">
                <a:extLst>
                  <a:ext uri="{FF2B5EF4-FFF2-40B4-BE49-F238E27FC236}">
                    <a16:creationId xmlns:a16="http://schemas.microsoft.com/office/drawing/2014/main" id="{AC93F9E6-73FC-4FD5-8117-895255CE4A4B}"/>
                  </a:ext>
                </a:extLst>
              </p:cNvPr>
              <p:cNvGraphicFramePr>
                <a:graphicFrameLocks noChangeAspect="1"/>
              </p:cNvGraphicFramePr>
              <p:nvPr/>
            </p:nvGraphicFramePr>
            <p:xfrm rot="16200000">
              <a:off x="-3307165" y="3312710"/>
              <a:ext cx="6858000" cy="232579"/>
            </p:xfrm>
            <a:graphic>
              <a:graphicData uri="http://schemas.microsoft.com/office/powerpoint/2016/slidezoom">
                <pslz:sldZm>
                  <pslz:sldZmObj sldId="282" cId="3700667615">
                    <pslz:zmPr id="{167737C8-FB92-4A16-B0A9-C473EB997635}" returnToParent="0" imageType="cover" transitionDur="1000">
                      <p166:blipFill xmlns:p166="http://schemas.microsoft.com/office/powerpoint/2016/6/main">
                        <a:blip r:embed="rId3">
                          <a:extLst>
                            <a:ext uri="{28A0092B-C50C-407E-A947-70E740481C1C}">
                              <a14:useLocalDpi xmlns:a14="http://schemas.microsoft.com/office/drawing/2010/main" val="0"/>
                            </a:ext>
                          </a:extLst>
                        </a:blip>
                        <a:stretch>
                          <a:fillRect/>
                        </a:stretch>
                      </p166:blipFill>
                      <p166:spPr xmlns:p166="http://schemas.microsoft.com/office/powerpoint/2016/6/main">
                        <a:xfrm rot="16200000">
                          <a:off x="0" y="0"/>
                          <a:ext cx="6858000" cy="232579"/>
                        </a:xfrm>
                        <a:prstGeom prst="rect">
                          <a:avLst/>
                        </a:prstGeom>
                        <a:ln w="12700">
                          <a:solidFill>
                            <a:srgbClr val="0078D4"/>
                          </a:solidFill>
                        </a:ln>
                      </p166:spPr>
                    </pslz:zmPr>
                  </pslz:sldZmObj>
                </pslz:sldZm>
              </a:graphicData>
            </a:graphic>
          </p:graphicFrame>
        </mc:Choice>
        <mc:Fallback xmlns="">
          <p:pic>
            <p:nvPicPr>
              <p:cNvPr id="80" name="Slide Zoom 79">
                <a:extLst>
                  <a:ext uri="{FF2B5EF4-FFF2-40B4-BE49-F238E27FC236}">
                    <a16:creationId xmlns:a16="http://schemas.microsoft.com/office/drawing/2014/main" id="{AC93F9E6-73FC-4FD5-8117-895255CE4A4B}"/>
                  </a:ext>
                </a:extLst>
              </p:cNvPr>
              <p:cNvPicPr>
                <a:picLocks noGrp="1" noRot="1" noChangeAspect="1" noMove="1" noResize="1" noEditPoints="1" noAdjustHandles="1" noChangeArrowheads="1" noChangeShapeType="1"/>
              </p:cNvPicPr>
              <p:nvPr/>
            </p:nvPicPr>
            <p:blipFill>
              <a:blip r:embed="rId4">
                <a:extLst>
                  <a:ext uri="{28A0092B-C50C-407E-A947-70E740481C1C}">
                    <a14:useLocalDpi xmlns:a14="http://schemas.microsoft.com/office/drawing/2010/main" val="0"/>
                  </a:ext>
                </a:extLst>
              </a:blip>
              <a:stretch>
                <a:fillRect/>
              </a:stretch>
            </p:blipFill>
            <p:spPr>
              <a:xfrm rot="16200000">
                <a:off x="-3307165" y="3312710"/>
                <a:ext cx="6858000" cy="232579"/>
              </a:xfrm>
              <a:prstGeom prst="rect">
                <a:avLst/>
              </a:prstGeom>
              <a:ln w="12700">
                <a:solidFill>
                  <a:srgbClr val="0078D4"/>
                </a:solidFill>
              </a:ln>
            </p:spPr>
          </p:pic>
        </mc:Fallback>
      </mc:AlternateContent>
      <p:sp>
        <p:nvSpPr>
          <p:cNvPr id="16" name="Rectangle 15">
            <a:hlinkClick r:id="rId5" action="ppaction://hlinksldjump"/>
            <a:hlinkHover r:id="rId5" action="ppaction://hlinksldjump"/>
            <a:extLst>
              <a:ext uri="{FF2B5EF4-FFF2-40B4-BE49-F238E27FC236}">
                <a16:creationId xmlns:a16="http://schemas.microsoft.com/office/drawing/2014/main" id="{5F0D9F7E-EB1E-4B0C-824D-1F284A0A8713}"/>
              </a:ext>
            </a:extLst>
          </p:cNvPr>
          <p:cNvSpPr/>
          <p:nvPr/>
        </p:nvSpPr>
        <p:spPr>
          <a:xfrm>
            <a:off x="9204513" y="5851981"/>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All Up View</a:t>
            </a:r>
          </a:p>
        </p:txBody>
      </p:sp>
      <p:sp>
        <p:nvSpPr>
          <p:cNvPr id="18" name="Rectangle 17">
            <a:hlinkClick r:id="rId6" action="ppaction://hlinksldjump"/>
            <a:hlinkHover r:id="rId6" action="ppaction://hlinksldjump"/>
            <a:extLst>
              <a:ext uri="{FF2B5EF4-FFF2-40B4-BE49-F238E27FC236}">
                <a16:creationId xmlns:a16="http://schemas.microsoft.com/office/drawing/2014/main" id="{FD30C11A-8EBD-46AA-BCA4-DEF584BE9580}"/>
              </a:ext>
            </a:extLst>
          </p:cNvPr>
          <p:cNvSpPr/>
          <p:nvPr/>
        </p:nvSpPr>
        <p:spPr>
          <a:xfrm>
            <a:off x="6233681" y="5851983"/>
            <a:ext cx="2914915"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Tenant Wide Controls</a:t>
            </a:r>
          </a:p>
        </p:txBody>
      </p:sp>
      <p:sp>
        <p:nvSpPr>
          <p:cNvPr id="27" name="Rectangle 26">
            <a:hlinkClick r:id="rId7" action="ppaction://hlinksldjump"/>
            <a:hlinkHover r:id="rId7" action="ppaction://hlinksldjump"/>
            <a:extLst>
              <a:ext uri="{FF2B5EF4-FFF2-40B4-BE49-F238E27FC236}">
                <a16:creationId xmlns:a16="http://schemas.microsoft.com/office/drawing/2014/main" id="{EF29C1BE-7176-44B0-BC67-0E9CF502D051}"/>
              </a:ext>
            </a:extLst>
          </p:cNvPr>
          <p:cNvSpPr/>
          <p:nvPr/>
        </p:nvSpPr>
        <p:spPr>
          <a:xfrm>
            <a:off x="3262848" y="5851982"/>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Tenant Wide View (scoped controls)</a:t>
            </a:r>
          </a:p>
        </p:txBody>
      </p:sp>
      <p:sp>
        <p:nvSpPr>
          <p:cNvPr id="28" name="Rectangle 27">
            <a:hlinkClick r:id="rId8" action="ppaction://hlinksldjump"/>
            <a:hlinkHover r:id="rId8" action="ppaction://hlinksldjump"/>
            <a:extLst>
              <a:ext uri="{FF2B5EF4-FFF2-40B4-BE49-F238E27FC236}">
                <a16:creationId xmlns:a16="http://schemas.microsoft.com/office/drawing/2014/main" id="{A13457CD-A4C7-438F-90D1-C67F1D35131A}"/>
              </a:ext>
            </a:extLst>
          </p:cNvPr>
          <p:cNvSpPr/>
          <p:nvPr/>
        </p:nvSpPr>
        <p:spPr>
          <a:xfrm>
            <a:off x="292015" y="5851982"/>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View</a:t>
            </a:r>
          </a:p>
        </p:txBody>
      </p:sp>
      <p:grpSp>
        <p:nvGrpSpPr>
          <p:cNvPr id="52" name="Group 51">
            <a:extLst>
              <a:ext uri="{FF2B5EF4-FFF2-40B4-BE49-F238E27FC236}">
                <a16:creationId xmlns:a16="http://schemas.microsoft.com/office/drawing/2014/main" id="{31441E68-D6A7-1FCF-FFE5-D262E6FDD9F7}"/>
              </a:ext>
            </a:extLst>
          </p:cNvPr>
          <p:cNvGrpSpPr/>
          <p:nvPr/>
        </p:nvGrpSpPr>
        <p:grpSpPr>
          <a:xfrm>
            <a:off x="3779655" y="811556"/>
            <a:ext cx="721206" cy="609701"/>
            <a:chOff x="3779655" y="811556"/>
            <a:chExt cx="721206" cy="609701"/>
          </a:xfrm>
        </p:grpSpPr>
        <p:sp>
          <p:nvSpPr>
            <p:cNvPr id="53" name="Rectangle 52">
              <a:extLst>
                <a:ext uri="{FF2B5EF4-FFF2-40B4-BE49-F238E27FC236}">
                  <a16:creationId xmlns:a16="http://schemas.microsoft.com/office/drawing/2014/main" id="{83C4CCCD-774D-53DC-217C-CC3A47E63570}"/>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58" name="Rectangle 57">
              <a:extLst>
                <a:ext uri="{FF2B5EF4-FFF2-40B4-BE49-F238E27FC236}">
                  <a16:creationId xmlns:a16="http://schemas.microsoft.com/office/drawing/2014/main" id="{B097526C-DAED-7ADD-5C63-29821F2CEE4D}"/>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 name="Oval 15">
              <a:extLst>
                <a:ext uri="{FF2B5EF4-FFF2-40B4-BE49-F238E27FC236}">
                  <a16:creationId xmlns:a16="http://schemas.microsoft.com/office/drawing/2014/main" id="{329A58FA-3908-544A-8D2E-1A8E36E92FDF}"/>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3" name="Straight Connector 102">
              <a:extLst>
                <a:ext uri="{FF2B5EF4-FFF2-40B4-BE49-F238E27FC236}">
                  <a16:creationId xmlns:a16="http://schemas.microsoft.com/office/drawing/2014/main" id="{455DB28B-A9C2-E6CD-2C3B-FEB65BB0C33F}"/>
                </a:ext>
              </a:extLst>
            </p:cNvPr>
            <p:cNvCxnSpPr>
              <a:cxnSpLocks/>
              <a:stCxn id="101"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5" name="Straight Connector 104">
              <a:extLst>
                <a:ext uri="{FF2B5EF4-FFF2-40B4-BE49-F238E27FC236}">
                  <a16:creationId xmlns:a16="http://schemas.microsoft.com/office/drawing/2014/main" id="{3BEC8B34-5B59-203F-F4A3-85CF8ABF0E62}"/>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7" name="Group 106">
            <a:extLst>
              <a:ext uri="{FF2B5EF4-FFF2-40B4-BE49-F238E27FC236}">
                <a16:creationId xmlns:a16="http://schemas.microsoft.com/office/drawing/2014/main" id="{C1955BF9-1E4C-9099-E550-F7141CDB5535}"/>
              </a:ext>
            </a:extLst>
          </p:cNvPr>
          <p:cNvGrpSpPr/>
          <p:nvPr/>
        </p:nvGrpSpPr>
        <p:grpSpPr>
          <a:xfrm>
            <a:off x="7959195" y="3698231"/>
            <a:ext cx="721206" cy="609701"/>
            <a:chOff x="7959195" y="3698231"/>
            <a:chExt cx="721206" cy="609701"/>
          </a:xfrm>
        </p:grpSpPr>
        <p:sp>
          <p:nvSpPr>
            <p:cNvPr id="109" name="Rectangle 108">
              <a:hlinkHover r:id="" action="ppaction://noaction" highlightClick="1"/>
              <a:extLst>
                <a:ext uri="{FF2B5EF4-FFF2-40B4-BE49-F238E27FC236}">
                  <a16:creationId xmlns:a16="http://schemas.microsoft.com/office/drawing/2014/main" id="{C8BD2753-D4C1-F3D1-6C20-A484CD366BC1}"/>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111" name="Oval 110">
              <a:extLst>
                <a:ext uri="{FF2B5EF4-FFF2-40B4-BE49-F238E27FC236}">
                  <a16:creationId xmlns:a16="http://schemas.microsoft.com/office/drawing/2014/main" id="{13B8A874-103E-C067-0BF5-659C4AB12EBD}"/>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3" name="Isosceles Triangle 648">
              <a:extLst>
                <a:ext uri="{FF2B5EF4-FFF2-40B4-BE49-F238E27FC236}">
                  <a16:creationId xmlns:a16="http://schemas.microsoft.com/office/drawing/2014/main" id="{5E58963B-4349-1E16-6AA8-830ADD0131B2}"/>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1" name="Group 140">
            <a:extLst>
              <a:ext uri="{FF2B5EF4-FFF2-40B4-BE49-F238E27FC236}">
                <a16:creationId xmlns:a16="http://schemas.microsoft.com/office/drawing/2014/main" id="{DDABBE72-E481-9731-D384-A41D3E8B4EE7}"/>
              </a:ext>
            </a:extLst>
          </p:cNvPr>
          <p:cNvGrpSpPr/>
          <p:nvPr/>
        </p:nvGrpSpPr>
        <p:grpSpPr>
          <a:xfrm>
            <a:off x="6284565" y="1532276"/>
            <a:ext cx="721206" cy="609701"/>
            <a:chOff x="6284565" y="1532276"/>
            <a:chExt cx="721206" cy="609701"/>
          </a:xfrm>
        </p:grpSpPr>
        <p:sp>
          <p:nvSpPr>
            <p:cNvPr id="143" name="Rectangle 142">
              <a:extLst>
                <a:ext uri="{FF2B5EF4-FFF2-40B4-BE49-F238E27FC236}">
                  <a16:creationId xmlns:a16="http://schemas.microsoft.com/office/drawing/2014/main" id="{3D456C88-2E1D-3193-8F24-4ECC49AF114E}"/>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145" name="Rectangle 144">
              <a:extLst>
                <a:ext uri="{FF2B5EF4-FFF2-40B4-BE49-F238E27FC236}">
                  <a16:creationId xmlns:a16="http://schemas.microsoft.com/office/drawing/2014/main" id="{53B6D5C4-E266-C4DF-8C3C-A93084683D7E}"/>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7" name="Oval 15">
              <a:extLst>
                <a:ext uri="{FF2B5EF4-FFF2-40B4-BE49-F238E27FC236}">
                  <a16:creationId xmlns:a16="http://schemas.microsoft.com/office/drawing/2014/main" id="{45DFB481-E3FB-A6BC-A238-B619E93D791B}"/>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9" name="Straight Connector 148">
              <a:extLst>
                <a:ext uri="{FF2B5EF4-FFF2-40B4-BE49-F238E27FC236}">
                  <a16:creationId xmlns:a16="http://schemas.microsoft.com/office/drawing/2014/main" id="{2BC9D8DC-486B-BEF9-073C-6ADE29ACA7B5}"/>
                </a:ext>
              </a:extLst>
            </p:cNvPr>
            <p:cNvCxnSpPr>
              <a:cxnSpLocks/>
              <a:stCxn id="147"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1" name="Straight Connector 150">
              <a:extLst>
                <a:ext uri="{FF2B5EF4-FFF2-40B4-BE49-F238E27FC236}">
                  <a16:creationId xmlns:a16="http://schemas.microsoft.com/office/drawing/2014/main" id="{277312AE-B1B0-9130-D8DB-6A8D4CAA0DD8}"/>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3" name="Group 152">
            <a:extLst>
              <a:ext uri="{FF2B5EF4-FFF2-40B4-BE49-F238E27FC236}">
                <a16:creationId xmlns:a16="http://schemas.microsoft.com/office/drawing/2014/main" id="{A7C5C84D-DB0B-30A1-D102-76EC91A99CA4}"/>
              </a:ext>
            </a:extLst>
          </p:cNvPr>
          <p:cNvGrpSpPr/>
          <p:nvPr/>
        </p:nvGrpSpPr>
        <p:grpSpPr>
          <a:xfrm>
            <a:off x="7121069" y="1532276"/>
            <a:ext cx="721206" cy="609701"/>
            <a:chOff x="7121069" y="1532276"/>
            <a:chExt cx="721206" cy="609701"/>
          </a:xfrm>
        </p:grpSpPr>
        <p:sp>
          <p:nvSpPr>
            <p:cNvPr id="155" name="Rectangle 154">
              <a:extLst>
                <a:ext uri="{FF2B5EF4-FFF2-40B4-BE49-F238E27FC236}">
                  <a16:creationId xmlns:a16="http://schemas.microsoft.com/office/drawing/2014/main" id="{4C1673D0-7EBF-C911-7033-25155D238D24}"/>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157" name="Rectangle 156">
              <a:extLst>
                <a:ext uri="{FF2B5EF4-FFF2-40B4-BE49-F238E27FC236}">
                  <a16:creationId xmlns:a16="http://schemas.microsoft.com/office/drawing/2014/main" id="{673B9A4F-3A9F-F18E-D013-E305D260B604}"/>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9" name="Oval 15">
              <a:extLst>
                <a:ext uri="{FF2B5EF4-FFF2-40B4-BE49-F238E27FC236}">
                  <a16:creationId xmlns:a16="http://schemas.microsoft.com/office/drawing/2014/main" id="{ADAD6B9E-53B0-DEA8-7242-0DBE1FBAA22D}"/>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1" name="Straight Connector 160">
              <a:extLst>
                <a:ext uri="{FF2B5EF4-FFF2-40B4-BE49-F238E27FC236}">
                  <a16:creationId xmlns:a16="http://schemas.microsoft.com/office/drawing/2014/main" id="{5AF70043-710F-64DD-1432-FF15693E6B14}"/>
                </a:ext>
              </a:extLst>
            </p:cNvPr>
            <p:cNvCxnSpPr>
              <a:cxnSpLocks/>
              <a:stCxn id="159"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3" name="Straight Connector 162">
              <a:extLst>
                <a:ext uri="{FF2B5EF4-FFF2-40B4-BE49-F238E27FC236}">
                  <a16:creationId xmlns:a16="http://schemas.microsoft.com/office/drawing/2014/main" id="{207B8FB9-AA31-2EDE-4301-A790F66A853E}"/>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102B971-5608-BAF1-A44B-609A03029FC0}"/>
              </a:ext>
            </a:extLst>
          </p:cNvPr>
          <p:cNvGrpSpPr/>
          <p:nvPr/>
        </p:nvGrpSpPr>
        <p:grpSpPr>
          <a:xfrm>
            <a:off x="3775045" y="1532276"/>
            <a:ext cx="721206" cy="609701"/>
            <a:chOff x="3775045" y="1532276"/>
            <a:chExt cx="721206" cy="609701"/>
          </a:xfrm>
        </p:grpSpPr>
        <p:sp>
          <p:nvSpPr>
            <p:cNvPr id="167" name="Rectangle 166">
              <a:extLst>
                <a:ext uri="{FF2B5EF4-FFF2-40B4-BE49-F238E27FC236}">
                  <a16:creationId xmlns:a16="http://schemas.microsoft.com/office/drawing/2014/main" id="{E64EA8E3-6C5B-CBEA-5E60-B9A1ABF5D42D}"/>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169" name="Right Triangle 168">
              <a:extLst>
                <a:ext uri="{FF2B5EF4-FFF2-40B4-BE49-F238E27FC236}">
                  <a16:creationId xmlns:a16="http://schemas.microsoft.com/office/drawing/2014/main" id="{4DF17241-EF8A-0126-41A4-DD70290938E2}"/>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1" name="Group 170">
              <a:extLst>
                <a:ext uri="{FF2B5EF4-FFF2-40B4-BE49-F238E27FC236}">
                  <a16:creationId xmlns:a16="http://schemas.microsoft.com/office/drawing/2014/main" id="{283D79BC-32FE-59BF-8730-D499FAF5D902}"/>
                </a:ext>
              </a:extLst>
            </p:cNvPr>
            <p:cNvGrpSpPr/>
            <p:nvPr/>
          </p:nvGrpSpPr>
          <p:grpSpPr>
            <a:xfrm>
              <a:off x="4440495" y="1542936"/>
              <a:ext cx="37817" cy="61390"/>
              <a:chOff x="3883481" y="2057400"/>
              <a:chExt cx="1608363" cy="2652031"/>
            </a:xfrm>
            <a:solidFill>
              <a:srgbClr val="A6A6A6">
                <a:alpha val="20000"/>
              </a:srgbClr>
            </a:solidFill>
          </p:grpSpPr>
          <p:sp>
            <p:nvSpPr>
              <p:cNvPr id="173" name="Oval 27">
                <a:extLst>
                  <a:ext uri="{FF2B5EF4-FFF2-40B4-BE49-F238E27FC236}">
                    <a16:creationId xmlns:a16="http://schemas.microsoft.com/office/drawing/2014/main" id="{6603E2C6-FC83-71FA-668E-D4CFBEDBD00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5" name="Oval 28">
                <a:extLst>
                  <a:ext uri="{FF2B5EF4-FFF2-40B4-BE49-F238E27FC236}">
                    <a16:creationId xmlns:a16="http://schemas.microsoft.com/office/drawing/2014/main" id="{1925644F-3D0A-7515-C79B-F7CF7080514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32" name="Group 431">
            <a:extLst>
              <a:ext uri="{FF2B5EF4-FFF2-40B4-BE49-F238E27FC236}">
                <a16:creationId xmlns:a16="http://schemas.microsoft.com/office/drawing/2014/main" id="{1568D73A-5CD2-9BB0-BF1F-C0C08AEDB54E}"/>
              </a:ext>
            </a:extLst>
          </p:cNvPr>
          <p:cNvGrpSpPr/>
          <p:nvPr/>
        </p:nvGrpSpPr>
        <p:grpSpPr>
          <a:xfrm>
            <a:off x="2938537" y="1532271"/>
            <a:ext cx="721206" cy="610042"/>
            <a:chOff x="2938537" y="1532271"/>
            <a:chExt cx="721206" cy="610042"/>
          </a:xfrm>
        </p:grpSpPr>
        <p:sp>
          <p:nvSpPr>
            <p:cNvPr id="433" name="Rectangle 432">
              <a:extLst>
                <a:ext uri="{FF2B5EF4-FFF2-40B4-BE49-F238E27FC236}">
                  <a16:creationId xmlns:a16="http://schemas.microsoft.com/office/drawing/2014/main" id="{C69D244E-B38E-5E06-C23F-8774B8241B7A}"/>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34" name="Right Triangle 433">
              <a:extLst>
                <a:ext uri="{FF2B5EF4-FFF2-40B4-BE49-F238E27FC236}">
                  <a16:creationId xmlns:a16="http://schemas.microsoft.com/office/drawing/2014/main" id="{0D690421-7CF7-B220-4985-003E9134F488}"/>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5" name="Oval 27">
              <a:extLst>
                <a:ext uri="{FF2B5EF4-FFF2-40B4-BE49-F238E27FC236}">
                  <a16:creationId xmlns:a16="http://schemas.microsoft.com/office/drawing/2014/main" id="{CE9421DD-F239-D0F5-1240-7245C5C19254}"/>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6" name="Oval 28">
              <a:extLst>
                <a:ext uri="{FF2B5EF4-FFF2-40B4-BE49-F238E27FC236}">
                  <a16:creationId xmlns:a16="http://schemas.microsoft.com/office/drawing/2014/main" id="{8277655D-96AC-45F1-5885-06C828EF3E2B}"/>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7" name="Group 436">
            <a:extLst>
              <a:ext uri="{FF2B5EF4-FFF2-40B4-BE49-F238E27FC236}">
                <a16:creationId xmlns:a16="http://schemas.microsoft.com/office/drawing/2014/main" id="{52BDE316-EB6C-8AA7-782B-7167CD33DD48}"/>
              </a:ext>
            </a:extLst>
          </p:cNvPr>
          <p:cNvGrpSpPr/>
          <p:nvPr/>
        </p:nvGrpSpPr>
        <p:grpSpPr>
          <a:xfrm>
            <a:off x="6287105" y="2974054"/>
            <a:ext cx="721206" cy="609701"/>
            <a:chOff x="6287105" y="2974054"/>
            <a:chExt cx="721206" cy="609701"/>
          </a:xfrm>
        </p:grpSpPr>
        <p:sp>
          <p:nvSpPr>
            <p:cNvPr id="438" name="Rectangle 437">
              <a:hlinkHover r:id="" action="ppaction://noaction" highlightClick="1"/>
              <a:extLst>
                <a:ext uri="{FF2B5EF4-FFF2-40B4-BE49-F238E27FC236}">
                  <a16:creationId xmlns:a16="http://schemas.microsoft.com/office/drawing/2014/main" id="{5B6BBD5D-8E75-DF88-D722-A459DCD328CA}"/>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39" name="Rectangle 438">
              <a:extLst>
                <a:ext uri="{FF2B5EF4-FFF2-40B4-BE49-F238E27FC236}">
                  <a16:creationId xmlns:a16="http://schemas.microsoft.com/office/drawing/2014/main" id="{22F1DBE1-BC7A-4350-98A6-0088BDAAF125}"/>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0" name="Oval 15">
              <a:extLst>
                <a:ext uri="{FF2B5EF4-FFF2-40B4-BE49-F238E27FC236}">
                  <a16:creationId xmlns:a16="http://schemas.microsoft.com/office/drawing/2014/main" id="{72A3B4FD-3F8D-AEDF-9B94-E9BC239D2644}"/>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1" name="Straight Connector 440">
              <a:extLst>
                <a:ext uri="{FF2B5EF4-FFF2-40B4-BE49-F238E27FC236}">
                  <a16:creationId xmlns:a16="http://schemas.microsoft.com/office/drawing/2014/main" id="{9F807C1A-6256-FD4F-235A-CA1AE84ABE3A}"/>
                </a:ext>
              </a:extLst>
            </p:cNvPr>
            <p:cNvCxnSpPr>
              <a:cxnSpLocks/>
              <a:stCxn id="440"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42" name="Group 441">
            <a:extLst>
              <a:ext uri="{FF2B5EF4-FFF2-40B4-BE49-F238E27FC236}">
                <a16:creationId xmlns:a16="http://schemas.microsoft.com/office/drawing/2014/main" id="{645AFD98-301C-AA23-2D46-EB6173DD7FAB}"/>
              </a:ext>
            </a:extLst>
          </p:cNvPr>
          <p:cNvGrpSpPr/>
          <p:nvPr/>
        </p:nvGrpSpPr>
        <p:grpSpPr>
          <a:xfrm>
            <a:off x="7123149" y="2974054"/>
            <a:ext cx="721206" cy="646284"/>
            <a:chOff x="7123149" y="2974054"/>
            <a:chExt cx="721206" cy="646284"/>
          </a:xfrm>
        </p:grpSpPr>
        <p:sp>
          <p:nvSpPr>
            <p:cNvPr id="443" name="Rectangle 442">
              <a:hlinkHover r:id="" action="ppaction://noaction" highlightClick="1"/>
              <a:extLst>
                <a:ext uri="{FF2B5EF4-FFF2-40B4-BE49-F238E27FC236}">
                  <a16:creationId xmlns:a16="http://schemas.microsoft.com/office/drawing/2014/main" id="{45DC4357-B761-C6FB-4997-735C88683237}"/>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44" name="Rectangle 443">
              <a:extLst>
                <a:ext uri="{FF2B5EF4-FFF2-40B4-BE49-F238E27FC236}">
                  <a16:creationId xmlns:a16="http://schemas.microsoft.com/office/drawing/2014/main" id="{B3EA2BDD-D60F-9B25-FD12-CEA8E9FA0E8E}"/>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5" name="Oval 15">
              <a:extLst>
                <a:ext uri="{FF2B5EF4-FFF2-40B4-BE49-F238E27FC236}">
                  <a16:creationId xmlns:a16="http://schemas.microsoft.com/office/drawing/2014/main" id="{E9C5E2D4-1503-9CE9-B442-3EEDD6C27C81}"/>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6" name="Straight Connector 445">
              <a:extLst>
                <a:ext uri="{FF2B5EF4-FFF2-40B4-BE49-F238E27FC236}">
                  <a16:creationId xmlns:a16="http://schemas.microsoft.com/office/drawing/2014/main" id="{2E491015-1802-0B5B-07D3-3A8ED1D968F0}"/>
                </a:ext>
              </a:extLst>
            </p:cNvPr>
            <p:cNvCxnSpPr>
              <a:cxnSpLocks/>
              <a:stCxn id="445"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47" name="Straight Connector 446">
              <a:extLst>
                <a:ext uri="{FF2B5EF4-FFF2-40B4-BE49-F238E27FC236}">
                  <a16:creationId xmlns:a16="http://schemas.microsoft.com/office/drawing/2014/main" id="{12F78070-D7B8-1DF0-1D03-CCD6B0C30420}"/>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48" name="Group 447">
            <a:extLst>
              <a:ext uri="{FF2B5EF4-FFF2-40B4-BE49-F238E27FC236}">
                <a16:creationId xmlns:a16="http://schemas.microsoft.com/office/drawing/2014/main" id="{E7BD020A-9E76-D7FA-7F9C-389D2C40DD60}"/>
              </a:ext>
            </a:extLst>
          </p:cNvPr>
          <p:cNvGrpSpPr/>
          <p:nvPr/>
        </p:nvGrpSpPr>
        <p:grpSpPr>
          <a:xfrm>
            <a:off x="7959200" y="2974054"/>
            <a:ext cx="721206" cy="609701"/>
            <a:chOff x="7959200" y="2974054"/>
            <a:chExt cx="721206" cy="609701"/>
          </a:xfrm>
        </p:grpSpPr>
        <p:sp>
          <p:nvSpPr>
            <p:cNvPr id="449" name="Rectangle 448">
              <a:hlinkHover r:id="" action="ppaction://noaction" highlightClick="1"/>
              <a:extLst>
                <a:ext uri="{FF2B5EF4-FFF2-40B4-BE49-F238E27FC236}">
                  <a16:creationId xmlns:a16="http://schemas.microsoft.com/office/drawing/2014/main" id="{373A69E4-AA3C-3758-544C-5E5F15546C59}"/>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50" name="Diamond 449">
              <a:extLst>
                <a:ext uri="{FF2B5EF4-FFF2-40B4-BE49-F238E27FC236}">
                  <a16:creationId xmlns:a16="http://schemas.microsoft.com/office/drawing/2014/main" id="{5C87BB66-1F77-8C37-3F98-1480E92A8AD6}"/>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1" name="Oval 450">
              <a:extLst>
                <a:ext uri="{FF2B5EF4-FFF2-40B4-BE49-F238E27FC236}">
                  <a16:creationId xmlns:a16="http://schemas.microsoft.com/office/drawing/2014/main" id="{4ED32BDB-EDCB-5EFE-7820-F22239FE233B}"/>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2" name="Group 451">
            <a:extLst>
              <a:ext uri="{FF2B5EF4-FFF2-40B4-BE49-F238E27FC236}">
                <a16:creationId xmlns:a16="http://schemas.microsoft.com/office/drawing/2014/main" id="{02F3CD81-2DD0-D63E-5355-700C982AE50C}"/>
              </a:ext>
            </a:extLst>
          </p:cNvPr>
          <p:cNvGrpSpPr/>
          <p:nvPr/>
        </p:nvGrpSpPr>
        <p:grpSpPr>
          <a:xfrm>
            <a:off x="8795244" y="2974054"/>
            <a:ext cx="721206" cy="609701"/>
            <a:chOff x="8795244" y="2974054"/>
            <a:chExt cx="721206" cy="609701"/>
          </a:xfrm>
        </p:grpSpPr>
        <p:sp>
          <p:nvSpPr>
            <p:cNvPr id="453" name="Rectangle 452">
              <a:hlinkHover r:id="" action="ppaction://noaction" highlightClick="1"/>
              <a:extLst>
                <a:ext uri="{FF2B5EF4-FFF2-40B4-BE49-F238E27FC236}">
                  <a16:creationId xmlns:a16="http://schemas.microsoft.com/office/drawing/2014/main" id="{8F7BA7BF-6B17-FD30-65BA-8E069A9ECD05}"/>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54" name="Diamond 453">
              <a:extLst>
                <a:ext uri="{FF2B5EF4-FFF2-40B4-BE49-F238E27FC236}">
                  <a16:creationId xmlns:a16="http://schemas.microsoft.com/office/drawing/2014/main" id="{AB84854F-7694-1342-BD22-7A4275304B71}"/>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5" name="Oval 454">
              <a:extLst>
                <a:ext uri="{FF2B5EF4-FFF2-40B4-BE49-F238E27FC236}">
                  <a16:creationId xmlns:a16="http://schemas.microsoft.com/office/drawing/2014/main" id="{A5ADC325-A038-8FC1-1055-E3D714CB42ED}"/>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2" name="Group 461">
            <a:extLst>
              <a:ext uri="{FF2B5EF4-FFF2-40B4-BE49-F238E27FC236}">
                <a16:creationId xmlns:a16="http://schemas.microsoft.com/office/drawing/2014/main" id="{1ABCF3E4-A682-28C3-23B0-A6F03807C7DB}"/>
              </a:ext>
            </a:extLst>
          </p:cNvPr>
          <p:cNvGrpSpPr/>
          <p:nvPr/>
        </p:nvGrpSpPr>
        <p:grpSpPr>
          <a:xfrm>
            <a:off x="5442073" y="811556"/>
            <a:ext cx="728239" cy="609701"/>
            <a:chOff x="5442073" y="811556"/>
            <a:chExt cx="728239" cy="609701"/>
          </a:xfrm>
        </p:grpSpPr>
        <p:sp>
          <p:nvSpPr>
            <p:cNvPr id="463" name="Rectangle 462">
              <a:extLst>
                <a:ext uri="{FF2B5EF4-FFF2-40B4-BE49-F238E27FC236}">
                  <a16:creationId xmlns:a16="http://schemas.microsoft.com/office/drawing/2014/main" id="{18B7C234-607D-3E3C-9FD7-B6F14E1CE816}"/>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64" name="Rectangle 463">
              <a:extLst>
                <a:ext uri="{FF2B5EF4-FFF2-40B4-BE49-F238E27FC236}">
                  <a16:creationId xmlns:a16="http://schemas.microsoft.com/office/drawing/2014/main" id="{9126A200-1FAD-A55E-62EA-3351DB2EE53F}"/>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5" name="Oval 15">
              <a:extLst>
                <a:ext uri="{FF2B5EF4-FFF2-40B4-BE49-F238E27FC236}">
                  <a16:creationId xmlns:a16="http://schemas.microsoft.com/office/drawing/2014/main" id="{95D80462-8FCE-591E-FAB5-994CCAED5C22}"/>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6" name="Straight Connector 465">
              <a:extLst>
                <a:ext uri="{FF2B5EF4-FFF2-40B4-BE49-F238E27FC236}">
                  <a16:creationId xmlns:a16="http://schemas.microsoft.com/office/drawing/2014/main" id="{C8AD16FF-7E61-4DBA-475B-3E4A8A1D6FAE}"/>
                </a:ext>
              </a:extLst>
            </p:cNvPr>
            <p:cNvCxnSpPr>
              <a:cxnSpLocks/>
              <a:stCxn id="465"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7" name="Straight Connector 466">
              <a:extLst>
                <a:ext uri="{FF2B5EF4-FFF2-40B4-BE49-F238E27FC236}">
                  <a16:creationId xmlns:a16="http://schemas.microsoft.com/office/drawing/2014/main" id="{C4EB67FC-3790-927A-44BC-18D913650A76}"/>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78" name="Group 477">
            <a:extLst>
              <a:ext uri="{FF2B5EF4-FFF2-40B4-BE49-F238E27FC236}">
                <a16:creationId xmlns:a16="http://schemas.microsoft.com/office/drawing/2014/main" id="{6700F8C7-27A3-7786-676D-70E8783281DE}"/>
              </a:ext>
            </a:extLst>
          </p:cNvPr>
          <p:cNvGrpSpPr/>
          <p:nvPr/>
        </p:nvGrpSpPr>
        <p:grpSpPr>
          <a:xfrm>
            <a:off x="7957576" y="811556"/>
            <a:ext cx="721206" cy="609701"/>
            <a:chOff x="7957576" y="811556"/>
            <a:chExt cx="721206" cy="609701"/>
          </a:xfrm>
        </p:grpSpPr>
        <p:sp>
          <p:nvSpPr>
            <p:cNvPr id="479" name="Rectangle 478">
              <a:extLst>
                <a:ext uri="{FF2B5EF4-FFF2-40B4-BE49-F238E27FC236}">
                  <a16:creationId xmlns:a16="http://schemas.microsoft.com/office/drawing/2014/main" id="{550C6BF2-5B32-BD0B-E6E8-C86875704F74}"/>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80" name="Rectangle 479">
              <a:extLst>
                <a:ext uri="{FF2B5EF4-FFF2-40B4-BE49-F238E27FC236}">
                  <a16:creationId xmlns:a16="http://schemas.microsoft.com/office/drawing/2014/main" id="{E84FE689-9DF3-D5F4-AD1F-D9942A482087}"/>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1" name="Oval 15">
              <a:extLst>
                <a:ext uri="{FF2B5EF4-FFF2-40B4-BE49-F238E27FC236}">
                  <a16:creationId xmlns:a16="http://schemas.microsoft.com/office/drawing/2014/main" id="{CB29111A-7092-B26A-E3F9-B13691B4FA54}"/>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2" name="Straight Connector 481">
              <a:extLst>
                <a:ext uri="{FF2B5EF4-FFF2-40B4-BE49-F238E27FC236}">
                  <a16:creationId xmlns:a16="http://schemas.microsoft.com/office/drawing/2014/main" id="{FC17C760-4F81-C9C2-CD15-9B1CD112C23E}"/>
                </a:ext>
              </a:extLst>
            </p:cNvPr>
            <p:cNvCxnSpPr>
              <a:cxnSpLocks/>
              <a:stCxn id="481"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3" name="Straight Connector 482">
              <a:extLst>
                <a:ext uri="{FF2B5EF4-FFF2-40B4-BE49-F238E27FC236}">
                  <a16:creationId xmlns:a16="http://schemas.microsoft.com/office/drawing/2014/main" id="{F5846F16-8A1B-BFE0-BC9E-A9B639A2447E}"/>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2" name="Group 491">
            <a:extLst>
              <a:ext uri="{FF2B5EF4-FFF2-40B4-BE49-F238E27FC236}">
                <a16:creationId xmlns:a16="http://schemas.microsoft.com/office/drawing/2014/main" id="{AAF75888-B83F-DA24-7833-028F34144D8B}"/>
              </a:ext>
            </a:extLst>
          </p:cNvPr>
          <p:cNvGrpSpPr/>
          <p:nvPr/>
        </p:nvGrpSpPr>
        <p:grpSpPr>
          <a:xfrm>
            <a:off x="11356242" y="90836"/>
            <a:ext cx="721206" cy="609701"/>
            <a:chOff x="11356242" y="90836"/>
            <a:chExt cx="721206" cy="609701"/>
          </a:xfrm>
        </p:grpSpPr>
        <p:sp>
          <p:nvSpPr>
            <p:cNvPr id="493" name="Rectangle 492">
              <a:hlinkHover r:id="" action="ppaction://noaction" highlightClick="1"/>
              <a:extLst>
                <a:ext uri="{FF2B5EF4-FFF2-40B4-BE49-F238E27FC236}">
                  <a16:creationId xmlns:a16="http://schemas.microsoft.com/office/drawing/2014/main" id="{A4DE6ED8-A023-8F96-F671-82F6B4FB98EB}"/>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494" name="Oval 493">
              <a:extLst>
                <a:ext uri="{FF2B5EF4-FFF2-40B4-BE49-F238E27FC236}">
                  <a16:creationId xmlns:a16="http://schemas.microsoft.com/office/drawing/2014/main" id="{B62CCEEC-E28F-DA7B-F821-60B1BBBA2BBD}"/>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5" name="Isosceles Triangle 648">
              <a:extLst>
                <a:ext uri="{FF2B5EF4-FFF2-40B4-BE49-F238E27FC236}">
                  <a16:creationId xmlns:a16="http://schemas.microsoft.com/office/drawing/2014/main" id="{7E4250AB-A0F1-24BB-58E6-FFA28463D957}"/>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6" name="Group 495">
            <a:extLst>
              <a:ext uri="{FF2B5EF4-FFF2-40B4-BE49-F238E27FC236}">
                <a16:creationId xmlns:a16="http://schemas.microsoft.com/office/drawing/2014/main" id="{FCA00A08-2DA9-4A4A-1C9E-9DF31E485DAE}"/>
              </a:ext>
            </a:extLst>
          </p:cNvPr>
          <p:cNvGrpSpPr/>
          <p:nvPr/>
        </p:nvGrpSpPr>
        <p:grpSpPr>
          <a:xfrm>
            <a:off x="11356243" y="3694774"/>
            <a:ext cx="721206" cy="609701"/>
            <a:chOff x="11356243" y="3694774"/>
            <a:chExt cx="721206" cy="609701"/>
          </a:xfrm>
        </p:grpSpPr>
        <p:sp>
          <p:nvSpPr>
            <p:cNvPr id="497" name="Rectangle 496">
              <a:hlinkHover r:id="" action="ppaction://noaction" highlightClick="1"/>
              <a:extLst>
                <a:ext uri="{FF2B5EF4-FFF2-40B4-BE49-F238E27FC236}">
                  <a16:creationId xmlns:a16="http://schemas.microsoft.com/office/drawing/2014/main" id="{50C2E2F3-D0E2-5CE6-54BF-7F16AEC77802}"/>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498" name="Oval 497">
              <a:extLst>
                <a:ext uri="{FF2B5EF4-FFF2-40B4-BE49-F238E27FC236}">
                  <a16:creationId xmlns:a16="http://schemas.microsoft.com/office/drawing/2014/main" id="{3CE97D2A-908F-2474-2BEC-CB6852FD405F}"/>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9" name="Isosceles Triangle 648">
              <a:extLst>
                <a:ext uri="{FF2B5EF4-FFF2-40B4-BE49-F238E27FC236}">
                  <a16:creationId xmlns:a16="http://schemas.microsoft.com/office/drawing/2014/main" id="{731E22D2-BEE2-2610-CBA2-6B3FD2166FC8}"/>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0" name="Group 499">
            <a:extLst>
              <a:ext uri="{FF2B5EF4-FFF2-40B4-BE49-F238E27FC236}">
                <a16:creationId xmlns:a16="http://schemas.microsoft.com/office/drawing/2014/main" id="{949B2F05-63E9-B107-C94F-D906F43B0EF4}"/>
              </a:ext>
            </a:extLst>
          </p:cNvPr>
          <p:cNvGrpSpPr/>
          <p:nvPr/>
        </p:nvGrpSpPr>
        <p:grpSpPr>
          <a:xfrm>
            <a:off x="9657691" y="4419624"/>
            <a:ext cx="721206" cy="609701"/>
            <a:chOff x="9657691" y="4419624"/>
            <a:chExt cx="721206" cy="609701"/>
          </a:xfrm>
        </p:grpSpPr>
        <p:sp>
          <p:nvSpPr>
            <p:cNvPr id="501" name="Rectangle 500">
              <a:hlinkHover r:id="" action="ppaction://noaction" highlightClick="1"/>
              <a:extLst>
                <a:ext uri="{FF2B5EF4-FFF2-40B4-BE49-F238E27FC236}">
                  <a16:creationId xmlns:a16="http://schemas.microsoft.com/office/drawing/2014/main" id="{FFFBBAEB-9195-51BE-5CDE-C0A9709D205A}"/>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02" name="Oval 501">
              <a:extLst>
                <a:ext uri="{FF2B5EF4-FFF2-40B4-BE49-F238E27FC236}">
                  <a16:creationId xmlns:a16="http://schemas.microsoft.com/office/drawing/2014/main" id="{5470AEBF-DE93-B4D3-2611-93E77FACC48F}"/>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3" name="Isosceles Triangle 648">
              <a:extLst>
                <a:ext uri="{FF2B5EF4-FFF2-40B4-BE49-F238E27FC236}">
                  <a16:creationId xmlns:a16="http://schemas.microsoft.com/office/drawing/2014/main" id="{01B2ABF6-1D9E-5D94-5C14-9C63BFF6265F}"/>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4" name="Group 503">
            <a:extLst>
              <a:ext uri="{FF2B5EF4-FFF2-40B4-BE49-F238E27FC236}">
                <a16:creationId xmlns:a16="http://schemas.microsoft.com/office/drawing/2014/main" id="{CAEC7779-CD87-FD3A-66B5-BA5CFCEB0E05}"/>
              </a:ext>
            </a:extLst>
          </p:cNvPr>
          <p:cNvGrpSpPr/>
          <p:nvPr/>
        </p:nvGrpSpPr>
        <p:grpSpPr>
          <a:xfrm>
            <a:off x="10506968" y="4419620"/>
            <a:ext cx="721206" cy="609701"/>
            <a:chOff x="10506968" y="4419620"/>
            <a:chExt cx="721206" cy="609701"/>
          </a:xfrm>
        </p:grpSpPr>
        <p:sp>
          <p:nvSpPr>
            <p:cNvPr id="505" name="Rectangle 504">
              <a:hlinkHover r:id="" action="ppaction://noaction" highlightClick="1"/>
              <a:extLst>
                <a:ext uri="{FF2B5EF4-FFF2-40B4-BE49-F238E27FC236}">
                  <a16:creationId xmlns:a16="http://schemas.microsoft.com/office/drawing/2014/main" id="{CB27EAED-4CCB-9257-BE19-508F299EDDAD}"/>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06" name="Oval 505">
              <a:extLst>
                <a:ext uri="{FF2B5EF4-FFF2-40B4-BE49-F238E27FC236}">
                  <a16:creationId xmlns:a16="http://schemas.microsoft.com/office/drawing/2014/main" id="{6295073A-D38C-5F27-5BF9-5E49C7E17311}"/>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7" name="Isosceles Triangle 648">
              <a:extLst>
                <a:ext uri="{FF2B5EF4-FFF2-40B4-BE49-F238E27FC236}">
                  <a16:creationId xmlns:a16="http://schemas.microsoft.com/office/drawing/2014/main" id="{E8573E06-FA2D-91A2-1038-F50D60C8137E}"/>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8" name="Group 507">
            <a:extLst>
              <a:ext uri="{FF2B5EF4-FFF2-40B4-BE49-F238E27FC236}">
                <a16:creationId xmlns:a16="http://schemas.microsoft.com/office/drawing/2014/main" id="{F1E1848B-DAFB-AE22-9989-CF487F8D17D0}"/>
              </a:ext>
            </a:extLst>
          </p:cNvPr>
          <p:cNvGrpSpPr/>
          <p:nvPr/>
        </p:nvGrpSpPr>
        <p:grpSpPr>
          <a:xfrm>
            <a:off x="11356003" y="4416261"/>
            <a:ext cx="721206" cy="609701"/>
            <a:chOff x="11356003" y="4416261"/>
            <a:chExt cx="721206" cy="609701"/>
          </a:xfrm>
        </p:grpSpPr>
        <p:sp>
          <p:nvSpPr>
            <p:cNvPr id="509" name="Rectangle 508">
              <a:hlinkHover r:id="" action="ppaction://noaction" highlightClick="1"/>
              <a:extLst>
                <a:ext uri="{FF2B5EF4-FFF2-40B4-BE49-F238E27FC236}">
                  <a16:creationId xmlns:a16="http://schemas.microsoft.com/office/drawing/2014/main" id="{8251D1F0-9723-14E2-F355-C22977B46FF8}"/>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10" name="Oval 509">
              <a:extLst>
                <a:ext uri="{FF2B5EF4-FFF2-40B4-BE49-F238E27FC236}">
                  <a16:creationId xmlns:a16="http://schemas.microsoft.com/office/drawing/2014/main" id="{2D59E004-7D99-BB00-7F2D-BDAD435526FF}"/>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1" name="Isosceles Triangle 648">
              <a:extLst>
                <a:ext uri="{FF2B5EF4-FFF2-40B4-BE49-F238E27FC236}">
                  <a16:creationId xmlns:a16="http://schemas.microsoft.com/office/drawing/2014/main" id="{DD43FD3C-6E41-3826-A74D-2824DF86EAAF}"/>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2" name="Group 511">
            <a:extLst>
              <a:ext uri="{FF2B5EF4-FFF2-40B4-BE49-F238E27FC236}">
                <a16:creationId xmlns:a16="http://schemas.microsoft.com/office/drawing/2014/main" id="{BA5B0FCD-4EA8-54A3-6F79-1E19A2F019B8}"/>
              </a:ext>
            </a:extLst>
          </p:cNvPr>
          <p:cNvGrpSpPr/>
          <p:nvPr/>
        </p:nvGrpSpPr>
        <p:grpSpPr>
          <a:xfrm>
            <a:off x="8808526" y="4416261"/>
            <a:ext cx="721206" cy="609701"/>
            <a:chOff x="8808526" y="4416261"/>
            <a:chExt cx="721206" cy="609701"/>
          </a:xfrm>
        </p:grpSpPr>
        <p:sp>
          <p:nvSpPr>
            <p:cNvPr id="513" name="Rectangle 512">
              <a:hlinkHover r:id="" action="ppaction://noaction" highlightClick="1"/>
              <a:extLst>
                <a:ext uri="{FF2B5EF4-FFF2-40B4-BE49-F238E27FC236}">
                  <a16:creationId xmlns:a16="http://schemas.microsoft.com/office/drawing/2014/main" id="{07554423-6E4B-7C6A-21AC-E5700CE72B1E}"/>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14" name="Oval 513">
              <a:extLst>
                <a:ext uri="{FF2B5EF4-FFF2-40B4-BE49-F238E27FC236}">
                  <a16:creationId xmlns:a16="http://schemas.microsoft.com/office/drawing/2014/main" id="{5DDB8BAE-81A0-E100-84E0-13AD17C554E0}"/>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5" name="Isosceles Triangle 648">
              <a:extLst>
                <a:ext uri="{FF2B5EF4-FFF2-40B4-BE49-F238E27FC236}">
                  <a16:creationId xmlns:a16="http://schemas.microsoft.com/office/drawing/2014/main" id="{4995B2DA-B532-E984-BDE5-873E940B43CE}"/>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6" name="Group 515">
            <a:extLst>
              <a:ext uri="{FF2B5EF4-FFF2-40B4-BE49-F238E27FC236}">
                <a16:creationId xmlns:a16="http://schemas.microsoft.com/office/drawing/2014/main" id="{70D4127F-E928-A5A4-EC56-786F10F38E61}"/>
              </a:ext>
            </a:extLst>
          </p:cNvPr>
          <p:cNvGrpSpPr/>
          <p:nvPr/>
        </p:nvGrpSpPr>
        <p:grpSpPr>
          <a:xfrm>
            <a:off x="10509579" y="5141013"/>
            <a:ext cx="721206" cy="609701"/>
            <a:chOff x="10509579" y="5141013"/>
            <a:chExt cx="721206" cy="609701"/>
          </a:xfrm>
        </p:grpSpPr>
        <p:sp>
          <p:nvSpPr>
            <p:cNvPr id="517" name="Rectangle 516">
              <a:hlinkHover r:id="" action="ppaction://noaction" highlightClick="1"/>
              <a:extLst>
                <a:ext uri="{FF2B5EF4-FFF2-40B4-BE49-F238E27FC236}">
                  <a16:creationId xmlns:a16="http://schemas.microsoft.com/office/drawing/2014/main" id="{3DF5A53F-1F8F-39AC-0D4F-00ECD2EB3109}"/>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18" name="Oval 517">
              <a:extLst>
                <a:ext uri="{FF2B5EF4-FFF2-40B4-BE49-F238E27FC236}">
                  <a16:creationId xmlns:a16="http://schemas.microsoft.com/office/drawing/2014/main" id="{F93CB1AA-136B-C8FF-6236-FD08488C55FC}"/>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9" name="Isosceles Triangle 648">
              <a:extLst>
                <a:ext uri="{FF2B5EF4-FFF2-40B4-BE49-F238E27FC236}">
                  <a16:creationId xmlns:a16="http://schemas.microsoft.com/office/drawing/2014/main" id="{A443F2C1-284F-0637-1DF9-521EA8766877}"/>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0" name="Group 519">
            <a:extLst>
              <a:ext uri="{FF2B5EF4-FFF2-40B4-BE49-F238E27FC236}">
                <a16:creationId xmlns:a16="http://schemas.microsoft.com/office/drawing/2014/main" id="{110C70CC-7402-B1ED-CE80-CD9CCC020BAA}"/>
              </a:ext>
            </a:extLst>
          </p:cNvPr>
          <p:cNvGrpSpPr/>
          <p:nvPr/>
        </p:nvGrpSpPr>
        <p:grpSpPr>
          <a:xfrm>
            <a:off x="9651076" y="5143367"/>
            <a:ext cx="721206" cy="609701"/>
            <a:chOff x="9651076" y="5143367"/>
            <a:chExt cx="721206" cy="609701"/>
          </a:xfrm>
        </p:grpSpPr>
        <p:sp>
          <p:nvSpPr>
            <p:cNvPr id="521" name="Rectangle 520">
              <a:hlinkHover r:id="" action="ppaction://noaction" highlightClick="1"/>
              <a:extLst>
                <a:ext uri="{FF2B5EF4-FFF2-40B4-BE49-F238E27FC236}">
                  <a16:creationId xmlns:a16="http://schemas.microsoft.com/office/drawing/2014/main" id="{46CEEC09-3875-8D46-7F5A-E132F59EC109}"/>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22" name="Oval 521">
              <a:extLst>
                <a:ext uri="{FF2B5EF4-FFF2-40B4-BE49-F238E27FC236}">
                  <a16:creationId xmlns:a16="http://schemas.microsoft.com/office/drawing/2014/main" id="{45729303-B616-824C-758F-1EBC75832D0F}"/>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3" name="Isosceles Triangle 648">
              <a:extLst>
                <a:ext uri="{FF2B5EF4-FFF2-40B4-BE49-F238E27FC236}">
                  <a16:creationId xmlns:a16="http://schemas.microsoft.com/office/drawing/2014/main" id="{5FB0C279-F7E6-603A-6150-9A464C863999}"/>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4" name="Group 523">
            <a:extLst>
              <a:ext uri="{FF2B5EF4-FFF2-40B4-BE49-F238E27FC236}">
                <a16:creationId xmlns:a16="http://schemas.microsoft.com/office/drawing/2014/main" id="{E7E6042C-0973-D41A-B82A-6174F2ECB77C}"/>
              </a:ext>
            </a:extLst>
          </p:cNvPr>
          <p:cNvGrpSpPr/>
          <p:nvPr/>
        </p:nvGrpSpPr>
        <p:grpSpPr>
          <a:xfrm>
            <a:off x="9657612" y="3698231"/>
            <a:ext cx="721206" cy="609701"/>
            <a:chOff x="9657612" y="3698231"/>
            <a:chExt cx="721206" cy="609701"/>
          </a:xfrm>
        </p:grpSpPr>
        <p:sp>
          <p:nvSpPr>
            <p:cNvPr id="525" name="Rectangle 524">
              <a:hlinkHover r:id="" action="ppaction://noaction" highlightClick="1"/>
              <a:extLst>
                <a:ext uri="{FF2B5EF4-FFF2-40B4-BE49-F238E27FC236}">
                  <a16:creationId xmlns:a16="http://schemas.microsoft.com/office/drawing/2014/main" id="{F8D16462-D20F-27F5-9490-13520735DE1C}"/>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26" name="Oval 525">
              <a:extLst>
                <a:ext uri="{FF2B5EF4-FFF2-40B4-BE49-F238E27FC236}">
                  <a16:creationId xmlns:a16="http://schemas.microsoft.com/office/drawing/2014/main" id="{1F72A264-5A88-5182-8E4B-85945DBB1CA0}"/>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7" name="Isosceles Triangle 648">
              <a:extLst>
                <a:ext uri="{FF2B5EF4-FFF2-40B4-BE49-F238E27FC236}">
                  <a16:creationId xmlns:a16="http://schemas.microsoft.com/office/drawing/2014/main" id="{85F66329-72AC-01CA-99B3-264BD9166F86}"/>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2" name="Group 531">
            <a:extLst>
              <a:ext uri="{FF2B5EF4-FFF2-40B4-BE49-F238E27FC236}">
                <a16:creationId xmlns:a16="http://schemas.microsoft.com/office/drawing/2014/main" id="{F387187B-66B9-74CB-BA26-FEC06970732E}"/>
              </a:ext>
            </a:extLst>
          </p:cNvPr>
          <p:cNvGrpSpPr/>
          <p:nvPr/>
        </p:nvGrpSpPr>
        <p:grpSpPr>
          <a:xfrm>
            <a:off x="8808417" y="5135710"/>
            <a:ext cx="721206" cy="609701"/>
            <a:chOff x="8808417" y="5135710"/>
            <a:chExt cx="721206" cy="609701"/>
          </a:xfrm>
        </p:grpSpPr>
        <p:sp>
          <p:nvSpPr>
            <p:cNvPr id="533" name="Rectangle 532">
              <a:hlinkHover r:id="" action="ppaction://noaction" highlightClick="1"/>
              <a:extLst>
                <a:ext uri="{FF2B5EF4-FFF2-40B4-BE49-F238E27FC236}">
                  <a16:creationId xmlns:a16="http://schemas.microsoft.com/office/drawing/2014/main" id="{4813D5D8-B836-C10A-421A-E19902144EBD}"/>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34" name="Oval 533">
              <a:extLst>
                <a:ext uri="{FF2B5EF4-FFF2-40B4-BE49-F238E27FC236}">
                  <a16:creationId xmlns:a16="http://schemas.microsoft.com/office/drawing/2014/main" id="{504DD109-5A32-332C-DAE9-914EC465A23C}"/>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5" name="Isosceles Triangle 648">
              <a:extLst>
                <a:ext uri="{FF2B5EF4-FFF2-40B4-BE49-F238E27FC236}">
                  <a16:creationId xmlns:a16="http://schemas.microsoft.com/office/drawing/2014/main" id="{EA584DC0-0FE3-23DE-D00A-C811E0C86C54}"/>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6" name="Group 555">
            <a:extLst>
              <a:ext uri="{FF2B5EF4-FFF2-40B4-BE49-F238E27FC236}">
                <a16:creationId xmlns:a16="http://schemas.microsoft.com/office/drawing/2014/main" id="{0B2EE864-B772-2A00-5458-6F9639AD0041}"/>
              </a:ext>
            </a:extLst>
          </p:cNvPr>
          <p:cNvGrpSpPr/>
          <p:nvPr/>
        </p:nvGrpSpPr>
        <p:grpSpPr>
          <a:xfrm>
            <a:off x="9656904" y="1532276"/>
            <a:ext cx="721206" cy="609701"/>
            <a:chOff x="9656904" y="1532276"/>
            <a:chExt cx="721206" cy="609701"/>
          </a:xfrm>
        </p:grpSpPr>
        <p:sp>
          <p:nvSpPr>
            <p:cNvPr id="557" name="Rectangle 556">
              <a:extLst>
                <a:ext uri="{FF2B5EF4-FFF2-40B4-BE49-F238E27FC236}">
                  <a16:creationId xmlns:a16="http://schemas.microsoft.com/office/drawing/2014/main" id="{10BBC3C3-B1F0-F75C-EA87-687519EAA672}"/>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58" name="Rectangle 557">
              <a:extLst>
                <a:ext uri="{FF2B5EF4-FFF2-40B4-BE49-F238E27FC236}">
                  <a16:creationId xmlns:a16="http://schemas.microsoft.com/office/drawing/2014/main" id="{1B4BC5A3-E79B-E57D-BBEE-B2697634760D}"/>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9" name="Oval 15">
              <a:extLst>
                <a:ext uri="{FF2B5EF4-FFF2-40B4-BE49-F238E27FC236}">
                  <a16:creationId xmlns:a16="http://schemas.microsoft.com/office/drawing/2014/main" id="{56AFF16E-9C2A-FB61-57B8-D20DA46470FE}"/>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0" name="Straight Connector 559">
              <a:extLst>
                <a:ext uri="{FF2B5EF4-FFF2-40B4-BE49-F238E27FC236}">
                  <a16:creationId xmlns:a16="http://schemas.microsoft.com/office/drawing/2014/main" id="{650C97E0-2915-1160-4BA4-1E2619F71EB0}"/>
                </a:ext>
              </a:extLst>
            </p:cNvPr>
            <p:cNvCxnSpPr>
              <a:cxnSpLocks/>
              <a:stCxn id="559"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61" name="Straight Connector 560">
              <a:extLst>
                <a:ext uri="{FF2B5EF4-FFF2-40B4-BE49-F238E27FC236}">
                  <a16:creationId xmlns:a16="http://schemas.microsoft.com/office/drawing/2014/main" id="{3B5B8372-44A7-DB71-4048-33F8621CA27D}"/>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90" name="Group 589">
            <a:extLst>
              <a:ext uri="{FF2B5EF4-FFF2-40B4-BE49-F238E27FC236}">
                <a16:creationId xmlns:a16="http://schemas.microsoft.com/office/drawing/2014/main" id="{B71B634E-3B7E-02C3-B96F-6B285D2E76F0}"/>
              </a:ext>
            </a:extLst>
          </p:cNvPr>
          <p:cNvGrpSpPr/>
          <p:nvPr/>
        </p:nvGrpSpPr>
        <p:grpSpPr>
          <a:xfrm>
            <a:off x="11356242" y="811556"/>
            <a:ext cx="721206" cy="609701"/>
            <a:chOff x="11356242" y="811556"/>
            <a:chExt cx="721206" cy="609701"/>
          </a:xfrm>
        </p:grpSpPr>
        <p:sp>
          <p:nvSpPr>
            <p:cNvPr id="591" name="Rectangle 590">
              <a:hlinkHover r:id="" action="ppaction://noaction" highlightClick="1"/>
              <a:extLst>
                <a:ext uri="{FF2B5EF4-FFF2-40B4-BE49-F238E27FC236}">
                  <a16:creationId xmlns:a16="http://schemas.microsoft.com/office/drawing/2014/main" id="{D5B34E28-C11A-6D4B-5D42-512A7EDA5B01}"/>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592" name="Oval 591">
              <a:extLst>
                <a:ext uri="{FF2B5EF4-FFF2-40B4-BE49-F238E27FC236}">
                  <a16:creationId xmlns:a16="http://schemas.microsoft.com/office/drawing/2014/main" id="{5114C900-30E8-2092-311A-038A22B04D5D}"/>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3" name="Isosceles Triangle 648">
              <a:extLst>
                <a:ext uri="{FF2B5EF4-FFF2-40B4-BE49-F238E27FC236}">
                  <a16:creationId xmlns:a16="http://schemas.microsoft.com/office/drawing/2014/main" id="{641F4521-5E27-8571-43E8-401B5B3D4DB3}"/>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4" name="Group 593">
            <a:extLst>
              <a:ext uri="{FF2B5EF4-FFF2-40B4-BE49-F238E27FC236}">
                <a16:creationId xmlns:a16="http://schemas.microsoft.com/office/drawing/2014/main" id="{77D0B253-AA33-BA90-4959-F771843B68A7}"/>
              </a:ext>
            </a:extLst>
          </p:cNvPr>
          <p:cNvGrpSpPr/>
          <p:nvPr/>
        </p:nvGrpSpPr>
        <p:grpSpPr>
          <a:xfrm>
            <a:off x="8807249" y="811555"/>
            <a:ext cx="721206" cy="609701"/>
            <a:chOff x="8807249" y="811555"/>
            <a:chExt cx="721206" cy="609701"/>
          </a:xfrm>
        </p:grpSpPr>
        <p:sp>
          <p:nvSpPr>
            <p:cNvPr id="595" name="Rectangle 594">
              <a:hlinkHover r:id="" action="ppaction://noaction" highlightClick="1"/>
              <a:extLst>
                <a:ext uri="{FF2B5EF4-FFF2-40B4-BE49-F238E27FC236}">
                  <a16:creationId xmlns:a16="http://schemas.microsoft.com/office/drawing/2014/main" id="{3754543D-2ABB-E2A1-E15F-EFB5A884AF47}"/>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596" name="Diamond 595">
              <a:extLst>
                <a:ext uri="{FF2B5EF4-FFF2-40B4-BE49-F238E27FC236}">
                  <a16:creationId xmlns:a16="http://schemas.microsoft.com/office/drawing/2014/main" id="{DC611F27-93A6-48D2-8942-8117BC90AF37}"/>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7" name="Oval 596">
              <a:extLst>
                <a:ext uri="{FF2B5EF4-FFF2-40B4-BE49-F238E27FC236}">
                  <a16:creationId xmlns:a16="http://schemas.microsoft.com/office/drawing/2014/main" id="{3D037D77-1A29-EF9E-B545-FDB4D70FAE62}"/>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8" name="Group 597">
            <a:extLst>
              <a:ext uri="{FF2B5EF4-FFF2-40B4-BE49-F238E27FC236}">
                <a16:creationId xmlns:a16="http://schemas.microsoft.com/office/drawing/2014/main" id="{3C8474CD-4B10-167A-9424-875D825ECE11}"/>
              </a:ext>
            </a:extLst>
          </p:cNvPr>
          <p:cNvGrpSpPr/>
          <p:nvPr/>
        </p:nvGrpSpPr>
        <p:grpSpPr>
          <a:xfrm>
            <a:off x="8808419" y="3705986"/>
            <a:ext cx="721206" cy="609701"/>
            <a:chOff x="8808419" y="3705986"/>
            <a:chExt cx="721206" cy="609701"/>
          </a:xfrm>
        </p:grpSpPr>
        <p:sp>
          <p:nvSpPr>
            <p:cNvPr id="599" name="Rectangle 598">
              <a:hlinkHover r:id="" action="ppaction://noaction" highlightClick="1"/>
              <a:extLst>
                <a:ext uri="{FF2B5EF4-FFF2-40B4-BE49-F238E27FC236}">
                  <a16:creationId xmlns:a16="http://schemas.microsoft.com/office/drawing/2014/main" id="{024943E6-5336-3965-FF5C-F4AD39DAB811}"/>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00" name="Oval 599">
              <a:extLst>
                <a:ext uri="{FF2B5EF4-FFF2-40B4-BE49-F238E27FC236}">
                  <a16:creationId xmlns:a16="http://schemas.microsoft.com/office/drawing/2014/main" id="{3C2DC740-924C-2374-F055-E5DF9105D887}"/>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1" name="Isosceles Triangle 648">
              <a:extLst>
                <a:ext uri="{FF2B5EF4-FFF2-40B4-BE49-F238E27FC236}">
                  <a16:creationId xmlns:a16="http://schemas.microsoft.com/office/drawing/2014/main" id="{A718DBC2-4407-2A4A-1CB8-A13AA2F27B38}"/>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0" name="Group 619">
            <a:extLst>
              <a:ext uri="{FF2B5EF4-FFF2-40B4-BE49-F238E27FC236}">
                <a16:creationId xmlns:a16="http://schemas.microsoft.com/office/drawing/2014/main" id="{1DBE06A6-21A1-4D44-79E1-127A6C949F82}"/>
              </a:ext>
            </a:extLst>
          </p:cNvPr>
          <p:cNvGrpSpPr/>
          <p:nvPr/>
        </p:nvGrpSpPr>
        <p:grpSpPr>
          <a:xfrm>
            <a:off x="1269626" y="4419615"/>
            <a:ext cx="721206" cy="609701"/>
            <a:chOff x="1269626" y="4419615"/>
            <a:chExt cx="721206" cy="609701"/>
          </a:xfrm>
        </p:grpSpPr>
        <p:sp>
          <p:nvSpPr>
            <p:cNvPr id="621" name="Rectangle 620">
              <a:extLst>
                <a:ext uri="{FF2B5EF4-FFF2-40B4-BE49-F238E27FC236}">
                  <a16:creationId xmlns:a16="http://schemas.microsoft.com/office/drawing/2014/main" id="{0FC9553A-16AD-398D-BDAB-0120FE547EDF}"/>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22" name="Cylinder 621">
              <a:extLst>
                <a:ext uri="{FF2B5EF4-FFF2-40B4-BE49-F238E27FC236}">
                  <a16:creationId xmlns:a16="http://schemas.microsoft.com/office/drawing/2014/main" id="{7EFA3D19-01F8-99C1-686A-038AEE0745C2}"/>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3" name="Group 622">
            <a:extLst>
              <a:ext uri="{FF2B5EF4-FFF2-40B4-BE49-F238E27FC236}">
                <a16:creationId xmlns:a16="http://schemas.microsoft.com/office/drawing/2014/main" id="{90AB30B5-2542-13FC-BC94-D2FA7F731E71}"/>
              </a:ext>
            </a:extLst>
          </p:cNvPr>
          <p:cNvGrpSpPr/>
          <p:nvPr/>
        </p:nvGrpSpPr>
        <p:grpSpPr>
          <a:xfrm>
            <a:off x="432841" y="4419615"/>
            <a:ext cx="721206" cy="609701"/>
            <a:chOff x="432841" y="4419615"/>
            <a:chExt cx="721206" cy="609701"/>
          </a:xfrm>
        </p:grpSpPr>
        <p:sp>
          <p:nvSpPr>
            <p:cNvPr id="624" name="Rectangle 623">
              <a:extLst>
                <a:ext uri="{FF2B5EF4-FFF2-40B4-BE49-F238E27FC236}">
                  <a16:creationId xmlns:a16="http://schemas.microsoft.com/office/drawing/2014/main" id="{499F4CFE-5AFC-2685-60BC-E546A1596522}"/>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25" name="Cylinder 624">
              <a:extLst>
                <a:ext uri="{FF2B5EF4-FFF2-40B4-BE49-F238E27FC236}">
                  <a16:creationId xmlns:a16="http://schemas.microsoft.com/office/drawing/2014/main" id="{777C660D-97C9-B69C-9610-40A2DB17E02F}"/>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6" name="Group 625">
            <a:extLst>
              <a:ext uri="{FF2B5EF4-FFF2-40B4-BE49-F238E27FC236}">
                <a16:creationId xmlns:a16="http://schemas.microsoft.com/office/drawing/2014/main" id="{C5799319-D292-2C18-DA4B-3C33EA6C0B7D}"/>
              </a:ext>
            </a:extLst>
          </p:cNvPr>
          <p:cNvGrpSpPr/>
          <p:nvPr/>
        </p:nvGrpSpPr>
        <p:grpSpPr>
          <a:xfrm>
            <a:off x="1268467" y="5141008"/>
            <a:ext cx="721206" cy="609701"/>
            <a:chOff x="1268467" y="5141008"/>
            <a:chExt cx="721206" cy="609701"/>
          </a:xfrm>
        </p:grpSpPr>
        <p:sp>
          <p:nvSpPr>
            <p:cNvPr id="627" name="Rectangle 626">
              <a:extLst>
                <a:ext uri="{FF2B5EF4-FFF2-40B4-BE49-F238E27FC236}">
                  <a16:creationId xmlns:a16="http://schemas.microsoft.com/office/drawing/2014/main" id="{316AFCC0-156E-011F-640B-A71C18D3D606}"/>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28" name="Cylinder 627">
              <a:extLst>
                <a:ext uri="{FF2B5EF4-FFF2-40B4-BE49-F238E27FC236}">
                  <a16:creationId xmlns:a16="http://schemas.microsoft.com/office/drawing/2014/main" id="{10BAB154-82AA-BD8E-CF79-9BE8B9837DD4}"/>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9" name="Group 628">
            <a:extLst>
              <a:ext uri="{FF2B5EF4-FFF2-40B4-BE49-F238E27FC236}">
                <a16:creationId xmlns:a16="http://schemas.microsoft.com/office/drawing/2014/main" id="{BB093CCE-945D-43F0-72A1-30F64567A978}"/>
              </a:ext>
            </a:extLst>
          </p:cNvPr>
          <p:cNvGrpSpPr/>
          <p:nvPr/>
        </p:nvGrpSpPr>
        <p:grpSpPr>
          <a:xfrm>
            <a:off x="431297" y="5141008"/>
            <a:ext cx="721206" cy="609701"/>
            <a:chOff x="431297" y="5141008"/>
            <a:chExt cx="721206" cy="609701"/>
          </a:xfrm>
        </p:grpSpPr>
        <p:sp>
          <p:nvSpPr>
            <p:cNvPr id="630" name="Rectangle 629">
              <a:extLst>
                <a:ext uri="{FF2B5EF4-FFF2-40B4-BE49-F238E27FC236}">
                  <a16:creationId xmlns:a16="http://schemas.microsoft.com/office/drawing/2014/main" id="{6691E3CF-1FC9-AC89-92DE-269C3617A4D7}"/>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31" name="Cylinder 630">
              <a:extLst>
                <a:ext uri="{FF2B5EF4-FFF2-40B4-BE49-F238E27FC236}">
                  <a16:creationId xmlns:a16="http://schemas.microsoft.com/office/drawing/2014/main" id="{07B3B2F4-1E99-E0B5-D026-FFD631796566}"/>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2" name="Group 631">
            <a:extLst>
              <a:ext uri="{FF2B5EF4-FFF2-40B4-BE49-F238E27FC236}">
                <a16:creationId xmlns:a16="http://schemas.microsoft.com/office/drawing/2014/main" id="{A2FD1FA5-C8C3-6EA0-CDF6-CAF9ED61A4BD}"/>
              </a:ext>
            </a:extLst>
          </p:cNvPr>
          <p:cNvGrpSpPr/>
          <p:nvPr/>
        </p:nvGrpSpPr>
        <p:grpSpPr>
          <a:xfrm>
            <a:off x="431660" y="3698226"/>
            <a:ext cx="721206" cy="609701"/>
            <a:chOff x="431660" y="3698226"/>
            <a:chExt cx="721206" cy="609701"/>
          </a:xfrm>
        </p:grpSpPr>
        <p:sp>
          <p:nvSpPr>
            <p:cNvPr id="633" name="Rectangle 632">
              <a:extLst>
                <a:ext uri="{FF2B5EF4-FFF2-40B4-BE49-F238E27FC236}">
                  <a16:creationId xmlns:a16="http://schemas.microsoft.com/office/drawing/2014/main" id="{685D0D46-2472-9172-7978-6402A9F48553}"/>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34" name="Right Triangle 633">
              <a:extLst>
                <a:ext uri="{FF2B5EF4-FFF2-40B4-BE49-F238E27FC236}">
                  <a16:creationId xmlns:a16="http://schemas.microsoft.com/office/drawing/2014/main" id="{6E00272B-15F8-FC6D-C28A-7032CF3E4EE8}"/>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5" name="Group 634">
              <a:extLst>
                <a:ext uri="{FF2B5EF4-FFF2-40B4-BE49-F238E27FC236}">
                  <a16:creationId xmlns:a16="http://schemas.microsoft.com/office/drawing/2014/main" id="{418846AC-DB90-1788-B724-62536411778D}"/>
                </a:ext>
              </a:extLst>
            </p:cNvPr>
            <p:cNvGrpSpPr/>
            <p:nvPr/>
          </p:nvGrpSpPr>
          <p:grpSpPr>
            <a:xfrm>
              <a:off x="1102253" y="3706270"/>
              <a:ext cx="37817" cy="61390"/>
              <a:chOff x="3883481" y="2057400"/>
              <a:chExt cx="1608363" cy="2652031"/>
            </a:xfrm>
            <a:solidFill>
              <a:srgbClr val="A6A6A6">
                <a:alpha val="20000"/>
              </a:srgbClr>
            </a:solidFill>
          </p:grpSpPr>
          <p:sp>
            <p:nvSpPr>
              <p:cNvPr id="636" name="Oval 27">
                <a:extLst>
                  <a:ext uri="{FF2B5EF4-FFF2-40B4-BE49-F238E27FC236}">
                    <a16:creationId xmlns:a16="http://schemas.microsoft.com/office/drawing/2014/main" id="{1F94EAEC-472B-4CC6-C0B0-F441BA3A6DB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7" name="Oval 28">
                <a:extLst>
                  <a:ext uri="{FF2B5EF4-FFF2-40B4-BE49-F238E27FC236}">
                    <a16:creationId xmlns:a16="http://schemas.microsoft.com/office/drawing/2014/main" id="{D729B3F0-8556-A0B7-3C36-B0EECDE623C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38" name="Group 637">
            <a:extLst>
              <a:ext uri="{FF2B5EF4-FFF2-40B4-BE49-F238E27FC236}">
                <a16:creationId xmlns:a16="http://schemas.microsoft.com/office/drawing/2014/main" id="{9D9420E6-781D-AAC7-CE2A-7632ABD50ADD}"/>
              </a:ext>
            </a:extLst>
          </p:cNvPr>
          <p:cNvGrpSpPr/>
          <p:nvPr/>
        </p:nvGrpSpPr>
        <p:grpSpPr>
          <a:xfrm>
            <a:off x="2942399" y="3698227"/>
            <a:ext cx="721206" cy="609701"/>
            <a:chOff x="2942399" y="3698227"/>
            <a:chExt cx="721206" cy="609701"/>
          </a:xfrm>
        </p:grpSpPr>
        <p:sp>
          <p:nvSpPr>
            <p:cNvPr id="639" name="Rectangle 638">
              <a:extLst>
                <a:ext uri="{FF2B5EF4-FFF2-40B4-BE49-F238E27FC236}">
                  <a16:creationId xmlns:a16="http://schemas.microsoft.com/office/drawing/2014/main" id="{3A6A66E5-FCDE-2058-5CE9-7BB6F2818551}"/>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40" name="Right Triangle 639">
              <a:extLst>
                <a:ext uri="{FF2B5EF4-FFF2-40B4-BE49-F238E27FC236}">
                  <a16:creationId xmlns:a16="http://schemas.microsoft.com/office/drawing/2014/main" id="{D8DF5E2F-55BE-0CBE-CED5-527F7375E146}"/>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41" name="Group 640">
              <a:extLst>
                <a:ext uri="{FF2B5EF4-FFF2-40B4-BE49-F238E27FC236}">
                  <a16:creationId xmlns:a16="http://schemas.microsoft.com/office/drawing/2014/main" id="{0FE7BDB6-537B-5642-AB34-49865A24A430}"/>
                </a:ext>
              </a:extLst>
            </p:cNvPr>
            <p:cNvGrpSpPr/>
            <p:nvPr/>
          </p:nvGrpSpPr>
          <p:grpSpPr>
            <a:xfrm>
              <a:off x="3607767" y="3713057"/>
              <a:ext cx="37817" cy="61390"/>
              <a:chOff x="3883481" y="2057400"/>
              <a:chExt cx="1608363" cy="2652031"/>
            </a:xfrm>
            <a:solidFill>
              <a:srgbClr val="A6A6A6">
                <a:alpha val="20000"/>
              </a:srgbClr>
            </a:solidFill>
          </p:grpSpPr>
          <p:sp>
            <p:nvSpPr>
              <p:cNvPr id="642" name="Oval 27">
                <a:extLst>
                  <a:ext uri="{FF2B5EF4-FFF2-40B4-BE49-F238E27FC236}">
                    <a16:creationId xmlns:a16="http://schemas.microsoft.com/office/drawing/2014/main" id="{A2796226-63B8-0B6C-BFF1-70AE3DB4D17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3" name="Oval 28">
                <a:extLst>
                  <a:ext uri="{FF2B5EF4-FFF2-40B4-BE49-F238E27FC236}">
                    <a16:creationId xmlns:a16="http://schemas.microsoft.com/office/drawing/2014/main" id="{1F0E91F4-BD9B-945D-29A5-0D4AC20BB38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0" name="Group 659">
            <a:extLst>
              <a:ext uri="{FF2B5EF4-FFF2-40B4-BE49-F238E27FC236}">
                <a16:creationId xmlns:a16="http://schemas.microsoft.com/office/drawing/2014/main" id="{EBC51445-94A3-1B8C-68C3-E9E8E1D6C83C}"/>
              </a:ext>
            </a:extLst>
          </p:cNvPr>
          <p:cNvGrpSpPr/>
          <p:nvPr/>
        </p:nvGrpSpPr>
        <p:grpSpPr>
          <a:xfrm>
            <a:off x="2105710" y="3698208"/>
            <a:ext cx="721206" cy="610396"/>
            <a:chOff x="2105710" y="3698208"/>
            <a:chExt cx="721206" cy="610396"/>
          </a:xfrm>
        </p:grpSpPr>
        <p:sp>
          <p:nvSpPr>
            <p:cNvPr id="661" name="Rectangle 660">
              <a:extLst>
                <a:ext uri="{FF2B5EF4-FFF2-40B4-BE49-F238E27FC236}">
                  <a16:creationId xmlns:a16="http://schemas.microsoft.com/office/drawing/2014/main" id="{2422A60A-BAD1-6671-ADB0-542DFF5F96DC}"/>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62" name="Right Triangle 661">
              <a:extLst>
                <a:ext uri="{FF2B5EF4-FFF2-40B4-BE49-F238E27FC236}">
                  <a16:creationId xmlns:a16="http://schemas.microsoft.com/office/drawing/2014/main" id="{00013139-0816-7354-C7B6-8A2AD2747DEF}"/>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3" name="Group 662">
              <a:extLst>
                <a:ext uri="{FF2B5EF4-FFF2-40B4-BE49-F238E27FC236}">
                  <a16:creationId xmlns:a16="http://schemas.microsoft.com/office/drawing/2014/main" id="{ECFF873C-7491-49EE-CEEE-EEB6DC62917F}"/>
                </a:ext>
              </a:extLst>
            </p:cNvPr>
            <p:cNvGrpSpPr/>
            <p:nvPr/>
          </p:nvGrpSpPr>
          <p:grpSpPr>
            <a:xfrm>
              <a:off x="2776303" y="3704306"/>
              <a:ext cx="37817" cy="61390"/>
              <a:chOff x="3883481" y="2057400"/>
              <a:chExt cx="1608363" cy="2652031"/>
            </a:xfrm>
            <a:solidFill>
              <a:srgbClr val="A6A6A6">
                <a:alpha val="20000"/>
              </a:srgbClr>
            </a:solidFill>
          </p:grpSpPr>
          <p:sp>
            <p:nvSpPr>
              <p:cNvPr id="664" name="Oval 27">
                <a:extLst>
                  <a:ext uri="{FF2B5EF4-FFF2-40B4-BE49-F238E27FC236}">
                    <a16:creationId xmlns:a16="http://schemas.microsoft.com/office/drawing/2014/main" id="{E2D9B2C0-A275-D8C9-3DF9-6DADC137C93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5" name="Oval 28">
                <a:extLst>
                  <a:ext uri="{FF2B5EF4-FFF2-40B4-BE49-F238E27FC236}">
                    <a16:creationId xmlns:a16="http://schemas.microsoft.com/office/drawing/2014/main" id="{A53436E0-CD63-FB90-4CAB-51A9A9640D6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6" name="Group 665">
            <a:extLst>
              <a:ext uri="{FF2B5EF4-FFF2-40B4-BE49-F238E27FC236}">
                <a16:creationId xmlns:a16="http://schemas.microsoft.com/office/drawing/2014/main" id="{FFBAEE4A-B3FA-415D-ECDE-1FD78F1BE2F8}"/>
              </a:ext>
            </a:extLst>
          </p:cNvPr>
          <p:cNvGrpSpPr/>
          <p:nvPr/>
        </p:nvGrpSpPr>
        <p:grpSpPr>
          <a:xfrm>
            <a:off x="3778361" y="2253333"/>
            <a:ext cx="721206" cy="609701"/>
            <a:chOff x="3778361" y="2253333"/>
            <a:chExt cx="721206" cy="609701"/>
          </a:xfrm>
        </p:grpSpPr>
        <p:sp>
          <p:nvSpPr>
            <p:cNvPr id="667" name="Rectangle 666">
              <a:extLst>
                <a:ext uri="{FF2B5EF4-FFF2-40B4-BE49-F238E27FC236}">
                  <a16:creationId xmlns:a16="http://schemas.microsoft.com/office/drawing/2014/main" id="{E89CB7FD-8152-5EB8-156A-1D7733494F41}"/>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68" name="Rectangle 667">
              <a:extLst>
                <a:ext uri="{FF2B5EF4-FFF2-40B4-BE49-F238E27FC236}">
                  <a16:creationId xmlns:a16="http://schemas.microsoft.com/office/drawing/2014/main" id="{968449DA-1483-F82C-0054-0826589D0349}"/>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9" name="Oval 15">
              <a:extLst>
                <a:ext uri="{FF2B5EF4-FFF2-40B4-BE49-F238E27FC236}">
                  <a16:creationId xmlns:a16="http://schemas.microsoft.com/office/drawing/2014/main" id="{959F7600-644F-EE71-036B-620D79926665}"/>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70" name="Straight Connector 669">
              <a:extLst>
                <a:ext uri="{FF2B5EF4-FFF2-40B4-BE49-F238E27FC236}">
                  <a16:creationId xmlns:a16="http://schemas.microsoft.com/office/drawing/2014/main" id="{D4E8D69D-45FB-EE8E-14A3-2BE8CC488204}"/>
                </a:ext>
              </a:extLst>
            </p:cNvPr>
            <p:cNvCxnSpPr>
              <a:cxnSpLocks/>
              <a:stCxn id="669"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71" name="Straight Connector 670">
              <a:extLst>
                <a:ext uri="{FF2B5EF4-FFF2-40B4-BE49-F238E27FC236}">
                  <a16:creationId xmlns:a16="http://schemas.microsoft.com/office/drawing/2014/main" id="{2436F67B-1EAD-B616-84B8-2C23A8B69DE4}"/>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72" name="Group 671">
            <a:extLst>
              <a:ext uri="{FF2B5EF4-FFF2-40B4-BE49-F238E27FC236}">
                <a16:creationId xmlns:a16="http://schemas.microsoft.com/office/drawing/2014/main" id="{DD29152F-F709-938A-970E-85A18D15EE67}"/>
              </a:ext>
            </a:extLst>
          </p:cNvPr>
          <p:cNvGrpSpPr/>
          <p:nvPr/>
        </p:nvGrpSpPr>
        <p:grpSpPr>
          <a:xfrm>
            <a:off x="1268843" y="2253332"/>
            <a:ext cx="721206" cy="609701"/>
            <a:chOff x="1268843" y="2253332"/>
            <a:chExt cx="721206" cy="609701"/>
          </a:xfrm>
        </p:grpSpPr>
        <p:sp>
          <p:nvSpPr>
            <p:cNvPr id="673" name="Rectangle 672">
              <a:extLst>
                <a:ext uri="{FF2B5EF4-FFF2-40B4-BE49-F238E27FC236}">
                  <a16:creationId xmlns:a16="http://schemas.microsoft.com/office/drawing/2014/main" id="{AAC45AC8-B5CF-6AFC-5CC0-8B3E8848F166}"/>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74" name="Right Triangle 673">
              <a:extLst>
                <a:ext uri="{FF2B5EF4-FFF2-40B4-BE49-F238E27FC236}">
                  <a16:creationId xmlns:a16="http://schemas.microsoft.com/office/drawing/2014/main" id="{167F892D-49BE-52D9-CF38-D89257412157}"/>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5" name="Group 674">
              <a:extLst>
                <a:ext uri="{FF2B5EF4-FFF2-40B4-BE49-F238E27FC236}">
                  <a16:creationId xmlns:a16="http://schemas.microsoft.com/office/drawing/2014/main" id="{836195B9-B3F6-F65A-FA2D-F80F217D7644}"/>
                </a:ext>
              </a:extLst>
            </p:cNvPr>
            <p:cNvGrpSpPr/>
            <p:nvPr/>
          </p:nvGrpSpPr>
          <p:grpSpPr>
            <a:xfrm>
              <a:off x="1939436" y="2265731"/>
              <a:ext cx="37817" cy="61390"/>
              <a:chOff x="3883481" y="2057400"/>
              <a:chExt cx="1608363" cy="2652031"/>
            </a:xfrm>
            <a:solidFill>
              <a:srgbClr val="A6A6A6">
                <a:alpha val="20000"/>
              </a:srgbClr>
            </a:solidFill>
          </p:grpSpPr>
          <p:sp>
            <p:nvSpPr>
              <p:cNvPr id="676" name="Oval 27">
                <a:extLst>
                  <a:ext uri="{FF2B5EF4-FFF2-40B4-BE49-F238E27FC236}">
                    <a16:creationId xmlns:a16="http://schemas.microsoft.com/office/drawing/2014/main" id="{1C46FFC4-E076-0E02-C778-EC7EC4EB394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7" name="Oval 28">
                <a:extLst>
                  <a:ext uri="{FF2B5EF4-FFF2-40B4-BE49-F238E27FC236}">
                    <a16:creationId xmlns:a16="http://schemas.microsoft.com/office/drawing/2014/main" id="{85559BAA-C3DD-C777-8DB2-0C01C66B57D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8" name="Group 677">
            <a:extLst>
              <a:ext uri="{FF2B5EF4-FFF2-40B4-BE49-F238E27FC236}">
                <a16:creationId xmlns:a16="http://schemas.microsoft.com/office/drawing/2014/main" id="{17800ADB-2921-B940-F48D-4AF41B56023F}"/>
              </a:ext>
            </a:extLst>
          </p:cNvPr>
          <p:cNvGrpSpPr/>
          <p:nvPr/>
        </p:nvGrpSpPr>
        <p:grpSpPr>
          <a:xfrm>
            <a:off x="2105351" y="2253333"/>
            <a:ext cx="721206" cy="609701"/>
            <a:chOff x="2105351" y="2253333"/>
            <a:chExt cx="721206" cy="609701"/>
          </a:xfrm>
        </p:grpSpPr>
        <p:sp>
          <p:nvSpPr>
            <p:cNvPr id="679" name="Rectangle 678">
              <a:extLst>
                <a:ext uri="{FF2B5EF4-FFF2-40B4-BE49-F238E27FC236}">
                  <a16:creationId xmlns:a16="http://schemas.microsoft.com/office/drawing/2014/main" id="{7257FE07-F8AD-3E3B-5E36-E3F778A0A1F3}"/>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80" name="Right Triangle 679">
              <a:extLst>
                <a:ext uri="{FF2B5EF4-FFF2-40B4-BE49-F238E27FC236}">
                  <a16:creationId xmlns:a16="http://schemas.microsoft.com/office/drawing/2014/main" id="{26B7274E-E8D8-06C8-C15A-651642FAA952}"/>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1" name="Group 680">
              <a:extLst>
                <a:ext uri="{FF2B5EF4-FFF2-40B4-BE49-F238E27FC236}">
                  <a16:creationId xmlns:a16="http://schemas.microsoft.com/office/drawing/2014/main" id="{08976363-44A4-5C78-2275-76C3F46B3202}"/>
                </a:ext>
              </a:extLst>
            </p:cNvPr>
            <p:cNvGrpSpPr/>
            <p:nvPr/>
          </p:nvGrpSpPr>
          <p:grpSpPr>
            <a:xfrm>
              <a:off x="2771408" y="2265591"/>
              <a:ext cx="37817" cy="61390"/>
              <a:chOff x="3883481" y="2057400"/>
              <a:chExt cx="1608363" cy="2652031"/>
            </a:xfrm>
            <a:solidFill>
              <a:srgbClr val="A6A6A6">
                <a:alpha val="20000"/>
              </a:srgbClr>
            </a:solidFill>
          </p:grpSpPr>
          <p:sp>
            <p:nvSpPr>
              <p:cNvPr id="682" name="Oval 27">
                <a:extLst>
                  <a:ext uri="{FF2B5EF4-FFF2-40B4-BE49-F238E27FC236}">
                    <a16:creationId xmlns:a16="http://schemas.microsoft.com/office/drawing/2014/main" id="{1D38FFE2-7617-8960-E6AD-CA0242B91F0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3" name="Oval 28">
                <a:extLst>
                  <a:ext uri="{FF2B5EF4-FFF2-40B4-BE49-F238E27FC236}">
                    <a16:creationId xmlns:a16="http://schemas.microsoft.com/office/drawing/2014/main" id="{14FF6010-1C92-8369-A1B0-7477C7AF067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4" name="Group 683">
            <a:extLst>
              <a:ext uri="{FF2B5EF4-FFF2-40B4-BE49-F238E27FC236}">
                <a16:creationId xmlns:a16="http://schemas.microsoft.com/office/drawing/2014/main" id="{B8A18371-3D93-3B0D-C700-69EDC9EEBCEE}"/>
              </a:ext>
            </a:extLst>
          </p:cNvPr>
          <p:cNvGrpSpPr/>
          <p:nvPr/>
        </p:nvGrpSpPr>
        <p:grpSpPr>
          <a:xfrm>
            <a:off x="2941860" y="2253333"/>
            <a:ext cx="721206" cy="609701"/>
            <a:chOff x="2941860" y="2253333"/>
            <a:chExt cx="721206" cy="609701"/>
          </a:xfrm>
        </p:grpSpPr>
        <p:sp>
          <p:nvSpPr>
            <p:cNvPr id="685" name="Rectangle 684">
              <a:extLst>
                <a:ext uri="{FF2B5EF4-FFF2-40B4-BE49-F238E27FC236}">
                  <a16:creationId xmlns:a16="http://schemas.microsoft.com/office/drawing/2014/main" id="{AB78408B-A6C6-7912-015E-F4E156A8AC1F}"/>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686" name="Right Triangle 685">
              <a:extLst>
                <a:ext uri="{FF2B5EF4-FFF2-40B4-BE49-F238E27FC236}">
                  <a16:creationId xmlns:a16="http://schemas.microsoft.com/office/drawing/2014/main" id="{2A30297E-6785-28B1-459E-9784D85BD38E}"/>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7" name="Group 686">
              <a:extLst>
                <a:ext uri="{FF2B5EF4-FFF2-40B4-BE49-F238E27FC236}">
                  <a16:creationId xmlns:a16="http://schemas.microsoft.com/office/drawing/2014/main" id="{C6DFFD6E-67AE-801D-72CD-D8370C70D254}"/>
                </a:ext>
              </a:extLst>
            </p:cNvPr>
            <p:cNvGrpSpPr/>
            <p:nvPr/>
          </p:nvGrpSpPr>
          <p:grpSpPr>
            <a:xfrm>
              <a:off x="3611250" y="2264969"/>
              <a:ext cx="37817" cy="61390"/>
              <a:chOff x="3883481" y="2057400"/>
              <a:chExt cx="1608363" cy="2652031"/>
            </a:xfrm>
            <a:solidFill>
              <a:srgbClr val="A6A6A6">
                <a:alpha val="20000"/>
              </a:srgbClr>
            </a:solidFill>
          </p:grpSpPr>
          <p:sp>
            <p:nvSpPr>
              <p:cNvPr id="688" name="Oval 27">
                <a:extLst>
                  <a:ext uri="{FF2B5EF4-FFF2-40B4-BE49-F238E27FC236}">
                    <a16:creationId xmlns:a16="http://schemas.microsoft.com/office/drawing/2014/main" id="{1D27D04D-1964-CE89-3331-1E5441EC928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9" name="Oval 28">
                <a:extLst>
                  <a:ext uri="{FF2B5EF4-FFF2-40B4-BE49-F238E27FC236}">
                    <a16:creationId xmlns:a16="http://schemas.microsoft.com/office/drawing/2014/main" id="{9589C96B-D38F-7D8F-78AB-A06FA4FE9D3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0" name="Group 689">
            <a:extLst>
              <a:ext uri="{FF2B5EF4-FFF2-40B4-BE49-F238E27FC236}">
                <a16:creationId xmlns:a16="http://schemas.microsoft.com/office/drawing/2014/main" id="{D714217F-EBB4-0010-CB40-CF2266F0BA2E}"/>
              </a:ext>
            </a:extLst>
          </p:cNvPr>
          <p:cNvGrpSpPr/>
          <p:nvPr/>
        </p:nvGrpSpPr>
        <p:grpSpPr>
          <a:xfrm>
            <a:off x="4614876" y="2253332"/>
            <a:ext cx="721206" cy="609701"/>
            <a:chOff x="4614876" y="2253332"/>
            <a:chExt cx="721206" cy="609701"/>
          </a:xfrm>
        </p:grpSpPr>
        <p:sp>
          <p:nvSpPr>
            <p:cNvPr id="691" name="Rectangle 690">
              <a:extLst>
                <a:ext uri="{FF2B5EF4-FFF2-40B4-BE49-F238E27FC236}">
                  <a16:creationId xmlns:a16="http://schemas.microsoft.com/office/drawing/2014/main" id="{63B337DA-65C8-0334-6397-54BF88B16FAD}"/>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692" name="Right Triangle 691">
              <a:extLst>
                <a:ext uri="{FF2B5EF4-FFF2-40B4-BE49-F238E27FC236}">
                  <a16:creationId xmlns:a16="http://schemas.microsoft.com/office/drawing/2014/main" id="{768EF7CC-3A48-30FB-D775-BEF8AD63FF8C}"/>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3" name="Group 692">
              <a:extLst>
                <a:ext uri="{FF2B5EF4-FFF2-40B4-BE49-F238E27FC236}">
                  <a16:creationId xmlns:a16="http://schemas.microsoft.com/office/drawing/2014/main" id="{E2C4EAEF-19AF-AD3B-9823-8F148F62C19A}"/>
                </a:ext>
              </a:extLst>
            </p:cNvPr>
            <p:cNvGrpSpPr/>
            <p:nvPr/>
          </p:nvGrpSpPr>
          <p:grpSpPr>
            <a:xfrm>
              <a:off x="5280738" y="2264779"/>
              <a:ext cx="37817" cy="61390"/>
              <a:chOff x="3883481" y="2057400"/>
              <a:chExt cx="1608363" cy="2652031"/>
            </a:xfrm>
            <a:solidFill>
              <a:srgbClr val="A6A6A6">
                <a:alpha val="20000"/>
              </a:srgbClr>
            </a:solidFill>
          </p:grpSpPr>
          <p:sp>
            <p:nvSpPr>
              <p:cNvPr id="694" name="Oval 27">
                <a:extLst>
                  <a:ext uri="{FF2B5EF4-FFF2-40B4-BE49-F238E27FC236}">
                    <a16:creationId xmlns:a16="http://schemas.microsoft.com/office/drawing/2014/main" id="{D005F90E-828A-2BF7-0EFE-D6D85671A69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5" name="Oval 28">
                <a:extLst>
                  <a:ext uri="{FF2B5EF4-FFF2-40B4-BE49-F238E27FC236}">
                    <a16:creationId xmlns:a16="http://schemas.microsoft.com/office/drawing/2014/main" id="{4A6B9577-4E7E-4639-B382-3F7FFB98B27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8" name="Group 707">
            <a:extLst>
              <a:ext uri="{FF2B5EF4-FFF2-40B4-BE49-F238E27FC236}">
                <a16:creationId xmlns:a16="http://schemas.microsoft.com/office/drawing/2014/main" id="{F31759EC-CC1D-1CA9-A2EA-CEDF00BD67C2}"/>
              </a:ext>
            </a:extLst>
          </p:cNvPr>
          <p:cNvGrpSpPr/>
          <p:nvPr/>
        </p:nvGrpSpPr>
        <p:grpSpPr>
          <a:xfrm>
            <a:off x="431659" y="2253337"/>
            <a:ext cx="721895" cy="609700"/>
            <a:chOff x="431659" y="2253337"/>
            <a:chExt cx="721895" cy="609700"/>
          </a:xfrm>
        </p:grpSpPr>
        <p:sp>
          <p:nvSpPr>
            <p:cNvPr id="709" name="Rectangle 708">
              <a:hlinkHover r:id="" action="ppaction://noaction" highlightClick="1"/>
              <a:extLst>
                <a:ext uri="{FF2B5EF4-FFF2-40B4-BE49-F238E27FC236}">
                  <a16:creationId xmlns:a16="http://schemas.microsoft.com/office/drawing/2014/main" id="{9C42F8DC-CB5A-EC7C-AD59-EDFDF5CB25E0}"/>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10" name="Diamond 709">
              <a:extLst>
                <a:ext uri="{FF2B5EF4-FFF2-40B4-BE49-F238E27FC236}">
                  <a16:creationId xmlns:a16="http://schemas.microsoft.com/office/drawing/2014/main" id="{760A2692-946E-F077-A3D0-E11F6BB1F706}"/>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1" name="Oval 710">
              <a:extLst>
                <a:ext uri="{FF2B5EF4-FFF2-40B4-BE49-F238E27FC236}">
                  <a16:creationId xmlns:a16="http://schemas.microsoft.com/office/drawing/2014/main" id="{74F3BEFF-4A6D-6387-3B36-53D39A514D46}"/>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16" name="Group 715">
            <a:extLst>
              <a:ext uri="{FF2B5EF4-FFF2-40B4-BE49-F238E27FC236}">
                <a16:creationId xmlns:a16="http://schemas.microsoft.com/office/drawing/2014/main" id="{CA19F2A2-ECAB-3FC8-089A-25CEE8C3E0F2}"/>
              </a:ext>
            </a:extLst>
          </p:cNvPr>
          <p:cNvGrpSpPr/>
          <p:nvPr/>
        </p:nvGrpSpPr>
        <p:grpSpPr>
          <a:xfrm>
            <a:off x="2105348" y="1532276"/>
            <a:ext cx="721206" cy="609701"/>
            <a:chOff x="2105348" y="1532276"/>
            <a:chExt cx="721206" cy="609701"/>
          </a:xfrm>
        </p:grpSpPr>
        <p:sp>
          <p:nvSpPr>
            <p:cNvPr id="717" name="Rectangle 716">
              <a:extLst>
                <a:ext uri="{FF2B5EF4-FFF2-40B4-BE49-F238E27FC236}">
                  <a16:creationId xmlns:a16="http://schemas.microsoft.com/office/drawing/2014/main" id="{D6E76628-E64F-86B1-F56B-0B6751294BBC}"/>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18" name="Rectangle 717">
              <a:extLst>
                <a:ext uri="{FF2B5EF4-FFF2-40B4-BE49-F238E27FC236}">
                  <a16:creationId xmlns:a16="http://schemas.microsoft.com/office/drawing/2014/main" id="{4D44ACA5-CC76-2FED-ECA3-D491B195ECAA}"/>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9" name="Oval 15">
              <a:extLst>
                <a:ext uri="{FF2B5EF4-FFF2-40B4-BE49-F238E27FC236}">
                  <a16:creationId xmlns:a16="http://schemas.microsoft.com/office/drawing/2014/main" id="{40304E83-D518-3683-769D-D4DD437720C0}"/>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20" name="Straight Connector 719">
              <a:extLst>
                <a:ext uri="{FF2B5EF4-FFF2-40B4-BE49-F238E27FC236}">
                  <a16:creationId xmlns:a16="http://schemas.microsoft.com/office/drawing/2014/main" id="{73D066A3-58F8-CE16-8DAA-5B213BA64E15}"/>
                </a:ext>
              </a:extLst>
            </p:cNvPr>
            <p:cNvCxnSpPr>
              <a:cxnSpLocks/>
              <a:stCxn id="719"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21" name="Straight Connector 720">
              <a:extLst>
                <a:ext uri="{FF2B5EF4-FFF2-40B4-BE49-F238E27FC236}">
                  <a16:creationId xmlns:a16="http://schemas.microsoft.com/office/drawing/2014/main" id="{E959FFD1-6850-6C96-8932-DFB466E144BC}"/>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22" name="Group 721">
            <a:extLst>
              <a:ext uri="{FF2B5EF4-FFF2-40B4-BE49-F238E27FC236}">
                <a16:creationId xmlns:a16="http://schemas.microsoft.com/office/drawing/2014/main" id="{B8CDCF39-E062-F212-C644-5C217ADF195B}"/>
              </a:ext>
            </a:extLst>
          </p:cNvPr>
          <p:cNvGrpSpPr/>
          <p:nvPr/>
        </p:nvGrpSpPr>
        <p:grpSpPr>
          <a:xfrm>
            <a:off x="431659" y="1532283"/>
            <a:ext cx="721891" cy="610032"/>
            <a:chOff x="431659" y="1532283"/>
            <a:chExt cx="721891" cy="610032"/>
          </a:xfrm>
        </p:grpSpPr>
        <p:sp>
          <p:nvSpPr>
            <p:cNvPr id="723" name="Rectangle 722">
              <a:extLst>
                <a:ext uri="{FF2B5EF4-FFF2-40B4-BE49-F238E27FC236}">
                  <a16:creationId xmlns:a16="http://schemas.microsoft.com/office/drawing/2014/main" id="{31A4B3F3-070A-C957-098E-3A46B612E019}"/>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24" name="Right Triangle 723">
              <a:extLst>
                <a:ext uri="{FF2B5EF4-FFF2-40B4-BE49-F238E27FC236}">
                  <a16:creationId xmlns:a16="http://schemas.microsoft.com/office/drawing/2014/main" id="{5BD684DE-23FD-109C-2671-121E729A13DD}"/>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5" name="Group 724">
              <a:extLst>
                <a:ext uri="{FF2B5EF4-FFF2-40B4-BE49-F238E27FC236}">
                  <a16:creationId xmlns:a16="http://schemas.microsoft.com/office/drawing/2014/main" id="{680E3706-7CF0-DF57-17CC-90B561486F00}"/>
                </a:ext>
              </a:extLst>
            </p:cNvPr>
            <p:cNvGrpSpPr/>
            <p:nvPr/>
          </p:nvGrpSpPr>
          <p:grpSpPr>
            <a:xfrm>
              <a:off x="1102940" y="1538374"/>
              <a:ext cx="37817" cy="61390"/>
              <a:chOff x="3883481" y="2057400"/>
              <a:chExt cx="1608363" cy="2652031"/>
            </a:xfrm>
            <a:solidFill>
              <a:srgbClr val="A6A6A6">
                <a:alpha val="20000"/>
              </a:srgbClr>
            </a:solidFill>
          </p:grpSpPr>
          <p:sp>
            <p:nvSpPr>
              <p:cNvPr id="726" name="Oval 27">
                <a:extLst>
                  <a:ext uri="{FF2B5EF4-FFF2-40B4-BE49-F238E27FC236}">
                    <a16:creationId xmlns:a16="http://schemas.microsoft.com/office/drawing/2014/main" id="{AEEBADAE-1B9D-BFBC-C938-B1F4512B679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7" name="Oval 28">
                <a:extLst>
                  <a:ext uri="{FF2B5EF4-FFF2-40B4-BE49-F238E27FC236}">
                    <a16:creationId xmlns:a16="http://schemas.microsoft.com/office/drawing/2014/main" id="{C8E56B97-40E2-33A9-3902-FCD38518BA6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8" name="Group 727">
            <a:extLst>
              <a:ext uri="{FF2B5EF4-FFF2-40B4-BE49-F238E27FC236}">
                <a16:creationId xmlns:a16="http://schemas.microsoft.com/office/drawing/2014/main" id="{6B822CD6-169A-504E-F4E5-41B2BDD9FFDD}"/>
              </a:ext>
            </a:extLst>
          </p:cNvPr>
          <p:cNvGrpSpPr/>
          <p:nvPr/>
        </p:nvGrpSpPr>
        <p:grpSpPr>
          <a:xfrm>
            <a:off x="1268843" y="1532283"/>
            <a:ext cx="721206" cy="610032"/>
            <a:chOff x="1268843" y="1532283"/>
            <a:chExt cx="721206" cy="610032"/>
          </a:xfrm>
        </p:grpSpPr>
        <p:sp>
          <p:nvSpPr>
            <p:cNvPr id="729" name="Rectangle 728">
              <a:extLst>
                <a:ext uri="{FF2B5EF4-FFF2-40B4-BE49-F238E27FC236}">
                  <a16:creationId xmlns:a16="http://schemas.microsoft.com/office/drawing/2014/main" id="{379A9A4F-7590-BB54-DE30-2728B1A6DA42}"/>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30" name="Right Triangle 729">
              <a:extLst>
                <a:ext uri="{FF2B5EF4-FFF2-40B4-BE49-F238E27FC236}">
                  <a16:creationId xmlns:a16="http://schemas.microsoft.com/office/drawing/2014/main" id="{5B721187-470C-F4EC-78C3-77B4C026BB70}"/>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31" name="Group 730">
              <a:extLst>
                <a:ext uri="{FF2B5EF4-FFF2-40B4-BE49-F238E27FC236}">
                  <a16:creationId xmlns:a16="http://schemas.microsoft.com/office/drawing/2014/main" id="{426E032F-A2A6-56B8-4503-11E2EDA589C9}"/>
                </a:ext>
              </a:extLst>
            </p:cNvPr>
            <p:cNvGrpSpPr/>
            <p:nvPr/>
          </p:nvGrpSpPr>
          <p:grpSpPr>
            <a:xfrm>
              <a:off x="1939436" y="1538374"/>
              <a:ext cx="37817" cy="61390"/>
              <a:chOff x="3883481" y="2057400"/>
              <a:chExt cx="1608363" cy="2652031"/>
            </a:xfrm>
            <a:solidFill>
              <a:srgbClr val="A6A6A6">
                <a:alpha val="20000"/>
              </a:srgbClr>
            </a:solidFill>
          </p:grpSpPr>
          <p:sp>
            <p:nvSpPr>
              <p:cNvPr id="732" name="Oval 27">
                <a:extLst>
                  <a:ext uri="{FF2B5EF4-FFF2-40B4-BE49-F238E27FC236}">
                    <a16:creationId xmlns:a16="http://schemas.microsoft.com/office/drawing/2014/main" id="{DA9550A8-5ACC-96B6-E042-529B50294C8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3" name="Oval 28">
                <a:extLst>
                  <a:ext uri="{FF2B5EF4-FFF2-40B4-BE49-F238E27FC236}">
                    <a16:creationId xmlns:a16="http://schemas.microsoft.com/office/drawing/2014/main" id="{F3FA5184-EE03-ED0D-B5B6-1D13E2C2D23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6" name="Group 745">
            <a:extLst>
              <a:ext uri="{FF2B5EF4-FFF2-40B4-BE49-F238E27FC236}">
                <a16:creationId xmlns:a16="http://schemas.microsoft.com/office/drawing/2014/main" id="{B399CF73-A74F-DB12-2B88-88A578DAFA6A}"/>
              </a:ext>
            </a:extLst>
          </p:cNvPr>
          <p:cNvGrpSpPr/>
          <p:nvPr/>
        </p:nvGrpSpPr>
        <p:grpSpPr>
          <a:xfrm>
            <a:off x="431659" y="2974054"/>
            <a:ext cx="721891" cy="609701"/>
            <a:chOff x="431659" y="2974054"/>
            <a:chExt cx="721891" cy="609701"/>
          </a:xfrm>
        </p:grpSpPr>
        <p:sp>
          <p:nvSpPr>
            <p:cNvPr id="747" name="Rectangle 746">
              <a:extLst>
                <a:ext uri="{FF2B5EF4-FFF2-40B4-BE49-F238E27FC236}">
                  <a16:creationId xmlns:a16="http://schemas.microsoft.com/office/drawing/2014/main" id="{122DA9E8-D77D-524B-21DA-AAE909A6DD43}"/>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48" name="Right Triangle 747">
              <a:extLst>
                <a:ext uri="{FF2B5EF4-FFF2-40B4-BE49-F238E27FC236}">
                  <a16:creationId xmlns:a16="http://schemas.microsoft.com/office/drawing/2014/main" id="{34B42A38-2320-7FC7-01BD-D84540A71FB5}"/>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9" name="Group 748">
              <a:extLst>
                <a:ext uri="{FF2B5EF4-FFF2-40B4-BE49-F238E27FC236}">
                  <a16:creationId xmlns:a16="http://schemas.microsoft.com/office/drawing/2014/main" id="{F05C91CC-C8BC-C3F1-71F0-E4A5B71AC520}"/>
                </a:ext>
              </a:extLst>
            </p:cNvPr>
            <p:cNvGrpSpPr/>
            <p:nvPr/>
          </p:nvGrpSpPr>
          <p:grpSpPr>
            <a:xfrm>
              <a:off x="1102940" y="2981762"/>
              <a:ext cx="37817" cy="61390"/>
              <a:chOff x="3883481" y="2057400"/>
              <a:chExt cx="1608363" cy="2652031"/>
            </a:xfrm>
            <a:solidFill>
              <a:srgbClr val="A6A6A6">
                <a:alpha val="20000"/>
              </a:srgbClr>
            </a:solidFill>
          </p:grpSpPr>
          <p:sp>
            <p:nvSpPr>
              <p:cNvPr id="750" name="Oval 27">
                <a:extLst>
                  <a:ext uri="{FF2B5EF4-FFF2-40B4-BE49-F238E27FC236}">
                    <a16:creationId xmlns:a16="http://schemas.microsoft.com/office/drawing/2014/main" id="{AA232E64-0F29-6FFC-958E-2DDA36F7C22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1" name="Oval 28">
                <a:extLst>
                  <a:ext uri="{FF2B5EF4-FFF2-40B4-BE49-F238E27FC236}">
                    <a16:creationId xmlns:a16="http://schemas.microsoft.com/office/drawing/2014/main" id="{8723C192-6DB5-580E-A53A-87B71D42CAE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8" name="Group 757">
            <a:extLst>
              <a:ext uri="{FF2B5EF4-FFF2-40B4-BE49-F238E27FC236}">
                <a16:creationId xmlns:a16="http://schemas.microsoft.com/office/drawing/2014/main" id="{6FC25C00-13F8-CAC2-4B81-FB9AB0780B1B}"/>
              </a:ext>
            </a:extLst>
          </p:cNvPr>
          <p:cNvGrpSpPr/>
          <p:nvPr/>
        </p:nvGrpSpPr>
        <p:grpSpPr>
          <a:xfrm>
            <a:off x="2940469" y="2974031"/>
            <a:ext cx="721206" cy="613175"/>
            <a:chOff x="2940469" y="2974031"/>
            <a:chExt cx="721206" cy="613175"/>
          </a:xfrm>
        </p:grpSpPr>
        <p:sp>
          <p:nvSpPr>
            <p:cNvPr id="759" name="Rectangle 758">
              <a:extLst>
                <a:ext uri="{FF2B5EF4-FFF2-40B4-BE49-F238E27FC236}">
                  <a16:creationId xmlns:a16="http://schemas.microsoft.com/office/drawing/2014/main" id="{D0137695-C3C2-4D7B-6576-247C5CA820FF}"/>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60" name="Right Triangle 759">
              <a:extLst>
                <a:ext uri="{FF2B5EF4-FFF2-40B4-BE49-F238E27FC236}">
                  <a16:creationId xmlns:a16="http://schemas.microsoft.com/office/drawing/2014/main" id="{CA026DB6-8352-4F4F-E434-D47F68AB2663}"/>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1" name="Group 760">
              <a:extLst>
                <a:ext uri="{FF2B5EF4-FFF2-40B4-BE49-F238E27FC236}">
                  <a16:creationId xmlns:a16="http://schemas.microsoft.com/office/drawing/2014/main" id="{C20CCE0A-FFD7-6C7F-5D65-2662B6633603}"/>
                </a:ext>
              </a:extLst>
            </p:cNvPr>
            <p:cNvGrpSpPr/>
            <p:nvPr/>
          </p:nvGrpSpPr>
          <p:grpSpPr>
            <a:xfrm>
              <a:off x="3610502" y="2980132"/>
              <a:ext cx="37817" cy="61390"/>
              <a:chOff x="3883481" y="2057400"/>
              <a:chExt cx="1608363" cy="2652031"/>
            </a:xfrm>
            <a:solidFill>
              <a:srgbClr val="A6A6A6">
                <a:alpha val="20000"/>
              </a:srgbClr>
            </a:solidFill>
          </p:grpSpPr>
          <p:sp>
            <p:nvSpPr>
              <p:cNvPr id="762" name="Oval 27">
                <a:extLst>
                  <a:ext uri="{FF2B5EF4-FFF2-40B4-BE49-F238E27FC236}">
                    <a16:creationId xmlns:a16="http://schemas.microsoft.com/office/drawing/2014/main" id="{7C25B6B1-EE9F-83B1-A9F3-367127994A8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3" name="Oval 28">
                <a:extLst>
                  <a:ext uri="{FF2B5EF4-FFF2-40B4-BE49-F238E27FC236}">
                    <a16:creationId xmlns:a16="http://schemas.microsoft.com/office/drawing/2014/main" id="{0834F81F-3813-0B30-703B-8EC827EA2E2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4" name="Group 763">
            <a:extLst>
              <a:ext uri="{FF2B5EF4-FFF2-40B4-BE49-F238E27FC236}">
                <a16:creationId xmlns:a16="http://schemas.microsoft.com/office/drawing/2014/main" id="{EFD37C19-1C61-6E38-BAA8-7992C99B0B14}"/>
              </a:ext>
            </a:extLst>
          </p:cNvPr>
          <p:cNvGrpSpPr/>
          <p:nvPr/>
        </p:nvGrpSpPr>
        <p:grpSpPr>
          <a:xfrm>
            <a:off x="1268380" y="2974053"/>
            <a:ext cx="721206" cy="609701"/>
            <a:chOff x="1268380" y="2974053"/>
            <a:chExt cx="721206" cy="609701"/>
          </a:xfrm>
        </p:grpSpPr>
        <p:sp>
          <p:nvSpPr>
            <p:cNvPr id="765" name="Rectangle 764">
              <a:extLst>
                <a:ext uri="{FF2B5EF4-FFF2-40B4-BE49-F238E27FC236}">
                  <a16:creationId xmlns:a16="http://schemas.microsoft.com/office/drawing/2014/main" id="{C675DC4E-D51E-CD3A-CD65-A02A025024C4}"/>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66" name="Right Triangle 765">
              <a:extLst>
                <a:ext uri="{FF2B5EF4-FFF2-40B4-BE49-F238E27FC236}">
                  <a16:creationId xmlns:a16="http://schemas.microsoft.com/office/drawing/2014/main" id="{3E8F1707-3580-CD54-C6BC-98243D18AC13}"/>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7" name="Group 766">
              <a:extLst>
                <a:ext uri="{FF2B5EF4-FFF2-40B4-BE49-F238E27FC236}">
                  <a16:creationId xmlns:a16="http://schemas.microsoft.com/office/drawing/2014/main" id="{20F932C5-93C9-5413-A1B0-E96B8D912A9D}"/>
                </a:ext>
              </a:extLst>
            </p:cNvPr>
            <p:cNvGrpSpPr/>
            <p:nvPr/>
          </p:nvGrpSpPr>
          <p:grpSpPr>
            <a:xfrm>
              <a:off x="1938973" y="2986452"/>
              <a:ext cx="37817" cy="61390"/>
              <a:chOff x="3883481" y="2057400"/>
              <a:chExt cx="1608363" cy="2652031"/>
            </a:xfrm>
            <a:solidFill>
              <a:srgbClr val="A6A6A6">
                <a:alpha val="20000"/>
              </a:srgbClr>
            </a:solidFill>
          </p:grpSpPr>
          <p:sp>
            <p:nvSpPr>
              <p:cNvPr id="768" name="Oval 27">
                <a:extLst>
                  <a:ext uri="{FF2B5EF4-FFF2-40B4-BE49-F238E27FC236}">
                    <a16:creationId xmlns:a16="http://schemas.microsoft.com/office/drawing/2014/main" id="{C6DCB8B6-3836-A39F-1B08-5A28536C3D2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9" name="Oval 28">
                <a:extLst>
                  <a:ext uri="{FF2B5EF4-FFF2-40B4-BE49-F238E27FC236}">
                    <a16:creationId xmlns:a16="http://schemas.microsoft.com/office/drawing/2014/main" id="{88C20F49-7792-B1D3-0CB1-654C36941BC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0" name="Group 769">
            <a:extLst>
              <a:ext uri="{FF2B5EF4-FFF2-40B4-BE49-F238E27FC236}">
                <a16:creationId xmlns:a16="http://schemas.microsoft.com/office/drawing/2014/main" id="{661DCD33-22D7-535F-003F-23FCA74E5BC7}"/>
              </a:ext>
            </a:extLst>
          </p:cNvPr>
          <p:cNvGrpSpPr/>
          <p:nvPr/>
        </p:nvGrpSpPr>
        <p:grpSpPr>
          <a:xfrm>
            <a:off x="2938534" y="811556"/>
            <a:ext cx="721206" cy="609701"/>
            <a:chOff x="2938534" y="811556"/>
            <a:chExt cx="721206" cy="609701"/>
          </a:xfrm>
        </p:grpSpPr>
        <p:sp>
          <p:nvSpPr>
            <p:cNvPr id="771" name="Rectangle 770">
              <a:extLst>
                <a:ext uri="{FF2B5EF4-FFF2-40B4-BE49-F238E27FC236}">
                  <a16:creationId xmlns:a16="http://schemas.microsoft.com/office/drawing/2014/main" id="{63E6A0A6-27E3-14E5-6E15-1DB3F50964BA}"/>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72" name="Rectangle 771">
              <a:extLst>
                <a:ext uri="{FF2B5EF4-FFF2-40B4-BE49-F238E27FC236}">
                  <a16:creationId xmlns:a16="http://schemas.microsoft.com/office/drawing/2014/main" id="{3AFE427C-421D-7C2E-9C9C-7D2D1EB847B4}"/>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3" name="Oval 15">
              <a:extLst>
                <a:ext uri="{FF2B5EF4-FFF2-40B4-BE49-F238E27FC236}">
                  <a16:creationId xmlns:a16="http://schemas.microsoft.com/office/drawing/2014/main" id="{61A3395F-32ED-5B61-7A41-5F4B9CF7D0E5}"/>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74" name="Straight Connector 773">
              <a:extLst>
                <a:ext uri="{FF2B5EF4-FFF2-40B4-BE49-F238E27FC236}">
                  <a16:creationId xmlns:a16="http://schemas.microsoft.com/office/drawing/2014/main" id="{C49CFD2D-64D2-B067-4EC5-D455A5F68A9C}"/>
                </a:ext>
              </a:extLst>
            </p:cNvPr>
            <p:cNvCxnSpPr>
              <a:cxnSpLocks/>
              <a:stCxn id="773"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75" name="Straight Connector 774">
              <a:extLst>
                <a:ext uri="{FF2B5EF4-FFF2-40B4-BE49-F238E27FC236}">
                  <a16:creationId xmlns:a16="http://schemas.microsoft.com/office/drawing/2014/main" id="{6D6A59AF-1EF6-46F9-D689-C878777842F4}"/>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82" name="Group 781">
            <a:extLst>
              <a:ext uri="{FF2B5EF4-FFF2-40B4-BE49-F238E27FC236}">
                <a16:creationId xmlns:a16="http://schemas.microsoft.com/office/drawing/2014/main" id="{1131D9DF-4085-DBB7-4442-08176B76BD07}"/>
              </a:ext>
            </a:extLst>
          </p:cNvPr>
          <p:cNvGrpSpPr/>
          <p:nvPr/>
        </p:nvGrpSpPr>
        <p:grpSpPr>
          <a:xfrm>
            <a:off x="431659" y="811556"/>
            <a:ext cx="721206" cy="609701"/>
            <a:chOff x="431659" y="811556"/>
            <a:chExt cx="721206" cy="609701"/>
          </a:xfrm>
        </p:grpSpPr>
        <p:sp>
          <p:nvSpPr>
            <p:cNvPr id="783" name="Rectangle 782">
              <a:extLst>
                <a:ext uri="{FF2B5EF4-FFF2-40B4-BE49-F238E27FC236}">
                  <a16:creationId xmlns:a16="http://schemas.microsoft.com/office/drawing/2014/main" id="{4D359D12-B98C-F5A1-76BC-F13044DBF505}"/>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84" name="Right Triangle 783">
              <a:extLst>
                <a:ext uri="{FF2B5EF4-FFF2-40B4-BE49-F238E27FC236}">
                  <a16:creationId xmlns:a16="http://schemas.microsoft.com/office/drawing/2014/main" id="{E3B00F11-556A-37C3-80A5-93A7561A2EFC}"/>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5" name="Group 784">
              <a:extLst>
                <a:ext uri="{FF2B5EF4-FFF2-40B4-BE49-F238E27FC236}">
                  <a16:creationId xmlns:a16="http://schemas.microsoft.com/office/drawing/2014/main" id="{B9450E71-8CEC-C577-B022-17FCF48C1EE8}"/>
                </a:ext>
              </a:extLst>
            </p:cNvPr>
            <p:cNvGrpSpPr/>
            <p:nvPr/>
          </p:nvGrpSpPr>
          <p:grpSpPr>
            <a:xfrm>
              <a:off x="1100969" y="819591"/>
              <a:ext cx="37817" cy="61390"/>
              <a:chOff x="3883481" y="2057400"/>
              <a:chExt cx="1608363" cy="2652031"/>
            </a:xfrm>
            <a:solidFill>
              <a:srgbClr val="A6A6A6">
                <a:alpha val="20000"/>
              </a:srgbClr>
            </a:solidFill>
          </p:grpSpPr>
          <p:sp>
            <p:nvSpPr>
              <p:cNvPr id="786" name="Oval 27">
                <a:extLst>
                  <a:ext uri="{FF2B5EF4-FFF2-40B4-BE49-F238E27FC236}">
                    <a16:creationId xmlns:a16="http://schemas.microsoft.com/office/drawing/2014/main" id="{D21324A8-B250-7E49-E83F-04B0ACF6B95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7" name="Oval 28">
                <a:extLst>
                  <a:ext uri="{FF2B5EF4-FFF2-40B4-BE49-F238E27FC236}">
                    <a16:creationId xmlns:a16="http://schemas.microsoft.com/office/drawing/2014/main" id="{1FF6C0D8-9AA2-C97A-EEB1-79C22B21777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8" name="Group 787">
            <a:extLst>
              <a:ext uri="{FF2B5EF4-FFF2-40B4-BE49-F238E27FC236}">
                <a16:creationId xmlns:a16="http://schemas.microsoft.com/office/drawing/2014/main" id="{EB3CCC0F-8624-0289-60BE-735CE95D4621}"/>
              </a:ext>
            </a:extLst>
          </p:cNvPr>
          <p:cNvGrpSpPr/>
          <p:nvPr/>
        </p:nvGrpSpPr>
        <p:grpSpPr>
          <a:xfrm>
            <a:off x="1267285" y="811556"/>
            <a:ext cx="721206" cy="609701"/>
            <a:chOff x="1267285" y="811556"/>
            <a:chExt cx="721206" cy="609701"/>
          </a:xfrm>
        </p:grpSpPr>
        <p:sp>
          <p:nvSpPr>
            <p:cNvPr id="789" name="Rectangle 788">
              <a:extLst>
                <a:ext uri="{FF2B5EF4-FFF2-40B4-BE49-F238E27FC236}">
                  <a16:creationId xmlns:a16="http://schemas.microsoft.com/office/drawing/2014/main" id="{635DACB6-30E1-05DD-F75B-AA23DFCC5A8F}"/>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790" name="Right Triangle 789">
              <a:extLst>
                <a:ext uri="{FF2B5EF4-FFF2-40B4-BE49-F238E27FC236}">
                  <a16:creationId xmlns:a16="http://schemas.microsoft.com/office/drawing/2014/main" id="{284ECBEB-7C52-8192-6877-E62EA3E1FEC6}"/>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91" name="Group 790">
              <a:extLst>
                <a:ext uri="{FF2B5EF4-FFF2-40B4-BE49-F238E27FC236}">
                  <a16:creationId xmlns:a16="http://schemas.microsoft.com/office/drawing/2014/main" id="{310080E0-E9CD-3F52-B7F2-A376A08D8617}"/>
                </a:ext>
              </a:extLst>
            </p:cNvPr>
            <p:cNvGrpSpPr/>
            <p:nvPr/>
          </p:nvGrpSpPr>
          <p:grpSpPr>
            <a:xfrm>
              <a:off x="1937878" y="819591"/>
              <a:ext cx="37817" cy="61390"/>
              <a:chOff x="3883481" y="2057400"/>
              <a:chExt cx="1608363" cy="2652031"/>
            </a:xfrm>
            <a:solidFill>
              <a:srgbClr val="A6A6A6">
                <a:alpha val="20000"/>
              </a:srgbClr>
            </a:solidFill>
          </p:grpSpPr>
          <p:sp>
            <p:nvSpPr>
              <p:cNvPr id="792" name="Oval 27">
                <a:extLst>
                  <a:ext uri="{FF2B5EF4-FFF2-40B4-BE49-F238E27FC236}">
                    <a16:creationId xmlns:a16="http://schemas.microsoft.com/office/drawing/2014/main" id="{4801DF9B-4BEB-D065-7C58-369CB085338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3" name="Oval 28">
                <a:extLst>
                  <a:ext uri="{FF2B5EF4-FFF2-40B4-BE49-F238E27FC236}">
                    <a16:creationId xmlns:a16="http://schemas.microsoft.com/office/drawing/2014/main" id="{811DC665-A454-EABB-822E-23FB3F99473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0" name="Group 799">
            <a:extLst>
              <a:ext uri="{FF2B5EF4-FFF2-40B4-BE49-F238E27FC236}">
                <a16:creationId xmlns:a16="http://schemas.microsoft.com/office/drawing/2014/main" id="{DB1F71FE-6438-8BD6-8119-D48D812894A1}"/>
              </a:ext>
            </a:extLst>
          </p:cNvPr>
          <p:cNvGrpSpPr/>
          <p:nvPr/>
        </p:nvGrpSpPr>
        <p:grpSpPr>
          <a:xfrm>
            <a:off x="2889438" y="751337"/>
            <a:ext cx="5022643" cy="5001728"/>
            <a:chOff x="2889438" y="751337"/>
            <a:chExt cx="5022643" cy="5001728"/>
          </a:xfrm>
        </p:grpSpPr>
        <p:cxnSp>
          <p:nvCxnSpPr>
            <p:cNvPr id="801" name="Straight Connector 800">
              <a:extLst>
                <a:ext uri="{FF2B5EF4-FFF2-40B4-BE49-F238E27FC236}">
                  <a16:creationId xmlns:a16="http://schemas.microsoft.com/office/drawing/2014/main" id="{46688761-E35B-D6B9-A533-48BD3C5F3AC8}"/>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2" name="Straight Connector 801">
              <a:extLst>
                <a:ext uri="{FF2B5EF4-FFF2-40B4-BE49-F238E27FC236}">
                  <a16:creationId xmlns:a16="http://schemas.microsoft.com/office/drawing/2014/main" id="{D8ECAB5E-D169-D649-F90D-97B00F1D215D}"/>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3" name="Straight Connector 802">
              <a:extLst>
                <a:ext uri="{FF2B5EF4-FFF2-40B4-BE49-F238E27FC236}">
                  <a16:creationId xmlns:a16="http://schemas.microsoft.com/office/drawing/2014/main" id="{E09615A7-1226-DFB4-DB69-74E0D8316C05}"/>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4" name="Straight Connector 803">
              <a:extLst>
                <a:ext uri="{FF2B5EF4-FFF2-40B4-BE49-F238E27FC236}">
                  <a16:creationId xmlns:a16="http://schemas.microsoft.com/office/drawing/2014/main" id="{85935FF5-35CC-3606-7978-19220F0ADA87}"/>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5" name="Straight Connector 804">
              <a:extLst>
                <a:ext uri="{FF2B5EF4-FFF2-40B4-BE49-F238E27FC236}">
                  <a16:creationId xmlns:a16="http://schemas.microsoft.com/office/drawing/2014/main" id="{699921F1-5762-1703-40CE-FEA09C078B15}"/>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6" name="Straight Connector 805">
              <a:extLst>
                <a:ext uri="{FF2B5EF4-FFF2-40B4-BE49-F238E27FC236}">
                  <a16:creationId xmlns:a16="http://schemas.microsoft.com/office/drawing/2014/main" id="{D76457F9-79EE-D404-40BB-D6BC00D65465}"/>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7" name="Straight Connector 806">
              <a:extLst>
                <a:ext uri="{FF2B5EF4-FFF2-40B4-BE49-F238E27FC236}">
                  <a16:creationId xmlns:a16="http://schemas.microsoft.com/office/drawing/2014/main" id="{36F14F70-DB2D-3799-9F06-BC4CDABF0FAA}"/>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CC435625-2E91-86E4-016F-3DA17F0FF7D8}"/>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9" name="Straight Connector 808">
              <a:extLst>
                <a:ext uri="{FF2B5EF4-FFF2-40B4-BE49-F238E27FC236}">
                  <a16:creationId xmlns:a16="http://schemas.microsoft.com/office/drawing/2014/main" id="{AC03D345-ABF6-215F-F628-838DE1321D35}"/>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0" name="Straight Connector 809">
              <a:extLst>
                <a:ext uri="{FF2B5EF4-FFF2-40B4-BE49-F238E27FC236}">
                  <a16:creationId xmlns:a16="http://schemas.microsoft.com/office/drawing/2014/main" id="{7AEA3789-AC90-E6CA-D24B-16C6516939FB}"/>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0" name="Group 829">
            <a:extLst>
              <a:ext uri="{FF2B5EF4-FFF2-40B4-BE49-F238E27FC236}">
                <a16:creationId xmlns:a16="http://schemas.microsoft.com/office/drawing/2014/main" id="{A401607A-A9A6-8ED0-7415-506D2D5455CC}"/>
              </a:ext>
            </a:extLst>
          </p:cNvPr>
          <p:cNvGrpSpPr/>
          <p:nvPr/>
        </p:nvGrpSpPr>
        <p:grpSpPr>
          <a:xfrm>
            <a:off x="2100392" y="4419620"/>
            <a:ext cx="721206" cy="609701"/>
            <a:chOff x="2100392" y="4419620"/>
            <a:chExt cx="721206" cy="609701"/>
          </a:xfrm>
        </p:grpSpPr>
        <p:sp>
          <p:nvSpPr>
            <p:cNvPr id="831" name="Rectangle 830">
              <a:extLst>
                <a:ext uri="{FF2B5EF4-FFF2-40B4-BE49-F238E27FC236}">
                  <a16:creationId xmlns:a16="http://schemas.microsoft.com/office/drawing/2014/main" id="{35D7ECAE-BBCF-3DE4-76E2-DF7EC56EA368}"/>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Active Directory App Proxy</a:t>
              </a:r>
            </a:p>
          </p:txBody>
        </p:sp>
        <p:sp>
          <p:nvSpPr>
            <p:cNvPr id="832" name="Right Triangle 831">
              <a:extLst>
                <a:ext uri="{FF2B5EF4-FFF2-40B4-BE49-F238E27FC236}">
                  <a16:creationId xmlns:a16="http://schemas.microsoft.com/office/drawing/2014/main" id="{45B266B0-5890-7D71-289F-F5D2DD7B4D54}"/>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3" name="Group 832">
              <a:extLst>
                <a:ext uri="{FF2B5EF4-FFF2-40B4-BE49-F238E27FC236}">
                  <a16:creationId xmlns:a16="http://schemas.microsoft.com/office/drawing/2014/main" id="{B3C1853F-4D05-B6F4-74EB-92CC1BFADA19}"/>
                </a:ext>
              </a:extLst>
            </p:cNvPr>
            <p:cNvGrpSpPr/>
            <p:nvPr/>
          </p:nvGrpSpPr>
          <p:grpSpPr>
            <a:xfrm>
              <a:off x="2769856" y="4434450"/>
              <a:ext cx="37817" cy="61390"/>
              <a:chOff x="3883481" y="2057400"/>
              <a:chExt cx="1608363" cy="2652031"/>
            </a:xfrm>
            <a:solidFill>
              <a:srgbClr val="A6A6A6">
                <a:alpha val="20000"/>
              </a:srgbClr>
            </a:solidFill>
          </p:grpSpPr>
          <p:sp>
            <p:nvSpPr>
              <p:cNvPr id="834" name="Oval 27">
                <a:extLst>
                  <a:ext uri="{FF2B5EF4-FFF2-40B4-BE49-F238E27FC236}">
                    <a16:creationId xmlns:a16="http://schemas.microsoft.com/office/drawing/2014/main" id="{2CA240CC-84AB-B3B3-E00D-9606A0EA303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5" name="Oval 28">
                <a:extLst>
                  <a:ext uri="{FF2B5EF4-FFF2-40B4-BE49-F238E27FC236}">
                    <a16:creationId xmlns:a16="http://schemas.microsoft.com/office/drawing/2014/main" id="{E7F3B542-A966-89C6-9469-A18DCA685D7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36" name="Group 835">
            <a:extLst>
              <a:ext uri="{FF2B5EF4-FFF2-40B4-BE49-F238E27FC236}">
                <a16:creationId xmlns:a16="http://schemas.microsoft.com/office/drawing/2014/main" id="{46B361DE-B88A-C01D-892B-645F2AA55DD5}"/>
              </a:ext>
            </a:extLst>
          </p:cNvPr>
          <p:cNvGrpSpPr/>
          <p:nvPr/>
        </p:nvGrpSpPr>
        <p:grpSpPr>
          <a:xfrm>
            <a:off x="2937173" y="4419601"/>
            <a:ext cx="721206" cy="610396"/>
            <a:chOff x="2937173" y="4419601"/>
            <a:chExt cx="721206" cy="610396"/>
          </a:xfrm>
        </p:grpSpPr>
        <p:sp>
          <p:nvSpPr>
            <p:cNvPr id="837" name="Rectangle 836">
              <a:extLst>
                <a:ext uri="{FF2B5EF4-FFF2-40B4-BE49-F238E27FC236}">
                  <a16:creationId xmlns:a16="http://schemas.microsoft.com/office/drawing/2014/main" id="{974E07E2-59A6-C8D1-9303-0BE56DAE7319}"/>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38" name="Right Triangle 837">
              <a:extLst>
                <a:ext uri="{FF2B5EF4-FFF2-40B4-BE49-F238E27FC236}">
                  <a16:creationId xmlns:a16="http://schemas.microsoft.com/office/drawing/2014/main" id="{BDD74EED-ED9B-9641-AD1A-F30577229C14}"/>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9" name="Group 838">
              <a:extLst>
                <a:ext uri="{FF2B5EF4-FFF2-40B4-BE49-F238E27FC236}">
                  <a16:creationId xmlns:a16="http://schemas.microsoft.com/office/drawing/2014/main" id="{7B13E003-C590-5B08-6749-EA5AD8504CC2}"/>
                </a:ext>
              </a:extLst>
            </p:cNvPr>
            <p:cNvGrpSpPr/>
            <p:nvPr/>
          </p:nvGrpSpPr>
          <p:grpSpPr>
            <a:xfrm>
              <a:off x="3607766" y="4425699"/>
              <a:ext cx="37817" cy="61390"/>
              <a:chOff x="3883481" y="2057400"/>
              <a:chExt cx="1608363" cy="2652031"/>
            </a:xfrm>
            <a:solidFill>
              <a:srgbClr val="A6A6A6">
                <a:alpha val="20000"/>
              </a:srgbClr>
            </a:solidFill>
          </p:grpSpPr>
          <p:sp>
            <p:nvSpPr>
              <p:cNvPr id="840" name="Oval 27">
                <a:extLst>
                  <a:ext uri="{FF2B5EF4-FFF2-40B4-BE49-F238E27FC236}">
                    <a16:creationId xmlns:a16="http://schemas.microsoft.com/office/drawing/2014/main" id="{7DCE8B45-3296-0622-9477-78295221704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1" name="Oval 28">
                <a:extLst>
                  <a:ext uri="{FF2B5EF4-FFF2-40B4-BE49-F238E27FC236}">
                    <a16:creationId xmlns:a16="http://schemas.microsoft.com/office/drawing/2014/main" id="{8B28C79C-26D6-9A70-B434-23029DB2497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42" name="Group 841">
            <a:extLst>
              <a:ext uri="{FF2B5EF4-FFF2-40B4-BE49-F238E27FC236}">
                <a16:creationId xmlns:a16="http://schemas.microsoft.com/office/drawing/2014/main" id="{B8E54176-6A4C-5F44-3D3E-5F5F2F62AC01}"/>
              </a:ext>
            </a:extLst>
          </p:cNvPr>
          <p:cNvGrpSpPr/>
          <p:nvPr/>
        </p:nvGrpSpPr>
        <p:grpSpPr>
          <a:xfrm>
            <a:off x="6286130" y="4419624"/>
            <a:ext cx="721206" cy="609701"/>
            <a:chOff x="6286130" y="4419624"/>
            <a:chExt cx="721206" cy="609701"/>
          </a:xfrm>
        </p:grpSpPr>
        <p:sp>
          <p:nvSpPr>
            <p:cNvPr id="843" name="Rectangle 842">
              <a:hlinkHover r:id="" action="ppaction://noaction" highlightClick="1"/>
              <a:extLst>
                <a:ext uri="{FF2B5EF4-FFF2-40B4-BE49-F238E27FC236}">
                  <a16:creationId xmlns:a16="http://schemas.microsoft.com/office/drawing/2014/main" id="{1AF902DF-6BFE-2BE9-B2D3-18D3B0E6218D}"/>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44" name="Oval 843">
              <a:extLst>
                <a:ext uri="{FF2B5EF4-FFF2-40B4-BE49-F238E27FC236}">
                  <a16:creationId xmlns:a16="http://schemas.microsoft.com/office/drawing/2014/main" id="{D4FD3C78-CCDF-5797-4E48-74508F103440}"/>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5" name="Isosceles Triangle 648">
              <a:extLst>
                <a:ext uri="{FF2B5EF4-FFF2-40B4-BE49-F238E27FC236}">
                  <a16:creationId xmlns:a16="http://schemas.microsoft.com/office/drawing/2014/main" id="{99444EAC-1F10-6655-5B3E-FFE599BCC0AE}"/>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6" name="Group 845">
            <a:extLst>
              <a:ext uri="{FF2B5EF4-FFF2-40B4-BE49-F238E27FC236}">
                <a16:creationId xmlns:a16="http://schemas.microsoft.com/office/drawing/2014/main" id="{FEF7BD19-56EA-4948-585C-1069243469D5}"/>
              </a:ext>
            </a:extLst>
          </p:cNvPr>
          <p:cNvGrpSpPr/>
          <p:nvPr/>
        </p:nvGrpSpPr>
        <p:grpSpPr>
          <a:xfrm>
            <a:off x="5458940" y="5135305"/>
            <a:ext cx="721206" cy="609701"/>
            <a:chOff x="5458940" y="5135305"/>
            <a:chExt cx="721206" cy="609701"/>
          </a:xfrm>
        </p:grpSpPr>
        <p:sp>
          <p:nvSpPr>
            <p:cNvPr id="847" name="Rectangle 846">
              <a:hlinkHover r:id="" action="ppaction://noaction" highlightClick="1"/>
              <a:extLst>
                <a:ext uri="{FF2B5EF4-FFF2-40B4-BE49-F238E27FC236}">
                  <a16:creationId xmlns:a16="http://schemas.microsoft.com/office/drawing/2014/main" id="{E351026B-13F3-AB12-299E-9E8E4FD55C5E}"/>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48" name="Oval 847">
              <a:extLst>
                <a:ext uri="{FF2B5EF4-FFF2-40B4-BE49-F238E27FC236}">
                  <a16:creationId xmlns:a16="http://schemas.microsoft.com/office/drawing/2014/main" id="{4BD4D3BA-C1A8-B271-DB66-8EA0895C959A}"/>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9" name="Isosceles Triangle 648">
              <a:extLst>
                <a:ext uri="{FF2B5EF4-FFF2-40B4-BE49-F238E27FC236}">
                  <a16:creationId xmlns:a16="http://schemas.microsoft.com/office/drawing/2014/main" id="{F9D0328E-482A-61C4-4C15-B104D3C6D99D}"/>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0" name="Group 849">
            <a:extLst>
              <a:ext uri="{FF2B5EF4-FFF2-40B4-BE49-F238E27FC236}">
                <a16:creationId xmlns:a16="http://schemas.microsoft.com/office/drawing/2014/main" id="{A88F519B-E7CE-2EEF-E31D-103FBC7F7902}"/>
              </a:ext>
            </a:extLst>
          </p:cNvPr>
          <p:cNvGrpSpPr/>
          <p:nvPr/>
        </p:nvGrpSpPr>
        <p:grpSpPr>
          <a:xfrm>
            <a:off x="6289146" y="5141017"/>
            <a:ext cx="721206" cy="609701"/>
            <a:chOff x="6289146" y="5141017"/>
            <a:chExt cx="721206" cy="609701"/>
          </a:xfrm>
        </p:grpSpPr>
        <p:sp>
          <p:nvSpPr>
            <p:cNvPr id="851" name="Rectangle 850">
              <a:hlinkHover r:id="" action="ppaction://noaction" highlightClick="1"/>
              <a:extLst>
                <a:ext uri="{FF2B5EF4-FFF2-40B4-BE49-F238E27FC236}">
                  <a16:creationId xmlns:a16="http://schemas.microsoft.com/office/drawing/2014/main" id="{B5443EB5-914B-9AAF-4DB9-37C5F7759341}"/>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52" name="Oval 851">
              <a:extLst>
                <a:ext uri="{FF2B5EF4-FFF2-40B4-BE49-F238E27FC236}">
                  <a16:creationId xmlns:a16="http://schemas.microsoft.com/office/drawing/2014/main" id="{BBA9FDAB-76FF-57D9-08B0-746B42A1DC02}"/>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3" name="Isosceles Triangle 648">
              <a:extLst>
                <a:ext uri="{FF2B5EF4-FFF2-40B4-BE49-F238E27FC236}">
                  <a16:creationId xmlns:a16="http://schemas.microsoft.com/office/drawing/2014/main" id="{41A42261-0D5C-D271-B42C-A08FE66DA659}"/>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4" name="Group 853">
            <a:extLst>
              <a:ext uri="{FF2B5EF4-FFF2-40B4-BE49-F238E27FC236}">
                <a16:creationId xmlns:a16="http://schemas.microsoft.com/office/drawing/2014/main" id="{C7F9091C-9187-87BC-BDCB-5C39430DD8BA}"/>
              </a:ext>
            </a:extLst>
          </p:cNvPr>
          <p:cNvGrpSpPr/>
          <p:nvPr/>
        </p:nvGrpSpPr>
        <p:grpSpPr>
          <a:xfrm>
            <a:off x="7122911" y="4419624"/>
            <a:ext cx="721206" cy="609701"/>
            <a:chOff x="7122911" y="4419624"/>
            <a:chExt cx="721206" cy="609701"/>
          </a:xfrm>
        </p:grpSpPr>
        <p:sp>
          <p:nvSpPr>
            <p:cNvPr id="855" name="Rectangle 854">
              <a:hlinkHover r:id="" action="ppaction://noaction" highlightClick="1"/>
              <a:extLst>
                <a:ext uri="{FF2B5EF4-FFF2-40B4-BE49-F238E27FC236}">
                  <a16:creationId xmlns:a16="http://schemas.microsoft.com/office/drawing/2014/main" id="{EBC17BFE-C680-72D0-10AC-4AA2A427423E}"/>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56" name="Oval 855">
              <a:extLst>
                <a:ext uri="{FF2B5EF4-FFF2-40B4-BE49-F238E27FC236}">
                  <a16:creationId xmlns:a16="http://schemas.microsoft.com/office/drawing/2014/main" id="{7178D836-B59B-437F-B078-234332F9DA1A}"/>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7" name="Isosceles Triangle 648">
              <a:extLst>
                <a:ext uri="{FF2B5EF4-FFF2-40B4-BE49-F238E27FC236}">
                  <a16:creationId xmlns:a16="http://schemas.microsoft.com/office/drawing/2014/main" id="{76F7EDFE-59BE-82B3-B2E2-E5FB19526DFF}"/>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2" name="Group 861">
            <a:extLst>
              <a:ext uri="{FF2B5EF4-FFF2-40B4-BE49-F238E27FC236}">
                <a16:creationId xmlns:a16="http://schemas.microsoft.com/office/drawing/2014/main" id="{3D924D8E-F022-9842-994A-9D1DB56213E0}"/>
              </a:ext>
            </a:extLst>
          </p:cNvPr>
          <p:cNvGrpSpPr/>
          <p:nvPr/>
        </p:nvGrpSpPr>
        <p:grpSpPr>
          <a:xfrm>
            <a:off x="5454385" y="4419624"/>
            <a:ext cx="721206" cy="609701"/>
            <a:chOff x="5454385" y="4419624"/>
            <a:chExt cx="721206" cy="609701"/>
          </a:xfrm>
        </p:grpSpPr>
        <p:sp>
          <p:nvSpPr>
            <p:cNvPr id="863" name="Rectangle 862">
              <a:hlinkHover r:id="" action="ppaction://noaction" highlightClick="1"/>
              <a:extLst>
                <a:ext uri="{FF2B5EF4-FFF2-40B4-BE49-F238E27FC236}">
                  <a16:creationId xmlns:a16="http://schemas.microsoft.com/office/drawing/2014/main" id="{4ECFF2D4-902E-3E91-038C-0C1F4D32C295}"/>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64" name="Oval 863">
              <a:extLst>
                <a:ext uri="{FF2B5EF4-FFF2-40B4-BE49-F238E27FC236}">
                  <a16:creationId xmlns:a16="http://schemas.microsoft.com/office/drawing/2014/main" id="{197D08F6-9DC0-A1AC-A3E2-55C3D5FF3DD9}"/>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5" name="Isosceles Triangle 648">
              <a:extLst>
                <a:ext uri="{FF2B5EF4-FFF2-40B4-BE49-F238E27FC236}">
                  <a16:creationId xmlns:a16="http://schemas.microsoft.com/office/drawing/2014/main" id="{5C140B04-B378-F31D-7D39-06AAEDB20A2B}"/>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6" name="Group 865">
            <a:extLst>
              <a:ext uri="{FF2B5EF4-FFF2-40B4-BE49-F238E27FC236}">
                <a16:creationId xmlns:a16="http://schemas.microsoft.com/office/drawing/2014/main" id="{6A95DDB6-22FB-5D53-76B2-4450C1EE7553}"/>
              </a:ext>
            </a:extLst>
          </p:cNvPr>
          <p:cNvGrpSpPr/>
          <p:nvPr/>
        </p:nvGrpSpPr>
        <p:grpSpPr>
          <a:xfrm>
            <a:off x="3775041" y="5130133"/>
            <a:ext cx="721895" cy="609700"/>
            <a:chOff x="3775041" y="5130133"/>
            <a:chExt cx="721895" cy="609700"/>
          </a:xfrm>
        </p:grpSpPr>
        <p:sp>
          <p:nvSpPr>
            <p:cNvPr id="867" name="Rectangle 866">
              <a:hlinkHover r:id="" action="ppaction://noaction" highlightClick="1"/>
              <a:extLst>
                <a:ext uri="{FF2B5EF4-FFF2-40B4-BE49-F238E27FC236}">
                  <a16:creationId xmlns:a16="http://schemas.microsoft.com/office/drawing/2014/main" id="{3DA69ACC-A2F9-7D01-93C2-370F197A035F}"/>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68" name="Diamond 867">
              <a:extLst>
                <a:ext uri="{FF2B5EF4-FFF2-40B4-BE49-F238E27FC236}">
                  <a16:creationId xmlns:a16="http://schemas.microsoft.com/office/drawing/2014/main" id="{F73A584E-A784-1F82-253D-BFDB77255A88}"/>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9" name="Oval 868">
              <a:extLst>
                <a:ext uri="{FF2B5EF4-FFF2-40B4-BE49-F238E27FC236}">
                  <a16:creationId xmlns:a16="http://schemas.microsoft.com/office/drawing/2014/main" id="{7903A942-072B-FF88-2CE6-D272E5B71947}"/>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0" name="Group 869">
            <a:extLst>
              <a:ext uri="{FF2B5EF4-FFF2-40B4-BE49-F238E27FC236}">
                <a16:creationId xmlns:a16="http://schemas.microsoft.com/office/drawing/2014/main" id="{A33590E7-CB3E-103B-0777-7C80E49697D9}"/>
              </a:ext>
            </a:extLst>
          </p:cNvPr>
          <p:cNvGrpSpPr/>
          <p:nvPr/>
        </p:nvGrpSpPr>
        <p:grpSpPr>
          <a:xfrm>
            <a:off x="4618174" y="5130748"/>
            <a:ext cx="721895" cy="609700"/>
            <a:chOff x="4618174" y="5130748"/>
            <a:chExt cx="721895" cy="609700"/>
          </a:xfrm>
        </p:grpSpPr>
        <p:sp>
          <p:nvSpPr>
            <p:cNvPr id="871" name="Rectangle 870">
              <a:hlinkHover r:id="" action="ppaction://noaction" highlightClick="1"/>
              <a:extLst>
                <a:ext uri="{FF2B5EF4-FFF2-40B4-BE49-F238E27FC236}">
                  <a16:creationId xmlns:a16="http://schemas.microsoft.com/office/drawing/2014/main" id="{3DD39D0F-79D3-1DBA-27A4-6E740E97C164}"/>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72" name="Diamond 871">
              <a:extLst>
                <a:ext uri="{FF2B5EF4-FFF2-40B4-BE49-F238E27FC236}">
                  <a16:creationId xmlns:a16="http://schemas.microsoft.com/office/drawing/2014/main" id="{9BE427C5-2593-769C-4489-BAEDC8D9E85C}"/>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3" name="Oval 872">
              <a:extLst>
                <a:ext uri="{FF2B5EF4-FFF2-40B4-BE49-F238E27FC236}">
                  <a16:creationId xmlns:a16="http://schemas.microsoft.com/office/drawing/2014/main" id="{10A2119E-F6DF-60EC-892E-CE2ACBBAECEE}"/>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4" name="Group 873">
            <a:extLst>
              <a:ext uri="{FF2B5EF4-FFF2-40B4-BE49-F238E27FC236}">
                <a16:creationId xmlns:a16="http://schemas.microsoft.com/office/drawing/2014/main" id="{25C61526-9095-95E2-F026-948F0D672CE3}"/>
              </a:ext>
            </a:extLst>
          </p:cNvPr>
          <p:cNvGrpSpPr/>
          <p:nvPr/>
        </p:nvGrpSpPr>
        <p:grpSpPr>
          <a:xfrm>
            <a:off x="7125833" y="5143368"/>
            <a:ext cx="721206" cy="609701"/>
            <a:chOff x="7125833" y="5143368"/>
            <a:chExt cx="721206" cy="609701"/>
          </a:xfrm>
        </p:grpSpPr>
        <p:sp>
          <p:nvSpPr>
            <p:cNvPr id="875" name="Rectangle 874">
              <a:hlinkHover r:id="" action="ppaction://noaction" highlightClick="1"/>
              <a:extLst>
                <a:ext uri="{FF2B5EF4-FFF2-40B4-BE49-F238E27FC236}">
                  <a16:creationId xmlns:a16="http://schemas.microsoft.com/office/drawing/2014/main" id="{3EC3CE61-685F-5315-28C5-0949D4505467}"/>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76" name="Oval 875">
              <a:extLst>
                <a:ext uri="{FF2B5EF4-FFF2-40B4-BE49-F238E27FC236}">
                  <a16:creationId xmlns:a16="http://schemas.microsoft.com/office/drawing/2014/main" id="{0D611249-60DD-C6E4-01D4-903DCDCB5593}"/>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7" name="Isosceles Triangle 648">
              <a:extLst>
                <a:ext uri="{FF2B5EF4-FFF2-40B4-BE49-F238E27FC236}">
                  <a16:creationId xmlns:a16="http://schemas.microsoft.com/office/drawing/2014/main" id="{2A0DB208-9D14-6727-9F12-E7B0D2B69E68}"/>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8" name="Group 877">
            <a:extLst>
              <a:ext uri="{FF2B5EF4-FFF2-40B4-BE49-F238E27FC236}">
                <a16:creationId xmlns:a16="http://schemas.microsoft.com/office/drawing/2014/main" id="{A5C71D16-8507-9796-6383-EF699332595D}"/>
              </a:ext>
            </a:extLst>
          </p:cNvPr>
          <p:cNvGrpSpPr/>
          <p:nvPr/>
        </p:nvGrpSpPr>
        <p:grpSpPr>
          <a:xfrm>
            <a:off x="7122911" y="3698231"/>
            <a:ext cx="721206" cy="609701"/>
            <a:chOff x="7122911" y="3698231"/>
            <a:chExt cx="721206" cy="609701"/>
          </a:xfrm>
        </p:grpSpPr>
        <p:sp>
          <p:nvSpPr>
            <p:cNvPr id="879" name="Rectangle 878">
              <a:hlinkHover r:id="" action="ppaction://noaction" highlightClick="1"/>
              <a:extLst>
                <a:ext uri="{FF2B5EF4-FFF2-40B4-BE49-F238E27FC236}">
                  <a16:creationId xmlns:a16="http://schemas.microsoft.com/office/drawing/2014/main" id="{C144D1BB-F489-9910-93E6-FDC277555398}"/>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80" name="Oval 879">
              <a:extLst>
                <a:ext uri="{FF2B5EF4-FFF2-40B4-BE49-F238E27FC236}">
                  <a16:creationId xmlns:a16="http://schemas.microsoft.com/office/drawing/2014/main" id="{11B97D17-E8CC-A2A1-895F-FF91E4DB444D}"/>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1" name="Isosceles Triangle 648">
              <a:extLst>
                <a:ext uri="{FF2B5EF4-FFF2-40B4-BE49-F238E27FC236}">
                  <a16:creationId xmlns:a16="http://schemas.microsoft.com/office/drawing/2014/main" id="{0D7FC3A0-63DD-967B-5885-2883EBD9B7FF}"/>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2" name="Group 881">
            <a:extLst>
              <a:ext uri="{FF2B5EF4-FFF2-40B4-BE49-F238E27FC236}">
                <a16:creationId xmlns:a16="http://schemas.microsoft.com/office/drawing/2014/main" id="{5DFF51BA-B1ED-DFF9-6D8A-C6E8811F5BD0}"/>
              </a:ext>
            </a:extLst>
          </p:cNvPr>
          <p:cNvGrpSpPr/>
          <p:nvPr/>
        </p:nvGrpSpPr>
        <p:grpSpPr>
          <a:xfrm>
            <a:off x="6286224" y="3620338"/>
            <a:ext cx="721206" cy="687594"/>
            <a:chOff x="6286224" y="3620338"/>
            <a:chExt cx="721206" cy="687594"/>
          </a:xfrm>
        </p:grpSpPr>
        <p:cxnSp>
          <p:nvCxnSpPr>
            <p:cNvPr id="883" name="Straight Connector 882">
              <a:extLst>
                <a:ext uri="{FF2B5EF4-FFF2-40B4-BE49-F238E27FC236}">
                  <a16:creationId xmlns:a16="http://schemas.microsoft.com/office/drawing/2014/main" id="{4CB08F2C-34C6-3F89-9E9E-AE61CB607D38}"/>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84" name="Rectangle 883">
              <a:hlinkHover r:id="" action="ppaction://noaction" highlightClick="1"/>
              <a:extLst>
                <a:ext uri="{FF2B5EF4-FFF2-40B4-BE49-F238E27FC236}">
                  <a16:creationId xmlns:a16="http://schemas.microsoft.com/office/drawing/2014/main" id="{2BC154B2-A061-0E42-0F9C-D68E5C430D69}"/>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85" name="Oval 884">
              <a:extLst>
                <a:ext uri="{FF2B5EF4-FFF2-40B4-BE49-F238E27FC236}">
                  <a16:creationId xmlns:a16="http://schemas.microsoft.com/office/drawing/2014/main" id="{2D6AF24E-BEC4-C571-8B66-AD0470B586A4}"/>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6" name="Isosceles Triangle 648">
              <a:extLst>
                <a:ext uri="{FF2B5EF4-FFF2-40B4-BE49-F238E27FC236}">
                  <a16:creationId xmlns:a16="http://schemas.microsoft.com/office/drawing/2014/main" id="{591D327A-EAC0-FB1E-A30B-490FCEF7EA4B}"/>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77" name="Group 1076">
            <a:extLst>
              <a:ext uri="{FF2B5EF4-FFF2-40B4-BE49-F238E27FC236}">
                <a16:creationId xmlns:a16="http://schemas.microsoft.com/office/drawing/2014/main" id="{33527440-4472-FFAE-5B7F-AF4A98B056A2}"/>
              </a:ext>
            </a:extLst>
          </p:cNvPr>
          <p:cNvGrpSpPr/>
          <p:nvPr/>
        </p:nvGrpSpPr>
        <p:grpSpPr>
          <a:xfrm>
            <a:off x="5448055" y="1532276"/>
            <a:ext cx="721206" cy="609701"/>
            <a:chOff x="5448055" y="1532276"/>
            <a:chExt cx="721206" cy="609701"/>
          </a:xfrm>
        </p:grpSpPr>
        <p:sp>
          <p:nvSpPr>
            <p:cNvPr id="1078" name="Rectangle 1077">
              <a:extLst>
                <a:ext uri="{FF2B5EF4-FFF2-40B4-BE49-F238E27FC236}">
                  <a16:creationId xmlns:a16="http://schemas.microsoft.com/office/drawing/2014/main" id="{AF88A070-D7A4-8FB4-0246-DC8FC91FB6B7}"/>
                </a:ext>
              </a:extLst>
            </p:cNvPr>
            <p:cNvSpPr/>
            <p:nvPr/>
          </p:nvSpPr>
          <p:spPr>
            <a:xfrm>
              <a:off x="5448055"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1079" name="Rectangle 1078">
              <a:extLst>
                <a:ext uri="{FF2B5EF4-FFF2-40B4-BE49-F238E27FC236}">
                  <a16:creationId xmlns:a16="http://schemas.microsoft.com/office/drawing/2014/main" id="{1F3FD0DB-43A1-02F0-B154-0AF164F0BC7D}"/>
                </a:ext>
              </a:extLst>
            </p:cNvPr>
            <p:cNvSpPr/>
            <p:nvPr/>
          </p:nvSpPr>
          <p:spPr>
            <a:xfrm flipV="1">
              <a:off x="6059657"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0" name="Oval 15">
              <a:extLst>
                <a:ext uri="{FF2B5EF4-FFF2-40B4-BE49-F238E27FC236}">
                  <a16:creationId xmlns:a16="http://schemas.microsoft.com/office/drawing/2014/main" id="{CE448F1D-EE0D-A65B-E353-CE70DED6669F}"/>
                </a:ext>
              </a:extLst>
            </p:cNvPr>
            <p:cNvSpPr/>
            <p:nvPr/>
          </p:nvSpPr>
          <p:spPr>
            <a:xfrm>
              <a:off x="6087046"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81" name="Straight Connector 1080">
              <a:extLst>
                <a:ext uri="{FF2B5EF4-FFF2-40B4-BE49-F238E27FC236}">
                  <a16:creationId xmlns:a16="http://schemas.microsoft.com/office/drawing/2014/main" id="{C5A8F149-CCC9-3CB0-A726-F05CEBEB53C1}"/>
                </a:ext>
              </a:extLst>
            </p:cNvPr>
            <p:cNvCxnSpPr>
              <a:cxnSpLocks/>
              <a:stCxn id="1080" idx="0"/>
            </p:cNvCxnSpPr>
            <p:nvPr/>
          </p:nvCxnSpPr>
          <p:spPr>
            <a:xfrm flipV="1">
              <a:off x="6092743"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82" name="Straight Connector 1081">
              <a:extLst>
                <a:ext uri="{FF2B5EF4-FFF2-40B4-BE49-F238E27FC236}">
                  <a16:creationId xmlns:a16="http://schemas.microsoft.com/office/drawing/2014/main" id="{E6ABB68F-2361-A7A8-28F8-15644677B486}"/>
                </a:ext>
              </a:extLst>
            </p:cNvPr>
            <p:cNvCxnSpPr>
              <a:cxnSpLocks/>
            </p:cNvCxnSpPr>
            <p:nvPr/>
          </p:nvCxnSpPr>
          <p:spPr>
            <a:xfrm>
              <a:off x="6098462"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83" name="Group 1082">
            <a:extLst>
              <a:ext uri="{FF2B5EF4-FFF2-40B4-BE49-F238E27FC236}">
                <a16:creationId xmlns:a16="http://schemas.microsoft.com/office/drawing/2014/main" id="{D300BC11-6022-46E0-B4FD-7065221E7FB2}"/>
              </a:ext>
            </a:extLst>
          </p:cNvPr>
          <p:cNvGrpSpPr/>
          <p:nvPr/>
        </p:nvGrpSpPr>
        <p:grpSpPr>
          <a:xfrm>
            <a:off x="4611548" y="1532276"/>
            <a:ext cx="721206" cy="609701"/>
            <a:chOff x="4611548" y="1532276"/>
            <a:chExt cx="721206" cy="609701"/>
          </a:xfrm>
        </p:grpSpPr>
        <p:sp>
          <p:nvSpPr>
            <p:cNvPr id="1084" name="Rectangle 1083">
              <a:extLst>
                <a:ext uri="{FF2B5EF4-FFF2-40B4-BE49-F238E27FC236}">
                  <a16:creationId xmlns:a16="http://schemas.microsoft.com/office/drawing/2014/main" id="{25DB9F00-079C-6ED4-9EF8-F988B8B29053}"/>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085" name="Right Triangle 1084">
              <a:extLst>
                <a:ext uri="{FF2B5EF4-FFF2-40B4-BE49-F238E27FC236}">
                  <a16:creationId xmlns:a16="http://schemas.microsoft.com/office/drawing/2014/main" id="{8AA7FFD9-7013-5683-1B64-0CE8E06035C3}"/>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86" name="Group 1085">
              <a:extLst>
                <a:ext uri="{FF2B5EF4-FFF2-40B4-BE49-F238E27FC236}">
                  <a16:creationId xmlns:a16="http://schemas.microsoft.com/office/drawing/2014/main" id="{2915178D-C26D-AD38-C4A0-626105A6A7EE}"/>
                </a:ext>
              </a:extLst>
            </p:cNvPr>
            <p:cNvGrpSpPr/>
            <p:nvPr/>
          </p:nvGrpSpPr>
          <p:grpSpPr>
            <a:xfrm>
              <a:off x="5276140" y="1542931"/>
              <a:ext cx="37817" cy="61390"/>
              <a:chOff x="3883481" y="2057400"/>
              <a:chExt cx="1608363" cy="2652031"/>
            </a:xfrm>
            <a:solidFill>
              <a:srgbClr val="A6A6A6"/>
            </a:solidFill>
          </p:grpSpPr>
          <p:sp>
            <p:nvSpPr>
              <p:cNvPr id="1087" name="Oval 27">
                <a:extLst>
                  <a:ext uri="{FF2B5EF4-FFF2-40B4-BE49-F238E27FC236}">
                    <a16:creationId xmlns:a16="http://schemas.microsoft.com/office/drawing/2014/main" id="{B8B11E37-94B3-B049-CB60-F140BEF7963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8" name="Oval 28">
                <a:extLst>
                  <a:ext uri="{FF2B5EF4-FFF2-40B4-BE49-F238E27FC236}">
                    <a16:creationId xmlns:a16="http://schemas.microsoft.com/office/drawing/2014/main" id="{D45A1F2A-E2BA-F145-ADA3-B90190157FC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89" name="Group 1088">
            <a:extLst>
              <a:ext uri="{FF2B5EF4-FFF2-40B4-BE49-F238E27FC236}">
                <a16:creationId xmlns:a16="http://schemas.microsoft.com/office/drawing/2014/main" id="{64662E82-2B76-5188-D4A1-B25F975E0DF2}"/>
              </a:ext>
            </a:extLst>
          </p:cNvPr>
          <p:cNvGrpSpPr/>
          <p:nvPr/>
        </p:nvGrpSpPr>
        <p:grpSpPr>
          <a:xfrm>
            <a:off x="9668894" y="826728"/>
            <a:ext cx="721206" cy="609701"/>
            <a:chOff x="9657965" y="90836"/>
            <a:chExt cx="721206" cy="609701"/>
          </a:xfrm>
        </p:grpSpPr>
        <p:sp>
          <p:nvSpPr>
            <p:cNvPr id="1090" name="Rectangle 1089">
              <a:hlinkHover r:id="" action="ppaction://noaction" highlightClick="1"/>
              <a:extLst>
                <a:ext uri="{FF2B5EF4-FFF2-40B4-BE49-F238E27FC236}">
                  <a16:creationId xmlns:a16="http://schemas.microsoft.com/office/drawing/2014/main" id="{A8EA2361-C2EF-00D8-CFF7-5B92EEE4B335}"/>
                </a:ext>
              </a:extLst>
            </p:cNvPr>
            <p:cNvSpPr/>
            <p:nvPr/>
          </p:nvSpPr>
          <p:spPr>
            <a:xfrm>
              <a:off x="9657965" y="9083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1091" name="Diamond 1090">
              <a:extLst>
                <a:ext uri="{FF2B5EF4-FFF2-40B4-BE49-F238E27FC236}">
                  <a16:creationId xmlns:a16="http://schemas.microsoft.com/office/drawing/2014/main" id="{BB3A06EE-5500-13F0-0E82-99BE47A80886}"/>
                </a:ext>
              </a:extLst>
            </p:cNvPr>
            <p:cNvSpPr/>
            <p:nvPr/>
          </p:nvSpPr>
          <p:spPr>
            <a:xfrm>
              <a:off x="10242663" y="9318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2" name="Oval 1091">
              <a:extLst>
                <a:ext uri="{FF2B5EF4-FFF2-40B4-BE49-F238E27FC236}">
                  <a16:creationId xmlns:a16="http://schemas.microsoft.com/office/drawing/2014/main" id="{2E2DE233-06AE-8FA3-8202-7014C6828125}"/>
                </a:ext>
              </a:extLst>
            </p:cNvPr>
            <p:cNvSpPr/>
            <p:nvPr/>
          </p:nvSpPr>
          <p:spPr>
            <a:xfrm>
              <a:off x="10276866" y="12667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93" name="Group 1092">
            <a:extLst>
              <a:ext uri="{FF2B5EF4-FFF2-40B4-BE49-F238E27FC236}">
                <a16:creationId xmlns:a16="http://schemas.microsoft.com/office/drawing/2014/main" id="{B7AD6FE9-49AD-C274-AE31-A008D9B3DA37}"/>
              </a:ext>
            </a:extLst>
          </p:cNvPr>
          <p:cNvGrpSpPr/>
          <p:nvPr/>
        </p:nvGrpSpPr>
        <p:grpSpPr>
          <a:xfrm>
            <a:off x="7957577" y="1532276"/>
            <a:ext cx="721206" cy="609701"/>
            <a:chOff x="7957577" y="1532276"/>
            <a:chExt cx="721206" cy="609701"/>
          </a:xfrm>
        </p:grpSpPr>
        <p:sp>
          <p:nvSpPr>
            <p:cNvPr id="1094" name="Rectangle 1093">
              <a:hlinkHover r:id="" action="ppaction://noaction" highlightClick="1"/>
              <a:extLst>
                <a:ext uri="{FF2B5EF4-FFF2-40B4-BE49-F238E27FC236}">
                  <a16:creationId xmlns:a16="http://schemas.microsoft.com/office/drawing/2014/main" id="{E92BC1B3-A3D5-109D-5645-8BBF6040AB4B}"/>
                </a:ext>
              </a:extLst>
            </p:cNvPr>
            <p:cNvSpPr/>
            <p:nvPr/>
          </p:nvSpPr>
          <p:spPr>
            <a:xfrm>
              <a:off x="7957577"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1095" name="Rectangle 1094">
              <a:extLst>
                <a:ext uri="{FF2B5EF4-FFF2-40B4-BE49-F238E27FC236}">
                  <a16:creationId xmlns:a16="http://schemas.microsoft.com/office/drawing/2014/main" id="{DFF7F641-6BE3-0139-5C7C-7C266CA68606}"/>
                </a:ext>
              </a:extLst>
            </p:cNvPr>
            <p:cNvSpPr/>
            <p:nvPr/>
          </p:nvSpPr>
          <p:spPr>
            <a:xfrm flipV="1">
              <a:off x="8571630" y="153528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6" name="Oval 15">
              <a:extLst>
                <a:ext uri="{FF2B5EF4-FFF2-40B4-BE49-F238E27FC236}">
                  <a16:creationId xmlns:a16="http://schemas.microsoft.com/office/drawing/2014/main" id="{6F9BCF08-541F-E2C2-E536-5BE7E6B45DA0}"/>
                </a:ext>
              </a:extLst>
            </p:cNvPr>
            <p:cNvSpPr/>
            <p:nvPr/>
          </p:nvSpPr>
          <p:spPr>
            <a:xfrm>
              <a:off x="8599019" y="1572027"/>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97" name="Straight Connector 1096">
              <a:extLst>
                <a:ext uri="{FF2B5EF4-FFF2-40B4-BE49-F238E27FC236}">
                  <a16:creationId xmlns:a16="http://schemas.microsoft.com/office/drawing/2014/main" id="{92A37AF8-7A52-FF73-2FF3-BEEE06360BA4}"/>
                </a:ext>
              </a:extLst>
            </p:cNvPr>
            <p:cNvCxnSpPr>
              <a:cxnSpLocks/>
              <a:stCxn id="1096" idx="0"/>
            </p:cNvCxnSpPr>
            <p:nvPr/>
          </p:nvCxnSpPr>
          <p:spPr>
            <a:xfrm flipV="1">
              <a:off x="8604716" y="154880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98" name="Straight Connector 1097">
              <a:extLst>
                <a:ext uri="{FF2B5EF4-FFF2-40B4-BE49-F238E27FC236}">
                  <a16:creationId xmlns:a16="http://schemas.microsoft.com/office/drawing/2014/main" id="{5DCC6E32-D135-BA92-E854-A1D60FD72461}"/>
                </a:ext>
              </a:extLst>
            </p:cNvPr>
            <p:cNvCxnSpPr>
              <a:cxnSpLocks/>
            </p:cNvCxnSpPr>
            <p:nvPr/>
          </p:nvCxnSpPr>
          <p:spPr>
            <a:xfrm>
              <a:off x="8610435" y="154880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99" name="Group 1098">
            <a:extLst>
              <a:ext uri="{FF2B5EF4-FFF2-40B4-BE49-F238E27FC236}">
                <a16:creationId xmlns:a16="http://schemas.microsoft.com/office/drawing/2014/main" id="{E5BB03CD-B06D-E121-A726-78B0D9968211}"/>
              </a:ext>
            </a:extLst>
          </p:cNvPr>
          <p:cNvGrpSpPr/>
          <p:nvPr/>
        </p:nvGrpSpPr>
        <p:grpSpPr>
          <a:xfrm>
            <a:off x="431659" y="90836"/>
            <a:ext cx="721206" cy="609701"/>
            <a:chOff x="431659" y="90836"/>
            <a:chExt cx="721206" cy="609701"/>
          </a:xfrm>
        </p:grpSpPr>
        <p:sp>
          <p:nvSpPr>
            <p:cNvPr id="1100" name="Rectangle 1099">
              <a:extLst>
                <a:ext uri="{FF2B5EF4-FFF2-40B4-BE49-F238E27FC236}">
                  <a16:creationId xmlns:a16="http://schemas.microsoft.com/office/drawing/2014/main" id="{16E57179-D5A3-4A0B-F4BC-F5B5673C047E}"/>
                </a:ext>
              </a:extLst>
            </p:cNvPr>
            <p:cNvSpPr/>
            <p:nvPr/>
          </p:nvSpPr>
          <p:spPr>
            <a:xfrm>
              <a:off x="43165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1101" name="Rectangle 1100">
              <a:extLst>
                <a:ext uri="{FF2B5EF4-FFF2-40B4-BE49-F238E27FC236}">
                  <a16:creationId xmlns:a16="http://schemas.microsoft.com/office/drawing/2014/main" id="{2D6A1BFE-0554-3134-B3CF-23CD8631D29B}"/>
                </a:ext>
              </a:extLst>
            </p:cNvPr>
            <p:cNvSpPr/>
            <p:nvPr/>
          </p:nvSpPr>
          <p:spPr>
            <a:xfrm flipV="1">
              <a:off x="1052673" y="908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2" name="Oval 15">
              <a:extLst>
                <a:ext uri="{FF2B5EF4-FFF2-40B4-BE49-F238E27FC236}">
                  <a16:creationId xmlns:a16="http://schemas.microsoft.com/office/drawing/2014/main" id="{B0422DA8-7CCC-5C4A-D15A-5DE2ABF81C65}"/>
                </a:ext>
              </a:extLst>
            </p:cNvPr>
            <p:cNvSpPr/>
            <p:nvPr/>
          </p:nvSpPr>
          <p:spPr>
            <a:xfrm>
              <a:off x="1080061"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03" name="Straight Connector 1102">
              <a:extLst>
                <a:ext uri="{FF2B5EF4-FFF2-40B4-BE49-F238E27FC236}">
                  <a16:creationId xmlns:a16="http://schemas.microsoft.com/office/drawing/2014/main" id="{9E642D2F-B13D-08B0-CBBF-B4AA632C89EF}"/>
                </a:ext>
              </a:extLst>
            </p:cNvPr>
            <p:cNvCxnSpPr>
              <a:cxnSpLocks/>
              <a:stCxn id="1102" idx="0"/>
            </p:cNvCxnSpPr>
            <p:nvPr/>
          </p:nvCxnSpPr>
          <p:spPr>
            <a:xfrm flipV="1">
              <a:off x="1085758" y="104349"/>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04" name="Straight Connector 1103">
              <a:extLst>
                <a:ext uri="{FF2B5EF4-FFF2-40B4-BE49-F238E27FC236}">
                  <a16:creationId xmlns:a16="http://schemas.microsoft.com/office/drawing/2014/main" id="{136D8959-B050-2EBD-99AB-51E7E615305D}"/>
                </a:ext>
              </a:extLst>
            </p:cNvPr>
            <p:cNvCxnSpPr>
              <a:cxnSpLocks/>
            </p:cNvCxnSpPr>
            <p:nvPr/>
          </p:nvCxnSpPr>
          <p:spPr>
            <a:xfrm>
              <a:off x="1091477" y="104349"/>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05" name="Group 1104">
            <a:extLst>
              <a:ext uri="{FF2B5EF4-FFF2-40B4-BE49-F238E27FC236}">
                <a16:creationId xmlns:a16="http://schemas.microsoft.com/office/drawing/2014/main" id="{501DA993-A6D0-D634-F36C-C271772B1F7F}"/>
              </a:ext>
            </a:extLst>
          </p:cNvPr>
          <p:cNvGrpSpPr/>
          <p:nvPr/>
        </p:nvGrpSpPr>
        <p:grpSpPr>
          <a:xfrm>
            <a:off x="1267284" y="90836"/>
            <a:ext cx="721206" cy="609701"/>
            <a:chOff x="1267284" y="90836"/>
            <a:chExt cx="721206" cy="609701"/>
          </a:xfrm>
        </p:grpSpPr>
        <p:sp>
          <p:nvSpPr>
            <p:cNvPr id="1106" name="Rectangle 1105">
              <a:extLst>
                <a:ext uri="{FF2B5EF4-FFF2-40B4-BE49-F238E27FC236}">
                  <a16:creationId xmlns:a16="http://schemas.microsoft.com/office/drawing/2014/main" id="{61257E00-0C50-B728-D017-47F81389BE4D}"/>
                </a:ext>
              </a:extLst>
            </p:cNvPr>
            <p:cNvSpPr/>
            <p:nvPr/>
          </p:nvSpPr>
          <p:spPr>
            <a:xfrm>
              <a:off x="1267284"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1107" name="Rectangle 1106">
              <a:extLst>
                <a:ext uri="{FF2B5EF4-FFF2-40B4-BE49-F238E27FC236}">
                  <a16:creationId xmlns:a16="http://schemas.microsoft.com/office/drawing/2014/main" id="{00114515-BF05-1175-EADC-ED7196C36B15}"/>
                </a:ext>
              </a:extLst>
            </p:cNvPr>
            <p:cNvSpPr/>
            <p:nvPr/>
          </p:nvSpPr>
          <p:spPr>
            <a:xfrm flipV="1">
              <a:off x="1887254"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8" name="Oval 15">
              <a:extLst>
                <a:ext uri="{FF2B5EF4-FFF2-40B4-BE49-F238E27FC236}">
                  <a16:creationId xmlns:a16="http://schemas.microsoft.com/office/drawing/2014/main" id="{2AFCCA79-6B47-972D-0693-F47CFCB83194}"/>
                </a:ext>
              </a:extLst>
            </p:cNvPr>
            <p:cNvSpPr/>
            <p:nvPr/>
          </p:nvSpPr>
          <p:spPr>
            <a:xfrm>
              <a:off x="1914643"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09" name="Straight Connector 1108">
              <a:extLst>
                <a:ext uri="{FF2B5EF4-FFF2-40B4-BE49-F238E27FC236}">
                  <a16:creationId xmlns:a16="http://schemas.microsoft.com/office/drawing/2014/main" id="{2E97F342-A334-B6F4-7DE6-C4C30460B46C}"/>
                </a:ext>
              </a:extLst>
            </p:cNvPr>
            <p:cNvCxnSpPr>
              <a:cxnSpLocks/>
              <a:stCxn id="1108" idx="0"/>
            </p:cNvCxnSpPr>
            <p:nvPr/>
          </p:nvCxnSpPr>
          <p:spPr>
            <a:xfrm flipV="1">
              <a:off x="1920339"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10" name="Straight Connector 1109">
              <a:extLst>
                <a:ext uri="{FF2B5EF4-FFF2-40B4-BE49-F238E27FC236}">
                  <a16:creationId xmlns:a16="http://schemas.microsoft.com/office/drawing/2014/main" id="{6E5F07BA-42AA-E144-89E5-2A9E247E7914}"/>
                </a:ext>
              </a:extLst>
            </p:cNvPr>
            <p:cNvCxnSpPr>
              <a:cxnSpLocks/>
            </p:cNvCxnSpPr>
            <p:nvPr/>
          </p:nvCxnSpPr>
          <p:spPr>
            <a:xfrm>
              <a:off x="1926058"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11" name="Group 1110">
            <a:extLst>
              <a:ext uri="{FF2B5EF4-FFF2-40B4-BE49-F238E27FC236}">
                <a16:creationId xmlns:a16="http://schemas.microsoft.com/office/drawing/2014/main" id="{F21CDDDE-0260-BFBB-00A4-3A9D2521788A}"/>
              </a:ext>
            </a:extLst>
          </p:cNvPr>
          <p:cNvGrpSpPr/>
          <p:nvPr/>
        </p:nvGrpSpPr>
        <p:grpSpPr>
          <a:xfrm>
            <a:off x="2102909" y="90836"/>
            <a:ext cx="721206" cy="609701"/>
            <a:chOff x="2102909" y="90836"/>
            <a:chExt cx="721206" cy="609701"/>
          </a:xfrm>
        </p:grpSpPr>
        <p:sp>
          <p:nvSpPr>
            <p:cNvPr id="1112" name="Rectangle 1111">
              <a:extLst>
                <a:ext uri="{FF2B5EF4-FFF2-40B4-BE49-F238E27FC236}">
                  <a16:creationId xmlns:a16="http://schemas.microsoft.com/office/drawing/2014/main" id="{E9C0A9D7-A722-B5A1-3BEA-917ADE79C6CF}"/>
                </a:ext>
              </a:extLst>
            </p:cNvPr>
            <p:cNvSpPr/>
            <p:nvPr/>
          </p:nvSpPr>
          <p:spPr>
            <a:xfrm>
              <a:off x="210290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1113" name="Rectangle 1112">
              <a:extLst>
                <a:ext uri="{FF2B5EF4-FFF2-40B4-BE49-F238E27FC236}">
                  <a16:creationId xmlns:a16="http://schemas.microsoft.com/office/drawing/2014/main" id="{FEA758D2-8C67-909F-5103-B764B700FE30}"/>
                </a:ext>
              </a:extLst>
            </p:cNvPr>
            <p:cNvSpPr/>
            <p:nvPr/>
          </p:nvSpPr>
          <p:spPr>
            <a:xfrm flipV="1">
              <a:off x="2722879"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4" name="Oval 15">
              <a:extLst>
                <a:ext uri="{FF2B5EF4-FFF2-40B4-BE49-F238E27FC236}">
                  <a16:creationId xmlns:a16="http://schemas.microsoft.com/office/drawing/2014/main" id="{D2B99F89-E10A-0E7F-D4B3-9C826AE3257A}"/>
                </a:ext>
              </a:extLst>
            </p:cNvPr>
            <p:cNvSpPr/>
            <p:nvPr/>
          </p:nvSpPr>
          <p:spPr>
            <a:xfrm>
              <a:off x="2750268"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15" name="Straight Connector 1114">
              <a:extLst>
                <a:ext uri="{FF2B5EF4-FFF2-40B4-BE49-F238E27FC236}">
                  <a16:creationId xmlns:a16="http://schemas.microsoft.com/office/drawing/2014/main" id="{C2E0CF85-CA1E-FE69-3959-8855D8F6232F}"/>
                </a:ext>
              </a:extLst>
            </p:cNvPr>
            <p:cNvCxnSpPr>
              <a:cxnSpLocks/>
              <a:stCxn id="1114" idx="0"/>
            </p:cNvCxnSpPr>
            <p:nvPr/>
          </p:nvCxnSpPr>
          <p:spPr>
            <a:xfrm flipV="1">
              <a:off x="2755964"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16" name="Straight Connector 1115">
              <a:extLst>
                <a:ext uri="{FF2B5EF4-FFF2-40B4-BE49-F238E27FC236}">
                  <a16:creationId xmlns:a16="http://schemas.microsoft.com/office/drawing/2014/main" id="{4E4F3175-2032-83BA-3333-0340564A16A1}"/>
                </a:ext>
              </a:extLst>
            </p:cNvPr>
            <p:cNvCxnSpPr>
              <a:cxnSpLocks/>
            </p:cNvCxnSpPr>
            <p:nvPr/>
          </p:nvCxnSpPr>
          <p:spPr>
            <a:xfrm>
              <a:off x="2761683"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31" name="Group 1130">
            <a:extLst>
              <a:ext uri="{FF2B5EF4-FFF2-40B4-BE49-F238E27FC236}">
                <a16:creationId xmlns:a16="http://schemas.microsoft.com/office/drawing/2014/main" id="{1038C63F-9327-D02F-46FA-CE0C46C01D41}"/>
              </a:ext>
            </a:extLst>
          </p:cNvPr>
          <p:cNvGrpSpPr/>
          <p:nvPr/>
        </p:nvGrpSpPr>
        <p:grpSpPr>
          <a:xfrm>
            <a:off x="5455162" y="2974052"/>
            <a:ext cx="721206" cy="609701"/>
            <a:chOff x="5454383" y="2974054"/>
            <a:chExt cx="721206" cy="609701"/>
          </a:xfrm>
        </p:grpSpPr>
        <p:sp>
          <p:nvSpPr>
            <p:cNvPr id="1132" name="Rectangle 1131">
              <a:extLst>
                <a:ext uri="{FF2B5EF4-FFF2-40B4-BE49-F238E27FC236}">
                  <a16:creationId xmlns:a16="http://schemas.microsoft.com/office/drawing/2014/main" id="{B6E826F4-AC63-4953-D4AB-F0E2E4F0D4FB}"/>
                </a:ext>
              </a:extLst>
            </p:cNvPr>
            <p:cNvSpPr/>
            <p:nvPr/>
          </p:nvSpPr>
          <p:spPr>
            <a:xfrm>
              <a:off x="5454383"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1133" name="Rectangle 1132">
              <a:extLst>
                <a:ext uri="{FF2B5EF4-FFF2-40B4-BE49-F238E27FC236}">
                  <a16:creationId xmlns:a16="http://schemas.microsoft.com/office/drawing/2014/main" id="{6559BBBB-B763-D963-0771-8A7B2CA94329}"/>
                </a:ext>
              </a:extLst>
            </p:cNvPr>
            <p:cNvSpPr/>
            <p:nvPr/>
          </p:nvSpPr>
          <p:spPr>
            <a:xfrm flipV="1">
              <a:off x="6064254"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4" name="Oval 15">
              <a:extLst>
                <a:ext uri="{FF2B5EF4-FFF2-40B4-BE49-F238E27FC236}">
                  <a16:creationId xmlns:a16="http://schemas.microsoft.com/office/drawing/2014/main" id="{CBFAD030-B78F-2080-D877-17AB55EE9F89}"/>
                </a:ext>
              </a:extLst>
            </p:cNvPr>
            <p:cNvSpPr/>
            <p:nvPr/>
          </p:nvSpPr>
          <p:spPr>
            <a:xfrm>
              <a:off x="6091643"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35" name="Straight Connector 1134">
              <a:extLst>
                <a:ext uri="{FF2B5EF4-FFF2-40B4-BE49-F238E27FC236}">
                  <a16:creationId xmlns:a16="http://schemas.microsoft.com/office/drawing/2014/main" id="{F127C77F-F8A7-E62F-6012-DA59AF0120CA}"/>
                </a:ext>
              </a:extLst>
            </p:cNvPr>
            <p:cNvCxnSpPr>
              <a:cxnSpLocks/>
              <a:stCxn id="1134" idx="0"/>
            </p:cNvCxnSpPr>
            <p:nvPr/>
          </p:nvCxnSpPr>
          <p:spPr>
            <a:xfrm flipV="1">
              <a:off x="6097339"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36" name="Straight Connector 1135">
              <a:extLst>
                <a:ext uri="{FF2B5EF4-FFF2-40B4-BE49-F238E27FC236}">
                  <a16:creationId xmlns:a16="http://schemas.microsoft.com/office/drawing/2014/main" id="{6E740A8C-1D8E-2ADF-1ED8-AF82A5FE3FAB}"/>
                </a:ext>
              </a:extLst>
            </p:cNvPr>
            <p:cNvCxnSpPr>
              <a:cxnSpLocks/>
            </p:cNvCxnSpPr>
            <p:nvPr/>
          </p:nvCxnSpPr>
          <p:spPr>
            <a:xfrm>
              <a:off x="6103058"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2865D864-E690-6E36-84E5-6BD6DB1420D6}"/>
              </a:ext>
            </a:extLst>
          </p:cNvPr>
          <p:cNvGrpSpPr/>
          <p:nvPr/>
        </p:nvGrpSpPr>
        <p:grpSpPr>
          <a:xfrm>
            <a:off x="2099602" y="5136552"/>
            <a:ext cx="721206" cy="609701"/>
            <a:chOff x="2099602" y="5136552"/>
            <a:chExt cx="721206" cy="609701"/>
          </a:xfrm>
        </p:grpSpPr>
        <p:sp>
          <p:nvSpPr>
            <p:cNvPr id="10" name="Rectangle 9">
              <a:extLst>
                <a:ext uri="{FF2B5EF4-FFF2-40B4-BE49-F238E27FC236}">
                  <a16:creationId xmlns:a16="http://schemas.microsoft.com/office/drawing/2014/main" id="{C9F287D4-4D31-2BC2-6858-10A9594F16D9}"/>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11" name="Right Triangle 10">
              <a:extLst>
                <a:ext uri="{FF2B5EF4-FFF2-40B4-BE49-F238E27FC236}">
                  <a16:creationId xmlns:a16="http://schemas.microsoft.com/office/drawing/2014/main" id="{00B51002-CE11-080A-A37A-B5286CA76984}"/>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 name="Group 11">
              <a:extLst>
                <a:ext uri="{FF2B5EF4-FFF2-40B4-BE49-F238E27FC236}">
                  <a16:creationId xmlns:a16="http://schemas.microsoft.com/office/drawing/2014/main" id="{8369E715-353E-1C77-0833-55759461A587}"/>
                </a:ext>
              </a:extLst>
            </p:cNvPr>
            <p:cNvGrpSpPr/>
            <p:nvPr/>
          </p:nvGrpSpPr>
          <p:grpSpPr>
            <a:xfrm>
              <a:off x="2765664" y="5151370"/>
              <a:ext cx="37817" cy="61390"/>
              <a:chOff x="3883481" y="2057400"/>
              <a:chExt cx="1608363" cy="2652031"/>
            </a:xfrm>
            <a:solidFill>
              <a:srgbClr val="A6A6A6"/>
            </a:solidFill>
          </p:grpSpPr>
          <p:sp>
            <p:nvSpPr>
              <p:cNvPr id="13" name="Oval 27">
                <a:extLst>
                  <a:ext uri="{FF2B5EF4-FFF2-40B4-BE49-F238E27FC236}">
                    <a16:creationId xmlns:a16="http://schemas.microsoft.com/office/drawing/2014/main" id="{7CEDF849-63EA-338A-9B69-611FEB5FAC0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Oval 28">
                <a:extLst>
                  <a:ext uri="{FF2B5EF4-FFF2-40B4-BE49-F238E27FC236}">
                    <a16:creationId xmlns:a16="http://schemas.microsoft.com/office/drawing/2014/main" id="{D75FEBE4-CBBD-979A-9297-8537186611F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1" name="Group 20">
            <a:extLst>
              <a:ext uri="{FF2B5EF4-FFF2-40B4-BE49-F238E27FC236}">
                <a16:creationId xmlns:a16="http://schemas.microsoft.com/office/drawing/2014/main" id="{09348884-1FD6-FC7F-0FE0-931B6107E0CC}"/>
              </a:ext>
            </a:extLst>
          </p:cNvPr>
          <p:cNvGrpSpPr/>
          <p:nvPr/>
        </p:nvGrpSpPr>
        <p:grpSpPr>
          <a:xfrm>
            <a:off x="2100388" y="4419620"/>
            <a:ext cx="721206" cy="609701"/>
            <a:chOff x="2100388" y="4419620"/>
            <a:chExt cx="721206" cy="609701"/>
          </a:xfrm>
        </p:grpSpPr>
        <p:sp>
          <p:nvSpPr>
            <p:cNvPr id="22" name="Rectangle 21">
              <a:extLst>
                <a:ext uri="{FF2B5EF4-FFF2-40B4-BE49-F238E27FC236}">
                  <a16:creationId xmlns:a16="http://schemas.microsoft.com/office/drawing/2014/main" id="{4B77581A-10AD-B59A-A8F4-075E8C753F85}"/>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23" name="Right Triangle 22">
              <a:extLst>
                <a:ext uri="{FF2B5EF4-FFF2-40B4-BE49-F238E27FC236}">
                  <a16:creationId xmlns:a16="http://schemas.microsoft.com/office/drawing/2014/main" id="{F6A6AFD3-71F7-2D4F-C15A-50F0AE1756B6}"/>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873E4B02-7EBA-4DE5-C79F-7EB4E6D78D87}"/>
                </a:ext>
              </a:extLst>
            </p:cNvPr>
            <p:cNvGrpSpPr/>
            <p:nvPr/>
          </p:nvGrpSpPr>
          <p:grpSpPr>
            <a:xfrm>
              <a:off x="2769861" y="4434438"/>
              <a:ext cx="37817" cy="61390"/>
              <a:chOff x="3883481" y="2057400"/>
              <a:chExt cx="1608363" cy="2652031"/>
            </a:xfrm>
            <a:solidFill>
              <a:srgbClr val="A6A6A6"/>
            </a:solidFill>
          </p:grpSpPr>
          <p:sp>
            <p:nvSpPr>
              <p:cNvPr id="25" name="Oval 27">
                <a:extLst>
                  <a:ext uri="{FF2B5EF4-FFF2-40B4-BE49-F238E27FC236}">
                    <a16:creationId xmlns:a16="http://schemas.microsoft.com/office/drawing/2014/main" id="{9F36D7B1-4DD9-821C-2CDE-2F311157C6D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Oval 28">
                <a:extLst>
                  <a:ext uri="{FF2B5EF4-FFF2-40B4-BE49-F238E27FC236}">
                    <a16:creationId xmlns:a16="http://schemas.microsoft.com/office/drawing/2014/main" id="{B5BB53F4-C2D9-4E83-4021-5B30F58A3D8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0" name="Group 69">
            <a:extLst>
              <a:ext uri="{FF2B5EF4-FFF2-40B4-BE49-F238E27FC236}">
                <a16:creationId xmlns:a16="http://schemas.microsoft.com/office/drawing/2014/main" id="{F0DDAE27-F978-51EB-1364-902372D7BEC7}"/>
              </a:ext>
            </a:extLst>
          </p:cNvPr>
          <p:cNvGrpSpPr/>
          <p:nvPr/>
        </p:nvGrpSpPr>
        <p:grpSpPr>
          <a:xfrm>
            <a:off x="3779087" y="3698226"/>
            <a:ext cx="721206" cy="609701"/>
            <a:chOff x="3779087" y="3698226"/>
            <a:chExt cx="721206" cy="609701"/>
          </a:xfrm>
        </p:grpSpPr>
        <p:sp>
          <p:nvSpPr>
            <p:cNvPr id="71" name="Rectangle 70">
              <a:extLst>
                <a:ext uri="{FF2B5EF4-FFF2-40B4-BE49-F238E27FC236}">
                  <a16:creationId xmlns:a16="http://schemas.microsoft.com/office/drawing/2014/main" id="{FECF2AED-C58F-0289-1E9D-B576D5BAF1F7}"/>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72" name="Right Triangle 71">
              <a:extLst>
                <a:ext uri="{FF2B5EF4-FFF2-40B4-BE49-F238E27FC236}">
                  <a16:creationId xmlns:a16="http://schemas.microsoft.com/office/drawing/2014/main" id="{A5DD45A0-106B-F313-65E3-A97F0CFDF4A7}"/>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3" name="Group 72">
              <a:extLst>
                <a:ext uri="{FF2B5EF4-FFF2-40B4-BE49-F238E27FC236}">
                  <a16:creationId xmlns:a16="http://schemas.microsoft.com/office/drawing/2014/main" id="{ABB8CF22-6A3C-65D8-5227-4D1C85544071}"/>
                </a:ext>
              </a:extLst>
            </p:cNvPr>
            <p:cNvGrpSpPr/>
            <p:nvPr/>
          </p:nvGrpSpPr>
          <p:grpSpPr>
            <a:xfrm>
              <a:off x="4448513" y="3706747"/>
              <a:ext cx="37817" cy="61390"/>
              <a:chOff x="3883481" y="2057400"/>
              <a:chExt cx="1608363" cy="2652031"/>
            </a:xfrm>
            <a:solidFill>
              <a:srgbClr val="A6A6A6">
                <a:alpha val="20000"/>
              </a:srgbClr>
            </a:solidFill>
          </p:grpSpPr>
          <p:sp>
            <p:nvSpPr>
              <p:cNvPr id="74" name="Oval 27">
                <a:extLst>
                  <a:ext uri="{FF2B5EF4-FFF2-40B4-BE49-F238E27FC236}">
                    <a16:creationId xmlns:a16="http://schemas.microsoft.com/office/drawing/2014/main" id="{EF9DCEED-2905-62E2-7A1E-D2A8D0C1E4A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 name="Oval 28">
                <a:extLst>
                  <a:ext uri="{FF2B5EF4-FFF2-40B4-BE49-F238E27FC236}">
                    <a16:creationId xmlns:a16="http://schemas.microsoft.com/office/drawing/2014/main" id="{F7B73F10-A8C9-2D6C-BD84-B28C4AE5072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 name="Group 75">
            <a:extLst>
              <a:ext uri="{FF2B5EF4-FFF2-40B4-BE49-F238E27FC236}">
                <a16:creationId xmlns:a16="http://schemas.microsoft.com/office/drawing/2014/main" id="{90B47869-06D9-9ED5-B97B-59A2BD74014D}"/>
              </a:ext>
            </a:extLst>
          </p:cNvPr>
          <p:cNvGrpSpPr/>
          <p:nvPr/>
        </p:nvGrpSpPr>
        <p:grpSpPr>
          <a:xfrm>
            <a:off x="4615774" y="3698231"/>
            <a:ext cx="721206" cy="609701"/>
            <a:chOff x="4615774" y="3698231"/>
            <a:chExt cx="721206" cy="609701"/>
          </a:xfrm>
        </p:grpSpPr>
        <p:sp>
          <p:nvSpPr>
            <p:cNvPr id="77" name="Rectangle 76">
              <a:hlinkHover r:id="" action="ppaction://noaction" highlightClick="1"/>
              <a:extLst>
                <a:ext uri="{FF2B5EF4-FFF2-40B4-BE49-F238E27FC236}">
                  <a16:creationId xmlns:a16="http://schemas.microsoft.com/office/drawing/2014/main" id="{C523C79C-14BE-A7F2-3875-AA0D76D145C3}"/>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78" name="Oval 77">
              <a:extLst>
                <a:ext uri="{FF2B5EF4-FFF2-40B4-BE49-F238E27FC236}">
                  <a16:creationId xmlns:a16="http://schemas.microsoft.com/office/drawing/2014/main" id="{5D90F806-4A6A-D7A7-C632-A6D6A57377D5}"/>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 name="Isosceles Triangle 648">
              <a:extLst>
                <a:ext uri="{FF2B5EF4-FFF2-40B4-BE49-F238E27FC236}">
                  <a16:creationId xmlns:a16="http://schemas.microsoft.com/office/drawing/2014/main" id="{0B54B809-69B3-FD76-DEB9-70DD5402B79D}"/>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6" name="Group 105">
            <a:extLst>
              <a:ext uri="{FF2B5EF4-FFF2-40B4-BE49-F238E27FC236}">
                <a16:creationId xmlns:a16="http://schemas.microsoft.com/office/drawing/2014/main" id="{676B1623-9BDB-84BE-7CC3-818B8C4BB917}"/>
              </a:ext>
            </a:extLst>
          </p:cNvPr>
          <p:cNvGrpSpPr/>
          <p:nvPr/>
        </p:nvGrpSpPr>
        <p:grpSpPr>
          <a:xfrm>
            <a:off x="10506928" y="3698227"/>
            <a:ext cx="721206" cy="609701"/>
            <a:chOff x="10506928" y="3698227"/>
            <a:chExt cx="721206" cy="609701"/>
          </a:xfrm>
        </p:grpSpPr>
        <p:sp>
          <p:nvSpPr>
            <p:cNvPr id="108" name="Rectangle 107">
              <a:hlinkHover r:id="" action="ppaction://noaction" highlightClick="1"/>
              <a:extLst>
                <a:ext uri="{FF2B5EF4-FFF2-40B4-BE49-F238E27FC236}">
                  <a16:creationId xmlns:a16="http://schemas.microsoft.com/office/drawing/2014/main" id="{D6EF7EFF-3A91-26A4-9FA2-EE136A0F5A68}"/>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110" name="Oval 109">
              <a:extLst>
                <a:ext uri="{FF2B5EF4-FFF2-40B4-BE49-F238E27FC236}">
                  <a16:creationId xmlns:a16="http://schemas.microsoft.com/office/drawing/2014/main" id="{A2238B47-BD61-B227-E72C-9230C3ECCC19}"/>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 name="Isosceles Triangle 648">
              <a:extLst>
                <a:ext uri="{FF2B5EF4-FFF2-40B4-BE49-F238E27FC236}">
                  <a16:creationId xmlns:a16="http://schemas.microsoft.com/office/drawing/2014/main" id="{B2302E93-9422-61F9-8E7C-DB0E26138427}"/>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2" name="Group 81">
            <a:extLst>
              <a:ext uri="{FF2B5EF4-FFF2-40B4-BE49-F238E27FC236}">
                <a16:creationId xmlns:a16="http://schemas.microsoft.com/office/drawing/2014/main" id="{A7BB8994-F884-E6AC-AB63-9ECB81CA2DEC}"/>
              </a:ext>
            </a:extLst>
          </p:cNvPr>
          <p:cNvGrpSpPr/>
          <p:nvPr/>
        </p:nvGrpSpPr>
        <p:grpSpPr>
          <a:xfrm>
            <a:off x="6284597" y="811555"/>
            <a:ext cx="721206" cy="609701"/>
            <a:chOff x="6284597" y="811555"/>
            <a:chExt cx="721206" cy="609701"/>
          </a:xfrm>
        </p:grpSpPr>
        <p:sp>
          <p:nvSpPr>
            <p:cNvPr id="83" name="Rectangle 82">
              <a:hlinkHover r:id="" action="ppaction://noaction" highlightClick="1"/>
              <a:extLst>
                <a:ext uri="{FF2B5EF4-FFF2-40B4-BE49-F238E27FC236}">
                  <a16:creationId xmlns:a16="http://schemas.microsoft.com/office/drawing/2014/main" id="{1FC0A3F5-DCBC-29DD-55DB-3F3682E1C0B9}"/>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84" name="Right Triangle 83">
              <a:extLst>
                <a:ext uri="{FF2B5EF4-FFF2-40B4-BE49-F238E27FC236}">
                  <a16:creationId xmlns:a16="http://schemas.microsoft.com/office/drawing/2014/main" id="{B9C3CBD9-8B83-F7D3-D1D1-4839D9EF9CB5}"/>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 name="Oval 27">
              <a:extLst>
                <a:ext uri="{FF2B5EF4-FFF2-40B4-BE49-F238E27FC236}">
                  <a16:creationId xmlns:a16="http://schemas.microsoft.com/office/drawing/2014/main" id="{EC8A6350-1B0D-7FFB-492F-08EC8DDA62C0}"/>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 name="Oval 28">
              <a:extLst>
                <a:ext uri="{FF2B5EF4-FFF2-40B4-BE49-F238E27FC236}">
                  <a16:creationId xmlns:a16="http://schemas.microsoft.com/office/drawing/2014/main" id="{881C992C-37A9-9F3A-A02F-B0150650A4A4}"/>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2" name="Group 101">
            <a:extLst>
              <a:ext uri="{FF2B5EF4-FFF2-40B4-BE49-F238E27FC236}">
                <a16:creationId xmlns:a16="http://schemas.microsoft.com/office/drawing/2014/main" id="{7AA1DF09-EC7E-FE93-DBCD-0208889A5551}"/>
              </a:ext>
            </a:extLst>
          </p:cNvPr>
          <p:cNvGrpSpPr/>
          <p:nvPr/>
        </p:nvGrpSpPr>
        <p:grpSpPr>
          <a:xfrm>
            <a:off x="8807246" y="1508831"/>
            <a:ext cx="721206" cy="609701"/>
            <a:chOff x="8807246" y="1532278"/>
            <a:chExt cx="721206" cy="609701"/>
          </a:xfrm>
        </p:grpSpPr>
        <p:sp>
          <p:nvSpPr>
            <p:cNvPr id="104" name="Rectangle 103">
              <a:hlinkHover r:id="" action="ppaction://noaction" highlightClick="1"/>
              <a:extLst>
                <a:ext uri="{FF2B5EF4-FFF2-40B4-BE49-F238E27FC236}">
                  <a16:creationId xmlns:a16="http://schemas.microsoft.com/office/drawing/2014/main" id="{FA2A302A-2522-F628-204D-3A88C0D6C5DC}"/>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126" name="Oval 125">
              <a:extLst>
                <a:ext uri="{FF2B5EF4-FFF2-40B4-BE49-F238E27FC236}">
                  <a16:creationId xmlns:a16="http://schemas.microsoft.com/office/drawing/2014/main" id="{CFE52925-D087-DD88-60F2-7160D05E36A1}"/>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7" name="Isosceles Triangle 648">
              <a:extLst>
                <a:ext uri="{FF2B5EF4-FFF2-40B4-BE49-F238E27FC236}">
                  <a16:creationId xmlns:a16="http://schemas.microsoft.com/office/drawing/2014/main" id="{84B813A6-8FE9-0301-2B99-8E1B1F669049}"/>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8" name="Group 127">
            <a:extLst>
              <a:ext uri="{FF2B5EF4-FFF2-40B4-BE49-F238E27FC236}">
                <a16:creationId xmlns:a16="http://schemas.microsoft.com/office/drawing/2014/main" id="{913B0930-2B14-3FFD-CDAE-066A5F39CCCB}"/>
              </a:ext>
            </a:extLst>
          </p:cNvPr>
          <p:cNvGrpSpPr/>
          <p:nvPr/>
        </p:nvGrpSpPr>
        <p:grpSpPr>
          <a:xfrm>
            <a:off x="11356242" y="1508829"/>
            <a:ext cx="721206" cy="609701"/>
            <a:chOff x="11356242" y="1532276"/>
            <a:chExt cx="721206" cy="609701"/>
          </a:xfrm>
        </p:grpSpPr>
        <p:sp>
          <p:nvSpPr>
            <p:cNvPr id="129" name="Rectangle 128">
              <a:hlinkHover r:id="" action="ppaction://noaction" highlightClick="1"/>
              <a:extLst>
                <a:ext uri="{FF2B5EF4-FFF2-40B4-BE49-F238E27FC236}">
                  <a16:creationId xmlns:a16="http://schemas.microsoft.com/office/drawing/2014/main" id="{E08EF4CD-276A-305D-83F7-E4D3A0C3E1A4}"/>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131" name="Oval 130">
              <a:extLst>
                <a:ext uri="{FF2B5EF4-FFF2-40B4-BE49-F238E27FC236}">
                  <a16:creationId xmlns:a16="http://schemas.microsoft.com/office/drawing/2014/main" id="{AF155B39-D92B-ECD9-5982-C1D3B347D2B1}"/>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 name="Isosceles Triangle 648">
              <a:extLst>
                <a:ext uri="{FF2B5EF4-FFF2-40B4-BE49-F238E27FC236}">
                  <a16:creationId xmlns:a16="http://schemas.microsoft.com/office/drawing/2014/main" id="{B1187B26-DB21-97E9-62B7-3BE4D726DF37}"/>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2" name="Group 141">
            <a:extLst>
              <a:ext uri="{FF2B5EF4-FFF2-40B4-BE49-F238E27FC236}">
                <a16:creationId xmlns:a16="http://schemas.microsoft.com/office/drawing/2014/main" id="{3E21AFE5-C513-0AAD-B7F3-47C2C5CAAAF7}"/>
              </a:ext>
            </a:extLst>
          </p:cNvPr>
          <p:cNvGrpSpPr/>
          <p:nvPr/>
        </p:nvGrpSpPr>
        <p:grpSpPr>
          <a:xfrm>
            <a:off x="3776512" y="2950606"/>
            <a:ext cx="724130" cy="609701"/>
            <a:chOff x="3776512" y="2974053"/>
            <a:chExt cx="724130" cy="609701"/>
          </a:xfrm>
        </p:grpSpPr>
        <p:sp>
          <p:nvSpPr>
            <p:cNvPr id="144" name="Rectangle 143">
              <a:extLst>
                <a:ext uri="{FF2B5EF4-FFF2-40B4-BE49-F238E27FC236}">
                  <a16:creationId xmlns:a16="http://schemas.microsoft.com/office/drawing/2014/main" id="{C04E1E92-DB3A-A68B-A1FC-FD72C881E5B1}"/>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146" name="Right Triangle 145">
              <a:extLst>
                <a:ext uri="{FF2B5EF4-FFF2-40B4-BE49-F238E27FC236}">
                  <a16:creationId xmlns:a16="http://schemas.microsoft.com/office/drawing/2014/main" id="{3B27FAF5-9F72-AD8C-1DA6-6B82CABFA147}"/>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48" name="Group 147">
              <a:extLst>
                <a:ext uri="{FF2B5EF4-FFF2-40B4-BE49-F238E27FC236}">
                  <a16:creationId xmlns:a16="http://schemas.microsoft.com/office/drawing/2014/main" id="{1376336A-08F1-CC5A-5132-A018AC9673BB}"/>
                </a:ext>
              </a:extLst>
            </p:cNvPr>
            <p:cNvGrpSpPr/>
            <p:nvPr/>
          </p:nvGrpSpPr>
          <p:grpSpPr>
            <a:xfrm>
              <a:off x="4450061" y="2982574"/>
              <a:ext cx="37817" cy="61390"/>
              <a:chOff x="3883481" y="2057400"/>
              <a:chExt cx="1608363" cy="2652031"/>
            </a:xfrm>
            <a:solidFill>
              <a:srgbClr val="A6A6A6">
                <a:alpha val="20000"/>
              </a:srgbClr>
            </a:solidFill>
          </p:grpSpPr>
          <p:sp>
            <p:nvSpPr>
              <p:cNvPr id="150" name="Oval 27">
                <a:extLst>
                  <a:ext uri="{FF2B5EF4-FFF2-40B4-BE49-F238E27FC236}">
                    <a16:creationId xmlns:a16="http://schemas.microsoft.com/office/drawing/2014/main" id="{9D729A12-BA75-B0AF-3DF5-6D0DDEDA7AA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2" name="Oval 28">
                <a:extLst>
                  <a:ext uri="{FF2B5EF4-FFF2-40B4-BE49-F238E27FC236}">
                    <a16:creationId xmlns:a16="http://schemas.microsoft.com/office/drawing/2014/main" id="{AE86C7DA-2722-D512-D79D-C7C6CE39E58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 name="Group 2">
            <a:extLst>
              <a:ext uri="{FF2B5EF4-FFF2-40B4-BE49-F238E27FC236}">
                <a16:creationId xmlns:a16="http://schemas.microsoft.com/office/drawing/2014/main" id="{62C541DC-6410-6A1E-3147-AD2C942C9938}"/>
              </a:ext>
            </a:extLst>
          </p:cNvPr>
          <p:cNvGrpSpPr/>
          <p:nvPr/>
        </p:nvGrpSpPr>
        <p:grpSpPr>
          <a:xfrm>
            <a:off x="7905566" y="751337"/>
            <a:ext cx="3396155" cy="4999377"/>
            <a:chOff x="7905566" y="751337"/>
            <a:chExt cx="3396155" cy="4999377"/>
          </a:xfrm>
        </p:grpSpPr>
        <p:cxnSp>
          <p:nvCxnSpPr>
            <p:cNvPr id="4" name="Straight Connector 3">
              <a:extLst>
                <a:ext uri="{FF2B5EF4-FFF2-40B4-BE49-F238E27FC236}">
                  <a16:creationId xmlns:a16="http://schemas.microsoft.com/office/drawing/2014/main" id="{BA4089D1-DDFF-C116-BE8B-62404CEA5A10}"/>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DB06E8DD-4203-0D10-AF0B-A46008002950}"/>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89DEEF9B-DD00-47AA-A038-335D2DCEF61B}"/>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0E87DCEC-F4AF-ABA1-4C6C-1BE49F9116EE}"/>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7FFBCD5-37CB-44CD-0C3E-3088BB1A305F}"/>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DD729876-C58D-B137-36CB-F082070E6E4B}"/>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5F0AEB6-6587-71BD-2228-5C9F94845520}"/>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31" name="Straight Connector 30">
            <a:extLst>
              <a:ext uri="{FF2B5EF4-FFF2-40B4-BE49-F238E27FC236}">
                <a16:creationId xmlns:a16="http://schemas.microsoft.com/office/drawing/2014/main" id="{1B15151C-3B73-113E-4AE9-33F64BE8DB3A}"/>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56" name="Group 55">
            <a:extLst>
              <a:ext uri="{FF2B5EF4-FFF2-40B4-BE49-F238E27FC236}">
                <a16:creationId xmlns:a16="http://schemas.microsoft.com/office/drawing/2014/main" id="{AC58C246-903D-B1F4-48C5-B8C81D216AFA}"/>
              </a:ext>
            </a:extLst>
          </p:cNvPr>
          <p:cNvGrpSpPr/>
          <p:nvPr/>
        </p:nvGrpSpPr>
        <p:grpSpPr>
          <a:xfrm>
            <a:off x="4605607" y="811556"/>
            <a:ext cx="722054" cy="609701"/>
            <a:chOff x="4605607" y="811556"/>
            <a:chExt cx="722054" cy="609701"/>
          </a:xfrm>
        </p:grpSpPr>
        <p:sp>
          <p:nvSpPr>
            <p:cNvPr id="57" name="Rectangle 56">
              <a:extLst>
                <a:ext uri="{FF2B5EF4-FFF2-40B4-BE49-F238E27FC236}">
                  <a16:creationId xmlns:a16="http://schemas.microsoft.com/office/drawing/2014/main" id="{99D573F2-38BA-621C-55BB-BD8A07725F8D}"/>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9" name="Rectangle 58">
              <a:extLst>
                <a:ext uri="{FF2B5EF4-FFF2-40B4-BE49-F238E27FC236}">
                  <a16:creationId xmlns:a16="http://schemas.microsoft.com/office/drawing/2014/main" id="{FF4054A5-6ABD-B74C-6F28-6C7439A5159E}"/>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 name="Oval 15">
              <a:extLst>
                <a:ext uri="{FF2B5EF4-FFF2-40B4-BE49-F238E27FC236}">
                  <a16:creationId xmlns:a16="http://schemas.microsoft.com/office/drawing/2014/main" id="{3EDD907F-01C1-E0E2-5475-6F93356A9823}"/>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 name="Straight Connector 60">
              <a:extLst>
                <a:ext uri="{FF2B5EF4-FFF2-40B4-BE49-F238E27FC236}">
                  <a16:creationId xmlns:a16="http://schemas.microsoft.com/office/drawing/2014/main" id="{C59D508B-B6DD-B795-3CBB-052E6B7BEC6B}"/>
                </a:ext>
              </a:extLst>
            </p:cNvPr>
            <p:cNvCxnSpPr>
              <a:cxnSpLocks/>
              <a:stCxn id="60"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2" name="Straight Connector 61">
              <a:extLst>
                <a:ext uri="{FF2B5EF4-FFF2-40B4-BE49-F238E27FC236}">
                  <a16:creationId xmlns:a16="http://schemas.microsoft.com/office/drawing/2014/main" id="{897AB5BB-2012-BE6E-762F-77444F6AE375}"/>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343C92E4-26A1-EECF-D2AA-CB325E9E8C4C}"/>
              </a:ext>
            </a:extLst>
          </p:cNvPr>
          <p:cNvGrpSpPr/>
          <p:nvPr/>
        </p:nvGrpSpPr>
        <p:grpSpPr>
          <a:xfrm>
            <a:off x="10520479" y="90836"/>
            <a:ext cx="721206" cy="609701"/>
            <a:chOff x="10520479" y="90836"/>
            <a:chExt cx="721206" cy="609701"/>
          </a:xfrm>
        </p:grpSpPr>
        <p:sp>
          <p:nvSpPr>
            <p:cNvPr id="64" name="Rectangle 63">
              <a:hlinkHover r:id="" action="ppaction://noaction" highlightClick="1"/>
              <a:extLst>
                <a:ext uri="{FF2B5EF4-FFF2-40B4-BE49-F238E27FC236}">
                  <a16:creationId xmlns:a16="http://schemas.microsoft.com/office/drawing/2014/main" id="{4F2F2D35-1277-7B9D-058A-26705B4A11A0}"/>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65" name="Oval 64">
              <a:extLst>
                <a:ext uri="{FF2B5EF4-FFF2-40B4-BE49-F238E27FC236}">
                  <a16:creationId xmlns:a16="http://schemas.microsoft.com/office/drawing/2014/main" id="{E90C2DCB-F767-68F8-726D-34857F895A6F}"/>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 name="Isosceles Triangle 648">
              <a:extLst>
                <a:ext uri="{FF2B5EF4-FFF2-40B4-BE49-F238E27FC236}">
                  <a16:creationId xmlns:a16="http://schemas.microsoft.com/office/drawing/2014/main" id="{BE5D1679-5333-0E2B-327F-6E72891D9EAA}"/>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7" name="Group 66">
            <a:extLst>
              <a:ext uri="{FF2B5EF4-FFF2-40B4-BE49-F238E27FC236}">
                <a16:creationId xmlns:a16="http://schemas.microsoft.com/office/drawing/2014/main" id="{71348B2B-0692-16EA-8C0C-59830FCF2481}"/>
              </a:ext>
            </a:extLst>
          </p:cNvPr>
          <p:cNvGrpSpPr/>
          <p:nvPr/>
        </p:nvGrpSpPr>
        <p:grpSpPr>
          <a:xfrm>
            <a:off x="2102908" y="811556"/>
            <a:ext cx="721206" cy="609701"/>
            <a:chOff x="2102908" y="811556"/>
            <a:chExt cx="721206" cy="609701"/>
          </a:xfrm>
        </p:grpSpPr>
        <p:sp>
          <p:nvSpPr>
            <p:cNvPr id="68" name="Rectangle 67">
              <a:extLst>
                <a:ext uri="{FF2B5EF4-FFF2-40B4-BE49-F238E27FC236}">
                  <a16:creationId xmlns:a16="http://schemas.microsoft.com/office/drawing/2014/main" id="{0D1137C6-B6C8-D1FC-7AB9-1E6360E7A100}"/>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69" name="Rectangle 68">
              <a:extLst>
                <a:ext uri="{FF2B5EF4-FFF2-40B4-BE49-F238E27FC236}">
                  <a16:creationId xmlns:a16="http://schemas.microsoft.com/office/drawing/2014/main" id="{46AA448F-AB8E-32C0-ACDF-969CF876B781}"/>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1" name="Oval 15">
              <a:extLst>
                <a:ext uri="{FF2B5EF4-FFF2-40B4-BE49-F238E27FC236}">
                  <a16:creationId xmlns:a16="http://schemas.microsoft.com/office/drawing/2014/main" id="{F2B6B2EB-B75A-EBE2-BF0D-DCD7E20782EB}"/>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4" name="Straight Connector 173">
              <a:extLst>
                <a:ext uri="{FF2B5EF4-FFF2-40B4-BE49-F238E27FC236}">
                  <a16:creationId xmlns:a16="http://schemas.microsoft.com/office/drawing/2014/main" id="{6F55EAFA-16C2-F444-EEFE-88470B6E98A1}"/>
                </a:ext>
              </a:extLst>
            </p:cNvPr>
            <p:cNvCxnSpPr>
              <a:cxnSpLocks/>
              <a:stCxn id="81"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76" name="Straight Connector 175">
              <a:extLst>
                <a:ext uri="{FF2B5EF4-FFF2-40B4-BE49-F238E27FC236}">
                  <a16:creationId xmlns:a16="http://schemas.microsoft.com/office/drawing/2014/main" id="{05EEBCFC-86A9-C484-D0E1-473E5662567A}"/>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7" name="Group 176">
            <a:extLst>
              <a:ext uri="{FF2B5EF4-FFF2-40B4-BE49-F238E27FC236}">
                <a16:creationId xmlns:a16="http://schemas.microsoft.com/office/drawing/2014/main" id="{0C2E72FE-9DFD-AD6A-EB54-00EBE3BC8952}"/>
              </a:ext>
            </a:extLst>
          </p:cNvPr>
          <p:cNvGrpSpPr/>
          <p:nvPr/>
        </p:nvGrpSpPr>
        <p:grpSpPr>
          <a:xfrm>
            <a:off x="10506594" y="811556"/>
            <a:ext cx="721220" cy="609701"/>
            <a:chOff x="10506594" y="811556"/>
            <a:chExt cx="721220" cy="609701"/>
          </a:xfrm>
        </p:grpSpPr>
        <p:sp>
          <p:nvSpPr>
            <p:cNvPr id="178" name="Rectangle 177">
              <a:extLst>
                <a:ext uri="{FF2B5EF4-FFF2-40B4-BE49-F238E27FC236}">
                  <a16:creationId xmlns:a16="http://schemas.microsoft.com/office/drawing/2014/main" id="{59B4A577-386D-E694-1F4E-B1FE2CD09075}"/>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79" name="Rectangle 178">
              <a:extLst>
                <a:ext uri="{FF2B5EF4-FFF2-40B4-BE49-F238E27FC236}">
                  <a16:creationId xmlns:a16="http://schemas.microsoft.com/office/drawing/2014/main" id="{7617CC87-D2F9-6E54-939F-94C5A046AF26}"/>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0" name="Oval 15">
              <a:extLst>
                <a:ext uri="{FF2B5EF4-FFF2-40B4-BE49-F238E27FC236}">
                  <a16:creationId xmlns:a16="http://schemas.microsoft.com/office/drawing/2014/main" id="{03E98402-24E5-186F-6883-88ADD2BEB4BB}"/>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1" name="Straight Connector 180">
              <a:extLst>
                <a:ext uri="{FF2B5EF4-FFF2-40B4-BE49-F238E27FC236}">
                  <a16:creationId xmlns:a16="http://schemas.microsoft.com/office/drawing/2014/main" id="{0618D5AB-AF25-2D64-3CCB-D450DCBB07DA}"/>
                </a:ext>
              </a:extLst>
            </p:cNvPr>
            <p:cNvCxnSpPr>
              <a:cxnSpLocks/>
              <a:stCxn id="180"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2" name="Straight Connector 181">
              <a:extLst>
                <a:ext uri="{FF2B5EF4-FFF2-40B4-BE49-F238E27FC236}">
                  <a16:creationId xmlns:a16="http://schemas.microsoft.com/office/drawing/2014/main" id="{DE474318-EAC2-783F-E017-541E9990A42B}"/>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3" name="Group 182">
            <a:extLst>
              <a:ext uri="{FF2B5EF4-FFF2-40B4-BE49-F238E27FC236}">
                <a16:creationId xmlns:a16="http://schemas.microsoft.com/office/drawing/2014/main" id="{B8870676-415E-087D-8350-7BB2C09EDDD1}"/>
              </a:ext>
            </a:extLst>
          </p:cNvPr>
          <p:cNvGrpSpPr/>
          <p:nvPr/>
        </p:nvGrpSpPr>
        <p:grpSpPr>
          <a:xfrm>
            <a:off x="7116512" y="812701"/>
            <a:ext cx="721206" cy="609701"/>
            <a:chOff x="7957576" y="811556"/>
            <a:chExt cx="721206" cy="609701"/>
          </a:xfrm>
        </p:grpSpPr>
        <p:sp>
          <p:nvSpPr>
            <p:cNvPr id="184" name="Rectangle 183">
              <a:extLst>
                <a:ext uri="{FF2B5EF4-FFF2-40B4-BE49-F238E27FC236}">
                  <a16:creationId xmlns:a16="http://schemas.microsoft.com/office/drawing/2014/main" id="{633739C1-99B8-12D3-E671-8A21A969280D}"/>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85" name="Rectangle 184">
              <a:extLst>
                <a:ext uri="{FF2B5EF4-FFF2-40B4-BE49-F238E27FC236}">
                  <a16:creationId xmlns:a16="http://schemas.microsoft.com/office/drawing/2014/main" id="{E3ADBF5F-86D7-CE69-CDB4-CB93CE6891FF}"/>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6" name="Oval 15">
              <a:extLst>
                <a:ext uri="{FF2B5EF4-FFF2-40B4-BE49-F238E27FC236}">
                  <a16:creationId xmlns:a16="http://schemas.microsoft.com/office/drawing/2014/main" id="{C3609FA8-8730-0768-96F1-FB2F4FC3ACEF}"/>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7" name="Straight Connector 186">
              <a:extLst>
                <a:ext uri="{FF2B5EF4-FFF2-40B4-BE49-F238E27FC236}">
                  <a16:creationId xmlns:a16="http://schemas.microsoft.com/office/drawing/2014/main" id="{DDA1E610-7C7C-15A1-E1C1-5D2B2C7F2471}"/>
                </a:ext>
              </a:extLst>
            </p:cNvPr>
            <p:cNvCxnSpPr>
              <a:cxnSpLocks/>
              <a:stCxn id="186"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8" name="Straight Connector 187">
              <a:extLst>
                <a:ext uri="{FF2B5EF4-FFF2-40B4-BE49-F238E27FC236}">
                  <a16:creationId xmlns:a16="http://schemas.microsoft.com/office/drawing/2014/main" id="{65D0DFD1-F118-4C80-6C1E-4F1C6A0A0B05}"/>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0D3AC97D-EFF3-1C6D-8175-12D6E24ADF37}"/>
              </a:ext>
            </a:extLst>
          </p:cNvPr>
          <p:cNvGrpSpPr/>
          <p:nvPr/>
        </p:nvGrpSpPr>
        <p:grpSpPr>
          <a:xfrm>
            <a:off x="10508723" y="1536662"/>
            <a:ext cx="721206" cy="609701"/>
            <a:chOff x="11356242" y="1532276"/>
            <a:chExt cx="721206" cy="609701"/>
          </a:xfrm>
        </p:grpSpPr>
        <p:sp>
          <p:nvSpPr>
            <p:cNvPr id="190" name="Rectangle 189">
              <a:hlinkHover r:id="" action="ppaction://noaction" highlightClick="1"/>
              <a:extLst>
                <a:ext uri="{FF2B5EF4-FFF2-40B4-BE49-F238E27FC236}">
                  <a16:creationId xmlns:a16="http://schemas.microsoft.com/office/drawing/2014/main" id="{E70AD682-2797-F209-D02B-F52501A6F4D4}"/>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91" name="Oval 190">
              <a:extLst>
                <a:ext uri="{FF2B5EF4-FFF2-40B4-BE49-F238E27FC236}">
                  <a16:creationId xmlns:a16="http://schemas.microsoft.com/office/drawing/2014/main" id="{974FA85D-32A7-206F-63C4-97453FE824A3}"/>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4" name="Isosceles Triangle 648">
              <a:extLst>
                <a:ext uri="{FF2B5EF4-FFF2-40B4-BE49-F238E27FC236}">
                  <a16:creationId xmlns:a16="http://schemas.microsoft.com/office/drawing/2014/main" id="{C14709BA-A088-7914-3E05-928D0E97C11E}"/>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85" name="Group 384">
            <a:extLst>
              <a:ext uri="{FF2B5EF4-FFF2-40B4-BE49-F238E27FC236}">
                <a16:creationId xmlns:a16="http://schemas.microsoft.com/office/drawing/2014/main" id="{564C8DA9-A646-87A6-1F6D-EB8971C4884D}"/>
              </a:ext>
            </a:extLst>
          </p:cNvPr>
          <p:cNvGrpSpPr/>
          <p:nvPr/>
        </p:nvGrpSpPr>
        <p:grpSpPr>
          <a:xfrm>
            <a:off x="7957586" y="2253332"/>
            <a:ext cx="721206" cy="609701"/>
            <a:chOff x="7957586" y="2253332"/>
            <a:chExt cx="721206" cy="609701"/>
          </a:xfrm>
        </p:grpSpPr>
        <p:sp>
          <p:nvSpPr>
            <p:cNvPr id="386" name="Rectangle 385">
              <a:extLst>
                <a:ext uri="{FF2B5EF4-FFF2-40B4-BE49-F238E27FC236}">
                  <a16:creationId xmlns:a16="http://schemas.microsoft.com/office/drawing/2014/main" id="{8CC4194C-6259-7E45-F2D4-FD3D23E91CD1}"/>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387" name="Right Triangle 386">
              <a:extLst>
                <a:ext uri="{FF2B5EF4-FFF2-40B4-BE49-F238E27FC236}">
                  <a16:creationId xmlns:a16="http://schemas.microsoft.com/office/drawing/2014/main" id="{89B4DC7F-6CF4-1A50-896D-0D15AFA8CE15}"/>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88" name="Group 387">
              <a:extLst>
                <a:ext uri="{FF2B5EF4-FFF2-40B4-BE49-F238E27FC236}">
                  <a16:creationId xmlns:a16="http://schemas.microsoft.com/office/drawing/2014/main" id="{A5836359-B809-789A-FD43-6A5176A05E99}"/>
                </a:ext>
              </a:extLst>
            </p:cNvPr>
            <p:cNvGrpSpPr/>
            <p:nvPr/>
          </p:nvGrpSpPr>
          <p:grpSpPr>
            <a:xfrm>
              <a:off x="8621942" y="2262669"/>
              <a:ext cx="37817" cy="61390"/>
              <a:chOff x="3883481" y="2057400"/>
              <a:chExt cx="1608363" cy="2652031"/>
            </a:xfrm>
            <a:solidFill>
              <a:srgbClr val="A6A6A6">
                <a:alpha val="20000"/>
              </a:srgbClr>
            </a:solidFill>
          </p:grpSpPr>
          <p:sp>
            <p:nvSpPr>
              <p:cNvPr id="389" name="Oval 27">
                <a:extLst>
                  <a:ext uri="{FF2B5EF4-FFF2-40B4-BE49-F238E27FC236}">
                    <a16:creationId xmlns:a16="http://schemas.microsoft.com/office/drawing/2014/main" id="{60CA1EB5-FE9E-DA53-E26F-9C7E2469F8B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0" name="Oval 28">
                <a:extLst>
                  <a:ext uri="{FF2B5EF4-FFF2-40B4-BE49-F238E27FC236}">
                    <a16:creationId xmlns:a16="http://schemas.microsoft.com/office/drawing/2014/main" id="{11B6DB7D-4825-378B-49C9-283264A2E49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91" name="Group 390">
            <a:extLst>
              <a:ext uri="{FF2B5EF4-FFF2-40B4-BE49-F238E27FC236}">
                <a16:creationId xmlns:a16="http://schemas.microsoft.com/office/drawing/2014/main" id="{682B2082-ACD8-768E-1872-DA2492E2D7D1}"/>
              </a:ext>
            </a:extLst>
          </p:cNvPr>
          <p:cNvGrpSpPr/>
          <p:nvPr/>
        </p:nvGrpSpPr>
        <p:grpSpPr>
          <a:xfrm>
            <a:off x="6290730" y="2257176"/>
            <a:ext cx="721206" cy="609701"/>
            <a:chOff x="8807250" y="2253334"/>
            <a:chExt cx="721206" cy="609701"/>
          </a:xfrm>
        </p:grpSpPr>
        <p:sp>
          <p:nvSpPr>
            <p:cNvPr id="392" name="Rectangle 391">
              <a:extLst>
                <a:ext uri="{FF2B5EF4-FFF2-40B4-BE49-F238E27FC236}">
                  <a16:creationId xmlns:a16="http://schemas.microsoft.com/office/drawing/2014/main" id="{829870D7-2130-441B-5BBD-949F38B1469A}"/>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393" name="Right Triangle 392">
              <a:extLst>
                <a:ext uri="{FF2B5EF4-FFF2-40B4-BE49-F238E27FC236}">
                  <a16:creationId xmlns:a16="http://schemas.microsoft.com/office/drawing/2014/main" id="{68458E8E-9D8D-38E2-6337-D82FB1F87B88}"/>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4" name="Oval 27">
              <a:extLst>
                <a:ext uri="{FF2B5EF4-FFF2-40B4-BE49-F238E27FC236}">
                  <a16:creationId xmlns:a16="http://schemas.microsoft.com/office/drawing/2014/main" id="{65388726-A212-4A17-94FD-0C0711474E8F}"/>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5" name="Oval 28">
              <a:extLst>
                <a:ext uri="{FF2B5EF4-FFF2-40B4-BE49-F238E27FC236}">
                  <a16:creationId xmlns:a16="http://schemas.microsoft.com/office/drawing/2014/main" id="{197E391E-3059-D973-B134-1AAE2F621A54}"/>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96" name="Group 395">
            <a:extLst>
              <a:ext uri="{FF2B5EF4-FFF2-40B4-BE49-F238E27FC236}">
                <a16:creationId xmlns:a16="http://schemas.microsoft.com/office/drawing/2014/main" id="{E5966D02-BED1-07D1-5F2F-F55B2317B0DD}"/>
              </a:ext>
            </a:extLst>
          </p:cNvPr>
          <p:cNvGrpSpPr/>
          <p:nvPr/>
        </p:nvGrpSpPr>
        <p:grpSpPr>
          <a:xfrm>
            <a:off x="9656903" y="2253333"/>
            <a:ext cx="721220" cy="609701"/>
            <a:chOff x="9656903" y="2253333"/>
            <a:chExt cx="721220" cy="609701"/>
          </a:xfrm>
        </p:grpSpPr>
        <p:sp>
          <p:nvSpPr>
            <p:cNvPr id="397" name="Rectangle 396">
              <a:hlinkHover r:id="" action="ppaction://noaction" highlightClick="1"/>
              <a:extLst>
                <a:ext uri="{FF2B5EF4-FFF2-40B4-BE49-F238E27FC236}">
                  <a16:creationId xmlns:a16="http://schemas.microsoft.com/office/drawing/2014/main" id="{FA0C2782-A690-6380-8AEF-13DB77740D50}"/>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98" name="Rectangle 397">
              <a:extLst>
                <a:ext uri="{FF2B5EF4-FFF2-40B4-BE49-F238E27FC236}">
                  <a16:creationId xmlns:a16="http://schemas.microsoft.com/office/drawing/2014/main" id="{708036D1-CE23-FA50-6D54-A7E883EAB181}"/>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9" name="Oval 15">
              <a:extLst>
                <a:ext uri="{FF2B5EF4-FFF2-40B4-BE49-F238E27FC236}">
                  <a16:creationId xmlns:a16="http://schemas.microsoft.com/office/drawing/2014/main" id="{2B4656E0-F377-4825-676B-B56503B0F512}"/>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00" name="Straight Connector 399">
              <a:extLst>
                <a:ext uri="{FF2B5EF4-FFF2-40B4-BE49-F238E27FC236}">
                  <a16:creationId xmlns:a16="http://schemas.microsoft.com/office/drawing/2014/main" id="{918DE88C-0991-4EF6-238B-2AAF35067786}"/>
                </a:ext>
              </a:extLst>
            </p:cNvPr>
            <p:cNvCxnSpPr>
              <a:cxnSpLocks/>
              <a:stCxn id="39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01" name="Straight Connector 400">
              <a:extLst>
                <a:ext uri="{FF2B5EF4-FFF2-40B4-BE49-F238E27FC236}">
                  <a16:creationId xmlns:a16="http://schemas.microsoft.com/office/drawing/2014/main" id="{E801669A-B4E8-AE58-3575-D316B2A7D1A9}"/>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02" name="Group 401">
            <a:extLst>
              <a:ext uri="{FF2B5EF4-FFF2-40B4-BE49-F238E27FC236}">
                <a16:creationId xmlns:a16="http://schemas.microsoft.com/office/drawing/2014/main" id="{4E61AF09-15A3-A7FA-BDE8-F95EBEE6B5D3}"/>
              </a:ext>
            </a:extLst>
          </p:cNvPr>
          <p:cNvGrpSpPr/>
          <p:nvPr/>
        </p:nvGrpSpPr>
        <p:grpSpPr>
          <a:xfrm>
            <a:off x="8797459" y="2264859"/>
            <a:ext cx="721206" cy="609701"/>
            <a:chOff x="11356242" y="2253333"/>
            <a:chExt cx="721206" cy="609701"/>
          </a:xfrm>
        </p:grpSpPr>
        <p:sp>
          <p:nvSpPr>
            <p:cNvPr id="403" name="Rectangle 402">
              <a:hlinkHover r:id="" action="ppaction://noaction" highlightClick="1"/>
              <a:extLst>
                <a:ext uri="{FF2B5EF4-FFF2-40B4-BE49-F238E27FC236}">
                  <a16:creationId xmlns:a16="http://schemas.microsoft.com/office/drawing/2014/main" id="{AAE0111D-5381-1F15-A3CF-950CEA6AF9E1}"/>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404" name="Oval 403">
              <a:extLst>
                <a:ext uri="{FF2B5EF4-FFF2-40B4-BE49-F238E27FC236}">
                  <a16:creationId xmlns:a16="http://schemas.microsoft.com/office/drawing/2014/main" id="{A749CCB2-FFF3-64BE-861B-D0791BF31921}"/>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5" name="Isosceles Triangle 648">
              <a:extLst>
                <a:ext uri="{FF2B5EF4-FFF2-40B4-BE49-F238E27FC236}">
                  <a16:creationId xmlns:a16="http://schemas.microsoft.com/office/drawing/2014/main" id="{8CA70FD0-29C2-E62E-A390-687625E5410E}"/>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06" name="Group 405">
            <a:extLst>
              <a:ext uri="{FF2B5EF4-FFF2-40B4-BE49-F238E27FC236}">
                <a16:creationId xmlns:a16="http://schemas.microsoft.com/office/drawing/2014/main" id="{F2623501-89E6-1046-B04D-6CCABE182360}"/>
              </a:ext>
            </a:extLst>
          </p:cNvPr>
          <p:cNvGrpSpPr/>
          <p:nvPr/>
        </p:nvGrpSpPr>
        <p:grpSpPr>
          <a:xfrm>
            <a:off x="10506580" y="2253333"/>
            <a:ext cx="721206" cy="609701"/>
            <a:chOff x="10506580" y="2253333"/>
            <a:chExt cx="721206" cy="609701"/>
          </a:xfrm>
        </p:grpSpPr>
        <p:sp>
          <p:nvSpPr>
            <p:cNvPr id="407" name="Rectangle 406">
              <a:hlinkHover r:id="" action="ppaction://noaction" highlightClick="1"/>
              <a:extLst>
                <a:ext uri="{FF2B5EF4-FFF2-40B4-BE49-F238E27FC236}">
                  <a16:creationId xmlns:a16="http://schemas.microsoft.com/office/drawing/2014/main" id="{31487732-088F-9B54-C7E6-23FFC44D70D3}"/>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408" name="Diamond 407">
              <a:extLst>
                <a:ext uri="{FF2B5EF4-FFF2-40B4-BE49-F238E27FC236}">
                  <a16:creationId xmlns:a16="http://schemas.microsoft.com/office/drawing/2014/main" id="{B0C99BF4-6C9C-FABB-643D-A30118C9CC2D}"/>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9" name="Oval 408">
              <a:extLst>
                <a:ext uri="{FF2B5EF4-FFF2-40B4-BE49-F238E27FC236}">
                  <a16:creationId xmlns:a16="http://schemas.microsoft.com/office/drawing/2014/main" id="{5B54BED7-790F-E362-7E81-C2147F47A2DD}"/>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10" name="Group 409">
            <a:extLst>
              <a:ext uri="{FF2B5EF4-FFF2-40B4-BE49-F238E27FC236}">
                <a16:creationId xmlns:a16="http://schemas.microsoft.com/office/drawing/2014/main" id="{46C15D43-87FA-56DE-3DE4-AC1D4DCF7A1E}"/>
              </a:ext>
            </a:extLst>
          </p:cNvPr>
          <p:cNvGrpSpPr/>
          <p:nvPr/>
        </p:nvGrpSpPr>
        <p:grpSpPr>
          <a:xfrm>
            <a:off x="5454173" y="2257175"/>
            <a:ext cx="721206" cy="609701"/>
            <a:chOff x="6287891" y="2253333"/>
            <a:chExt cx="721206" cy="609701"/>
          </a:xfrm>
        </p:grpSpPr>
        <p:sp>
          <p:nvSpPr>
            <p:cNvPr id="411" name="Rectangle 410">
              <a:extLst>
                <a:ext uri="{FF2B5EF4-FFF2-40B4-BE49-F238E27FC236}">
                  <a16:creationId xmlns:a16="http://schemas.microsoft.com/office/drawing/2014/main" id="{450A4D67-EBBC-0A23-57A9-CE05CA5B231B}"/>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412" name="Right Triangle 411">
              <a:extLst>
                <a:ext uri="{FF2B5EF4-FFF2-40B4-BE49-F238E27FC236}">
                  <a16:creationId xmlns:a16="http://schemas.microsoft.com/office/drawing/2014/main" id="{1E1B2860-1036-A6C7-DF8E-F95798D92D53}"/>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13" name="Group 412">
              <a:extLst>
                <a:ext uri="{FF2B5EF4-FFF2-40B4-BE49-F238E27FC236}">
                  <a16:creationId xmlns:a16="http://schemas.microsoft.com/office/drawing/2014/main" id="{FB191509-B416-D4C4-D105-653ED4ED942E}"/>
                </a:ext>
              </a:extLst>
            </p:cNvPr>
            <p:cNvGrpSpPr/>
            <p:nvPr/>
          </p:nvGrpSpPr>
          <p:grpSpPr>
            <a:xfrm>
              <a:off x="6952470" y="2265099"/>
              <a:ext cx="37817" cy="61390"/>
              <a:chOff x="3883481" y="2057400"/>
              <a:chExt cx="1608363" cy="2652031"/>
            </a:xfrm>
            <a:solidFill>
              <a:srgbClr val="A6A6A6">
                <a:alpha val="20000"/>
              </a:srgbClr>
            </a:solidFill>
          </p:grpSpPr>
          <p:sp>
            <p:nvSpPr>
              <p:cNvPr id="414" name="Oval 27">
                <a:extLst>
                  <a:ext uri="{FF2B5EF4-FFF2-40B4-BE49-F238E27FC236}">
                    <a16:creationId xmlns:a16="http://schemas.microsoft.com/office/drawing/2014/main" id="{7018FE0B-89F0-DE3D-3B56-E2ABB58124A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5" name="Oval 28">
                <a:extLst>
                  <a:ext uri="{FF2B5EF4-FFF2-40B4-BE49-F238E27FC236}">
                    <a16:creationId xmlns:a16="http://schemas.microsoft.com/office/drawing/2014/main" id="{DF4EC4E2-B8D2-31E8-D422-34423165969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16" name="Group 415">
            <a:extLst>
              <a:ext uri="{FF2B5EF4-FFF2-40B4-BE49-F238E27FC236}">
                <a16:creationId xmlns:a16="http://schemas.microsoft.com/office/drawing/2014/main" id="{867B2B12-65A5-FC63-6A79-DE8944DC7EA0}"/>
              </a:ext>
            </a:extLst>
          </p:cNvPr>
          <p:cNvGrpSpPr/>
          <p:nvPr/>
        </p:nvGrpSpPr>
        <p:grpSpPr>
          <a:xfrm>
            <a:off x="7113172" y="2252067"/>
            <a:ext cx="728239" cy="609701"/>
            <a:chOff x="5442073" y="811556"/>
            <a:chExt cx="728239" cy="609701"/>
          </a:xfrm>
        </p:grpSpPr>
        <p:sp>
          <p:nvSpPr>
            <p:cNvPr id="417" name="Rectangle 416">
              <a:extLst>
                <a:ext uri="{FF2B5EF4-FFF2-40B4-BE49-F238E27FC236}">
                  <a16:creationId xmlns:a16="http://schemas.microsoft.com/office/drawing/2014/main" id="{335C0EF7-617E-5A47-0E42-6E6F20D98E8C}"/>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418" name="Rectangle 417">
              <a:extLst>
                <a:ext uri="{FF2B5EF4-FFF2-40B4-BE49-F238E27FC236}">
                  <a16:creationId xmlns:a16="http://schemas.microsoft.com/office/drawing/2014/main" id="{E832CC08-C7F3-80A5-C0A6-CF351AD5016C}"/>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9" name="Oval 15">
              <a:extLst>
                <a:ext uri="{FF2B5EF4-FFF2-40B4-BE49-F238E27FC236}">
                  <a16:creationId xmlns:a16="http://schemas.microsoft.com/office/drawing/2014/main" id="{D41AA7F5-AF96-856A-2CC5-7FCF9A5BB767}"/>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20" name="Straight Connector 419">
              <a:extLst>
                <a:ext uri="{FF2B5EF4-FFF2-40B4-BE49-F238E27FC236}">
                  <a16:creationId xmlns:a16="http://schemas.microsoft.com/office/drawing/2014/main" id="{C023601C-D632-0F57-D46D-43B67D8F3430}"/>
                </a:ext>
              </a:extLst>
            </p:cNvPr>
            <p:cNvCxnSpPr>
              <a:cxnSpLocks/>
              <a:stCxn id="419"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21" name="Straight Connector 420">
              <a:extLst>
                <a:ext uri="{FF2B5EF4-FFF2-40B4-BE49-F238E27FC236}">
                  <a16:creationId xmlns:a16="http://schemas.microsoft.com/office/drawing/2014/main" id="{1A4A5806-05B5-3DAA-C1FC-2F17FC0D54CD}"/>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22" name="Group 421">
            <a:extLst>
              <a:ext uri="{FF2B5EF4-FFF2-40B4-BE49-F238E27FC236}">
                <a16:creationId xmlns:a16="http://schemas.microsoft.com/office/drawing/2014/main" id="{1081B152-2FB2-D3A2-844F-098CB244ECB4}"/>
              </a:ext>
            </a:extLst>
          </p:cNvPr>
          <p:cNvGrpSpPr/>
          <p:nvPr/>
        </p:nvGrpSpPr>
        <p:grpSpPr>
          <a:xfrm>
            <a:off x="11353919" y="2251694"/>
            <a:ext cx="721206" cy="609701"/>
            <a:chOff x="8807250" y="2253334"/>
            <a:chExt cx="721206" cy="609701"/>
          </a:xfrm>
        </p:grpSpPr>
        <p:sp>
          <p:nvSpPr>
            <p:cNvPr id="423" name="Rectangle 422">
              <a:extLst>
                <a:ext uri="{FF2B5EF4-FFF2-40B4-BE49-F238E27FC236}">
                  <a16:creationId xmlns:a16="http://schemas.microsoft.com/office/drawing/2014/main" id="{AC4DDB9E-6D51-A0CC-7E96-F083A2AD55A8}"/>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424" name="Right Triangle 423">
              <a:extLst>
                <a:ext uri="{FF2B5EF4-FFF2-40B4-BE49-F238E27FC236}">
                  <a16:creationId xmlns:a16="http://schemas.microsoft.com/office/drawing/2014/main" id="{D351F0AD-54A2-3A76-C257-5DAF5E5CD9E3}"/>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5" name="Oval 27">
              <a:extLst>
                <a:ext uri="{FF2B5EF4-FFF2-40B4-BE49-F238E27FC236}">
                  <a16:creationId xmlns:a16="http://schemas.microsoft.com/office/drawing/2014/main" id="{7239677C-59C7-3760-9A0C-1654751B2BA4}"/>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6" name="Oval 28">
              <a:extLst>
                <a:ext uri="{FF2B5EF4-FFF2-40B4-BE49-F238E27FC236}">
                  <a16:creationId xmlns:a16="http://schemas.microsoft.com/office/drawing/2014/main" id="{D2E0B3BC-8A25-9A6D-5658-557B7C1737EA}"/>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27" name="Group 426">
            <a:extLst>
              <a:ext uri="{FF2B5EF4-FFF2-40B4-BE49-F238E27FC236}">
                <a16:creationId xmlns:a16="http://schemas.microsoft.com/office/drawing/2014/main" id="{0227A7C8-C4C7-5577-31C2-7201366C8469}"/>
              </a:ext>
            </a:extLst>
          </p:cNvPr>
          <p:cNvGrpSpPr/>
          <p:nvPr/>
        </p:nvGrpSpPr>
        <p:grpSpPr>
          <a:xfrm>
            <a:off x="2107991" y="2974054"/>
            <a:ext cx="721206" cy="609701"/>
            <a:chOff x="10506805" y="2974054"/>
            <a:chExt cx="721206" cy="609701"/>
          </a:xfrm>
        </p:grpSpPr>
        <p:sp>
          <p:nvSpPr>
            <p:cNvPr id="428" name="Rectangle 427">
              <a:extLst>
                <a:ext uri="{FF2B5EF4-FFF2-40B4-BE49-F238E27FC236}">
                  <a16:creationId xmlns:a16="http://schemas.microsoft.com/office/drawing/2014/main" id="{93A25905-8F10-8069-1E9E-6E0FDEB684E2}"/>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429" name="Rectangle 428">
              <a:extLst>
                <a:ext uri="{FF2B5EF4-FFF2-40B4-BE49-F238E27FC236}">
                  <a16:creationId xmlns:a16="http://schemas.microsoft.com/office/drawing/2014/main" id="{12073DFB-15C0-986A-F5B5-3296F00900EA}"/>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0" name="Oval 15">
              <a:extLst>
                <a:ext uri="{FF2B5EF4-FFF2-40B4-BE49-F238E27FC236}">
                  <a16:creationId xmlns:a16="http://schemas.microsoft.com/office/drawing/2014/main" id="{E368E64D-8BAC-A9A2-6946-E2B15FA5BA10}"/>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31" name="Straight Connector 430">
              <a:extLst>
                <a:ext uri="{FF2B5EF4-FFF2-40B4-BE49-F238E27FC236}">
                  <a16:creationId xmlns:a16="http://schemas.microsoft.com/office/drawing/2014/main" id="{2C085F19-DD4E-38E2-FD3F-2AEF3BC3678F}"/>
                </a:ext>
              </a:extLst>
            </p:cNvPr>
            <p:cNvCxnSpPr>
              <a:cxnSpLocks/>
              <a:stCxn id="430"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68" name="Straight Connector 467">
              <a:extLst>
                <a:ext uri="{FF2B5EF4-FFF2-40B4-BE49-F238E27FC236}">
                  <a16:creationId xmlns:a16="http://schemas.microsoft.com/office/drawing/2014/main" id="{0C062915-CD18-38B0-3FD8-3397A440524B}"/>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69" name="Group 468">
            <a:extLst>
              <a:ext uri="{FF2B5EF4-FFF2-40B4-BE49-F238E27FC236}">
                <a16:creationId xmlns:a16="http://schemas.microsoft.com/office/drawing/2014/main" id="{156C6D0B-6D62-B1F6-6DF5-CC343887FDBD}"/>
              </a:ext>
            </a:extLst>
          </p:cNvPr>
          <p:cNvGrpSpPr/>
          <p:nvPr/>
        </p:nvGrpSpPr>
        <p:grpSpPr>
          <a:xfrm>
            <a:off x="4621827" y="2983922"/>
            <a:ext cx="721206" cy="654973"/>
            <a:chOff x="9657606" y="2974054"/>
            <a:chExt cx="721206" cy="654973"/>
          </a:xfrm>
        </p:grpSpPr>
        <p:sp>
          <p:nvSpPr>
            <p:cNvPr id="470" name="Rectangle 469">
              <a:extLst>
                <a:ext uri="{FF2B5EF4-FFF2-40B4-BE49-F238E27FC236}">
                  <a16:creationId xmlns:a16="http://schemas.microsoft.com/office/drawing/2014/main" id="{F3075D76-4B20-1105-EB0A-A8E6E4507BF2}"/>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471" name="Rectangle 470">
              <a:extLst>
                <a:ext uri="{FF2B5EF4-FFF2-40B4-BE49-F238E27FC236}">
                  <a16:creationId xmlns:a16="http://schemas.microsoft.com/office/drawing/2014/main" id="{65223C6F-60DE-259C-CB6C-04E9816745FB}"/>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2" name="Oval 15">
              <a:extLst>
                <a:ext uri="{FF2B5EF4-FFF2-40B4-BE49-F238E27FC236}">
                  <a16:creationId xmlns:a16="http://schemas.microsoft.com/office/drawing/2014/main" id="{D4A851D6-065C-FF49-BEB1-B1FF6FA418D0}"/>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4" name="Straight Connector 483">
              <a:extLst>
                <a:ext uri="{FF2B5EF4-FFF2-40B4-BE49-F238E27FC236}">
                  <a16:creationId xmlns:a16="http://schemas.microsoft.com/office/drawing/2014/main" id="{3C8AFE9F-5A18-6F71-E369-FD4D46B89598}"/>
                </a:ext>
              </a:extLst>
            </p:cNvPr>
            <p:cNvCxnSpPr>
              <a:cxnSpLocks/>
              <a:stCxn id="472"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5" name="Straight Connector 484">
              <a:extLst>
                <a:ext uri="{FF2B5EF4-FFF2-40B4-BE49-F238E27FC236}">
                  <a16:creationId xmlns:a16="http://schemas.microsoft.com/office/drawing/2014/main" id="{A6F20409-6BE0-2B04-F57D-9F3A379E66BE}"/>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6" name="Group 485">
            <a:extLst>
              <a:ext uri="{FF2B5EF4-FFF2-40B4-BE49-F238E27FC236}">
                <a16:creationId xmlns:a16="http://schemas.microsoft.com/office/drawing/2014/main" id="{D41B0979-3944-89A8-F91F-F9825B3A7E25}"/>
              </a:ext>
            </a:extLst>
          </p:cNvPr>
          <p:cNvGrpSpPr/>
          <p:nvPr/>
        </p:nvGrpSpPr>
        <p:grpSpPr>
          <a:xfrm>
            <a:off x="11356001" y="2974057"/>
            <a:ext cx="721206" cy="609701"/>
            <a:chOff x="11356001" y="2974057"/>
            <a:chExt cx="721206" cy="609701"/>
          </a:xfrm>
        </p:grpSpPr>
        <p:sp>
          <p:nvSpPr>
            <p:cNvPr id="487" name="Rectangle 486">
              <a:hlinkHover r:id="" action="ppaction://noaction" highlightClick="1"/>
              <a:extLst>
                <a:ext uri="{FF2B5EF4-FFF2-40B4-BE49-F238E27FC236}">
                  <a16:creationId xmlns:a16="http://schemas.microsoft.com/office/drawing/2014/main" id="{8D86B644-6358-32D5-6F13-0DC894D8F1AD}"/>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488" name="Oval 487">
              <a:extLst>
                <a:ext uri="{FF2B5EF4-FFF2-40B4-BE49-F238E27FC236}">
                  <a16:creationId xmlns:a16="http://schemas.microsoft.com/office/drawing/2014/main" id="{FED8CF64-A959-A493-A317-62AB10589A62}"/>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9" name="Isosceles Triangle 648">
              <a:extLst>
                <a:ext uri="{FF2B5EF4-FFF2-40B4-BE49-F238E27FC236}">
                  <a16:creationId xmlns:a16="http://schemas.microsoft.com/office/drawing/2014/main" id="{7A3BA1E5-C65B-87EB-933A-47DF9A5EB7F8}"/>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0" name="Group 489">
            <a:extLst>
              <a:ext uri="{FF2B5EF4-FFF2-40B4-BE49-F238E27FC236}">
                <a16:creationId xmlns:a16="http://schemas.microsoft.com/office/drawing/2014/main" id="{2F470F1A-55A4-865A-7919-8AA7B68D9CC3}"/>
              </a:ext>
            </a:extLst>
          </p:cNvPr>
          <p:cNvGrpSpPr/>
          <p:nvPr/>
        </p:nvGrpSpPr>
        <p:grpSpPr>
          <a:xfrm>
            <a:off x="10506616" y="2984633"/>
            <a:ext cx="721220" cy="609701"/>
            <a:chOff x="9656903" y="2253333"/>
            <a:chExt cx="721220" cy="609701"/>
          </a:xfrm>
        </p:grpSpPr>
        <p:sp>
          <p:nvSpPr>
            <p:cNvPr id="491" name="Rectangle 490">
              <a:hlinkHover r:id="" action="ppaction://noaction" highlightClick="1"/>
              <a:extLst>
                <a:ext uri="{FF2B5EF4-FFF2-40B4-BE49-F238E27FC236}">
                  <a16:creationId xmlns:a16="http://schemas.microsoft.com/office/drawing/2014/main" id="{4CEDD968-A354-17CE-4C54-82A9FBD811FE}"/>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28" name="Rectangle 527">
              <a:extLst>
                <a:ext uri="{FF2B5EF4-FFF2-40B4-BE49-F238E27FC236}">
                  <a16:creationId xmlns:a16="http://schemas.microsoft.com/office/drawing/2014/main" id="{D5006BA3-2FAA-07AF-FED6-C4FC3A705082}"/>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9" name="Oval 15">
              <a:extLst>
                <a:ext uri="{FF2B5EF4-FFF2-40B4-BE49-F238E27FC236}">
                  <a16:creationId xmlns:a16="http://schemas.microsoft.com/office/drawing/2014/main" id="{AABD2751-5619-A225-9A2D-85250872CF9B}"/>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30" name="Straight Connector 529">
              <a:extLst>
                <a:ext uri="{FF2B5EF4-FFF2-40B4-BE49-F238E27FC236}">
                  <a16:creationId xmlns:a16="http://schemas.microsoft.com/office/drawing/2014/main" id="{825C622A-1B43-A5B2-892B-675031BA65D0}"/>
                </a:ext>
              </a:extLst>
            </p:cNvPr>
            <p:cNvCxnSpPr>
              <a:cxnSpLocks/>
              <a:stCxn id="52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31" name="Straight Connector 530">
              <a:extLst>
                <a:ext uri="{FF2B5EF4-FFF2-40B4-BE49-F238E27FC236}">
                  <a16:creationId xmlns:a16="http://schemas.microsoft.com/office/drawing/2014/main" id="{8DCE4C4D-FE10-2C5C-F482-089DAE231692}"/>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52" name="Group 551">
            <a:extLst>
              <a:ext uri="{FF2B5EF4-FFF2-40B4-BE49-F238E27FC236}">
                <a16:creationId xmlns:a16="http://schemas.microsoft.com/office/drawing/2014/main" id="{A4B6BA35-0480-9FA7-27E9-1259083C382B}"/>
              </a:ext>
            </a:extLst>
          </p:cNvPr>
          <p:cNvGrpSpPr/>
          <p:nvPr/>
        </p:nvGrpSpPr>
        <p:grpSpPr>
          <a:xfrm>
            <a:off x="1268346" y="3698208"/>
            <a:ext cx="721891" cy="610396"/>
            <a:chOff x="1268346" y="3698208"/>
            <a:chExt cx="721891" cy="610396"/>
          </a:xfrm>
        </p:grpSpPr>
        <p:sp>
          <p:nvSpPr>
            <p:cNvPr id="553" name="Rectangle 552">
              <a:extLst>
                <a:ext uri="{FF2B5EF4-FFF2-40B4-BE49-F238E27FC236}">
                  <a16:creationId xmlns:a16="http://schemas.microsoft.com/office/drawing/2014/main" id="{CC305BAD-688D-39F9-BC54-54DC63D46AA8}"/>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554" name="Right Triangle 553">
              <a:extLst>
                <a:ext uri="{FF2B5EF4-FFF2-40B4-BE49-F238E27FC236}">
                  <a16:creationId xmlns:a16="http://schemas.microsoft.com/office/drawing/2014/main" id="{2502E71C-21E4-7B52-9061-5E8BEC2AA536}"/>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55" name="Group 554">
              <a:extLst>
                <a:ext uri="{FF2B5EF4-FFF2-40B4-BE49-F238E27FC236}">
                  <a16:creationId xmlns:a16="http://schemas.microsoft.com/office/drawing/2014/main" id="{FD54542C-2D11-893A-7BC4-5DA4F0D963B7}"/>
                </a:ext>
              </a:extLst>
            </p:cNvPr>
            <p:cNvGrpSpPr/>
            <p:nvPr/>
          </p:nvGrpSpPr>
          <p:grpSpPr>
            <a:xfrm>
              <a:off x="1939627" y="3704306"/>
              <a:ext cx="37817" cy="61390"/>
              <a:chOff x="3883481" y="2057400"/>
              <a:chExt cx="1608363" cy="2652031"/>
            </a:xfrm>
            <a:solidFill>
              <a:srgbClr val="A6A6A6">
                <a:alpha val="20000"/>
              </a:srgbClr>
            </a:solidFill>
          </p:grpSpPr>
          <p:sp>
            <p:nvSpPr>
              <p:cNvPr id="562" name="Oval 27">
                <a:extLst>
                  <a:ext uri="{FF2B5EF4-FFF2-40B4-BE49-F238E27FC236}">
                    <a16:creationId xmlns:a16="http://schemas.microsoft.com/office/drawing/2014/main" id="{B57A7188-DAAA-1433-AA67-0ED88588F05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3" name="Oval 28">
                <a:extLst>
                  <a:ext uri="{FF2B5EF4-FFF2-40B4-BE49-F238E27FC236}">
                    <a16:creationId xmlns:a16="http://schemas.microsoft.com/office/drawing/2014/main" id="{9C7A17CF-BA0C-F610-537A-52ECAB9025F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64" name="Group 563">
            <a:extLst>
              <a:ext uri="{FF2B5EF4-FFF2-40B4-BE49-F238E27FC236}">
                <a16:creationId xmlns:a16="http://schemas.microsoft.com/office/drawing/2014/main" id="{B8309BE9-B087-AD6F-9FB8-D77B560183D9}"/>
              </a:ext>
            </a:extLst>
          </p:cNvPr>
          <p:cNvGrpSpPr/>
          <p:nvPr/>
        </p:nvGrpSpPr>
        <p:grpSpPr>
          <a:xfrm>
            <a:off x="2934662" y="5148220"/>
            <a:ext cx="724130" cy="609701"/>
            <a:chOff x="4615448" y="2974053"/>
            <a:chExt cx="724130" cy="609701"/>
          </a:xfrm>
        </p:grpSpPr>
        <p:sp>
          <p:nvSpPr>
            <p:cNvPr id="565" name="Rectangle 564">
              <a:extLst>
                <a:ext uri="{FF2B5EF4-FFF2-40B4-BE49-F238E27FC236}">
                  <a16:creationId xmlns:a16="http://schemas.microsoft.com/office/drawing/2014/main" id="{A5C5D3F1-F89C-3FEE-159D-9D7C313658BD}"/>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566" name="Right Triangle 565">
              <a:extLst>
                <a:ext uri="{FF2B5EF4-FFF2-40B4-BE49-F238E27FC236}">
                  <a16:creationId xmlns:a16="http://schemas.microsoft.com/office/drawing/2014/main" id="{E64AF8DB-C7A9-F7AB-8C6B-7E897A3A0BF5}"/>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67" name="Group 566">
              <a:extLst>
                <a:ext uri="{FF2B5EF4-FFF2-40B4-BE49-F238E27FC236}">
                  <a16:creationId xmlns:a16="http://schemas.microsoft.com/office/drawing/2014/main" id="{50F4218C-DD3F-BE50-D035-364019C8E60E}"/>
                </a:ext>
              </a:extLst>
            </p:cNvPr>
            <p:cNvGrpSpPr/>
            <p:nvPr/>
          </p:nvGrpSpPr>
          <p:grpSpPr>
            <a:xfrm>
              <a:off x="5288997" y="2982574"/>
              <a:ext cx="37817" cy="61390"/>
              <a:chOff x="3883481" y="2057400"/>
              <a:chExt cx="1608363" cy="2652031"/>
            </a:xfrm>
            <a:solidFill>
              <a:srgbClr val="A6A6A6">
                <a:alpha val="20000"/>
              </a:srgbClr>
            </a:solidFill>
          </p:grpSpPr>
          <p:sp>
            <p:nvSpPr>
              <p:cNvPr id="568" name="Oval 27">
                <a:extLst>
                  <a:ext uri="{FF2B5EF4-FFF2-40B4-BE49-F238E27FC236}">
                    <a16:creationId xmlns:a16="http://schemas.microsoft.com/office/drawing/2014/main" id="{573F9BF6-1E5A-7704-8DAE-86F0E759BD2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9" name="Oval 28">
                <a:extLst>
                  <a:ext uri="{FF2B5EF4-FFF2-40B4-BE49-F238E27FC236}">
                    <a16:creationId xmlns:a16="http://schemas.microsoft.com/office/drawing/2014/main" id="{10AF7EF1-4E47-1667-7EFD-BC55ACBCD74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70" name="Group 569">
            <a:extLst>
              <a:ext uri="{FF2B5EF4-FFF2-40B4-BE49-F238E27FC236}">
                <a16:creationId xmlns:a16="http://schemas.microsoft.com/office/drawing/2014/main" id="{2F3D3FA8-BD22-889D-40AE-34BEDFC555AE}"/>
              </a:ext>
            </a:extLst>
          </p:cNvPr>
          <p:cNvGrpSpPr/>
          <p:nvPr/>
        </p:nvGrpSpPr>
        <p:grpSpPr>
          <a:xfrm>
            <a:off x="5451979" y="3707588"/>
            <a:ext cx="721206" cy="609701"/>
            <a:chOff x="5451979" y="3707588"/>
            <a:chExt cx="721206" cy="609701"/>
          </a:xfrm>
        </p:grpSpPr>
        <p:sp>
          <p:nvSpPr>
            <p:cNvPr id="571" name="Rectangle 570">
              <a:hlinkHover r:id="" action="ppaction://noaction" highlightClick="1"/>
              <a:extLst>
                <a:ext uri="{FF2B5EF4-FFF2-40B4-BE49-F238E27FC236}">
                  <a16:creationId xmlns:a16="http://schemas.microsoft.com/office/drawing/2014/main" id="{E96037BF-E0D9-4061-D147-37B7ADA400E5}"/>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72" name="Oval 571">
              <a:extLst>
                <a:ext uri="{FF2B5EF4-FFF2-40B4-BE49-F238E27FC236}">
                  <a16:creationId xmlns:a16="http://schemas.microsoft.com/office/drawing/2014/main" id="{C047E686-4A7A-01EB-42F0-F71DB45D8095}"/>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3" name="Isosceles Triangle 648">
              <a:extLst>
                <a:ext uri="{FF2B5EF4-FFF2-40B4-BE49-F238E27FC236}">
                  <a16:creationId xmlns:a16="http://schemas.microsoft.com/office/drawing/2014/main" id="{0339102D-9D19-2917-DD51-11FB55412AB4}"/>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74" name="Group 573">
            <a:extLst>
              <a:ext uri="{FF2B5EF4-FFF2-40B4-BE49-F238E27FC236}">
                <a16:creationId xmlns:a16="http://schemas.microsoft.com/office/drawing/2014/main" id="{79946C9E-F3F5-AF3B-7823-EEEDB95172C2}"/>
              </a:ext>
            </a:extLst>
          </p:cNvPr>
          <p:cNvGrpSpPr/>
          <p:nvPr/>
        </p:nvGrpSpPr>
        <p:grpSpPr>
          <a:xfrm>
            <a:off x="11357362" y="5142110"/>
            <a:ext cx="721206" cy="609701"/>
            <a:chOff x="9656908" y="2253333"/>
            <a:chExt cx="721206" cy="609701"/>
          </a:xfrm>
        </p:grpSpPr>
        <p:sp>
          <p:nvSpPr>
            <p:cNvPr id="575" name="Rectangle 574">
              <a:hlinkHover r:id="" action="ppaction://noaction" highlightClick="1"/>
              <a:extLst>
                <a:ext uri="{FF2B5EF4-FFF2-40B4-BE49-F238E27FC236}">
                  <a16:creationId xmlns:a16="http://schemas.microsoft.com/office/drawing/2014/main" id="{D5366EB6-A6A8-4781-1186-A91CE47CC615}"/>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576" name="Rectangle 575">
              <a:extLst>
                <a:ext uri="{FF2B5EF4-FFF2-40B4-BE49-F238E27FC236}">
                  <a16:creationId xmlns:a16="http://schemas.microsoft.com/office/drawing/2014/main" id="{90A16720-6209-ED26-082F-50364CB1C608}"/>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7" name="Oval 15">
              <a:extLst>
                <a:ext uri="{FF2B5EF4-FFF2-40B4-BE49-F238E27FC236}">
                  <a16:creationId xmlns:a16="http://schemas.microsoft.com/office/drawing/2014/main" id="{F1C43419-45F4-21B5-3D43-4D942E94949F}"/>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78" name="Straight Connector 577">
              <a:extLst>
                <a:ext uri="{FF2B5EF4-FFF2-40B4-BE49-F238E27FC236}">
                  <a16:creationId xmlns:a16="http://schemas.microsoft.com/office/drawing/2014/main" id="{CAFD60C8-0B26-2A00-DB3F-A1D2403B2E03}"/>
                </a:ext>
              </a:extLst>
            </p:cNvPr>
            <p:cNvCxnSpPr>
              <a:cxnSpLocks/>
              <a:stCxn id="577"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79" name="Straight Connector 578">
              <a:extLst>
                <a:ext uri="{FF2B5EF4-FFF2-40B4-BE49-F238E27FC236}">
                  <a16:creationId xmlns:a16="http://schemas.microsoft.com/office/drawing/2014/main" id="{AFD8FB83-F17A-DBFF-F8C8-E4C1F72848CF}"/>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pic>
        <p:nvPicPr>
          <p:cNvPr id="15" name="Picture 14">
            <a:hlinkClick r:id="rId9" action="ppaction://hlinksldjump"/>
            <a:extLst>
              <a:ext uri="{FF2B5EF4-FFF2-40B4-BE49-F238E27FC236}">
                <a16:creationId xmlns:a16="http://schemas.microsoft.com/office/drawing/2014/main" id="{A655E453-B2CB-FDA2-25BB-B68819F97A41}"/>
              </a:ext>
            </a:extLst>
          </p:cNvPr>
          <p:cNvPicPr>
            <a:picLocks noChangeAspect="1"/>
          </p:cNvPicPr>
          <p:nvPr/>
        </p:nvPicPr>
        <p:blipFill>
          <a:blip r:embed="rId10"/>
          <a:stretch>
            <a:fillRect/>
          </a:stretch>
        </p:blipFill>
        <p:spPr>
          <a:xfrm>
            <a:off x="0" y="0"/>
            <a:ext cx="211626" cy="6858000"/>
          </a:xfrm>
          <a:prstGeom prst="rect">
            <a:avLst/>
          </a:prstGeom>
        </p:spPr>
      </p:pic>
      <p:grpSp>
        <p:nvGrpSpPr>
          <p:cNvPr id="2" name="Group 1">
            <a:extLst>
              <a:ext uri="{FF2B5EF4-FFF2-40B4-BE49-F238E27FC236}">
                <a16:creationId xmlns:a16="http://schemas.microsoft.com/office/drawing/2014/main" id="{3EEFB75A-70BE-88C4-B22D-2F1283AFA123}"/>
              </a:ext>
            </a:extLst>
          </p:cNvPr>
          <p:cNvGrpSpPr/>
          <p:nvPr/>
        </p:nvGrpSpPr>
        <p:grpSpPr>
          <a:xfrm>
            <a:off x="9652491" y="2986436"/>
            <a:ext cx="721206" cy="609701"/>
            <a:chOff x="9657972" y="90836"/>
            <a:chExt cx="721206" cy="609701"/>
          </a:xfrm>
        </p:grpSpPr>
        <p:sp>
          <p:nvSpPr>
            <p:cNvPr id="17" name="Rectangle 16">
              <a:hlinkHover r:id="" action="ppaction://noaction" highlightClick="1"/>
              <a:extLst>
                <a:ext uri="{FF2B5EF4-FFF2-40B4-BE49-F238E27FC236}">
                  <a16:creationId xmlns:a16="http://schemas.microsoft.com/office/drawing/2014/main" id="{FCDF424E-FB7B-4767-A81A-88E18791FF2B}"/>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19" name="Diamond 18">
              <a:extLst>
                <a:ext uri="{FF2B5EF4-FFF2-40B4-BE49-F238E27FC236}">
                  <a16:creationId xmlns:a16="http://schemas.microsoft.com/office/drawing/2014/main" id="{229D40B9-B037-6D1F-A4B2-7565CA57C7E5}"/>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 name="Oval 19">
              <a:extLst>
                <a:ext uri="{FF2B5EF4-FFF2-40B4-BE49-F238E27FC236}">
                  <a16:creationId xmlns:a16="http://schemas.microsoft.com/office/drawing/2014/main" id="{B367C169-02E0-6BD7-D1B4-53B417075BB3}"/>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2189776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6" name="Rectangle 15">
            <a:hlinkClick r:id="rId3" action="ppaction://hlinksldjump"/>
            <a:hlinkHover r:id="rId3" action="ppaction://hlinksldjump"/>
            <a:extLst>
              <a:ext uri="{FF2B5EF4-FFF2-40B4-BE49-F238E27FC236}">
                <a16:creationId xmlns:a16="http://schemas.microsoft.com/office/drawing/2014/main" id="{507C61A8-71C8-4EA3-B835-984854233E36}"/>
              </a:ext>
            </a:extLst>
          </p:cNvPr>
          <p:cNvSpPr/>
          <p:nvPr/>
        </p:nvSpPr>
        <p:spPr>
          <a:xfrm>
            <a:off x="9204513" y="5851981"/>
            <a:ext cx="2914915"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All Up View</a:t>
            </a:r>
          </a:p>
        </p:txBody>
      </p:sp>
      <p:sp>
        <p:nvSpPr>
          <p:cNvPr id="18" name="Rectangle 17">
            <a:hlinkClick r:id="rId4" action="ppaction://hlinksldjump"/>
            <a:hlinkHover r:id="rId4" action="ppaction://hlinksldjump"/>
            <a:extLst>
              <a:ext uri="{FF2B5EF4-FFF2-40B4-BE49-F238E27FC236}">
                <a16:creationId xmlns:a16="http://schemas.microsoft.com/office/drawing/2014/main" id="{BBA1EE95-CA33-45EF-8AE7-079CD319F31D}"/>
              </a:ext>
            </a:extLst>
          </p:cNvPr>
          <p:cNvSpPr/>
          <p:nvPr/>
        </p:nvSpPr>
        <p:spPr>
          <a:xfrm>
            <a:off x="6233681" y="5851983"/>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Tenant Wide Controls</a:t>
            </a:r>
          </a:p>
        </p:txBody>
      </p:sp>
      <p:sp>
        <p:nvSpPr>
          <p:cNvPr id="27" name="Rectangle 26">
            <a:hlinkClick r:id="rId5" action="ppaction://hlinksldjump"/>
            <a:hlinkHover r:id="rId5" action="ppaction://hlinksldjump"/>
            <a:extLst>
              <a:ext uri="{FF2B5EF4-FFF2-40B4-BE49-F238E27FC236}">
                <a16:creationId xmlns:a16="http://schemas.microsoft.com/office/drawing/2014/main" id="{5B52A90A-F54E-4272-88B1-DE7DEE4D2E90}"/>
              </a:ext>
            </a:extLst>
          </p:cNvPr>
          <p:cNvSpPr/>
          <p:nvPr/>
        </p:nvSpPr>
        <p:spPr>
          <a:xfrm>
            <a:off x="3262848" y="5851982"/>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Tenant Wide View</a:t>
            </a:r>
          </a:p>
        </p:txBody>
      </p:sp>
      <p:sp>
        <p:nvSpPr>
          <p:cNvPr id="28" name="Rectangle 27">
            <a:hlinkClick r:id="rId6" action="ppaction://hlinksldjump"/>
            <a:hlinkHover r:id="rId6" action="ppaction://hlinksldjump"/>
            <a:extLst>
              <a:ext uri="{FF2B5EF4-FFF2-40B4-BE49-F238E27FC236}">
                <a16:creationId xmlns:a16="http://schemas.microsoft.com/office/drawing/2014/main" id="{30B9AC63-CAA7-4792-B61B-55D2D69B8E5C}"/>
              </a:ext>
            </a:extLst>
          </p:cNvPr>
          <p:cNvSpPr/>
          <p:nvPr/>
        </p:nvSpPr>
        <p:spPr>
          <a:xfrm>
            <a:off x="292015" y="5851982"/>
            <a:ext cx="2914915"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Single Organization View</a:t>
            </a:r>
          </a:p>
        </p:txBody>
      </p:sp>
      <p:sp>
        <p:nvSpPr>
          <p:cNvPr id="2" name="TextBox 1">
            <a:extLst>
              <a:ext uri="{FF2B5EF4-FFF2-40B4-BE49-F238E27FC236}">
                <a16:creationId xmlns:a16="http://schemas.microsoft.com/office/drawing/2014/main" id="{F900E65C-B701-643C-505D-77FDC60778C6}"/>
              </a:ext>
            </a:extLst>
          </p:cNvPr>
          <p:cNvSpPr txBox="1"/>
          <p:nvPr/>
        </p:nvSpPr>
        <p:spPr>
          <a:xfrm>
            <a:off x="2825416" y="40767"/>
            <a:ext cx="6541168"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One Tenant, Multiple Organizations </a:t>
            </a:r>
          </a:p>
        </p:txBody>
      </p:sp>
      <p:cxnSp>
        <p:nvCxnSpPr>
          <p:cNvPr id="442" name="Straight Connector 441">
            <a:extLst>
              <a:ext uri="{FF2B5EF4-FFF2-40B4-BE49-F238E27FC236}">
                <a16:creationId xmlns:a16="http://schemas.microsoft.com/office/drawing/2014/main" id="{753CFE9C-1170-016A-89CE-B824B11C88BF}"/>
              </a:ext>
            </a:extLst>
          </p:cNvPr>
          <p:cNvCxnSpPr>
            <a:cxnSpLocks/>
          </p:cNvCxnSpPr>
          <p:nvPr/>
        </p:nvCxnSpPr>
        <p:spPr>
          <a:xfrm>
            <a:off x="7225814" y="770021"/>
            <a:ext cx="0" cy="4932947"/>
          </a:xfrm>
          <a:prstGeom prst="line">
            <a:avLst/>
          </a:prstGeom>
          <a:ln w="53975">
            <a:solidFill>
              <a:schemeClr val="bg1"/>
            </a:solidFill>
          </a:ln>
        </p:spPr>
        <p:style>
          <a:lnRef idx="1">
            <a:schemeClr val="accent1"/>
          </a:lnRef>
          <a:fillRef idx="0">
            <a:schemeClr val="accent1"/>
          </a:fillRef>
          <a:effectRef idx="0">
            <a:schemeClr val="accent1"/>
          </a:effectRef>
          <a:fontRef idx="minor">
            <a:schemeClr val="tx1"/>
          </a:fontRef>
        </p:style>
      </p:cxnSp>
      <p:sp>
        <p:nvSpPr>
          <p:cNvPr id="444" name="TextBox 443">
            <a:extLst>
              <a:ext uri="{FF2B5EF4-FFF2-40B4-BE49-F238E27FC236}">
                <a16:creationId xmlns:a16="http://schemas.microsoft.com/office/drawing/2014/main" id="{6F640256-DA61-44B1-CA76-A45F37456757}"/>
              </a:ext>
            </a:extLst>
          </p:cNvPr>
          <p:cNvSpPr txBox="1"/>
          <p:nvPr/>
        </p:nvSpPr>
        <p:spPr>
          <a:xfrm>
            <a:off x="989655" y="585625"/>
            <a:ext cx="5198222"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Single Organization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Single Organization View</a:t>
            </a:r>
          </a:p>
        </p:txBody>
      </p:sp>
      <p:sp>
        <p:nvSpPr>
          <p:cNvPr id="445" name="TextBox 444">
            <a:extLst>
              <a:ext uri="{FF2B5EF4-FFF2-40B4-BE49-F238E27FC236}">
                <a16:creationId xmlns:a16="http://schemas.microsoft.com/office/drawing/2014/main" id="{E01F78A0-0AFA-7C5B-079F-4B68B8914C1A}"/>
              </a:ext>
            </a:extLst>
          </p:cNvPr>
          <p:cNvSpPr txBox="1"/>
          <p:nvPr/>
        </p:nvSpPr>
        <p:spPr>
          <a:xfrm>
            <a:off x="7162179" y="585625"/>
            <a:ext cx="3365349"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Single Organization Control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Tenant Wide</a:t>
            </a:r>
            <a:r>
              <a:rPr lang="en-GB" sz="1600">
                <a:solidFill>
                  <a:srgbClr val="0078D7"/>
                </a:solidFill>
                <a:latin typeface="Century Gothic" panose="020B0502020202020204" pitchFamily="34" charset="0"/>
              </a:rPr>
              <a:t>,</a:t>
            </a:r>
            <a:r>
              <a:rPr kumimoji="0" lang="en-GB" sz="16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 scoped controls</a:t>
            </a:r>
          </a:p>
        </p:txBody>
      </p:sp>
      <p:sp>
        <p:nvSpPr>
          <p:cNvPr id="446" name="TextBox 445">
            <a:extLst>
              <a:ext uri="{FF2B5EF4-FFF2-40B4-BE49-F238E27FC236}">
                <a16:creationId xmlns:a16="http://schemas.microsoft.com/office/drawing/2014/main" id="{5F03EC50-2BD2-6F1A-240C-A33BDEAE1D3D}"/>
              </a:ext>
            </a:extLst>
          </p:cNvPr>
          <p:cNvSpPr txBox="1"/>
          <p:nvPr/>
        </p:nvSpPr>
        <p:spPr>
          <a:xfrm>
            <a:off x="10409935" y="585625"/>
            <a:ext cx="1678114"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Tenant Wide Controls</a:t>
            </a:r>
          </a:p>
        </p:txBody>
      </p:sp>
      <p:cxnSp>
        <p:nvCxnSpPr>
          <p:cNvPr id="443" name="Straight Connector 442">
            <a:extLst>
              <a:ext uri="{FF2B5EF4-FFF2-40B4-BE49-F238E27FC236}">
                <a16:creationId xmlns:a16="http://schemas.microsoft.com/office/drawing/2014/main" id="{E384191F-C11E-537F-B281-6EB123613161}"/>
              </a:ext>
            </a:extLst>
          </p:cNvPr>
          <p:cNvCxnSpPr>
            <a:cxnSpLocks/>
          </p:cNvCxnSpPr>
          <p:nvPr/>
        </p:nvCxnSpPr>
        <p:spPr>
          <a:xfrm>
            <a:off x="10412809" y="770021"/>
            <a:ext cx="0" cy="4932947"/>
          </a:xfrm>
          <a:prstGeom prst="line">
            <a:avLst/>
          </a:prstGeom>
          <a:ln w="53975">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462" name="Group 1461">
            <a:extLst>
              <a:ext uri="{FF2B5EF4-FFF2-40B4-BE49-F238E27FC236}">
                <a16:creationId xmlns:a16="http://schemas.microsoft.com/office/drawing/2014/main" id="{E3DE1009-A4F8-18B4-2850-75C7D16EFC51}"/>
              </a:ext>
            </a:extLst>
          </p:cNvPr>
          <p:cNvGrpSpPr/>
          <p:nvPr/>
        </p:nvGrpSpPr>
        <p:grpSpPr>
          <a:xfrm>
            <a:off x="10532457" y="1253676"/>
            <a:ext cx="1425461" cy="3845285"/>
            <a:chOff x="-611087" y="1287479"/>
            <a:chExt cx="1425461" cy="3845285"/>
          </a:xfrm>
        </p:grpSpPr>
        <p:grpSp>
          <p:nvGrpSpPr>
            <p:cNvPr id="1442" name="Group 1441">
              <a:extLst>
                <a:ext uri="{FF2B5EF4-FFF2-40B4-BE49-F238E27FC236}">
                  <a16:creationId xmlns:a16="http://schemas.microsoft.com/office/drawing/2014/main" id="{965321A3-26D5-5577-AF38-C4A016D7FC69}"/>
                </a:ext>
              </a:extLst>
            </p:cNvPr>
            <p:cNvGrpSpPr/>
            <p:nvPr/>
          </p:nvGrpSpPr>
          <p:grpSpPr>
            <a:xfrm>
              <a:off x="155252" y="1287479"/>
              <a:ext cx="659122" cy="3845285"/>
              <a:chOff x="16272982" y="1181964"/>
              <a:chExt cx="659122" cy="3845285"/>
            </a:xfrm>
          </p:grpSpPr>
          <p:grpSp>
            <p:nvGrpSpPr>
              <p:cNvPr id="935" name="Group 934">
                <a:extLst>
                  <a:ext uri="{FF2B5EF4-FFF2-40B4-BE49-F238E27FC236}">
                    <a16:creationId xmlns:a16="http://schemas.microsoft.com/office/drawing/2014/main" id="{6323603F-C471-66B9-5E0D-1C5767AA6AC1}"/>
                  </a:ext>
                </a:extLst>
              </p:cNvPr>
              <p:cNvGrpSpPr/>
              <p:nvPr/>
            </p:nvGrpSpPr>
            <p:grpSpPr>
              <a:xfrm>
                <a:off x="16272982" y="2497192"/>
                <a:ext cx="659122" cy="557216"/>
                <a:chOff x="6271424" y="1729816"/>
                <a:chExt cx="871904" cy="748695"/>
              </a:xfrm>
            </p:grpSpPr>
            <p:sp>
              <p:nvSpPr>
                <p:cNvPr id="936" name="Rectangle 935">
                  <a:extLst>
                    <a:ext uri="{FF2B5EF4-FFF2-40B4-BE49-F238E27FC236}">
                      <a16:creationId xmlns:a16="http://schemas.microsoft.com/office/drawing/2014/main" id="{D9C4F2BF-5CC2-BC27-AB8A-52CA019C6F08}"/>
                    </a:ext>
                  </a:extLst>
                </p:cNvPr>
                <p:cNvSpPr/>
                <p:nvPr/>
              </p:nvSpPr>
              <p:spPr>
                <a:xfrm>
                  <a:off x="627142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937" name="Rectangle 936">
                  <a:extLst>
                    <a:ext uri="{FF2B5EF4-FFF2-40B4-BE49-F238E27FC236}">
                      <a16:creationId xmlns:a16="http://schemas.microsoft.com/office/drawing/2014/main" id="{A9E7C53F-34E3-00B8-8042-EB5481844B3E}"/>
                    </a:ext>
                  </a:extLst>
                </p:cNvPr>
                <p:cNvSpPr/>
                <p:nvPr/>
              </p:nvSpPr>
              <p:spPr>
                <a:xfrm flipV="1">
                  <a:off x="7010822"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8" name="Oval 15">
                  <a:extLst>
                    <a:ext uri="{FF2B5EF4-FFF2-40B4-BE49-F238E27FC236}">
                      <a16:creationId xmlns:a16="http://schemas.microsoft.com/office/drawing/2014/main" id="{0658E5EC-70DF-FCD8-6291-C13872B0254E}"/>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39" name="Straight Connector 938">
                  <a:extLst>
                    <a:ext uri="{FF2B5EF4-FFF2-40B4-BE49-F238E27FC236}">
                      <a16:creationId xmlns:a16="http://schemas.microsoft.com/office/drawing/2014/main" id="{9392BC5F-6D6B-3BB3-034C-0C327B31DB33}"/>
                    </a:ext>
                  </a:extLst>
                </p:cNvPr>
                <p:cNvCxnSpPr>
                  <a:cxnSpLocks/>
                  <a:stCxn id="938" idx="0"/>
                </p:cNvCxnSpPr>
                <p:nvPr/>
              </p:nvCxnSpPr>
              <p:spPr>
                <a:xfrm flipV="1">
                  <a:off x="7050821"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40" name="Straight Connector 939">
                  <a:extLst>
                    <a:ext uri="{FF2B5EF4-FFF2-40B4-BE49-F238E27FC236}">
                      <a16:creationId xmlns:a16="http://schemas.microsoft.com/office/drawing/2014/main" id="{5577AD2F-6EB1-75CA-0531-1A1D85AD2284}"/>
                    </a:ext>
                  </a:extLst>
                </p:cNvPr>
                <p:cNvCxnSpPr>
                  <a:cxnSpLocks/>
                </p:cNvCxnSpPr>
                <p:nvPr/>
              </p:nvCxnSpPr>
              <p:spPr>
                <a:xfrm>
                  <a:off x="7057735"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14" name="Group 1113">
                <a:extLst>
                  <a:ext uri="{FF2B5EF4-FFF2-40B4-BE49-F238E27FC236}">
                    <a16:creationId xmlns:a16="http://schemas.microsoft.com/office/drawing/2014/main" id="{8BE350C0-FB23-2F94-1DE5-7D781E3B87A4}"/>
                  </a:ext>
                </a:extLst>
              </p:cNvPr>
              <p:cNvGrpSpPr/>
              <p:nvPr/>
            </p:nvGrpSpPr>
            <p:grpSpPr>
              <a:xfrm>
                <a:off x="16272982" y="3812420"/>
                <a:ext cx="659122" cy="557216"/>
                <a:chOff x="11226844" y="3371220"/>
                <a:chExt cx="871904" cy="748695"/>
              </a:xfrm>
            </p:grpSpPr>
            <p:sp>
              <p:nvSpPr>
                <p:cNvPr id="1115" name="Rectangle 1114">
                  <a:extLst>
                    <a:ext uri="{FF2B5EF4-FFF2-40B4-BE49-F238E27FC236}">
                      <a16:creationId xmlns:a16="http://schemas.microsoft.com/office/drawing/2014/main" id="{A89A2F18-855F-049D-8DE3-EED7B4200CCC}"/>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1116" name="Rectangle 1115">
                  <a:extLst>
                    <a:ext uri="{FF2B5EF4-FFF2-40B4-BE49-F238E27FC236}">
                      <a16:creationId xmlns:a16="http://schemas.microsoft.com/office/drawing/2014/main" id="{5134891C-521E-20AE-2D0D-ACB1E3FF2289}"/>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7" name="Oval 15">
                  <a:extLst>
                    <a:ext uri="{FF2B5EF4-FFF2-40B4-BE49-F238E27FC236}">
                      <a16:creationId xmlns:a16="http://schemas.microsoft.com/office/drawing/2014/main" id="{7B33DF9E-F334-2C6A-3225-392415C27CC4}"/>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18" name="Straight Connector 1117">
                  <a:extLst>
                    <a:ext uri="{FF2B5EF4-FFF2-40B4-BE49-F238E27FC236}">
                      <a16:creationId xmlns:a16="http://schemas.microsoft.com/office/drawing/2014/main" id="{8E062DF8-8643-E9C4-23B2-373B00B7E2F9}"/>
                    </a:ext>
                  </a:extLst>
                </p:cNvPr>
                <p:cNvCxnSpPr>
                  <a:cxnSpLocks/>
                  <a:stCxn id="1117"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19" name="Straight Connector 1118">
                  <a:extLst>
                    <a:ext uri="{FF2B5EF4-FFF2-40B4-BE49-F238E27FC236}">
                      <a16:creationId xmlns:a16="http://schemas.microsoft.com/office/drawing/2014/main" id="{6C7F0A76-D74D-FAC1-03FB-AB7D52E374DB}"/>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42" name="Group 1141">
                <a:extLst>
                  <a:ext uri="{FF2B5EF4-FFF2-40B4-BE49-F238E27FC236}">
                    <a16:creationId xmlns:a16="http://schemas.microsoft.com/office/drawing/2014/main" id="{94579959-B231-06B2-F780-E3628FD7DAE7}"/>
                  </a:ext>
                </a:extLst>
              </p:cNvPr>
              <p:cNvGrpSpPr/>
              <p:nvPr/>
            </p:nvGrpSpPr>
            <p:grpSpPr>
              <a:xfrm>
                <a:off x="16272982" y="1181964"/>
                <a:ext cx="659122" cy="557216"/>
                <a:chOff x="1315999" y="88412"/>
                <a:chExt cx="871904" cy="748695"/>
              </a:xfrm>
            </p:grpSpPr>
            <p:sp>
              <p:nvSpPr>
                <p:cNvPr id="1143" name="Rectangle 1142">
                  <a:extLst>
                    <a:ext uri="{FF2B5EF4-FFF2-40B4-BE49-F238E27FC236}">
                      <a16:creationId xmlns:a16="http://schemas.microsoft.com/office/drawing/2014/main" id="{1CE74A99-C0AB-4F31-5A4C-3E1820F2F098}"/>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1144" name="Rectangle 1143">
                  <a:extLst>
                    <a:ext uri="{FF2B5EF4-FFF2-40B4-BE49-F238E27FC236}">
                      <a16:creationId xmlns:a16="http://schemas.microsoft.com/office/drawing/2014/main" id="{C2BD4F19-B22A-31B9-2569-FE513E7E9419}"/>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5" name="Oval 15">
                  <a:extLst>
                    <a:ext uri="{FF2B5EF4-FFF2-40B4-BE49-F238E27FC236}">
                      <a16:creationId xmlns:a16="http://schemas.microsoft.com/office/drawing/2014/main" id="{F3309353-E1B0-4EC6-6E48-52B4BE6AEF68}"/>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46" name="Straight Connector 1145">
                  <a:extLst>
                    <a:ext uri="{FF2B5EF4-FFF2-40B4-BE49-F238E27FC236}">
                      <a16:creationId xmlns:a16="http://schemas.microsoft.com/office/drawing/2014/main" id="{06C8DB17-FA97-91B5-83AF-D0791EF1596D}"/>
                    </a:ext>
                  </a:extLst>
                </p:cNvPr>
                <p:cNvCxnSpPr>
                  <a:cxnSpLocks/>
                  <a:stCxn id="1145"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47" name="Straight Connector 1146">
                  <a:extLst>
                    <a:ext uri="{FF2B5EF4-FFF2-40B4-BE49-F238E27FC236}">
                      <a16:creationId xmlns:a16="http://schemas.microsoft.com/office/drawing/2014/main" id="{5EEAF7F0-CE8E-10BD-DF34-800B643AD4D1}"/>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48" name="Group 1147">
                <a:extLst>
                  <a:ext uri="{FF2B5EF4-FFF2-40B4-BE49-F238E27FC236}">
                    <a16:creationId xmlns:a16="http://schemas.microsoft.com/office/drawing/2014/main" id="{0287B8B5-5C9F-CB81-BAAC-20162357F896}"/>
                  </a:ext>
                </a:extLst>
              </p:cNvPr>
              <p:cNvGrpSpPr/>
              <p:nvPr/>
            </p:nvGrpSpPr>
            <p:grpSpPr>
              <a:xfrm>
                <a:off x="16272982" y="1839578"/>
                <a:ext cx="659122" cy="557216"/>
                <a:chOff x="1315999" y="88412"/>
                <a:chExt cx="871904" cy="748695"/>
              </a:xfrm>
            </p:grpSpPr>
            <p:sp>
              <p:nvSpPr>
                <p:cNvPr id="1149" name="Rectangle 1148">
                  <a:extLst>
                    <a:ext uri="{FF2B5EF4-FFF2-40B4-BE49-F238E27FC236}">
                      <a16:creationId xmlns:a16="http://schemas.microsoft.com/office/drawing/2014/main" id="{2CFB6E62-EC55-4726-0320-BDF11ABEA464}"/>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1150" name="Rectangle 1149">
                  <a:extLst>
                    <a:ext uri="{FF2B5EF4-FFF2-40B4-BE49-F238E27FC236}">
                      <a16:creationId xmlns:a16="http://schemas.microsoft.com/office/drawing/2014/main" id="{69472D55-F97E-E0CF-8E97-D7C0038D884D}"/>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1" name="Oval 15">
                  <a:extLst>
                    <a:ext uri="{FF2B5EF4-FFF2-40B4-BE49-F238E27FC236}">
                      <a16:creationId xmlns:a16="http://schemas.microsoft.com/office/drawing/2014/main" id="{79D7F057-C57B-944A-597B-C0F3B7F06558}"/>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52" name="Straight Connector 1151">
                  <a:extLst>
                    <a:ext uri="{FF2B5EF4-FFF2-40B4-BE49-F238E27FC236}">
                      <a16:creationId xmlns:a16="http://schemas.microsoft.com/office/drawing/2014/main" id="{FF0CBC04-D4E4-3F49-E33D-A59A319E448B}"/>
                    </a:ext>
                  </a:extLst>
                </p:cNvPr>
                <p:cNvCxnSpPr>
                  <a:cxnSpLocks/>
                  <a:stCxn id="1151"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53" name="Straight Connector 1152">
                  <a:extLst>
                    <a:ext uri="{FF2B5EF4-FFF2-40B4-BE49-F238E27FC236}">
                      <a16:creationId xmlns:a16="http://schemas.microsoft.com/office/drawing/2014/main" id="{254FF48F-5D80-FE69-F171-9906544B8411}"/>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75" name="Group 1274">
                <a:extLst>
                  <a:ext uri="{FF2B5EF4-FFF2-40B4-BE49-F238E27FC236}">
                    <a16:creationId xmlns:a16="http://schemas.microsoft.com/office/drawing/2014/main" id="{9FD08F6D-3B2D-5D53-2266-BD93C6C61582}"/>
                  </a:ext>
                </a:extLst>
              </p:cNvPr>
              <p:cNvGrpSpPr/>
              <p:nvPr/>
            </p:nvGrpSpPr>
            <p:grpSpPr>
              <a:xfrm>
                <a:off x="16272982" y="3154806"/>
                <a:ext cx="659122" cy="557216"/>
                <a:chOff x="7262509" y="3370808"/>
                <a:chExt cx="871904" cy="748695"/>
              </a:xfrm>
            </p:grpSpPr>
            <p:sp>
              <p:nvSpPr>
                <p:cNvPr id="1276" name="Rectangle 1275">
                  <a:extLst>
                    <a:ext uri="{FF2B5EF4-FFF2-40B4-BE49-F238E27FC236}">
                      <a16:creationId xmlns:a16="http://schemas.microsoft.com/office/drawing/2014/main" id="{FF4C7769-1B96-B710-8B5D-98C984984462}"/>
                    </a:ext>
                  </a:extLst>
                </p:cNvPr>
                <p:cNvSpPr/>
                <p:nvPr/>
              </p:nvSpPr>
              <p:spPr>
                <a:xfrm>
                  <a:off x="726250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1277" name="Rectangle 1276">
                  <a:extLst>
                    <a:ext uri="{FF2B5EF4-FFF2-40B4-BE49-F238E27FC236}">
                      <a16:creationId xmlns:a16="http://schemas.microsoft.com/office/drawing/2014/main" id="{ECB353C9-591B-A4F1-B6FF-0547311EA5AC}"/>
                    </a:ext>
                  </a:extLst>
                </p:cNvPr>
                <p:cNvSpPr/>
                <p:nvPr/>
              </p:nvSpPr>
              <p:spPr>
                <a:xfrm flipV="1">
                  <a:off x="7999814"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8" name="Oval 15">
                  <a:extLst>
                    <a:ext uri="{FF2B5EF4-FFF2-40B4-BE49-F238E27FC236}">
                      <a16:creationId xmlns:a16="http://schemas.microsoft.com/office/drawing/2014/main" id="{D15DF61F-B53C-3EFA-6789-33A5ADB9D4C5}"/>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79" name="Straight Connector 1278">
                  <a:extLst>
                    <a:ext uri="{FF2B5EF4-FFF2-40B4-BE49-F238E27FC236}">
                      <a16:creationId xmlns:a16="http://schemas.microsoft.com/office/drawing/2014/main" id="{8F90DD9F-6488-8DF2-6E15-6D2B45038F32}"/>
                    </a:ext>
                  </a:extLst>
                </p:cNvPr>
                <p:cNvCxnSpPr>
                  <a:cxnSpLocks/>
                  <a:stCxn id="1278" idx="0"/>
                </p:cNvCxnSpPr>
                <p:nvPr/>
              </p:nvCxnSpPr>
              <p:spPr>
                <a:xfrm flipV="1">
                  <a:off x="8039813"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80" name="Straight Connector 1279">
                  <a:extLst>
                    <a:ext uri="{FF2B5EF4-FFF2-40B4-BE49-F238E27FC236}">
                      <a16:creationId xmlns:a16="http://schemas.microsoft.com/office/drawing/2014/main" id="{9FC0E030-EFCC-78C1-36C1-EDC76786F734}"/>
                    </a:ext>
                  </a:extLst>
                </p:cNvPr>
                <p:cNvCxnSpPr>
                  <a:cxnSpLocks/>
                </p:cNvCxnSpPr>
                <p:nvPr/>
              </p:nvCxnSpPr>
              <p:spPr>
                <a:xfrm>
                  <a:off x="8046727"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55" name="Group 1354">
                <a:extLst>
                  <a:ext uri="{FF2B5EF4-FFF2-40B4-BE49-F238E27FC236}">
                    <a16:creationId xmlns:a16="http://schemas.microsoft.com/office/drawing/2014/main" id="{AF2BC8EF-4C98-B770-2D65-CAC32381F976}"/>
                  </a:ext>
                </a:extLst>
              </p:cNvPr>
              <p:cNvGrpSpPr/>
              <p:nvPr/>
            </p:nvGrpSpPr>
            <p:grpSpPr>
              <a:xfrm>
                <a:off x="16272982" y="4470033"/>
                <a:ext cx="659122" cy="557216"/>
                <a:chOff x="10243573" y="88412"/>
                <a:chExt cx="871904" cy="748695"/>
              </a:xfrm>
            </p:grpSpPr>
            <p:sp>
              <p:nvSpPr>
                <p:cNvPr id="1356" name="Rectangle 1355">
                  <a:hlinkHover r:id="" action="ppaction://noaction" highlightClick="1"/>
                  <a:extLst>
                    <a:ext uri="{FF2B5EF4-FFF2-40B4-BE49-F238E27FC236}">
                      <a16:creationId xmlns:a16="http://schemas.microsoft.com/office/drawing/2014/main" id="{746215E3-7E17-B5C1-91AC-CCC7795EE4CD}"/>
                    </a:ext>
                  </a:extLst>
                </p:cNvPr>
                <p:cNvSpPr/>
                <p:nvPr/>
              </p:nvSpPr>
              <p:spPr>
                <a:xfrm>
                  <a:off x="10243573"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Security Copilot</a:t>
                  </a:r>
                </a:p>
              </p:txBody>
            </p:sp>
            <p:sp>
              <p:nvSpPr>
                <p:cNvPr id="1357" name="Diamond 1356">
                  <a:extLst>
                    <a:ext uri="{FF2B5EF4-FFF2-40B4-BE49-F238E27FC236}">
                      <a16:creationId xmlns:a16="http://schemas.microsoft.com/office/drawing/2014/main" id="{5A90E073-9435-C877-4FB8-BEF27C709994}"/>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8" name="Oval 1357">
                  <a:extLst>
                    <a:ext uri="{FF2B5EF4-FFF2-40B4-BE49-F238E27FC236}">
                      <a16:creationId xmlns:a16="http://schemas.microsoft.com/office/drawing/2014/main" id="{6485C833-9135-D69D-819B-890A5F491192}"/>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41" name="Group 1440">
              <a:extLst>
                <a:ext uri="{FF2B5EF4-FFF2-40B4-BE49-F238E27FC236}">
                  <a16:creationId xmlns:a16="http://schemas.microsoft.com/office/drawing/2014/main" id="{13FD0002-F7D0-67B6-82B8-9D267D64A442}"/>
                </a:ext>
              </a:extLst>
            </p:cNvPr>
            <p:cNvGrpSpPr/>
            <p:nvPr/>
          </p:nvGrpSpPr>
          <p:grpSpPr>
            <a:xfrm>
              <a:off x="-611087" y="1287479"/>
              <a:ext cx="665156" cy="3845285"/>
              <a:chOff x="15513289" y="1181964"/>
              <a:chExt cx="665156" cy="3845285"/>
            </a:xfrm>
          </p:grpSpPr>
          <p:grpSp>
            <p:nvGrpSpPr>
              <p:cNvPr id="959" name="Group 958">
                <a:extLst>
                  <a:ext uri="{FF2B5EF4-FFF2-40B4-BE49-F238E27FC236}">
                    <a16:creationId xmlns:a16="http://schemas.microsoft.com/office/drawing/2014/main" id="{31B602C9-7700-DD9F-C7ED-A104BB79B66B}"/>
                  </a:ext>
                </a:extLst>
              </p:cNvPr>
              <p:cNvGrpSpPr/>
              <p:nvPr/>
            </p:nvGrpSpPr>
            <p:grpSpPr>
              <a:xfrm>
                <a:off x="15513289" y="2497192"/>
                <a:ext cx="659122" cy="557216"/>
                <a:chOff x="5280339" y="1729816"/>
                <a:chExt cx="871904" cy="748695"/>
              </a:xfrm>
            </p:grpSpPr>
            <p:sp>
              <p:nvSpPr>
                <p:cNvPr id="960" name="Rectangle 959">
                  <a:extLst>
                    <a:ext uri="{FF2B5EF4-FFF2-40B4-BE49-F238E27FC236}">
                      <a16:creationId xmlns:a16="http://schemas.microsoft.com/office/drawing/2014/main" id="{B7378DBE-6248-3D5D-F5EF-2D52E736858C}"/>
                    </a:ext>
                  </a:extLst>
                </p:cNvPr>
                <p:cNvSpPr/>
                <p:nvPr/>
              </p:nvSpPr>
              <p:spPr>
                <a:xfrm>
                  <a:off x="528033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961" name="Right Triangle 960">
                  <a:extLst>
                    <a:ext uri="{FF2B5EF4-FFF2-40B4-BE49-F238E27FC236}">
                      <a16:creationId xmlns:a16="http://schemas.microsoft.com/office/drawing/2014/main" id="{1824B371-01AD-599C-2DB2-F46EF04509A1}"/>
                    </a:ext>
                  </a:extLst>
                </p:cNvPr>
                <p:cNvSpPr/>
                <p:nvPr/>
              </p:nvSpPr>
              <p:spPr>
                <a:xfrm rot="10800000">
                  <a:off x="6003472"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62" name="Group 961">
                  <a:extLst>
                    <a:ext uri="{FF2B5EF4-FFF2-40B4-BE49-F238E27FC236}">
                      <a16:creationId xmlns:a16="http://schemas.microsoft.com/office/drawing/2014/main" id="{C7572025-E0D7-7E48-72E1-3ED6721EF9B1}"/>
                    </a:ext>
                  </a:extLst>
                </p:cNvPr>
                <p:cNvGrpSpPr/>
                <p:nvPr/>
              </p:nvGrpSpPr>
              <p:grpSpPr>
                <a:xfrm>
                  <a:off x="6083799" y="1742900"/>
                  <a:ext cx="45719" cy="75385"/>
                  <a:chOff x="3883481" y="2057400"/>
                  <a:chExt cx="1608363" cy="2652031"/>
                </a:xfrm>
                <a:solidFill>
                  <a:srgbClr val="A6A6A6"/>
                </a:solidFill>
              </p:grpSpPr>
              <p:sp>
                <p:nvSpPr>
                  <p:cNvPr id="963" name="Oval 27">
                    <a:extLst>
                      <a:ext uri="{FF2B5EF4-FFF2-40B4-BE49-F238E27FC236}">
                        <a16:creationId xmlns:a16="http://schemas.microsoft.com/office/drawing/2014/main" id="{A725423B-F34C-2407-EDA4-7B7E3160FF2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4" name="Oval 28">
                    <a:extLst>
                      <a:ext uri="{FF2B5EF4-FFF2-40B4-BE49-F238E27FC236}">
                        <a16:creationId xmlns:a16="http://schemas.microsoft.com/office/drawing/2014/main" id="{9EEF54F3-5FE3-6F57-9BCD-6F7D669BB4E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18" name="Group 1017">
                <a:extLst>
                  <a:ext uri="{FF2B5EF4-FFF2-40B4-BE49-F238E27FC236}">
                    <a16:creationId xmlns:a16="http://schemas.microsoft.com/office/drawing/2014/main" id="{53825332-8614-4D3E-D79B-DA75D1393926}"/>
                  </a:ext>
                </a:extLst>
              </p:cNvPr>
              <p:cNvGrpSpPr/>
              <p:nvPr/>
            </p:nvGrpSpPr>
            <p:grpSpPr>
              <a:xfrm>
                <a:off x="15519323" y="4470033"/>
                <a:ext cx="659122" cy="557216"/>
                <a:chOff x="10243575" y="88412"/>
                <a:chExt cx="871904" cy="748695"/>
              </a:xfrm>
            </p:grpSpPr>
            <p:sp>
              <p:nvSpPr>
                <p:cNvPr id="1019" name="Rectangle 1018">
                  <a:hlinkHover r:id="" action="ppaction://noaction" highlightClick="1"/>
                  <a:extLst>
                    <a:ext uri="{FF2B5EF4-FFF2-40B4-BE49-F238E27FC236}">
                      <a16:creationId xmlns:a16="http://schemas.microsoft.com/office/drawing/2014/main" id="{F4A7727B-2325-CB35-FEB8-9CD7833FA37A}"/>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1020" name="Diamond 1019">
                  <a:extLst>
                    <a:ext uri="{FF2B5EF4-FFF2-40B4-BE49-F238E27FC236}">
                      <a16:creationId xmlns:a16="http://schemas.microsoft.com/office/drawing/2014/main" id="{3A1678E4-A2C8-7C86-1569-EA3DE9DCB147}"/>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1" name="Oval 1020">
                  <a:extLst>
                    <a:ext uri="{FF2B5EF4-FFF2-40B4-BE49-F238E27FC236}">
                      <a16:creationId xmlns:a16="http://schemas.microsoft.com/office/drawing/2014/main" id="{C9D1A1DF-A2DA-CD4E-7472-976B3B823147}"/>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84" name="Group 1083">
                <a:extLst>
                  <a:ext uri="{FF2B5EF4-FFF2-40B4-BE49-F238E27FC236}">
                    <a16:creationId xmlns:a16="http://schemas.microsoft.com/office/drawing/2014/main" id="{697027C8-17AE-9751-A17F-BBD78DE1C0C2}"/>
                  </a:ext>
                </a:extLst>
              </p:cNvPr>
              <p:cNvGrpSpPr/>
              <p:nvPr/>
            </p:nvGrpSpPr>
            <p:grpSpPr>
              <a:xfrm>
                <a:off x="15513289" y="1839578"/>
                <a:ext cx="659122" cy="557216"/>
                <a:chOff x="9244679" y="1729815"/>
                <a:chExt cx="871904" cy="748695"/>
              </a:xfrm>
            </p:grpSpPr>
            <p:sp>
              <p:nvSpPr>
                <p:cNvPr id="1085" name="Rectangle 1084">
                  <a:hlinkHover r:id="" action="ppaction://noaction" highlightClick="1"/>
                  <a:extLst>
                    <a:ext uri="{FF2B5EF4-FFF2-40B4-BE49-F238E27FC236}">
                      <a16:creationId xmlns:a16="http://schemas.microsoft.com/office/drawing/2014/main" id="{676E1E74-7045-7B20-757F-798AE2117B4E}"/>
                    </a:ext>
                  </a:extLst>
                </p:cNvPr>
                <p:cNvSpPr/>
                <p:nvPr/>
              </p:nvSpPr>
              <p:spPr>
                <a:xfrm>
                  <a:off x="9244679" y="1729815"/>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1086" name="Rectangle 1085">
                  <a:extLst>
                    <a:ext uri="{FF2B5EF4-FFF2-40B4-BE49-F238E27FC236}">
                      <a16:creationId xmlns:a16="http://schemas.microsoft.com/office/drawing/2014/main" id="{586B1B3F-7357-355F-A101-8C72E006D551}"/>
                    </a:ext>
                  </a:extLst>
                </p:cNvPr>
                <p:cNvSpPr/>
                <p:nvPr/>
              </p:nvSpPr>
              <p:spPr>
                <a:xfrm flipV="1">
                  <a:off x="99870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7" name="Oval 15">
                  <a:extLst>
                    <a:ext uri="{FF2B5EF4-FFF2-40B4-BE49-F238E27FC236}">
                      <a16:creationId xmlns:a16="http://schemas.microsoft.com/office/drawing/2014/main" id="{D6C7C192-E573-E3C5-3A91-F6540251C3E5}"/>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88" name="Straight Connector 1087">
                  <a:extLst>
                    <a:ext uri="{FF2B5EF4-FFF2-40B4-BE49-F238E27FC236}">
                      <a16:creationId xmlns:a16="http://schemas.microsoft.com/office/drawing/2014/main" id="{971CD6B7-4C4B-1948-3F6F-1C123C13674A}"/>
                    </a:ext>
                  </a:extLst>
                </p:cNvPr>
                <p:cNvCxnSpPr>
                  <a:cxnSpLocks/>
                  <a:stCxn id="1087" idx="0"/>
                </p:cNvCxnSpPr>
                <p:nvPr/>
              </p:nvCxnSpPr>
              <p:spPr>
                <a:xfrm flipV="1">
                  <a:off x="100270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89" name="Straight Connector 1088">
                  <a:extLst>
                    <a:ext uri="{FF2B5EF4-FFF2-40B4-BE49-F238E27FC236}">
                      <a16:creationId xmlns:a16="http://schemas.microsoft.com/office/drawing/2014/main" id="{FEBDD216-5E3D-0BDF-3134-2A766088C6BF}"/>
                    </a:ext>
                  </a:extLst>
                </p:cNvPr>
                <p:cNvCxnSpPr>
                  <a:cxnSpLocks/>
                </p:cNvCxnSpPr>
                <p:nvPr/>
              </p:nvCxnSpPr>
              <p:spPr>
                <a:xfrm>
                  <a:off x="100339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36" name="Group 1135">
                <a:extLst>
                  <a:ext uri="{FF2B5EF4-FFF2-40B4-BE49-F238E27FC236}">
                    <a16:creationId xmlns:a16="http://schemas.microsoft.com/office/drawing/2014/main" id="{7B7694A2-CCD2-BFE3-B842-DEE7EA50CBF5}"/>
                  </a:ext>
                </a:extLst>
              </p:cNvPr>
              <p:cNvGrpSpPr/>
              <p:nvPr/>
            </p:nvGrpSpPr>
            <p:grpSpPr>
              <a:xfrm>
                <a:off x="15513289" y="1181964"/>
                <a:ext cx="659122" cy="557216"/>
                <a:chOff x="325745" y="88412"/>
                <a:chExt cx="871904" cy="748695"/>
              </a:xfrm>
            </p:grpSpPr>
            <p:sp>
              <p:nvSpPr>
                <p:cNvPr id="1137" name="Rectangle 1136">
                  <a:extLst>
                    <a:ext uri="{FF2B5EF4-FFF2-40B4-BE49-F238E27FC236}">
                      <a16:creationId xmlns:a16="http://schemas.microsoft.com/office/drawing/2014/main" id="{FA47998F-7877-C198-5DB7-961C38C4061E}"/>
                    </a:ext>
                  </a:extLst>
                </p:cNvPr>
                <p:cNvSpPr/>
                <p:nvPr/>
              </p:nvSpPr>
              <p:spPr>
                <a:xfrm>
                  <a:off x="325745"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1138" name="Rectangle 1137">
                  <a:extLst>
                    <a:ext uri="{FF2B5EF4-FFF2-40B4-BE49-F238E27FC236}">
                      <a16:creationId xmlns:a16="http://schemas.microsoft.com/office/drawing/2014/main" id="{D75B291F-431C-751B-6152-41001E6216F4}"/>
                    </a:ext>
                  </a:extLst>
                </p:cNvPr>
                <p:cNvSpPr/>
                <p:nvPr/>
              </p:nvSpPr>
              <p:spPr>
                <a:xfrm flipV="1">
                  <a:off x="1076521" y="88412"/>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9" name="Oval 15">
                  <a:extLst>
                    <a:ext uri="{FF2B5EF4-FFF2-40B4-BE49-F238E27FC236}">
                      <a16:creationId xmlns:a16="http://schemas.microsoft.com/office/drawing/2014/main" id="{72930330-C2F7-E52F-11C3-BBF44636AA02}"/>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40" name="Straight Connector 1139">
                  <a:extLst>
                    <a:ext uri="{FF2B5EF4-FFF2-40B4-BE49-F238E27FC236}">
                      <a16:creationId xmlns:a16="http://schemas.microsoft.com/office/drawing/2014/main" id="{A6BC1017-83DE-F0BD-32F8-D01C1D11AE01}"/>
                    </a:ext>
                  </a:extLst>
                </p:cNvPr>
                <p:cNvCxnSpPr>
                  <a:cxnSpLocks/>
                  <a:stCxn id="1139" idx="0"/>
                </p:cNvCxnSpPr>
                <p:nvPr/>
              </p:nvCxnSpPr>
              <p:spPr>
                <a:xfrm flipV="1">
                  <a:off x="1116520" y="105005"/>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41" name="Straight Connector 1140">
                  <a:extLst>
                    <a:ext uri="{FF2B5EF4-FFF2-40B4-BE49-F238E27FC236}">
                      <a16:creationId xmlns:a16="http://schemas.microsoft.com/office/drawing/2014/main" id="{8C28AF76-1656-ABC5-D2F9-89784E8ED142}"/>
                    </a:ext>
                  </a:extLst>
                </p:cNvPr>
                <p:cNvCxnSpPr>
                  <a:cxnSpLocks/>
                </p:cNvCxnSpPr>
                <p:nvPr/>
              </p:nvCxnSpPr>
              <p:spPr>
                <a:xfrm>
                  <a:off x="1123434" y="105005"/>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90" name="Group 1189">
                <a:extLst>
                  <a:ext uri="{FF2B5EF4-FFF2-40B4-BE49-F238E27FC236}">
                    <a16:creationId xmlns:a16="http://schemas.microsoft.com/office/drawing/2014/main" id="{C6E2EB81-8BB5-229E-B771-70A0D5FC413B}"/>
                  </a:ext>
                </a:extLst>
              </p:cNvPr>
              <p:cNvGrpSpPr/>
              <p:nvPr/>
            </p:nvGrpSpPr>
            <p:grpSpPr>
              <a:xfrm>
                <a:off x="15513289" y="3154806"/>
                <a:ext cx="659122" cy="557216"/>
                <a:chOff x="10235764" y="5012622"/>
                <a:chExt cx="871904" cy="748695"/>
              </a:xfrm>
            </p:grpSpPr>
            <p:sp>
              <p:nvSpPr>
                <p:cNvPr id="1191" name="Rectangle 1190">
                  <a:hlinkHover r:id="" action="ppaction://noaction" highlightClick="1"/>
                  <a:extLst>
                    <a:ext uri="{FF2B5EF4-FFF2-40B4-BE49-F238E27FC236}">
                      <a16:creationId xmlns:a16="http://schemas.microsoft.com/office/drawing/2014/main" id="{7B31E4B4-F931-725B-B2E9-BC41E6BA9180}"/>
                    </a:ext>
                  </a:extLst>
                </p:cNvPr>
                <p:cNvSpPr/>
                <p:nvPr/>
              </p:nvSpPr>
              <p:spPr>
                <a:xfrm>
                  <a:off x="1023576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1192" name="Oval 1191">
                  <a:extLst>
                    <a:ext uri="{FF2B5EF4-FFF2-40B4-BE49-F238E27FC236}">
                      <a16:creationId xmlns:a16="http://schemas.microsoft.com/office/drawing/2014/main" id="{4F1C3E34-478C-8D9F-D736-8C8A0C619123}"/>
                    </a:ext>
                  </a:extLst>
                </p:cNvPr>
                <p:cNvSpPr/>
                <p:nvPr/>
              </p:nvSpPr>
              <p:spPr>
                <a:xfrm>
                  <a:off x="109304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3" name="Isosceles Triangle 648">
                  <a:extLst>
                    <a:ext uri="{FF2B5EF4-FFF2-40B4-BE49-F238E27FC236}">
                      <a16:creationId xmlns:a16="http://schemas.microsoft.com/office/drawing/2014/main" id="{1F76862B-B321-4AF4-F3E0-709C0F752427}"/>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59" name="Group 1358">
                <a:extLst>
                  <a:ext uri="{FF2B5EF4-FFF2-40B4-BE49-F238E27FC236}">
                    <a16:creationId xmlns:a16="http://schemas.microsoft.com/office/drawing/2014/main" id="{F9286EB6-B91F-1A2C-367F-F4663DE228C8}"/>
                  </a:ext>
                </a:extLst>
              </p:cNvPr>
              <p:cNvGrpSpPr/>
              <p:nvPr/>
            </p:nvGrpSpPr>
            <p:grpSpPr>
              <a:xfrm>
                <a:off x="15513289" y="3812420"/>
                <a:ext cx="659122" cy="557216"/>
                <a:chOff x="2307084" y="3370808"/>
                <a:chExt cx="871904" cy="748695"/>
              </a:xfrm>
            </p:grpSpPr>
            <p:sp>
              <p:nvSpPr>
                <p:cNvPr id="1360" name="Rectangle 1359">
                  <a:extLst>
                    <a:ext uri="{FF2B5EF4-FFF2-40B4-BE49-F238E27FC236}">
                      <a16:creationId xmlns:a16="http://schemas.microsoft.com/office/drawing/2014/main" id="{93762510-A130-1682-4E92-0177702507F3}"/>
                    </a:ext>
                  </a:extLst>
                </p:cNvPr>
                <p:cNvSpPr/>
                <p:nvPr/>
              </p:nvSpPr>
              <p:spPr>
                <a:xfrm>
                  <a:off x="230708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1361" name="Right Triangle 1360">
                  <a:extLst>
                    <a:ext uri="{FF2B5EF4-FFF2-40B4-BE49-F238E27FC236}">
                      <a16:creationId xmlns:a16="http://schemas.microsoft.com/office/drawing/2014/main" id="{7EEA0654-E490-BCB7-1379-EE57C3BA869F}"/>
                    </a:ext>
                  </a:extLst>
                </p:cNvPr>
                <p:cNvSpPr/>
                <p:nvPr/>
              </p:nvSpPr>
              <p:spPr>
                <a:xfrm rot="10800000">
                  <a:off x="3031994"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62" name="Group 1361">
                  <a:extLst>
                    <a:ext uri="{FF2B5EF4-FFF2-40B4-BE49-F238E27FC236}">
                      <a16:creationId xmlns:a16="http://schemas.microsoft.com/office/drawing/2014/main" id="{341EFB69-3D22-6E0F-58BB-124A25E57D44}"/>
                    </a:ext>
                  </a:extLst>
                </p:cNvPr>
                <p:cNvGrpSpPr/>
                <p:nvPr/>
              </p:nvGrpSpPr>
              <p:grpSpPr>
                <a:xfrm>
                  <a:off x="3112321" y="3389004"/>
                  <a:ext cx="45719" cy="75385"/>
                  <a:chOff x="3883481" y="2057400"/>
                  <a:chExt cx="1608363" cy="2652031"/>
                </a:xfrm>
                <a:solidFill>
                  <a:srgbClr val="A6A6A6"/>
                </a:solidFill>
              </p:grpSpPr>
              <p:sp>
                <p:nvSpPr>
                  <p:cNvPr id="1363" name="Oval 27">
                    <a:extLst>
                      <a:ext uri="{FF2B5EF4-FFF2-40B4-BE49-F238E27FC236}">
                        <a16:creationId xmlns:a16="http://schemas.microsoft.com/office/drawing/2014/main" id="{67B12761-A8C8-EEE9-A456-8289A6B9545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4" name="Oval 28">
                    <a:extLst>
                      <a:ext uri="{FF2B5EF4-FFF2-40B4-BE49-F238E27FC236}">
                        <a16:creationId xmlns:a16="http://schemas.microsoft.com/office/drawing/2014/main" id="{85294EA9-62E8-E0A2-C837-13A2E44D57E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grpSp>
      <p:grpSp>
        <p:nvGrpSpPr>
          <p:cNvPr id="1472" name="Group 1471">
            <a:extLst>
              <a:ext uri="{FF2B5EF4-FFF2-40B4-BE49-F238E27FC236}">
                <a16:creationId xmlns:a16="http://schemas.microsoft.com/office/drawing/2014/main" id="{7483326E-D201-CD17-C661-EDECE3322D2A}"/>
              </a:ext>
            </a:extLst>
          </p:cNvPr>
          <p:cNvGrpSpPr/>
          <p:nvPr/>
        </p:nvGrpSpPr>
        <p:grpSpPr>
          <a:xfrm>
            <a:off x="361123" y="1253676"/>
            <a:ext cx="6745042" cy="4508406"/>
            <a:chOff x="-10506196" y="1287479"/>
            <a:chExt cx="6745042" cy="4508406"/>
          </a:xfrm>
        </p:grpSpPr>
        <p:grpSp>
          <p:nvGrpSpPr>
            <p:cNvPr id="1080" name="Group 1079">
              <a:extLst>
                <a:ext uri="{FF2B5EF4-FFF2-40B4-BE49-F238E27FC236}">
                  <a16:creationId xmlns:a16="http://schemas.microsoft.com/office/drawing/2014/main" id="{488F3063-AD85-6CBD-E232-D443DA9CCAF4}"/>
                </a:ext>
              </a:extLst>
            </p:cNvPr>
            <p:cNvGrpSpPr/>
            <p:nvPr/>
          </p:nvGrpSpPr>
          <p:grpSpPr>
            <a:xfrm>
              <a:off x="-4420276" y="1945031"/>
              <a:ext cx="659122" cy="557216"/>
              <a:chOff x="10243575" y="88412"/>
              <a:chExt cx="871904" cy="748695"/>
            </a:xfrm>
          </p:grpSpPr>
          <p:sp>
            <p:nvSpPr>
              <p:cNvPr id="1081" name="Rectangle 1080">
                <a:hlinkHover r:id="" action="ppaction://noaction" highlightClick="1"/>
                <a:extLst>
                  <a:ext uri="{FF2B5EF4-FFF2-40B4-BE49-F238E27FC236}">
                    <a16:creationId xmlns:a16="http://schemas.microsoft.com/office/drawing/2014/main" id="{7067DD13-2FC2-B522-7D82-C7E5300FF5B4}"/>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Endpoints for Servers</a:t>
                </a:r>
              </a:p>
            </p:txBody>
          </p:sp>
          <p:sp>
            <p:nvSpPr>
              <p:cNvPr id="1082" name="Diamond 1081">
                <a:extLst>
                  <a:ext uri="{FF2B5EF4-FFF2-40B4-BE49-F238E27FC236}">
                    <a16:creationId xmlns:a16="http://schemas.microsoft.com/office/drawing/2014/main" id="{45FCF280-9A4C-AF66-6DFC-0C1719C70FD9}"/>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3" name="Oval 1082">
                <a:extLst>
                  <a:ext uri="{FF2B5EF4-FFF2-40B4-BE49-F238E27FC236}">
                    <a16:creationId xmlns:a16="http://schemas.microsoft.com/office/drawing/2014/main" id="{9177D0EA-0FA9-3DE0-5062-07E101D09F46}"/>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67" name="Group 1466">
              <a:extLst>
                <a:ext uri="{FF2B5EF4-FFF2-40B4-BE49-F238E27FC236}">
                  <a16:creationId xmlns:a16="http://schemas.microsoft.com/office/drawing/2014/main" id="{60E6E9FF-BACA-974D-A7AA-B93079DCC8E6}"/>
                </a:ext>
              </a:extLst>
            </p:cNvPr>
            <p:cNvGrpSpPr/>
            <p:nvPr/>
          </p:nvGrpSpPr>
          <p:grpSpPr>
            <a:xfrm>
              <a:off x="-7461504" y="1287479"/>
              <a:ext cx="659122" cy="4508406"/>
              <a:chOff x="-7461504" y="1287479"/>
              <a:chExt cx="659122" cy="4508406"/>
            </a:xfrm>
          </p:grpSpPr>
          <p:grpSp>
            <p:nvGrpSpPr>
              <p:cNvPr id="1026" name="Group 1025">
                <a:extLst>
                  <a:ext uri="{FF2B5EF4-FFF2-40B4-BE49-F238E27FC236}">
                    <a16:creationId xmlns:a16="http://schemas.microsoft.com/office/drawing/2014/main" id="{AC804F8C-E010-8713-BB5A-8C46A8521690}"/>
                  </a:ext>
                </a:extLst>
              </p:cNvPr>
              <p:cNvGrpSpPr/>
              <p:nvPr/>
            </p:nvGrpSpPr>
            <p:grpSpPr>
              <a:xfrm>
                <a:off x="-7461504" y="1287479"/>
                <a:ext cx="659122" cy="557216"/>
                <a:chOff x="11226844" y="88412"/>
                <a:chExt cx="871904" cy="748695"/>
              </a:xfrm>
            </p:grpSpPr>
            <p:sp>
              <p:nvSpPr>
                <p:cNvPr id="1027" name="Rectangle 1026">
                  <a:hlinkHover r:id="" action="ppaction://noaction" highlightClick="1"/>
                  <a:extLst>
                    <a:ext uri="{FF2B5EF4-FFF2-40B4-BE49-F238E27FC236}">
                      <a16:creationId xmlns:a16="http://schemas.microsoft.com/office/drawing/2014/main" id="{B36875B5-7AFF-FFCA-558C-B37B3EEB1744}"/>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1028" name="Oval 1027">
                  <a:extLst>
                    <a:ext uri="{FF2B5EF4-FFF2-40B4-BE49-F238E27FC236}">
                      <a16:creationId xmlns:a16="http://schemas.microsoft.com/office/drawing/2014/main" id="{5F728A65-6D3D-A46A-D004-5F01A32314C7}"/>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9" name="Isosceles Triangle 648">
                  <a:extLst>
                    <a:ext uri="{FF2B5EF4-FFF2-40B4-BE49-F238E27FC236}">
                      <a16:creationId xmlns:a16="http://schemas.microsoft.com/office/drawing/2014/main" id="{3E7FFC72-D984-5DC7-0513-173EE43E81AC}"/>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46" name="Group 1045">
                <a:extLst>
                  <a:ext uri="{FF2B5EF4-FFF2-40B4-BE49-F238E27FC236}">
                    <a16:creationId xmlns:a16="http://schemas.microsoft.com/office/drawing/2014/main" id="{D0D480CF-F8E7-C8EB-AD39-5AF27A586A4B}"/>
                  </a:ext>
                </a:extLst>
              </p:cNvPr>
              <p:cNvGrpSpPr/>
              <p:nvPr/>
            </p:nvGrpSpPr>
            <p:grpSpPr>
              <a:xfrm>
                <a:off x="-7461504" y="4580139"/>
                <a:ext cx="659122" cy="557216"/>
                <a:chOff x="11226844" y="88412"/>
                <a:chExt cx="871904" cy="748695"/>
              </a:xfrm>
            </p:grpSpPr>
            <p:sp>
              <p:nvSpPr>
                <p:cNvPr id="1047" name="Rectangle 1046">
                  <a:hlinkHover r:id="" action="ppaction://noaction" highlightClick="1"/>
                  <a:extLst>
                    <a:ext uri="{FF2B5EF4-FFF2-40B4-BE49-F238E27FC236}">
                      <a16:creationId xmlns:a16="http://schemas.microsoft.com/office/drawing/2014/main" id="{C408CC13-72A6-F644-2529-A403513BEDEF}"/>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1048" name="Oval 1047">
                  <a:extLst>
                    <a:ext uri="{FF2B5EF4-FFF2-40B4-BE49-F238E27FC236}">
                      <a16:creationId xmlns:a16="http://schemas.microsoft.com/office/drawing/2014/main" id="{9C71F612-5E8B-9443-F408-D23E718CE0E2}"/>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9" name="Isosceles Triangle 648">
                  <a:extLst>
                    <a:ext uri="{FF2B5EF4-FFF2-40B4-BE49-F238E27FC236}">
                      <a16:creationId xmlns:a16="http://schemas.microsoft.com/office/drawing/2014/main" id="{19BA82C5-A3A5-F7A0-C851-50DB3B094B72}"/>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66" name="Group 1065">
                <a:extLst>
                  <a:ext uri="{FF2B5EF4-FFF2-40B4-BE49-F238E27FC236}">
                    <a16:creationId xmlns:a16="http://schemas.microsoft.com/office/drawing/2014/main" id="{A395735A-2C8F-46D2-265B-66ED5DA6555B}"/>
                  </a:ext>
                </a:extLst>
              </p:cNvPr>
              <p:cNvGrpSpPr/>
              <p:nvPr/>
            </p:nvGrpSpPr>
            <p:grpSpPr>
              <a:xfrm>
                <a:off x="-7461504" y="5238669"/>
                <a:ext cx="659122" cy="557216"/>
                <a:chOff x="6271424" y="5012622"/>
                <a:chExt cx="871904" cy="748695"/>
              </a:xfrm>
            </p:grpSpPr>
            <p:sp>
              <p:nvSpPr>
                <p:cNvPr id="1067" name="Rectangle 1066">
                  <a:hlinkHover r:id="" action="ppaction://noaction" highlightClick="1"/>
                  <a:extLst>
                    <a:ext uri="{FF2B5EF4-FFF2-40B4-BE49-F238E27FC236}">
                      <a16:creationId xmlns:a16="http://schemas.microsoft.com/office/drawing/2014/main" id="{ED636541-97E7-43F4-A4DF-DB16D7741EBC}"/>
                    </a:ext>
                  </a:extLst>
                </p:cNvPr>
                <p:cNvSpPr/>
                <p:nvPr/>
              </p:nvSpPr>
              <p:spPr>
                <a:xfrm>
                  <a:off x="627142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1068" name="Oval 1067">
                  <a:extLst>
                    <a:ext uri="{FF2B5EF4-FFF2-40B4-BE49-F238E27FC236}">
                      <a16:creationId xmlns:a16="http://schemas.microsoft.com/office/drawing/2014/main" id="{41E8E157-ED78-D666-1B17-ECCE3844C756}"/>
                    </a:ext>
                  </a:extLst>
                </p:cNvPr>
                <p:cNvSpPr/>
                <p:nvPr/>
              </p:nvSpPr>
              <p:spPr>
                <a:xfrm>
                  <a:off x="6967630"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9" name="Isosceles Triangle 648">
                  <a:extLst>
                    <a:ext uri="{FF2B5EF4-FFF2-40B4-BE49-F238E27FC236}">
                      <a16:creationId xmlns:a16="http://schemas.microsoft.com/office/drawing/2014/main" id="{D0D1EEA6-A04B-DF5F-06FF-1F1881FA8C51}"/>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76" name="Group 1075">
                <a:extLst>
                  <a:ext uri="{FF2B5EF4-FFF2-40B4-BE49-F238E27FC236}">
                    <a16:creationId xmlns:a16="http://schemas.microsoft.com/office/drawing/2014/main" id="{43B208AC-2129-A394-828F-B90B9279281D}"/>
                  </a:ext>
                </a:extLst>
              </p:cNvPr>
              <p:cNvGrpSpPr/>
              <p:nvPr/>
            </p:nvGrpSpPr>
            <p:grpSpPr>
              <a:xfrm>
                <a:off x="-7461504" y="3263075"/>
                <a:ext cx="659122" cy="557216"/>
                <a:chOff x="11226844" y="88412"/>
                <a:chExt cx="871904" cy="748695"/>
              </a:xfrm>
            </p:grpSpPr>
            <p:sp>
              <p:nvSpPr>
                <p:cNvPr id="1077" name="Rectangle 1076">
                  <a:hlinkHover r:id="" action="ppaction://noaction" highlightClick="1"/>
                  <a:extLst>
                    <a:ext uri="{FF2B5EF4-FFF2-40B4-BE49-F238E27FC236}">
                      <a16:creationId xmlns:a16="http://schemas.microsoft.com/office/drawing/2014/main" id="{5AE4858C-64EC-752E-76CC-07A3C34E6DF5}"/>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078" name="Oval 1077">
                  <a:extLst>
                    <a:ext uri="{FF2B5EF4-FFF2-40B4-BE49-F238E27FC236}">
                      <a16:creationId xmlns:a16="http://schemas.microsoft.com/office/drawing/2014/main" id="{DAAE710F-2651-2823-211B-9E49E13C9EAE}"/>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9" name="Isosceles Triangle 648">
                  <a:extLst>
                    <a:ext uri="{FF2B5EF4-FFF2-40B4-BE49-F238E27FC236}">
                      <a16:creationId xmlns:a16="http://schemas.microsoft.com/office/drawing/2014/main" id="{025632C9-CFDE-DE31-164B-F0DCA7E407A8}"/>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00" name="Group 1099">
                <a:extLst>
                  <a:ext uri="{FF2B5EF4-FFF2-40B4-BE49-F238E27FC236}">
                    <a16:creationId xmlns:a16="http://schemas.microsoft.com/office/drawing/2014/main" id="{302227B7-790C-9816-66AE-06D289FCD185}"/>
                  </a:ext>
                </a:extLst>
              </p:cNvPr>
              <p:cNvGrpSpPr/>
              <p:nvPr/>
            </p:nvGrpSpPr>
            <p:grpSpPr>
              <a:xfrm>
                <a:off x="-7461504" y="2604543"/>
                <a:ext cx="659122" cy="557216"/>
                <a:chOff x="11226844" y="88412"/>
                <a:chExt cx="871904" cy="748695"/>
              </a:xfrm>
            </p:grpSpPr>
            <p:sp>
              <p:nvSpPr>
                <p:cNvPr id="1101" name="Rectangle 1100">
                  <a:hlinkHover r:id="" action="ppaction://noaction" highlightClick="1"/>
                  <a:extLst>
                    <a:ext uri="{FF2B5EF4-FFF2-40B4-BE49-F238E27FC236}">
                      <a16:creationId xmlns:a16="http://schemas.microsoft.com/office/drawing/2014/main" id="{EB91CB97-7357-3547-9BEC-F7EB895D75EB}"/>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1102" name="Oval 1101">
                  <a:extLst>
                    <a:ext uri="{FF2B5EF4-FFF2-40B4-BE49-F238E27FC236}">
                      <a16:creationId xmlns:a16="http://schemas.microsoft.com/office/drawing/2014/main" id="{1A4184EF-C82F-9451-04E7-89917AAA22A1}"/>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3" name="Isosceles Triangle 648">
                  <a:extLst>
                    <a:ext uri="{FF2B5EF4-FFF2-40B4-BE49-F238E27FC236}">
                      <a16:creationId xmlns:a16="http://schemas.microsoft.com/office/drawing/2014/main" id="{D90D6CB8-6B5A-ED8D-3172-DC15CD390507}"/>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24" name="Group 1123">
                <a:extLst>
                  <a:ext uri="{FF2B5EF4-FFF2-40B4-BE49-F238E27FC236}">
                    <a16:creationId xmlns:a16="http://schemas.microsoft.com/office/drawing/2014/main" id="{8433F7F9-2B3E-2C82-775A-C9FD2303393E}"/>
                  </a:ext>
                </a:extLst>
              </p:cNvPr>
              <p:cNvGrpSpPr/>
              <p:nvPr/>
            </p:nvGrpSpPr>
            <p:grpSpPr>
              <a:xfrm>
                <a:off x="-7461504" y="1946011"/>
                <a:ext cx="659122" cy="557216"/>
                <a:chOff x="11226844" y="88412"/>
                <a:chExt cx="871904" cy="748695"/>
              </a:xfrm>
            </p:grpSpPr>
            <p:sp>
              <p:nvSpPr>
                <p:cNvPr id="1125" name="Rectangle 1124">
                  <a:hlinkHover r:id="" action="ppaction://noaction" highlightClick="1"/>
                  <a:extLst>
                    <a:ext uri="{FF2B5EF4-FFF2-40B4-BE49-F238E27FC236}">
                      <a16:creationId xmlns:a16="http://schemas.microsoft.com/office/drawing/2014/main" id="{CB3CFCF5-7645-1086-6A65-B76695ED4E87}"/>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1126" name="Oval 1125">
                  <a:extLst>
                    <a:ext uri="{FF2B5EF4-FFF2-40B4-BE49-F238E27FC236}">
                      <a16:creationId xmlns:a16="http://schemas.microsoft.com/office/drawing/2014/main" id="{B02CDDFD-5F85-6C5E-8084-862AF1F83DF5}"/>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7" name="Isosceles Triangle 648">
                  <a:extLst>
                    <a:ext uri="{FF2B5EF4-FFF2-40B4-BE49-F238E27FC236}">
                      <a16:creationId xmlns:a16="http://schemas.microsoft.com/office/drawing/2014/main" id="{53519748-3166-E320-F190-7523183D2E73}"/>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69" name="Group 1468">
              <a:extLst>
                <a:ext uri="{FF2B5EF4-FFF2-40B4-BE49-F238E27FC236}">
                  <a16:creationId xmlns:a16="http://schemas.microsoft.com/office/drawing/2014/main" id="{BA9FD2D8-974F-685E-9A96-270235881C73}"/>
                </a:ext>
              </a:extLst>
            </p:cNvPr>
            <p:cNvGrpSpPr/>
            <p:nvPr/>
          </p:nvGrpSpPr>
          <p:grpSpPr>
            <a:xfrm>
              <a:off x="-8982897" y="1287479"/>
              <a:ext cx="659122" cy="4508406"/>
              <a:chOff x="-8982897" y="1287479"/>
              <a:chExt cx="659122" cy="4508406"/>
            </a:xfrm>
          </p:grpSpPr>
          <p:grpSp>
            <p:nvGrpSpPr>
              <p:cNvPr id="1218" name="Group 1217">
                <a:extLst>
                  <a:ext uri="{FF2B5EF4-FFF2-40B4-BE49-F238E27FC236}">
                    <a16:creationId xmlns:a16="http://schemas.microsoft.com/office/drawing/2014/main" id="{F89B5ECE-8EE6-B3F8-494A-8DD0E92B2CAF}"/>
                  </a:ext>
                </a:extLst>
              </p:cNvPr>
              <p:cNvGrpSpPr/>
              <p:nvPr/>
            </p:nvGrpSpPr>
            <p:grpSpPr>
              <a:xfrm>
                <a:off x="-8982897" y="3263073"/>
                <a:ext cx="659122" cy="557216"/>
                <a:chOff x="4289254" y="2560818"/>
                <a:chExt cx="871904" cy="748695"/>
              </a:xfrm>
            </p:grpSpPr>
            <p:sp>
              <p:nvSpPr>
                <p:cNvPr id="1219" name="Rectangle 1218">
                  <a:extLst>
                    <a:ext uri="{FF2B5EF4-FFF2-40B4-BE49-F238E27FC236}">
                      <a16:creationId xmlns:a16="http://schemas.microsoft.com/office/drawing/2014/main" id="{5CEB6FCB-BCA0-4007-12DA-9E932DC84201}"/>
                    </a:ext>
                  </a:extLst>
                </p:cNvPr>
                <p:cNvSpPr/>
                <p:nvPr/>
              </p:nvSpPr>
              <p:spPr>
                <a:xfrm>
                  <a:off x="428925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1220" name="Right Triangle 1219">
                  <a:extLst>
                    <a:ext uri="{FF2B5EF4-FFF2-40B4-BE49-F238E27FC236}">
                      <a16:creationId xmlns:a16="http://schemas.microsoft.com/office/drawing/2014/main" id="{D0D4322D-943D-507D-3033-E608E1BCAA4D}"/>
                    </a:ext>
                  </a:extLst>
                </p:cNvPr>
                <p:cNvSpPr/>
                <p:nvPr/>
              </p:nvSpPr>
              <p:spPr>
                <a:xfrm rot="10800000">
                  <a:off x="5018198" y="256761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21" name="Group 1220">
                  <a:extLst>
                    <a:ext uri="{FF2B5EF4-FFF2-40B4-BE49-F238E27FC236}">
                      <a16:creationId xmlns:a16="http://schemas.microsoft.com/office/drawing/2014/main" id="{3C7F7F58-15B3-9A33-481F-095698D3FEDC}"/>
                    </a:ext>
                  </a:extLst>
                </p:cNvPr>
                <p:cNvGrpSpPr/>
                <p:nvPr/>
              </p:nvGrpSpPr>
              <p:grpSpPr>
                <a:xfrm>
                  <a:off x="5098525" y="2575096"/>
                  <a:ext cx="45719" cy="75385"/>
                  <a:chOff x="3883481" y="2057400"/>
                  <a:chExt cx="1608363" cy="2652031"/>
                </a:xfrm>
                <a:solidFill>
                  <a:srgbClr val="A6A6A6"/>
                </a:solidFill>
              </p:grpSpPr>
              <p:sp>
                <p:nvSpPr>
                  <p:cNvPr id="1222" name="Oval 27">
                    <a:extLst>
                      <a:ext uri="{FF2B5EF4-FFF2-40B4-BE49-F238E27FC236}">
                        <a16:creationId xmlns:a16="http://schemas.microsoft.com/office/drawing/2014/main" id="{FECC3EA9-D1CC-9760-7705-A3517DDB2C6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3" name="Oval 28">
                    <a:extLst>
                      <a:ext uri="{FF2B5EF4-FFF2-40B4-BE49-F238E27FC236}">
                        <a16:creationId xmlns:a16="http://schemas.microsoft.com/office/drawing/2014/main" id="{DFDDDDCD-4E7C-E671-F93E-2E6F9C0138D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29" name="Group 928">
                <a:extLst>
                  <a:ext uri="{FF2B5EF4-FFF2-40B4-BE49-F238E27FC236}">
                    <a16:creationId xmlns:a16="http://schemas.microsoft.com/office/drawing/2014/main" id="{F75E71BE-62F4-2670-32B2-99344AAA1CBF}"/>
                  </a:ext>
                </a:extLst>
              </p:cNvPr>
              <p:cNvGrpSpPr/>
              <p:nvPr/>
            </p:nvGrpSpPr>
            <p:grpSpPr>
              <a:xfrm>
                <a:off x="-8982897" y="1946010"/>
                <a:ext cx="659122" cy="557216"/>
                <a:chOff x="10240105" y="2560818"/>
                <a:chExt cx="871904" cy="748695"/>
              </a:xfrm>
            </p:grpSpPr>
            <p:sp>
              <p:nvSpPr>
                <p:cNvPr id="930" name="Rectangle 929">
                  <a:extLst>
                    <a:ext uri="{FF2B5EF4-FFF2-40B4-BE49-F238E27FC236}">
                      <a16:creationId xmlns:a16="http://schemas.microsoft.com/office/drawing/2014/main" id="{281E08E7-DD38-0A32-D7A8-09A281F6B675}"/>
                    </a:ext>
                  </a:extLst>
                </p:cNvPr>
                <p:cNvSpPr/>
                <p:nvPr/>
              </p:nvSpPr>
              <p:spPr>
                <a:xfrm>
                  <a:off x="10240105"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931" name="Right Triangle 930">
                  <a:extLst>
                    <a:ext uri="{FF2B5EF4-FFF2-40B4-BE49-F238E27FC236}">
                      <a16:creationId xmlns:a16="http://schemas.microsoft.com/office/drawing/2014/main" id="{D7D48170-598C-F1D0-E958-F09267F8E40D}"/>
                    </a:ext>
                  </a:extLst>
                </p:cNvPr>
                <p:cNvSpPr/>
                <p:nvPr/>
              </p:nvSpPr>
              <p:spPr>
                <a:xfrm rot="10800000">
                  <a:off x="10962978" y="25647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32" name="Group 931">
                  <a:extLst>
                    <a:ext uri="{FF2B5EF4-FFF2-40B4-BE49-F238E27FC236}">
                      <a16:creationId xmlns:a16="http://schemas.microsoft.com/office/drawing/2014/main" id="{B44FB92E-BF83-58D9-8D2B-BFC8123160F9}"/>
                    </a:ext>
                  </a:extLst>
                </p:cNvPr>
                <p:cNvGrpSpPr/>
                <p:nvPr/>
              </p:nvGrpSpPr>
              <p:grpSpPr>
                <a:xfrm>
                  <a:off x="11043305" y="2572272"/>
                  <a:ext cx="45719" cy="75385"/>
                  <a:chOff x="3883481" y="2057400"/>
                  <a:chExt cx="1608363" cy="2652031"/>
                </a:xfrm>
                <a:solidFill>
                  <a:srgbClr val="A6A6A6"/>
                </a:solidFill>
              </p:grpSpPr>
              <p:sp>
                <p:nvSpPr>
                  <p:cNvPr id="933" name="Oval 27">
                    <a:extLst>
                      <a:ext uri="{FF2B5EF4-FFF2-40B4-BE49-F238E27FC236}">
                        <a16:creationId xmlns:a16="http://schemas.microsoft.com/office/drawing/2014/main" id="{960C8BDB-BFF4-CD71-BF12-B14F8E10C36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4" name="Oval 28">
                    <a:extLst>
                      <a:ext uri="{FF2B5EF4-FFF2-40B4-BE49-F238E27FC236}">
                        <a16:creationId xmlns:a16="http://schemas.microsoft.com/office/drawing/2014/main" id="{BCCC2A33-21E1-5B93-F98A-7C91211FC20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02" name="Group 1001">
                <a:extLst>
                  <a:ext uri="{FF2B5EF4-FFF2-40B4-BE49-F238E27FC236}">
                    <a16:creationId xmlns:a16="http://schemas.microsoft.com/office/drawing/2014/main" id="{E6A77E74-4FE9-B6D3-FF28-BC3A93BEDD2D}"/>
                  </a:ext>
                </a:extLst>
              </p:cNvPr>
              <p:cNvGrpSpPr/>
              <p:nvPr/>
            </p:nvGrpSpPr>
            <p:grpSpPr>
              <a:xfrm>
                <a:off x="-8982897" y="1287479"/>
                <a:ext cx="659122" cy="557216"/>
                <a:chOff x="8253594" y="909114"/>
                <a:chExt cx="871904" cy="748695"/>
              </a:xfrm>
            </p:grpSpPr>
            <p:sp>
              <p:nvSpPr>
                <p:cNvPr id="1003" name="Rectangle 1002">
                  <a:hlinkHover r:id="" action="ppaction://noaction" highlightClick="1"/>
                  <a:extLst>
                    <a:ext uri="{FF2B5EF4-FFF2-40B4-BE49-F238E27FC236}">
                      <a16:creationId xmlns:a16="http://schemas.microsoft.com/office/drawing/2014/main" id="{69CC697A-1D14-3E0A-BDF0-A5A35B388F95}"/>
                    </a:ext>
                  </a:extLst>
                </p:cNvPr>
                <p:cNvSpPr/>
                <p:nvPr/>
              </p:nvSpPr>
              <p:spPr>
                <a:xfrm>
                  <a:off x="825359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1004" name="Right Triangle 1003">
                  <a:extLst>
                    <a:ext uri="{FF2B5EF4-FFF2-40B4-BE49-F238E27FC236}">
                      <a16:creationId xmlns:a16="http://schemas.microsoft.com/office/drawing/2014/main" id="{3E738678-CF5C-D331-17EF-495DB85C129B}"/>
                    </a:ext>
                  </a:extLst>
                </p:cNvPr>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5" name="Oval 27">
                  <a:extLst>
                    <a:ext uri="{FF2B5EF4-FFF2-40B4-BE49-F238E27FC236}">
                      <a16:creationId xmlns:a16="http://schemas.microsoft.com/office/drawing/2014/main" id="{E9989E75-50C5-9088-871F-D6090E8B3FBF}"/>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6" name="Oval 28">
                  <a:extLst>
                    <a:ext uri="{FF2B5EF4-FFF2-40B4-BE49-F238E27FC236}">
                      <a16:creationId xmlns:a16="http://schemas.microsoft.com/office/drawing/2014/main" id="{76CA0CAB-ED9E-D22B-B392-D07957901437}"/>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07" name="Group 1006">
                <a:extLst>
                  <a:ext uri="{FF2B5EF4-FFF2-40B4-BE49-F238E27FC236}">
                    <a16:creationId xmlns:a16="http://schemas.microsoft.com/office/drawing/2014/main" id="{479930F4-6C7E-04DB-5E8B-2A5C7AAD6571}"/>
                  </a:ext>
                </a:extLst>
              </p:cNvPr>
              <p:cNvGrpSpPr/>
              <p:nvPr/>
            </p:nvGrpSpPr>
            <p:grpSpPr>
              <a:xfrm>
                <a:off x="-8982897" y="2604541"/>
                <a:ext cx="659122" cy="557217"/>
                <a:chOff x="9244679" y="2560817"/>
                <a:chExt cx="871904" cy="748696"/>
              </a:xfrm>
            </p:grpSpPr>
            <p:sp>
              <p:nvSpPr>
                <p:cNvPr id="1008" name="Rectangle 1007">
                  <a:extLst>
                    <a:ext uri="{FF2B5EF4-FFF2-40B4-BE49-F238E27FC236}">
                      <a16:creationId xmlns:a16="http://schemas.microsoft.com/office/drawing/2014/main" id="{60869048-E647-BB6E-DB6F-81518E98607C}"/>
                    </a:ext>
                  </a:extLst>
                </p:cNvPr>
                <p:cNvSpPr/>
                <p:nvPr/>
              </p:nvSpPr>
              <p:spPr>
                <a:xfrm>
                  <a:off x="924467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1009" name="Right Triangle 1008">
                  <a:extLst>
                    <a:ext uri="{FF2B5EF4-FFF2-40B4-BE49-F238E27FC236}">
                      <a16:creationId xmlns:a16="http://schemas.microsoft.com/office/drawing/2014/main" id="{F4B126BD-FE38-CAFC-AC9D-768E85D6A1E1}"/>
                    </a:ext>
                  </a:extLst>
                </p:cNvPr>
                <p:cNvSpPr/>
                <p:nvPr/>
              </p:nvSpPr>
              <p:spPr>
                <a:xfrm rot="10800000">
                  <a:off x="9970339" y="25608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0" name="Oval 27">
                  <a:extLst>
                    <a:ext uri="{FF2B5EF4-FFF2-40B4-BE49-F238E27FC236}">
                      <a16:creationId xmlns:a16="http://schemas.microsoft.com/office/drawing/2014/main" id="{5D3EF066-8F87-FE05-6830-C5D1A8E8EE1D}"/>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1" name="Oval 28">
                  <a:extLst>
                    <a:ext uri="{FF2B5EF4-FFF2-40B4-BE49-F238E27FC236}">
                      <a16:creationId xmlns:a16="http://schemas.microsoft.com/office/drawing/2014/main" id="{2F106A19-2415-6AD2-AE2E-8B76DB2EFA62}"/>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54" name="Group 1153">
                <a:extLst>
                  <a:ext uri="{FF2B5EF4-FFF2-40B4-BE49-F238E27FC236}">
                    <a16:creationId xmlns:a16="http://schemas.microsoft.com/office/drawing/2014/main" id="{7CBA2143-2FB0-9F89-8962-322B6CB12648}"/>
                  </a:ext>
                </a:extLst>
              </p:cNvPr>
              <p:cNvGrpSpPr/>
              <p:nvPr/>
            </p:nvGrpSpPr>
            <p:grpSpPr>
              <a:xfrm>
                <a:off x="-8982897" y="3921604"/>
                <a:ext cx="659122" cy="557216"/>
                <a:chOff x="4289254" y="5012622"/>
                <a:chExt cx="871904" cy="748695"/>
              </a:xfrm>
            </p:grpSpPr>
            <p:sp>
              <p:nvSpPr>
                <p:cNvPr id="1155" name="Rectangle 1154">
                  <a:extLst>
                    <a:ext uri="{FF2B5EF4-FFF2-40B4-BE49-F238E27FC236}">
                      <a16:creationId xmlns:a16="http://schemas.microsoft.com/office/drawing/2014/main" id="{C1FDE44E-B003-8C1D-36B5-3E6950AE651B}"/>
                    </a:ext>
                  </a:extLst>
                </p:cNvPr>
                <p:cNvSpPr/>
                <p:nvPr/>
              </p:nvSpPr>
              <p:spPr>
                <a:xfrm>
                  <a:off x="4289254"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1156" name="Cylinder 1155">
                  <a:extLst>
                    <a:ext uri="{FF2B5EF4-FFF2-40B4-BE49-F238E27FC236}">
                      <a16:creationId xmlns:a16="http://schemas.microsoft.com/office/drawing/2014/main" id="{B4256657-8E20-95A8-F46B-5457DEA3C0AE}"/>
                    </a:ext>
                  </a:extLst>
                </p:cNvPr>
                <p:cNvSpPr/>
                <p:nvPr/>
              </p:nvSpPr>
              <p:spPr>
                <a:xfrm>
                  <a:off x="5072324"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60" name="Group 1159">
                <a:extLst>
                  <a:ext uri="{FF2B5EF4-FFF2-40B4-BE49-F238E27FC236}">
                    <a16:creationId xmlns:a16="http://schemas.microsoft.com/office/drawing/2014/main" id="{9E6068A2-EFB1-C504-2774-4235FB678D6A}"/>
                  </a:ext>
                </a:extLst>
              </p:cNvPr>
              <p:cNvGrpSpPr/>
              <p:nvPr/>
            </p:nvGrpSpPr>
            <p:grpSpPr>
              <a:xfrm>
                <a:off x="-8982897" y="4580135"/>
                <a:ext cx="659122" cy="557216"/>
                <a:chOff x="4289254" y="4191922"/>
                <a:chExt cx="871904" cy="748695"/>
              </a:xfrm>
            </p:grpSpPr>
            <p:sp>
              <p:nvSpPr>
                <p:cNvPr id="1161" name="Rectangle 1160">
                  <a:extLst>
                    <a:ext uri="{FF2B5EF4-FFF2-40B4-BE49-F238E27FC236}">
                      <a16:creationId xmlns:a16="http://schemas.microsoft.com/office/drawing/2014/main" id="{5DB95CB2-ABC0-75D6-12DF-29DA2C4BD920}"/>
                    </a:ext>
                  </a:extLst>
                </p:cNvPr>
                <p:cNvSpPr/>
                <p:nvPr/>
              </p:nvSpPr>
              <p:spPr>
                <a:xfrm>
                  <a:off x="4289254"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1162" name="Cylinder 1161">
                  <a:extLst>
                    <a:ext uri="{FF2B5EF4-FFF2-40B4-BE49-F238E27FC236}">
                      <a16:creationId xmlns:a16="http://schemas.microsoft.com/office/drawing/2014/main" id="{BDCC6AEC-F7CB-09B1-9361-C76EE12118E4}"/>
                    </a:ext>
                  </a:extLst>
                </p:cNvPr>
                <p:cNvSpPr/>
                <p:nvPr/>
              </p:nvSpPr>
              <p:spPr>
                <a:xfrm>
                  <a:off x="5072324"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63" name="Group 1162">
                <a:extLst>
                  <a:ext uri="{FF2B5EF4-FFF2-40B4-BE49-F238E27FC236}">
                    <a16:creationId xmlns:a16="http://schemas.microsoft.com/office/drawing/2014/main" id="{B7C24D04-B9CC-8C56-3542-16585C5B6AE1}"/>
                  </a:ext>
                </a:extLst>
              </p:cNvPr>
              <p:cNvGrpSpPr/>
              <p:nvPr/>
            </p:nvGrpSpPr>
            <p:grpSpPr>
              <a:xfrm>
                <a:off x="-8982897" y="5238669"/>
                <a:ext cx="659122" cy="557216"/>
                <a:chOff x="3298169" y="4191922"/>
                <a:chExt cx="871904" cy="748695"/>
              </a:xfrm>
            </p:grpSpPr>
            <p:sp>
              <p:nvSpPr>
                <p:cNvPr id="1164" name="Rectangle 1163">
                  <a:extLst>
                    <a:ext uri="{FF2B5EF4-FFF2-40B4-BE49-F238E27FC236}">
                      <a16:creationId xmlns:a16="http://schemas.microsoft.com/office/drawing/2014/main" id="{47069124-AAA4-6ECA-1D51-FD336919E4CA}"/>
                    </a:ext>
                  </a:extLst>
                </p:cNvPr>
                <p:cNvSpPr/>
                <p:nvPr/>
              </p:nvSpPr>
              <p:spPr>
                <a:xfrm>
                  <a:off x="3298169"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1165" name="Cylinder 1164">
                  <a:extLst>
                    <a:ext uri="{FF2B5EF4-FFF2-40B4-BE49-F238E27FC236}">
                      <a16:creationId xmlns:a16="http://schemas.microsoft.com/office/drawing/2014/main" id="{B03358D3-7F1C-EA65-7750-5768EB7012CB}"/>
                    </a:ext>
                  </a:extLst>
                </p:cNvPr>
                <p:cNvSpPr/>
                <p:nvPr/>
              </p:nvSpPr>
              <p:spPr>
                <a:xfrm>
                  <a:off x="4081239"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70" name="Group 1469">
              <a:extLst>
                <a:ext uri="{FF2B5EF4-FFF2-40B4-BE49-F238E27FC236}">
                  <a16:creationId xmlns:a16="http://schemas.microsoft.com/office/drawing/2014/main" id="{863DD89E-D46B-D27B-CE96-D9915503342A}"/>
                </a:ext>
              </a:extLst>
            </p:cNvPr>
            <p:cNvGrpSpPr/>
            <p:nvPr/>
          </p:nvGrpSpPr>
          <p:grpSpPr>
            <a:xfrm>
              <a:off x="-9743204" y="1287479"/>
              <a:ext cx="659122" cy="4508406"/>
              <a:chOff x="-9743204" y="1287479"/>
              <a:chExt cx="659122" cy="4508406"/>
            </a:xfrm>
          </p:grpSpPr>
          <p:grpSp>
            <p:nvGrpSpPr>
              <p:cNvPr id="1157" name="Group 1156">
                <a:extLst>
                  <a:ext uri="{FF2B5EF4-FFF2-40B4-BE49-F238E27FC236}">
                    <a16:creationId xmlns:a16="http://schemas.microsoft.com/office/drawing/2014/main" id="{CFF1626C-113B-DF3B-10A1-5EC02161C4A3}"/>
                  </a:ext>
                </a:extLst>
              </p:cNvPr>
              <p:cNvGrpSpPr/>
              <p:nvPr/>
            </p:nvGrpSpPr>
            <p:grpSpPr>
              <a:xfrm>
                <a:off x="-9743204" y="5238669"/>
                <a:ext cx="659122" cy="557216"/>
                <a:chOff x="3298169" y="5012622"/>
                <a:chExt cx="871904" cy="748695"/>
              </a:xfrm>
            </p:grpSpPr>
            <p:sp>
              <p:nvSpPr>
                <p:cNvPr id="1158" name="Rectangle 1157">
                  <a:extLst>
                    <a:ext uri="{FF2B5EF4-FFF2-40B4-BE49-F238E27FC236}">
                      <a16:creationId xmlns:a16="http://schemas.microsoft.com/office/drawing/2014/main" id="{5818A191-C0F1-4EE8-7FE5-52DB7BABAC45}"/>
                    </a:ext>
                  </a:extLst>
                </p:cNvPr>
                <p:cNvSpPr/>
                <p:nvPr/>
              </p:nvSpPr>
              <p:spPr>
                <a:xfrm>
                  <a:off x="3298169"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1159" name="Cylinder 1158">
                  <a:extLst>
                    <a:ext uri="{FF2B5EF4-FFF2-40B4-BE49-F238E27FC236}">
                      <a16:creationId xmlns:a16="http://schemas.microsoft.com/office/drawing/2014/main" id="{C5077D41-3F64-5F0A-8D9C-5A624A0FA389}"/>
                    </a:ext>
                  </a:extLst>
                </p:cNvPr>
                <p:cNvSpPr/>
                <p:nvPr/>
              </p:nvSpPr>
              <p:spPr>
                <a:xfrm>
                  <a:off x="4081239"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72" name="Group 1171">
                <a:extLst>
                  <a:ext uri="{FF2B5EF4-FFF2-40B4-BE49-F238E27FC236}">
                    <a16:creationId xmlns:a16="http://schemas.microsoft.com/office/drawing/2014/main" id="{8B250A34-54B7-4DD7-C46E-C909D5F907FA}"/>
                  </a:ext>
                </a:extLst>
              </p:cNvPr>
              <p:cNvGrpSpPr/>
              <p:nvPr/>
            </p:nvGrpSpPr>
            <p:grpSpPr>
              <a:xfrm>
                <a:off x="-9743204" y="4580139"/>
                <a:ext cx="659122" cy="557216"/>
                <a:chOff x="3298169" y="3370808"/>
                <a:chExt cx="871904" cy="748695"/>
              </a:xfrm>
            </p:grpSpPr>
            <p:sp>
              <p:nvSpPr>
                <p:cNvPr id="1173" name="Rectangle 1172">
                  <a:extLst>
                    <a:ext uri="{FF2B5EF4-FFF2-40B4-BE49-F238E27FC236}">
                      <a16:creationId xmlns:a16="http://schemas.microsoft.com/office/drawing/2014/main" id="{5F2FE861-262C-8A0E-BA7F-26DBD88BCE8F}"/>
                    </a:ext>
                  </a:extLst>
                </p:cNvPr>
                <p:cNvSpPr/>
                <p:nvPr/>
              </p:nvSpPr>
              <p:spPr>
                <a:xfrm>
                  <a:off x="329816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1174" name="Right Triangle 1173">
                  <a:extLst>
                    <a:ext uri="{FF2B5EF4-FFF2-40B4-BE49-F238E27FC236}">
                      <a16:creationId xmlns:a16="http://schemas.microsoft.com/office/drawing/2014/main" id="{6457E3BD-F1FE-095F-68B9-83A886970545}"/>
                    </a:ext>
                  </a:extLst>
                </p:cNvPr>
                <p:cNvSpPr/>
                <p:nvPr/>
              </p:nvSpPr>
              <p:spPr>
                <a:xfrm rot="10800000">
                  <a:off x="4022248"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75" name="Group 1174">
                  <a:extLst>
                    <a:ext uri="{FF2B5EF4-FFF2-40B4-BE49-F238E27FC236}">
                      <a16:creationId xmlns:a16="http://schemas.microsoft.com/office/drawing/2014/main" id="{B7BC85F5-107F-0EBD-6651-7FA7FB38DECB}"/>
                    </a:ext>
                  </a:extLst>
                </p:cNvPr>
                <p:cNvGrpSpPr/>
                <p:nvPr/>
              </p:nvGrpSpPr>
              <p:grpSpPr>
                <a:xfrm>
                  <a:off x="4102575" y="3389004"/>
                  <a:ext cx="45719" cy="75385"/>
                  <a:chOff x="3883481" y="2057400"/>
                  <a:chExt cx="1608363" cy="2652031"/>
                </a:xfrm>
                <a:solidFill>
                  <a:srgbClr val="A6A6A6"/>
                </a:solidFill>
              </p:grpSpPr>
              <p:sp>
                <p:nvSpPr>
                  <p:cNvPr id="1176" name="Oval 27">
                    <a:extLst>
                      <a:ext uri="{FF2B5EF4-FFF2-40B4-BE49-F238E27FC236}">
                        <a16:creationId xmlns:a16="http://schemas.microsoft.com/office/drawing/2014/main" id="{74A5AA00-27EA-F027-4CCF-000DED83D48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7" name="Oval 28">
                    <a:extLst>
                      <a:ext uri="{FF2B5EF4-FFF2-40B4-BE49-F238E27FC236}">
                        <a16:creationId xmlns:a16="http://schemas.microsoft.com/office/drawing/2014/main" id="{E0220692-4CDC-0E0D-563D-5A7AEC2052C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2" name="Group 1211">
                <a:extLst>
                  <a:ext uri="{FF2B5EF4-FFF2-40B4-BE49-F238E27FC236}">
                    <a16:creationId xmlns:a16="http://schemas.microsoft.com/office/drawing/2014/main" id="{44D9E59B-18EF-F577-6E8F-F9C895725BDF}"/>
                  </a:ext>
                </a:extLst>
              </p:cNvPr>
              <p:cNvGrpSpPr/>
              <p:nvPr/>
            </p:nvGrpSpPr>
            <p:grpSpPr>
              <a:xfrm>
                <a:off x="-9743204" y="1287479"/>
                <a:ext cx="659122" cy="557216"/>
                <a:chOff x="2307084" y="2560818"/>
                <a:chExt cx="871904" cy="748695"/>
              </a:xfrm>
            </p:grpSpPr>
            <p:sp>
              <p:nvSpPr>
                <p:cNvPr id="1213" name="Rectangle 1212">
                  <a:extLst>
                    <a:ext uri="{FF2B5EF4-FFF2-40B4-BE49-F238E27FC236}">
                      <a16:creationId xmlns:a16="http://schemas.microsoft.com/office/drawing/2014/main" id="{EB34DFA0-CD49-FF51-96FB-FDAC7E35B62E}"/>
                    </a:ext>
                  </a:extLst>
                </p:cNvPr>
                <p:cNvSpPr/>
                <p:nvPr/>
              </p:nvSpPr>
              <p:spPr>
                <a:xfrm>
                  <a:off x="230708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1214" name="Right Triangle 1213">
                  <a:extLst>
                    <a:ext uri="{FF2B5EF4-FFF2-40B4-BE49-F238E27FC236}">
                      <a16:creationId xmlns:a16="http://schemas.microsoft.com/office/drawing/2014/main" id="{0607682F-F923-EC57-7E34-3F3A6E32085D}"/>
                    </a:ext>
                  </a:extLst>
                </p:cNvPr>
                <p:cNvSpPr/>
                <p:nvPr/>
              </p:nvSpPr>
              <p:spPr>
                <a:xfrm rot="10800000">
                  <a:off x="3031994"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15" name="Group 1214">
                  <a:extLst>
                    <a:ext uri="{FF2B5EF4-FFF2-40B4-BE49-F238E27FC236}">
                      <a16:creationId xmlns:a16="http://schemas.microsoft.com/office/drawing/2014/main" id="{CD70E11C-0A9D-3D23-7188-E09C3088E8A3}"/>
                    </a:ext>
                  </a:extLst>
                </p:cNvPr>
                <p:cNvGrpSpPr/>
                <p:nvPr/>
              </p:nvGrpSpPr>
              <p:grpSpPr>
                <a:xfrm>
                  <a:off x="3112321" y="2575860"/>
                  <a:ext cx="45719" cy="75385"/>
                  <a:chOff x="3883481" y="2057400"/>
                  <a:chExt cx="1608363" cy="2652031"/>
                </a:xfrm>
                <a:solidFill>
                  <a:srgbClr val="A6A6A6"/>
                </a:solidFill>
              </p:grpSpPr>
              <p:sp>
                <p:nvSpPr>
                  <p:cNvPr id="1216" name="Oval 27">
                    <a:extLst>
                      <a:ext uri="{FF2B5EF4-FFF2-40B4-BE49-F238E27FC236}">
                        <a16:creationId xmlns:a16="http://schemas.microsoft.com/office/drawing/2014/main" id="{682A47EA-C7C5-F623-FDEF-5D9D5711DD0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7" name="Oval 28">
                    <a:extLst>
                      <a:ext uri="{FF2B5EF4-FFF2-40B4-BE49-F238E27FC236}">
                        <a16:creationId xmlns:a16="http://schemas.microsoft.com/office/drawing/2014/main" id="{A1F83904-B0D2-85C1-6CB9-9C359F5EF3D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24" name="Group 1223">
                <a:extLst>
                  <a:ext uri="{FF2B5EF4-FFF2-40B4-BE49-F238E27FC236}">
                    <a16:creationId xmlns:a16="http://schemas.microsoft.com/office/drawing/2014/main" id="{707962B0-9E68-0836-6554-530A31FD0084}"/>
                  </a:ext>
                </a:extLst>
              </p:cNvPr>
              <p:cNvGrpSpPr/>
              <p:nvPr/>
            </p:nvGrpSpPr>
            <p:grpSpPr>
              <a:xfrm>
                <a:off x="-9743204" y="3921607"/>
                <a:ext cx="659122" cy="557216"/>
                <a:chOff x="6271424" y="2560818"/>
                <a:chExt cx="871904" cy="748695"/>
              </a:xfrm>
            </p:grpSpPr>
            <p:sp>
              <p:nvSpPr>
                <p:cNvPr id="1225" name="Rectangle 1224">
                  <a:extLst>
                    <a:ext uri="{FF2B5EF4-FFF2-40B4-BE49-F238E27FC236}">
                      <a16:creationId xmlns:a16="http://schemas.microsoft.com/office/drawing/2014/main" id="{80A12CA1-C2D6-2AB7-0D88-C58E1231A8FE}"/>
                    </a:ext>
                  </a:extLst>
                </p:cNvPr>
                <p:cNvSpPr/>
                <p:nvPr/>
              </p:nvSpPr>
              <p:spPr>
                <a:xfrm>
                  <a:off x="627142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1226" name="Right Triangle 1225">
                  <a:extLst>
                    <a:ext uri="{FF2B5EF4-FFF2-40B4-BE49-F238E27FC236}">
                      <a16:creationId xmlns:a16="http://schemas.microsoft.com/office/drawing/2014/main" id="{0229D0B6-8922-FAEA-A668-C2E80609C29A}"/>
                    </a:ext>
                  </a:extLst>
                </p:cNvPr>
                <p:cNvSpPr/>
                <p:nvPr/>
              </p:nvSpPr>
              <p:spPr>
                <a:xfrm rot="10800000">
                  <a:off x="6996110"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27" name="Group 1226">
                  <a:extLst>
                    <a:ext uri="{FF2B5EF4-FFF2-40B4-BE49-F238E27FC236}">
                      <a16:creationId xmlns:a16="http://schemas.microsoft.com/office/drawing/2014/main" id="{ABA465D9-B2E8-6682-0537-CA5A52CF0485}"/>
                    </a:ext>
                  </a:extLst>
                </p:cNvPr>
                <p:cNvGrpSpPr/>
                <p:nvPr/>
              </p:nvGrpSpPr>
              <p:grpSpPr>
                <a:xfrm>
                  <a:off x="7076437" y="2574863"/>
                  <a:ext cx="45719" cy="75385"/>
                  <a:chOff x="3883481" y="2057400"/>
                  <a:chExt cx="1608363" cy="2652031"/>
                </a:xfrm>
                <a:solidFill>
                  <a:srgbClr val="A6A6A6"/>
                </a:solidFill>
              </p:grpSpPr>
              <p:sp>
                <p:nvSpPr>
                  <p:cNvPr id="1228" name="Oval 27">
                    <a:extLst>
                      <a:ext uri="{FF2B5EF4-FFF2-40B4-BE49-F238E27FC236}">
                        <a16:creationId xmlns:a16="http://schemas.microsoft.com/office/drawing/2014/main" id="{402EBC25-9D65-F167-B20C-A84C93823CD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9" name="Oval 28">
                    <a:extLst>
                      <a:ext uri="{FF2B5EF4-FFF2-40B4-BE49-F238E27FC236}">
                        <a16:creationId xmlns:a16="http://schemas.microsoft.com/office/drawing/2014/main" id="{27CC14CD-E993-6F14-7D5C-E5BC3E9049C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30" name="Group 1229">
                <a:extLst>
                  <a:ext uri="{FF2B5EF4-FFF2-40B4-BE49-F238E27FC236}">
                    <a16:creationId xmlns:a16="http://schemas.microsoft.com/office/drawing/2014/main" id="{37D7C90E-7A6C-4E75-B2DA-DE0D9D869BFF}"/>
                  </a:ext>
                </a:extLst>
              </p:cNvPr>
              <p:cNvGrpSpPr/>
              <p:nvPr/>
            </p:nvGrpSpPr>
            <p:grpSpPr>
              <a:xfrm>
                <a:off x="-9743204" y="3263075"/>
                <a:ext cx="659122" cy="557216"/>
                <a:chOff x="7262509" y="2560818"/>
                <a:chExt cx="871904" cy="748695"/>
              </a:xfrm>
            </p:grpSpPr>
            <p:sp>
              <p:nvSpPr>
                <p:cNvPr id="1231" name="Rectangle 1230">
                  <a:extLst>
                    <a:ext uri="{FF2B5EF4-FFF2-40B4-BE49-F238E27FC236}">
                      <a16:creationId xmlns:a16="http://schemas.microsoft.com/office/drawing/2014/main" id="{A5D7C455-EDB4-12D7-4A23-4ECDC2B45456}"/>
                    </a:ext>
                  </a:extLst>
                </p:cNvPr>
                <p:cNvSpPr/>
                <p:nvPr/>
              </p:nvSpPr>
              <p:spPr>
                <a:xfrm>
                  <a:off x="726250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232" name="Right Triangle 1231">
                  <a:extLst>
                    <a:ext uri="{FF2B5EF4-FFF2-40B4-BE49-F238E27FC236}">
                      <a16:creationId xmlns:a16="http://schemas.microsoft.com/office/drawing/2014/main" id="{5253AD6D-6AEE-CF51-FD1F-2F38B656EF66}"/>
                    </a:ext>
                  </a:extLst>
                </p:cNvPr>
                <p:cNvSpPr/>
                <p:nvPr/>
              </p:nvSpPr>
              <p:spPr>
                <a:xfrm rot="10800000">
                  <a:off x="7986364"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33" name="Group 1232">
                  <a:extLst>
                    <a:ext uri="{FF2B5EF4-FFF2-40B4-BE49-F238E27FC236}">
                      <a16:creationId xmlns:a16="http://schemas.microsoft.com/office/drawing/2014/main" id="{3CF0EBF7-FE81-12B8-6BB5-57101035D367}"/>
                    </a:ext>
                  </a:extLst>
                </p:cNvPr>
                <p:cNvGrpSpPr/>
                <p:nvPr/>
              </p:nvGrpSpPr>
              <p:grpSpPr>
                <a:xfrm>
                  <a:off x="8066691" y="2574863"/>
                  <a:ext cx="45719" cy="75385"/>
                  <a:chOff x="3883481" y="2057400"/>
                  <a:chExt cx="1608363" cy="2652031"/>
                </a:xfrm>
                <a:solidFill>
                  <a:srgbClr val="A6A6A6"/>
                </a:solidFill>
              </p:grpSpPr>
              <p:sp>
                <p:nvSpPr>
                  <p:cNvPr id="1234" name="Oval 27">
                    <a:extLst>
                      <a:ext uri="{FF2B5EF4-FFF2-40B4-BE49-F238E27FC236}">
                        <a16:creationId xmlns:a16="http://schemas.microsoft.com/office/drawing/2014/main" id="{BBB9FDEE-C639-231D-E317-52B7662BB15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5" name="Oval 28">
                    <a:extLst>
                      <a:ext uri="{FF2B5EF4-FFF2-40B4-BE49-F238E27FC236}">
                        <a16:creationId xmlns:a16="http://schemas.microsoft.com/office/drawing/2014/main" id="{B52D5C85-86C8-4921-ABEB-4C95314C2BC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36" name="Group 1235">
                <a:extLst>
                  <a:ext uri="{FF2B5EF4-FFF2-40B4-BE49-F238E27FC236}">
                    <a16:creationId xmlns:a16="http://schemas.microsoft.com/office/drawing/2014/main" id="{8CFAD5CF-DCA8-7118-AE55-028284493CA3}"/>
                  </a:ext>
                </a:extLst>
              </p:cNvPr>
              <p:cNvGrpSpPr/>
              <p:nvPr/>
            </p:nvGrpSpPr>
            <p:grpSpPr>
              <a:xfrm>
                <a:off x="-9743204" y="2604543"/>
                <a:ext cx="659122" cy="557216"/>
                <a:chOff x="8253594" y="2560818"/>
                <a:chExt cx="871904" cy="748695"/>
              </a:xfrm>
            </p:grpSpPr>
            <p:sp>
              <p:nvSpPr>
                <p:cNvPr id="1237" name="Rectangle 1236">
                  <a:extLst>
                    <a:ext uri="{FF2B5EF4-FFF2-40B4-BE49-F238E27FC236}">
                      <a16:creationId xmlns:a16="http://schemas.microsoft.com/office/drawing/2014/main" id="{724EF667-0079-9CBB-6192-E732821F4D2F}"/>
                    </a:ext>
                  </a:extLst>
                </p:cNvPr>
                <p:cNvSpPr/>
                <p:nvPr/>
              </p:nvSpPr>
              <p:spPr>
                <a:xfrm>
                  <a:off x="825359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238" name="Right Triangle 1237">
                  <a:extLst>
                    <a:ext uri="{FF2B5EF4-FFF2-40B4-BE49-F238E27FC236}">
                      <a16:creationId xmlns:a16="http://schemas.microsoft.com/office/drawing/2014/main" id="{73FDA0D5-0607-3315-0430-64A0745A7001}"/>
                    </a:ext>
                  </a:extLst>
                </p:cNvPr>
                <p:cNvSpPr/>
                <p:nvPr/>
              </p:nvSpPr>
              <p:spPr>
                <a:xfrm rot="10800000">
                  <a:off x="8976730" y="256777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39" name="Group 1238">
                  <a:extLst>
                    <a:ext uri="{FF2B5EF4-FFF2-40B4-BE49-F238E27FC236}">
                      <a16:creationId xmlns:a16="http://schemas.microsoft.com/office/drawing/2014/main" id="{DF240FAC-5DCD-3F94-72A3-190D500BC94C}"/>
                    </a:ext>
                  </a:extLst>
                </p:cNvPr>
                <p:cNvGrpSpPr/>
                <p:nvPr/>
              </p:nvGrpSpPr>
              <p:grpSpPr>
                <a:xfrm>
                  <a:off x="9057057" y="2575256"/>
                  <a:ext cx="45719" cy="75385"/>
                  <a:chOff x="3883481" y="2057400"/>
                  <a:chExt cx="1608363" cy="2652031"/>
                </a:xfrm>
                <a:solidFill>
                  <a:srgbClr val="A6A6A6"/>
                </a:solidFill>
              </p:grpSpPr>
              <p:sp>
                <p:nvSpPr>
                  <p:cNvPr id="1240" name="Oval 27">
                    <a:extLst>
                      <a:ext uri="{FF2B5EF4-FFF2-40B4-BE49-F238E27FC236}">
                        <a16:creationId xmlns:a16="http://schemas.microsoft.com/office/drawing/2014/main" id="{6505EBCE-04C5-DB67-BCEF-D5B71F20DF6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1" name="Oval 28">
                    <a:extLst>
                      <a:ext uri="{FF2B5EF4-FFF2-40B4-BE49-F238E27FC236}">
                        <a16:creationId xmlns:a16="http://schemas.microsoft.com/office/drawing/2014/main" id="{2CE25775-39D0-8AB5-E4A8-2CE51CC3349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69" name="Group 1268">
                <a:extLst>
                  <a:ext uri="{FF2B5EF4-FFF2-40B4-BE49-F238E27FC236}">
                    <a16:creationId xmlns:a16="http://schemas.microsoft.com/office/drawing/2014/main" id="{FAA2C301-13F0-5413-E889-03C7838578B4}"/>
                  </a:ext>
                </a:extLst>
              </p:cNvPr>
              <p:cNvGrpSpPr/>
              <p:nvPr/>
            </p:nvGrpSpPr>
            <p:grpSpPr>
              <a:xfrm>
                <a:off x="-9743204" y="1946011"/>
                <a:ext cx="659122" cy="557216"/>
                <a:chOff x="3294263" y="2560818"/>
                <a:chExt cx="871904" cy="748695"/>
              </a:xfrm>
            </p:grpSpPr>
            <p:sp>
              <p:nvSpPr>
                <p:cNvPr id="1270" name="Rectangle 1269">
                  <a:hlinkHover r:id="" action="ppaction://noaction" highlightClick="1"/>
                  <a:extLst>
                    <a:ext uri="{FF2B5EF4-FFF2-40B4-BE49-F238E27FC236}">
                      <a16:creationId xmlns:a16="http://schemas.microsoft.com/office/drawing/2014/main" id="{9C6A2666-5DFC-3F5B-06D4-C6119453E7B1}"/>
                    </a:ext>
                  </a:extLst>
                </p:cNvPr>
                <p:cNvSpPr/>
                <p:nvPr/>
              </p:nvSpPr>
              <p:spPr>
                <a:xfrm>
                  <a:off x="3294263"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Guard</a:t>
                  </a:r>
                </a:p>
              </p:txBody>
            </p:sp>
            <p:sp>
              <p:nvSpPr>
                <p:cNvPr id="1271" name="Right Triangle 1270">
                  <a:extLst>
                    <a:ext uri="{FF2B5EF4-FFF2-40B4-BE49-F238E27FC236}">
                      <a16:creationId xmlns:a16="http://schemas.microsoft.com/office/drawing/2014/main" id="{C7041EB1-2273-AC85-C41F-0F03DE9C0A5F}"/>
                    </a:ext>
                  </a:extLst>
                </p:cNvPr>
                <p:cNvSpPr/>
                <p:nvPr/>
              </p:nvSpPr>
              <p:spPr>
                <a:xfrm rot="10800000">
                  <a:off x="4017485"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72" name="Group 1271">
                  <a:extLst>
                    <a:ext uri="{FF2B5EF4-FFF2-40B4-BE49-F238E27FC236}">
                      <a16:creationId xmlns:a16="http://schemas.microsoft.com/office/drawing/2014/main" id="{0DA2F06E-E3F6-14C7-DC9F-C3C5E1A139E0}"/>
                    </a:ext>
                  </a:extLst>
                </p:cNvPr>
                <p:cNvGrpSpPr/>
                <p:nvPr/>
              </p:nvGrpSpPr>
              <p:grpSpPr>
                <a:xfrm>
                  <a:off x="4097812" y="2575860"/>
                  <a:ext cx="45719" cy="75385"/>
                  <a:chOff x="3883481" y="2057400"/>
                  <a:chExt cx="1608363" cy="2652031"/>
                </a:xfrm>
                <a:solidFill>
                  <a:srgbClr val="A6A6A6"/>
                </a:solidFill>
              </p:grpSpPr>
              <p:sp>
                <p:nvSpPr>
                  <p:cNvPr id="1273" name="Oval 27">
                    <a:extLst>
                      <a:ext uri="{FF2B5EF4-FFF2-40B4-BE49-F238E27FC236}">
                        <a16:creationId xmlns:a16="http://schemas.microsoft.com/office/drawing/2014/main" id="{2721C6D0-6F6D-69D9-0657-9DBA15CF046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4" name="Oval 28">
                    <a:extLst>
                      <a:ext uri="{FF2B5EF4-FFF2-40B4-BE49-F238E27FC236}">
                        <a16:creationId xmlns:a16="http://schemas.microsoft.com/office/drawing/2014/main" id="{82BAC110-8959-E14B-9BC0-BAE961D239A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grpSp>
          <p:nvGrpSpPr>
            <p:cNvPr id="1468" name="Group 1467">
              <a:extLst>
                <a:ext uri="{FF2B5EF4-FFF2-40B4-BE49-F238E27FC236}">
                  <a16:creationId xmlns:a16="http://schemas.microsoft.com/office/drawing/2014/main" id="{E223A296-B36F-CF19-DC1E-934B2A0E138D}"/>
                </a:ext>
              </a:extLst>
            </p:cNvPr>
            <p:cNvGrpSpPr/>
            <p:nvPr/>
          </p:nvGrpSpPr>
          <p:grpSpPr>
            <a:xfrm>
              <a:off x="-8222590" y="1287479"/>
              <a:ext cx="659901" cy="4508406"/>
              <a:chOff x="-8222590" y="1287479"/>
              <a:chExt cx="659901" cy="4508406"/>
            </a:xfrm>
          </p:grpSpPr>
          <p:grpSp>
            <p:nvGrpSpPr>
              <p:cNvPr id="970" name="Group 969">
                <a:extLst>
                  <a:ext uri="{FF2B5EF4-FFF2-40B4-BE49-F238E27FC236}">
                    <a16:creationId xmlns:a16="http://schemas.microsoft.com/office/drawing/2014/main" id="{F8CCE5F3-3D19-4EAF-3A75-69541CC497CA}"/>
                  </a:ext>
                </a:extLst>
              </p:cNvPr>
              <p:cNvGrpSpPr/>
              <p:nvPr/>
            </p:nvGrpSpPr>
            <p:grpSpPr>
              <a:xfrm>
                <a:off x="-8222590" y="3264653"/>
                <a:ext cx="659122" cy="557216"/>
                <a:chOff x="8253594" y="3370808"/>
                <a:chExt cx="871904" cy="748695"/>
              </a:xfrm>
            </p:grpSpPr>
            <p:sp>
              <p:nvSpPr>
                <p:cNvPr id="971" name="Rectangle 970">
                  <a:hlinkHover r:id="" action="ppaction://noaction" highlightClick="1"/>
                  <a:extLst>
                    <a:ext uri="{FF2B5EF4-FFF2-40B4-BE49-F238E27FC236}">
                      <a16:creationId xmlns:a16="http://schemas.microsoft.com/office/drawing/2014/main" id="{F3BE3858-8AE7-FCCD-80B0-553D1906BB7B}"/>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972" name="Rectangle 971">
                  <a:extLst>
                    <a:ext uri="{FF2B5EF4-FFF2-40B4-BE49-F238E27FC236}">
                      <a16:creationId xmlns:a16="http://schemas.microsoft.com/office/drawing/2014/main" id="{0D1C802F-FC31-F85F-9012-0CFCB1474617}"/>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3" name="Oval 15">
                  <a:extLst>
                    <a:ext uri="{FF2B5EF4-FFF2-40B4-BE49-F238E27FC236}">
                      <a16:creationId xmlns:a16="http://schemas.microsoft.com/office/drawing/2014/main" id="{A02BB547-4EC4-BE52-9B5B-429FD1469D08}"/>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74" name="Straight Connector 973">
                  <a:extLst>
                    <a:ext uri="{FF2B5EF4-FFF2-40B4-BE49-F238E27FC236}">
                      <a16:creationId xmlns:a16="http://schemas.microsoft.com/office/drawing/2014/main" id="{CFD87ECA-7847-CDEB-24EC-4FD2871E7251}"/>
                    </a:ext>
                  </a:extLst>
                </p:cNvPr>
                <p:cNvCxnSpPr>
                  <a:cxnSpLocks/>
                  <a:stCxn id="973"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75" name="Straight Connector 974">
                  <a:extLst>
                    <a:ext uri="{FF2B5EF4-FFF2-40B4-BE49-F238E27FC236}">
                      <a16:creationId xmlns:a16="http://schemas.microsoft.com/office/drawing/2014/main" id="{7EF820A6-C9C8-55FC-7883-2436D06F700F}"/>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76" name="Group 975">
                <a:extLst>
                  <a:ext uri="{FF2B5EF4-FFF2-40B4-BE49-F238E27FC236}">
                    <a16:creationId xmlns:a16="http://schemas.microsoft.com/office/drawing/2014/main" id="{82017AF5-ED7D-51F7-1AB6-90E6AE7EBB9C}"/>
                  </a:ext>
                </a:extLst>
              </p:cNvPr>
              <p:cNvGrpSpPr/>
              <p:nvPr/>
            </p:nvGrpSpPr>
            <p:grpSpPr>
              <a:xfrm>
                <a:off x="-8222590" y="2606647"/>
                <a:ext cx="659122" cy="557216"/>
                <a:chOff x="8253594" y="3370808"/>
                <a:chExt cx="871904" cy="748695"/>
              </a:xfrm>
            </p:grpSpPr>
            <p:sp>
              <p:nvSpPr>
                <p:cNvPr id="977" name="Rectangle 976">
                  <a:hlinkHover r:id="" action="ppaction://noaction" highlightClick="1"/>
                  <a:extLst>
                    <a:ext uri="{FF2B5EF4-FFF2-40B4-BE49-F238E27FC236}">
                      <a16:creationId xmlns:a16="http://schemas.microsoft.com/office/drawing/2014/main" id="{867C5A67-66C4-3E39-13F9-B105096D073F}"/>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978" name="Rectangle 977">
                  <a:extLst>
                    <a:ext uri="{FF2B5EF4-FFF2-40B4-BE49-F238E27FC236}">
                      <a16:creationId xmlns:a16="http://schemas.microsoft.com/office/drawing/2014/main" id="{F86DBC3F-B496-D387-4095-4E934F705C75}"/>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9" name="Oval 15">
                  <a:extLst>
                    <a:ext uri="{FF2B5EF4-FFF2-40B4-BE49-F238E27FC236}">
                      <a16:creationId xmlns:a16="http://schemas.microsoft.com/office/drawing/2014/main" id="{B9E56A97-0834-40C2-67C6-33854B017904}"/>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80" name="Straight Connector 979">
                  <a:extLst>
                    <a:ext uri="{FF2B5EF4-FFF2-40B4-BE49-F238E27FC236}">
                      <a16:creationId xmlns:a16="http://schemas.microsoft.com/office/drawing/2014/main" id="{BFC428E3-AE41-9387-FFD2-C3A45A8C6C5E}"/>
                    </a:ext>
                  </a:extLst>
                </p:cNvPr>
                <p:cNvCxnSpPr>
                  <a:cxnSpLocks/>
                  <a:stCxn id="979"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81" name="Straight Connector 980">
                  <a:extLst>
                    <a:ext uri="{FF2B5EF4-FFF2-40B4-BE49-F238E27FC236}">
                      <a16:creationId xmlns:a16="http://schemas.microsoft.com/office/drawing/2014/main" id="{89D75685-A4D4-549D-90C2-22AEA483D4D2}"/>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90" name="Group 989">
                <a:extLst>
                  <a:ext uri="{FF2B5EF4-FFF2-40B4-BE49-F238E27FC236}">
                    <a16:creationId xmlns:a16="http://schemas.microsoft.com/office/drawing/2014/main" id="{C3C84FCD-451F-8F8A-FB17-BB16366B3719}"/>
                  </a:ext>
                </a:extLst>
              </p:cNvPr>
              <p:cNvGrpSpPr/>
              <p:nvPr/>
            </p:nvGrpSpPr>
            <p:grpSpPr>
              <a:xfrm>
                <a:off x="-8222590" y="3922659"/>
                <a:ext cx="659901" cy="557216"/>
                <a:chOff x="6271424" y="909114"/>
                <a:chExt cx="872938" cy="748695"/>
              </a:xfrm>
            </p:grpSpPr>
            <p:sp>
              <p:nvSpPr>
                <p:cNvPr id="991" name="Rectangle 990">
                  <a:extLst>
                    <a:ext uri="{FF2B5EF4-FFF2-40B4-BE49-F238E27FC236}">
                      <a16:creationId xmlns:a16="http://schemas.microsoft.com/office/drawing/2014/main" id="{2B6BDA87-30E0-6A9E-D1AA-FEE098FA5087}"/>
                    </a:ext>
                  </a:extLst>
                </p:cNvPr>
                <p:cNvSpPr/>
                <p:nvPr/>
              </p:nvSpPr>
              <p:spPr>
                <a:xfrm>
                  <a:off x="627142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US" sz="500">
                      <a:solidFill>
                        <a:srgbClr val="1F4E79"/>
                      </a:solidFill>
                      <a:latin typeface="Century Gothic" panose="020B0502020202020204" pitchFamily="34" charset="0"/>
                    </a:rPr>
                    <a:t>Microsoft Purview Endpoint DLP (on‑prem scenarios)</a:t>
                  </a:r>
                  <a:endParaRPr lang="en-GB" sz="500">
                    <a:solidFill>
                      <a:srgbClr val="1F4E79"/>
                    </a:solidFill>
                    <a:latin typeface="Century Gothic" panose="020B0502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992" name="Rectangle 991">
                  <a:extLst>
                    <a:ext uri="{FF2B5EF4-FFF2-40B4-BE49-F238E27FC236}">
                      <a16:creationId xmlns:a16="http://schemas.microsoft.com/office/drawing/2014/main" id="{175078E8-5525-FBF7-749A-2F8ADCE05B7D}"/>
                    </a:ext>
                  </a:extLst>
                </p:cNvPr>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3" name="Oval 15">
                  <a:extLst>
                    <a:ext uri="{FF2B5EF4-FFF2-40B4-BE49-F238E27FC236}">
                      <a16:creationId xmlns:a16="http://schemas.microsoft.com/office/drawing/2014/main" id="{84FB0904-D3C9-F272-ED6F-1ACD88C6BAFA}"/>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94" name="Straight Connector 993">
                  <a:extLst>
                    <a:ext uri="{FF2B5EF4-FFF2-40B4-BE49-F238E27FC236}">
                      <a16:creationId xmlns:a16="http://schemas.microsoft.com/office/drawing/2014/main" id="{12477CEA-50EF-766F-DB65-6E71B699B32A}"/>
                    </a:ext>
                  </a:extLst>
                </p:cNvPr>
                <p:cNvCxnSpPr>
                  <a:cxnSpLocks/>
                  <a:stCxn id="993"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95" name="Straight Connector 994">
                  <a:extLst>
                    <a:ext uri="{FF2B5EF4-FFF2-40B4-BE49-F238E27FC236}">
                      <a16:creationId xmlns:a16="http://schemas.microsoft.com/office/drawing/2014/main" id="{206C4A82-84A9-18FA-5761-E5C52C7E884F}"/>
                    </a:ext>
                  </a:extLst>
                </p:cNvPr>
                <p:cNvCxnSpPr>
                  <a:cxnSpLocks/>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30" name="Group 1029">
                <a:extLst>
                  <a:ext uri="{FF2B5EF4-FFF2-40B4-BE49-F238E27FC236}">
                    <a16:creationId xmlns:a16="http://schemas.microsoft.com/office/drawing/2014/main" id="{4660A5EF-2DA1-1873-160E-B9F48311949C}"/>
                  </a:ext>
                </a:extLst>
              </p:cNvPr>
              <p:cNvGrpSpPr/>
              <p:nvPr/>
            </p:nvGrpSpPr>
            <p:grpSpPr>
              <a:xfrm>
                <a:off x="-8222590" y="4580665"/>
                <a:ext cx="659122" cy="557216"/>
                <a:chOff x="11335787" y="4191133"/>
                <a:chExt cx="710037" cy="609701"/>
              </a:xfrm>
            </p:grpSpPr>
            <p:sp>
              <p:nvSpPr>
                <p:cNvPr id="1031" name="Rectangle 1030">
                  <a:hlinkHover r:id="" action="ppaction://noaction" highlightClick="1"/>
                  <a:extLst>
                    <a:ext uri="{FF2B5EF4-FFF2-40B4-BE49-F238E27FC236}">
                      <a16:creationId xmlns:a16="http://schemas.microsoft.com/office/drawing/2014/main" id="{458B3724-DB26-187A-8F25-E49A5D6812CB}"/>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1032" name="Oval 1031">
                  <a:extLst>
                    <a:ext uri="{FF2B5EF4-FFF2-40B4-BE49-F238E27FC236}">
                      <a16:creationId xmlns:a16="http://schemas.microsoft.com/office/drawing/2014/main" id="{FA00613D-9FD6-40D7-7E2D-32CFF46E94AD}"/>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3" name="Isosceles Triangle 648">
                  <a:extLst>
                    <a:ext uri="{FF2B5EF4-FFF2-40B4-BE49-F238E27FC236}">
                      <a16:creationId xmlns:a16="http://schemas.microsoft.com/office/drawing/2014/main" id="{A3D60A20-B420-5CC8-2545-9AECCF15C60A}"/>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42" name="Group 1041">
                <a:extLst>
                  <a:ext uri="{FF2B5EF4-FFF2-40B4-BE49-F238E27FC236}">
                    <a16:creationId xmlns:a16="http://schemas.microsoft.com/office/drawing/2014/main" id="{ED365C41-A95B-39E8-CDE9-1C9FE6222977}"/>
                  </a:ext>
                </a:extLst>
              </p:cNvPr>
              <p:cNvGrpSpPr/>
              <p:nvPr/>
            </p:nvGrpSpPr>
            <p:grpSpPr>
              <a:xfrm>
                <a:off x="-8222590" y="5238669"/>
                <a:ext cx="659122" cy="557216"/>
                <a:chOff x="11226844" y="88412"/>
                <a:chExt cx="871904" cy="748695"/>
              </a:xfrm>
            </p:grpSpPr>
            <p:sp>
              <p:nvSpPr>
                <p:cNvPr id="1043" name="Rectangle 1042">
                  <a:hlinkHover r:id="" action="ppaction://noaction" highlightClick="1"/>
                  <a:extLst>
                    <a:ext uri="{FF2B5EF4-FFF2-40B4-BE49-F238E27FC236}">
                      <a16:creationId xmlns:a16="http://schemas.microsoft.com/office/drawing/2014/main" id="{1F2CD7CC-9121-DD6B-285E-19B6A4A09479}"/>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1044" name="Oval 1043">
                  <a:extLst>
                    <a:ext uri="{FF2B5EF4-FFF2-40B4-BE49-F238E27FC236}">
                      <a16:creationId xmlns:a16="http://schemas.microsoft.com/office/drawing/2014/main" id="{137A2DBE-6858-418B-6F48-352E4E111CC2}"/>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5" name="Isosceles Triangle 648">
                  <a:extLst>
                    <a:ext uri="{FF2B5EF4-FFF2-40B4-BE49-F238E27FC236}">
                      <a16:creationId xmlns:a16="http://schemas.microsoft.com/office/drawing/2014/main" id="{A373BDA4-7CBC-44D8-3CD9-A100A6C2B6EC}"/>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70" name="Group 1069">
                <a:extLst>
                  <a:ext uri="{FF2B5EF4-FFF2-40B4-BE49-F238E27FC236}">
                    <a16:creationId xmlns:a16="http://schemas.microsoft.com/office/drawing/2014/main" id="{3451425E-CC06-B734-E241-6096DCA934B2}"/>
                  </a:ext>
                </a:extLst>
              </p:cNvPr>
              <p:cNvGrpSpPr/>
              <p:nvPr/>
            </p:nvGrpSpPr>
            <p:grpSpPr>
              <a:xfrm>
                <a:off x="-8222590" y="1948641"/>
                <a:ext cx="659122" cy="557216"/>
                <a:chOff x="11226844" y="2550518"/>
                <a:chExt cx="871904" cy="748695"/>
              </a:xfrm>
            </p:grpSpPr>
            <p:sp>
              <p:nvSpPr>
                <p:cNvPr id="1071" name="Rectangle 1070">
                  <a:hlinkHover r:id="" action="ppaction://noaction" highlightClick="1"/>
                  <a:extLst>
                    <a:ext uri="{FF2B5EF4-FFF2-40B4-BE49-F238E27FC236}">
                      <a16:creationId xmlns:a16="http://schemas.microsoft.com/office/drawing/2014/main" id="{1C1FE439-B851-1F8E-12F3-671EF24939DF}"/>
                    </a:ext>
                  </a:extLst>
                </p:cNvPr>
                <p:cNvSpPr/>
                <p:nvPr/>
              </p:nvSpPr>
              <p:spPr>
                <a:xfrm>
                  <a:off x="11226844" y="255051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500">
                      <a:solidFill>
                        <a:srgbClr val="1F4E79"/>
                      </a:solidFill>
                      <a:latin typeface="Century Gothic" panose="020B0502020202020204" pitchFamily="34" charset="0"/>
                    </a:rPr>
                    <a:t>(Clients only)</a:t>
                  </a:r>
                  <a:endParaRPr kumimoji="0" lang="en-US"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72" name="Rectangle 1071">
                  <a:extLst>
                    <a:ext uri="{FF2B5EF4-FFF2-40B4-BE49-F238E27FC236}">
                      <a16:creationId xmlns:a16="http://schemas.microsoft.com/office/drawing/2014/main" id="{32337BB2-822F-EA12-DB91-EE4E65D1E1A7}"/>
                    </a:ext>
                  </a:extLst>
                </p:cNvPr>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3" name="Oval 15">
                  <a:extLst>
                    <a:ext uri="{FF2B5EF4-FFF2-40B4-BE49-F238E27FC236}">
                      <a16:creationId xmlns:a16="http://schemas.microsoft.com/office/drawing/2014/main" id="{7B4118E8-98ED-E825-0AA4-61D88646E523}"/>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74" name="Straight Connector 1073">
                  <a:extLst>
                    <a:ext uri="{FF2B5EF4-FFF2-40B4-BE49-F238E27FC236}">
                      <a16:creationId xmlns:a16="http://schemas.microsoft.com/office/drawing/2014/main" id="{3F1C9078-C427-F0E4-684D-9333D36FB900}"/>
                    </a:ext>
                  </a:extLst>
                </p:cNvPr>
                <p:cNvCxnSpPr>
                  <a:cxnSpLocks/>
                  <a:stCxn id="1073"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75" name="Straight Connector 1074">
                  <a:extLst>
                    <a:ext uri="{FF2B5EF4-FFF2-40B4-BE49-F238E27FC236}">
                      <a16:creationId xmlns:a16="http://schemas.microsoft.com/office/drawing/2014/main" id="{04B1D78E-89E9-CB4B-D650-6A878F38F152}"/>
                    </a:ext>
                  </a:extLst>
                </p:cNvPr>
                <p:cNvCxnSpPr>
                  <a:cxnSpLocks/>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93" name="Group 1292">
                <a:extLst>
                  <a:ext uri="{FF2B5EF4-FFF2-40B4-BE49-F238E27FC236}">
                    <a16:creationId xmlns:a16="http://schemas.microsoft.com/office/drawing/2014/main" id="{0FAC5F0F-7D5E-7543-F7E8-D75C3607B400}"/>
                  </a:ext>
                </a:extLst>
              </p:cNvPr>
              <p:cNvGrpSpPr/>
              <p:nvPr/>
            </p:nvGrpSpPr>
            <p:grpSpPr>
              <a:xfrm>
                <a:off x="-8222590" y="1287479"/>
                <a:ext cx="659122" cy="560372"/>
                <a:chOff x="2307084" y="4187684"/>
                <a:chExt cx="871904" cy="752933"/>
              </a:xfrm>
            </p:grpSpPr>
            <p:sp>
              <p:nvSpPr>
                <p:cNvPr id="1294" name="Rectangle 1293">
                  <a:extLst>
                    <a:ext uri="{FF2B5EF4-FFF2-40B4-BE49-F238E27FC236}">
                      <a16:creationId xmlns:a16="http://schemas.microsoft.com/office/drawing/2014/main" id="{85DF2F5D-E65C-8596-0C07-FE2BB8EE9F7B}"/>
                    </a:ext>
                  </a:extLst>
                </p:cNvPr>
                <p:cNvSpPr/>
                <p:nvPr/>
              </p:nvSpPr>
              <p:spPr>
                <a:xfrm>
                  <a:off x="230708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1295" name="Right Triangle 1294">
                  <a:extLst>
                    <a:ext uri="{FF2B5EF4-FFF2-40B4-BE49-F238E27FC236}">
                      <a16:creationId xmlns:a16="http://schemas.microsoft.com/office/drawing/2014/main" id="{FB18204A-7230-76E1-F3CE-852D2E751BC6}"/>
                    </a:ext>
                  </a:extLst>
                </p:cNvPr>
                <p:cNvSpPr/>
                <p:nvPr/>
              </p:nvSpPr>
              <p:spPr>
                <a:xfrm rot="10800000">
                  <a:off x="3036801" y="418768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96" name="Group 1295">
                  <a:extLst>
                    <a:ext uri="{FF2B5EF4-FFF2-40B4-BE49-F238E27FC236}">
                      <a16:creationId xmlns:a16="http://schemas.microsoft.com/office/drawing/2014/main" id="{18681224-FC69-5712-4D6F-99CF40C46A2D}"/>
                    </a:ext>
                  </a:extLst>
                </p:cNvPr>
                <p:cNvGrpSpPr/>
                <p:nvPr/>
              </p:nvGrpSpPr>
              <p:grpSpPr>
                <a:xfrm>
                  <a:off x="3117128" y="4195165"/>
                  <a:ext cx="45719" cy="75385"/>
                  <a:chOff x="3883481" y="2057400"/>
                  <a:chExt cx="1608363" cy="2652031"/>
                </a:xfrm>
                <a:solidFill>
                  <a:srgbClr val="A6A6A6"/>
                </a:solidFill>
              </p:grpSpPr>
              <p:sp>
                <p:nvSpPr>
                  <p:cNvPr id="1297" name="Oval 27">
                    <a:extLst>
                      <a:ext uri="{FF2B5EF4-FFF2-40B4-BE49-F238E27FC236}">
                        <a16:creationId xmlns:a16="http://schemas.microsoft.com/office/drawing/2014/main" id="{8851F197-D1F0-FF18-B44E-D9F94BB4F6B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8" name="Oval 28">
                    <a:extLst>
                      <a:ext uri="{FF2B5EF4-FFF2-40B4-BE49-F238E27FC236}">
                        <a16:creationId xmlns:a16="http://schemas.microsoft.com/office/drawing/2014/main" id="{A63C1382-191D-BAD6-B54B-B2364AB056D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grpSp>
          <p:nvGrpSpPr>
            <p:cNvPr id="1471" name="Group 1470">
              <a:extLst>
                <a:ext uri="{FF2B5EF4-FFF2-40B4-BE49-F238E27FC236}">
                  <a16:creationId xmlns:a16="http://schemas.microsoft.com/office/drawing/2014/main" id="{01E36819-E81A-47E1-592F-A9E6300712E7}"/>
                </a:ext>
              </a:extLst>
            </p:cNvPr>
            <p:cNvGrpSpPr/>
            <p:nvPr/>
          </p:nvGrpSpPr>
          <p:grpSpPr>
            <a:xfrm>
              <a:off x="-10506196" y="1287479"/>
              <a:ext cx="661807" cy="4508406"/>
              <a:chOff x="-10506196" y="1287479"/>
              <a:chExt cx="661807" cy="4508406"/>
            </a:xfrm>
          </p:grpSpPr>
          <p:grpSp>
            <p:nvGrpSpPr>
              <p:cNvPr id="1178" name="Group 1177">
                <a:extLst>
                  <a:ext uri="{FF2B5EF4-FFF2-40B4-BE49-F238E27FC236}">
                    <a16:creationId xmlns:a16="http://schemas.microsoft.com/office/drawing/2014/main" id="{29165EA0-371A-79C4-4CCB-3F8871655E66}"/>
                  </a:ext>
                </a:extLst>
              </p:cNvPr>
              <p:cNvGrpSpPr/>
              <p:nvPr/>
            </p:nvGrpSpPr>
            <p:grpSpPr>
              <a:xfrm>
                <a:off x="-10506196" y="5238669"/>
                <a:ext cx="659122" cy="557216"/>
                <a:chOff x="4289254" y="3370808"/>
                <a:chExt cx="871904" cy="748695"/>
              </a:xfrm>
            </p:grpSpPr>
            <p:sp>
              <p:nvSpPr>
                <p:cNvPr id="1179" name="Rectangle 1178">
                  <a:extLst>
                    <a:ext uri="{FF2B5EF4-FFF2-40B4-BE49-F238E27FC236}">
                      <a16:creationId xmlns:a16="http://schemas.microsoft.com/office/drawing/2014/main" id="{81FB0ABD-0627-2635-086A-538ACC117062}"/>
                    </a:ext>
                  </a:extLst>
                </p:cNvPr>
                <p:cNvSpPr/>
                <p:nvPr/>
              </p:nvSpPr>
              <p:spPr>
                <a:xfrm>
                  <a:off x="428925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a:t>
                  </a:r>
                  <a:b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b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MFA</a:t>
                  </a:r>
                </a:p>
              </p:txBody>
            </p:sp>
            <p:sp>
              <p:nvSpPr>
                <p:cNvPr id="1180" name="Right Triangle 1179">
                  <a:extLst>
                    <a:ext uri="{FF2B5EF4-FFF2-40B4-BE49-F238E27FC236}">
                      <a16:creationId xmlns:a16="http://schemas.microsoft.com/office/drawing/2014/main" id="{549AF966-EDBB-E46D-C223-E93C01322034}"/>
                    </a:ext>
                  </a:extLst>
                </p:cNvPr>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81" name="Group 1180">
                  <a:extLst>
                    <a:ext uri="{FF2B5EF4-FFF2-40B4-BE49-F238E27FC236}">
                      <a16:creationId xmlns:a16="http://schemas.microsoft.com/office/drawing/2014/main" id="{46A2EA4C-AEBC-21D7-37E6-FAA91B06E5CC}"/>
                    </a:ext>
                  </a:extLst>
                </p:cNvPr>
                <p:cNvGrpSpPr/>
                <p:nvPr/>
              </p:nvGrpSpPr>
              <p:grpSpPr>
                <a:xfrm>
                  <a:off x="5098569" y="3381257"/>
                  <a:ext cx="45719" cy="75385"/>
                  <a:chOff x="3883481" y="2057400"/>
                  <a:chExt cx="1608363" cy="2652031"/>
                </a:xfrm>
                <a:solidFill>
                  <a:srgbClr val="A6A6A6"/>
                </a:solidFill>
              </p:grpSpPr>
              <p:sp>
                <p:nvSpPr>
                  <p:cNvPr id="1182" name="Oval 27">
                    <a:extLst>
                      <a:ext uri="{FF2B5EF4-FFF2-40B4-BE49-F238E27FC236}">
                        <a16:creationId xmlns:a16="http://schemas.microsoft.com/office/drawing/2014/main" id="{DA3E5CAB-E2F8-C27F-C1AA-42E518E1DE1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3" name="Oval 28">
                    <a:extLst>
                      <a:ext uri="{FF2B5EF4-FFF2-40B4-BE49-F238E27FC236}">
                        <a16:creationId xmlns:a16="http://schemas.microsoft.com/office/drawing/2014/main" id="{77084DEC-7C02-D3DA-B0F5-9A07AF040FD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84" name="Group 1183">
                <a:extLst>
                  <a:ext uri="{FF2B5EF4-FFF2-40B4-BE49-F238E27FC236}">
                    <a16:creationId xmlns:a16="http://schemas.microsoft.com/office/drawing/2014/main" id="{542AA963-FBC8-7113-2C23-A1D0239D8002}"/>
                  </a:ext>
                </a:extLst>
              </p:cNvPr>
              <p:cNvGrpSpPr/>
              <p:nvPr/>
            </p:nvGrpSpPr>
            <p:grpSpPr>
              <a:xfrm>
                <a:off x="-10506196" y="2604337"/>
                <a:ext cx="659750" cy="557831"/>
                <a:chOff x="324914" y="4191098"/>
                <a:chExt cx="872735" cy="749519"/>
              </a:xfrm>
            </p:grpSpPr>
            <p:sp>
              <p:nvSpPr>
                <p:cNvPr id="1185" name="Rectangle 1184">
                  <a:extLst>
                    <a:ext uri="{FF2B5EF4-FFF2-40B4-BE49-F238E27FC236}">
                      <a16:creationId xmlns:a16="http://schemas.microsoft.com/office/drawing/2014/main" id="{8ECFE78B-6598-2374-2C9A-EE1EE4BFC646}"/>
                    </a:ext>
                  </a:extLst>
                </p:cNvPr>
                <p:cNvSpPr/>
                <p:nvPr/>
              </p:nvSpPr>
              <p:spPr>
                <a:xfrm>
                  <a:off x="32491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500">
                      <a:solidFill>
                        <a:srgbClr val="1F4E79"/>
                      </a:solidFill>
                      <a:latin typeface="Century Gothic" panose="020B0502020202020204" pitchFamily="34" charset="0"/>
                    </a:rPr>
                    <a:t>Microsoft Entra Passwordless AuthN</a:t>
                  </a:r>
                </a:p>
              </p:txBody>
            </p:sp>
            <p:sp>
              <p:nvSpPr>
                <p:cNvPr id="1186" name="Right Triangle 1185">
                  <a:extLst>
                    <a:ext uri="{FF2B5EF4-FFF2-40B4-BE49-F238E27FC236}">
                      <a16:creationId xmlns:a16="http://schemas.microsoft.com/office/drawing/2014/main" id="{391B1C8D-8BA6-59F0-9338-A5ED521CAEDD}"/>
                    </a:ext>
                  </a:extLst>
                </p:cNvPr>
                <p:cNvSpPr/>
                <p:nvPr/>
              </p:nvSpPr>
              <p:spPr>
                <a:xfrm rot="10800000">
                  <a:off x="1056136"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87" name="Group 1186">
                  <a:extLst>
                    <a:ext uri="{FF2B5EF4-FFF2-40B4-BE49-F238E27FC236}">
                      <a16:creationId xmlns:a16="http://schemas.microsoft.com/office/drawing/2014/main" id="{60BE83B1-6123-A2FF-3F30-6E61DF5218AB}"/>
                    </a:ext>
                  </a:extLst>
                </p:cNvPr>
                <p:cNvGrpSpPr/>
                <p:nvPr/>
              </p:nvGrpSpPr>
              <p:grpSpPr>
                <a:xfrm>
                  <a:off x="1136463" y="4198579"/>
                  <a:ext cx="45719" cy="75385"/>
                  <a:chOff x="3883481" y="2057400"/>
                  <a:chExt cx="1608363" cy="2652031"/>
                </a:xfrm>
                <a:solidFill>
                  <a:srgbClr val="A6A6A6"/>
                </a:solidFill>
              </p:grpSpPr>
              <p:sp>
                <p:nvSpPr>
                  <p:cNvPr id="1188" name="Oval 27">
                    <a:extLst>
                      <a:ext uri="{FF2B5EF4-FFF2-40B4-BE49-F238E27FC236}">
                        <a16:creationId xmlns:a16="http://schemas.microsoft.com/office/drawing/2014/main" id="{4F4DC6D0-E043-C81C-EEBD-764BEE7EB0E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9" name="Oval 28">
                    <a:extLst>
                      <a:ext uri="{FF2B5EF4-FFF2-40B4-BE49-F238E27FC236}">
                        <a16:creationId xmlns:a16="http://schemas.microsoft.com/office/drawing/2014/main" id="{9BB5E1FE-F93E-3A1F-64B6-15C0996D7C0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06" name="Group 1205">
                <a:extLst>
                  <a:ext uri="{FF2B5EF4-FFF2-40B4-BE49-F238E27FC236}">
                    <a16:creationId xmlns:a16="http://schemas.microsoft.com/office/drawing/2014/main" id="{B4DD9931-B24B-26BC-BE4A-1A4DC4312863}"/>
                  </a:ext>
                </a:extLst>
              </p:cNvPr>
              <p:cNvGrpSpPr/>
              <p:nvPr/>
            </p:nvGrpSpPr>
            <p:grpSpPr>
              <a:xfrm>
                <a:off x="-10506196" y="1287479"/>
                <a:ext cx="659122" cy="557216"/>
                <a:chOff x="1315999" y="2560818"/>
                <a:chExt cx="871904" cy="748695"/>
              </a:xfrm>
            </p:grpSpPr>
            <p:sp>
              <p:nvSpPr>
                <p:cNvPr id="1207" name="Rectangle 1206">
                  <a:extLst>
                    <a:ext uri="{FF2B5EF4-FFF2-40B4-BE49-F238E27FC236}">
                      <a16:creationId xmlns:a16="http://schemas.microsoft.com/office/drawing/2014/main" id="{50594F9D-3914-B2C9-BD67-65550E7ABAE4}"/>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1208" name="Right Triangle 1207">
                  <a:extLst>
                    <a:ext uri="{FF2B5EF4-FFF2-40B4-BE49-F238E27FC236}">
                      <a16:creationId xmlns:a16="http://schemas.microsoft.com/office/drawing/2014/main" id="{78F47CC6-A906-0A64-28B5-5743423DA202}"/>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09" name="Group 1208">
                  <a:extLst>
                    <a:ext uri="{FF2B5EF4-FFF2-40B4-BE49-F238E27FC236}">
                      <a16:creationId xmlns:a16="http://schemas.microsoft.com/office/drawing/2014/main" id="{5ABB10D1-8AB5-D882-23C0-73A3022DE9E8}"/>
                    </a:ext>
                  </a:extLst>
                </p:cNvPr>
                <p:cNvGrpSpPr/>
                <p:nvPr/>
              </p:nvGrpSpPr>
              <p:grpSpPr>
                <a:xfrm>
                  <a:off x="2126717" y="2576032"/>
                  <a:ext cx="45719" cy="75385"/>
                  <a:chOff x="3883481" y="2057400"/>
                  <a:chExt cx="1608363" cy="2652031"/>
                </a:xfrm>
                <a:solidFill>
                  <a:srgbClr val="A6A6A6"/>
                </a:solidFill>
              </p:grpSpPr>
              <p:sp>
                <p:nvSpPr>
                  <p:cNvPr id="1210" name="Oval 27">
                    <a:extLst>
                      <a:ext uri="{FF2B5EF4-FFF2-40B4-BE49-F238E27FC236}">
                        <a16:creationId xmlns:a16="http://schemas.microsoft.com/office/drawing/2014/main" id="{889D1B68-B3B1-2896-B614-404D05DD636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1" name="Oval 28">
                    <a:extLst>
                      <a:ext uri="{FF2B5EF4-FFF2-40B4-BE49-F238E27FC236}">
                        <a16:creationId xmlns:a16="http://schemas.microsoft.com/office/drawing/2014/main" id="{32A18DC7-356D-D680-101F-6566A28AC54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81" name="Group 1280">
                <a:extLst>
                  <a:ext uri="{FF2B5EF4-FFF2-40B4-BE49-F238E27FC236}">
                    <a16:creationId xmlns:a16="http://schemas.microsoft.com/office/drawing/2014/main" id="{4747D057-5778-E88E-F281-C8F99AF81858}"/>
                  </a:ext>
                </a:extLst>
              </p:cNvPr>
              <p:cNvGrpSpPr/>
              <p:nvPr/>
            </p:nvGrpSpPr>
            <p:grpSpPr>
              <a:xfrm>
                <a:off x="-10506196" y="3921810"/>
                <a:ext cx="659750" cy="557216"/>
                <a:chOff x="324914" y="3371220"/>
                <a:chExt cx="872735" cy="748695"/>
              </a:xfrm>
            </p:grpSpPr>
            <p:sp>
              <p:nvSpPr>
                <p:cNvPr id="1282" name="Rectangle 1281">
                  <a:extLst>
                    <a:ext uri="{FF2B5EF4-FFF2-40B4-BE49-F238E27FC236}">
                      <a16:creationId xmlns:a16="http://schemas.microsoft.com/office/drawing/2014/main" id="{165FF410-76C0-8775-FCC8-8C69C9545A74}"/>
                    </a:ext>
                  </a:extLst>
                </p:cNvPr>
                <p:cNvSpPr/>
                <p:nvPr/>
              </p:nvSpPr>
              <p:spPr>
                <a:xfrm>
                  <a:off x="324914" y="3371220"/>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1283" name="Right Triangle 1282">
                  <a:extLst>
                    <a:ext uri="{FF2B5EF4-FFF2-40B4-BE49-F238E27FC236}">
                      <a16:creationId xmlns:a16="http://schemas.microsoft.com/office/drawing/2014/main" id="{C1A1D966-5BC5-CDBC-0B83-EAB386E62BFC}"/>
                    </a:ext>
                  </a:extLst>
                </p:cNvPr>
                <p:cNvSpPr/>
                <p:nvPr/>
              </p:nvSpPr>
              <p:spPr>
                <a:xfrm rot="10800000">
                  <a:off x="1056136"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84" name="Group 1283">
                  <a:extLst>
                    <a:ext uri="{FF2B5EF4-FFF2-40B4-BE49-F238E27FC236}">
                      <a16:creationId xmlns:a16="http://schemas.microsoft.com/office/drawing/2014/main" id="{170B6C17-FF6D-8584-E74C-BE0256B811A9}"/>
                    </a:ext>
                  </a:extLst>
                </p:cNvPr>
                <p:cNvGrpSpPr/>
                <p:nvPr/>
              </p:nvGrpSpPr>
              <p:grpSpPr>
                <a:xfrm>
                  <a:off x="1136463" y="3380672"/>
                  <a:ext cx="45719" cy="75385"/>
                  <a:chOff x="3883481" y="2057400"/>
                  <a:chExt cx="1608363" cy="2652031"/>
                </a:xfrm>
                <a:solidFill>
                  <a:srgbClr val="A6A6A6"/>
                </a:solidFill>
              </p:grpSpPr>
              <p:sp>
                <p:nvSpPr>
                  <p:cNvPr id="1285" name="Oval 27">
                    <a:extLst>
                      <a:ext uri="{FF2B5EF4-FFF2-40B4-BE49-F238E27FC236}">
                        <a16:creationId xmlns:a16="http://schemas.microsoft.com/office/drawing/2014/main" id="{469DD772-4251-5DAD-EF43-40D5DADDE4F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6" name="Oval 28">
                    <a:extLst>
                      <a:ext uri="{FF2B5EF4-FFF2-40B4-BE49-F238E27FC236}">
                        <a16:creationId xmlns:a16="http://schemas.microsoft.com/office/drawing/2014/main" id="{8B690291-0B49-2AD0-F97A-6DEA1BA3427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87" name="Group 1286">
                <a:extLst>
                  <a:ext uri="{FF2B5EF4-FFF2-40B4-BE49-F238E27FC236}">
                    <a16:creationId xmlns:a16="http://schemas.microsoft.com/office/drawing/2014/main" id="{72F48944-B083-EFFB-C72B-AAB6404332D3}"/>
                  </a:ext>
                </a:extLst>
              </p:cNvPr>
              <p:cNvGrpSpPr/>
              <p:nvPr/>
            </p:nvGrpSpPr>
            <p:grpSpPr>
              <a:xfrm>
                <a:off x="-10506196" y="3263381"/>
                <a:ext cx="661807" cy="557216"/>
                <a:chOff x="6271424" y="3370808"/>
                <a:chExt cx="875460" cy="748695"/>
              </a:xfrm>
            </p:grpSpPr>
            <p:sp>
              <p:nvSpPr>
                <p:cNvPr id="1288" name="Rectangle 1287">
                  <a:extLst>
                    <a:ext uri="{FF2B5EF4-FFF2-40B4-BE49-F238E27FC236}">
                      <a16:creationId xmlns:a16="http://schemas.microsoft.com/office/drawing/2014/main" id="{17E05960-A57D-BA04-47EF-0650D3E4FF79}"/>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289" name="Right Triangle 1288">
                  <a:extLst>
                    <a:ext uri="{FF2B5EF4-FFF2-40B4-BE49-F238E27FC236}">
                      <a16:creationId xmlns:a16="http://schemas.microsoft.com/office/drawing/2014/main" id="{C4A5048E-CDD5-B04D-B30A-6BF76FC366A8}"/>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90" name="Group 1289">
                  <a:extLst>
                    <a:ext uri="{FF2B5EF4-FFF2-40B4-BE49-F238E27FC236}">
                      <a16:creationId xmlns:a16="http://schemas.microsoft.com/office/drawing/2014/main" id="{CA174DC0-D807-EA2B-48E1-69C9B93631E0}"/>
                    </a:ext>
                  </a:extLst>
                </p:cNvPr>
                <p:cNvGrpSpPr/>
                <p:nvPr/>
              </p:nvGrpSpPr>
              <p:grpSpPr>
                <a:xfrm>
                  <a:off x="7085694" y="3381257"/>
                  <a:ext cx="45719" cy="75385"/>
                  <a:chOff x="3883481" y="2057400"/>
                  <a:chExt cx="1608363" cy="2652031"/>
                </a:xfrm>
                <a:solidFill>
                  <a:srgbClr val="A6A6A6"/>
                </a:solidFill>
              </p:grpSpPr>
              <p:sp>
                <p:nvSpPr>
                  <p:cNvPr id="1291" name="Oval 27">
                    <a:extLst>
                      <a:ext uri="{FF2B5EF4-FFF2-40B4-BE49-F238E27FC236}">
                        <a16:creationId xmlns:a16="http://schemas.microsoft.com/office/drawing/2014/main" id="{7CDC28CB-0666-6F79-61DB-77A56966607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2" name="Oval 28">
                    <a:extLst>
                      <a:ext uri="{FF2B5EF4-FFF2-40B4-BE49-F238E27FC236}">
                        <a16:creationId xmlns:a16="http://schemas.microsoft.com/office/drawing/2014/main" id="{373AF2E4-9FE3-5CB7-9DF8-59BC86ECBD2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9" name="Group 1298">
                <a:extLst>
                  <a:ext uri="{FF2B5EF4-FFF2-40B4-BE49-F238E27FC236}">
                    <a16:creationId xmlns:a16="http://schemas.microsoft.com/office/drawing/2014/main" id="{C78F1789-1310-0658-CCE0-043F7844A5A3}"/>
                  </a:ext>
                </a:extLst>
              </p:cNvPr>
              <p:cNvGrpSpPr/>
              <p:nvPr/>
            </p:nvGrpSpPr>
            <p:grpSpPr>
              <a:xfrm>
                <a:off x="-10506196" y="1945908"/>
                <a:ext cx="659122" cy="557216"/>
                <a:chOff x="1315999" y="2560818"/>
                <a:chExt cx="871904" cy="748695"/>
              </a:xfrm>
            </p:grpSpPr>
            <p:sp>
              <p:nvSpPr>
                <p:cNvPr id="1300" name="Rectangle 1299">
                  <a:extLst>
                    <a:ext uri="{FF2B5EF4-FFF2-40B4-BE49-F238E27FC236}">
                      <a16:creationId xmlns:a16="http://schemas.microsoft.com/office/drawing/2014/main" id="{B06E4453-CACC-A92E-FCB3-32E04FD481CF}"/>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1301" name="Right Triangle 1300">
                  <a:extLst>
                    <a:ext uri="{FF2B5EF4-FFF2-40B4-BE49-F238E27FC236}">
                      <a16:creationId xmlns:a16="http://schemas.microsoft.com/office/drawing/2014/main" id="{B85346E3-C290-6C5D-1E3B-366030E65D01}"/>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02" name="Group 1301">
                  <a:extLst>
                    <a:ext uri="{FF2B5EF4-FFF2-40B4-BE49-F238E27FC236}">
                      <a16:creationId xmlns:a16="http://schemas.microsoft.com/office/drawing/2014/main" id="{ABF3D33C-7FAB-FC9F-E00E-7414AC96174C}"/>
                    </a:ext>
                  </a:extLst>
                </p:cNvPr>
                <p:cNvGrpSpPr/>
                <p:nvPr/>
              </p:nvGrpSpPr>
              <p:grpSpPr>
                <a:xfrm>
                  <a:off x="2126717" y="2576032"/>
                  <a:ext cx="45719" cy="75385"/>
                  <a:chOff x="3883481" y="2057400"/>
                  <a:chExt cx="1608363" cy="2652031"/>
                </a:xfrm>
                <a:solidFill>
                  <a:srgbClr val="A6A6A6"/>
                </a:solidFill>
              </p:grpSpPr>
              <p:sp>
                <p:nvSpPr>
                  <p:cNvPr id="1303" name="Oval 27">
                    <a:extLst>
                      <a:ext uri="{FF2B5EF4-FFF2-40B4-BE49-F238E27FC236}">
                        <a16:creationId xmlns:a16="http://schemas.microsoft.com/office/drawing/2014/main" id="{696B1A91-0478-F14C-9A36-CC4870F85F4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4" name="Oval 28">
                    <a:extLst>
                      <a:ext uri="{FF2B5EF4-FFF2-40B4-BE49-F238E27FC236}">
                        <a16:creationId xmlns:a16="http://schemas.microsoft.com/office/drawing/2014/main" id="{FC27E225-2BC8-30FB-2E68-CF0111DD654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29" name="Group 1328">
                <a:extLst>
                  <a:ext uri="{FF2B5EF4-FFF2-40B4-BE49-F238E27FC236}">
                    <a16:creationId xmlns:a16="http://schemas.microsoft.com/office/drawing/2014/main" id="{59130605-832E-E69B-85AC-A87ADD73692C}"/>
                  </a:ext>
                </a:extLst>
              </p:cNvPr>
              <p:cNvGrpSpPr/>
              <p:nvPr/>
            </p:nvGrpSpPr>
            <p:grpSpPr>
              <a:xfrm>
                <a:off x="-10506196" y="4580239"/>
                <a:ext cx="661807" cy="557216"/>
                <a:chOff x="6271424" y="3370808"/>
                <a:chExt cx="875460" cy="748695"/>
              </a:xfrm>
            </p:grpSpPr>
            <p:sp>
              <p:nvSpPr>
                <p:cNvPr id="1330" name="Rectangle 1329">
                  <a:extLst>
                    <a:ext uri="{FF2B5EF4-FFF2-40B4-BE49-F238E27FC236}">
                      <a16:creationId xmlns:a16="http://schemas.microsoft.com/office/drawing/2014/main" id="{CBE44B53-700C-E1A4-88EA-60D394CF6B8C}"/>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r>
                    <a:rPr lang="en-GB" sz="500">
                      <a:solidFill>
                        <a:srgbClr val="1F4E79"/>
                      </a:solidFill>
                      <a:latin typeface="Century Gothic" panose="020B0502020202020204" pitchFamily="34" charset="0"/>
                    </a:rPr>
                    <a:t>: Target Resources</a:t>
                  </a:r>
                  <a:endPar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31" name="Right Triangle 1330">
                  <a:extLst>
                    <a:ext uri="{FF2B5EF4-FFF2-40B4-BE49-F238E27FC236}">
                      <a16:creationId xmlns:a16="http://schemas.microsoft.com/office/drawing/2014/main" id="{2B09DABD-CA54-E11E-461B-AAF46A3DFC23}"/>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32" name="Group 1331">
                  <a:extLst>
                    <a:ext uri="{FF2B5EF4-FFF2-40B4-BE49-F238E27FC236}">
                      <a16:creationId xmlns:a16="http://schemas.microsoft.com/office/drawing/2014/main" id="{01AB5887-8BC4-A6D7-0746-05C538D5964F}"/>
                    </a:ext>
                  </a:extLst>
                </p:cNvPr>
                <p:cNvGrpSpPr/>
                <p:nvPr/>
              </p:nvGrpSpPr>
              <p:grpSpPr>
                <a:xfrm>
                  <a:off x="7085694" y="3381257"/>
                  <a:ext cx="45719" cy="75385"/>
                  <a:chOff x="3883481" y="2057400"/>
                  <a:chExt cx="1608363" cy="2652031"/>
                </a:xfrm>
                <a:solidFill>
                  <a:srgbClr val="A6A6A6"/>
                </a:solidFill>
              </p:grpSpPr>
              <p:sp>
                <p:nvSpPr>
                  <p:cNvPr id="1333" name="Oval 27">
                    <a:extLst>
                      <a:ext uri="{FF2B5EF4-FFF2-40B4-BE49-F238E27FC236}">
                        <a16:creationId xmlns:a16="http://schemas.microsoft.com/office/drawing/2014/main" id="{63E523C7-56CF-A968-E308-2BF67FD122F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4" name="Oval 28">
                    <a:extLst>
                      <a:ext uri="{FF2B5EF4-FFF2-40B4-BE49-F238E27FC236}">
                        <a16:creationId xmlns:a16="http://schemas.microsoft.com/office/drawing/2014/main" id="{6084B2FE-95E0-A20B-DCCE-2BBEB0C3141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grpSp>
          <p:nvGrpSpPr>
            <p:cNvPr id="1466" name="Group 1465">
              <a:extLst>
                <a:ext uri="{FF2B5EF4-FFF2-40B4-BE49-F238E27FC236}">
                  <a16:creationId xmlns:a16="http://schemas.microsoft.com/office/drawing/2014/main" id="{877DF67F-0C3B-7DB4-2523-F88F7ED0E98B}"/>
                </a:ext>
              </a:extLst>
            </p:cNvPr>
            <p:cNvGrpSpPr/>
            <p:nvPr/>
          </p:nvGrpSpPr>
          <p:grpSpPr>
            <a:xfrm>
              <a:off x="-6701197" y="1287479"/>
              <a:ext cx="659122" cy="4508406"/>
              <a:chOff x="-6701197" y="1287479"/>
              <a:chExt cx="659122" cy="4508406"/>
            </a:xfrm>
          </p:grpSpPr>
          <p:grpSp>
            <p:nvGrpSpPr>
              <p:cNvPr id="1022" name="Group 1021">
                <a:extLst>
                  <a:ext uri="{FF2B5EF4-FFF2-40B4-BE49-F238E27FC236}">
                    <a16:creationId xmlns:a16="http://schemas.microsoft.com/office/drawing/2014/main" id="{65919147-B5A7-0EDE-44D4-A82AA890B757}"/>
                  </a:ext>
                </a:extLst>
              </p:cNvPr>
              <p:cNvGrpSpPr/>
              <p:nvPr/>
            </p:nvGrpSpPr>
            <p:grpSpPr>
              <a:xfrm>
                <a:off x="-6701197" y="3263075"/>
                <a:ext cx="659122" cy="557216"/>
                <a:chOff x="11226844" y="88412"/>
                <a:chExt cx="871904" cy="748695"/>
              </a:xfrm>
            </p:grpSpPr>
            <p:sp>
              <p:nvSpPr>
                <p:cNvPr id="1023" name="Rectangle 1022">
                  <a:hlinkHover r:id="" action="ppaction://noaction" highlightClick="1"/>
                  <a:extLst>
                    <a:ext uri="{FF2B5EF4-FFF2-40B4-BE49-F238E27FC236}">
                      <a16:creationId xmlns:a16="http://schemas.microsoft.com/office/drawing/2014/main" id="{944B498B-BBCE-8BC3-6553-C7EEE740D7C3}"/>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1024" name="Oval 1023">
                  <a:extLst>
                    <a:ext uri="{FF2B5EF4-FFF2-40B4-BE49-F238E27FC236}">
                      <a16:creationId xmlns:a16="http://schemas.microsoft.com/office/drawing/2014/main" id="{A0A495B3-7612-4756-A8D3-8623313B5F9B}"/>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5" name="Isosceles Triangle 648">
                  <a:extLst>
                    <a:ext uri="{FF2B5EF4-FFF2-40B4-BE49-F238E27FC236}">
                      <a16:creationId xmlns:a16="http://schemas.microsoft.com/office/drawing/2014/main" id="{ECB2A665-D9BC-2EE4-9BB5-D80F6577C6BA}"/>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34" name="Group 1033">
                <a:extLst>
                  <a:ext uri="{FF2B5EF4-FFF2-40B4-BE49-F238E27FC236}">
                    <a16:creationId xmlns:a16="http://schemas.microsoft.com/office/drawing/2014/main" id="{7537B62C-C401-7796-C1EF-F7622AF64564}"/>
                  </a:ext>
                </a:extLst>
              </p:cNvPr>
              <p:cNvGrpSpPr/>
              <p:nvPr/>
            </p:nvGrpSpPr>
            <p:grpSpPr>
              <a:xfrm>
                <a:off x="-6701197" y="1946011"/>
                <a:ext cx="659122" cy="557216"/>
                <a:chOff x="11226844" y="5012622"/>
                <a:chExt cx="871904" cy="748695"/>
              </a:xfrm>
            </p:grpSpPr>
            <p:sp>
              <p:nvSpPr>
                <p:cNvPr id="1035" name="Rectangle 1034">
                  <a:hlinkHover r:id="" action="ppaction://noaction" highlightClick="1"/>
                  <a:extLst>
                    <a:ext uri="{FF2B5EF4-FFF2-40B4-BE49-F238E27FC236}">
                      <a16:creationId xmlns:a16="http://schemas.microsoft.com/office/drawing/2014/main" id="{E209035A-C29D-E0B6-B878-CE7234A8EFCC}"/>
                    </a:ext>
                  </a:extLst>
                </p:cNvPr>
                <p:cNvSpPr/>
                <p:nvPr/>
              </p:nvSpPr>
              <p:spPr>
                <a:xfrm>
                  <a:off x="1122684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1036" name="Oval 1035">
                  <a:extLst>
                    <a:ext uri="{FF2B5EF4-FFF2-40B4-BE49-F238E27FC236}">
                      <a16:creationId xmlns:a16="http://schemas.microsoft.com/office/drawing/2014/main" id="{98FAC102-57E8-3CAA-F749-3BEF05494247}"/>
                    </a:ext>
                  </a:extLst>
                </p:cNvPr>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7" name="Isosceles Triangle 648">
                  <a:extLst>
                    <a:ext uri="{FF2B5EF4-FFF2-40B4-BE49-F238E27FC236}">
                      <a16:creationId xmlns:a16="http://schemas.microsoft.com/office/drawing/2014/main" id="{55E818C8-F773-C6EE-D72A-9F747536DB00}"/>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54" name="Group 1053">
                <a:extLst>
                  <a:ext uri="{FF2B5EF4-FFF2-40B4-BE49-F238E27FC236}">
                    <a16:creationId xmlns:a16="http://schemas.microsoft.com/office/drawing/2014/main" id="{E4645BE9-1006-6CFB-10FF-1DDA64049053}"/>
                  </a:ext>
                </a:extLst>
              </p:cNvPr>
              <p:cNvGrpSpPr/>
              <p:nvPr/>
            </p:nvGrpSpPr>
            <p:grpSpPr>
              <a:xfrm>
                <a:off x="-6701197" y="2604543"/>
                <a:ext cx="659122" cy="557216"/>
                <a:chOff x="10235764" y="4191922"/>
                <a:chExt cx="871904" cy="748695"/>
              </a:xfrm>
            </p:grpSpPr>
            <p:sp>
              <p:nvSpPr>
                <p:cNvPr id="1055" name="Rectangle 1054">
                  <a:hlinkHover r:id="" action="ppaction://noaction" highlightClick="1"/>
                  <a:extLst>
                    <a:ext uri="{FF2B5EF4-FFF2-40B4-BE49-F238E27FC236}">
                      <a16:creationId xmlns:a16="http://schemas.microsoft.com/office/drawing/2014/main" id="{B93268F4-3FFE-D74C-D00C-D787BC488E12}"/>
                    </a:ext>
                  </a:extLst>
                </p:cNvPr>
                <p:cNvSpPr/>
                <p:nvPr/>
              </p:nvSpPr>
              <p:spPr>
                <a:xfrm>
                  <a:off x="1023576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1056" name="Oval 1055">
                  <a:extLst>
                    <a:ext uri="{FF2B5EF4-FFF2-40B4-BE49-F238E27FC236}">
                      <a16:creationId xmlns:a16="http://schemas.microsoft.com/office/drawing/2014/main" id="{35DD858C-84E3-311D-098B-B1EE6BB0BD2B}"/>
                    </a:ext>
                  </a:extLst>
                </p:cNvPr>
                <p:cNvSpPr/>
                <p:nvPr/>
              </p:nvSpPr>
              <p:spPr>
                <a:xfrm>
                  <a:off x="10933601"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7" name="Isosceles Triangle 648">
                  <a:extLst>
                    <a:ext uri="{FF2B5EF4-FFF2-40B4-BE49-F238E27FC236}">
                      <a16:creationId xmlns:a16="http://schemas.microsoft.com/office/drawing/2014/main" id="{21F1FE31-7512-63BD-11C7-D3AB661EDEDC}"/>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58" name="Group 1057">
                <a:extLst>
                  <a:ext uri="{FF2B5EF4-FFF2-40B4-BE49-F238E27FC236}">
                    <a16:creationId xmlns:a16="http://schemas.microsoft.com/office/drawing/2014/main" id="{6DFDFBD7-05C6-D7D3-F54F-EBDAAEE3BB35}"/>
                  </a:ext>
                </a:extLst>
              </p:cNvPr>
              <p:cNvGrpSpPr/>
              <p:nvPr/>
            </p:nvGrpSpPr>
            <p:grpSpPr>
              <a:xfrm>
                <a:off x="-6701197" y="1287479"/>
                <a:ext cx="659122" cy="557216"/>
                <a:chOff x="11226844" y="4191922"/>
                <a:chExt cx="871904" cy="748695"/>
              </a:xfrm>
            </p:grpSpPr>
            <p:sp>
              <p:nvSpPr>
                <p:cNvPr id="1059" name="Rectangle 1058">
                  <a:hlinkHover r:id="" action="ppaction://noaction" highlightClick="1"/>
                  <a:extLst>
                    <a:ext uri="{FF2B5EF4-FFF2-40B4-BE49-F238E27FC236}">
                      <a16:creationId xmlns:a16="http://schemas.microsoft.com/office/drawing/2014/main" id="{8FB26458-F4FF-B56E-C928-F8CF2864BFAB}"/>
                    </a:ext>
                  </a:extLst>
                </p:cNvPr>
                <p:cNvSpPr/>
                <p:nvPr/>
              </p:nvSpPr>
              <p:spPr>
                <a:xfrm>
                  <a:off x="1122684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1060" name="Oval 1059">
                  <a:extLst>
                    <a:ext uri="{FF2B5EF4-FFF2-40B4-BE49-F238E27FC236}">
                      <a16:creationId xmlns:a16="http://schemas.microsoft.com/office/drawing/2014/main" id="{D9BC3728-DB96-01A9-D155-9295E4A20082}"/>
                    </a:ext>
                  </a:extLst>
                </p:cNvPr>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1" name="Isosceles Triangle 648">
                  <a:extLst>
                    <a:ext uri="{FF2B5EF4-FFF2-40B4-BE49-F238E27FC236}">
                      <a16:creationId xmlns:a16="http://schemas.microsoft.com/office/drawing/2014/main" id="{ED10E0AA-FBE9-8536-5158-BF924A6A01F5}"/>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32" name="Group 1131">
                <a:extLst>
                  <a:ext uri="{FF2B5EF4-FFF2-40B4-BE49-F238E27FC236}">
                    <a16:creationId xmlns:a16="http://schemas.microsoft.com/office/drawing/2014/main" id="{505D69BB-793F-DA2B-51C4-246053E536D7}"/>
                  </a:ext>
                </a:extLst>
              </p:cNvPr>
              <p:cNvGrpSpPr/>
              <p:nvPr/>
            </p:nvGrpSpPr>
            <p:grpSpPr>
              <a:xfrm>
                <a:off x="-6701197" y="3921607"/>
                <a:ext cx="659122" cy="557216"/>
                <a:chOff x="10235764" y="1729816"/>
                <a:chExt cx="871904" cy="748695"/>
              </a:xfrm>
            </p:grpSpPr>
            <p:sp>
              <p:nvSpPr>
                <p:cNvPr id="1133" name="Rectangle 1132">
                  <a:hlinkHover r:id="" action="ppaction://noaction" highlightClick="1"/>
                  <a:extLst>
                    <a:ext uri="{FF2B5EF4-FFF2-40B4-BE49-F238E27FC236}">
                      <a16:creationId xmlns:a16="http://schemas.microsoft.com/office/drawing/2014/main" id="{0BCF171B-9B26-6BB1-DE48-DE603B5238EB}"/>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1134" name="Oval 1133">
                  <a:extLst>
                    <a:ext uri="{FF2B5EF4-FFF2-40B4-BE49-F238E27FC236}">
                      <a16:creationId xmlns:a16="http://schemas.microsoft.com/office/drawing/2014/main" id="{CA607BB0-DECE-BE72-0B51-64F08BD5376C}"/>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5" name="Isosceles Triangle 648">
                  <a:extLst>
                    <a:ext uri="{FF2B5EF4-FFF2-40B4-BE49-F238E27FC236}">
                      <a16:creationId xmlns:a16="http://schemas.microsoft.com/office/drawing/2014/main" id="{1AC27D42-60EA-60BF-C9E0-025C841B145E}"/>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89" name="Group 1388">
                <a:extLst>
                  <a:ext uri="{FF2B5EF4-FFF2-40B4-BE49-F238E27FC236}">
                    <a16:creationId xmlns:a16="http://schemas.microsoft.com/office/drawing/2014/main" id="{465E8929-34F6-110C-CB51-9545DD88D8E7}"/>
                  </a:ext>
                </a:extLst>
              </p:cNvPr>
              <p:cNvGrpSpPr/>
              <p:nvPr/>
            </p:nvGrpSpPr>
            <p:grpSpPr>
              <a:xfrm>
                <a:off x="-6701197" y="4580139"/>
                <a:ext cx="659122" cy="557216"/>
                <a:chOff x="7262509" y="5012622"/>
                <a:chExt cx="871904" cy="748695"/>
              </a:xfrm>
            </p:grpSpPr>
            <p:sp>
              <p:nvSpPr>
                <p:cNvPr id="1390" name="Rectangle 1389">
                  <a:hlinkHover r:id="" action="ppaction://noaction" highlightClick="1"/>
                  <a:extLst>
                    <a:ext uri="{FF2B5EF4-FFF2-40B4-BE49-F238E27FC236}">
                      <a16:creationId xmlns:a16="http://schemas.microsoft.com/office/drawing/2014/main" id="{263D4C82-E782-358F-15DA-E98A9B2E5CB4}"/>
                    </a:ext>
                  </a:extLst>
                </p:cNvPr>
                <p:cNvSpPr/>
                <p:nvPr/>
              </p:nvSpPr>
              <p:spPr>
                <a:xfrm>
                  <a:off x="726250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1391" name="Oval 1390">
                  <a:extLst>
                    <a:ext uri="{FF2B5EF4-FFF2-40B4-BE49-F238E27FC236}">
                      <a16:creationId xmlns:a16="http://schemas.microsoft.com/office/drawing/2014/main" id="{66BDAF86-50F8-9A70-82E1-4F15AFF41707}"/>
                    </a:ext>
                  </a:extLst>
                </p:cNvPr>
                <p:cNvSpPr/>
                <p:nvPr/>
              </p:nvSpPr>
              <p:spPr>
                <a:xfrm>
                  <a:off x="79612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2" name="Isosceles Triangle 648">
                  <a:extLst>
                    <a:ext uri="{FF2B5EF4-FFF2-40B4-BE49-F238E27FC236}">
                      <a16:creationId xmlns:a16="http://schemas.microsoft.com/office/drawing/2014/main" id="{AFC201AD-3ED9-EB72-3C6D-6FF846AEF8BB}"/>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11" name="Group 1410">
                <a:extLst>
                  <a:ext uri="{FF2B5EF4-FFF2-40B4-BE49-F238E27FC236}">
                    <a16:creationId xmlns:a16="http://schemas.microsoft.com/office/drawing/2014/main" id="{3D2A61FB-72E8-5639-0497-166D309725E9}"/>
                  </a:ext>
                </a:extLst>
              </p:cNvPr>
              <p:cNvGrpSpPr/>
              <p:nvPr/>
            </p:nvGrpSpPr>
            <p:grpSpPr>
              <a:xfrm>
                <a:off x="-6701197" y="5238669"/>
                <a:ext cx="659122" cy="557216"/>
                <a:chOff x="8253594" y="4191922"/>
                <a:chExt cx="871904" cy="748695"/>
              </a:xfrm>
            </p:grpSpPr>
            <p:sp>
              <p:nvSpPr>
                <p:cNvPr id="1412" name="Rectangle 1411">
                  <a:hlinkHover r:id="" action="ppaction://noaction" highlightClick="1"/>
                  <a:extLst>
                    <a:ext uri="{FF2B5EF4-FFF2-40B4-BE49-F238E27FC236}">
                      <a16:creationId xmlns:a16="http://schemas.microsoft.com/office/drawing/2014/main" id="{4C3B81AC-6051-F95E-B345-E1ED6E04497B}"/>
                    </a:ext>
                  </a:extLst>
                </p:cNvPr>
                <p:cNvSpPr/>
                <p:nvPr/>
              </p:nvSpPr>
              <p:spPr>
                <a:xfrm>
                  <a:off x="825359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1413" name="Oval 1412">
                  <a:extLst>
                    <a:ext uri="{FF2B5EF4-FFF2-40B4-BE49-F238E27FC236}">
                      <a16:creationId xmlns:a16="http://schemas.microsoft.com/office/drawing/2014/main" id="{6C1806A7-A918-7707-BDD4-82A551122BC1}"/>
                    </a:ext>
                  </a:extLst>
                </p:cNvPr>
                <p:cNvSpPr/>
                <p:nvPr/>
              </p:nvSpPr>
              <p:spPr>
                <a:xfrm>
                  <a:off x="895339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4" name="Isosceles Triangle 648">
                  <a:extLst>
                    <a:ext uri="{FF2B5EF4-FFF2-40B4-BE49-F238E27FC236}">
                      <a16:creationId xmlns:a16="http://schemas.microsoft.com/office/drawing/2014/main" id="{7B2250C1-5FE7-EB79-1235-CC982795F645}"/>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65" name="Group 1464">
              <a:extLst>
                <a:ext uri="{FF2B5EF4-FFF2-40B4-BE49-F238E27FC236}">
                  <a16:creationId xmlns:a16="http://schemas.microsoft.com/office/drawing/2014/main" id="{706DC044-130E-16D5-B79C-0C81AC8CAE55}"/>
                </a:ext>
              </a:extLst>
            </p:cNvPr>
            <p:cNvGrpSpPr/>
            <p:nvPr/>
          </p:nvGrpSpPr>
          <p:grpSpPr>
            <a:xfrm>
              <a:off x="-5940890" y="1287479"/>
              <a:ext cx="659122" cy="4508406"/>
              <a:chOff x="-5940890" y="1287479"/>
              <a:chExt cx="659122" cy="4508406"/>
            </a:xfrm>
          </p:grpSpPr>
          <p:grpSp>
            <p:nvGrpSpPr>
              <p:cNvPr id="1397" name="Group 1396">
                <a:extLst>
                  <a:ext uri="{FF2B5EF4-FFF2-40B4-BE49-F238E27FC236}">
                    <a16:creationId xmlns:a16="http://schemas.microsoft.com/office/drawing/2014/main" id="{E298C263-A057-D739-AD12-8F245CB1C510}"/>
                  </a:ext>
                </a:extLst>
              </p:cNvPr>
              <p:cNvGrpSpPr/>
              <p:nvPr/>
            </p:nvGrpSpPr>
            <p:grpSpPr>
              <a:xfrm>
                <a:off x="-5940890" y="5238669"/>
                <a:ext cx="659122" cy="557216"/>
                <a:chOff x="5280339" y="5012622"/>
                <a:chExt cx="871904" cy="748695"/>
              </a:xfrm>
            </p:grpSpPr>
            <p:sp>
              <p:nvSpPr>
                <p:cNvPr id="1398" name="Rectangle 1397">
                  <a:hlinkHover r:id="" action="ppaction://noaction" highlightClick="1"/>
                  <a:extLst>
                    <a:ext uri="{FF2B5EF4-FFF2-40B4-BE49-F238E27FC236}">
                      <a16:creationId xmlns:a16="http://schemas.microsoft.com/office/drawing/2014/main" id="{37F4B938-C42C-9F08-750A-7D8EE3CA55FA}"/>
                    </a:ext>
                  </a:extLst>
                </p:cNvPr>
                <p:cNvSpPr/>
                <p:nvPr/>
              </p:nvSpPr>
              <p:spPr>
                <a:xfrm>
                  <a:off x="528033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1399" name="Oval 1398">
                  <a:extLst>
                    <a:ext uri="{FF2B5EF4-FFF2-40B4-BE49-F238E27FC236}">
                      <a16:creationId xmlns:a16="http://schemas.microsoft.com/office/drawing/2014/main" id="{5D3E9397-C61D-6DCB-C2BC-7109129CA5F8}"/>
                    </a:ext>
                  </a:extLst>
                </p:cNvPr>
                <p:cNvSpPr/>
                <p:nvPr/>
              </p:nvSpPr>
              <p:spPr>
                <a:xfrm>
                  <a:off x="597784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0" name="Isosceles Triangle 648">
                  <a:extLst>
                    <a:ext uri="{FF2B5EF4-FFF2-40B4-BE49-F238E27FC236}">
                      <a16:creationId xmlns:a16="http://schemas.microsoft.com/office/drawing/2014/main" id="{76540541-CF99-A941-E1EF-0AA32B1C63C5}"/>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25" name="Group 924">
                <a:extLst>
                  <a:ext uri="{FF2B5EF4-FFF2-40B4-BE49-F238E27FC236}">
                    <a16:creationId xmlns:a16="http://schemas.microsoft.com/office/drawing/2014/main" id="{DE311867-C896-FE80-4B32-AB2823FA54BF}"/>
                  </a:ext>
                </a:extLst>
              </p:cNvPr>
              <p:cNvGrpSpPr/>
              <p:nvPr/>
            </p:nvGrpSpPr>
            <p:grpSpPr>
              <a:xfrm>
                <a:off x="-5940890" y="3263075"/>
                <a:ext cx="659122" cy="557216"/>
                <a:chOff x="9258526" y="5012622"/>
                <a:chExt cx="871904" cy="748695"/>
              </a:xfrm>
            </p:grpSpPr>
            <p:sp>
              <p:nvSpPr>
                <p:cNvPr id="926" name="Rectangle 925">
                  <a:hlinkHover r:id="" action="ppaction://noaction" highlightClick="1"/>
                  <a:extLst>
                    <a:ext uri="{FF2B5EF4-FFF2-40B4-BE49-F238E27FC236}">
                      <a16:creationId xmlns:a16="http://schemas.microsoft.com/office/drawing/2014/main" id="{0A61CDCF-8042-F01F-F469-68E51DF70A74}"/>
                    </a:ext>
                  </a:extLst>
                </p:cNvPr>
                <p:cNvSpPr/>
                <p:nvPr/>
              </p:nvSpPr>
              <p:spPr>
                <a:xfrm>
                  <a:off x="9258526"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927" name="Oval 926">
                  <a:extLst>
                    <a:ext uri="{FF2B5EF4-FFF2-40B4-BE49-F238E27FC236}">
                      <a16:creationId xmlns:a16="http://schemas.microsoft.com/office/drawing/2014/main" id="{7FACB56A-0F50-6ED0-F6D3-70679006B502}"/>
                    </a:ext>
                  </a:extLst>
                </p:cNvPr>
                <p:cNvSpPr/>
                <p:nvPr/>
              </p:nvSpPr>
              <p:spPr>
                <a:xfrm>
                  <a:off x="995270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8" name="Isosceles Triangle 648">
                  <a:extLst>
                    <a:ext uri="{FF2B5EF4-FFF2-40B4-BE49-F238E27FC236}">
                      <a16:creationId xmlns:a16="http://schemas.microsoft.com/office/drawing/2014/main" id="{75C2F286-7AA2-8073-0FC7-BA4817A23E2D}"/>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38" name="Group 1037">
                <a:extLst>
                  <a:ext uri="{FF2B5EF4-FFF2-40B4-BE49-F238E27FC236}">
                    <a16:creationId xmlns:a16="http://schemas.microsoft.com/office/drawing/2014/main" id="{F2C278C2-5B88-8E33-4161-F7E09DD554FE}"/>
                  </a:ext>
                </a:extLst>
              </p:cNvPr>
              <p:cNvGrpSpPr/>
              <p:nvPr/>
            </p:nvGrpSpPr>
            <p:grpSpPr>
              <a:xfrm>
                <a:off x="-5940890" y="1946011"/>
                <a:ext cx="659122" cy="557216"/>
                <a:chOff x="11226844" y="88412"/>
                <a:chExt cx="871904" cy="748695"/>
              </a:xfrm>
            </p:grpSpPr>
            <p:sp>
              <p:nvSpPr>
                <p:cNvPr id="1039" name="Rectangle 1038">
                  <a:hlinkHover r:id="" action="ppaction://noaction" highlightClick="1"/>
                  <a:extLst>
                    <a:ext uri="{FF2B5EF4-FFF2-40B4-BE49-F238E27FC236}">
                      <a16:creationId xmlns:a16="http://schemas.microsoft.com/office/drawing/2014/main" id="{AF856355-072D-3775-41F5-EAB43238EAD1}"/>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1040" name="Oval 1039">
                  <a:extLst>
                    <a:ext uri="{FF2B5EF4-FFF2-40B4-BE49-F238E27FC236}">
                      <a16:creationId xmlns:a16="http://schemas.microsoft.com/office/drawing/2014/main" id="{9268559B-E3AF-4E5A-A430-13497CE0D098}"/>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1" name="Isosceles Triangle 648">
                  <a:extLst>
                    <a:ext uri="{FF2B5EF4-FFF2-40B4-BE49-F238E27FC236}">
                      <a16:creationId xmlns:a16="http://schemas.microsoft.com/office/drawing/2014/main" id="{F8E01B74-60D6-D34D-63A0-1E12C1CF2F13}"/>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50" name="Group 1049">
                <a:extLst>
                  <a:ext uri="{FF2B5EF4-FFF2-40B4-BE49-F238E27FC236}">
                    <a16:creationId xmlns:a16="http://schemas.microsoft.com/office/drawing/2014/main" id="{3277F269-C50A-605E-1890-88DA824BE884}"/>
                  </a:ext>
                </a:extLst>
              </p:cNvPr>
              <p:cNvGrpSpPr/>
              <p:nvPr/>
            </p:nvGrpSpPr>
            <p:grpSpPr>
              <a:xfrm>
                <a:off x="-5940890" y="2604543"/>
                <a:ext cx="659122" cy="557216"/>
                <a:chOff x="11226844" y="88412"/>
                <a:chExt cx="871904" cy="748695"/>
              </a:xfrm>
            </p:grpSpPr>
            <p:sp>
              <p:nvSpPr>
                <p:cNvPr id="1051" name="Rectangle 1050">
                  <a:hlinkHover r:id="" action="ppaction://noaction" highlightClick="1"/>
                  <a:extLst>
                    <a:ext uri="{FF2B5EF4-FFF2-40B4-BE49-F238E27FC236}">
                      <a16:creationId xmlns:a16="http://schemas.microsoft.com/office/drawing/2014/main" id="{AA9A062F-1FF8-1FB1-109C-6C68E28DFB93}"/>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1052" name="Oval 1051">
                  <a:extLst>
                    <a:ext uri="{FF2B5EF4-FFF2-40B4-BE49-F238E27FC236}">
                      <a16:creationId xmlns:a16="http://schemas.microsoft.com/office/drawing/2014/main" id="{D85ADE90-D57C-0AFF-5805-6D9D7FF9F095}"/>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3" name="Isosceles Triangle 648">
                  <a:extLst>
                    <a:ext uri="{FF2B5EF4-FFF2-40B4-BE49-F238E27FC236}">
                      <a16:creationId xmlns:a16="http://schemas.microsoft.com/office/drawing/2014/main" id="{0962C395-5C93-7E3B-6F70-77A3AC6BE0FA}"/>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62" name="Group 1061">
                <a:extLst>
                  <a:ext uri="{FF2B5EF4-FFF2-40B4-BE49-F238E27FC236}">
                    <a16:creationId xmlns:a16="http://schemas.microsoft.com/office/drawing/2014/main" id="{002784C0-9DEE-FD88-D059-A287CF254FAD}"/>
                  </a:ext>
                </a:extLst>
              </p:cNvPr>
              <p:cNvGrpSpPr/>
              <p:nvPr/>
            </p:nvGrpSpPr>
            <p:grpSpPr>
              <a:xfrm>
                <a:off x="-5940890" y="1287479"/>
                <a:ext cx="659122" cy="557216"/>
                <a:chOff x="11226844" y="88412"/>
                <a:chExt cx="871904" cy="748695"/>
              </a:xfrm>
            </p:grpSpPr>
            <p:sp>
              <p:nvSpPr>
                <p:cNvPr id="1063" name="Rectangle 1062">
                  <a:hlinkHover r:id="" action="ppaction://noaction" highlightClick="1"/>
                  <a:extLst>
                    <a:ext uri="{FF2B5EF4-FFF2-40B4-BE49-F238E27FC236}">
                      <a16:creationId xmlns:a16="http://schemas.microsoft.com/office/drawing/2014/main" id="{B5D7662F-0D2F-236A-CE0D-E723190CCD6E}"/>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1064" name="Oval 1063">
                  <a:extLst>
                    <a:ext uri="{FF2B5EF4-FFF2-40B4-BE49-F238E27FC236}">
                      <a16:creationId xmlns:a16="http://schemas.microsoft.com/office/drawing/2014/main" id="{E5FC290D-C81F-8C4C-E343-9E5B646F3D8B}"/>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5" name="Isosceles Triangle 648">
                  <a:extLst>
                    <a:ext uri="{FF2B5EF4-FFF2-40B4-BE49-F238E27FC236}">
                      <a16:creationId xmlns:a16="http://schemas.microsoft.com/office/drawing/2014/main" id="{634FFA88-8446-06AF-FA46-130AD492B328}"/>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81" name="Group 1380">
                <a:extLst>
                  <a:ext uri="{FF2B5EF4-FFF2-40B4-BE49-F238E27FC236}">
                    <a16:creationId xmlns:a16="http://schemas.microsoft.com/office/drawing/2014/main" id="{FAE54780-7E37-D373-1057-F5901548B590}"/>
                  </a:ext>
                </a:extLst>
              </p:cNvPr>
              <p:cNvGrpSpPr/>
              <p:nvPr/>
            </p:nvGrpSpPr>
            <p:grpSpPr>
              <a:xfrm>
                <a:off x="-5940890" y="4580139"/>
                <a:ext cx="659122" cy="557216"/>
                <a:chOff x="5280339" y="4191922"/>
                <a:chExt cx="871904" cy="748695"/>
              </a:xfrm>
            </p:grpSpPr>
            <p:sp>
              <p:nvSpPr>
                <p:cNvPr id="1382" name="Rectangle 1381">
                  <a:hlinkHover r:id="" action="ppaction://noaction" highlightClick="1"/>
                  <a:extLst>
                    <a:ext uri="{FF2B5EF4-FFF2-40B4-BE49-F238E27FC236}">
                      <a16:creationId xmlns:a16="http://schemas.microsoft.com/office/drawing/2014/main" id="{F738E5CC-46D7-60F1-8673-C280EC2C1037}"/>
                    </a:ext>
                  </a:extLst>
                </p:cNvPr>
                <p:cNvSpPr/>
                <p:nvPr/>
              </p:nvSpPr>
              <p:spPr>
                <a:xfrm>
                  <a:off x="528033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1383" name="Oval 1382">
                  <a:extLst>
                    <a:ext uri="{FF2B5EF4-FFF2-40B4-BE49-F238E27FC236}">
                      <a16:creationId xmlns:a16="http://schemas.microsoft.com/office/drawing/2014/main" id="{38D652BE-15A0-7757-D57B-73B8DC09DC0A}"/>
                    </a:ext>
                  </a:extLst>
                </p:cNvPr>
                <p:cNvSpPr/>
                <p:nvPr/>
              </p:nvSpPr>
              <p:spPr>
                <a:xfrm>
                  <a:off x="597784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4" name="Isosceles Triangle 648">
                  <a:extLst>
                    <a:ext uri="{FF2B5EF4-FFF2-40B4-BE49-F238E27FC236}">
                      <a16:creationId xmlns:a16="http://schemas.microsoft.com/office/drawing/2014/main" id="{6F4BA7EE-2373-F2A6-BF52-7C5EA42019D8}"/>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15" name="Group 1414">
                <a:extLst>
                  <a:ext uri="{FF2B5EF4-FFF2-40B4-BE49-F238E27FC236}">
                    <a16:creationId xmlns:a16="http://schemas.microsoft.com/office/drawing/2014/main" id="{49CCB25B-E571-4D11-5611-E518B88609DF}"/>
                  </a:ext>
                </a:extLst>
              </p:cNvPr>
              <p:cNvGrpSpPr/>
              <p:nvPr/>
            </p:nvGrpSpPr>
            <p:grpSpPr>
              <a:xfrm>
                <a:off x="-5940890" y="3921607"/>
                <a:ext cx="659122" cy="557216"/>
                <a:chOff x="7262509" y="4191922"/>
                <a:chExt cx="871904" cy="748695"/>
              </a:xfrm>
            </p:grpSpPr>
            <p:sp>
              <p:nvSpPr>
                <p:cNvPr id="1416" name="Rectangle 1415">
                  <a:hlinkHover r:id="" action="ppaction://noaction" highlightClick="1"/>
                  <a:extLst>
                    <a:ext uri="{FF2B5EF4-FFF2-40B4-BE49-F238E27FC236}">
                      <a16:creationId xmlns:a16="http://schemas.microsoft.com/office/drawing/2014/main" id="{0A4F38B8-F8B8-4CF0-0FFC-D20C945BA919}"/>
                    </a:ext>
                  </a:extLst>
                </p:cNvPr>
                <p:cNvSpPr/>
                <p:nvPr/>
              </p:nvSpPr>
              <p:spPr>
                <a:xfrm>
                  <a:off x="726250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1417" name="Oval 1416">
                  <a:extLst>
                    <a:ext uri="{FF2B5EF4-FFF2-40B4-BE49-F238E27FC236}">
                      <a16:creationId xmlns:a16="http://schemas.microsoft.com/office/drawing/2014/main" id="{23E5857F-86D1-6497-320F-EF89AA68AD59}"/>
                    </a:ext>
                  </a:extLst>
                </p:cNvPr>
                <p:cNvSpPr/>
                <p:nvPr/>
              </p:nvSpPr>
              <p:spPr>
                <a:xfrm>
                  <a:off x="796122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8" name="Isosceles Triangle 648">
                  <a:extLst>
                    <a:ext uri="{FF2B5EF4-FFF2-40B4-BE49-F238E27FC236}">
                      <a16:creationId xmlns:a16="http://schemas.microsoft.com/office/drawing/2014/main" id="{88C05F26-779A-4989-C506-CFA8E38E1E1C}"/>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64" name="Group 1463">
              <a:extLst>
                <a:ext uri="{FF2B5EF4-FFF2-40B4-BE49-F238E27FC236}">
                  <a16:creationId xmlns:a16="http://schemas.microsoft.com/office/drawing/2014/main" id="{F5D4DB88-682D-B7E7-12B0-2822D20F5E01}"/>
                </a:ext>
              </a:extLst>
            </p:cNvPr>
            <p:cNvGrpSpPr/>
            <p:nvPr/>
          </p:nvGrpSpPr>
          <p:grpSpPr>
            <a:xfrm>
              <a:off x="-5180583" y="1287479"/>
              <a:ext cx="659122" cy="4508406"/>
              <a:chOff x="-5180583" y="1287479"/>
              <a:chExt cx="659122" cy="4508406"/>
            </a:xfrm>
          </p:grpSpPr>
          <p:grpSp>
            <p:nvGrpSpPr>
              <p:cNvPr id="982" name="Group 981">
                <a:extLst>
                  <a:ext uri="{FF2B5EF4-FFF2-40B4-BE49-F238E27FC236}">
                    <a16:creationId xmlns:a16="http://schemas.microsoft.com/office/drawing/2014/main" id="{B4896AA2-A52D-BC45-E86B-1B2E2B3E49F9}"/>
                  </a:ext>
                </a:extLst>
              </p:cNvPr>
              <p:cNvGrpSpPr/>
              <p:nvPr/>
            </p:nvGrpSpPr>
            <p:grpSpPr>
              <a:xfrm>
                <a:off x="-5180583" y="3921607"/>
                <a:ext cx="659122" cy="557216"/>
                <a:chOff x="10243575" y="88412"/>
                <a:chExt cx="871904" cy="748695"/>
              </a:xfrm>
            </p:grpSpPr>
            <p:sp>
              <p:nvSpPr>
                <p:cNvPr id="983" name="Rectangle 982">
                  <a:hlinkHover r:id="" action="ppaction://noaction" highlightClick="1"/>
                  <a:extLst>
                    <a:ext uri="{FF2B5EF4-FFF2-40B4-BE49-F238E27FC236}">
                      <a16:creationId xmlns:a16="http://schemas.microsoft.com/office/drawing/2014/main" id="{59E71A28-0760-B6DA-0CF7-4C9EB6C93BF4}"/>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sp>
              <p:nvSpPr>
                <p:cNvPr id="984" name="Diamond 983">
                  <a:extLst>
                    <a:ext uri="{FF2B5EF4-FFF2-40B4-BE49-F238E27FC236}">
                      <a16:creationId xmlns:a16="http://schemas.microsoft.com/office/drawing/2014/main" id="{C9CC583D-3560-CAB2-9C08-C985FF5CE298}"/>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5" name="Oval 984">
                  <a:extLst>
                    <a:ext uri="{FF2B5EF4-FFF2-40B4-BE49-F238E27FC236}">
                      <a16:creationId xmlns:a16="http://schemas.microsoft.com/office/drawing/2014/main" id="{E7F93EB0-D913-76E0-8E1B-69CFD3701EF0}"/>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86" name="Group 985">
                <a:extLst>
                  <a:ext uri="{FF2B5EF4-FFF2-40B4-BE49-F238E27FC236}">
                    <a16:creationId xmlns:a16="http://schemas.microsoft.com/office/drawing/2014/main" id="{882E2719-3F2E-9707-0850-511EB44075F1}"/>
                  </a:ext>
                </a:extLst>
              </p:cNvPr>
              <p:cNvGrpSpPr/>
              <p:nvPr/>
            </p:nvGrpSpPr>
            <p:grpSpPr>
              <a:xfrm>
                <a:off x="-5180583" y="5238669"/>
                <a:ext cx="659122" cy="557216"/>
                <a:chOff x="10243575" y="88412"/>
                <a:chExt cx="871904" cy="748695"/>
              </a:xfrm>
            </p:grpSpPr>
            <p:sp>
              <p:nvSpPr>
                <p:cNvPr id="987" name="Rectangle 986">
                  <a:hlinkHover r:id="" action="ppaction://noaction" highlightClick="1"/>
                  <a:extLst>
                    <a:ext uri="{FF2B5EF4-FFF2-40B4-BE49-F238E27FC236}">
                      <a16:creationId xmlns:a16="http://schemas.microsoft.com/office/drawing/2014/main" id="{B3B96CDB-66D3-4CEE-C438-CFB45F9F03C1}"/>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988" name="Diamond 987">
                  <a:extLst>
                    <a:ext uri="{FF2B5EF4-FFF2-40B4-BE49-F238E27FC236}">
                      <a16:creationId xmlns:a16="http://schemas.microsoft.com/office/drawing/2014/main" id="{E8EB367A-41B2-5DAA-58C8-61255E45D637}"/>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9" name="Oval 988">
                  <a:extLst>
                    <a:ext uri="{FF2B5EF4-FFF2-40B4-BE49-F238E27FC236}">
                      <a16:creationId xmlns:a16="http://schemas.microsoft.com/office/drawing/2014/main" id="{C681003C-3AB9-1B56-7390-77B242F658D5}"/>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77" name="Group 1376">
                <a:extLst>
                  <a:ext uri="{FF2B5EF4-FFF2-40B4-BE49-F238E27FC236}">
                    <a16:creationId xmlns:a16="http://schemas.microsoft.com/office/drawing/2014/main" id="{C3C8174D-14CC-751C-C3FC-E7C4C19BF255}"/>
                  </a:ext>
                </a:extLst>
              </p:cNvPr>
              <p:cNvGrpSpPr/>
              <p:nvPr/>
            </p:nvGrpSpPr>
            <p:grpSpPr>
              <a:xfrm>
                <a:off x="-5180583" y="1946011"/>
                <a:ext cx="659122" cy="557216"/>
                <a:chOff x="9244674" y="4191922"/>
                <a:chExt cx="871904" cy="748695"/>
              </a:xfrm>
            </p:grpSpPr>
            <p:sp>
              <p:nvSpPr>
                <p:cNvPr id="1378" name="Rectangle 1377">
                  <a:hlinkHover r:id="" action="ppaction://noaction" highlightClick="1"/>
                  <a:extLst>
                    <a:ext uri="{FF2B5EF4-FFF2-40B4-BE49-F238E27FC236}">
                      <a16:creationId xmlns:a16="http://schemas.microsoft.com/office/drawing/2014/main" id="{05E3746F-0DA2-669A-1F45-B041FF871176}"/>
                    </a:ext>
                  </a:extLst>
                </p:cNvPr>
                <p:cNvSpPr/>
                <p:nvPr/>
              </p:nvSpPr>
              <p:spPr>
                <a:xfrm>
                  <a:off x="924467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1379" name="Oval 1378">
                  <a:extLst>
                    <a:ext uri="{FF2B5EF4-FFF2-40B4-BE49-F238E27FC236}">
                      <a16:creationId xmlns:a16="http://schemas.microsoft.com/office/drawing/2014/main" id="{0858500F-0486-CF2B-AF93-68BAA90F91E0}"/>
                    </a:ext>
                  </a:extLst>
                </p:cNvPr>
                <p:cNvSpPr/>
                <p:nvPr/>
              </p:nvSpPr>
              <p:spPr>
                <a:xfrm>
                  <a:off x="9943180"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0" name="Isosceles Triangle 648">
                  <a:extLst>
                    <a:ext uri="{FF2B5EF4-FFF2-40B4-BE49-F238E27FC236}">
                      <a16:creationId xmlns:a16="http://schemas.microsoft.com/office/drawing/2014/main" id="{5B1B3A8A-CBE8-A1EB-7597-12675439DCCA}"/>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85" name="Group 1384">
                <a:extLst>
                  <a:ext uri="{FF2B5EF4-FFF2-40B4-BE49-F238E27FC236}">
                    <a16:creationId xmlns:a16="http://schemas.microsoft.com/office/drawing/2014/main" id="{CD22AB5C-23A2-CCFA-B708-B65F12950FCA}"/>
                  </a:ext>
                </a:extLst>
              </p:cNvPr>
              <p:cNvGrpSpPr/>
              <p:nvPr/>
            </p:nvGrpSpPr>
            <p:grpSpPr>
              <a:xfrm>
                <a:off x="-5180583" y="2604543"/>
                <a:ext cx="659122" cy="557216"/>
                <a:chOff x="8253594" y="5012622"/>
                <a:chExt cx="871904" cy="748695"/>
              </a:xfrm>
            </p:grpSpPr>
            <p:sp>
              <p:nvSpPr>
                <p:cNvPr id="1386" name="Rectangle 1385">
                  <a:hlinkHover r:id="" action="ppaction://noaction" highlightClick="1"/>
                  <a:extLst>
                    <a:ext uri="{FF2B5EF4-FFF2-40B4-BE49-F238E27FC236}">
                      <a16:creationId xmlns:a16="http://schemas.microsoft.com/office/drawing/2014/main" id="{4E1D3DCE-5BE4-E122-1EE8-813177C1948C}"/>
                    </a:ext>
                  </a:extLst>
                </p:cNvPr>
                <p:cNvSpPr/>
                <p:nvPr/>
              </p:nvSpPr>
              <p:spPr>
                <a:xfrm>
                  <a:off x="825359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1387" name="Oval 1386">
                  <a:extLst>
                    <a:ext uri="{FF2B5EF4-FFF2-40B4-BE49-F238E27FC236}">
                      <a16:creationId xmlns:a16="http://schemas.microsoft.com/office/drawing/2014/main" id="{D76ED8D0-1B07-2A9A-ACC0-B2B54FBC2431}"/>
                    </a:ext>
                  </a:extLst>
                </p:cNvPr>
                <p:cNvSpPr/>
                <p:nvPr/>
              </p:nvSpPr>
              <p:spPr>
                <a:xfrm>
                  <a:off x="895339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8" name="Isosceles Triangle 648">
                  <a:extLst>
                    <a:ext uri="{FF2B5EF4-FFF2-40B4-BE49-F238E27FC236}">
                      <a16:creationId xmlns:a16="http://schemas.microsoft.com/office/drawing/2014/main" id="{0263F735-4ED1-C1DC-29CC-ECB38CD4A3CC}"/>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93" name="Group 1392">
                <a:extLst>
                  <a:ext uri="{FF2B5EF4-FFF2-40B4-BE49-F238E27FC236}">
                    <a16:creationId xmlns:a16="http://schemas.microsoft.com/office/drawing/2014/main" id="{900AE74F-8A99-5457-1EE5-30DBFF922082}"/>
                  </a:ext>
                </a:extLst>
              </p:cNvPr>
              <p:cNvGrpSpPr/>
              <p:nvPr/>
            </p:nvGrpSpPr>
            <p:grpSpPr>
              <a:xfrm>
                <a:off x="-5180583" y="3263075"/>
                <a:ext cx="659122" cy="557216"/>
                <a:chOff x="11335787" y="4191133"/>
                <a:chExt cx="710037" cy="609701"/>
              </a:xfrm>
            </p:grpSpPr>
            <p:sp>
              <p:nvSpPr>
                <p:cNvPr id="1394" name="Rectangle 1393">
                  <a:hlinkHover r:id="" action="ppaction://noaction" highlightClick="1"/>
                  <a:extLst>
                    <a:ext uri="{FF2B5EF4-FFF2-40B4-BE49-F238E27FC236}">
                      <a16:creationId xmlns:a16="http://schemas.microsoft.com/office/drawing/2014/main" id="{1DEA3C82-96CC-DBF9-A5C8-ED5D5FC3E8B7}"/>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US" sz="500">
                      <a:solidFill>
                        <a:srgbClr val="1F4E79"/>
                      </a:solidFill>
                      <a:latin typeface="Century Gothic" panose="020B0502020202020204" pitchFamily="34" charset="0"/>
                    </a:rPr>
                    <a:t>Defender for Cloud – Foundational CSPM</a:t>
                  </a:r>
                  <a:endParaRPr lang="en-GB" sz="500">
                    <a:solidFill>
                      <a:srgbClr val="1F4E79"/>
                    </a:solidFill>
                    <a:latin typeface="Century Gothic" panose="020B0502020202020204" pitchFamily="34" charset="0"/>
                  </a:endParaRPr>
                </a:p>
              </p:txBody>
            </p:sp>
            <p:sp>
              <p:nvSpPr>
                <p:cNvPr id="1395" name="Oval 1394">
                  <a:extLst>
                    <a:ext uri="{FF2B5EF4-FFF2-40B4-BE49-F238E27FC236}">
                      <a16:creationId xmlns:a16="http://schemas.microsoft.com/office/drawing/2014/main" id="{E8C420BF-ED50-098D-421D-07C065CBF51C}"/>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6" name="Isosceles Triangle 648">
                  <a:extLst>
                    <a:ext uri="{FF2B5EF4-FFF2-40B4-BE49-F238E27FC236}">
                      <a16:creationId xmlns:a16="http://schemas.microsoft.com/office/drawing/2014/main" id="{6A7CA1E4-A5D6-4E92-7794-0AD80555ACB9}"/>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47" name="Group 1246">
                <a:extLst>
                  <a:ext uri="{FF2B5EF4-FFF2-40B4-BE49-F238E27FC236}">
                    <a16:creationId xmlns:a16="http://schemas.microsoft.com/office/drawing/2014/main" id="{7F16200D-64C6-C3DE-BDB7-8DA0BB3C953A}"/>
                  </a:ext>
                </a:extLst>
              </p:cNvPr>
              <p:cNvGrpSpPr/>
              <p:nvPr/>
            </p:nvGrpSpPr>
            <p:grpSpPr>
              <a:xfrm>
                <a:off x="-5180583" y="4580139"/>
                <a:ext cx="659122" cy="557216"/>
                <a:chOff x="10243575" y="88412"/>
                <a:chExt cx="871904" cy="748695"/>
              </a:xfrm>
            </p:grpSpPr>
            <p:sp>
              <p:nvSpPr>
                <p:cNvPr id="1248" name="Rectangle 1247">
                  <a:hlinkHover r:id="" action="ppaction://noaction" highlightClick="1"/>
                  <a:extLst>
                    <a:ext uri="{FF2B5EF4-FFF2-40B4-BE49-F238E27FC236}">
                      <a16:creationId xmlns:a16="http://schemas.microsoft.com/office/drawing/2014/main" id="{951CF139-E863-B6DF-9C28-59D4736F85F1}"/>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500" kern="0">
                      <a:solidFill>
                        <a:srgbClr val="1F4E79"/>
                      </a:solidFill>
                      <a:latin typeface="Century Gothic" panose="020B0502020202020204" pitchFamily="34" charset="0"/>
                    </a:rPr>
                    <a:t>Microsoft Intune Advanced</a:t>
                  </a:r>
                  <a:endParaRPr kumimoji="0" lang="en-GB" sz="500" b="0" i="0" u="none" strike="noStrike" kern="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249" name="Diamond 1248">
                  <a:extLst>
                    <a:ext uri="{FF2B5EF4-FFF2-40B4-BE49-F238E27FC236}">
                      <a16:creationId xmlns:a16="http://schemas.microsoft.com/office/drawing/2014/main" id="{E584824E-0701-1369-5468-178530CB1514}"/>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50" name="Oval 1249">
                  <a:extLst>
                    <a:ext uri="{FF2B5EF4-FFF2-40B4-BE49-F238E27FC236}">
                      <a16:creationId xmlns:a16="http://schemas.microsoft.com/office/drawing/2014/main" id="{8B3B3E04-0C94-55EE-6B77-03621D815998}"/>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19" name="Group 1418">
                <a:extLst>
                  <a:ext uri="{FF2B5EF4-FFF2-40B4-BE49-F238E27FC236}">
                    <a16:creationId xmlns:a16="http://schemas.microsoft.com/office/drawing/2014/main" id="{0EAF7F41-89D8-A7BD-4921-8CA27B2D2B46}"/>
                  </a:ext>
                </a:extLst>
              </p:cNvPr>
              <p:cNvGrpSpPr/>
              <p:nvPr/>
            </p:nvGrpSpPr>
            <p:grpSpPr>
              <a:xfrm>
                <a:off x="-5180583" y="1287479"/>
                <a:ext cx="659122" cy="557216"/>
                <a:chOff x="6271424" y="4191922"/>
                <a:chExt cx="871904" cy="748695"/>
              </a:xfrm>
            </p:grpSpPr>
            <p:sp>
              <p:nvSpPr>
                <p:cNvPr id="1420" name="Rectangle 1419">
                  <a:hlinkHover r:id="" action="ppaction://noaction" highlightClick="1"/>
                  <a:extLst>
                    <a:ext uri="{FF2B5EF4-FFF2-40B4-BE49-F238E27FC236}">
                      <a16:creationId xmlns:a16="http://schemas.microsoft.com/office/drawing/2014/main" id="{30A916EC-3410-2F79-7D51-F33730E89FA6}"/>
                    </a:ext>
                  </a:extLst>
                </p:cNvPr>
                <p:cNvSpPr/>
                <p:nvPr/>
              </p:nvSpPr>
              <p:spPr>
                <a:xfrm>
                  <a:off x="627142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1421" name="Oval 1420">
                  <a:extLst>
                    <a:ext uri="{FF2B5EF4-FFF2-40B4-BE49-F238E27FC236}">
                      <a16:creationId xmlns:a16="http://schemas.microsoft.com/office/drawing/2014/main" id="{208B2445-44DA-72BB-8D0C-7721F03AAF6B}"/>
                    </a:ext>
                  </a:extLst>
                </p:cNvPr>
                <p:cNvSpPr/>
                <p:nvPr/>
              </p:nvSpPr>
              <p:spPr>
                <a:xfrm>
                  <a:off x="697080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2" name="Isosceles Triangle 648">
                  <a:extLst>
                    <a:ext uri="{FF2B5EF4-FFF2-40B4-BE49-F238E27FC236}">
                      <a16:creationId xmlns:a16="http://schemas.microsoft.com/office/drawing/2014/main" id="{5272DDE3-0E05-2A44-E23E-C423FD8E8EDA}"/>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grpSp>
        <p:nvGrpSpPr>
          <p:cNvPr id="1474" name="Group 1473">
            <a:extLst>
              <a:ext uri="{FF2B5EF4-FFF2-40B4-BE49-F238E27FC236}">
                <a16:creationId xmlns:a16="http://schemas.microsoft.com/office/drawing/2014/main" id="{AF0D8B59-481F-8FB0-6673-51E0C60AC760}"/>
              </a:ext>
            </a:extLst>
          </p:cNvPr>
          <p:cNvGrpSpPr/>
          <p:nvPr/>
        </p:nvGrpSpPr>
        <p:grpSpPr>
          <a:xfrm>
            <a:off x="7345463" y="1253676"/>
            <a:ext cx="2947697" cy="4508406"/>
            <a:chOff x="-3659969" y="1287479"/>
            <a:chExt cx="2947697" cy="4508406"/>
          </a:xfrm>
        </p:grpSpPr>
        <p:grpSp>
          <p:nvGrpSpPr>
            <p:cNvPr id="1473" name="Group 1472">
              <a:extLst>
                <a:ext uri="{FF2B5EF4-FFF2-40B4-BE49-F238E27FC236}">
                  <a16:creationId xmlns:a16="http://schemas.microsoft.com/office/drawing/2014/main" id="{D91570BF-2F21-0C52-98A4-7CAAD0D91CBC}"/>
                </a:ext>
              </a:extLst>
            </p:cNvPr>
            <p:cNvGrpSpPr/>
            <p:nvPr/>
          </p:nvGrpSpPr>
          <p:grpSpPr>
            <a:xfrm>
              <a:off x="-3659969" y="1287479"/>
              <a:ext cx="659750" cy="4508406"/>
              <a:chOff x="-3659969" y="1287479"/>
              <a:chExt cx="659750" cy="4508406"/>
            </a:xfrm>
          </p:grpSpPr>
          <p:grpSp>
            <p:nvGrpSpPr>
              <p:cNvPr id="1012" name="Group 1011">
                <a:extLst>
                  <a:ext uri="{FF2B5EF4-FFF2-40B4-BE49-F238E27FC236}">
                    <a16:creationId xmlns:a16="http://schemas.microsoft.com/office/drawing/2014/main" id="{529C9B9E-3914-193F-FBFB-5ABE6E423C15}"/>
                  </a:ext>
                </a:extLst>
              </p:cNvPr>
              <p:cNvGrpSpPr/>
              <p:nvPr/>
            </p:nvGrpSpPr>
            <p:grpSpPr>
              <a:xfrm>
                <a:off x="-3659969" y="3260444"/>
                <a:ext cx="659122" cy="557216"/>
                <a:chOff x="4289254" y="909114"/>
                <a:chExt cx="871904" cy="748695"/>
              </a:xfrm>
            </p:grpSpPr>
            <p:sp>
              <p:nvSpPr>
                <p:cNvPr id="1013" name="Rectangle 1012">
                  <a:extLst>
                    <a:ext uri="{FF2B5EF4-FFF2-40B4-BE49-F238E27FC236}">
                      <a16:creationId xmlns:a16="http://schemas.microsoft.com/office/drawing/2014/main" id="{ECB47C50-2CFA-375A-E39E-75C1B8DE2BB7}"/>
                    </a:ext>
                  </a:extLst>
                </p:cNvPr>
                <p:cNvSpPr/>
                <p:nvPr/>
              </p:nvSpPr>
              <p:spPr>
                <a:xfrm>
                  <a:off x="4289254"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1014" name="Rectangle 1013">
                  <a:extLst>
                    <a:ext uri="{FF2B5EF4-FFF2-40B4-BE49-F238E27FC236}">
                      <a16:creationId xmlns:a16="http://schemas.microsoft.com/office/drawing/2014/main" id="{C14FFA3F-84EA-DCD1-A858-CD3382756C06}"/>
                    </a:ext>
                  </a:extLst>
                </p:cNvPr>
                <p:cNvSpPr/>
                <p:nvPr/>
              </p:nvSpPr>
              <p:spPr>
                <a:xfrm flipV="1">
                  <a:off x="5036005"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5" name="Oval 15">
                  <a:extLst>
                    <a:ext uri="{FF2B5EF4-FFF2-40B4-BE49-F238E27FC236}">
                      <a16:creationId xmlns:a16="http://schemas.microsoft.com/office/drawing/2014/main" id="{F74CA3A8-9984-697B-B3E6-C1ADE68BB42C}"/>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16" name="Straight Connector 1015">
                  <a:extLst>
                    <a:ext uri="{FF2B5EF4-FFF2-40B4-BE49-F238E27FC236}">
                      <a16:creationId xmlns:a16="http://schemas.microsoft.com/office/drawing/2014/main" id="{1A1EDBE4-6FA8-3A68-AF11-5DE032B3116B}"/>
                    </a:ext>
                  </a:extLst>
                </p:cNvPr>
                <p:cNvCxnSpPr>
                  <a:cxnSpLocks/>
                  <a:stCxn id="1015" idx="0"/>
                </p:cNvCxnSpPr>
                <p:nvPr/>
              </p:nvCxnSpPr>
              <p:spPr>
                <a:xfrm flipV="1">
                  <a:off x="5076004"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17" name="Straight Connector 1016">
                  <a:extLst>
                    <a:ext uri="{FF2B5EF4-FFF2-40B4-BE49-F238E27FC236}">
                      <a16:creationId xmlns:a16="http://schemas.microsoft.com/office/drawing/2014/main" id="{92A5B3B9-13FE-9368-9715-3AEAA0EC15D3}"/>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19" name="Group 918">
                <a:extLst>
                  <a:ext uri="{FF2B5EF4-FFF2-40B4-BE49-F238E27FC236}">
                    <a16:creationId xmlns:a16="http://schemas.microsoft.com/office/drawing/2014/main" id="{DE7358BF-807B-4F82-BFB1-387446DDD23D}"/>
                  </a:ext>
                </a:extLst>
              </p:cNvPr>
              <p:cNvGrpSpPr/>
              <p:nvPr/>
            </p:nvGrpSpPr>
            <p:grpSpPr>
              <a:xfrm>
                <a:off x="-3659969" y="5238669"/>
                <a:ext cx="659122" cy="557216"/>
                <a:chOff x="5280339" y="909114"/>
                <a:chExt cx="871904" cy="748695"/>
              </a:xfrm>
            </p:grpSpPr>
            <p:sp>
              <p:nvSpPr>
                <p:cNvPr id="920" name="Rectangle 919">
                  <a:extLst>
                    <a:ext uri="{FF2B5EF4-FFF2-40B4-BE49-F238E27FC236}">
                      <a16:creationId xmlns:a16="http://schemas.microsoft.com/office/drawing/2014/main" id="{4C2E179A-E2A0-9EE8-C695-4E19F008ED79}"/>
                    </a:ext>
                  </a:extLst>
                </p:cNvPr>
                <p:cNvSpPr/>
                <p:nvPr/>
              </p:nvSpPr>
              <p:spPr>
                <a:xfrm>
                  <a:off x="528033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921" name="Rectangle 920">
                  <a:extLst>
                    <a:ext uri="{FF2B5EF4-FFF2-40B4-BE49-F238E27FC236}">
                      <a16:creationId xmlns:a16="http://schemas.microsoft.com/office/drawing/2014/main" id="{E15B9FC6-2BC7-EF56-6668-857A15596263}"/>
                    </a:ext>
                  </a:extLst>
                </p:cNvPr>
                <p:cNvSpPr/>
                <p:nvPr/>
              </p:nvSpPr>
              <p:spPr>
                <a:xfrm flipV="1">
                  <a:off x="6024997"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2" name="Oval 15">
                  <a:extLst>
                    <a:ext uri="{FF2B5EF4-FFF2-40B4-BE49-F238E27FC236}">
                      <a16:creationId xmlns:a16="http://schemas.microsoft.com/office/drawing/2014/main" id="{5E8ECD28-516B-39C9-37AC-F028F373B12A}"/>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23" name="Straight Connector 922">
                  <a:extLst>
                    <a:ext uri="{FF2B5EF4-FFF2-40B4-BE49-F238E27FC236}">
                      <a16:creationId xmlns:a16="http://schemas.microsoft.com/office/drawing/2014/main" id="{9875C9A9-45F2-5997-318B-1325A1B78216}"/>
                    </a:ext>
                  </a:extLst>
                </p:cNvPr>
                <p:cNvCxnSpPr>
                  <a:cxnSpLocks/>
                  <a:stCxn id="922" idx="0"/>
                </p:cNvCxnSpPr>
                <p:nvPr/>
              </p:nvCxnSpPr>
              <p:spPr>
                <a:xfrm flipV="1">
                  <a:off x="6064996"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24" name="Straight Connector 923">
                  <a:extLst>
                    <a:ext uri="{FF2B5EF4-FFF2-40B4-BE49-F238E27FC236}">
                      <a16:creationId xmlns:a16="http://schemas.microsoft.com/office/drawing/2014/main" id="{E623860C-9559-6EEB-458A-C2CDC962B392}"/>
                    </a:ext>
                  </a:extLst>
                </p:cNvPr>
                <p:cNvCxnSpPr>
                  <a:cxnSpLocks/>
                </p:cNvCxnSpPr>
                <p:nvPr/>
              </p:nvCxnSpPr>
              <p:spPr>
                <a:xfrm>
                  <a:off x="6071910"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41" name="Group 940">
                <a:extLst>
                  <a:ext uri="{FF2B5EF4-FFF2-40B4-BE49-F238E27FC236}">
                    <a16:creationId xmlns:a16="http://schemas.microsoft.com/office/drawing/2014/main" id="{8FEB6B51-35A2-3998-2BE9-482710EA2603}"/>
                  </a:ext>
                </a:extLst>
              </p:cNvPr>
              <p:cNvGrpSpPr/>
              <p:nvPr/>
            </p:nvGrpSpPr>
            <p:grpSpPr>
              <a:xfrm>
                <a:off x="-3659969" y="3917996"/>
                <a:ext cx="659122" cy="557216"/>
                <a:chOff x="7262509" y="1729816"/>
                <a:chExt cx="871904" cy="748695"/>
              </a:xfrm>
            </p:grpSpPr>
            <p:sp>
              <p:nvSpPr>
                <p:cNvPr id="942" name="Rectangle 941">
                  <a:extLst>
                    <a:ext uri="{FF2B5EF4-FFF2-40B4-BE49-F238E27FC236}">
                      <a16:creationId xmlns:a16="http://schemas.microsoft.com/office/drawing/2014/main" id="{FCA1BD27-BA4D-9DF9-A703-2EF99EE084AF}"/>
                    </a:ext>
                  </a:extLst>
                </p:cNvPr>
                <p:cNvSpPr/>
                <p:nvPr/>
              </p:nvSpPr>
              <p:spPr>
                <a:xfrm>
                  <a:off x="7262509"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943" name="Rectangle 942">
                  <a:extLst>
                    <a:ext uri="{FF2B5EF4-FFF2-40B4-BE49-F238E27FC236}">
                      <a16:creationId xmlns:a16="http://schemas.microsoft.com/office/drawing/2014/main" id="{1B887A25-B1B4-4603-DFFC-2FD28395922B}"/>
                    </a:ext>
                  </a:extLst>
                </p:cNvPr>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4" name="Oval 15">
                  <a:extLst>
                    <a:ext uri="{FF2B5EF4-FFF2-40B4-BE49-F238E27FC236}">
                      <a16:creationId xmlns:a16="http://schemas.microsoft.com/office/drawing/2014/main" id="{690B7CAD-4497-E5B3-8277-BE38FA110260}"/>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45" name="Straight Connector 944">
                  <a:extLst>
                    <a:ext uri="{FF2B5EF4-FFF2-40B4-BE49-F238E27FC236}">
                      <a16:creationId xmlns:a16="http://schemas.microsoft.com/office/drawing/2014/main" id="{6F86DBD2-0A9B-BF25-2B30-1079101FA4EC}"/>
                    </a:ext>
                  </a:extLst>
                </p:cNvPr>
                <p:cNvCxnSpPr>
                  <a:cxnSpLocks/>
                  <a:stCxn id="944"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46" name="Straight Connector 945">
                  <a:extLst>
                    <a:ext uri="{FF2B5EF4-FFF2-40B4-BE49-F238E27FC236}">
                      <a16:creationId xmlns:a16="http://schemas.microsoft.com/office/drawing/2014/main" id="{56336B23-4EA4-56A9-B7B4-2845AD930C26}"/>
                    </a:ext>
                  </a:extLst>
                </p:cNvPr>
                <p:cNvCxnSpPr>
                  <a:cxnSpLocks/>
                </p:cNvCxnSpPr>
                <p:nvPr/>
              </p:nvCxnSpPr>
              <p:spPr>
                <a:xfrm>
                  <a:off x="80562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42" name="Group 1241">
                <a:extLst>
                  <a:ext uri="{FF2B5EF4-FFF2-40B4-BE49-F238E27FC236}">
                    <a16:creationId xmlns:a16="http://schemas.microsoft.com/office/drawing/2014/main" id="{8F187B9B-1C36-B5E8-A932-FEE22847EB55}"/>
                  </a:ext>
                </a:extLst>
              </p:cNvPr>
              <p:cNvGrpSpPr/>
              <p:nvPr/>
            </p:nvGrpSpPr>
            <p:grpSpPr>
              <a:xfrm>
                <a:off x="-3659969" y="2602891"/>
                <a:ext cx="659750" cy="557217"/>
                <a:chOff x="324914" y="2550516"/>
                <a:chExt cx="872735" cy="748697"/>
              </a:xfrm>
            </p:grpSpPr>
            <p:sp>
              <p:nvSpPr>
                <p:cNvPr id="1243" name="Rectangle 1242">
                  <a:hlinkHover r:id="" action="ppaction://noaction" highlightClick="1"/>
                  <a:extLst>
                    <a:ext uri="{FF2B5EF4-FFF2-40B4-BE49-F238E27FC236}">
                      <a16:creationId xmlns:a16="http://schemas.microsoft.com/office/drawing/2014/main" id="{14403FC5-3F70-0F8F-48B6-D643C982F6AF}"/>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1244" name="Group 1243">
                  <a:extLst>
                    <a:ext uri="{FF2B5EF4-FFF2-40B4-BE49-F238E27FC236}">
                      <a16:creationId xmlns:a16="http://schemas.microsoft.com/office/drawing/2014/main" id="{D86998A2-38CC-FE4F-CA7F-CE4E624E604F}"/>
                    </a:ext>
                  </a:extLst>
                </p:cNvPr>
                <p:cNvGrpSpPr/>
                <p:nvPr/>
              </p:nvGrpSpPr>
              <p:grpSpPr>
                <a:xfrm>
                  <a:off x="1040599" y="2550516"/>
                  <a:ext cx="157050" cy="157050"/>
                  <a:chOff x="1040599" y="2550516"/>
                  <a:chExt cx="157050" cy="157050"/>
                </a:xfrm>
              </p:grpSpPr>
              <p:sp>
                <p:nvSpPr>
                  <p:cNvPr id="1245" name="Diamond 1244">
                    <a:extLst>
                      <a:ext uri="{FF2B5EF4-FFF2-40B4-BE49-F238E27FC236}">
                        <a16:creationId xmlns:a16="http://schemas.microsoft.com/office/drawing/2014/main" id="{386A4CD4-E11F-7D1C-3D42-2A3207DA6833}"/>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6" name="Oval 1245">
                    <a:extLst>
                      <a:ext uri="{FF2B5EF4-FFF2-40B4-BE49-F238E27FC236}">
                        <a16:creationId xmlns:a16="http://schemas.microsoft.com/office/drawing/2014/main" id="{A2A50136-9141-9F80-18EA-FE5469293C69}"/>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57" name="Group 1256">
                <a:extLst>
                  <a:ext uri="{FF2B5EF4-FFF2-40B4-BE49-F238E27FC236}">
                    <a16:creationId xmlns:a16="http://schemas.microsoft.com/office/drawing/2014/main" id="{37C759A8-26B7-BA20-5C6D-9055A40E3635}"/>
                  </a:ext>
                </a:extLst>
              </p:cNvPr>
              <p:cNvGrpSpPr/>
              <p:nvPr/>
            </p:nvGrpSpPr>
            <p:grpSpPr>
              <a:xfrm>
                <a:off x="-3659969" y="1945031"/>
                <a:ext cx="659750" cy="557524"/>
                <a:chOff x="324914" y="1729403"/>
                <a:chExt cx="872735" cy="749108"/>
              </a:xfrm>
            </p:grpSpPr>
            <p:sp>
              <p:nvSpPr>
                <p:cNvPr id="1258" name="Rectangle 1257">
                  <a:extLst>
                    <a:ext uri="{FF2B5EF4-FFF2-40B4-BE49-F238E27FC236}">
                      <a16:creationId xmlns:a16="http://schemas.microsoft.com/office/drawing/2014/main" id="{8D3DFE55-A39F-555C-5B07-880023B28DA2}"/>
                    </a:ext>
                  </a:extLst>
                </p:cNvPr>
                <p:cNvSpPr/>
                <p:nvPr/>
              </p:nvSpPr>
              <p:spPr>
                <a:xfrm>
                  <a:off x="32491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1259" name="Right Triangle 1258">
                  <a:extLst>
                    <a:ext uri="{FF2B5EF4-FFF2-40B4-BE49-F238E27FC236}">
                      <a16:creationId xmlns:a16="http://schemas.microsoft.com/office/drawing/2014/main" id="{4FE3D144-B54E-BA7A-8FC6-E84CB90EFBC2}"/>
                    </a:ext>
                  </a:extLst>
                </p:cNvPr>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60" name="Group 1259">
                  <a:extLst>
                    <a:ext uri="{FF2B5EF4-FFF2-40B4-BE49-F238E27FC236}">
                      <a16:creationId xmlns:a16="http://schemas.microsoft.com/office/drawing/2014/main" id="{1338156F-AF7B-421E-3A15-8B8692A69087}"/>
                    </a:ext>
                  </a:extLst>
                </p:cNvPr>
                <p:cNvGrpSpPr/>
                <p:nvPr/>
              </p:nvGrpSpPr>
              <p:grpSpPr>
                <a:xfrm>
                  <a:off x="1136463" y="1736885"/>
                  <a:ext cx="45719" cy="75385"/>
                  <a:chOff x="3883481" y="2057400"/>
                  <a:chExt cx="1608363" cy="2652031"/>
                </a:xfrm>
                <a:solidFill>
                  <a:srgbClr val="A6A6A6"/>
                </a:solidFill>
              </p:grpSpPr>
              <p:sp>
                <p:nvSpPr>
                  <p:cNvPr id="1261" name="Oval 27">
                    <a:extLst>
                      <a:ext uri="{FF2B5EF4-FFF2-40B4-BE49-F238E27FC236}">
                        <a16:creationId xmlns:a16="http://schemas.microsoft.com/office/drawing/2014/main" id="{2E3E57D9-B3BD-60CA-71C7-98AB9A5EB81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2" name="Oval 28">
                    <a:extLst>
                      <a:ext uri="{FF2B5EF4-FFF2-40B4-BE49-F238E27FC236}">
                        <a16:creationId xmlns:a16="http://schemas.microsoft.com/office/drawing/2014/main" id="{008E4AF0-F67D-AAED-5FB8-D62716226A3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17" name="Group 1316">
                <a:extLst>
                  <a:ext uri="{FF2B5EF4-FFF2-40B4-BE49-F238E27FC236}">
                    <a16:creationId xmlns:a16="http://schemas.microsoft.com/office/drawing/2014/main" id="{0A821588-3407-2E73-FDA2-B05BE8420829}"/>
                  </a:ext>
                </a:extLst>
              </p:cNvPr>
              <p:cNvGrpSpPr/>
              <p:nvPr/>
            </p:nvGrpSpPr>
            <p:grpSpPr>
              <a:xfrm>
                <a:off x="-3659969" y="1287479"/>
                <a:ext cx="659122" cy="557216"/>
                <a:chOff x="324914" y="909114"/>
                <a:chExt cx="871904" cy="748695"/>
              </a:xfrm>
            </p:grpSpPr>
            <p:sp>
              <p:nvSpPr>
                <p:cNvPr id="1318" name="Rectangle 1317">
                  <a:extLst>
                    <a:ext uri="{FF2B5EF4-FFF2-40B4-BE49-F238E27FC236}">
                      <a16:creationId xmlns:a16="http://schemas.microsoft.com/office/drawing/2014/main" id="{9910B5CF-6789-C482-4735-5A3C8980DB62}"/>
                    </a:ext>
                  </a:extLst>
                </p:cNvPr>
                <p:cNvSpPr/>
                <p:nvPr/>
              </p:nvSpPr>
              <p:spPr>
                <a:xfrm>
                  <a:off x="32491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1319" name="Right Triangle 1318">
                  <a:extLst>
                    <a:ext uri="{FF2B5EF4-FFF2-40B4-BE49-F238E27FC236}">
                      <a16:creationId xmlns:a16="http://schemas.microsoft.com/office/drawing/2014/main" id="{C931D23C-DE84-206A-BD06-5E308DFC3145}"/>
                    </a:ext>
                  </a:extLst>
                </p:cNvPr>
                <p:cNvSpPr/>
                <p:nvPr/>
              </p:nvSpPr>
              <p:spPr>
                <a:xfrm rot="10800000">
                  <a:off x="1053755"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20" name="Group 1319">
                  <a:extLst>
                    <a:ext uri="{FF2B5EF4-FFF2-40B4-BE49-F238E27FC236}">
                      <a16:creationId xmlns:a16="http://schemas.microsoft.com/office/drawing/2014/main" id="{B2659355-4AA4-79ED-F8FD-82BA9F7564F4}"/>
                    </a:ext>
                  </a:extLst>
                </p:cNvPr>
                <p:cNvGrpSpPr/>
                <p:nvPr/>
              </p:nvGrpSpPr>
              <p:grpSpPr>
                <a:xfrm>
                  <a:off x="1134082" y="918978"/>
                  <a:ext cx="45719" cy="75385"/>
                  <a:chOff x="3883481" y="2057400"/>
                  <a:chExt cx="1608363" cy="2652031"/>
                </a:xfrm>
                <a:solidFill>
                  <a:srgbClr val="A6A6A6"/>
                </a:solidFill>
              </p:grpSpPr>
              <p:sp>
                <p:nvSpPr>
                  <p:cNvPr id="1321" name="Oval 27">
                    <a:extLst>
                      <a:ext uri="{FF2B5EF4-FFF2-40B4-BE49-F238E27FC236}">
                        <a16:creationId xmlns:a16="http://schemas.microsoft.com/office/drawing/2014/main" id="{5BA6D01A-CA0C-FEE7-DDBE-1A0E6F219B2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2" name="Oval 28">
                    <a:extLst>
                      <a:ext uri="{FF2B5EF4-FFF2-40B4-BE49-F238E27FC236}">
                        <a16:creationId xmlns:a16="http://schemas.microsoft.com/office/drawing/2014/main" id="{170F3AAB-22C7-DB14-00DB-7312BAA230F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1" name="Group 1370">
                <a:extLst>
                  <a:ext uri="{FF2B5EF4-FFF2-40B4-BE49-F238E27FC236}">
                    <a16:creationId xmlns:a16="http://schemas.microsoft.com/office/drawing/2014/main" id="{9D030968-D4CC-46F8-EA43-B9591F7643B1}"/>
                  </a:ext>
                </a:extLst>
              </p:cNvPr>
              <p:cNvGrpSpPr/>
              <p:nvPr/>
            </p:nvGrpSpPr>
            <p:grpSpPr>
              <a:xfrm>
                <a:off x="-3659969" y="4575548"/>
                <a:ext cx="659122" cy="557831"/>
                <a:chOff x="1315999" y="4191098"/>
                <a:chExt cx="871904" cy="749519"/>
              </a:xfrm>
            </p:grpSpPr>
            <p:sp>
              <p:nvSpPr>
                <p:cNvPr id="1372" name="Rectangle 1371">
                  <a:extLst>
                    <a:ext uri="{FF2B5EF4-FFF2-40B4-BE49-F238E27FC236}">
                      <a16:creationId xmlns:a16="http://schemas.microsoft.com/office/drawing/2014/main" id="{F92D901C-5F9C-147A-1D0D-B9908217B72C}"/>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1373" name="Right Triangle 1372">
                  <a:extLst>
                    <a:ext uri="{FF2B5EF4-FFF2-40B4-BE49-F238E27FC236}">
                      <a16:creationId xmlns:a16="http://schemas.microsoft.com/office/drawing/2014/main" id="{211ECEC2-27B5-D791-55A6-C5A06B8EB911}"/>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74" name="Group 1373">
                  <a:extLst>
                    <a:ext uri="{FF2B5EF4-FFF2-40B4-BE49-F238E27FC236}">
                      <a16:creationId xmlns:a16="http://schemas.microsoft.com/office/drawing/2014/main" id="{23CF87DA-B2CD-1433-195B-A71F0CCA15C7}"/>
                    </a:ext>
                  </a:extLst>
                </p:cNvPr>
                <p:cNvGrpSpPr/>
                <p:nvPr/>
              </p:nvGrpSpPr>
              <p:grpSpPr>
                <a:xfrm>
                  <a:off x="2126717" y="4198579"/>
                  <a:ext cx="45719" cy="75385"/>
                  <a:chOff x="3883481" y="2057400"/>
                  <a:chExt cx="1608363" cy="2652031"/>
                </a:xfrm>
                <a:solidFill>
                  <a:srgbClr val="A6A6A6"/>
                </a:solidFill>
              </p:grpSpPr>
              <p:sp>
                <p:nvSpPr>
                  <p:cNvPr id="1375" name="Oval 27">
                    <a:extLst>
                      <a:ext uri="{FF2B5EF4-FFF2-40B4-BE49-F238E27FC236}">
                        <a16:creationId xmlns:a16="http://schemas.microsoft.com/office/drawing/2014/main" id="{0124F1B7-406D-84EF-FDB8-2B311A96BFF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6" name="Oval 28">
                    <a:extLst>
                      <a:ext uri="{FF2B5EF4-FFF2-40B4-BE49-F238E27FC236}">
                        <a16:creationId xmlns:a16="http://schemas.microsoft.com/office/drawing/2014/main" id="{172758EB-B490-FDC8-36A0-02691C009B7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grpSp>
          <p:nvGrpSpPr>
            <p:cNvPr id="1458" name="Group 1457">
              <a:extLst>
                <a:ext uri="{FF2B5EF4-FFF2-40B4-BE49-F238E27FC236}">
                  <a16:creationId xmlns:a16="http://schemas.microsoft.com/office/drawing/2014/main" id="{CE3FC6FE-86FF-653B-01CC-6526754D394A}"/>
                </a:ext>
              </a:extLst>
            </p:cNvPr>
            <p:cNvGrpSpPr/>
            <p:nvPr/>
          </p:nvGrpSpPr>
          <p:grpSpPr>
            <a:xfrm>
              <a:off x="-2899034" y="1287479"/>
              <a:ext cx="665520" cy="4508406"/>
              <a:chOff x="-2894219" y="1287479"/>
              <a:chExt cx="665520" cy="4508406"/>
            </a:xfrm>
          </p:grpSpPr>
          <p:grpSp>
            <p:nvGrpSpPr>
              <p:cNvPr id="947" name="Group 946">
                <a:extLst>
                  <a:ext uri="{FF2B5EF4-FFF2-40B4-BE49-F238E27FC236}">
                    <a16:creationId xmlns:a16="http://schemas.microsoft.com/office/drawing/2014/main" id="{B7B26102-508A-FE73-D979-8C3B87CC28F7}"/>
                  </a:ext>
                </a:extLst>
              </p:cNvPr>
              <p:cNvGrpSpPr/>
              <p:nvPr/>
            </p:nvGrpSpPr>
            <p:grpSpPr>
              <a:xfrm>
                <a:off x="-2894219" y="3917995"/>
                <a:ext cx="659122" cy="557216"/>
                <a:chOff x="8253594" y="1729816"/>
                <a:chExt cx="871904" cy="748695"/>
              </a:xfrm>
            </p:grpSpPr>
            <p:sp>
              <p:nvSpPr>
                <p:cNvPr id="948" name="Rectangle 947">
                  <a:extLst>
                    <a:ext uri="{FF2B5EF4-FFF2-40B4-BE49-F238E27FC236}">
                      <a16:creationId xmlns:a16="http://schemas.microsoft.com/office/drawing/2014/main" id="{DF6ED1B9-63AB-BC50-D8A7-B68B5B7088F7}"/>
                    </a:ext>
                  </a:extLst>
                </p:cNvPr>
                <p:cNvSpPr/>
                <p:nvPr/>
              </p:nvSpPr>
              <p:spPr>
                <a:xfrm>
                  <a:off x="825359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949" name="Rectangle 948">
                  <a:extLst>
                    <a:ext uri="{FF2B5EF4-FFF2-40B4-BE49-F238E27FC236}">
                      <a16:creationId xmlns:a16="http://schemas.microsoft.com/office/drawing/2014/main" id="{4F5AD2B1-E10D-C182-73A6-D43332043B87}"/>
                    </a:ext>
                  </a:extLst>
                </p:cNvPr>
                <p:cNvSpPr/>
                <p:nvPr/>
              </p:nvSpPr>
              <p:spPr>
                <a:xfrm flipV="1">
                  <a:off x="8998048"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0" name="Oval 15">
                  <a:extLst>
                    <a:ext uri="{FF2B5EF4-FFF2-40B4-BE49-F238E27FC236}">
                      <a16:creationId xmlns:a16="http://schemas.microsoft.com/office/drawing/2014/main" id="{46471F62-AA65-E74F-1278-B3005037CFCE}"/>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51" name="Straight Connector 950">
                  <a:extLst>
                    <a:ext uri="{FF2B5EF4-FFF2-40B4-BE49-F238E27FC236}">
                      <a16:creationId xmlns:a16="http://schemas.microsoft.com/office/drawing/2014/main" id="{8CBE6D1D-0F9A-7C04-1EFA-355592B40288}"/>
                    </a:ext>
                  </a:extLst>
                </p:cNvPr>
                <p:cNvCxnSpPr>
                  <a:cxnSpLocks/>
                  <a:stCxn id="950" idx="0"/>
                </p:cNvCxnSpPr>
                <p:nvPr/>
              </p:nvCxnSpPr>
              <p:spPr>
                <a:xfrm flipV="1">
                  <a:off x="9038047"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52" name="Straight Connector 951">
                  <a:extLst>
                    <a:ext uri="{FF2B5EF4-FFF2-40B4-BE49-F238E27FC236}">
                      <a16:creationId xmlns:a16="http://schemas.microsoft.com/office/drawing/2014/main" id="{A51BDAC4-4CD1-CA7D-2952-E167230CA697}"/>
                    </a:ext>
                  </a:extLst>
                </p:cNvPr>
                <p:cNvCxnSpPr>
                  <a:cxnSpLocks/>
                </p:cNvCxnSpPr>
                <p:nvPr/>
              </p:nvCxnSpPr>
              <p:spPr>
                <a:xfrm>
                  <a:off x="9044961"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53" name="Group 952">
                <a:extLst>
                  <a:ext uri="{FF2B5EF4-FFF2-40B4-BE49-F238E27FC236}">
                    <a16:creationId xmlns:a16="http://schemas.microsoft.com/office/drawing/2014/main" id="{F337E0BE-351A-6F7E-61B2-B7F922FE2AE6}"/>
                  </a:ext>
                </a:extLst>
              </p:cNvPr>
              <p:cNvGrpSpPr/>
              <p:nvPr/>
            </p:nvGrpSpPr>
            <p:grpSpPr>
              <a:xfrm>
                <a:off x="-2894219" y="5238669"/>
                <a:ext cx="659122" cy="557216"/>
                <a:chOff x="4289254" y="1729816"/>
                <a:chExt cx="871904" cy="748695"/>
              </a:xfrm>
            </p:grpSpPr>
            <p:sp>
              <p:nvSpPr>
                <p:cNvPr id="954" name="Rectangle 953">
                  <a:extLst>
                    <a:ext uri="{FF2B5EF4-FFF2-40B4-BE49-F238E27FC236}">
                      <a16:creationId xmlns:a16="http://schemas.microsoft.com/office/drawing/2014/main" id="{6E6604FF-061D-C06B-82A4-2F3537BE30D3}"/>
                    </a:ext>
                  </a:extLst>
                </p:cNvPr>
                <p:cNvSpPr/>
                <p:nvPr/>
              </p:nvSpPr>
              <p:spPr>
                <a:xfrm>
                  <a:off x="428925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955" name="Right Triangle 954">
                  <a:extLst>
                    <a:ext uri="{FF2B5EF4-FFF2-40B4-BE49-F238E27FC236}">
                      <a16:creationId xmlns:a16="http://schemas.microsoft.com/office/drawing/2014/main" id="{36B688AF-FFCF-A291-1A5C-75683C92D579}"/>
                    </a:ext>
                  </a:extLst>
                </p:cNvPr>
                <p:cNvSpPr/>
                <p:nvPr/>
              </p:nvSpPr>
              <p:spPr>
                <a:xfrm rot="10800000">
                  <a:off x="5013435"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56" name="Group 955">
                  <a:extLst>
                    <a:ext uri="{FF2B5EF4-FFF2-40B4-BE49-F238E27FC236}">
                      <a16:creationId xmlns:a16="http://schemas.microsoft.com/office/drawing/2014/main" id="{F76779AE-C952-2919-C616-4842A70487D0}"/>
                    </a:ext>
                  </a:extLst>
                </p:cNvPr>
                <p:cNvGrpSpPr/>
                <p:nvPr/>
              </p:nvGrpSpPr>
              <p:grpSpPr>
                <a:xfrm>
                  <a:off x="5093762" y="1742900"/>
                  <a:ext cx="45719" cy="75385"/>
                  <a:chOff x="3883481" y="2057400"/>
                  <a:chExt cx="1608363" cy="2652031"/>
                </a:xfrm>
                <a:solidFill>
                  <a:srgbClr val="A6A6A6"/>
                </a:solidFill>
              </p:grpSpPr>
              <p:sp>
                <p:nvSpPr>
                  <p:cNvPr id="957" name="Oval 27">
                    <a:extLst>
                      <a:ext uri="{FF2B5EF4-FFF2-40B4-BE49-F238E27FC236}">
                        <a16:creationId xmlns:a16="http://schemas.microsoft.com/office/drawing/2014/main" id="{87FF7DB0-047D-5A3D-8BB0-E67816C950A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8" name="Oval 28">
                    <a:extLst>
                      <a:ext uri="{FF2B5EF4-FFF2-40B4-BE49-F238E27FC236}">
                        <a16:creationId xmlns:a16="http://schemas.microsoft.com/office/drawing/2014/main" id="{FD7904EE-29B0-3B7E-F036-59BD5323645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96" name="Group 995">
                <a:extLst>
                  <a:ext uri="{FF2B5EF4-FFF2-40B4-BE49-F238E27FC236}">
                    <a16:creationId xmlns:a16="http://schemas.microsoft.com/office/drawing/2014/main" id="{46F31587-CC2F-DF1D-5B3F-2C9070687EE6}"/>
                  </a:ext>
                </a:extLst>
              </p:cNvPr>
              <p:cNvGrpSpPr/>
              <p:nvPr/>
            </p:nvGrpSpPr>
            <p:grpSpPr>
              <a:xfrm>
                <a:off x="-2894219" y="2602891"/>
                <a:ext cx="665520" cy="557216"/>
                <a:chOff x="7262509" y="909114"/>
                <a:chExt cx="880366" cy="748695"/>
              </a:xfrm>
            </p:grpSpPr>
            <p:sp>
              <p:nvSpPr>
                <p:cNvPr id="997" name="Rectangle 996">
                  <a:extLst>
                    <a:ext uri="{FF2B5EF4-FFF2-40B4-BE49-F238E27FC236}">
                      <a16:creationId xmlns:a16="http://schemas.microsoft.com/office/drawing/2014/main" id="{BCDC8A9A-200E-D439-F136-F24FFA1D625C}"/>
                    </a:ext>
                  </a:extLst>
                </p:cNvPr>
                <p:cNvSpPr/>
                <p:nvPr/>
              </p:nvSpPr>
              <p:spPr>
                <a:xfrm>
                  <a:off x="726250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998" name="Rectangle 997">
                  <a:extLst>
                    <a:ext uri="{FF2B5EF4-FFF2-40B4-BE49-F238E27FC236}">
                      <a16:creationId xmlns:a16="http://schemas.microsoft.com/office/drawing/2014/main" id="{FF1C770C-7DAB-C84E-026A-B7A4E512B817}"/>
                    </a:ext>
                  </a:extLst>
                </p:cNvPr>
                <p:cNvSpPr/>
                <p:nvPr/>
              </p:nvSpPr>
              <p:spPr>
                <a:xfrm flipV="1">
                  <a:off x="8021749"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9" name="Oval 15">
                  <a:extLst>
                    <a:ext uri="{FF2B5EF4-FFF2-40B4-BE49-F238E27FC236}">
                      <a16:creationId xmlns:a16="http://schemas.microsoft.com/office/drawing/2014/main" id="{CF11EDC9-F712-C2CA-5315-9E7A790BDF3C}"/>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00" name="Straight Connector 999">
                  <a:extLst>
                    <a:ext uri="{FF2B5EF4-FFF2-40B4-BE49-F238E27FC236}">
                      <a16:creationId xmlns:a16="http://schemas.microsoft.com/office/drawing/2014/main" id="{D97EBB74-69F7-A473-A481-8AA16BBC2EDC}"/>
                    </a:ext>
                  </a:extLst>
                </p:cNvPr>
                <p:cNvCxnSpPr>
                  <a:cxnSpLocks/>
                  <a:stCxn id="999" idx="0"/>
                </p:cNvCxnSpPr>
                <p:nvPr/>
              </p:nvCxnSpPr>
              <p:spPr>
                <a:xfrm flipV="1">
                  <a:off x="8061748"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01" name="Straight Connector 1000">
                  <a:extLst>
                    <a:ext uri="{FF2B5EF4-FFF2-40B4-BE49-F238E27FC236}">
                      <a16:creationId xmlns:a16="http://schemas.microsoft.com/office/drawing/2014/main" id="{80F508DF-D23E-B62B-4690-129C940150EB}"/>
                    </a:ext>
                  </a:extLst>
                </p:cNvPr>
                <p:cNvCxnSpPr>
                  <a:cxnSpLocks/>
                </p:cNvCxnSpPr>
                <p:nvPr/>
              </p:nvCxnSpPr>
              <p:spPr>
                <a:xfrm>
                  <a:off x="8068662"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28" name="Group 1127">
                <a:extLst>
                  <a:ext uri="{FF2B5EF4-FFF2-40B4-BE49-F238E27FC236}">
                    <a16:creationId xmlns:a16="http://schemas.microsoft.com/office/drawing/2014/main" id="{F1F5EAEB-D080-9A2E-AE77-F34205124210}"/>
                  </a:ext>
                </a:extLst>
              </p:cNvPr>
              <p:cNvGrpSpPr/>
              <p:nvPr/>
            </p:nvGrpSpPr>
            <p:grpSpPr>
              <a:xfrm>
                <a:off x="-2894219" y="3260443"/>
                <a:ext cx="659122" cy="557216"/>
                <a:chOff x="10235764" y="909114"/>
                <a:chExt cx="871904" cy="748695"/>
              </a:xfrm>
            </p:grpSpPr>
            <p:sp>
              <p:nvSpPr>
                <p:cNvPr id="1129" name="Rectangle 1128">
                  <a:hlinkHover r:id="" action="ppaction://noaction" highlightClick="1"/>
                  <a:extLst>
                    <a:ext uri="{FF2B5EF4-FFF2-40B4-BE49-F238E27FC236}">
                      <a16:creationId xmlns:a16="http://schemas.microsoft.com/office/drawing/2014/main" id="{173C89EA-A76E-15F2-F309-545DB7E65415}"/>
                    </a:ext>
                  </a:extLst>
                </p:cNvPr>
                <p:cNvSpPr/>
                <p:nvPr/>
              </p:nvSpPr>
              <p:spPr>
                <a:xfrm>
                  <a:off x="10235764" y="909114"/>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1130" name="Diamond 1129">
                  <a:extLst>
                    <a:ext uri="{FF2B5EF4-FFF2-40B4-BE49-F238E27FC236}">
                      <a16:creationId xmlns:a16="http://schemas.microsoft.com/office/drawing/2014/main" id="{3D0AB211-E39C-57D9-9640-7CF67D69BD96}"/>
                    </a:ext>
                  </a:extLst>
                </p:cNvPr>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1" name="Oval 1130">
                  <a:extLst>
                    <a:ext uri="{FF2B5EF4-FFF2-40B4-BE49-F238E27FC236}">
                      <a16:creationId xmlns:a16="http://schemas.microsoft.com/office/drawing/2014/main" id="{02C71870-964D-784D-1694-4ECF6733CF0B}"/>
                    </a:ext>
                  </a:extLst>
                </p:cNvPr>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63" name="Group 1262">
                <a:extLst>
                  <a:ext uri="{FF2B5EF4-FFF2-40B4-BE49-F238E27FC236}">
                    <a16:creationId xmlns:a16="http://schemas.microsoft.com/office/drawing/2014/main" id="{FBD3E0D2-33F0-0C3F-8703-506987435828}"/>
                  </a:ext>
                </a:extLst>
              </p:cNvPr>
              <p:cNvGrpSpPr/>
              <p:nvPr/>
            </p:nvGrpSpPr>
            <p:grpSpPr>
              <a:xfrm>
                <a:off x="-2894219" y="1945031"/>
                <a:ext cx="659122" cy="557524"/>
                <a:chOff x="1315999" y="1729403"/>
                <a:chExt cx="871904" cy="749108"/>
              </a:xfrm>
            </p:grpSpPr>
            <p:sp>
              <p:nvSpPr>
                <p:cNvPr id="1264" name="Rectangle 1263">
                  <a:extLst>
                    <a:ext uri="{FF2B5EF4-FFF2-40B4-BE49-F238E27FC236}">
                      <a16:creationId xmlns:a16="http://schemas.microsoft.com/office/drawing/2014/main" id="{87AE0442-1BE4-919F-CD43-BD936669D203}"/>
                    </a:ext>
                  </a:extLst>
                </p:cNvPr>
                <p:cNvSpPr/>
                <p:nvPr/>
              </p:nvSpPr>
              <p:spPr>
                <a:xfrm>
                  <a:off x="131599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1265" name="Right Triangle 1264">
                  <a:extLst>
                    <a:ext uri="{FF2B5EF4-FFF2-40B4-BE49-F238E27FC236}">
                      <a16:creationId xmlns:a16="http://schemas.microsoft.com/office/drawing/2014/main" id="{F921AD3E-B307-9CCA-9F13-9162A545A991}"/>
                    </a:ext>
                  </a:extLst>
                </p:cNvPr>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66" name="Group 1265">
                  <a:extLst>
                    <a:ext uri="{FF2B5EF4-FFF2-40B4-BE49-F238E27FC236}">
                      <a16:creationId xmlns:a16="http://schemas.microsoft.com/office/drawing/2014/main" id="{AB32DE3A-774B-4E8F-65D3-C77868A179E0}"/>
                    </a:ext>
                  </a:extLst>
                </p:cNvPr>
                <p:cNvGrpSpPr/>
                <p:nvPr/>
              </p:nvGrpSpPr>
              <p:grpSpPr>
                <a:xfrm>
                  <a:off x="2126717" y="1736885"/>
                  <a:ext cx="45719" cy="75385"/>
                  <a:chOff x="3883481" y="2057400"/>
                  <a:chExt cx="1608363" cy="2652031"/>
                </a:xfrm>
                <a:solidFill>
                  <a:srgbClr val="A6A6A6"/>
                </a:solidFill>
              </p:grpSpPr>
              <p:sp>
                <p:nvSpPr>
                  <p:cNvPr id="1267" name="Oval 27">
                    <a:extLst>
                      <a:ext uri="{FF2B5EF4-FFF2-40B4-BE49-F238E27FC236}">
                        <a16:creationId xmlns:a16="http://schemas.microsoft.com/office/drawing/2014/main" id="{0DF4D95D-BA31-6C03-E77A-FDEFDF04CDA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8" name="Oval 28">
                    <a:extLst>
                      <a:ext uri="{FF2B5EF4-FFF2-40B4-BE49-F238E27FC236}">
                        <a16:creationId xmlns:a16="http://schemas.microsoft.com/office/drawing/2014/main" id="{C23C1998-91A1-1A62-30F9-69247DF88F7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23" name="Group 1322">
                <a:extLst>
                  <a:ext uri="{FF2B5EF4-FFF2-40B4-BE49-F238E27FC236}">
                    <a16:creationId xmlns:a16="http://schemas.microsoft.com/office/drawing/2014/main" id="{98E4D411-5334-053E-8CAC-0919C48663F6}"/>
                  </a:ext>
                </a:extLst>
              </p:cNvPr>
              <p:cNvGrpSpPr/>
              <p:nvPr/>
            </p:nvGrpSpPr>
            <p:grpSpPr>
              <a:xfrm>
                <a:off x="-2894219" y="1287479"/>
                <a:ext cx="659122" cy="557216"/>
                <a:chOff x="1315999" y="909114"/>
                <a:chExt cx="871904" cy="748695"/>
              </a:xfrm>
            </p:grpSpPr>
            <p:sp>
              <p:nvSpPr>
                <p:cNvPr id="1324" name="Rectangle 1323">
                  <a:extLst>
                    <a:ext uri="{FF2B5EF4-FFF2-40B4-BE49-F238E27FC236}">
                      <a16:creationId xmlns:a16="http://schemas.microsoft.com/office/drawing/2014/main" id="{34A0768B-8321-E8FC-5335-2AFC9A0550FE}"/>
                    </a:ext>
                  </a:extLst>
                </p:cNvPr>
                <p:cNvSpPr/>
                <p:nvPr/>
              </p:nvSpPr>
              <p:spPr>
                <a:xfrm>
                  <a:off x="1315999"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1325" name="Right Triangle 1324">
                  <a:extLst>
                    <a:ext uri="{FF2B5EF4-FFF2-40B4-BE49-F238E27FC236}">
                      <a16:creationId xmlns:a16="http://schemas.microsoft.com/office/drawing/2014/main" id="{88B97F4A-379D-9322-44CE-49E0C42CC2DD}"/>
                    </a:ext>
                  </a:extLst>
                </p:cNvPr>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26" name="Group 1325">
                  <a:extLst>
                    <a:ext uri="{FF2B5EF4-FFF2-40B4-BE49-F238E27FC236}">
                      <a16:creationId xmlns:a16="http://schemas.microsoft.com/office/drawing/2014/main" id="{2C073077-EBBE-EDA7-3221-609C05316C5E}"/>
                    </a:ext>
                  </a:extLst>
                </p:cNvPr>
                <p:cNvGrpSpPr/>
                <p:nvPr/>
              </p:nvGrpSpPr>
              <p:grpSpPr>
                <a:xfrm>
                  <a:off x="2126717" y="918978"/>
                  <a:ext cx="45719" cy="75385"/>
                  <a:chOff x="3883481" y="2057400"/>
                  <a:chExt cx="1608363" cy="2652031"/>
                </a:xfrm>
                <a:solidFill>
                  <a:srgbClr val="A6A6A6"/>
                </a:solidFill>
              </p:grpSpPr>
              <p:sp>
                <p:nvSpPr>
                  <p:cNvPr id="1327" name="Oval 27">
                    <a:extLst>
                      <a:ext uri="{FF2B5EF4-FFF2-40B4-BE49-F238E27FC236}">
                        <a16:creationId xmlns:a16="http://schemas.microsoft.com/office/drawing/2014/main" id="{46871024-ED2D-1341-6C22-39A89E104B0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8" name="Oval 28">
                    <a:extLst>
                      <a:ext uri="{FF2B5EF4-FFF2-40B4-BE49-F238E27FC236}">
                        <a16:creationId xmlns:a16="http://schemas.microsoft.com/office/drawing/2014/main" id="{F9A2EED5-D124-B2F7-D9D3-E6F155BF67A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01" name="Group 1400">
                <a:extLst>
                  <a:ext uri="{FF2B5EF4-FFF2-40B4-BE49-F238E27FC236}">
                    <a16:creationId xmlns:a16="http://schemas.microsoft.com/office/drawing/2014/main" id="{B75E5DF9-83D0-CAB6-DBA3-F5B937038E2A}"/>
                  </a:ext>
                </a:extLst>
              </p:cNvPr>
              <p:cNvGrpSpPr/>
              <p:nvPr/>
            </p:nvGrpSpPr>
            <p:grpSpPr>
              <a:xfrm>
                <a:off x="-2894219" y="4575548"/>
                <a:ext cx="659750" cy="557217"/>
                <a:chOff x="324914" y="2550516"/>
                <a:chExt cx="872735" cy="748697"/>
              </a:xfrm>
            </p:grpSpPr>
            <p:sp>
              <p:nvSpPr>
                <p:cNvPr id="1402" name="Rectangle 1401">
                  <a:hlinkHover r:id="" action="ppaction://noaction" highlightClick="1"/>
                  <a:extLst>
                    <a:ext uri="{FF2B5EF4-FFF2-40B4-BE49-F238E27FC236}">
                      <a16:creationId xmlns:a16="http://schemas.microsoft.com/office/drawing/2014/main" id="{9A25351D-5643-F3CE-D7B6-B34FEB657B74}"/>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1403" name="Group 1402">
                  <a:extLst>
                    <a:ext uri="{FF2B5EF4-FFF2-40B4-BE49-F238E27FC236}">
                      <a16:creationId xmlns:a16="http://schemas.microsoft.com/office/drawing/2014/main" id="{ADDF6DB3-52D8-C84A-65D3-F31AF80E8E39}"/>
                    </a:ext>
                  </a:extLst>
                </p:cNvPr>
                <p:cNvGrpSpPr/>
                <p:nvPr/>
              </p:nvGrpSpPr>
              <p:grpSpPr>
                <a:xfrm>
                  <a:off x="1040599" y="2550516"/>
                  <a:ext cx="157050" cy="157050"/>
                  <a:chOff x="1040599" y="2550516"/>
                  <a:chExt cx="157050" cy="157050"/>
                </a:xfrm>
              </p:grpSpPr>
              <p:sp>
                <p:nvSpPr>
                  <p:cNvPr id="1404" name="Diamond 1403">
                    <a:extLst>
                      <a:ext uri="{FF2B5EF4-FFF2-40B4-BE49-F238E27FC236}">
                        <a16:creationId xmlns:a16="http://schemas.microsoft.com/office/drawing/2014/main" id="{356BABFA-494A-B677-79EE-EE2AA0266724}"/>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5" name="Oval 1404">
                    <a:extLst>
                      <a:ext uri="{FF2B5EF4-FFF2-40B4-BE49-F238E27FC236}">
                        <a16:creationId xmlns:a16="http://schemas.microsoft.com/office/drawing/2014/main" id="{C808B6F4-DFFD-6C0A-BD3C-22D39F9F56AF}"/>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grpSp>
          <p:nvGrpSpPr>
            <p:cNvPr id="1460" name="Group 1459">
              <a:extLst>
                <a:ext uri="{FF2B5EF4-FFF2-40B4-BE49-F238E27FC236}">
                  <a16:creationId xmlns:a16="http://schemas.microsoft.com/office/drawing/2014/main" id="{57FF0BA2-FD7D-E056-D8A0-92842E04D953}"/>
                </a:ext>
              </a:extLst>
            </p:cNvPr>
            <p:cNvGrpSpPr/>
            <p:nvPr/>
          </p:nvGrpSpPr>
          <p:grpSpPr>
            <a:xfrm>
              <a:off x="-2130480" y="1287479"/>
              <a:ext cx="1418208" cy="3845285"/>
              <a:chOff x="-2128073" y="1287479"/>
              <a:chExt cx="1418208" cy="3845285"/>
            </a:xfrm>
          </p:grpSpPr>
          <p:grpSp>
            <p:nvGrpSpPr>
              <p:cNvPr id="965" name="Group 964">
                <a:extLst>
                  <a:ext uri="{FF2B5EF4-FFF2-40B4-BE49-F238E27FC236}">
                    <a16:creationId xmlns:a16="http://schemas.microsoft.com/office/drawing/2014/main" id="{91A03181-D095-6EF1-E916-77D9F819F463}"/>
                  </a:ext>
                </a:extLst>
              </p:cNvPr>
              <p:cNvGrpSpPr/>
              <p:nvPr/>
            </p:nvGrpSpPr>
            <p:grpSpPr>
              <a:xfrm>
                <a:off x="-1368987" y="1945031"/>
                <a:ext cx="659122" cy="557524"/>
                <a:chOff x="3298169" y="1729403"/>
                <a:chExt cx="871904" cy="749108"/>
              </a:xfrm>
            </p:grpSpPr>
            <p:sp>
              <p:nvSpPr>
                <p:cNvPr id="966" name="Rectangle 965">
                  <a:extLst>
                    <a:ext uri="{FF2B5EF4-FFF2-40B4-BE49-F238E27FC236}">
                      <a16:creationId xmlns:a16="http://schemas.microsoft.com/office/drawing/2014/main" id="{F9497040-70B9-45AC-3505-D9706B74E34E}"/>
                    </a:ext>
                  </a:extLst>
                </p:cNvPr>
                <p:cNvSpPr/>
                <p:nvPr/>
              </p:nvSpPr>
              <p:spPr>
                <a:xfrm>
                  <a:off x="329816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967" name="Right Triangle 966">
                  <a:extLst>
                    <a:ext uri="{FF2B5EF4-FFF2-40B4-BE49-F238E27FC236}">
                      <a16:creationId xmlns:a16="http://schemas.microsoft.com/office/drawing/2014/main" id="{9AB10059-42D6-1028-C870-C890AF36FEF5}"/>
                    </a:ext>
                  </a:extLst>
                </p:cNvPr>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8" name="Oval 27">
                  <a:extLst>
                    <a:ext uri="{FF2B5EF4-FFF2-40B4-BE49-F238E27FC236}">
                      <a16:creationId xmlns:a16="http://schemas.microsoft.com/office/drawing/2014/main" id="{2690F132-16C4-AE23-F1DE-7BF8D898AB12}"/>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9" name="Oval 28">
                  <a:extLst>
                    <a:ext uri="{FF2B5EF4-FFF2-40B4-BE49-F238E27FC236}">
                      <a16:creationId xmlns:a16="http://schemas.microsoft.com/office/drawing/2014/main" id="{87417929-C8E0-2266-C26D-F29D82D2F9FD}"/>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90" name="Group 1089">
                <a:extLst>
                  <a:ext uri="{FF2B5EF4-FFF2-40B4-BE49-F238E27FC236}">
                    <a16:creationId xmlns:a16="http://schemas.microsoft.com/office/drawing/2014/main" id="{6B2F5156-2501-73B7-8AC4-38B5D2CDA19E}"/>
                  </a:ext>
                </a:extLst>
              </p:cNvPr>
              <p:cNvGrpSpPr/>
              <p:nvPr/>
            </p:nvGrpSpPr>
            <p:grpSpPr>
              <a:xfrm>
                <a:off x="-1368987" y="3917995"/>
                <a:ext cx="659122" cy="557216"/>
                <a:chOff x="11226844" y="1729816"/>
                <a:chExt cx="871904" cy="748695"/>
              </a:xfrm>
            </p:grpSpPr>
            <p:sp>
              <p:nvSpPr>
                <p:cNvPr id="1091" name="Rectangle 1090">
                  <a:extLst>
                    <a:ext uri="{FF2B5EF4-FFF2-40B4-BE49-F238E27FC236}">
                      <a16:creationId xmlns:a16="http://schemas.microsoft.com/office/drawing/2014/main" id="{028A6C08-4CC0-D1D0-9BBE-9F0CC1D9987F}"/>
                    </a:ext>
                  </a:extLst>
                </p:cNvPr>
                <p:cNvSpPr/>
                <p:nvPr/>
              </p:nvSpPr>
              <p:spPr>
                <a:xfrm>
                  <a:off x="1122684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92" name="Rectangle 1091">
                  <a:extLst>
                    <a:ext uri="{FF2B5EF4-FFF2-40B4-BE49-F238E27FC236}">
                      <a16:creationId xmlns:a16="http://schemas.microsoft.com/office/drawing/2014/main" id="{A8442FB4-115E-99BA-C142-F50893332B2E}"/>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3" name="Oval 15">
                  <a:extLst>
                    <a:ext uri="{FF2B5EF4-FFF2-40B4-BE49-F238E27FC236}">
                      <a16:creationId xmlns:a16="http://schemas.microsoft.com/office/drawing/2014/main" id="{0F7CBD19-C38E-6708-3FA5-D76EC2A4EE74}"/>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94" name="Straight Connector 1093">
                  <a:extLst>
                    <a:ext uri="{FF2B5EF4-FFF2-40B4-BE49-F238E27FC236}">
                      <a16:creationId xmlns:a16="http://schemas.microsoft.com/office/drawing/2014/main" id="{65915BF8-8302-59F1-77E7-CE30FC372023}"/>
                    </a:ext>
                  </a:extLst>
                </p:cNvPr>
                <p:cNvCxnSpPr>
                  <a:cxnSpLocks/>
                  <a:stCxn id="1093"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95" name="Straight Connector 1094">
                  <a:extLst>
                    <a:ext uri="{FF2B5EF4-FFF2-40B4-BE49-F238E27FC236}">
                      <a16:creationId xmlns:a16="http://schemas.microsoft.com/office/drawing/2014/main" id="{F5F1CC68-291C-E537-56DA-424EF45796DA}"/>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66" name="Group 1165">
                <a:extLst>
                  <a:ext uri="{FF2B5EF4-FFF2-40B4-BE49-F238E27FC236}">
                    <a16:creationId xmlns:a16="http://schemas.microsoft.com/office/drawing/2014/main" id="{201CE8F7-0213-2FFE-6C66-4468A562B7DC}"/>
                  </a:ext>
                </a:extLst>
              </p:cNvPr>
              <p:cNvGrpSpPr/>
              <p:nvPr/>
            </p:nvGrpSpPr>
            <p:grpSpPr>
              <a:xfrm>
                <a:off x="-1368987" y="2602891"/>
                <a:ext cx="659122" cy="557216"/>
                <a:chOff x="1315999" y="3370808"/>
                <a:chExt cx="871904" cy="748695"/>
              </a:xfrm>
            </p:grpSpPr>
            <p:sp>
              <p:nvSpPr>
                <p:cNvPr id="1167" name="Rectangle 1166">
                  <a:extLst>
                    <a:ext uri="{FF2B5EF4-FFF2-40B4-BE49-F238E27FC236}">
                      <a16:creationId xmlns:a16="http://schemas.microsoft.com/office/drawing/2014/main" id="{2935AB54-CD53-C23B-71B2-F33DF2991BCF}"/>
                    </a:ext>
                  </a:extLst>
                </p:cNvPr>
                <p:cNvSpPr/>
                <p:nvPr/>
              </p:nvSpPr>
              <p:spPr>
                <a:xfrm>
                  <a:off x="131599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1168" name="Right Triangle 1167">
                  <a:extLst>
                    <a:ext uri="{FF2B5EF4-FFF2-40B4-BE49-F238E27FC236}">
                      <a16:creationId xmlns:a16="http://schemas.microsoft.com/office/drawing/2014/main" id="{3D862D7C-67BA-0CA5-6427-3671E054BE6F}"/>
                    </a:ext>
                  </a:extLst>
                </p:cNvPr>
                <p:cNvSpPr/>
                <p:nvPr/>
              </p:nvSpPr>
              <p:spPr>
                <a:xfrm rot="10800000">
                  <a:off x="2046390"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9" name="Group 1168">
                  <a:extLst>
                    <a:ext uri="{FF2B5EF4-FFF2-40B4-BE49-F238E27FC236}">
                      <a16:creationId xmlns:a16="http://schemas.microsoft.com/office/drawing/2014/main" id="{E924350B-75B1-F0BC-1606-56C39C9F6C96}"/>
                    </a:ext>
                  </a:extLst>
                </p:cNvPr>
                <p:cNvGrpSpPr/>
                <p:nvPr/>
              </p:nvGrpSpPr>
              <p:grpSpPr>
                <a:xfrm>
                  <a:off x="2126717" y="3380672"/>
                  <a:ext cx="45719" cy="75385"/>
                  <a:chOff x="3883481" y="2057400"/>
                  <a:chExt cx="1608363" cy="2652031"/>
                </a:xfrm>
                <a:solidFill>
                  <a:srgbClr val="A6A6A6"/>
                </a:solidFill>
              </p:grpSpPr>
              <p:sp>
                <p:nvSpPr>
                  <p:cNvPr id="1170" name="Oval 27">
                    <a:extLst>
                      <a:ext uri="{FF2B5EF4-FFF2-40B4-BE49-F238E27FC236}">
                        <a16:creationId xmlns:a16="http://schemas.microsoft.com/office/drawing/2014/main" id="{BCF7423D-8B27-C0EF-CDE2-55D080A5DCC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1" name="Oval 28">
                    <a:extLst>
                      <a:ext uri="{FF2B5EF4-FFF2-40B4-BE49-F238E27FC236}">
                        <a16:creationId xmlns:a16="http://schemas.microsoft.com/office/drawing/2014/main" id="{74909E28-526A-9D48-3E62-0AA9E77DB51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94" name="Group 1193">
                <a:extLst>
                  <a:ext uri="{FF2B5EF4-FFF2-40B4-BE49-F238E27FC236}">
                    <a16:creationId xmlns:a16="http://schemas.microsoft.com/office/drawing/2014/main" id="{B22687A3-B03E-DC39-F943-AA214D460637}"/>
                  </a:ext>
                </a:extLst>
              </p:cNvPr>
              <p:cNvGrpSpPr/>
              <p:nvPr/>
            </p:nvGrpSpPr>
            <p:grpSpPr>
              <a:xfrm>
                <a:off x="-2128073" y="3265463"/>
                <a:ext cx="659122" cy="557832"/>
                <a:chOff x="311860" y="1539836"/>
                <a:chExt cx="871904" cy="749520"/>
              </a:xfrm>
            </p:grpSpPr>
            <p:sp>
              <p:nvSpPr>
                <p:cNvPr id="1195" name="Rectangle 1194">
                  <a:extLst>
                    <a:ext uri="{FF2B5EF4-FFF2-40B4-BE49-F238E27FC236}">
                      <a16:creationId xmlns:a16="http://schemas.microsoft.com/office/drawing/2014/main" id="{C83A9458-18C0-78C1-977D-1F7A4818312C}"/>
                    </a:ext>
                  </a:extLst>
                </p:cNvPr>
                <p:cNvSpPr/>
                <p:nvPr/>
              </p:nvSpPr>
              <p:spPr>
                <a:xfrm>
                  <a:off x="311860" y="1540661"/>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1196" name="Right Triangle 1195">
                  <a:extLst>
                    <a:ext uri="{FF2B5EF4-FFF2-40B4-BE49-F238E27FC236}">
                      <a16:creationId xmlns:a16="http://schemas.microsoft.com/office/drawing/2014/main" id="{F5CCF18F-BA97-2194-57B6-B1F719BACD67}"/>
                    </a:ext>
                  </a:extLst>
                </p:cNvPr>
                <p:cNvSpPr/>
                <p:nvPr/>
              </p:nvSpPr>
              <p:spPr>
                <a:xfrm rot="10800000">
                  <a:off x="1042251" y="153983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97" name="Group 1196">
                  <a:extLst>
                    <a:ext uri="{FF2B5EF4-FFF2-40B4-BE49-F238E27FC236}">
                      <a16:creationId xmlns:a16="http://schemas.microsoft.com/office/drawing/2014/main" id="{903CAA4A-463A-34C6-C4DA-490D2C8BCCB1}"/>
                    </a:ext>
                  </a:extLst>
                </p:cNvPr>
                <p:cNvGrpSpPr/>
                <p:nvPr/>
              </p:nvGrpSpPr>
              <p:grpSpPr>
                <a:xfrm>
                  <a:off x="1122390" y="1546330"/>
                  <a:ext cx="45920" cy="76347"/>
                  <a:chOff x="-31448106" y="-91248042"/>
                  <a:chExt cx="1615436" cy="2685867"/>
                </a:xfrm>
                <a:solidFill>
                  <a:srgbClr val="A6A6A6"/>
                </a:solidFill>
              </p:grpSpPr>
              <p:sp>
                <p:nvSpPr>
                  <p:cNvPr id="1198" name="Oval 27">
                    <a:extLst>
                      <a:ext uri="{FF2B5EF4-FFF2-40B4-BE49-F238E27FC236}">
                        <a16:creationId xmlns:a16="http://schemas.microsoft.com/office/drawing/2014/main" id="{80A2A2E3-AC55-D561-2757-24B1CA232F47}"/>
                      </a:ext>
                    </a:extLst>
                  </p:cNvPr>
                  <p:cNvSpPr/>
                  <p:nvPr/>
                </p:nvSpPr>
                <p:spPr>
                  <a:xfrm>
                    <a:off x="-31448106" y="-91248042"/>
                    <a:ext cx="1355271" cy="1186592"/>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9" name="Oval 28">
                    <a:extLst>
                      <a:ext uri="{FF2B5EF4-FFF2-40B4-BE49-F238E27FC236}">
                        <a16:creationId xmlns:a16="http://schemas.microsoft.com/office/drawing/2014/main" id="{97021471-6465-ADFF-34B3-C8EF12BF7B62}"/>
                      </a:ext>
                    </a:extLst>
                  </p:cNvPr>
                  <p:cNvSpPr/>
                  <p:nvPr/>
                </p:nvSpPr>
                <p:spPr>
                  <a:xfrm>
                    <a:off x="-31441033" y="-90028131"/>
                    <a:ext cx="1608363" cy="1465956"/>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05" name="Group 1304">
                <a:extLst>
                  <a:ext uri="{FF2B5EF4-FFF2-40B4-BE49-F238E27FC236}">
                    <a16:creationId xmlns:a16="http://schemas.microsoft.com/office/drawing/2014/main" id="{3304528A-3F5E-0385-5B26-63135D7699B2}"/>
                  </a:ext>
                </a:extLst>
              </p:cNvPr>
              <p:cNvGrpSpPr/>
              <p:nvPr/>
            </p:nvGrpSpPr>
            <p:grpSpPr>
              <a:xfrm>
                <a:off x="-1368987" y="1287479"/>
                <a:ext cx="659122" cy="557216"/>
                <a:chOff x="3298169" y="909114"/>
                <a:chExt cx="871904" cy="748695"/>
              </a:xfrm>
            </p:grpSpPr>
            <p:sp>
              <p:nvSpPr>
                <p:cNvPr id="1306" name="Rectangle 1305">
                  <a:extLst>
                    <a:ext uri="{FF2B5EF4-FFF2-40B4-BE49-F238E27FC236}">
                      <a16:creationId xmlns:a16="http://schemas.microsoft.com/office/drawing/2014/main" id="{A28CE25E-429D-AC62-F55E-23B961323F23}"/>
                    </a:ext>
                  </a:extLst>
                </p:cNvPr>
                <p:cNvSpPr/>
                <p:nvPr/>
              </p:nvSpPr>
              <p:spPr>
                <a:xfrm>
                  <a:off x="329816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1307" name="Rectangle 1306">
                  <a:extLst>
                    <a:ext uri="{FF2B5EF4-FFF2-40B4-BE49-F238E27FC236}">
                      <a16:creationId xmlns:a16="http://schemas.microsoft.com/office/drawing/2014/main" id="{BF0ED81E-6A18-8047-1142-B631C8A427F0}"/>
                    </a:ext>
                  </a:extLst>
                </p:cNvPr>
                <p:cNvSpPr/>
                <p:nvPr/>
              </p:nvSpPr>
              <p:spPr>
                <a:xfrm flipV="1">
                  <a:off x="4043182"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8" name="Oval 15">
                  <a:extLst>
                    <a:ext uri="{FF2B5EF4-FFF2-40B4-BE49-F238E27FC236}">
                      <a16:creationId xmlns:a16="http://schemas.microsoft.com/office/drawing/2014/main" id="{D822DD17-C755-1E0B-8E56-B2EA1037D1B0}"/>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09" name="Straight Connector 1308">
                  <a:extLst>
                    <a:ext uri="{FF2B5EF4-FFF2-40B4-BE49-F238E27FC236}">
                      <a16:creationId xmlns:a16="http://schemas.microsoft.com/office/drawing/2014/main" id="{807D2EBE-EA47-CA93-BF9F-DA32C650A4DA}"/>
                    </a:ext>
                  </a:extLst>
                </p:cNvPr>
                <p:cNvCxnSpPr>
                  <a:cxnSpLocks/>
                  <a:stCxn id="1308" idx="0"/>
                </p:cNvCxnSpPr>
                <p:nvPr/>
              </p:nvCxnSpPr>
              <p:spPr>
                <a:xfrm flipV="1">
                  <a:off x="4083181"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10" name="Straight Connector 1309">
                  <a:extLst>
                    <a:ext uri="{FF2B5EF4-FFF2-40B4-BE49-F238E27FC236}">
                      <a16:creationId xmlns:a16="http://schemas.microsoft.com/office/drawing/2014/main" id="{89AFB983-4EB9-B415-0ADC-802BCE9732B6}"/>
                    </a:ext>
                  </a:extLst>
                </p:cNvPr>
                <p:cNvCxnSpPr>
                  <a:cxnSpLocks/>
                </p:cNvCxnSpPr>
                <p:nvPr/>
              </p:nvCxnSpPr>
              <p:spPr>
                <a:xfrm>
                  <a:off x="4090095"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65" name="Group 1364">
                <a:extLst>
                  <a:ext uri="{FF2B5EF4-FFF2-40B4-BE49-F238E27FC236}">
                    <a16:creationId xmlns:a16="http://schemas.microsoft.com/office/drawing/2014/main" id="{1FD79D19-EFA5-9472-4A63-1901DBDB8BB9}"/>
                  </a:ext>
                </a:extLst>
              </p:cNvPr>
              <p:cNvGrpSpPr/>
              <p:nvPr/>
            </p:nvGrpSpPr>
            <p:grpSpPr>
              <a:xfrm>
                <a:off x="-1368987" y="4575548"/>
                <a:ext cx="659122" cy="557216"/>
                <a:chOff x="5280339" y="3370808"/>
                <a:chExt cx="871904" cy="748695"/>
              </a:xfrm>
            </p:grpSpPr>
            <p:sp>
              <p:nvSpPr>
                <p:cNvPr id="1366" name="Rectangle 1365">
                  <a:extLst>
                    <a:ext uri="{FF2B5EF4-FFF2-40B4-BE49-F238E27FC236}">
                      <a16:creationId xmlns:a16="http://schemas.microsoft.com/office/drawing/2014/main" id="{1DD96C0F-2F95-0945-F076-9206A740772D}"/>
                    </a:ext>
                  </a:extLst>
                </p:cNvPr>
                <p:cNvSpPr/>
                <p:nvPr/>
              </p:nvSpPr>
              <p:spPr>
                <a:xfrm>
                  <a:off x="528033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1367" name="Right Triangle 1366">
                  <a:extLst>
                    <a:ext uri="{FF2B5EF4-FFF2-40B4-BE49-F238E27FC236}">
                      <a16:creationId xmlns:a16="http://schemas.microsoft.com/office/drawing/2014/main" id="{402915CF-1AF5-1866-88DE-FC9DD27B43E2}"/>
                    </a:ext>
                  </a:extLst>
                </p:cNvPr>
                <p:cNvSpPr/>
                <p:nvPr/>
              </p:nvSpPr>
              <p:spPr>
                <a:xfrm rot="10800000">
                  <a:off x="6009373"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68" name="Group 1367">
                  <a:extLst>
                    <a:ext uri="{FF2B5EF4-FFF2-40B4-BE49-F238E27FC236}">
                      <a16:creationId xmlns:a16="http://schemas.microsoft.com/office/drawing/2014/main" id="{60B6E102-C1FA-8545-E4B4-3F8A054DCF82}"/>
                    </a:ext>
                  </a:extLst>
                </p:cNvPr>
                <p:cNvGrpSpPr/>
                <p:nvPr/>
              </p:nvGrpSpPr>
              <p:grpSpPr>
                <a:xfrm>
                  <a:off x="6089700" y="3389004"/>
                  <a:ext cx="45719" cy="75385"/>
                  <a:chOff x="3883481" y="2057400"/>
                  <a:chExt cx="1608363" cy="2652031"/>
                </a:xfrm>
                <a:solidFill>
                  <a:srgbClr val="A6A6A6"/>
                </a:solidFill>
              </p:grpSpPr>
              <p:sp>
                <p:nvSpPr>
                  <p:cNvPr id="1369" name="Oval 27">
                    <a:extLst>
                      <a:ext uri="{FF2B5EF4-FFF2-40B4-BE49-F238E27FC236}">
                        <a16:creationId xmlns:a16="http://schemas.microsoft.com/office/drawing/2014/main" id="{98D1A29E-66A0-26A4-FC1D-CE1DAFB7697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0" name="Oval 28">
                    <a:extLst>
                      <a:ext uri="{FF2B5EF4-FFF2-40B4-BE49-F238E27FC236}">
                        <a16:creationId xmlns:a16="http://schemas.microsoft.com/office/drawing/2014/main" id="{8B0D7606-EE9F-74F9-32B3-D8C79967E5A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23" name="Group 1422">
                <a:extLst>
                  <a:ext uri="{FF2B5EF4-FFF2-40B4-BE49-F238E27FC236}">
                    <a16:creationId xmlns:a16="http://schemas.microsoft.com/office/drawing/2014/main" id="{1B11968F-725E-060D-1625-131D11CD7836}"/>
                  </a:ext>
                </a:extLst>
              </p:cNvPr>
              <p:cNvGrpSpPr/>
              <p:nvPr/>
            </p:nvGrpSpPr>
            <p:grpSpPr>
              <a:xfrm>
                <a:off x="-1368987" y="3260443"/>
                <a:ext cx="659122" cy="557216"/>
                <a:chOff x="11226844" y="909114"/>
                <a:chExt cx="871904" cy="748695"/>
              </a:xfrm>
            </p:grpSpPr>
            <p:sp>
              <p:nvSpPr>
                <p:cNvPr id="1424" name="Rectangle 1423">
                  <a:extLst>
                    <a:ext uri="{FF2B5EF4-FFF2-40B4-BE49-F238E27FC236}">
                      <a16:creationId xmlns:a16="http://schemas.microsoft.com/office/drawing/2014/main" id="{495A8578-6C9F-C42F-2DDD-7CC13DCD1EC3}"/>
                    </a:ext>
                  </a:extLst>
                </p:cNvPr>
                <p:cNvSpPr/>
                <p:nvPr/>
              </p:nvSpPr>
              <p:spPr>
                <a:xfrm>
                  <a:off x="1122684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425" name="Rectangle 1424">
                  <a:extLst>
                    <a:ext uri="{FF2B5EF4-FFF2-40B4-BE49-F238E27FC236}">
                      <a16:creationId xmlns:a16="http://schemas.microsoft.com/office/drawing/2014/main" id="{FA386E5B-C145-BE8E-DA47-71D46C340461}"/>
                    </a:ext>
                  </a:extLst>
                </p:cNvPr>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6" name="Oval 15">
                  <a:extLst>
                    <a:ext uri="{FF2B5EF4-FFF2-40B4-BE49-F238E27FC236}">
                      <a16:creationId xmlns:a16="http://schemas.microsoft.com/office/drawing/2014/main" id="{EE2B2830-E24B-16F2-42E9-4933007698CE}"/>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27" name="Straight Connector 1426">
                  <a:extLst>
                    <a:ext uri="{FF2B5EF4-FFF2-40B4-BE49-F238E27FC236}">
                      <a16:creationId xmlns:a16="http://schemas.microsoft.com/office/drawing/2014/main" id="{33440316-C16D-834A-C803-6B1B0B5CDB01}"/>
                    </a:ext>
                  </a:extLst>
                </p:cNvPr>
                <p:cNvCxnSpPr>
                  <a:cxnSpLocks/>
                  <a:stCxn id="1426"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28" name="Straight Connector 1427">
                  <a:extLst>
                    <a:ext uri="{FF2B5EF4-FFF2-40B4-BE49-F238E27FC236}">
                      <a16:creationId xmlns:a16="http://schemas.microsoft.com/office/drawing/2014/main" id="{20BCBE1D-88BB-4B68-A8D3-E459156B042C}"/>
                    </a:ext>
                  </a:extLst>
                </p:cNvPr>
                <p:cNvCxnSpPr>
                  <a:cxnSpLocks/>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grpSp>
          <p:nvGrpSpPr>
            <p:cNvPr id="1459" name="Group 1458">
              <a:extLst>
                <a:ext uri="{FF2B5EF4-FFF2-40B4-BE49-F238E27FC236}">
                  <a16:creationId xmlns:a16="http://schemas.microsoft.com/office/drawing/2014/main" id="{0C929448-57D7-FFB2-981E-D98FB6A2D5BD}"/>
                </a:ext>
              </a:extLst>
            </p:cNvPr>
            <p:cNvGrpSpPr/>
            <p:nvPr/>
          </p:nvGrpSpPr>
          <p:grpSpPr>
            <a:xfrm>
              <a:off x="-2132329" y="1287479"/>
              <a:ext cx="659750" cy="4508406"/>
              <a:chOff x="-2128718" y="1287479"/>
              <a:chExt cx="659750" cy="4508406"/>
            </a:xfrm>
          </p:grpSpPr>
          <p:grpSp>
            <p:nvGrpSpPr>
              <p:cNvPr id="1096" name="Group 1095">
                <a:extLst>
                  <a:ext uri="{FF2B5EF4-FFF2-40B4-BE49-F238E27FC236}">
                    <a16:creationId xmlns:a16="http://schemas.microsoft.com/office/drawing/2014/main" id="{60AD7394-413E-3860-738B-4520F9299E20}"/>
                  </a:ext>
                </a:extLst>
              </p:cNvPr>
              <p:cNvGrpSpPr/>
              <p:nvPr/>
            </p:nvGrpSpPr>
            <p:grpSpPr>
              <a:xfrm>
                <a:off x="-2128718" y="3917935"/>
                <a:ext cx="659122" cy="557216"/>
                <a:chOff x="10235764" y="1729816"/>
                <a:chExt cx="871904" cy="748695"/>
              </a:xfrm>
            </p:grpSpPr>
            <p:sp>
              <p:nvSpPr>
                <p:cNvPr id="1097" name="Rectangle 1096">
                  <a:hlinkHover r:id="" action="ppaction://noaction" highlightClick="1"/>
                  <a:extLst>
                    <a:ext uri="{FF2B5EF4-FFF2-40B4-BE49-F238E27FC236}">
                      <a16:creationId xmlns:a16="http://schemas.microsoft.com/office/drawing/2014/main" id="{C8A26FBB-12E1-D165-8D4A-56128E7BCE46}"/>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t>
                  </a:r>
                  <a:r>
                    <a:rPr lang="en-GB" sz="500">
                      <a:solidFill>
                        <a:srgbClr val="1F4E79"/>
                      </a:solidFill>
                      <a:latin typeface="Century Gothic" panose="020B0502020202020204" pitchFamily="34" charset="0"/>
                    </a:rPr>
                    <a:t>Unified Catalog</a:t>
                  </a:r>
                  <a:endPar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98" name="Oval 1097">
                  <a:extLst>
                    <a:ext uri="{FF2B5EF4-FFF2-40B4-BE49-F238E27FC236}">
                      <a16:creationId xmlns:a16="http://schemas.microsoft.com/office/drawing/2014/main" id="{CF4C7070-8AB7-24F7-6CCE-F9AC753BB221}"/>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9" name="Isosceles Triangle 648">
                  <a:extLst>
                    <a:ext uri="{FF2B5EF4-FFF2-40B4-BE49-F238E27FC236}">
                      <a16:creationId xmlns:a16="http://schemas.microsoft.com/office/drawing/2014/main" id="{76B8D155-AB61-7F34-0356-4993163A93F6}"/>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08" name="Group 1107">
                <a:extLst>
                  <a:ext uri="{FF2B5EF4-FFF2-40B4-BE49-F238E27FC236}">
                    <a16:creationId xmlns:a16="http://schemas.microsoft.com/office/drawing/2014/main" id="{CBFD3469-DCB8-2AB2-B1EB-D50A06241F3B}"/>
                  </a:ext>
                </a:extLst>
              </p:cNvPr>
              <p:cNvGrpSpPr/>
              <p:nvPr/>
            </p:nvGrpSpPr>
            <p:grpSpPr>
              <a:xfrm>
                <a:off x="-2128718" y="2602707"/>
                <a:ext cx="659122" cy="557216"/>
                <a:chOff x="9244679" y="3370808"/>
                <a:chExt cx="871904" cy="748695"/>
              </a:xfrm>
            </p:grpSpPr>
            <p:sp>
              <p:nvSpPr>
                <p:cNvPr id="1109" name="Rectangle 1108">
                  <a:extLst>
                    <a:ext uri="{FF2B5EF4-FFF2-40B4-BE49-F238E27FC236}">
                      <a16:creationId xmlns:a16="http://schemas.microsoft.com/office/drawing/2014/main" id="{92B900BA-9173-75DA-A053-9900A6BC744F}"/>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500">
                      <a:solidFill>
                        <a:srgbClr val="1F4E79"/>
                      </a:solidFill>
                      <a:latin typeface="Century Gothic" panose="020B0502020202020204" pitchFamily="34" charset="0"/>
                    </a:rPr>
                    <a:t>Microsoft</a:t>
                  </a: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 Identity Protection</a:t>
                  </a:r>
                </a:p>
              </p:txBody>
            </p:sp>
            <p:sp>
              <p:nvSpPr>
                <p:cNvPr id="1110" name="Rectangle 1109">
                  <a:extLst>
                    <a:ext uri="{FF2B5EF4-FFF2-40B4-BE49-F238E27FC236}">
                      <a16:creationId xmlns:a16="http://schemas.microsoft.com/office/drawing/2014/main" id="{EC040277-7A23-201C-37F3-99B7A7414246}"/>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1" name="Oval 15">
                  <a:extLst>
                    <a:ext uri="{FF2B5EF4-FFF2-40B4-BE49-F238E27FC236}">
                      <a16:creationId xmlns:a16="http://schemas.microsoft.com/office/drawing/2014/main" id="{6F07B40C-9A86-CB74-1CF4-43D7E545A222}"/>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12" name="Straight Connector 1111">
                  <a:extLst>
                    <a:ext uri="{FF2B5EF4-FFF2-40B4-BE49-F238E27FC236}">
                      <a16:creationId xmlns:a16="http://schemas.microsoft.com/office/drawing/2014/main" id="{4C726E98-ED7C-0516-C0E1-D5934453F427}"/>
                    </a:ext>
                  </a:extLst>
                </p:cNvPr>
                <p:cNvCxnSpPr>
                  <a:cxnSpLocks/>
                  <a:stCxn id="1111"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13" name="Straight Connector 1112">
                  <a:extLst>
                    <a:ext uri="{FF2B5EF4-FFF2-40B4-BE49-F238E27FC236}">
                      <a16:creationId xmlns:a16="http://schemas.microsoft.com/office/drawing/2014/main" id="{090C52AA-CB72-1DFD-6402-0EB3ED7484B0}"/>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00" name="Group 1199">
                <a:extLst>
                  <a:ext uri="{FF2B5EF4-FFF2-40B4-BE49-F238E27FC236}">
                    <a16:creationId xmlns:a16="http://schemas.microsoft.com/office/drawing/2014/main" id="{F45FDD76-2088-19A9-5B9F-810D40558F2D}"/>
                  </a:ext>
                </a:extLst>
              </p:cNvPr>
              <p:cNvGrpSpPr/>
              <p:nvPr/>
            </p:nvGrpSpPr>
            <p:grpSpPr>
              <a:xfrm>
                <a:off x="-2128718" y="5238669"/>
                <a:ext cx="659122" cy="557216"/>
                <a:chOff x="5280339" y="2550516"/>
                <a:chExt cx="871904" cy="748695"/>
              </a:xfrm>
            </p:grpSpPr>
            <p:sp>
              <p:nvSpPr>
                <p:cNvPr id="1201" name="Rectangle 1200">
                  <a:extLst>
                    <a:ext uri="{FF2B5EF4-FFF2-40B4-BE49-F238E27FC236}">
                      <a16:creationId xmlns:a16="http://schemas.microsoft.com/office/drawing/2014/main" id="{99040D9A-4768-431A-B4E7-DF5282AA28CD}"/>
                    </a:ext>
                  </a:extLst>
                </p:cNvPr>
                <p:cNvSpPr/>
                <p:nvPr/>
              </p:nvSpPr>
              <p:spPr>
                <a:xfrm>
                  <a:off x="5280339" y="25505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1202" name="Rectangle 1201">
                  <a:extLst>
                    <a:ext uri="{FF2B5EF4-FFF2-40B4-BE49-F238E27FC236}">
                      <a16:creationId xmlns:a16="http://schemas.microsoft.com/office/drawing/2014/main" id="{4DE86478-9962-54BC-C260-55F4116627DD}"/>
                    </a:ext>
                  </a:extLst>
                </p:cNvPr>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3" name="Oval 15">
                  <a:extLst>
                    <a:ext uri="{FF2B5EF4-FFF2-40B4-BE49-F238E27FC236}">
                      <a16:creationId xmlns:a16="http://schemas.microsoft.com/office/drawing/2014/main" id="{6ED4561A-5743-9AA0-0B3D-9AB5D29C4745}"/>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04" name="Straight Connector 1203">
                  <a:extLst>
                    <a:ext uri="{FF2B5EF4-FFF2-40B4-BE49-F238E27FC236}">
                      <a16:creationId xmlns:a16="http://schemas.microsoft.com/office/drawing/2014/main" id="{2E1DB131-FCB2-CC10-4D95-92982FC99CA1}"/>
                    </a:ext>
                  </a:extLst>
                </p:cNvPr>
                <p:cNvCxnSpPr>
                  <a:cxnSpLocks/>
                  <a:stCxn id="1203"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05" name="Straight Connector 1204">
                  <a:extLst>
                    <a:ext uri="{FF2B5EF4-FFF2-40B4-BE49-F238E27FC236}">
                      <a16:creationId xmlns:a16="http://schemas.microsoft.com/office/drawing/2014/main" id="{06EB7529-6034-16FA-2981-006430EE03C6}"/>
                    </a:ext>
                  </a:extLst>
                </p:cNvPr>
                <p:cNvCxnSpPr>
                  <a:cxnSpLocks/>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51" name="Group 1250">
                <a:extLst>
                  <a:ext uri="{FF2B5EF4-FFF2-40B4-BE49-F238E27FC236}">
                    <a16:creationId xmlns:a16="http://schemas.microsoft.com/office/drawing/2014/main" id="{6D9818CE-2FC1-6028-8E49-0149EB8FDA8D}"/>
                  </a:ext>
                </a:extLst>
              </p:cNvPr>
              <p:cNvGrpSpPr/>
              <p:nvPr/>
            </p:nvGrpSpPr>
            <p:grpSpPr>
              <a:xfrm>
                <a:off x="-2128718" y="1945093"/>
                <a:ext cx="659122" cy="557216"/>
                <a:chOff x="2307084" y="1729816"/>
                <a:chExt cx="871904" cy="748695"/>
              </a:xfrm>
            </p:grpSpPr>
            <p:sp>
              <p:nvSpPr>
                <p:cNvPr id="1252" name="Rectangle 1251">
                  <a:extLst>
                    <a:ext uri="{FF2B5EF4-FFF2-40B4-BE49-F238E27FC236}">
                      <a16:creationId xmlns:a16="http://schemas.microsoft.com/office/drawing/2014/main" id="{E81499CB-3876-70E5-DFC7-7B18CD89B91E}"/>
                    </a:ext>
                  </a:extLst>
                </p:cNvPr>
                <p:cNvSpPr/>
                <p:nvPr/>
              </p:nvSpPr>
              <p:spPr>
                <a:xfrm>
                  <a:off x="230708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1253" name="Rectangle 1252">
                  <a:extLst>
                    <a:ext uri="{FF2B5EF4-FFF2-40B4-BE49-F238E27FC236}">
                      <a16:creationId xmlns:a16="http://schemas.microsoft.com/office/drawing/2014/main" id="{685411D1-A585-A306-46E6-64BFEAE6B1F3}"/>
                    </a:ext>
                  </a:extLst>
                </p:cNvPr>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54" name="Oval 15">
                  <a:extLst>
                    <a:ext uri="{FF2B5EF4-FFF2-40B4-BE49-F238E27FC236}">
                      <a16:creationId xmlns:a16="http://schemas.microsoft.com/office/drawing/2014/main" id="{24B4FEFA-3950-7922-812B-59083E8E8273}"/>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55" name="Straight Connector 1254">
                  <a:extLst>
                    <a:ext uri="{FF2B5EF4-FFF2-40B4-BE49-F238E27FC236}">
                      <a16:creationId xmlns:a16="http://schemas.microsoft.com/office/drawing/2014/main" id="{AB896677-AE51-0DEF-CD39-C33873C760AB}"/>
                    </a:ext>
                  </a:extLst>
                </p:cNvPr>
                <p:cNvCxnSpPr>
                  <a:cxnSpLocks/>
                  <a:stCxn id="1254"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56" name="Straight Connector 1255">
                  <a:extLst>
                    <a:ext uri="{FF2B5EF4-FFF2-40B4-BE49-F238E27FC236}">
                      <a16:creationId xmlns:a16="http://schemas.microsoft.com/office/drawing/2014/main" id="{B0947B28-1BBB-635D-107F-623304C54A66}"/>
                    </a:ext>
                  </a:extLst>
                </p:cNvPr>
                <p:cNvCxnSpPr>
                  <a:cxnSpLocks/>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11" name="Group 1310">
                <a:extLst>
                  <a:ext uri="{FF2B5EF4-FFF2-40B4-BE49-F238E27FC236}">
                    <a16:creationId xmlns:a16="http://schemas.microsoft.com/office/drawing/2014/main" id="{5E0BAF9C-3B5D-CF07-1861-B1A1A6212C9A}"/>
                  </a:ext>
                </a:extLst>
              </p:cNvPr>
              <p:cNvGrpSpPr/>
              <p:nvPr/>
            </p:nvGrpSpPr>
            <p:grpSpPr>
              <a:xfrm>
                <a:off x="-2128718" y="1287479"/>
                <a:ext cx="659122" cy="557216"/>
                <a:chOff x="2307084" y="909114"/>
                <a:chExt cx="871904" cy="748695"/>
              </a:xfrm>
            </p:grpSpPr>
            <p:sp>
              <p:nvSpPr>
                <p:cNvPr id="1312" name="Rectangle 1311">
                  <a:extLst>
                    <a:ext uri="{FF2B5EF4-FFF2-40B4-BE49-F238E27FC236}">
                      <a16:creationId xmlns:a16="http://schemas.microsoft.com/office/drawing/2014/main" id="{3756D197-295B-AA72-A6D4-198436DF203B}"/>
                    </a:ext>
                  </a:extLst>
                </p:cNvPr>
                <p:cNvSpPr/>
                <p:nvPr/>
              </p:nvSpPr>
              <p:spPr>
                <a:xfrm>
                  <a:off x="230708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5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13" name="Rectangle 1312">
                  <a:extLst>
                    <a:ext uri="{FF2B5EF4-FFF2-40B4-BE49-F238E27FC236}">
                      <a16:creationId xmlns:a16="http://schemas.microsoft.com/office/drawing/2014/main" id="{7CADA18D-C402-39B3-55F0-CB96C6812269}"/>
                    </a:ext>
                  </a:extLst>
                </p:cNvPr>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4" name="Oval 15">
                  <a:extLst>
                    <a:ext uri="{FF2B5EF4-FFF2-40B4-BE49-F238E27FC236}">
                      <a16:creationId xmlns:a16="http://schemas.microsoft.com/office/drawing/2014/main" id="{F71F4C3F-73CF-CAB8-3B7B-2E99CC2E3718}"/>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15" name="Straight Connector 1314">
                  <a:extLst>
                    <a:ext uri="{FF2B5EF4-FFF2-40B4-BE49-F238E27FC236}">
                      <a16:creationId xmlns:a16="http://schemas.microsoft.com/office/drawing/2014/main" id="{CA85305D-9953-1694-8AD5-7733A490C736}"/>
                    </a:ext>
                  </a:extLst>
                </p:cNvPr>
                <p:cNvCxnSpPr>
                  <a:cxnSpLocks/>
                  <a:stCxn id="1314"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16" name="Straight Connector 1315">
                  <a:extLst>
                    <a:ext uri="{FF2B5EF4-FFF2-40B4-BE49-F238E27FC236}">
                      <a16:creationId xmlns:a16="http://schemas.microsoft.com/office/drawing/2014/main" id="{BB24A457-72DB-CDAF-DEE0-48AE57C49417}"/>
                    </a:ext>
                  </a:extLst>
                </p:cNvPr>
                <p:cNvCxnSpPr>
                  <a:cxnSpLocks/>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06" name="Group 1405">
                <a:extLst>
                  <a:ext uri="{FF2B5EF4-FFF2-40B4-BE49-F238E27FC236}">
                    <a16:creationId xmlns:a16="http://schemas.microsoft.com/office/drawing/2014/main" id="{864E9FD6-A561-6AD5-29C0-C06A48848765}"/>
                  </a:ext>
                </a:extLst>
              </p:cNvPr>
              <p:cNvGrpSpPr/>
              <p:nvPr/>
            </p:nvGrpSpPr>
            <p:grpSpPr>
              <a:xfrm>
                <a:off x="-2128718" y="4575548"/>
                <a:ext cx="659750" cy="557217"/>
                <a:chOff x="324914" y="2550516"/>
                <a:chExt cx="872735" cy="748697"/>
              </a:xfrm>
            </p:grpSpPr>
            <p:sp>
              <p:nvSpPr>
                <p:cNvPr id="1407" name="Rectangle 1406">
                  <a:hlinkHover r:id="" action="ppaction://noaction" highlightClick="1"/>
                  <a:extLst>
                    <a:ext uri="{FF2B5EF4-FFF2-40B4-BE49-F238E27FC236}">
                      <a16:creationId xmlns:a16="http://schemas.microsoft.com/office/drawing/2014/main" id="{92784AA6-1907-B457-19BB-FC7DFB757E83}"/>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1408" name="Group 1407">
                  <a:extLst>
                    <a:ext uri="{FF2B5EF4-FFF2-40B4-BE49-F238E27FC236}">
                      <a16:creationId xmlns:a16="http://schemas.microsoft.com/office/drawing/2014/main" id="{49A5A047-77B2-46B0-3B4E-11A80B0B7AA6}"/>
                    </a:ext>
                  </a:extLst>
                </p:cNvPr>
                <p:cNvGrpSpPr/>
                <p:nvPr/>
              </p:nvGrpSpPr>
              <p:grpSpPr>
                <a:xfrm>
                  <a:off x="1040599" y="2550516"/>
                  <a:ext cx="157050" cy="157050"/>
                  <a:chOff x="1040599" y="2550516"/>
                  <a:chExt cx="157050" cy="157050"/>
                </a:xfrm>
              </p:grpSpPr>
              <p:sp>
                <p:nvSpPr>
                  <p:cNvPr id="1409" name="Diamond 1408">
                    <a:extLst>
                      <a:ext uri="{FF2B5EF4-FFF2-40B4-BE49-F238E27FC236}">
                        <a16:creationId xmlns:a16="http://schemas.microsoft.com/office/drawing/2014/main" id="{C046BA56-1D41-480D-A718-6B58C868F6F2}"/>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0" name="Oval 1409">
                    <a:extLst>
                      <a:ext uri="{FF2B5EF4-FFF2-40B4-BE49-F238E27FC236}">
                        <a16:creationId xmlns:a16="http://schemas.microsoft.com/office/drawing/2014/main" id="{EF5BB803-D4E3-F149-4CDF-7C3A840F7CF4}"/>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grpSp>
      <p:grpSp>
        <p:nvGrpSpPr>
          <p:cNvPr id="7" name="Group 6">
            <a:extLst>
              <a:ext uri="{FF2B5EF4-FFF2-40B4-BE49-F238E27FC236}">
                <a16:creationId xmlns:a16="http://schemas.microsoft.com/office/drawing/2014/main" id="{114E521F-F219-381D-7A9D-5A6795AC01D0}"/>
              </a:ext>
            </a:extLst>
          </p:cNvPr>
          <p:cNvGrpSpPr/>
          <p:nvPr/>
        </p:nvGrpSpPr>
        <p:grpSpPr>
          <a:xfrm>
            <a:off x="6420017" y="2566442"/>
            <a:ext cx="687904" cy="564202"/>
            <a:chOff x="4285226" y="903408"/>
            <a:chExt cx="871905" cy="724723"/>
          </a:xfrm>
        </p:grpSpPr>
        <p:sp>
          <p:nvSpPr>
            <p:cNvPr id="8" name="Rectangle 7">
              <a:extLst>
                <a:ext uri="{FF2B5EF4-FFF2-40B4-BE49-F238E27FC236}">
                  <a16:creationId xmlns:a16="http://schemas.microsoft.com/office/drawing/2014/main" id="{25B2E619-42A5-9B09-E6F2-D6192AB8345B}"/>
                </a:ext>
              </a:extLst>
            </p:cNvPr>
            <p:cNvSpPr/>
            <p:nvPr/>
          </p:nvSpPr>
          <p:spPr>
            <a:xfrm>
              <a:off x="4285226" y="903408"/>
              <a:ext cx="871904" cy="724723"/>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lvl="0" algn="ctr">
                <a:defRPr/>
              </a:pPr>
              <a:r>
                <a:rPr lang="en-GB" sz="500">
                  <a:solidFill>
                    <a:srgbClr val="1F4E79"/>
                  </a:solidFill>
                  <a:latin typeface="Century Gothic" panose="020B0502020202020204" pitchFamily="34" charset="0"/>
                </a:rPr>
                <a:t>Microsoft Entra Agent Identities</a:t>
              </a:r>
            </a:p>
          </p:txBody>
        </p:sp>
        <p:sp>
          <p:nvSpPr>
            <p:cNvPr id="9" name="Rectangle 8">
              <a:extLst>
                <a:ext uri="{FF2B5EF4-FFF2-40B4-BE49-F238E27FC236}">
                  <a16:creationId xmlns:a16="http://schemas.microsoft.com/office/drawing/2014/main" id="{9493422C-569B-FAAD-2B88-AF35E6226A5C}"/>
                </a:ext>
              </a:extLst>
            </p:cNvPr>
            <p:cNvSpPr/>
            <p:nvPr/>
          </p:nvSpPr>
          <p:spPr>
            <a:xfrm flipV="1">
              <a:off x="5036004" y="916254"/>
              <a:ext cx="121127"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Oval 15">
              <a:extLst>
                <a:ext uri="{FF2B5EF4-FFF2-40B4-BE49-F238E27FC236}">
                  <a16:creationId xmlns:a16="http://schemas.microsoft.com/office/drawing/2014/main" id="{59CCB785-9CF7-A3E5-A1A3-BAE69400FDFC}"/>
                </a:ext>
              </a:extLst>
            </p:cNvPr>
            <p:cNvSpPr/>
            <p:nvPr/>
          </p:nvSpPr>
          <p:spPr>
            <a:xfrm>
              <a:off x="5069116"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5B591A0E-1BE5-0E6E-947C-A0F42E2014B3}"/>
                </a:ext>
              </a:extLst>
            </p:cNvPr>
            <p:cNvCxnSpPr>
              <a:cxnSpLocks/>
              <a:stCxn id="10" idx="0"/>
            </p:cNvCxnSpPr>
            <p:nvPr/>
          </p:nvCxnSpPr>
          <p:spPr>
            <a:xfrm flipV="1">
              <a:off x="5076002"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 name="Straight Connector 11">
              <a:extLst>
                <a:ext uri="{FF2B5EF4-FFF2-40B4-BE49-F238E27FC236}">
                  <a16:creationId xmlns:a16="http://schemas.microsoft.com/office/drawing/2014/main" id="{3B98BD71-850D-915F-B6ED-957D7F7449BC}"/>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sp>
        <p:nvSpPr>
          <p:cNvPr id="19" name="Rectangle 18">
            <a:hlinkHover r:id="" action="ppaction://noaction" highlightClick="1"/>
            <a:extLst>
              <a:ext uri="{FF2B5EF4-FFF2-40B4-BE49-F238E27FC236}">
                <a16:creationId xmlns:a16="http://schemas.microsoft.com/office/drawing/2014/main" id="{3AE87D68-7151-A266-3D4D-BBB8FAFA4AF8}"/>
              </a:ext>
            </a:extLst>
          </p:cNvPr>
          <p:cNvSpPr/>
          <p:nvPr/>
        </p:nvSpPr>
        <p:spPr>
          <a:xfrm>
            <a:off x="3392066" y="3887233"/>
            <a:ext cx="687903" cy="564203"/>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500">
                <a:solidFill>
                  <a:srgbClr val="1F4E79"/>
                </a:solidFill>
                <a:latin typeface="Century Gothic" panose="020B0502020202020204" pitchFamily="34" charset="0"/>
              </a:rPr>
              <a:t>Microsoft Entra Workload Identities</a:t>
            </a:r>
          </a:p>
        </p:txBody>
      </p:sp>
      <p:sp>
        <p:nvSpPr>
          <p:cNvPr id="20" name="Oval 19">
            <a:extLst>
              <a:ext uri="{FF2B5EF4-FFF2-40B4-BE49-F238E27FC236}">
                <a16:creationId xmlns:a16="http://schemas.microsoft.com/office/drawing/2014/main" id="{561BC499-5066-4C9F-2493-9D02D86112FE}"/>
              </a:ext>
            </a:extLst>
          </p:cNvPr>
          <p:cNvSpPr/>
          <p:nvPr/>
        </p:nvSpPr>
        <p:spPr>
          <a:xfrm>
            <a:off x="3939586" y="3897575"/>
            <a:ext cx="128565" cy="87725"/>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Isosceles Triangle 648">
            <a:extLst>
              <a:ext uri="{FF2B5EF4-FFF2-40B4-BE49-F238E27FC236}">
                <a16:creationId xmlns:a16="http://schemas.microsoft.com/office/drawing/2014/main" id="{72CADA98-FF1F-6CB9-C7D3-DFB679A3A090}"/>
              </a:ext>
            </a:extLst>
          </p:cNvPr>
          <p:cNvSpPr/>
          <p:nvPr/>
        </p:nvSpPr>
        <p:spPr>
          <a:xfrm>
            <a:off x="3966651" y="3911088"/>
            <a:ext cx="65409" cy="57892"/>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4ED3B0BC-F5D4-3DD1-FD25-6A6F185C7D4F}"/>
              </a:ext>
            </a:extLst>
          </p:cNvPr>
          <p:cNvGrpSpPr/>
          <p:nvPr/>
        </p:nvGrpSpPr>
        <p:grpSpPr>
          <a:xfrm>
            <a:off x="6447043" y="1255617"/>
            <a:ext cx="687904" cy="564202"/>
            <a:chOff x="4285226" y="903408"/>
            <a:chExt cx="871905" cy="724723"/>
          </a:xfrm>
        </p:grpSpPr>
        <p:sp>
          <p:nvSpPr>
            <p:cNvPr id="4" name="Rectangle 3">
              <a:extLst>
                <a:ext uri="{FF2B5EF4-FFF2-40B4-BE49-F238E27FC236}">
                  <a16:creationId xmlns:a16="http://schemas.microsoft.com/office/drawing/2014/main" id="{2F6364CA-6BF7-E115-5ED1-46F8A52D864C}"/>
                </a:ext>
              </a:extLst>
            </p:cNvPr>
            <p:cNvSpPr/>
            <p:nvPr/>
          </p:nvSpPr>
          <p:spPr>
            <a:xfrm>
              <a:off x="4285226" y="903408"/>
              <a:ext cx="871904" cy="724723"/>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500">
                  <a:solidFill>
                    <a:srgbClr val="1F4E79"/>
                  </a:solidFill>
                  <a:latin typeface="Century Gothic" panose="020B0502020202020204" pitchFamily="34" charset="0"/>
                </a:rPr>
                <a:t>Microsoft Data Security Posture Management</a:t>
              </a:r>
            </a:p>
          </p:txBody>
        </p:sp>
        <p:sp>
          <p:nvSpPr>
            <p:cNvPr id="5" name="Rectangle 4">
              <a:extLst>
                <a:ext uri="{FF2B5EF4-FFF2-40B4-BE49-F238E27FC236}">
                  <a16:creationId xmlns:a16="http://schemas.microsoft.com/office/drawing/2014/main" id="{7BE20677-DFC7-6FED-B6C0-03726264B314}"/>
                </a:ext>
              </a:extLst>
            </p:cNvPr>
            <p:cNvSpPr/>
            <p:nvPr/>
          </p:nvSpPr>
          <p:spPr>
            <a:xfrm flipV="1">
              <a:off x="5036004" y="916254"/>
              <a:ext cx="121127"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Oval 15">
              <a:extLst>
                <a:ext uri="{FF2B5EF4-FFF2-40B4-BE49-F238E27FC236}">
                  <a16:creationId xmlns:a16="http://schemas.microsoft.com/office/drawing/2014/main" id="{3063EA41-844D-1C53-DBE7-ED652BE56A52}"/>
                </a:ext>
              </a:extLst>
            </p:cNvPr>
            <p:cNvSpPr/>
            <p:nvPr/>
          </p:nvSpPr>
          <p:spPr>
            <a:xfrm>
              <a:off x="5069116"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 name="Straight Connector 12">
              <a:extLst>
                <a:ext uri="{FF2B5EF4-FFF2-40B4-BE49-F238E27FC236}">
                  <a16:creationId xmlns:a16="http://schemas.microsoft.com/office/drawing/2014/main" id="{855F8052-FAEA-C83C-B963-FEC00FF81500}"/>
                </a:ext>
              </a:extLst>
            </p:cNvPr>
            <p:cNvCxnSpPr>
              <a:cxnSpLocks/>
              <a:stCxn id="6" idx="0"/>
            </p:cNvCxnSpPr>
            <p:nvPr/>
          </p:nvCxnSpPr>
          <p:spPr>
            <a:xfrm flipV="1">
              <a:off x="5076002"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 name="Straight Connector 13">
              <a:extLst>
                <a:ext uri="{FF2B5EF4-FFF2-40B4-BE49-F238E27FC236}">
                  <a16:creationId xmlns:a16="http://schemas.microsoft.com/office/drawing/2014/main" id="{B5029AFB-83D1-2B61-C8F7-577D8D954F9F}"/>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pic>
        <p:nvPicPr>
          <p:cNvPr id="15" name="Picture 14">
            <a:hlinkClick r:id="rId7" action="ppaction://hlinksldjump"/>
            <a:extLst>
              <a:ext uri="{FF2B5EF4-FFF2-40B4-BE49-F238E27FC236}">
                <a16:creationId xmlns:a16="http://schemas.microsoft.com/office/drawing/2014/main" id="{E2AEAF39-FE73-E5BB-3CDD-7C74B3BB369B}"/>
              </a:ext>
            </a:extLst>
          </p:cNvPr>
          <p:cNvPicPr>
            <a:picLocks noChangeAspect="1"/>
          </p:cNvPicPr>
          <p:nvPr/>
        </p:nvPicPr>
        <p:blipFill>
          <a:blip r:embed="rId8"/>
          <a:stretch>
            <a:fillRect/>
          </a:stretch>
        </p:blipFill>
        <p:spPr>
          <a:xfrm>
            <a:off x="0" y="0"/>
            <a:ext cx="211626" cy="6858000"/>
          </a:xfrm>
          <a:prstGeom prst="rect">
            <a:avLst/>
          </a:prstGeom>
        </p:spPr>
      </p:pic>
      <p:grpSp>
        <p:nvGrpSpPr>
          <p:cNvPr id="17" name="Group 16">
            <a:extLst>
              <a:ext uri="{FF2B5EF4-FFF2-40B4-BE49-F238E27FC236}">
                <a16:creationId xmlns:a16="http://schemas.microsoft.com/office/drawing/2014/main" id="{C5A5000A-9C70-B2E1-6C62-8BFBC0013C4F}"/>
              </a:ext>
            </a:extLst>
          </p:cNvPr>
          <p:cNvGrpSpPr/>
          <p:nvPr/>
        </p:nvGrpSpPr>
        <p:grpSpPr>
          <a:xfrm>
            <a:off x="9646749" y="5203612"/>
            <a:ext cx="651353" cy="548938"/>
            <a:chOff x="10291492" y="132421"/>
            <a:chExt cx="787454" cy="674080"/>
          </a:xfrm>
        </p:grpSpPr>
        <p:sp>
          <p:nvSpPr>
            <p:cNvPr id="22" name="Rectangle 21">
              <a:hlinkHover r:id="" action="ppaction://noaction" highlightClick="1"/>
              <a:extLst>
                <a:ext uri="{FF2B5EF4-FFF2-40B4-BE49-F238E27FC236}">
                  <a16:creationId xmlns:a16="http://schemas.microsoft.com/office/drawing/2014/main" id="{E1C77388-7BA0-9B88-4C21-42EFD7CB5657}"/>
                </a:ext>
              </a:extLst>
            </p:cNvPr>
            <p:cNvSpPr/>
            <p:nvPr/>
          </p:nvSpPr>
          <p:spPr>
            <a:xfrm>
              <a:off x="10291492" y="132421"/>
              <a:ext cx="787454" cy="674080"/>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500" dirty="0">
                  <a:solidFill>
                    <a:srgbClr val="1F4E79"/>
                  </a:solidFill>
                  <a:latin typeface="Century Gothic" panose="020B0502020202020204" pitchFamily="34" charset="0"/>
                </a:rPr>
                <a:t>Microsoft Agent 365</a:t>
              </a:r>
            </a:p>
          </p:txBody>
        </p:sp>
        <p:sp>
          <p:nvSpPr>
            <p:cNvPr id="23" name="Diamond 22">
              <a:extLst>
                <a:ext uri="{FF2B5EF4-FFF2-40B4-BE49-F238E27FC236}">
                  <a16:creationId xmlns:a16="http://schemas.microsoft.com/office/drawing/2014/main" id="{5E0EAB48-E12E-716C-D24D-CC52F2A5EEC5}"/>
                </a:ext>
              </a:extLst>
            </p:cNvPr>
            <p:cNvSpPr/>
            <p:nvPr/>
          </p:nvSpPr>
          <p:spPr>
            <a:xfrm>
              <a:off x="10906030" y="132421"/>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Oval 23">
              <a:extLst>
                <a:ext uri="{FF2B5EF4-FFF2-40B4-BE49-F238E27FC236}">
                  <a16:creationId xmlns:a16="http://schemas.microsoft.com/office/drawing/2014/main" id="{1A25F4FD-6F76-B29B-6A80-AF3CFF1365F3}"/>
                </a:ext>
              </a:extLst>
            </p:cNvPr>
            <p:cNvSpPr/>
            <p:nvPr/>
          </p:nvSpPr>
          <p:spPr>
            <a:xfrm>
              <a:off x="10950447" y="169824"/>
              <a:ext cx="68218"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79972597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3" name="Rectangle 72">
            <a:extLst>
              <a:ext uri="{FF2B5EF4-FFF2-40B4-BE49-F238E27FC236}">
                <a16:creationId xmlns:a16="http://schemas.microsoft.com/office/drawing/2014/main" id="{24A4FAB5-A4A7-4A5A-B094-DA8BF1E76F3B}"/>
              </a:ext>
            </a:extLst>
          </p:cNvPr>
          <p:cNvSpPr/>
          <p:nvPr/>
        </p:nvSpPr>
        <p:spPr bwMode="auto">
          <a:xfrm>
            <a:off x="5018521" y="1383951"/>
            <a:ext cx="6588307" cy="501786"/>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ctr" anchorCtr="0" forceAA="0" compatLnSpc="1">
            <a:prstTxWarp prst="textNoShape">
              <a:avLst/>
            </a:prstTxWarp>
            <a:noAutofit/>
          </a:bodyPr>
          <a:lstStyle/>
          <a:p>
            <a:pPr marL="0" marR="0" lvl="0" indent="0" algn="ctr" defTabSz="932293"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a:ln>
                  <a:noFill/>
                </a:ln>
                <a:gradFill>
                  <a:gsLst>
                    <a:gs pos="0">
                      <a:srgbClr val="FFFFFF"/>
                    </a:gs>
                    <a:gs pos="100000">
                      <a:srgbClr val="FFFFFF"/>
                    </a:gs>
                  </a:gsLst>
                  <a:lin ang="5400000" scaled="0"/>
                </a:gradFill>
                <a:effectLst/>
                <a:uLnTx/>
                <a:uFillTx/>
                <a:latin typeface="Segoe Pro Display"/>
                <a:ea typeface="Segoe UI" pitchFamily="34" charset="0"/>
                <a:cs typeface="Segoe UI" pitchFamily="34" charset="0"/>
              </a:rPr>
              <a:t>ADVANCED SECURITY</a:t>
            </a:r>
          </a:p>
        </p:txBody>
      </p:sp>
      <p:sp>
        <p:nvSpPr>
          <p:cNvPr id="3" name="Rectangle 2">
            <a:extLst>
              <a:ext uri="{FF2B5EF4-FFF2-40B4-BE49-F238E27FC236}">
                <a16:creationId xmlns:a16="http://schemas.microsoft.com/office/drawing/2014/main" id="{669EA16D-8B0E-4E33-A5E6-09D7AEA4D2C0}"/>
              </a:ext>
            </a:extLst>
          </p:cNvPr>
          <p:cNvSpPr/>
          <p:nvPr/>
        </p:nvSpPr>
        <p:spPr bwMode="auto">
          <a:xfrm>
            <a:off x="646588" y="1379192"/>
            <a:ext cx="4162441" cy="501786"/>
          </a:xfrm>
          <a:prstGeom prst="rect">
            <a:avLst/>
          </a:prstGeom>
          <a:solidFill>
            <a:srgbClr val="FFB9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ctr" anchorCtr="0" forceAA="0" compatLnSpc="1">
            <a:prstTxWarp prst="textNoShape">
              <a:avLst/>
            </a:prstTxWarp>
            <a:noAutofit/>
          </a:bodyPr>
          <a:lstStyle/>
          <a:p>
            <a:pPr marL="0" marR="0" lvl="0" indent="0" algn="ctr" defTabSz="932293"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a:ln>
                  <a:noFill/>
                </a:ln>
                <a:gradFill>
                  <a:gsLst>
                    <a:gs pos="0">
                      <a:srgbClr val="FFFFFF"/>
                    </a:gs>
                    <a:gs pos="100000">
                      <a:srgbClr val="FFFFFF"/>
                    </a:gs>
                  </a:gsLst>
                  <a:lin ang="5400000" scaled="0"/>
                </a:gradFill>
                <a:effectLst/>
                <a:uLnTx/>
                <a:uFillTx/>
                <a:latin typeface="Segoe Pro Display"/>
                <a:ea typeface="Segoe UI" pitchFamily="34" charset="0"/>
                <a:cs typeface="Segoe UI" pitchFamily="34" charset="0"/>
              </a:rPr>
              <a:t>FOUNDATIONAL SECURITY</a:t>
            </a:r>
          </a:p>
        </p:txBody>
      </p:sp>
      <p:cxnSp>
        <p:nvCxnSpPr>
          <p:cNvPr id="146" name="Straight Connector 145">
            <a:extLst>
              <a:ext uri="{FF2B5EF4-FFF2-40B4-BE49-F238E27FC236}">
                <a16:creationId xmlns:a16="http://schemas.microsoft.com/office/drawing/2014/main" id="{38B79E7D-BBEF-4B4C-B8F0-C2278DA1FB17}"/>
              </a:ext>
              <a:ext uri="{C183D7F6-B498-43B3-948B-1728B52AA6E4}">
                <adec:decorative xmlns:adec="http://schemas.microsoft.com/office/drawing/2017/decorative" val="1"/>
              </a:ext>
            </a:extLst>
          </p:cNvPr>
          <p:cNvCxnSpPr>
            <a:cxnSpLocks/>
          </p:cNvCxnSpPr>
          <p:nvPr/>
        </p:nvCxnSpPr>
        <p:spPr>
          <a:xfrm>
            <a:off x="7493098" y="2441678"/>
            <a:ext cx="0" cy="2843597"/>
          </a:xfrm>
          <a:prstGeom prst="line">
            <a:avLst/>
          </a:prstGeom>
          <a:ln w="19050">
            <a:solidFill>
              <a:schemeClr val="bg1">
                <a:lumMod val="75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FBDF2A49-36CE-480D-86BF-4CF09C8132AF}"/>
              </a:ext>
              <a:ext uri="{C183D7F6-B498-43B3-948B-1728B52AA6E4}">
                <adec:decorative xmlns:adec="http://schemas.microsoft.com/office/drawing/2017/decorative" val="1"/>
              </a:ext>
            </a:extLst>
          </p:cNvPr>
          <p:cNvCxnSpPr>
            <a:cxnSpLocks/>
          </p:cNvCxnSpPr>
          <p:nvPr/>
        </p:nvCxnSpPr>
        <p:spPr>
          <a:xfrm flipH="1">
            <a:off x="6966335" y="4330007"/>
            <a:ext cx="534868" cy="0"/>
          </a:xfrm>
          <a:prstGeom prst="line">
            <a:avLst/>
          </a:prstGeom>
          <a:ln w="19050">
            <a:solidFill>
              <a:schemeClr val="bg1">
                <a:lumMod val="75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sp>
        <p:nvSpPr>
          <p:cNvPr id="95" name="Oval 94">
            <a:hlinkClick r:id="rId3" action="ppaction://hlinksldjump"/>
            <a:extLst>
              <a:ext uri="{FF2B5EF4-FFF2-40B4-BE49-F238E27FC236}">
                <a16:creationId xmlns:a16="http://schemas.microsoft.com/office/drawing/2014/main" id="{6E6565B2-F99A-4129-BAF1-8BB14F14DBC5}"/>
              </a:ext>
            </a:extLst>
          </p:cNvPr>
          <p:cNvSpPr/>
          <p:nvPr/>
        </p:nvSpPr>
        <p:spPr bwMode="auto">
          <a:xfrm>
            <a:off x="2118165" y="5250337"/>
            <a:ext cx="880995" cy="880995"/>
          </a:xfrm>
          <a:prstGeom prst="ellipse">
            <a:avLst/>
          </a:prstGeom>
          <a:solidFill>
            <a:schemeClr val="bg1"/>
          </a:solidFill>
          <a:ln>
            <a:noFill/>
            <a:headEnd type="none" w="med" len="med"/>
            <a:tailEnd type="none" w="med" len="med"/>
          </a:ln>
          <a:effectLst>
            <a:outerShdw blurRad="254000" dist="50800" dir="2700000" algn="ctr" rotWithShape="0">
              <a:srgbClr val="000000">
                <a:alpha val="25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3" rIns="182828" bIns="146263" numCol="1" spcCol="0" rtlCol="0" fromWordArt="0" anchor="t" anchorCtr="0" forceAA="0" compatLnSpc="1">
            <a:prstTxWarp prst="textNoShape">
              <a:avLst/>
            </a:prstTxWarp>
            <a:noAutofit/>
          </a:bodyPr>
          <a:lstStyle/>
          <a:p>
            <a:pPr marL="0" marR="0" lvl="0" indent="0" algn="l" defTabSz="932205" rtl="0" eaLnBrk="1" fontAlgn="auto" latinLnBrk="0" hangingPunct="1">
              <a:lnSpc>
                <a:spcPct val="100000"/>
              </a:lnSpc>
              <a:spcBef>
                <a:spcPct val="0"/>
              </a:spcBef>
              <a:spcAft>
                <a:spcPts val="1199"/>
              </a:spcAft>
              <a:buClrTx/>
              <a:buSzTx/>
              <a:buFontTx/>
              <a:buNone/>
              <a:tabLst/>
              <a:defRPr/>
            </a:pPr>
            <a:endParaRPr kumimoji="0" lang="en-US" sz="1630" b="0" i="0" u="none" strike="noStrike" kern="1200" cap="none" spc="0" normalizeH="0" baseline="0" noProof="0" err="1">
              <a:ln w="3175">
                <a:noFill/>
              </a:ln>
              <a:gradFill>
                <a:gsLst>
                  <a:gs pos="0">
                    <a:srgbClr val="0078D4"/>
                  </a:gs>
                  <a:gs pos="100000">
                    <a:srgbClr val="0078D4"/>
                  </a:gs>
                </a:gsLst>
                <a:lin ang="5400000" scaled="0"/>
              </a:gradFill>
              <a:effectLst/>
              <a:uLnTx/>
              <a:uFillTx/>
              <a:latin typeface="Segoe UI Semibold"/>
              <a:ea typeface="+mn-ea"/>
              <a:cs typeface="Segoe UI Semilight" panose="020B0402040204020203" pitchFamily="34" charset="0"/>
            </a:endParaRPr>
          </a:p>
        </p:txBody>
      </p:sp>
      <p:grpSp>
        <p:nvGrpSpPr>
          <p:cNvPr id="97" name="Group 96">
            <a:extLst>
              <a:ext uri="{FF2B5EF4-FFF2-40B4-BE49-F238E27FC236}">
                <a16:creationId xmlns:a16="http://schemas.microsoft.com/office/drawing/2014/main" id="{AB0184CD-D8DF-4EF1-A23B-3CFD89A49945}"/>
              </a:ext>
            </a:extLst>
          </p:cNvPr>
          <p:cNvGrpSpPr/>
          <p:nvPr/>
        </p:nvGrpSpPr>
        <p:grpSpPr>
          <a:xfrm>
            <a:off x="2328715" y="5475183"/>
            <a:ext cx="452924" cy="384302"/>
            <a:chOff x="1350170" y="3241579"/>
            <a:chExt cx="493032" cy="418332"/>
          </a:xfrm>
        </p:grpSpPr>
        <p:sp>
          <p:nvSpPr>
            <p:cNvPr id="103" name="Freeform 17">
              <a:extLst>
                <a:ext uri="{FF2B5EF4-FFF2-40B4-BE49-F238E27FC236}">
                  <a16:creationId xmlns:a16="http://schemas.microsoft.com/office/drawing/2014/main" id="{A141134B-9C5C-4CAA-9C2A-0700CA0B2648}"/>
                </a:ext>
              </a:extLst>
            </p:cNvPr>
            <p:cNvSpPr>
              <a:spLocks noEditPoints="1"/>
            </p:cNvSpPr>
            <p:nvPr/>
          </p:nvSpPr>
          <p:spPr bwMode="auto">
            <a:xfrm>
              <a:off x="1673255" y="3241579"/>
              <a:ext cx="169947" cy="298809"/>
            </a:xfrm>
            <a:custGeom>
              <a:avLst/>
              <a:gdLst>
                <a:gd name="T0" fmla="*/ 92 w 147"/>
                <a:gd name="T1" fmla="*/ 238 h 257"/>
                <a:gd name="T2" fmla="*/ 92 w 147"/>
                <a:gd name="T3" fmla="*/ 238 h 257"/>
                <a:gd name="T4" fmla="*/ 55 w 147"/>
                <a:gd name="T5" fmla="*/ 238 h 257"/>
                <a:gd name="T6" fmla="*/ 55 w 147"/>
                <a:gd name="T7" fmla="*/ 220 h 257"/>
                <a:gd name="T8" fmla="*/ 92 w 147"/>
                <a:gd name="T9" fmla="*/ 220 h 257"/>
                <a:gd name="T10" fmla="*/ 92 w 147"/>
                <a:gd name="T11" fmla="*/ 238 h 257"/>
                <a:gd name="T12" fmla="*/ 138 w 147"/>
                <a:gd name="T13" fmla="*/ 0 h 257"/>
                <a:gd name="T14" fmla="*/ 138 w 147"/>
                <a:gd name="T15" fmla="*/ 0 h 257"/>
                <a:gd name="T16" fmla="*/ 10 w 147"/>
                <a:gd name="T17" fmla="*/ 0 h 257"/>
                <a:gd name="T18" fmla="*/ 0 w 147"/>
                <a:gd name="T19" fmla="*/ 9 h 257"/>
                <a:gd name="T20" fmla="*/ 0 w 147"/>
                <a:gd name="T21" fmla="*/ 248 h 257"/>
                <a:gd name="T22" fmla="*/ 10 w 147"/>
                <a:gd name="T23" fmla="*/ 257 h 257"/>
                <a:gd name="T24" fmla="*/ 138 w 147"/>
                <a:gd name="T25" fmla="*/ 257 h 257"/>
                <a:gd name="T26" fmla="*/ 147 w 147"/>
                <a:gd name="T27" fmla="*/ 248 h 257"/>
                <a:gd name="T28" fmla="*/ 147 w 147"/>
                <a:gd name="T29" fmla="*/ 9 h 257"/>
                <a:gd name="T30" fmla="*/ 138 w 147"/>
                <a:gd name="T31"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7" h="257">
                  <a:moveTo>
                    <a:pt x="92" y="238"/>
                  </a:moveTo>
                  <a:lnTo>
                    <a:pt x="92" y="238"/>
                  </a:lnTo>
                  <a:lnTo>
                    <a:pt x="55" y="238"/>
                  </a:lnTo>
                  <a:lnTo>
                    <a:pt x="55" y="220"/>
                  </a:lnTo>
                  <a:lnTo>
                    <a:pt x="92" y="220"/>
                  </a:lnTo>
                  <a:lnTo>
                    <a:pt x="92" y="238"/>
                  </a:lnTo>
                  <a:close/>
                  <a:moveTo>
                    <a:pt x="138" y="0"/>
                  </a:moveTo>
                  <a:lnTo>
                    <a:pt x="138" y="0"/>
                  </a:lnTo>
                  <a:lnTo>
                    <a:pt x="10" y="0"/>
                  </a:lnTo>
                  <a:cubicBezTo>
                    <a:pt x="5" y="0"/>
                    <a:pt x="0" y="4"/>
                    <a:pt x="0" y="9"/>
                  </a:cubicBezTo>
                  <a:lnTo>
                    <a:pt x="0" y="248"/>
                  </a:lnTo>
                  <a:cubicBezTo>
                    <a:pt x="0" y="253"/>
                    <a:pt x="5" y="257"/>
                    <a:pt x="10" y="257"/>
                  </a:cubicBezTo>
                  <a:lnTo>
                    <a:pt x="138" y="257"/>
                  </a:lnTo>
                  <a:cubicBezTo>
                    <a:pt x="143" y="257"/>
                    <a:pt x="147" y="253"/>
                    <a:pt x="147" y="248"/>
                  </a:cubicBezTo>
                  <a:lnTo>
                    <a:pt x="147" y="9"/>
                  </a:lnTo>
                  <a:cubicBezTo>
                    <a:pt x="147" y="4"/>
                    <a:pt x="143" y="0"/>
                    <a:pt x="138" y="0"/>
                  </a:cubicBezTo>
                  <a:close/>
                </a:path>
              </a:pathLst>
            </a:custGeom>
            <a:solidFill>
              <a:srgbClr val="D2D2D2"/>
            </a:solidFill>
            <a:ln w="0">
              <a:noFill/>
              <a:prstDash val="solid"/>
              <a:round/>
              <a:headEnd/>
              <a:tailEnd/>
            </a:ln>
          </p:spPr>
          <p:txBody>
            <a:bodyPr vert="horz" wrap="square" lIns="107540" tIns="53771" rIns="107540" bIns="53771" numCol="1" anchor="t" anchorCtr="0" compatLnSpc="1">
              <a:prstTxWarp prst="textNoShape">
                <a:avLst/>
              </a:prstTxWarp>
            </a:bodyPr>
            <a:lstStyle/>
            <a:p>
              <a:pPr marL="0" marR="0" lvl="0" indent="0" algn="l" defTabSz="914016" rtl="0" eaLnBrk="1" fontAlgn="auto" latinLnBrk="0" hangingPunct="1">
                <a:lnSpc>
                  <a:spcPct val="100000"/>
                </a:lnSpc>
                <a:spcBef>
                  <a:spcPts val="0"/>
                </a:spcBef>
                <a:spcAft>
                  <a:spcPts val="0"/>
                </a:spcAft>
                <a:buClrTx/>
                <a:buSzTx/>
                <a:buFontTx/>
                <a:buNone/>
                <a:tabLst/>
                <a:defRPr/>
              </a:pPr>
              <a:endParaRPr kumimoji="0" lang="en-US" sz="1567" b="0" i="0" u="none" strike="noStrike" kern="1200" cap="none" spc="0" normalizeH="0" baseline="0" noProof="0">
                <a:ln>
                  <a:noFill/>
                </a:ln>
                <a:solidFill>
                  <a:srgbClr val="3C3C41"/>
                </a:solidFill>
                <a:effectLst/>
                <a:uLnTx/>
                <a:uFillTx/>
                <a:latin typeface="Segoe UI"/>
                <a:ea typeface="+mn-ea"/>
                <a:cs typeface="+mn-cs"/>
              </a:endParaRPr>
            </a:p>
          </p:txBody>
        </p:sp>
        <p:sp>
          <p:nvSpPr>
            <p:cNvPr id="104" name="Freeform 18">
              <a:extLst>
                <a:ext uri="{FF2B5EF4-FFF2-40B4-BE49-F238E27FC236}">
                  <a16:creationId xmlns:a16="http://schemas.microsoft.com/office/drawing/2014/main" id="{CB232CC4-3400-46FF-AF80-0E3240486B63}"/>
                </a:ext>
              </a:extLst>
            </p:cNvPr>
            <p:cNvSpPr>
              <a:spLocks noEditPoints="1"/>
            </p:cNvSpPr>
            <p:nvPr/>
          </p:nvSpPr>
          <p:spPr bwMode="auto">
            <a:xfrm>
              <a:off x="1350170" y="3351765"/>
              <a:ext cx="433271" cy="308146"/>
            </a:xfrm>
            <a:custGeom>
              <a:avLst/>
              <a:gdLst>
                <a:gd name="T0" fmla="*/ 159 w 373"/>
                <a:gd name="T1" fmla="*/ 213 h 266"/>
                <a:gd name="T2" fmla="*/ 159 w 373"/>
                <a:gd name="T3" fmla="*/ 213 h 266"/>
                <a:gd name="T4" fmla="*/ 213 w 373"/>
                <a:gd name="T5" fmla="*/ 213 h 266"/>
                <a:gd name="T6" fmla="*/ 213 w 373"/>
                <a:gd name="T7" fmla="*/ 240 h 266"/>
                <a:gd name="T8" fmla="*/ 159 w 373"/>
                <a:gd name="T9" fmla="*/ 240 h 266"/>
                <a:gd name="T10" fmla="*/ 159 w 373"/>
                <a:gd name="T11" fmla="*/ 213 h 266"/>
                <a:gd name="T12" fmla="*/ 12 w 373"/>
                <a:gd name="T13" fmla="*/ 266 h 266"/>
                <a:gd name="T14" fmla="*/ 12 w 373"/>
                <a:gd name="T15" fmla="*/ 266 h 266"/>
                <a:gd name="T16" fmla="*/ 360 w 373"/>
                <a:gd name="T17" fmla="*/ 266 h 266"/>
                <a:gd name="T18" fmla="*/ 373 w 373"/>
                <a:gd name="T19" fmla="*/ 254 h 266"/>
                <a:gd name="T20" fmla="*/ 373 w 373"/>
                <a:gd name="T21" fmla="*/ 189 h 266"/>
                <a:gd name="T22" fmla="*/ 289 w 373"/>
                <a:gd name="T23" fmla="*/ 189 h 266"/>
                <a:gd name="T24" fmla="*/ 253 w 373"/>
                <a:gd name="T25" fmla="*/ 154 h 266"/>
                <a:gd name="T26" fmla="*/ 253 w 373"/>
                <a:gd name="T27" fmla="*/ 0 h 266"/>
                <a:gd name="T28" fmla="*/ 12 w 373"/>
                <a:gd name="T29" fmla="*/ 0 h 266"/>
                <a:gd name="T30" fmla="*/ 0 w 373"/>
                <a:gd name="T31" fmla="*/ 13 h 266"/>
                <a:gd name="T32" fmla="*/ 0 w 373"/>
                <a:gd name="T33" fmla="*/ 254 h 266"/>
                <a:gd name="T34" fmla="*/ 12 w 373"/>
                <a:gd name="T35"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3" h="266">
                  <a:moveTo>
                    <a:pt x="159" y="213"/>
                  </a:moveTo>
                  <a:lnTo>
                    <a:pt x="159" y="213"/>
                  </a:lnTo>
                  <a:lnTo>
                    <a:pt x="213" y="213"/>
                  </a:lnTo>
                  <a:lnTo>
                    <a:pt x="213" y="240"/>
                  </a:lnTo>
                  <a:lnTo>
                    <a:pt x="159" y="240"/>
                  </a:lnTo>
                  <a:lnTo>
                    <a:pt x="159" y="213"/>
                  </a:lnTo>
                  <a:close/>
                  <a:moveTo>
                    <a:pt x="12" y="266"/>
                  </a:moveTo>
                  <a:lnTo>
                    <a:pt x="12" y="266"/>
                  </a:lnTo>
                  <a:lnTo>
                    <a:pt x="360" y="266"/>
                  </a:lnTo>
                  <a:cubicBezTo>
                    <a:pt x="367" y="266"/>
                    <a:pt x="373" y="261"/>
                    <a:pt x="373" y="254"/>
                  </a:cubicBezTo>
                  <a:lnTo>
                    <a:pt x="373" y="189"/>
                  </a:lnTo>
                  <a:lnTo>
                    <a:pt x="289" y="189"/>
                  </a:lnTo>
                  <a:cubicBezTo>
                    <a:pt x="269" y="189"/>
                    <a:pt x="253" y="173"/>
                    <a:pt x="253" y="154"/>
                  </a:cubicBezTo>
                  <a:lnTo>
                    <a:pt x="253" y="0"/>
                  </a:lnTo>
                  <a:lnTo>
                    <a:pt x="12" y="0"/>
                  </a:lnTo>
                  <a:cubicBezTo>
                    <a:pt x="5" y="0"/>
                    <a:pt x="0" y="6"/>
                    <a:pt x="0" y="13"/>
                  </a:cubicBezTo>
                  <a:lnTo>
                    <a:pt x="0" y="254"/>
                  </a:lnTo>
                  <a:cubicBezTo>
                    <a:pt x="0" y="261"/>
                    <a:pt x="5" y="266"/>
                    <a:pt x="12" y="266"/>
                  </a:cubicBezTo>
                  <a:close/>
                </a:path>
              </a:pathLst>
            </a:custGeom>
            <a:solidFill>
              <a:schemeClr val="accent1"/>
            </a:solidFill>
            <a:ln w="0">
              <a:noFill/>
              <a:prstDash val="solid"/>
              <a:round/>
              <a:headEnd/>
              <a:tailEnd/>
            </a:ln>
          </p:spPr>
          <p:txBody>
            <a:bodyPr vert="horz" wrap="square" lIns="107540" tIns="53771" rIns="107540" bIns="53771" numCol="1" anchor="t" anchorCtr="0" compatLnSpc="1">
              <a:prstTxWarp prst="textNoShape">
                <a:avLst/>
              </a:prstTxWarp>
            </a:bodyPr>
            <a:lstStyle/>
            <a:p>
              <a:pPr marL="0" marR="0" lvl="0" indent="0" algn="l" defTabSz="914016" rtl="0" eaLnBrk="1" fontAlgn="auto" latinLnBrk="0" hangingPunct="1">
                <a:lnSpc>
                  <a:spcPct val="100000"/>
                </a:lnSpc>
                <a:spcBef>
                  <a:spcPts val="0"/>
                </a:spcBef>
                <a:spcAft>
                  <a:spcPts val="0"/>
                </a:spcAft>
                <a:buClrTx/>
                <a:buSzTx/>
                <a:buFontTx/>
                <a:buNone/>
                <a:tabLst/>
                <a:defRPr/>
              </a:pPr>
              <a:endParaRPr kumimoji="0" lang="en-US" sz="1567" b="0" i="0" u="none" strike="noStrike" kern="1200" cap="none" spc="0" normalizeH="0" baseline="0" noProof="0">
                <a:ln>
                  <a:noFill/>
                </a:ln>
                <a:solidFill>
                  <a:srgbClr val="3C3C41"/>
                </a:solidFill>
                <a:effectLst/>
                <a:uLnTx/>
                <a:uFillTx/>
                <a:latin typeface="Segoe UI"/>
                <a:ea typeface="+mn-ea"/>
                <a:cs typeface="+mn-cs"/>
              </a:endParaRPr>
            </a:p>
          </p:txBody>
        </p:sp>
      </p:grpSp>
      <p:sp>
        <p:nvSpPr>
          <p:cNvPr id="125" name="Oval 124">
            <a:hlinkClick r:id="rId4" action="ppaction://hlinksldjump"/>
            <a:extLst>
              <a:ext uri="{FF2B5EF4-FFF2-40B4-BE49-F238E27FC236}">
                <a16:creationId xmlns:a16="http://schemas.microsoft.com/office/drawing/2014/main" id="{ACFE9C85-6D86-4E64-8B9C-8F59A1D5B360}"/>
              </a:ext>
            </a:extLst>
          </p:cNvPr>
          <p:cNvSpPr/>
          <p:nvPr/>
        </p:nvSpPr>
        <p:spPr bwMode="auto">
          <a:xfrm>
            <a:off x="2118165" y="2306318"/>
            <a:ext cx="880995" cy="880995"/>
          </a:xfrm>
          <a:prstGeom prst="ellipse">
            <a:avLst/>
          </a:prstGeom>
          <a:solidFill>
            <a:schemeClr val="bg1"/>
          </a:solidFill>
          <a:ln>
            <a:noFill/>
            <a:headEnd type="none" w="med" len="med"/>
            <a:tailEnd type="none" w="med" len="med"/>
          </a:ln>
          <a:effectLst>
            <a:outerShdw blurRad="254000" dist="50800" dir="2700000" algn="ctr" rotWithShape="0">
              <a:srgbClr val="000000">
                <a:alpha val="25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3" rIns="182828" bIns="146263" numCol="1" spcCol="0" rtlCol="0" fromWordArt="0" anchor="t" anchorCtr="0" forceAA="0" compatLnSpc="1">
            <a:prstTxWarp prst="textNoShape">
              <a:avLst/>
            </a:prstTxWarp>
            <a:noAutofit/>
          </a:bodyPr>
          <a:lstStyle/>
          <a:p>
            <a:pPr marL="0" marR="0" lvl="0" indent="0" algn="l" defTabSz="932205" rtl="0" eaLnBrk="1" fontAlgn="auto" latinLnBrk="0" hangingPunct="1">
              <a:lnSpc>
                <a:spcPct val="100000"/>
              </a:lnSpc>
              <a:spcBef>
                <a:spcPct val="0"/>
              </a:spcBef>
              <a:spcAft>
                <a:spcPts val="1199"/>
              </a:spcAft>
              <a:buClrTx/>
              <a:buSzTx/>
              <a:buFontTx/>
              <a:buNone/>
              <a:tabLst/>
              <a:defRPr/>
            </a:pPr>
            <a:endParaRPr kumimoji="0" lang="en-US" sz="1630" b="0" i="0" u="none" strike="noStrike" kern="1200" cap="none" spc="0" normalizeH="0" baseline="0" noProof="0">
              <a:ln w="3175">
                <a:noFill/>
              </a:ln>
              <a:gradFill>
                <a:gsLst>
                  <a:gs pos="0">
                    <a:srgbClr val="0078D4"/>
                  </a:gs>
                  <a:gs pos="100000">
                    <a:srgbClr val="0078D4"/>
                  </a:gs>
                </a:gsLst>
                <a:lin ang="5400000" scaled="0"/>
              </a:gradFill>
              <a:effectLst/>
              <a:uLnTx/>
              <a:uFillTx/>
              <a:latin typeface="Segoe UI Semibold"/>
              <a:ea typeface="+mn-ea"/>
              <a:cs typeface="Segoe UI Semilight" panose="020B0402040204020203" pitchFamily="34" charset="0"/>
            </a:endParaRPr>
          </a:p>
        </p:txBody>
      </p:sp>
      <p:sp>
        <p:nvSpPr>
          <p:cNvPr id="126" name="Freeform 11">
            <a:extLst>
              <a:ext uri="{FF2B5EF4-FFF2-40B4-BE49-F238E27FC236}">
                <a16:creationId xmlns:a16="http://schemas.microsoft.com/office/drawing/2014/main" id="{BB87FB12-C642-4E2F-8377-70FDFF7D567B}"/>
              </a:ext>
            </a:extLst>
          </p:cNvPr>
          <p:cNvSpPr>
            <a:spLocks noEditPoints="1"/>
          </p:cNvSpPr>
          <p:nvPr/>
        </p:nvSpPr>
        <p:spPr bwMode="auto">
          <a:xfrm>
            <a:off x="2362439" y="2514104"/>
            <a:ext cx="392447" cy="465422"/>
          </a:xfrm>
          <a:custGeom>
            <a:avLst/>
            <a:gdLst>
              <a:gd name="T0" fmla="*/ 321 w 391"/>
              <a:gd name="T1" fmla="*/ 209 h 463"/>
              <a:gd name="T2" fmla="*/ 195 w 391"/>
              <a:gd name="T3" fmla="*/ 133 h 463"/>
              <a:gd name="T4" fmla="*/ 113 w 391"/>
              <a:gd name="T5" fmla="*/ 155 h 463"/>
              <a:gd name="T6" fmla="*/ 81 w 391"/>
              <a:gd name="T7" fmla="*/ 184 h 463"/>
              <a:gd name="T8" fmla="*/ 70 w 391"/>
              <a:gd name="T9" fmla="*/ 165 h 463"/>
              <a:gd name="T10" fmla="*/ 159 w 391"/>
              <a:gd name="T11" fmla="*/ 111 h 463"/>
              <a:gd name="T12" fmla="*/ 276 w 391"/>
              <a:gd name="T13" fmla="*/ 129 h 463"/>
              <a:gd name="T14" fmla="*/ 334 w 391"/>
              <a:gd name="T15" fmla="*/ 196 h 463"/>
              <a:gd name="T16" fmla="*/ 299 w 391"/>
              <a:gd name="T17" fmla="*/ 293 h 463"/>
              <a:gd name="T18" fmla="*/ 271 w 391"/>
              <a:gd name="T19" fmla="*/ 371 h 463"/>
              <a:gd name="T20" fmla="*/ 237 w 391"/>
              <a:gd name="T21" fmla="*/ 410 h 463"/>
              <a:gd name="T22" fmla="*/ 221 w 391"/>
              <a:gd name="T23" fmla="*/ 398 h 463"/>
              <a:gd name="T24" fmla="*/ 245 w 391"/>
              <a:gd name="T25" fmla="*/ 364 h 463"/>
              <a:gd name="T26" fmla="*/ 275 w 391"/>
              <a:gd name="T27" fmla="*/ 269 h 463"/>
              <a:gd name="T28" fmla="*/ 227 w 391"/>
              <a:gd name="T29" fmla="*/ 191 h 463"/>
              <a:gd name="T30" fmla="*/ 146 w 391"/>
              <a:gd name="T31" fmla="*/ 193 h 463"/>
              <a:gd name="T32" fmla="*/ 113 w 391"/>
              <a:gd name="T33" fmla="*/ 237 h 463"/>
              <a:gd name="T34" fmla="*/ 60 w 391"/>
              <a:gd name="T35" fmla="*/ 284 h 463"/>
              <a:gd name="T36" fmla="*/ 47 w 391"/>
              <a:gd name="T37" fmla="*/ 281 h 463"/>
              <a:gd name="T38" fmla="*/ 53 w 391"/>
              <a:gd name="T39" fmla="*/ 260 h 463"/>
              <a:gd name="T40" fmla="*/ 95 w 391"/>
              <a:gd name="T41" fmla="*/ 218 h 463"/>
              <a:gd name="T42" fmla="*/ 134 w 391"/>
              <a:gd name="T43" fmla="*/ 171 h 463"/>
              <a:gd name="T44" fmla="*/ 224 w 391"/>
              <a:gd name="T45" fmla="*/ 163 h 463"/>
              <a:gd name="T46" fmla="*/ 286 w 391"/>
              <a:gd name="T47" fmla="*/ 216 h 463"/>
              <a:gd name="T48" fmla="*/ 299 w 391"/>
              <a:gd name="T49" fmla="*/ 293 h 463"/>
              <a:gd name="T50" fmla="*/ 182 w 391"/>
              <a:gd name="T51" fmla="*/ 395 h 463"/>
              <a:gd name="T52" fmla="*/ 157 w 391"/>
              <a:gd name="T53" fmla="*/ 411 h 463"/>
              <a:gd name="T54" fmla="*/ 150 w 391"/>
              <a:gd name="T55" fmla="*/ 388 h 463"/>
              <a:gd name="T56" fmla="*/ 196 w 391"/>
              <a:gd name="T57" fmla="*/ 337 h 463"/>
              <a:gd name="T58" fmla="*/ 221 w 391"/>
              <a:gd name="T59" fmla="*/ 275 h 463"/>
              <a:gd name="T60" fmla="*/ 202 w 391"/>
              <a:gd name="T61" fmla="*/ 237 h 463"/>
              <a:gd name="T62" fmla="*/ 159 w 391"/>
              <a:gd name="T63" fmla="*/ 246 h 463"/>
              <a:gd name="T64" fmla="*/ 135 w 391"/>
              <a:gd name="T65" fmla="*/ 291 h 463"/>
              <a:gd name="T66" fmla="*/ 86 w 391"/>
              <a:gd name="T67" fmla="*/ 334 h 463"/>
              <a:gd name="T68" fmla="*/ 69 w 391"/>
              <a:gd name="T69" fmla="*/ 323 h 463"/>
              <a:gd name="T70" fmla="*/ 101 w 391"/>
              <a:gd name="T71" fmla="*/ 294 h 463"/>
              <a:gd name="T72" fmla="*/ 141 w 391"/>
              <a:gd name="T73" fmla="*/ 228 h 463"/>
              <a:gd name="T74" fmla="*/ 231 w 391"/>
              <a:gd name="T75" fmla="*/ 226 h 463"/>
              <a:gd name="T76" fmla="*/ 232 w 391"/>
              <a:gd name="T77" fmla="*/ 323 h 463"/>
              <a:gd name="T78" fmla="*/ 117 w 391"/>
              <a:gd name="T79" fmla="*/ 383 h 463"/>
              <a:gd name="T80" fmla="*/ 89 w 391"/>
              <a:gd name="T81" fmla="*/ 385 h 463"/>
              <a:gd name="T82" fmla="*/ 93 w 391"/>
              <a:gd name="T83" fmla="*/ 365 h 463"/>
              <a:gd name="T84" fmla="*/ 159 w 391"/>
              <a:gd name="T85" fmla="*/ 299 h 463"/>
              <a:gd name="T86" fmla="*/ 183 w 391"/>
              <a:gd name="T87" fmla="*/ 260 h 463"/>
              <a:gd name="T88" fmla="*/ 191 w 391"/>
              <a:gd name="T89" fmla="*/ 292 h 463"/>
              <a:gd name="T90" fmla="*/ 139 w 391"/>
              <a:gd name="T91" fmla="*/ 366 h 463"/>
              <a:gd name="T92" fmla="*/ 100 w 391"/>
              <a:gd name="T93" fmla="*/ 80 h 463"/>
              <a:gd name="T94" fmla="*/ 161 w 391"/>
              <a:gd name="T95" fmla="*/ 61 h 463"/>
              <a:gd name="T96" fmla="*/ 217 w 391"/>
              <a:gd name="T97" fmla="*/ 58 h 463"/>
              <a:gd name="T98" fmla="*/ 301 w 391"/>
              <a:gd name="T99" fmla="*/ 85 h 463"/>
              <a:gd name="T100" fmla="*/ 296 w 391"/>
              <a:gd name="T101" fmla="*/ 109 h 463"/>
              <a:gd name="T102" fmla="*/ 195 w 391"/>
              <a:gd name="T103" fmla="*/ 83 h 463"/>
              <a:gd name="T104" fmla="*/ 109 w 391"/>
              <a:gd name="T105" fmla="*/ 102 h 463"/>
              <a:gd name="T106" fmla="*/ 94 w 391"/>
              <a:gd name="T107" fmla="*/ 90 h 463"/>
              <a:gd name="T108" fmla="*/ 247 w 391"/>
              <a:gd name="T109" fmla="*/ 23 h 463"/>
              <a:gd name="T110" fmla="*/ 363 w 391"/>
              <a:gd name="T111" fmla="*/ 272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91" h="463">
                <a:moveTo>
                  <a:pt x="330" y="205"/>
                </a:moveTo>
                <a:lnTo>
                  <a:pt x="330" y="205"/>
                </a:lnTo>
                <a:cubicBezTo>
                  <a:pt x="327" y="208"/>
                  <a:pt x="325" y="209"/>
                  <a:pt x="321" y="209"/>
                </a:cubicBezTo>
                <a:cubicBezTo>
                  <a:pt x="316" y="209"/>
                  <a:pt x="312" y="207"/>
                  <a:pt x="310" y="202"/>
                </a:cubicBezTo>
                <a:cubicBezTo>
                  <a:pt x="297" y="179"/>
                  <a:pt x="281" y="162"/>
                  <a:pt x="263" y="151"/>
                </a:cubicBezTo>
                <a:cubicBezTo>
                  <a:pt x="244" y="139"/>
                  <a:pt x="221" y="133"/>
                  <a:pt x="195" y="133"/>
                </a:cubicBezTo>
                <a:cubicBezTo>
                  <a:pt x="184" y="133"/>
                  <a:pt x="174" y="134"/>
                  <a:pt x="164" y="135"/>
                </a:cubicBezTo>
                <a:cubicBezTo>
                  <a:pt x="155" y="136"/>
                  <a:pt x="145" y="138"/>
                  <a:pt x="137" y="141"/>
                </a:cubicBezTo>
                <a:cubicBezTo>
                  <a:pt x="128" y="145"/>
                  <a:pt x="120" y="149"/>
                  <a:pt x="113" y="155"/>
                </a:cubicBezTo>
                <a:cubicBezTo>
                  <a:pt x="105" y="161"/>
                  <a:pt x="98" y="168"/>
                  <a:pt x="92" y="177"/>
                </a:cubicBezTo>
                <a:cubicBezTo>
                  <a:pt x="91" y="179"/>
                  <a:pt x="89" y="181"/>
                  <a:pt x="88" y="182"/>
                </a:cubicBezTo>
                <a:cubicBezTo>
                  <a:pt x="86" y="183"/>
                  <a:pt x="84" y="184"/>
                  <a:pt x="81" y="184"/>
                </a:cubicBezTo>
                <a:cubicBezTo>
                  <a:pt x="78" y="184"/>
                  <a:pt x="75" y="183"/>
                  <a:pt x="72" y="180"/>
                </a:cubicBezTo>
                <a:cubicBezTo>
                  <a:pt x="70" y="178"/>
                  <a:pt x="69" y="175"/>
                  <a:pt x="69" y="171"/>
                </a:cubicBezTo>
                <a:cubicBezTo>
                  <a:pt x="69" y="169"/>
                  <a:pt x="69" y="167"/>
                  <a:pt x="70" y="165"/>
                </a:cubicBezTo>
                <a:cubicBezTo>
                  <a:pt x="76" y="154"/>
                  <a:pt x="84" y="144"/>
                  <a:pt x="93" y="137"/>
                </a:cubicBezTo>
                <a:cubicBezTo>
                  <a:pt x="102" y="130"/>
                  <a:pt x="113" y="124"/>
                  <a:pt x="124" y="120"/>
                </a:cubicBezTo>
                <a:cubicBezTo>
                  <a:pt x="135" y="115"/>
                  <a:pt x="147" y="112"/>
                  <a:pt x="159" y="111"/>
                </a:cubicBezTo>
                <a:cubicBezTo>
                  <a:pt x="171" y="109"/>
                  <a:pt x="183" y="108"/>
                  <a:pt x="195" y="108"/>
                </a:cubicBezTo>
                <a:cubicBezTo>
                  <a:pt x="209" y="108"/>
                  <a:pt x="223" y="110"/>
                  <a:pt x="237" y="114"/>
                </a:cubicBezTo>
                <a:cubicBezTo>
                  <a:pt x="251" y="117"/>
                  <a:pt x="264" y="122"/>
                  <a:pt x="276" y="129"/>
                </a:cubicBezTo>
                <a:cubicBezTo>
                  <a:pt x="289" y="136"/>
                  <a:pt x="300" y="145"/>
                  <a:pt x="309" y="155"/>
                </a:cubicBezTo>
                <a:cubicBezTo>
                  <a:pt x="319" y="166"/>
                  <a:pt x="327" y="178"/>
                  <a:pt x="333" y="191"/>
                </a:cubicBezTo>
                <a:cubicBezTo>
                  <a:pt x="333" y="193"/>
                  <a:pt x="334" y="195"/>
                  <a:pt x="334" y="196"/>
                </a:cubicBezTo>
                <a:cubicBezTo>
                  <a:pt x="334" y="200"/>
                  <a:pt x="332" y="203"/>
                  <a:pt x="330" y="205"/>
                </a:cubicBezTo>
                <a:close/>
                <a:moveTo>
                  <a:pt x="299" y="293"/>
                </a:moveTo>
                <a:lnTo>
                  <a:pt x="299" y="293"/>
                </a:lnTo>
                <a:cubicBezTo>
                  <a:pt x="297" y="301"/>
                  <a:pt x="295" y="309"/>
                  <a:pt x="293" y="318"/>
                </a:cubicBezTo>
                <a:cubicBezTo>
                  <a:pt x="290" y="327"/>
                  <a:pt x="287" y="336"/>
                  <a:pt x="283" y="345"/>
                </a:cubicBezTo>
                <a:cubicBezTo>
                  <a:pt x="280" y="354"/>
                  <a:pt x="276" y="363"/>
                  <a:pt x="271" y="371"/>
                </a:cubicBezTo>
                <a:cubicBezTo>
                  <a:pt x="267" y="379"/>
                  <a:pt x="262" y="386"/>
                  <a:pt x="257" y="392"/>
                </a:cubicBezTo>
                <a:cubicBezTo>
                  <a:pt x="252" y="399"/>
                  <a:pt x="247" y="404"/>
                  <a:pt x="241" y="408"/>
                </a:cubicBezTo>
                <a:cubicBezTo>
                  <a:pt x="240" y="409"/>
                  <a:pt x="239" y="410"/>
                  <a:pt x="237" y="410"/>
                </a:cubicBezTo>
                <a:cubicBezTo>
                  <a:pt x="236" y="411"/>
                  <a:pt x="235" y="411"/>
                  <a:pt x="233" y="411"/>
                </a:cubicBezTo>
                <a:cubicBezTo>
                  <a:pt x="230" y="411"/>
                  <a:pt x="227" y="410"/>
                  <a:pt x="224" y="407"/>
                </a:cubicBezTo>
                <a:cubicBezTo>
                  <a:pt x="222" y="405"/>
                  <a:pt x="221" y="402"/>
                  <a:pt x="221" y="398"/>
                </a:cubicBezTo>
                <a:cubicBezTo>
                  <a:pt x="221" y="396"/>
                  <a:pt x="221" y="395"/>
                  <a:pt x="222" y="393"/>
                </a:cubicBezTo>
                <a:cubicBezTo>
                  <a:pt x="222" y="392"/>
                  <a:pt x="224" y="390"/>
                  <a:pt x="225" y="389"/>
                </a:cubicBezTo>
                <a:cubicBezTo>
                  <a:pt x="233" y="381"/>
                  <a:pt x="239" y="373"/>
                  <a:pt x="245" y="364"/>
                </a:cubicBezTo>
                <a:cubicBezTo>
                  <a:pt x="252" y="354"/>
                  <a:pt x="257" y="344"/>
                  <a:pt x="261" y="334"/>
                </a:cubicBezTo>
                <a:cubicBezTo>
                  <a:pt x="266" y="323"/>
                  <a:pt x="269" y="312"/>
                  <a:pt x="272" y="301"/>
                </a:cubicBezTo>
                <a:cubicBezTo>
                  <a:pt x="274" y="291"/>
                  <a:pt x="275" y="280"/>
                  <a:pt x="275" y="269"/>
                </a:cubicBezTo>
                <a:cubicBezTo>
                  <a:pt x="275" y="259"/>
                  <a:pt x="273" y="248"/>
                  <a:pt x="269" y="238"/>
                </a:cubicBezTo>
                <a:cubicBezTo>
                  <a:pt x="265" y="228"/>
                  <a:pt x="259" y="218"/>
                  <a:pt x="252" y="210"/>
                </a:cubicBezTo>
                <a:cubicBezTo>
                  <a:pt x="245" y="202"/>
                  <a:pt x="236" y="196"/>
                  <a:pt x="227" y="191"/>
                </a:cubicBezTo>
                <a:cubicBezTo>
                  <a:pt x="217" y="186"/>
                  <a:pt x="206" y="184"/>
                  <a:pt x="195" y="184"/>
                </a:cubicBezTo>
                <a:cubicBezTo>
                  <a:pt x="183" y="184"/>
                  <a:pt x="173" y="185"/>
                  <a:pt x="165" y="186"/>
                </a:cubicBezTo>
                <a:cubicBezTo>
                  <a:pt x="157" y="188"/>
                  <a:pt x="151" y="190"/>
                  <a:pt x="146" y="193"/>
                </a:cubicBezTo>
                <a:cubicBezTo>
                  <a:pt x="140" y="196"/>
                  <a:pt x="136" y="200"/>
                  <a:pt x="133" y="204"/>
                </a:cubicBezTo>
                <a:cubicBezTo>
                  <a:pt x="130" y="209"/>
                  <a:pt x="127" y="214"/>
                  <a:pt x="123" y="219"/>
                </a:cubicBezTo>
                <a:cubicBezTo>
                  <a:pt x="120" y="224"/>
                  <a:pt x="117" y="230"/>
                  <a:pt x="113" y="237"/>
                </a:cubicBezTo>
                <a:cubicBezTo>
                  <a:pt x="109" y="243"/>
                  <a:pt x="103" y="250"/>
                  <a:pt x="97" y="258"/>
                </a:cubicBezTo>
                <a:cubicBezTo>
                  <a:pt x="92" y="263"/>
                  <a:pt x="86" y="269"/>
                  <a:pt x="80" y="274"/>
                </a:cubicBezTo>
                <a:cubicBezTo>
                  <a:pt x="74" y="279"/>
                  <a:pt x="67" y="282"/>
                  <a:pt x="60" y="284"/>
                </a:cubicBezTo>
                <a:cubicBezTo>
                  <a:pt x="59" y="285"/>
                  <a:pt x="59" y="285"/>
                  <a:pt x="58" y="285"/>
                </a:cubicBezTo>
                <a:lnTo>
                  <a:pt x="57" y="285"/>
                </a:lnTo>
                <a:cubicBezTo>
                  <a:pt x="53" y="285"/>
                  <a:pt x="50" y="284"/>
                  <a:pt x="47" y="281"/>
                </a:cubicBezTo>
                <a:cubicBezTo>
                  <a:pt x="45" y="278"/>
                  <a:pt x="44" y="275"/>
                  <a:pt x="44" y="272"/>
                </a:cubicBezTo>
                <a:cubicBezTo>
                  <a:pt x="44" y="269"/>
                  <a:pt x="44" y="266"/>
                  <a:pt x="46" y="265"/>
                </a:cubicBezTo>
                <a:cubicBezTo>
                  <a:pt x="48" y="263"/>
                  <a:pt x="50" y="261"/>
                  <a:pt x="53" y="260"/>
                </a:cubicBezTo>
                <a:cubicBezTo>
                  <a:pt x="60" y="257"/>
                  <a:pt x="67" y="253"/>
                  <a:pt x="72" y="249"/>
                </a:cubicBezTo>
                <a:cubicBezTo>
                  <a:pt x="77" y="245"/>
                  <a:pt x="81" y="240"/>
                  <a:pt x="85" y="234"/>
                </a:cubicBezTo>
                <a:cubicBezTo>
                  <a:pt x="89" y="229"/>
                  <a:pt x="92" y="224"/>
                  <a:pt x="95" y="218"/>
                </a:cubicBezTo>
                <a:cubicBezTo>
                  <a:pt x="98" y="212"/>
                  <a:pt x="101" y="206"/>
                  <a:pt x="104" y="201"/>
                </a:cubicBezTo>
                <a:cubicBezTo>
                  <a:pt x="108" y="195"/>
                  <a:pt x="112" y="190"/>
                  <a:pt x="116" y="185"/>
                </a:cubicBezTo>
                <a:cubicBezTo>
                  <a:pt x="121" y="179"/>
                  <a:pt x="127" y="175"/>
                  <a:pt x="134" y="171"/>
                </a:cubicBezTo>
                <a:cubicBezTo>
                  <a:pt x="140" y="167"/>
                  <a:pt x="149" y="164"/>
                  <a:pt x="159" y="162"/>
                </a:cubicBezTo>
                <a:cubicBezTo>
                  <a:pt x="169" y="160"/>
                  <a:pt x="181" y="159"/>
                  <a:pt x="195" y="159"/>
                </a:cubicBezTo>
                <a:cubicBezTo>
                  <a:pt x="205" y="159"/>
                  <a:pt x="215" y="160"/>
                  <a:pt x="224" y="163"/>
                </a:cubicBezTo>
                <a:cubicBezTo>
                  <a:pt x="233" y="166"/>
                  <a:pt x="241" y="170"/>
                  <a:pt x="249" y="175"/>
                </a:cubicBezTo>
                <a:cubicBezTo>
                  <a:pt x="257" y="180"/>
                  <a:pt x="264" y="186"/>
                  <a:pt x="270" y="193"/>
                </a:cubicBezTo>
                <a:cubicBezTo>
                  <a:pt x="276" y="200"/>
                  <a:pt x="282" y="207"/>
                  <a:pt x="286" y="216"/>
                </a:cubicBezTo>
                <a:cubicBezTo>
                  <a:pt x="291" y="224"/>
                  <a:pt x="294" y="233"/>
                  <a:pt x="297" y="242"/>
                </a:cubicBezTo>
                <a:cubicBezTo>
                  <a:pt x="299" y="251"/>
                  <a:pt x="301" y="260"/>
                  <a:pt x="301" y="270"/>
                </a:cubicBezTo>
                <a:cubicBezTo>
                  <a:pt x="301" y="277"/>
                  <a:pt x="300" y="284"/>
                  <a:pt x="299" y="293"/>
                </a:cubicBezTo>
                <a:close/>
                <a:moveTo>
                  <a:pt x="201" y="374"/>
                </a:moveTo>
                <a:lnTo>
                  <a:pt x="201" y="374"/>
                </a:lnTo>
                <a:cubicBezTo>
                  <a:pt x="195" y="382"/>
                  <a:pt x="188" y="389"/>
                  <a:pt x="182" y="395"/>
                </a:cubicBezTo>
                <a:cubicBezTo>
                  <a:pt x="176" y="401"/>
                  <a:pt x="170" y="406"/>
                  <a:pt x="164" y="409"/>
                </a:cubicBezTo>
                <a:cubicBezTo>
                  <a:pt x="163" y="410"/>
                  <a:pt x="162" y="410"/>
                  <a:pt x="161" y="411"/>
                </a:cubicBezTo>
                <a:cubicBezTo>
                  <a:pt x="160" y="411"/>
                  <a:pt x="159" y="411"/>
                  <a:pt x="157" y="411"/>
                </a:cubicBezTo>
                <a:cubicBezTo>
                  <a:pt x="154" y="411"/>
                  <a:pt x="151" y="410"/>
                  <a:pt x="149" y="407"/>
                </a:cubicBezTo>
                <a:cubicBezTo>
                  <a:pt x="146" y="405"/>
                  <a:pt x="145" y="402"/>
                  <a:pt x="145" y="398"/>
                </a:cubicBezTo>
                <a:cubicBezTo>
                  <a:pt x="145" y="394"/>
                  <a:pt x="147" y="391"/>
                  <a:pt x="150" y="388"/>
                </a:cubicBezTo>
                <a:cubicBezTo>
                  <a:pt x="155" y="384"/>
                  <a:pt x="160" y="380"/>
                  <a:pt x="165" y="375"/>
                </a:cubicBezTo>
                <a:cubicBezTo>
                  <a:pt x="171" y="370"/>
                  <a:pt x="176" y="364"/>
                  <a:pt x="181" y="357"/>
                </a:cubicBezTo>
                <a:cubicBezTo>
                  <a:pt x="186" y="351"/>
                  <a:pt x="191" y="344"/>
                  <a:pt x="196" y="337"/>
                </a:cubicBezTo>
                <a:cubicBezTo>
                  <a:pt x="201" y="330"/>
                  <a:pt x="205" y="323"/>
                  <a:pt x="209" y="315"/>
                </a:cubicBezTo>
                <a:cubicBezTo>
                  <a:pt x="213" y="308"/>
                  <a:pt x="215" y="301"/>
                  <a:pt x="218" y="294"/>
                </a:cubicBezTo>
                <a:cubicBezTo>
                  <a:pt x="220" y="287"/>
                  <a:pt x="221" y="281"/>
                  <a:pt x="221" y="275"/>
                </a:cubicBezTo>
                <a:cubicBezTo>
                  <a:pt x="221" y="268"/>
                  <a:pt x="220" y="261"/>
                  <a:pt x="219" y="256"/>
                </a:cubicBezTo>
                <a:cubicBezTo>
                  <a:pt x="218" y="251"/>
                  <a:pt x="216" y="247"/>
                  <a:pt x="214" y="244"/>
                </a:cubicBezTo>
                <a:cubicBezTo>
                  <a:pt x="211" y="240"/>
                  <a:pt x="207" y="238"/>
                  <a:pt x="202" y="237"/>
                </a:cubicBezTo>
                <a:cubicBezTo>
                  <a:pt x="197" y="235"/>
                  <a:pt x="190" y="234"/>
                  <a:pt x="183" y="234"/>
                </a:cubicBezTo>
                <a:cubicBezTo>
                  <a:pt x="177" y="234"/>
                  <a:pt x="173" y="235"/>
                  <a:pt x="169" y="238"/>
                </a:cubicBezTo>
                <a:cubicBezTo>
                  <a:pt x="165" y="240"/>
                  <a:pt x="162" y="243"/>
                  <a:pt x="159" y="246"/>
                </a:cubicBezTo>
                <a:cubicBezTo>
                  <a:pt x="156" y="250"/>
                  <a:pt x="153" y="254"/>
                  <a:pt x="151" y="259"/>
                </a:cubicBezTo>
                <a:cubicBezTo>
                  <a:pt x="149" y="264"/>
                  <a:pt x="146" y="269"/>
                  <a:pt x="143" y="274"/>
                </a:cubicBezTo>
                <a:cubicBezTo>
                  <a:pt x="141" y="280"/>
                  <a:pt x="138" y="285"/>
                  <a:pt x="135" y="291"/>
                </a:cubicBezTo>
                <a:cubicBezTo>
                  <a:pt x="132" y="297"/>
                  <a:pt x="128" y="302"/>
                  <a:pt x="123" y="308"/>
                </a:cubicBezTo>
                <a:cubicBezTo>
                  <a:pt x="119" y="313"/>
                  <a:pt x="114" y="318"/>
                  <a:pt x="108" y="322"/>
                </a:cubicBezTo>
                <a:cubicBezTo>
                  <a:pt x="102" y="327"/>
                  <a:pt x="95" y="331"/>
                  <a:pt x="86" y="334"/>
                </a:cubicBezTo>
                <a:cubicBezTo>
                  <a:pt x="85" y="335"/>
                  <a:pt x="83" y="335"/>
                  <a:pt x="81" y="335"/>
                </a:cubicBezTo>
                <a:cubicBezTo>
                  <a:pt x="78" y="335"/>
                  <a:pt x="75" y="334"/>
                  <a:pt x="73" y="332"/>
                </a:cubicBezTo>
                <a:cubicBezTo>
                  <a:pt x="70" y="329"/>
                  <a:pt x="69" y="326"/>
                  <a:pt x="69" y="323"/>
                </a:cubicBezTo>
                <a:cubicBezTo>
                  <a:pt x="69" y="320"/>
                  <a:pt x="70" y="318"/>
                  <a:pt x="71" y="316"/>
                </a:cubicBezTo>
                <a:cubicBezTo>
                  <a:pt x="73" y="314"/>
                  <a:pt x="75" y="312"/>
                  <a:pt x="77" y="311"/>
                </a:cubicBezTo>
                <a:cubicBezTo>
                  <a:pt x="86" y="307"/>
                  <a:pt x="94" y="301"/>
                  <a:pt x="101" y="294"/>
                </a:cubicBezTo>
                <a:cubicBezTo>
                  <a:pt x="109" y="287"/>
                  <a:pt x="114" y="279"/>
                  <a:pt x="119" y="270"/>
                </a:cubicBezTo>
                <a:cubicBezTo>
                  <a:pt x="122" y="262"/>
                  <a:pt x="125" y="255"/>
                  <a:pt x="129" y="247"/>
                </a:cubicBezTo>
                <a:cubicBezTo>
                  <a:pt x="132" y="240"/>
                  <a:pt x="136" y="233"/>
                  <a:pt x="141" y="228"/>
                </a:cubicBezTo>
                <a:cubicBezTo>
                  <a:pt x="146" y="222"/>
                  <a:pt x="151" y="218"/>
                  <a:pt x="158" y="214"/>
                </a:cubicBezTo>
                <a:cubicBezTo>
                  <a:pt x="165" y="211"/>
                  <a:pt x="173" y="209"/>
                  <a:pt x="183" y="209"/>
                </a:cubicBezTo>
                <a:cubicBezTo>
                  <a:pt x="205" y="209"/>
                  <a:pt x="221" y="215"/>
                  <a:pt x="231" y="226"/>
                </a:cubicBezTo>
                <a:cubicBezTo>
                  <a:pt x="241" y="237"/>
                  <a:pt x="246" y="253"/>
                  <a:pt x="246" y="275"/>
                </a:cubicBezTo>
                <a:cubicBezTo>
                  <a:pt x="246" y="282"/>
                  <a:pt x="245" y="289"/>
                  <a:pt x="242" y="297"/>
                </a:cubicBezTo>
                <a:cubicBezTo>
                  <a:pt x="240" y="306"/>
                  <a:pt x="237" y="314"/>
                  <a:pt x="232" y="323"/>
                </a:cubicBezTo>
                <a:cubicBezTo>
                  <a:pt x="228" y="332"/>
                  <a:pt x="223" y="341"/>
                  <a:pt x="218" y="350"/>
                </a:cubicBezTo>
                <a:cubicBezTo>
                  <a:pt x="212" y="358"/>
                  <a:pt x="207" y="367"/>
                  <a:pt x="201" y="374"/>
                </a:cubicBezTo>
                <a:close/>
                <a:moveTo>
                  <a:pt x="117" y="383"/>
                </a:moveTo>
                <a:lnTo>
                  <a:pt x="117" y="383"/>
                </a:lnTo>
                <a:cubicBezTo>
                  <a:pt x="110" y="387"/>
                  <a:pt x="103" y="389"/>
                  <a:pt x="97" y="389"/>
                </a:cubicBezTo>
                <a:cubicBezTo>
                  <a:pt x="94" y="389"/>
                  <a:pt x="91" y="388"/>
                  <a:pt x="89" y="385"/>
                </a:cubicBezTo>
                <a:cubicBezTo>
                  <a:pt x="86" y="383"/>
                  <a:pt x="85" y="380"/>
                  <a:pt x="85" y="376"/>
                </a:cubicBezTo>
                <a:cubicBezTo>
                  <a:pt x="85" y="374"/>
                  <a:pt x="86" y="371"/>
                  <a:pt x="87" y="369"/>
                </a:cubicBezTo>
                <a:cubicBezTo>
                  <a:pt x="88" y="367"/>
                  <a:pt x="90" y="366"/>
                  <a:pt x="93" y="365"/>
                </a:cubicBezTo>
                <a:cubicBezTo>
                  <a:pt x="103" y="360"/>
                  <a:pt x="112" y="355"/>
                  <a:pt x="120" y="348"/>
                </a:cubicBezTo>
                <a:cubicBezTo>
                  <a:pt x="128" y="341"/>
                  <a:pt x="136" y="334"/>
                  <a:pt x="142" y="326"/>
                </a:cubicBezTo>
                <a:cubicBezTo>
                  <a:pt x="148" y="317"/>
                  <a:pt x="154" y="308"/>
                  <a:pt x="159" y="299"/>
                </a:cubicBezTo>
                <a:cubicBezTo>
                  <a:pt x="163" y="289"/>
                  <a:pt x="167" y="279"/>
                  <a:pt x="170" y="269"/>
                </a:cubicBezTo>
                <a:cubicBezTo>
                  <a:pt x="171" y="266"/>
                  <a:pt x="173" y="264"/>
                  <a:pt x="175" y="262"/>
                </a:cubicBezTo>
                <a:cubicBezTo>
                  <a:pt x="177" y="260"/>
                  <a:pt x="179" y="260"/>
                  <a:pt x="183" y="260"/>
                </a:cubicBezTo>
                <a:cubicBezTo>
                  <a:pt x="186" y="260"/>
                  <a:pt x="189" y="261"/>
                  <a:pt x="192" y="263"/>
                </a:cubicBezTo>
                <a:cubicBezTo>
                  <a:pt x="194" y="266"/>
                  <a:pt x="195" y="269"/>
                  <a:pt x="195" y="272"/>
                </a:cubicBezTo>
                <a:cubicBezTo>
                  <a:pt x="195" y="278"/>
                  <a:pt x="194" y="284"/>
                  <a:pt x="191" y="292"/>
                </a:cubicBezTo>
                <a:cubicBezTo>
                  <a:pt x="187" y="300"/>
                  <a:pt x="183" y="308"/>
                  <a:pt x="178" y="317"/>
                </a:cubicBezTo>
                <a:cubicBezTo>
                  <a:pt x="173" y="326"/>
                  <a:pt x="167" y="334"/>
                  <a:pt x="160" y="343"/>
                </a:cubicBezTo>
                <a:cubicBezTo>
                  <a:pt x="153" y="352"/>
                  <a:pt x="146" y="359"/>
                  <a:pt x="139" y="366"/>
                </a:cubicBezTo>
                <a:cubicBezTo>
                  <a:pt x="131" y="373"/>
                  <a:pt x="124" y="378"/>
                  <a:pt x="117" y="383"/>
                </a:cubicBezTo>
                <a:close/>
                <a:moveTo>
                  <a:pt x="100" y="80"/>
                </a:moveTo>
                <a:lnTo>
                  <a:pt x="100" y="80"/>
                </a:lnTo>
                <a:cubicBezTo>
                  <a:pt x="104" y="76"/>
                  <a:pt x="110" y="74"/>
                  <a:pt x="116" y="71"/>
                </a:cubicBezTo>
                <a:cubicBezTo>
                  <a:pt x="123" y="69"/>
                  <a:pt x="130" y="67"/>
                  <a:pt x="138" y="65"/>
                </a:cubicBezTo>
                <a:cubicBezTo>
                  <a:pt x="145" y="63"/>
                  <a:pt x="153" y="62"/>
                  <a:pt x="161" y="61"/>
                </a:cubicBezTo>
                <a:cubicBezTo>
                  <a:pt x="168" y="60"/>
                  <a:pt x="175" y="59"/>
                  <a:pt x="181" y="58"/>
                </a:cubicBezTo>
                <a:cubicBezTo>
                  <a:pt x="187" y="58"/>
                  <a:pt x="192" y="58"/>
                  <a:pt x="195" y="58"/>
                </a:cubicBezTo>
                <a:cubicBezTo>
                  <a:pt x="198" y="58"/>
                  <a:pt x="210" y="58"/>
                  <a:pt x="217" y="58"/>
                </a:cubicBezTo>
                <a:cubicBezTo>
                  <a:pt x="224" y="59"/>
                  <a:pt x="231" y="60"/>
                  <a:pt x="240" y="62"/>
                </a:cubicBezTo>
                <a:cubicBezTo>
                  <a:pt x="248" y="63"/>
                  <a:pt x="276" y="72"/>
                  <a:pt x="284" y="75"/>
                </a:cubicBezTo>
                <a:cubicBezTo>
                  <a:pt x="291" y="78"/>
                  <a:pt x="297" y="81"/>
                  <a:pt x="301" y="85"/>
                </a:cubicBezTo>
                <a:cubicBezTo>
                  <a:pt x="306" y="88"/>
                  <a:pt x="308" y="92"/>
                  <a:pt x="308" y="96"/>
                </a:cubicBezTo>
                <a:cubicBezTo>
                  <a:pt x="308" y="100"/>
                  <a:pt x="307" y="103"/>
                  <a:pt x="305" y="105"/>
                </a:cubicBezTo>
                <a:cubicBezTo>
                  <a:pt x="302" y="108"/>
                  <a:pt x="299" y="109"/>
                  <a:pt x="296" y="109"/>
                </a:cubicBezTo>
                <a:cubicBezTo>
                  <a:pt x="294" y="109"/>
                  <a:pt x="292" y="108"/>
                  <a:pt x="290" y="107"/>
                </a:cubicBezTo>
                <a:cubicBezTo>
                  <a:pt x="274" y="99"/>
                  <a:pt x="259" y="93"/>
                  <a:pt x="244" y="89"/>
                </a:cubicBezTo>
                <a:cubicBezTo>
                  <a:pt x="228" y="85"/>
                  <a:pt x="212" y="83"/>
                  <a:pt x="195" y="83"/>
                </a:cubicBezTo>
                <a:cubicBezTo>
                  <a:pt x="180" y="83"/>
                  <a:pt x="166" y="84"/>
                  <a:pt x="152" y="88"/>
                </a:cubicBezTo>
                <a:cubicBezTo>
                  <a:pt x="139" y="91"/>
                  <a:pt x="125" y="95"/>
                  <a:pt x="112" y="101"/>
                </a:cubicBezTo>
                <a:cubicBezTo>
                  <a:pt x="111" y="102"/>
                  <a:pt x="110" y="102"/>
                  <a:pt x="109" y="102"/>
                </a:cubicBezTo>
                <a:cubicBezTo>
                  <a:pt x="108" y="102"/>
                  <a:pt x="107" y="103"/>
                  <a:pt x="106" y="103"/>
                </a:cubicBezTo>
                <a:cubicBezTo>
                  <a:pt x="103" y="103"/>
                  <a:pt x="100" y="101"/>
                  <a:pt x="98" y="99"/>
                </a:cubicBezTo>
                <a:cubicBezTo>
                  <a:pt x="95" y="96"/>
                  <a:pt x="94" y="93"/>
                  <a:pt x="94" y="90"/>
                </a:cubicBezTo>
                <a:cubicBezTo>
                  <a:pt x="94" y="86"/>
                  <a:pt x="96" y="83"/>
                  <a:pt x="100" y="80"/>
                </a:cubicBezTo>
                <a:close/>
                <a:moveTo>
                  <a:pt x="247" y="23"/>
                </a:moveTo>
                <a:lnTo>
                  <a:pt x="247" y="23"/>
                </a:lnTo>
                <a:cubicBezTo>
                  <a:pt x="154" y="0"/>
                  <a:pt x="57" y="75"/>
                  <a:pt x="29" y="190"/>
                </a:cubicBezTo>
                <a:cubicBezTo>
                  <a:pt x="0" y="306"/>
                  <a:pt x="52" y="418"/>
                  <a:pt x="145" y="441"/>
                </a:cubicBezTo>
                <a:cubicBezTo>
                  <a:pt x="237" y="463"/>
                  <a:pt x="335" y="388"/>
                  <a:pt x="363" y="272"/>
                </a:cubicBezTo>
                <a:cubicBezTo>
                  <a:pt x="391" y="156"/>
                  <a:pt x="339" y="44"/>
                  <a:pt x="247" y="23"/>
                </a:cubicBezTo>
                <a:close/>
              </a:path>
            </a:pathLst>
          </a:custGeom>
          <a:solidFill>
            <a:schemeClr val="accent1"/>
          </a:solidFill>
          <a:ln w="0">
            <a:noFill/>
            <a:prstDash val="solid"/>
            <a:round/>
            <a:headEnd/>
            <a:tailEnd/>
          </a:ln>
        </p:spPr>
        <p:txBody>
          <a:bodyPr vert="horz" wrap="square" lIns="91414" tIns="45706" rIns="91414" bIns="45706" numCol="1" anchor="t" anchorCtr="0" compatLnSpc="1">
            <a:prstTxWarp prst="textNoShape">
              <a:avLst/>
            </a:prstTxWarp>
          </a:bodyPr>
          <a:lstStyle/>
          <a:p>
            <a:pPr marL="0" marR="0" lvl="0" indent="0" algn="l" defTabSz="932384"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2828"/>
              </a:solidFill>
              <a:effectLst/>
              <a:uLnTx/>
              <a:uFillTx/>
              <a:latin typeface="Segoe UI"/>
              <a:ea typeface="+mn-ea"/>
              <a:cs typeface="+mn-cs"/>
            </a:endParaRPr>
          </a:p>
        </p:txBody>
      </p:sp>
      <p:sp>
        <p:nvSpPr>
          <p:cNvPr id="128" name="Oval 127">
            <a:extLst>
              <a:ext uri="{FF2B5EF4-FFF2-40B4-BE49-F238E27FC236}">
                <a16:creationId xmlns:a16="http://schemas.microsoft.com/office/drawing/2014/main" id="{C6F0DB12-DB7E-4DBB-A506-2894110C3293}"/>
              </a:ext>
            </a:extLst>
          </p:cNvPr>
          <p:cNvSpPr/>
          <p:nvPr/>
        </p:nvSpPr>
        <p:spPr bwMode="auto">
          <a:xfrm>
            <a:off x="9215440" y="4261274"/>
            <a:ext cx="880995" cy="880995"/>
          </a:xfrm>
          <a:prstGeom prst="ellipse">
            <a:avLst/>
          </a:prstGeom>
          <a:solidFill>
            <a:schemeClr val="bg1"/>
          </a:solidFill>
          <a:ln>
            <a:noFill/>
            <a:headEnd type="none" w="med" len="med"/>
            <a:tailEnd type="none" w="med" len="med"/>
          </a:ln>
          <a:effectLst>
            <a:outerShdw blurRad="254000" dist="50800" dir="2700000" algn="ctr" rotWithShape="0">
              <a:srgbClr val="000000">
                <a:alpha val="25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3" rIns="182828" bIns="146263" numCol="1" spcCol="0" rtlCol="0" fromWordArt="0" anchor="t" anchorCtr="0" forceAA="0" compatLnSpc="1">
            <a:prstTxWarp prst="textNoShape">
              <a:avLst/>
            </a:prstTxWarp>
            <a:noAutofit/>
          </a:bodyPr>
          <a:lstStyle/>
          <a:p>
            <a:pPr marL="0" marR="0" lvl="0" indent="0" algn="l" defTabSz="932205" rtl="0" eaLnBrk="1" fontAlgn="auto" latinLnBrk="0" hangingPunct="1">
              <a:lnSpc>
                <a:spcPct val="100000"/>
              </a:lnSpc>
              <a:spcBef>
                <a:spcPct val="0"/>
              </a:spcBef>
              <a:spcAft>
                <a:spcPts val="1199"/>
              </a:spcAft>
              <a:buClrTx/>
              <a:buSzTx/>
              <a:buFontTx/>
              <a:buNone/>
              <a:tabLst/>
              <a:defRPr/>
            </a:pPr>
            <a:endParaRPr kumimoji="0" lang="en-US" sz="1630" b="0" i="0" u="none" strike="noStrike" kern="1200" cap="none" spc="0" normalizeH="0" baseline="0" noProof="0">
              <a:ln w="3175">
                <a:noFill/>
              </a:ln>
              <a:gradFill>
                <a:gsLst>
                  <a:gs pos="0">
                    <a:srgbClr val="0078D4"/>
                  </a:gs>
                  <a:gs pos="100000">
                    <a:srgbClr val="0078D4"/>
                  </a:gs>
                </a:gsLst>
                <a:lin ang="5400000" scaled="0"/>
              </a:gradFill>
              <a:effectLst/>
              <a:uLnTx/>
              <a:uFillTx/>
              <a:latin typeface="Segoe UI Semibold"/>
              <a:ea typeface="+mn-ea"/>
              <a:cs typeface="Segoe UI Semilight" panose="020B0402040204020203" pitchFamily="34" charset="0"/>
            </a:endParaRPr>
          </a:p>
        </p:txBody>
      </p:sp>
      <p:grpSp>
        <p:nvGrpSpPr>
          <p:cNvPr id="129" name="Group 4">
            <a:extLst>
              <a:ext uri="{FF2B5EF4-FFF2-40B4-BE49-F238E27FC236}">
                <a16:creationId xmlns:a16="http://schemas.microsoft.com/office/drawing/2014/main" id="{808D70AB-22CE-4CF5-BA89-5BBB43D87D68}"/>
              </a:ext>
            </a:extLst>
          </p:cNvPr>
          <p:cNvGrpSpPr>
            <a:grpSpLocks noChangeAspect="1"/>
          </p:cNvGrpSpPr>
          <p:nvPr/>
        </p:nvGrpSpPr>
        <p:grpSpPr bwMode="auto">
          <a:xfrm>
            <a:off x="9473260" y="4500488"/>
            <a:ext cx="365354" cy="402601"/>
            <a:chOff x="5580" y="2084"/>
            <a:chExt cx="206" cy="227"/>
          </a:xfrm>
          <a:solidFill>
            <a:schemeClr val="accent1"/>
          </a:solidFill>
        </p:grpSpPr>
        <p:sp>
          <p:nvSpPr>
            <p:cNvPr id="130" name="Freeform 5">
              <a:extLst>
                <a:ext uri="{FF2B5EF4-FFF2-40B4-BE49-F238E27FC236}">
                  <a16:creationId xmlns:a16="http://schemas.microsoft.com/office/drawing/2014/main" id="{4F7E0433-D01F-4658-B393-B7B6716AAF1D}"/>
                </a:ext>
              </a:extLst>
            </p:cNvPr>
            <p:cNvSpPr>
              <a:spLocks/>
            </p:cNvSpPr>
            <p:nvPr/>
          </p:nvSpPr>
          <p:spPr bwMode="auto">
            <a:xfrm>
              <a:off x="5580" y="2254"/>
              <a:ext cx="206" cy="57"/>
            </a:xfrm>
            <a:custGeom>
              <a:avLst/>
              <a:gdLst>
                <a:gd name="T0" fmla="*/ 252 w 332"/>
                <a:gd name="T1" fmla="*/ 25 h 92"/>
                <a:gd name="T2" fmla="*/ 252 w 332"/>
                <a:gd name="T3" fmla="*/ 25 h 92"/>
                <a:gd name="T4" fmla="*/ 207 w 332"/>
                <a:gd name="T5" fmla="*/ 30 h 92"/>
                <a:gd name="T6" fmla="*/ 166 w 332"/>
                <a:gd name="T7" fmla="*/ 31 h 92"/>
                <a:gd name="T8" fmla="*/ 124 w 332"/>
                <a:gd name="T9" fmla="*/ 30 h 92"/>
                <a:gd name="T10" fmla="*/ 80 w 332"/>
                <a:gd name="T11" fmla="*/ 25 h 92"/>
                <a:gd name="T12" fmla="*/ 37 w 332"/>
                <a:gd name="T13" fmla="*/ 15 h 92"/>
                <a:gd name="T14" fmla="*/ 0 w 332"/>
                <a:gd name="T15" fmla="*/ 0 h 92"/>
                <a:gd name="T16" fmla="*/ 0 w 332"/>
                <a:gd name="T17" fmla="*/ 46 h 92"/>
                <a:gd name="T18" fmla="*/ 5 w 332"/>
                <a:gd name="T19" fmla="*/ 56 h 92"/>
                <a:gd name="T20" fmla="*/ 17 w 332"/>
                <a:gd name="T21" fmla="*/ 64 h 92"/>
                <a:gd name="T22" fmla="*/ 31 w 332"/>
                <a:gd name="T23" fmla="*/ 71 h 92"/>
                <a:gd name="T24" fmla="*/ 42 w 332"/>
                <a:gd name="T25" fmla="*/ 75 h 92"/>
                <a:gd name="T26" fmla="*/ 71 w 332"/>
                <a:gd name="T27" fmla="*/ 83 h 92"/>
                <a:gd name="T28" fmla="*/ 103 w 332"/>
                <a:gd name="T29" fmla="*/ 88 h 92"/>
                <a:gd name="T30" fmla="*/ 135 w 332"/>
                <a:gd name="T31" fmla="*/ 91 h 92"/>
                <a:gd name="T32" fmla="*/ 166 w 332"/>
                <a:gd name="T33" fmla="*/ 92 h 92"/>
                <a:gd name="T34" fmla="*/ 196 w 332"/>
                <a:gd name="T35" fmla="*/ 91 h 92"/>
                <a:gd name="T36" fmla="*/ 229 w 332"/>
                <a:gd name="T37" fmla="*/ 88 h 92"/>
                <a:gd name="T38" fmla="*/ 260 w 332"/>
                <a:gd name="T39" fmla="*/ 83 h 92"/>
                <a:gd name="T40" fmla="*/ 289 w 332"/>
                <a:gd name="T41" fmla="*/ 75 h 92"/>
                <a:gd name="T42" fmla="*/ 301 w 332"/>
                <a:gd name="T43" fmla="*/ 71 h 92"/>
                <a:gd name="T44" fmla="*/ 315 w 332"/>
                <a:gd name="T45" fmla="*/ 64 h 92"/>
                <a:gd name="T46" fmla="*/ 327 w 332"/>
                <a:gd name="T47" fmla="*/ 56 h 92"/>
                <a:gd name="T48" fmla="*/ 332 w 332"/>
                <a:gd name="T49" fmla="*/ 46 h 92"/>
                <a:gd name="T50" fmla="*/ 332 w 332"/>
                <a:gd name="T51" fmla="*/ 0 h 92"/>
                <a:gd name="T52" fmla="*/ 294 w 332"/>
                <a:gd name="T53" fmla="*/ 15 h 92"/>
                <a:gd name="T54" fmla="*/ 252 w 332"/>
                <a:gd name="T55" fmla="*/ 25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32" h="92">
                  <a:moveTo>
                    <a:pt x="252" y="25"/>
                  </a:moveTo>
                  <a:lnTo>
                    <a:pt x="252" y="25"/>
                  </a:lnTo>
                  <a:cubicBezTo>
                    <a:pt x="237" y="27"/>
                    <a:pt x="222" y="29"/>
                    <a:pt x="207" y="30"/>
                  </a:cubicBezTo>
                  <a:cubicBezTo>
                    <a:pt x="192" y="31"/>
                    <a:pt x="179" y="31"/>
                    <a:pt x="166" y="31"/>
                  </a:cubicBezTo>
                  <a:cubicBezTo>
                    <a:pt x="153" y="31"/>
                    <a:pt x="139" y="31"/>
                    <a:pt x="124" y="30"/>
                  </a:cubicBezTo>
                  <a:cubicBezTo>
                    <a:pt x="110" y="29"/>
                    <a:pt x="95" y="27"/>
                    <a:pt x="80" y="25"/>
                  </a:cubicBezTo>
                  <a:cubicBezTo>
                    <a:pt x="65" y="22"/>
                    <a:pt x="51" y="19"/>
                    <a:pt x="37" y="15"/>
                  </a:cubicBezTo>
                  <a:cubicBezTo>
                    <a:pt x="23" y="11"/>
                    <a:pt x="11" y="6"/>
                    <a:pt x="0" y="0"/>
                  </a:cubicBezTo>
                  <a:lnTo>
                    <a:pt x="0" y="46"/>
                  </a:lnTo>
                  <a:cubicBezTo>
                    <a:pt x="0" y="50"/>
                    <a:pt x="2" y="53"/>
                    <a:pt x="5" y="56"/>
                  </a:cubicBezTo>
                  <a:cubicBezTo>
                    <a:pt x="8" y="59"/>
                    <a:pt x="12" y="62"/>
                    <a:pt x="17" y="64"/>
                  </a:cubicBezTo>
                  <a:cubicBezTo>
                    <a:pt x="21" y="67"/>
                    <a:pt x="26" y="69"/>
                    <a:pt x="31" y="71"/>
                  </a:cubicBezTo>
                  <a:cubicBezTo>
                    <a:pt x="36" y="73"/>
                    <a:pt x="40" y="74"/>
                    <a:pt x="42" y="75"/>
                  </a:cubicBezTo>
                  <a:cubicBezTo>
                    <a:pt x="51" y="79"/>
                    <a:pt x="61" y="81"/>
                    <a:pt x="71" y="83"/>
                  </a:cubicBezTo>
                  <a:cubicBezTo>
                    <a:pt x="82" y="85"/>
                    <a:pt x="92" y="87"/>
                    <a:pt x="103" y="88"/>
                  </a:cubicBezTo>
                  <a:cubicBezTo>
                    <a:pt x="114" y="90"/>
                    <a:pt x="125" y="91"/>
                    <a:pt x="135" y="91"/>
                  </a:cubicBezTo>
                  <a:cubicBezTo>
                    <a:pt x="146" y="92"/>
                    <a:pt x="156" y="92"/>
                    <a:pt x="166" y="92"/>
                  </a:cubicBezTo>
                  <a:cubicBezTo>
                    <a:pt x="176" y="92"/>
                    <a:pt x="186" y="92"/>
                    <a:pt x="196" y="91"/>
                  </a:cubicBezTo>
                  <a:cubicBezTo>
                    <a:pt x="207" y="91"/>
                    <a:pt x="218" y="90"/>
                    <a:pt x="229" y="88"/>
                  </a:cubicBezTo>
                  <a:cubicBezTo>
                    <a:pt x="239" y="87"/>
                    <a:pt x="250" y="85"/>
                    <a:pt x="260" y="83"/>
                  </a:cubicBezTo>
                  <a:cubicBezTo>
                    <a:pt x="271" y="81"/>
                    <a:pt x="280" y="79"/>
                    <a:pt x="289" y="75"/>
                  </a:cubicBezTo>
                  <a:cubicBezTo>
                    <a:pt x="292" y="74"/>
                    <a:pt x="296" y="73"/>
                    <a:pt x="301" y="71"/>
                  </a:cubicBezTo>
                  <a:cubicBezTo>
                    <a:pt x="306" y="69"/>
                    <a:pt x="310" y="67"/>
                    <a:pt x="315" y="64"/>
                  </a:cubicBezTo>
                  <a:cubicBezTo>
                    <a:pt x="319" y="62"/>
                    <a:pt x="323" y="59"/>
                    <a:pt x="327" y="56"/>
                  </a:cubicBezTo>
                  <a:cubicBezTo>
                    <a:pt x="330" y="53"/>
                    <a:pt x="332" y="50"/>
                    <a:pt x="332" y="46"/>
                  </a:cubicBezTo>
                  <a:lnTo>
                    <a:pt x="332" y="0"/>
                  </a:lnTo>
                  <a:cubicBezTo>
                    <a:pt x="321" y="6"/>
                    <a:pt x="308" y="11"/>
                    <a:pt x="294" y="15"/>
                  </a:cubicBezTo>
                  <a:cubicBezTo>
                    <a:pt x="281" y="19"/>
                    <a:pt x="266" y="22"/>
                    <a:pt x="252" y="25"/>
                  </a:cubicBezTo>
                  <a:close/>
                </a:path>
              </a:pathLst>
            </a:custGeom>
            <a:grpFill/>
            <a:ln w="0">
              <a:noFill/>
              <a:prstDash val="solid"/>
              <a:round/>
              <a:headEnd/>
              <a:tailEnd/>
            </a:ln>
          </p:spPr>
          <p:txBody>
            <a:bodyPr vert="horz" wrap="square" lIns="91414" tIns="45706" rIns="91414" bIns="45706" numCol="1" anchor="t" anchorCtr="0" compatLnSpc="1">
              <a:prstTxWarp prst="textNoShape">
                <a:avLst/>
              </a:prstTxWarp>
            </a:bodyPr>
            <a:lstStyle/>
            <a:p>
              <a:pPr marL="0" marR="0" lvl="0" indent="0" algn="l" defTabSz="932384"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2828"/>
                </a:solidFill>
                <a:effectLst/>
                <a:uLnTx/>
                <a:uFillTx/>
                <a:latin typeface="Segoe UI"/>
                <a:ea typeface="+mn-ea"/>
                <a:cs typeface="+mn-cs"/>
              </a:endParaRPr>
            </a:p>
          </p:txBody>
        </p:sp>
        <p:sp>
          <p:nvSpPr>
            <p:cNvPr id="131" name="Freeform 6">
              <a:extLst>
                <a:ext uri="{FF2B5EF4-FFF2-40B4-BE49-F238E27FC236}">
                  <a16:creationId xmlns:a16="http://schemas.microsoft.com/office/drawing/2014/main" id="{EBA08778-CAC4-4788-B673-D0D7F27BB361}"/>
                </a:ext>
              </a:extLst>
            </p:cNvPr>
            <p:cNvSpPr>
              <a:spLocks/>
            </p:cNvSpPr>
            <p:nvPr/>
          </p:nvSpPr>
          <p:spPr bwMode="auto">
            <a:xfrm>
              <a:off x="5580" y="2140"/>
              <a:ext cx="206" cy="57"/>
            </a:xfrm>
            <a:custGeom>
              <a:avLst/>
              <a:gdLst>
                <a:gd name="T0" fmla="*/ 252 w 332"/>
                <a:gd name="T1" fmla="*/ 25 h 92"/>
                <a:gd name="T2" fmla="*/ 252 w 332"/>
                <a:gd name="T3" fmla="*/ 25 h 92"/>
                <a:gd name="T4" fmla="*/ 207 w 332"/>
                <a:gd name="T5" fmla="*/ 30 h 92"/>
                <a:gd name="T6" fmla="*/ 166 w 332"/>
                <a:gd name="T7" fmla="*/ 31 h 92"/>
                <a:gd name="T8" fmla="*/ 124 w 332"/>
                <a:gd name="T9" fmla="*/ 30 h 92"/>
                <a:gd name="T10" fmla="*/ 80 w 332"/>
                <a:gd name="T11" fmla="*/ 25 h 92"/>
                <a:gd name="T12" fmla="*/ 37 w 332"/>
                <a:gd name="T13" fmla="*/ 15 h 92"/>
                <a:gd name="T14" fmla="*/ 0 w 332"/>
                <a:gd name="T15" fmla="*/ 0 h 92"/>
                <a:gd name="T16" fmla="*/ 0 w 332"/>
                <a:gd name="T17" fmla="*/ 46 h 92"/>
                <a:gd name="T18" fmla="*/ 5 w 332"/>
                <a:gd name="T19" fmla="*/ 56 h 92"/>
                <a:gd name="T20" fmla="*/ 17 w 332"/>
                <a:gd name="T21" fmla="*/ 64 h 92"/>
                <a:gd name="T22" fmla="*/ 31 w 332"/>
                <a:gd name="T23" fmla="*/ 71 h 92"/>
                <a:gd name="T24" fmla="*/ 42 w 332"/>
                <a:gd name="T25" fmla="*/ 75 h 92"/>
                <a:gd name="T26" fmla="*/ 72 w 332"/>
                <a:gd name="T27" fmla="*/ 83 h 92"/>
                <a:gd name="T28" fmla="*/ 103 w 332"/>
                <a:gd name="T29" fmla="*/ 88 h 92"/>
                <a:gd name="T30" fmla="*/ 135 w 332"/>
                <a:gd name="T31" fmla="*/ 91 h 92"/>
                <a:gd name="T32" fmla="*/ 166 w 332"/>
                <a:gd name="T33" fmla="*/ 92 h 92"/>
                <a:gd name="T34" fmla="*/ 197 w 332"/>
                <a:gd name="T35" fmla="*/ 91 h 92"/>
                <a:gd name="T36" fmla="*/ 228 w 332"/>
                <a:gd name="T37" fmla="*/ 88 h 92"/>
                <a:gd name="T38" fmla="*/ 260 w 332"/>
                <a:gd name="T39" fmla="*/ 83 h 92"/>
                <a:gd name="T40" fmla="*/ 289 w 332"/>
                <a:gd name="T41" fmla="*/ 75 h 92"/>
                <a:gd name="T42" fmla="*/ 301 w 332"/>
                <a:gd name="T43" fmla="*/ 71 h 92"/>
                <a:gd name="T44" fmla="*/ 315 w 332"/>
                <a:gd name="T45" fmla="*/ 64 h 92"/>
                <a:gd name="T46" fmla="*/ 327 w 332"/>
                <a:gd name="T47" fmla="*/ 56 h 92"/>
                <a:gd name="T48" fmla="*/ 332 w 332"/>
                <a:gd name="T49" fmla="*/ 46 h 92"/>
                <a:gd name="T50" fmla="*/ 332 w 332"/>
                <a:gd name="T51" fmla="*/ 0 h 92"/>
                <a:gd name="T52" fmla="*/ 295 w 332"/>
                <a:gd name="T53" fmla="*/ 15 h 92"/>
                <a:gd name="T54" fmla="*/ 252 w 332"/>
                <a:gd name="T55" fmla="*/ 25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32" h="92">
                  <a:moveTo>
                    <a:pt x="252" y="25"/>
                  </a:moveTo>
                  <a:lnTo>
                    <a:pt x="252" y="25"/>
                  </a:lnTo>
                  <a:cubicBezTo>
                    <a:pt x="237" y="27"/>
                    <a:pt x="222" y="29"/>
                    <a:pt x="207" y="30"/>
                  </a:cubicBezTo>
                  <a:cubicBezTo>
                    <a:pt x="193" y="31"/>
                    <a:pt x="179" y="31"/>
                    <a:pt x="166" y="31"/>
                  </a:cubicBezTo>
                  <a:cubicBezTo>
                    <a:pt x="153" y="31"/>
                    <a:pt x="139" y="31"/>
                    <a:pt x="124" y="30"/>
                  </a:cubicBezTo>
                  <a:cubicBezTo>
                    <a:pt x="110" y="29"/>
                    <a:pt x="95" y="27"/>
                    <a:pt x="80" y="25"/>
                  </a:cubicBezTo>
                  <a:cubicBezTo>
                    <a:pt x="65" y="22"/>
                    <a:pt x="51" y="19"/>
                    <a:pt x="37" y="15"/>
                  </a:cubicBezTo>
                  <a:cubicBezTo>
                    <a:pt x="23" y="11"/>
                    <a:pt x="11" y="6"/>
                    <a:pt x="0" y="0"/>
                  </a:cubicBezTo>
                  <a:lnTo>
                    <a:pt x="0" y="46"/>
                  </a:lnTo>
                  <a:cubicBezTo>
                    <a:pt x="0" y="50"/>
                    <a:pt x="2" y="53"/>
                    <a:pt x="5" y="56"/>
                  </a:cubicBezTo>
                  <a:cubicBezTo>
                    <a:pt x="8" y="59"/>
                    <a:pt x="12" y="62"/>
                    <a:pt x="17" y="64"/>
                  </a:cubicBezTo>
                  <a:cubicBezTo>
                    <a:pt x="21" y="67"/>
                    <a:pt x="26" y="69"/>
                    <a:pt x="31" y="71"/>
                  </a:cubicBezTo>
                  <a:cubicBezTo>
                    <a:pt x="36" y="73"/>
                    <a:pt x="40" y="75"/>
                    <a:pt x="42" y="75"/>
                  </a:cubicBezTo>
                  <a:cubicBezTo>
                    <a:pt x="52" y="79"/>
                    <a:pt x="61" y="81"/>
                    <a:pt x="72" y="83"/>
                  </a:cubicBezTo>
                  <a:cubicBezTo>
                    <a:pt x="82" y="85"/>
                    <a:pt x="93" y="87"/>
                    <a:pt x="103" y="88"/>
                  </a:cubicBezTo>
                  <a:cubicBezTo>
                    <a:pt x="114" y="90"/>
                    <a:pt x="125" y="91"/>
                    <a:pt x="135" y="91"/>
                  </a:cubicBezTo>
                  <a:cubicBezTo>
                    <a:pt x="146" y="92"/>
                    <a:pt x="156" y="92"/>
                    <a:pt x="166" y="92"/>
                  </a:cubicBezTo>
                  <a:cubicBezTo>
                    <a:pt x="176" y="92"/>
                    <a:pt x="186" y="92"/>
                    <a:pt x="197" y="91"/>
                  </a:cubicBezTo>
                  <a:cubicBezTo>
                    <a:pt x="207" y="91"/>
                    <a:pt x="218" y="90"/>
                    <a:pt x="228" y="88"/>
                  </a:cubicBezTo>
                  <a:cubicBezTo>
                    <a:pt x="239" y="87"/>
                    <a:pt x="250" y="85"/>
                    <a:pt x="260" y="83"/>
                  </a:cubicBezTo>
                  <a:cubicBezTo>
                    <a:pt x="270" y="81"/>
                    <a:pt x="280" y="79"/>
                    <a:pt x="289" y="75"/>
                  </a:cubicBezTo>
                  <a:cubicBezTo>
                    <a:pt x="292" y="75"/>
                    <a:pt x="296" y="73"/>
                    <a:pt x="301" y="71"/>
                  </a:cubicBezTo>
                  <a:cubicBezTo>
                    <a:pt x="306" y="69"/>
                    <a:pt x="310" y="67"/>
                    <a:pt x="315" y="64"/>
                  </a:cubicBezTo>
                  <a:cubicBezTo>
                    <a:pt x="319" y="62"/>
                    <a:pt x="323" y="59"/>
                    <a:pt x="327" y="56"/>
                  </a:cubicBezTo>
                  <a:cubicBezTo>
                    <a:pt x="330" y="53"/>
                    <a:pt x="332" y="50"/>
                    <a:pt x="332" y="46"/>
                  </a:cubicBezTo>
                  <a:lnTo>
                    <a:pt x="332" y="0"/>
                  </a:lnTo>
                  <a:cubicBezTo>
                    <a:pt x="321" y="6"/>
                    <a:pt x="308" y="11"/>
                    <a:pt x="295" y="15"/>
                  </a:cubicBezTo>
                  <a:cubicBezTo>
                    <a:pt x="281" y="19"/>
                    <a:pt x="267" y="22"/>
                    <a:pt x="252" y="25"/>
                  </a:cubicBezTo>
                  <a:close/>
                </a:path>
              </a:pathLst>
            </a:custGeom>
            <a:grpFill/>
            <a:ln w="0">
              <a:noFill/>
              <a:prstDash val="solid"/>
              <a:round/>
              <a:headEnd/>
              <a:tailEnd/>
            </a:ln>
          </p:spPr>
          <p:txBody>
            <a:bodyPr vert="horz" wrap="square" lIns="91414" tIns="45706" rIns="91414" bIns="45706" numCol="1" anchor="t" anchorCtr="0" compatLnSpc="1">
              <a:prstTxWarp prst="textNoShape">
                <a:avLst/>
              </a:prstTxWarp>
            </a:bodyPr>
            <a:lstStyle/>
            <a:p>
              <a:pPr marL="0" marR="0" lvl="0" indent="0" algn="l" defTabSz="932384"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2828"/>
                </a:solidFill>
                <a:effectLst/>
                <a:uLnTx/>
                <a:uFillTx/>
                <a:latin typeface="Segoe UI"/>
                <a:ea typeface="+mn-ea"/>
                <a:cs typeface="+mn-cs"/>
              </a:endParaRPr>
            </a:p>
          </p:txBody>
        </p:sp>
        <p:sp>
          <p:nvSpPr>
            <p:cNvPr id="132" name="Freeform 7">
              <a:extLst>
                <a:ext uri="{FF2B5EF4-FFF2-40B4-BE49-F238E27FC236}">
                  <a16:creationId xmlns:a16="http://schemas.microsoft.com/office/drawing/2014/main" id="{8CC77FFA-B030-418A-A356-B557F1BE845C}"/>
                </a:ext>
              </a:extLst>
            </p:cNvPr>
            <p:cNvSpPr>
              <a:spLocks/>
            </p:cNvSpPr>
            <p:nvPr/>
          </p:nvSpPr>
          <p:spPr bwMode="auto">
            <a:xfrm>
              <a:off x="5580" y="2084"/>
              <a:ext cx="206" cy="57"/>
            </a:xfrm>
            <a:custGeom>
              <a:avLst/>
              <a:gdLst>
                <a:gd name="T0" fmla="*/ 315 w 332"/>
                <a:gd name="T1" fmla="*/ 28 h 92"/>
                <a:gd name="T2" fmla="*/ 315 w 332"/>
                <a:gd name="T3" fmla="*/ 28 h 92"/>
                <a:gd name="T4" fmla="*/ 301 w 332"/>
                <a:gd name="T5" fmla="*/ 21 h 92"/>
                <a:gd name="T6" fmla="*/ 289 w 332"/>
                <a:gd name="T7" fmla="*/ 17 h 92"/>
                <a:gd name="T8" fmla="*/ 260 w 332"/>
                <a:gd name="T9" fmla="*/ 9 h 92"/>
                <a:gd name="T10" fmla="*/ 228 w 332"/>
                <a:gd name="T11" fmla="*/ 4 h 92"/>
                <a:gd name="T12" fmla="*/ 196 w 332"/>
                <a:gd name="T13" fmla="*/ 1 h 92"/>
                <a:gd name="T14" fmla="*/ 166 w 332"/>
                <a:gd name="T15" fmla="*/ 0 h 92"/>
                <a:gd name="T16" fmla="*/ 135 w 332"/>
                <a:gd name="T17" fmla="*/ 1 h 92"/>
                <a:gd name="T18" fmla="*/ 103 w 332"/>
                <a:gd name="T19" fmla="*/ 4 h 92"/>
                <a:gd name="T20" fmla="*/ 72 w 332"/>
                <a:gd name="T21" fmla="*/ 9 h 92"/>
                <a:gd name="T22" fmla="*/ 42 w 332"/>
                <a:gd name="T23" fmla="*/ 17 h 92"/>
                <a:gd name="T24" fmla="*/ 31 w 332"/>
                <a:gd name="T25" fmla="*/ 21 h 92"/>
                <a:gd name="T26" fmla="*/ 17 w 332"/>
                <a:gd name="T27" fmla="*/ 28 h 92"/>
                <a:gd name="T28" fmla="*/ 5 w 332"/>
                <a:gd name="T29" fmla="*/ 37 h 92"/>
                <a:gd name="T30" fmla="*/ 0 w 332"/>
                <a:gd name="T31" fmla="*/ 46 h 92"/>
                <a:gd name="T32" fmla="*/ 1 w 332"/>
                <a:gd name="T33" fmla="*/ 50 h 92"/>
                <a:gd name="T34" fmla="*/ 3 w 332"/>
                <a:gd name="T35" fmla="*/ 53 h 92"/>
                <a:gd name="T36" fmla="*/ 21 w 332"/>
                <a:gd name="T37" fmla="*/ 66 h 92"/>
                <a:gd name="T38" fmla="*/ 46 w 332"/>
                <a:gd name="T39" fmla="*/ 76 h 92"/>
                <a:gd name="T40" fmla="*/ 77 w 332"/>
                <a:gd name="T41" fmla="*/ 84 h 92"/>
                <a:gd name="T42" fmla="*/ 109 w 332"/>
                <a:gd name="T43" fmla="*/ 88 h 92"/>
                <a:gd name="T44" fmla="*/ 140 w 332"/>
                <a:gd name="T45" fmla="*/ 91 h 92"/>
                <a:gd name="T46" fmla="*/ 166 w 332"/>
                <a:gd name="T47" fmla="*/ 92 h 92"/>
                <a:gd name="T48" fmla="*/ 192 w 332"/>
                <a:gd name="T49" fmla="*/ 91 h 92"/>
                <a:gd name="T50" fmla="*/ 223 w 332"/>
                <a:gd name="T51" fmla="*/ 88 h 92"/>
                <a:gd name="T52" fmla="*/ 255 w 332"/>
                <a:gd name="T53" fmla="*/ 84 h 92"/>
                <a:gd name="T54" fmla="*/ 285 w 332"/>
                <a:gd name="T55" fmla="*/ 76 h 92"/>
                <a:gd name="T56" fmla="*/ 311 w 332"/>
                <a:gd name="T57" fmla="*/ 66 h 92"/>
                <a:gd name="T58" fmla="*/ 328 w 332"/>
                <a:gd name="T59" fmla="*/ 53 h 92"/>
                <a:gd name="T60" fmla="*/ 331 w 332"/>
                <a:gd name="T61" fmla="*/ 50 h 92"/>
                <a:gd name="T62" fmla="*/ 332 w 332"/>
                <a:gd name="T63" fmla="*/ 46 h 92"/>
                <a:gd name="T64" fmla="*/ 327 w 332"/>
                <a:gd name="T65" fmla="*/ 37 h 92"/>
                <a:gd name="T66" fmla="*/ 315 w 332"/>
                <a:gd name="T67" fmla="*/ 2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2" h="92">
                  <a:moveTo>
                    <a:pt x="315" y="28"/>
                  </a:moveTo>
                  <a:lnTo>
                    <a:pt x="315" y="28"/>
                  </a:lnTo>
                  <a:cubicBezTo>
                    <a:pt x="310" y="26"/>
                    <a:pt x="306" y="23"/>
                    <a:pt x="301" y="21"/>
                  </a:cubicBezTo>
                  <a:cubicBezTo>
                    <a:pt x="296" y="19"/>
                    <a:pt x="292" y="18"/>
                    <a:pt x="289" y="17"/>
                  </a:cubicBezTo>
                  <a:cubicBezTo>
                    <a:pt x="280" y="14"/>
                    <a:pt x="270" y="11"/>
                    <a:pt x="260" y="9"/>
                  </a:cubicBezTo>
                  <a:cubicBezTo>
                    <a:pt x="250" y="7"/>
                    <a:pt x="239" y="5"/>
                    <a:pt x="228" y="4"/>
                  </a:cubicBezTo>
                  <a:cubicBezTo>
                    <a:pt x="218" y="3"/>
                    <a:pt x="207" y="2"/>
                    <a:pt x="196" y="1"/>
                  </a:cubicBezTo>
                  <a:cubicBezTo>
                    <a:pt x="186" y="1"/>
                    <a:pt x="176" y="0"/>
                    <a:pt x="166" y="0"/>
                  </a:cubicBezTo>
                  <a:cubicBezTo>
                    <a:pt x="156" y="0"/>
                    <a:pt x="146" y="1"/>
                    <a:pt x="135" y="1"/>
                  </a:cubicBezTo>
                  <a:cubicBezTo>
                    <a:pt x="125" y="2"/>
                    <a:pt x="114" y="3"/>
                    <a:pt x="103" y="4"/>
                  </a:cubicBezTo>
                  <a:cubicBezTo>
                    <a:pt x="93" y="5"/>
                    <a:pt x="82" y="7"/>
                    <a:pt x="72" y="9"/>
                  </a:cubicBezTo>
                  <a:cubicBezTo>
                    <a:pt x="61" y="11"/>
                    <a:pt x="52" y="14"/>
                    <a:pt x="42" y="17"/>
                  </a:cubicBezTo>
                  <a:cubicBezTo>
                    <a:pt x="40" y="18"/>
                    <a:pt x="36" y="19"/>
                    <a:pt x="31" y="21"/>
                  </a:cubicBezTo>
                  <a:cubicBezTo>
                    <a:pt x="26" y="23"/>
                    <a:pt x="21" y="26"/>
                    <a:pt x="17" y="28"/>
                  </a:cubicBezTo>
                  <a:cubicBezTo>
                    <a:pt x="12" y="31"/>
                    <a:pt x="8" y="34"/>
                    <a:pt x="5" y="37"/>
                  </a:cubicBezTo>
                  <a:cubicBezTo>
                    <a:pt x="2" y="40"/>
                    <a:pt x="0" y="43"/>
                    <a:pt x="0" y="46"/>
                  </a:cubicBezTo>
                  <a:cubicBezTo>
                    <a:pt x="0" y="47"/>
                    <a:pt x="0" y="48"/>
                    <a:pt x="1" y="50"/>
                  </a:cubicBezTo>
                  <a:cubicBezTo>
                    <a:pt x="2" y="51"/>
                    <a:pt x="2" y="52"/>
                    <a:pt x="3" y="53"/>
                  </a:cubicBezTo>
                  <a:cubicBezTo>
                    <a:pt x="7" y="58"/>
                    <a:pt x="13" y="62"/>
                    <a:pt x="21" y="66"/>
                  </a:cubicBezTo>
                  <a:cubicBezTo>
                    <a:pt x="28" y="70"/>
                    <a:pt x="37" y="73"/>
                    <a:pt x="46" y="76"/>
                  </a:cubicBezTo>
                  <a:cubicBezTo>
                    <a:pt x="56" y="79"/>
                    <a:pt x="66" y="82"/>
                    <a:pt x="77" y="84"/>
                  </a:cubicBezTo>
                  <a:cubicBezTo>
                    <a:pt x="87" y="86"/>
                    <a:pt x="98" y="87"/>
                    <a:pt x="109" y="88"/>
                  </a:cubicBezTo>
                  <a:cubicBezTo>
                    <a:pt x="120" y="89"/>
                    <a:pt x="130" y="90"/>
                    <a:pt x="140" y="91"/>
                  </a:cubicBezTo>
                  <a:cubicBezTo>
                    <a:pt x="149" y="91"/>
                    <a:pt x="158" y="92"/>
                    <a:pt x="166" y="92"/>
                  </a:cubicBezTo>
                  <a:cubicBezTo>
                    <a:pt x="173" y="92"/>
                    <a:pt x="182" y="91"/>
                    <a:pt x="192" y="91"/>
                  </a:cubicBezTo>
                  <a:cubicBezTo>
                    <a:pt x="202" y="90"/>
                    <a:pt x="212" y="89"/>
                    <a:pt x="223" y="88"/>
                  </a:cubicBezTo>
                  <a:cubicBezTo>
                    <a:pt x="234" y="87"/>
                    <a:pt x="244" y="86"/>
                    <a:pt x="255" y="84"/>
                  </a:cubicBezTo>
                  <a:cubicBezTo>
                    <a:pt x="266" y="82"/>
                    <a:pt x="276" y="79"/>
                    <a:pt x="285" y="76"/>
                  </a:cubicBezTo>
                  <a:cubicBezTo>
                    <a:pt x="295" y="73"/>
                    <a:pt x="303" y="70"/>
                    <a:pt x="311" y="66"/>
                  </a:cubicBezTo>
                  <a:cubicBezTo>
                    <a:pt x="319" y="62"/>
                    <a:pt x="324" y="58"/>
                    <a:pt x="328" y="53"/>
                  </a:cubicBezTo>
                  <a:cubicBezTo>
                    <a:pt x="329" y="52"/>
                    <a:pt x="330" y="51"/>
                    <a:pt x="331" y="50"/>
                  </a:cubicBezTo>
                  <a:cubicBezTo>
                    <a:pt x="331" y="48"/>
                    <a:pt x="332" y="47"/>
                    <a:pt x="332" y="46"/>
                  </a:cubicBezTo>
                  <a:cubicBezTo>
                    <a:pt x="332" y="43"/>
                    <a:pt x="330" y="40"/>
                    <a:pt x="327" y="37"/>
                  </a:cubicBezTo>
                  <a:cubicBezTo>
                    <a:pt x="323" y="34"/>
                    <a:pt x="319" y="31"/>
                    <a:pt x="315" y="28"/>
                  </a:cubicBezTo>
                  <a:close/>
                </a:path>
              </a:pathLst>
            </a:custGeom>
            <a:grpFill/>
            <a:ln w="0">
              <a:noFill/>
              <a:prstDash val="solid"/>
              <a:round/>
              <a:headEnd/>
              <a:tailEnd/>
            </a:ln>
          </p:spPr>
          <p:txBody>
            <a:bodyPr vert="horz" wrap="square" lIns="91414" tIns="45706" rIns="91414" bIns="45706" numCol="1" anchor="t" anchorCtr="0" compatLnSpc="1">
              <a:prstTxWarp prst="textNoShape">
                <a:avLst/>
              </a:prstTxWarp>
            </a:bodyPr>
            <a:lstStyle/>
            <a:p>
              <a:pPr marL="0" marR="0" lvl="0" indent="0" algn="l" defTabSz="932384"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2828"/>
                </a:solidFill>
                <a:effectLst/>
                <a:uLnTx/>
                <a:uFillTx/>
                <a:latin typeface="Segoe UI"/>
                <a:ea typeface="+mn-ea"/>
                <a:cs typeface="+mn-cs"/>
              </a:endParaRPr>
            </a:p>
          </p:txBody>
        </p:sp>
        <p:sp>
          <p:nvSpPr>
            <p:cNvPr id="133" name="Freeform 8">
              <a:extLst>
                <a:ext uri="{FF2B5EF4-FFF2-40B4-BE49-F238E27FC236}">
                  <a16:creationId xmlns:a16="http://schemas.microsoft.com/office/drawing/2014/main" id="{1A1A721B-8258-4FDF-9E5C-D01B5FAC07AF}"/>
                </a:ext>
              </a:extLst>
            </p:cNvPr>
            <p:cNvSpPr>
              <a:spLocks/>
            </p:cNvSpPr>
            <p:nvPr/>
          </p:nvSpPr>
          <p:spPr bwMode="auto">
            <a:xfrm>
              <a:off x="5580" y="2197"/>
              <a:ext cx="206" cy="57"/>
            </a:xfrm>
            <a:custGeom>
              <a:avLst/>
              <a:gdLst>
                <a:gd name="T0" fmla="*/ 252 w 332"/>
                <a:gd name="T1" fmla="*/ 24 h 92"/>
                <a:gd name="T2" fmla="*/ 252 w 332"/>
                <a:gd name="T3" fmla="*/ 24 h 92"/>
                <a:gd name="T4" fmla="*/ 207 w 332"/>
                <a:gd name="T5" fmla="*/ 29 h 92"/>
                <a:gd name="T6" fmla="*/ 166 w 332"/>
                <a:gd name="T7" fmla="*/ 31 h 92"/>
                <a:gd name="T8" fmla="*/ 124 w 332"/>
                <a:gd name="T9" fmla="*/ 29 h 92"/>
                <a:gd name="T10" fmla="*/ 80 w 332"/>
                <a:gd name="T11" fmla="*/ 24 h 92"/>
                <a:gd name="T12" fmla="*/ 37 w 332"/>
                <a:gd name="T13" fmla="*/ 15 h 92"/>
                <a:gd name="T14" fmla="*/ 0 w 332"/>
                <a:gd name="T15" fmla="*/ 0 h 92"/>
                <a:gd name="T16" fmla="*/ 0 w 332"/>
                <a:gd name="T17" fmla="*/ 46 h 92"/>
                <a:gd name="T18" fmla="*/ 5 w 332"/>
                <a:gd name="T19" fmla="*/ 55 h 92"/>
                <a:gd name="T20" fmla="*/ 17 w 332"/>
                <a:gd name="T21" fmla="*/ 64 h 92"/>
                <a:gd name="T22" fmla="*/ 31 w 332"/>
                <a:gd name="T23" fmla="*/ 71 h 92"/>
                <a:gd name="T24" fmla="*/ 42 w 332"/>
                <a:gd name="T25" fmla="*/ 75 h 92"/>
                <a:gd name="T26" fmla="*/ 71 w 332"/>
                <a:gd name="T27" fmla="*/ 83 h 92"/>
                <a:gd name="T28" fmla="*/ 103 w 332"/>
                <a:gd name="T29" fmla="*/ 88 h 92"/>
                <a:gd name="T30" fmla="*/ 135 w 332"/>
                <a:gd name="T31" fmla="*/ 91 h 92"/>
                <a:gd name="T32" fmla="*/ 166 w 332"/>
                <a:gd name="T33" fmla="*/ 92 h 92"/>
                <a:gd name="T34" fmla="*/ 196 w 332"/>
                <a:gd name="T35" fmla="*/ 91 h 92"/>
                <a:gd name="T36" fmla="*/ 229 w 332"/>
                <a:gd name="T37" fmla="*/ 88 h 92"/>
                <a:gd name="T38" fmla="*/ 260 w 332"/>
                <a:gd name="T39" fmla="*/ 83 h 92"/>
                <a:gd name="T40" fmla="*/ 289 w 332"/>
                <a:gd name="T41" fmla="*/ 75 h 92"/>
                <a:gd name="T42" fmla="*/ 301 w 332"/>
                <a:gd name="T43" fmla="*/ 71 h 92"/>
                <a:gd name="T44" fmla="*/ 315 w 332"/>
                <a:gd name="T45" fmla="*/ 64 h 92"/>
                <a:gd name="T46" fmla="*/ 327 w 332"/>
                <a:gd name="T47" fmla="*/ 55 h 92"/>
                <a:gd name="T48" fmla="*/ 332 w 332"/>
                <a:gd name="T49" fmla="*/ 46 h 92"/>
                <a:gd name="T50" fmla="*/ 332 w 332"/>
                <a:gd name="T51" fmla="*/ 0 h 92"/>
                <a:gd name="T52" fmla="*/ 294 w 332"/>
                <a:gd name="T53" fmla="*/ 15 h 92"/>
                <a:gd name="T54" fmla="*/ 252 w 332"/>
                <a:gd name="T55" fmla="*/ 2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32" h="92">
                  <a:moveTo>
                    <a:pt x="252" y="24"/>
                  </a:moveTo>
                  <a:lnTo>
                    <a:pt x="252" y="24"/>
                  </a:lnTo>
                  <a:cubicBezTo>
                    <a:pt x="237" y="27"/>
                    <a:pt x="222" y="28"/>
                    <a:pt x="207" y="29"/>
                  </a:cubicBezTo>
                  <a:cubicBezTo>
                    <a:pt x="192" y="30"/>
                    <a:pt x="179" y="31"/>
                    <a:pt x="166" y="31"/>
                  </a:cubicBezTo>
                  <a:cubicBezTo>
                    <a:pt x="153" y="31"/>
                    <a:pt x="139" y="30"/>
                    <a:pt x="124" y="29"/>
                  </a:cubicBezTo>
                  <a:cubicBezTo>
                    <a:pt x="110" y="28"/>
                    <a:pt x="95" y="27"/>
                    <a:pt x="80" y="24"/>
                  </a:cubicBezTo>
                  <a:cubicBezTo>
                    <a:pt x="65" y="22"/>
                    <a:pt x="51" y="19"/>
                    <a:pt x="37" y="15"/>
                  </a:cubicBezTo>
                  <a:cubicBezTo>
                    <a:pt x="23" y="11"/>
                    <a:pt x="11" y="6"/>
                    <a:pt x="0" y="0"/>
                  </a:cubicBezTo>
                  <a:lnTo>
                    <a:pt x="0" y="46"/>
                  </a:lnTo>
                  <a:cubicBezTo>
                    <a:pt x="0" y="49"/>
                    <a:pt x="2" y="52"/>
                    <a:pt x="5" y="55"/>
                  </a:cubicBezTo>
                  <a:cubicBezTo>
                    <a:pt x="8" y="58"/>
                    <a:pt x="12" y="61"/>
                    <a:pt x="17" y="64"/>
                  </a:cubicBezTo>
                  <a:cubicBezTo>
                    <a:pt x="21" y="66"/>
                    <a:pt x="26" y="69"/>
                    <a:pt x="31" y="71"/>
                  </a:cubicBezTo>
                  <a:cubicBezTo>
                    <a:pt x="36" y="73"/>
                    <a:pt x="40" y="74"/>
                    <a:pt x="42" y="75"/>
                  </a:cubicBezTo>
                  <a:cubicBezTo>
                    <a:pt x="51" y="78"/>
                    <a:pt x="61" y="81"/>
                    <a:pt x="71" y="83"/>
                  </a:cubicBezTo>
                  <a:cubicBezTo>
                    <a:pt x="82" y="85"/>
                    <a:pt x="92" y="87"/>
                    <a:pt x="103" y="88"/>
                  </a:cubicBezTo>
                  <a:cubicBezTo>
                    <a:pt x="114" y="89"/>
                    <a:pt x="125" y="90"/>
                    <a:pt x="135" y="91"/>
                  </a:cubicBezTo>
                  <a:cubicBezTo>
                    <a:pt x="146" y="91"/>
                    <a:pt x="156" y="92"/>
                    <a:pt x="166" y="92"/>
                  </a:cubicBezTo>
                  <a:cubicBezTo>
                    <a:pt x="176" y="92"/>
                    <a:pt x="186" y="91"/>
                    <a:pt x="196" y="91"/>
                  </a:cubicBezTo>
                  <a:cubicBezTo>
                    <a:pt x="207" y="90"/>
                    <a:pt x="218" y="89"/>
                    <a:pt x="229" y="88"/>
                  </a:cubicBezTo>
                  <a:cubicBezTo>
                    <a:pt x="239" y="87"/>
                    <a:pt x="250" y="85"/>
                    <a:pt x="260" y="83"/>
                  </a:cubicBezTo>
                  <a:cubicBezTo>
                    <a:pt x="271" y="81"/>
                    <a:pt x="280" y="78"/>
                    <a:pt x="289" y="75"/>
                  </a:cubicBezTo>
                  <a:cubicBezTo>
                    <a:pt x="292" y="74"/>
                    <a:pt x="296" y="73"/>
                    <a:pt x="301" y="71"/>
                  </a:cubicBezTo>
                  <a:cubicBezTo>
                    <a:pt x="306" y="69"/>
                    <a:pt x="310" y="66"/>
                    <a:pt x="315" y="64"/>
                  </a:cubicBezTo>
                  <a:cubicBezTo>
                    <a:pt x="319" y="61"/>
                    <a:pt x="323" y="58"/>
                    <a:pt x="327" y="55"/>
                  </a:cubicBezTo>
                  <a:cubicBezTo>
                    <a:pt x="330" y="52"/>
                    <a:pt x="332" y="49"/>
                    <a:pt x="332" y="46"/>
                  </a:cubicBezTo>
                  <a:lnTo>
                    <a:pt x="332" y="0"/>
                  </a:lnTo>
                  <a:cubicBezTo>
                    <a:pt x="321" y="6"/>
                    <a:pt x="308" y="11"/>
                    <a:pt x="294" y="15"/>
                  </a:cubicBezTo>
                  <a:cubicBezTo>
                    <a:pt x="281" y="19"/>
                    <a:pt x="266" y="22"/>
                    <a:pt x="252" y="24"/>
                  </a:cubicBezTo>
                  <a:close/>
                </a:path>
              </a:pathLst>
            </a:custGeom>
            <a:grpFill/>
            <a:ln w="0">
              <a:noFill/>
              <a:prstDash val="solid"/>
              <a:round/>
              <a:headEnd/>
              <a:tailEnd/>
            </a:ln>
          </p:spPr>
          <p:txBody>
            <a:bodyPr vert="horz" wrap="square" lIns="91414" tIns="45706" rIns="91414" bIns="45706" numCol="1" anchor="t" anchorCtr="0" compatLnSpc="1">
              <a:prstTxWarp prst="textNoShape">
                <a:avLst/>
              </a:prstTxWarp>
            </a:bodyPr>
            <a:lstStyle/>
            <a:p>
              <a:pPr marL="0" marR="0" lvl="0" indent="0" algn="l" defTabSz="932384"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2828"/>
                </a:solidFill>
                <a:effectLst/>
                <a:uLnTx/>
                <a:uFillTx/>
                <a:latin typeface="Segoe UI"/>
                <a:ea typeface="+mn-ea"/>
                <a:cs typeface="+mn-cs"/>
              </a:endParaRPr>
            </a:p>
          </p:txBody>
        </p:sp>
      </p:grpSp>
      <p:sp>
        <p:nvSpPr>
          <p:cNvPr id="135" name="Oval 134">
            <a:hlinkClick r:id="rId5" action="ppaction://hlinksldjump"/>
            <a:extLst>
              <a:ext uri="{FF2B5EF4-FFF2-40B4-BE49-F238E27FC236}">
                <a16:creationId xmlns:a16="http://schemas.microsoft.com/office/drawing/2014/main" id="{AB12647B-ED41-4E17-B7AF-7A8159494779}"/>
              </a:ext>
            </a:extLst>
          </p:cNvPr>
          <p:cNvSpPr/>
          <p:nvPr/>
        </p:nvSpPr>
        <p:spPr bwMode="auto">
          <a:xfrm>
            <a:off x="9215440" y="5406756"/>
            <a:ext cx="880995" cy="880995"/>
          </a:xfrm>
          <a:prstGeom prst="ellipse">
            <a:avLst/>
          </a:prstGeom>
          <a:solidFill>
            <a:schemeClr val="bg1"/>
          </a:solidFill>
          <a:ln>
            <a:noFill/>
            <a:headEnd type="none" w="med" len="med"/>
            <a:tailEnd type="none" w="med" len="med"/>
          </a:ln>
          <a:effectLst>
            <a:outerShdw blurRad="254000" dist="50800" dir="2700000" algn="ctr" rotWithShape="0">
              <a:srgbClr val="000000">
                <a:alpha val="25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3" rIns="182828" bIns="146263" numCol="1" spcCol="0" rtlCol="0" fromWordArt="0" anchor="t" anchorCtr="0" forceAA="0" compatLnSpc="1">
            <a:prstTxWarp prst="textNoShape">
              <a:avLst/>
            </a:prstTxWarp>
            <a:noAutofit/>
          </a:bodyPr>
          <a:lstStyle/>
          <a:p>
            <a:pPr marL="0" marR="0" lvl="0" indent="0" algn="l" defTabSz="932205" rtl="0" eaLnBrk="1" fontAlgn="auto" latinLnBrk="0" hangingPunct="1">
              <a:lnSpc>
                <a:spcPct val="100000"/>
              </a:lnSpc>
              <a:spcBef>
                <a:spcPct val="0"/>
              </a:spcBef>
              <a:spcAft>
                <a:spcPts val="1199"/>
              </a:spcAft>
              <a:buClrTx/>
              <a:buSzTx/>
              <a:buFontTx/>
              <a:buNone/>
              <a:tabLst/>
              <a:defRPr/>
            </a:pPr>
            <a:endParaRPr kumimoji="0" lang="en-US" sz="1630" b="0" i="0" u="none" strike="noStrike" kern="1200" cap="none" spc="0" normalizeH="0" baseline="0" noProof="0">
              <a:ln w="3175">
                <a:noFill/>
              </a:ln>
              <a:gradFill>
                <a:gsLst>
                  <a:gs pos="0">
                    <a:srgbClr val="0078D4"/>
                  </a:gs>
                  <a:gs pos="100000">
                    <a:srgbClr val="0078D4"/>
                  </a:gs>
                </a:gsLst>
                <a:lin ang="5400000" scaled="0"/>
              </a:gradFill>
              <a:effectLst/>
              <a:uLnTx/>
              <a:uFillTx/>
              <a:latin typeface="Segoe UI Semibold"/>
              <a:ea typeface="+mn-ea"/>
              <a:cs typeface="Segoe UI Semilight" panose="020B0402040204020203" pitchFamily="34" charset="0"/>
            </a:endParaRPr>
          </a:p>
        </p:txBody>
      </p:sp>
      <p:pic>
        <p:nvPicPr>
          <p:cNvPr id="136" name="Picture 135">
            <a:extLst>
              <a:ext uri="{FF2B5EF4-FFF2-40B4-BE49-F238E27FC236}">
                <a16:creationId xmlns:a16="http://schemas.microsoft.com/office/drawing/2014/main" id="{7BF77DC9-56FB-4793-9958-25C33D77EBA0}"/>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9454317" y="5645633"/>
            <a:ext cx="403242" cy="403242"/>
          </a:xfrm>
          <a:prstGeom prst="rect">
            <a:avLst/>
          </a:prstGeom>
        </p:spPr>
      </p:pic>
      <p:sp>
        <p:nvSpPr>
          <p:cNvPr id="137" name="Rectangle 136">
            <a:extLst>
              <a:ext uri="{FF2B5EF4-FFF2-40B4-BE49-F238E27FC236}">
                <a16:creationId xmlns:a16="http://schemas.microsoft.com/office/drawing/2014/main" id="{A3C2505C-94AF-454A-BC83-40BB34F9401E}"/>
              </a:ext>
            </a:extLst>
          </p:cNvPr>
          <p:cNvSpPr/>
          <p:nvPr/>
        </p:nvSpPr>
        <p:spPr>
          <a:xfrm>
            <a:off x="1038987" y="2592970"/>
            <a:ext cx="957042" cy="311985"/>
          </a:xfrm>
          <a:prstGeom prst="rect">
            <a:avLst/>
          </a:prstGeom>
        </p:spPr>
        <p:txBody>
          <a:bodyPr wrap="square">
            <a:spAutoFit/>
          </a:bodyPr>
          <a:lstStyle/>
          <a:p>
            <a:pPr marL="0" marR="0" lvl="0" indent="0" algn="r" defTabSz="950286"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Segoe UI Semibold" panose="020B0702040204020203" pitchFamily="34" charset="0"/>
                <a:ea typeface="+mn-ea"/>
                <a:cs typeface="Segoe UI Semibold" panose="020B0702040204020203" pitchFamily="34" charset="0"/>
              </a:rPr>
              <a:t>Identities</a:t>
            </a:r>
          </a:p>
        </p:txBody>
      </p:sp>
      <p:sp>
        <p:nvSpPr>
          <p:cNvPr id="138" name="Rectangle 137">
            <a:extLst>
              <a:ext uri="{FF2B5EF4-FFF2-40B4-BE49-F238E27FC236}">
                <a16:creationId xmlns:a16="http://schemas.microsoft.com/office/drawing/2014/main" id="{2BF8613E-ED97-4BCB-9E15-EAB1BF0767A8}"/>
              </a:ext>
            </a:extLst>
          </p:cNvPr>
          <p:cNvSpPr/>
          <p:nvPr/>
        </p:nvSpPr>
        <p:spPr>
          <a:xfrm>
            <a:off x="1178408" y="5551786"/>
            <a:ext cx="817621" cy="311985"/>
          </a:xfrm>
          <a:prstGeom prst="rect">
            <a:avLst/>
          </a:prstGeom>
        </p:spPr>
        <p:txBody>
          <a:bodyPr wrap="square">
            <a:spAutoFit/>
          </a:bodyPr>
          <a:lstStyle/>
          <a:p>
            <a:pPr marL="0" marR="0" lvl="0" indent="0" algn="r" defTabSz="950286"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Segoe UI Semibold" panose="020B0702040204020203" pitchFamily="34" charset="0"/>
                <a:ea typeface="+mn-ea"/>
                <a:cs typeface="Segoe UI Semibold" panose="020B0702040204020203" pitchFamily="34" charset="0"/>
              </a:rPr>
              <a:t>Devices</a:t>
            </a:r>
          </a:p>
        </p:txBody>
      </p:sp>
      <p:sp>
        <p:nvSpPr>
          <p:cNvPr id="140" name="Rectangle 139">
            <a:extLst>
              <a:ext uri="{FF2B5EF4-FFF2-40B4-BE49-F238E27FC236}">
                <a16:creationId xmlns:a16="http://schemas.microsoft.com/office/drawing/2014/main" id="{ED0C027E-3541-4389-9609-D866D3E0C9C9}"/>
              </a:ext>
            </a:extLst>
          </p:cNvPr>
          <p:cNvSpPr/>
          <p:nvPr/>
        </p:nvSpPr>
        <p:spPr>
          <a:xfrm>
            <a:off x="10191263" y="4547925"/>
            <a:ext cx="1312994" cy="312029"/>
          </a:xfrm>
          <a:prstGeom prst="rect">
            <a:avLst/>
          </a:prstGeom>
          <a:solidFill>
            <a:schemeClr val="tx1"/>
          </a:solidFill>
        </p:spPr>
        <p:txBody>
          <a:bodyPr wrap="square">
            <a:spAutoFit/>
          </a:bodyPr>
          <a:lstStyle/>
          <a:p>
            <a:pPr marL="0" marR="0" lvl="0" indent="0" algn="l" defTabSz="950286"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Segoe UI Semibold" panose="020B0702040204020203" pitchFamily="34" charset="0"/>
                <a:ea typeface="+mn-ea"/>
                <a:cs typeface="Segoe UI Semibold" panose="020B0702040204020203" pitchFamily="34" charset="0"/>
              </a:rPr>
              <a:t>Infrastructure</a:t>
            </a:r>
          </a:p>
        </p:txBody>
      </p:sp>
      <p:sp>
        <p:nvSpPr>
          <p:cNvPr id="141" name="Rectangle 140">
            <a:extLst>
              <a:ext uri="{FF2B5EF4-FFF2-40B4-BE49-F238E27FC236}">
                <a16:creationId xmlns:a16="http://schemas.microsoft.com/office/drawing/2014/main" id="{529FF325-A3CD-4F71-9A6B-5F3355CC488A}"/>
              </a:ext>
            </a:extLst>
          </p:cNvPr>
          <p:cNvSpPr/>
          <p:nvPr/>
        </p:nvSpPr>
        <p:spPr>
          <a:xfrm>
            <a:off x="10191266" y="5693409"/>
            <a:ext cx="898645" cy="311985"/>
          </a:xfrm>
          <a:prstGeom prst="rect">
            <a:avLst/>
          </a:prstGeom>
          <a:solidFill>
            <a:schemeClr val="tx1"/>
          </a:solidFill>
        </p:spPr>
        <p:txBody>
          <a:bodyPr wrap="square">
            <a:spAutoFit/>
          </a:bodyPr>
          <a:lstStyle/>
          <a:p>
            <a:pPr marL="0" marR="0" lvl="0" indent="0" algn="l" defTabSz="950286"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Segoe UI Semibold" panose="020B0702040204020203" pitchFamily="34" charset="0"/>
                <a:ea typeface="+mn-ea"/>
                <a:cs typeface="Segoe UI Semibold" panose="020B0702040204020203" pitchFamily="34" charset="0"/>
              </a:rPr>
              <a:t>Network</a:t>
            </a:r>
          </a:p>
        </p:txBody>
      </p:sp>
      <p:cxnSp>
        <p:nvCxnSpPr>
          <p:cNvPr id="152" name="Straight Connector 151">
            <a:extLst>
              <a:ext uri="{FF2B5EF4-FFF2-40B4-BE49-F238E27FC236}">
                <a16:creationId xmlns:a16="http://schemas.microsoft.com/office/drawing/2014/main" id="{FF7D240A-D272-4D42-8EB7-77D438B64BDC}"/>
              </a:ext>
              <a:ext uri="{C183D7F6-B498-43B3-948B-1728B52AA6E4}">
                <adec:decorative xmlns:adec="http://schemas.microsoft.com/office/drawing/2017/decorative" val="1"/>
              </a:ext>
            </a:extLst>
          </p:cNvPr>
          <p:cNvCxnSpPr>
            <a:cxnSpLocks/>
          </p:cNvCxnSpPr>
          <p:nvPr/>
        </p:nvCxnSpPr>
        <p:spPr>
          <a:xfrm flipH="1">
            <a:off x="7492716" y="5278936"/>
            <a:ext cx="1733179" cy="0"/>
          </a:xfrm>
          <a:prstGeom prst="line">
            <a:avLst/>
          </a:prstGeom>
          <a:ln w="19050">
            <a:solidFill>
              <a:schemeClr val="bg1">
                <a:lumMod val="75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C96D503F-B0FE-471E-ABFF-E3BEDAF6B698}"/>
              </a:ext>
              <a:ext uri="{C183D7F6-B498-43B3-948B-1728B52AA6E4}">
                <adec:decorative xmlns:adec="http://schemas.microsoft.com/office/drawing/2017/decorative" val="1"/>
              </a:ext>
            </a:extLst>
          </p:cNvPr>
          <p:cNvCxnSpPr>
            <a:cxnSpLocks/>
          </p:cNvCxnSpPr>
          <p:nvPr/>
        </p:nvCxnSpPr>
        <p:spPr>
          <a:xfrm flipH="1" flipV="1">
            <a:off x="2999159" y="2746816"/>
            <a:ext cx="1059134" cy="6593"/>
          </a:xfrm>
          <a:prstGeom prst="line">
            <a:avLst/>
          </a:prstGeom>
          <a:ln w="19050">
            <a:solidFill>
              <a:schemeClr val="bg1">
                <a:lumMod val="75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FD5F85F6-6B41-45ED-8E9F-ECA4B957AA45}"/>
              </a:ext>
              <a:ext uri="{C183D7F6-B498-43B3-948B-1728B52AA6E4}">
                <adec:decorative xmlns:adec="http://schemas.microsoft.com/office/drawing/2017/decorative" val="1"/>
              </a:ext>
            </a:extLst>
          </p:cNvPr>
          <p:cNvCxnSpPr>
            <a:cxnSpLocks/>
          </p:cNvCxnSpPr>
          <p:nvPr/>
        </p:nvCxnSpPr>
        <p:spPr>
          <a:xfrm>
            <a:off x="4058291" y="2755713"/>
            <a:ext cx="0" cy="1443654"/>
          </a:xfrm>
          <a:prstGeom prst="line">
            <a:avLst/>
          </a:prstGeom>
          <a:ln w="19050">
            <a:solidFill>
              <a:schemeClr val="bg1">
                <a:lumMod val="75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68B0177D-7058-48F5-A646-8F8ABD3F0AA2}"/>
              </a:ext>
              <a:ext uri="{C183D7F6-B498-43B3-948B-1728B52AA6E4}">
                <adec:decorative xmlns:adec="http://schemas.microsoft.com/office/drawing/2017/decorative" val="1"/>
              </a:ext>
            </a:extLst>
          </p:cNvPr>
          <p:cNvCxnSpPr>
            <a:cxnSpLocks/>
          </p:cNvCxnSpPr>
          <p:nvPr/>
        </p:nvCxnSpPr>
        <p:spPr>
          <a:xfrm flipH="1">
            <a:off x="7501204" y="3492144"/>
            <a:ext cx="1714237" cy="0"/>
          </a:xfrm>
          <a:prstGeom prst="line">
            <a:avLst/>
          </a:prstGeom>
          <a:ln w="19050">
            <a:solidFill>
              <a:schemeClr val="bg1">
                <a:lumMod val="75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3C2DA253-F10D-4E1C-9823-C2203BB1F739}"/>
              </a:ext>
              <a:ext uri="{C183D7F6-B498-43B3-948B-1728B52AA6E4}">
                <adec:decorative xmlns:adec="http://schemas.microsoft.com/office/drawing/2017/decorative" val="1"/>
              </a:ext>
            </a:extLst>
          </p:cNvPr>
          <p:cNvCxnSpPr>
            <a:cxnSpLocks/>
          </p:cNvCxnSpPr>
          <p:nvPr/>
        </p:nvCxnSpPr>
        <p:spPr>
          <a:xfrm flipH="1">
            <a:off x="4058293" y="4555054"/>
            <a:ext cx="1165381" cy="0"/>
          </a:xfrm>
          <a:prstGeom prst="line">
            <a:avLst/>
          </a:prstGeom>
          <a:ln w="19050">
            <a:solidFill>
              <a:schemeClr val="bg1">
                <a:lumMod val="75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4991A25C-75FA-465E-A364-1BA7C39579B8}"/>
              </a:ext>
              <a:ext uri="{C183D7F6-B498-43B3-948B-1728B52AA6E4}">
                <adec:decorative xmlns:adec="http://schemas.microsoft.com/office/drawing/2017/decorative" val="1"/>
              </a:ext>
            </a:extLst>
          </p:cNvPr>
          <p:cNvCxnSpPr>
            <a:cxnSpLocks/>
          </p:cNvCxnSpPr>
          <p:nvPr/>
        </p:nvCxnSpPr>
        <p:spPr>
          <a:xfrm>
            <a:off x="4058291" y="4551666"/>
            <a:ext cx="0" cy="1166270"/>
          </a:xfrm>
          <a:prstGeom prst="line">
            <a:avLst/>
          </a:prstGeom>
          <a:ln w="19050">
            <a:solidFill>
              <a:schemeClr val="bg1">
                <a:lumMod val="75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2AC54DF9-638F-420E-9CEF-4C5BC09518A0}"/>
              </a:ext>
              <a:ext uri="{C183D7F6-B498-43B3-948B-1728B52AA6E4}">
                <adec:decorative xmlns:adec="http://schemas.microsoft.com/office/drawing/2017/decorative" val="1"/>
              </a:ext>
            </a:extLst>
          </p:cNvPr>
          <p:cNvCxnSpPr>
            <a:cxnSpLocks/>
          </p:cNvCxnSpPr>
          <p:nvPr/>
        </p:nvCxnSpPr>
        <p:spPr>
          <a:xfrm flipH="1" flipV="1">
            <a:off x="2991132" y="5697496"/>
            <a:ext cx="1059133" cy="6592"/>
          </a:xfrm>
          <a:prstGeom prst="line">
            <a:avLst/>
          </a:prstGeom>
          <a:ln w="19050">
            <a:solidFill>
              <a:schemeClr val="bg1">
                <a:lumMod val="75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sp>
        <p:nvSpPr>
          <p:cNvPr id="111" name="Oval 110">
            <a:hlinkClick r:id="rId7" action="ppaction://hlinksldjump"/>
            <a:extLst>
              <a:ext uri="{FF2B5EF4-FFF2-40B4-BE49-F238E27FC236}">
                <a16:creationId xmlns:a16="http://schemas.microsoft.com/office/drawing/2014/main" id="{28B4A716-68F2-4C96-BDC9-E5AA38FBE234}"/>
              </a:ext>
            </a:extLst>
          </p:cNvPr>
          <p:cNvSpPr/>
          <p:nvPr/>
        </p:nvSpPr>
        <p:spPr bwMode="auto">
          <a:xfrm>
            <a:off x="9215440" y="3042322"/>
            <a:ext cx="880995" cy="880995"/>
          </a:xfrm>
          <a:prstGeom prst="ellipse">
            <a:avLst/>
          </a:prstGeom>
          <a:solidFill>
            <a:schemeClr val="bg1"/>
          </a:solidFill>
          <a:ln>
            <a:noFill/>
            <a:headEnd type="none" w="med" len="med"/>
            <a:tailEnd type="none" w="med" len="med"/>
          </a:ln>
          <a:effectLst>
            <a:outerShdw blurRad="254000" dist="50800" dir="2700000" algn="ctr" rotWithShape="0">
              <a:srgbClr val="000000">
                <a:alpha val="25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3" rIns="182828" bIns="146263" numCol="1" spcCol="0" rtlCol="0" fromWordArt="0" anchor="t" anchorCtr="0" forceAA="0" compatLnSpc="1">
            <a:prstTxWarp prst="textNoShape">
              <a:avLst/>
            </a:prstTxWarp>
            <a:noAutofit/>
          </a:bodyPr>
          <a:lstStyle/>
          <a:p>
            <a:pPr marL="0" marR="0" lvl="0" indent="0" algn="l" defTabSz="932205" rtl="0" eaLnBrk="1" fontAlgn="auto" latinLnBrk="0" hangingPunct="1">
              <a:lnSpc>
                <a:spcPct val="100000"/>
              </a:lnSpc>
              <a:spcBef>
                <a:spcPct val="0"/>
              </a:spcBef>
              <a:spcAft>
                <a:spcPts val="1199"/>
              </a:spcAft>
              <a:buClrTx/>
              <a:buSzTx/>
              <a:buFontTx/>
              <a:buNone/>
              <a:tabLst/>
              <a:defRPr/>
            </a:pPr>
            <a:endParaRPr kumimoji="0" lang="en-US" sz="1630" b="0" i="0" u="none" strike="noStrike" kern="1200" cap="none" spc="0" normalizeH="0" baseline="0" noProof="0">
              <a:ln w="3175">
                <a:noFill/>
              </a:ln>
              <a:gradFill>
                <a:gsLst>
                  <a:gs pos="0">
                    <a:srgbClr val="0078D4"/>
                  </a:gs>
                  <a:gs pos="100000">
                    <a:srgbClr val="0078D4"/>
                  </a:gs>
                </a:gsLst>
                <a:lin ang="5400000" scaled="0"/>
              </a:gradFill>
              <a:effectLst/>
              <a:uLnTx/>
              <a:uFillTx/>
              <a:latin typeface="Segoe UI Semibold"/>
              <a:ea typeface="+mn-ea"/>
              <a:cs typeface="Segoe UI Semilight" panose="020B0402040204020203" pitchFamily="34" charset="0"/>
            </a:endParaRPr>
          </a:p>
        </p:txBody>
      </p:sp>
      <p:grpSp>
        <p:nvGrpSpPr>
          <p:cNvPr id="112" name="Group 111">
            <a:extLst>
              <a:ext uri="{FF2B5EF4-FFF2-40B4-BE49-F238E27FC236}">
                <a16:creationId xmlns:a16="http://schemas.microsoft.com/office/drawing/2014/main" id="{C5C4E3BF-51B4-42DF-9388-A42B45B01C8C}"/>
              </a:ext>
            </a:extLst>
          </p:cNvPr>
          <p:cNvGrpSpPr/>
          <p:nvPr/>
        </p:nvGrpSpPr>
        <p:grpSpPr>
          <a:xfrm>
            <a:off x="9473674" y="3334313"/>
            <a:ext cx="364526" cy="296863"/>
            <a:chOff x="19906669" y="4851200"/>
            <a:chExt cx="362764" cy="295432"/>
          </a:xfrm>
        </p:grpSpPr>
        <p:sp>
          <p:nvSpPr>
            <p:cNvPr id="113" name="Freeform 161">
              <a:extLst>
                <a:ext uri="{FF2B5EF4-FFF2-40B4-BE49-F238E27FC236}">
                  <a16:creationId xmlns:a16="http://schemas.microsoft.com/office/drawing/2014/main" id="{A49141BB-66FB-481D-85AF-6436F0388E1C}"/>
                </a:ext>
              </a:extLst>
            </p:cNvPr>
            <p:cNvSpPr>
              <a:spLocks/>
            </p:cNvSpPr>
            <p:nvPr/>
          </p:nvSpPr>
          <p:spPr bwMode="auto">
            <a:xfrm>
              <a:off x="19906669" y="4851200"/>
              <a:ext cx="362764" cy="23360"/>
            </a:xfrm>
            <a:custGeom>
              <a:avLst/>
              <a:gdLst>
                <a:gd name="T0" fmla="*/ 0 w 426"/>
                <a:gd name="T1" fmla="*/ 0 h 27"/>
                <a:gd name="T2" fmla="*/ 0 w 426"/>
                <a:gd name="T3" fmla="*/ 0 h 27"/>
                <a:gd name="T4" fmla="*/ 0 w 426"/>
                <a:gd name="T5" fmla="*/ 27 h 27"/>
                <a:gd name="T6" fmla="*/ 426 w 426"/>
                <a:gd name="T7" fmla="*/ 27 h 27"/>
                <a:gd name="T8" fmla="*/ 426 w 426"/>
                <a:gd name="T9" fmla="*/ 27 h 27"/>
                <a:gd name="T10" fmla="*/ 426 w 426"/>
                <a:gd name="T11" fmla="*/ 0 h 27"/>
                <a:gd name="T12" fmla="*/ 0 w 426"/>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426" h="27">
                  <a:moveTo>
                    <a:pt x="0" y="0"/>
                  </a:moveTo>
                  <a:lnTo>
                    <a:pt x="0" y="0"/>
                  </a:lnTo>
                  <a:lnTo>
                    <a:pt x="0" y="27"/>
                  </a:lnTo>
                  <a:lnTo>
                    <a:pt x="426" y="27"/>
                  </a:lnTo>
                  <a:lnTo>
                    <a:pt x="426" y="27"/>
                  </a:lnTo>
                  <a:lnTo>
                    <a:pt x="426" y="0"/>
                  </a:lnTo>
                  <a:lnTo>
                    <a:pt x="0" y="0"/>
                  </a:lnTo>
                  <a:close/>
                </a:path>
              </a:pathLst>
            </a:custGeom>
            <a:solidFill>
              <a:schemeClr val="accent1"/>
            </a:solidFill>
            <a:ln w="0">
              <a:noFill/>
              <a:prstDash val="solid"/>
              <a:round/>
              <a:headEnd/>
              <a:tailEnd/>
            </a:ln>
          </p:spPr>
          <p:txBody>
            <a:bodyPr vert="horz" wrap="square" lIns="109696" tIns="54848" rIns="109696" bIns="54848" numCol="1" anchor="t" anchorCtr="0" compatLnSpc="1">
              <a:prstTxWarp prst="textNoShape">
                <a:avLst/>
              </a:prstTxWarp>
            </a:bodyPr>
            <a:lstStyle/>
            <a:p>
              <a:pPr marL="0" marR="0" lvl="0" indent="0" algn="l" defTabSz="932384"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C3C41"/>
                </a:solidFill>
                <a:effectLst/>
                <a:uLnTx/>
                <a:uFillTx/>
                <a:latin typeface="Segoe UI"/>
                <a:ea typeface="+mn-ea"/>
                <a:cs typeface="+mn-cs"/>
              </a:endParaRPr>
            </a:p>
          </p:txBody>
        </p:sp>
        <p:sp>
          <p:nvSpPr>
            <p:cNvPr id="114" name="Freeform 163">
              <a:extLst>
                <a:ext uri="{FF2B5EF4-FFF2-40B4-BE49-F238E27FC236}">
                  <a16:creationId xmlns:a16="http://schemas.microsoft.com/office/drawing/2014/main" id="{25FC0283-AE4E-4ABC-B0F1-E331CC318058}"/>
                </a:ext>
              </a:extLst>
            </p:cNvPr>
            <p:cNvSpPr>
              <a:spLocks noEditPoints="1"/>
            </p:cNvSpPr>
            <p:nvPr/>
          </p:nvSpPr>
          <p:spPr bwMode="auto">
            <a:xfrm>
              <a:off x="19906669" y="4896545"/>
              <a:ext cx="362764" cy="250087"/>
            </a:xfrm>
            <a:custGeom>
              <a:avLst/>
              <a:gdLst>
                <a:gd name="T0" fmla="*/ 0 w 426"/>
                <a:gd name="T1" fmla="*/ 293 h 293"/>
                <a:gd name="T2" fmla="*/ 0 w 426"/>
                <a:gd name="T3" fmla="*/ 293 h 293"/>
                <a:gd name="T4" fmla="*/ 426 w 426"/>
                <a:gd name="T5" fmla="*/ 293 h 293"/>
                <a:gd name="T6" fmla="*/ 426 w 426"/>
                <a:gd name="T7" fmla="*/ 0 h 293"/>
                <a:gd name="T8" fmla="*/ 0 w 426"/>
                <a:gd name="T9" fmla="*/ 0 h 293"/>
                <a:gd name="T10" fmla="*/ 0 w 426"/>
                <a:gd name="T11" fmla="*/ 293 h 293"/>
                <a:gd name="T12" fmla="*/ 106 w 426"/>
                <a:gd name="T13" fmla="*/ 28 h 293"/>
                <a:gd name="T14" fmla="*/ 106 w 426"/>
                <a:gd name="T15" fmla="*/ 28 h 293"/>
                <a:gd name="T16" fmla="*/ 399 w 426"/>
                <a:gd name="T17" fmla="*/ 28 h 293"/>
                <a:gd name="T18" fmla="*/ 399 w 426"/>
                <a:gd name="T19" fmla="*/ 267 h 293"/>
                <a:gd name="T20" fmla="*/ 106 w 426"/>
                <a:gd name="T21" fmla="*/ 267 h 293"/>
                <a:gd name="T22" fmla="*/ 106 w 426"/>
                <a:gd name="T23" fmla="*/ 28 h 293"/>
                <a:gd name="T24" fmla="*/ 27 w 426"/>
                <a:gd name="T25" fmla="*/ 28 h 293"/>
                <a:gd name="T26" fmla="*/ 27 w 426"/>
                <a:gd name="T27" fmla="*/ 28 h 293"/>
                <a:gd name="T28" fmla="*/ 80 w 426"/>
                <a:gd name="T29" fmla="*/ 28 h 293"/>
                <a:gd name="T30" fmla="*/ 80 w 426"/>
                <a:gd name="T31" fmla="*/ 67 h 293"/>
                <a:gd name="T32" fmla="*/ 27 w 426"/>
                <a:gd name="T33" fmla="*/ 67 h 293"/>
                <a:gd name="T34" fmla="*/ 27 w 426"/>
                <a:gd name="T35" fmla="*/ 28 h 293"/>
                <a:gd name="T36" fmla="*/ 27 w 426"/>
                <a:gd name="T37" fmla="*/ 93 h 293"/>
                <a:gd name="T38" fmla="*/ 27 w 426"/>
                <a:gd name="T39" fmla="*/ 93 h 293"/>
                <a:gd name="T40" fmla="*/ 80 w 426"/>
                <a:gd name="T41" fmla="*/ 93 h 293"/>
                <a:gd name="T42" fmla="*/ 80 w 426"/>
                <a:gd name="T43" fmla="*/ 132 h 293"/>
                <a:gd name="T44" fmla="*/ 27 w 426"/>
                <a:gd name="T45" fmla="*/ 132 h 293"/>
                <a:gd name="T46" fmla="*/ 27 w 426"/>
                <a:gd name="T47" fmla="*/ 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26" h="293">
                  <a:moveTo>
                    <a:pt x="0" y="293"/>
                  </a:moveTo>
                  <a:lnTo>
                    <a:pt x="0" y="293"/>
                  </a:lnTo>
                  <a:lnTo>
                    <a:pt x="426" y="293"/>
                  </a:lnTo>
                  <a:lnTo>
                    <a:pt x="426" y="0"/>
                  </a:lnTo>
                  <a:lnTo>
                    <a:pt x="0" y="0"/>
                  </a:lnTo>
                  <a:lnTo>
                    <a:pt x="0" y="293"/>
                  </a:lnTo>
                  <a:close/>
                  <a:moveTo>
                    <a:pt x="106" y="28"/>
                  </a:moveTo>
                  <a:lnTo>
                    <a:pt x="106" y="28"/>
                  </a:lnTo>
                  <a:lnTo>
                    <a:pt x="399" y="28"/>
                  </a:lnTo>
                  <a:lnTo>
                    <a:pt x="399" y="267"/>
                  </a:lnTo>
                  <a:lnTo>
                    <a:pt x="106" y="267"/>
                  </a:lnTo>
                  <a:lnTo>
                    <a:pt x="106" y="28"/>
                  </a:lnTo>
                  <a:close/>
                  <a:moveTo>
                    <a:pt x="27" y="28"/>
                  </a:moveTo>
                  <a:lnTo>
                    <a:pt x="27" y="28"/>
                  </a:lnTo>
                  <a:lnTo>
                    <a:pt x="80" y="28"/>
                  </a:lnTo>
                  <a:lnTo>
                    <a:pt x="80" y="67"/>
                  </a:lnTo>
                  <a:lnTo>
                    <a:pt x="27" y="67"/>
                  </a:lnTo>
                  <a:lnTo>
                    <a:pt x="27" y="28"/>
                  </a:lnTo>
                  <a:close/>
                  <a:moveTo>
                    <a:pt x="27" y="93"/>
                  </a:moveTo>
                  <a:lnTo>
                    <a:pt x="27" y="93"/>
                  </a:lnTo>
                  <a:lnTo>
                    <a:pt x="80" y="93"/>
                  </a:lnTo>
                  <a:lnTo>
                    <a:pt x="80" y="132"/>
                  </a:lnTo>
                  <a:lnTo>
                    <a:pt x="27" y="132"/>
                  </a:lnTo>
                  <a:lnTo>
                    <a:pt x="27" y="93"/>
                  </a:lnTo>
                  <a:close/>
                </a:path>
              </a:pathLst>
            </a:custGeom>
            <a:solidFill>
              <a:schemeClr val="accent1"/>
            </a:solidFill>
            <a:ln w="0">
              <a:noFill/>
              <a:prstDash val="solid"/>
              <a:round/>
              <a:headEnd/>
              <a:tailEnd/>
            </a:ln>
          </p:spPr>
          <p:txBody>
            <a:bodyPr vert="horz" wrap="square" lIns="109696" tIns="54848" rIns="109696" bIns="54848" numCol="1" anchor="t" anchorCtr="0" compatLnSpc="1">
              <a:prstTxWarp prst="textNoShape">
                <a:avLst/>
              </a:prstTxWarp>
            </a:bodyPr>
            <a:lstStyle/>
            <a:p>
              <a:pPr marL="0" marR="0" lvl="0" indent="0" algn="l" defTabSz="932384"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C3C41"/>
                </a:solidFill>
                <a:effectLst/>
                <a:uLnTx/>
                <a:uFillTx/>
                <a:latin typeface="Segoe UI"/>
                <a:ea typeface="+mn-ea"/>
                <a:cs typeface="+mn-cs"/>
              </a:endParaRPr>
            </a:p>
          </p:txBody>
        </p:sp>
      </p:grpSp>
      <p:sp>
        <p:nvSpPr>
          <p:cNvPr id="119" name="Oval 118">
            <a:hlinkClick r:id="rId8" action="ppaction://hlinksldjump"/>
            <a:extLst>
              <a:ext uri="{FF2B5EF4-FFF2-40B4-BE49-F238E27FC236}">
                <a16:creationId xmlns:a16="http://schemas.microsoft.com/office/drawing/2014/main" id="{643658B0-3F90-4274-834A-ACACF32176B6}"/>
              </a:ext>
            </a:extLst>
          </p:cNvPr>
          <p:cNvSpPr/>
          <p:nvPr/>
        </p:nvSpPr>
        <p:spPr bwMode="auto">
          <a:xfrm>
            <a:off x="9215440" y="1978467"/>
            <a:ext cx="880995" cy="880995"/>
          </a:xfrm>
          <a:prstGeom prst="ellipse">
            <a:avLst/>
          </a:prstGeom>
          <a:solidFill>
            <a:schemeClr val="bg1"/>
          </a:solidFill>
          <a:ln>
            <a:noFill/>
            <a:headEnd type="none" w="med" len="med"/>
            <a:tailEnd type="none" w="med" len="med"/>
          </a:ln>
          <a:effectLst>
            <a:outerShdw blurRad="254000" dist="50800" dir="2700000" algn="ctr" rotWithShape="0">
              <a:srgbClr val="000000">
                <a:alpha val="25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3" rIns="182828" bIns="146263" numCol="1" spcCol="0" rtlCol="0" fromWordArt="0" anchor="t" anchorCtr="0" forceAA="0" compatLnSpc="1">
            <a:prstTxWarp prst="textNoShape">
              <a:avLst/>
            </a:prstTxWarp>
            <a:noAutofit/>
          </a:bodyPr>
          <a:lstStyle/>
          <a:p>
            <a:pPr marL="0" marR="0" lvl="0" indent="0" algn="l" defTabSz="932205" rtl="0" eaLnBrk="1" fontAlgn="auto" latinLnBrk="0" hangingPunct="1">
              <a:lnSpc>
                <a:spcPct val="100000"/>
              </a:lnSpc>
              <a:spcBef>
                <a:spcPct val="0"/>
              </a:spcBef>
              <a:spcAft>
                <a:spcPts val="1199"/>
              </a:spcAft>
              <a:buClrTx/>
              <a:buSzTx/>
              <a:buFontTx/>
              <a:buNone/>
              <a:tabLst/>
              <a:defRPr/>
            </a:pPr>
            <a:endParaRPr kumimoji="0" lang="en-US" sz="1630" b="0" i="0" u="none" strike="noStrike" kern="1200" cap="none" spc="0" normalizeH="0" baseline="0" noProof="0">
              <a:ln w="3175">
                <a:noFill/>
              </a:ln>
              <a:gradFill>
                <a:gsLst>
                  <a:gs pos="0">
                    <a:srgbClr val="0078D4"/>
                  </a:gs>
                  <a:gs pos="100000">
                    <a:srgbClr val="0078D4"/>
                  </a:gs>
                </a:gsLst>
                <a:lin ang="5400000" scaled="0"/>
              </a:gradFill>
              <a:effectLst/>
              <a:uLnTx/>
              <a:uFillTx/>
              <a:latin typeface="Segoe UI Semibold"/>
              <a:ea typeface="+mn-ea"/>
              <a:cs typeface="Segoe UI Semilight" panose="020B0402040204020203" pitchFamily="34" charset="0"/>
            </a:endParaRPr>
          </a:p>
        </p:txBody>
      </p:sp>
      <p:pic>
        <p:nvPicPr>
          <p:cNvPr id="120" name="Graphic 119">
            <a:extLst>
              <a:ext uri="{FF2B5EF4-FFF2-40B4-BE49-F238E27FC236}">
                <a16:creationId xmlns:a16="http://schemas.microsoft.com/office/drawing/2014/main" id="{CE14D9A2-798F-42DB-89B6-1EAF4F22B5EF}"/>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9459424" y="2248083"/>
            <a:ext cx="393027" cy="341762"/>
          </a:xfrm>
          <a:prstGeom prst="rect">
            <a:avLst/>
          </a:prstGeom>
        </p:spPr>
      </p:pic>
      <p:sp>
        <p:nvSpPr>
          <p:cNvPr id="139" name="Rectangle 138">
            <a:extLst>
              <a:ext uri="{FF2B5EF4-FFF2-40B4-BE49-F238E27FC236}">
                <a16:creationId xmlns:a16="http://schemas.microsoft.com/office/drawing/2014/main" id="{071D36B0-C102-455C-8837-5B184CF87D28}"/>
              </a:ext>
            </a:extLst>
          </p:cNvPr>
          <p:cNvSpPr/>
          <p:nvPr/>
        </p:nvSpPr>
        <p:spPr>
          <a:xfrm>
            <a:off x="10191265" y="2265120"/>
            <a:ext cx="574115" cy="312029"/>
          </a:xfrm>
          <a:prstGeom prst="rect">
            <a:avLst/>
          </a:prstGeom>
          <a:solidFill>
            <a:schemeClr val="tx1"/>
          </a:solidFill>
        </p:spPr>
        <p:txBody>
          <a:bodyPr wrap="square">
            <a:spAutoFit/>
          </a:bodyPr>
          <a:lstStyle/>
          <a:p>
            <a:pPr marL="0" marR="0" lvl="0" indent="0" algn="l" defTabSz="950286"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Segoe UI Semibold" panose="020B0702040204020203" pitchFamily="34" charset="0"/>
                <a:ea typeface="+mn-ea"/>
                <a:cs typeface="Segoe UI Semibold" panose="020B0702040204020203" pitchFamily="34" charset="0"/>
              </a:rPr>
              <a:t>Data</a:t>
            </a:r>
          </a:p>
        </p:txBody>
      </p:sp>
      <p:sp>
        <p:nvSpPr>
          <p:cNvPr id="142" name="Rectangle 141">
            <a:extLst>
              <a:ext uri="{FF2B5EF4-FFF2-40B4-BE49-F238E27FC236}">
                <a16:creationId xmlns:a16="http://schemas.microsoft.com/office/drawing/2014/main" id="{286BCF1B-34D5-4F24-A7FD-D7876FD6A1B2}"/>
              </a:ext>
            </a:extLst>
          </p:cNvPr>
          <p:cNvSpPr/>
          <p:nvPr/>
        </p:nvSpPr>
        <p:spPr>
          <a:xfrm>
            <a:off x="10191264" y="3328976"/>
            <a:ext cx="607687" cy="311985"/>
          </a:xfrm>
          <a:prstGeom prst="rect">
            <a:avLst/>
          </a:prstGeom>
          <a:solidFill>
            <a:schemeClr val="tx1"/>
          </a:solidFill>
        </p:spPr>
        <p:txBody>
          <a:bodyPr wrap="square">
            <a:spAutoFit/>
          </a:bodyPr>
          <a:lstStyle/>
          <a:p>
            <a:pPr marL="0" marR="0" lvl="0" indent="0" algn="l" defTabSz="950286"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Segoe UI Semibold" panose="020B0702040204020203" pitchFamily="34" charset="0"/>
                <a:ea typeface="+mn-ea"/>
                <a:cs typeface="Segoe UI Semibold" panose="020B0702040204020203" pitchFamily="34" charset="0"/>
              </a:rPr>
              <a:t>Apps</a:t>
            </a:r>
          </a:p>
        </p:txBody>
      </p:sp>
      <p:cxnSp>
        <p:nvCxnSpPr>
          <p:cNvPr id="150" name="Straight Connector 149">
            <a:extLst>
              <a:ext uri="{FF2B5EF4-FFF2-40B4-BE49-F238E27FC236}">
                <a16:creationId xmlns:a16="http://schemas.microsoft.com/office/drawing/2014/main" id="{94CDE9A6-80AD-49DD-B5C3-A09F40488DFA}"/>
              </a:ext>
              <a:ext uri="{C183D7F6-B498-43B3-948B-1728B52AA6E4}">
                <adec:decorative xmlns:adec="http://schemas.microsoft.com/office/drawing/2017/decorative" val="1"/>
              </a:ext>
            </a:extLst>
          </p:cNvPr>
          <p:cNvCxnSpPr>
            <a:cxnSpLocks/>
          </p:cNvCxnSpPr>
          <p:nvPr/>
        </p:nvCxnSpPr>
        <p:spPr>
          <a:xfrm flipH="1">
            <a:off x="7501203" y="2459778"/>
            <a:ext cx="1714238" cy="0"/>
          </a:xfrm>
          <a:prstGeom prst="line">
            <a:avLst/>
          </a:prstGeom>
          <a:ln w="19050">
            <a:solidFill>
              <a:schemeClr val="bg1">
                <a:lumMod val="75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18FA4468-63E0-4B29-AE56-EC52552F6F5E}"/>
              </a:ext>
              <a:ext uri="{C183D7F6-B498-43B3-948B-1728B52AA6E4}">
                <adec:decorative xmlns:adec="http://schemas.microsoft.com/office/drawing/2017/decorative" val="1"/>
              </a:ext>
            </a:extLst>
          </p:cNvPr>
          <p:cNvCxnSpPr>
            <a:cxnSpLocks/>
          </p:cNvCxnSpPr>
          <p:nvPr/>
        </p:nvCxnSpPr>
        <p:spPr>
          <a:xfrm flipH="1">
            <a:off x="4058292" y="4199365"/>
            <a:ext cx="1086147" cy="0"/>
          </a:xfrm>
          <a:prstGeom prst="line">
            <a:avLst/>
          </a:prstGeom>
          <a:ln w="19050">
            <a:solidFill>
              <a:schemeClr val="bg1">
                <a:lumMod val="75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sp>
        <p:nvSpPr>
          <p:cNvPr id="56" name="Title 13">
            <a:extLst>
              <a:ext uri="{FF2B5EF4-FFF2-40B4-BE49-F238E27FC236}">
                <a16:creationId xmlns:a16="http://schemas.microsoft.com/office/drawing/2014/main" id="{D5D294E7-60BE-4750-A211-7C4D697B1E32}"/>
              </a:ext>
            </a:extLst>
          </p:cNvPr>
          <p:cNvSpPr>
            <a:spLocks noGrp="1"/>
          </p:cNvSpPr>
          <p:nvPr>
            <p:ph type="title" idx="4294967295"/>
          </p:nvPr>
        </p:nvSpPr>
        <p:spPr>
          <a:xfrm>
            <a:off x="1174750" y="339010"/>
            <a:ext cx="11017250" cy="431800"/>
          </a:xfrm>
        </p:spPr>
        <p:txBody>
          <a:bodyPr>
            <a:normAutofit fontScale="90000"/>
          </a:bodyPr>
          <a:lstStyle/>
          <a:p>
            <a:r>
              <a:rPr lang="en-US">
                <a:solidFill>
                  <a:schemeClr val="bg1"/>
                </a:solidFill>
              </a:rPr>
              <a:t>Zero Trust Architecture – ‘assume breach’ mentality</a:t>
            </a:r>
          </a:p>
        </p:txBody>
      </p:sp>
      <p:sp>
        <p:nvSpPr>
          <p:cNvPr id="20" name="TextBox 19">
            <a:extLst>
              <a:ext uri="{FF2B5EF4-FFF2-40B4-BE49-F238E27FC236}">
                <a16:creationId xmlns:a16="http://schemas.microsoft.com/office/drawing/2014/main" id="{4FD51970-B9DA-4638-9726-6CC8119FDACF}"/>
              </a:ext>
            </a:extLst>
          </p:cNvPr>
          <p:cNvSpPr txBox="1"/>
          <p:nvPr/>
        </p:nvSpPr>
        <p:spPr>
          <a:xfrm>
            <a:off x="2328715" y="768725"/>
            <a:ext cx="7499718" cy="392245"/>
          </a:xfrm>
          <a:prstGeom prst="rect">
            <a:avLst/>
          </a:prstGeom>
          <a:noFill/>
        </p:spPr>
        <p:txBody>
          <a:bodyPr wrap="square">
            <a:spAutoFit/>
          </a:bodyPr>
          <a:lstStyle/>
          <a:p>
            <a:pPr marL="0" marR="0" lvl="0" indent="0" algn="ctr" defTabSz="914016" rtl="0" eaLnBrk="1" fontAlgn="auto" latinLnBrk="0" hangingPunct="1">
              <a:lnSpc>
                <a:spcPct val="100000"/>
              </a:lnSpc>
              <a:spcBef>
                <a:spcPts val="0"/>
              </a:spcBef>
              <a:spcAft>
                <a:spcPts val="0"/>
              </a:spcAft>
              <a:buClrTx/>
              <a:buSzTx/>
              <a:buFontTx/>
              <a:buNone/>
              <a:tabLst/>
              <a:defRPr/>
            </a:pPr>
            <a:r>
              <a:rPr kumimoji="0" lang="en-US" sz="1961" b="0" i="0" u="none" strike="noStrike" kern="1200" cap="none" spc="0" normalizeH="0" baseline="0" noProof="0">
                <a:ln>
                  <a:noFill/>
                </a:ln>
                <a:gradFill>
                  <a:gsLst>
                    <a:gs pos="83000">
                      <a:srgbClr val="269AED"/>
                    </a:gs>
                    <a:gs pos="100000">
                      <a:srgbClr val="269AED"/>
                    </a:gs>
                  </a:gsLst>
                  <a:lin ang="5400000" scaled="1"/>
                </a:gradFill>
                <a:effectLst/>
                <a:uLnTx/>
                <a:uFillTx/>
                <a:latin typeface="Segoe Pro Display"/>
                <a:ea typeface="+mn-ea"/>
                <a:cs typeface="Segoe UI" pitchFamily="34" charset="0"/>
              </a:rPr>
              <a:t>Verify</a:t>
            </a:r>
            <a:r>
              <a:rPr kumimoji="0" lang="en-US" sz="1961" b="1" i="0" u="none" strike="noStrike" kern="1200" cap="none" spc="0" normalizeH="0" baseline="0" noProof="0">
                <a:ln>
                  <a:noFill/>
                </a:ln>
                <a:gradFill>
                  <a:gsLst>
                    <a:gs pos="83000">
                      <a:srgbClr val="269AED"/>
                    </a:gs>
                    <a:gs pos="100000">
                      <a:srgbClr val="269AED"/>
                    </a:gs>
                  </a:gsLst>
                  <a:lin ang="5400000" scaled="1"/>
                </a:gradFill>
                <a:effectLst/>
                <a:uLnTx/>
                <a:uFillTx/>
                <a:latin typeface="Segoe Pro Display"/>
                <a:ea typeface="+mn-ea"/>
                <a:cs typeface="Segoe UI" pitchFamily="34" charset="0"/>
              </a:rPr>
              <a:t> explicitly  </a:t>
            </a:r>
            <a:r>
              <a:rPr kumimoji="0" lang="en-US" sz="1961" b="0" i="0" u="none" strike="noStrike" kern="1200" cap="none" spc="0" normalizeH="0" baseline="0" noProof="0">
                <a:ln>
                  <a:noFill/>
                </a:ln>
                <a:gradFill>
                  <a:gsLst>
                    <a:gs pos="83000">
                      <a:srgbClr val="282828"/>
                    </a:gs>
                    <a:gs pos="100000">
                      <a:srgbClr val="282828"/>
                    </a:gs>
                  </a:gsLst>
                  <a:lin ang="5400000" scaled="1"/>
                </a:gradFill>
                <a:effectLst/>
                <a:uLnTx/>
                <a:uFillTx/>
                <a:latin typeface="Segoe Pro Display"/>
                <a:ea typeface="+mn-ea"/>
                <a:cs typeface="Segoe UI" pitchFamily="34" charset="0"/>
              </a:rPr>
              <a:t>|  </a:t>
            </a:r>
            <a:r>
              <a:rPr kumimoji="0" lang="en-US" sz="1961" b="0" i="0" u="none" strike="noStrike" kern="1200" cap="none" spc="0" normalizeH="0" baseline="0" noProof="0">
                <a:ln>
                  <a:noFill/>
                </a:ln>
                <a:gradFill>
                  <a:gsLst>
                    <a:gs pos="83000">
                      <a:srgbClr val="269AED"/>
                    </a:gs>
                    <a:gs pos="100000">
                      <a:srgbClr val="269AED"/>
                    </a:gs>
                  </a:gsLst>
                  <a:lin ang="5400000" scaled="1"/>
                </a:gradFill>
                <a:effectLst/>
                <a:uLnTx/>
                <a:uFillTx/>
                <a:latin typeface="Segoe Pro Display"/>
                <a:ea typeface="+mn-ea"/>
                <a:cs typeface="Segoe UI" pitchFamily="34" charset="0"/>
              </a:rPr>
              <a:t>Use </a:t>
            </a:r>
            <a:r>
              <a:rPr kumimoji="0" lang="en-US" sz="1961" b="1" i="0" u="none" strike="noStrike" kern="1200" cap="none" spc="0" normalizeH="0" baseline="0" noProof="0">
                <a:ln>
                  <a:noFill/>
                </a:ln>
                <a:gradFill>
                  <a:gsLst>
                    <a:gs pos="83000">
                      <a:srgbClr val="269AED"/>
                    </a:gs>
                    <a:gs pos="100000">
                      <a:srgbClr val="269AED"/>
                    </a:gs>
                  </a:gsLst>
                  <a:lin ang="5400000" scaled="1"/>
                </a:gradFill>
                <a:effectLst/>
                <a:uLnTx/>
                <a:uFillTx/>
                <a:latin typeface="Segoe Pro Display"/>
                <a:ea typeface="+mn-ea"/>
                <a:cs typeface="Segoe UI" pitchFamily="34" charset="0"/>
              </a:rPr>
              <a:t>least-privileged access  </a:t>
            </a:r>
            <a:r>
              <a:rPr kumimoji="0" lang="en-US" sz="1961" b="0" i="0" u="none" strike="noStrike" kern="1200" cap="none" spc="0" normalizeH="0" baseline="0" noProof="0">
                <a:ln>
                  <a:noFill/>
                </a:ln>
                <a:gradFill>
                  <a:gsLst>
                    <a:gs pos="83000">
                      <a:srgbClr val="282828"/>
                    </a:gs>
                    <a:gs pos="100000">
                      <a:srgbClr val="282828"/>
                    </a:gs>
                  </a:gsLst>
                  <a:lin ang="5400000" scaled="1"/>
                </a:gradFill>
                <a:effectLst/>
                <a:uLnTx/>
                <a:uFillTx/>
                <a:latin typeface="Segoe Pro Display"/>
                <a:ea typeface="+mn-ea"/>
                <a:cs typeface="Segoe UI" pitchFamily="34" charset="0"/>
              </a:rPr>
              <a:t>| </a:t>
            </a:r>
            <a:r>
              <a:rPr kumimoji="0" lang="en-US" sz="1961" b="1" i="0" u="none" strike="noStrike" kern="1200" cap="none" spc="0" normalizeH="0" baseline="0" noProof="0">
                <a:ln>
                  <a:noFill/>
                </a:ln>
                <a:gradFill>
                  <a:gsLst>
                    <a:gs pos="83000">
                      <a:srgbClr val="282828"/>
                    </a:gs>
                    <a:gs pos="100000">
                      <a:srgbClr val="282828"/>
                    </a:gs>
                  </a:gsLst>
                  <a:lin ang="5400000" scaled="1"/>
                </a:gradFill>
                <a:effectLst/>
                <a:uLnTx/>
                <a:uFillTx/>
                <a:latin typeface="Segoe Pro Display"/>
                <a:ea typeface="+mn-ea"/>
                <a:cs typeface="Segoe UI" pitchFamily="34" charset="0"/>
              </a:rPr>
              <a:t> </a:t>
            </a:r>
            <a:r>
              <a:rPr kumimoji="0" lang="en-US" sz="1961" b="0" i="0" u="none" strike="noStrike" kern="1200" cap="none" spc="0" normalizeH="0" baseline="0" noProof="0">
                <a:ln>
                  <a:noFill/>
                </a:ln>
                <a:gradFill>
                  <a:gsLst>
                    <a:gs pos="83000">
                      <a:srgbClr val="269AED"/>
                    </a:gs>
                    <a:gs pos="100000">
                      <a:srgbClr val="269AED"/>
                    </a:gs>
                  </a:gsLst>
                  <a:lin ang="5400000" scaled="1"/>
                </a:gradFill>
                <a:effectLst/>
                <a:uLnTx/>
                <a:uFillTx/>
                <a:latin typeface="Segoe Pro Display"/>
                <a:ea typeface="+mn-ea"/>
                <a:cs typeface="Segoe UI" pitchFamily="34" charset="0"/>
              </a:rPr>
              <a:t>Assume</a:t>
            </a:r>
            <a:r>
              <a:rPr kumimoji="0" lang="en-US" sz="1961" b="1" i="0" u="none" strike="noStrike" kern="1200" cap="none" spc="0" normalizeH="0" baseline="0" noProof="0">
                <a:ln>
                  <a:noFill/>
                </a:ln>
                <a:gradFill>
                  <a:gsLst>
                    <a:gs pos="83000">
                      <a:srgbClr val="269AED"/>
                    </a:gs>
                    <a:gs pos="100000">
                      <a:srgbClr val="269AED"/>
                    </a:gs>
                  </a:gsLst>
                  <a:lin ang="5400000" scaled="1"/>
                </a:gradFill>
                <a:effectLst/>
                <a:uLnTx/>
                <a:uFillTx/>
                <a:latin typeface="Segoe Pro Display"/>
                <a:ea typeface="+mn-ea"/>
                <a:cs typeface="Segoe UI" pitchFamily="34" charset="0"/>
              </a:rPr>
              <a:t> breach</a:t>
            </a:r>
          </a:p>
        </p:txBody>
      </p:sp>
      <p:sp>
        <p:nvSpPr>
          <p:cNvPr id="8" name="TextBox 7">
            <a:extLst>
              <a:ext uri="{FF2B5EF4-FFF2-40B4-BE49-F238E27FC236}">
                <a16:creationId xmlns:a16="http://schemas.microsoft.com/office/drawing/2014/main" id="{6A909413-CC83-48BB-8DCE-755D285B3B49}"/>
              </a:ext>
            </a:extLst>
          </p:cNvPr>
          <p:cNvSpPr txBox="1"/>
          <p:nvPr/>
        </p:nvSpPr>
        <p:spPr>
          <a:xfrm>
            <a:off x="3569454" y="3002372"/>
            <a:ext cx="957042" cy="362072"/>
          </a:xfrm>
          <a:prstGeom prst="rect">
            <a:avLst/>
          </a:prstGeom>
          <a:solidFill>
            <a:schemeClr val="tx1"/>
          </a:solidFill>
        </p:spPr>
        <p:txBody>
          <a:bodyPr wrap="squar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GB" sz="1176" b="0" i="0" u="none" strike="noStrike" kern="1200" cap="none" spc="0" normalizeH="0" baseline="0" noProof="0">
                <a:ln>
                  <a:noFill/>
                </a:ln>
                <a:solidFill>
                  <a:prstClr val="white"/>
                </a:solidFill>
                <a:effectLst/>
                <a:uLnTx/>
                <a:uFillTx/>
                <a:latin typeface="Segoe Pro Display"/>
                <a:ea typeface="+mn-ea"/>
                <a:cs typeface="+mn-cs"/>
              </a:rPr>
              <a:t>Multi-factor authentication</a:t>
            </a:r>
          </a:p>
        </p:txBody>
      </p:sp>
      <p:sp>
        <p:nvSpPr>
          <p:cNvPr id="9" name="TextBox 8">
            <a:extLst>
              <a:ext uri="{FF2B5EF4-FFF2-40B4-BE49-F238E27FC236}">
                <a16:creationId xmlns:a16="http://schemas.microsoft.com/office/drawing/2014/main" id="{45D85B71-E86B-451A-8749-698E61C67FCC}"/>
              </a:ext>
            </a:extLst>
          </p:cNvPr>
          <p:cNvSpPr txBox="1"/>
          <p:nvPr/>
        </p:nvSpPr>
        <p:spPr>
          <a:xfrm>
            <a:off x="3422101" y="3609186"/>
            <a:ext cx="1248776" cy="181036"/>
          </a:xfrm>
          <a:prstGeom prst="rect">
            <a:avLst/>
          </a:prstGeom>
          <a:solidFill>
            <a:schemeClr val="tx1"/>
          </a:solidFill>
        </p:spPr>
        <p:txBody>
          <a:bodyPr wrap="squar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GB" sz="1176" b="0" i="0" u="none" strike="noStrike" kern="1200" cap="none" spc="0" normalizeH="0" baseline="0" noProof="0">
                <a:ln>
                  <a:noFill/>
                </a:ln>
                <a:solidFill>
                  <a:prstClr val="white"/>
                </a:solidFill>
                <a:effectLst/>
                <a:uLnTx/>
                <a:uFillTx/>
                <a:latin typeface="Segoe Pro Display"/>
                <a:ea typeface="+mn-ea"/>
                <a:cs typeface="+mn-cs"/>
              </a:rPr>
              <a:t>User/session risk</a:t>
            </a:r>
          </a:p>
        </p:txBody>
      </p:sp>
      <p:sp>
        <p:nvSpPr>
          <p:cNvPr id="10" name="TextBox 9">
            <a:extLst>
              <a:ext uri="{FF2B5EF4-FFF2-40B4-BE49-F238E27FC236}">
                <a16:creationId xmlns:a16="http://schemas.microsoft.com/office/drawing/2014/main" id="{9AF0DC7A-F9D8-427C-A06E-3EBF672EAFB0}"/>
              </a:ext>
            </a:extLst>
          </p:cNvPr>
          <p:cNvSpPr txBox="1"/>
          <p:nvPr/>
        </p:nvSpPr>
        <p:spPr>
          <a:xfrm>
            <a:off x="3411184" y="4812570"/>
            <a:ext cx="1248776" cy="181036"/>
          </a:xfrm>
          <a:prstGeom prst="rect">
            <a:avLst/>
          </a:prstGeom>
          <a:solidFill>
            <a:schemeClr val="tx1"/>
          </a:solidFill>
        </p:spPr>
        <p:txBody>
          <a:bodyPr wrap="squar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GB" sz="1176" b="0" i="0" u="none" strike="noStrike" kern="1200" cap="none" spc="0" normalizeH="0" baseline="0" noProof="0">
                <a:ln>
                  <a:noFill/>
                </a:ln>
                <a:solidFill>
                  <a:prstClr val="white"/>
                </a:solidFill>
                <a:effectLst/>
                <a:uLnTx/>
                <a:uFillTx/>
                <a:latin typeface="Segoe Pro Display"/>
                <a:ea typeface="+mn-ea"/>
                <a:cs typeface="+mn-cs"/>
              </a:rPr>
              <a:t>Device risk state</a:t>
            </a:r>
          </a:p>
        </p:txBody>
      </p:sp>
      <p:sp>
        <p:nvSpPr>
          <p:cNvPr id="11" name="TextBox 10">
            <a:extLst>
              <a:ext uri="{FF2B5EF4-FFF2-40B4-BE49-F238E27FC236}">
                <a16:creationId xmlns:a16="http://schemas.microsoft.com/office/drawing/2014/main" id="{E82C60CE-8E0D-4A49-97FC-54FE1DDA0BC7}"/>
              </a:ext>
            </a:extLst>
          </p:cNvPr>
          <p:cNvSpPr txBox="1"/>
          <p:nvPr/>
        </p:nvSpPr>
        <p:spPr>
          <a:xfrm>
            <a:off x="3411183" y="5221715"/>
            <a:ext cx="1248776" cy="181036"/>
          </a:xfrm>
          <a:prstGeom prst="rect">
            <a:avLst/>
          </a:prstGeom>
          <a:solidFill>
            <a:schemeClr val="tx1"/>
          </a:solidFill>
        </p:spPr>
        <p:txBody>
          <a:bodyPr wrap="squar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GB" sz="1176" b="0" i="0" u="none" strike="noStrike" kern="1200" cap="none" spc="0" normalizeH="0" baseline="0" noProof="0">
                <a:ln>
                  <a:noFill/>
                </a:ln>
                <a:solidFill>
                  <a:prstClr val="white"/>
                </a:solidFill>
                <a:effectLst/>
                <a:uLnTx/>
                <a:uFillTx/>
                <a:latin typeface="Segoe Pro Display"/>
                <a:ea typeface="+mn-ea"/>
                <a:cs typeface="+mn-cs"/>
              </a:rPr>
              <a:t>Device inventory</a:t>
            </a:r>
          </a:p>
        </p:txBody>
      </p:sp>
      <p:sp>
        <p:nvSpPr>
          <p:cNvPr id="12" name="TextBox 11">
            <a:extLst>
              <a:ext uri="{FF2B5EF4-FFF2-40B4-BE49-F238E27FC236}">
                <a16:creationId xmlns:a16="http://schemas.microsoft.com/office/drawing/2014/main" id="{8A0FA921-1B74-4AF3-BA82-FE6580E90853}"/>
              </a:ext>
            </a:extLst>
          </p:cNvPr>
          <p:cNvSpPr txBox="1"/>
          <p:nvPr/>
        </p:nvSpPr>
        <p:spPr>
          <a:xfrm>
            <a:off x="7729882" y="2317659"/>
            <a:ext cx="1248776" cy="362072"/>
          </a:xfrm>
          <a:prstGeom prst="rect">
            <a:avLst/>
          </a:prstGeom>
          <a:solidFill>
            <a:schemeClr val="tx1"/>
          </a:solidFill>
        </p:spPr>
        <p:txBody>
          <a:bodyPr wrap="squar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GB" sz="1176" b="0" i="0" u="none" strike="noStrike" kern="1200" cap="none" spc="0" normalizeH="0" baseline="0" noProof="0">
                <a:ln>
                  <a:noFill/>
                </a:ln>
                <a:solidFill>
                  <a:prstClr val="white"/>
                </a:solidFill>
                <a:effectLst/>
                <a:uLnTx/>
                <a:uFillTx/>
                <a:latin typeface="Segoe Pro Display"/>
                <a:ea typeface="+mn-ea"/>
                <a:cs typeface="+mn-cs"/>
              </a:rPr>
              <a:t>Classify, label, encrypt</a:t>
            </a:r>
          </a:p>
        </p:txBody>
      </p:sp>
      <p:sp>
        <p:nvSpPr>
          <p:cNvPr id="13" name="TextBox 12">
            <a:extLst>
              <a:ext uri="{FF2B5EF4-FFF2-40B4-BE49-F238E27FC236}">
                <a16:creationId xmlns:a16="http://schemas.microsoft.com/office/drawing/2014/main" id="{BDAC6D4F-B281-40D0-ADE9-99AA93B18EB4}"/>
              </a:ext>
            </a:extLst>
          </p:cNvPr>
          <p:cNvSpPr txBox="1"/>
          <p:nvPr/>
        </p:nvSpPr>
        <p:spPr>
          <a:xfrm>
            <a:off x="7961481" y="3379877"/>
            <a:ext cx="938297" cy="362072"/>
          </a:xfrm>
          <a:prstGeom prst="rect">
            <a:avLst/>
          </a:prstGeom>
          <a:solidFill>
            <a:schemeClr val="tx1"/>
          </a:solidFill>
        </p:spPr>
        <p:txBody>
          <a:bodyPr wrap="squar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GB" sz="1176" b="0" i="0" u="none" strike="noStrike" kern="1200" cap="none" spc="0" normalizeH="0" baseline="0" noProof="0">
                <a:ln>
                  <a:noFill/>
                </a:ln>
                <a:solidFill>
                  <a:prstClr val="white"/>
                </a:solidFill>
                <a:effectLst/>
                <a:uLnTx/>
                <a:uFillTx/>
                <a:latin typeface="Segoe Pro Display"/>
                <a:ea typeface="+mn-ea"/>
                <a:cs typeface="+mn-cs"/>
              </a:rPr>
              <a:t>Adaptive </a:t>
            </a:r>
          </a:p>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GB" sz="1176" b="0" i="0" u="none" strike="noStrike" kern="1200" cap="none" spc="0" normalizeH="0" baseline="0" noProof="0">
                <a:ln>
                  <a:noFill/>
                </a:ln>
                <a:solidFill>
                  <a:prstClr val="white"/>
                </a:solidFill>
                <a:effectLst/>
                <a:uLnTx/>
                <a:uFillTx/>
                <a:latin typeface="Segoe Pro Display"/>
                <a:ea typeface="+mn-ea"/>
                <a:cs typeface="+mn-cs"/>
              </a:rPr>
              <a:t>access</a:t>
            </a:r>
          </a:p>
        </p:txBody>
      </p:sp>
      <p:sp>
        <p:nvSpPr>
          <p:cNvPr id="89" name="Oval 88">
            <a:extLst>
              <a:ext uri="{FF2B5EF4-FFF2-40B4-BE49-F238E27FC236}">
                <a16:creationId xmlns:a16="http://schemas.microsoft.com/office/drawing/2014/main" id="{4D9F9D4B-6BB4-4495-ACAE-713889E84433}"/>
              </a:ext>
              <a:ext uri="{C183D7F6-B498-43B3-948B-1728B52AA6E4}">
                <adec:decorative xmlns:adec="http://schemas.microsoft.com/office/drawing/2017/decorative" val="1"/>
              </a:ext>
            </a:extLst>
          </p:cNvPr>
          <p:cNvSpPr/>
          <p:nvPr/>
        </p:nvSpPr>
        <p:spPr bwMode="auto">
          <a:xfrm>
            <a:off x="5144441" y="3266255"/>
            <a:ext cx="1905137" cy="1905137"/>
          </a:xfrm>
          <a:prstGeom prst="ellipse">
            <a:avLst/>
          </a:prstGeom>
          <a:solidFill>
            <a:srgbClr val="00B050"/>
          </a:solidFill>
          <a:ln w="10795" cap="flat" cmpd="sng" algn="ctr">
            <a:noFill/>
            <a:prstDash val="solid"/>
          </a:ln>
          <a:effectLst>
            <a:outerShdw blurRad="254000" dist="50800" dir="2700000" sx="101000" sy="101000" algn="tl" rotWithShape="0">
              <a:prstClr val="black">
                <a:alpha val="19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6393" tIns="548484" rIns="186393" bIns="274242" numCol="1" spcCol="0" rtlCol="0" fromWordArt="0" anchor="ctr" anchorCtr="0" forceAA="0" compatLnSpc="1">
            <a:prstTxWarp prst="textNoShape">
              <a:avLst/>
            </a:prstTxWarp>
            <a:noAutofit/>
          </a:bodyPr>
          <a:lstStyle/>
          <a:p>
            <a:pPr marL="0" marR="0" lvl="0" indent="0" algn="ctr" defTabSz="950286"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Semibold"/>
              <a:ea typeface="+mn-ea"/>
              <a:cs typeface="Segoe UI" pitchFamily="34" charset="0"/>
            </a:endParaRPr>
          </a:p>
        </p:txBody>
      </p:sp>
      <p:sp>
        <p:nvSpPr>
          <p:cNvPr id="90" name="Rectangle 89">
            <a:extLst>
              <a:ext uri="{FF2B5EF4-FFF2-40B4-BE49-F238E27FC236}">
                <a16:creationId xmlns:a16="http://schemas.microsoft.com/office/drawing/2014/main" id="{65A4DE0B-6457-420F-9CB3-D82462015EDF}"/>
              </a:ext>
            </a:extLst>
          </p:cNvPr>
          <p:cNvSpPr/>
          <p:nvPr/>
        </p:nvSpPr>
        <p:spPr>
          <a:xfrm>
            <a:off x="5117425" y="3785530"/>
            <a:ext cx="1979750" cy="827673"/>
          </a:xfrm>
          <a:prstGeom prst="rect">
            <a:avLst/>
          </a:prstGeom>
        </p:spPr>
        <p:txBody>
          <a:bodyPr wrap="square" anchor="ctr" anchorCtr="0">
            <a:spAutoFit/>
          </a:bodyPr>
          <a:lstStyle/>
          <a:p>
            <a:pPr marL="0" marR="0" lvl="0" indent="0" algn="ctr" defTabSz="914016"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gradFill>
                  <a:gsLst>
                    <a:gs pos="47000">
                      <a:srgbClr val="FFFFFF"/>
                    </a:gs>
                    <a:gs pos="83000">
                      <a:srgbClr val="FFFFFF"/>
                    </a:gs>
                  </a:gsLst>
                  <a:lin ang="0" scaled="1"/>
                </a:gradFill>
                <a:effectLst/>
                <a:uLnTx/>
                <a:uFillTx/>
                <a:latin typeface="Segoe UI Semibold"/>
                <a:ea typeface="+mn-ea"/>
                <a:cs typeface="Segoe UI Semibold"/>
              </a:rPr>
              <a:t>Security policy </a:t>
            </a:r>
            <a:br>
              <a:rPr kumimoji="0" lang="en-US" sz="1600" b="0" i="0" u="none" strike="noStrike" kern="1200" cap="none" spc="0" normalizeH="0" baseline="0" noProof="0">
                <a:ln>
                  <a:noFill/>
                </a:ln>
                <a:gradFill>
                  <a:gsLst>
                    <a:gs pos="47000">
                      <a:srgbClr val="FFFFFF"/>
                    </a:gs>
                    <a:gs pos="83000">
                      <a:srgbClr val="FFFFFF"/>
                    </a:gs>
                  </a:gsLst>
                  <a:lin ang="0" scaled="1"/>
                </a:gradFill>
                <a:effectLst/>
                <a:uLnTx/>
                <a:uFillTx/>
                <a:latin typeface="Segoe UI Semibold"/>
                <a:ea typeface="+mn-ea"/>
                <a:cs typeface="Segoe UI Semibold"/>
              </a:rPr>
            </a:br>
            <a:r>
              <a:rPr kumimoji="0" lang="en-US" sz="1600" b="0" i="0" u="none" strike="noStrike" kern="1200" cap="none" spc="0" normalizeH="0" baseline="0" noProof="0">
                <a:ln>
                  <a:noFill/>
                </a:ln>
                <a:gradFill>
                  <a:gsLst>
                    <a:gs pos="47000">
                      <a:srgbClr val="FFFFFF"/>
                    </a:gs>
                    <a:gs pos="83000">
                      <a:srgbClr val="FFFFFF"/>
                    </a:gs>
                  </a:gsLst>
                  <a:lin ang="0" scaled="1"/>
                </a:gradFill>
                <a:effectLst/>
                <a:uLnTx/>
                <a:uFillTx/>
                <a:latin typeface="Segoe UI Semibold"/>
                <a:ea typeface="+mn-ea"/>
                <a:cs typeface="Segoe UI Semibold"/>
              </a:rPr>
              <a:t>enforcement</a:t>
            </a:r>
          </a:p>
          <a:p>
            <a:pPr marL="0" marR="0" lvl="0" indent="0" algn="ctr" defTabSz="914016"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a:ln>
                  <a:noFill/>
                </a:ln>
                <a:gradFill>
                  <a:gsLst>
                    <a:gs pos="47000">
                      <a:srgbClr val="FFFFFF"/>
                    </a:gs>
                    <a:gs pos="83000">
                      <a:srgbClr val="FFFFFF"/>
                    </a:gs>
                  </a:gsLst>
                  <a:lin ang="0" scaled="1"/>
                </a:gradFill>
                <a:effectLst/>
                <a:uLnTx/>
                <a:uFillTx/>
                <a:latin typeface="Segoe UI" panose="020B0502040204020203" pitchFamily="34" charset="0"/>
                <a:ea typeface="+mn-ea"/>
                <a:cs typeface="Segoe UI" panose="020B0502040204020203" pitchFamily="34" charset="0"/>
              </a:rPr>
              <a:t>+ threat intelligence</a:t>
            </a:r>
          </a:p>
        </p:txBody>
      </p:sp>
      <p:sp>
        <p:nvSpPr>
          <p:cNvPr id="15" name="TextBox 14">
            <a:extLst>
              <a:ext uri="{FF2B5EF4-FFF2-40B4-BE49-F238E27FC236}">
                <a16:creationId xmlns:a16="http://schemas.microsoft.com/office/drawing/2014/main" id="{8A0F1792-1139-4443-8898-B9106891F007}"/>
              </a:ext>
            </a:extLst>
          </p:cNvPr>
          <p:cNvSpPr txBox="1"/>
          <p:nvPr/>
        </p:nvSpPr>
        <p:spPr>
          <a:xfrm>
            <a:off x="8021598" y="5097900"/>
            <a:ext cx="880996" cy="362072"/>
          </a:xfrm>
          <a:prstGeom prst="rect">
            <a:avLst/>
          </a:prstGeom>
          <a:solidFill>
            <a:schemeClr val="tx1"/>
          </a:solidFill>
        </p:spPr>
        <p:txBody>
          <a:bodyPr wrap="squar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GB" sz="1176" b="0" i="0" u="none" strike="noStrike" kern="1200" cap="none" spc="0" normalizeH="0" baseline="0" noProof="0">
                <a:ln>
                  <a:noFill/>
                </a:ln>
                <a:solidFill>
                  <a:prstClr val="white"/>
                </a:solidFill>
                <a:effectLst/>
                <a:uLnTx/>
                <a:uFillTx/>
                <a:latin typeface="Segoe Pro Display"/>
                <a:ea typeface="+mn-ea"/>
                <a:cs typeface="+mn-cs"/>
              </a:rPr>
              <a:t>Threat </a:t>
            </a:r>
          </a:p>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GB" sz="1176" b="0" i="0" u="none" strike="noStrike" kern="1200" cap="none" spc="0" normalizeH="0" baseline="0" noProof="0">
                <a:ln>
                  <a:noFill/>
                </a:ln>
                <a:solidFill>
                  <a:prstClr val="white"/>
                </a:solidFill>
                <a:effectLst/>
                <a:uLnTx/>
                <a:uFillTx/>
                <a:latin typeface="Segoe Pro Display"/>
                <a:ea typeface="+mn-ea"/>
                <a:cs typeface="+mn-cs"/>
              </a:rPr>
              <a:t>protection</a:t>
            </a:r>
          </a:p>
        </p:txBody>
      </p:sp>
      <p:grpSp>
        <p:nvGrpSpPr>
          <p:cNvPr id="27" name="Group 26">
            <a:extLst>
              <a:ext uri="{FF2B5EF4-FFF2-40B4-BE49-F238E27FC236}">
                <a16:creationId xmlns:a16="http://schemas.microsoft.com/office/drawing/2014/main" id="{5343A2B8-6D72-4787-85CF-BAC6E1E74D49}"/>
              </a:ext>
            </a:extLst>
          </p:cNvPr>
          <p:cNvGrpSpPr/>
          <p:nvPr/>
        </p:nvGrpSpPr>
        <p:grpSpPr>
          <a:xfrm>
            <a:off x="5605894" y="5623908"/>
            <a:ext cx="880995" cy="880995"/>
            <a:chOff x="5605894" y="5623908"/>
            <a:chExt cx="880995" cy="880995"/>
          </a:xfrm>
        </p:grpSpPr>
        <p:sp>
          <p:nvSpPr>
            <p:cNvPr id="2" name="Oval 1">
              <a:hlinkClick r:id="rId10" action="ppaction://hlinksldjump"/>
              <a:extLst>
                <a:ext uri="{FF2B5EF4-FFF2-40B4-BE49-F238E27FC236}">
                  <a16:creationId xmlns:a16="http://schemas.microsoft.com/office/drawing/2014/main" id="{67E13E21-900F-41DC-B6C1-5A90DA47EE0D}"/>
                </a:ext>
              </a:extLst>
            </p:cNvPr>
            <p:cNvSpPr/>
            <p:nvPr/>
          </p:nvSpPr>
          <p:spPr bwMode="auto">
            <a:xfrm>
              <a:off x="5605894" y="5623908"/>
              <a:ext cx="880995" cy="880995"/>
            </a:xfrm>
            <a:prstGeom prst="ellipse">
              <a:avLst/>
            </a:prstGeom>
            <a:solidFill>
              <a:schemeClr val="bg1"/>
            </a:solidFill>
            <a:ln>
              <a:noFill/>
              <a:headEnd type="none" w="med" len="med"/>
              <a:tailEnd type="none" w="med" len="med"/>
            </a:ln>
            <a:effectLst>
              <a:outerShdw blurRad="254000" dist="50800" dir="2700000" algn="ctr" rotWithShape="0">
                <a:srgbClr val="000000">
                  <a:alpha val="25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3" rIns="182828" bIns="146263" numCol="1" spcCol="0" rtlCol="0" fromWordArt="0" anchor="t" anchorCtr="0" forceAA="0" compatLnSpc="1">
              <a:prstTxWarp prst="textNoShape">
                <a:avLst/>
              </a:prstTxWarp>
              <a:noAutofit/>
            </a:bodyPr>
            <a:lstStyle/>
            <a:p>
              <a:pPr marL="0" marR="0" lvl="0" indent="0" algn="l" defTabSz="932205" rtl="0" eaLnBrk="1" fontAlgn="auto" latinLnBrk="0" hangingPunct="1">
                <a:lnSpc>
                  <a:spcPct val="100000"/>
                </a:lnSpc>
                <a:spcBef>
                  <a:spcPct val="0"/>
                </a:spcBef>
                <a:spcAft>
                  <a:spcPts val="1199"/>
                </a:spcAft>
                <a:buClrTx/>
                <a:buSzTx/>
                <a:buFontTx/>
                <a:buNone/>
                <a:tabLst/>
                <a:defRPr/>
              </a:pPr>
              <a:endParaRPr kumimoji="0" lang="en-US" sz="1630" b="0" i="0" u="none" strike="noStrike" kern="1200" cap="none" spc="0" normalizeH="0" baseline="0" noProof="0" err="1">
                <a:ln w="3175">
                  <a:noFill/>
                </a:ln>
                <a:gradFill>
                  <a:gsLst>
                    <a:gs pos="0">
                      <a:srgbClr val="0078D4"/>
                    </a:gs>
                    <a:gs pos="100000">
                      <a:srgbClr val="0078D4"/>
                    </a:gs>
                  </a:gsLst>
                  <a:lin ang="5400000" scaled="0"/>
                </a:gradFill>
                <a:effectLst/>
                <a:uLnTx/>
                <a:uFillTx/>
                <a:latin typeface="Segoe UI Semibold"/>
                <a:ea typeface="+mn-ea"/>
                <a:cs typeface="Segoe UI Semilight" panose="020B0402040204020203" pitchFamily="34" charset="0"/>
              </a:endParaRPr>
            </a:p>
          </p:txBody>
        </p:sp>
        <p:sp>
          <p:nvSpPr>
            <p:cNvPr id="22" name="Freeform: Shape 21">
              <a:extLst>
                <a:ext uri="{FF2B5EF4-FFF2-40B4-BE49-F238E27FC236}">
                  <a16:creationId xmlns:a16="http://schemas.microsoft.com/office/drawing/2014/main" id="{8D2A4367-7CC0-42EF-A522-B295E4197E8F}"/>
                </a:ext>
              </a:extLst>
            </p:cNvPr>
            <p:cNvSpPr/>
            <p:nvPr/>
          </p:nvSpPr>
          <p:spPr>
            <a:xfrm>
              <a:off x="5884204" y="6226052"/>
              <a:ext cx="323294" cy="101029"/>
            </a:xfrm>
            <a:custGeom>
              <a:avLst/>
              <a:gdLst>
                <a:gd name="connsiteX0" fmla="*/ 272780 w 323294"/>
                <a:gd name="connsiteY0" fmla="*/ 0 h 101029"/>
                <a:gd name="connsiteX1" fmla="*/ 50515 w 323294"/>
                <a:gd name="connsiteY1" fmla="*/ 0 h 101029"/>
                <a:gd name="connsiteX2" fmla="*/ 0 w 323294"/>
                <a:gd name="connsiteY2" fmla="*/ 50515 h 101029"/>
                <a:gd name="connsiteX3" fmla="*/ 50515 w 323294"/>
                <a:gd name="connsiteY3" fmla="*/ 101030 h 101029"/>
                <a:gd name="connsiteX4" fmla="*/ 272780 w 323294"/>
                <a:gd name="connsiteY4" fmla="*/ 101030 h 101029"/>
                <a:gd name="connsiteX5" fmla="*/ 323295 w 323294"/>
                <a:gd name="connsiteY5" fmla="*/ 50515 h 101029"/>
                <a:gd name="connsiteX6" fmla="*/ 272780 w 323294"/>
                <a:gd name="connsiteY6" fmla="*/ 0 h 101029"/>
                <a:gd name="connsiteX7" fmla="*/ 63985 w 323294"/>
                <a:gd name="connsiteY7" fmla="*/ 70721 h 101029"/>
                <a:gd name="connsiteX8" fmla="*/ 43780 w 323294"/>
                <a:gd name="connsiteY8" fmla="*/ 50515 h 101029"/>
                <a:gd name="connsiteX9" fmla="*/ 63985 w 323294"/>
                <a:gd name="connsiteY9" fmla="*/ 30309 h 101029"/>
                <a:gd name="connsiteX10" fmla="*/ 84191 w 323294"/>
                <a:gd name="connsiteY10" fmla="*/ 50515 h 101029"/>
                <a:gd name="connsiteX11" fmla="*/ 63985 w 323294"/>
                <a:gd name="connsiteY11" fmla="*/ 70721 h 101029"/>
                <a:gd name="connsiteX12" fmla="*/ 161647 w 323294"/>
                <a:gd name="connsiteY12" fmla="*/ 70721 h 101029"/>
                <a:gd name="connsiteX13" fmla="*/ 141442 w 323294"/>
                <a:gd name="connsiteY13" fmla="*/ 50515 h 101029"/>
                <a:gd name="connsiteX14" fmla="*/ 161647 w 323294"/>
                <a:gd name="connsiteY14" fmla="*/ 30309 h 101029"/>
                <a:gd name="connsiteX15" fmla="*/ 181853 w 323294"/>
                <a:gd name="connsiteY15" fmla="*/ 50515 h 101029"/>
                <a:gd name="connsiteX16" fmla="*/ 161647 w 323294"/>
                <a:gd name="connsiteY16" fmla="*/ 70721 h 101029"/>
                <a:gd name="connsiteX17" fmla="*/ 259310 w 323294"/>
                <a:gd name="connsiteY17" fmla="*/ 70721 h 101029"/>
                <a:gd name="connsiteX18" fmla="*/ 239104 w 323294"/>
                <a:gd name="connsiteY18" fmla="*/ 50515 h 101029"/>
                <a:gd name="connsiteX19" fmla="*/ 259310 w 323294"/>
                <a:gd name="connsiteY19" fmla="*/ 30309 h 101029"/>
                <a:gd name="connsiteX20" fmla="*/ 279515 w 323294"/>
                <a:gd name="connsiteY20" fmla="*/ 50515 h 101029"/>
                <a:gd name="connsiteX21" fmla="*/ 259310 w 323294"/>
                <a:gd name="connsiteY21" fmla="*/ 70721 h 101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3294" h="101029">
                  <a:moveTo>
                    <a:pt x="272780" y="0"/>
                  </a:moveTo>
                  <a:lnTo>
                    <a:pt x="50515" y="0"/>
                  </a:lnTo>
                  <a:cubicBezTo>
                    <a:pt x="22617" y="0"/>
                    <a:pt x="0" y="22617"/>
                    <a:pt x="0" y="50515"/>
                  </a:cubicBezTo>
                  <a:cubicBezTo>
                    <a:pt x="0" y="78413"/>
                    <a:pt x="22617" y="101030"/>
                    <a:pt x="50515" y="101030"/>
                  </a:cubicBezTo>
                  <a:lnTo>
                    <a:pt x="272780" y="101030"/>
                  </a:lnTo>
                  <a:cubicBezTo>
                    <a:pt x="300679" y="101030"/>
                    <a:pt x="323295" y="78413"/>
                    <a:pt x="323295" y="50515"/>
                  </a:cubicBezTo>
                  <a:cubicBezTo>
                    <a:pt x="323295" y="22617"/>
                    <a:pt x="300679" y="0"/>
                    <a:pt x="272780" y="0"/>
                  </a:cubicBezTo>
                  <a:close/>
                  <a:moveTo>
                    <a:pt x="63985" y="70721"/>
                  </a:moveTo>
                  <a:cubicBezTo>
                    <a:pt x="52826" y="70721"/>
                    <a:pt x="43780" y="61675"/>
                    <a:pt x="43780" y="50515"/>
                  </a:cubicBezTo>
                  <a:cubicBezTo>
                    <a:pt x="43780" y="39355"/>
                    <a:pt x="52826" y="30309"/>
                    <a:pt x="63985" y="30309"/>
                  </a:cubicBezTo>
                  <a:cubicBezTo>
                    <a:pt x="75145" y="30309"/>
                    <a:pt x="84191" y="39355"/>
                    <a:pt x="84191" y="50515"/>
                  </a:cubicBezTo>
                  <a:cubicBezTo>
                    <a:pt x="84191" y="61675"/>
                    <a:pt x="75145" y="70721"/>
                    <a:pt x="63985" y="70721"/>
                  </a:cubicBezTo>
                  <a:close/>
                  <a:moveTo>
                    <a:pt x="161647" y="70721"/>
                  </a:moveTo>
                  <a:cubicBezTo>
                    <a:pt x="150488" y="70721"/>
                    <a:pt x="141442" y="61675"/>
                    <a:pt x="141442" y="50515"/>
                  </a:cubicBezTo>
                  <a:cubicBezTo>
                    <a:pt x="141442" y="39355"/>
                    <a:pt x="150488" y="30309"/>
                    <a:pt x="161647" y="30309"/>
                  </a:cubicBezTo>
                  <a:cubicBezTo>
                    <a:pt x="172807" y="30309"/>
                    <a:pt x="181853" y="39355"/>
                    <a:pt x="181853" y="50515"/>
                  </a:cubicBezTo>
                  <a:cubicBezTo>
                    <a:pt x="181853" y="61675"/>
                    <a:pt x="172807" y="70721"/>
                    <a:pt x="161647" y="70721"/>
                  </a:cubicBezTo>
                  <a:close/>
                  <a:moveTo>
                    <a:pt x="259310" y="70721"/>
                  </a:moveTo>
                  <a:cubicBezTo>
                    <a:pt x="248150" y="70721"/>
                    <a:pt x="239104" y="61675"/>
                    <a:pt x="239104" y="50515"/>
                  </a:cubicBezTo>
                  <a:cubicBezTo>
                    <a:pt x="239104" y="39355"/>
                    <a:pt x="248150" y="30309"/>
                    <a:pt x="259310" y="30309"/>
                  </a:cubicBezTo>
                  <a:cubicBezTo>
                    <a:pt x="270469" y="30309"/>
                    <a:pt x="279515" y="39355"/>
                    <a:pt x="279515" y="50515"/>
                  </a:cubicBezTo>
                  <a:cubicBezTo>
                    <a:pt x="279515" y="61675"/>
                    <a:pt x="270469" y="70721"/>
                    <a:pt x="259310" y="70721"/>
                  </a:cubicBezTo>
                  <a:close/>
                </a:path>
              </a:pathLst>
            </a:custGeom>
            <a:solidFill>
              <a:srgbClr val="0078D4"/>
            </a:solidFill>
            <a:ln w="66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Freeform: Shape 22">
              <a:extLst>
                <a:ext uri="{FF2B5EF4-FFF2-40B4-BE49-F238E27FC236}">
                  <a16:creationId xmlns:a16="http://schemas.microsoft.com/office/drawing/2014/main" id="{47F89FD9-9CC6-47C5-AB76-A14E9BC857A4}"/>
                </a:ext>
              </a:extLst>
            </p:cNvPr>
            <p:cNvSpPr/>
            <p:nvPr/>
          </p:nvSpPr>
          <p:spPr>
            <a:xfrm>
              <a:off x="6072187" y="5919595"/>
              <a:ext cx="20205" cy="20205"/>
            </a:xfrm>
            <a:custGeom>
              <a:avLst/>
              <a:gdLst>
                <a:gd name="connsiteX0" fmla="*/ 20206 w 20205"/>
                <a:gd name="connsiteY0" fmla="*/ 10103 h 20205"/>
                <a:gd name="connsiteX1" fmla="*/ 10103 w 20205"/>
                <a:gd name="connsiteY1" fmla="*/ 20206 h 20205"/>
                <a:gd name="connsiteX2" fmla="*/ 0 w 20205"/>
                <a:gd name="connsiteY2" fmla="*/ 10103 h 20205"/>
                <a:gd name="connsiteX3" fmla="*/ 10103 w 20205"/>
                <a:gd name="connsiteY3" fmla="*/ 0 h 20205"/>
                <a:gd name="connsiteX4" fmla="*/ 20206 w 20205"/>
                <a:gd name="connsiteY4" fmla="*/ 10103 h 20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05" h="20205">
                  <a:moveTo>
                    <a:pt x="20206" y="10103"/>
                  </a:moveTo>
                  <a:cubicBezTo>
                    <a:pt x="20206" y="15683"/>
                    <a:pt x="15683" y="20206"/>
                    <a:pt x="10103" y="20206"/>
                  </a:cubicBezTo>
                  <a:cubicBezTo>
                    <a:pt x="4523" y="20206"/>
                    <a:pt x="0" y="15683"/>
                    <a:pt x="0" y="10103"/>
                  </a:cubicBezTo>
                  <a:cubicBezTo>
                    <a:pt x="0" y="4523"/>
                    <a:pt x="4523" y="0"/>
                    <a:pt x="10103" y="0"/>
                  </a:cubicBezTo>
                  <a:cubicBezTo>
                    <a:pt x="15683" y="0"/>
                    <a:pt x="20206" y="4523"/>
                    <a:pt x="20206" y="10103"/>
                  </a:cubicBezTo>
                  <a:close/>
                </a:path>
              </a:pathLst>
            </a:custGeom>
            <a:solidFill>
              <a:srgbClr val="0078D4"/>
            </a:solidFill>
            <a:ln w="66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 name="Freeform: Shape 23">
              <a:extLst>
                <a:ext uri="{FF2B5EF4-FFF2-40B4-BE49-F238E27FC236}">
                  <a16:creationId xmlns:a16="http://schemas.microsoft.com/office/drawing/2014/main" id="{1111BA0D-446B-4483-A5FA-C53FE38F7229}"/>
                </a:ext>
              </a:extLst>
            </p:cNvPr>
            <p:cNvSpPr/>
            <p:nvPr/>
          </p:nvSpPr>
          <p:spPr>
            <a:xfrm>
              <a:off x="5958831" y="5781422"/>
              <a:ext cx="175118" cy="215629"/>
            </a:xfrm>
            <a:custGeom>
              <a:avLst/>
              <a:gdLst>
                <a:gd name="connsiteX0" fmla="*/ 145550 w 175118"/>
                <a:gd name="connsiteY0" fmla="*/ 80923 h 215629"/>
                <a:gd name="connsiteX1" fmla="*/ 101030 w 175118"/>
                <a:gd name="connsiteY1" fmla="*/ 80923 h 215629"/>
                <a:gd name="connsiteX2" fmla="*/ 101030 w 175118"/>
                <a:gd name="connsiteY2" fmla="*/ 50278 h 215629"/>
                <a:gd name="connsiteX3" fmla="*/ 110891 w 175118"/>
                <a:gd name="connsiteY3" fmla="*/ 13475 h 215629"/>
                <a:gd name="connsiteX4" fmla="*/ 74088 w 175118"/>
                <a:gd name="connsiteY4" fmla="*/ 3614 h 215629"/>
                <a:gd name="connsiteX5" fmla="*/ 64227 w 175118"/>
                <a:gd name="connsiteY5" fmla="*/ 40416 h 215629"/>
                <a:gd name="connsiteX6" fmla="*/ 74088 w 175118"/>
                <a:gd name="connsiteY6" fmla="*/ 50278 h 215629"/>
                <a:gd name="connsiteX7" fmla="*/ 74088 w 175118"/>
                <a:gd name="connsiteY7" fmla="*/ 80923 h 215629"/>
                <a:gd name="connsiteX8" fmla="*/ 29568 w 175118"/>
                <a:gd name="connsiteY8" fmla="*/ 80923 h 215629"/>
                <a:gd name="connsiteX9" fmla="*/ 0 w 175118"/>
                <a:gd name="connsiteY9" fmla="*/ 110491 h 215629"/>
                <a:gd name="connsiteX10" fmla="*/ 0 w 175118"/>
                <a:gd name="connsiteY10" fmla="*/ 186061 h 215629"/>
                <a:gd name="connsiteX11" fmla="*/ 29568 w 175118"/>
                <a:gd name="connsiteY11" fmla="*/ 215629 h 215629"/>
                <a:gd name="connsiteX12" fmla="*/ 145550 w 175118"/>
                <a:gd name="connsiteY12" fmla="*/ 215629 h 215629"/>
                <a:gd name="connsiteX13" fmla="*/ 175118 w 175118"/>
                <a:gd name="connsiteY13" fmla="*/ 186061 h 215629"/>
                <a:gd name="connsiteX14" fmla="*/ 175118 w 175118"/>
                <a:gd name="connsiteY14" fmla="*/ 110491 h 215629"/>
                <a:gd name="connsiteX15" fmla="*/ 145550 w 175118"/>
                <a:gd name="connsiteY15" fmla="*/ 80923 h 215629"/>
                <a:gd name="connsiteX16" fmla="*/ 53883 w 175118"/>
                <a:gd name="connsiteY16" fmla="*/ 168482 h 215629"/>
                <a:gd name="connsiteX17" fmla="*/ 33677 w 175118"/>
                <a:gd name="connsiteY17" fmla="*/ 148276 h 215629"/>
                <a:gd name="connsiteX18" fmla="*/ 53883 w 175118"/>
                <a:gd name="connsiteY18" fmla="*/ 128070 h 215629"/>
                <a:gd name="connsiteX19" fmla="*/ 74088 w 175118"/>
                <a:gd name="connsiteY19" fmla="*/ 148276 h 215629"/>
                <a:gd name="connsiteX20" fmla="*/ 53883 w 175118"/>
                <a:gd name="connsiteY20" fmla="*/ 168482 h 215629"/>
                <a:gd name="connsiteX21" fmla="*/ 121236 w 175118"/>
                <a:gd name="connsiteY21" fmla="*/ 168482 h 215629"/>
                <a:gd name="connsiteX22" fmla="*/ 101030 w 175118"/>
                <a:gd name="connsiteY22" fmla="*/ 148276 h 215629"/>
                <a:gd name="connsiteX23" fmla="*/ 121236 w 175118"/>
                <a:gd name="connsiteY23" fmla="*/ 128070 h 215629"/>
                <a:gd name="connsiteX24" fmla="*/ 141442 w 175118"/>
                <a:gd name="connsiteY24" fmla="*/ 148276 h 215629"/>
                <a:gd name="connsiteX25" fmla="*/ 121236 w 175118"/>
                <a:gd name="connsiteY25" fmla="*/ 168482 h 215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5118" h="215629">
                  <a:moveTo>
                    <a:pt x="145550" y="80923"/>
                  </a:moveTo>
                  <a:lnTo>
                    <a:pt x="101030" y="80923"/>
                  </a:lnTo>
                  <a:lnTo>
                    <a:pt x="101030" y="50278"/>
                  </a:lnTo>
                  <a:cubicBezTo>
                    <a:pt x="113916" y="42838"/>
                    <a:pt x="118331" y="26361"/>
                    <a:pt x="110891" y="13475"/>
                  </a:cubicBezTo>
                  <a:cubicBezTo>
                    <a:pt x="103451" y="589"/>
                    <a:pt x="86974" y="-3826"/>
                    <a:pt x="74088" y="3614"/>
                  </a:cubicBezTo>
                  <a:cubicBezTo>
                    <a:pt x="61202" y="11054"/>
                    <a:pt x="56787" y="27530"/>
                    <a:pt x="64227" y="40416"/>
                  </a:cubicBezTo>
                  <a:cubicBezTo>
                    <a:pt x="66592" y="44512"/>
                    <a:pt x="69993" y="47913"/>
                    <a:pt x="74088" y="50278"/>
                  </a:cubicBezTo>
                  <a:lnTo>
                    <a:pt x="74088" y="80923"/>
                  </a:lnTo>
                  <a:lnTo>
                    <a:pt x="29568" y="80923"/>
                  </a:lnTo>
                  <a:cubicBezTo>
                    <a:pt x="13254" y="80960"/>
                    <a:pt x="37" y="94177"/>
                    <a:pt x="0" y="110491"/>
                  </a:cubicBezTo>
                  <a:lnTo>
                    <a:pt x="0" y="186061"/>
                  </a:lnTo>
                  <a:cubicBezTo>
                    <a:pt x="37" y="202376"/>
                    <a:pt x="13254" y="215592"/>
                    <a:pt x="29568" y="215629"/>
                  </a:cubicBezTo>
                  <a:lnTo>
                    <a:pt x="145550" y="215629"/>
                  </a:lnTo>
                  <a:cubicBezTo>
                    <a:pt x="161864" y="215592"/>
                    <a:pt x="175081" y="202376"/>
                    <a:pt x="175118" y="186061"/>
                  </a:cubicBezTo>
                  <a:lnTo>
                    <a:pt x="175118" y="110491"/>
                  </a:lnTo>
                  <a:cubicBezTo>
                    <a:pt x="175081" y="94177"/>
                    <a:pt x="161864" y="80960"/>
                    <a:pt x="145550" y="80923"/>
                  </a:cubicBezTo>
                  <a:close/>
                  <a:moveTo>
                    <a:pt x="53883" y="168482"/>
                  </a:moveTo>
                  <a:cubicBezTo>
                    <a:pt x="42723" y="168482"/>
                    <a:pt x="33677" y="159436"/>
                    <a:pt x="33677" y="148276"/>
                  </a:cubicBezTo>
                  <a:cubicBezTo>
                    <a:pt x="33677" y="137117"/>
                    <a:pt x="42723" y="128070"/>
                    <a:pt x="53883" y="128070"/>
                  </a:cubicBezTo>
                  <a:cubicBezTo>
                    <a:pt x="65042" y="128070"/>
                    <a:pt x="74088" y="137117"/>
                    <a:pt x="74088" y="148276"/>
                  </a:cubicBezTo>
                  <a:cubicBezTo>
                    <a:pt x="74088" y="159436"/>
                    <a:pt x="65042" y="168482"/>
                    <a:pt x="53883" y="168482"/>
                  </a:cubicBezTo>
                  <a:close/>
                  <a:moveTo>
                    <a:pt x="121236" y="168482"/>
                  </a:moveTo>
                  <a:cubicBezTo>
                    <a:pt x="110076" y="168482"/>
                    <a:pt x="101030" y="159436"/>
                    <a:pt x="101030" y="148276"/>
                  </a:cubicBezTo>
                  <a:cubicBezTo>
                    <a:pt x="101030" y="137117"/>
                    <a:pt x="110076" y="128070"/>
                    <a:pt x="121236" y="128070"/>
                  </a:cubicBezTo>
                  <a:cubicBezTo>
                    <a:pt x="132395" y="128070"/>
                    <a:pt x="141442" y="137117"/>
                    <a:pt x="141442" y="148276"/>
                  </a:cubicBezTo>
                  <a:cubicBezTo>
                    <a:pt x="141442" y="159436"/>
                    <a:pt x="132395" y="168482"/>
                    <a:pt x="121236" y="168482"/>
                  </a:cubicBezTo>
                  <a:close/>
                </a:path>
              </a:pathLst>
            </a:custGeom>
            <a:solidFill>
              <a:srgbClr val="0078D4"/>
            </a:solidFill>
            <a:ln w="66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Freeform: Shape 24">
              <a:extLst>
                <a:ext uri="{FF2B5EF4-FFF2-40B4-BE49-F238E27FC236}">
                  <a16:creationId xmlns:a16="http://schemas.microsoft.com/office/drawing/2014/main" id="{D87F69BA-7542-413F-BF14-0A43D1E5ABB1}"/>
                </a:ext>
              </a:extLst>
            </p:cNvPr>
            <p:cNvSpPr/>
            <p:nvPr/>
          </p:nvSpPr>
          <p:spPr>
            <a:xfrm>
              <a:off x="6004834" y="5919595"/>
              <a:ext cx="20205" cy="20205"/>
            </a:xfrm>
            <a:custGeom>
              <a:avLst/>
              <a:gdLst>
                <a:gd name="connsiteX0" fmla="*/ 20206 w 20205"/>
                <a:gd name="connsiteY0" fmla="*/ 10103 h 20205"/>
                <a:gd name="connsiteX1" fmla="*/ 10103 w 20205"/>
                <a:gd name="connsiteY1" fmla="*/ 20206 h 20205"/>
                <a:gd name="connsiteX2" fmla="*/ 0 w 20205"/>
                <a:gd name="connsiteY2" fmla="*/ 10103 h 20205"/>
                <a:gd name="connsiteX3" fmla="*/ 10103 w 20205"/>
                <a:gd name="connsiteY3" fmla="*/ 0 h 20205"/>
                <a:gd name="connsiteX4" fmla="*/ 20206 w 20205"/>
                <a:gd name="connsiteY4" fmla="*/ 10103 h 20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05" h="20205">
                  <a:moveTo>
                    <a:pt x="20206" y="10103"/>
                  </a:moveTo>
                  <a:cubicBezTo>
                    <a:pt x="20206" y="15683"/>
                    <a:pt x="15683" y="20206"/>
                    <a:pt x="10103" y="20206"/>
                  </a:cubicBezTo>
                  <a:cubicBezTo>
                    <a:pt x="4523" y="20206"/>
                    <a:pt x="0" y="15683"/>
                    <a:pt x="0" y="10103"/>
                  </a:cubicBezTo>
                  <a:cubicBezTo>
                    <a:pt x="0" y="4523"/>
                    <a:pt x="4523" y="0"/>
                    <a:pt x="10103" y="0"/>
                  </a:cubicBezTo>
                  <a:cubicBezTo>
                    <a:pt x="15683" y="0"/>
                    <a:pt x="20206" y="4523"/>
                    <a:pt x="20206" y="10103"/>
                  </a:cubicBezTo>
                  <a:close/>
                </a:path>
              </a:pathLst>
            </a:custGeom>
            <a:solidFill>
              <a:srgbClr val="0078D4"/>
            </a:solidFill>
            <a:ln w="66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Freeform: Shape 25">
              <a:extLst>
                <a:ext uri="{FF2B5EF4-FFF2-40B4-BE49-F238E27FC236}">
                  <a16:creationId xmlns:a16="http://schemas.microsoft.com/office/drawing/2014/main" id="{74827BB5-D34C-41DF-AE6A-AAEA9526D957}"/>
                </a:ext>
              </a:extLst>
            </p:cNvPr>
            <p:cNvSpPr/>
            <p:nvPr/>
          </p:nvSpPr>
          <p:spPr>
            <a:xfrm>
              <a:off x="5828724" y="5927476"/>
              <a:ext cx="423060" cy="280525"/>
            </a:xfrm>
            <a:custGeom>
              <a:avLst/>
              <a:gdLst>
                <a:gd name="connsiteX0" fmla="*/ 392785 w 423060"/>
                <a:gd name="connsiteY0" fmla="*/ 209805 h 280525"/>
                <a:gd name="connsiteX1" fmla="*/ 392785 w 423060"/>
                <a:gd name="connsiteY1" fmla="*/ 153700 h 280525"/>
                <a:gd name="connsiteX2" fmla="*/ 362543 w 423060"/>
                <a:gd name="connsiteY2" fmla="*/ 123458 h 280525"/>
                <a:gd name="connsiteX3" fmla="*/ 325431 w 423060"/>
                <a:gd name="connsiteY3" fmla="*/ 123458 h 280525"/>
                <a:gd name="connsiteX4" fmla="*/ 325431 w 423060"/>
                <a:gd name="connsiteY4" fmla="*/ 89782 h 280525"/>
                <a:gd name="connsiteX5" fmla="*/ 109901 w 423060"/>
                <a:gd name="connsiteY5" fmla="*/ 89782 h 280525"/>
                <a:gd name="connsiteX6" fmla="*/ 109901 w 423060"/>
                <a:gd name="connsiteY6" fmla="*/ 130194 h 280525"/>
                <a:gd name="connsiteX7" fmla="*/ 59319 w 423060"/>
                <a:gd name="connsiteY7" fmla="*/ 130194 h 280525"/>
                <a:gd name="connsiteX8" fmla="*/ 56019 w 423060"/>
                <a:gd name="connsiteY8" fmla="*/ 126893 h 280525"/>
                <a:gd name="connsiteX9" fmla="*/ 56019 w 423060"/>
                <a:gd name="connsiteY9" fmla="*/ 71058 h 280525"/>
                <a:gd name="connsiteX10" fmla="*/ 85561 w 423060"/>
                <a:gd name="connsiteY10" fmla="*/ 16755 h 280525"/>
                <a:gd name="connsiteX11" fmla="*/ 76225 w 423060"/>
                <a:gd name="connsiteY11" fmla="*/ 0 h 280525"/>
                <a:gd name="connsiteX12" fmla="*/ 56019 w 423060"/>
                <a:gd name="connsiteY12" fmla="*/ 17916 h 280525"/>
                <a:gd name="connsiteX13" fmla="*/ 60532 w 423060"/>
                <a:gd name="connsiteY13" fmla="*/ 29164 h 280525"/>
                <a:gd name="connsiteX14" fmla="*/ 43602 w 423060"/>
                <a:gd name="connsiteY14" fmla="*/ 45911 h 280525"/>
                <a:gd name="connsiteX15" fmla="*/ 26856 w 423060"/>
                <a:gd name="connsiteY15" fmla="*/ 28981 h 280525"/>
                <a:gd name="connsiteX16" fmla="*/ 30964 w 423060"/>
                <a:gd name="connsiteY16" fmla="*/ 18051 h 280525"/>
                <a:gd name="connsiteX17" fmla="*/ 10758 w 423060"/>
                <a:gd name="connsiteY17" fmla="*/ 337 h 280525"/>
                <a:gd name="connsiteX18" fmla="*/ 15037 w 423060"/>
                <a:gd name="connsiteY18" fmla="*/ 62102 h 280525"/>
                <a:gd name="connsiteX19" fmla="*/ 29078 w 423060"/>
                <a:gd name="connsiteY19" fmla="*/ 70317 h 280525"/>
                <a:gd name="connsiteX20" fmla="*/ 29078 w 423060"/>
                <a:gd name="connsiteY20" fmla="*/ 126893 h 280525"/>
                <a:gd name="connsiteX21" fmla="*/ 59319 w 423060"/>
                <a:gd name="connsiteY21" fmla="*/ 157135 h 280525"/>
                <a:gd name="connsiteX22" fmla="*/ 109901 w 423060"/>
                <a:gd name="connsiteY22" fmla="*/ 157135 h 280525"/>
                <a:gd name="connsiteX23" fmla="*/ 109901 w 423060"/>
                <a:gd name="connsiteY23" fmla="*/ 278370 h 280525"/>
                <a:gd name="connsiteX24" fmla="*/ 325431 w 423060"/>
                <a:gd name="connsiteY24" fmla="*/ 278370 h 280525"/>
                <a:gd name="connsiteX25" fmla="*/ 325431 w 423060"/>
                <a:gd name="connsiteY25" fmla="*/ 150400 h 280525"/>
                <a:gd name="connsiteX26" fmla="*/ 362543 w 423060"/>
                <a:gd name="connsiteY26" fmla="*/ 150400 h 280525"/>
                <a:gd name="connsiteX27" fmla="*/ 365843 w 423060"/>
                <a:gd name="connsiteY27" fmla="*/ 153700 h 280525"/>
                <a:gd name="connsiteX28" fmla="*/ 365843 w 423060"/>
                <a:gd name="connsiteY28" fmla="*/ 209805 h 280525"/>
                <a:gd name="connsiteX29" fmla="*/ 337664 w 423060"/>
                <a:gd name="connsiteY29" fmla="*/ 264934 h 280525"/>
                <a:gd name="connsiteX30" fmla="*/ 346580 w 423060"/>
                <a:gd name="connsiteY30" fmla="*/ 280526 h 280525"/>
                <a:gd name="connsiteX31" fmla="*/ 366786 w 423060"/>
                <a:gd name="connsiteY31" fmla="*/ 262610 h 280525"/>
                <a:gd name="connsiteX32" fmla="*/ 362476 w 423060"/>
                <a:gd name="connsiteY32" fmla="*/ 251429 h 280525"/>
                <a:gd name="connsiteX33" fmla="*/ 379328 w 423060"/>
                <a:gd name="connsiteY33" fmla="*/ 234605 h 280525"/>
                <a:gd name="connsiteX34" fmla="*/ 396152 w 423060"/>
                <a:gd name="connsiteY34" fmla="*/ 251458 h 280525"/>
                <a:gd name="connsiteX35" fmla="*/ 391976 w 423060"/>
                <a:gd name="connsiteY35" fmla="*/ 262543 h 280525"/>
                <a:gd name="connsiteX36" fmla="*/ 412182 w 423060"/>
                <a:gd name="connsiteY36" fmla="*/ 280256 h 280525"/>
                <a:gd name="connsiteX37" fmla="*/ 408203 w 423060"/>
                <a:gd name="connsiteY37" fmla="*/ 218566 h 280525"/>
                <a:gd name="connsiteX38" fmla="*/ 392785 w 423060"/>
                <a:gd name="connsiteY38" fmla="*/ 209805 h 280525"/>
                <a:gd name="connsiteX39" fmla="*/ 298490 w 423060"/>
                <a:gd name="connsiteY39" fmla="*/ 184076 h 280525"/>
                <a:gd name="connsiteX40" fmla="*/ 279766 w 423060"/>
                <a:gd name="connsiteY40" fmla="*/ 184076 h 280525"/>
                <a:gd name="connsiteX41" fmla="*/ 277948 w 423060"/>
                <a:gd name="connsiteY41" fmla="*/ 184817 h 280525"/>
                <a:gd name="connsiteX42" fmla="*/ 257337 w 423060"/>
                <a:gd name="connsiteY42" fmla="*/ 205899 h 280525"/>
                <a:gd name="connsiteX43" fmla="*/ 241644 w 423060"/>
                <a:gd name="connsiteY43" fmla="*/ 168720 h 280525"/>
                <a:gd name="connsiteX44" fmla="*/ 212346 w 423060"/>
                <a:gd name="connsiteY44" fmla="*/ 229337 h 280525"/>
                <a:gd name="connsiteX45" fmla="*/ 191803 w 423060"/>
                <a:gd name="connsiteY45" fmla="*/ 150400 h 280525"/>
                <a:gd name="connsiteX46" fmla="*/ 175975 w 423060"/>
                <a:gd name="connsiteY46" fmla="*/ 184076 h 280525"/>
                <a:gd name="connsiteX47" fmla="*/ 143578 w 423060"/>
                <a:gd name="connsiteY47" fmla="*/ 184076 h 280525"/>
                <a:gd name="connsiteX48" fmla="*/ 143578 w 423060"/>
                <a:gd name="connsiteY48" fmla="*/ 170605 h 280525"/>
                <a:gd name="connsiteX49" fmla="*/ 167421 w 423060"/>
                <a:gd name="connsiteY49" fmla="*/ 170605 h 280525"/>
                <a:gd name="connsiteX50" fmla="*/ 195440 w 423060"/>
                <a:gd name="connsiteY50" fmla="*/ 110998 h 280525"/>
                <a:gd name="connsiteX51" fmla="*/ 216185 w 423060"/>
                <a:gd name="connsiteY51" fmla="*/ 190340 h 280525"/>
                <a:gd name="connsiteX52" fmla="*/ 242520 w 423060"/>
                <a:gd name="connsiteY52" fmla="*/ 136457 h 280525"/>
                <a:gd name="connsiteX53" fmla="*/ 261917 w 423060"/>
                <a:gd name="connsiteY53" fmla="*/ 182392 h 280525"/>
                <a:gd name="connsiteX54" fmla="*/ 268653 w 423060"/>
                <a:gd name="connsiteY54" fmla="*/ 175657 h 280525"/>
                <a:gd name="connsiteX55" fmla="*/ 279766 w 423060"/>
                <a:gd name="connsiteY55" fmla="*/ 170605 h 280525"/>
                <a:gd name="connsiteX56" fmla="*/ 298490 w 423060"/>
                <a:gd name="connsiteY56" fmla="*/ 170605 h 2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423060" h="280525">
                  <a:moveTo>
                    <a:pt x="392785" y="209805"/>
                  </a:moveTo>
                  <a:lnTo>
                    <a:pt x="392785" y="153700"/>
                  </a:lnTo>
                  <a:cubicBezTo>
                    <a:pt x="392785" y="136998"/>
                    <a:pt x="379245" y="123458"/>
                    <a:pt x="362543" y="123458"/>
                  </a:cubicBezTo>
                  <a:lnTo>
                    <a:pt x="325431" y="123458"/>
                  </a:lnTo>
                  <a:lnTo>
                    <a:pt x="325431" y="89782"/>
                  </a:lnTo>
                  <a:lnTo>
                    <a:pt x="109901" y="89782"/>
                  </a:lnTo>
                  <a:lnTo>
                    <a:pt x="109901" y="130194"/>
                  </a:lnTo>
                  <a:lnTo>
                    <a:pt x="59319" y="130194"/>
                  </a:lnTo>
                  <a:cubicBezTo>
                    <a:pt x="57497" y="130194"/>
                    <a:pt x="56019" y="128716"/>
                    <a:pt x="56019" y="126893"/>
                  </a:cubicBezTo>
                  <a:lnTo>
                    <a:pt x="56019" y="71058"/>
                  </a:lnTo>
                  <a:cubicBezTo>
                    <a:pt x="79172" y="64220"/>
                    <a:pt x="92398" y="39907"/>
                    <a:pt x="85561" y="16755"/>
                  </a:cubicBezTo>
                  <a:cubicBezTo>
                    <a:pt x="83727" y="10547"/>
                    <a:pt x="80539" y="4825"/>
                    <a:pt x="76225" y="0"/>
                  </a:cubicBezTo>
                  <a:lnTo>
                    <a:pt x="56019" y="17916"/>
                  </a:lnTo>
                  <a:cubicBezTo>
                    <a:pt x="58845" y="20989"/>
                    <a:pt x="60450" y="24989"/>
                    <a:pt x="60532" y="29164"/>
                  </a:cubicBezTo>
                  <a:cubicBezTo>
                    <a:pt x="60481" y="38463"/>
                    <a:pt x="52901" y="45961"/>
                    <a:pt x="43602" y="45911"/>
                  </a:cubicBezTo>
                  <a:cubicBezTo>
                    <a:pt x="34302" y="45859"/>
                    <a:pt x="26805" y="38280"/>
                    <a:pt x="26856" y="28981"/>
                  </a:cubicBezTo>
                  <a:cubicBezTo>
                    <a:pt x="26877" y="24964"/>
                    <a:pt x="28334" y="21088"/>
                    <a:pt x="30964" y="18051"/>
                  </a:cubicBezTo>
                  <a:lnTo>
                    <a:pt x="10758" y="337"/>
                  </a:lnTo>
                  <a:cubicBezTo>
                    <a:pt x="-5117" y="18575"/>
                    <a:pt x="-3201" y="46228"/>
                    <a:pt x="15037" y="62102"/>
                  </a:cubicBezTo>
                  <a:cubicBezTo>
                    <a:pt x="19163" y="65694"/>
                    <a:pt x="23925" y="68480"/>
                    <a:pt x="29078" y="70317"/>
                  </a:cubicBezTo>
                  <a:lnTo>
                    <a:pt x="29078" y="126893"/>
                  </a:lnTo>
                  <a:cubicBezTo>
                    <a:pt x="29078" y="143596"/>
                    <a:pt x="42617" y="157135"/>
                    <a:pt x="59319" y="157135"/>
                  </a:cubicBezTo>
                  <a:lnTo>
                    <a:pt x="109901" y="157135"/>
                  </a:lnTo>
                  <a:lnTo>
                    <a:pt x="109901" y="278370"/>
                  </a:lnTo>
                  <a:lnTo>
                    <a:pt x="325431" y="278370"/>
                  </a:lnTo>
                  <a:lnTo>
                    <a:pt x="325431" y="150400"/>
                  </a:lnTo>
                  <a:lnTo>
                    <a:pt x="362543" y="150400"/>
                  </a:lnTo>
                  <a:cubicBezTo>
                    <a:pt x="364366" y="150400"/>
                    <a:pt x="365843" y="151877"/>
                    <a:pt x="365843" y="153700"/>
                  </a:cubicBezTo>
                  <a:lnTo>
                    <a:pt x="365843" y="209805"/>
                  </a:lnTo>
                  <a:cubicBezTo>
                    <a:pt x="342838" y="217247"/>
                    <a:pt x="330222" y="241929"/>
                    <a:pt x="337664" y="264934"/>
                  </a:cubicBezTo>
                  <a:cubicBezTo>
                    <a:pt x="339527" y="270692"/>
                    <a:pt x="342563" y="276000"/>
                    <a:pt x="346580" y="280526"/>
                  </a:cubicBezTo>
                  <a:lnTo>
                    <a:pt x="366786" y="262610"/>
                  </a:lnTo>
                  <a:cubicBezTo>
                    <a:pt x="363999" y="259555"/>
                    <a:pt x="362461" y="255565"/>
                    <a:pt x="362476" y="251429"/>
                  </a:cubicBezTo>
                  <a:cubicBezTo>
                    <a:pt x="362484" y="242130"/>
                    <a:pt x="370029" y="234597"/>
                    <a:pt x="379328" y="234605"/>
                  </a:cubicBezTo>
                  <a:cubicBezTo>
                    <a:pt x="388628" y="234613"/>
                    <a:pt x="396160" y="242158"/>
                    <a:pt x="396152" y="251458"/>
                  </a:cubicBezTo>
                  <a:cubicBezTo>
                    <a:pt x="396149" y="255536"/>
                    <a:pt x="394665" y="259475"/>
                    <a:pt x="391976" y="262543"/>
                  </a:cubicBezTo>
                  <a:lnTo>
                    <a:pt x="412182" y="280256"/>
                  </a:lnTo>
                  <a:cubicBezTo>
                    <a:pt x="428119" y="262122"/>
                    <a:pt x="426337" y="234503"/>
                    <a:pt x="408203" y="218566"/>
                  </a:cubicBezTo>
                  <a:cubicBezTo>
                    <a:pt x="403717" y="214623"/>
                    <a:pt x="398469" y="211641"/>
                    <a:pt x="392785" y="209805"/>
                  </a:cubicBezTo>
                  <a:close/>
                  <a:moveTo>
                    <a:pt x="298490" y="184076"/>
                  </a:moveTo>
                  <a:lnTo>
                    <a:pt x="279766" y="184076"/>
                  </a:lnTo>
                  <a:cubicBezTo>
                    <a:pt x="279115" y="184193"/>
                    <a:pt x="278495" y="184445"/>
                    <a:pt x="277948" y="184817"/>
                  </a:cubicBezTo>
                  <a:lnTo>
                    <a:pt x="257337" y="205899"/>
                  </a:lnTo>
                  <a:lnTo>
                    <a:pt x="241644" y="168720"/>
                  </a:lnTo>
                  <a:lnTo>
                    <a:pt x="212346" y="229337"/>
                  </a:lnTo>
                  <a:lnTo>
                    <a:pt x="191803" y="150400"/>
                  </a:lnTo>
                  <a:lnTo>
                    <a:pt x="175975" y="184076"/>
                  </a:lnTo>
                  <a:lnTo>
                    <a:pt x="143578" y="184076"/>
                  </a:lnTo>
                  <a:lnTo>
                    <a:pt x="143578" y="170605"/>
                  </a:lnTo>
                  <a:lnTo>
                    <a:pt x="167421" y="170605"/>
                  </a:lnTo>
                  <a:lnTo>
                    <a:pt x="195440" y="110998"/>
                  </a:lnTo>
                  <a:lnTo>
                    <a:pt x="216185" y="190340"/>
                  </a:lnTo>
                  <a:lnTo>
                    <a:pt x="242520" y="136457"/>
                  </a:lnTo>
                  <a:lnTo>
                    <a:pt x="261917" y="182392"/>
                  </a:lnTo>
                  <a:lnTo>
                    <a:pt x="268653" y="175657"/>
                  </a:lnTo>
                  <a:cubicBezTo>
                    <a:pt x="271610" y="172664"/>
                    <a:pt x="275567" y="170865"/>
                    <a:pt x="279766" y="170605"/>
                  </a:cubicBezTo>
                  <a:lnTo>
                    <a:pt x="298490" y="170605"/>
                  </a:lnTo>
                  <a:close/>
                </a:path>
              </a:pathLst>
            </a:custGeom>
            <a:solidFill>
              <a:srgbClr val="0078D4"/>
            </a:solidFill>
            <a:ln w="66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cxnSp>
        <p:nvCxnSpPr>
          <p:cNvPr id="7" name="Straight Connector 6">
            <a:extLst>
              <a:ext uri="{FF2B5EF4-FFF2-40B4-BE49-F238E27FC236}">
                <a16:creationId xmlns:a16="http://schemas.microsoft.com/office/drawing/2014/main" id="{3A2F2C25-8EC6-4F5D-B607-E5A962FAC76C}"/>
              </a:ext>
              <a:ext uri="{C183D7F6-B498-43B3-948B-1728B52AA6E4}">
                <adec:decorative xmlns:adec="http://schemas.microsoft.com/office/drawing/2017/decorative" val="1"/>
              </a:ext>
            </a:extLst>
          </p:cNvPr>
          <p:cNvCxnSpPr>
            <a:cxnSpLocks/>
          </p:cNvCxnSpPr>
          <p:nvPr/>
        </p:nvCxnSpPr>
        <p:spPr>
          <a:xfrm flipH="1">
            <a:off x="1308100" y="6419825"/>
            <a:ext cx="4222217" cy="0"/>
          </a:xfrm>
          <a:prstGeom prst="line">
            <a:avLst/>
          </a:prstGeom>
          <a:ln w="19050">
            <a:solidFill>
              <a:schemeClr val="bg1">
                <a:lumMod val="75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2B8BC47D-C9E8-42B3-B9DC-E1B68DCF298B}"/>
              </a:ext>
              <a:ext uri="{C183D7F6-B498-43B3-948B-1728B52AA6E4}">
                <adec:decorative xmlns:adec="http://schemas.microsoft.com/office/drawing/2017/decorative" val="1"/>
              </a:ext>
            </a:extLst>
          </p:cNvPr>
          <p:cNvCxnSpPr>
            <a:cxnSpLocks/>
          </p:cNvCxnSpPr>
          <p:nvPr/>
        </p:nvCxnSpPr>
        <p:spPr>
          <a:xfrm flipH="1">
            <a:off x="6486889" y="6419825"/>
            <a:ext cx="4222217" cy="0"/>
          </a:xfrm>
          <a:prstGeom prst="line">
            <a:avLst/>
          </a:prstGeom>
          <a:ln w="19050">
            <a:solidFill>
              <a:schemeClr val="bg1">
                <a:lumMod val="75000"/>
              </a:schemeClr>
            </a:solidFill>
            <a:prstDash val="dash"/>
            <a:headEnd type="none"/>
            <a:tailEnd type="none"/>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7E3FDC3D-146B-4259-82E1-787E68EB12ED}"/>
              </a:ext>
            </a:extLst>
          </p:cNvPr>
          <p:cNvSpPr/>
          <p:nvPr/>
        </p:nvSpPr>
        <p:spPr>
          <a:xfrm>
            <a:off x="3740151" y="6512996"/>
            <a:ext cx="4561774" cy="307777"/>
          </a:xfrm>
          <a:prstGeom prst="rect">
            <a:avLst/>
          </a:prstGeom>
        </p:spPr>
        <p:txBody>
          <a:bodyPr wrap="square">
            <a:spAutoFit/>
          </a:bodyPr>
          <a:lstStyle/>
          <a:p>
            <a:pPr marL="0" marR="0" lvl="0" indent="0" algn="ctr" defTabSz="950286"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Segoe UI Semibold" panose="020B0702040204020203" pitchFamily="34" charset="0"/>
                <a:ea typeface="+mn-ea"/>
                <a:cs typeface="Segoe UI Semibold" panose="020B0702040204020203" pitchFamily="34" charset="0"/>
              </a:rPr>
              <a:t>Visibility, Automation and Orchestration</a:t>
            </a:r>
          </a:p>
        </p:txBody>
      </p:sp>
      <mc:AlternateContent xmlns:mc="http://schemas.openxmlformats.org/markup-compatibility/2006" xmlns:pslz="http://schemas.microsoft.com/office/powerpoint/2016/slidezoom">
        <mc:Choice Requires="pslz">
          <p:graphicFrame>
            <p:nvGraphicFramePr>
              <p:cNvPr id="29" name="Slide Zoom 28">
                <a:extLst>
                  <a:ext uri="{FF2B5EF4-FFF2-40B4-BE49-F238E27FC236}">
                    <a16:creationId xmlns:a16="http://schemas.microsoft.com/office/drawing/2014/main" id="{3E6042B3-C09E-4F01-9A22-DEE11BD087C6}"/>
                  </a:ext>
                </a:extLst>
              </p:cNvPr>
              <p:cNvGraphicFramePr>
                <a:graphicFrameLocks noChangeAspect="1"/>
              </p:cNvGraphicFramePr>
              <p:nvPr/>
            </p:nvGraphicFramePr>
            <p:xfrm>
              <a:off x="5190963" y="1987814"/>
              <a:ext cx="1549597" cy="871648"/>
            </p:xfrm>
            <a:graphic>
              <a:graphicData uri="http://schemas.microsoft.com/office/powerpoint/2016/slidezoom">
                <pslz:sldZm>
                  <pslz:sldZmObj sldId="2076137740" cId="2587292129">
                    <pslz:zmPr id="{D9238723-8C88-4231-B7B4-A4C99EF7406F}" returnToParent="0" transitionDur="1000">
                      <p166:blipFill xmlns:p166="http://schemas.microsoft.com/office/powerpoint/2016/6/main">
                        <a:blip r:embed="rId11"/>
                        <a:stretch>
                          <a:fillRect/>
                        </a:stretch>
                      </p166:blipFill>
                      <p166:spPr xmlns:p166="http://schemas.microsoft.com/office/powerpoint/2016/6/main">
                        <a:xfrm>
                          <a:off x="0" y="0"/>
                          <a:ext cx="1549597" cy="871648"/>
                        </a:xfrm>
                        <a:prstGeom prst="rect">
                          <a:avLst/>
                        </a:prstGeom>
                        <a:ln w="3175">
                          <a:solidFill>
                            <a:prstClr val="ltGray"/>
                          </a:solidFill>
                        </a:ln>
                      </p166:spPr>
                    </pslz:zmPr>
                  </pslz:sldZmObj>
                </pslz:sldZm>
              </a:graphicData>
            </a:graphic>
          </p:graphicFrame>
        </mc:Choice>
        <mc:Fallback xmlns="">
          <p:pic>
            <p:nvPicPr>
              <p:cNvPr id="29" name="Slide Zoom 28">
                <a:hlinkClick r:id="rId13" action="ppaction://hlinksldjump"/>
                <a:extLst>
                  <a:ext uri="{FF2B5EF4-FFF2-40B4-BE49-F238E27FC236}">
                    <a16:creationId xmlns:a16="http://schemas.microsoft.com/office/drawing/2014/main" id="{3E6042B3-C09E-4F01-9A22-DEE11BD087C6}"/>
                  </a:ext>
                </a:extLst>
              </p:cNvPr>
              <p:cNvPicPr>
                <a:picLocks noGrp="1" noRot="1" noChangeAspect="1" noMove="1" noResize="1" noEditPoints="1" noAdjustHandles="1" noChangeArrowheads="1" noChangeShapeType="1"/>
              </p:cNvPicPr>
              <p:nvPr/>
            </p:nvPicPr>
            <p:blipFill>
              <a:blip r:embed="rId12"/>
              <a:stretch>
                <a:fillRect/>
              </a:stretch>
            </p:blipFill>
            <p:spPr>
              <a:xfrm>
                <a:off x="5190963" y="1987814"/>
                <a:ext cx="1549597" cy="871648"/>
              </a:xfrm>
              <a:prstGeom prst="rect">
                <a:avLst/>
              </a:prstGeom>
              <a:ln w="3175">
                <a:solidFill>
                  <a:prstClr val="ltGray"/>
                </a:solidFill>
              </a:ln>
            </p:spPr>
          </p:pic>
        </mc:Fallback>
      </mc:AlternateContent>
      <p:grpSp>
        <p:nvGrpSpPr>
          <p:cNvPr id="28" name="Group 27">
            <a:extLst>
              <a:ext uri="{FF2B5EF4-FFF2-40B4-BE49-F238E27FC236}">
                <a16:creationId xmlns:a16="http://schemas.microsoft.com/office/drawing/2014/main" id="{6C86CF04-65E6-379A-517F-99ED930A327D}"/>
              </a:ext>
            </a:extLst>
          </p:cNvPr>
          <p:cNvGrpSpPr/>
          <p:nvPr/>
        </p:nvGrpSpPr>
        <p:grpSpPr>
          <a:xfrm>
            <a:off x="2103247" y="3970557"/>
            <a:ext cx="440640" cy="345600"/>
            <a:chOff x="2103247" y="3970557"/>
            <a:chExt cx="440640" cy="345600"/>
          </a:xfrm>
        </p:grpSpPr>
        <mc:AlternateContent xmlns:mc="http://schemas.openxmlformats.org/markup-compatibility/2006" xmlns:p14="http://schemas.microsoft.com/office/powerpoint/2010/main">
          <mc:Choice Requires="p14">
            <p:contentPart p14:bwMode="auto" r:id="rId14">
              <p14:nvContentPartPr>
                <p14:cNvPr id="4" name="Ink 3">
                  <a:extLst>
                    <a:ext uri="{FF2B5EF4-FFF2-40B4-BE49-F238E27FC236}">
                      <a16:creationId xmlns:a16="http://schemas.microsoft.com/office/drawing/2014/main" id="{85CBA225-92B4-4831-66E1-D2EFEBD7C9A3}"/>
                    </a:ext>
                  </a:extLst>
                </p14:cNvPr>
                <p14:cNvContentPartPr/>
                <p14:nvPr/>
              </p14:nvContentPartPr>
              <p14:xfrm>
                <a:off x="2247607" y="4002237"/>
                <a:ext cx="4680" cy="42840"/>
              </p14:xfrm>
            </p:contentPart>
          </mc:Choice>
          <mc:Fallback xmlns="">
            <p:pic>
              <p:nvPicPr>
                <p:cNvPr id="4" name="Ink 3">
                  <a:extLst>
                    <a:ext uri="{FF2B5EF4-FFF2-40B4-BE49-F238E27FC236}">
                      <a16:creationId xmlns:a16="http://schemas.microsoft.com/office/drawing/2014/main" id="{85CBA225-92B4-4831-66E1-D2EFEBD7C9A3}"/>
                    </a:ext>
                  </a:extLst>
                </p:cNvPr>
                <p:cNvPicPr/>
                <p:nvPr/>
              </p:nvPicPr>
              <p:blipFill>
                <a:blip r:embed="rId15"/>
                <a:stretch>
                  <a:fillRect/>
                </a:stretch>
              </p:blipFill>
              <p:spPr>
                <a:xfrm>
                  <a:off x="2239250" y="3993237"/>
                  <a:ext cx="2106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5" name="Ink 4">
                  <a:extLst>
                    <a:ext uri="{FF2B5EF4-FFF2-40B4-BE49-F238E27FC236}">
                      <a16:creationId xmlns:a16="http://schemas.microsoft.com/office/drawing/2014/main" id="{092153FE-1EF9-A923-283F-AD7D41D2404B}"/>
                    </a:ext>
                  </a:extLst>
                </p14:cNvPr>
                <p14:cNvContentPartPr/>
                <p14:nvPr/>
              </p14:nvContentPartPr>
              <p14:xfrm>
                <a:off x="2103247" y="3970557"/>
                <a:ext cx="438840" cy="345600"/>
              </p14:xfrm>
            </p:contentPart>
          </mc:Choice>
          <mc:Fallback xmlns="">
            <p:pic>
              <p:nvPicPr>
                <p:cNvPr id="5" name="Ink 4">
                  <a:extLst>
                    <a:ext uri="{FF2B5EF4-FFF2-40B4-BE49-F238E27FC236}">
                      <a16:creationId xmlns:a16="http://schemas.microsoft.com/office/drawing/2014/main" id="{092153FE-1EF9-A923-283F-AD7D41D2404B}"/>
                    </a:ext>
                  </a:extLst>
                </p:cNvPr>
                <p:cNvPicPr/>
                <p:nvPr/>
              </p:nvPicPr>
              <p:blipFill>
                <a:blip r:embed="rId17"/>
                <a:stretch>
                  <a:fillRect/>
                </a:stretch>
              </p:blipFill>
              <p:spPr>
                <a:xfrm>
                  <a:off x="2094247" y="3961557"/>
                  <a:ext cx="456480" cy="36324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6" name="Ink 5">
                  <a:extLst>
                    <a:ext uri="{FF2B5EF4-FFF2-40B4-BE49-F238E27FC236}">
                      <a16:creationId xmlns:a16="http://schemas.microsoft.com/office/drawing/2014/main" id="{C3A82515-968F-4705-AB1A-CCDBA3BBCB28}"/>
                    </a:ext>
                  </a:extLst>
                </p14:cNvPr>
                <p14:cNvContentPartPr/>
                <p14:nvPr/>
              </p14:nvContentPartPr>
              <p14:xfrm>
                <a:off x="2340127" y="4168197"/>
                <a:ext cx="203760" cy="135720"/>
              </p14:xfrm>
            </p:contentPart>
          </mc:Choice>
          <mc:Fallback xmlns="">
            <p:pic>
              <p:nvPicPr>
                <p:cNvPr id="6" name="Ink 5">
                  <a:extLst>
                    <a:ext uri="{FF2B5EF4-FFF2-40B4-BE49-F238E27FC236}">
                      <a16:creationId xmlns:a16="http://schemas.microsoft.com/office/drawing/2014/main" id="{C3A82515-968F-4705-AB1A-CCDBA3BBCB28}"/>
                    </a:ext>
                  </a:extLst>
                </p:cNvPr>
                <p:cNvPicPr/>
                <p:nvPr/>
              </p:nvPicPr>
              <p:blipFill>
                <a:blip r:embed="rId19"/>
                <a:stretch>
                  <a:fillRect/>
                </a:stretch>
              </p:blipFill>
              <p:spPr>
                <a:xfrm>
                  <a:off x="2331127" y="4159221"/>
                  <a:ext cx="221400" cy="153313"/>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6" name="Ink 15">
                  <a:extLst>
                    <a:ext uri="{FF2B5EF4-FFF2-40B4-BE49-F238E27FC236}">
                      <a16:creationId xmlns:a16="http://schemas.microsoft.com/office/drawing/2014/main" id="{3DC779FA-2F2A-5C85-3009-7890C62D75A0}"/>
                    </a:ext>
                  </a:extLst>
                </p14:cNvPr>
                <p14:cNvContentPartPr/>
                <p14:nvPr/>
              </p14:nvContentPartPr>
              <p14:xfrm>
                <a:off x="2199007" y="4092957"/>
                <a:ext cx="295560" cy="141840"/>
              </p14:xfrm>
            </p:contentPart>
          </mc:Choice>
          <mc:Fallback xmlns="">
            <p:pic>
              <p:nvPicPr>
                <p:cNvPr id="16" name="Ink 15">
                  <a:extLst>
                    <a:ext uri="{FF2B5EF4-FFF2-40B4-BE49-F238E27FC236}">
                      <a16:creationId xmlns:a16="http://schemas.microsoft.com/office/drawing/2014/main" id="{3DC779FA-2F2A-5C85-3009-7890C62D75A0}"/>
                    </a:ext>
                  </a:extLst>
                </p:cNvPr>
                <p:cNvPicPr/>
                <p:nvPr/>
              </p:nvPicPr>
              <p:blipFill>
                <a:blip r:embed="rId21"/>
                <a:stretch>
                  <a:fillRect/>
                </a:stretch>
              </p:blipFill>
              <p:spPr>
                <a:xfrm>
                  <a:off x="2189996" y="4083957"/>
                  <a:ext cx="313222"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7" name="Ink 16">
                  <a:extLst>
                    <a:ext uri="{FF2B5EF4-FFF2-40B4-BE49-F238E27FC236}">
                      <a16:creationId xmlns:a16="http://schemas.microsoft.com/office/drawing/2014/main" id="{86AD9B47-2DD9-9C03-C0FA-2C69BC91B626}"/>
                    </a:ext>
                  </a:extLst>
                </p14:cNvPr>
                <p14:cNvContentPartPr/>
                <p14:nvPr/>
              </p14:nvContentPartPr>
              <p14:xfrm>
                <a:off x="2225647" y="4021317"/>
                <a:ext cx="311760" cy="244080"/>
              </p14:xfrm>
            </p:contentPart>
          </mc:Choice>
          <mc:Fallback xmlns="">
            <p:pic>
              <p:nvPicPr>
                <p:cNvPr id="17" name="Ink 16">
                  <a:extLst>
                    <a:ext uri="{FF2B5EF4-FFF2-40B4-BE49-F238E27FC236}">
                      <a16:creationId xmlns:a16="http://schemas.microsoft.com/office/drawing/2014/main" id="{86AD9B47-2DD9-9C03-C0FA-2C69BC91B626}"/>
                    </a:ext>
                  </a:extLst>
                </p:cNvPr>
                <p:cNvPicPr/>
                <p:nvPr/>
              </p:nvPicPr>
              <p:blipFill>
                <a:blip r:embed="rId23"/>
                <a:stretch>
                  <a:fillRect/>
                </a:stretch>
              </p:blipFill>
              <p:spPr>
                <a:xfrm>
                  <a:off x="2216657" y="4012317"/>
                  <a:ext cx="329380" cy="2617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21" name="Ink 20">
                  <a:extLst>
                    <a:ext uri="{FF2B5EF4-FFF2-40B4-BE49-F238E27FC236}">
                      <a16:creationId xmlns:a16="http://schemas.microsoft.com/office/drawing/2014/main" id="{056BAB74-E75D-E9CA-2FC7-9A6E395A2B5E}"/>
                    </a:ext>
                  </a:extLst>
                </p14:cNvPr>
                <p14:cNvContentPartPr/>
                <p14:nvPr/>
              </p14:nvContentPartPr>
              <p14:xfrm>
                <a:off x="2333647" y="4288797"/>
                <a:ext cx="7920" cy="5760"/>
              </p14:xfrm>
            </p:contentPart>
          </mc:Choice>
          <mc:Fallback xmlns="">
            <p:pic>
              <p:nvPicPr>
                <p:cNvPr id="21" name="Ink 20">
                  <a:extLst>
                    <a:ext uri="{FF2B5EF4-FFF2-40B4-BE49-F238E27FC236}">
                      <a16:creationId xmlns:a16="http://schemas.microsoft.com/office/drawing/2014/main" id="{056BAB74-E75D-E9CA-2FC7-9A6E395A2B5E}"/>
                    </a:ext>
                  </a:extLst>
                </p:cNvPr>
                <p:cNvPicPr/>
                <p:nvPr/>
              </p:nvPicPr>
              <p:blipFill>
                <a:blip r:embed="rId25"/>
                <a:stretch>
                  <a:fillRect/>
                </a:stretch>
              </p:blipFill>
              <p:spPr>
                <a:xfrm>
                  <a:off x="2324647" y="4279797"/>
                  <a:ext cx="25560" cy="23400"/>
                </a:xfrm>
                <a:prstGeom prst="rect">
                  <a:avLst/>
                </a:prstGeom>
              </p:spPr>
            </p:pic>
          </mc:Fallback>
        </mc:AlternateContent>
      </p:grpSp>
      <p:sp>
        <p:nvSpPr>
          <p:cNvPr id="14" name="TextBox 13">
            <a:extLst>
              <a:ext uri="{FF2B5EF4-FFF2-40B4-BE49-F238E27FC236}">
                <a16:creationId xmlns:a16="http://schemas.microsoft.com/office/drawing/2014/main" id="{0668A80B-124B-4FAE-8320-8B0AB2684D7C}"/>
              </a:ext>
            </a:extLst>
          </p:cNvPr>
          <p:cNvSpPr txBox="1"/>
          <p:nvPr/>
        </p:nvSpPr>
        <p:spPr>
          <a:xfrm>
            <a:off x="7053149" y="4541016"/>
            <a:ext cx="1248776" cy="362072"/>
          </a:xfrm>
          <a:prstGeom prst="rect">
            <a:avLst/>
          </a:prstGeom>
          <a:solidFill>
            <a:schemeClr val="tx1"/>
          </a:solidFill>
        </p:spPr>
        <p:txBody>
          <a:bodyPr wrap="squar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GB" sz="1176" b="0" i="0" u="none" strike="noStrike" kern="1200" cap="none" spc="0" normalizeH="0" baseline="0" noProof="0">
                <a:ln>
                  <a:noFill/>
                </a:ln>
                <a:solidFill>
                  <a:prstClr val="white"/>
                </a:solidFill>
                <a:effectLst/>
                <a:uLnTx/>
                <a:uFillTx/>
                <a:latin typeface="Segoe Pro Display"/>
                <a:ea typeface="+mn-ea"/>
                <a:cs typeface="+mn-cs"/>
              </a:rPr>
              <a:t>Access and runtime control</a:t>
            </a:r>
          </a:p>
        </p:txBody>
      </p:sp>
      <p:pic>
        <p:nvPicPr>
          <p:cNvPr id="30" name="Picture 29">
            <a:hlinkClick r:id="rId26" action="ppaction://hlinksldjump"/>
            <a:extLst>
              <a:ext uri="{FF2B5EF4-FFF2-40B4-BE49-F238E27FC236}">
                <a16:creationId xmlns:a16="http://schemas.microsoft.com/office/drawing/2014/main" id="{3C9A76E5-BDFA-375C-C171-BEE34DA704A5}"/>
              </a:ext>
            </a:extLst>
          </p:cNvPr>
          <p:cNvPicPr>
            <a:picLocks noChangeAspect="1"/>
          </p:cNvPicPr>
          <p:nvPr/>
        </p:nvPicPr>
        <p:blipFill>
          <a:blip r:embed="rId27"/>
          <a:stretch>
            <a:fillRect/>
          </a:stretch>
        </p:blipFill>
        <p:spPr>
          <a:xfrm>
            <a:off x="0" y="0"/>
            <a:ext cx="211626" cy="6858000"/>
          </a:xfrm>
          <a:prstGeom prst="rect">
            <a:avLst/>
          </a:prstGeom>
        </p:spPr>
      </p:pic>
    </p:spTree>
    <p:extLst>
      <p:ext uri="{BB962C8B-B14F-4D97-AF65-F5344CB8AC3E}">
        <p14:creationId xmlns:p14="http://schemas.microsoft.com/office/powerpoint/2010/main" val="2729141314"/>
      </p:ext>
    </p:extLst>
  </p:cSld>
  <p:clrMapOvr>
    <a:masterClrMapping/>
  </p:clrMapOvr>
  <p:transition advClick="0">
    <p:fade/>
  </p:transition>
</p:sld>
</file>

<file path=ppt/slides/slide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8168" y="107659"/>
            <a:ext cx="5803559"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Zero Trust Pillars</a:t>
            </a:r>
          </a:p>
        </p:txBody>
      </p:sp>
      <p:sp>
        <p:nvSpPr>
          <p:cNvPr id="10" name="Rectangle 9">
            <a:hlinkClick r:id="rId3" action="ppaction://hlinksldjump"/>
            <a:hlinkHover r:id="rId3" action="ppaction://hlinksldjump"/>
            <a:extLst>
              <a:ext uri="{FF2B5EF4-FFF2-40B4-BE49-F238E27FC236}">
                <a16:creationId xmlns:a16="http://schemas.microsoft.com/office/drawing/2014/main" id="{4B862E40-234B-4F41-B46A-73ED5B634664}"/>
              </a:ext>
            </a:extLst>
          </p:cNvPr>
          <p:cNvSpPr/>
          <p:nvPr/>
        </p:nvSpPr>
        <p:spPr>
          <a:xfrm>
            <a:off x="8803146"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a:t>
            </a:r>
          </a:p>
        </p:txBody>
      </p:sp>
      <p:sp>
        <p:nvSpPr>
          <p:cNvPr id="11" name="Rectangle 10">
            <a:hlinkClick r:id="rId4" action="ppaction://hlinksldjump"/>
            <a:hlinkHover r:id="rId4" action="ppaction://hlinksldjump"/>
            <a:extLst>
              <a:ext uri="{FF2B5EF4-FFF2-40B4-BE49-F238E27FC236}">
                <a16:creationId xmlns:a16="http://schemas.microsoft.com/office/drawing/2014/main" id="{23872276-872C-4672-9CEA-EECBE4785023}"/>
              </a:ext>
            </a:extLst>
          </p:cNvPr>
          <p:cNvSpPr/>
          <p:nvPr/>
        </p:nvSpPr>
        <p:spPr>
          <a:xfrm>
            <a:off x="3696468"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a:t>
            </a:r>
          </a:p>
        </p:txBody>
      </p:sp>
      <p:sp>
        <p:nvSpPr>
          <p:cNvPr id="13" name="Rectangle 12">
            <a:hlinkClick r:id="rId5" action="ppaction://hlinksldjump"/>
            <a:hlinkHover r:id="rId5" action="ppaction://hlinksldjump"/>
            <a:extLst>
              <a:ext uri="{FF2B5EF4-FFF2-40B4-BE49-F238E27FC236}">
                <a16:creationId xmlns:a16="http://schemas.microsoft.com/office/drawing/2014/main" id="{365248D1-5F60-4975-8D32-095A3D6B1EEB}"/>
              </a:ext>
            </a:extLst>
          </p:cNvPr>
          <p:cNvSpPr/>
          <p:nvPr/>
        </p:nvSpPr>
        <p:spPr>
          <a:xfrm>
            <a:off x="1994242"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Devices</a:t>
            </a:r>
          </a:p>
        </p:txBody>
      </p:sp>
      <p:sp>
        <p:nvSpPr>
          <p:cNvPr id="15" name="Rectangle 14">
            <a:hlinkClick r:id="rId6" action="ppaction://hlinksldjump"/>
            <a:hlinkHover r:id="rId6" action="ppaction://hlinksldjump"/>
            <a:extLst>
              <a:ext uri="{FF2B5EF4-FFF2-40B4-BE49-F238E27FC236}">
                <a16:creationId xmlns:a16="http://schemas.microsoft.com/office/drawing/2014/main" id="{DBC4A8DB-2D11-4C85-B6B5-4289B5477780}"/>
              </a:ext>
            </a:extLst>
          </p:cNvPr>
          <p:cNvSpPr/>
          <p:nvPr/>
        </p:nvSpPr>
        <p:spPr>
          <a:xfrm>
            <a:off x="292016"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a:t>
            </a:r>
          </a:p>
        </p:txBody>
      </p:sp>
      <p:sp>
        <p:nvSpPr>
          <p:cNvPr id="16" name="Rectangle 15">
            <a:hlinkClick r:id="rId7" action="ppaction://hlinksldjump"/>
            <a:hlinkHover r:id="rId7" action="ppaction://hlinksldjump"/>
            <a:extLst>
              <a:ext uri="{FF2B5EF4-FFF2-40B4-BE49-F238E27FC236}">
                <a16:creationId xmlns:a16="http://schemas.microsoft.com/office/drawing/2014/main" id="{D60F9B25-483A-4662-8362-368348B4F520}"/>
              </a:ext>
            </a:extLst>
          </p:cNvPr>
          <p:cNvSpPr/>
          <p:nvPr/>
        </p:nvSpPr>
        <p:spPr>
          <a:xfrm>
            <a:off x="7100920" y="5851984"/>
            <a:ext cx="1614057" cy="86838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Infrastructure</a:t>
            </a:r>
          </a:p>
        </p:txBody>
      </p:sp>
      <p:sp>
        <p:nvSpPr>
          <p:cNvPr id="18" name="Rectangle 17">
            <a:hlinkClick r:id="rId8" action="ppaction://hlinksldjump"/>
            <a:hlinkHover r:id="rId8" action="ppaction://hlinksldjump"/>
            <a:extLst>
              <a:ext uri="{FF2B5EF4-FFF2-40B4-BE49-F238E27FC236}">
                <a16:creationId xmlns:a16="http://schemas.microsoft.com/office/drawing/2014/main" id="{99B4F161-0556-4212-BDCC-2FF3783CF42F}"/>
              </a:ext>
            </a:extLst>
          </p:cNvPr>
          <p:cNvSpPr/>
          <p:nvPr/>
        </p:nvSpPr>
        <p:spPr>
          <a:xfrm>
            <a:off x="5398694"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Apps</a:t>
            </a:r>
          </a:p>
        </p:txBody>
      </p:sp>
      <p:sp>
        <p:nvSpPr>
          <p:cNvPr id="27" name="Rectangle 26">
            <a:hlinkClick r:id="rId9" action="ppaction://hlinksldjump"/>
            <a:hlinkHover r:id="rId9" action="ppaction://hlinksldjump"/>
            <a:extLst>
              <a:ext uri="{FF2B5EF4-FFF2-40B4-BE49-F238E27FC236}">
                <a16:creationId xmlns:a16="http://schemas.microsoft.com/office/drawing/2014/main" id="{1C5BA9C8-3455-4A92-99E1-8899D6287500}"/>
              </a:ext>
            </a:extLst>
          </p:cNvPr>
          <p:cNvSpPr/>
          <p:nvPr/>
        </p:nvSpPr>
        <p:spPr>
          <a:xfrm>
            <a:off x="10505371"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Visibility, Automation and Orchestration</a:t>
            </a:r>
          </a:p>
        </p:txBody>
      </p:sp>
      <p:grpSp>
        <p:nvGrpSpPr>
          <p:cNvPr id="23" name="Group 22">
            <a:extLst>
              <a:ext uri="{FF2B5EF4-FFF2-40B4-BE49-F238E27FC236}">
                <a16:creationId xmlns:a16="http://schemas.microsoft.com/office/drawing/2014/main" id="{62AAB605-F773-9130-7287-AB94D971F328}"/>
              </a:ext>
            </a:extLst>
          </p:cNvPr>
          <p:cNvGrpSpPr/>
          <p:nvPr/>
        </p:nvGrpSpPr>
        <p:grpSpPr>
          <a:xfrm>
            <a:off x="3779655" y="811556"/>
            <a:ext cx="721206" cy="609701"/>
            <a:chOff x="5280339" y="909114"/>
            <a:chExt cx="871904" cy="748695"/>
          </a:xfrm>
        </p:grpSpPr>
        <p:sp>
          <p:nvSpPr>
            <p:cNvPr id="24" name="Rectangle 23">
              <a:extLst>
                <a:ext uri="{FF2B5EF4-FFF2-40B4-BE49-F238E27FC236}">
                  <a16:creationId xmlns:a16="http://schemas.microsoft.com/office/drawing/2014/main" id="{7AB8B12D-4FA0-5922-56EF-ADCEF9A9D4D7}"/>
                </a:ext>
              </a:extLst>
            </p:cNvPr>
            <p:cNvSpPr/>
            <p:nvPr/>
          </p:nvSpPr>
          <p:spPr>
            <a:xfrm>
              <a:off x="528033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25" name="Rectangle 24">
              <a:extLst>
                <a:ext uri="{FF2B5EF4-FFF2-40B4-BE49-F238E27FC236}">
                  <a16:creationId xmlns:a16="http://schemas.microsoft.com/office/drawing/2014/main" id="{B4CF9A54-4CB7-CFAD-3818-F13CC75642B4}"/>
                </a:ext>
              </a:extLst>
            </p:cNvPr>
            <p:cNvSpPr/>
            <p:nvPr/>
          </p:nvSpPr>
          <p:spPr>
            <a:xfrm flipV="1">
              <a:off x="6024997"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Oval 15">
              <a:extLst>
                <a:ext uri="{FF2B5EF4-FFF2-40B4-BE49-F238E27FC236}">
                  <a16:creationId xmlns:a16="http://schemas.microsoft.com/office/drawing/2014/main" id="{80D69455-8220-2C96-B808-A662FE1E42EF}"/>
                </a:ext>
              </a:extLst>
            </p:cNvPr>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2" name="Straight Connector 31">
              <a:extLst>
                <a:ext uri="{FF2B5EF4-FFF2-40B4-BE49-F238E27FC236}">
                  <a16:creationId xmlns:a16="http://schemas.microsoft.com/office/drawing/2014/main" id="{E6CF9016-D3A0-017D-9415-EE587CE6EE92}"/>
                </a:ext>
              </a:extLst>
            </p:cNvPr>
            <p:cNvCxnSpPr>
              <a:cxnSpLocks/>
              <a:stCxn id="26" idx="0"/>
            </p:cNvCxnSpPr>
            <p:nvPr/>
          </p:nvCxnSpPr>
          <p:spPr>
            <a:xfrm flipV="1">
              <a:off x="6064996"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3" name="Straight Connector 32">
              <a:extLst>
                <a:ext uri="{FF2B5EF4-FFF2-40B4-BE49-F238E27FC236}">
                  <a16:creationId xmlns:a16="http://schemas.microsoft.com/office/drawing/2014/main" id="{E9B03F7A-CD18-08F9-87C8-91F130C43FF4}"/>
                </a:ext>
              </a:extLst>
            </p:cNvPr>
            <p:cNvCxnSpPr>
              <a:cxnSpLocks/>
            </p:cNvCxnSpPr>
            <p:nvPr/>
          </p:nvCxnSpPr>
          <p:spPr>
            <a:xfrm>
              <a:off x="6071910"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6FED7F1E-B82E-4CDA-81FD-C46329D98428}"/>
              </a:ext>
            </a:extLst>
          </p:cNvPr>
          <p:cNvGrpSpPr/>
          <p:nvPr/>
        </p:nvGrpSpPr>
        <p:grpSpPr>
          <a:xfrm>
            <a:off x="7959193" y="3698227"/>
            <a:ext cx="721206" cy="609701"/>
            <a:chOff x="9258526" y="5012622"/>
            <a:chExt cx="871904" cy="748695"/>
          </a:xfrm>
        </p:grpSpPr>
        <p:sp>
          <p:nvSpPr>
            <p:cNvPr id="36" name="Rectangle 35">
              <a:hlinkHover r:id="" action="ppaction://noaction" highlightClick="1"/>
              <a:extLst>
                <a:ext uri="{FF2B5EF4-FFF2-40B4-BE49-F238E27FC236}">
                  <a16:creationId xmlns:a16="http://schemas.microsoft.com/office/drawing/2014/main" id="{8413D91D-780B-109F-7174-A86546B048A5}"/>
                </a:ext>
              </a:extLst>
            </p:cNvPr>
            <p:cNvSpPr/>
            <p:nvPr/>
          </p:nvSpPr>
          <p:spPr>
            <a:xfrm>
              <a:off x="9258526"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39" name="Oval 38">
              <a:extLst>
                <a:ext uri="{FF2B5EF4-FFF2-40B4-BE49-F238E27FC236}">
                  <a16:creationId xmlns:a16="http://schemas.microsoft.com/office/drawing/2014/main" id="{19FD12BB-D154-1F88-4369-8AF732464064}"/>
                </a:ext>
              </a:extLst>
            </p:cNvPr>
            <p:cNvSpPr/>
            <p:nvPr/>
          </p:nvSpPr>
          <p:spPr>
            <a:xfrm>
              <a:off x="995270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 name="Isosceles Triangle 648">
              <a:extLst>
                <a:ext uri="{FF2B5EF4-FFF2-40B4-BE49-F238E27FC236}">
                  <a16:creationId xmlns:a16="http://schemas.microsoft.com/office/drawing/2014/main" id="{2FAA74A4-A17E-B4E2-6712-13B3C2BB53E0}"/>
                </a:ext>
              </a:extLst>
            </p:cNvPr>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 name="Group 53">
            <a:extLst>
              <a:ext uri="{FF2B5EF4-FFF2-40B4-BE49-F238E27FC236}">
                <a16:creationId xmlns:a16="http://schemas.microsoft.com/office/drawing/2014/main" id="{3725DE2F-2E6C-CFEC-2FC3-620508D55476}"/>
              </a:ext>
            </a:extLst>
          </p:cNvPr>
          <p:cNvGrpSpPr/>
          <p:nvPr/>
        </p:nvGrpSpPr>
        <p:grpSpPr>
          <a:xfrm>
            <a:off x="5448055" y="1532276"/>
            <a:ext cx="721206" cy="609701"/>
            <a:chOff x="6271424" y="1729816"/>
            <a:chExt cx="871904" cy="748695"/>
          </a:xfrm>
        </p:grpSpPr>
        <p:sp>
          <p:nvSpPr>
            <p:cNvPr id="55" name="Rectangle 54">
              <a:extLst>
                <a:ext uri="{FF2B5EF4-FFF2-40B4-BE49-F238E27FC236}">
                  <a16:creationId xmlns:a16="http://schemas.microsoft.com/office/drawing/2014/main" id="{F21D3D36-0F19-5124-36D7-121015A69916}"/>
                </a:ext>
              </a:extLst>
            </p:cNvPr>
            <p:cNvSpPr/>
            <p:nvPr/>
          </p:nvSpPr>
          <p:spPr>
            <a:xfrm>
              <a:off x="627142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56" name="Rectangle 55">
              <a:extLst>
                <a:ext uri="{FF2B5EF4-FFF2-40B4-BE49-F238E27FC236}">
                  <a16:creationId xmlns:a16="http://schemas.microsoft.com/office/drawing/2014/main" id="{3838355A-0811-D3F3-18D5-F05F427302D9}"/>
                </a:ext>
              </a:extLst>
            </p:cNvPr>
            <p:cNvSpPr/>
            <p:nvPr/>
          </p:nvSpPr>
          <p:spPr>
            <a:xfrm flipV="1">
              <a:off x="7010822"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 name="Oval 15">
              <a:extLst>
                <a:ext uri="{FF2B5EF4-FFF2-40B4-BE49-F238E27FC236}">
                  <a16:creationId xmlns:a16="http://schemas.microsoft.com/office/drawing/2014/main" id="{59BA2808-C77E-FC0E-6E71-12EB16F54668}"/>
                </a:ext>
              </a:extLst>
            </p:cNvPr>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9" name="Straight Connector 58">
              <a:extLst>
                <a:ext uri="{FF2B5EF4-FFF2-40B4-BE49-F238E27FC236}">
                  <a16:creationId xmlns:a16="http://schemas.microsoft.com/office/drawing/2014/main" id="{AA3C0EE1-373E-D876-6D75-4CB18B4C9A4A}"/>
                </a:ext>
              </a:extLst>
            </p:cNvPr>
            <p:cNvCxnSpPr>
              <a:cxnSpLocks/>
              <a:stCxn id="57" idx="0"/>
            </p:cNvCxnSpPr>
            <p:nvPr/>
          </p:nvCxnSpPr>
          <p:spPr>
            <a:xfrm flipV="1">
              <a:off x="7050821"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1" name="Straight Connector 60">
              <a:extLst>
                <a:ext uri="{FF2B5EF4-FFF2-40B4-BE49-F238E27FC236}">
                  <a16:creationId xmlns:a16="http://schemas.microsoft.com/office/drawing/2014/main" id="{3F149CA2-04CD-57CF-A814-363809967D9D}"/>
                </a:ext>
              </a:extLst>
            </p:cNvPr>
            <p:cNvCxnSpPr>
              <a:cxnSpLocks/>
            </p:cNvCxnSpPr>
            <p:nvPr/>
          </p:nvCxnSpPr>
          <p:spPr>
            <a:xfrm>
              <a:off x="7057735"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2" name="Group 61">
            <a:extLst>
              <a:ext uri="{FF2B5EF4-FFF2-40B4-BE49-F238E27FC236}">
                <a16:creationId xmlns:a16="http://schemas.microsoft.com/office/drawing/2014/main" id="{78A64541-94AB-68AF-73F3-85391FD9FEEF}"/>
              </a:ext>
            </a:extLst>
          </p:cNvPr>
          <p:cNvGrpSpPr/>
          <p:nvPr/>
        </p:nvGrpSpPr>
        <p:grpSpPr>
          <a:xfrm>
            <a:off x="6284562" y="1532276"/>
            <a:ext cx="721206" cy="609701"/>
            <a:chOff x="7262509" y="1729816"/>
            <a:chExt cx="871904" cy="748695"/>
          </a:xfrm>
        </p:grpSpPr>
        <p:sp>
          <p:nvSpPr>
            <p:cNvPr id="63" name="Rectangle 62">
              <a:extLst>
                <a:ext uri="{FF2B5EF4-FFF2-40B4-BE49-F238E27FC236}">
                  <a16:creationId xmlns:a16="http://schemas.microsoft.com/office/drawing/2014/main" id="{CE119647-0D3F-9C2C-4E23-6C45E4CDF8D8}"/>
                </a:ext>
              </a:extLst>
            </p:cNvPr>
            <p:cNvSpPr/>
            <p:nvPr/>
          </p:nvSpPr>
          <p:spPr>
            <a:xfrm>
              <a:off x="7262509"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64" name="Rectangle 63">
              <a:extLst>
                <a:ext uri="{FF2B5EF4-FFF2-40B4-BE49-F238E27FC236}">
                  <a16:creationId xmlns:a16="http://schemas.microsoft.com/office/drawing/2014/main" id="{DB283D73-2DA7-314B-9BD3-AF95C135CB2F}"/>
                </a:ext>
              </a:extLst>
            </p:cNvPr>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Oval 15">
              <a:extLst>
                <a:ext uri="{FF2B5EF4-FFF2-40B4-BE49-F238E27FC236}">
                  <a16:creationId xmlns:a16="http://schemas.microsoft.com/office/drawing/2014/main" id="{4CC00202-C495-07A8-6B32-52C8697C64E3}"/>
                </a:ext>
              </a:extLst>
            </p:cNvPr>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6" name="Straight Connector 65">
              <a:extLst>
                <a:ext uri="{FF2B5EF4-FFF2-40B4-BE49-F238E27FC236}">
                  <a16:creationId xmlns:a16="http://schemas.microsoft.com/office/drawing/2014/main" id="{3E13AEBD-1487-BE56-0C73-F76FDA422217}"/>
                </a:ext>
              </a:extLst>
            </p:cNvPr>
            <p:cNvCxnSpPr>
              <a:cxnSpLocks/>
              <a:stCxn id="65"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9" name="Straight Connector 68">
              <a:extLst>
                <a:ext uri="{FF2B5EF4-FFF2-40B4-BE49-F238E27FC236}">
                  <a16:creationId xmlns:a16="http://schemas.microsoft.com/office/drawing/2014/main" id="{83ECDC19-9963-BF18-5FD6-FAC3C4630E95}"/>
                </a:ext>
              </a:extLst>
            </p:cNvPr>
            <p:cNvCxnSpPr>
              <a:cxnSpLocks/>
            </p:cNvCxnSpPr>
            <p:nvPr/>
          </p:nvCxnSpPr>
          <p:spPr>
            <a:xfrm>
              <a:off x="80562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0" name="Group 69">
            <a:extLst>
              <a:ext uri="{FF2B5EF4-FFF2-40B4-BE49-F238E27FC236}">
                <a16:creationId xmlns:a16="http://schemas.microsoft.com/office/drawing/2014/main" id="{BF9716BF-DD0A-BAA5-05D5-C4067D9F5C52}"/>
              </a:ext>
            </a:extLst>
          </p:cNvPr>
          <p:cNvGrpSpPr/>
          <p:nvPr/>
        </p:nvGrpSpPr>
        <p:grpSpPr>
          <a:xfrm>
            <a:off x="7121069" y="1532276"/>
            <a:ext cx="721206" cy="609701"/>
            <a:chOff x="8253594" y="1729816"/>
            <a:chExt cx="871904" cy="748695"/>
          </a:xfrm>
        </p:grpSpPr>
        <p:sp>
          <p:nvSpPr>
            <p:cNvPr id="71" name="Rectangle 70">
              <a:extLst>
                <a:ext uri="{FF2B5EF4-FFF2-40B4-BE49-F238E27FC236}">
                  <a16:creationId xmlns:a16="http://schemas.microsoft.com/office/drawing/2014/main" id="{FE3C11B5-3F19-98B9-BA78-C81D42B181F3}"/>
                </a:ext>
              </a:extLst>
            </p:cNvPr>
            <p:cNvSpPr/>
            <p:nvPr/>
          </p:nvSpPr>
          <p:spPr>
            <a:xfrm>
              <a:off x="825359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72" name="Rectangle 71">
              <a:extLst>
                <a:ext uri="{FF2B5EF4-FFF2-40B4-BE49-F238E27FC236}">
                  <a16:creationId xmlns:a16="http://schemas.microsoft.com/office/drawing/2014/main" id="{C380DDE2-21E1-65AF-B99A-EAA99AE09E96}"/>
                </a:ext>
              </a:extLst>
            </p:cNvPr>
            <p:cNvSpPr/>
            <p:nvPr/>
          </p:nvSpPr>
          <p:spPr>
            <a:xfrm flipV="1">
              <a:off x="8998048"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 name="Oval 15">
              <a:extLst>
                <a:ext uri="{FF2B5EF4-FFF2-40B4-BE49-F238E27FC236}">
                  <a16:creationId xmlns:a16="http://schemas.microsoft.com/office/drawing/2014/main" id="{F37B8DD3-1EF5-14A4-C3DE-0488A0483A9E}"/>
                </a:ext>
              </a:extLst>
            </p:cNvPr>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4" name="Straight Connector 73">
              <a:extLst>
                <a:ext uri="{FF2B5EF4-FFF2-40B4-BE49-F238E27FC236}">
                  <a16:creationId xmlns:a16="http://schemas.microsoft.com/office/drawing/2014/main" id="{DEAF24A7-40AD-B149-5F53-B62C3ECBACB5}"/>
                </a:ext>
              </a:extLst>
            </p:cNvPr>
            <p:cNvCxnSpPr>
              <a:cxnSpLocks/>
              <a:stCxn id="73" idx="0"/>
            </p:cNvCxnSpPr>
            <p:nvPr/>
          </p:nvCxnSpPr>
          <p:spPr>
            <a:xfrm flipV="1">
              <a:off x="9038047"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5" name="Straight Connector 74">
              <a:extLst>
                <a:ext uri="{FF2B5EF4-FFF2-40B4-BE49-F238E27FC236}">
                  <a16:creationId xmlns:a16="http://schemas.microsoft.com/office/drawing/2014/main" id="{C78C6550-8ECE-590C-42C2-AAEACD0629DC}"/>
                </a:ext>
              </a:extLst>
            </p:cNvPr>
            <p:cNvCxnSpPr>
              <a:cxnSpLocks/>
            </p:cNvCxnSpPr>
            <p:nvPr/>
          </p:nvCxnSpPr>
          <p:spPr>
            <a:xfrm>
              <a:off x="9044961"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6" name="Group 75">
            <a:extLst>
              <a:ext uri="{FF2B5EF4-FFF2-40B4-BE49-F238E27FC236}">
                <a16:creationId xmlns:a16="http://schemas.microsoft.com/office/drawing/2014/main" id="{6FBFECD6-376B-E4B9-1121-256A80F344A3}"/>
              </a:ext>
            </a:extLst>
          </p:cNvPr>
          <p:cNvGrpSpPr/>
          <p:nvPr/>
        </p:nvGrpSpPr>
        <p:grpSpPr>
          <a:xfrm>
            <a:off x="3775041" y="1532276"/>
            <a:ext cx="721206" cy="609701"/>
            <a:chOff x="4289254" y="1729816"/>
            <a:chExt cx="871904" cy="748695"/>
          </a:xfrm>
        </p:grpSpPr>
        <p:sp>
          <p:nvSpPr>
            <p:cNvPr id="77" name="Rectangle 76">
              <a:extLst>
                <a:ext uri="{FF2B5EF4-FFF2-40B4-BE49-F238E27FC236}">
                  <a16:creationId xmlns:a16="http://schemas.microsoft.com/office/drawing/2014/main" id="{43A0B0A6-40CB-5239-C471-11F7CC617156}"/>
                </a:ext>
              </a:extLst>
            </p:cNvPr>
            <p:cNvSpPr/>
            <p:nvPr/>
          </p:nvSpPr>
          <p:spPr>
            <a:xfrm>
              <a:off x="428925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78" name="Right Triangle 77">
              <a:extLst>
                <a:ext uri="{FF2B5EF4-FFF2-40B4-BE49-F238E27FC236}">
                  <a16:creationId xmlns:a16="http://schemas.microsoft.com/office/drawing/2014/main" id="{56C241D1-9922-68FA-A630-6DB5E26959A6}"/>
                </a:ext>
              </a:extLst>
            </p:cNvPr>
            <p:cNvSpPr/>
            <p:nvPr/>
          </p:nvSpPr>
          <p:spPr>
            <a:xfrm rot="10800000">
              <a:off x="5013435"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9" name="Group 78">
              <a:extLst>
                <a:ext uri="{FF2B5EF4-FFF2-40B4-BE49-F238E27FC236}">
                  <a16:creationId xmlns:a16="http://schemas.microsoft.com/office/drawing/2014/main" id="{48AFF8DE-3405-4FB6-6868-24676E513273}"/>
                </a:ext>
              </a:extLst>
            </p:cNvPr>
            <p:cNvGrpSpPr/>
            <p:nvPr/>
          </p:nvGrpSpPr>
          <p:grpSpPr>
            <a:xfrm>
              <a:off x="5093762" y="1742900"/>
              <a:ext cx="45719" cy="75385"/>
              <a:chOff x="3883481" y="2057400"/>
              <a:chExt cx="1608363" cy="2652031"/>
            </a:xfrm>
            <a:solidFill>
              <a:srgbClr val="A6A6A6"/>
            </a:solidFill>
          </p:grpSpPr>
          <p:sp>
            <p:nvSpPr>
              <p:cNvPr id="105" name="Oval 27">
                <a:extLst>
                  <a:ext uri="{FF2B5EF4-FFF2-40B4-BE49-F238E27FC236}">
                    <a16:creationId xmlns:a16="http://schemas.microsoft.com/office/drawing/2014/main" id="{2132D999-7B1E-3B51-9BE5-8D3DB7D8A31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 name="Oval 28">
                <a:extLst>
                  <a:ext uri="{FF2B5EF4-FFF2-40B4-BE49-F238E27FC236}">
                    <a16:creationId xmlns:a16="http://schemas.microsoft.com/office/drawing/2014/main" id="{31D15217-9B6F-A094-5F21-E4DA1543997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7" name="Group 106">
            <a:extLst>
              <a:ext uri="{FF2B5EF4-FFF2-40B4-BE49-F238E27FC236}">
                <a16:creationId xmlns:a16="http://schemas.microsoft.com/office/drawing/2014/main" id="{F81BE7B8-CF9A-4658-74F2-B1DEA8049EE1}"/>
              </a:ext>
            </a:extLst>
          </p:cNvPr>
          <p:cNvGrpSpPr/>
          <p:nvPr/>
        </p:nvGrpSpPr>
        <p:grpSpPr>
          <a:xfrm>
            <a:off x="4611548" y="1532276"/>
            <a:ext cx="721206" cy="609701"/>
            <a:chOff x="5280339" y="1729816"/>
            <a:chExt cx="871904" cy="748695"/>
          </a:xfrm>
        </p:grpSpPr>
        <p:sp>
          <p:nvSpPr>
            <p:cNvPr id="108" name="Rectangle 107">
              <a:extLst>
                <a:ext uri="{FF2B5EF4-FFF2-40B4-BE49-F238E27FC236}">
                  <a16:creationId xmlns:a16="http://schemas.microsoft.com/office/drawing/2014/main" id="{D441B4A0-64B8-9F4F-948D-E1204CCE85BC}"/>
                </a:ext>
              </a:extLst>
            </p:cNvPr>
            <p:cNvSpPr/>
            <p:nvPr/>
          </p:nvSpPr>
          <p:spPr>
            <a:xfrm>
              <a:off x="528033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09" name="Right Triangle 108">
              <a:extLst>
                <a:ext uri="{FF2B5EF4-FFF2-40B4-BE49-F238E27FC236}">
                  <a16:creationId xmlns:a16="http://schemas.microsoft.com/office/drawing/2014/main" id="{CB8D5880-B523-D974-062D-FB50B05299EE}"/>
                </a:ext>
              </a:extLst>
            </p:cNvPr>
            <p:cNvSpPr/>
            <p:nvPr/>
          </p:nvSpPr>
          <p:spPr>
            <a:xfrm rot="10800000">
              <a:off x="6003472"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0" name="Group 109">
              <a:extLst>
                <a:ext uri="{FF2B5EF4-FFF2-40B4-BE49-F238E27FC236}">
                  <a16:creationId xmlns:a16="http://schemas.microsoft.com/office/drawing/2014/main" id="{C12EBC0C-DC23-7FC9-D656-6ADCB1C24CC3}"/>
                </a:ext>
              </a:extLst>
            </p:cNvPr>
            <p:cNvGrpSpPr/>
            <p:nvPr/>
          </p:nvGrpSpPr>
          <p:grpSpPr>
            <a:xfrm>
              <a:off x="6083799" y="1742900"/>
              <a:ext cx="45719" cy="75385"/>
              <a:chOff x="3883481" y="2057400"/>
              <a:chExt cx="1608363" cy="2652031"/>
            </a:xfrm>
            <a:solidFill>
              <a:srgbClr val="A6A6A6"/>
            </a:solidFill>
          </p:grpSpPr>
          <p:sp>
            <p:nvSpPr>
              <p:cNvPr id="443" name="Oval 27">
                <a:extLst>
                  <a:ext uri="{FF2B5EF4-FFF2-40B4-BE49-F238E27FC236}">
                    <a16:creationId xmlns:a16="http://schemas.microsoft.com/office/drawing/2014/main" id="{740274D1-DF84-88E3-9151-E462ACF5965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4" name="Oval 28">
                <a:extLst>
                  <a:ext uri="{FF2B5EF4-FFF2-40B4-BE49-F238E27FC236}">
                    <a16:creationId xmlns:a16="http://schemas.microsoft.com/office/drawing/2014/main" id="{DFAF3ADF-4E7D-9B95-4E24-37AC1DC6070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45" name="Group 444">
            <a:extLst>
              <a:ext uri="{FF2B5EF4-FFF2-40B4-BE49-F238E27FC236}">
                <a16:creationId xmlns:a16="http://schemas.microsoft.com/office/drawing/2014/main" id="{ABD93CCA-0D5A-2BBB-8B78-06B5FB333738}"/>
              </a:ext>
            </a:extLst>
          </p:cNvPr>
          <p:cNvGrpSpPr/>
          <p:nvPr/>
        </p:nvGrpSpPr>
        <p:grpSpPr>
          <a:xfrm>
            <a:off x="2938534" y="1532276"/>
            <a:ext cx="721206" cy="610038"/>
            <a:chOff x="3298169" y="1729403"/>
            <a:chExt cx="871904" cy="749108"/>
          </a:xfrm>
        </p:grpSpPr>
        <p:sp>
          <p:nvSpPr>
            <p:cNvPr id="446" name="Rectangle 445">
              <a:extLst>
                <a:ext uri="{FF2B5EF4-FFF2-40B4-BE49-F238E27FC236}">
                  <a16:creationId xmlns:a16="http://schemas.microsoft.com/office/drawing/2014/main" id="{3472CBD7-ECCA-B5A2-EFB6-5D7AF1F8D643}"/>
                </a:ext>
              </a:extLst>
            </p:cNvPr>
            <p:cNvSpPr/>
            <p:nvPr/>
          </p:nvSpPr>
          <p:spPr>
            <a:xfrm>
              <a:off x="329816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447" name="Right Triangle 446">
              <a:extLst>
                <a:ext uri="{FF2B5EF4-FFF2-40B4-BE49-F238E27FC236}">
                  <a16:creationId xmlns:a16="http://schemas.microsoft.com/office/drawing/2014/main" id="{6EF044E0-3947-12C5-63BB-484883649C57}"/>
                </a:ext>
              </a:extLst>
            </p:cNvPr>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8" name="Oval 27">
              <a:extLst>
                <a:ext uri="{FF2B5EF4-FFF2-40B4-BE49-F238E27FC236}">
                  <a16:creationId xmlns:a16="http://schemas.microsoft.com/office/drawing/2014/main" id="{82668E2B-7149-0752-3E03-765C2802C44C}"/>
                </a:ext>
              </a:extLst>
            </p:cNvPr>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9" name="Oval 28">
              <a:extLst>
                <a:ext uri="{FF2B5EF4-FFF2-40B4-BE49-F238E27FC236}">
                  <a16:creationId xmlns:a16="http://schemas.microsoft.com/office/drawing/2014/main" id="{D06CF443-19CC-9752-FFA8-72E43BF37964}"/>
                </a:ext>
              </a:extLst>
            </p:cNvPr>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50" name="Group 449">
            <a:extLst>
              <a:ext uri="{FF2B5EF4-FFF2-40B4-BE49-F238E27FC236}">
                <a16:creationId xmlns:a16="http://schemas.microsoft.com/office/drawing/2014/main" id="{FDAA61F5-DFB5-4559-A227-0E9979CAB67D}"/>
              </a:ext>
            </a:extLst>
          </p:cNvPr>
          <p:cNvGrpSpPr/>
          <p:nvPr/>
        </p:nvGrpSpPr>
        <p:grpSpPr>
          <a:xfrm>
            <a:off x="6287105" y="2974054"/>
            <a:ext cx="721206" cy="609701"/>
            <a:chOff x="8253594" y="3370808"/>
            <a:chExt cx="871904" cy="748695"/>
          </a:xfrm>
        </p:grpSpPr>
        <p:sp>
          <p:nvSpPr>
            <p:cNvPr id="451" name="Rectangle 450">
              <a:hlinkHover r:id="" action="ppaction://noaction" highlightClick="1"/>
              <a:extLst>
                <a:ext uri="{FF2B5EF4-FFF2-40B4-BE49-F238E27FC236}">
                  <a16:creationId xmlns:a16="http://schemas.microsoft.com/office/drawing/2014/main" id="{DB2A4128-0AB7-0F98-B3D9-905599725B11}"/>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452" name="Rectangle 451">
              <a:extLst>
                <a:ext uri="{FF2B5EF4-FFF2-40B4-BE49-F238E27FC236}">
                  <a16:creationId xmlns:a16="http://schemas.microsoft.com/office/drawing/2014/main" id="{F14AB456-A430-0D2A-A5AC-04C72D18B61B}"/>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3" name="Oval 15">
              <a:extLst>
                <a:ext uri="{FF2B5EF4-FFF2-40B4-BE49-F238E27FC236}">
                  <a16:creationId xmlns:a16="http://schemas.microsoft.com/office/drawing/2014/main" id="{EB7543ED-8257-C15C-E629-B9E79948E40C}"/>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54" name="Straight Connector 453">
              <a:extLst>
                <a:ext uri="{FF2B5EF4-FFF2-40B4-BE49-F238E27FC236}">
                  <a16:creationId xmlns:a16="http://schemas.microsoft.com/office/drawing/2014/main" id="{9847F4E1-8B00-1898-03F1-30CBE2E22AC6}"/>
                </a:ext>
              </a:extLst>
            </p:cNvPr>
            <p:cNvCxnSpPr>
              <a:cxnSpLocks/>
              <a:stCxn id="453"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55" name="Straight Connector 454">
              <a:extLst>
                <a:ext uri="{FF2B5EF4-FFF2-40B4-BE49-F238E27FC236}">
                  <a16:creationId xmlns:a16="http://schemas.microsoft.com/office/drawing/2014/main" id="{479C770E-4DAB-3A08-EEA8-E3811FD44842}"/>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56" name="Group 455">
            <a:extLst>
              <a:ext uri="{FF2B5EF4-FFF2-40B4-BE49-F238E27FC236}">
                <a16:creationId xmlns:a16="http://schemas.microsoft.com/office/drawing/2014/main" id="{17374347-66AD-ED54-15F6-BF595A41C883}"/>
              </a:ext>
            </a:extLst>
          </p:cNvPr>
          <p:cNvGrpSpPr/>
          <p:nvPr/>
        </p:nvGrpSpPr>
        <p:grpSpPr>
          <a:xfrm>
            <a:off x="7123149" y="2974054"/>
            <a:ext cx="721206" cy="609701"/>
            <a:chOff x="8253594" y="3370808"/>
            <a:chExt cx="871904" cy="748695"/>
          </a:xfrm>
        </p:grpSpPr>
        <p:sp>
          <p:nvSpPr>
            <p:cNvPr id="457" name="Rectangle 456">
              <a:hlinkHover r:id="" action="ppaction://noaction" highlightClick="1"/>
              <a:extLst>
                <a:ext uri="{FF2B5EF4-FFF2-40B4-BE49-F238E27FC236}">
                  <a16:creationId xmlns:a16="http://schemas.microsoft.com/office/drawing/2014/main" id="{6ABD740B-7A5D-31B2-4277-621FB6A08265}"/>
                </a:ext>
              </a:extLst>
            </p:cNvPr>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458" name="Rectangle 457">
              <a:extLst>
                <a:ext uri="{FF2B5EF4-FFF2-40B4-BE49-F238E27FC236}">
                  <a16:creationId xmlns:a16="http://schemas.microsoft.com/office/drawing/2014/main" id="{ED5A1B74-CC05-4B44-CE19-69D379C39823}"/>
                </a:ext>
              </a:extLst>
            </p:cNvPr>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9" name="Oval 15">
              <a:extLst>
                <a:ext uri="{FF2B5EF4-FFF2-40B4-BE49-F238E27FC236}">
                  <a16:creationId xmlns:a16="http://schemas.microsoft.com/office/drawing/2014/main" id="{1AFB7312-7B32-67C0-12D6-0F771D70D209}"/>
                </a:ext>
              </a:extLst>
            </p:cNvPr>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60" name="Straight Connector 459">
              <a:extLst>
                <a:ext uri="{FF2B5EF4-FFF2-40B4-BE49-F238E27FC236}">
                  <a16:creationId xmlns:a16="http://schemas.microsoft.com/office/drawing/2014/main" id="{AEB94F81-F58B-66C7-102D-2414B0EC3FEA}"/>
                </a:ext>
              </a:extLst>
            </p:cNvPr>
            <p:cNvCxnSpPr>
              <a:cxnSpLocks/>
              <a:stCxn id="459"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61" name="Straight Connector 460">
              <a:extLst>
                <a:ext uri="{FF2B5EF4-FFF2-40B4-BE49-F238E27FC236}">
                  <a16:creationId xmlns:a16="http://schemas.microsoft.com/office/drawing/2014/main" id="{BBC13B6E-213D-174E-6606-940F027DB6BC}"/>
                </a:ext>
              </a:extLst>
            </p:cNvPr>
            <p:cNvCxnSpPr>
              <a:cxnSpLocks/>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62" name="Group 461">
            <a:extLst>
              <a:ext uri="{FF2B5EF4-FFF2-40B4-BE49-F238E27FC236}">
                <a16:creationId xmlns:a16="http://schemas.microsoft.com/office/drawing/2014/main" id="{647063BC-18E8-7476-8152-1F658A9D5E38}"/>
              </a:ext>
            </a:extLst>
          </p:cNvPr>
          <p:cNvGrpSpPr/>
          <p:nvPr/>
        </p:nvGrpSpPr>
        <p:grpSpPr>
          <a:xfrm>
            <a:off x="7959193" y="2974054"/>
            <a:ext cx="721206" cy="609701"/>
            <a:chOff x="10243575" y="88412"/>
            <a:chExt cx="871904" cy="748695"/>
          </a:xfrm>
        </p:grpSpPr>
        <p:sp>
          <p:nvSpPr>
            <p:cNvPr id="463" name="Rectangle 462">
              <a:hlinkHover r:id="" action="ppaction://noaction" highlightClick="1"/>
              <a:extLst>
                <a:ext uri="{FF2B5EF4-FFF2-40B4-BE49-F238E27FC236}">
                  <a16:creationId xmlns:a16="http://schemas.microsoft.com/office/drawing/2014/main" id="{FA262618-FCDC-F73C-AAAA-58173D2E6596}"/>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sp>
          <p:nvSpPr>
            <p:cNvPr id="464" name="Diamond 463">
              <a:extLst>
                <a:ext uri="{FF2B5EF4-FFF2-40B4-BE49-F238E27FC236}">
                  <a16:creationId xmlns:a16="http://schemas.microsoft.com/office/drawing/2014/main" id="{DFCE1E7B-E7AE-8C51-6993-3A387A2570F1}"/>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5" name="Oval 464">
              <a:extLst>
                <a:ext uri="{FF2B5EF4-FFF2-40B4-BE49-F238E27FC236}">
                  <a16:creationId xmlns:a16="http://schemas.microsoft.com/office/drawing/2014/main" id="{545923F7-4D5B-03DE-218E-4EB5F633688C}"/>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66" name="Group 465">
            <a:extLst>
              <a:ext uri="{FF2B5EF4-FFF2-40B4-BE49-F238E27FC236}">
                <a16:creationId xmlns:a16="http://schemas.microsoft.com/office/drawing/2014/main" id="{FCE16679-4961-F4B3-BBD4-D4D03F0BCC72}"/>
              </a:ext>
            </a:extLst>
          </p:cNvPr>
          <p:cNvGrpSpPr/>
          <p:nvPr/>
        </p:nvGrpSpPr>
        <p:grpSpPr>
          <a:xfrm>
            <a:off x="8795237" y="2974054"/>
            <a:ext cx="721206" cy="609701"/>
            <a:chOff x="10243575" y="88412"/>
            <a:chExt cx="871904" cy="748695"/>
          </a:xfrm>
        </p:grpSpPr>
        <p:sp>
          <p:nvSpPr>
            <p:cNvPr id="467" name="Rectangle 466">
              <a:hlinkHover r:id="" action="ppaction://noaction" highlightClick="1"/>
              <a:extLst>
                <a:ext uri="{FF2B5EF4-FFF2-40B4-BE49-F238E27FC236}">
                  <a16:creationId xmlns:a16="http://schemas.microsoft.com/office/drawing/2014/main" id="{45136B23-C241-19E4-E015-3878AC0D085E}"/>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468" name="Diamond 467">
              <a:extLst>
                <a:ext uri="{FF2B5EF4-FFF2-40B4-BE49-F238E27FC236}">
                  <a16:creationId xmlns:a16="http://schemas.microsoft.com/office/drawing/2014/main" id="{3FFD1379-0CFB-77E5-0407-C217AE5060E4}"/>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9" name="Oval 468">
              <a:extLst>
                <a:ext uri="{FF2B5EF4-FFF2-40B4-BE49-F238E27FC236}">
                  <a16:creationId xmlns:a16="http://schemas.microsoft.com/office/drawing/2014/main" id="{F7FBB3C1-77A3-3045-5072-938E06E555A7}"/>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76" name="Group 475">
            <a:extLst>
              <a:ext uri="{FF2B5EF4-FFF2-40B4-BE49-F238E27FC236}">
                <a16:creationId xmlns:a16="http://schemas.microsoft.com/office/drawing/2014/main" id="{EC6E7D00-E331-6B3F-1663-F3FAB2A7D045}"/>
              </a:ext>
            </a:extLst>
          </p:cNvPr>
          <p:cNvGrpSpPr/>
          <p:nvPr/>
        </p:nvGrpSpPr>
        <p:grpSpPr>
          <a:xfrm>
            <a:off x="5442072" y="811556"/>
            <a:ext cx="728206" cy="609701"/>
            <a:chOff x="7262509" y="909114"/>
            <a:chExt cx="880366" cy="748695"/>
          </a:xfrm>
        </p:grpSpPr>
        <p:sp>
          <p:nvSpPr>
            <p:cNvPr id="477" name="Rectangle 476">
              <a:extLst>
                <a:ext uri="{FF2B5EF4-FFF2-40B4-BE49-F238E27FC236}">
                  <a16:creationId xmlns:a16="http://schemas.microsoft.com/office/drawing/2014/main" id="{07AF0536-4B48-1C88-6B05-A5B831FBA895}"/>
                </a:ext>
              </a:extLst>
            </p:cNvPr>
            <p:cNvSpPr/>
            <p:nvPr/>
          </p:nvSpPr>
          <p:spPr>
            <a:xfrm>
              <a:off x="726250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478" name="Rectangle 477">
              <a:extLst>
                <a:ext uri="{FF2B5EF4-FFF2-40B4-BE49-F238E27FC236}">
                  <a16:creationId xmlns:a16="http://schemas.microsoft.com/office/drawing/2014/main" id="{CEF09F94-CA4D-3F3E-9900-DD8FAB6043CF}"/>
                </a:ext>
              </a:extLst>
            </p:cNvPr>
            <p:cNvSpPr/>
            <p:nvPr/>
          </p:nvSpPr>
          <p:spPr>
            <a:xfrm flipV="1">
              <a:off x="8021749"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9" name="Oval 15">
              <a:extLst>
                <a:ext uri="{FF2B5EF4-FFF2-40B4-BE49-F238E27FC236}">
                  <a16:creationId xmlns:a16="http://schemas.microsoft.com/office/drawing/2014/main" id="{8483EF60-9814-F8A7-169B-E886413E7419}"/>
                </a:ext>
              </a:extLst>
            </p:cNvPr>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80" name="Straight Connector 479">
              <a:extLst>
                <a:ext uri="{FF2B5EF4-FFF2-40B4-BE49-F238E27FC236}">
                  <a16:creationId xmlns:a16="http://schemas.microsoft.com/office/drawing/2014/main" id="{B5C2C3BA-05A8-71E9-D75C-544565A5CEF3}"/>
                </a:ext>
              </a:extLst>
            </p:cNvPr>
            <p:cNvCxnSpPr>
              <a:cxnSpLocks/>
              <a:stCxn id="479" idx="0"/>
            </p:cNvCxnSpPr>
            <p:nvPr/>
          </p:nvCxnSpPr>
          <p:spPr>
            <a:xfrm flipV="1">
              <a:off x="8061748"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81" name="Straight Connector 480">
              <a:extLst>
                <a:ext uri="{FF2B5EF4-FFF2-40B4-BE49-F238E27FC236}">
                  <a16:creationId xmlns:a16="http://schemas.microsoft.com/office/drawing/2014/main" id="{F6C9044C-C625-2316-7293-9CA2645D040C}"/>
                </a:ext>
              </a:extLst>
            </p:cNvPr>
            <p:cNvCxnSpPr>
              <a:cxnSpLocks/>
            </p:cNvCxnSpPr>
            <p:nvPr/>
          </p:nvCxnSpPr>
          <p:spPr>
            <a:xfrm>
              <a:off x="8068662"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482" name="Group 481">
            <a:extLst>
              <a:ext uri="{FF2B5EF4-FFF2-40B4-BE49-F238E27FC236}">
                <a16:creationId xmlns:a16="http://schemas.microsoft.com/office/drawing/2014/main" id="{BEED5C98-9E2D-FD71-929D-24BBA53D1B05}"/>
              </a:ext>
            </a:extLst>
          </p:cNvPr>
          <p:cNvGrpSpPr/>
          <p:nvPr/>
        </p:nvGrpSpPr>
        <p:grpSpPr>
          <a:xfrm>
            <a:off x="6284590" y="811556"/>
            <a:ext cx="721206" cy="609701"/>
            <a:chOff x="8253594" y="909114"/>
            <a:chExt cx="871904" cy="748695"/>
          </a:xfrm>
        </p:grpSpPr>
        <p:sp>
          <p:nvSpPr>
            <p:cNvPr id="483" name="Rectangle 482">
              <a:hlinkHover r:id="" action="ppaction://noaction" highlightClick="1"/>
              <a:extLst>
                <a:ext uri="{FF2B5EF4-FFF2-40B4-BE49-F238E27FC236}">
                  <a16:creationId xmlns:a16="http://schemas.microsoft.com/office/drawing/2014/main" id="{D28AAB12-A61C-DED7-545E-108185A8C7B7}"/>
                </a:ext>
              </a:extLst>
            </p:cNvPr>
            <p:cNvSpPr/>
            <p:nvPr/>
          </p:nvSpPr>
          <p:spPr>
            <a:xfrm>
              <a:off x="825359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484" name="Right Triangle 483">
              <a:extLst>
                <a:ext uri="{FF2B5EF4-FFF2-40B4-BE49-F238E27FC236}">
                  <a16:creationId xmlns:a16="http://schemas.microsoft.com/office/drawing/2014/main" id="{52FC32D0-9267-3A3F-BA4E-E80CF30CDF61}"/>
                </a:ext>
              </a:extLst>
            </p:cNvPr>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5" name="Oval 27">
              <a:extLst>
                <a:ext uri="{FF2B5EF4-FFF2-40B4-BE49-F238E27FC236}">
                  <a16:creationId xmlns:a16="http://schemas.microsoft.com/office/drawing/2014/main" id="{42E957F7-B2AA-8811-2643-AE302C8CDB48}"/>
                </a:ext>
              </a:extLst>
            </p:cNvPr>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6" name="Oval 28">
              <a:extLst>
                <a:ext uri="{FF2B5EF4-FFF2-40B4-BE49-F238E27FC236}">
                  <a16:creationId xmlns:a16="http://schemas.microsoft.com/office/drawing/2014/main" id="{69AA5B41-2798-691E-557C-D4AE1D72DBB1}"/>
                </a:ext>
              </a:extLst>
            </p:cNvPr>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92" name="Group 491">
            <a:extLst>
              <a:ext uri="{FF2B5EF4-FFF2-40B4-BE49-F238E27FC236}">
                <a16:creationId xmlns:a16="http://schemas.microsoft.com/office/drawing/2014/main" id="{A1A70916-312C-2411-3908-F79E25A782F1}"/>
              </a:ext>
            </a:extLst>
          </p:cNvPr>
          <p:cNvGrpSpPr/>
          <p:nvPr/>
        </p:nvGrpSpPr>
        <p:grpSpPr>
          <a:xfrm>
            <a:off x="7957576" y="811556"/>
            <a:ext cx="721206" cy="609701"/>
            <a:chOff x="4289254" y="909114"/>
            <a:chExt cx="871904" cy="748695"/>
          </a:xfrm>
        </p:grpSpPr>
        <p:sp>
          <p:nvSpPr>
            <p:cNvPr id="493" name="Rectangle 492">
              <a:extLst>
                <a:ext uri="{FF2B5EF4-FFF2-40B4-BE49-F238E27FC236}">
                  <a16:creationId xmlns:a16="http://schemas.microsoft.com/office/drawing/2014/main" id="{28B4201B-CB02-6468-5E0D-90C668EC6A87}"/>
                </a:ext>
              </a:extLst>
            </p:cNvPr>
            <p:cNvSpPr/>
            <p:nvPr/>
          </p:nvSpPr>
          <p:spPr>
            <a:xfrm>
              <a:off x="4289254"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494" name="Rectangle 493">
              <a:extLst>
                <a:ext uri="{FF2B5EF4-FFF2-40B4-BE49-F238E27FC236}">
                  <a16:creationId xmlns:a16="http://schemas.microsoft.com/office/drawing/2014/main" id="{7D2030CD-7435-E5CE-B97F-655EFA8C5A28}"/>
                </a:ext>
              </a:extLst>
            </p:cNvPr>
            <p:cNvSpPr/>
            <p:nvPr/>
          </p:nvSpPr>
          <p:spPr>
            <a:xfrm flipV="1">
              <a:off x="5036005"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5" name="Oval 15">
              <a:extLst>
                <a:ext uri="{FF2B5EF4-FFF2-40B4-BE49-F238E27FC236}">
                  <a16:creationId xmlns:a16="http://schemas.microsoft.com/office/drawing/2014/main" id="{2D31F4CF-6AB9-82BC-E0AB-25A4B7194ECA}"/>
                </a:ext>
              </a:extLst>
            </p:cNvPr>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96" name="Straight Connector 495">
              <a:extLst>
                <a:ext uri="{FF2B5EF4-FFF2-40B4-BE49-F238E27FC236}">
                  <a16:creationId xmlns:a16="http://schemas.microsoft.com/office/drawing/2014/main" id="{6499A24B-ABF3-0D68-6B50-ED2B0CF6D93E}"/>
                </a:ext>
              </a:extLst>
            </p:cNvPr>
            <p:cNvCxnSpPr>
              <a:cxnSpLocks/>
              <a:stCxn id="495" idx="0"/>
            </p:cNvCxnSpPr>
            <p:nvPr/>
          </p:nvCxnSpPr>
          <p:spPr>
            <a:xfrm flipV="1">
              <a:off x="5076004"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497" name="Straight Connector 496">
              <a:extLst>
                <a:ext uri="{FF2B5EF4-FFF2-40B4-BE49-F238E27FC236}">
                  <a16:creationId xmlns:a16="http://schemas.microsoft.com/office/drawing/2014/main" id="{5D8F6293-7570-F013-102E-4A6E6F9ADA32}"/>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02" name="Group 501">
            <a:extLst>
              <a:ext uri="{FF2B5EF4-FFF2-40B4-BE49-F238E27FC236}">
                <a16:creationId xmlns:a16="http://schemas.microsoft.com/office/drawing/2014/main" id="{20FF49C3-75E8-7E54-CAAE-24CE67B4121E}"/>
              </a:ext>
            </a:extLst>
          </p:cNvPr>
          <p:cNvGrpSpPr/>
          <p:nvPr/>
        </p:nvGrpSpPr>
        <p:grpSpPr>
          <a:xfrm>
            <a:off x="10520475" y="90836"/>
            <a:ext cx="721206" cy="609701"/>
            <a:chOff x="11226844" y="88412"/>
            <a:chExt cx="871904" cy="748695"/>
          </a:xfrm>
        </p:grpSpPr>
        <p:sp>
          <p:nvSpPr>
            <p:cNvPr id="503" name="Rectangle 502">
              <a:hlinkHover r:id="" action="ppaction://noaction" highlightClick="1"/>
              <a:extLst>
                <a:ext uri="{FF2B5EF4-FFF2-40B4-BE49-F238E27FC236}">
                  <a16:creationId xmlns:a16="http://schemas.microsoft.com/office/drawing/2014/main" id="{626F2F5E-D55E-FD74-CF03-3C03DCFDCE90}"/>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SQL</a:t>
              </a:r>
            </a:p>
          </p:txBody>
        </p:sp>
        <p:sp>
          <p:nvSpPr>
            <p:cNvPr id="504" name="Oval 503">
              <a:extLst>
                <a:ext uri="{FF2B5EF4-FFF2-40B4-BE49-F238E27FC236}">
                  <a16:creationId xmlns:a16="http://schemas.microsoft.com/office/drawing/2014/main" id="{897D7A92-B1C6-933D-78F3-405A8ED69A26}"/>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5" name="Isosceles Triangle 648">
              <a:extLst>
                <a:ext uri="{FF2B5EF4-FFF2-40B4-BE49-F238E27FC236}">
                  <a16:creationId xmlns:a16="http://schemas.microsoft.com/office/drawing/2014/main" id="{5E934F1B-3E1C-16EC-5AA1-82A358827E5F}"/>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06" name="Group 505">
            <a:extLst>
              <a:ext uri="{FF2B5EF4-FFF2-40B4-BE49-F238E27FC236}">
                <a16:creationId xmlns:a16="http://schemas.microsoft.com/office/drawing/2014/main" id="{0DD3B264-3F93-F2E7-C214-BAC9C4309CDE}"/>
              </a:ext>
            </a:extLst>
          </p:cNvPr>
          <p:cNvGrpSpPr/>
          <p:nvPr/>
        </p:nvGrpSpPr>
        <p:grpSpPr>
          <a:xfrm>
            <a:off x="11356238" y="90836"/>
            <a:ext cx="721206" cy="609701"/>
            <a:chOff x="11226844" y="88412"/>
            <a:chExt cx="871904" cy="748695"/>
          </a:xfrm>
        </p:grpSpPr>
        <p:sp>
          <p:nvSpPr>
            <p:cNvPr id="507" name="Rectangle 506">
              <a:hlinkHover r:id="" action="ppaction://noaction" highlightClick="1"/>
              <a:extLst>
                <a:ext uri="{FF2B5EF4-FFF2-40B4-BE49-F238E27FC236}">
                  <a16:creationId xmlns:a16="http://schemas.microsoft.com/office/drawing/2014/main" id="{37ECEBEB-A38F-17A2-0A08-1ACCF30386E1}"/>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508" name="Oval 507">
              <a:extLst>
                <a:ext uri="{FF2B5EF4-FFF2-40B4-BE49-F238E27FC236}">
                  <a16:creationId xmlns:a16="http://schemas.microsoft.com/office/drawing/2014/main" id="{2EF63FBC-07D2-B4BC-5F59-0A7EB6A6AC7F}"/>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9" name="Isosceles Triangle 648">
              <a:extLst>
                <a:ext uri="{FF2B5EF4-FFF2-40B4-BE49-F238E27FC236}">
                  <a16:creationId xmlns:a16="http://schemas.microsoft.com/office/drawing/2014/main" id="{FD413025-10AF-9E9C-5147-9C86228D23D6}"/>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0" name="Group 509">
            <a:extLst>
              <a:ext uri="{FF2B5EF4-FFF2-40B4-BE49-F238E27FC236}">
                <a16:creationId xmlns:a16="http://schemas.microsoft.com/office/drawing/2014/main" id="{51D120E4-6960-FCC1-124B-D39C783D7D00}"/>
              </a:ext>
            </a:extLst>
          </p:cNvPr>
          <p:cNvGrpSpPr/>
          <p:nvPr/>
        </p:nvGrpSpPr>
        <p:grpSpPr>
          <a:xfrm>
            <a:off x="11356238" y="3694774"/>
            <a:ext cx="721206" cy="609701"/>
            <a:chOff x="11335787" y="4191133"/>
            <a:chExt cx="710037" cy="609701"/>
          </a:xfrm>
        </p:grpSpPr>
        <p:sp>
          <p:nvSpPr>
            <p:cNvPr id="511" name="Rectangle 510">
              <a:hlinkHover r:id="" action="ppaction://noaction" highlightClick="1"/>
              <a:extLst>
                <a:ext uri="{FF2B5EF4-FFF2-40B4-BE49-F238E27FC236}">
                  <a16:creationId xmlns:a16="http://schemas.microsoft.com/office/drawing/2014/main" id="{DAEEAFAE-EE50-3144-0B99-46AFA2C27C4E}"/>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512" name="Oval 511">
              <a:extLst>
                <a:ext uri="{FF2B5EF4-FFF2-40B4-BE49-F238E27FC236}">
                  <a16:creationId xmlns:a16="http://schemas.microsoft.com/office/drawing/2014/main" id="{80FCEC99-526F-9FBD-3BBA-37AF8DB536E8}"/>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3" name="Isosceles Triangle 648">
              <a:extLst>
                <a:ext uri="{FF2B5EF4-FFF2-40B4-BE49-F238E27FC236}">
                  <a16:creationId xmlns:a16="http://schemas.microsoft.com/office/drawing/2014/main" id="{AF279AC3-3F45-2ABF-3F91-FE6E388C5C60}"/>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4" name="Group 513">
            <a:extLst>
              <a:ext uri="{FF2B5EF4-FFF2-40B4-BE49-F238E27FC236}">
                <a16:creationId xmlns:a16="http://schemas.microsoft.com/office/drawing/2014/main" id="{031B7642-168F-B77B-F344-461D23E611E0}"/>
              </a:ext>
            </a:extLst>
          </p:cNvPr>
          <p:cNvGrpSpPr/>
          <p:nvPr/>
        </p:nvGrpSpPr>
        <p:grpSpPr>
          <a:xfrm>
            <a:off x="9657689" y="4419620"/>
            <a:ext cx="721206" cy="609701"/>
            <a:chOff x="11226844" y="5012622"/>
            <a:chExt cx="871904" cy="748695"/>
          </a:xfrm>
        </p:grpSpPr>
        <p:sp>
          <p:nvSpPr>
            <p:cNvPr id="515" name="Rectangle 514">
              <a:hlinkHover r:id="" action="ppaction://noaction" highlightClick="1"/>
              <a:extLst>
                <a:ext uri="{FF2B5EF4-FFF2-40B4-BE49-F238E27FC236}">
                  <a16:creationId xmlns:a16="http://schemas.microsoft.com/office/drawing/2014/main" id="{F6B246E7-B64A-F469-AF56-C6D213227C17}"/>
                </a:ext>
              </a:extLst>
            </p:cNvPr>
            <p:cNvSpPr/>
            <p:nvPr/>
          </p:nvSpPr>
          <p:spPr>
            <a:xfrm>
              <a:off x="1122684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516" name="Oval 515">
              <a:extLst>
                <a:ext uri="{FF2B5EF4-FFF2-40B4-BE49-F238E27FC236}">
                  <a16:creationId xmlns:a16="http://schemas.microsoft.com/office/drawing/2014/main" id="{DA79C4CC-D1A9-0E80-818C-31A69BF280C5}"/>
                </a:ext>
              </a:extLst>
            </p:cNvPr>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7" name="Isosceles Triangle 648">
              <a:extLst>
                <a:ext uri="{FF2B5EF4-FFF2-40B4-BE49-F238E27FC236}">
                  <a16:creationId xmlns:a16="http://schemas.microsoft.com/office/drawing/2014/main" id="{F7C8FA92-4AAC-6EE8-F75F-4EA88D51A96E}"/>
                </a:ext>
              </a:extLst>
            </p:cNvPr>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18" name="Group 517">
            <a:extLst>
              <a:ext uri="{FF2B5EF4-FFF2-40B4-BE49-F238E27FC236}">
                <a16:creationId xmlns:a16="http://schemas.microsoft.com/office/drawing/2014/main" id="{6204BD2B-D842-72C7-CBD1-BE01611872C8}"/>
              </a:ext>
            </a:extLst>
          </p:cNvPr>
          <p:cNvGrpSpPr/>
          <p:nvPr/>
        </p:nvGrpSpPr>
        <p:grpSpPr>
          <a:xfrm>
            <a:off x="10506964" y="4419620"/>
            <a:ext cx="721206" cy="609701"/>
            <a:chOff x="11226844" y="88412"/>
            <a:chExt cx="871904" cy="748695"/>
          </a:xfrm>
        </p:grpSpPr>
        <p:sp>
          <p:nvSpPr>
            <p:cNvPr id="519" name="Rectangle 518">
              <a:hlinkHover r:id="" action="ppaction://noaction" highlightClick="1"/>
              <a:extLst>
                <a:ext uri="{FF2B5EF4-FFF2-40B4-BE49-F238E27FC236}">
                  <a16:creationId xmlns:a16="http://schemas.microsoft.com/office/drawing/2014/main" id="{E6AAEE2A-1BBE-50AC-DB8F-0A6EB8F39310}"/>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520" name="Oval 519">
              <a:extLst>
                <a:ext uri="{FF2B5EF4-FFF2-40B4-BE49-F238E27FC236}">
                  <a16:creationId xmlns:a16="http://schemas.microsoft.com/office/drawing/2014/main" id="{C10FF12F-45AC-A61F-8485-F67047AB0BAE}"/>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1" name="Isosceles Triangle 648">
              <a:extLst>
                <a:ext uri="{FF2B5EF4-FFF2-40B4-BE49-F238E27FC236}">
                  <a16:creationId xmlns:a16="http://schemas.microsoft.com/office/drawing/2014/main" id="{AF04DD93-F588-79B4-B21A-3C767F8E9750}"/>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2" name="Group 521">
            <a:extLst>
              <a:ext uri="{FF2B5EF4-FFF2-40B4-BE49-F238E27FC236}">
                <a16:creationId xmlns:a16="http://schemas.microsoft.com/office/drawing/2014/main" id="{E05A15F0-18EB-00E7-C1BD-C4C9926D7B2A}"/>
              </a:ext>
            </a:extLst>
          </p:cNvPr>
          <p:cNvGrpSpPr/>
          <p:nvPr/>
        </p:nvGrpSpPr>
        <p:grpSpPr>
          <a:xfrm>
            <a:off x="11355999" y="4416261"/>
            <a:ext cx="721206" cy="609701"/>
            <a:chOff x="11226844" y="88412"/>
            <a:chExt cx="871904" cy="748695"/>
          </a:xfrm>
        </p:grpSpPr>
        <p:sp>
          <p:nvSpPr>
            <p:cNvPr id="523" name="Rectangle 522">
              <a:hlinkHover r:id="" action="ppaction://noaction" highlightClick="1"/>
              <a:extLst>
                <a:ext uri="{FF2B5EF4-FFF2-40B4-BE49-F238E27FC236}">
                  <a16:creationId xmlns:a16="http://schemas.microsoft.com/office/drawing/2014/main" id="{B94FAC70-1D5E-C04F-42F9-94D0CDC3F143}"/>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524" name="Oval 523">
              <a:extLst>
                <a:ext uri="{FF2B5EF4-FFF2-40B4-BE49-F238E27FC236}">
                  <a16:creationId xmlns:a16="http://schemas.microsoft.com/office/drawing/2014/main" id="{60ED4453-926D-0258-0F11-F93604B45B70}"/>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5" name="Isosceles Triangle 648">
              <a:extLst>
                <a:ext uri="{FF2B5EF4-FFF2-40B4-BE49-F238E27FC236}">
                  <a16:creationId xmlns:a16="http://schemas.microsoft.com/office/drawing/2014/main" id="{4BEC9CA2-210A-35B0-C41E-F2B86C87A67D}"/>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26" name="Group 525">
            <a:extLst>
              <a:ext uri="{FF2B5EF4-FFF2-40B4-BE49-F238E27FC236}">
                <a16:creationId xmlns:a16="http://schemas.microsoft.com/office/drawing/2014/main" id="{6552C1DD-6C53-F630-EE5B-A0DA7B27E4B5}"/>
              </a:ext>
            </a:extLst>
          </p:cNvPr>
          <p:cNvGrpSpPr/>
          <p:nvPr/>
        </p:nvGrpSpPr>
        <p:grpSpPr>
          <a:xfrm>
            <a:off x="8808522" y="4416261"/>
            <a:ext cx="721206" cy="609701"/>
            <a:chOff x="11226844" y="88412"/>
            <a:chExt cx="871904" cy="748695"/>
          </a:xfrm>
        </p:grpSpPr>
        <p:sp>
          <p:nvSpPr>
            <p:cNvPr id="527" name="Rectangle 526">
              <a:hlinkHover r:id="" action="ppaction://noaction" highlightClick="1"/>
              <a:extLst>
                <a:ext uri="{FF2B5EF4-FFF2-40B4-BE49-F238E27FC236}">
                  <a16:creationId xmlns:a16="http://schemas.microsoft.com/office/drawing/2014/main" id="{0007F967-C00B-35D3-4B6D-182A5FB4B6C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528" name="Oval 527">
              <a:extLst>
                <a:ext uri="{FF2B5EF4-FFF2-40B4-BE49-F238E27FC236}">
                  <a16:creationId xmlns:a16="http://schemas.microsoft.com/office/drawing/2014/main" id="{687102EC-3C61-F494-071B-992A6B749ECB}"/>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9" name="Isosceles Triangle 648">
              <a:extLst>
                <a:ext uri="{FF2B5EF4-FFF2-40B4-BE49-F238E27FC236}">
                  <a16:creationId xmlns:a16="http://schemas.microsoft.com/office/drawing/2014/main" id="{6B7E4AEE-C813-7E4D-1902-9F889611AC92}"/>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0" name="Group 529">
            <a:extLst>
              <a:ext uri="{FF2B5EF4-FFF2-40B4-BE49-F238E27FC236}">
                <a16:creationId xmlns:a16="http://schemas.microsoft.com/office/drawing/2014/main" id="{F2E8F757-77BF-8BCB-624F-9A01EFC82AAC}"/>
              </a:ext>
            </a:extLst>
          </p:cNvPr>
          <p:cNvGrpSpPr/>
          <p:nvPr/>
        </p:nvGrpSpPr>
        <p:grpSpPr>
          <a:xfrm>
            <a:off x="10509575" y="5141013"/>
            <a:ext cx="721206" cy="609701"/>
            <a:chOff x="11226844" y="88412"/>
            <a:chExt cx="871904" cy="748695"/>
          </a:xfrm>
        </p:grpSpPr>
        <p:sp>
          <p:nvSpPr>
            <p:cNvPr id="531" name="Rectangle 530">
              <a:hlinkHover r:id="" action="ppaction://noaction" highlightClick="1"/>
              <a:extLst>
                <a:ext uri="{FF2B5EF4-FFF2-40B4-BE49-F238E27FC236}">
                  <a16:creationId xmlns:a16="http://schemas.microsoft.com/office/drawing/2014/main" id="{A342EB04-C569-0C89-42EB-47D9E3EBE9D7}"/>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532" name="Oval 531">
              <a:extLst>
                <a:ext uri="{FF2B5EF4-FFF2-40B4-BE49-F238E27FC236}">
                  <a16:creationId xmlns:a16="http://schemas.microsoft.com/office/drawing/2014/main" id="{6137D660-948C-EFB9-8965-CB7B2027D608}"/>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3" name="Isosceles Triangle 648">
              <a:extLst>
                <a:ext uri="{FF2B5EF4-FFF2-40B4-BE49-F238E27FC236}">
                  <a16:creationId xmlns:a16="http://schemas.microsoft.com/office/drawing/2014/main" id="{048F906B-4382-EF30-9D14-5F467165DDBF}"/>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4" name="Group 533">
            <a:extLst>
              <a:ext uri="{FF2B5EF4-FFF2-40B4-BE49-F238E27FC236}">
                <a16:creationId xmlns:a16="http://schemas.microsoft.com/office/drawing/2014/main" id="{30734998-87E3-246E-8888-77E5FB2AAB74}"/>
              </a:ext>
            </a:extLst>
          </p:cNvPr>
          <p:cNvGrpSpPr/>
          <p:nvPr/>
        </p:nvGrpSpPr>
        <p:grpSpPr>
          <a:xfrm>
            <a:off x="9651074" y="5143363"/>
            <a:ext cx="721206" cy="609701"/>
            <a:chOff x="10235764" y="4191922"/>
            <a:chExt cx="871904" cy="748695"/>
          </a:xfrm>
        </p:grpSpPr>
        <p:sp>
          <p:nvSpPr>
            <p:cNvPr id="535" name="Rectangle 534">
              <a:hlinkHover r:id="" action="ppaction://noaction" highlightClick="1"/>
              <a:extLst>
                <a:ext uri="{FF2B5EF4-FFF2-40B4-BE49-F238E27FC236}">
                  <a16:creationId xmlns:a16="http://schemas.microsoft.com/office/drawing/2014/main" id="{11C26053-2CA1-1DAB-BCF7-60F2C5BDAAAF}"/>
                </a:ext>
              </a:extLst>
            </p:cNvPr>
            <p:cNvSpPr/>
            <p:nvPr/>
          </p:nvSpPr>
          <p:spPr>
            <a:xfrm>
              <a:off x="1023576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536" name="Oval 535">
              <a:extLst>
                <a:ext uri="{FF2B5EF4-FFF2-40B4-BE49-F238E27FC236}">
                  <a16:creationId xmlns:a16="http://schemas.microsoft.com/office/drawing/2014/main" id="{B9C5A560-19FA-0011-7C1C-22AFD91F2A30}"/>
                </a:ext>
              </a:extLst>
            </p:cNvPr>
            <p:cNvSpPr/>
            <p:nvPr/>
          </p:nvSpPr>
          <p:spPr>
            <a:xfrm>
              <a:off x="10933601"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7" name="Isosceles Triangle 648">
              <a:extLst>
                <a:ext uri="{FF2B5EF4-FFF2-40B4-BE49-F238E27FC236}">
                  <a16:creationId xmlns:a16="http://schemas.microsoft.com/office/drawing/2014/main" id="{6A01260D-2AEA-E356-3B2D-8DE069EA87D2}"/>
                </a:ext>
              </a:extLst>
            </p:cNvPr>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38" name="Group 537">
            <a:extLst>
              <a:ext uri="{FF2B5EF4-FFF2-40B4-BE49-F238E27FC236}">
                <a16:creationId xmlns:a16="http://schemas.microsoft.com/office/drawing/2014/main" id="{04C6445B-591E-2CF0-34EE-99A667481C3C}"/>
              </a:ext>
            </a:extLst>
          </p:cNvPr>
          <p:cNvGrpSpPr/>
          <p:nvPr/>
        </p:nvGrpSpPr>
        <p:grpSpPr>
          <a:xfrm>
            <a:off x="9657610" y="3698227"/>
            <a:ext cx="721206" cy="609701"/>
            <a:chOff x="11226844" y="4191922"/>
            <a:chExt cx="871904" cy="748695"/>
          </a:xfrm>
        </p:grpSpPr>
        <p:sp>
          <p:nvSpPr>
            <p:cNvPr id="539" name="Rectangle 538">
              <a:hlinkHover r:id="" action="ppaction://noaction" highlightClick="1"/>
              <a:extLst>
                <a:ext uri="{FF2B5EF4-FFF2-40B4-BE49-F238E27FC236}">
                  <a16:creationId xmlns:a16="http://schemas.microsoft.com/office/drawing/2014/main" id="{43B23D87-6D05-4A0B-DDE5-A7E3A6189627}"/>
                </a:ext>
              </a:extLst>
            </p:cNvPr>
            <p:cNvSpPr/>
            <p:nvPr/>
          </p:nvSpPr>
          <p:spPr>
            <a:xfrm>
              <a:off x="1122684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540" name="Oval 539">
              <a:extLst>
                <a:ext uri="{FF2B5EF4-FFF2-40B4-BE49-F238E27FC236}">
                  <a16:creationId xmlns:a16="http://schemas.microsoft.com/office/drawing/2014/main" id="{26991780-FE6C-3652-7E92-0B0CA94C827D}"/>
                </a:ext>
              </a:extLst>
            </p:cNvPr>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1" name="Isosceles Triangle 648">
              <a:extLst>
                <a:ext uri="{FF2B5EF4-FFF2-40B4-BE49-F238E27FC236}">
                  <a16:creationId xmlns:a16="http://schemas.microsoft.com/office/drawing/2014/main" id="{4A223299-7508-45E0-8673-A4CE49BFD1B9}"/>
                </a:ext>
              </a:extLst>
            </p:cNvPr>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2" name="Group 541">
            <a:extLst>
              <a:ext uri="{FF2B5EF4-FFF2-40B4-BE49-F238E27FC236}">
                <a16:creationId xmlns:a16="http://schemas.microsoft.com/office/drawing/2014/main" id="{B0877C73-2768-049C-AC8D-C8A2F4F0DCEC}"/>
              </a:ext>
            </a:extLst>
          </p:cNvPr>
          <p:cNvGrpSpPr/>
          <p:nvPr/>
        </p:nvGrpSpPr>
        <p:grpSpPr>
          <a:xfrm>
            <a:off x="10506924" y="3698227"/>
            <a:ext cx="721206" cy="609701"/>
            <a:chOff x="11226844" y="88412"/>
            <a:chExt cx="871904" cy="748695"/>
          </a:xfrm>
        </p:grpSpPr>
        <p:sp>
          <p:nvSpPr>
            <p:cNvPr id="543" name="Rectangle 542">
              <a:hlinkHover r:id="" action="ppaction://noaction" highlightClick="1"/>
              <a:extLst>
                <a:ext uri="{FF2B5EF4-FFF2-40B4-BE49-F238E27FC236}">
                  <a16:creationId xmlns:a16="http://schemas.microsoft.com/office/drawing/2014/main" id="{D545A876-D665-9955-A0A3-AFB3185250F0}"/>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544" name="Oval 543">
              <a:extLst>
                <a:ext uri="{FF2B5EF4-FFF2-40B4-BE49-F238E27FC236}">
                  <a16:creationId xmlns:a16="http://schemas.microsoft.com/office/drawing/2014/main" id="{5CEC4C13-3C73-F25A-63B4-F54169C17696}"/>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5" name="Isosceles Triangle 648">
              <a:extLst>
                <a:ext uri="{FF2B5EF4-FFF2-40B4-BE49-F238E27FC236}">
                  <a16:creationId xmlns:a16="http://schemas.microsoft.com/office/drawing/2014/main" id="{782C7C92-D0A3-E617-01C4-35B89ACA7FD0}"/>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6" name="Group 545">
            <a:extLst>
              <a:ext uri="{FF2B5EF4-FFF2-40B4-BE49-F238E27FC236}">
                <a16:creationId xmlns:a16="http://schemas.microsoft.com/office/drawing/2014/main" id="{73B817FB-0777-5D5B-1A31-F04F1485CD60}"/>
              </a:ext>
            </a:extLst>
          </p:cNvPr>
          <p:cNvGrpSpPr/>
          <p:nvPr/>
        </p:nvGrpSpPr>
        <p:grpSpPr>
          <a:xfrm>
            <a:off x="8808415" y="5135706"/>
            <a:ext cx="721206" cy="609701"/>
            <a:chOff x="6271424" y="5012622"/>
            <a:chExt cx="871904" cy="748695"/>
          </a:xfrm>
        </p:grpSpPr>
        <p:sp>
          <p:nvSpPr>
            <p:cNvPr id="547" name="Rectangle 546">
              <a:hlinkHover r:id="" action="ppaction://noaction" highlightClick="1"/>
              <a:extLst>
                <a:ext uri="{FF2B5EF4-FFF2-40B4-BE49-F238E27FC236}">
                  <a16:creationId xmlns:a16="http://schemas.microsoft.com/office/drawing/2014/main" id="{700C2793-EAEC-13D0-1B5C-0D9AF7304103}"/>
                </a:ext>
              </a:extLst>
            </p:cNvPr>
            <p:cNvSpPr/>
            <p:nvPr/>
          </p:nvSpPr>
          <p:spPr>
            <a:xfrm>
              <a:off x="627142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548" name="Oval 547">
              <a:extLst>
                <a:ext uri="{FF2B5EF4-FFF2-40B4-BE49-F238E27FC236}">
                  <a16:creationId xmlns:a16="http://schemas.microsoft.com/office/drawing/2014/main" id="{18DC8503-89D9-9CFF-93E6-9CA6A8065C5E}"/>
                </a:ext>
              </a:extLst>
            </p:cNvPr>
            <p:cNvSpPr/>
            <p:nvPr/>
          </p:nvSpPr>
          <p:spPr>
            <a:xfrm>
              <a:off x="6967630"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9" name="Isosceles Triangle 648">
              <a:extLst>
                <a:ext uri="{FF2B5EF4-FFF2-40B4-BE49-F238E27FC236}">
                  <a16:creationId xmlns:a16="http://schemas.microsoft.com/office/drawing/2014/main" id="{BEC98CDB-CD26-9382-6635-665FED3234B6}"/>
                </a:ext>
              </a:extLst>
            </p:cNvPr>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64" name="Group 563">
            <a:extLst>
              <a:ext uri="{FF2B5EF4-FFF2-40B4-BE49-F238E27FC236}">
                <a16:creationId xmlns:a16="http://schemas.microsoft.com/office/drawing/2014/main" id="{1CCCD509-4375-3914-ABAD-4A6D1679902E}"/>
              </a:ext>
            </a:extLst>
          </p:cNvPr>
          <p:cNvGrpSpPr/>
          <p:nvPr/>
        </p:nvGrpSpPr>
        <p:grpSpPr>
          <a:xfrm>
            <a:off x="7957577" y="1532276"/>
            <a:ext cx="721206" cy="609701"/>
            <a:chOff x="9244679" y="1729815"/>
            <a:chExt cx="871904" cy="748695"/>
          </a:xfrm>
        </p:grpSpPr>
        <p:sp>
          <p:nvSpPr>
            <p:cNvPr id="565" name="Rectangle 564">
              <a:hlinkHover r:id="" action="ppaction://noaction" highlightClick="1"/>
              <a:extLst>
                <a:ext uri="{FF2B5EF4-FFF2-40B4-BE49-F238E27FC236}">
                  <a16:creationId xmlns:a16="http://schemas.microsoft.com/office/drawing/2014/main" id="{9B248315-C5B8-8FE2-31A3-4B8C6D344257}"/>
                </a:ext>
              </a:extLst>
            </p:cNvPr>
            <p:cNvSpPr/>
            <p:nvPr/>
          </p:nvSpPr>
          <p:spPr>
            <a:xfrm>
              <a:off x="9244679" y="1729815"/>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566" name="Rectangle 565">
              <a:extLst>
                <a:ext uri="{FF2B5EF4-FFF2-40B4-BE49-F238E27FC236}">
                  <a16:creationId xmlns:a16="http://schemas.microsoft.com/office/drawing/2014/main" id="{2ABF934C-F742-16DB-A055-C2429282AE0C}"/>
                </a:ext>
              </a:extLst>
            </p:cNvPr>
            <p:cNvSpPr/>
            <p:nvPr/>
          </p:nvSpPr>
          <p:spPr>
            <a:xfrm flipV="1">
              <a:off x="99870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7" name="Oval 15">
              <a:extLst>
                <a:ext uri="{FF2B5EF4-FFF2-40B4-BE49-F238E27FC236}">
                  <a16:creationId xmlns:a16="http://schemas.microsoft.com/office/drawing/2014/main" id="{5A99175F-DAF3-BA76-8E7B-DDFAD9085CEA}"/>
                </a:ext>
              </a:extLst>
            </p:cNvPr>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68" name="Straight Connector 567">
              <a:extLst>
                <a:ext uri="{FF2B5EF4-FFF2-40B4-BE49-F238E27FC236}">
                  <a16:creationId xmlns:a16="http://schemas.microsoft.com/office/drawing/2014/main" id="{2DEE2CBE-C0A2-50F7-1CDA-E93A5DC7F44B}"/>
                </a:ext>
              </a:extLst>
            </p:cNvPr>
            <p:cNvCxnSpPr>
              <a:cxnSpLocks/>
              <a:stCxn id="567" idx="0"/>
            </p:cNvCxnSpPr>
            <p:nvPr/>
          </p:nvCxnSpPr>
          <p:spPr>
            <a:xfrm flipV="1">
              <a:off x="100270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69" name="Straight Connector 568">
              <a:extLst>
                <a:ext uri="{FF2B5EF4-FFF2-40B4-BE49-F238E27FC236}">
                  <a16:creationId xmlns:a16="http://schemas.microsoft.com/office/drawing/2014/main" id="{7455596B-DC93-353F-B6ED-6772B79A2F88}"/>
                </a:ext>
              </a:extLst>
            </p:cNvPr>
            <p:cNvCxnSpPr>
              <a:cxnSpLocks/>
            </p:cNvCxnSpPr>
            <p:nvPr/>
          </p:nvCxnSpPr>
          <p:spPr>
            <a:xfrm>
              <a:off x="100339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70" name="Group 569">
            <a:extLst>
              <a:ext uri="{FF2B5EF4-FFF2-40B4-BE49-F238E27FC236}">
                <a16:creationId xmlns:a16="http://schemas.microsoft.com/office/drawing/2014/main" id="{CB1A4571-116C-0FD2-D6CC-7092A4AB35C0}"/>
              </a:ext>
            </a:extLst>
          </p:cNvPr>
          <p:cNvGrpSpPr/>
          <p:nvPr/>
        </p:nvGrpSpPr>
        <p:grpSpPr>
          <a:xfrm>
            <a:off x="9656908" y="1532276"/>
            <a:ext cx="721206" cy="609701"/>
            <a:chOff x="11226844" y="1729816"/>
            <a:chExt cx="871904" cy="748695"/>
          </a:xfrm>
        </p:grpSpPr>
        <p:sp>
          <p:nvSpPr>
            <p:cNvPr id="571" name="Rectangle 570">
              <a:extLst>
                <a:ext uri="{FF2B5EF4-FFF2-40B4-BE49-F238E27FC236}">
                  <a16:creationId xmlns:a16="http://schemas.microsoft.com/office/drawing/2014/main" id="{2034A395-D18F-E04D-ADDE-DE65C44B9118}"/>
                </a:ext>
              </a:extLst>
            </p:cNvPr>
            <p:cNvSpPr/>
            <p:nvPr/>
          </p:nvSpPr>
          <p:spPr>
            <a:xfrm>
              <a:off x="1122684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72" name="Rectangle 571">
              <a:extLst>
                <a:ext uri="{FF2B5EF4-FFF2-40B4-BE49-F238E27FC236}">
                  <a16:creationId xmlns:a16="http://schemas.microsoft.com/office/drawing/2014/main" id="{95500BB2-7530-F049-99A0-EF28CAD4955C}"/>
                </a:ext>
              </a:extLst>
            </p:cNvPr>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3" name="Oval 15">
              <a:extLst>
                <a:ext uri="{FF2B5EF4-FFF2-40B4-BE49-F238E27FC236}">
                  <a16:creationId xmlns:a16="http://schemas.microsoft.com/office/drawing/2014/main" id="{D282266D-5469-841B-3B27-D7FC435F49BC}"/>
                </a:ext>
              </a:extLst>
            </p:cNvPr>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74" name="Straight Connector 573">
              <a:extLst>
                <a:ext uri="{FF2B5EF4-FFF2-40B4-BE49-F238E27FC236}">
                  <a16:creationId xmlns:a16="http://schemas.microsoft.com/office/drawing/2014/main" id="{8CC76AFA-2C6A-AEE7-6806-4CA478938BF7}"/>
                </a:ext>
              </a:extLst>
            </p:cNvPr>
            <p:cNvCxnSpPr>
              <a:cxnSpLocks/>
              <a:stCxn id="573"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75" name="Straight Connector 574">
              <a:extLst>
                <a:ext uri="{FF2B5EF4-FFF2-40B4-BE49-F238E27FC236}">
                  <a16:creationId xmlns:a16="http://schemas.microsoft.com/office/drawing/2014/main" id="{6EA217AE-04E1-52CD-DDC7-499F01F38EF8}"/>
                </a:ext>
              </a:extLst>
            </p:cNvPr>
            <p:cNvCxnSpPr>
              <a:cxnSpLocks/>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04" name="Group 603">
            <a:extLst>
              <a:ext uri="{FF2B5EF4-FFF2-40B4-BE49-F238E27FC236}">
                <a16:creationId xmlns:a16="http://schemas.microsoft.com/office/drawing/2014/main" id="{975D9523-E3F3-AF57-CA02-44B8088F893E}"/>
              </a:ext>
            </a:extLst>
          </p:cNvPr>
          <p:cNvGrpSpPr/>
          <p:nvPr/>
        </p:nvGrpSpPr>
        <p:grpSpPr>
          <a:xfrm>
            <a:off x="11356238" y="811556"/>
            <a:ext cx="721206" cy="609701"/>
            <a:chOff x="11226844" y="88412"/>
            <a:chExt cx="871904" cy="748695"/>
          </a:xfrm>
        </p:grpSpPr>
        <p:sp>
          <p:nvSpPr>
            <p:cNvPr id="605" name="Rectangle 604">
              <a:hlinkHover r:id="" action="ppaction://noaction" highlightClick="1"/>
              <a:extLst>
                <a:ext uri="{FF2B5EF4-FFF2-40B4-BE49-F238E27FC236}">
                  <a16:creationId xmlns:a16="http://schemas.microsoft.com/office/drawing/2014/main" id="{07900BB3-23B9-1632-99CF-5FB7426FCB31}"/>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606" name="Oval 605">
              <a:extLst>
                <a:ext uri="{FF2B5EF4-FFF2-40B4-BE49-F238E27FC236}">
                  <a16:creationId xmlns:a16="http://schemas.microsoft.com/office/drawing/2014/main" id="{D954E010-91E9-FE9C-AAD6-825BF7F46B88}"/>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7" name="Isosceles Triangle 648">
              <a:extLst>
                <a:ext uri="{FF2B5EF4-FFF2-40B4-BE49-F238E27FC236}">
                  <a16:creationId xmlns:a16="http://schemas.microsoft.com/office/drawing/2014/main" id="{D01E7DA8-BB13-673E-CAA5-7949DA6EB21D}"/>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08" name="Group 607">
            <a:extLst>
              <a:ext uri="{FF2B5EF4-FFF2-40B4-BE49-F238E27FC236}">
                <a16:creationId xmlns:a16="http://schemas.microsoft.com/office/drawing/2014/main" id="{3DC0E09E-4867-D20E-C4CD-72CEC8181EEB}"/>
              </a:ext>
            </a:extLst>
          </p:cNvPr>
          <p:cNvGrpSpPr/>
          <p:nvPr/>
        </p:nvGrpSpPr>
        <p:grpSpPr>
          <a:xfrm>
            <a:off x="8807242" y="811556"/>
            <a:ext cx="721206" cy="609701"/>
            <a:chOff x="10235764" y="909114"/>
            <a:chExt cx="871904" cy="748695"/>
          </a:xfrm>
        </p:grpSpPr>
        <p:sp>
          <p:nvSpPr>
            <p:cNvPr id="609" name="Rectangle 608">
              <a:hlinkHover r:id="" action="ppaction://noaction" highlightClick="1"/>
              <a:extLst>
                <a:ext uri="{FF2B5EF4-FFF2-40B4-BE49-F238E27FC236}">
                  <a16:creationId xmlns:a16="http://schemas.microsoft.com/office/drawing/2014/main" id="{85367F5D-AEE7-75CB-F414-A46CC90AB597}"/>
                </a:ext>
              </a:extLst>
            </p:cNvPr>
            <p:cNvSpPr/>
            <p:nvPr/>
          </p:nvSpPr>
          <p:spPr>
            <a:xfrm>
              <a:off x="10235764" y="909114"/>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610" name="Diamond 609">
              <a:extLst>
                <a:ext uri="{FF2B5EF4-FFF2-40B4-BE49-F238E27FC236}">
                  <a16:creationId xmlns:a16="http://schemas.microsoft.com/office/drawing/2014/main" id="{3055CA7F-CA21-E2B6-1562-12A6265F2067}"/>
                </a:ext>
              </a:extLst>
            </p:cNvPr>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1" name="Oval 610">
              <a:extLst>
                <a:ext uri="{FF2B5EF4-FFF2-40B4-BE49-F238E27FC236}">
                  <a16:creationId xmlns:a16="http://schemas.microsoft.com/office/drawing/2014/main" id="{56DDA37E-F61C-8FBF-1BE1-2177AA56415A}"/>
                </a:ext>
              </a:extLst>
            </p:cNvPr>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12" name="Group 611">
            <a:extLst>
              <a:ext uri="{FF2B5EF4-FFF2-40B4-BE49-F238E27FC236}">
                <a16:creationId xmlns:a16="http://schemas.microsoft.com/office/drawing/2014/main" id="{B319D1DF-5DD4-4530-2995-475107815142}"/>
              </a:ext>
            </a:extLst>
          </p:cNvPr>
          <p:cNvGrpSpPr/>
          <p:nvPr/>
        </p:nvGrpSpPr>
        <p:grpSpPr>
          <a:xfrm>
            <a:off x="8808415" y="3705984"/>
            <a:ext cx="721206" cy="609701"/>
            <a:chOff x="10235764" y="1729816"/>
            <a:chExt cx="871904" cy="748695"/>
          </a:xfrm>
        </p:grpSpPr>
        <p:sp>
          <p:nvSpPr>
            <p:cNvPr id="613" name="Rectangle 612">
              <a:hlinkHover r:id="" action="ppaction://noaction" highlightClick="1"/>
              <a:extLst>
                <a:ext uri="{FF2B5EF4-FFF2-40B4-BE49-F238E27FC236}">
                  <a16:creationId xmlns:a16="http://schemas.microsoft.com/office/drawing/2014/main" id="{E8D148DE-7A47-E4CD-B9B6-29AE9E5FB8B2}"/>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614" name="Oval 613">
              <a:extLst>
                <a:ext uri="{FF2B5EF4-FFF2-40B4-BE49-F238E27FC236}">
                  <a16:creationId xmlns:a16="http://schemas.microsoft.com/office/drawing/2014/main" id="{7AAF1FCF-2C38-BE25-F12C-8B4ABF7085A2}"/>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5" name="Isosceles Triangle 648">
              <a:extLst>
                <a:ext uri="{FF2B5EF4-FFF2-40B4-BE49-F238E27FC236}">
                  <a16:creationId xmlns:a16="http://schemas.microsoft.com/office/drawing/2014/main" id="{D7D4DE2C-95E9-8368-66A1-F677FE36944F}"/>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16" name="Group 615">
            <a:extLst>
              <a:ext uri="{FF2B5EF4-FFF2-40B4-BE49-F238E27FC236}">
                <a16:creationId xmlns:a16="http://schemas.microsoft.com/office/drawing/2014/main" id="{6CEE2187-12A2-24A3-CDD9-1C6BE48EE0D6}"/>
              </a:ext>
            </a:extLst>
          </p:cNvPr>
          <p:cNvGrpSpPr/>
          <p:nvPr/>
        </p:nvGrpSpPr>
        <p:grpSpPr>
          <a:xfrm>
            <a:off x="431659" y="90836"/>
            <a:ext cx="721206" cy="609701"/>
            <a:chOff x="325745" y="88412"/>
            <a:chExt cx="871904" cy="748695"/>
          </a:xfrm>
        </p:grpSpPr>
        <p:sp>
          <p:nvSpPr>
            <p:cNvPr id="617" name="Rectangle 616">
              <a:extLst>
                <a:ext uri="{FF2B5EF4-FFF2-40B4-BE49-F238E27FC236}">
                  <a16:creationId xmlns:a16="http://schemas.microsoft.com/office/drawing/2014/main" id="{D4DB5696-DB8A-8C99-2F31-40521144A998}"/>
                </a:ext>
              </a:extLst>
            </p:cNvPr>
            <p:cNvSpPr/>
            <p:nvPr/>
          </p:nvSpPr>
          <p:spPr>
            <a:xfrm>
              <a:off x="325745"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618" name="Rectangle 617">
              <a:extLst>
                <a:ext uri="{FF2B5EF4-FFF2-40B4-BE49-F238E27FC236}">
                  <a16:creationId xmlns:a16="http://schemas.microsoft.com/office/drawing/2014/main" id="{A3EEE5D8-A678-8D4E-45AF-E04149CA308E}"/>
                </a:ext>
              </a:extLst>
            </p:cNvPr>
            <p:cNvSpPr/>
            <p:nvPr/>
          </p:nvSpPr>
          <p:spPr>
            <a:xfrm flipV="1">
              <a:off x="1076521" y="88412"/>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9" name="Oval 15">
              <a:extLst>
                <a:ext uri="{FF2B5EF4-FFF2-40B4-BE49-F238E27FC236}">
                  <a16:creationId xmlns:a16="http://schemas.microsoft.com/office/drawing/2014/main" id="{51CC4484-32E7-2800-4732-F4FFE064C729}"/>
                </a:ext>
              </a:extLst>
            </p:cNvPr>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20" name="Straight Connector 619">
              <a:extLst>
                <a:ext uri="{FF2B5EF4-FFF2-40B4-BE49-F238E27FC236}">
                  <a16:creationId xmlns:a16="http://schemas.microsoft.com/office/drawing/2014/main" id="{396AB432-9D5B-8338-1BC5-6F556068607C}"/>
                </a:ext>
              </a:extLst>
            </p:cNvPr>
            <p:cNvCxnSpPr>
              <a:cxnSpLocks/>
              <a:stCxn id="619" idx="0"/>
            </p:cNvCxnSpPr>
            <p:nvPr/>
          </p:nvCxnSpPr>
          <p:spPr>
            <a:xfrm flipV="1">
              <a:off x="1116520" y="105005"/>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21" name="Straight Connector 620">
              <a:extLst>
                <a:ext uri="{FF2B5EF4-FFF2-40B4-BE49-F238E27FC236}">
                  <a16:creationId xmlns:a16="http://schemas.microsoft.com/office/drawing/2014/main" id="{8D07D12F-4C6B-712F-F06C-8CE8AAFD5C41}"/>
                </a:ext>
              </a:extLst>
            </p:cNvPr>
            <p:cNvCxnSpPr>
              <a:cxnSpLocks/>
            </p:cNvCxnSpPr>
            <p:nvPr/>
          </p:nvCxnSpPr>
          <p:spPr>
            <a:xfrm>
              <a:off x="1123434" y="105005"/>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22" name="Group 621">
            <a:extLst>
              <a:ext uri="{FF2B5EF4-FFF2-40B4-BE49-F238E27FC236}">
                <a16:creationId xmlns:a16="http://schemas.microsoft.com/office/drawing/2014/main" id="{DC7D18D4-7787-8E3D-63F2-42824B162DA7}"/>
              </a:ext>
            </a:extLst>
          </p:cNvPr>
          <p:cNvGrpSpPr/>
          <p:nvPr/>
        </p:nvGrpSpPr>
        <p:grpSpPr>
          <a:xfrm>
            <a:off x="1267284" y="90836"/>
            <a:ext cx="721206" cy="609701"/>
            <a:chOff x="1315999" y="88412"/>
            <a:chExt cx="871904" cy="748695"/>
          </a:xfrm>
        </p:grpSpPr>
        <p:sp>
          <p:nvSpPr>
            <p:cNvPr id="623" name="Rectangle 622">
              <a:extLst>
                <a:ext uri="{FF2B5EF4-FFF2-40B4-BE49-F238E27FC236}">
                  <a16:creationId xmlns:a16="http://schemas.microsoft.com/office/drawing/2014/main" id="{9FE17192-665D-AE27-DA55-F43CAE9FDB22}"/>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624" name="Rectangle 623">
              <a:extLst>
                <a:ext uri="{FF2B5EF4-FFF2-40B4-BE49-F238E27FC236}">
                  <a16:creationId xmlns:a16="http://schemas.microsoft.com/office/drawing/2014/main" id="{6588A0D7-65C4-DEC5-7145-09EC8CBE18FA}"/>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5" name="Oval 15">
              <a:extLst>
                <a:ext uri="{FF2B5EF4-FFF2-40B4-BE49-F238E27FC236}">
                  <a16:creationId xmlns:a16="http://schemas.microsoft.com/office/drawing/2014/main" id="{13EC3147-2670-1AB8-2B71-1A53B1C824EE}"/>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26" name="Straight Connector 625">
              <a:extLst>
                <a:ext uri="{FF2B5EF4-FFF2-40B4-BE49-F238E27FC236}">
                  <a16:creationId xmlns:a16="http://schemas.microsoft.com/office/drawing/2014/main" id="{4744F5A5-B406-607A-495E-B2F91EDBF565}"/>
                </a:ext>
              </a:extLst>
            </p:cNvPr>
            <p:cNvCxnSpPr>
              <a:cxnSpLocks/>
              <a:stCxn id="625"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27" name="Straight Connector 626">
              <a:extLst>
                <a:ext uri="{FF2B5EF4-FFF2-40B4-BE49-F238E27FC236}">
                  <a16:creationId xmlns:a16="http://schemas.microsoft.com/office/drawing/2014/main" id="{337BAB60-DF13-99E9-8494-A325072C44EE}"/>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28" name="Group 627">
            <a:extLst>
              <a:ext uri="{FF2B5EF4-FFF2-40B4-BE49-F238E27FC236}">
                <a16:creationId xmlns:a16="http://schemas.microsoft.com/office/drawing/2014/main" id="{E8AEBCC0-53FE-E12F-BD60-47832C096CF0}"/>
              </a:ext>
            </a:extLst>
          </p:cNvPr>
          <p:cNvGrpSpPr/>
          <p:nvPr/>
        </p:nvGrpSpPr>
        <p:grpSpPr>
          <a:xfrm>
            <a:off x="2102909" y="90836"/>
            <a:ext cx="721206" cy="609701"/>
            <a:chOff x="1315999" y="88412"/>
            <a:chExt cx="871904" cy="748695"/>
          </a:xfrm>
        </p:grpSpPr>
        <p:sp>
          <p:nvSpPr>
            <p:cNvPr id="629" name="Rectangle 628">
              <a:extLst>
                <a:ext uri="{FF2B5EF4-FFF2-40B4-BE49-F238E27FC236}">
                  <a16:creationId xmlns:a16="http://schemas.microsoft.com/office/drawing/2014/main" id="{160BABE0-50D8-7D07-DF51-32B3876B1464}"/>
                </a:ext>
              </a:extLst>
            </p:cNvPr>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630" name="Rectangle 629">
              <a:extLst>
                <a:ext uri="{FF2B5EF4-FFF2-40B4-BE49-F238E27FC236}">
                  <a16:creationId xmlns:a16="http://schemas.microsoft.com/office/drawing/2014/main" id="{9BC1B86C-2AA6-68DA-C8C4-FFCF6BC11EA4}"/>
                </a:ext>
              </a:extLst>
            </p:cNvPr>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1" name="Oval 15">
              <a:extLst>
                <a:ext uri="{FF2B5EF4-FFF2-40B4-BE49-F238E27FC236}">
                  <a16:creationId xmlns:a16="http://schemas.microsoft.com/office/drawing/2014/main" id="{5CA4483F-D1E3-92EE-FCFE-28E4D3BCA5AA}"/>
                </a:ext>
              </a:extLst>
            </p:cNvPr>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32" name="Straight Connector 631">
              <a:extLst>
                <a:ext uri="{FF2B5EF4-FFF2-40B4-BE49-F238E27FC236}">
                  <a16:creationId xmlns:a16="http://schemas.microsoft.com/office/drawing/2014/main" id="{3555511C-789B-39C3-4069-F40EADBC0ED3}"/>
                </a:ext>
              </a:extLst>
            </p:cNvPr>
            <p:cNvCxnSpPr>
              <a:cxnSpLocks/>
              <a:stCxn id="631"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33" name="Straight Connector 632">
              <a:extLst>
                <a:ext uri="{FF2B5EF4-FFF2-40B4-BE49-F238E27FC236}">
                  <a16:creationId xmlns:a16="http://schemas.microsoft.com/office/drawing/2014/main" id="{82984BF2-8E49-BDCB-AE15-604CDA5DB822}"/>
                </a:ext>
              </a:extLst>
            </p:cNvPr>
            <p:cNvCxnSpPr>
              <a:cxnSpLocks/>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34" name="Group 633">
            <a:extLst>
              <a:ext uri="{FF2B5EF4-FFF2-40B4-BE49-F238E27FC236}">
                <a16:creationId xmlns:a16="http://schemas.microsoft.com/office/drawing/2014/main" id="{FFA6785A-327E-95C5-37D3-2432809B32D2}"/>
              </a:ext>
            </a:extLst>
          </p:cNvPr>
          <p:cNvGrpSpPr/>
          <p:nvPr/>
        </p:nvGrpSpPr>
        <p:grpSpPr>
          <a:xfrm>
            <a:off x="1269622" y="4419620"/>
            <a:ext cx="721206" cy="609701"/>
            <a:chOff x="4289254" y="5012622"/>
            <a:chExt cx="871904" cy="748695"/>
          </a:xfrm>
        </p:grpSpPr>
        <p:sp>
          <p:nvSpPr>
            <p:cNvPr id="635" name="Rectangle 634">
              <a:extLst>
                <a:ext uri="{FF2B5EF4-FFF2-40B4-BE49-F238E27FC236}">
                  <a16:creationId xmlns:a16="http://schemas.microsoft.com/office/drawing/2014/main" id="{C682029A-8458-9FF6-2FED-A8473C2AA216}"/>
                </a:ext>
              </a:extLst>
            </p:cNvPr>
            <p:cNvSpPr/>
            <p:nvPr/>
          </p:nvSpPr>
          <p:spPr>
            <a:xfrm>
              <a:off x="4289254"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636" name="Cylinder 635">
              <a:extLst>
                <a:ext uri="{FF2B5EF4-FFF2-40B4-BE49-F238E27FC236}">
                  <a16:creationId xmlns:a16="http://schemas.microsoft.com/office/drawing/2014/main" id="{0D659FCC-2E72-DBCE-3D43-B0FC84A04F05}"/>
                </a:ext>
              </a:extLst>
            </p:cNvPr>
            <p:cNvSpPr/>
            <p:nvPr/>
          </p:nvSpPr>
          <p:spPr>
            <a:xfrm>
              <a:off x="5072324"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37" name="Group 636">
            <a:extLst>
              <a:ext uri="{FF2B5EF4-FFF2-40B4-BE49-F238E27FC236}">
                <a16:creationId xmlns:a16="http://schemas.microsoft.com/office/drawing/2014/main" id="{2700E493-7DFD-ECFE-8C23-2EC9E2A31CD6}"/>
              </a:ext>
            </a:extLst>
          </p:cNvPr>
          <p:cNvGrpSpPr/>
          <p:nvPr/>
        </p:nvGrpSpPr>
        <p:grpSpPr>
          <a:xfrm>
            <a:off x="432838" y="4419620"/>
            <a:ext cx="721206" cy="609701"/>
            <a:chOff x="3298169" y="5012622"/>
            <a:chExt cx="871904" cy="748695"/>
          </a:xfrm>
        </p:grpSpPr>
        <p:sp>
          <p:nvSpPr>
            <p:cNvPr id="638" name="Rectangle 637">
              <a:extLst>
                <a:ext uri="{FF2B5EF4-FFF2-40B4-BE49-F238E27FC236}">
                  <a16:creationId xmlns:a16="http://schemas.microsoft.com/office/drawing/2014/main" id="{3B552443-F4C3-73AA-B86B-5D6378FBC2E7}"/>
                </a:ext>
              </a:extLst>
            </p:cNvPr>
            <p:cNvSpPr/>
            <p:nvPr/>
          </p:nvSpPr>
          <p:spPr>
            <a:xfrm>
              <a:off x="3298169"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639" name="Cylinder 638">
              <a:extLst>
                <a:ext uri="{FF2B5EF4-FFF2-40B4-BE49-F238E27FC236}">
                  <a16:creationId xmlns:a16="http://schemas.microsoft.com/office/drawing/2014/main" id="{99414288-07EB-BB1E-1BEA-8E14A386D5F0}"/>
                </a:ext>
              </a:extLst>
            </p:cNvPr>
            <p:cNvSpPr/>
            <p:nvPr/>
          </p:nvSpPr>
          <p:spPr>
            <a:xfrm>
              <a:off x="4081239"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40" name="Group 639">
            <a:extLst>
              <a:ext uri="{FF2B5EF4-FFF2-40B4-BE49-F238E27FC236}">
                <a16:creationId xmlns:a16="http://schemas.microsoft.com/office/drawing/2014/main" id="{F5276C9F-F52C-890D-1DEB-B32EE894B3B4}"/>
              </a:ext>
            </a:extLst>
          </p:cNvPr>
          <p:cNvGrpSpPr/>
          <p:nvPr/>
        </p:nvGrpSpPr>
        <p:grpSpPr>
          <a:xfrm>
            <a:off x="1268463" y="5141013"/>
            <a:ext cx="721206" cy="609701"/>
            <a:chOff x="4289254" y="4191922"/>
            <a:chExt cx="871904" cy="748695"/>
          </a:xfrm>
        </p:grpSpPr>
        <p:sp>
          <p:nvSpPr>
            <p:cNvPr id="641" name="Rectangle 640">
              <a:extLst>
                <a:ext uri="{FF2B5EF4-FFF2-40B4-BE49-F238E27FC236}">
                  <a16:creationId xmlns:a16="http://schemas.microsoft.com/office/drawing/2014/main" id="{D1644CA6-8AEB-1538-0B9E-AE58D2B626D3}"/>
                </a:ext>
              </a:extLst>
            </p:cNvPr>
            <p:cNvSpPr/>
            <p:nvPr/>
          </p:nvSpPr>
          <p:spPr>
            <a:xfrm>
              <a:off x="4289254"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642" name="Cylinder 641">
              <a:extLst>
                <a:ext uri="{FF2B5EF4-FFF2-40B4-BE49-F238E27FC236}">
                  <a16:creationId xmlns:a16="http://schemas.microsoft.com/office/drawing/2014/main" id="{5DDBF976-F292-5FD5-0BCD-5463142D43C0}"/>
                </a:ext>
              </a:extLst>
            </p:cNvPr>
            <p:cNvSpPr/>
            <p:nvPr/>
          </p:nvSpPr>
          <p:spPr>
            <a:xfrm>
              <a:off x="5072324"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43" name="Group 642">
            <a:extLst>
              <a:ext uri="{FF2B5EF4-FFF2-40B4-BE49-F238E27FC236}">
                <a16:creationId xmlns:a16="http://schemas.microsoft.com/office/drawing/2014/main" id="{BB41163D-9C8E-035D-503D-64A7726836F7}"/>
              </a:ext>
            </a:extLst>
          </p:cNvPr>
          <p:cNvGrpSpPr/>
          <p:nvPr/>
        </p:nvGrpSpPr>
        <p:grpSpPr>
          <a:xfrm>
            <a:off x="431294" y="5141013"/>
            <a:ext cx="721206" cy="609701"/>
            <a:chOff x="3298169" y="4191922"/>
            <a:chExt cx="871904" cy="748695"/>
          </a:xfrm>
        </p:grpSpPr>
        <p:sp>
          <p:nvSpPr>
            <p:cNvPr id="644" name="Rectangle 643">
              <a:extLst>
                <a:ext uri="{FF2B5EF4-FFF2-40B4-BE49-F238E27FC236}">
                  <a16:creationId xmlns:a16="http://schemas.microsoft.com/office/drawing/2014/main" id="{6392411D-D058-87B1-8DC1-4B52E71FC28D}"/>
                </a:ext>
              </a:extLst>
            </p:cNvPr>
            <p:cNvSpPr/>
            <p:nvPr/>
          </p:nvSpPr>
          <p:spPr>
            <a:xfrm>
              <a:off x="3298169"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645" name="Cylinder 644">
              <a:extLst>
                <a:ext uri="{FF2B5EF4-FFF2-40B4-BE49-F238E27FC236}">
                  <a16:creationId xmlns:a16="http://schemas.microsoft.com/office/drawing/2014/main" id="{4907A4B4-F7F5-C721-D0DB-C91C01CE5A0E}"/>
                </a:ext>
              </a:extLst>
            </p:cNvPr>
            <p:cNvSpPr/>
            <p:nvPr/>
          </p:nvSpPr>
          <p:spPr>
            <a:xfrm>
              <a:off x="4081239"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46" name="Group 645">
            <a:extLst>
              <a:ext uri="{FF2B5EF4-FFF2-40B4-BE49-F238E27FC236}">
                <a16:creationId xmlns:a16="http://schemas.microsoft.com/office/drawing/2014/main" id="{D71E9AE4-7310-A0C3-B581-E5E378B36071}"/>
              </a:ext>
            </a:extLst>
          </p:cNvPr>
          <p:cNvGrpSpPr/>
          <p:nvPr/>
        </p:nvGrpSpPr>
        <p:grpSpPr>
          <a:xfrm>
            <a:off x="431659" y="3698227"/>
            <a:ext cx="721206" cy="609701"/>
            <a:chOff x="1315999" y="3370808"/>
            <a:chExt cx="871904" cy="748695"/>
          </a:xfrm>
        </p:grpSpPr>
        <p:sp>
          <p:nvSpPr>
            <p:cNvPr id="647" name="Rectangle 646">
              <a:extLst>
                <a:ext uri="{FF2B5EF4-FFF2-40B4-BE49-F238E27FC236}">
                  <a16:creationId xmlns:a16="http://schemas.microsoft.com/office/drawing/2014/main" id="{CD8BB6D9-A536-2D22-1663-EDE89E6AFD4F}"/>
                </a:ext>
              </a:extLst>
            </p:cNvPr>
            <p:cNvSpPr/>
            <p:nvPr/>
          </p:nvSpPr>
          <p:spPr>
            <a:xfrm>
              <a:off x="131599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648" name="Right Triangle 647">
              <a:extLst>
                <a:ext uri="{FF2B5EF4-FFF2-40B4-BE49-F238E27FC236}">
                  <a16:creationId xmlns:a16="http://schemas.microsoft.com/office/drawing/2014/main" id="{B2A8AA0A-904F-9609-0BA1-9B793FE0C7C5}"/>
                </a:ext>
              </a:extLst>
            </p:cNvPr>
            <p:cNvSpPr/>
            <p:nvPr/>
          </p:nvSpPr>
          <p:spPr>
            <a:xfrm rot="10800000">
              <a:off x="2046390"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9" name="Group 648">
              <a:extLst>
                <a:ext uri="{FF2B5EF4-FFF2-40B4-BE49-F238E27FC236}">
                  <a16:creationId xmlns:a16="http://schemas.microsoft.com/office/drawing/2014/main" id="{01BB288D-EFCD-AAB4-133D-D9DF88E6C3BA}"/>
                </a:ext>
              </a:extLst>
            </p:cNvPr>
            <p:cNvGrpSpPr/>
            <p:nvPr/>
          </p:nvGrpSpPr>
          <p:grpSpPr>
            <a:xfrm>
              <a:off x="2126717" y="3380672"/>
              <a:ext cx="45719" cy="75385"/>
              <a:chOff x="3883481" y="2057400"/>
              <a:chExt cx="1608363" cy="2652031"/>
            </a:xfrm>
            <a:solidFill>
              <a:srgbClr val="A6A6A6"/>
            </a:solidFill>
          </p:grpSpPr>
          <p:sp>
            <p:nvSpPr>
              <p:cNvPr id="650" name="Oval 27">
                <a:extLst>
                  <a:ext uri="{FF2B5EF4-FFF2-40B4-BE49-F238E27FC236}">
                    <a16:creationId xmlns:a16="http://schemas.microsoft.com/office/drawing/2014/main" id="{897743BF-992E-E63C-973E-2547D3DA427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1" name="Oval 28">
                <a:extLst>
                  <a:ext uri="{FF2B5EF4-FFF2-40B4-BE49-F238E27FC236}">
                    <a16:creationId xmlns:a16="http://schemas.microsoft.com/office/drawing/2014/main" id="{F1D15568-2F71-7DCB-8395-332A6EC30A9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52" name="Group 651">
            <a:extLst>
              <a:ext uri="{FF2B5EF4-FFF2-40B4-BE49-F238E27FC236}">
                <a16:creationId xmlns:a16="http://schemas.microsoft.com/office/drawing/2014/main" id="{F4042E3D-E62F-E58D-E690-B441B773D471}"/>
              </a:ext>
            </a:extLst>
          </p:cNvPr>
          <p:cNvGrpSpPr/>
          <p:nvPr/>
        </p:nvGrpSpPr>
        <p:grpSpPr>
          <a:xfrm>
            <a:off x="2942396" y="3698227"/>
            <a:ext cx="721206" cy="609701"/>
            <a:chOff x="3298169" y="3370808"/>
            <a:chExt cx="871904" cy="748695"/>
          </a:xfrm>
        </p:grpSpPr>
        <p:sp>
          <p:nvSpPr>
            <p:cNvPr id="653" name="Rectangle 652">
              <a:extLst>
                <a:ext uri="{FF2B5EF4-FFF2-40B4-BE49-F238E27FC236}">
                  <a16:creationId xmlns:a16="http://schemas.microsoft.com/office/drawing/2014/main" id="{57EA4BA2-BF99-4D8C-6533-1DDA98205878}"/>
                </a:ext>
              </a:extLst>
            </p:cNvPr>
            <p:cNvSpPr/>
            <p:nvPr/>
          </p:nvSpPr>
          <p:spPr>
            <a:xfrm>
              <a:off x="329816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654" name="Right Triangle 653">
              <a:extLst>
                <a:ext uri="{FF2B5EF4-FFF2-40B4-BE49-F238E27FC236}">
                  <a16:creationId xmlns:a16="http://schemas.microsoft.com/office/drawing/2014/main" id="{48E6C18E-4567-EFCA-02D8-24DBA999BAF8}"/>
                </a:ext>
              </a:extLst>
            </p:cNvPr>
            <p:cNvSpPr/>
            <p:nvPr/>
          </p:nvSpPr>
          <p:spPr>
            <a:xfrm rot="10800000">
              <a:off x="4022248"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55" name="Group 654">
              <a:extLst>
                <a:ext uri="{FF2B5EF4-FFF2-40B4-BE49-F238E27FC236}">
                  <a16:creationId xmlns:a16="http://schemas.microsoft.com/office/drawing/2014/main" id="{0E5EC99A-7143-67FB-A18B-0ADC546939A2}"/>
                </a:ext>
              </a:extLst>
            </p:cNvPr>
            <p:cNvGrpSpPr/>
            <p:nvPr/>
          </p:nvGrpSpPr>
          <p:grpSpPr>
            <a:xfrm>
              <a:off x="4102575" y="3389004"/>
              <a:ext cx="45719" cy="75385"/>
              <a:chOff x="3883481" y="2057400"/>
              <a:chExt cx="1608363" cy="2652031"/>
            </a:xfrm>
            <a:solidFill>
              <a:srgbClr val="A6A6A6"/>
            </a:solidFill>
          </p:grpSpPr>
          <p:sp>
            <p:nvSpPr>
              <p:cNvPr id="656" name="Oval 27">
                <a:extLst>
                  <a:ext uri="{FF2B5EF4-FFF2-40B4-BE49-F238E27FC236}">
                    <a16:creationId xmlns:a16="http://schemas.microsoft.com/office/drawing/2014/main" id="{8D564E94-DA9A-8603-66A6-FF4C36763E1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7" name="Oval 28">
                <a:extLst>
                  <a:ext uri="{FF2B5EF4-FFF2-40B4-BE49-F238E27FC236}">
                    <a16:creationId xmlns:a16="http://schemas.microsoft.com/office/drawing/2014/main" id="{14023D42-6468-CED5-7894-5DD5F48CD22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74" name="Group 673">
            <a:extLst>
              <a:ext uri="{FF2B5EF4-FFF2-40B4-BE49-F238E27FC236}">
                <a16:creationId xmlns:a16="http://schemas.microsoft.com/office/drawing/2014/main" id="{1305638F-E4B9-FB35-93B8-B22CD674A5C1}"/>
              </a:ext>
            </a:extLst>
          </p:cNvPr>
          <p:cNvGrpSpPr/>
          <p:nvPr/>
        </p:nvGrpSpPr>
        <p:grpSpPr>
          <a:xfrm>
            <a:off x="2105709" y="3698227"/>
            <a:ext cx="721206" cy="610374"/>
            <a:chOff x="1315999" y="4191098"/>
            <a:chExt cx="871904" cy="749519"/>
          </a:xfrm>
        </p:grpSpPr>
        <p:sp>
          <p:nvSpPr>
            <p:cNvPr id="675" name="Rectangle 674">
              <a:extLst>
                <a:ext uri="{FF2B5EF4-FFF2-40B4-BE49-F238E27FC236}">
                  <a16:creationId xmlns:a16="http://schemas.microsoft.com/office/drawing/2014/main" id="{A61A2089-3953-2689-02E2-1ED10E502BCF}"/>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676" name="Right Triangle 675">
              <a:extLst>
                <a:ext uri="{FF2B5EF4-FFF2-40B4-BE49-F238E27FC236}">
                  <a16:creationId xmlns:a16="http://schemas.microsoft.com/office/drawing/2014/main" id="{8F5AF517-5247-F68B-C167-FED7B29211AB}"/>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77" name="Group 676">
              <a:extLst>
                <a:ext uri="{FF2B5EF4-FFF2-40B4-BE49-F238E27FC236}">
                  <a16:creationId xmlns:a16="http://schemas.microsoft.com/office/drawing/2014/main" id="{E73B28D3-9B00-2AE2-2104-624952FAC419}"/>
                </a:ext>
              </a:extLst>
            </p:cNvPr>
            <p:cNvGrpSpPr/>
            <p:nvPr/>
          </p:nvGrpSpPr>
          <p:grpSpPr>
            <a:xfrm>
              <a:off x="2126717" y="4198579"/>
              <a:ext cx="45719" cy="75385"/>
              <a:chOff x="3883481" y="2057400"/>
              <a:chExt cx="1608363" cy="2652031"/>
            </a:xfrm>
            <a:solidFill>
              <a:srgbClr val="A6A6A6"/>
            </a:solidFill>
          </p:grpSpPr>
          <p:sp>
            <p:nvSpPr>
              <p:cNvPr id="678" name="Oval 27">
                <a:extLst>
                  <a:ext uri="{FF2B5EF4-FFF2-40B4-BE49-F238E27FC236}">
                    <a16:creationId xmlns:a16="http://schemas.microsoft.com/office/drawing/2014/main" id="{FF1AA264-C474-249A-2519-961CF4D1C1D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9" name="Oval 28">
                <a:extLst>
                  <a:ext uri="{FF2B5EF4-FFF2-40B4-BE49-F238E27FC236}">
                    <a16:creationId xmlns:a16="http://schemas.microsoft.com/office/drawing/2014/main" id="{A3D47B16-87C9-6CAE-E33F-DF14DBEB1AB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80" name="Group 679">
            <a:extLst>
              <a:ext uri="{FF2B5EF4-FFF2-40B4-BE49-F238E27FC236}">
                <a16:creationId xmlns:a16="http://schemas.microsoft.com/office/drawing/2014/main" id="{CE640401-C91E-DA65-960C-17D06FA7A4B3}"/>
              </a:ext>
            </a:extLst>
          </p:cNvPr>
          <p:cNvGrpSpPr/>
          <p:nvPr/>
        </p:nvGrpSpPr>
        <p:grpSpPr>
          <a:xfrm>
            <a:off x="3778363" y="2253333"/>
            <a:ext cx="721206" cy="609701"/>
            <a:chOff x="5280339" y="2550516"/>
            <a:chExt cx="871904" cy="748695"/>
          </a:xfrm>
        </p:grpSpPr>
        <p:sp>
          <p:nvSpPr>
            <p:cNvPr id="681" name="Rectangle 680">
              <a:extLst>
                <a:ext uri="{FF2B5EF4-FFF2-40B4-BE49-F238E27FC236}">
                  <a16:creationId xmlns:a16="http://schemas.microsoft.com/office/drawing/2014/main" id="{5EF5855E-6FB5-C7C9-4A3E-AA6AD4AE6ACC}"/>
                </a:ext>
              </a:extLst>
            </p:cNvPr>
            <p:cNvSpPr/>
            <p:nvPr/>
          </p:nvSpPr>
          <p:spPr>
            <a:xfrm>
              <a:off x="5280339" y="25505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682" name="Rectangle 681">
              <a:extLst>
                <a:ext uri="{FF2B5EF4-FFF2-40B4-BE49-F238E27FC236}">
                  <a16:creationId xmlns:a16="http://schemas.microsoft.com/office/drawing/2014/main" id="{2ED19338-5939-3396-CD7C-B7A5261779A8}"/>
                </a:ext>
              </a:extLst>
            </p:cNvPr>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3" name="Oval 15">
              <a:extLst>
                <a:ext uri="{FF2B5EF4-FFF2-40B4-BE49-F238E27FC236}">
                  <a16:creationId xmlns:a16="http://schemas.microsoft.com/office/drawing/2014/main" id="{A1ACB452-BEDE-1C20-673A-1BE66C11801E}"/>
                </a:ext>
              </a:extLst>
            </p:cNvPr>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84" name="Straight Connector 683">
              <a:extLst>
                <a:ext uri="{FF2B5EF4-FFF2-40B4-BE49-F238E27FC236}">
                  <a16:creationId xmlns:a16="http://schemas.microsoft.com/office/drawing/2014/main" id="{0C00E052-EE55-F29B-7E2D-2E1DF7BF84E0}"/>
                </a:ext>
              </a:extLst>
            </p:cNvPr>
            <p:cNvCxnSpPr>
              <a:cxnSpLocks/>
              <a:stCxn id="683"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85" name="Straight Connector 684">
              <a:extLst>
                <a:ext uri="{FF2B5EF4-FFF2-40B4-BE49-F238E27FC236}">
                  <a16:creationId xmlns:a16="http://schemas.microsoft.com/office/drawing/2014/main" id="{B6093659-653E-1760-11B5-EA9333329C21}"/>
                </a:ext>
              </a:extLst>
            </p:cNvPr>
            <p:cNvCxnSpPr>
              <a:cxnSpLocks/>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686" name="Group 685">
            <a:extLst>
              <a:ext uri="{FF2B5EF4-FFF2-40B4-BE49-F238E27FC236}">
                <a16:creationId xmlns:a16="http://schemas.microsoft.com/office/drawing/2014/main" id="{C0D24CBD-0686-BCEE-7BF5-CB264E2B5850}"/>
              </a:ext>
            </a:extLst>
          </p:cNvPr>
          <p:cNvGrpSpPr/>
          <p:nvPr/>
        </p:nvGrpSpPr>
        <p:grpSpPr>
          <a:xfrm>
            <a:off x="1268842" y="2253333"/>
            <a:ext cx="721206" cy="609701"/>
            <a:chOff x="1315999" y="2560818"/>
            <a:chExt cx="871904" cy="748695"/>
          </a:xfrm>
        </p:grpSpPr>
        <p:sp>
          <p:nvSpPr>
            <p:cNvPr id="687" name="Rectangle 686">
              <a:extLst>
                <a:ext uri="{FF2B5EF4-FFF2-40B4-BE49-F238E27FC236}">
                  <a16:creationId xmlns:a16="http://schemas.microsoft.com/office/drawing/2014/main" id="{6C17C6D7-17EB-A1F5-E268-CDE95ED79725}"/>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688" name="Right Triangle 687">
              <a:extLst>
                <a:ext uri="{FF2B5EF4-FFF2-40B4-BE49-F238E27FC236}">
                  <a16:creationId xmlns:a16="http://schemas.microsoft.com/office/drawing/2014/main" id="{6894687B-B29A-CC35-0B45-AFC616E9931D}"/>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89" name="Group 688">
              <a:extLst>
                <a:ext uri="{FF2B5EF4-FFF2-40B4-BE49-F238E27FC236}">
                  <a16:creationId xmlns:a16="http://schemas.microsoft.com/office/drawing/2014/main" id="{9EC98906-0004-A58C-628D-EF66936069B8}"/>
                </a:ext>
              </a:extLst>
            </p:cNvPr>
            <p:cNvGrpSpPr/>
            <p:nvPr/>
          </p:nvGrpSpPr>
          <p:grpSpPr>
            <a:xfrm>
              <a:off x="2126717" y="2576032"/>
              <a:ext cx="45719" cy="75385"/>
              <a:chOff x="3883481" y="2057400"/>
              <a:chExt cx="1608363" cy="2652031"/>
            </a:xfrm>
            <a:solidFill>
              <a:srgbClr val="A6A6A6"/>
            </a:solidFill>
          </p:grpSpPr>
          <p:sp>
            <p:nvSpPr>
              <p:cNvPr id="690" name="Oval 27">
                <a:extLst>
                  <a:ext uri="{FF2B5EF4-FFF2-40B4-BE49-F238E27FC236}">
                    <a16:creationId xmlns:a16="http://schemas.microsoft.com/office/drawing/2014/main" id="{43B0DED6-4500-A1C7-5F2F-F8B2A94F064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1" name="Oval 28">
                <a:extLst>
                  <a:ext uri="{FF2B5EF4-FFF2-40B4-BE49-F238E27FC236}">
                    <a16:creationId xmlns:a16="http://schemas.microsoft.com/office/drawing/2014/main" id="{EAE98283-B6E9-8EDF-DBB4-83DE04BA7CB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92" name="Group 691">
            <a:extLst>
              <a:ext uri="{FF2B5EF4-FFF2-40B4-BE49-F238E27FC236}">
                <a16:creationId xmlns:a16="http://schemas.microsoft.com/office/drawing/2014/main" id="{1E3FB00F-C3A7-E9DA-4AA8-6D048D4E7DC9}"/>
              </a:ext>
            </a:extLst>
          </p:cNvPr>
          <p:cNvGrpSpPr/>
          <p:nvPr/>
        </p:nvGrpSpPr>
        <p:grpSpPr>
          <a:xfrm>
            <a:off x="2105349" y="2253333"/>
            <a:ext cx="721206" cy="609701"/>
            <a:chOff x="2307084" y="2560818"/>
            <a:chExt cx="871904" cy="748695"/>
          </a:xfrm>
        </p:grpSpPr>
        <p:sp>
          <p:nvSpPr>
            <p:cNvPr id="693" name="Rectangle 692">
              <a:extLst>
                <a:ext uri="{FF2B5EF4-FFF2-40B4-BE49-F238E27FC236}">
                  <a16:creationId xmlns:a16="http://schemas.microsoft.com/office/drawing/2014/main" id="{27E4CE0D-9933-F543-2F5E-3072EB340334}"/>
                </a:ext>
              </a:extLst>
            </p:cNvPr>
            <p:cNvSpPr/>
            <p:nvPr/>
          </p:nvSpPr>
          <p:spPr>
            <a:xfrm>
              <a:off x="230708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694" name="Right Triangle 693">
              <a:extLst>
                <a:ext uri="{FF2B5EF4-FFF2-40B4-BE49-F238E27FC236}">
                  <a16:creationId xmlns:a16="http://schemas.microsoft.com/office/drawing/2014/main" id="{9D871A05-3B79-E4F3-566B-4B76350D0F0D}"/>
                </a:ext>
              </a:extLst>
            </p:cNvPr>
            <p:cNvSpPr/>
            <p:nvPr/>
          </p:nvSpPr>
          <p:spPr>
            <a:xfrm rot="10800000">
              <a:off x="3031994"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5" name="Group 694">
              <a:extLst>
                <a:ext uri="{FF2B5EF4-FFF2-40B4-BE49-F238E27FC236}">
                  <a16:creationId xmlns:a16="http://schemas.microsoft.com/office/drawing/2014/main" id="{7858041C-A242-6BA3-445D-0AE7BE420228}"/>
                </a:ext>
              </a:extLst>
            </p:cNvPr>
            <p:cNvGrpSpPr/>
            <p:nvPr/>
          </p:nvGrpSpPr>
          <p:grpSpPr>
            <a:xfrm>
              <a:off x="3112321" y="2575860"/>
              <a:ext cx="45719" cy="75385"/>
              <a:chOff x="3883481" y="2057400"/>
              <a:chExt cx="1608363" cy="2652031"/>
            </a:xfrm>
            <a:solidFill>
              <a:srgbClr val="A6A6A6"/>
            </a:solidFill>
          </p:grpSpPr>
          <p:sp>
            <p:nvSpPr>
              <p:cNvPr id="696" name="Oval 27">
                <a:extLst>
                  <a:ext uri="{FF2B5EF4-FFF2-40B4-BE49-F238E27FC236}">
                    <a16:creationId xmlns:a16="http://schemas.microsoft.com/office/drawing/2014/main" id="{2D5748E7-0094-7C88-7BAF-2E57622D9A0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7" name="Oval 28">
                <a:extLst>
                  <a:ext uri="{FF2B5EF4-FFF2-40B4-BE49-F238E27FC236}">
                    <a16:creationId xmlns:a16="http://schemas.microsoft.com/office/drawing/2014/main" id="{9FEDC825-A5AF-7B52-781C-2AD222D0D36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98" name="Group 697">
            <a:extLst>
              <a:ext uri="{FF2B5EF4-FFF2-40B4-BE49-F238E27FC236}">
                <a16:creationId xmlns:a16="http://schemas.microsoft.com/office/drawing/2014/main" id="{894BEA75-0250-4953-9A34-E273B0F00AA4}"/>
              </a:ext>
            </a:extLst>
          </p:cNvPr>
          <p:cNvGrpSpPr/>
          <p:nvPr/>
        </p:nvGrpSpPr>
        <p:grpSpPr>
          <a:xfrm>
            <a:off x="2941856" y="2253333"/>
            <a:ext cx="721206" cy="609701"/>
            <a:chOff x="4289254" y="2560818"/>
            <a:chExt cx="871904" cy="748695"/>
          </a:xfrm>
        </p:grpSpPr>
        <p:sp>
          <p:nvSpPr>
            <p:cNvPr id="699" name="Rectangle 698">
              <a:extLst>
                <a:ext uri="{FF2B5EF4-FFF2-40B4-BE49-F238E27FC236}">
                  <a16:creationId xmlns:a16="http://schemas.microsoft.com/office/drawing/2014/main" id="{F8C5B4A4-DE07-D977-A080-5DE97A551721}"/>
                </a:ext>
              </a:extLst>
            </p:cNvPr>
            <p:cNvSpPr/>
            <p:nvPr/>
          </p:nvSpPr>
          <p:spPr>
            <a:xfrm>
              <a:off x="428925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700" name="Right Triangle 699">
              <a:extLst>
                <a:ext uri="{FF2B5EF4-FFF2-40B4-BE49-F238E27FC236}">
                  <a16:creationId xmlns:a16="http://schemas.microsoft.com/office/drawing/2014/main" id="{D110051F-4B40-C3D3-4C12-427E0157FA7A}"/>
                </a:ext>
              </a:extLst>
            </p:cNvPr>
            <p:cNvSpPr/>
            <p:nvPr/>
          </p:nvSpPr>
          <p:spPr>
            <a:xfrm rot="10800000">
              <a:off x="5018198" y="256761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01" name="Group 700">
              <a:extLst>
                <a:ext uri="{FF2B5EF4-FFF2-40B4-BE49-F238E27FC236}">
                  <a16:creationId xmlns:a16="http://schemas.microsoft.com/office/drawing/2014/main" id="{D66F2A9A-51A7-E647-552B-EA98BDC8EDE4}"/>
                </a:ext>
              </a:extLst>
            </p:cNvPr>
            <p:cNvGrpSpPr/>
            <p:nvPr/>
          </p:nvGrpSpPr>
          <p:grpSpPr>
            <a:xfrm>
              <a:off x="5098525" y="2575096"/>
              <a:ext cx="45719" cy="75385"/>
              <a:chOff x="3883481" y="2057400"/>
              <a:chExt cx="1608363" cy="2652031"/>
            </a:xfrm>
            <a:solidFill>
              <a:srgbClr val="A6A6A6"/>
            </a:solidFill>
          </p:grpSpPr>
          <p:sp>
            <p:nvSpPr>
              <p:cNvPr id="702" name="Oval 27">
                <a:extLst>
                  <a:ext uri="{FF2B5EF4-FFF2-40B4-BE49-F238E27FC236}">
                    <a16:creationId xmlns:a16="http://schemas.microsoft.com/office/drawing/2014/main" id="{6B53D2E2-172B-7536-51B0-7B0EB25C5D8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3" name="Oval 28">
                <a:extLst>
                  <a:ext uri="{FF2B5EF4-FFF2-40B4-BE49-F238E27FC236}">
                    <a16:creationId xmlns:a16="http://schemas.microsoft.com/office/drawing/2014/main" id="{5A039B22-826B-D0E8-81AF-D77AB41AEB3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04" name="Group 703">
            <a:extLst>
              <a:ext uri="{FF2B5EF4-FFF2-40B4-BE49-F238E27FC236}">
                <a16:creationId xmlns:a16="http://schemas.microsoft.com/office/drawing/2014/main" id="{15C1B454-D748-A26E-E9CA-DB6903898165}"/>
              </a:ext>
            </a:extLst>
          </p:cNvPr>
          <p:cNvGrpSpPr/>
          <p:nvPr/>
        </p:nvGrpSpPr>
        <p:grpSpPr>
          <a:xfrm>
            <a:off x="4614870" y="2253333"/>
            <a:ext cx="721206" cy="609701"/>
            <a:chOff x="6271424" y="2560818"/>
            <a:chExt cx="871904" cy="748695"/>
          </a:xfrm>
        </p:grpSpPr>
        <p:sp>
          <p:nvSpPr>
            <p:cNvPr id="705" name="Rectangle 704">
              <a:extLst>
                <a:ext uri="{FF2B5EF4-FFF2-40B4-BE49-F238E27FC236}">
                  <a16:creationId xmlns:a16="http://schemas.microsoft.com/office/drawing/2014/main" id="{D85447B0-5451-6D52-B726-D5033E17DAE9}"/>
                </a:ext>
              </a:extLst>
            </p:cNvPr>
            <p:cNvSpPr/>
            <p:nvPr/>
          </p:nvSpPr>
          <p:spPr>
            <a:xfrm>
              <a:off x="627142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706" name="Right Triangle 705">
              <a:extLst>
                <a:ext uri="{FF2B5EF4-FFF2-40B4-BE49-F238E27FC236}">
                  <a16:creationId xmlns:a16="http://schemas.microsoft.com/office/drawing/2014/main" id="{263CAB6B-79F9-6F11-FDA6-4E026347417D}"/>
                </a:ext>
              </a:extLst>
            </p:cNvPr>
            <p:cNvSpPr/>
            <p:nvPr/>
          </p:nvSpPr>
          <p:spPr>
            <a:xfrm rot="10800000">
              <a:off x="6996110"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07" name="Group 706">
              <a:extLst>
                <a:ext uri="{FF2B5EF4-FFF2-40B4-BE49-F238E27FC236}">
                  <a16:creationId xmlns:a16="http://schemas.microsoft.com/office/drawing/2014/main" id="{09194321-EB2D-9F15-D2A0-E1A7BA28DD77}"/>
                </a:ext>
              </a:extLst>
            </p:cNvPr>
            <p:cNvGrpSpPr/>
            <p:nvPr/>
          </p:nvGrpSpPr>
          <p:grpSpPr>
            <a:xfrm>
              <a:off x="7076437" y="2574863"/>
              <a:ext cx="45719" cy="75385"/>
              <a:chOff x="3883481" y="2057400"/>
              <a:chExt cx="1608363" cy="2652031"/>
            </a:xfrm>
            <a:solidFill>
              <a:srgbClr val="A6A6A6"/>
            </a:solidFill>
          </p:grpSpPr>
          <p:sp>
            <p:nvSpPr>
              <p:cNvPr id="708" name="Oval 27">
                <a:extLst>
                  <a:ext uri="{FF2B5EF4-FFF2-40B4-BE49-F238E27FC236}">
                    <a16:creationId xmlns:a16="http://schemas.microsoft.com/office/drawing/2014/main" id="{2BE031F9-82D8-1189-FF58-446F33FD789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9" name="Oval 28">
                <a:extLst>
                  <a:ext uri="{FF2B5EF4-FFF2-40B4-BE49-F238E27FC236}">
                    <a16:creationId xmlns:a16="http://schemas.microsoft.com/office/drawing/2014/main" id="{ABF0BCD9-0C01-7E24-BB55-24E53A6A97F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22" name="Group 721">
            <a:extLst>
              <a:ext uri="{FF2B5EF4-FFF2-40B4-BE49-F238E27FC236}">
                <a16:creationId xmlns:a16="http://schemas.microsoft.com/office/drawing/2014/main" id="{FE720A10-72DB-ED50-DF69-FBF684B17B55}"/>
              </a:ext>
            </a:extLst>
          </p:cNvPr>
          <p:cNvGrpSpPr/>
          <p:nvPr/>
        </p:nvGrpSpPr>
        <p:grpSpPr>
          <a:xfrm>
            <a:off x="431659" y="2253333"/>
            <a:ext cx="721893" cy="609702"/>
            <a:chOff x="324914" y="2550516"/>
            <a:chExt cx="872735" cy="748697"/>
          </a:xfrm>
        </p:grpSpPr>
        <p:sp>
          <p:nvSpPr>
            <p:cNvPr id="723" name="Rectangle 722">
              <a:hlinkHover r:id="" action="ppaction://noaction" highlightClick="1"/>
              <a:extLst>
                <a:ext uri="{FF2B5EF4-FFF2-40B4-BE49-F238E27FC236}">
                  <a16:creationId xmlns:a16="http://schemas.microsoft.com/office/drawing/2014/main" id="{F3247CD0-B9E4-6E9B-127B-C519787298F5}"/>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724" name="Group 723">
              <a:extLst>
                <a:ext uri="{FF2B5EF4-FFF2-40B4-BE49-F238E27FC236}">
                  <a16:creationId xmlns:a16="http://schemas.microsoft.com/office/drawing/2014/main" id="{1D9FB5DA-9AF2-14AD-B551-FDE3406209DD}"/>
                </a:ext>
              </a:extLst>
            </p:cNvPr>
            <p:cNvGrpSpPr/>
            <p:nvPr/>
          </p:nvGrpSpPr>
          <p:grpSpPr>
            <a:xfrm>
              <a:off x="1040599" y="2550516"/>
              <a:ext cx="157050" cy="157050"/>
              <a:chOff x="1040599" y="2550516"/>
              <a:chExt cx="157050" cy="157050"/>
            </a:xfrm>
          </p:grpSpPr>
          <p:sp>
            <p:nvSpPr>
              <p:cNvPr id="725" name="Diamond 724">
                <a:extLst>
                  <a:ext uri="{FF2B5EF4-FFF2-40B4-BE49-F238E27FC236}">
                    <a16:creationId xmlns:a16="http://schemas.microsoft.com/office/drawing/2014/main" id="{1155E28D-1BDE-4646-B996-199FFE8A442D}"/>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6" name="Oval 725">
                <a:extLst>
                  <a:ext uri="{FF2B5EF4-FFF2-40B4-BE49-F238E27FC236}">
                    <a16:creationId xmlns:a16="http://schemas.microsoft.com/office/drawing/2014/main" id="{40844557-AF3F-7FC1-08F4-F5789A56029C}"/>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31" name="Group 730">
            <a:extLst>
              <a:ext uri="{FF2B5EF4-FFF2-40B4-BE49-F238E27FC236}">
                <a16:creationId xmlns:a16="http://schemas.microsoft.com/office/drawing/2014/main" id="{A1F55DEA-A762-DB33-2AA8-99BA9D55A9B1}"/>
              </a:ext>
            </a:extLst>
          </p:cNvPr>
          <p:cNvGrpSpPr/>
          <p:nvPr/>
        </p:nvGrpSpPr>
        <p:grpSpPr>
          <a:xfrm>
            <a:off x="2105349" y="1532276"/>
            <a:ext cx="721206" cy="609701"/>
            <a:chOff x="2307084" y="1729816"/>
            <a:chExt cx="871904" cy="748695"/>
          </a:xfrm>
        </p:grpSpPr>
        <p:sp>
          <p:nvSpPr>
            <p:cNvPr id="732" name="Rectangle 731">
              <a:extLst>
                <a:ext uri="{FF2B5EF4-FFF2-40B4-BE49-F238E27FC236}">
                  <a16:creationId xmlns:a16="http://schemas.microsoft.com/office/drawing/2014/main" id="{33E0D987-8CB8-0168-EBEE-FD9D92199AB9}"/>
                </a:ext>
              </a:extLst>
            </p:cNvPr>
            <p:cNvSpPr/>
            <p:nvPr/>
          </p:nvSpPr>
          <p:spPr>
            <a:xfrm>
              <a:off x="230708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733" name="Rectangle 732">
              <a:extLst>
                <a:ext uri="{FF2B5EF4-FFF2-40B4-BE49-F238E27FC236}">
                  <a16:creationId xmlns:a16="http://schemas.microsoft.com/office/drawing/2014/main" id="{1C1CF322-CD4E-B7D3-9F15-F03052AB7185}"/>
                </a:ext>
              </a:extLst>
            </p:cNvPr>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4" name="Oval 15">
              <a:extLst>
                <a:ext uri="{FF2B5EF4-FFF2-40B4-BE49-F238E27FC236}">
                  <a16:creationId xmlns:a16="http://schemas.microsoft.com/office/drawing/2014/main" id="{C4C0BBDC-E2E2-AECD-BC77-43275F29A8B4}"/>
                </a:ext>
              </a:extLst>
            </p:cNvPr>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35" name="Straight Connector 734">
              <a:extLst>
                <a:ext uri="{FF2B5EF4-FFF2-40B4-BE49-F238E27FC236}">
                  <a16:creationId xmlns:a16="http://schemas.microsoft.com/office/drawing/2014/main" id="{67A9C40F-60E5-7449-044C-78D21598C399}"/>
                </a:ext>
              </a:extLst>
            </p:cNvPr>
            <p:cNvCxnSpPr>
              <a:cxnSpLocks/>
              <a:stCxn id="734"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36" name="Straight Connector 735">
              <a:extLst>
                <a:ext uri="{FF2B5EF4-FFF2-40B4-BE49-F238E27FC236}">
                  <a16:creationId xmlns:a16="http://schemas.microsoft.com/office/drawing/2014/main" id="{362A7152-9D27-6464-785A-76FFB678222B}"/>
                </a:ext>
              </a:extLst>
            </p:cNvPr>
            <p:cNvCxnSpPr>
              <a:cxnSpLocks/>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37" name="Group 736">
            <a:extLst>
              <a:ext uri="{FF2B5EF4-FFF2-40B4-BE49-F238E27FC236}">
                <a16:creationId xmlns:a16="http://schemas.microsoft.com/office/drawing/2014/main" id="{91894B60-62C5-C15C-6EE3-F39F2EE96890}"/>
              </a:ext>
            </a:extLst>
          </p:cNvPr>
          <p:cNvGrpSpPr/>
          <p:nvPr/>
        </p:nvGrpSpPr>
        <p:grpSpPr>
          <a:xfrm>
            <a:off x="431659" y="1532276"/>
            <a:ext cx="721893" cy="610038"/>
            <a:chOff x="324914" y="1729403"/>
            <a:chExt cx="872735" cy="749108"/>
          </a:xfrm>
        </p:grpSpPr>
        <p:sp>
          <p:nvSpPr>
            <p:cNvPr id="738" name="Rectangle 737">
              <a:extLst>
                <a:ext uri="{FF2B5EF4-FFF2-40B4-BE49-F238E27FC236}">
                  <a16:creationId xmlns:a16="http://schemas.microsoft.com/office/drawing/2014/main" id="{EB2C3854-05F8-2F0A-39A9-F1CB70C06512}"/>
                </a:ext>
              </a:extLst>
            </p:cNvPr>
            <p:cNvSpPr/>
            <p:nvPr/>
          </p:nvSpPr>
          <p:spPr>
            <a:xfrm>
              <a:off x="32491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739" name="Right Triangle 738">
              <a:extLst>
                <a:ext uri="{FF2B5EF4-FFF2-40B4-BE49-F238E27FC236}">
                  <a16:creationId xmlns:a16="http://schemas.microsoft.com/office/drawing/2014/main" id="{7DFDC256-DE0E-176A-86E7-FA93DC79A2E3}"/>
                </a:ext>
              </a:extLst>
            </p:cNvPr>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40" name="Group 739">
              <a:extLst>
                <a:ext uri="{FF2B5EF4-FFF2-40B4-BE49-F238E27FC236}">
                  <a16:creationId xmlns:a16="http://schemas.microsoft.com/office/drawing/2014/main" id="{56372AED-CF03-2260-471A-029953493D86}"/>
                </a:ext>
              </a:extLst>
            </p:cNvPr>
            <p:cNvGrpSpPr/>
            <p:nvPr/>
          </p:nvGrpSpPr>
          <p:grpSpPr>
            <a:xfrm>
              <a:off x="1136463" y="1736885"/>
              <a:ext cx="45719" cy="75385"/>
              <a:chOff x="3883481" y="2057400"/>
              <a:chExt cx="1608363" cy="2652031"/>
            </a:xfrm>
            <a:solidFill>
              <a:srgbClr val="A6A6A6"/>
            </a:solidFill>
          </p:grpSpPr>
          <p:sp>
            <p:nvSpPr>
              <p:cNvPr id="741" name="Oval 27">
                <a:extLst>
                  <a:ext uri="{FF2B5EF4-FFF2-40B4-BE49-F238E27FC236}">
                    <a16:creationId xmlns:a16="http://schemas.microsoft.com/office/drawing/2014/main" id="{9231FCA4-4080-EBC1-8163-7652D169A53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2" name="Oval 28">
                <a:extLst>
                  <a:ext uri="{FF2B5EF4-FFF2-40B4-BE49-F238E27FC236}">
                    <a16:creationId xmlns:a16="http://schemas.microsoft.com/office/drawing/2014/main" id="{BC9D565C-69AE-9E7B-058E-591796F695D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43" name="Group 742">
            <a:extLst>
              <a:ext uri="{FF2B5EF4-FFF2-40B4-BE49-F238E27FC236}">
                <a16:creationId xmlns:a16="http://schemas.microsoft.com/office/drawing/2014/main" id="{223CFC39-D27C-0995-530C-59752B7B0B58}"/>
              </a:ext>
            </a:extLst>
          </p:cNvPr>
          <p:cNvGrpSpPr/>
          <p:nvPr/>
        </p:nvGrpSpPr>
        <p:grpSpPr>
          <a:xfrm>
            <a:off x="1268842" y="1532276"/>
            <a:ext cx="721206" cy="610038"/>
            <a:chOff x="1315999" y="1729403"/>
            <a:chExt cx="871904" cy="749108"/>
          </a:xfrm>
        </p:grpSpPr>
        <p:sp>
          <p:nvSpPr>
            <p:cNvPr id="744" name="Rectangle 743">
              <a:extLst>
                <a:ext uri="{FF2B5EF4-FFF2-40B4-BE49-F238E27FC236}">
                  <a16:creationId xmlns:a16="http://schemas.microsoft.com/office/drawing/2014/main" id="{97177FEC-0E6B-DE79-A3C5-35324B264ED4}"/>
                </a:ext>
              </a:extLst>
            </p:cNvPr>
            <p:cNvSpPr/>
            <p:nvPr/>
          </p:nvSpPr>
          <p:spPr>
            <a:xfrm>
              <a:off x="131599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745" name="Right Triangle 744">
              <a:extLst>
                <a:ext uri="{FF2B5EF4-FFF2-40B4-BE49-F238E27FC236}">
                  <a16:creationId xmlns:a16="http://schemas.microsoft.com/office/drawing/2014/main" id="{608A76A0-659D-A15B-07AB-EA690FF282AB}"/>
                </a:ext>
              </a:extLst>
            </p:cNvPr>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46" name="Group 745">
              <a:extLst>
                <a:ext uri="{FF2B5EF4-FFF2-40B4-BE49-F238E27FC236}">
                  <a16:creationId xmlns:a16="http://schemas.microsoft.com/office/drawing/2014/main" id="{409788A6-5D00-A756-6F36-115772788C88}"/>
                </a:ext>
              </a:extLst>
            </p:cNvPr>
            <p:cNvGrpSpPr/>
            <p:nvPr/>
          </p:nvGrpSpPr>
          <p:grpSpPr>
            <a:xfrm>
              <a:off x="2126717" y="1736885"/>
              <a:ext cx="45719" cy="75385"/>
              <a:chOff x="3883481" y="2057400"/>
              <a:chExt cx="1608363" cy="2652031"/>
            </a:xfrm>
            <a:solidFill>
              <a:srgbClr val="A6A6A6"/>
            </a:solidFill>
          </p:grpSpPr>
          <p:sp>
            <p:nvSpPr>
              <p:cNvPr id="747" name="Oval 27">
                <a:extLst>
                  <a:ext uri="{FF2B5EF4-FFF2-40B4-BE49-F238E27FC236}">
                    <a16:creationId xmlns:a16="http://schemas.microsoft.com/office/drawing/2014/main" id="{150ABEEE-24AC-F5CA-BAC8-6D7137A5B78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8" name="Oval 28">
                <a:extLst>
                  <a:ext uri="{FF2B5EF4-FFF2-40B4-BE49-F238E27FC236}">
                    <a16:creationId xmlns:a16="http://schemas.microsoft.com/office/drawing/2014/main" id="{FC14EE91-28FA-96C5-CCCA-A86461B9D5B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55" name="Group 754">
            <a:extLst>
              <a:ext uri="{FF2B5EF4-FFF2-40B4-BE49-F238E27FC236}">
                <a16:creationId xmlns:a16="http://schemas.microsoft.com/office/drawing/2014/main" id="{6D6BD64F-B8D0-84AA-5E8A-2EB4E6BBF708}"/>
              </a:ext>
            </a:extLst>
          </p:cNvPr>
          <p:cNvGrpSpPr/>
          <p:nvPr/>
        </p:nvGrpSpPr>
        <p:grpSpPr>
          <a:xfrm>
            <a:off x="5454383" y="2974054"/>
            <a:ext cx="721206" cy="609701"/>
            <a:chOff x="7262509" y="3370808"/>
            <a:chExt cx="871904" cy="748695"/>
          </a:xfrm>
        </p:grpSpPr>
        <p:sp>
          <p:nvSpPr>
            <p:cNvPr id="756" name="Rectangle 755">
              <a:extLst>
                <a:ext uri="{FF2B5EF4-FFF2-40B4-BE49-F238E27FC236}">
                  <a16:creationId xmlns:a16="http://schemas.microsoft.com/office/drawing/2014/main" id="{F70DDE72-AEC7-4627-F450-9DDFD15C4E6F}"/>
                </a:ext>
              </a:extLst>
            </p:cNvPr>
            <p:cNvSpPr/>
            <p:nvPr/>
          </p:nvSpPr>
          <p:spPr>
            <a:xfrm>
              <a:off x="726250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757" name="Rectangle 756">
              <a:extLst>
                <a:ext uri="{FF2B5EF4-FFF2-40B4-BE49-F238E27FC236}">
                  <a16:creationId xmlns:a16="http://schemas.microsoft.com/office/drawing/2014/main" id="{8D483D84-4AC8-0051-6F0A-A715AD6DFFE2}"/>
                </a:ext>
              </a:extLst>
            </p:cNvPr>
            <p:cNvSpPr/>
            <p:nvPr/>
          </p:nvSpPr>
          <p:spPr>
            <a:xfrm flipV="1">
              <a:off x="7999814"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8" name="Oval 15">
              <a:extLst>
                <a:ext uri="{FF2B5EF4-FFF2-40B4-BE49-F238E27FC236}">
                  <a16:creationId xmlns:a16="http://schemas.microsoft.com/office/drawing/2014/main" id="{E5C0D09F-CEE2-380B-5ECE-B70CE4D32336}"/>
                </a:ext>
              </a:extLst>
            </p:cNvPr>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59" name="Straight Connector 758">
              <a:extLst>
                <a:ext uri="{FF2B5EF4-FFF2-40B4-BE49-F238E27FC236}">
                  <a16:creationId xmlns:a16="http://schemas.microsoft.com/office/drawing/2014/main" id="{6285617B-B8F6-7EB2-4680-6FCAE198C6F5}"/>
                </a:ext>
              </a:extLst>
            </p:cNvPr>
            <p:cNvCxnSpPr>
              <a:cxnSpLocks/>
              <a:stCxn id="758" idx="0"/>
            </p:cNvCxnSpPr>
            <p:nvPr/>
          </p:nvCxnSpPr>
          <p:spPr>
            <a:xfrm flipV="1">
              <a:off x="8039813"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60" name="Straight Connector 759">
              <a:extLst>
                <a:ext uri="{FF2B5EF4-FFF2-40B4-BE49-F238E27FC236}">
                  <a16:creationId xmlns:a16="http://schemas.microsoft.com/office/drawing/2014/main" id="{F28DC889-5368-C9A7-596F-C983C33F7781}"/>
                </a:ext>
              </a:extLst>
            </p:cNvPr>
            <p:cNvCxnSpPr>
              <a:cxnSpLocks/>
            </p:cNvCxnSpPr>
            <p:nvPr/>
          </p:nvCxnSpPr>
          <p:spPr>
            <a:xfrm>
              <a:off x="8046727"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61" name="Group 760">
            <a:extLst>
              <a:ext uri="{FF2B5EF4-FFF2-40B4-BE49-F238E27FC236}">
                <a16:creationId xmlns:a16="http://schemas.microsoft.com/office/drawing/2014/main" id="{D37FC3EF-2F5D-B867-5BFA-A278BE5B1D3E}"/>
              </a:ext>
            </a:extLst>
          </p:cNvPr>
          <p:cNvGrpSpPr/>
          <p:nvPr/>
        </p:nvGrpSpPr>
        <p:grpSpPr>
          <a:xfrm>
            <a:off x="431659" y="2974054"/>
            <a:ext cx="721893" cy="609701"/>
            <a:chOff x="324914" y="3371220"/>
            <a:chExt cx="872735" cy="748695"/>
          </a:xfrm>
        </p:grpSpPr>
        <p:sp>
          <p:nvSpPr>
            <p:cNvPr id="762" name="Rectangle 761">
              <a:extLst>
                <a:ext uri="{FF2B5EF4-FFF2-40B4-BE49-F238E27FC236}">
                  <a16:creationId xmlns:a16="http://schemas.microsoft.com/office/drawing/2014/main" id="{6AAF19E9-CA8A-1D11-E517-EDBC6B50E073}"/>
                </a:ext>
              </a:extLst>
            </p:cNvPr>
            <p:cNvSpPr/>
            <p:nvPr/>
          </p:nvSpPr>
          <p:spPr>
            <a:xfrm>
              <a:off x="324914" y="3371220"/>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763" name="Right Triangle 762">
              <a:extLst>
                <a:ext uri="{FF2B5EF4-FFF2-40B4-BE49-F238E27FC236}">
                  <a16:creationId xmlns:a16="http://schemas.microsoft.com/office/drawing/2014/main" id="{9E61B337-B9C6-2B65-FF9C-6F40E9E92AD9}"/>
                </a:ext>
              </a:extLst>
            </p:cNvPr>
            <p:cNvSpPr/>
            <p:nvPr/>
          </p:nvSpPr>
          <p:spPr>
            <a:xfrm rot="10800000">
              <a:off x="1056136"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64" name="Group 763">
              <a:extLst>
                <a:ext uri="{FF2B5EF4-FFF2-40B4-BE49-F238E27FC236}">
                  <a16:creationId xmlns:a16="http://schemas.microsoft.com/office/drawing/2014/main" id="{502FEE05-0FB3-37C2-30FC-4EEA66376DB2}"/>
                </a:ext>
              </a:extLst>
            </p:cNvPr>
            <p:cNvGrpSpPr/>
            <p:nvPr/>
          </p:nvGrpSpPr>
          <p:grpSpPr>
            <a:xfrm>
              <a:off x="1136463" y="3380672"/>
              <a:ext cx="45719" cy="75385"/>
              <a:chOff x="3883481" y="2057400"/>
              <a:chExt cx="1608363" cy="2652031"/>
            </a:xfrm>
            <a:solidFill>
              <a:srgbClr val="A6A6A6"/>
            </a:solidFill>
          </p:grpSpPr>
          <p:sp>
            <p:nvSpPr>
              <p:cNvPr id="765" name="Oval 27">
                <a:extLst>
                  <a:ext uri="{FF2B5EF4-FFF2-40B4-BE49-F238E27FC236}">
                    <a16:creationId xmlns:a16="http://schemas.microsoft.com/office/drawing/2014/main" id="{41A1CE5C-D337-00FF-8EF1-60AD360C818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66" name="Oval 28">
                <a:extLst>
                  <a:ext uri="{FF2B5EF4-FFF2-40B4-BE49-F238E27FC236}">
                    <a16:creationId xmlns:a16="http://schemas.microsoft.com/office/drawing/2014/main" id="{FF3FE56B-7B6B-B33C-B38F-4005F6405ED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73" name="Group 772">
            <a:extLst>
              <a:ext uri="{FF2B5EF4-FFF2-40B4-BE49-F238E27FC236}">
                <a16:creationId xmlns:a16="http://schemas.microsoft.com/office/drawing/2014/main" id="{CEF310AF-E685-04B6-D5D4-EE76790C2410}"/>
              </a:ext>
            </a:extLst>
          </p:cNvPr>
          <p:cNvGrpSpPr/>
          <p:nvPr/>
        </p:nvGrpSpPr>
        <p:grpSpPr>
          <a:xfrm>
            <a:off x="2940467" y="2974054"/>
            <a:ext cx="721206" cy="613154"/>
            <a:chOff x="2307084" y="4187684"/>
            <a:chExt cx="871904" cy="752933"/>
          </a:xfrm>
        </p:grpSpPr>
        <p:sp>
          <p:nvSpPr>
            <p:cNvPr id="774" name="Rectangle 773">
              <a:extLst>
                <a:ext uri="{FF2B5EF4-FFF2-40B4-BE49-F238E27FC236}">
                  <a16:creationId xmlns:a16="http://schemas.microsoft.com/office/drawing/2014/main" id="{FA8E1287-7EA9-CE4B-2F6E-7F8B78FB1E90}"/>
                </a:ext>
              </a:extLst>
            </p:cNvPr>
            <p:cNvSpPr/>
            <p:nvPr/>
          </p:nvSpPr>
          <p:spPr>
            <a:xfrm>
              <a:off x="230708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775" name="Right Triangle 774">
              <a:extLst>
                <a:ext uri="{FF2B5EF4-FFF2-40B4-BE49-F238E27FC236}">
                  <a16:creationId xmlns:a16="http://schemas.microsoft.com/office/drawing/2014/main" id="{24439DFD-C63C-6891-EF82-E55F6C931D72}"/>
                </a:ext>
              </a:extLst>
            </p:cNvPr>
            <p:cNvSpPr/>
            <p:nvPr/>
          </p:nvSpPr>
          <p:spPr>
            <a:xfrm rot="10800000">
              <a:off x="3036801" y="418768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76" name="Group 775">
              <a:extLst>
                <a:ext uri="{FF2B5EF4-FFF2-40B4-BE49-F238E27FC236}">
                  <a16:creationId xmlns:a16="http://schemas.microsoft.com/office/drawing/2014/main" id="{99EC2C34-4DCB-028D-1C85-A82D3487F88C}"/>
                </a:ext>
              </a:extLst>
            </p:cNvPr>
            <p:cNvGrpSpPr/>
            <p:nvPr/>
          </p:nvGrpSpPr>
          <p:grpSpPr>
            <a:xfrm>
              <a:off x="3117128" y="4195165"/>
              <a:ext cx="45719" cy="75385"/>
              <a:chOff x="3883481" y="2057400"/>
              <a:chExt cx="1608363" cy="2652031"/>
            </a:xfrm>
            <a:solidFill>
              <a:srgbClr val="A6A6A6"/>
            </a:solidFill>
          </p:grpSpPr>
          <p:sp>
            <p:nvSpPr>
              <p:cNvPr id="777" name="Oval 27">
                <a:extLst>
                  <a:ext uri="{FF2B5EF4-FFF2-40B4-BE49-F238E27FC236}">
                    <a16:creationId xmlns:a16="http://schemas.microsoft.com/office/drawing/2014/main" id="{A746BF01-A202-AE6E-299E-07D933D1488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78" name="Oval 28">
                <a:extLst>
                  <a:ext uri="{FF2B5EF4-FFF2-40B4-BE49-F238E27FC236}">
                    <a16:creationId xmlns:a16="http://schemas.microsoft.com/office/drawing/2014/main" id="{B5F3283D-300C-A13F-E87A-05F859C8176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79" name="Group 778">
            <a:extLst>
              <a:ext uri="{FF2B5EF4-FFF2-40B4-BE49-F238E27FC236}">
                <a16:creationId xmlns:a16="http://schemas.microsoft.com/office/drawing/2014/main" id="{442FAD46-93A3-750C-FA22-AED2FEB479F8}"/>
              </a:ext>
            </a:extLst>
          </p:cNvPr>
          <p:cNvGrpSpPr/>
          <p:nvPr/>
        </p:nvGrpSpPr>
        <p:grpSpPr>
          <a:xfrm>
            <a:off x="1268379" y="2974054"/>
            <a:ext cx="721206" cy="609701"/>
            <a:chOff x="1315999" y="2560818"/>
            <a:chExt cx="871904" cy="748695"/>
          </a:xfrm>
        </p:grpSpPr>
        <p:sp>
          <p:nvSpPr>
            <p:cNvPr id="780" name="Rectangle 779">
              <a:extLst>
                <a:ext uri="{FF2B5EF4-FFF2-40B4-BE49-F238E27FC236}">
                  <a16:creationId xmlns:a16="http://schemas.microsoft.com/office/drawing/2014/main" id="{4ED51FCC-01D3-6560-FBF8-99C1DC9664B2}"/>
                </a:ext>
              </a:extLst>
            </p:cNvPr>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781" name="Right Triangle 780">
              <a:extLst>
                <a:ext uri="{FF2B5EF4-FFF2-40B4-BE49-F238E27FC236}">
                  <a16:creationId xmlns:a16="http://schemas.microsoft.com/office/drawing/2014/main" id="{65A5373C-3932-5ABE-EF52-2FD9623E5170}"/>
                </a:ext>
              </a:extLst>
            </p:cNvPr>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82" name="Group 781">
              <a:extLst>
                <a:ext uri="{FF2B5EF4-FFF2-40B4-BE49-F238E27FC236}">
                  <a16:creationId xmlns:a16="http://schemas.microsoft.com/office/drawing/2014/main" id="{1F5F87F2-5A65-4D7F-3DF3-476317A1E3A1}"/>
                </a:ext>
              </a:extLst>
            </p:cNvPr>
            <p:cNvGrpSpPr/>
            <p:nvPr/>
          </p:nvGrpSpPr>
          <p:grpSpPr>
            <a:xfrm>
              <a:off x="2126717" y="2576032"/>
              <a:ext cx="45719" cy="75385"/>
              <a:chOff x="3883481" y="2057400"/>
              <a:chExt cx="1608363" cy="2652031"/>
            </a:xfrm>
            <a:solidFill>
              <a:srgbClr val="A6A6A6"/>
            </a:solidFill>
          </p:grpSpPr>
          <p:sp>
            <p:nvSpPr>
              <p:cNvPr id="783" name="Oval 27">
                <a:extLst>
                  <a:ext uri="{FF2B5EF4-FFF2-40B4-BE49-F238E27FC236}">
                    <a16:creationId xmlns:a16="http://schemas.microsoft.com/office/drawing/2014/main" id="{7AC1E126-3394-8383-A6B1-D4E5A9204A4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4" name="Oval 28">
                <a:extLst>
                  <a:ext uri="{FF2B5EF4-FFF2-40B4-BE49-F238E27FC236}">
                    <a16:creationId xmlns:a16="http://schemas.microsoft.com/office/drawing/2014/main" id="{4BAB05D0-98A1-6C34-1429-6AC67CE18D6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CDC0C67D-9073-57DA-EBB1-EF870ED918B8}"/>
              </a:ext>
            </a:extLst>
          </p:cNvPr>
          <p:cNvGrpSpPr/>
          <p:nvPr/>
        </p:nvGrpSpPr>
        <p:grpSpPr>
          <a:xfrm>
            <a:off x="2938534" y="811556"/>
            <a:ext cx="721206" cy="609701"/>
            <a:chOff x="3298169" y="909114"/>
            <a:chExt cx="871904" cy="748695"/>
          </a:xfrm>
        </p:grpSpPr>
        <p:sp>
          <p:nvSpPr>
            <p:cNvPr id="786" name="Rectangle 785">
              <a:extLst>
                <a:ext uri="{FF2B5EF4-FFF2-40B4-BE49-F238E27FC236}">
                  <a16:creationId xmlns:a16="http://schemas.microsoft.com/office/drawing/2014/main" id="{87616697-0290-D144-8D47-8604C0A8A1D9}"/>
                </a:ext>
              </a:extLst>
            </p:cNvPr>
            <p:cNvSpPr/>
            <p:nvPr/>
          </p:nvSpPr>
          <p:spPr>
            <a:xfrm>
              <a:off x="329816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787" name="Rectangle 786">
              <a:extLst>
                <a:ext uri="{FF2B5EF4-FFF2-40B4-BE49-F238E27FC236}">
                  <a16:creationId xmlns:a16="http://schemas.microsoft.com/office/drawing/2014/main" id="{CB65D3D5-6873-EE35-76C0-EE77745728AB}"/>
                </a:ext>
              </a:extLst>
            </p:cNvPr>
            <p:cNvSpPr/>
            <p:nvPr/>
          </p:nvSpPr>
          <p:spPr>
            <a:xfrm flipV="1">
              <a:off x="4043182"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8" name="Oval 15">
              <a:extLst>
                <a:ext uri="{FF2B5EF4-FFF2-40B4-BE49-F238E27FC236}">
                  <a16:creationId xmlns:a16="http://schemas.microsoft.com/office/drawing/2014/main" id="{639F895C-D961-D734-4F48-E84AF400FBEF}"/>
                </a:ext>
              </a:extLst>
            </p:cNvPr>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89" name="Straight Connector 788">
              <a:extLst>
                <a:ext uri="{FF2B5EF4-FFF2-40B4-BE49-F238E27FC236}">
                  <a16:creationId xmlns:a16="http://schemas.microsoft.com/office/drawing/2014/main" id="{8FB537A5-7DF9-59D1-CB0A-3C7711EF31DC}"/>
                </a:ext>
              </a:extLst>
            </p:cNvPr>
            <p:cNvCxnSpPr>
              <a:cxnSpLocks/>
              <a:stCxn id="788" idx="0"/>
            </p:cNvCxnSpPr>
            <p:nvPr/>
          </p:nvCxnSpPr>
          <p:spPr>
            <a:xfrm flipV="1">
              <a:off x="4083181"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790" name="Straight Connector 789">
              <a:extLst>
                <a:ext uri="{FF2B5EF4-FFF2-40B4-BE49-F238E27FC236}">
                  <a16:creationId xmlns:a16="http://schemas.microsoft.com/office/drawing/2014/main" id="{34431051-CEB3-9F46-DE44-529D7E61EBCC}"/>
                </a:ext>
              </a:extLst>
            </p:cNvPr>
            <p:cNvCxnSpPr>
              <a:cxnSpLocks/>
            </p:cNvCxnSpPr>
            <p:nvPr/>
          </p:nvCxnSpPr>
          <p:spPr>
            <a:xfrm>
              <a:off x="4090095"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97" name="Group 796">
            <a:extLst>
              <a:ext uri="{FF2B5EF4-FFF2-40B4-BE49-F238E27FC236}">
                <a16:creationId xmlns:a16="http://schemas.microsoft.com/office/drawing/2014/main" id="{65DD544B-1E6A-9889-F20B-DE86705AC5D6}"/>
              </a:ext>
            </a:extLst>
          </p:cNvPr>
          <p:cNvGrpSpPr/>
          <p:nvPr/>
        </p:nvGrpSpPr>
        <p:grpSpPr>
          <a:xfrm>
            <a:off x="431659" y="811556"/>
            <a:ext cx="721206" cy="609701"/>
            <a:chOff x="324914" y="909114"/>
            <a:chExt cx="871904" cy="748695"/>
          </a:xfrm>
        </p:grpSpPr>
        <p:sp>
          <p:nvSpPr>
            <p:cNvPr id="798" name="Rectangle 797">
              <a:extLst>
                <a:ext uri="{FF2B5EF4-FFF2-40B4-BE49-F238E27FC236}">
                  <a16:creationId xmlns:a16="http://schemas.microsoft.com/office/drawing/2014/main" id="{66643862-F0A3-969F-6A33-2EE6CF292D01}"/>
                </a:ext>
              </a:extLst>
            </p:cNvPr>
            <p:cNvSpPr/>
            <p:nvPr/>
          </p:nvSpPr>
          <p:spPr>
            <a:xfrm>
              <a:off x="32491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799" name="Right Triangle 798">
              <a:extLst>
                <a:ext uri="{FF2B5EF4-FFF2-40B4-BE49-F238E27FC236}">
                  <a16:creationId xmlns:a16="http://schemas.microsoft.com/office/drawing/2014/main" id="{B6942E26-9B2C-EFF7-4C5D-9000BBD5B1AA}"/>
                </a:ext>
              </a:extLst>
            </p:cNvPr>
            <p:cNvSpPr/>
            <p:nvPr/>
          </p:nvSpPr>
          <p:spPr>
            <a:xfrm rot="10800000">
              <a:off x="1053755"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00" name="Group 799">
              <a:extLst>
                <a:ext uri="{FF2B5EF4-FFF2-40B4-BE49-F238E27FC236}">
                  <a16:creationId xmlns:a16="http://schemas.microsoft.com/office/drawing/2014/main" id="{A0B60E0C-C5F4-9B01-C525-E622FD9EFC8D}"/>
                </a:ext>
              </a:extLst>
            </p:cNvPr>
            <p:cNvGrpSpPr/>
            <p:nvPr/>
          </p:nvGrpSpPr>
          <p:grpSpPr>
            <a:xfrm>
              <a:off x="1134082" y="918978"/>
              <a:ext cx="45719" cy="75385"/>
              <a:chOff x="3883481" y="2057400"/>
              <a:chExt cx="1608363" cy="2652031"/>
            </a:xfrm>
            <a:solidFill>
              <a:srgbClr val="A6A6A6"/>
            </a:solidFill>
          </p:grpSpPr>
          <p:sp>
            <p:nvSpPr>
              <p:cNvPr id="801" name="Oval 27">
                <a:extLst>
                  <a:ext uri="{FF2B5EF4-FFF2-40B4-BE49-F238E27FC236}">
                    <a16:creationId xmlns:a16="http://schemas.microsoft.com/office/drawing/2014/main" id="{239BC43D-6B38-197E-D705-14A2DDF7B1B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2" name="Oval 28">
                <a:extLst>
                  <a:ext uri="{FF2B5EF4-FFF2-40B4-BE49-F238E27FC236}">
                    <a16:creationId xmlns:a16="http://schemas.microsoft.com/office/drawing/2014/main" id="{57080E35-D39F-52AA-8B36-0C9CE31F9A1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03" name="Group 802">
            <a:extLst>
              <a:ext uri="{FF2B5EF4-FFF2-40B4-BE49-F238E27FC236}">
                <a16:creationId xmlns:a16="http://schemas.microsoft.com/office/drawing/2014/main" id="{A31484AE-B536-AF75-302F-DB78592EDFF8}"/>
              </a:ext>
            </a:extLst>
          </p:cNvPr>
          <p:cNvGrpSpPr/>
          <p:nvPr/>
        </p:nvGrpSpPr>
        <p:grpSpPr>
          <a:xfrm>
            <a:off x="1267284" y="811556"/>
            <a:ext cx="721206" cy="609701"/>
            <a:chOff x="1315999" y="909114"/>
            <a:chExt cx="871904" cy="748695"/>
          </a:xfrm>
        </p:grpSpPr>
        <p:sp>
          <p:nvSpPr>
            <p:cNvPr id="804" name="Rectangle 803">
              <a:extLst>
                <a:ext uri="{FF2B5EF4-FFF2-40B4-BE49-F238E27FC236}">
                  <a16:creationId xmlns:a16="http://schemas.microsoft.com/office/drawing/2014/main" id="{291B82BF-DF29-481B-AD0F-1000D04B990D}"/>
                </a:ext>
              </a:extLst>
            </p:cNvPr>
            <p:cNvSpPr/>
            <p:nvPr/>
          </p:nvSpPr>
          <p:spPr>
            <a:xfrm>
              <a:off x="1315999"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805" name="Right Triangle 804">
              <a:extLst>
                <a:ext uri="{FF2B5EF4-FFF2-40B4-BE49-F238E27FC236}">
                  <a16:creationId xmlns:a16="http://schemas.microsoft.com/office/drawing/2014/main" id="{6C434FA3-F550-AD61-809C-4C7756C4A9D7}"/>
                </a:ext>
              </a:extLst>
            </p:cNvPr>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06" name="Group 805">
              <a:extLst>
                <a:ext uri="{FF2B5EF4-FFF2-40B4-BE49-F238E27FC236}">
                  <a16:creationId xmlns:a16="http://schemas.microsoft.com/office/drawing/2014/main" id="{4DEFB266-9599-EFEB-A9B6-621963EAED78}"/>
                </a:ext>
              </a:extLst>
            </p:cNvPr>
            <p:cNvGrpSpPr/>
            <p:nvPr/>
          </p:nvGrpSpPr>
          <p:grpSpPr>
            <a:xfrm>
              <a:off x="2126717" y="918978"/>
              <a:ext cx="45719" cy="75385"/>
              <a:chOff x="3883481" y="2057400"/>
              <a:chExt cx="1608363" cy="2652031"/>
            </a:xfrm>
            <a:solidFill>
              <a:srgbClr val="A6A6A6"/>
            </a:solidFill>
          </p:grpSpPr>
          <p:sp>
            <p:nvSpPr>
              <p:cNvPr id="807" name="Oval 27">
                <a:extLst>
                  <a:ext uri="{FF2B5EF4-FFF2-40B4-BE49-F238E27FC236}">
                    <a16:creationId xmlns:a16="http://schemas.microsoft.com/office/drawing/2014/main" id="{6FF96069-F0EE-F873-B837-7221B74FEBD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08" name="Oval 28">
                <a:extLst>
                  <a:ext uri="{FF2B5EF4-FFF2-40B4-BE49-F238E27FC236}">
                    <a16:creationId xmlns:a16="http://schemas.microsoft.com/office/drawing/2014/main" id="{8B150F9B-CAA9-BFA7-0DF1-8B114F0E422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15" name="Group 814">
            <a:extLst>
              <a:ext uri="{FF2B5EF4-FFF2-40B4-BE49-F238E27FC236}">
                <a16:creationId xmlns:a16="http://schemas.microsoft.com/office/drawing/2014/main" id="{C884A5E6-8191-DE08-40C6-B4FE68B5531E}"/>
              </a:ext>
            </a:extLst>
          </p:cNvPr>
          <p:cNvGrpSpPr/>
          <p:nvPr/>
        </p:nvGrpSpPr>
        <p:grpSpPr>
          <a:xfrm>
            <a:off x="2889438" y="751337"/>
            <a:ext cx="5022643" cy="5001728"/>
            <a:chOff x="2889438" y="751337"/>
            <a:chExt cx="5022643" cy="5001728"/>
          </a:xfrm>
        </p:grpSpPr>
        <p:cxnSp>
          <p:nvCxnSpPr>
            <p:cNvPr id="816" name="Straight Connector 815">
              <a:extLst>
                <a:ext uri="{FF2B5EF4-FFF2-40B4-BE49-F238E27FC236}">
                  <a16:creationId xmlns:a16="http://schemas.microsoft.com/office/drawing/2014/main" id="{31456297-A4F7-58E8-1C55-2FC78841771E}"/>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9DA3EB08-91C5-48E2-3D9C-4B307FB16E15}"/>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5CCAAC5A-B471-EB5A-87A5-47454E3D28A7}"/>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B221BC8D-A7D4-1B3F-3C2E-29C37AF2507D}"/>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2EB3C771-C917-3B8D-CC34-561CD006B122}"/>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1" name="Straight Connector 820">
              <a:extLst>
                <a:ext uri="{FF2B5EF4-FFF2-40B4-BE49-F238E27FC236}">
                  <a16:creationId xmlns:a16="http://schemas.microsoft.com/office/drawing/2014/main" id="{019B3852-3460-AD5F-A9AB-13766D0DF9A3}"/>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2" name="Straight Connector 821">
              <a:extLst>
                <a:ext uri="{FF2B5EF4-FFF2-40B4-BE49-F238E27FC236}">
                  <a16:creationId xmlns:a16="http://schemas.microsoft.com/office/drawing/2014/main" id="{DDA28C55-26E6-AFFD-CD86-FAAA255B2CF3}"/>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1DC73246-816D-EE09-BAA4-CC20CF098DA1}"/>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4" name="Straight Connector 823">
              <a:extLst>
                <a:ext uri="{FF2B5EF4-FFF2-40B4-BE49-F238E27FC236}">
                  <a16:creationId xmlns:a16="http://schemas.microsoft.com/office/drawing/2014/main" id="{8002BAC8-3AD7-4953-A142-7726F8A7BF3F}"/>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B11B4A75-5B89-D68E-E555-77893632795B}"/>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51" name="Group 850">
            <a:extLst>
              <a:ext uri="{FF2B5EF4-FFF2-40B4-BE49-F238E27FC236}">
                <a16:creationId xmlns:a16="http://schemas.microsoft.com/office/drawing/2014/main" id="{775D26AE-FBC3-A941-92BE-DE4B74C964EB}"/>
              </a:ext>
            </a:extLst>
          </p:cNvPr>
          <p:cNvGrpSpPr/>
          <p:nvPr/>
        </p:nvGrpSpPr>
        <p:grpSpPr>
          <a:xfrm>
            <a:off x="2937172" y="4419620"/>
            <a:ext cx="721206" cy="610374"/>
            <a:chOff x="1315999" y="4191098"/>
            <a:chExt cx="871904" cy="749519"/>
          </a:xfrm>
        </p:grpSpPr>
        <p:sp>
          <p:nvSpPr>
            <p:cNvPr id="852" name="Rectangle 851">
              <a:extLst>
                <a:ext uri="{FF2B5EF4-FFF2-40B4-BE49-F238E27FC236}">
                  <a16:creationId xmlns:a16="http://schemas.microsoft.com/office/drawing/2014/main" id="{540AA66A-D285-CE07-9AE6-B64843425362}"/>
                </a:ext>
              </a:extLst>
            </p:cNvPr>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853" name="Right Triangle 852">
              <a:extLst>
                <a:ext uri="{FF2B5EF4-FFF2-40B4-BE49-F238E27FC236}">
                  <a16:creationId xmlns:a16="http://schemas.microsoft.com/office/drawing/2014/main" id="{BE8DC328-731F-F776-1BF8-ED5F87B13D2C}"/>
                </a:ext>
              </a:extLst>
            </p:cNvPr>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54" name="Group 853">
              <a:extLst>
                <a:ext uri="{FF2B5EF4-FFF2-40B4-BE49-F238E27FC236}">
                  <a16:creationId xmlns:a16="http://schemas.microsoft.com/office/drawing/2014/main" id="{FDA0A7FE-7E3E-95EE-4D32-183CE04B52ED}"/>
                </a:ext>
              </a:extLst>
            </p:cNvPr>
            <p:cNvGrpSpPr/>
            <p:nvPr/>
          </p:nvGrpSpPr>
          <p:grpSpPr>
            <a:xfrm>
              <a:off x="2126717" y="4198579"/>
              <a:ext cx="45719" cy="75385"/>
              <a:chOff x="3883481" y="2057400"/>
              <a:chExt cx="1608363" cy="2652031"/>
            </a:xfrm>
            <a:solidFill>
              <a:srgbClr val="A6A6A6"/>
            </a:solidFill>
          </p:grpSpPr>
          <p:sp>
            <p:nvSpPr>
              <p:cNvPr id="855" name="Oval 27">
                <a:extLst>
                  <a:ext uri="{FF2B5EF4-FFF2-40B4-BE49-F238E27FC236}">
                    <a16:creationId xmlns:a16="http://schemas.microsoft.com/office/drawing/2014/main" id="{8A171EA7-A7A1-2B02-6CF6-A5D6D3358AC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6" name="Oval 28">
                <a:extLst>
                  <a:ext uri="{FF2B5EF4-FFF2-40B4-BE49-F238E27FC236}">
                    <a16:creationId xmlns:a16="http://schemas.microsoft.com/office/drawing/2014/main" id="{3E2FE467-281E-6A5E-4E75-19D879E9F45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57" name="Group 856">
            <a:extLst>
              <a:ext uri="{FF2B5EF4-FFF2-40B4-BE49-F238E27FC236}">
                <a16:creationId xmlns:a16="http://schemas.microsoft.com/office/drawing/2014/main" id="{A5CC45AD-B237-713A-7E01-ADB93C98B57F}"/>
              </a:ext>
            </a:extLst>
          </p:cNvPr>
          <p:cNvGrpSpPr/>
          <p:nvPr/>
        </p:nvGrpSpPr>
        <p:grpSpPr>
          <a:xfrm>
            <a:off x="6286128" y="4419620"/>
            <a:ext cx="721206" cy="609701"/>
            <a:chOff x="9244674" y="4191922"/>
            <a:chExt cx="871904" cy="748695"/>
          </a:xfrm>
        </p:grpSpPr>
        <p:sp>
          <p:nvSpPr>
            <p:cNvPr id="858" name="Rectangle 857">
              <a:hlinkHover r:id="" action="ppaction://noaction" highlightClick="1"/>
              <a:extLst>
                <a:ext uri="{FF2B5EF4-FFF2-40B4-BE49-F238E27FC236}">
                  <a16:creationId xmlns:a16="http://schemas.microsoft.com/office/drawing/2014/main" id="{42FA1836-826F-C472-7DF4-F1BB8BF2D200}"/>
                </a:ext>
              </a:extLst>
            </p:cNvPr>
            <p:cNvSpPr/>
            <p:nvPr/>
          </p:nvSpPr>
          <p:spPr>
            <a:xfrm>
              <a:off x="924467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859" name="Oval 858">
              <a:extLst>
                <a:ext uri="{FF2B5EF4-FFF2-40B4-BE49-F238E27FC236}">
                  <a16:creationId xmlns:a16="http://schemas.microsoft.com/office/drawing/2014/main" id="{A65D1A03-845A-6CB9-1DF3-4923BA22BFAF}"/>
                </a:ext>
              </a:extLst>
            </p:cNvPr>
            <p:cNvSpPr/>
            <p:nvPr/>
          </p:nvSpPr>
          <p:spPr>
            <a:xfrm>
              <a:off x="9943180"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0" name="Isosceles Triangle 648">
              <a:extLst>
                <a:ext uri="{FF2B5EF4-FFF2-40B4-BE49-F238E27FC236}">
                  <a16:creationId xmlns:a16="http://schemas.microsoft.com/office/drawing/2014/main" id="{D8F640A2-B68C-623C-736D-5B4455BE0A2F}"/>
                </a:ext>
              </a:extLst>
            </p:cNvPr>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1" name="Group 860">
            <a:extLst>
              <a:ext uri="{FF2B5EF4-FFF2-40B4-BE49-F238E27FC236}">
                <a16:creationId xmlns:a16="http://schemas.microsoft.com/office/drawing/2014/main" id="{7409099E-605C-5EAC-A57B-32003C7A8DD4}"/>
              </a:ext>
            </a:extLst>
          </p:cNvPr>
          <p:cNvGrpSpPr/>
          <p:nvPr/>
        </p:nvGrpSpPr>
        <p:grpSpPr>
          <a:xfrm>
            <a:off x="5458938" y="5135301"/>
            <a:ext cx="721206" cy="609701"/>
            <a:chOff x="5280339" y="4191922"/>
            <a:chExt cx="871904" cy="748695"/>
          </a:xfrm>
        </p:grpSpPr>
        <p:sp>
          <p:nvSpPr>
            <p:cNvPr id="862" name="Rectangle 861">
              <a:hlinkHover r:id="" action="ppaction://noaction" highlightClick="1"/>
              <a:extLst>
                <a:ext uri="{FF2B5EF4-FFF2-40B4-BE49-F238E27FC236}">
                  <a16:creationId xmlns:a16="http://schemas.microsoft.com/office/drawing/2014/main" id="{F3EC83E5-D214-BD53-3642-E38EB5E01E85}"/>
                </a:ext>
              </a:extLst>
            </p:cNvPr>
            <p:cNvSpPr/>
            <p:nvPr/>
          </p:nvSpPr>
          <p:spPr>
            <a:xfrm>
              <a:off x="528033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863" name="Oval 862">
              <a:extLst>
                <a:ext uri="{FF2B5EF4-FFF2-40B4-BE49-F238E27FC236}">
                  <a16:creationId xmlns:a16="http://schemas.microsoft.com/office/drawing/2014/main" id="{00EBB541-6A86-7C89-2866-372C54FDACEE}"/>
                </a:ext>
              </a:extLst>
            </p:cNvPr>
            <p:cNvSpPr/>
            <p:nvPr/>
          </p:nvSpPr>
          <p:spPr>
            <a:xfrm>
              <a:off x="597784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4" name="Isosceles Triangle 648">
              <a:extLst>
                <a:ext uri="{FF2B5EF4-FFF2-40B4-BE49-F238E27FC236}">
                  <a16:creationId xmlns:a16="http://schemas.microsoft.com/office/drawing/2014/main" id="{A99561EB-2673-ED06-8B16-54CA6043E03B}"/>
                </a:ext>
              </a:extLst>
            </p:cNvPr>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5" name="Group 864">
            <a:extLst>
              <a:ext uri="{FF2B5EF4-FFF2-40B4-BE49-F238E27FC236}">
                <a16:creationId xmlns:a16="http://schemas.microsoft.com/office/drawing/2014/main" id="{FDEB9CDB-5695-DCA2-50C2-E1E016AA647D}"/>
              </a:ext>
            </a:extLst>
          </p:cNvPr>
          <p:cNvGrpSpPr/>
          <p:nvPr/>
        </p:nvGrpSpPr>
        <p:grpSpPr>
          <a:xfrm>
            <a:off x="6289144" y="5141013"/>
            <a:ext cx="721206" cy="609701"/>
            <a:chOff x="8253594" y="5012622"/>
            <a:chExt cx="871904" cy="748695"/>
          </a:xfrm>
        </p:grpSpPr>
        <p:sp>
          <p:nvSpPr>
            <p:cNvPr id="866" name="Rectangle 865">
              <a:hlinkHover r:id="" action="ppaction://noaction" highlightClick="1"/>
              <a:extLst>
                <a:ext uri="{FF2B5EF4-FFF2-40B4-BE49-F238E27FC236}">
                  <a16:creationId xmlns:a16="http://schemas.microsoft.com/office/drawing/2014/main" id="{FB41EE17-2307-7ED2-A1A4-A2112A9F6FD9}"/>
                </a:ext>
              </a:extLst>
            </p:cNvPr>
            <p:cNvSpPr/>
            <p:nvPr/>
          </p:nvSpPr>
          <p:spPr>
            <a:xfrm>
              <a:off x="825359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867" name="Oval 866">
              <a:extLst>
                <a:ext uri="{FF2B5EF4-FFF2-40B4-BE49-F238E27FC236}">
                  <a16:creationId xmlns:a16="http://schemas.microsoft.com/office/drawing/2014/main" id="{B21BADE0-6FC3-DB44-86DC-DE101CB9956D}"/>
                </a:ext>
              </a:extLst>
            </p:cNvPr>
            <p:cNvSpPr/>
            <p:nvPr/>
          </p:nvSpPr>
          <p:spPr>
            <a:xfrm>
              <a:off x="895339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8" name="Isosceles Triangle 648">
              <a:extLst>
                <a:ext uri="{FF2B5EF4-FFF2-40B4-BE49-F238E27FC236}">
                  <a16:creationId xmlns:a16="http://schemas.microsoft.com/office/drawing/2014/main" id="{B45172BE-9A95-900D-5327-76F4DE43DC9A}"/>
                </a:ext>
              </a:extLst>
            </p:cNvPr>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9" name="Group 868">
            <a:extLst>
              <a:ext uri="{FF2B5EF4-FFF2-40B4-BE49-F238E27FC236}">
                <a16:creationId xmlns:a16="http://schemas.microsoft.com/office/drawing/2014/main" id="{25126104-C606-58ED-E9E9-236D91F65156}"/>
              </a:ext>
            </a:extLst>
          </p:cNvPr>
          <p:cNvGrpSpPr/>
          <p:nvPr/>
        </p:nvGrpSpPr>
        <p:grpSpPr>
          <a:xfrm>
            <a:off x="7122909" y="4419620"/>
            <a:ext cx="721206" cy="609701"/>
            <a:chOff x="7262509" y="5012622"/>
            <a:chExt cx="871904" cy="748695"/>
          </a:xfrm>
        </p:grpSpPr>
        <p:sp>
          <p:nvSpPr>
            <p:cNvPr id="870" name="Rectangle 869">
              <a:hlinkHover r:id="" action="ppaction://noaction" highlightClick="1"/>
              <a:extLst>
                <a:ext uri="{FF2B5EF4-FFF2-40B4-BE49-F238E27FC236}">
                  <a16:creationId xmlns:a16="http://schemas.microsoft.com/office/drawing/2014/main" id="{99CC2A1A-D7DA-6D4A-535C-E28797250628}"/>
                </a:ext>
              </a:extLst>
            </p:cNvPr>
            <p:cNvSpPr/>
            <p:nvPr/>
          </p:nvSpPr>
          <p:spPr>
            <a:xfrm>
              <a:off x="726250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871" name="Oval 870">
              <a:extLst>
                <a:ext uri="{FF2B5EF4-FFF2-40B4-BE49-F238E27FC236}">
                  <a16:creationId xmlns:a16="http://schemas.microsoft.com/office/drawing/2014/main" id="{4EEB71DF-B658-1050-4AC8-3E663B2F463B}"/>
                </a:ext>
              </a:extLst>
            </p:cNvPr>
            <p:cNvSpPr/>
            <p:nvPr/>
          </p:nvSpPr>
          <p:spPr>
            <a:xfrm>
              <a:off x="79612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2" name="Isosceles Triangle 648">
              <a:extLst>
                <a:ext uri="{FF2B5EF4-FFF2-40B4-BE49-F238E27FC236}">
                  <a16:creationId xmlns:a16="http://schemas.microsoft.com/office/drawing/2014/main" id="{86125FAB-C1B3-74AF-6F23-59C8B81F427E}"/>
                </a:ext>
              </a:extLst>
            </p:cNvPr>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77" name="Group 876">
            <a:extLst>
              <a:ext uri="{FF2B5EF4-FFF2-40B4-BE49-F238E27FC236}">
                <a16:creationId xmlns:a16="http://schemas.microsoft.com/office/drawing/2014/main" id="{65122106-B1B0-AC74-EF7E-73F68672712D}"/>
              </a:ext>
            </a:extLst>
          </p:cNvPr>
          <p:cNvGrpSpPr/>
          <p:nvPr/>
        </p:nvGrpSpPr>
        <p:grpSpPr>
          <a:xfrm>
            <a:off x="5454383" y="4419620"/>
            <a:ext cx="721206" cy="609701"/>
            <a:chOff x="5280339" y="5012622"/>
            <a:chExt cx="871904" cy="748695"/>
          </a:xfrm>
        </p:grpSpPr>
        <p:sp>
          <p:nvSpPr>
            <p:cNvPr id="878" name="Rectangle 877">
              <a:hlinkHover r:id="" action="ppaction://noaction" highlightClick="1"/>
              <a:extLst>
                <a:ext uri="{FF2B5EF4-FFF2-40B4-BE49-F238E27FC236}">
                  <a16:creationId xmlns:a16="http://schemas.microsoft.com/office/drawing/2014/main" id="{F1CF03F8-C3C3-31EC-50D5-64BB5D8F902A}"/>
                </a:ext>
              </a:extLst>
            </p:cNvPr>
            <p:cNvSpPr/>
            <p:nvPr/>
          </p:nvSpPr>
          <p:spPr>
            <a:xfrm>
              <a:off x="528033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879" name="Oval 878">
              <a:extLst>
                <a:ext uri="{FF2B5EF4-FFF2-40B4-BE49-F238E27FC236}">
                  <a16:creationId xmlns:a16="http://schemas.microsoft.com/office/drawing/2014/main" id="{86189034-EBE5-627F-83E5-C2AF1BA53D49}"/>
                </a:ext>
              </a:extLst>
            </p:cNvPr>
            <p:cNvSpPr/>
            <p:nvPr/>
          </p:nvSpPr>
          <p:spPr>
            <a:xfrm>
              <a:off x="597784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0" name="Isosceles Triangle 648">
              <a:extLst>
                <a:ext uri="{FF2B5EF4-FFF2-40B4-BE49-F238E27FC236}">
                  <a16:creationId xmlns:a16="http://schemas.microsoft.com/office/drawing/2014/main" id="{0297E681-C3C0-0370-0201-EEFE101ECDA4}"/>
                </a:ext>
              </a:extLst>
            </p:cNvPr>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81" name="Group 880">
            <a:extLst>
              <a:ext uri="{FF2B5EF4-FFF2-40B4-BE49-F238E27FC236}">
                <a16:creationId xmlns:a16="http://schemas.microsoft.com/office/drawing/2014/main" id="{3A8804CC-B911-41B0-B27E-0F417F6BEDDC}"/>
              </a:ext>
            </a:extLst>
          </p:cNvPr>
          <p:cNvGrpSpPr/>
          <p:nvPr/>
        </p:nvGrpSpPr>
        <p:grpSpPr>
          <a:xfrm>
            <a:off x="3775041" y="5130129"/>
            <a:ext cx="721893" cy="609702"/>
            <a:chOff x="324914" y="2550516"/>
            <a:chExt cx="872735" cy="748697"/>
          </a:xfrm>
        </p:grpSpPr>
        <p:sp>
          <p:nvSpPr>
            <p:cNvPr id="882" name="Rectangle 881">
              <a:hlinkHover r:id="" action="ppaction://noaction" highlightClick="1"/>
              <a:extLst>
                <a:ext uri="{FF2B5EF4-FFF2-40B4-BE49-F238E27FC236}">
                  <a16:creationId xmlns:a16="http://schemas.microsoft.com/office/drawing/2014/main" id="{8B4A7783-8BAB-6570-4F5E-75C265664342}"/>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883" name="Group 882">
              <a:extLst>
                <a:ext uri="{FF2B5EF4-FFF2-40B4-BE49-F238E27FC236}">
                  <a16:creationId xmlns:a16="http://schemas.microsoft.com/office/drawing/2014/main" id="{7E7D0AE8-8825-6E36-8742-789BC69E698B}"/>
                </a:ext>
              </a:extLst>
            </p:cNvPr>
            <p:cNvGrpSpPr/>
            <p:nvPr/>
          </p:nvGrpSpPr>
          <p:grpSpPr>
            <a:xfrm>
              <a:off x="1040599" y="2550516"/>
              <a:ext cx="157050" cy="157050"/>
              <a:chOff x="1040599" y="2550516"/>
              <a:chExt cx="157050" cy="157050"/>
            </a:xfrm>
          </p:grpSpPr>
          <p:sp>
            <p:nvSpPr>
              <p:cNvPr id="884" name="Diamond 883">
                <a:extLst>
                  <a:ext uri="{FF2B5EF4-FFF2-40B4-BE49-F238E27FC236}">
                    <a16:creationId xmlns:a16="http://schemas.microsoft.com/office/drawing/2014/main" id="{34A69AD4-693E-2489-2BFB-801A6D3A434F}"/>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85" name="Oval 884">
                <a:extLst>
                  <a:ext uri="{FF2B5EF4-FFF2-40B4-BE49-F238E27FC236}">
                    <a16:creationId xmlns:a16="http://schemas.microsoft.com/office/drawing/2014/main" id="{BECCA090-5075-7DA7-318A-0A5978AEC2BC}"/>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86" name="Group 885">
            <a:extLst>
              <a:ext uri="{FF2B5EF4-FFF2-40B4-BE49-F238E27FC236}">
                <a16:creationId xmlns:a16="http://schemas.microsoft.com/office/drawing/2014/main" id="{E39CB5EF-8ACD-6A81-9ED4-22E6FD18CDCB}"/>
              </a:ext>
            </a:extLst>
          </p:cNvPr>
          <p:cNvGrpSpPr/>
          <p:nvPr/>
        </p:nvGrpSpPr>
        <p:grpSpPr>
          <a:xfrm>
            <a:off x="4618174" y="5130744"/>
            <a:ext cx="721893" cy="609702"/>
            <a:chOff x="324914" y="2550516"/>
            <a:chExt cx="872735" cy="748697"/>
          </a:xfrm>
        </p:grpSpPr>
        <p:sp>
          <p:nvSpPr>
            <p:cNvPr id="887" name="Rectangle 886">
              <a:hlinkHover r:id="" action="ppaction://noaction" highlightClick="1"/>
              <a:extLst>
                <a:ext uri="{FF2B5EF4-FFF2-40B4-BE49-F238E27FC236}">
                  <a16:creationId xmlns:a16="http://schemas.microsoft.com/office/drawing/2014/main" id="{62BAE015-1989-6EFB-B02E-4DD721DF7595}"/>
                </a:ext>
              </a:extLst>
            </p:cNvPr>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888" name="Group 887">
              <a:extLst>
                <a:ext uri="{FF2B5EF4-FFF2-40B4-BE49-F238E27FC236}">
                  <a16:creationId xmlns:a16="http://schemas.microsoft.com/office/drawing/2014/main" id="{224016D0-8D35-0AC9-CDB5-E8BB5B7A5973}"/>
                </a:ext>
              </a:extLst>
            </p:cNvPr>
            <p:cNvGrpSpPr/>
            <p:nvPr/>
          </p:nvGrpSpPr>
          <p:grpSpPr>
            <a:xfrm>
              <a:off x="1040599" y="2550516"/>
              <a:ext cx="157050" cy="157050"/>
              <a:chOff x="1040599" y="2550516"/>
              <a:chExt cx="157050" cy="157050"/>
            </a:xfrm>
          </p:grpSpPr>
          <p:sp>
            <p:nvSpPr>
              <p:cNvPr id="889" name="Diamond 888">
                <a:extLst>
                  <a:ext uri="{FF2B5EF4-FFF2-40B4-BE49-F238E27FC236}">
                    <a16:creationId xmlns:a16="http://schemas.microsoft.com/office/drawing/2014/main" id="{852E8569-A385-F572-400A-E857047C3D68}"/>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0" name="Oval 889">
                <a:extLst>
                  <a:ext uri="{FF2B5EF4-FFF2-40B4-BE49-F238E27FC236}">
                    <a16:creationId xmlns:a16="http://schemas.microsoft.com/office/drawing/2014/main" id="{C4B7AE6C-7B03-FE53-3C7B-E797F9DB91A5}"/>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91" name="Group 890">
            <a:extLst>
              <a:ext uri="{FF2B5EF4-FFF2-40B4-BE49-F238E27FC236}">
                <a16:creationId xmlns:a16="http://schemas.microsoft.com/office/drawing/2014/main" id="{27F4A4C1-2B63-9061-A7E3-7F0F546CAB0E}"/>
              </a:ext>
            </a:extLst>
          </p:cNvPr>
          <p:cNvGrpSpPr/>
          <p:nvPr/>
        </p:nvGrpSpPr>
        <p:grpSpPr>
          <a:xfrm>
            <a:off x="7125831" y="5143364"/>
            <a:ext cx="721206" cy="609701"/>
            <a:chOff x="8253594" y="4191922"/>
            <a:chExt cx="871904" cy="748695"/>
          </a:xfrm>
        </p:grpSpPr>
        <p:sp>
          <p:nvSpPr>
            <p:cNvPr id="892" name="Rectangle 891">
              <a:hlinkHover r:id="" action="ppaction://noaction" highlightClick="1"/>
              <a:extLst>
                <a:ext uri="{FF2B5EF4-FFF2-40B4-BE49-F238E27FC236}">
                  <a16:creationId xmlns:a16="http://schemas.microsoft.com/office/drawing/2014/main" id="{2D3F7980-D652-FEE1-3412-A5234BAE5182}"/>
                </a:ext>
              </a:extLst>
            </p:cNvPr>
            <p:cNvSpPr/>
            <p:nvPr/>
          </p:nvSpPr>
          <p:spPr>
            <a:xfrm>
              <a:off x="825359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893" name="Oval 892">
              <a:extLst>
                <a:ext uri="{FF2B5EF4-FFF2-40B4-BE49-F238E27FC236}">
                  <a16:creationId xmlns:a16="http://schemas.microsoft.com/office/drawing/2014/main" id="{EEB17388-3371-D29B-B51A-17403EFC6728}"/>
                </a:ext>
              </a:extLst>
            </p:cNvPr>
            <p:cNvSpPr/>
            <p:nvPr/>
          </p:nvSpPr>
          <p:spPr>
            <a:xfrm>
              <a:off x="895339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4" name="Isosceles Triangle 648">
              <a:extLst>
                <a:ext uri="{FF2B5EF4-FFF2-40B4-BE49-F238E27FC236}">
                  <a16:creationId xmlns:a16="http://schemas.microsoft.com/office/drawing/2014/main" id="{B621F313-A43A-8F09-666E-D23DF87017FF}"/>
                </a:ext>
              </a:extLst>
            </p:cNvPr>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95" name="Group 894">
            <a:extLst>
              <a:ext uri="{FF2B5EF4-FFF2-40B4-BE49-F238E27FC236}">
                <a16:creationId xmlns:a16="http://schemas.microsoft.com/office/drawing/2014/main" id="{13F00291-9F8A-188A-7763-1A1DC292D757}"/>
              </a:ext>
            </a:extLst>
          </p:cNvPr>
          <p:cNvGrpSpPr/>
          <p:nvPr/>
        </p:nvGrpSpPr>
        <p:grpSpPr>
          <a:xfrm>
            <a:off x="7122909" y="3698227"/>
            <a:ext cx="721206" cy="609701"/>
            <a:chOff x="7262509" y="4191922"/>
            <a:chExt cx="871904" cy="748695"/>
          </a:xfrm>
        </p:grpSpPr>
        <p:sp>
          <p:nvSpPr>
            <p:cNvPr id="896" name="Rectangle 895">
              <a:hlinkHover r:id="" action="ppaction://noaction" highlightClick="1"/>
              <a:extLst>
                <a:ext uri="{FF2B5EF4-FFF2-40B4-BE49-F238E27FC236}">
                  <a16:creationId xmlns:a16="http://schemas.microsoft.com/office/drawing/2014/main" id="{D20EC3F7-90AE-9A9A-F601-27A2B5E4BB15}"/>
                </a:ext>
              </a:extLst>
            </p:cNvPr>
            <p:cNvSpPr/>
            <p:nvPr/>
          </p:nvSpPr>
          <p:spPr>
            <a:xfrm>
              <a:off x="726250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897" name="Oval 896">
              <a:extLst>
                <a:ext uri="{FF2B5EF4-FFF2-40B4-BE49-F238E27FC236}">
                  <a16:creationId xmlns:a16="http://schemas.microsoft.com/office/drawing/2014/main" id="{5769DEE6-9F2D-C191-A651-4171A12F2789}"/>
                </a:ext>
              </a:extLst>
            </p:cNvPr>
            <p:cNvSpPr/>
            <p:nvPr/>
          </p:nvSpPr>
          <p:spPr>
            <a:xfrm>
              <a:off x="796122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8" name="Isosceles Triangle 648">
              <a:extLst>
                <a:ext uri="{FF2B5EF4-FFF2-40B4-BE49-F238E27FC236}">
                  <a16:creationId xmlns:a16="http://schemas.microsoft.com/office/drawing/2014/main" id="{4A6B1729-247C-B8AF-002F-314B806C67C6}"/>
                </a:ext>
              </a:extLst>
            </p:cNvPr>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99" name="Group 898">
            <a:extLst>
              <a:ext uri="{FF2B5EF4-FFF2-40B4-BE49-F238E27FC236}">
                <a16:creationId xmlns:a16="http://schemas.microsoft.com/office/drawing/2014/main" id="{32170CF7-53B0-9DE7-FFF8-B3BC5C7AB251}"/>
              </a:ext>
            </a:extLst>
          </p:cNvPr>
          <p:cNvGrpSpPr/>
          <p:nvPr/>
        </p:nvGrpSpPr>
        <p:grpSpPr>
          <a:xfrm>
            <a:off x="6286222" y="3698227"/>
            <a:ext cx="721206" cy="609701"/>
            <a:chOff x="6271424" y="4191922"/>
            <a:chExt cx="871904" cy="748695"/>
          </a:xfrm>
        </p:grpSpPr>
        <p:sp>
          <p:nvSpPr>
            <p:cNvPr id="900" name="Rectangle 899">
              <a:hlinkHover r:id="" action="ppaction://noaction" highlightClick="1"/>
              <a:extLst>
                <a:ext uri="{FF2B5EF4-FFF2-40B4-BE49-F238E27FC236}">
                  <a16:creationId xmlns:a16="http://schemas.microsoft.com/office/drawing/2014/main" id="{6C2337D2-E3F2-9260-0582-DAFA0165C530}"/>
                </a:ext>
              </a:extLst>
            </p:cNvPr>
            <p:cNvSpPr/>
            <p:nvPr/>
          </p:nvSpPr>
          <p:spPr>
            <a:xfrm>
              <a:off x="627142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901" name="Oval 900">
              <a:extLst>
                <a:ext uri="{FF2B5EF4-FFF2-40B4-BE49-F238E27FC236}">
                  <a16:creationId xmlns:a16="http://schemas.microsoft.com/office/drawing/2014/main" id="{D2749D3A-9CFE-98BB-38A7-6011B3960C3A}"/>
                </a:ext>
              </a:extLst>
            </p:cNvPr>
            <p:cNvSpPr/>
            <p:nvPr/>
          </p:nvSpPr>
          <p:spPr>
            <a:xfrm>
              <a:off x="697080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2" name="Isosceles Triangle 648">
              <a:extLst>
                <a:ext uri="{FF2B5EF4-FFF2-40B4-BE49-F238E27FC236}">
                  <a16:creationId xmlns:a16="http://schemas.microsoft.com/office/drawing/2014/main" id="{650DB192-11C2-44B0-8CF0-E9825A186491}"/>
                </a:ext>
              </a:extLst>
            </p:cNvPr>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8F7901E6-10CB-85D1-CF0C-3F3446D41C42}"/>
              </a:ext>
            </a:extLst>
          </p:cNvPr>
          <p:cNvGrpSpPr/>
          <p:nvPr/>
        </p:nvGrpSpPr>
        <p:grpSpPr>
          <a:xfrm>
            <a:off x="2942396" y="3698227"/>
            <a:ext cx="721206" cy="609701"/>
            <a:chOff x="3298169" y="3370808"/>
            <a:chExt cx="871904" cy="748695"/>
          </a:xfrm>
        </p:grpSpPr>
        <p:sp>
          <p:nvSpPr>
            <p:cNvPr id="9" name="Rectangle 8">
              <a:extLst>
                <a:ext uri="{FF2B5EF4-FFF2-40B4-BE49-F238E27FC236}">
                  <a16:creationId xmlns:a16="http://schemas.microsoft.com/office/drawing/2014/main" id="{1D561FF4-A771-36B5-6334-5FBEF4756E90}"/>
                </a:ext>
              </a:extLst>
            </p:cNvPr>
            <p:cNvSpPr/>
            <p:nvPr/>
          </p:nvSpPr>
          <p:spPr>
            <a:xfrm>
              <a:off x="329816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12" name="Right Triangle 11">
              <a:extLst>
                <a:ext uri="{FF2B5EF4-FFF2-40B4-BE49-F238E27FC236}">
                  <a16:creationId xmlns:a16="http://schemas.microsoft.com/office/drawing/2014/main" id="{7A74E058-A05D-83F6-595F-325CCB871D15}"/>
                </a:ext>
              </a:extLst>
            </p:cNvPr>
            <p:cNvSpPr/>
            <p:nvPr/>
          </p:nvSpPr>
          <p:spPr>
            <a:xfrm rot="10800000">
              <a:off x="4022248"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1D1482F0-07B3-2BEE-E608-113A0AF54FA9}"/>
                </a:ext>
              </a:extLst>
            </p:cNvPr>
            <p:cNvGrpSpPr/>
            <p:nvPr/>
          </p:nvGrpSpPr>
          <p:grpSpPr>
            <a:xfrm>
              <a:off x="4102575" y="3389004"/>
              <a:ext cx="45719" cy="75385"/>
              <a:chOff x="3883481" y="2057400"/>
              <a:chExt cx="1608363" cy="2652031"/>
            </a:xfrm>
            <a:solidFill>
              <a:srgbClr val="A6A6A6"/>
            </a:solidFill>
          </p:grpSpPr>
          <p:sp>
            <p:nvSpPr>
              <p:cNvPr id="17" name="Oval 27">
                <a:extLst>
                  <a:ext uri="{FF2B5EF4-FFF2-40B4-BE49-F238E27FC236}">
                    <a16:creationId xmlns:a16="http://schemas.microsoft.com/office/drawing/2014/main" id="{CB183900-EE79-04DE-68D5-CADB462C901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Oval 28">
                <a:extLst>
                  <a:ext uri="{FF2B5EF4-FFF2-40B4-BE49-F238E27FC236}">
                    <a16:creationId xmlns:a16="http://schemas.microsoft.com/office/drawing/2014/main" id="{1BEF640A-D240-7685-FFB2-CA283398DBD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 name="Group 19">
            <a:extLst>
              <a:ext uri="{FF2B5EF4-FFF2-40B4-BE49-F238E27FC236}">
                <a16:creationId xmlns:a16="http://schemas.microsoft.com/office/drawing/2014/main" id="{96BC13B2-CB0E-4CA0-32CD-9B8F8E5F7C60}"/>
              </a:ext>
            </a:extLst>
          </p:cNvPr>
          <p:cNvGrpSpPr/>
          <p:nvPr/>
        </p:nvGrpSpPr>
        <p:grpSpPr>
          <a:xfrm>
            <a:off x="3779083" y="3698227"/>
            <a:ext cx="721206" cy="609701"/>
            <a:chOff x="4289254" y="3370808"/>
            <a:chExt cx="871904" cy="748695"/>
          </a:xfrm>
        </p:grpSpPr>
        <p:sp>
          <p:nvSpPr>
            <p:cNvPr id="21" name="Rectangle 20">
              <a:extLst>
                <a:ext uri="{FF2B5EF4-FFF2-40B4-BE49-F238E27FC236}">
                  <a16:creationId xmlns:a16="http://schemas.microsoft.com/office/drawing/2014/main" id="{F50F0145-3678-DA04-EDA4-B26CBB893FE6}"/>
                </a:ext>
              </a:extLst>
            </p:cNvPr>
            <p:cNvSpPr/>
            <p:nvPr/>
          </p:nvSpPr>
          <p:spPr>
            <a:xfrm>
              <a:off x="428925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22" name="Right Triangle 21">
              <a:extLst>
                <a:ext uri="{FF2B5EF4-FFF2-40B4-BE49-F238E27FC236}">
                  <a16:creationId xmlns:a16="http://schemas.microsoft.com/office/drawing/2014/main" id="{359588E5-3096-37D8-AEB2-D45FF3E04FC4}"/>
                </a:ext>
              </a:extLst>
            </p:cNvPr>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8" name="Group 27">
              <a:extLst>
                <a:ext uri="{FF2B5EF4-FFF2-40B4-BE49-F238E27FC236}">
                  <a16:creationId xmlns:a16="http://schemas.microsoft.com/office/drawing/2014/main" id="{76867C06-A426-C3C3-616B-FE1EB2E8654E}"/>
                </a:ext>
              </a:extLst>
            </p:cNvPr>
            <p:cNvGrpSpPr/>
            <p:nvPr/>
          </p:nvGrpSpPr>
          <p:grpSpPr>
            <a:xfrm>
              <a:off x="5098569" y="3381257"/>
              <a:ext cx="45719" cy="75385"/>
              <a:chOff x="3883481" y="2057400"/>
              <a:chExt cx="1608363" cy="2652031"/>
            </a:xfrm>
            <a:solidFill>
              <a:srgbClr val="A6A6A6"/>
            </a:solidFill>
          </p:grpSpPr>
          <p:sp>
            <p:nvSpPr>
              <p:cNvPr id="29" name="Oval 27">
                <a:extLst>
                  <a:ext uri="{FF2B5EF4-FFF2-40B4-BE49-F238E27FC236}">
                    <a16:creationId xmlns:a16="http://schemas.microsoft.com/office/drawing/2014/main" id="{10D7461E-5469-EDCC-12E7-7543CB077CB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 name="Oval 28">
                <a:extLst>
                  <a:ext uri="{FF2B5EF4-FFF2-40B4-BE49-F238E27FC236}">
                    <a16:creationId xmlns:a16="http://schemas.microsoft.com/office/drawing/2014/main" id="{EA51E503-CD09-6A27-8380-3C4E4314657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1" name="Group 40">
            <a:extLst>
              <a:ext uri="{FF2B5EF4-FFF2-40B4-BE49-F238E27FC236}">
                <a16:creationId xmlns:a16="http://schemas.microsoft.com/office/drawing/2014/main" id="{15D83F0D-942F-1549-CF65-3124FEDA3C69}"/>
              </a:ext>
            </a:extLst>
          </p:cNvPr>
          <p:cNvGrpSpPr/>
          <p:nvPr/>
        </p:nvGrpSpPr>
        <p:grpSpPr>
          <a:xfrm>
            <a:off x="2099602" y="5136552"/>
            <a:ext cx="721206" cy="609701"/>
            <a:chOff x="2307084" y="3370808"/>
            <a:chExt cx="871904" cy="748695"/>
          </a:xfrm>
        </p:grpSpPr>
        <p:sp>
          <p:nvSpPr>
            <p:cNvPr id="42" name="Rectangle 41">
              <a:extLst>
                <a:ext uri="{FF2B5EF4-FFF2-40B4-BE49-F238E27FC236}">
                  <a16:creationId xmlns:a16="http://schemas.microsoft.com/office/drawing/2014/main" id="{06692CEB-77A4-1200-D804-FC9BE7BDCDF7}"/>
                </a:ext>
              </a:extLst>
            </p:cNvPr>
            <p:cNvSpPr/>
            <p:nvPr/>
          </p:nvSpPr>
          <p:spPr>
            <a:xfrm>
              <a:off x="230708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44" name="Right Triangle 43">
              <a:extLst>
                <a:ext uri="{FF2B5EF4-FFF2-40B4-BE49-F238E27FC236}">
                  <a16:creationId xmlns:a16="http://schemas.microsoft.com/office/drawing/2014/main" id="{9C39B5B2-84CC-357C-2998-2C9A2E2F7C8E}"/>
                </a:ext>
              </a:extLst>
            </p:cNvPr>
            <p:cNvSpPr/>
            <p:nvPr/>
          </p:nvSpPr>
          <p:spPr>
            <a:xfrm rot="10800000">
              <a:off x="3031994"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5" name="Group 44">
              <a:extLst>
                <a:ext uri="{FF2B5EF4-FFF2-40B4-BE49-F238E27FC236}">
                  <a16:creationId xmlns:a16="http://schemas.microsoft.com/office/drawing/2014/main" id="{37738FDB-0389-4938-D5D0-37F580C76A5D}"/>
                </a:ext>
              </a:extLst>
            </p:cNvPr>
            <p:cNvGrpSpPr/>
            <p:nvPr/>
          </p:nvGrpSpPr>
          <p:grpSpPr>
            <a:xfrm>
              <a:off x="3112321" y="3389004"/>
              <a:ext cx="45719" cy="75385"/>
              <a:chOff x="3883481" y="2057400"/>
              <a:chExt cx="1608363" cy="2652031"/>
            </a:xfrm>
            <a:solidFill>
              <a:srgbClr val="A6A6A6"/>
            </a:solidFill>
          </p:grpSpPr>
          <p:sp>
            <p:nvSpPr>
              <p:cNvPr id="46" name="Oval 27">
                <a:extLst>
                  <a:ext uri="{FF2B5EF4-FFF2-40B4-BE49-F238E27FC236}">
                    <a16:creationId xmlns:a16="http://schemas.microsoft.com/office/drawing/2014/main" id="{5E28B648-B2A0-BB36-83A5-E00D853F207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 name="Oval 28">
                <a:extLst>
                  <a:ext uri="{FF2B5EF4-FFF2-40B4-BE49-F238E27FC236}">
                    <a16:creationId xmlns:a16="http://schemas.microsoft.com/office/drawing/2014/main" id="{8336E502-E4F8-26B7-1F07-632D4A88851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3" name="Group 52">
            <a:extLst>
              <a:ext uri="{FF2B5EF4-FFF2-40B4-BE49-F238E27FC236}">
                <a16:creationId xmlns:a16="http://schemas.microsoft.com/office/drawing/2014/main" id="{4335F653-48D8-967D-ED5D-ED85F5EB5DCE}"/>
              </a:ext>
            </a:extLst>
          </p:cNvPr>
          <p:cNvGrpSpPr/>
          <p:nvPr/>
        </p:nvGrpSpPr>
        <p:grpSpPr>
          <a:xfrm>
            <a:off x="2100388" y="4419620"/>
            <a:ext cx="721206" cy="609701"/>
            <a:chOff x="5280339" y="3370808"/>
            <a:chExt cx="871904" cy="748695"/>
          </a:xfrm>
        </p:grpSpPr>
        <p:sp>
          <p:nvSpPr>
            <p:cNvPr id="58" name="Rectangle 57">
              <a:extLst>
                <a:ext uri="{FF2B5EF4-FFF2-40B4-BE49-F238E27FC236}">
                  <a16:creationId xmlns:a16="http://schemas.microsoft.com/office/drawing/2014/main" id="{CA12C866-4070-E8CE-0CBB-39D5E74E49F1}"/>
                </a:ext>
              </a:extLst>
            </p:cNvPr>
            <p:cNvSpPr/>
            <p:nvPr/>
          </p:nvSpPr>
          <p:spPr>
            <a:xfrm>
              <a:off x="528033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60" name="Right Triangle 59">
              <a:extLst>
                <a:ext uri="{FF2B5EF4-FFF2-40B4-BE49-F238E27FC236}">
                  <a16:creationId xmlns:a16="http://schemas.microsoft.com/office/drawing/2014/main" id="{C8DD15C5-AB91-252B-D503-77F30D68352C}"/>
                </a:ext>
              </a:extLst>
            </p:cNvPr>
            <p:cNvSpPr/>
            <p:nvPr/>
          </p:nvSpPr>
          <p:spPr>
            <a:xfrm rot="10800000">
              <a:off x="6009373"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13" name="Group 912">
              <a:extLst>
                <a:ext uri="{FF2B5EF4-FFF2-40B4-BE49-F238E27FC236}">
                  <a16:creationId xmlns:a16="http://schemas.microsoft.com/office/drawing/2014/main" id="{D2F9EF90-F323-ADE9-53FA-15EC3910830D}"/>
                </a:ext>
              </a:extLst>
            </p:cNvPr>
            <p:cNvGrpSpPr/>
            <p:nvPr/>
          </p:nvGrpSpPr>
          <p:grpSpPr>
            <a:xfrm>
              <a:off x="6089700" y="3389004"/>
              <a:ext cx="45719" cy="75385"/>
              <a:chOff x="3883481" y="2057400"/>
              <a:chExt cx="1608363" cy="2652031"/>
            </a:xfrm>
            <a:solidFill>
              <a:srgbClr val="A6A6A6"/>
            </a:solidFill>
          </p:grpSpPr>
          <p:sp>
            <p:nvSpPr>
              <p:cNvPr id="914" name="Oval 27">
                <a:extLst>
                  <a:ext uri="{FF2B5EF4-FFF2-40B4-BE49-F238E27FC236}">
                    <a16:creationId xmlns:a16="http://schemas.microsoft.com/office/drawing/2014/main" id="{2CAD1F05-8E40-44E4-D9C2-ABE25704812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5" name="Oval 28">
                <a:extLst>
                  <a:ext uri="{FF2B5EF4-FFF2-40B4-BE49-F238E27FC236}">
                    <a16:creationId xmlns:a16="http://schemas.microsoft.com/office/drawing/2014/main" id="{5B6CA11E-BFE4-E921-DBA2-5237250D36B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16" name="Group 915">
            <a:extLst>
              <a:ext uri="{FF2B5EF4-FFF2-40B4-BE49-F238E27FC236}">
                <a16:creationId xmlns:a16="http://schemas.microsoft.com/office/drawing/2014/main" id="{C69EE692-4732-9459-CDDD-199A5B098BA1}"/>
              </a:ext>
            </a:extLst>
          </p:cNvPr>
          <p:cNvGrpSpPr/>
          <p:nvPr/>
        </p:nvGrpSpPr>
        <p:grpSpPr>
          <a:xfrm>
            <a:off x="10520475" y="90836"/>
            <a:ext cx="721206" cy="609701"/>
            <a:chOff x="11226844" y="88412"/>
            <a:chExt cx="871904" cy="748695"/>
          </a:xfrm>
        </p:grpSpPr>
        <p:sp>
          <p:nvSpPr>
            <p:cNvPr id="917" name="Rectangle 916">
              <a:hlinkHover r:id="" action="ppaction://noaction" highlightClick="1"/>
              <a:extLst>
                <a:ext uri="{FF2B5EF4-FFF2-40B4-BE49-F238E27FC236}">
                  <a16:creationId xmlns:a16="http://schemas.microsoft.com/office/drawing/2014/main" id="{2996D113-363B-8F9C-FD0C-F0BF67D5F3CC}"/>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918" name="Oval 917">
              <a:extLst>
                <a:ext uri="{FF2B5EF4-FFF2-40B4-BE49-F238E27FC236}">
                  <a16:creationId xmlns:a16="http://schemas.microsoft.com/office/drawing/2014/main" id="{010213BA-1B01-3106-45DD-1AFFDBB71423}"/>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9" name="Isosceles Triangle 648">
              <a:extLst>
                <a:ext uri="{FF2B5EF4-FFF2-40B4-BE49-F238E27FC236}">
                  <a16:creationId xmlns:a16="http://schemas.microsoft.com/office/drawing/2014/main" id="{33152756-7FC4-428C-0002-C1F401E836ED}"/>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24" name="Group 923">
            <a:extLst>
              <a:ext uri="{FF2B5EF4-FFF2-40B4-BE49-F238E27FC236}">
                <a16:creationId xmlns:a16="http://schemas.microsoft.com/office/drawing/2014/main" id="{8CE586E2-06A7-6919-661E-68881E42DC8F}"/>
              </a:ext>
            </a:extLst>
          </p:cNvPr>
          <p:cNvGrpSpPr/>
          <p:nvPr/>
        </p:nvGrpSpPr>
        <p:grpSpPr>
          <a:xfrm>
            <a:off x="8807242" y="1532276"/>
            <a:ext cx="721206" cy="609701"/>
            <a:chOff x="10235764" y="1729816"/>
            <a:chExt cx="871904" cy="748695"/>
          </a:xfrm>
        </p:grpSpPr>
        <p:sp>
          <p:nvSpPr>
            <p:cNvPr id="925" name="Rectangle 924">
              <a:hlinkHover r:id="" action="ppaction://noaction" highlightClick="1"/>
              <a:extLst>
                <a:ext uri="{FF2B5EF4-FFF2-40B4-BE49-F238E27FC236}">
                  <a16:creationId xmlns:a16="http://schemas.microsoft.com/office/drawing/2014/main" id="{353B634C-2586-FD43-32B0-9A52DB581120}"/>
                </a:ext>
              </a:extLst>
            </p:cNvPr>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926" name="Oval 925">
              <a:extLst>
                <a:ext uri="{FF2B5EF4-FFF2-40B4-BE49-F238E27FC236}">
                  <a16:creationId xmlns:a16="http://schemas.microsoft.com/office/drawing/2014/main" id="{B1035A3A-E7AF-313C-6896-5E795805C175}"/>
                </a:ext>
              </a:extLst>
            </p:cNvPr>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7" name="Isosceles Triangle 648">
              <a:extLst>
                <a:ext uri="{FF2B5EF4-FFF2-40B4-BE49-F238E27FC236}">
                  <a16:creationId xmlns:a16="http://schemas.microsoft.com/office/drawing/2014/main" id="{A8D0A126-1798-18A4-453E-AC732FB842BA}"/>
                </a:ext>
              </a:extLst>
            </p:cNvPr>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28" name="Group 927">
            <a:extLst>
              <a:ext uri="{FF2B5EF4-FFF2-40B4-BE49-F238E27FC236}">
                <a16:creationId xmlns:a16="http://schemas.microsoft.com/office/drawing/2014/main" id="{D129B546-14AB-E7A7-8507-20111F010BF4}"/>
              </a:ext>
            </a:extLst>
          </p:cNvPr>
          <p:cNvGrpSpPr/>
          <p:nvPr/>
        </p:nvGrpSpPr>
        <p:grpSpPr>
          <a:xfrm>
            <a:off x="11356238" y="1532276"/>
            <a:ext cx="721206" cy="609701"/>
            <a:chOff x="11226844" y="88412"/>
            <a:chExt cx="871904" cy="748695"/>
          </a:xfrm>
        </p:grpSpPr>
        <p:sp>
          <p:nvSpPr>
            <p:cNvPr id="929" name="Rectangle 928">
              <a:hlinkHover r:id="" action="ppaction://noaction" highlightClick="1"/>
              <a:extLst>
                <a:ext uri="{FF2B5EF4-FFF2-40B4-BE49-F238E27FC236}">
                  <a16:creationId xmlns:a16="http://schemas.microsoft.com/office/drawing/2014/main" id="{62A0B450-C714-ADF2-0803-FE8CE60E1C84}"/>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930" name="Oval 929">
              <a:extLst>
                <a:ext uri="{FF2B5EF4-FFF2-40B4-BE49-F238E27FC236}">
                  <a16:creationId xmlns:a16="http://schemas.microsoft.com/office/drawing/2014/main" id="{B9FE7B55-A5E4-C3E2-10BA-8BCC5228627E}"/>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1" name="Isosceles Triangle 648">
              <a:extLst>
                <a:ext uri="{FF2B5EF4-FFF2-40B4-BE49-F238E27FC236}">
                  <a16:creationId xmlns:a16="http://schemas.microsoft.com/office/drawing/2014/main" id="{30F8536C-0248-CF6E-B18A-CB0A8BFF73AA}"/>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40" name="Group 939">
            <a:extLst>
              <a:ext uri="{FF2B5EF4-FFF2-40B4-BE49-F238E27FC236}">
                <a16:creationId xmlns:a16="http://schemas.microsoft.com/office/drawing/2014/main" id="{B92B35F3-A66E-FE22-1693-0D26A1301705}"/>
              </a:ext>
            </a:extLst>
          </p:cNvPr>
          <p:cNvGrpSpPr/>
          <p:nvPr/>
        </p:nvGrpSpPr>
        <p:grpSpPr>
          <a:xfrm>
            <a:off x="3776511" y="2974054"/>
            <a:ext cx="724144" cy="609701"/>
            <a:chOff x="6271424" y="3370808"/>
            <a:chExt cx="875460" cy="748695"/>
          </a:xfrm>
        </p:grpSpPr>
        <p:sp>
          <p:nvSpPr>
            <p:cNvPr id="941" name="Rectangle 940">
              <a:extLst>
                <a:ext uri="{FF2B5EF4-FFF2-40B4-BE49-F238E27FC236}">
                  <a16:creationId xmlns:a16="http://schemas.microsoft.com/office/drawing/2014/main" id="{C78E61D8-F8DC-97A5-EB90-E2719219DE75}"/>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942" name="Right Triangle 941">
              <a:extLst>
                <a:ext uri="{FF2B5EF4-FFF2-40B4-BE49-F238E27FC236}">
                  <a16:creationId xmlns:a16="http://schemas.microsoft.com/office/drawing/2014/main" id="{2AE7A2AB-8183-361C-8F21-7FD8841E43DC}"/>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43" name="Group 942">
              <a:extLst>
                <a:ext uri="{FF2B5EF4-FFF2-40B4-BE49-F238E27FC236}">
                  <a16:creationId xmlns:a16="http://schemas.microsoft.com/office/drawing/2014/main" id="{24B5483C-347D-8695-13E9-F07A8B6088FB}"/>
                </a:ext>
              </a:extLst>
            </p:cNvPr>
            <p:cNvGrpSpPr/>
            <p:nvPr/>
          </p:nvGrpSpPr>
          <p:grpSpPr>
            <a:xfrm>
              <a:off x="7085694" y="3381257"/>
              <a:ext cx="45719" cy="75385"/>
              <a:chOff x="3883481" y="2057400"/>
              <a:chExt cx="1608363" cy="2652031"/>
            </a:xfrm>
            <a:solidFill>
              <a:srgbClr val="A6A6A6"/>
            </a:solidFill>
          </p:grpSpPr>
          <p:sp>
            <p:nvSpPr>
              <p:cNvPr id="944" name="Oval 27">
                <a:extLst>
                  <a:ext uri="{FF2B5EF4-FFF2-40B4-BE49-F238E27FC236}">
                    <a16:creationId xmlns:a16="http://schemas.microsoft.com/office/drawing/2014/main" id="{65F4CD31-2DE2-1C39-E1B2-5940EBF325B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5" name="Oval 28">
                <a:extLst>
                  <a:ext uri="{FF2B5EF4-FFF2-40B4-BE49-F238E27FC236}">
                    <a16:creationId xmlns:a16="http://schemas.microsoft.com/office/drawing/2014/main" id="{913E1380-78E6-B136-EE00-F57F19D21C2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3" name="Group 82">
            <a:extLst>
              <a:ext uri="{FF2B5EF4-FFF2-40B4-BE49-F238E27FC236}">
                <a16:creationId xmlns:a16="http://schemas.microsoft.com/office/drawing/2014/main" id="{FE2A5C1A-70FF-9515-FC71-43579A8EB690}"/>
              </a:ext>
            </a:extLst>
          </p:cNvPr>
          <p:cNvGrpSpPr/>
          <p:nvPr/>
        </p:nvGrpSpPr>
        <p:grpSpPr>
          <a:xfrm>
            <a:off x="4615770" y="3698227"/>
            <a:ext cx="721206" cy="609701"/>
            <a:chOff x="10235764" y="5012622"/>
            <a:chExt cx="871904" cy="748695"/>
          </a:xfrm>
        </p:grpSpPr>
        <p:sp>
          <p:nvSpPr>
            <p:cNvPr id="84" name="Rectangle 83">
              <a:hlinkHover r:id="" action="ppaction://noaction" highlightClick="1"/>
              <a:extLst>
                <a:ext uri="{FF2B5EF4-FFF2-40B4-BE49-F238E27FC236}">
                  <a16:creationId xmlns:a16="http://schemas.microsoft.com/office/drawing/2014/main" id="{8D2AAF29-EDFA-8D53-FDBE-F48240139EB8}"/>
                </a:ext>
              </a:extLst>
            </p:cNvPr>
            <p:cNvSpPr/>
            <p:nvPr/>
          </p:nvSpPr>
          <p:spPr>
            <a:xfrm>
              <a:off x="1023576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85" name="Oval 84">
              <a:extLst>
                <a:ext uri="{FF2B5EF4-FFF2-40B4-BE49-F238E27FC236}">
                  <a16:creationId xmlns:a16="http://schemas.microsoft.com/office/drawing/2014/main" id="{D98BBACB-C5BB-0F99-C2D8-5B3C6BB4E975}"/>
                </a:ext>
              </a:extLst>
            </p:cNvPr>
            <p:cNvSpPr/>
            <p:nvPr/>
          </p:nvSpPr>
          <p:spPr>
            <a:xfrm>
              <a:off x="109304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 name="Isosceles Triangle 648">
              <a:extLst>
                <a:ext uri="{FF2B5EF4-FFF2-40B4-BE49-F238E27FC236}">
                  <a16:creationId xmlns:a16="http://schemas.microsoft.com/office/drawing/2014/main" id="{FE106C2F-B783-706A-4F34-7EE9AD786B2E}"/>
                </a:ext>
              </a:extLst>
            </p:cNvPr>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56" name="Group 955">
            <a:extLst>
              <a:ext uri="{FF2B5EF4-FFF2-40B4-BE49-F238E27FC236}">
                <a16:creationId xmlns:a16="http://schemas.microsoft.com/office/drawing/2014/main" id="{D91F2660-FFCA-67FE-9BDF-A1FEEAC27DED}"/>
              </a:ext>
            </a:extLst>
          </p:cNvPr>
          <p:cNvGrpSpPr/>
          <p:nvPr/>
        </p:nvGrpSpPr>
        <p:grpSpPr>
          <a:xfrm>
            <a:off x="7957576" y="2253333"/>
            <a:ext cx="721206" cy="609701"/>
            <a:chOff x="10240105" y="2560818"/>
            <a:chExt cx="871904" cy="748695"/>
          </a:xfrm>
        </p:grpSpPr>
        <p:sp>
          <p:nvSpPr>
            <p:cNvPr id="957" name="Rectangle 956">
              <a:extLst>
                <a:ext uri="{FF2B5EF4-FFF2-40B4-BE49-F238E27FC236}">
                  <a16:creationId xmlns:a16="http://schemas.microsoft.com/office/drawing/2014/main" id="{659C5645-DD39-EE93-B892-23A6CBAE427F}"/>
                </a:ext>
              </a:extLst>
            </p:cNvPr>
            <p:cNvSpPr/>
            <p:nvPr/>
          </p:nvSpPr>
          <p:spPr>
            <a:xfrm>
              <a:off x="10240105"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958" name="Right Triangle 957">
              <a:extLst>
                <a:ext uri="{FF2B5EF4-FFF2-40B4-BE49-F238E27FC236}">
                  <a16:creationId xmlns:a16="http://schemas.microsoft.com/office/drawing/2014/main" id="{62B26AA1-8CC9-61B0-6105-055930CC52E7}"/>
                </a:ext>
              </a:extLst>
            </p:cNvPr>
            <p:cNvSpPr/>
            <p:nvPr/>
          </p:nvSpPr>
          <p:spPr>
            <a:xfrm rot="10800000">
              <a:off x="10962978" y="25647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59" name="Group 958">
              <a:extLst>
                <a:ext uri="{FF2B5EF4-FFF2-40B4-BE49-F238E27FC236}">
                  <a16:creationId xmlns:a16="http://schemas.microsoft.com/office/drawing/2014/main" id="{63B8E7F5-1CC0-7D3D-7368-28B729A18FDD}"/>
                </a:ext>
              </a:extLst>
            </p:cNvPr>
            <p:cNvGrpSpPr/>
            <p:nvPr/>
          </p:nvGrpSpPr>
          <p:grpSpPr>
            <a:xfrm>
              <a:off x="11043305" y="2572272"/>
              <a:ext cx="45719" cy="75385"/>
              <a:chOff x="3883481" y="2057400"/>
              <a:chExt cx="1608363" cy="2652031"/>
            </a:xfrm>
            <a:solidFill>
              <a:srgbClr val="A6A6A6"/>
            </a:solidFill>
          </p:grpSpPr>
          <p:sp>
            <p:nvSpPr>
              <p:cNvPr id="498" name="Oval 27">
                <a:extLst>
                  <a:ext uri="{FF2B5EF4-FFF2-40B4-BE49-F238E27FC236}">
                    <a16:creationId xmlns:a16="http://schemas.microsoft.com/office/drawing/2014/main" id="{1B8DA920-F7D3-5B7E-A8CF-02490A4BE9A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9" name="Oval 28">
                <a:extLst>
                  <a:ext uri="{FF2B5EF4-FFF2-40B4-BE49-F238E27FC236}">
                    <a16:creationId xmlns:a16="http://schemas.microsoft.com/office/drawing/2014/main" id="{4BD22A5F-57CE-1330-6993-8223DECF701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00" name="Group 499">
            <a:extLst>
              <a:ext uri="{FF2B5EF4-FFF2-40B4-BE49-F238E27FC236}">
                <a16:creationId xmlns:a16="http://schemas.microsoft.com/office/drawing/2014/main" id="{E6E435AF-D238-9305-035E-72185345C736}"/>
              </a:ext>
            </a:extLst>
          </p:cNvPr>
          <p:cNvGrpSpPr/>
          <p:nvPr/>
        </p:nvGrpSpPr>
        <p:grpSpPr>
          <a:xfrm>
            <a:off x="4605608" y="811556"/>
            <a:ext cx="722058" cy="609701"/>
            <a:chOff x="6271424" y="909114"/>
            <a:chExt cx="872938" cy="748695"/>
          </a:xfrm>
        </p:grpSpPr>
        <p:sp>
          <p:nvSpPr>
            <p:cNvPr id="501" name="Rectangle 500">
              <a:extLst>
                <a:ext uri="{FF2B5EF4-FFF2-40B4-BE49-F238E27FC236}">
                  <a16:creationId xmlns:a16="http://schemas.microsoft.com/office/drawing/2014/main" id="{FDFCB0AE-DA6C-BA85-DE9C-9985FC37AC68}"/>
                </a:ext>
              </a:extLst>
            </p:cNvPr>
            <p:cNvSpPr/>
            <p:nvPr/>
          </p:nvSpPr>
          <p:spPr>
            <a:xfrm>
              <a:off x="627142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67" name="Rectangle 66">
              <a:extLst>
                <a:ext uri="{FF2B5EF4-FFF2-40B4-BE49-F238E27FC236}">
                  <a16:creationId xmlns:a16="http://schemas.microsoft.com/office/drawing/2014/main" id="{B094C1D6-9447-46A6-50F2-6F67B8DC41D6}"/>
                </a:ext>
              </a:extLst>
            </p:cNvPr>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 name="Oval 15">
              <a:extLst>
                <a:ext uri="{FF2B5EF4-FFF2-40B4-BE49-F238E27FC236}">
                  <a16:creationId xmlns:a16="http://schemas.microsoft.com/office/drawing/2014/main" id="{1B1B1F3B-3167-656A-808C-7E80BC5704BC}"/>
                </a:ext>
              </a:extLst>
            </p:cNvPr>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1" name="Straight Connector 80">
              <a:extLst>
                <a:ext uri="{FF2B5EF4-FFF2-40B4-BE49-F238E27FC236}">
                  <a16:creationId xmlns:a16="http://schemas.microsoft.com/office/drawing/2014/main" id="{5A9FB644-E343-F166-CAB6-5F5B4438099E}"/>
                </a:ext>
              </a:extLst>
            </p:cNvPr>
            <p:cNvCxnSpPr>
              <a:cxnSpLocks/>
              <a:stCxn id="68"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82" name="Straight Connector 81">
              <a:extLst>
                <a:ext uri="{FF2B5EF4-FFF2-40B4-BE49-F238E27FC236}">
                  <a16:creationId xmlns:a16="http://schemas.microsoft.com/office/drawing/2014/main" id="{077C1270-006E-FE78-581A-CEC21DC37DB4}"/>
                </a:ext>
              </a:extLst>
            </p:cNvPr>
            <p:cNvCxnSpPr>
              <a:cxnSpLocks/>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FE1A6B3D-8721-54DF-367F-44EA952CF618}"/>
              </a:ext>
            </a:extLst>
          </p:cNvPr>
          <p:cNvGrpSpPr/>
          <p:nvPr/>
        </p:nvGrpSpPr>
        <p:grpSpPr>
          <a:xfrm>
            <a:off x="6288014" y="2260882"/>
            <a:ext cx="721206" cy="609702"/>
            <a:chOff x="9244679" y="2560817"/>
            <a:chExt cx="871904" cy="748696"/>
          </a:xfrm>
        </p:grpSpPr>
        <p:sp>
          <p:nvSpPr>
            <p:cNvPr id="92" name="Rectangle 91">
              <a:extLst>
                <a:ext uri="{FF2B5EF4-FFF2-40B4-BE49-F238E27FC236}">
                  <a16:creationId xmlns:a16="http://schemas.microsoft.com/office/drawing/2014/main" id="{276EACC3-C849-3B27-9479-2FBFB8A70CC0}"/>
                </a:ext>
              </a:extLst>
            </p:cNvPr>
            <p:cNvSpPr/>
            <p:nvPr/>
          </p:nvSpPr>
          <p:spPr>
            <a:xfrm>
              <a:off x="924467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93" name="Right Triangle 92">
              <a:extLst>
                <a:ext uri="{FF2B5EF4-FFF2-40B4-BE49-F238E27FC236}">
                  <a16:creationId xmlns:a16="http://schemas.microsoft.com/office/drawing/2014/main" id="{F1E76F81-791F-BE99-0605-D8B00793AA81}"/>
                </a:ext>
              </a:extLst>
            </p:cNvPr>
            <p:cNvSpPr/>
            <p:nvPr/>
          </p:nvSpPr>
          <p:spPr>
            <a:xfrm rot="10800000">
              <a:off x="9970339" y="25608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 name="Oval 27">
              <a:extLst>
                <a:ext uri="{FF2B5EF4-FFF2-40B4-BE49-F238E27FC236}">
                  <a16:creationId xmlns:a16="http://schemas.microsoft.com/office/drawing/2014/main" id="{1DDAB7CE-BCB8-98AB-84DB-576FFED40F5B}"/>
                </a:ext>
              </a:extLst>
            </p:cNvPr>
            <p:cNvSpPr/>
            <p:nvPr/>
          </p:nvSpPr>
          <p:spPr>
            <a:xfrm>
              <a:off x="10053528" y="2568300"/>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 name="Oval 28">
              <a:extLst>
                <a:ext uri="{FF2B5EF4-FFF2-40B4-BE49-F238E27FC236}">
                  <a16:creationId xmlns:a16="http://schemas.microsoft.com/office/drawing/2014/main" id="{A985248D-60F7-73A6-B792-319918766405}"/>
                </a:ext>
              </a:extLst>
            </p:cNvPr>
            <p:cNvSpPr/>
            <p:nvPr/>
          </p:nvSpPr>
          <p:spPr>
            <a:xfrm>
              <a:off x="10050666" y="2602014"/>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6" name="Group 95">
            <a:extLst>
              <a:ext uri="{FF2B5EF4-FFF2-40B4-BE49-F238E27FC236}">
                <a16:creationId xmlns:a16="http://schemas.microsoft.com/office/drawing/2014/main" id="{AA89C2C3-6E1E-9FD9-7DC3-9BBA79045F0C}"/>
              </a:ext>
            </a:extLst>
          </p:cNvPr>
          <p:cNvGrpSpPr/>
          <p:nvPr/>
        </p:nvGrpSpPr>
        <p:grpSpPr>
          <a:xfrm>
            <a:off x="9667833" y="811173"/>
            <a:ext cx="721206" cy="609701"/>
            <a:chOff x="10243575" y="88412"/>
            <a:chExt cx="871904" cy="748695"/>
          </a:xfrm>
        </p:grpSpPr>
        <p:sp>
          <p:nvSpPr>
            <p:cNvPr id="97" name="Rectangle 96">
              <a:hlinkHover r:id="" action="ppaction://noaction" highlightClick="1"/>
              <a:extLst>
                <a:ext uri="{FF2B5EF4-FFF2-40B4-BE49-F238E27FC236}">
                  <a16:creationId xmlns:a16="http://schemas.microsoft.com/office/drawing/2014/main" id="{3DEC5626-E8AF-E871-0EBB-5E07E72B7A47}"/>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98" name="Diamond 97">
              <a:extLst>
                <a:ext uri="{FF2B5EF4-FFF2-40B4-BE49-F238E27FC236}">
                  <a16:creationId xmlns:a16="http://schemas.microsoft.com/office/drawing/2014/main" id="{54FCA797-031C-FD6C-9D2D-CDF389D65558}"/>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Oval 98">
              <a:extLst>
                <a:ext uri="{FF2B5EF4-FFF2-40B4-BE49-F238E27FC236}">
                  <a16:creationId xmlns:a16="http://schemas.microsoft.com/office/drawing/2014/main" id="{6CBA5AF2-FB5D-F067-12EC-557543272B21}"/>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0" name="Group 99">
            <a:extLst>
              <a:ext uri="{FF2B5EF4-FFF2-40B4-BE49-F238E27FC236}">
                <a16:creationId xmlns:a16="http://schemas.microsoft.com/office/drawing/2014/main" id="{87FAD5D3-D167-36CD-7FC4-F52042F6F33A}"/>
              </a:ext>
            </a:extLst>
          </p:cNvPr>
          <p:cNvGrpSpPr/>
          <p:nvPr/>
        </p:nvGrpSpPr>
        <p:grpSpPr>
          <a:xfrm>
            <a:off x="9656908" y="2253333"/>
            <a:ext cx="721206" cy="609701"/>
            <a:chOff x="11226844" y="2550518"/>
            <a:chExt cx="871904" cy="748695"/>
          </a:xfrm>
        </p:grpSpPr>
        <p:sp>
          <p:nvSpPr>
            <p:cNvPr id="101" name="Rectangle 100">
              <a:hlinkHover r:id="" action="ppaction://noaction" highlightClick="1"/>
              <a:extLst>
                <a:ext uri="{FF2B5EF4-FFF2-40B4-BE49-F238E27FC236}">
                  <a16:creationId xmlns:a16="http://schemas.microsoft.com/office/drawing/2014/main" id="{4A1E5A57-B82F-9892-9637-32A0F20011B5}"/>
                </a:ext>
              </a:extLst>
            </p:cNvPr>
            <p:cNvSpPr/>
            <p:nvPr/>
          </p:nvSpPr>
          <p:spPr>
            <a:xfrm>
              <a:off x="11226844" y="255051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2" name="Rectangle 101">
              <a:extLst>
                <a:ext uri="{FF2B5EF4-FFF2-40B4-BE49-F238E27FC236}">
                  <a16:creationId xmlns:a16="http://schemas.microsoft.com/office/drawing/2014/main" id="{24067B29-792B-78BE-6E34-FCBBA3138D1D}"/>
                </a:ext>
              </a:extLst>
            </p:cNvPr>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 name="Oval 15">
              <a:extLst>
                <a:ext uri="{FF2B5EF4-FFF2-40B4-BE49-F238E27FC236}">
                  <a16:creationId xmlns:a16="http://schemas.microsoft.com/office/drawing/2014/main" id="{0F604D8C-334B-3E27-730F-D98F6EF3E6EC}"/>
                </a:ext>
              </a:extLst>
            </p:cNvPr>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4" name="Straight Connector 103">
              <a:extLst>
                <a:ext uri="{FF2B5EF4-FFF2-40B4-BE49-F238E27FC236}">
                  <a16:creationId xmlns:a16="http://schemas.microsoft.com/office/drawing/2014/main" id="{A10EF4AC-6FF4-B39C-B427-2BE18BC6C67C}"/>
                </a:ext>
              </a:extLst>
            </p:cNvPr>
            <p:cNvCxnSpPr>
              <a:cxnSpLocks/>
              <a:stCxn id="103"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1" name="Straight Connector 110">
              <a:extLst>
                <a:ext uri="{FF2B5EF4-FFF2-40B4-BE49-F238E27FC236}">
                  <a16:creationId xmlns:a16="http://schemas.microsoft.com/office/drawing/2014/main" id="{8EF40196-758C-088B-5071-85895823FD2A}"/>
                </a:ext>
              </a:extLst>
            </p:cNvPr>
            <p:cNvCxnSpPr>
              <a:cxnSpLocks/>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2" name="Group 111">
            <a:extLst>
              <a:ext uri="{FF2B5EF4-FFF2-40B4-BE49-F238E27FC236}">
                <a16:creationId xmlns:a16="http://schemas.microsoft.com/office/drawing/2014/main" id="{62C2535B-F93D-B9DC-DC64-3CCF2207165A}"/>
              </a:ext>
            </a:extLst>
          </p:cNvPr>
          <p:cNvGrpSpPr/>
          <p:nvPr/>
        </p:nvGrpSpPr>
        <p:grpSpPr>
          <a:xfrm>
            <a:off x="8791947" y="2257115"/>
            <a:ext cx="733206" cy="613871"/>
            <a:chOff x="11202812" y="97937"/>
            <a:chExt cx="886411" cy="753816"/>
          </a:xfrm>
        </p:grpSpPr>
        <p:sp>
          <p:nvSpPr>
            <p:cNvPr id="113" name="Rectangle 112">
              <a:hlinkHover r:id="" action="ppaction://noaction" highlightClick="1"/>
              <a:extLst>
                <a:ext uri="{FF2B5EF4-FFF2-40B4-BE49-F238E27FC236}">
                  <a16:creationId xmlns:a16="http://schemas.microsoft.com/office/drawing/2014/main" id="{3FE56AC6-CC98-9F53-91AF-DC8990DD9D07}"/>
                </a:ext>
              </a:extLst>
            </p:cNvPr>
            <p:cNvSpPr/>
            <p:nvPr/>
          </p:nvSpPr>
          <p:spPr>
            <a:xfrm>
              <a:off x="11202812" y="10305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14" name="Oval 113">
              <a:extLst>
                <a:ext uri="{FF2B5EF4-FFF2-40B4-BE49-F238E27FC236}">
                  <a16:creationId xmlns:a16="http://schemas.microsoft.com/office/drawing/2014/main" id="{ADB861F8-4BBD-C446-F0A7-2A7B605FF6B1}"/>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Isosceles Triangle 648">
              <a:extLst>
                <a:ext uri="{FF2B5EF4-FFF2-40B4-BE49-F238E27FC236}">
                  <a16:creationId xmlns:a16="http://schemas.microsoft.com/office/drawing/2014/main" id="{1D13CC14-49E6-A13C-549E-DA16C1E33C1B}"/>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6" name="Group 115">
            <a:extLst>
              <a:ext uri="{FF2B5EF4-FFF2-40B4-BE49-F238E27FC236}">
                <a16:creationId xmlns:a16="http://schemas.microsoft.com/office/drawing/2014/main" id="{320A51A3-1BFA-2696-30AF-3E84523CD18B}"/>
              </a:ext>
            </a:extLst>
          </p:cNvPr>
          <p:cNvGrpSpPr/>
          <p:nvPr/>
        </p:nvGrpSpPr>
        <p:grpSpPr>
          <a:xfrm>
            <a:off x="10506573" y="2253333"/>
            <a:ext cx="721206" cy="609701"/>
            <a:chOff x="10243575" y="88412"/>
            <a:chExt cx="871904" cy="748695"/>
          </a:xfrm>
        </p:grpSpPr>
        <p:sp>
          <p:nvSpPr>
            <p:cNvPr id="117" name="Rectangle 116">
              <a:hlinkHover r:id="" action="ppaction://noaction" highlightClick="1"/>
              <a:extLst>
                <a:ext uri="{FF2B5EF4-FFF2-40B4-BE49-F238E27FC236}">
                  <a16:creationId xmlns:a16="http://schemas.microsoft.com/office/drawing/2014/main" id="{6AE9A288-E701-9F90-D047-780D6E03FEF9}"/>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118" name="Diamond 117">
              <a:extLst>
                <a:ext uri="{FF2B5EF4-FFF2-40B4-BE49-F238E27FC236}">
                  <a16:creationId xmlns:a16="http://schemas.microsoft.com/office/drawing/2014/main" id="{8BE82C67-DDC5-BDF7-4558-3A1C2D38F5FB}"/>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Oval 118">
              <a:extLst>
                <a:ext uri="{FF2B5EF4-FFF2-40B4-BE49-F238E27FC236}">
                  <a16:creationId xmlns:a16="http://schemas.microsoft.com/office/drawing/2014/main" id="{81138232-AEB8-D99C-D246-ED3F67402113}"/>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0" name="Group 119">
            <a:extLst>
              <a:ext uri="{FF2B5EF4-FFF2-40B4-BE49-F238E27FC236}">
                <a16:creationId xmlns:a16="http://schemas.microsoft.com/office/drawing/2014/main" id="{D28460AF-4E9A-C142-FEDB-2D06FD86CF4B}"/>
              </a:ext>
            </a:extLst>
          </p:cNvPr>
          <p:cNvGrpSpPr/>
          <p:nvPr/>
        </p:nvGrpSpPr>
        <p:grpSpPr>
          <a:xfrm>
            <a:off x="2110200" y="2990968"/>
            <a:ext cx="721206" cy="609701"/>
            <a:chOff x="9244679" y="3370808"/>
            <a:chExt cx="871904" cy="748695"/>
          </a:xfrm>
        </p:grpSpPr>
        <p:sp>
          <p:nvSpPr>
            <p:cNvPr id="121" name="Rectangle 120">
              <a:extLst>
                <a:ext uri="{FF2B5EF4-FFF2-40B4-BE49-F238E27FC236}">
                  <a16:creationId xmlns:a16="http://schemas.microsoft.com/office/drawing/2014/main" id="{387E4C1C-EB8A-7244-5598-1A70BA02E2B6}"/>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122" name="Rectangle 121">
              <a:extLst>
                <a:ext uri="{FF2B5EF4-FFF2-40B4-BE49-F238E27FC236}">
                  <a16:creationId xmlns:a16="http://schemas.microsoft.com/office/drawing/2014/main" id="{036B6DF1-A32E-8ADD-0FA3-7908581DB58F}"/>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 name="Oval 15">
              <a:extLst>
                <a:ext uri="{FF2B5EF4-FFF2-40B4-BE49-F238E27FC236}">
                  <a16:creationId xmlns:a16="http://schemas.microsoft.com/office/drawing/2014/main" id="{573A2EB4-DEB9-078F-5018-AD7CD5B0C17A}"/>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4" name="Straight Connector 123">
              <a:extLst>
                <a:ext uri="{FF2B5EF4-FFF2-40B4-BE49-F238E27FC236}">
                  <a16:creationId xmlns:a16="http://schemas.microsoft.com/office/drawing/2014/main" id="{C049B448-7217-EA33-D2A3-A787F8378940}"/>
                </a:ext>
              </a:extLst>
            </p:cNvPr>
            <p:cNvCxnSpPr>
              <a:cxnSpLocks/>
              <a:stCxn id="123"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5" name="Straight Connector 124">
              <a:extLst>
                <a:ext uri="{FF2B5EF4-FFF2-40B4-BE49-F238E27FC236}">
                  <a16:creationId xmlns:a16="http://schemas.microsoft.com/office/drawing/2014/main" id="{F34A97F9-656D-17BB-C9CF-8B5F49502D1D}"/>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6" name="Group 125">
            <a:extLst>
              <a:ext uri="{FF2B5EF4-FFF2-40B4-BE49-F238E27FC236}">
                <a16:creationId xmlns:a16="http://schemas.microsoft.com/office/drawing/2014/main" id="{2538C87E-B0AD-5F7A-EFC5-BA985D4564F9}"/>
              </a:ext>
            </a:extLst>
          </p:cNvPr>
          <p:cNvGrpSpPr/>
          <p:nvPr/>
        </p:nvGrpSpPr>
        <p:grpSpPr>
          <a:xfrm>
            <a:off x="4611964" y="2970765"/>
            <a:ext cx="721206" cy="609701"/>
            <a:chOff x="11226844" y="3371220"/>
            <a:chExt cx="871904" cy="748695"/>
          </a:xfrm>
        </p:grpSpPr>
        <p:sp>
          <p:nvSpPr>
            <p:cNvPr id="127" name="Rectangle 126">
              <a:extLst>
                <a:ext uri="{FF2B5EF4-FFF2-40B4-BE49-F238E27FC236}">
                  <a16:creationId xmlns:a16="http://schemas.microsoft.com/office/drawing/2014/main" id="{9B94B064-10A1-A0B0-5A8D-05C7BEB7BCD9}"/>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556" name="Rectangle 555">
              <a:extLst>
                <a:ext uri="{FF2B5EF4-FFF2-40B4-BE49-F238E27FC236}">
                  <a16:creationId xmlns:a16="http://schemas.microsoft.com/office/drawing/2014/main" id="{7F5DC182-2A3A-071A-2E90-2F4F10A282A2}"/>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7" name="Oval 15">
              <a:extLst>
                <a:ext uri="{FF2B5EF4-FFF2-40B4-BE49-F238E27FC236}">
                  <a16:creationId xmlns:a16="http://schemas.microsoft.com/office/drawing/2014/main" id="{DDD4899D-229F-14AE-F893-1A5A791AAA52}"/>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58" name="Straight Connector 557">
              <a:extLst>
                <a:ext uri="{FF2B5EF4-FFF2-40B4-BE49-F238E27FC236}">
                  <a16:creationId xmlns:a16="http://schemas.microsoft.com/office/drawing/2014/main" id="{C1E9C786-13EE-A177-7148-E2E391E02A4C}"/>
                </a:ext>
              </a:extLst>
            </p:cNvPr>
            <p:cNvCxnSpPr>
              <a:cxnSpLocks/>
              <a:stCxn id="557"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59" name="Straight Connector 558">
              <a:extLst>
                <a:ext uri="{FF2B5EF4-FFF2-40B4-BE49-F238E27FC236}">
                  <a16:creationId xmlns:a16="http://schemas.microsoft.com/office/drawing/2014/main" id="{81D00A1F-A087-990C-4963-FCE0AE6CAB30}"/>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8" name="Group 127">
            <a:extLst>
              <a:ext uri="{FF2B5EF4-FFF2-40B4-BE49-F238E27FC236}">
                <a16:creationId xmlns:a16="http://schemas.microsoft.com/office/drawing/2014/main" id="{E04B0388-7F43-79D3-3C95-9215F81CACF1}"/>
              </a:ext>
            </a:extLst>
          </p:cNvPr>
          <p:cNvGrpSpPr/>
          <p:nvPr/>
        </p:nvGrpSpPr>
        <p:grpSpPr>
          <a:xfrm>
            <a:off x="11355999" y="2974054"/>
            <a:ext cx="721206" cy="609701"/>
            <a:chOff x="10235764" y="3370808"/>
            <a:chExt cx="871904" cy="748695"/>
          </a:xfrm>
        </p:grpSpPr>
        <p:sp>
          <p:nvSpPr>
            <p:cNvPr id="129" name="Rectangle 128">
              <a:hlinkHover r:id="" action="ppaction://noaction" highlightClick="1"/>
              <a:extLst>
                <a:ext uri="{FF2B5EF4-FFF2-40B4-BE49-F238E27FC236}">
                  <a16:creationId xmlns:a16="http://schemas.microsoft.com/office/drawing/2014/main" id="{3828B204-DA65-43FC-16A9-26AE8457470B}"/>
                </a:ext>
              </a:extLst>
            </p:cNvPr>
            <p:cNvSpPr/>
            <p:nvPr/>
          </p:nvSpPr>
          <p:spPr>
            <a:xfrm>
              <a:off x="10235764" y="3370808"/>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131" name="Oval 130">
              <a:extLst>
                <a:ext uri="{FF2B5EF4-FFF2-40B4-BE49-F238E27FC236}">
                  <a16:creationId xmlns:a16="http://schemas.microsoft.com/office/drawing/2014/main" id="{09E373A4-5304-2C5E-BD64-B975A96ACF46}"/>
                </a:ext>
              </a:extLst>
            </p:cNvPr>
            <p:cNvSpPr/>
            <p:nvPr/>
          </p:nvSpPr>
          <p:spPr>
            <a:xfrm>
              <a:off x="10933601" y="338217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 name="Isosceles Triangle 648">
              <a:extLst>
                <a:ext uri="{FF2B5EF4-FFF2-40B4-BE49-F238E27FC236}">
                  <a16:creationId xmlns:a16="http://schemas.microsoft.com/office/drawing/2014/main" id="{78F78B73-9384-A978-830D-89CE1F0A19F4}"/>
                </a:ext>
              </a:extLst>
            </p:cNvPr>
            <p:cNvSpPr/>
            <p:nvPr/>
          </p:nvSpPr>
          <p:spPr>
            <a:xfrm>
              <a:off x="10970020" y="339876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3" name="Group 132">
            <a:extLst>
              <a:ext uri="{FF2B5EF4-FFF2-40B4-BE49-F238E27FC236}">
                <a16:creationId xmlns:a16="http://schemas.microsoft.com/office/drawing/2014/main" id="{2000CD15-0EDA-DBD9-C1BC-91876AD6C5CC}"/>
              </a:ext>
            </a:extLst>
          </p:cNvPr>
          <p:cNvGrpSpPr/>
          <p:nvPr/>
        </p:nvGrpSpPr>
        <p:grpSpPr>
          <a:xfrm>
            <a:off x="1268346" y="3698227"/>
            <a:ext cx="721893" cy="610374"/>
            <a:chOff x="324914" y="4191098"/>
            <a:chExt cx="872735" cy="749519"/>
          </a:xfrm>
        </p:grpSpPr>
        <p:sp>
          <p:nvSpPr>
            <p:cNvPr id="134" name="Rectangle 133">
              <a:extLst>
                <a:ext uri="{FF2B5EF4-FFF2-40B4-BE49-F238E27FC236}">
                  <a16:creationId xmlns:a16="http://schemas.microsoft.com/office/drawing/2014/main" id="{75C84955-8AC1-EF90-687C-AFCE2159627B}"/>
                </a:ext>
              </a:extLst>
            </p:cNvPr>
            <p:cNvSpPr/>
            <p:nvPr/>
          </p:nvSpPr>
          <p:spPr>
            <a:xfrm>
              <a:off x="32491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135" name="Right Triangle 134">
              <a:extLst>
                <a:ext uri="{FF2B5EF4-FFF2-40B4-BE49-F238E27FC236}">
                  <a16:creationId xmlns:a16="http://schemas.microsoft.com/office/drawing/2014/main" id="{E637C3D7-5F0B-08BF-F9C7-13D4C514DC08}"/>
                </a:ext>
              </a:extLst>
            </p:cNvPr>
            <p:cNvSpPr/>
            <p:nvPr/>
          </p:nvSpPr>
          <p:spPr>
            <a:xfrm rot="10800000">
              <a:off x="1056136"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6" name="Group 135">
              <a:extLst>
                <a:ext uri="{FF2B5EF4-FFF2-40B4-BE49-F238E27FC236}">
                  <a16:creationId xmlns:a16="http://schemas.microsoft.com/office/drawing/2014/main" id="{16459EA9-9069-34CD-0CCC-8AFC5271CAFE}"/>
                </a:ext>
              </a:extLst>
            </p:cNvPr>
            <p:cNvGrpSpPr/>
            <p:nvPr/>
          </p:nvGrpSpPr>
          <p:grpSpPr>
            <a:xfrm>
              <a:off x="1136463" y="4198579"/>
              <a:ext cx="45719" cy="75385"/>
              <a:chOff x="3883481" y="2057400"/>
              <a:chExt cx="1608363" cy="2652031"/>
            </a:xfrm>
            <a:solidFill>
              <a:srgbClr val="A6A6A6"/>
            </a:solidFill>
          </p:grpSpPr>
          <p:sp>
            <p:nvSpPr>
              <p:cNvPr id="137" name="Oval 27">
                <a:extLst>
                  <a:ext uri="{FF2B5EF4-FFF2-40B4-BE49-F238E27FC236}">
                    <a16:creationId xmlns:a16="http://schemas.microsoft.com/office/drawing/2014/main" id="{6B28E056-06E3-F3E1-A121-E3D3ED6EE32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 name="Oval 28">
                <a:extLst>
                  <a:ext uri="{FF2B5EF4-FFF2-40B4-BE49-F238E27FC236}">
                    <a16:creationId xmlns:a16="http://schemas.microsoft.com/office/drawing/2014/main" id="{82648B6E-35BE-C82B-8EBF-F9414F59141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9" name="Group 138">
            <a:extLst>
              <a:ext uri="{FF2B5EF4-FFF2-40B4-BE49-F238E27FC236}">
                <a16:creationId xmlns:a16="http://schemas.microsoft.com/office/drawing/2014/main" id="{EDBB68B8-3558-D692-C2ED-91431DE55D15}"/>
              </a:ext>
            </a:extLst>
          </p:cNvPr>
          <p:cNvGrpSpPr/>
          <p:nvPr/>
        </p:nvGrpSpPr>
        <p:grpSpPr>
          <a:xfrm>
            <a:off x="11360399" y="2241807"/>
            <a:ext cx="721206" cy="609701"/>
            <a:chOff x="7262509" y="2560818"/>
            <a:chExt cx="871904" cy="748695"/>
          </a:xfrm>
        </p:grpSpPr>
        <p:sp>
          <p:nvSpPr>
            <p:cNvPr id="140" name="Rectangle 139">
              <a:extLst>
                <a:ext uri="{FF2B5EF4-FFF2-40B4-BE49-F238E27FC236}">
                  <a16:creationId xmlns:a16="http://schemas.microsoft.com/office/drawing/2014/main" id="{3E4CDA3F-58F6-ABDB-D3DB-4C000E4F0D19}"/>
                </a:ext>
              </a:extLst>
            </p:cNvPr>
            <p:cNvSpPr/>
            <p:nvPr/>
          </p:nvSpPr>
          <p:spPr>
            <a:xfrm>
              <a:off x="726250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41" name="Right Triangle 140">
              <a:extLst>
                <a:ext uri="{FF2B5EF4-FFF2-40B4-BE49-F238E27FC236}">
                  <a16:creationId xmlns:a16="http://schemas.microsoft.com/office/drawing/2014/main" id="{78C44D59-5C6E-1A09-11DC-BE1171DC2505}"/>
                </a:ext>
              </a:extLst>
            </p:cNvPr>
            <p:cNvSpPr/>
            <p:nvPr/>
          </p:nvSpPr>
          <p:spPr>
            <a:xfrm rot="10800000">
              <a:off x="7986364"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2" name="Group 141">
              <a:extLst>
                <a:ext uri="{FF2B5EF4-FFF2-40B4-BE49-F238E27FC236}">
                  <a16:creationId xmlns:a16="http://schemas.microsoft.com/office/drawing/2014/main" id="{CDA41836-2FE0-132C-8389-4181BCC21691}"/>
                </a:ext>
              </a:extLst>
            </p:cNvPr>
            <p:cNvGrpSpPr/>
            <p:nvPr/>
          </p:nvGrpSpPr>
          <p:grpSpPr>
            <a:xfrm>
              <a:off x="8066691" y="2574863"/>
              <a:ext cx="45719" cy="75385"/>
              <a:chOff x="3883481" y="2057400"/>
              <a:chExt cx="1608363" cy="2652031"/>
            </a:xfrm>
            <a:solidFill>
              <a:srgbClr val="A6A6A6"/>
            </a:solidFill>
          </p:grpSpPr>
          <p:sp>
            <p:nvSpPr>
              <p:cNvPr id="143" name="Oval 27">
                <a:extLst>
                  <a:ext uri="{FF2B5EF4-FFF2-40B4-BE49-F238E27FC236}">
                    <a16:creationId xmlns:a16="http://schemas.microsoft.com/office/drawing/2014/main" id="{23A1445D-0DCD-841E-1412-0AD30BAF7D5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Oval 28">
                <a:extLst>
                  <a:ext uri="{FF2B5EF4-FFF2-40B4-BE49-F238E27FC236}">
                    <a16:creationId xmlns:a16="http://schemas.microsoft.com/office/drawing/2014/main" id="{FFF2AF19-078F-8E9E-8525-DAE57638235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12DA9896-A8BB-D0B2-5D0B-AB5F88881D76}"/>
              </a:ext>
            </a:extLst>
          </p:cNvPr>
          <p:cNvGrpSpPr/>
          <p:nvPr/>
        </p:nvGrpSpPr>
        <p:grpSpPr>
          <a:xfrm>
            <a:off x="5454167" y="2268701"/>
            <a:ext cx="721206" cy="609701"/>
            <a:chOff x="8253594" y="2560818"/>
            <a:chExt cx="871904" cy="748695"/>
          </a:xfrm>
        </p:grpSpPr>
        <p:sp>
          <p:nvSpPr>
            <p:cNvPr id="146" name="Rectangle 145">
              <a:extLst>
                <a:ext uri="{FF2B5EF4-FFF2-40B4-BE49-F238E27FC236}">
                  <a16:creationId xmlns:a16="http://schemas.microsoft.com/office/drawing/2014/main" id="{B7CA0C4B-7076-C6AB-33E5-74D5404B8740}"/>
                </a:ext>
              </a:extLst>
            </p:cNvPr>
            <p:cNvSpPr/>
            <p:nvPr/>
          </p:nvSpPr>
          <p:spPr>
            <a:xfrm>
              <a:off x="825359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47" name="Right Triangle 146">
              <a:extLst>
                <a:ext uri="{FF2B5EF4-FFF2-40B4-BE49-F238E27FC236}">
                  <a16:creationId xmlns:a16="http://schemas.microsoft.com/office/drawing/2014/main" id="{C503676E-7A98-0E14-58F1-36E3E6992AE5}"/>
                </a:ext>
              </a:extLst>
            </p:cNvPr>
            <p:cNvSpPr/>
            <p:nvPr/>
          </p:nvSpPr>
          <p:spPr>
            <a:xfrm rot="10800000">
              <a:off x="8976730" y="256777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8" name="Group 147">
              <a:extLst>
                <a:ext uri="{FF2B5EF4-FFF2-40B4-BE49-F238E27FC236}">
                  <a16:creationId xmlns:a16="http://schemas.microsoft.com/office/drawing/2014/main" id="{F769B963-53B7-5DBD-4926-6ABA65B90B05}"/>
                </a:ext>
              </a:extLst>
            </p:cNvPr>
            <p:cNvGrpSpPr/>
            <p:nvPr/>
          </p:nvGrpSpPr>
          <p:grpSpPr>
            <a:xfrm>
              <a:off x="9057057" y="2575256"/>
              <a:ext cx="45719" cy="75385"/>
              <a:chOff x="3883481" y="2057400"/>
              <a:chExt cx="1608363" cy="2652031"/>
            </a:xfrm>
            <a:solidFill>
              <a:srgbClr val="A6A6A6"/>
            </a:solidFill>
          </p:grpSpPr>
          <p:sp>
            <p:nvSpPr>
              <p:cNvPr id="149" name="Oval 27">
                <a:extLst>
                  <a:ext uri="{FF2B5EF4-FFF2-40B4-BE49-F238E27FC236}">
                    <a16:creationId xmlns:a16="http://schemas.microsoft.com/office/drawing/2014/main" id="{65B93E43-CB86-EA16-70B3-822AC8265DC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Oval 28">
                <a:extLst>
                  <a:ext uri="{FF2B5EF4-FFF2-40B4-BE49-F238E27FC236}">
                    <a16:creationId xmlns:a16="http://schemas.microsoft.com/office/drawing/2014/main" id="{1DCC6E98-3E7B-0174-C73F-6D45DF6E2B3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1" name="Group 150">
            <a:extLst>
              <a:ext uri="{FF2B5EF4-FFF2-40B4-BE49-F238E27FC236}">
                <a16:creationId xmlns:a16="http://schemas.microsoft.com/office/drawing/2014/main" id="{93BF23DF-B258-D9FD-04F6-132EF88C64B2}"/>
              </a:ext>
            </a:extLst>
          </p:cNvPr>
          <p:cNvGrpSpPr/>
          <p:nvPr/>
        </p:nvGrpSpPr>
        <p:grpSpPr>
          <a:xfrm>
            <a:off x="2928083" y="5128486"/>
            <a:ext cx="724144" cy="609701"/>
            <a:chOff x="6271424" y="3370808"/>
            <a:chExt cx="875460" cy="748695"/>
          </a:xfrm>
        </p:grpSpPr>
        <p:sp>
          <p:nvSpPr>
            <p:cNvPr id="152" name="Rectangle 151">
              <a:extLst>
                <a:ext uri="{FF2B5EF4-FFF2-40B4-BE49-F238E27FC236}">
                  <a16:creationId xmlns:a16="http://schemas.microsoft.com/office/drawing/2014/main" id="{97921C7F-511E-888C-3382-DD63D9EE9F6D}"/>
                </a:ext>
              </a:extLst>
            </p:cNvPr>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53" name="Right Triangle 152">
              <a:extLst>
                <a:ext uri="{FF2B5EF4-FFF2-40B4-BE49-F238E27FC236}">
                  <a16:creationId xmlns:a16="http://schemas.microsoft.com/office/drawing/2014/main" id="{ACEEF1A5-19AF-2394-D5F6-7EA5C8D1E316}"/>
                </a:ext>
              </a:extLst>
            </p:cNvPr>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4" name="Group 153">
              <a:extLst>
                <a:ext uri="{FF2B5EF4-FFF2-40B4-BE49-F238E27FC236}">
                  <a16:creationId xmlns:a16="http://schemas.microsoft.com/office/drawing/2014/main" id="{403148D5-245D-A8AD-B77E-08F411002968}"/>
                </a:ext>
              </a:extLst>
            </p:cNvPr>
            <p:cNvGrpSpPr/>
            <p:nvPr/>
          </p:nvGrpSpPr>
          <p:grpSpPr>
            <a:xfrm>
              <a:off x="7085694" y="3381257"/>
              <a:ext cx="45719" cy="75385"/>
              <a:chOff x="3883481" y="2057400"/>
              <a:chExt cx="1608363" cy="2652031"/>
            </a:xfrm>
            <a:solidFill>
              <a:srgbClr val="A6A6A6"/>
            </a:solidFill>
          </p:grpSpPr>
          <p:sp>
            <p:nvSpPr>
              <p:cNvPr id="155" name="Oval 27">
                <a:extLst>
                  <a:ext uri="{FF2B5EF4-FFF2-40B4-BE49-F238E27FC236}">
                    <a16:creationId xmlns:a16="http://schemas.microsoft.com/office/drawing/2014/main" id="{EB910B83-267D-FEC5-0EF3-AD20595E438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Oval 28">
                <a:extLst>
                  <a:ext uri="{FF2B5EF4-FFF2-40B4-BE49-F238E27FC236}">
                    <a16:creationId xmlns:a16="http://schemas.microsoft.com/office/drawing/2014/main" id="{F8F94A7B-CBF4-970C-2978-47EE421B2B2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7" name="Group 156">
            <a:extLst>
              <a:ext uri="{FF2B5EF4-FFF2-40B4-BE49-F238E27FC236}">
                <a16:creationId xmlns:a16="http://schemas.microsoft.com/office/drawing/2014/main" id="{06DE7B50-927A-1199-A8CE-C4A053914F8D}"/>
              </a:ext>
            </a:extLst>
          </p:cNvPr>
          <p:cNvGrpSpPr/>
          <p:nvPr/>
        </p:nvGrpSpPr>
        <p:grpSpPr>
          <a:xfrm>
            <a:off x="2102909" y="811556"/>
            <a:ext cx="721206" cy="609701"/>
            <a:chOff x="2307084" y="909114"/>
            <a:chExt cx="871904" cy="748695"/>
          </a:xfrm>
        </p:grpSpPr>
        <p:sp>
          <p:nvSpPr>
            <p:cNvPr id="158" name="Rectangle 157">
              <a:extLst>
                <a:ext uri="{FF2B5EF4-FFF2-40B4-BE49-F238E27FC236}">
                  <a16:creationId xmlns:a16="http://schemas.microsoft.com/office/drawing/2014/main" id="{C904D41A-B6DB-791A-2037-CC579067CE88}"/>
                </a:ext>
              </a:extLst>
            </p:cNvPr>
            <p:cNvSpPr/>
            <p:nvPr/>
          </p:nvSpPr>
          <p:spPr>
            <a:xfrm>
              <a:off x="230708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59" name="Rectangle 158">
              <a:extLst>
                <a:ext uri="{FF2B5EF4-FFF2-40B4-BE49-F238E27FC236}">
                  <a16:creationId xmlns:a16="http://schemas.microsoft.com/office/drawing/2014/main" id="{F40E4C9F-B0C4-857F-E97D-1842BF9BBE49}"/>
                </a:ext>
              </a:extLst>
            </p:cNvPr>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Oval 15">
              <a:extLst>
                <a:ext uri="{FF2B5EF4-FFF2-40B4-BE49-F238E27FC236}">
                  <a16:creationId xmlns:a16="http://schemas.microsoft.com/office/drawing/2014/main" id="{B98B43D6-0741-93E2-0CA9-384035B4F299}"/>
                </a:ext>
              </a:extLst>
            </p:cNvPr>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1" name="Straight Connector 160">
              <a:extLst>
                <a:ext uri="{FF2B5EF4-FFF2-40B4-BE49-F238E27FC236}">
                  <a16:creationId xmlns:a16="http://schemas.microsoft.com/office/drawing/2014/main" id="{50EA13F3-8F15-E85D-333A-00E732CA2427}"/>
                </a:ext>
              </a:extLst>
            </p:cNvPr>
            <p:cNvCxnSpPr>
              <a:cxnSpLocks/>
              <a:stCxn id="160"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2" name="Straight Connector 161">
              <a:extLst>
                <a:ext uri="{FF2B5EF4-FFF2-40B4-BE49-F238E27FC236}">
                  <a16:creationId xmlns:a16="http://schemas.microsoft.com/office/drawing/2014/main" id="{C50C6845-941D-EE9D-B826-A805059BA5F3}"/>
                </a:ext>
              </a:extLst>
            </p:cNvPr>
            <p:cNvCxnSpPr>
              <a:cxnSpLocks/>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3" name="Group 162">
            <a:extLst>
              <a:ext uri="{FF2B5EF4-FFF2-40B4-BE49-F238E27FC236}">
                <a16:creationId xmlns:a16="http://schemas.microsoft.com/office/drawing/2014/main" id="{766CF708-EAC3-3E35-E845-238E15EEBAA9}"/>
              </a:ext>
            </a:extLst>
          </p:cNvPr>
          <p:cNvGrpSpPr/>
          <p:nvPr/>
        </p:nvGrpSpPr>
        <p:grpSpPr>
          <a:xfrm>
            <a:off x="5451974" y="3707588"/>
            <a:ext cx="721206" cy="609701"/>
            <a:chOff x="11335787" y="4191133"/>
            <a:chExt cx="710037" cy="609701"/>
          </a:xfrm>
        </p:grpSpPr>
        <p:sp>
          <p:nvSpPr>
            <p:cNvPr id="164" name="Rectangle 163">
              <a:hlinkHover r:id="" action="ppaction://noaction" highlightClick="1"/>
              <a:extLst>
                <a:ext uri="{FF2B5EF4-FFF2-40B4-BE49-F238E27FC236}">
                  <a16:creationId xmlns:a16="http://schemas.microsoft.com/office/drawing/2014/main" id="{B8B90B8B-0312-5129-80FB-204B8EB25553}"/>
                </a:ext>
              </a:extLst>
            </p:cNvPr>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5" name="Oval 164">
              <a:extLst>
                <a:ext uri="{FF2B5EF4-FFF2-40B4-BE49-F238E27FC236}">
                  <a16:creationId xmlns:a16="http://schemas.microsoft.com/office/drawing/2014/main" id="{B9F9E5A5-9145-2D42-FF0F-01913323C311}"/>
                </a:ext>
              </a:extLst>
            </p:cNvPr>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Isosceles Triangle 648">
              <a:extLst>
                <a:ext uri="{FF2B5EF4-FFF2-40B4-BE49-F238E27FC236}">
                  <a16:creationId xmlns:a16="http://schemas.microsoft.com/office/drawing/2014/main" id="{2A7DB46C-3347-4CFF-EDB8-AA10D9FE4962}"/>
                </a:ext>
              </a:extLst>
            </p:cNvPr>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7" name="Group 166">
            <a:extLst>
              <a:ext uri="{FF2B5EF4-FFF2-40B4-BE49-F238E27FC236}">
                <a16:creationId xmlns:a16="http://schemas.microsoft.com/office/drawing/2014/main" id="{528EEA34-0DE1-0C45-7494-C24ACBEE97FC}"/>
              </a:ext>
            </a:extLst>
          </p:cNvPr>
          <p:cNvGrpSpPr/>
          <p:nvPr/>
        </p:nvGrpSpPr>
        <p:grpSpPr>
          <a:xfrm>
            <a:off x="10506599" y="811556"/>
            <a:ext cx="721206" cy="609701"/>
            <a:chOff x="11226844" y="909114"/>
            <a:chExt cx="871904" cy="748695"/>
          </a:xfrm>
        </p:grpSpPr>
        <p:sp>
          <p:nvSpPr>
            <p:cNvPr id="168" name="Rectangle 167">
              <a:extLst>
                <a:ext uri="{FF2B5EF4-FFF2-40B4-BE49-F238E27FC236}">
                  <a16:creationId xmlns:a16="http://schemas.microsoft.com/office/drawing/2014/main" id="{B94982F2-DB89-8F8E-9B63-014C615583AC}"/>
                </a:ext>
              </a:extLst>
            </p:cNvPr>
            <p:cNvSpPr/>
            <p:nvPr/>
          </p:nvSpPr>
          <p:spPr>
            <a:xfrm>
              <a:off x="1122684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9" name="Rectangle 168">
              <a:extLst>
                <a:ext uri="{FF2B5EF4-FFF2-40B4-BE49-F238E27FC236}">
                  <a16:creationId xmlns:a16="http://schemas.microsoft.com/office/drawing/2014/main" id="{0A5B5FD1-B9AF-A033-0243-BE3186579618}"/>
                </a:ext>
              </a:extLst>
            </p:cNvPr>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0" name="Oval 15">
              <a:extLst>
                <a:ext uri="{FF2B5EF4-FFF2-40B4-BE49-F238E27FC236}">
                  <a16:creationId xmlns:a16="http://schemas.microsoft.com/office/drawing/2014/main" id="{2041FE57-4D30-EC61-35A0-0B897C2CE30E}"/>
                </a:ext>
              </a:extLst>
            </p:cNvPr>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0208BA88-A97C-D61B-0EF7-A85AE4040393}"/>
                </a:ext>
              </a:extLst>
            </p:cNvPr>
            <p:cNvCxnSpPr>
              <a:cxnSpLocks/>
              <a:stCxn id="170"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2" name="Straight Connector 171">
              <a:extLst>
                <a:ext uri="{FF2B5EF4-FFF2-40B4-BE49-F238E27FC236}">
                  <a16:creationId xmlns:a16="http://schemas.microsoft.com/office/drawing/2014/main" id="{2A0CD215-2213-E1C7-1CA2-663E2E7538D6}"/>
                </a:ext>
              </a:extLst>
            </p:cNvPr>
            <p:cNvCxnSpPr>
              <a:cxnSpLocks/>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3" name="Group 172">
            <a:extLst>
              <a:ext uri="{FF2B5EF4-FFF2-40B4-BE49-F238E27FC236}">
                <a16:creationId xmlns:a16="http://schemas.microsoft.com/office/drawing/2014/main" id="{DA00B6B1-38DC-9D47-11A0-3BC3368DD703}"/>
              </a:ext>
            </a:extLst>
          </p:cNvPr>
          <p:cNvGrpSpPr/>
          <p:nvPr/>
        </p:nvGrpSpPr>
        <p:grpSpPr>
          <a:xfrm>
            <a:off x="7113073" y="809264"/>
            <a:ext cx="721206" cy="609701"/>
            <a:chOff x="4289253" y="909114"/>
            <a:chExt cx="871904" cy="748695"/>
          </a:xfrm>
        </p:grpSpPr>
        <p:sp>
          <p:nvSpPr>
            <p:cNvPr id="174" name="Rectangle 173">
              <a:extLst>
                <a:ext uri="{FF2B5EF4-FFF2-40B4-BE49-F238E27FC236}">
                  <a16:creationId xmlns:a16="http://schemas.microsoft.com/office/drawing/2014/main" id="{25448AF8-F294-7542-5838-EFAB2A97142A}"/>
                </a:ext>
              </a:extLst>
            </p:cNvPr>
            <p:cNvSpPr/>
            <p:nvPr/>
          </p:nvSpPr>
          <p:spPr>
            <a:xfrm>
              <a:off x="4289253"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75" name="Rectangle 174">
              <a:extLst>
                <a:ext uri="{FF2B5EF4-FFF2-40B4-BE49-F238E27FC236}">
                  <a16:creationId xmlns:a16="http://schemas.microsoft.com/office/drawing/2014/main" id="{5D853F84-E8F6-42E8-9BF9-0A0A79407329}"/>
                </a:ext>
              </a:extLst>
            </p:cNvPr>
            <p:cNvSpPr/>
            <p:nvPr/>
          </p:nvSpPr>
          <p:spPr>
            <a:xfrm flipV="1">
              <a:off x="5036004" y="916254"/>
              <a:ext cx="121127"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Oval 15">
              <a:extLst>
                <a:ext uri="{FF2B5EF4-FFF2-40B4-BE49-F238E27FC236}">
                  <a16:creationId xmlns:a16="http://schemas.microsoft.com/office/drawing/2014/main" id="{B6FC5D3E-E6F1-5821-0913-F44C902468AE}"/>
                </a:ext>
              </a:extLst>
            </p:cNvPr>
            <p:cNvSpPr/>
            <p:nvPr/>
          </p:nvSpPr>
          <p:spPr>
            <a:xfrm>
              <a:off x="5069116"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7" name="Straight Connector 176">
              <a:extLst>
                <a:ext uri="{FF2B5EF4-FFF2-40B4-BE49-F238E27FC236}">
                  <a16:creationId xmlns:a16="http://schemas.microsoft.com/office/drawing/2014/main" id="{DA652180-FDCD-E66A-D162-661FA92908CC}"/>
                </a:ext>
              </a:extLst>
            </p:cNvPr>
            <p:cNvCxnSpPr>
              <a:cxnSpLocks/>
              <a:stCxn id="176" idx="0"/>
            </p:cNvCxnSpPr>
            <p:nvPr/>
          </p:nvCxnSpPr>
          <p:spPr>
            <a:xfrm flipV="1">
              <a:off x="5076002"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8" name="Straight Connector 177">
              <a:extLst>
                <a:ext uri="{FF2B5EF4-FFF2-40B4-BE49-F238E27FC236}">
                  <a16:creationId xmlns:a16="http://schemas.microsoft.com/office/drawing/2014/main" id="{38654A1A-6729-D7C4-349C-432F745715B7}"/>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79" name="Group 178">
            <a:extLst>
              <a:ext uri="{FF2B5EF4-FFF2-40B4-BE49-F238E27FC236}">
                <a16:creationId xmlns:a16="http://schemas.microsoft.com/office/drawing/2014/main" id="{CBAD43E3-81E8-EDB4-31AE-70D4B5363C6C}"/>
              </a:ext>
            </a:extLst>
          </p:cNvPr>
          <p:cNvGrpSpPr/>
          <p:nvPr/>
        </p:nvGrpSpPr>
        <p:grpSpPr>
          <a:xfrm>
            <a:off x="10504032" y="2975151"/>
            <a:ext cx="721206" cy="609701"/>
            <a:chOff x="11226844" y="3371220"/>
            <a:chExt cx="871904" cy="748695"/>
          </a:xfrm>
        </p:grpSpPr>
        <p:sp>
          <p:nvSpPr>
            <p:cNvPr id="180" name="Rectangle 179">
              <a:extLst>
                <a:ext uri="{FF2B5EF4-FFF2-40B4-BE49-F238E27FC236}">
                  <a16:creationId xmlns:a16="http://schemas.microsoft.com/office/drawing/2014/main" id="{CC115772-2A6A-DB06-0906-A777B35FCD20}"/>
                </a:ext>
              </a:extLst>
            </p:cNvPr>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solidFill>
                  <a:latin typeface="Century Gothic" panose="020B0502020202020204" pitchFamily="34" charset="0"/>
                </a:rPr>
                <a:t>Microsoft Entra Agent Identities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81" name="Rectangle 180">
              <a:extLst>
                <a:ext uri="{FF2B5EF4-FFF2-40B4-BE49-F238E27FC236}">
                  <a16:creationId xmlns:a16="http://schemas.microsoft.com/office/drawing/2014/main" id="{71E8F96E-C9F7-F225-87AC-3191B6A7F0E8}"/>
                </a:ext>
              </a:extLst>
            </p:cNvPr>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Oval 15">
              <a:extLst>
                <a:ext uri="{FF2B5EF4-FFF2-40B4-BE49-F238E27FC236}">
                  <a16:creationId xmlns:a16="http://schemas.microsoft.com/office/drawing/2014/main" id="{A555A847-FB2D-71AC-2AA1-C063F4EC01EC}"/>
                </a:ext>
              </a:extLst>
            </p:cNvPr>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3" name="Straight Connector 182">
              <a:extLst>
                <a:ext uri="{FF2B5EF4-FFF2-40B4-BE49-F238E27FC236}">
                  <a16:creationId xmlns:a16="http://schemas.microsoft.com/office/drawing/2014/main" id="{F7965023-751F-0ABC-A223-C6595F4D99E9}"/>
                </a:ext>
              </a:extLst>
            </p:cNvPr>
            <p:cNvCxnSpPr>
              <a:cxnSpLocks/>
              <a:stCxn id="182"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4" name="Straight Connector 183">
              <a:extLst>
                <a:ext uri="{FF2B5EF4-FFF2-40B4-BE49-F238E27FC236}">
                  <a16:creationId xmlns:a16="http://schemas.microsoft.com/office/drawing/2014/main" id="{1E51BFA9-D262-47A5-2B44-147446E7B3AB}"/>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5" name="Group 184">
            <a:extLst>
              <a:ext uri="{FF2B5EF4-FFF2-40B4-BE49-F238E27FC236}">
                <a16:creationId xmlns:a16="http://schemas.microsoft.com/office/drawing/2014/main" id="{65DD85C6-44BF-7BFC-7109-756ED95DD9E3}"/>
              </a:ext>
            </a:extLst>
          </p:cNvPr>
          <p:cNvGrpSpPr/>
          <p:nvPr/>
        </p:nvGrpSpPr>
        <p:grpSpPr>
          <a:xfrm>
            <a:off x="10518347" y="1536011"/>
            <a:ext cx="721206" cy="609701"/>
            <a:chOff x="11226844" y="88412"/>
            <a:chExt cx="871904" cy="748695"/>
          </a:xfrm>
        </p:grpSpPr>
        <p:sp>
          <p:nvSpPr>
            <p:cNvPr id="186" name="Rectangle 185">
              <a:hlinkHover r:id="" action="ppaction://noaction" highlightClick="1"/>
              <a:extLst>
                <a:ext uri="{FF2B5EF4-FFF2-40B4-BE49-F238E27FC236}">
                  <a16:creationId xmlns:a16="http://schemas.microsoft.com/office/drawing/2014/main" id="{8776618A-07C5-1FD7-81AD-0372C2EE82B2}"/>
                </a:ext>
              </a:extLst>
            </p:cNvPr>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AI Services</a:t>
              </a:r>
            </a:p>
          </p:txBody>
        </p:sp>
        <p:sp>
          <p:nvSpPr>
            <p:cNvPr id="187" name="Oval 186">
              <a:extLst>
                <a:ext uri="{FF2B5EF4-FFF2-40B4-BE49-F238E27FC236}">
                  <a16:creationId xmlns:a16="http://schemas.microsoft.com/office/drawing/2014/main" id="{F89FD8FB-E441-CA84-2572-87213655F8A3}"/>
                </a:ext>
              </a:extLst>
            </p:cNvPr>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8" name="Isosceles Triangle 648">
              <a:extLst>
                <a:ext uri="{FF2B5EF4-FFF2-40B4-BE49-F238E27FC236}">
                  <a16:creationId xmlns:a16="http://schemas.microsoft.com/office/drawing/2014/main" id="{2980F3AE-63E8-79FF-6EF8-01957E220D5F}"/>
                </a:ext>
              </a:extLst>
            </p:cNvPr>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79" name="Group 578">
            <a:extLst>
              <a:ext uri="{FF2B5EF4-FFF2-40B4-BE49-F238E27FC236}">
                <a16:creationId xmlns:a16="http://schemas.microsoft.com/office/drawing/2014/main" id="{A073D517-C231-81C1-C94D-A421AF747393}"/>
              </a:ext>
            </a:extLst>
          </p:cNvPr>
          <p:cNvGrpSpPr/>
          <p:nvPr/>
        </p:nvGrpSpPr>
        <p:grpSpPr>
          <a:xfrm>
            <a:off x="11352864" y="5143204"/>
            <a:ext cx="721206" cy="609701"/>
            <a:chOff x="9244679" y="3370808"/>
            <a:chExt cx="871904" cy="748695"/>
          </a:xfrm>
        </p:grpSpPr>
        <p:sp>
          <p:nvSpPr>
            <p:cNvPr id="580" name="Rectangle 579">
              <a:extLst>
                <a:ext uri="{FF2B5EF4-FFF2-40B4-BE49-F238E27FC236}">
                  <a16:creationId xmlns:a16="http://schemas.microsoft.com/office/drawing/2014/main" id="{4F528FC5-CA0D-C887-C1B1-5E0407F4F138}"/>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581" name="Rectangle 580">
              <a:extLst>
                <a:ext uri="{FF2B5EF4-FFF2-40B4-BE49-F238E27FC236}">
                  <a16:creationId xmlns:a16="http://schemas.microsoft.com/office/drawing/2014/main" id="{6EF80E0A-8454-63D7-57E7-90DD75690440}"/>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2" name="Oval 15">
              <a:extLst>
                <a:ext uri="{FF2B5EF4-FFF2-40B4-BE49-F238E27FC236}">
                  <a16:creationId xmlns:a16="http://schemas.microsoft.com/office/drawing/2014/main" id="{9982E91D-F96F-BDD9-8E50-CD3B3EDB4FFC}"/>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83" name="Straight Connector 582">
              <a:extLst>
                <a:ext uri="{FF2B5EF4-FFF2-40B4-BE49-F238E27FC236}">
                  <a16:creationId xmlns:a16="http://schemas.microsoft.com/office/drawing/2014/main" id="{7F6F76C8-D964-397A-3941-636A0F68C3DB}"/>
                </a:ext>
              </a:extLst>
            </p:cNvPr>
            <p:cNvCxnSpPr>
              <a:cxnSpLocks/>
              <a:stCxn id="582"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84" name="Straight Connector 583">
              <a:extLst>
                <a:ext uri="{FF2B5EF4-FFF2-40B4-BE49-F238E27FC236}">
                  <a16:creationId xmlns:a16="http://schemas.microsoft.com/office/drawing/2014/main" id="{3E980E32-AEF6-926D-B6FB-DDAEF5E63B8B}"/>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85" name="Group 584">
            <a:extLst>
              <a:ext uri="{FF2B5EF4-FFF2-40B4-BE49-F238E27FC236}">
                <a16:creationId xmlns:a16="http://schemas.microsoft.com/office/drawing/2014/main" id="{C2A4B1DC-5278-0E5C-3B2E-0B89007FFC59}"/>
              </a:ext>
            </a:extLst>
          </p:cNvPr>
          <p:cNvGrpSpPr/>
          <p:nvPr/>
        </p:nvGrpSpPr>
        <p:grpSpPr>
          <a:xfrm>
            <a:off x="7114819" y="2256881"/>
            <a:ext cx="721206" cy="609701"/>
            <a:chOff x="9244679" y="3370808"/>
            <a:chExt cx="871904" cy="748695"/>
          </a:xfrm>
        </p:grpSpPr>
        <p:sp>
          <p:nvSpPr>
            <p:cNvPr id="586" name="Rectangle 585">
              <a:extLst>
                <a:ext uri="{FF2B5EF4-FFF2-40B4-BE49-F238E27FC236}">
                  <a16:creationId xmlns:a16="http://schemas.microsoft.com/office/drawing/2014/main" id="{7AF810AF-8E0A-BE87-4828-BBF887D4AA77}"/>
                </a:ext>
              </a:extLst>
            </p:cNvPr>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587" name="Rectangle 586">
              <a:extLst>
                <a:ext uri="{FF2B5EF4-FFF2-40B4-BE49-F238E27FC236}">
                  <a16:creationId xmlns:a16="http://schemas.microsoft.com/office/drawing/2014/main" id="{1E0FFE3D-6FBA-69FB-F1A9-1DE246A937AF}"/>
                </a:ext>
              </a:extLst>
            </p:cNvPr>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8" name="Oval 15">
              <a:extLst>
                <a:ext uri="{FF2B5EF4-FFF2-40B4-BE49-F238E27FC236}">
                  <a16:creationId xmlns:a16="http://schemas.microsoft.com/office/drawing/2014/main" id="{68D95BD2-666C-41A9-B704-7A58575BB371}"/>
                </a:ext>
              </a:extLst>
            </p:cNvPr>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89" name="Straight Connector 588">
              <a:extLst>
                <a:ext uri="{FF2B5EF4-FFF2-40B4-BE49-F238E27FC236}">
                  <a16:creationId xmlns:a16="http://schemas.microsoft.com/office/drawing/2014/main" id="{0048D27C-54CF-3507-3399-915763B24A28}"/>
                </a:ext>
              </a:extLst>
            </p:cNvPr>
            <p:cNvCxnSpPr>
              <a:cxnSpLocks/>
              <a:stCxn id="588"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590" name="Straight Connector 589">
              <a:extLst>
                <a:ext uri="{FF2B5EF4-FFF2-40B4-BE49-F238E27FC236}">
                  <a16:creationId xmlns:a16="http://schemas.microsoft.com/office/drawing/2014/main" id="{A5D48A5C-2AFD-3A63-83A8-C5A3D1E30914}"/>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91" name="Group 590">
            <a:extLst>
              <a:ext uri="{FF2B5EF4-FFF2-40B4-BE49-F238E27FC236}">
                <a16:creationId xmlns:a16="http://schemas.microsoft.com/office/drawing/2014/main" id="{35481E35-7F6A-01F9-50C8-E00225F27555}"/>
              </a:ext>
            </a:extLst>
          </p:cNvPr>
          <p:cNvGrpSpPr/>
          <p:nvPr/>
        </p:nvGrpSpPr>
        <p:grpSpPr>
          <a:xfrm>
            <a:off x="7905566" y="751337"/>
            <a:ext cx="3396155" cy="4999377"/>
            <a:chOff x="7905566" y="751337"/>
            <a:chExt cx="3396155" cy="4999377"/>
          </a:xfrm>
        </p:grpSpPr>
        <p:cxnSp>
          <p:nvCxnSpPr>
            <p:cNvPr id="592" name="Straight Connector 591">
              <a:extLst>
                <a:ext uri="{FF2B5EF4-FFF2-40B4-BE49-F238E27FC236}">
                  <a16:creationId xmlns:a16="http://schemas.microsoft.com/office/drawing/2014/main" id="{174CB2DA-BD02-CB70-ACDA-F5E7555DA582}"/>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E105A025-BFDC-E000-E1A6-3ADFC8172B60}"/>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08DA3983-6521-CC39-EC76-2E8A07AE3633}"/>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EAD8D11A-56A5-3D66-FBDC-7BECE1B7E88B}"/>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62CCF10A-D5DC-FD15-3152-E369EFD86D4B}"/>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22345FC8-6818-EED0-CC41-F7D9FBE91191}"/>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FB05A4DF-0B12-4BD6-A44D-41093A563B09}"/>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663" name="Straight Connector 662">
            <a:extLst>
              <a:ext uri="{FF2B5EF4-FFF2-40B4-BE49-F238E27FC236}">
                <a16:creationId xmlns:a16="http://schemas.microsoft.com/office/drawing/2014/main" id="{25F29F46-1B5E-5455-78A4-2F81F226B120}"/>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2" name="Picture 1">
            <a:hlinkClick r:id="rId10" action="ppaction://hlinksldjump"/>
            <a:extLst>
              <a:ext uri="{FF2B5EF4-FFF2-40B4-BE49-F238E27FC236}">
                <a16:creationId xmlns:a16="http://schemas.microsoft.com/office/drawing/2014/main" id="{466FBA12-A53E-F24F-1ABF-0B29BA45C5C1}"/>
              </a:ext>
            </a:extLst>
          </p:cNvPr>
          <p:cNvPicPr>
            <a:picLocks noChangeAspect="1"/>
          </p:cNvPicPr>
          <p:nvPr/>
        </p:nvPicPr>
        <p:blipFill>
          <a:blip r:embed="rId11"/>
          <a:stretch>
            <a:fillRect/>
          </a:stretch>
        </p:blipFill>
        <p:spPr>
          <a:xfrm>
            <a:off x="0" y="0"/>
            <a:ext cx="211626" cy="6858000"/>
          </a:xfrm>
          <a:prstGeom prst="rect">
            <a:avLst/>
          </a:prstGeom>
        </p:spPr>
      </p:pic>
      <p:grpSp>
        <p:nvGrpSpPr>
          <p:cNvPr id="3" name="Group 2">
            <a:extLst>
              <a:ext uri="{FF2B5EF4-FFF2-40B4-BE49-F238E27FC236}">
                <a16:creationId xmlns:a16="http://schemas.microsoft.com/office/drawing/2014/main" id="{586F94D0-F0C0-2224-C1EB-F9074551CBB8}"/>
              </a:ext>
            </a:extLst>
          </p:cNvPr>
          <p:cNvGrpSpPr/>
          <p:nvPr/>
        </p:nvGrpSpPr>
        <p:grpSpPr>
          <a:xfrm>
            <a:off x="9658105" y="2978440"/>
            <a:ext cx="721206" cy="609701"/>
            <a:chOff x="10243575" y="88412"/>
            <a:chExt cx="871904" cy="748695"/>
          </a:xfrm>
        </p:grpSpPr>
        <p:sp>
          <p:nvSpPr>
            <p:cNvPr id="4" name="Rectangle 3">
              <a:hlinkHover r:id="" action="ppaction://noaction" highlightClick="1"/>
              <a:extLst>
                <a:ext uri="{FF2B5EF4-FFF2-40B4-BE49-F238E27FC236}">
                  <a16:creationId xmlns:a16="http://schemas.microsoft.com/office/drawing/2014/main" id="{F60C56E8-1252-2325-1C98-971F0AE1F35C}"/>
                </a:ext>
              </a:extLst>
            </p:cNvPr>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5" name="Diamond 4">
              <a:extLst>
                <a:ext uri="{FF2B5EF4-FFF2-40B4-BE49-F238E27FC236}">
                  <a16:creationId xmlns:a16="http://schemas.microsoft.com/office/drawing/2014/main" id="{77D45792-D706-9F25-4595-7A88AD0054A2}"/>
                </a:ext>
              </a:extLst>
            </p:cNvPr>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C83182F8-8AEB-3775-90D6-4FF31226296E}"/>
                </a:ext>
              </a:extLst>
            </p:cNvPr>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587292129"/>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0352" y="97088"/>
            <a:ext cx="5811375"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Pillar of Identity</a:t>
            </a:r>
          </a:p>
        </p:txBody>
      </p:sp>
      <p:pic>
        <p:nvPicPr>
          <p:cNvPr id="28" name="Graphic 27" descr="Close">
            <a:hlinkClick r:id="rId3" action="ppaction://hlinksldjump"/>
            <a:extLst>
              <a:ext uri="{FF2B5EF4-FFF2-40B4-BE49-F238E27FC236}">
                <a16:creationId xmlns:a16="http://schemas.microsoft.com/office/drawing/2014/main" id="{3DCA191E-8E71-4C1C-A3AD-B5D235FAC29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011211" y="44329"/>
            <a:ext cx="629695" cy="629695"/>
          </a:xfrm>
          <a:prstGeom prst="rect">
            <a:avLst/>
          </a:prstGeom>
        </p:spPr>
      </p:pic>
      <p:sp>
        <p:nvSpPr>
          <p:cNvPr id="9" name="Rectangle 8">
            <a:hlinkClick r:id="rId5" action="ppaction://hlinksldjump"/>
            <a:hlinkHover r:id="rId5" action="ppaction://hlinksldjump"/>
            <a:extLst>
              <a:ext uri="{FF2B5EF4-FFF2-40B4-BE49-F238E27FC236}">
                <a16:creationId xmlns:a16="http://schemas.microsoft.com/office/drawing/2014/main" id="{5DD854C3-753E-4EF3-B4BD-92D3E5EA2EAF}"/>
              </a:ext>
            </a:extLst>
          </p:cNvPr>
          <p:cNvSpPr/>
          <p:nvPr/>
        </p:nvSpPr>
        <p:spPr>
          <a:xfrm>
            <a:off x="8803146"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a:t>
            </a:r>
          </a:p>
        </p:txBody>
      </p:sp>
      <p:sp>
        <p:nvSpPr>
          <p:cNvPr id="29" name="Rectangle 28">
            <a:hlinkClick r:id="rId6" action="ppaction://hlinksldjump"/>
            <a:hlinkHover r:id="rId6" action="ppaction://hlinksldjump"/>
            <a:extLst>
              <a:ext uri="{FF2B5EF4-FFF2-40B4-BE49-F238E27FC236}">
                <a16:creationId xmlns:a16="http://schemas.microsoft.com/office/drawing/2014/main" id="{EC776449-FCFF-49FC-915A-5EBB6EBC65ED}"/>
              </a:ext>
            </a:extLst>
          </p:cNvPr>
          <p:cNvSpPr/>
          <p:nvPr/>
        </p:nvSpPr>
        <p:spPr>
          <a:xfrm>
            <a:off x="3696468"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a:t>
            </a:r>
          </a:p>
        </p:txBody>
      </p:sp>
      <p:sp>
        <p:nvSpPr>
          <p:cNvPr id="30" name="Rectangle 29">
            <a:hlinkClick r:id="rId7" action="ppaction://hlinksldjump"/>
            <a:hlinkHover r:id="rId7" action="ppaction://hlinksldjump"/>
            <a:extLst>
              <a:ext uri="{FF2B5EF4-FFF2-40B4-BE49-F238E27FC236}">
                <a16:creationId xmlns:a16="http://schemas.microsoft.com/office/drawing/2014/main" id="{E62F4EA9-620F-4ECA-8A94-8C466F14CDBE}"/>
              </a:ext>
            </a:extLst>
          </p:cNvPr>
          <p:cNvSpPr/>
          <p:nvPr/>
        </p:nvSpPr>
        <p:spPr>
          <a:xfrm>
            <a:off x="1994242"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Devices</a:t>
            </a:r>
          </a:p>
        </p:txBody>
      </p:sp>
      <p:sp>
        <p:nvSpPr>
          <p:cNvPr id="31" name="Rectangle 30">
            <a:hlinkClick r:id="rId8" action="ppaction://hlinksldjump"/>
            <a:hlinkHover r:id="rId8" action="ppaction://hlinksldjump"/>
            <a:extLst>
              <a:ext uri="{FF2B5EF4-FFF2-40B4-BE49-F238E27FC236}">
                <a16:creationId xmlns:a16="http://schemas.microsoft.com/office/drawing/2014/main" id="{9766173C-91D2-41CB-97A2-3F82C2455B02}"/>
              </a:ext>
            </a:extLst>
          </p:cNvPr>
          <p:cNvSpPr/>
          <p:nvPr/>
        </p:nvSpPr>
        <p:spPr>
          <a:xfrm>
            <a:off x="292016" y="5851983"/>
            <a:ext cx="1614057"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a:t>
            </a:r>
          </a:p>
        </p:txBody>
      </p:sp>
      <p:sp>
        <p:nvSpPr>
          <p:cNvPr id="34" name="Rectangle 33">
            <a:hlinkClick r:id="rId9" action="ppaction://hlinksldjump"/>
            <a:hlinkHover r:id="rId9" action="ppaction://hlinksldjump"/>
            <a:extLst>
              <a:ext uri="{FF2B5EF4-FFF2-40B4-BE49-F238E27FC236}">
                <a16:creationId xmlns:a16="http://schemas.microsoft.com/office/drawing/2014/main" id="{72959D9D-6639-4234-832B-099AE1AEFFAD}"/>
              </a:ext>
            </a:extLst>
          </p:cNvPr>
          <p:cNvSpPr/>
          <p:nvPr/>
        </p:nvSpPr>
        <p:spPr>
          <a:xfrm>
            <a:off x="7100920" y="5851984"/>
            <a:ext cx="1614057" cy="86838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Infrastructure</a:t>
            </a:r>
          </a:p>
        </p:txBody>
      </p:sp>
      <p:sp>
        <p:nvSpPr>
          <p:cNvPr id="37" name="Rectangle 36">
            <a:hlinkClick r:id="rId10" action="ppaction://hlinksldjump"/>
            <a:hlinkHover r:id="rId10" action="ppaction://hlinksldjump"/>
            <a:extLst>
              <a:ext uri="{FF2B5EF4-FFF2-40B4-BE49-F238E27FC236}">
                <a16:creationId xmlns:a16="http://schemas.microsoft.com/office/drawing/2014/main" id="{04A22F36-BC6F-4789-BBAB-70550ADC6C90}"/>
              </a:ext>
            </a:extLst>
          </p:cNvPr>
          <p:cNvSpPr/>
          <p:nvPr/>
        </p:nvSpPr>
        <p:spPr>
          <a:xfrm>
            <a:off x="5398694"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Apps</a:t>
            </a:r>
          </a:p>
        </p:txBody>
      </p:sp>
      <p:sp>
        <p:nvSpPr>
          <p:cNvPr id="38" name="Rectangle 37">
            <a:hlinkClick r:id="rId11" action="ppaction://hlinksldjump"/>
            <a:hlinkHover r:id="rId11" action="ppaction://hlinksldjump"/>
            <a:extLst>
              <a:ext uri="{FF2B5EF4-FFF2-40B4-BE49-F238E27FC236}">
                <a16:creationId xmlns:a16="http://schemas.microsoft.com/office/drawing/2014/main" id="{2061AC88-4640-442A-863F-CF4785523B3D}"/>
              </a:ext>
            </a:extLst>
          </p:cNvPr>
          <p:cNvSpPr/>
          <p:nvPr/>
        </p:nvSpPr>
        <p:spPr>
          <a:xfrm>
            <a:off x="10505371"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Visibility, Automation and Orchestration</a:t>
            </a:r>
          </a:p>
        </p:txBody>
      </p:sp>
      <p:grpSp>
        <p:nvGrpSpPr>
          <p:cNvPr id="895" name="Group 894">
            <a:extLst>
              <a:ext uri="{FF2B5EF4-FFF2-40B4-BE49-F238E27FC236}">
                <a16:creationId xmlns:a16="http://schemas.microsoft.com/office/drawing/2014/main" id="{FDE20AB7-DAC6-199F-A6C8-8C30B41B4BC1}"/>
              </a:ext>
            </a:extLst>
          </p:cNvPr>
          <p:cNvGrpSpPr/>
          <p:nvPr/>
        </p:nvGrpSpPr>
        <p:grpSpPr>
          <a:xfrm>
            <a:off x="3779655" y="811556"/>
            <a:ext cx="721206" cy="609701"/>
            <a:chOff x="3779655" y="811556"/>
            <a:chExt cx="721206" cy="609701"/>
          </a:xfrm>
        </p:grpSpPr>
        <p:sp>
          <p:nvSpPr>
            <p:cNvPr id="896" name="Rectangle 895">
              <a:extLst>
                <a:ext uri="{FF2B5EF4-FFF2-40B4-BE49-F238E27FC236}">
                  <a16:creationId xmlns:a16="http://schemas.microsoft.com/office/drawing/2014/main" id="{33A0627D-C0D5-6D07-8171-5E21A29530D5}"/>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897" name="Rectangle 896">
              <a:extLst>
                <a:ext uri="{FF2B5EF4-FFF2-40B4-BE49-F238E27FC236}">
                  <a16:creationId xmlns:a16="http://schemas.microsoft.com/office/drawing/2014/main" id="{4235F43A-B1A9-BD06-4588-4F5EC86ED9B6}"/>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8" name="Oval 15">
              <a:extLst>
                <a:ext uri="{FF2B5EF4-FFF2-40B4-BE49-F238E27FC236}">
                  <a16:creationId xmlns:a16="http://schemas.microsoft.com/office/drawing/2014/main" id="{00512B93-DFDD-E04B-BAEC-B0CA5E1D5BFB}"/>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99" name="Straight Connector 898">
              <a:extLst>
                <a:ext uri="{FF2B5EF4-FFF2-40B4-BE49-F238E27FC236}">
                  <a16:creationId xmlns:a16="http://schemas.microsoft.com/office/drawing/2014/main" id="{EF643C2D-B4FD-0365-EAFD-CDE0794D7BA3}"/>
                </a:ext>
              </a:extLst>
            </p:cNvPr>
            <p:cNvCxnSpPr>
              <a:cxnSpLocks/>
              <a:stCxn id="898"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00" name="Straight Connector 899">
              <a:extLst>
                <a:ext uri="{FF2B5EF4-FFF2-40B4-BE49-F238E27FC236}">
                  <a16:creationId xmlns:a16="http://schemas.microsoft.com/office/drawing/2014/main" id="{C7184BB8-0787-6362-8152-BFD4BA0F4F6D}"/>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01" name="Group 900">
            <a:extLst>
              <a:ext uri="{FF2B5EF4-FFF2-40B4-BE49-F238E27FC236}">
                <a16:creationId xmlns:a16="http://schemas.microsoft.com/office/drawing/2014/main" id="{6ECF48A3-4872-68D0-0260-45CDD43DAF25}"/>
              </a:ext>
            </a:extLst>
          </p:cNvPr>
          <p:cNvGrpSpPr/>
          <p:nvPr/>
        </p:nvGrpSpPr>
        <p:grpSpPr>
          <a:xfrm>
            <a:off x="7959195" y="3698231"/>
            <a:ext cx="721206" cy="609701"/>
            <a:chOff x="7959195" y="3698231"/>
            <a:chExt cx="721206" cy="609701"/>
          </a:xfrm>
        </p:grpSpPr>
        <p:sp>
          <p:nvSpPr>
            <p:cNvPr id="902" name="Rectangle 901">
              <a:hlinkHover r:id="" action="ppaction://noaction" highlightClick="1"/>
              <a:extLst>
                <a:ext uri="{FF2B5EF4-FFF2-40B4-BE49-F238E27FC236}">
                  <a16:creationId xmlns:a16="http://schemas.microsoft.com/office/drawing/2014/main" id="{001C3BDC-9FB5-1DCF-D1BC-52CBDF06DA12}"/>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903" name="Oval 902">
              <a:extLst>
                <a:ext uri="{FF2B5EF4-FFF2-40B4-BE49-F238E27FC236}">
                  <a16:creationId xmlns:a16="http://schemas.microsoft.com/office/drawing/2014/main" id="{1B440773-4641-B6C9-DCB9-683220B2F544}"/>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04" name="Isosceles Triangle 648">
              <a:extLst>
                <a:ext uri="{FF2B5EF4-FFF2-40B4-BE49-F238E27FC236}">
                  <a16:creationId xmlns:a16="http://schemas.microsoft.com/office/drawing/2014/main" id="{1935A574-8258-DDEE-D251-C27F662B2D45}"/>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1" name="Group 910">
            <a:extLst>
              <a:ext uri="{FF2B5EF4-FFF2-40B4-BE49-F238E27FC236}">
                <a16:creationId xmlns:a16="http://schemas.microsoft.com/office/drawing/2014/main" id="{CF2299D4-A4D6-F6CC-F45E-75498A7E67B0}"/>
              </a:ext>
            </a:extLst>
          </p:cNvPr>
          <p:cNvGrpSpPr/>
          <p:nvPr/>
        </p:nvGrpSpPr>
        <p:grpSpPr>
          <a:xfrm>
            <a:off x="5448056" y="1532276"/>
            <a:ext cx="721206" cy="609701"/>
            <a:chOff x="5448056" y="1532276"/>
            <a:chExt cx="721206" cy="609701"/>
          </a:xfrm>
        </p:grpSpPr>
        <p:sp>
          <p:nvSpPr>
            <p:cNvPr id="912" name="Rectangle 911">
              <a:extLst>
                <a:ext uri="{FF2B5EF4-FFF2-40B4-BE49-F238E27FC236}">
                  <a16:creationId xmlns:a16="http://schemas.microsoft.com/office/drawing/2014/main" id="{BAF87E6F-9DF7-3142-AC6E-EA268CF41540}"/>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913" name="Rectangle 912">
              <a:extLst>
                <a:ext uri="{FF2B5EF4-FFF2-40B4-BE49-F238E27FC236}">
                  <a16:creationId xmlns:a16="http://schemas.microsoft.com/office/drawing/2014/main" id="{04298E64-D402-4CA3-5260-54DCEF377819}"/>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4" name="Oval 15">
              <a:extLst>
                <a:ext uri="{FF2B5EF4-FFF2-40B4-BE49-F238E27FC236}">
                  <a16:creationId xmlns:a16="http://schemas.microsoft.com/office/drawing/2014/main" id="{F06CDDE9-ABD1-CC37-6C5C-4AEAA1C2DD19}"/>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15" name="Straight Connector 914">
              <a:extLst>
                <a:ext uri="{FF2B5EF4-FFF2-40B4-BE49-F238E27FC236}">
                  <a16:creationId xmlns:a16="http://schemas.microsoft.com/office/drawing/2014/main" id="{3A0A9089-589C-9B1B-FDE4-DF92A2D5B6BF}"/>
                </a:ext>
              </a:extLst>
            </p:cNvPr>
            <p:cNvCxnSpPr>
              <a:cxnSpLocks/>
              <a:stCxn id="914"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16" name="Straight Connector 915">
              <a:extLst>
                <a:ext uri="{FF2B5EF4-FFF2-40B4-BE49-F238E27FC236}">
                  <a16:creationId xmlns:a16="http://schemas.microsoft.com/office/drawing/2014/main" id="{AC619ECC-7F9A-31B8-E9A7-452CDD8A4CED}"/>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17" name="Group 916">
            <a:extLst>
              <a:ext uri="{FF2B5EF4-FFF2-40B4-BE49-F238E27FC236}">
                <a16:creationId xmlns:a16="http://schemas.microsoft.com/office/drawing/2014/main" id="{1D992F63-C3C3-5987-E3FD-394F5D299DFF}"/>
              </a:ext>
            </a:extLst>
          </p:cNvPr>
          <p:cNvGrpSpPr/>
          <p:nvPr/>
        </p:nvGrpSpPr>
        <p:grpSpPr>
          <a:xfrm>
            <a:off x="6284565" y="1532276"/>
            <a:ext cx="721206" cy="609701"/>
            <a:chOff x="6284565" y="1532276"/>
            <a:chExt cx="721206" cy="609701"/>
          </a:xfrm>
        </p:grpSpPr>
        <p:sp>
          <p:nvSpPr>
            <p:cNvPr id="918" name="Rectangle 917">
              <a:extLst>
                <a:ext uri="{FF2B5EF4-FFF2-40B4-BE49-F238E27FC236}">
                  <a16:creationId xmlns:a16="http://schemas.microsoft.com/office/drawing/2014/main" id="{869F14F1-562D-95CA-5FCB-7EC5D47922AD}"/>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919" name="Rectangle 918">
              <a:extLst>
                <a:ext uri="{FF2B5EF4-FFF2-40B4-BE49-F238E27FC236}">
                  <a16:creationId xmlns:a16="http://schemas.microsoft.com/office/drawing/2014/main" id="{ADC841B0-477D-5DA2-0852-A7FCB03CA5E9}"/>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0" name="Oval 15">
              <a:extLst>
                <a:ext uri="{FF2B5EF4-FFF2-40B4-BE49-F238E27FC236}">
                  <a16:creationId xmlns:a16="http://schemas.microsoft.com/office/drawing/2014/main" id="{A7018A00-DFEB-0098-9C75-99E0053DDEB6}"/>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1" name="Straight Connector 920">
              <a:extLst>
                <a:ext uri="{FF2B5EF4-FFF2-40B4-BE49-F238E27FC236}">
                  <a16:creationId xmlns:a16="http://schemas.microsoft.com/office/drawing/2014/main" id="{3FAE099D-56D5-79CB-F20B-9145E6A7E205}"/>
                </a:ext>
              </a:extLst>
            </p:cNvPr>
            <p:cNvCxnSpPr>
              <a:cxnSpLocks/>
              <a:stCxn id="920"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22" name="Straight Connector 921">
              <a:extLst>
                <a:ext uri="{FF2B5EF4-FFF2-40B4-BE49-F238E27FC236}">
                  <a16:creationId xmlns:a16="http://schemas.microsoft.com/office/drawing/2014/main" id="{B9467B27-0B94-DF8E-822C-26536FA037CA}"/>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23" name="Group 922">
            <a:extLst>
              <a:ext uri="{FF2B5EF4-FFF2-40B4-BE49-F238E27FC236}">
                <a16:creationId xmlns:a16="http://schemas.microsoft.com/office/drawing/2014/main" id="{D557A181-D592-699B-3F7D-264289D40CF1}"/>
              </a:ext>
            </a:extLst>
          </p:cNvPr>
          <p:cNvGrpSpPr/>
          <p:nvPr/>
        </p:nvGrpSpPr>
        <p:grpSpPr>
          <a:xfrm>
            <a:off x="7121069" y="1532276"/>
            <a:ext cx="721206" cy="609701"/>
            <a:chOff x="7121069" y="1532276"/>
            <a:chExt cx="721206" cy="609701"/>
          </a:xfrm>
        </p:grpSpPr>
        <p:sp>
          <p:nvSpPr>
            <p:cNvPr id="924" name="Rectangle 923">
              <a:extLst>
                <a:ext uri="{FF2B5EF4-FFF2-40B4-BE49-F238E27FC236}">
                  <a16:creationId xmlns:a16="http://schemas.microsoft.com/office/drawing/2014/main" id="{FB93CC21-BA59-4244-F38D-49653B721039}"/>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925" name="Rectangle 924">
              <a:extLst>
                <a:ext uri="{FF2B5EF4-FFF2-40B4-BE49-F238E27FC236}">
                  <a16:creationId xmlns:a16="http://schemas.microsoft.com/office/drawing/2014/main" id="{25C77EFE-DFF3-5014-171E-2650F9357E87}"/>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6" name="Oval 15">
              <a:extLst>
                <a:ext uri="{FF2B5EF4-FFF2-40B4-BE49-F238E27FC236}">
                  <a16:creationId xmlns:a16="http://schemas.microsoft.com/office/drawing/2014/main" id="{BBA39410-C08B-B806-4D0B-2B972CDD57E1}"/>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27" name="Straight Connector 926">
              <a:extLst>
                <a:ext uri="{FF2B5EF4-FFF2-40B4-BE49-F238E27FC236}">
                  <a16:creationId xmlns:a16="http://schemas.microsoft.com/office/drawing/2014/main" id="{4E7DE96A-228A-9E71-B611-8A3467BD81B3}"/>
                </a:ext>
              </a:extLst>
            </p:cNvPr>
            <p:cNvCxnSpPr>
              <a:cxnSpLocks/>
              <a:stCxn id="926"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28" name="Straight Connector 927">
              <a:extLst>
                <a:ext uri="{FF2B5EF4-FFF2-40B4-BE49-F238E27FC236}">
                  <a16:creationId xmlns:a16="http://schemas.microsoft.com/office/drawing/2014/main" id="{0E75152C-8311-271D-8DDC-ABD373D0E7F1}"/>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29" name="Group 928">
            <a:extLst>
              <a:ext uri="{FF2B5EF4-FFF2-40B4-BE49-F238E27FC236}">
                <a16:creationId xmlns:a16="http://schemas.microsoft.com/office/drawing/2014/main" id="{AAD4DE94-0B8F-B6FC-5A32-B989250AF8C9}"/>
              </a:ext>
            </a:extLst>
          </p:cNvPr>
          <p:cNvGrpSpPr/>
          <p:nvPr/>
        </p:nvGrpSpPr>
        <p:grpSpPr>
          <a:xfrm>
            <a:off x="3775045" y="1532276"/>
            <a:ext cx="721206" cy="609701"/>
            <a:chOff x="3775045" y="1532276"/>
            <a:chExt cx="721206" cy="609701"/>
          </a:xfrm>
        </p:grpSpPr>
        <p:sp>
          <p:nvSpPr>
            <p:cNvPr id="930" name="Rectangle 929">
              <a:extLst>
                <a:ext uri="{FF2B5EF4-FFF2-40B4-BE49-F238E27FC236}">
                  <a16:creationId xmlns:a16="http://schemas.microsoft.com/office/drawing/2014/main" id="{3D655926-9E91-0349-D59B-F70FDD12FF14}"/>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931" name="Right Triangle 930">
              <a:extLst>
                <a:ext uri="{FF2B5EF4-FFF2-40B4-BE49-F238E27FC236}">
                  <a16:creationId xmlns:a16="http://schemas.microsoft.com/office/drawing/2014/main" id="{7EF50E7F-1A82-63D9-D214-72B348E9FA02}"/>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32" name="Group 931">
              <a:extLst>
                <a:ext uri="{FF2B5EF4-FFF2-40B4-BE49-F238E27FC236}">
                  <a16:creationId xmlns:a16="http://schemas.microsoft.com/office/drawing/2014/main" id="{E4784F62-15A5-DF56-C116-D4DE0456E7C0}"/>
                </a:ext>
              </a:extLst>
            </p:cNvPr>
            <p:cNvGrpSpPr/>
            <p:nvPr/>
          </p:nvGrpSpPr>
          <p:grpSpPr>
            <a:xfrm>
              <a:off x="4440495" y="1542936"/>
              <a:ext cx="37817" cy="61390"/>
              <a:chOff x="3883481" y="2057400"/>
              <a:chExt cx="1608363" cy="2652031"/>
            </a:xfrm>
            <a:solidFill>
              <a:srgbClr val="A6A6A6">
                <a:alpha val="20000"/>
              </a:srgbClr>
            </a:solidFill>
          </p:grpSpPr>
          <p:sp>
            <p:nvSpPr>
              <p:cNvPr id="933" name="Oval 27">
                <a:extLst>
                  <a:ext uri="{FF2B5EF4-FFF2-40B4-BE49-F238E27FC236}">
                    <a16:creationId xmlns:a16="http://schemas.microsoft.com/office/drawing/2014/main" id="{1A326028-820E-E68B-EF2F-D1BD5E3CC6B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4" name="Oval 28">
                <a:extLst>
                  <a:ext uri="{FF2B5EF4-FFF2-40B4-BE49-F238E27FC236}">
                    <a16:creationId xmlns:a16="http://schemas.microsoft.com/office/drawing/2014/main" id="{DDA07109-DFBB-2013-1503-44DFAE953E7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35" name="Group 934">
            <a:extLst>
              <a:ext uri="{FF2B5EF4-FFF2-40B4-BE49-F238E27FC236}">
                <a16:creationId xmlns:a16="http://schemas.microsoft.com/office/drawing/2014/main" id="{FF8653B1-33C0-6997-9D37-6AEDAEF1BB01}"/>
              </a:ext>
            </a:extLst>
          </p:cNvPr>
          <p:cNvGrpSpPr/>
          <p:nvPr/>
        </p:nvGrpSpPr>
        <p:grpSpPr>
          <a:xfrm>
            <a:off x="4611552" y="1532276"/>
            <a:ext cx="721206" cy="609701"/>
            <a:chOff x="4611552" y="1532276"/>
            <a:chExt cx="721206" cy="609701"/>
          </a:xfrm>
        </p:grpSpPr>
        <p:sp>
          <p:nvSpPr>
            <p:cNvPr id="936" name="Rectangle 935">
              <a:extLst>
                <a:ext uri="{FF2B5EF4-FFF2-40B4-BE49-F238E27FC236}">
                  <a16:creationId xmlns:a16="http://schemas.microsoft.com/office/drawing/2014/main" id="{E9FD18C5-4AFE-9748-9002-FD88288D539C}"/>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937" name="Right Triangle 936">
              <a:extLst>
                <a:ext uri="{FF2B5EF4-FFF2-40B4-BE49-F238E27FC236}">
                  <a16:creationId xmlns:a16="http://schemas.microsoft.com/office/drawing/2014/main" id="{595E36E6-847B-5A2F-3E4E-6BE839185ACC}"/>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38" name="Group 937">
              <a:extLst>
                <a:ext uri="{FF2B5EF4-FFF2-40B4-BE49-F238E27FC236}">
                  <a16:creationId xmlns:a16="http://schemas.microsoft.com/office/drawing/2014/main" id="{896EBBE6-09F6-3CAE-5B26-4B3B0562C7D1}"/>
                </a:ext>
              </a:extLst>
            </p:cNvPr>
            <p:cNvGrpSpPr/>
            <p:nvPr/>
          </p:nvGrpSpPr>
          <p:grpSpPr>
            <a:xfrm>
              <a:off x="5276135" y="1542936"/>
              <a:ext cx="37817" cy="61390"/>
              <a:chOff x="3883481" y="2057400"/>
              <a:chExt cx="1608363" cy="2652031"/>
            </a:xfrm>
            <a:solidFill>
              <a:srgbClr val="A6A6A6">
                <a:alpha val="20000"/>
              </a:srgbClr>
            </a:solidFill>
          </p:grpSpPr>
          <p:sp>
            <p:nvSpPr>
              <p:cNvPr id="939" name="Oval 27">
                <a:extLst>
                  <a:ext uri="{FF2B5EF4-FFF2-40B4-BE49-F238E27FC236}">
                    <a16:creationId xmlns:a16="http://schemas.microsoft.com/office/drawing/2014/main" id="{6A662EEE-FAE8-3241-EBBB-6387C3D9B87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0" name="Oval 28">
                <a:extLst>
                  <a:ext uri="{FF2B5EF4-FFF2-40B4-BE49-F238E27FC236}">
                    <a16:creationId xmlns:a16="http://schemas.microsoft.com/office/drawing/2014/main" id="{ADFB3A2C-462A-1468-8AB4-4D3F133A78D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41" name="Group 940">
            <a:extLst>
              <a:ext uri="{FF2B5EF4-FFF2-40B4-BE49-F238E27FC236}">
                <a16:creationId xmlns:a16="http://schemas.microsoft.com/office/drawing/2014/main" id="{8C265DFB-5859-1833-D3AA-514A186BA201}"/>
              </a:ext>
            </a:extLst>
          </p:cNvPr>
          <p:cNvGrpSpPr/>
          <p:nvPr/>
        </p:nvGrpSpPr>
        <p:grpSpPr>
          <a:xfrm>
            <a:off x="2938537" y="1532271"/>
            <a:ext cx="721206" cy="610042"/>
            <a:chOff x="2938537" y="1532271"/>
            <a:chExt cx="721206" cy="610042"/>
          </a:xfrm>
        </p:grpSpPr>
        <p:sp>
          <p:nvSpPr>
            <p:cNvPr id="942" name="Rectangle 941">
              <a:extLst>
                <a:ext uri="{FF2B5EF4-FFF2-40B4-BE49-F238E27FC236}">
                  <a16:creationId xmlns:a16="http://schemas.microsoft.com/office/drawing/2014/main" id="{44864FC2-BC8D-BE96-3382-392CD76FB972}"/>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943" name="Right Triangle 942">
              <a:extLst>
                <a:ext uri="{FF2B5EF4-FFF2-40B4-BE49-F238E27FC236}">
                  <a16:creationId xmlns:a16="http://schemas.microsoft.com/office/drawing/2014/main" id="{E9836EA3-9374-53FC-1D54-FFEEFA17021F}"/>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4" name="Oval 27">
              <a:extLst>
                <a:ext uri="{FF2B5EF4-FFF2-40B4-BE49-F238E27FC236}">
                  <a16:creationId xmlns:a16="http://schemas.microsoft.com/office/drawing/2014/main" id="{7D2E4B2A-4120-D5A3-EB9B-6263272F6A44}"/>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5" name="Oval 28">
              <a:extLst>
                <a:ext uri="{FF2B5EF4-FFF2-40B4-BE49-F238E27FC236}">
                  <a16:creationId xmlns:a16="http://schemas.microsoft.com/office/drawing/2014/main" id="{D4741678-4006-96B3-052B-9A9EA2E206F0}"/>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71" name="Group 970">
            <a:extLst>
              <a:ext uri="{FF2B5EF4-FFF2-40B4-BE49-F238E27FC236}">
                <a16:creationId xmlns:a16="http://schemas.microsoft.com/office/drawing/2014/main" id="{FFAA3E05-4176-76F1-8837-422B749DE1C4}"/>
              </a:ext>
            </a:extLst>
          </p:cNvPr>
          <p:cNvGrpSpPr/>
          <p:nvPr/>
        </p:nvGrpSpPr>
        <p:grpSpPr>
          <a:xfrm>
            <a:off x="5442073" y="811556"/>
            <a:ext cx="728239" cy="609701"/>
            <a:chOff x="5442073" y="811556"/>
            <a:chExt cx="728239" cy="609701"/>
          </a:xfrm>
        </p:grpSpPr>
        <p:sp>
          <p:nvSpPr>
            <p:cNvPr id="972" name="Rectangle 971">
              <a:extLst>
                <a:ext uri="{FF2B5EF4-FFF2-40B4-BE49-F238E27FC236}">
                  <a16:creationId xmlns:a16="http://schemas.microsoft.com/office/drawing/2014/main" id="{98961116-9AE6-9654-606F-65B09B397CD3}"/>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973" name="Rectangle 972">
              <a:extLst>
                <a:ext uri="{FF2B5EF4-FFF2-40B4-BE49-F238E27FC236}">
                  <a16:creationId xmlns:a16="http://schemas.microsoft.com/office/drawing/2014/main" id="{AC5F4B14-8BAB-60C3-3A35-9495CEF70BC9}"/>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74" name="Oval 15">
              <a:extLst>
                <a:ext uri="{FF2B5EF4-FFF2-40B4-BE49-F238E27FC236}">
                  <a16:creationId xmlns:a16="http://schemas.microsoft.com/office/drawing/2014/main" id="{D37BFC85-096D-A41C-01E9-B561F2727497}"/>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75" name="Straight Connector 974">
              <a:extLst>
                <a:ext uri="{FF2B5EF4-FFF2-40B4-BE49-F238E27FC236}">
                  <a16:creationId xmlns:a16="http://schemas.microsoft.com/office/drawing/2014/main" id="{14321F3B-FDC4-15C2-4B05-217670680869}"/>
                </a:ext>
              </a:extLst>
            </p:cNvPr>
            <p:cNvCxnSpPr>
              <a:cxnSpLocks/>
              <a:stCxn id="974"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76" name="Straight Connector 975">
              <a:extLst>
                <a:ext uri="{FF2B5EF4-FFF2-40B4-BE49-F238E27FC236}">
                  <a16:creationId xmlns:a16="http://schemas.microsoft.com/office/drawing/2014/main" id="{32F42657-43B3-C4CF-BC54-3413E4BF7CE2}"/>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977" name="Group 976">
            <a:extLst>
              <a:ext uri="{FF2B5EF4-FFF2-40B4-BE49-F238E27FC236}">
                <a16:creationId xmlns:a16="http://schemas.microsoft.com/office/drawing/2014/main" id="{B8845D82-4E98-BE7D-2776-1CEEA7D6A6DE}"/>
              </a:ext>
            </a:extLst>
          </p:cNvPr>
          <p:cNvGrpSpPr/>
          <p:nvPr/>
        </p:nvGrpSpPr>
        <p:grpSpPr>
          <a:xfrm>
            <a:off x="6284597" y="811555"/>
            <a:ext cx="721206" cy="609701"/>
            <a:chOff x="6284597" y="811555"/>
            <a:chExt cx="721206" cy="609701"/>
          </a:xfrm>
        </p:grpSpPr>
        <p:sp>
          <p:nvSpPr>
            <p:cNvPr id="978" name="Rectangle 977">
              <a:hlinkHover r:id="" action="ppaction://noaction" highlightClick="1"/>
              <a:extLst>
                <a:ext uri="{FF2B5EF4-FFF2-40B4-BE49-F238E27FC236}">
                  <a16:creationId xmlns:a16="http://schemas.microsoft.com/office/drawing/2014/main" id="{1EC9A717-7BBF-EAA4-4855-6B15F0C73C14}"/>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979" name="Right Triangle 978">
              <a:extLst>
                <a:ext uri="{FF2B5EF4-FFF2-40B4-BE49-F238E27FC236}">
                  <a16:creationId xmlns:a16="http://schemas.microsoft.com/office/drawing/2014/main" id="{AEBCB924-219F-9E84-0A41-F6BA796F96B3}"/>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0" name="Oval 27">
              <a:extLst>
                <a:ext uri="{FF2B5EF4-FFF2-40B4-BE49-F238E27FC236}">
                  <a16:creationId xmlns:a16="http://schemas.microsoft.com/office/drawing/2014/main" id="{EACA02FC-CBDD-8EC8-D7BA-0A0D53459996}"/>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81" name="Oval 28">
              <a:extLst>
                <a:ext uri="{FF2B5EF4-FFF2-40B4-BE49-F238E27FC236}">
                  <a16:creationId xmlns:a16="http://schemas.microsoft.com/office/drawing/2014/main" id="{B4801156-3260-6C8A-585B-6CDA4AEA388A}"/>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87" name="Group 986">
            <a:extLst>
              <a:ext uri="{FF2B5EF4-FFF2-40B4-BE49-F238E27FC236}">
                <a16:creationId xmlns:a16="http://schemas.microsoft.com/office/drawing/2014/main" id="{9D0A856B-D3A9-296B-FCAC-67CFA764DAA2}"/>
              </a:ext>
            </a:extLst>
          </p:cNvPr>
          <p:cNvGrpSpPr/>
          <p:nvPr/>
        </p:nvGrpSpPr>
        <p:grpSpPr>
          <a:xfrm>
            <a:off x="7957576" y="811556"/>
            <a:ext cx="721206" cy="609701"/>
            <a:chOff x="7957576" y="811556"/>
            <a:chExt cx="721206" cy="609701"/>
          </a:xfrm>
        </p:grpSpPr>
        <p:sp>
          <p:nvSpPr>
            <p:cNvPr id="988" name="Rectangle 987">
              <a:extLst>
                <a:ext uri="{FF2B5EF4-FFF2-40B4-BE49-F238E27FC236}">
                  <a16:creationId xmlns:a16="http://schemas.microsoft.com/office/drawing/2014/main" id="{46371077-143B-21CD-0A2C-8B768D696A21}"/>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989" name="Rectangle 988">
              <a:extLst>
                <a:ext uri="{FF2B5EF4-FFF2-40B4-BE49-F238E27FC236}">
                  <a16:creationId xmlns:a16="http://schemas.microsoft.com/office/drawing/2014/main" id="{64391CB3-F9CD-519B-CE6A-B63EABB85E5F}"/>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90" name="Oval 15">
              <a:extLst>
                <a:ext uri="{FF2B5EF4-FFF2-40B4-BE49-F238E27FC236}">
                  <a16:creationId xmlns:a16="http://schemas.microsoft.com/office/drawing/2014/main" id="{263E016E-328F-E1B3-9F55-3732F63F73A3}"/>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991" name="Straight Connector 990">
              <a:extLst>
                <a:ext uri="{FF2B5EF4-FFF2-40B4-BE49-F238E27FC236}">
                  <a16:creationId xmlns:a16="http://schemas.microsoft.com/office/drawing/2014/main" id="{F5BD3BD4-806A-FD55-B24C-D90463212747}"/>
                </a:ext>
              </a:extLst>
            </p:cNvPr>
            <p:cNvCxnSpPr>
              <a:cxnSpLocks/>
              <a:stCxn id="990"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992" name="Straight Connector 991">
              <a:extLst>
                <a:ext uri="{FF2B5EF4-FFF2-40B4-BE49-F238E27FC236}">
                  <a16:creationId xmlns:a16="http://schemas.microsoft.com/office/drawing/2014/main" id="{F658C24E-E639-C56C-5702-2FCAA0ACAFAF}"/>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01" name="Group 1000">
            <a:extLst>
              <a:ext uri="{FF2B5EF4-FFF2-40B4-BE49-F238E27FC236}">
                <a16:creationId xmlns:a16="http://schemas.microsoft.com/office/drawing/2014/main" id="{3E446634-C7DA-174E-A71B-8532999C0E35}"/>
              </a:ext>
            </a:extLst>
          </p:cNvPr>
          <p:cNvGrpSpPr/>
          <p:nvPr/>
        </p:nvGrpSpPr>
        <p:grpSpPr>
          <a:xfrm>
            <a:off x="11356242" y="90836"/>
            <a:ext cx="721206" cy="609701"/>
            <a:chOff x="11356242" y="90836"/>
            <a:chExt cx="721206" cy="609701"/>
          </a:xfrm>
        </p:grpSpPr>
        <p:sp>
          <p:nvSpPr>
            <p:cNvPr id="1002" name="Rectangle 1001">
              <a:hlinkHover r:id="" action="ppaction://noaction" highlightClick="1"/>
              <a:extLst>
                <a:ext uri="{FF2B5EF4-FFF2-40B4-BE49-F238E27FC236}">
                  <a16:creationId xmlns:a16="http://schemas.microsoft.com/office/drawing/2014/main" id="{22F7FE98-A9F1-22AE-AA8B-C9D016124CFC}"/>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1003" name="Oval 1002">
              <a:extLst>
                <a:ext uri="{FF2B5EF4-FFF2-40B4-BE49-F238E27FC236}">
                  <a16:creationId xmlns:a16="http://schemas.microsoft.com/office/drawing/2014/main" id="{2E8D7E23-B60D-3E9B-3F6C-D51D8853D571}"/>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04" name="Isosceles Triangle 648">
              <a:extLst>
                <a:ext uri="{FF2B5EF4-FFF2-40B4-BE49-F238E27FC236}">
                  <a16:creationId xmlns:a16="http://schemas.microsoft.com/office/drawing/2014/main" id="{6C3C8489-A86A-668D-F85D-962D896A4009}"/>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05" name="Group 1004">
            <a:extLst>
              <a:ext uri="{FF2B5EF4-FFF2-40B4-BE49-F238E27FC236}">
                <a16:creationId xmlns:a16="http://schemas.microsoft.com/office/drawing/2014/main" id="{41172457-E6EE-7676-5F87-15435E84F984}"/>
              </a:ext>
            </a:extLst>
          </p:cNvPr>
          <p:cNvGrpSpPr/>
          <p:nvPr/>
        </p:nvGrpSpPr>
        <p:grpSpPr>
          <a:xfrm>
            <a:off x="11356243" y="3694774"/>
            <a:ext cx="721206" cy="609701"/>
            <a:chOff x="11356243" y="3694774"/>
            <a:chExt cx="721206" cy="609701"/>
          </a:xfrm>
        </p:grpSpPr>
        <p:sp>
          <p:nvSpPr>
            <p:cNvPr id="1006" name="Rectangle 1005">
              <a:hlinkHover r:id="" action="ppaction://noaction" highlightClick="1"/>
              <a:extLst>
                <a:ext uri="{FF2B5EF4-FFF2-40B4-BE49-F238E27FC236}">
                  <a16:creationId xmlns:a16="http://schemas.microsoft.com/office/drawing/2014/main" id="{4AE6CE05-5086-F2E6-00D9-8AA4F7752EB5}"/>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1007" name="Oval 1006">
              <a:extLst>
                <a:ext uri="{FF2B5EF4-FFF2-40B4-BE49-F238E27FC236}">
                  <a16:creationId xmlns:a16="http://schemas.microsoft.com/office/drawing/2014/main" id="{753E4677-81E4-848E-F4CB-E3908F065A9B}"/>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08" name="Isosceles Triangle 648">
              <a:extLst>
                <a:ext uri="{FF2B5EF4-FFF2-40B4-BE49-F238E27FC236}">
                  <a16:creationId xmlns:a16="http://schemas.microsoft.com/office/drawing/2014/main" id="{06E218E6-162B-1FCD-072C-CB5EA699F2B5}"/>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09" name="Group 1008">
            <a:extLst>
              <a:ext uri="{FF2B5EF4-FFF2-40B4-BE49-F238E27FC236}">
                <a16:creationId xmlns:a16="http://schemas.microsoft.com/office/drawing/2014/main" id="{B130828B-B643-5A7B-DB04-74049D4827B1}"/>
              </a:ext>
            </a:extLst>
          </p:cNvPr>
          <p:cNvGrpSpPr/>
          <p:nvPr/>
        </p:nvGrpSpPr>
        <p:grpSpPr>
          <a:xfrm>
            <a:off x="9657691" y="4419624"/>
            <a:ext cx="721206" cy="609701"/>
            <a:chOff x="9657691" y="4419624"/>
            <a:chExt cx="721206" cy="609701"/>
          </a:xfrm>
        </p:grpSpPr>
        <p:sp>
          <p:nvSpPr>
            <p:cNvPr id="1010" name="Rectangle 1009">
              <a:hlinkHover r:id="" action="ppaction://noaction" highlightClick="1"/>
              <a:extLst>
                <a:ext uri="{FF2B5EF4-FFF2-40B4-BE49-F238E27FC236}">
                  <a16:creationId xmlns:a16="http://schemas.microsoft.com/office/drawing/2014/main" id="{12B8C259-51B6-74DB-CD31-46C709520DE2}"/>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1011" name="Oval 1010">
              <a:extLst>
                <a:ext uri="{FF2B5EF4-FFF2-40B4-BE49-F238E27FC236}">
                  <a16:creationId xmlns:a16="http://schemas.microsoft.com/office/drawing/2014/main" id="{DC133EEC-71C1-E703-4A6C-9DF9134C4B99}"/>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2" name="Isosceles Triangle 648">
              <a:extLst>
                <a:ext uri="{FF2B5EF4-FFF2-40B4-BE49-F238E27FC236}">
                  <a16:creationId xmlns:a16="http://schemas.microsoft.com/office/drawing/2014/main" id="{AF26FBCA-D4B4-3F9E-BC68-D8390D090DB7}"/>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13" name="Group 1012">
            <a:extLst>
              <a:ext uri="{FF2B5EF4-FFF2-40B4-BE49-F238E27FC236}">
                <a16:creationId xmlns:a16="http://schemas.microsoft.com/office/drawing/2014/main" id="{660F45D6-3C36-DC89-FEA6-AB3042AC6569}"/>
              </a:ext>
            </a:extLst>
          </p:cNvPr>
          <p:cNvGrpSpPr/>
          <p:nvPr/>
        </p:nvGrpSpPr>
        <p:grpSpPr>
          <a:xfrm>
            <a:off x="10506968" y="4419620"/>
            <a:ext cx="721206" cy="609701"/>
            <a:chOff x="10506968" y="4419620"/>
            <a:chExt cx="721206" cy="609701"/>
          </a:xfrm>
        </p:grpSpPr>
        <p:sp>
          <p:nvSpPr>
            <p:cNvPr id="1014" name="Rectangle 1013">
              <a:hlinkHover r:id="" action="ppaction://noaction" highlightClick="1"/>
              <a:extLst>
                <a:ext uri="{FF2B5EF4-FFF2-40B4-BE49-F238E27FC236}">
                  <a16:creationId xmlns:a16="http://schemas.microsoft.com/office/drawing/2014/main" id="{FE36BBB7-5C84-0A3D-3484-07695E0250CE}"/>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1015" name="Oval 1014">
              <a:extLst>
                <a:ext uri="{FF2B5EF4-FFF2-40B4-BE49-F238E27FC236}">
                  <a16:creationId xmlns:a16="http://schemas.microsoft.com/office/drawing/2014/main" id="{D67FAD4B-1EBD-41DD-9821-6B6E08FC7491}"/>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6" name="Isosceles Triangle 648">
              <a:extLst>
                <a:ext uri="{FF2B5EF4-FFF2-40B4-BE49-F238E27FC236}">
                  <a16:creationId xmlns:a16="http://schemas.microsoft.com/office/drawing/2014/main" id="{13EE2C37-EF1D-4177-FF31-2B7921CD6C9D}"/>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17" name="Group 1016">
            <a:extLst>
              <a:ext uri="{FF2B5EF4-FFF2-40B4-BE49-F238E27FC236}">
                <a16:creationId xmlns:a16="http://schemas.microsoft.com/office/drawing/2014/main" id="{DCCDA50B-86A4-CEC5-92CF-3458A5A04E59}"/>
              </a:ext>
            </a:extLst>
          </p:cNvPr>
          <p:cNvGrpSpPr/>
          <p:nvPr/>
        </p:nvGrpSpPr>
        <p:grpSpPr>
          <a:xfrm>
            <a:off x="11356003" y="4416261"/>
            <a:ext cx="721206" cy="609701"/>
            <a:chOff x="11356003" y="4416261"/>
            <a:chExt cx="721206" cy="609701"/>
          </a:xfrm>
        </p:grpSpPr>
        <p:sp>
          <p:nvSpPr>
            <p:cNvPr id="1018" name="Rectangle 1017">
              <a:hlinkHover r:id="" action="ppaction://noaction" highlightClick="1"/>
              <a:extLst>
                <a:ext uri="{FF2B5EF4-FFF2-40B4-BE49-F238E27FC236}">
                  <a16:creationId xmlns:a16="http://schemas.microsoft.com/office/drawing/2014/main" id="{7C43B4E1-D98D-E337-FB04-ADA270C4F754}"/>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1019" name="Oval 1018">
              <a:extLst>
                <a:ext uri="{FF2B5EF4-FFF2-40B4-BE49-F238E27FC236}">
                  <a16:creationId xmlns:a16="http://schemas.microsoft.com/office/drawing/2014/main" id="{EA68BBC1-3342-A942-1210-73C73559C680}"/>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0" name="Isosceles Triangle 648">
              <a:extLst>
                <a:ext uri="{FF2B5EF4-FFF2-40B4-BE49-F238E27FC236}">
                  <a16:creationId xmlns:a16="http://schemas.microsoft.com/office/drawing/2014/main" id="{67C657F3-B351-4278-2A90-F1D456D5DC3A}"/>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21" name="Group 1020">
            <a:extLst>
              <a:ext uri="{FF2B5EF4-FFF2-40B4-BE49-F238E27FC236}">
                <a16:creationId xmlns:a16="http://schemas.microsoft.com/office/drawing/2014/main" id="{233B9C22-2EC2-14DE-613A-5A0B93C60E83}"/>
              </a:ext>
            </a:extLst>
          </p:cNvPr>
          <p:cNvGrpSpPr/>
          <p:nvPr/>
        </p:nvGrpSpPr>
        <p:grpSpPr>
          <a:xfrm>
            <a:off x="8808526" y="4416261"/>
            <a:ext cx="721206" cy="609701"/>
            <a:chOff x="8808526" y="4416261"/>
            <a:chExt cx="721206" cy="609701"/>
          </a:xfrm>
        </p:grpSpPr>
        <p:sp>
          <p:nvSpPr>
            <p:cNvPr id="1022" name="Rectangle 1021">
              <a:hlinkHover r:id="" action="ppaction://noaction" highlightClick="1"/>
              <a:extLst>
                <a:ext uri="{FF2B5EF4-FFF2-40B4-BE49-F238E27FC236}">
                  <a16:creationId xmlns:a16="http://schemas.microsoft.com/office/drawing/2014/main" id="{9284C019-584E-397B-B2FD-761AC522E8C2}"/>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1023" name="Oval 1022">
              <a:extLst>
                <a:ext uri="{FF2B5EF4-FFF2-40B4-BE49-F238E27FC236}">
                  <a16:creationId xmlns:a16="http://schemas.microsoft.com/office/drawing/2014/main" id="{22B66E74-E782-C463-5BEC-1119C06C277C}"/>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24" name="Isosceles Triangle 648">
              <a:extLst>
                <a:ext uri="{FF2B5EF4-FFF2-40B4-BE49-F238E27FC236}">
                  <a16:creationId xmlns:a16="http://schemas.microsoft.com/office/drawing/2014/main" id="{151DAA86-1EC9-FEBE-FE96-0E810153B4A7}"/>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29" name="Group 1028">
            <a:extLst>
              <a:ext uri="{FF2B5EF4-FFF2-40B4-BE49-F238E27FC236}">
                <a16:creationId xmlns:a16="http://schemas.microsoft.com/office/drawing/2014/main" id="{4AF5208D-601A-7185-1E73-24DA93780358}"/>
              </a:ext>
            </a:extLst>
          </p:cNvPr>
          <p:cNvGrpSpPr/>
          <p:nvPr/>
        </p:nvGrpSpPr>
        <p:grpSpPr>
          <a:xfrm>
            <a:off x="9651076" y="5143367"/>
            <a:ext cx="721206" cy="609701"/>
            <a:chOff x="9651076" y="5143367"/>
            <a:chExt cx="721206" cy="609701"/>
          </a:xfrm>
        </p:grpSpPr>
        <p:sp>
          <p:nvSpPr>
            <p:cNvPr id="1030" name="Rectangle 1029">
              <a:hlinkHover r:id="" action="ppaction://noaction" highlightClick="1"/>
              <a:extLst>
                <a:ext uri="{FF2B5EF4-FFF2-40B4-BE49-F238E27FC236}">
                  <a16:creationId xmlns:a16="http://schemas.microsoft.com/office/drawing/2014/main" id="{A7316010-AB26-62C3-4F7C-7E8CBDA0874E}"/>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1031" name="Oval 1030">
              <a:extLst>
                <a:ext uri="{FF2B5EF4-FFF2-40B4-BE49-F238E27FC236}">
                  <a16:creationId xmlns:a16="http://schemas.microsoft.com/office/drawing/2014/main" id="{8F3053FC-256D-74BD-7923-EBCE3E375B6F}"/>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2" name="Isosceles Triangle 648">
              <a:extLst>
                <a:ext uri="{FF2B5EF4-FFF2-40B4-BE49-F238E27FC236}">
                  <a16:creationId xmlns:a16="http://schemas.microsoft.com/office/drawing/2014/main" id="{72E06F43-CD92-DE8D-1625-E034036888B4}"/>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33" name="Group 1032">
            <a:extLst>
              <a:ext uri="{FF2B5EF4-FFF2-40B4-BE49-F238E27FC236}">
                <a16:creationId xmlns:a16="http://schemas.microsoft.com/office/drawing/2014/main" id="{D97DD4A9-E3F0-F9ED-A794-8E1665ED535A}"/>
              </a:ext>
            </a:extLst>
          </p:cNvPr>
          <p:cNvGrpSpPr/>
          <p:nvPr/>
        </p:nvGrpSpPr>
        <p:grpSpPr>
          <a:xfrm>
            <a:off x="9657612" y="3698231"/>
            <a:ext cx="721206" cy="609701"/>
            <a:chOff x="9657612" y="3698231"/>
            <a:chExt cx="721206" cy="609701"/>
          </a:xfrm>
        </p:grpSpPr>
        <p:sp>
          <p:nvSpPr>
            <p:cNvPr id="1034" name="Rectangle 1033">
              <a:hlinkHover r:id="" action="ppaction://noaction" highlightClick="1"/>
              <a:extLst>
                <a:ext uri="{FF2B5EF4-FFF2-40B4-BE49-F238E27FC236}">
                  <a16:creationId xmlns:a16="http://schemas.microsoft.com/office/drawing/2014/main" id="{853E51AB-FC84-8DBE-E0ED-165CFA8018C7}"/>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1035" name="Oval 1034">
              <a:extLst>
                <a:ext uri="{FF2B5EF4-FFF2-40B4-BE49-F238E27FC236}">
                  <a16:creationId xmlns:a16="http://schemas.microsoft.com/office/drawing/2014/main" id="{1D783BF5-CF7C-43E6-94AC-4AB8188F2EF1}"/>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6" name="Isosceles Triangle 648">
              <a:extLst>
                <a:ext uri="{FF2B5EF4-FFF2-40B4-BE49-F238E27FC236}">
                  <a16:creationId xmlns:a16="http://schemas.microsoft.com/office/drawing/2014/main" id="{2E1D5AAE-0962-EB22-C93F-DCA5D1B65017}"/>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37" name="Group 1036">
            <a:extLst>
              <a:ext uri="{FF2B5EF4-FFF2-40B4-BE49-F238E27FC236}">
                <a16:creationId xmlns:a16="http://schemas.microsoft.com/office/drawing/2014/main" id="{E5BCA857-1574-7663-8BDC-D61BEEBE0864}"/>
              </a:ext>
            </a:extLst>
          </p:cNvPr>
          <p:cNvGrpSpPr/>
          <p:nvPr/>
        </p:nvGrpSpPr>
        <p:grpSpPr>
          <a:xfrm>
            <a:off x="10506928" y="3698227"/>
            <a:ext cx="721206" cy="609701"/>
            <a:chOff x="10506928" y="3698227"/>
            <a:chExt cx="721206" cy="609701"/>
          </a:xfrm>
        </p:grpSpPr>
        <p:sp>
          <p:nvSpPr>
            <p:cNvPr id="1038" name="Rectangle 1037">
              <a:hlinkHover r:id="" action="ppaction://noaction" highlightClick="1"/>
              <a:extLst>
                <a:ext uri="{FF2B5EF4-FFF2-40B4-BE49-F238E27FC236}">
                  <a16:creationId xmlns:a16="http://schemas.microsoft.com/office/drawing/2014/main" id="{D6C600F8-4180-AA1F-B57C-9BF25348362F}"/>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1039" name="Oval 1038">
              <a:extLst>
                <a:ext uri="{FF2B5EF4-FFF2-40B4-BE49-F238E27FC236}">
                  <a16:creationId xmlns:a16="http://schemas.microsoft.com/office/drawing/2014/main" id="{E519C833-8271-D991-3933-12872396F47A}"/>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0" name="Isosceles Triangle 648">
              <a:extLst>
                <a:ext uri="{FF2B5EF4-FFF2-40B4-BE49-F238E27FC236}">
                  <a16:creationId xmlns:a16="http://schemas.microsoft.com/office/drawing/2014/main" id="{DF13412C-3106-2369-31C5-83583B18ED80}"/>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1" name="Group 1040">
            <a:extLst>
              <a:ext uri="{FF2B5EF4-FFF2-40B4-BE49-F238E27FC236}">
                <a16:creationId xmlns:a16="http://schemas.microsoft.com/office/drawing/2014/main" id="{CE624DBD-0740-5719-2B4E-E9DE8B0CFBE6}"/>
              </a:ext>
            </a:extLst>
          </p:cNvPr>
          <p:cNvGrpSpPr/>
          <p:nvPr/>
        </p:nvGrpSpPr>
        <p:grpSpPr>
          <a:xfrm>
            <a:off x="8808417" y="5135710"/>
            <a:ext cx="721206" cy="609701"/>
            <a:chOff x="8808417" y="5135710"/>
            <a:chExt cx="721206" cy="609701"/>
          </a:xfrm>
        </p:grpSpPr>
        <p:sp>
          <p:nvSpPr>
            <p:cNvPr id="1042" name="Rectangle 1041">
              <a:hlinkHover r:id="" action="ppaction://noaction" highlightClick="1"/>
              <a:extLst>
                <a:ext uri="{FF2B5EF4-FFF2-40B4-BE49-F238E27FC236}">
                  <a16:creationId xmlns:a16="http://schemas.microsoft.com/office/drawing/2014/main" id="{E3A25227-A142-2165-3CE0-4DE448857A1B}"/>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1043" name="Oval 1042">
              <a:extLst>
                <a:ext uri="{FF2B5EF4-FFF2-40B4-BE49-F238E27FC236}">
                  <a16:creationId xmlns:a16="http://schemas.microsoft.com/office/drawing/2014/main" id="{2EC3A6D0-E0E4-03A1-5A30-A8B9E5625BE3}"/>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4" name="Isosceles Triangle 648">
              <a:extLst>
                <a:ext uri="{FF2B5EF4-FFF2-40B4-BE49-F238E27FC236}">
                  <a16:creationId xmlns:a16="http://schemas.microsoft.com/office/drawing/2014/main" id="{D0EDC9C4-E285-811C-DD33-C8295466C320}"/>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59" name="Group 1058">
            <a:extLst>
              <a:ext uri="{FF2B5EF4-FFF2-40B4-BE49-F238E27FC236}">
                <a16:creationId xmlns:a16="http://schemas.microsoft.com/office/drawing/2014/main" id="{FFE6056A-0F5F-177E-DAA9-CE134BA1D63C}"/>
              </a:ext>
            </a:extLst>
          </p:cNvPr>
          <p:cNvGrpSpPr/>
          <p:nvPr/>
        </p:nvGrpSpPr>
        <p:grpSpPr>
          <a:xfrm>
            <a:off x="7957572" y="1532276"/>
            <a:ext cx="721206" cy="609701"/>
            <a:chOff x="7957572" y="1532276"/>
            <a:chExt cx="721206" cy="609701"/>
          </a:xfrm>
        </p:grpSpPr>
        <p:sp>
          <p:nvSpPr>
            <p:cNvPr id="1060" name="Rectangle 1059">
              <a:hlinkHover r:id="" action="ppaction://noaction" highlightClick="1"/>
              <a:extLst>
                <a:ext uri="{FF2B5EF4-FFF2-40B4-BE49-F238E27FC236}">
                  <a16:creationId xmlns:a16="http://schemas.microsoft.com/office/drawing/2014/main" id="{CCCE91D2-432C-BEB5-9F33-45C025E40971}"/>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1061" name="Rectangle 1060">
              <a:extLst>
                <a:ext uri="{FF2B5EF4-FFF2-40B4-BE49-F238E27FC236}">
                  <a16:creationId xmlns:a16="http://schemas.microsoft.com/office/drawing/2014/main" id="{C66B0B61-232A-9225-0FF9-80409BAEBB63}"/>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2" name="Oval 15">
              <a:extLst>
                <a:ext uri="{FF2B5EF4-FFF2-40B4-BE49-F238E27FC236}">
                  <a16:creationId xmlns:a16="http://schemas.microsoft.com/office/drawing/2014/main" id="{B4067036-DA85-AE9E-6012-4E7EEA09F9C5}"/>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63" name="Straight Connector 1062">
              <a:extLst>
                <a:ext uri="{FF2B5EF4-FFF2-40B4-BE49-F238E27FC236}">
                  <a16:creationId xmlns:a16="http://schemas.microsoft.com/office/drawing/2014/main" id="{D7A2076E-CBC1-5CE8-D959-64F1D4520933}"/>
                </a:ext>
              </a:extLst>
            </p:cNvPr>
            <p:cNvCxnSpPr>
              <a:cxnSpLocks/>
              <a:stCxn id="1062"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64" name="Straight Connector 1063">
              <a:extLst>
                <a:ext uri="{FF2B5EF4-FFF2-40B4-BE49-F238E27FC236}">
                  <a16:creationId xmlns:a16="http://schemas.microsoft.com/office/drawing/2014/main" id="{F2572B68-A1F7-7E13-2FDF-97A85D939289}"/>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65" name="Group 1064">
            <a:extLst>
              <a:ext uri="{FF2B5EF4-FFF2-40B4-BE49-F238E27FC236}">
                <a16:creationId xmlns:a16="http://schemas.microsoft.com/office/drawing/2014/main" id="{E97FB47B-4AB9-FFD5-F199-6ED416FA9473}"/>
              </a:ext>
            </a:extLst>
          </p:cNvPr>
          <p:cNvGrpSpPr/>
          <p:nvPr/>
        </p:nvGrpSpPr>
        <p:grpSpPr>
          <a:xfrm>
            <a:off x="9656904" y="1532276"/>
            <a:ext cx="721206" cy="609701"/>
            <a:chOff x="9656904" y="1532276"/>
            <a:chExt cx="721206" cy="609701"/>
          </a:xfrm>
        </p:grpSpPr>
        <p:sp>
          <p:nvSpPr>
            <p:cNvPr id="1066" name="Rectangle 1065">
              <a:extLst>
                <a:ext uri="{FF2B5EF4-FFF2-40B4-BE49-F238E27FC236}">
                  <a16:creationId xmlns:a16="http://schemas.microsoft.com/office/drawing/2014/main" id="{6A813E6B-DCF6-D381-F559-3CB9923B9D07}"/>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067" name="Rectangle 1066">
              <a:extLst>
                <a:ext uri="{FF2B5EF4-FFF2-40B4-BE49-F238E27FC236}">
                  <a16:creationId xmlns:a16="http://schemas.microsoft.com/office/drawing/2014/main" id="{03176BAE-8904-0A2C-8BBB-3EB8B8F6286A}"/>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8" name="Oval 15">
              <a:extLst>
                <a:ext uri="{FF2B5EF4-FFF2-40B4-BE49-F238E27FC236}">
                  <a16:creationId xmlns:a16="http://schemas.microsoft.com/office/drawing/2014/main" id="{FF47F3CA-32C0-8010-F8CF-551407EA36C7}"/>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69" name="Straight Connector 1068">
              <a:extLst>
                <a:ext uri="{FF2B5EF4-FFF2-40B4-BE49-F238E27FC236}">
                  <a16:creationId xmlns:a16="http://schemas.microsoft.com/office/drawing/2014/main" id="{FAAD2C79-E3F6-2864-57D6-4CDA1D654F5A}"/>
                </a:ext>
              </a:extLst>
            </p:cNvPr>
            <p:cNvCxnSpPr>
              <a:cxnSpLocks/>
              <a:stCxn id="1068"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70" name="Straight Connector 1069">
              <a:extLst>
                <a:ext uri="{FF2B5EF4-FFF2-40B4-BE49-F238E27FC236}">
                  <a16:creationId xmlns:a16="http://schemas.microsoft.com/office/drawing/2014/main" id="{0335935D-7FAC-CF72-46D7-8968F8007289}"/>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99" name="Group 1098">
            <a:extLst>
              <a:ext uri="{FF2B5EF4-FFF2-40B4-BE49-F238E27FC236}">
                <a16:creationId xmlns:a16="http://schemas.microsoft.com/office/drawing/2014/main" id="{5E560529-0A65-255A-6614-FF7E0C5EB4AB}"/>
              </a:ext>
            </a:extLst>
          </p:cNvPr>
          <p:cNvGrpSpPr/>
          <p:nvPr/>
        </p:nvGrpSpPr>
        <p:grpSpPr>
          <a:xfrm>
            <a:off x="11356242" y="811556"/>
            <a:ext cx="721206" cy="609701"/>
            <a:chOff x="11356242" y="811556"/>
            <a:chExt cx="721206" cy="609701"/>
          </a:xfrm>
        </p:grpSpPr>
        <p:sp>
          <p:nvSpPr>
            <p:cNvPr id="1100" name="Rectangle 1099">
              <a:hlinkHover r:id="" action="ppaction://noaction" highlightClick="1"/>
              <a:extLst>
                <a:ext uri="{FF2B5EF4-FFF2-40B4-BE49-F238E27FC236}">
                  <a16:creationId xmlns:a16="http://schemas.microsoft.com/office/drawing/2014/main" id="{B28077F5-D3F8-F995-B2FC-0A41D62BDD2F}"/>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1101" name="Oval 1100">
              <a:extLst>
                <a:ext uri="{FF2B5EF4-FFF2-40B4-BE49-F238E27FC236}">
                  <a16:creationId xmlns:a16="http://schemas.microsoft.com/office/drawing/2014/main" id="{853C8D5F-516E-6A24-6E6E-97A57DCEF609}"/>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02" name="Isosceles Triangle 648">
              <a:extLst>
                <a:ext uri="{FF2B5EF4-FFF2-40B4-BE49-F238E27FC236}">
                  <a16:creationId xmlns:a16="http://schemas.microsoft.com/office/drawing/2014/main" id="{084218FB-F6DF-1F0A-10A9-44F717561A86}"/>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03" name="Group 1102">
            <a:extLst>
              <a:ext uri="{FF2B5EF4-FFF2-40B4-BE49-F238E27FC236}">
                <a16:creationId xmlns:a16="http://schemas.microsoft.com/office/drawing/2014/main" id="{DA02D276-A44E-8BD0-20E1-51491717F1C7}"/>
              </a:ext>
            </a:extLst>
          </p:cNvPr>
          <p:cNvGrpSpPr/>
          <p:nvPr/>
        </p:nvGrpSpPr>
        <p:grpSpPr>
          <a:xfrm>
            <a:off x="8807249" y="811555"/>
            <a:ext cx="721206" cy="609701"/>
            <a:chOff x="8807249" y="811555"/>
            <a:chExt cx="721206" cy="609701"/>
          </a:xfrm>
        </p:grpSpPr>
        <p:sp>
          <p:nvSpPr>
            <p:cNvPr id="1104" name="Rectangle 1103">
              <a:hlinkHover r:id="" action="ppaction://noaction" highlightClick="1"/>
              <a:extLst>
                <a:ext uri="{FF2B5EF4-FFF2-40B4-BE49-F238E27FC236}">
                  <a16:creationId xmlns:a16="http://schemas.microsoft.com/office/drawing/2014/main" id="{DAAC3609-9FF8-E55E-DC53-D13B679101B6}"/>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1105" name="Diamond 1104">
              <a:extLst>
                <a:ext uri="{FF2B5EF4-FFF2-40B4-BE49-F238E27FC236}">
                  <a16:creationId xmlns:a16="http://schemas.microsoft.com/office/drawing/2014/main" id="{697ACB16-EFCC-30B8-A346-D86A528666F0}"/>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06" name="Oval 1105">
              <a:extLst>
                <a:ext uri="{FF2B5EF4-FFF2-40B4-BE49-F238E27FC236}">
                  <a16:creationId xmlns:a16="http://schemas.microsoft.com/office/drawing/2014/main" id="{9DB8A182-C1EA-96A5-E709-5F1001B28905}"/>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07" name="Group 1106">
            <a:extLst>
              <a:ext uri="{FF2B5EF4-FFF2-40B4-BE49-F238E27FC236}">
                <a16:creationId xmlns:a16="http://schemas.microsoft.com/office/drawing/2014/main" id="{46DE8A46-604E-AF66-3C49-4AD977F1DA14}"/>
              </a:ext>
            </a:extLst>
          </p:cNvPr>
          <p:cNvGrpSpPr/>
          <p:nvPr/>
        </p:nvGrpSpPr>
        <p:grpSpPr>
          <a:xfrm>
            <a:off x="8808419" y="3705986"/>
            <a:ext cx="721206" cy="609701"/>
            <a:chOff x="8808419" y="3705986"/>
            <a:chExt cx="721206" cy="609701"/>
          </a:xfrm>
        </p:grpSpPr>
        <p:sp>
          <p:nvSpPr>
            <p:cNvPr id="1108" name="Rectangle 1107">
              <a:hlinkHover r:id="" action="ppaction://noaction" highlightClick="1"/>
              <a:extLst>
                <a:ext uri="{FF2B5EF4-FFF2-40B4-BE49-F238E27FC236}">
                  <a16:creationId xmlns:a16="http://schemas.microsoft.com/office/drawing/2014/main" id="{69CD230D-B43F-86DE-38EF-96A73A66BB22}"/>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1109" name="Oval 1108">
              <a:extLst>
                <a:ext uri="{FF2B5EF4-FFF2-40B4-BE49-F238E27FC236}">
                  <a16:creationId xmlns:a16="http://schemas.microsoft.com/office/drawing/2014/main" id="{01712EFD-6BA2-69AA-9228-FDAE9A1C9CE6}"/>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10" name="Isosceles Triangle 648">
              <a:extLst>
                <a:ext uri="{FF2B5EF4-FFF2-40B4-BE49-F238E27FC236}">
                  <a16:creationId xmlns:a16="http://schemas.microsoft.com/office/drawing/2014/main" id="{8C301429-987B-65A0-C2D8-A1223FC90791}"/>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11" name="Group 1110">
            <a:extLst>
              <a:ext uri="{FF2B5EF4-FFF2-40B4-BE49-F238E27FC236}">
                <a16:creationId xmlns:a16="http://schemas.microsoft.com/office/drawing/2014/main" id="{13E1E02D-6BBB-A7BD-C915-83E838C12E2D}"/>
              </a:ext>
            </a:extLst>
          </p:cNvPr>
          <p:cNvGrpSpPr/>
          <p:nvPr/>
        </p:nvGrpSpPr>
        <p:grpSpPr>
          <a:xfrm>
            <a:off x="431659" y="90836"/>
            <a:ext cx="721210" cy="609701"/>
            <a:chOff x="431659" y="90836"/>
            <a:chExt cx="721210" cy="609701"/>
          </a:xfrm>
        </p:grpSpPr>
        <p:sp>
          <p:nvSpPr>
            <p:cNvPr id="1112" name="Rectangle 1111">
              <a:extLst>
                <a:ext uri="{FF2B5EF4-FFF2-40B4-BE49-F238E27FC236}">
                  <a16:creationId xmlns:a16="http://schemas.microsoft.com/office/drawing/2014/main" id="{71EB8A18-03CA-55CE-D0EF-A2A5457C5165}"/>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1113" name="Rectangle 1112">
              <a:extLst>
                <a:ext uri="{FF2B5EF4-FFF2-40B4-BE49-F238E27FC236}">
                  <a16:creationId xmlns:a16="http://schemas.microsoft.com/office/drawing/2014/main" id="{8BAE0167-6323-9689-D24C-B52E086FC33B}"/>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14" name="Oval 15">
              <a:extLst>
                <a:ext uri="{FF2B5EF4-FFF2-40B4-BE49-F238E27FC236}">
                  <a16:creationId xmlns:a16="http://schemas.microsoft.com/office/drawing/2014/main" id="{CE7816E6-F7AC-3566-E4B9-F1B42E8152A6}"/>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15" name="Straight Connector 1114">
              <a:extLst>
                <a:ext uri="{FF2B5EF4-FFF2-40B4-BE49-F238E27FC236}">
                  <a16:creationId xmlns:a16="http://schemas.microsoft.com/office/drawing/2014/main" id="{90D82C93-FE82-F69C-2158-8489A4331E47}"/>
                </a:ext>
              </a:extLst>
            </p:cNvPr>
            <p:cNvCxnSpPr>
              <a:cxnSpLocks/>
              <a:stCxn id="1114"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116" name="Straight Connector 1115">
              <a:extLst>
                <a:ext uri="{FF2B5EF4-FFF2-40B4-BE49-F238E27FC236}">
                  <a16:creationId xmlns:a16="http://schemas.microsoft.com/office/drawing/2014/main" id="{903DCA4F-612D-4EA8-E315-0AC2A40E32B6}"/>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17" name="Group 1116">
            <a:extLst>
              <a:ext uri="{FF2B5EF4-FFF2-40B4-BE49-F238E27FC236}">
                <a16:creationId xmlns:a16="http://schemas.microsoft.com/office/drawing/2014/main" id="{48806121-5E3D-7B63-39BF-20F3A8583044}"/>
              </a:ext>
            </a:extLst>
          </p:cNvPr>
          <p:cNvGrpSpPr/>
          <p:nvPr/>
        </p:nvGrpSpPr>
        <p:grpSpPr>
          <a:xfrm>
            <a:off x="1267282" y="90836"/>
            <a:ext cx="721206" cy="609701"/>
            <a:chOff x="1267282" y="90836"/>
            <a:chExt cx="721206" cy="609701"/>
          </a:xfrm>
        </p:grpSpPr>
        <p:sp>
          <p:nvSpPr>
            <p:cNvPr id="1118" name="Rectangle 1117">
              <a:extLst>
                <a:ext uri="{FF2B5EF4-FFF2-40B4-BE49-F238E27FC236}">
                  <a16:creationId xmlns:a16="http://schemas.microsoft.com/office/drawing/2014/main" id="{1C8A508C-2AA0-5FE5-516D-41A25B069884}"/>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1119" name="Rectangle 1118">
              <a:extLst>
                <a:ext uri="{FF2B5EF4-FFF2-40B4-BE49-F238E27FC236}">
                  <a16:creationId xmlns:a16="http://schemas.microsoft.com/office/drawing/2014/main" id="{9FC7F177-913B-5408-0AB4-5280480F5CEA}"/>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0" name="Oval 15">
              <a:extLst>
                <a:ext uri="{FF2B5EF4-FFF2-40B4-BE49-F238E27FC236}">
                  <a16:creationId xmlns:a16="http://schemas.microsoft.com/office/drawing/2014/main" id="{8F08080A-0709-279E-587E-AF84ACA0EA35}"/>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21" name="Straight Connector 1120">
              <a:extLst>
                <a:ext uri="{FF2B5EF4-FFF2-40B4-BE49-F238E27FC236}">
                  <a16:creationId xmlns:a16="http://schemas.microsoft.com/office/drawing/2014/main" id="{CC686BBF-18A9-8DD1-EB08-256868D0BE8A}"/>
                </a:ext>
              </a:extLst>
            </p:cNvPr>
            <p:cNvCxnSpPr>
              <a:cxnSpLocks/>
              <a:stCxn id="1120"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122" name="Straight Connector 1121">
              <a:extLst>
                <a:ext uri="{FF2B5EF4-FFF2-40B4-BE49-F238E27FC236}">
                  <a16:creationId xmlns:a16="http://schemas.microsoft.com/office/drawing/2014/main" id="{D2336F92-75FD-9786-E6F4-86C64F6F5967}"/>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23" name="Group 1122">
            <a:extLst>
              <a:ext uri="{FF2B5EF4-FFF2-40B4-BE49-F238E27FC236}">
                <a16:creationId xmlns:a16="http://schemas.microsoft.com/office/drawing/2014/main" id="{DC3F1FEF-845E-A764-2234-1D18D6FB4080}"/>
              </a:ext>
            </a:extLst>
          </p:cNvPr>
          <p:cNvGrpSpPr/>
          <p:nvPr/>
        </p:nvGrpSpPr>
        <p:grpSpPr>
          <a:xfrm>
            <a:off x="2102907" y="90836"/>
            <a:ext cx="721206" cy="609701"/>
            <a:chOff x="2102907" y="90836"/>
            <a:chExt cx="721206" cy="609701"/>
          </a:xfrm>
        </p:grpSpPr>
        <p:sp>
          <p:nvSpPr>
            <p:cNvPr id="1124" name="Rectangle 1123">
              <a:extLst>
                <a:ext uri="{FF2B5EF4-FFF2-40B4-BE49-F238E27FC236}">
                  <a16:creationId xmlns:a16="http://schemas.microsoft.com/office/drawing/2014/main" id="{8FCEEDC8-BB93-BD04-5227-717E0A5AFBC1}"/>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1125" name="Rectangle 1124">
              <a:extLst>
                <a:ext uri="{FF2B5EF4-FFF2-40B4-BE49-F238E27FC236}">
                  <a16:creationId xmlns:a16="http://schemas.microsoft.com/office/drawing/2014/main" id="{DCE210F8-539F-60FB-114F-A60FB4F6BEB4}"/>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6" name="Oval 15">
              <a:extLst>
                <a:ext uri="{FF2B5EF4-FFF2-40B4-BE49-F238E27FC236}">
                  <a16:creationId xmlns:a16="http://schemas.microsoft.com/office/drawing/2014/main" id="{1DB436C9-1243-A87C-25AA-397F709F83B0}"/>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27" name="Straight Connector 1126">
              <a:extLst>
                <a:ext uri="{FF2B5EF4-FFF2-40B4-BE49-F238E27FC236}">
                  <a16:creationId xmlns:a16="http://schemas.microsoft.com/office/drawing/2014/main" id="{D537A8EE-0609-3BA0-906E-E2234150154F}"/>
                </a:ext>
              </a:extLst>
            </p:cNvPr>
            <p:cNvCxnSpPr>
              <a:cxnSpLocks/>
              <a:stCxn id="1126"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128" name="Straight Connector 1127">
              <a:extLst>
                <a:ext uri="{FF2B5EF4-FFF2-40B4-BE49-F238E27FC236}">
                  <a16:creationId xmlns:a16="http://schemas.microsoft.com/office/drawing/2014/main" id="{2FD5C890-0633-DF48-4F19-53FB54BAAAFB}"/>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29" name="Group 1128">
            <a:extLst>
              <a:ext uri="{FF2B5EF4-FFF2-40B4-BE49-F238E27FC236}">
                <a16:creationId xmlns:a16="http://schemas.microsoft.com/office/drawing/2014/main" id="{64A09CB2-D787-CC29-0239-968D16C97413}"/>
              </a:ext>
            </a:extLst>
          </p:cNvPr>
          <p:cNvGrpSpPr/>
          <p:nvPr/>
        </p:nvGrpSpPr>
        <p:grpSpPr>
          <a:xfrm>
            <a:off x="1269626" y="4419615"/>
            <a:ext cx="721206" cy="609701"/>
            <a:chOff x="1269626" y="4419615"/>
            <a:chExt cx="721206" cy="609701"/>
          </a:xfrm>
        </p:grpSpPr>
        <p:sp>
          <p:nvSpPr>
            <p:cNvPr id="1130" name="Rectangle 1129">
              <a:extLst>
                <a:ext uri="{FF2B5EF4-FFF2-40B4-BE49-F238E27FC236}">
                  <a16:creationId xmlns:a16="http://schemas.microsoft.com/office/drawing/2014/main" id="{6D86FB41-9CE1-12D5-65F5-2CFD6C386135}"/>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1131" name="Cylinder 1130">
              <a:extLst>
                <a:ext uri="{FF2B5EF4-FFF2-40B4-BE49-F238E27FC236}">
                  <a16:creationId xmlns:a16="http://schemas.microsoft.com/office/drawing/2014/main" id="{EC5383A4-9876-372A-B0FD-00E922D5D8D3}"/>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32" name="Group 1131">
            <a:extLst>
              <a:ext uri="{FF2B5EF4-FFF2-40B4-BE49-F238E27FC236}">
                <a16:creationId xmlns:a16="http://schemas.microsoft.com/office/drawing/2014/main" id="{552E467E-C25F-E891-77AB-96C421C00DC5}"/>
              </a:ext>
            </a:extLst>
          </p:cNvPr>
          <p:cNvGrpSpPr/>
          <p:nvPr/>
        </p:nvGrpSpPr>
        <p:grpSpPr>
          <a:xfrm>
            <a:off x="432841" y="4419615"/>
            <a:ext cx="721206" cy="609701"/>
            <a:chOff x="432841" y="4419615"/>
            <a:chExt cx="721206" cy="609701"/>
          </a:xfrm>
        </p:grpSpPr>
        <p:sp>
          <p:nvSpPr>
            <p:cNvPr id="1133" name="Rectangle 1132">
              <a:extLst>
                <a:ext uri="{FF2B5EF4-FFF2-40B4-BE49-F238E27FC236}">
                  <a16:creationId xmlns:a16="http://schemas.microsoft.com/office/drawing/2014/main" id="{B4C94CD9-40AB-B9DD-D4CB-2F39992B5D56}"/>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1134" name="Cylinder 1133">
              <a:extLst>
                <a:ext uri="{FF2B5EF4-FFF2-40B4-BE49-F238E27FC236}">
                  <a16:creationId xmlns:a16="http://schemas.microsoft.com/office/drawing/2014/main" id="{63F77565-3E4B-857B-E8BD-8D1D56BFE2D6}"/>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35" name="Group 1134">
            <a:extLst>
              <a:ext uri="{FF2B5EF4-FFF2-40B4-BE49-F238E27FC236}">
                <a16:creationId xmlns:a16="http://schemas.microsoft.com/office/drawing/2014/main" id="{8F54E380-1E59-2BE1-3BA1-AB5B20E607E1}"/>
              </a:ext>
            </a:extLst>
          </p:cNvPr>
          <p:cNvGrpSpPr/>
          <p:nvPr/>
        </p:nvGrpSpPr>
        <p:grpSpPr>
          <a:xfrm>
            <a:off x="1268467" y="5141008"/>
            <a:ext cx="721206" cy="609701"/>
            <a:chOff x="1268467" y="5141008"/>
            <a:chExt cx="721206" cy="609701"/>
          </a:xfrm>
        </p:grpSpPr>
        <p:sp>
          <p:nvSpPr>
            <p:cNvPr id="1136" name="Rectangle 1135">
              <a:extLst>
                <a:ext uri="{FF2B5EF4-FFF2-40B4-BE49-F238E27FC236}">
                  <a16:creationId xmlns:a16="http://schemas.microsoft.com/office/drawing/2014/main" id="{2D00B3F4-2D99-367A-97D9-0197B16E362D}"/>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1137" name="Cylinder 1136">
              <a:extLst>
                <a:ext uri="{FF2B5EF4-FFF2-40B4-BE49-F238E27FC236}">
                  <a16:creationId xmlns:a16="http://schemas.microsoft.com/office/drawing/2014/main" id="{EBFD14A3-1622-11C7-B279-BF5354B3DCE3}"/>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38" name="Group 1137">
            <a:extLst>
              <a:ext uri="{FF2B5EF4-FFF2-40B4-BE49-F238E27FC236}">
                <a16:creationId xmlns:a16="http://schemas.microsoft.com/office/drawing/2014/main" id="{AB23B99A-208F-32E2-60AB-F53617A5F299}"/>
              </a:ext>
            </a:extLst>
          </p:cNvPr>
          <p:cNvGrpSpPr/>
          <p:nvPr/>
        </p:nvGrpSpPr>
        <p:grpSpPr>
          <a:xfrm>
            <a:off x="431297" y="5141008"/>
            <a:ext cx="721206" cy="609701"/>
            <a:chOff x="431297" y="5141008"/>
            <a:chExt cx="721206" cy="609701"/>
          </a:xfrm>
        </p:grpSpPr>
        <p:sp>
          <p:nvSpPr>
            <p:cNvPr id="1139" name="Rectangle 1138">
              <a:extLst>
                <a:ext uri="{FF2B5EF4-FFF2-40B4-BE49-F238E27FC236}">
                  <a16:creationId xmlns:a16="http://schemas.microsoft.com/office/drawing/2014/main" id="{2B654391-C738-0F78-F592-7E437ED22E32}"/>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1140" name="Cylinder 1139">
              <a:extLst>
                <a:ext uri="{FF2B5EF4-FFF2-40B4-BE49-F238E27FC236}">
                  <a16:creationId xmlns:a16="http://schemas.microsoft.com/office/drawing/2014/main" id="{9321CFBF-2704-3D5B-A516-253A49FF4C61}"/>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75" name="Group 1174">
            <a:extLst>
              <a:ext uri="{FF2B5EF4-FFF2-40B4-BE49-F238E27FC236}">
                <a16:creationId xmlns:a16="http://schemas.microsoft.com/office/drawing/2014/main" id="{C0C29B03-AAEE-DDAF-80BD-00AAF43FF030}"/>
              </a:ext>
            </a:extLst>
          </p:cNvPr>
          <p:cNvGrpSpPr/>
          <p:nvPr/>
        </p:nvGrpSpPr>
        <p:grpSpPr>
          <a:xfrm>
            <a:off x="3778361" y="2253333"/>
            <a:ext cx="721206" cy="609701"/>
            <a:chOff x="3778361" y="2253333"/>
            <a:chExt cx="721206" cy="609701"/>
          </a:xfrm>
        </p:grpSpPr>
        <p:sp>
          <p:nvSpPr>
            <p:cNvPr id="1176" name="Rectangle 1175">
              <a:extLst>
                <a:ext uri="{FF2B5EF4-FFF2-40B4-BE49-F238E27FC236}">
                  <a16:creationId xmlns:a16="http://schemas.microsoft.com/office/drawing/2014/main" id="{06690EC0-FC09-6CE3-FD4E-2C6A8339E12D}"/>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1177" name="Rectangle 1176">
              <a:extLst>
                <a:ext uri="{FF2B5EF4-FFF2-40B4-BE49-F238E27FC236}">
                  <a16:creationId xmlns:a16="http://schemas.microsoft.com/office/drawing/2014/main" id="{B7F0F5A5-92CE-18A5-BA95-B1C9B175A7F4}"/>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8" name="Oval 15">
              <a:extLst>
                <a:ext uri="{FF2B5EF4-FFF2-40B4-BE49-F238E27FC236}">
                  <a16:creationId xmlns:a16="http://schemas.microsoft.com/office/drawing/2014/main" id="{44BFBDAE-0C06-9D70-DEAB-69705C9828F2}"/>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79" name="Straight Connector 1178">
              <a:extLst>
                <a:ext uri="{FF2B5EF4-FFF2-40B4-BE49-F238E27FC236}">
                  <a16:creationId xmlns:a16="http://schemas.microsoft.com/office/drawing/2014/main" id="{0545AD6B-E736-FF24-01A6-9A2F80A9014A}"/>
                </a:ext>
              </a:extLst>
            </p:cNvPr>
            <p:cNvCxnSpPr>
              <a:cxnSpLocks/>
              <a:stCxn id="1178"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80" name="Straight Connector 1179">
              <a:extLst>
                <a:ext uri="{FF2B5EF4-FFF2-40B4-BE49-F238E27FC236}">
                  <a16:creationId xmlns:a16="http://schemas.microsoft.com/office/drawing/2014/main" id="{3AFD44F6-A460-03C6-951B-7FF1B65FAC0A}"/>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81" name="Group 1180">
            <a:extLst>
              <a:ext uri="{FF2B5EF4-FFF2-40B4-BE49-F238E27FC236}">
                <a16:creationId xmlns:a16="http://schemas.microsoft.com/office/drawing/2014/main" id="{13963A14-25FE-63F2-A853-66BD0D6035F9}"/>
              </a:ext>
            </a:extLst>
          </p:cNvPr>
          <p:cNvGrpSpPr/>
          <p:nvPr/>
        </p:nvGrpSpPr>
        <p:grpSpPr>
          <a:xfrm>
            <a:off x="1268843" y="2253332"/>
            <a:ext cx="721206" cy="609701"/>
            <a:chOff x="1268843" y="2253332"/>
            <a:chExt cx="721206" cy="609701"/>
          </a:xfrm>
        </p:grpSpPr>
        <p:sp>
          <p:nvSpPr>
            <p:cNvPr id="1182" name="Rectangle 1181">
              <a:extLst>
                <a:ext uri="{FF2B5EF4-FFF2-40B4-BE49-F238E27FC236}">
                  <a16:creationId xmlns:a16="http://schemas.microsoft.com/office/drawing/2014/main" id="{CF49918C-678D-21E9-015B-8FAC6646BB7B}"/>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1183" name="Right Triangle 1182">
              <a:extLst>
                <a:ext uri="{FF2B5EF4-FFF2-40B4-BE49-F238E27FC236}">
                  <a16:creationId xmlns:a16="http://schemas.microsoft.com/office/drawing/2014/main" id="{5C73F301-22EF-698F-D979-0059C86C148C}"/>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84" name="Group 1183">
              <a:extLst>
                <a:ext uri="{FF2B5EF4-FFF2-40B4-BE49-F238E27FC236}">
                  <a16:creationId xmlns:a16="http://schemas.microsoft.com/office/drawing/2014/main" id="{A34D2C99-7567-6D45-5E56-C2C7FD18F71B}"/>
                </a:ext>
              </a:extLst>
            </p:cNvPr>
            <p:cNvGrpSpPr/>
            <p:nvPr/>
          </p:nvGrpSpPr>
          <p:grpSpPr>
            <a:xfrm>
              <a:off x="1939436" y="2265731"/>
              <a:ext cx="37817" cy="61390"/>
              <a:chOff x="3883481" y="2057400"/>
              <a:chExt cx="1608363" cy="2652031"/>
            </a:xfrm>
            <a:solidFill>
              <a:srgbClr val="A6A6A6">
                <a:alpha val="20000"/>
              </a:srgbClr>
            </a:solidFill>
          </p:grpSpPr>
          <p:sp>
            <p:nvSpPr>
              <p:cNvPr id="1185" name="Oval 27">
                <a:extLst>
                  <a:ext uri="{FF2B5EF4-FFF2-40B4-BE49-F238E27FC236}">
                    <a16:creationId xmlns:a16="http://schemas.microsoft.com/office/drawing/2014/main" id="{AA4E201F-1BEB-A7A6-F320-F33DD25DCB5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86" name="Oval 28">
                <a:extLst>
                  <a:ext uri="{FF2B5EF4-FFF2-40B4-BE49-F238E27FC236}">
                    <a16:creationId xmlns:a16="http://schemas.microsoft.com/office/drawing/2014/main" id="{254A21D2-E5B3-5295-E7B8-8E167070761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87" name="Group 1186">
            <a:extLst>
              <a:ext uri="{FF2B5EF4-FFF2-40B4-BE49-F238E27FC236}">
                <a16:creationId xmlns:a16="http://schemas.microsoft.com/office/drawing/2014/main" id="{A6116057-B75F-587F-26A6-B06084B0C3B1}"/>
              </a:ext>
            </a:extLst>
          </p:cNvPr>
          <p:cNvGrpSpPr/>
          <p:nvPr/>
        </p:nvGrpSpPr>
        <p:grpSpPr>
          <a:xfrm>
            <a:off x="2105351" y="2253333"/>
            <a:ext cx="721206" cy="609701"/>
            <a:chOff x="2105351" y="2253333"/>
            <a:chExt cx="721206" cy="609701"/>
          </a:xfrm>
        </p:grpSpPr>
        <p:sp>
          <p:nvSpPr>
            <p:cNvPr id="1188" name="Rectangle 1187">
              <a:extLst>
                <a:ext uri="{FF2B5EF4-FFF2-40B4-BE49-F238E27FC236}">
                  <a16:creationId xmlns:a16="http://schemas.microsoft.com/office/drawing/2014/main" id="{A6B5F2C8-4F80-8A3D-AB68-3F6DF46F893E}"/>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1189" name="Right Triangle 1188">
              <a:extLst>
                <a:ext uri="{FF2B5EF4-FFF2-40B4-BE49-F238E27FC236}">
                  <a16:creationId xmlns:a16="http://schemas.microsoft.com/office/drawing/2014/main" id="{494C16B7-D696-146F-C571-043FEF4AC1B2}"/>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90" name="Group 1189">
              <a:extLst>
                <a:ext uri="{FF2B5EF4-FFF2-40B4-BE49-F238E27FC236}">
                  <a16:creationId xmlns:a16="http://schemas.microsoft.com/office/drawing/2014/main" id="{086BD16C-0160-D09F-F903-829C2DC893D1}"/>
                </a:ext>
              </a:extLst>
            </p:cNvPr>
            <p:cNvGrpSpPr/>
            <p:nvPr/>
          </p:nvGrpSpPr>
          <p:grpSpPr>
            <a:xfrm>
              <a:off x="2771408" y="2265591"/>
              <a:ext cx="37817" cy="61390"/>
              <a:chOff x="3883481" y="2057400"/>
              <a:chExt cx="1608363" cy="2652031"/>
            </a:xfrm>
            <a:solidFill>
              <a:srgbClr val="A6A6A6">
                <a:alpha val="20000"/>
              </a:srgbClr>
            </a:solidFill>
          </p:grpSpPr>
          <p:sp>
            <p:nvSpPr>
              <p:cNvPr id="1191" name="Oval 27">
                <a:extLst>
                  <a:ext uri="{FF2B5EF4-FFF2-40B4-BE49-F238E27FC236}">
                    <a16:creationId xmlns:a16="http://schemas.microsoft.com/office/drawing/2014/main" id="{BB4B1333-C587-A1A1-4405-EF209098840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92" name="Oval 28">
                <a:extLst>
                  <a:ext uri="{FF2B5EF4-FFF2-40B4-BE49-F238E27FC236}">
                    <a16:creationId xmlns:a16="http://schemas.microsoft.com/office/drawing/2014/main" id="{BD71E772-4A4C-7D55-763C-0F2BD93C00C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93" name="Group 1192">
            <a:extLst>
              <a:ext uri="{FF2B5EF4-FFF2-40B4-BE49-F238E27FC236}">
                <a16:creationId xmlns:a16="http://schemas.microsoft.com/office/drawing/2014/main" id="{A51E1982-2343-8C48-CC89-7E1EB48B9CF6}"/>
              </a:ext>
            </a:extLst>
          </p:cNvPr>
          <p:cNvGrpSpPr/>
          <p:nvPr/>
        </p:nvGrpSpPr>
        <p:grpSpPr>
          <a:xfrm>
            <a:off x="2941860" y="2253333"/>
            <a:ext cx="721206" cy="609701"/>
            <a:chOff x="2941860" y="2253333"/>
            <a:chExt cx="721206" cy="609701"/>
          </a:xfrm>
        </p:grpSpPr>
        <p:sp>
          <p:nvSpPr>
            <p:cNvPr id="1194" name="Rectangle 1193">
              <a:extLst>
                <a:ext uri="{FF2B5EF4-FFF2-40B4-BE49-F238E27FC236}">
                  <a16:creationId xmlns:a16="http://schemas.microsoft.com/office/drawing/2014/main" id="{6B7C6A33-97A3-9CD6-5025-A00E3D7FFE93}"/>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1195" name="Right Triangle 1194">
              <a:extLst>
                <a:ext uri="{FF2B5EF4-FFF2-40B4-BE49-F238E27FC236}">
                  <a16:creationId xmlns:a16="http://schemas.microsoft.com/office/drawing/2014/main" id="{2E4F57D1-2C18-CEB7-6927-8EC122F26778}"/>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96" name="Group 1195">
              <a:extLst>
                <a:ext uri="{FF2B5EF4-FFF2-40B4-BE49-F238E27FC236}">
                  <a16:creationId xmlns:a16="http://schemas.microsoft.com/office/drawing/2014/main" id="{EFC00501-F1B7-3B7F-2063-DF30DF194102}"/>
                </a:ext>
              </a:extLst>
            </p:cNvPr>
            <p:cNvGrpSpPr/>
            <p:nvPr/>
          </p:nvGrpSpPr>
          <p:grpSpPr>
            <a:xfrm>
              <a:off x="3611250" y="2264969"/>
              <a:ext cx="37817" cy="61390"/>
              <a:chOff x="3883481" y="2057400"/>
              <a:chExt cx="1608363" cy="2652031"/>
            </a:xfrm>
            <a:solidFill>
              <a:srgbClr val="A6A6A6">
                <a:alpha val="20000"/>
              </a:srgbClr>
            </a:solidFill>
          </p:grpSpPr>
          <p:sp>
            <p:nvSpPr>
              <p:cNvPr id="1197" name="Oval 27">
                <a:extLst>
                  <a:ext uri="{FF2B5EF4-FFF2-40B4-BE49-F238E27FC236}">
                    <a16:creationId xmlns:a16="http://schemas.microsoft.com/office/drawing/2014/main" id="{391069A4-73C4-56EC-F54F-A901F670BCA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98" name="Oval 28">
                <a:extLst>
                  <a:ext uri="{FF2B5EF4-FFF2-40B4-BE49-F238E27FC236}">
                    <a16:creationId xmlns:a16="http://schemas.microsoft.com/office/drawing/2014/main" id="{899D00B5-A438-E0FB-71EC-67CC963BD56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99" name="Group 1198">
            <a:extLst>
              <a:ext uri="{FF2B5EF4-FFF2-40B4-BE49-F238E27FC236}">
                <a16:creationId xmlns:a16="http://schemas.microsoft.com/office/drawing/2014/main" id="{A97625B0-6EBD-6755-6647-2A6349B10D4F}"/>
              </a:ext>
            </a:extLst>
          </p:cNvPr>
          <p:cNvGrpSpPr/>
          <p:nvPr/>
        </p:nvGrpSpPr>
        <p:grpSpPr>
          <a:xfrm>
            <a:off x="4614876" y="2253332"/>
            <a:ext cx="721206" cy="609701"/>
            <a:chOff x="4614876" y="2253332"/>
            <a:chExt cx="721206" cy="609701"/>
          </a:xfrm>
        </p:grpSpPr>
        <p:sp>
          <p:nvSpPr>
            <p:cNvPr id="1200" name="Rectangle 1199">
              <a:extLst>
                <a:ext uri="{FF2B5EF4-FFF2-40B4-BE49-F238E27FC236}">
                  <a16:creationId xmlns:a16="http://schemas.microsoft.com/office/drawing/2014/main" id="{69A63DEF-D6BB-BB07-72B5-4D8F95D46221}"/>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1201" name="Right Triangle 1200">
              <a:extLst>
                <a:ext uri="{FF2B5EF4-FFF2-40B4-BE49-F238E27FC236}">
                  <a16:creationId xmlns:a16="http://schemas.microsoft.com/office/drawing/2014/main" id="{D6D5743E-398A-F64A-3014-73C94A7819B6}"/>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02" name="Group 1201">
              <a:extLst>
                <a:ext uri="{FF2B5EF4-FFF2-40B4-BE49-F238E27FC236}">
                  <a16:creationId xmlns:a16="http://schemas.microsoft.com/office/drawing/2014/main" id="{A88DBFEA-20D5-B8CB-FDAF-D743D394589F}"/>
                </a:ext>
              </a:extLst>
            </p:cNvPr>
            <p:cNvGrpSpPr/>
            <p:nvPr/>
          </p:nvGrpSpPr>
          <p:grpSpPr>
            <a:xfrm>
              <a:off x="5280738" y="2264779"/>
              <a:ext cx="37817" cy="61390"/>
              <a:chOff x="3883481" y="2057400"/>
              <a:chExt cx="1608363" cy="2652031"/>
            </a:xfrm>
            <a:solidFill>
              <a:srgbClr val="A6A6A6">
                <a:alpha val="20000"/>
              </a:srgbClr>
            </a:solidFill>
          </p:grpSpPr>
          <p:sp>
            <p:nvSpPr>
              <p:cNvPr id="1203" name="Oval 27">
                <a:extLst>
                  <a:ext uri="{FF2B5EF4-FFF2-40B4-BE49-F238E27FC236}">
                    <a16:creationId xmlns:a16="http://schemas.microsoft.com/office/drawing/2014/main" id="{7AF99536-4938-AAA5-6265-2EA665DF1B5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04" name="Oval 28">
                <a:extLst>
                  <a:ext uri="{FF2B5EF4-FFF2-40B4-BE49-F238E27FC236}">
                    <a16:creationId xmlns:a16="http://schemas.microsoft.com/office/drawing/2014/main" id="{A210D97B-228D-F385-8D48-A8826376C59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17" name="Group 1216">
            <a:extLst>
              <a:ext uri="{FF2B5EF4-FFF2-40B4-BE49-F238E27FC236}">
                <a16:creationId xmlns:a16="http://schemas.microsoft.com/office/drawing/2014/main" id="{80D1F3FD-7686-C732-4FAB-C15A6A651E73}"/>
              </a:ext>
            </a:extLst>
          </p:cNvPr>
          <p:cNvGrpSpPr/>
          <p:nvPr/>
        </p:nvGrpSpPr>
        <p:grpSpPr>
          <a:xfrm>
            <a:off x="431659" y="2253337"/>
            <a:ext cx="721895" cy="609700"/>
            <a:chOff x="431659" y="2253337"/>
            <a:chExt cx="721895" cy="609700"/>
          </a:xfrm>
        </p:grpSpPr>
        <p:sp>
          <p:nvSpPr>
            <p:cNvPr id="1218" name="Rectangle 1217">
              <a:hlinkHover r:id="" action="ppaction://noaction" highlightClick="1"/>
              <a:extLst>
                <a:ext uri="{FF2B5EF4-FFF2-40B4-BE49-F238E27FC236}">
                  <a16:creationId xmlns:a16="http://schemas.microsoft.com/office/drawing/2014/main" id="{D03629B5-6AD8-388F-72F2-D139DA059605}"/>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1219" name="Diamond 1218">
              <a:extLst>
                <a:ext uri="{FF2B5EF4-FFF2-40B4-BE49-F238E27FC236}">
                  <a16:creationId xmlns:a16="http://schemas.microsoft.com/office/drawing/2014/main" id="{7A5C161E-0AC3-F3CC-4CF9-1BE8883251DA}"/>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0" name="Oval 1219">
              <a:extLst>
                <a:ext uri="{FF2B5EF4-FFF2-40B4-BE49-F238E27FC236}">
                  <a16:creationId xmlns:a16="http://schemas.microsoft.com/office/drawing/2014/main" id="{048C6194-DB93-5387-68CB-0EE81BDF3F83}"/>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25" name="Group 1224">
            <a:extLst>
              <a:ext uri="{FF2B5EF4-FFF2-40B4-BE49-F238E27FC236}">
                <a16:creationId xmlns:a16="http://schemas.microsoft.com/office/drawing/2014/main" id="{F5B9E4E9-0EE2-BCEF-0BE5-8626A051A25F}"/>
              </a:ext>
            </a:extLst>
          </p:cNvPr>
          <p:cNvGrpSpPr/>
          <p:nvPr/>
        </p:nvGrpSpPr>
        <p:grpSpPr>
          <a:xfrm>
            <a:off x="2105348" y="1532276"/>
            <a:ext cx="721206" cy="609701"/>
            <a:chOff x="2105348" y="1532276"/>
            <a:chExt cx="721206" cy="609701"/>
          </a:xfrm>
        </p:grpSpPr>
        <p:sp>
          <p:nvSpPr>
            <p:cNvPr id="1226" name="Rectangle 1225">
              <a:extLst>
                <a:ext uri="{FF2B5EF4-FFF2-40B4-BE49-F238E27FC236}">
                  <a16:creationId xmlns:a16="http://schemas.microsoft.com/office/drawing/2014/main" id="{8EE60CC4-F841-D503-7932-7A2E1D82B3BD}"/>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1227" name="Rectangle 1226">
              <a:extLst>
                <a:ext uri="{FF2B5EF4-FFF2-40B4-BE49-F238E27FC236}">
                  <a16:creationId xmlns:a16="http://schemas.microsoft.com/office/drawing/2014/main" id="{BA78E6AB-41B9-79CE-1138-7ACD566FDF13}"/>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28" name="Oval 15">
              <a:extLst>
                <a:ext uri="{FF2B5EF4-FFF2-40B4-BE49-F238E27FC236}">
                  <a16:creationId xmlns:a16="http://schemas.microsoft.com/office/drawing/2014/main" id="{845F75D9-59F4-D721-478F-F21A636347E0}"/>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29" name="Straight Connector 1228">
              <a:extLst>
                <a:ext uri="{FF2B5EF4-FFF2-40B4-BE49-F238E27FC236}">
                  <a16:creationId xmlns:a16="http://schemas.microsoft.com/office/drawing/2014/main" id="{B3EF02D2-79FF-01CD-3551-EE572547CD31}"/>
                </a:ext>
              </a:extLst>
            </p:cNvPr>
            <p:cNvCxnSpPr>
              <a:cxnSpLocks/>
              <a:stCxn id="1228"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230" name="Straight Connector 1229">
              <a:extLst>
                <a:ext uri="{FF2B5EF4-FFF2-40B4-BE49-F238E27FC236}">
                  <a16:creationId xmlns:a16="http://schemas.microsoft.com/office/drawing/2014/main" id="{CC65AE45-AB1E-37C1-E0E8-E400777D4D4C}"/>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31" name="Group 1230">
            <a:extLst>
              <a:ext uri="{FF2B5EF4-FFF2-40B4-BE49-F238E27FC236}">
                <a16:creationId xmlns:a16="http://schemas.microsoft.com/office/drawing/2014/main" id="{E4E764C9-64C8-512F-670D-6BB2FF307B16}"/>
              </a:ext>
            </a:extLst>
          </p:cNvPr>
          <p:cNvGrpSpPr/>
          <p:nvPr/>
        </p:nvGrpSpPr>
        <p:grpSpPr>
          <a:xfrm>
            <a:off x="431659" y="1532283"/>
            <a:ext cx="721891" cy="610032"/>
            <a:chOff x="431659" y="1532283"/>
            <a:chExt cx="721891" cy="610032"/>
          </a:xfrm>
        </p:grpSpPr>
        <p:sp>
          <p:nvSpPr>
            <p:cNvPr id="1232" name="Rectangle 1231">
              <a:extLst>
                <a:ext uri="{FF2B5EF4-FFF2-40B4-BE49-F238E27FC236}">
                  <a16:creationId xmlns:a16="http://schemas.microsoft.com/office/drawing/2014/main" id="{0C62B3A9-5DF2-3D5E-E9FD-3FEF93BB0151}"/>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1233" name="Right Triangle 1232">
              <a:extLst>
                <a:ext uri="{FF2B5EF4-FFF2-40B4-BE49-F238E27FC236}">
                  <a16:creationId xmlns:a16="http://schemas.microsoft.com/office/drawing/2014/main" id="{28D0D3D0-4737-CF90-EDC1-3D8B57993631}"/>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34" name="Group 1233">
              <a:extLst>
                <a:ext uri="{FF2B5EF4-FFF2-40B4-BE49-F238E27FC236}">
                  <a16:creationId xmlns:a16="http://schemas.microsoft.com/office/drawing/2014/main" id="{BFFDF67D-A68C-F21E-9A2A-5BBD9E03286D}"/>
                </a:ext>
              </a:extLst>
            </p:cNvPr>
            <p:cNvGrpSpPr/>
            <p:nvPr/>
          </p:nvGrpSpPr>
          <p:grpSpPr>
            <a:xfrm>
              <a:off x="1102940" y="1538374"/>
              <a:ext cx="37817" cy="61390"/>
              <a:chOff x="3883481" y="2057400"/>
              <a:chExt cx="1608363" cy="2652031"/>
            </a:xfrm>
            <a:solidFill>
              <a:srgbClr val="A6A6A6">
                <a:alpha val="20000"/>
              </a:srgbClr>
            </a:solidFill>
          </p:grpSpPr>
          <p:sp>
            <p:nvSpPr>
              <p:cNvPr id="1235" name="Oval 27">
                <a:extLst>
                  <a:ext uri="{FF2B5EF4-FFF2-40B4-BE49-F238E27FC236}">
                    <a16:creationId xmlns:a16="http://schemas.microsoft.com/office/drawing/2014/main" id="{239619A6-2568-9373-A5FC-A80FD2B49F8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36" name="Oval 28">
                <a:extLst>
                  <a:ext uri="{FF2B5EF4-FFF2-40B4-BE49-F238E27FC236}">
                    <a16:creationId xmlns:a16="http://schemas.microsoft.com/office/drawing/2014/main" id="{F73DDAD8-4BC8-B483-6806-26103B67315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37" name="Group 1236">
            <a:extLst>
              <a:ext uri="{FF2B5EF4-FFF2-40B4-BE49-F238E27FC236}">
                <a16:creationId xmlns:a16="http://schemas.microsoft.com/office/drawing/2014/main" id="{F58643BF-2CBC-27A8-4355-47BB3534E980}"/>
              </a:ext>
            </a:extLst>
          </p:cNvPr>
          <p:cNvGrpSpPr/>
          <p:nvPr/>
        </p:nvGrpSpPr>
        <p:grpSpPr>
          <a:xfrm>
            <a:off x="1268843" y="1532283"/>
            <a:ext cx="721206" cy="610032"/>
            <a:chOff x="1268843" y="1532283"/>
            <a:chExt cx="721206" cy="610032"/>
          </a:xfrm>
        </p:grpSpPr>
        <p:sp>
          <p:nvSpPr>
            <p:cNvPr id="1238" name="Rectangle 1237">
              <a:extLst>
                <a:ext uri="{FF2B5EF4-FFF2-40B4-BE49-F238E27FC236}">
                  <a16:creationId xmlns:a16="http://schemas.microsoft.com/office/drawing/2014/main" id="{3DD48F13-D239-36E8-BB55-4FA292D3C934}"/>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1239" name="Right Triangle 1238">
              <a:extLst>
                <a:ext uri="{FF2B5EF4-FFF2-40B4-BE49-F238E27FC236}">
                  <a16:creationId xmlns:a16="http://schemas.microsoft.com/office/drawing/2014/main" id="{F0A1BE49-7630-03E8-893E-01D46A2153CF}"/>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40" name="Group 1239">
              <a:extLst>
                <a:ext uri="{FF2B5EF4-FFF2-40B4-BE49-F238E27FC236}">
                  <a16:creationId xmlns:a16="http://schemas.microsoft.com/office/drawing/2014/main" id="{885646CB-9806-966F-3D55-8E1CBB321AD0}"/>
                </a:ext>
              </a:extLst>
            </p:cNvPr>
            <p:cNvGrpSpPr/>
            <p:nvPr/>
          </p:nvGrpSpPr>
          <p:grpSpPr>
            <a:xfrm>
              <a:off x="1939436" y="1538374"/>
              <a:ext cx="37817" cy="61390"/>
              <a:chOff x="3883481" y="2057400"/>
              <a:chExt cx="1608363" cy="2652031"/>
            </a:xfrm>
            <a:solidFill>
              <a:srgbClr val="A6A6A6">
                <a:alpha val="20000"/>
              </a:srgbClr>
            </a:solidFill>
          </p:grpSpPr>
          <p:sp>
            <p:nvSpPr>
              <p:cNvPr id="1241" name="Oval 27">
                <a:extLst>
                  <a:ext uri="{FF2B5EF4-FFF2-40B4-BE49-F238E27FC236}">
                    <a16:creationId xmlns:a16="http://schemas.microsoft.com/office/drawing/2014/main" id="{B0555042-2CA9-A1DB-40AF-A6FC5BE7267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2" name="Oval 28">
                <a:extLst>
                  <a:ext uri="{FF2B5EF4-FFF2-40B4-BE49-F238E27FC236}">
                    <a16:creationId xmlns:a16="http://schemas.microsoft.com/office/drawing/2014/main" id="{061DF075-9BED-62A3-EED4-D1A3FCAAC21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79" name="Group 1278">
            <a:extLst>
              <a:ext uri="{FF2B5EF4-FFF2-40B4-BE49-F238E27FC236}">
                <a16:creationId xmlns:a16="http://schemas.microsoft.com/office/drawing/2014/main" id="{2DE3DA7C-963F-14A0-A79B-DC1E8960EEC2}"/>
              </a:ext>
            </a:extLst>
          </p:cNvPr>
          <p:cNvGrpSpPr/>
          <p:nvPr/>
        </p:nvGrpSpPr>
        <p:grpSpPr>
          <a:xfrm>
            <a:off x="2938534" y="811556"/>
            <a:ext cx="721206" cy="609701"/>
            <a:chOff x="2938534" y="811556"/>
            <a:chExt cx="721206" cy="609701"/>
          </a:xfrm>
        </p:grpSpPr>
        <p:sp>
          <p:nvSpPr>
            <p:cNvPr id="1280" name="Rectangle 1279">
              <a:extLst>
                <a:ext uri="{FF2B5EF4-FFF2-40B4-BE49-F238E27FC236}">
                  <a16:creationId xmlns:a16="http://schemas.microsoft.com/office/drawing/2014/main" id="{3AE0111C-1399-5894-9395-77C7CF9C8F6C}"/>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1281" name="Rectangle 1280">
              <a:extLst>
                <a:ext uri="{FF2B5EF4-FFF2-40B4-BE49-F238E27FC236}">
                  <a16:creationId xmlns:a16="http://schemas.microsoft.com/office/drawing/2014/main" id="{0C4DC513-D7C8-184D-618B-111A6E0D1DD7}"/>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82" name="Oval 15">
              <a:extLst>
                <a:ext uri="{FF2B5EF4-FFF2-40B4-BE49-F238E27FC236}">
                  <a16:creationId xmlns:a16="http://schemas.microsoft.com/office/drawing/2014/main" id="{B9C64C33-441D-6F79-7FA7-1A8E1A4D56C8}"/>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83" name="Straight Connector 1282">
              <a:extLst>
                <a:ext uri="{FF2B5EF4-FFF2-40B4-BE49-F238E27FC236}">
                  <a16:creationId xmlns:a16="http://schemas.microsoft.com/office/drawing/2014/main" id="{C8D536A9-0CD5-E510-E41B-090362AEA3B4}"/>
                </a:ext>
              </a:extLst>
            </p:cNvPr>
            <p:cNvCxnSpPr>
              <a:cxnSpLocks/>
              <a:stCxn id="1282"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84" name="Straight Connector 1283">
              <a:extLst>
                <a:ext uri="{FF2B5EF4-FFF2-40B4-BE49-F238E27FC236}">
                  <a16:creationId xmlns:a16="http://schemas.microsoft.com/office/drawing/2014/main" id="{AEEA581C-6982-876B-2520-223482E0F501}"/>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91" name="Group 1290">
            <a:extLst>
              <a:ext uri="{FF2B5EF4-FFF2-40B4-BE49-F238E27FC236}">
                <a16:creationId xmlns:a16="http://schemas.microsoft.com/office/drawing/2014/main" id="{251D410B-5F53-59D0-7541-892F2AB6ECE3}"/>
              </a:ext>
            </a:extLst>
          </p:cNvPr>
          <p:cNvGrpSpPr/>
          <p:nvPr/>
        </p:nvGrpSpPr>
        <p:grpSpPr>
          <a:xfrm>
            <a:off x="431659" y="811556"/>
            <a:ext cx="721206" cy="609701"/>
            <a:chOff x="431659" y="811556"/>
            <a:chExt cx="721206" cy="609701"/>
          </a:xfrm>
        </p:grpSpPr>
        <p:sp>
          <p:nvSpPr>
            <p:cNvPr id="1292" name="Rectangle 1291">
              <a:extLst>
                <a:ext uri="{FF2B5EF4-FFF2-40B4-BE49-F238E27FC236}">
                  <a16:creationId xmlns:a16="http://schemas.microsoft.com/office/drawing/2014/main" id="{2FC45A9F-660C-13C8-78A1-2D5588833C94}"/>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1293" name="Right Triangle 1292">
              <a:extLst>
                <a:ext uri="{FF2B5EF4-FFF2-40B4-BE49-F238E27FC236}">
                  <a16:creationId xmlns:a16="http://schemas.microsoft.com/office/drawing/2014/main" id="{225170DE-5322-5230-49AC-C0BCECD523D8}"/>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94" name="Group 1293">
              <a:extLst>
                <a:ext uri="{FF2B5EF4-FFF2-40B4-BE49-F238E27FC236}">
                  <a16:creationId xmlns:a16="http://schemas.microsoft.com/office/drawing/2014/main" id="{2A28EA53-F648-A1AF-996B-91872339788A}"/>
                </a:ext>
              </a:extLst>
            </p:cNvPr>
            <p:cNvGrpSpPr/>
            <p:nvPr/>
          </p:nvGrpSpPr>
          <p:grpSpPr>
            <a:xfrm>
              <a:off x="1100969" y="819591"/>
              <a:ext cx="37817" cy="61390"/>
              <a:chOff x="3883481" y="2057400"/>
              <a:chExt cx="1608363" cy="2652031"/>
            </a:xfrm>
            <a:solidFill>
              <a:srgbClr val="A6A6A6">
                <a:alpha val="20000"/>
              </a:srgbClr>
            </a:solidFill>
          </p:grpSpPr>
          <p:sp>
            <p:nvSpPr>
              <p:cNvPr id="1295" name="Oval 27">
                <a:extLst>
                  <a:ext uri="{FF2B5EF4-FFF2-40B4-BE49-F238E27FC236}">
                    <a16:creationId xmlns:a16="http://schemas.microsoft.com/office/drawing/2014/main" id="{8D4353A5-7658-E5AA-2870-83918CBDE0C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6" name="Oval 28">
                <a:extLst>
                  <a:ext uri="{FF2B5EF4-FFF2-40B4-BE49-F238E27FC236}">
                    <a16:creationId xmlns:a16="http://schemas.microsoft.com/office/drawing/2014/main" id="{1833A1B3-1BCE-036A-9AE8-DAB4FB78900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97" name="Group 1296">
            <a:extLst>
              <a:ext uri="{FF2B5EF4-FFF2-40B4-BE49-F238E27FC236}">
                <a16:creationId xmlns:a16="http://schemas.microsoft.com/office/drawing/2014/main" id="{126F79B8-9926-FC7F-7994-819B2F8A3937}"/>
              </a:ext>
            </a:extLst>
          </p:cNvPr>
          <p:cNvGrpSpPr/>
          <p:nvPr/>
        </p:nvGrpSpPr>
        <p:grpSpPr>
          <a:xfrm>
            <a:off x="1267285" y="811556"/>
            <a:ext cx="721206" cy="609701"/>
            <a:chOff x="1267285" y="811556"/>
            <a:chExt cx="721206" cy="609701"/>
          </a:xfrm>
        </p:grpSpPr>
        <p:sp>
          <p:nvSpPr>
            <p:cNvPr id="1298" name="Rectangle 1297">
              <a:extLst>
                <a:ext uri="{FF2B5EF4-FFF2-40B4-BE49-F238E27FC236}">
                  <a16:creationId xmlns:a16="http://schemas.microsoft.com/office/drawing/2014/main" id="{06A46329-14EE-8193-8EEC-D10A988F45F6}"/>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1299" name="Right Triangle 1298">
              <a:extLst>
                <a:ext uri="{FF2B5EF4-FFF2-40B4-BE49-F238E27FC236}">
                  <a16:creationId xmlns:a16="http://schemas.microsoft.com/office/drawing/2014/main" id="{0DEF28BB-F2F4-EE83-163B-0592C1DC36D2}"/>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00" name="Group 1299">
              <a:extLst>
                <a:ext uri="{FF2B5EF4-FFF2-40B4-BE49-F238E27FC236}">
                  <a16:creationId xmlns:a16="http://schemas.microsoft.com/office/drawing/2014/main" id="{262F3683-9D7A-C711-C63F-BE0ED9F12E63}"/>
                </a:ext>
              </a:extLst>
            </p:cNvPr>
            <p:cNvGrpSpPr/>
            <p:nvPr/>
          </p:nvGrpSpPr>
          <p:grpSpPr>
            <a:xfrm>
              <a:off x="1937878" y="819591"/>
              <a:ext cx="37817" cy="61390"/>
              <a:chOff x="3883481" y="2057400"/>
              <a:chExt cx="1608363" cy="2652031"/>
            </a:xfrm>
            <a:solidFill>
              <a:srgbClr val="A6A6A6">
                <a:alpha val="20000"/>
              </a:srgbClr>
            </a:solidFill>
          </p:grpSpPr>
          <p:sp>
            <p:nvSpPr>
              <p:cNvPr id="1301" name="Oval 27">
                <a:extLst>
                  <a:ext uri="{FF2B5EF4-FFF2-40B4-BE49-F238E27FC236}">
                    <a16:creationId xmlns:a16="http://schemas.microsoft.com/office/drawing/2014/main" id="{6AF0749B-380E-90CB-067F-6204C7AB9D7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02" name="Oval 28">
                <a:extLst>
                  <a:ext uri="{FF2B5EF4-FFF2-40B4-BE49-F238E27FC236}">
                    <a16:creationId xmlns:a16="http://schemas.microsoft.com/office/drawing/2014/main" id="{9A31DCEA-D0EE-56DC-3D9A-B4AADC196A2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09" name="Group 1308">
            <a:extLst>
              <a:ext uri="{FF2B5EF4-FFF2-40B4-BE49-F238E27FC236}">
                <a16:creationId xmlns:a16="http://schemas.microsoft.com/office/drawing/2014/main" id="{DF8775B1-55E9-F340-F3CB-7C79B71C0AEE}"/>
              </a:ext>
            </a:extLst>
          </p:cNvPr>
          <p:cNvGrpSpPr/>
          <p:nvPr/>
        </p:nvGrpSpPr>
        <p:grpSpPr>
          <a:xfrm>
            <a:off x="2889438" y="751337"/>
            <a:ext cx="5022643" cy="5001728"/>
            <a:chOff x="2889438" y="751337"/>
            <a:chExt cx="5022643" cy="5001728"/>
          </a:xfrm>
        </p:grpSpPr>
        <p:cxnSp>
          <p:nvCxnSpPr>
            <p:cNvPr id="1310" name="Straight Connector 1309">
              <a:extLst>
                <a:ext uri="{FF2B5EF4-FFF2-40B4-BE49-F238E27FC236}">
                  <a16:creationId xmlns:a16="http://schemas.microsoft.com/office/drawing/2014/main" id="{E20DAF20-A748-915D-F69A-B7CEFF65EF8A}"/>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1" name="Straight Connector 1310">
              <a:extLst>
                <a:ext uri="{FF2B5EF4-FFF2-40B4-BE49-F238E27FC236}">
                  <a16:creationId xmlns:a16="http://schemas.microsoft.com/office/drawing/2014/main" id="{35A612E4-28F6-1547-96AA-35D5500EEC04}"/>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2" name="Straight Connector 1311">
              <a:extLst>
                <a:ext uri="{FF2B5EF4-FFF2-40B4-BE49-F238E27FC236}">
                  <a16:creationId xmlns:a16="http://schemas.microsoft.com/office/drawing/2014/main" id="{EA01E5C4-C2D6-7DAC-7D13-653F1E1C7F0F}"/>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3" name="Straight Connector 1312">
              <a:extLst>
                <a:ext uri="{FF2B5EF4-FFF2-40B4-BE49-F238E27FC236}">
                  <a16:creationId xmlns:a16="http://schemas.microsoft.com/office/drawing/2014/main" id="{3279D4FB-9C8D-0A1B-7B4E-A81D7C1761D5}"/>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4" name="Straight Connector 1313">
              <a:extLst>
                <a:ext uri="{FF2B5EF4-FFF2-40B4-BE49-F238E27FC236}">
                  <a16:creationId xmlns:a16="http://schemas.microsoft.com/office/drawing/2014/main" id="{9D59F39A-76DA-4C08-8298-DEBA2330FA2A}"/>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5" name="Straight Connector 1314">
              <a:extLst>
                <a:ext uri="{FF2B5EF4-FFF2-40B4-BE49-F238E27FC236}">
                  <a16:creationId xmlns:a16="http://schemas.microsoft.com/office/drawing/2014/main" id="{F654689A-6B02-7F1E-30B4-FCBDE85465CE}"/>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6" name="Straight Connector 1315">
              <a:extLst>
                <a:ext uri="{FF2B5EF4-FFF2-40B4-BE49-F238E27FC236}">
                  <a16:creationId xmlns:a16="http://schemas.microsoft.com/office/drawing/2014/main" id="{39E6D05B-1D86-8F21-030A-816DAC737ADC}"/>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7" name="Straight Connector 1316">
              <a:extLst>
                <a:ext uri="{FF2B5EF4-FFF2-40B4-BE49-F238E27FC236}">
                  <a16:creationId xmlns:a16="http://schemas.microsoft.com/office/drawing/2014/main" id="{B1308B71-ED5D-0979-EA66-4F61852F9407}"/>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8" name="Straight Connector 1317">
              <a:extLst>
                <a:ext uri="{FF2B5EF4-FFF2-40B4-BE49-F238E27FC236}">
                  <a16:creationId xmlns:a16="http://schemas.microsoft.com/office/drawing/2014/main" id="{38588D50-028A-D2C3-460C-219B96E3E8E4}"/>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9" name="Straight Connector 1318">
              <a:extLst>
                <a:ext uri="{FF2B5EF4-FFF2-40B4-BE49-F238E27FC236}">
                  <a16:creationId xmlns:a16="http://schemas.microsoft.com/office/drawing/2014/main" id="{36D76BD6-00DF-92BC-50EA-1DC9ED7EAFE9}"/>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351" name="Group 1350">
            <a:extLst>
              <a:ext uri="{FF2B5EF4-FFF2-40B4-BE49-F238E27FC236}">
                <a16:creationId xmlns:a16="http://schemas.microsoft.com/office/drawing/2014/main" id="{68E1EAB3-870A-B872-5402-8AD8FB7EAC3E}"/>
              </a:ext>
            </a:extLst>
          </p:cNvPr>
          <p:cNvGrpSpPr/>
          <p:nvPr/>
        </p:nvGrpSpPr>
        <p:grpSpPr>
          <a:xfrm>
            <a:off x="6286130" y="4419624"/>
            <a:ext cx="721206" cy="609701"/>
            <a:chOff x="6286130" y="4419624"/>
            <a:chExt cx="721206" cy="609701"/>
          </a:xfrm>
        </p:grpSpPr>
        <p:sp>
          <p:nvSpPr>
            <p:cNvPr id="1352" name="Rectangle 1351">
              <a:hlinkHover r:id="" action="ppaction://noaction" highlightClick="1"/>
              <a:extLst>
                <a:ext uri="{FF2B5EF4-FFF2-40B4-BE49-F238E27FC236}">
                  <a16:creationId xmlns:a16="http://schemas.microsoft.com/office/drawing/2014/main" id="{3731AE9C-D0D5-35D1-5785-AD1F3CF7F93B}"/>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1353" name="Oval 1352">
              <a:extLst>
                <a:ext uri="{FF2B5EF4-FFF2-40B4-BE49-F238E27FC236}">
                  <a16:creationId xmlns:a16="http://schemas.microsoft.com/office/drawing/2014/main" id="{D6912D3A-6D28-AF9A-A3C7-1E437D80297E}"/>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54" name="Isosceles Triangle 648">
              <a:extLst>
                <a:ext uri="{FF2B5EF4-FFF2-40B4-BE49-F238E27FC236}">
                  <a16:creationId xmlns:a16="http://schemas.microsoft.com/office/drawing/2014/main" id="{122ACA28-4E27-7B83-F347-FE663F6AFD46}"/>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55" name="Group 1354">
            <a:extLst>
              <a:ext uri="{FF2B5EF4-FFF2-40B4-BE49-F238E27FC236}">
                <a16:creationId xmlns:a16="http://schemas.microsoft.com/office/drawing/2014/main" id="{7389728F-2DCE-BB11-7D63-B8EDF5323B26}"/>
              </a:ext>
            </a:extLst>
          </p:cNvPr>
          <p:cNvGrpSpPr/>
          <p:nvPr/>
        </p:nvGrpSpPr>
        <p:grpSpPr>
          <a:xfrm>
            <a:off x="5458940" y="5135305"/>
            <a:ext cx="721206" cy="609701"/>
            <a:chOff x="5458940" y="5135305"/>
            <a:chExt cx="721206" cy="609701"/>
          </a:xfrm>
        </p:grpSpPr>
        <p:sp>
          <p:nvSpPr>
            <p:cNvPr id="1356" name="Rectangle 1355">
              <a:hlinkHover r:id="" action="ppaction://noaction" highlightClick="1"/>
              <a:extLst>
                <a:ext uri="{FF2B5EF4-FFF2-40B4-BE49-F238E27FC236}">
                  <a16:creationId xmlns:a16="http://schemas.microsoft.com/office/drawing/2014/main" id="{E08EC665-2089-E094-5A3B-3AF5450902A7}"/>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1357" name="Oval 1356">
              <a:extLst>
                <a:ext uri="{FF2B5EF4-FFF2-40B4-BE49-F238E27FC236}">
                  <a16:creationId xmlns:a16="http://schemas.microsoft.com/office/drawing/2014/main" id="{BF12C46A-BF31-B846-D0CE-DC33AC3A7C05}"/>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58" name="Isosceles Triangle 648">
              <a:extLst>
                <a:ext uri="{FF2B5EF4-FFF2-40B4-BE49-F238E27FC236}">
                  <a16:creationId xmlns:a16="http://schemas.microsoft.com/office/drawing/2014/main" id="{34A29688-8BAD-5867-EB22-04B44F8B5DEE}"/>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59" name="Group 1358">
            <a:extLst>
              <a:ext uri="{FF2B5EF4-FFF2-40B4-BE49-F238E27FC236}">
                <a16:creationId xmlns:a16="http://schemas.microsoft.com/office/drawing/2014/main" id="{7E63C1B7-B8E7-ABFD-BCE6-9D229CDB326A}"/>
              </a:ext>
            </a:extLst>
          </p:cNvPr>
          <p:cNvGrpSpPr/>
          <p:nvPr/>
        </p:nvGrpSpPr>
        <p:grpSpPr>
          <a:xfrm>
            <a:off x="6289146" y="5141017"/>
            <a:ext cx="721206" cy="609701"/>
            <a:chOff x="6289146" y="5141017"/>
            <a:chExt cx="721206" cy="609701"/>
          </a:xfrm>
        </p:grpSpPr>
        <p:sp>
          <p:nvSpPr>
            <p:cNvPr id="1360" name="Rectangle 1359">
              <a:hlinkHover r:id="" action="ppaction://noaction" highlightClick="1"/>
              <a:extLst>
                <a:ext uri="{FF2B5EF4-FFF2-40B4-BE49-F238E27FC236}">
                  <a16:creationId xmlns:a16="http://schemas.microsoft.com/office/drawing/2014/main" id="{18CAECC4-4B7C-F5B7-20E0-34679B985350}"/>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1361" name="Oval 1360">
              <a:extLst>
                <a:ext uri="{FF2B5EF4-FFF2-40B4-BE49-F238E27FC236}">
                  <a16:creationId xmlns:a16="http://schemas.microsoft.com/office/drawing/2014/main" id="{BD05E5F4-971C-4BC7-2709-103C97818ECB}"/>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2" name="Isosceles Triangle 648">
              <a:extLst>
                <a:ext uri="{FF2B5EF4-FFF2-40B4-BE49-F238E27FC236}">
                  <a16:creationId xmlns:a16="http://schemas.microsoft.com/office/drawing/2014/main" id="{61EE77F4-821E-7662-2D10-59C8547F2E34}"/>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63" name="Group 1362">
            <a:extLst>
              <a:ext uri="{FF2B5EF4-FFF2-40B4-BE49-F238E27FC236}">
                <a16:creationId xmlns:a16="http://schemas.microsoft.com/office/drawing/2014/main" id="{BFB47611-7264-ECE2-D153-FC6F307E2760}"/>
              </a:ext>
            </a:extLst>
          </p:cNvPr>
          <p:cNvGrpSpPr/>
          <p:nvPr/>
        </p:nvGrpSpPr>
        <p:grpSpPr>
          <a:xfrm>
            <a:off x="7122911" y="4419624"/>
            <a:ext cx="721206" cy="609701"/>
            <a:chOff x="7122911" y="4419624"/>
            <a:chExt cx="721206" cy="609701"/>
          </a:xfrm>
        </p:grpSpPr>
        <p:sp>
          <p:nvSpPr>
            <p:cNvPr id="1364" name="Rectangle 1363">
              <a:hlinkHover r:id="" action="ppaction://noaction" highlightClick="1"/>
              <a:extLst>
                <a:ext uri="{FF2B5EF4-FFF2-40B4-BE49-F238E27FC236}">
                  <a16:creationId xmlns:a16="http://schemas.microsoft.com/office/drawing/2014/main" id="{578B0BEE-B1AA-E344-EFC2-7A11F6646A5F}"/>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1365" name="Oval 1364">
              <a:extLst>
                <a:ext uri="{FF2B5EF4-FFF2-40B4-BE49-F238E27FC236}">
                  <a16:creationId xmlns:a16="http://schemas.microsoft.com/office/drawing/2014/main" id="{07066E40-1B8B-37A0-BC6E-AF83BEE457BF}"/>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6" name="Isosceles Triangle 648">
              <a:extLst>
                <a:ext uri="{FF2B5EF4-FFF2-40B4-BE49-F238E27FC236}">
                  <a16:creationId xmlns:a16="http://schemas.microsoft.com/office/drawing/2014/main" id="{AF5D2D16-DFF3-16E3-7D3A-9B2CB6BF3A16}"/>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71" name="Group 1370">
            <a:extLst>
              <a:ext uri="{FF2B5EF4-FFF2-40B4-BE49-F238E27FC236}">
                <a16:creationId xmlns:a16="http://schemas.microsoft.com/office/drawing/2014/main" id="{C7C0D443-E0BC-C72B-929E-0CBE208A3343}"/>
              </a:ext>
            </a:extLst>
          </p:cNvPr>
          <p:cNvGrpSpPr/>
          <p:nvPr/>
        </p:nvGrpSpPr>
        <p:grpSpPr>
          <a:xfrm>
            <a:off x="5454385" y="4419624"/>
            <a:ext cx="721206" cy="609701"/>
            <a:chOff x="5454385" y="4419624"/>
            <a:chExt cx="721206" cy="609701"/>
          </a:xfrm>
        </p:grpSpPr>
        <p:sp>
          <p:nvSpPr>
            <p:cNvPr id="1372" name="Rectangle 1371">
              <a:hlinkHover r:id="" action="ppaction://noaction" highlightClick="1"/>
              <a:extLst>
                <a:ext uri="{FF2B5EF4-FFF2-40B4-BE49-F238E27FC236}">
                  <a16:creationId xmlns:a16="http://schemas.microsoft.com/office/drawing/2014/main" id="{BD692859-389A-A8A7-91E0-24E55BFE794B}"/>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1373" name="Oval 1372">
              <a:extLst>
                <a:ext uri="{FF2B5EF4-FFF2-40B4-BE49-F238E27FC236}">
                  <a16:creationId xmlns:a16="http://schemas.microsoft.com/office/drawing/2014/main" id="{85B1843E-C0F1-701E-02A9-1FD6428BC014}"/>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74" name="Isosceles Triangle 648">
              <a:extLst>
                <a:ext uri="{FF2B5EF4-FFF2-40B4-BE49-F238E27FC236}">
                  <a16:creationId xmlns:a16="http://schemas.microsoft.com/office/drawing/2014/main" id="{EB31F417-08DF-DC0B-9DFF-FCF3B6FB1FCD}"/>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75" name="Group 1374">
            <a:extLst>
              <a:ext uri="{FF2B5EF4-FFF2-40B4-BE49-F238E27FC236}">
                <a16:creationId xmlns:a16="http://schemas.microsoft.com/office/drawing/2014/main" id="{5EBF4566-1912-7C6D-05BB-AB723FC280F0}"/>
              </a:ext>
            </a:extLst>
          </p:cNvPr>
          <p:cNvGrpSpPr/>
          <p:nvPr/>
        </p:nvGrpSpPr>
        <p:grpSpPr>
          <a:xfrm>
            <a:off x="3775041" y="5130133"/>
            <a:ext cx="721895" cy="609700"/>
            <a:chOff x="3775041" y="5130133"/>
            <a:chExt cx="721895" cy="609700"/>
          </a:xfrm>
        </p:grpSpPr>
        <p:sp>
          <p:nvSpPr>
            <p:cNvPr id="1376" name="Rectangle 1375">
              <a:hlinkHover r:id="" action="ppaction://noaction" highlightClick="1"/>
              <a:extLst>
                <a:ext uri="{FF2B5EF4-FFF2-40B4-BE49-F238E27FC236}">
                  <a16:creationId xmlns:a16="http://schemas.microsoft.com/office/drawing/2014/main" id="{F597EE53-B41E-7B23-F69D-4135708D9BF9}"/>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1377" name="Diamond 1376">
              <a:extLst>
                <a:ext uri="{FF2B5EF4-FFF2-40B4-BE49-F238E27FC236}">
                  <a16:creationId xmlns:a16="http://schemas.microsoft.com/office/drawing/2014/main" id="{6E45AB39-FEEC-464A-E399-9CE3803E1B53}"/>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78" name="Oval 1377">
              <a:extLst>
                <a:ext uri="{FF2B5EF4-FFF2-40B4-BE49-F238E27FC236}">
                  <a16:creationId xmlns:a16="http://schemas.microsoft.com/office/drawing/2014/main" id="{BF1B7074-3767-E469-4531-1B9C6226CDB0}"/>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79" name="Group 1378">
            <a:extLst>
              <a:ext uri="{FF2B5EF4-FFF2-40B4-BE49-F238E27FC236}">
                <a16:creationId xmlns:a16="http://schemas.microsoft.com/office/drawing/2014/main" id="{F63CEF8C-D9C2-88E2-D894-7219F2D8C9EE}"/>
              </a:ext>
            </a:extLst>
          </p:cNvPr>
          <p:cNvGrpSpPr/>
          <p:nvPr/>
        </p:nvGrpSpPr>
        <p:grpSpPr>
          <a:xfrm>
            <a:off x="4618174" y="5130748"/>
            <a:ext cx="721895" cy="609700"/>
            <a:chOff x="4618174" y="5130748"/>
            <a:chExt cx="721895" cy="609700"/>
          </a:xfrm>
        </p:grpSpPr>
        <p:sp>
          <p:nvSpPr>
            <p:cNvPr id="1380" name="Rectangle 1379">
              <a:hlinkHover r:id="" action="ppaction://noaction" highlightClick="1"/>
              <a:extLst>
                <a:ext uri="{FF2B5EF4-FFF2-40B4-BE49-F238E27FC236}">
                  <a16:creationId xmlns:a16="http://schemas.microsoft.com/office/drawing/2014/main" id="{B1E2DB7A-E312-C8DF-B98B-7BE4DD405E46}"/>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1381" name="Diamond 1380">
              <a:extLst>
                <a:ext uri="{FF2B5EF4-FFF2-40B4-BE49-F238E27FC236}">
                  <a16:creationId xmlns:a16="http://schemas.microsoft.com/office/drawing/2014/main" id="{E05D9D0C-E5B0-44EC-1798-0ACF1D2D0FBA}"/>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82" name="Oval 1381">
              <a:extLst>
                <a:ext uri="{FF2B5EF4-FFF2-40B4-BE49-F238E27FC236}">
                  <a16:creationId xmlns:a16="http://schemas.microsoft.com/office/drawing/2014/main" id="{171655AC-0939-882F-F54E-07D5D951AAD7}"/>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83" name="Group 1382">
            <a:extLst>
              <a:ext uri="{FF2B5EF4-FFF2-40B4-BE49-F238E27FC236}">
                <a16:creationId xmlns:a16="http://schemas.microsoft.com/office/drawing/2014/main" id="{C9F99102-4F97-707D-2582-5807D0821364}"/>
              </a:ext>
            </a:extLst>
          </p:cNvPr>
          <p:cNvGrpSpPr/>
          <p:nvPr/>
        </p:nvGrpSpPr>
        <p:grpSpPr>
          <a:xfrm>
            <a:off x="7125833" y="5143368"/>
            <a:ext cx="721206" cy="609701"/>
            <a:chOff x="7125833" y="5143368"/>
            <a:chExt cx="721206" cy="609701"/>
          </a:xfrm>
        </p:grpSpPr>
        <p:sp>
          <p:nvSpPr>
            <p:cNvPr id="1384" name="Rectangle 1383">
              <a:hlinkHover r:id="" action="ppaction://noaction" highlightClick="1"/>
              <a:extLst>
                <a:ext uri="{FF2B5EF4-FFF2-40B4-BE49-F238E27FC236}">
                  <a16:creationId xmlns:a16="http://schemas.microsoft.com/office/drawing/2014/main" id="{6D21BFEF-7D7E-DE79-2867-B9A2B7E441A5}"/>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1385" name="Oval 1384">
              <a:extLst>
                <a:ext uri="{FF2B5EF4-FFF2-40B4-BE49-F238E27FC236}">
                  <a16:creationId xmlns:a16="http://schemas.microsoft.com/office/drawing/2014/main" id="{9C351D2D-6677-616A-DAF4-F2CACE639A80}"/>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86" name="Isosceles Triangle 648">
              <a:extLst>
                <a:ext uri="{FF2B5EF4-FFF2-40B4-BE49-F238E27FC236}">
                  <a16:creationId xmlns:a16="http://schemas.microsoft.com/office/drawing/2014/main" id="{5E95B6B1-50A9-721B-CA0E-5D0DD73DB25E}"/>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87" name="Group 1386">
            <a:extLst>
              <a:ext uri="{FF2B5EF4-FFF2-40B4-BE49-F238E27FC236}">
                <a16:creationId xmlns:a16="http://schemas.microsoft.com/office/drawing/2014/main" id="{B30623AA-4711-D2C6-9689-93365995BA53}"/>
              </a:ext>
            </a:extLst>
          </p:cNvPr>
          <p:cNvGrpSpPr/>
          <p:nvPr/>
        </p:nvGrpSpPr>
        <p:grpSpPr>
          <a:xfrm>
            <a:off x="7122911" y="3698231"/>
            <a:ext cx="721206" cy="609701"/>
            <a:chOff x="7122911" y="3698231"/>
            <a:chExt cx="721206" cy="609701"/>
          </a:xfrm>
        </p:grpSpPr>
        <p:sp>
          <p:nvSpPr>
            <p:cNvPr id="1388" name="Rectangle 1387">
              <a:hlinkHover r:id="" action="ppaction://noaction" highlightClick="1"/>
              <a:extLst>
                <a:ext uri="{FF2B5EF4-FFF2-40B4-BE49-F238E27FC236}">
                  <a16:creationId xmlns:a16="http://schemas.microsoft.com/office/drawing/2014/main" id="{5995EA14-EEB5-ED92-DBCE-71D1BABB95F4}"/>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1389" name="Oval 1388">
              <a:extLst>
                <a:ext uri="{FF2B5EF4-FFF2-40B4-BE49-F238E27FC236}">
                  <a16:creationId xmlns:a16="http://schemas.microsoft.com/office/drawing/2014/main" id="{2529D9EC-99BE-C388-FF76-AF97D46F90DB}"/>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90" name="Isosceles Triangle 648">
              <a:extLst>
                <a:ext uri="{FF2B5EF4-FFF2-40B4-BE49-F238E27FC236}">
                  <a16:creationId xmlns:a16="http://schemas.microsoft.com/office/drawing/2014/main" id="{B5091A97-2C6C-269F-4EB0-48FB94969F46}"/>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91" name="Group 1390">
            <a:extLst>
              <a:ext uri="{FF2B5EF4-FFF2-40B4-BE49-F238E27FC236}">
                <a16:creationId xmlns:a16="http://schemas.microsoft.com/office/drawing/2014/main" id="{728E2D94-AB22-3959-8503-9BF778C75BE2}"/>
              </a:ext>
            </a:extLst>
          </p:cNvPr>
          <p:cNvGrpSpPr/>
          <p:nvPr/>
        </p:nvGrpSpPr>
        <p:grpSpPr>
          <a:xfrm>
            <a:off x="6286224" y="3620338"/>
            <a:ext cx="721206" cy="687594"/>
            <a:chOff x="6286224" y="3620338"/>
            <a:chExt cx="721206" cy="687594"/>
          </a:xfrm>
        </p:grpSpPr>
        <p:cxnSp>
          <p:nvCxnSpPr>
            <p:cNvPr id="1392" name="Straight Connector 1391">
              <a:extLst>
                <a:ext uri="{FF2B5EF4-FFF2-40B4-BE49-F238E27FC236}">
                  <a16:creationId xmlns:a16="http://schemas.microsoft.com/office/drawing/2014/main" id="{6B3621D3-2B6D-858E-E47D-9E34718AAC79}"/>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1393" name="Rectangle 1392">
              <a:hlinkHover r:id="" action="ppaction://noaction" highlightClick="1"/>
              <a:extLst>
                <a:ext uri="{FF2B5EF4-FFF2-40B4-BE49-F238E27FC236}">
                  <a16:creationId xmlns:a16="http://schemas.microsoft.com/office/drawing/2014/main" id="{14AEC047-F846-2E5C-3BA4-8C2122EAFF56}"/>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1394" name="Oval 1393">
              <a:extLst>
                <a:ext uri="{FF2B5EF4-FFF2-40B4-BE49-F238E27FC236}">
                  <a16:creationId xmlns:a16="http://schemas.microsoft.com/office/drawing/2014/main" id="{3F7E4ADF-9187-C330-FA37-C9A0F6CAFAE4}"/>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95" name="Isosceles Triangle 648">
              <a:extLst>
                <a:ext uri="{FF2B5EF4-FFF2-40B4-BE49-F238E27FC236}">
                  <a16:creationId xmlns:a16="http://schemas.microsoft.com/office/drawing/2014/main" id="{627A4D3F-1B24-76C4-3762-169CCCC93C57}"/>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
        <p:nvSpPr>
          <p:cNvPr id="1529" name="Rectangle 1528">
            <a:hlinkHover r:id="" action="ppaction://noaction" highlightClick="1"/>
            <a:extLst>
              <a:ext uri="{FF2B5EF4-FFF2-40B4-BE49-F238E27FC236}">
                <a16:creationId xmlns:a16="http://schemas.microsoft.com/office/drawing/2014/main" id="{70CE95C3-FC88-0CF9-FC28-867E9A8F4ACC}"/>
              </a:ext>
            </a:extLst>
          </p:cNvPr>
          <p:cNvSpPr/>
          <p:nvPr/>
        </p:nvSpPr>
        <p:spPr>
          <a:xfrm>
            <a:off x="7959193"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grpSp>
        <p:nvGrpSpPr>
          <p:cNvPr id="1530" name="Group 1529">
            <a:extLst>
              <a:ext uri="{FF2B5EF4-FFF2-40B4-BE49-F238E27FC236}">
                <a16:creationId xmlns:a16="http://schemas.microsoft.com/office/drawing/2014/main" id="{8A70790A-AD7B-8459-57E4-F8F2E8FD24B0}"/>
              </a:ext>
            </a:extLst>
          </p:cNvPr>
          <p:cNvGrpSpPr/>
          <p:nvPr/>
        </p:nvGrpSpPr>
        <p:grpSpPr>
          <a:xfrm>
            <a:off x="8795237" y="2974054"/>
            <a:ext cx="721206" cy="609701"/>
            <a:chOff x="8795237" y="2974054"/>
            <a:chExt cx="721206" cy="609701"/>
          </a:xfrm>
        </p:grpSpPr>
        <p:sp>
          <p:nvSpPr>
            <p:cNvPr id="1531" name="Rectangle 1530">
              <a:hlinkHover r:id="" action="ppaction://noaction" highlightClick="1"/>
              <a:extLst>
                <a:ext uri="{FF2B5EF4-FFF2-40B4-BE49-F238E27FC236}">
                  <a16:creationId xmlns:a16="http://schemas.microsoft.com/office/drawing/2014/main" id="{AEC2A83A-55CF-2BCB-024B-E4519D572927}"/>
                </a:ext>
              </a:extLst>
            </p:cNvPr>
            <p:cNvSpPr/>
            <p:nvPr/>
          </p:nvSpPr>
          <p:spPr>
            <a:xfrm>
              <a:off x="8795237"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1532" name="Diamond 1531">
              <a:extLst>
                <a:ext uri="{FF2B5EF4-FFF2-40B4-BE49-F238E27FC236}">
                  <a16:creationId xmlns:a16="http://schemas.microsoft.com/office/drawing/2014/main" id="{05B6D186-E3B7-DF61-9595-FBCD9192860D}"/>
                </a:ext>
              </a:extLst>
            </p:cNvPr>
            <p:cNvSpPr/>
            <p:nvPr/>
          </p:nvSpPr>
          <p:spPr>
            <a:xfrm>
              <a:off x="9379935" y="2976405"/>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3" name="Oval 1532">
              <a:extLst>
                <a:ext uri="{FF2B5EF4-FFF2-40B4-BE49-F238E27FC236}">
                  <a16:creationId xmlns:a16="http://schemas.microsoft.com/office/drawing/2014/main" id="{C3A0C8EA-C577-FA6B-D199-A53C003DE815}"/>
                </a:ext>
              </a:extLst>
            </p:cNvPr>
            <p:cNvSpPr/>
            <p:nvPr/>
          </p:nvSpPr>
          <p:spPr>
            <a:xfrm>
              <a:off x="9414138" y="3009893"/>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38" name="Group 1537">
            <a:extLst>
              <a:ext uri="{FF2B5EF4-FFF2-40B4-BE49-F238E27FC236}">
                <a16:creationId xmlns:a16="http://schemas.microsoft.com/office/drawing/2014/main" id="{6A172C84-F3B6-EE48-6DC5-8F38A6F9E189}"/>
              </a:ext>
            </a:extLst>
          </p:cNvPr>
          <p:cNvGrpSpPr/>
          <p:nvPr/>
        </p:nvGrpSpPr>
        <p:grpSpPr>
          <a:xfrm>
            <a:off x="431659" y="3698227"/>
            <a:ext cx="721206" cy="609701"/>
            <a:chOff x="431659" y="3698227"/>
            <a:chExt cx="721206" cy="609701"/>
          </a:xfrm>
        </p:grpSpPr>
        <p:sp>
          <p:nvSpPr>
            <p:cNvPr id="1539" name="Rectangle 1538">
              <a:extLst>
                <a:ext uri="{FF2B5EF4-FFF2-40B4-BE49-F238E27FC236}">
                  <a16:creationId xmlns:a16="http://schemas.microsoft.com/office/drawing/2014/main" id="{19714B21-9E08-F3B2-8E17-EE59DCFBA2E5}"/>
                </a:ext>
              </a:extLst>
            </p:cNvPr>
            <p:cNvSpPr/>
            <p:nvPr/>
          </p:nvSpPr>
          <p:spPr>
            <a:xfrm>
              <a:off x="431659"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1540" name="Right Triangle 1539">
              <a:extLst>
                <a:ext uri="{FF2B5EF4-FFF2-40B4-BE49-F238E27FC236}">
                  <a16:creationId xmlns:a16="http://schemas.microsoft.com/office/drawing/2014/main" id="{605CEE11-3126-2F87-68EA-A7445F3C14EF}"/>
                </a:ext>
              </a:extLst>
            </p:cNvPr>
            <p:cNvSpPr/>
            <p:nvPr/>
          </p:nvSpPr>
          <p:spPr>
            <a:xfrm rot="10800000">
              <a:off x="1035811" y="370016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41" name="Group 1540">
              <a:extLst>
                <a:ext uri="{FF2B5EF4-FFF2-40B4-BE49-F238E27FC236}">
                  <a16:creationId xmlns:a16="http://schemas.microsoft.com/office/drawing/2014/main" id="{81ED70F9-DD84-1500-870C-8877B0C87093}"/>
                </a:ext>
              </a:extLst>
            </p:cNvPr>
            <p:cNvGrpSpPr/>
            <p:nvPr/>
          </p:nvGrpSpPr>
          <p:grpSpPr>
            <a:xfrm>
              <a:off x="1102254" y="3706260"/>
              <a:ext cx="37817" cy="61390"/>
              <a:chOff x="3883481" y="2057400"/>
              <a:chExt cx="1608363" cy="2652031"/>
            </a:xfrm>
            <a:solidFill>
              <a:srgbClr val="A6A6A6"/>
            </a:solidFill>
          </p:grpSpPr>
          <p:sp>
            <p:nvSpPr>
              <p:cNvPr id="1542" name="Oval 27">
                <a:extLst>
                  <a:ext uri="{FF2B5EF4-FFF2-40B4-BE49-F238E27FC236}">
                    <a16:creationId xmlns:a16="http://schemas.microsoft.com/office/drawing/2014/main" id="{DBCF923A-E6B1-46D6-74B4-F8AFDDF56B9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43" name="Oval 28">
                <a:extLst>
                  <a:ext uri="{FF2B5EF4-FFF2-40B4-BE49-F238E27FC236}">
                    <a16:creationId xmlns:a16="http://schemas.microsoft.com/office/drawing/2014/main" id="{8FC16313-9AC0-F625-5CD2-F988238F5EA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44" name="Group 1543">
            <a:extLst>
              <a:ext uri="{FF2B5EF4-FFF2-40B4-BE49-F238E27FC236}">
                <a16:creationId xmlns:a16="http://schemas.microsoft.com/office/drawing/2014/main" id="{C78328C8-8671-AD64-3337-92589E9731F2}"/>
              </a:ext>
            </a:extLst>
          </p:cNvPr>
          <p:cNvGrpSpPr/>
          <p:nvPr/>
        </p:nvGrpSpPr>
        <p:grpSpPr>
          <a:xfrm>
            <a:off x="2942396" y="3698227"/>
            <a:ext cx="721206" cy="609701"/>
            <a:chOff x="2942396" y="3698227"/>
            <a:chExt cx="721206" cy="609701"/>
          </a:xfrm>
        </p:grpSpPr>
        <p:sp>
          <p:nvSpPr>
            <p:cNvPr id="1545" name="Rectangle 1544">
              <a:extLst>
                <a:ext uri="{FF2B5EF4-FFF2-40B4-BE49-F238E27FC236}">
                  <a16:creationId xmlns:a16="http://schemas.microsoft.com/office/drawing/2014/main" id="{FB83035A-F2C9-AC55-D211-CA043D65832E}"/>
                </a:ext>
              </a:extLst>
            </p:cNvPr>
            <p:cNvSpPr/>
            <p:nvPr/>
          </p:nvSpPr>
          <p:spPr>
            <a:xfrm>
              <a:off x="2942396"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1546" name="Right Triangle 1545">
              <a:extLst>
                <a:ext uri="{FF2B5EF4-FFF2-40B4-BE49-F238E27FC236}">
                  <a16:creationId xmlns:a16="http://schemas.microsoft.com/office/drawing/2014/main" id="{6952288B-73B4-47CA-9478-DA7B8832A167}"/>
                </a:ext>
              </a:extLst>
            </p:cNvPr>
            <p:cNvSpPr/>
            <p:nvPr/>
          </p:nvSpPr>
          <p:spPr>
            <a:xfrm rot="10800000">
              <a:off x="3541327" y="370536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47" name="Group 1546">
              <a:extLst>
                <a:ext uri="{FF2B5EF4-FFF2-40B4-BE49-F238E27FC236}">
                  <a16:creationId xmlns:a16="http://schemas.microsoft.com/office/drawing/2014/main" id="{B733B054-DBD5-F7A2-32E7-9B60226BEB24}"/>
                </a:ext>
              </a:extLst>
            </p:cNvPr>
            <p:cNvGrpSpPr/>
            <p:nvPr/>
          </p:nvGrpSpPr>
          <p:grpSpPr>
            <a:xfrm>
              <a:off x="3607770" y="3713045"/>
              <a:ext cx="37817" cy="61390"/>
              <a:chOff x="3883481" y="2057400"/>
              <a:chExt cx="1608363" cy="2652031"/>
            </a:xfrm>
            <a:solidFill>
              <a:srgbClr val="A6A6A6"/>
            </a:solidFill>
          </p:grpSpPr>
          <p:sp>
            <p:nvSpPr>
              <p:cNvPr id="1548" name="Oval 27">
                <a:extLst>
                  <a:ext uri="{FF2B5EF4-FFF2-40B4-BE49-F238E27FC236}">
                    <a16:creationId xmlns:a16="http://schemas.microsoft.com/office/drawing/2014/main" id="{7B4DEEB7-5409-5640-55E7-1573D6FE927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49" name="Oval 28">
                <a:extLst>
                  <a:ext uri="{FF2B5EF4-FFF2-40B4-BE49-F238E27FC236}">
                    <a16:creationId xmlns:a16="http://schemas.microsoft.com/office/drawing/2014/main" id="{08DC597E-036A-0E31-EEED-E91A2A26CE2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66" name="Group 1565">
            <a:extLst>
              <a:ext uri="{FF2B5EF4-FFF2-40B4-BE49-F238E27FC236}">
                <a16:creationId xmlns:a16="http://schemas.microsoft.com/office/drawing/2014/main" id="{EB2E262D-A4DF-2985-C313-803009FF9C48}"/>
              </a:ext>
            </a:extLst>
          </p:cNvPr>
          <p:cNvGrpSpPr/>
          <p:nvPr/>
        </p:nvGrpSpPr>
        <p:grpSpPr>
          <a:xfrm>
            <a:off x="2105709" y="3698225"/>
            <a:ext cx="721206" cy="610376"/>
            <a:chOff x="2105709" y="3698225"/>
            <a:chExt cx="721206" cy="610376"/>
          </a:xfrm>
        </p:grpSpPr>
        <p:sp>
          <p:nvSpPr>
            <p:cNvPr id="1567" name="Rectangle 1566">
              <a:extLst>
                <a:ext uri="{FF2B5EF4-FFF2-40B4-BE49-F238E27FC236}">
                  <a16:creationId xmlns:a16="http://schemas.microsoft.com/office/drawing/2014/main" id="{8E377F32-7479-5147-B029-DF5CE53CBAE9}"/>
                </a:ext>
              </a:extLst>
            </p:cNvPr>
            <p:cNvSpPr/>
            <p:nvPr/>
          </p:nvSpPr>
          <p:spPr>
            <a:xfrm>
              <a:off x="2105709"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1568" name="Right Triangle 1567">
              <a:extLst>
                <a:ext uri="{FF2B5EF4-FFF2-40B4-BE49-F238E27FC236}">
                  <a16:creationId xmlns:a16="http://schemas.microsoft.com/office/drawing/2014/main" id="{2847F213-94F8-23A5-CF75-613DE8A11733}"/>
                </a:ext>
              </a:extLst>
            </p:cNvPr>
            <p:cNvSpPr/>
            <p:nvPr/>
          </p:nvSpPr>
          <p:spPr>
            <a:xfrm rot="10800000">
              <a:off x="2709861"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69" name="Group 1568">
              <a:extLst>
                <a:ext uri="{FF2B5EF4-FFF2-40B4-BE49-F238E27FC236}">
                  <a16:creationId xmlns:a16="http://schemas.microsoft.com/office/drawing/2014/main" id="{EEEC4511-3D03-C5E6-C74F-7818F214FD32}"/>
                </a:ext>
              </a:extLst>
            </p:cNvPr>
            <p:cNvGrpSpPr/>
            <p:nvPr/>
          </p:nvGrpSpPr>
          <p:grpSpPr>
            <a:xfrm>
              <a:off x="2776304" y="3704319"/>
              <a:ext cx="37817" cy="61390"/>
              <a:chOff x="3883481" y="2057400"/>
              <a:chExt cx="1608363" cy="2652031"/>
            </a:xfrm>
            <a:solidFill>
              <a:srgbClr val="A6A6A6"/>
            </a:solidFill>
          </p:grpSpPr>
          <p:sp>
            <p:nvSpPr>
              <p:cNvPr id="1570" name="Oval 27">
                <a:extLst>
                  <a:ext uri="{FF2B5EF4-FFF2-40B4-BE49-F238E27FC236}">
                    <a16:creationId xmlns:a16="http://schemas.microsoft.com/office/drawing/2014/main" id="{535F4281-2B0C-727D-CA73-9BEA43203A2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71" name="Oval 28">
                <a:extLst>
                  <a:ext uri="{FF2B5EF4-FFF2-40B4-BE49-F238E27FC236}">
                    <a16:creationId xmlns:a16="http://schemas.microsoft.com/office/drawing/2014/main" id="{82DD68AC-387B-E8D8-8175-7DA3C5E5B8B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72" name="Group 1571">
            <a:extLst>
              <a:ext uri="{FF2B5EF4-FFF2-40B4-BE49-F238E27FC236}">
                <a16:creationId xmlns:a16="http://schemas.microsoft.com/office/drawing/2014/main" id="{1F133F2B-2E36-4A24-20C8-45953C65A3DD}"/>
              </a:ext>
            </a:extLst>
          </p:cNvPr>
          <p:cNvGrpSpPr/>
          <p:nvPr/>
        </p:nvGrpSpPr>
        <p:grpSpPr>
          <a:xfrm>
            <a:off x="431659" y="2974054"/>
            <a:ext cx="721893" cy="609701"/>
            <a:chOff x="431659" y="2974054"/>
            <a:chExt cx="721893" cy="609701"/>
          </a:xfrm>
        </p:grpSpPr>
        <p:sp>
          <p:nvSpPr>
            <p:cNvPr id="1573" name="Rectangle 1572">
              <a:extLst>
                <a:ext uri="{FF2B5EF4-FFF2-40B4-BE49-F238E27FC236}">
                  <a16:creationId xmlns:a16="http://schemas.microsoft.com/office/drawing/2014/main" id="{6B1DB5F7-4994-BEC3-3E46-3770F12797E7}"/>
                </a:ext>
              </a:extLst>
            </p:cNvPr>
            <p:cNvSpPr/>
            <p:nvPr/>
          </p:nvSpPr>
          <p:spPr>
            <a:xfrm>
              <a:off x="43165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1574" name="Right Triangle 1573">
              <a:extLst>
                <a:ext uri="{FF2B5EF4-FFF2-40B4-BE49-F238E27FC236}">
                  <a16:creationId xmlns:a16="http://schemas.microsoft.com/office/drawing/2014/main" id="{BE88181D-5C58-5277-0140-E34426BF1CF4}"/>
                </a:ext>
              </a:extLst>
            </p:cNvPr>
            <p:cNvSpPr/>
            <p:nvPr/>
          </p:nvSpPr>
          <p:spPr>
            <a:xfrm rot="10800000">
              <a:off x="1036498" y="297565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75" name="Group 1574">
              <a:extLst>
                <a:ext uri="{FF2B5EF4-FFF2-40B4-BE49-F238E27FC236}">
                  <a16:creationId xmlns:a16="http://schemas.microsoft.com/office/drawing/2014/main" id="{9B2450E7-14CB-0833-2786-F98BB7AD1147}"/>
                </a:ext>
              </a:extLst>
            </p:cNvPr>
            <p:cNvGrpSpPr/>
            <p:nvPr/>
          </p:nvGrpSpPr>
          <p:grpSpPr>
            <a:xfrm>
              <a:off x="1102941" y="2981751"/>
              <a:ext cx="37817" cy="61390"/>
              <a:chOff x="3883481" y="2057400"/>
              <a:chExt cx="1608363" cy="2652031"/>
            </a:xfrm>
            <a:solidFill>
              <a:srgbClr val="A6A6A6"/>
            </a:solidFill>
          </p:grpSpPr>
          <p:sp>
            <p:nvSpPr>
              <p:cNvPr id="1576" name="Oval 27">
                <a:extLst>
                  <a:ext uri="{FF2B5EF4-FFF2-40B4-BE49-F238E27FC236}">
                    <a16:creationId xmlns:a16="http://schemas.microsoft.com/office/drawing/2014/main" id="{B1FF8CF0-8615-961E-C2A0-336B65F9345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77" name="Oval 28">
                <a:extLst>
                  <a:ext uri="{FF2B5EF4-FFF2-40B4-BE49-F238E27FC236}">
                    <a16:creationId xmlns:a16="http://schemas.microsoft.com/office/drawing/2014/main" id="{597F5B27-584C-4ACD-8C71-4A413555CA1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78" name="Group 1577">
            <a:extLst>
              <a:ext uri="{FF2B5EF4-FFF2-40B4-BE49-F238E27FC236}">
                <a16:creationId xmlns:a16="http://schemas.microsoft.com/office/drawing/2014/main" id="{F5EE838D-A827-C802-7BDB-495233BDC3F0}"/>
              </a:ext>
            </a:extLst>
          </p:cNvPr>
          <p:cNvGrpSpPr/>
          <p:nvPr/>
        </p:nvGrpSpPr>
        <p:grpSpPr>
          <a:xfrm>
            <a:off x="2938129" y="5134324"/>
            <a:ext cx="724141" cy="609701"/>
            <a:chOff x="4615447" y="2974054"/>
            <a:chExt cx="724141" cy="609701"/>
          </a:xfrm>
        </p:grpSpPr>
        <p:sp>
          <p:nvSpPr>
            <p:cNvPr id="1579" name="Rectangle 1578">
              <a:extLst>
                <a:ext uri="{FF2B5EF4-FFF2-40B4-BE49-F238E27FC236}">
                  <a16:creationId xmlns:a16="http://schemas.microsoft.com/office/drawing/2014/main" id="{ED743D8E-DF18-A79B-C494-A8D5BA8B2D78}"/>
                </a:ext>
              </a:extLst>
            </p:cNvPr>
            <p:cNvSpPr/>
            <p:nvPr/>
          </p:nvSpPr>
          <p:spPr>
            <a:xfrm>
              <a:off x="4615447"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580" name="Right Triangle 1579">
              <a:extLst>
                <a:ext uri="{FF2B5EF4-FFF2-40B4-BE49-F238E27FC236}">
                  <a16:creationId xmlns:a16="http://schemas.microsoft.com/office/drawing/2014/main" id="{A65E8399-EA22-0185-33FC-0FB6046A898F}"/>
                </a:ext>
              </a:extLst>
            </p:cNvPr>
            <p:cNvSpPr/>
            <p:nvPr/>
          </p:nvSpPr>
          <p:spPr>
            <a:xfrm rot="10800000">
              <a:off x="5222534"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81" name="Group 1580">
              <a:extLst>
                <a:ext uri="{FF2B5EF4-FFF2-40B4-BE49-F238E27FC236}">
                  <a16:creationId xmlns:a16="http://schemas.microsoft.com/office/drawing/2014/main" id="{9C98C48F-9AAC-493D-6D7D-2D49AD2C8BC1}"/>
                </a:ext>
              </a:extLst>
            </p:cNvPr>
            <p:cNvGrpSpPr/>
            <p:nvPr/>
          </p:nvGrpSpPr>
          <p:grpSpPr>
            <a:xfrm>
              <a:off x="5288977" y="2982563"/>
              <a:ext cx="37817" cy="61390"/>
              <a:chOff x="3883481" y="2057400"/>
              <a:chExt cx="1608363" cy="2652031"/>
            </a:xfrm>
            <a:solidFill>
              <a:srgbClr val="A6A6A6"/>
            </a:solidFill>
          </p:grpSpPr>
          <p:sp>
            <p:nvSpPr>
              <p:cNvPr id="1582" name="Oval 27">
                <a:extLst>
                  <a:ext uri="{FF2B5EF4-FFF2-40B4-BE49-F238E27FC236}">
                    <a16:creationId xmlns:a16="http://schemas.microsoft.com/office/drawing/2014/main" id="{699CCFA7-1D8C-B018-4FF0-5AFED1E7077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3" name="Oval 28">
                <a:extLst>
                  <a:ext uri="{FF2B5EF4-FFF2-40B4-BE49-F238E27FC236}">
                    <a16:creationId xmlns:a16="http://schemas.microsoft.com/office/drawing/2014/main" id="{8A984E09-90C6-4F91-4934-E05A47DFAEC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84" name="Group 1583">
            <a:extLst>
              <a:ext uri="{FF2B5EF4-FFF2-40B4-BE49-F238E27FC236}">
                <a16:creationId xmlns:a16="http://schemas.microsoft.com/office/drawing/2014/main" id="{74EBE3D5-0EBF-71E8-F251-56E85D314608}"/>
              </a:ext>
            </a:extLst>
          </p:cNvPr>
          <p:cNvGrpSpPr/>
          <p:nvPr/>
        </p:nvGrpSpPr>
        <p:grpSpPr>
          <a:xfrm>
            <a:off x="2940467" y="2974052"/>
            <a:ext cx="721206" cy="613156"/>
            <a:chOff x="2940467" y="2974052"/>
            <a:chExt cx="721206" cy="613156"/>
          </a:xfrm>
        </p:grpSpPr>
        <p:sp>
          <p:nvSpPr>
            <p:cNvPr id="1585" name="Rectangle 1584">
              <a:extLst>
                <a:ext uri="{FF2B5EF4-FFF2-40B4-BE49-F238E27FC236}">
                  <a16:creationId xmlns:a16="http://schemas.microsoft.com/office/drawing/2014/main" id="{BBE394E4-9333-02FE-6B2F-AA4417128DA9}"/>
                </a:ext>
              </a:extLst>
            </p:cNvPr>
            <p:cNvSpPr/>
            <p:nvPr/>
          </p:nvSpPr>
          <p:spPr>
            <a:xfrm>
              <a:off x="2940467" y="2977505"/>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1586" name="Right Triangle 1585">
              <a:extLst>
                <a:ext uri="{FF2B5EF4-FFF2-40B4-BE49-F238E27FC236}">
                  <a16:creationId xmlns:a16="http://schemas.microsoft.com/office/drawing/2014/main" id="{CFB356F0-39F6-BA53-EFF4-0E302FB3D1CB}"/>
                </a:ext>
              </a:extLst>
            </p:cNvPr>
            <p:cNvSpPr/>
            <p:nvPr/>
          </p:nvSpPr>
          <p:spPr>
            <a:xfrm rot="10800000">
              <a:off x="3544061" y="2974052"/>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87" name="Group 1586">
              <a:extLst>
                <a:ext uri="{FF2B5EF4-FFF2-40B4-BE49-F238E27FC236}">
                  <a16:creationId xmlns:a16="http://schemas.microsoft.com/office/drawing/2014/main" id="{BEB7703E-E936-D682-B242-ABDF706EDB40}"/>
                </a:ext>
              </a:extLst>
            </p:cNvPr>
            <p:cNvGrpSpPr/>
            <p:nvPr/>
          </p:nvGrpSpPr>
          <p:grpSpPr>
            <a:xfrm>
              <a:off x="3610505" y="2980146"/>
              <a:ext cx="37817" cy="61390"/>
              <a:chOff x="3883481" y="2057400"/>
              <a:chExt cx="1608363" cy="2652031"/>
            </a:xfrm>
            <a:solidFill>
              <a:srgbClr val="A6A6A6"/>
            </a:solidFill>
          </p:grpSpPr>
          <p:sp>
            <p:nvSpPr>
              <p:cNvPr id="1588" name="Oval 27">
                <a:extLst>
                  <a:ext uri="{FF2B5EF4-FFF2-40B4-BE49-F238E27FC236}">
                    <a16:creationId xmlns:a16="http://schemas.microsoft.com/office/drawing/2014/main" id="{7F56BB65-A368-451B-F007-2F0E0647C09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9" name="Oval 28">
                <a:extLst>
                  <a:ext uri="{FF2B5EF4-FFF2-40B4-BE49-F238E27FC236}">
                    <a16:creationId xmlns:a16="http://schemas.microsoft.com/office/drawing/2014/main" id="{B1544B07-C152-939C-63D2-7CBF41BFF2E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90" name="Group 1589">
            <a:extLst>
              <a:ext uri="{FF2B5EF4-FFF2-40B4-BE49-F238E27FC236}">
                <a16:creationId xmlns:a16="http://schemas.microsoft.com/office/drawing/2014/main" id="{E614A113-575E-A2D1-8AB5-88B9B2AFCB62}"/>
              </a:ext>
            </a:extLst>
          </p:cNvPr>
          <p:cNvGrpSpPr/>
          <p:nvPr/>
        </p:nvGrpSpPr>
        <p:grpSpPr>
          <a:xfrm>
            <a:off x="1268379" y="2974054"/>
            <a:ext cx="721206" cy="609701"/>
            <a:chOff x="1268379" y="2974054"/>
            <a:chExt cx="721206" cy="609701"/>
          </a:xfrm>
        </p:grpSpPr>
        <p:sp>
          <p:nvSpPr>
            <p:cNvPr id="1591" name="Rectangle 1590">
              <a:extLst>
                <a:ext uri="{FF2B5EF4-FFF2-40B4-BE49-F238E27FC236}">
                  <a16:creationId xmlns:a16="http://schemas.microsoft.com/office/drawing/2014/main" id="{C78DF072-1BFF-6E09-FD37-07B27430470D}"/>
                </a:ext>
              </a:extLst>
            </p:cNvPr>
            <p:cNvSpPr/>
            <p:nvPr/>
          </p:nvSpPr>
          <p:spPr>
            <a:xfrm>
              <a:off x="1268379" y="297405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1592" name="Right Triangle 1591">
              <a:extLst>
                <a:ext uri="{FF2B5EF4-FFF2-40B4-BE49-F238E27FC236}">
                  <a16:creationId xmlns:a16="http://schemas.microsoft.com/office/drawing/2014/main" id="{94EE4D12-B97D-C9ED-7B00-6033E3924F22}"/>
                </a:ext>
              </a:extLst>
            </p:cNvPr>
            <p:cNvSpPr/>
            <p:nvPr/>
          </p:nvSpPr>
          <p:spPr>
            <a:xfrm rot="10800000">
              <a:off x="1872531" y="2980350"/>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93" name="Group 1592">
              <a:extLst>
                <a:ext uri="{FF2B5EF4-FFF2-40B4-BE49-F238E27FC236}">
                  <a16:creationId xmlns:a16="http://schemas.microsoft.com/office/drawing/2014/main" id="{CA7B9BD5-173A-C5F5-819D-CCD10136BA1B}"/>
                </a:ext>
              </a:extLst>
            </p:cNvPr>
            <p:cNvGrpSpPr/>
            <p:nvPr/>
          </p:nvGrpSpPr>
          <p:grpSpPr>
            <a:xfrm>
              <a:off x="1938974" y="2986444"/>
              <a:ext cx="37817" cy="61390"/>
              <a:chOff x="3883481" y="2057400"/>
              <a:chExt cx="1608363" cy="2652031"/>
            </a:xfrm>
            <a:solidFill>
              <a:srgbClr val="A6A6A6"/>
            </a:solidFill>
          </p:grpSpPr>
          <p:sp>
            <p:nvSpPr>
              <p:cNvPr id="1594" name="Oval 27">
                <a:extLst>
                  <a:ext uri="{FF2B5EF4-FFF2-40B4-BE49-F238E27FC236}">
                    <a16:creationId xmlns:a16="http://schemas.microsoft.com/office/drawing/2014/main" id="{B90430AA-E9B1-12FC-450E-2EEA994F114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5" name="Oval 28">
                <a:extLst>
                  <a:ext uri="{FF2B5EF4-FFF2-40B4-BE49-F238E27FC236}">
                    <a16:creationId xmlns:a16="http://schemas.microsoft.com/office/drawing/2014/main" id="{EECFB9B8-D801-120C-26D1-5C7578DE8D1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96" name="Group 1595">
            <a:extLst>
              <a:ext uri="{FF2B5EF4-FFF2-40B4-BE49-F238E27FC236}">
                <a16:creationId xmlns:a16="http://schemas.microsoft.com/office/drawing/2014/main" id="{4E1636F6-DAA5-388C-5EDC-A195ABF75902}"/>
              </a:ext>
            </a:extLst>
          </p:cNvPr>
          <p:cNvGrpSpPr/>
          <p:nvPr/>
        </p:nvGrpSpPr>
        <p:grpSpPr>
          <a:xfrm>
            <a:off x="3776511" y="2974054"/>
            <a:ext cx="724141" cy="609701"/>
            <a:chOff x="3776511" y="2974054"/>
            <a:chExt cx="724141" cy="609701"/>
          </a:xfrm>
        </p:grpSpPr>
        <p:sp>
          <p:nvSpPr>
            <p:cNvPr id="1597" name="Rectangle 1596">
              <a:extLst>
                <a:ext uri="{FF2B5EF4-FFF2-40B4-BE49-F238E27FC236}">
                  <a16:creationId xmlns:a16="http://schemas.microsoft.com/office/drawing/2014/main" id="{9B955495-2BC7-4565-57EE-CE2D88A160BD}"/>
                </a:ext>
              </a:extLst>
            </p:cNvPr>
            <p:cNvSpPr/>
            <p:nvPr/>
          </p:nvSpPr>
          <p:spPr>
            <a:xfrm>
              <a:off x="3776511" y="2974054"/>
              <a:ext cx="721203"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1598" name="Right Triangle 1597">
              <a:extLst>
                <a:ext uri="{FF2B5EF4-FFF2-40B4-BE49-F238E27FC236}">
                  <a16:creationId xmlns:a16="http://schemas.microsoft.com/office/drawing/2014/main" id="{95497D9A-238C-2DE5-0C74-E6F1273FD67A}"/>
                </a:ext>
              </a:extLst>
            </p:cNvPr>
            <p:cNvSpPr/>
            <p:nvPr/>
          </p:nvSpPr>
          <p:spPr>
            <a:xfrm rot="10800000">
              <a:off x="4383598" y="297646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99" name="Group 1598">
              <a:extLst>
                <a:ext uri="{FF2B5EF4-FFF2-40B4-BE49-F238E27FC236}">
                  <a16:creationId xmlns:a16="http://schemas.microsoft.com/office/drawing/2014/main" id="{D7D13C04-4931-EC1C-B5B8-E2FCBE342003}"/>
                </a:ext>
              </a:extLst>
            </p:cNvPr>
            <p:cNvGrpSpPr/>
            <p:nvPr/>
          </p:nvGrpSpPr>
          <p:grpSpPr>
            <a:xfrm>
              <a:off x="4450041" y="2982563"/>
              <a:ext cx="37817" cy="61390"/>
              <a:chOff x="3883481" y="2057400"/>
              <a:chExt cx="1608363" cy="2652031"/>
            </a:xfrm>
            <a:solidFill>
              <a:srgbClr val="A6A6A6"/>
            </a:solidFill>
          </p:grpSpPr>
          <p:sp>
            <p:nvSpPr>
              <p:cNvPr id="1600" name="Oval 27">
                <a:extLst>
                  <a:ext uri="{FF2B5EF4-FFF2-40B4-BE49-F238E27FC236}">
                    <a16:creationId xmlns:a16="http://schemas.microsoft.com/office/drawing/2014/main" id="{EAAD91EA-5CF9-FBF0-1E5B-147E8D36215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1" name="Oval 28">
                <a:extLst>
                  <a:ext uri="{FF2B5EF4-FFF2-40B4-BE49-F238E27FC236}">
                    <a16:creationId xmlns:a16="http://schemas.microsoft.com/office/drawing/2014/main" id="{E5759CB5-40F3-8FC2-9787-60C120C23D5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4" name="Group 1613">
            <a:extLst>
              <a:ext uri="{FF2B5EF4-FFF2-40B4-BE49-F238E27FC236}">
                <a16:creationId xmlns:a16="http://schemas.microsoft.com/office/drawing/2014/main" id="{83718CEC-4AB8-57AB-7D5E-E8CDD09AB3AC}"/>
              </a:ext>
            </a:extLst>
          </p:cNvPr>
          <p:cNvGrpSpPr/>
          <p:nvPr/>
        </p:nvGrpSpPr>
        <p:grpSpPr>
          <a:xfrm>
            <a:off x="2937172" y="4419618"/>
            <a:ext cx="721206" cy="610376"/>
            <a:chOff x="2937172" y="4419618"/>
            <a:chExt cx="721206" cy="610376"/>
          </a:xfrm>
        </p:grpSpPr>
        <p:sp>
          <p:nvSpPr>
            <p:cNvPr id="1615" name="Rectangle 1614">
              <a:extLst>
                <a:ext uri="{FF2B5EF4-FFF2-40B4-BE49-F238E27FC236}">
                  <a16:creationId xmlns:a16="http://schemas.microsoft.com/office/drawing/2014/main" id="{827ADB46-0CBD-EAC3-972E-3B062CAE3373}"/>
                </a:ext>
              </a:extLst>
            </p:cNvPr>
            <p:cNvSpPr/>
            <p:nvPr/>
          </p:nvSpPr>
          <p:spPr>
            <a:xfrm>
              <a:off x="2937172" y="4420291"/>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1616" name="Right Triangle 1615">
              <a:extLst>
                <a:ext uri="{FF2B5EF4-FFF2-40B4-BE49-F238E27FC236}">
                  <a16:creationId xmlns:a16="http://schemas.microsoft.com/office/drawing/2014/main" id="{B7AD4E29-FEFE-3E41-1C6E-6AF9F0641780}"/>
                </a:ext>
              </a:extLst>
            </p:cNvPr>
            <p:cNvSpPr/>
            <p:nvPr/>
          </p:nvSpPr>
          <p:spPr>
            <a:xfrm rot="10800000">
              <a:off x="3541324" y="4419618"/>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17" name="Group 1616">
              <a:extLst>
                <a:ext uri="{FF2B5EF4-FFF2-40B4-BE49-F238E27FC236}">
                  <a16:creationId xmlns:a16="http://schemas.microsoft.com/office/drawing/2014/main" id="{F69DE829-0470-15CA-24CF-E53B32AFA395}"/>
                </a:ext>
              </a:extLst>
            </p:cNvPr>
            <p:cNvGrpSpPr/>
            <p:nvPr/>
          </p:nvGrpSpPr>
          <p:grpSpPr>
            <a:xfrm>
              <a:off x="3607767" y="4425712"/>
              <a:ext cx="37817" cy="61390"/>
              <a:chOff x="3883481" y="2057400"/>
              <a:chExt cx="1608363" cy="2652031"/>
            </a:xfrm>
            <a:solidFill>
              <a:srgbClr val="A6A6A6"/>
            </a:solidFill>
          </p:grpSpPr>
          <p:sp>
            <p:nvSpPr>
              <p:cNvPr id="1618" name="Oval 27">
                <a:extLst>
                  <a:ext uri="{FF2B5EF4-FFF2-40B4-BE49-F238E27FC236}">
                    <a16:creationId xmlns:a16="http://schemas.microsoft.com/office/drawing/2014/main" id="{E75550FA-B7F0-945A-1D76-65BD5B0DD01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9" name="Oval 28">
                <a:extLst>
                  <a:ext uri="{FF2B5EF4-FFF2-40B4-BE49-F238E27FC236}">
                    <a16:creationId xmlns:a16="http://schemas.microsoft.com/office/drawing/2014/main" id="{591C284E-E389-718E-3622-D167DE47DE3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20" name="Group 1619">
            <a:extLst>
              <a:ext uri="{FF2B5EF4-FFF2-40B4-BE49-F238E27FC236}">
                <a16:creationId xmlns:a16="http://schemas.microsoft.com/office/drawing/2014/main" id="{D8566F1A-E3C7-C872-6A4F-8DA78F72EF8B}"/>
              </a:ext>
            </a:extLst>
          </p:cNvPr>
          <p:cNvGrpSpPr/>
          <p:nvPr/>
        </p:nvGrpSpPr>
        <p:grpSpPr>
          <a:xfrm>
            <a:off x="6287884" y="2974052"/>
            <a:ext cx="721206" cy="609701"/>
            <a:chOff x="6287105" y="2974054"/>
            <a:chExt cx="721206" cy="609701"/>
          </a:xfrm>
        </p:grpSpPr>
        <p:sp>
          <p:nvSpPr>
            <p:cNvPr id="1621" name="Rectangle 1620">
              <a:hlinkHover r:id="" action="ppaction://noaction" highlightClick="1"/>
              <a:extLst>
                <a:ext uri="{FF2B5EF4-FFF2-40B4-BE49-F238E27FC236}">
                  <a16:creationId xmlns:a16="http://schemas.microsoft.com/office/drawing/2014/main" id="{7805BF29-6B5E-CDCF-98B4-8F5E512FFA24}"/>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1622" name="Rectangle 1621">
              <a:extLst>
                <a:ext uri="{FF2B5EF4-FFF2-40B4-BE49-F238E27FC236}">
                  <a16:creationId xmlns:a16="http://schemas.microsoft.com/office/drawing/2014/main" id="{349D1776-AD19-8C39-3CB8-50F5FEC79880}"/>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3" name="Oval 15">
              <a:extLst>
                <a:ext uri="{FF2B5EF4-FFF2-40B4-BE49-F238E27FC236}">
                  <a16:creationId xmlns:a16="http://schemas.microsoft.com/office/drawing/2014/main" id="{98E8627E-7215-4B29-390F-9B1414AFC93F}"/>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24" name="Straight Connector 1623">
              <a:extLst>
                <a:ext uri="{FF2B5EF4-FFF2-40B4-BE49-F238E27FC236}">
                  <a16:creationId xmlns:a16="http://schemas.microsoft.com/office/drawing/2014/main" id="{07EDEF53-821E-3F57-D4E3-F7E05D8D44BE}"/>
                </a:ext>
              </a:extLst>
            </p:cNvPr>
            <p:cNvCxnSpPr>
              <a:cxnSpLocks/>
              <a:stCxn id="1623"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25" name="Straight Connector 1624">
              <a:extLst>
                <a:ext uri="{FF2B5EF4-FFF2-40B4-BE49-F238E27FC236}">
                  <a16:creationId xmlns:a16="http://schemas.microsoft.com/office/drawing/2014/main" id="{014BA887-2E6F-E0E5-B72C-19579FA9704A}"/>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26" name="Group 1625">
            <a:extLst>
              <a:ext uri="{FF2B5EF4-FFF2-40B4-BE49-F238E27FC236}">
                <a16:creationId xmlns:a16="http://schemas.microsoft.com/office/drawing/2014/main" id="{F8EDAC50-792E-BB4E-24CA-A61406809F8C}"/>
              </a:ext>
            </a:extLst>
          </p:cNvPr>
          <p:cNvGrpSpPr/>
          <p:nvPr/>
        </p:nvGrpSpPr>
        <p:grpSpPr>
          <a:xfrm>
            <a:off x="7123928" y="2974052"/>
            <a:ext cx="721206" cy="609701"/>
            <a:chOff x="7123149" y="2974054"/>
            <a:chExt cx="721206" cy="609701"/>
          </a:xfrm>
        </p:grpSpPr>
        <p:sp>
          <p:nvSpPr>
            <p:cNvPr id="1627" name="Rectangle 1626">
              <a:hlinkHover r:id="" action="ppaction://noaction" highlightClick="1"/>
              <a:extLst>
                <a:ext uri="{FF2B5EF4-FFF2-40B4-BE49-F238E27FC236}">
                  <a16:creationId xmlns:a16="http://schemas.microsoft.com/office/drawing/2014/main" id="{B347E8D8-EECB-E813-87BB-7A67CCE70400}"/>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1628" name="Rectangle 1627">
              <a:extLst>
                <a:ext uri="{FF2B5EF4-FFF2-40B4-BE49-F238E27FC236}">
                  <a16:creationId xmlns:a16="http://schemas.microsoft.com/office/drawing/2014/main" id="{FD558DC4-83E9-BB28-BDD2-28FC37267203}"/>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9" name="Oval 15">
              <a:extLst>
                <a:ext uri="{FF2B5EF4-FFF2-40B4-BE49-F238E27FC236}">
                  <a16:creationId xmlns:a16="http://schemas.microsoft.com/office/drawing/2014/main" id="{BB43F92E-DFFB-2BCB-229A-09140ED89D47}"/>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30" name="Straight Connector 1629">
              <a:extLst>
                <a:ext uri="{FF2B5EF4-FFF2-40B4-BE49-F238E27FC236}">
                  <a16:creationId xmlns:a16="http://schemas.microsoft.com/office/drawing/2014/main" id="{BB514264-8ECE-D065-3231-6D7563EA2FFE}"/>
                </a:ext>
              </a:extLst>
            </p:cNvPr>
            <p:cNvCxnSpPr>
              <a:cxnSpLocks/>
              <a:stCxn id="1629"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31" name="Straight Connector 1630">
              <a:extLst>
                <a:ext uri="{FF2B5EF4-FFF2-40B4-BE49-F238E27FC236}">
                  <a16:creationId xmlns:a16="http://schemas.microsoft.com/office/drawing/2014/main" id="{601E826F-61A7-3875-AA55-10B22B895C26}"/>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44" name="Group 1643">
            <a:extLst>
              <a:ext uri="{FF2B5EF4-FFF2-40B4-BE49-F238E27FC236}">
                <a16:creationId xmlns:a16="http://schemas.microsoft.com/office/drawing/2014/main" id="{74BCCECD-A122-BFF1-E104-569CA238F099}"/>
              </a:ext>
            </a:extLst>
          </p:cNvPr>
          <p:cNvGrpSpPr/>
          <p:nvPr/>
        </p:nvGrpSpPr>
        <p:grpSpPr>
          <a:xfrm>
            <a:off x="5455162" y="2974052"/>
            <a:ext cx="721206" cy="609701"/>
            <a:chOff x="5454383" y="2974054"/>
            <a:chExt cx="721206" cy="609701"/>
          </a:xfrm>
        </p:grpSpPr>
        <p:sp>
          <p:nvSpPr>
            <p:cNvPr id="1645" name="Rectangle 1644">
              <a:extLst>
                <a:ext uri="{FF2B5EF4-FFF2-40B4-BE49-F238E27FC236}">
                  <a16:creationId xmlns:a16="http://schemas.microsoft.com/office/drawing/2014/main" id="{6AE539D9-C6B6-02C2-F5C1-DD542C6F7F93}"/>
                </a:ext>
              </a:extLst>
            </p:cNvPr>
            <p:cNvSpPr/>
            <p:nvPr/>
          </p:nvSpPr>
          <p:spPr>
            <a:xfrm>
              <a:off x="5454383"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1646" name="Rectangle 1645">
              <a:extLst>
                <a:ext uri="{FF2B5EF4-FFF2-40B4-BE49-F238E27FC236}">
                  <a16:creationId xmlns:a16="http://schemas.microsoft.com/office/drawing/2014/main" id="{8CC81D8B-11A7-E83A-2429-E2A3B1DC7B1E}"/>
                </a:ext>
              </a:extLst>
            </p:cNvPr>
            <p:cNvSpPr/>
            <p:nvPr/>
          </p:nvSpPr>
          <p:spPr>
            <a:xfrm flipV="1">
              <a:off x="6064254"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7" name="Oval 15">
              <a:extLst>
                <a:ext uri="{FF2B5EF4-FFF2-40B4-BE49-F238E27FC236}">
                  <a16:creationId xmlns:a16="http://schemas.microsoft.com/office/drawing/2014/main" id="{C68BC958-05CD-F69A-6D53-1732E7506896}"/>
                </a:ext>
              </a:extLst>
            </p:cNvPr>
            <p:cNvSpPr/>
            <p:nvPr/>
          </p:nvSpPr>
          <p:spPr>
            <a:xfrm>
              <a:off x="6091643"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48" name="Straight Connector 1647">
              <a:extLst>
                <a:ext uri="{FF2B5EF4-FFF2-40B4-BE49-F238E27FC236}">
                  <a16:creationId xmlns:a16="http://schemas.microsoft.com/office/drawing/2014/main" id="{030920E9-E5DF-BC4F-C25D-16EAC7EE901D}"/>
                </a:ext>
              </a:extLst>
            </p:cNvPr>
            <p:cNvCxnSpPr>
              <a:cxnSpLocks/>
              <a:stCxn id="1647" idx="0"/>
            </p:cNvCxnSpPr>
            <p:nvPr/>
          </p:nvCxnSpPr>
          <p:spPr>
            <a:xfrm flipV="1">
              <a:off x="6097339"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49" name="Straight Connector 1648">
              <a:extLst>
                <a:ext uri="{FF2B5EF4-FFF2-40B4-BE49-F238E27FC236}">
                  <a16:creationId xmlns:a16="http://schemas.microsoft.com/office/drawing/2014/main" id="{BC4CB126-AA0F-0919-08BE-69F7A4CBF5BA}"/>
                </a:ext>
              </a:extLst>
            </p:cNvPr>
            <p:cNvCxnSpPr>
              <a:cxnSpLocks/>
            </p:cNvCxnSpPr>
            <p:nvPr/>
          </p:nvCxnSpPr>
          <p:spPr>
            <a:xfrm>
              <a:off x="6103058"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52" name="Group 51">
            <a:extLst>
              <a:ext uri="{FF2B5EF4-FFF2-40B4-BE49-F238E27FC236}">
                <a16:creationId xmlns:a16="http://schemas.microsoft.com/office/drawing/2014/main" id="{924894F0-C4D9-D922-7EC3-18CB1CEE3F0E}"/>
              </a:ext>
            </a:extLst>
          </p:cNvPr>
          <p:cNvGrpSpPr/>
          <p:nvPr/>
        </p:nvGrpSpPr>
        <p:grpSpPr>
          <a:xfrm>
            <a:off x="3779083" y="3698227"/>
            <a:ext cx="721206" cy="609701"/>
            <a:chOff x="3779083" y="3698227"/>
            <a:chExt cx="721206" cy="609701"/>
          </a:xfrm>
        </p:grpSpPr>
        <p:sp>
          <p:nvSpPr>
            <p:cNvPr id="53" name="Rectangle 52">
              <a:extLst>
                <a:ext uri="{FF2B5EF4-FFF2-40B4-BE49-F238E27FC236}">
                  <a16:creationId xmlns:a16="http://schemas.microsoft.com/office/drawing/2014/main" id="{5E7860D3-31EA-8A04-2545-6B358B055236}"/>
                </a:ext>
              </a:extLst>
            </p:cNvPr>
            <p:cNvSpPr/>
            <p:nvPr/>
          </p:nvSpPr>
          <p:spPr>
            <a:xfrm>
              <a:off x="3779083" y="3698227"/>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54" name="Right Triangle 53">
              <a:extLst>
                <a:ext uri="{FF2B5EF4-FFF2-40B4-BE49-F238E27FC236}">
                  <a16:creationId xmlns:a16="http://schemas.microsoft.com/office/drawing/2014/main" id="{1182D40E-7E54-8C9F-832F-0982BF8CF496}"/>
                </a:ext>
              </a:extLst>
            </p:cNvPr>
            <p:cNvSpPr/>
            <p:nvPr/>
          </p:nvSpPr>
          <p:spPr>
            <a:xfrm rot="10800000">
              <a:off x="4382074" y="3700642"/>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5" name="Group 54">
              <a:extLst>
                <a:ext uri="{FF2B5EF4-FFF2-40B4-BE49-F238E27FC236}">
                  <a16:creationId xmlns:a16="http://schemas.microsoft.com/office/drawing/2014/main" id="{18F42B39-CE21-A5F8-CE3D-71C1615C8276}"/>
                </a:ext>
              </a:extLst>
            </p:cNvPr>
            <p:cNvGrpSpPr/>
            <p:nvPr/>
          </p:nvGrpSpPr>
          <p:grpSpPr>
            <a:xfrm>
              <a:off x="4448518" y="3706736"/>
              <a:ext cx="37817" cy="61390"/>
              <a:chOff x="3883481" y="2057400"/>
              <a:chExt cx="1608363" cy="2652031"/>
            </a:xfrm>
            <a:solidFill>
              <a:srgbClr val="A6A6A6"/>
            </a:solidFill>
          </p:grpSpPr>
          <p:sp>
            <p:nvSpPr>
              <p:cNvPr id="56" name="Oval 27">
                <a:extLst>
                  <a:ext uri="{FF2B5EF4-FFF2-40B4-BE49-F238E27FC236}">
                    <a16:creationId xmlns:a16="http://schemas.microsoft.com/office/drawing/2014/main" id="{EF32DB8E-8D55-1DDB-1EC5-F27041BB2C8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 name="Oval 28">
                <a:extLst>
                  <a:ext uri="{FF2B5EF4-FFF2-40B4-BE49-F238E27FC236}">
                    <a16:creationId xmlns:a16="http://schemas.microsoft.com/office/drawing/2014/main" id="{5CFCCA7B-C9CF-61AD-3BC5-C25B1CA44BE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8" name="Group 57">
            <a:extLst>
              <a:ext uri="{FF2B5EF4-FFF2-40B4-BE49-F238E27FC236}">
                <a16:creationId xmlns:a16="http://schemas.microsoft.com/office/drawing/2014/main" id="{5C27DFB3-6C30-CC61-BD54-E4258844FB10}"/>
              </a:ext>
            </a:extLst>
          </p:cNvPr>
          <p:cNvGrpSpPr/>
          <p:nvPr/>
        </p:nvGrpSpPr>
        <p:grpSpPr>
          <a:xfrm>
            <a:off x="4615770" y="3698227"/>
            <a:ext cx="721206" cy="609701"/>
            <a:chOff x="4615770" y="3698227"/>
            <a:chExt cx="721206" cy="609701"/>
          </a:xfrm>
        </p:grpSpPr>
        <p:sp>
          <p:nvSpPr>
            <p:cNvPr id="59" name="Rectangle 58">
              <a:hlinkHover r:id="" action="ppaction://noaction" highlightClick="1"/>
              <a:extLst>
                <a:ext uri="{FF2B5EF4-FFF2-40B4-BE49-F238E27FC236}">
                  <a16:creationId xmlns:a16="http://schemas.microsoft.com/office/drawing/2014/main" id="{D0283E89-7C4A-C347-C4E5-A1D7765923FB}"/>
                </a:ext>
              </a:extLst>
            </p:cNvPr>
            <p:cNvSpPr/>
            <p:nvPr/>
          </p:nvSpPr>
          <p:spPr>
            <a:xfrm>
              <a:off x="461577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60" name="Oval 59">
              <a:extLst>
                <a:ext uri="{FF2B5EF4-FFF2-40B4-BE49-F238E27FC236}">
                  <a16:creationId xmlns:a16="http://schemas.microsoft.com/office/drawing/2014/main" id="{22620FB6-5BDC-02E8-DE45-1F0B0ABA3F79}"/>
                </a:ext>
              </a:extLst>
            </p:cNvPr>
            <p:cNvSpPr/>
            <p:nvPr/>
          </p:nvSpPr>
          <p:spPr>
            <a:xfrm>
              <a:off x="5190368"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 name="Isosceles Triangle 648">
              <a:extLst>
                <a:ext uri="{FF2B5EF4-FFF2-40B4-BE49-F238E27FC236}">
                  <a16:creationId xmlns:a16="http://schemas.microsoft.com/office/drawing/2014/main" id="{349F0110-93CD-7F93-C59F-C79C244567DE}"/>
                </a:ext>
              </a:extLst>
            </p:cNvPr>
            <p:cNvSpPr/>
            <p:nvPr/>
          </p:nvSpPr>
          <p:spPr>
            <a:xfrm>
              <a:off x="5220493"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2" name="Group 61">
            <a:extLst>
              <a:ext uri="{FF2B5EF4-FFF2-40B4-BE49-F238E27FC236}">
                <a16:creationId xmlns:a16="http://schemas.microsoft.com/office/drawing/2014/main" id="{1E42645B-86B4-FE51-C553-368FFF29FAC8}"/>
              </a:ext>
            </a:extLst>
          </p:cNvPr>
          <p:cNvGrpSpPr/>
          <p:nvPr/>
        </p:nvGrpSpPr>
        <p:grpSpPr>
          <a:xfrm>
            <a:off x="2099602" y="5136552"/>
            <a:ext cx="721206" cy="609701"/>
            <a:chOff x="2099602" y="5136552"/>
            <a:chExt cx="721206" cy="609701"/>
          </a:xfrm>
        </p:grpSpPr>
        <p:sp>
          <p:nvSpPr>
            <p:cNvPr id="63" name="Rectangle 62">
              <a:extLst>
                <a:ext uri="{FF2B5EF4-FFF2-40B4-BE49-F238E27FC236}">
                  <a16:creationId xmlns:a16="http://schemas.microsoft.com/office/drawing/2014/main" id="{6A57CEC3-3348-ED26-6B47-EC9A79252BDA}"/>
                </a:ext>
              </a:extLst>
            </p:cNvPr>
            <p:cNvSpPr/>
            <p:nvPr/>
          </p:nvSpPr>
          <p:spPr>
            <a:xfrm>
              <a:off x="2099602" y="5136552"/>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64" name="Right Triangle 63">
              <a:extLst>
                <a:ext uri="{FF2B5EF4-FFF2-40B4-BE49-F238E27FC236}">
                  <a16:creationId xmlns:a16="http://schemas.microsoft.com/office/drawing/2014/main" id="{CAB877A2-B63B-9431-FACE-358AFD13945D}"/>
                </a:ext>
              </a:extLst>
            </p:cNvPr>
            <p:cNvSpPr/>
            <p:nvPr/>
          </p:nvSpPr>
          <p:spPr>
            <a:xfrm rot="10800000">
              <a:off x="2699220" y="514527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5" name="Group 64">
              <a:extLst>
                <a:ext uri="{FF2B5EF4-FFF2-40B4-BE49-F238E27FC236}">
                  <a16:creationId xmlns:a16="http://schemas.microsoft.com/office/drawing/2014/main" id="{B6BA844F-B622-2748-598D-EB6F4268AF44}"/>
                </a:ext>
              </a:extLst>
            </p:cNvPr>
            <p:cNvGrpSpPr/>
            <p:nvPr/>
          </p:nvGrpSpPr>
          <p:grpSpPr>
            <a:xfrm>
              <a:off x="2765664" y="5151370"/>
              <a:ext cx="37817" cy="61390"/>
              <a:chOff x="3883481" y="2057400"/>
              <a:chExt cx="1608363" cy="2652031"/>
            </a:xfrm>
            <a:solidFill>
              <a:srgbClr val="A6A6A6"/>
            </a:solidFill>
          </p:grpSpPr>
          <p:sp>
            <p:nvSpPr>
              <p:cNvPr id="66" name="Oval 27">
                <a:extLst>
                  <a:ext uri="{FF2B5EF4-FFF2-40B4-BE49-F238E27FC236}">
                    <a16:creationId xmlns:a16="http://schemas.microsoft.com/office/drawing/2014/main" id="{BDD68991-5874-4D58-F218-23072EB338C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 name="Oval 28">
                <a:extLst>
                  <a:ext uri="{FF2B5EF4-FFF2-40B4-BE49-F238E27FC236}">
                    <a16:creationId xmlns:a16="http://schemas.microsoft.com/office/drawing/2014/main" id="{E3E93CAE-55D9-A7D4-FB8B-125BE6014EC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8" name="Group 67">
            <a:extLst>
              <a:ext uri="{FF2B5EF4-FFF2-40B4-BE49-F238E27FC236}">
                <a16:creationId xmlns:a16="http://schemas.microsoft.com/office/drawing/2014/main" id="{36E3D657-2696-9BA1-9FB4-999EBA6BA97D}"/>
              </a:ext>
            </a:extLst>
          </p:cNvPr>
          <p:cNvGrpSpPr/>
          <p:nvPr/>
        </p:nvGrpSpPr>
        <p:grpSpPr>
          <a:xfrm>
            <a:off x="2100388" y="4419620"/>
            <a:ext cx="721206" cy="609701"/>
            <a:chOff x="2100388" y="4419620"/>
            <a:chExt cx="721206" cy="609701"/>
          </a:xfrm>
        </p:grpSpPr>
        <p:sp>
          <p:nvSpPr>
            <p:cNvPr id="69" name="Rectangle 68">
              <a:extLst>
                <a:ext uri="{FF2B5EF4-FFF2-40B4-BE49-F238E27FC236}">
                  <a16:creationId xmlns:a16="http://schemas.microsoft.com/office/drawing/2014/main" id="{8C416098-1ACA-CB86-71DB-7E591528DE0E}"/>
                </a:ext>
              </a:extLst>
            </p:cNvPr>
            <p:cNvSpPr/>
            <p:nvPr/>
          </p:nvSpPr>
          <p:spPr>
            <a:xfrm>
              <a:off x="2100388" y="4419620"/>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70" name="Right Triangle 69">
              <a:extLst>
                <a:ext uri="{FF2B5EF4-FFF2-40B4-BE49-F238E27FC236}">
                  <a16:creationId xmlns:a16="http://schemas.microsoft.com/office/drawing/2014/main" id="{3047CA0C-C90B-E496-B576-BFCA40D1389A}"/>
                </a:ext>
              </a:extLst>
            </p:cNvPr>
            <p:cNvSpPr/>
            <p:nvPr/>
          </p:nvSpPr>
          <p:spPr>
            <a:xfrm rot="10800000">
              <a:off x="2703417" y="4428344"/>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1" name="Group 70">
              <a:extLst>
                <a:ext uri="{FF2B5EF4-FFF2-40B4-BE49-F238E27FC236}">
                  <a16:creationId xmlns:a16="http://schemas.microsoft.com/office/drawing/2014/main" id="{1BAE48FD-F8FE-3AD5-4135-0BBAFB79BC40}"/>
                </a:ext>
              </a:extLst>
            </p:cNvPr>
            <p:cNvGrpSpPr/>
            <p:nvPr/>
          </p:nvGrpSpPr>
          <p:grpSpPr>
            <a:xfrm>
              <a:off x="2769861" y="4434438"/>
              <a:ext cx="37817" cy="61390"/>
              <a:chOff x="3883481" y="2057400"/>
              <a:chExt cx="1608363" cy="2652031"/>
            </a:xfrm>
            <a:solidFill>
              <a:srgbClr val="A6A6A6"/>
            </a:solidFill>
          </p:grpSpPr>
          <p:sp>
            <p:nvSpPr>
              <p:cNvPr id="72" name="Oval 27">
                <a:extLst>
                  <a:ext uri="{FF2B5EF4-FFF2-40B4-BE49-F238E27FC236}">
                    <a16:creationId xmlns:a16="http://schemas.microsoft.com/office/drawing/2014/main" id="{EA309349-9878-8B43-B6F8-6ED12AA8E80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 name="Oval 28">
                <a:extLst>
                  <a:ext uri="{FF2B5EF4-FFF2-40B4-BE49-F238E27FC236}">
                    <a16:creationId xmlns:a16="http://schemas.microsoft.com/office/drawing/2014/main" id="{CBFCE4E9-93ED-A2A9-BDB2-C500AD106D7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4" name="Group 73">
            <a:extLst>
              <a:ext uri="{FF2B5EF4-FFF2-40B4-BE49-F238E27FC236}">
                <a16:creationId xmlns:a16="http://schemas.microsoft.com/office/drawing/2014/main" id="{722D7C8F-50AE-63E8-A241-9A1D2D5ABFAB}"/>
              </a:ext>
            </a:extLst>
          </p:cNvPr>
          <p:cNvGrpSpPr/>
          <p:nvPr/>
        </p:nvGrpSpPr>
        <p:grpSpPr>
          <a:xfrm>
            <a:off x="10509579" y="5141013"/>
            <a:ext cx="721206" cy="609701"/>
            <a:chOff x="10509579" y="5141013"/>
            <a:chExt cx="721206" cy="609701"/>
          </a:xfrm>
        </p:grpSpPr>
        <p:sp>
          <p:nvSpPr>
            <p:cNvPr id="75" name="Rectangle 74">
              <a:hlinkHover r:id="" action="ppaction://noaction" highlightClick="1"/>
              <a:extLst>
                <a:ext uri="{FF2B5EF4-FFF2-40B4-BE49-F238E27FC236}">
                  <a16:creationId xmlns:a16="http://schemas.microsoft.com/office/drawing/2014/main" id="{61C18BD6-263F-A82E-9FF2-45CC856EAC14}"/>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76" name="Oval 75">
              <a:extLst>
                <a:ext uri="{FF2B5EF4-FFF2-40B4-BE49-F238E27FC236}">
                  <a16:creationId xmlns:a16="http://schemas.microsoft.com/office/drawing/2014/main" id="{6CB98FCE-CAFB-BD5F-0780-0B2B9108B344}"/>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 name="Isosceles Triangle 648">
              <a:extLst>
                <a:ext uri="{FF2B5EF4-FFF2-40B4-BE49-F238E27FC236}">
                  <a16:creationId xmlns:a16="http://schemas.microsoft.com/office/drawing/2014/main" id="{0C6BFCCB-7709-A40E-D66B-B663C7F84BB5}"/>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
        <p:nvSpPr>
          <p:cNvPr id="10" name="Oval 9">
            <a:extLst>
              <a:ext uri="{FF2B5EF4-FFF2-40B4-BE49-F238E27FC236}">
                <a16:creationId xmlns:a16="http://schemas.microsoft.com/office/drawing/2014/main" id="{209ABC5E-28ED-2B5D-662F-C7BA6C7DEE0D}"/>
              </a:ext>
            </a:extLst>
          </p:cNvPr>
          <p:cNvSpPr/>
          <p:nvPr/>
        </p:nvSpPr>
        <p:spPr>
          <a:xfrm>
            <a:off x="8543070" y="442787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Isosceles Triangle 648">
            <a:extLst>
              <a:ext uri="{FF2B5EF4-FFF2-40B4-BE49-F238E27FC236}">
                <a16:creationId xmlns:a16="http://schemas.microsoft.com/office/drawing/2014/main" id="{764EB509-DAF1-9713-E385-89E9D20A8B5D}"/>
              </a:ext>
            </a:extLst>
          </p:cNvPr>
          <p:cNvSpPr/>
          <p:nvPr/>
        </p:nvSpPr>
        <p:spPr>
          <a:xfrm>
            <a:off x="8573193" y="44413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0" name="Group 19">
            <a:extLst>
              <a:ext uri="{FF2B5EF4-FFF2-40B4-BE49-F238E27FC236}">
                <a16:creationId xmlns:a16="http://schemas.microsoft.com/office/drawing/2014/main" id="{9314607D-94FA-4045-5A31-EA9A919B655B}"/>
              </a:ext>
            </a:extLst>
          </p:cNvPr>
          <p:cNvGrpSpPr/>
          <p:nvPr/>
        </p:nvGrpSpPr>
        <p:grpSpPr>
          <a:xfrm>
            <a:off x="8807246" y="1508831"/>
            <a:ext cx="721206" cy="609701"/>
            <a:chOff x="8807246" y="1532278"/>
            <a:chExt cx="721206" cy="609701"/>
          </a:xfrm>
        </p:grpSpPr>
        <p:sp>
          <p:nvSpPr>
            <p:cNvPr id="21" name="Rectangle 20">
              <a:hlinkHover r:id="" action="ppaction://noaction" highlightClick="1"/>
              <a:extLst>
                <a:ext uri="{FF2B5EF4-FFF2-40B4-BE49-F238E27FC236}">
                  <a16:creationId xmlns:a16="http://schemas.microsoft.com/office/drawing/2014/main" id="{70805D0D-5850-ACC4-4DE0-F8318B6E1ACE}"/>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22" name="Oval 21">
              <a:extLst>
                <a:ext uri="{FF2B5EF4-FFF2-40B4-BE49-F238E27FC236}">
                  <a16:creationId xmlns:a16="http://schemas.microsoft.com/office/drawing/2014/main" id="{D47E6276-89AF-7D29-922A-71979483FDFC}"/>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 name="Isosceles Triangle 648">
              <a:extLst>
                <a:ext uri="{FF2B5EF4-FFF2-40B4-BE49-F238E27FC236}">
                  <a16:creationId xmlns:a16="http://schemas.microsoft.com/office/drawing/2014/main" id="{3759188B-77EF-83F3-03A8-76AE13F171A3}"/>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4" name="Group 23">
            <a:extLst>
              <a:ext uri="{FF2B5EF4-FFF2-40B4-BE49-F238E27FC236}">
                <a16:creationId xmlns:a16="http://schemas.microsoft.com/office/drawing/2014/main" id="{694DA413-0903-EB8B-AD0A-0AEC20072A73}"/>
              </a:ext>
            </a:extLst>
          </p:cNvPr>
          <p:cNvGrpSpPr/>
          <p:nvPr/>
        </p:nvGrpSpPr>
        <p:grpSpPr>
          <a:xfrm>
            <a:off x="11356242" y="1508829"/>
            <a:ext cx="721206" cy="609701"/>
            <a:chOff x="11356242" y="1532276"/>
            <a:chExt cx="721206" cy="609701"/>
          </a:xfrm>
        </p:grpSpPr>
        <p:sp>
          <p:nvSpPr>
            <p:cNvPr id="25" name="Rectangle 24">
              <a:hlinkHover r:id="" action="ppaction://noaction" highlightClick="1"/>
              <a:extLst>
                <a:ext uri="{FF2B5EF4-FFF2-40B4-BE49-F238E27FC236}">
                  <a16:creationId xmlns:a16="http://schemas.microsoft.com/office/drawing/2014/main" id="{59A3D0DB-9241-A296-C4A6-79AB0C179AA1}"/>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26" name="Oval 25">
              <a:extLst>
                <a:ext uri="{FF2B5EF4-FFF2-40B4-BE49-F238E27FC236}">
                  <a16:creationId xmlns:a16="http://schemas.microsoft.com/office/drawing/2014/main" id="{F323B1AC-6CBB-2EFF-F1E8-AC5FBEE3C937}"/>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Isosceles Triangle 648">
              <a:extLst>
                <a:ext uri="{FF2B5EF4-FFF2-40B4-BE49-F238E27FC236}">
                  <a16:creationId xmlns:a16="http://schemas.microsoft.com/office/drawing/2014/main" id="{7851D8EA-C247-0007-92CE-59881737B504}"/>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 name="Group 85">
            <a:extLst>
              <a:ext uri="{FF2B5EF4-FFF2-40B4-BE49-F238E27FC236}">
                <a16:creationId xmlns:a16="http://schemas.microsoft.com/office/drawing/2014/main" id="{DA0D702A-E776-17F3-66AE-235FE8FFA168}"/>
              </a:ext>
            </a:extLst>
          </p:cNvPr>
          <p:cNvGrpSpPr/>
          <p:nvPr/>
        </p:nvGrpSpPr>
        <p:grpSpPr>
          <a:xfrm>
            <a:off x="2107991" y="2974054"/>
            <a:ext cx="721206" cy="609701"/>
            <a:chOff x="10506805" y="2974054"/>
            <a:chExt cx="721206" cy="609701"/>
          </a:xfrm>
        </p:grpSpPr>
        <p:sp>
          <p:nvSpPr>
            <p:cNvPr id="87" name="Rectangle 86">
              <a:extLst>
                <a:ext uri="{FF2B5EF4-FFF2-40B4-BE49-F238E27FC236}">
                  <a16:creationId xmlns:a16="http://schemas.microsoft.com/office/drawing/2014/main" id="{B9263246-7D23-1F22-F9F1-5A8829A6A750}"/>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88" name="Rectangle 87">
              <a:extLst>
                <a:ext uri="{FF2B5EF4-FFF2-40B4-BE49-F238E27FC236}">
                  <a16:creationId xmlns:a16="http://schemas.microsoft.com/office/drawing/2014/main" id="{FBB30D75-63D8-D8D3-385D-D01F83D964B6}"/>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 name="Oval 15">
              <a:extLst>
                <a:ext uri="{FF2B5EF4-FFF2-40B4-BE49-F238E27FC236}">
                  <a16:creationId xmlns:a16="http://schemas.microsoft.com/office/drawing/2014/main" id="{0CE76299-6289-41D0-E144-32CAEE5C95E4}"/>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0" name="Straight Connector 89">
              <a:extLst>
                <a:ext uri="{FF2B5EF4-FFF2-40B4-BE49-F238E27FC236}">
                  <a16:creationId xmlns:a16="http://schemas.microsoft.com/office/drawing/2014/main" id="{4301A294-9B2F-D014-9A8A-C1F87ACAA3F0}"/>
                </a:ext>
              </a:extLst>
            </p:cNvPr>
            <p:cNvCxnSpPr>
              <a:cxnSpLocks/>
              <a:stCxn id="89"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1" name="Straight Connector 90">
              <a:extLst>
                <a:ext uri="{FF2B5EF4-FFF2-40B4-BE49-F238E27FC236}">
                  <a16:creationId xmlns:a16="http://schemas.microsoft.com/office/drawing/2014/main" id="{7140562A-523A-1A35-0661-92FB55C3D64D}"/>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2" name="Group 91">
            <a:extLst>
              <a:ext uri="{FF2B5EF4-FFF2-40B4-BE49-F238E27FC236}">
                <a16:creationId xmlns:a16="http://schemas.microsoft.com/office/drawing/2014/main" id="{53540BB4-DCD2-5C38-F286-85F3BB892A29}"/>
              </a:ext>
            </a:extLst>
          </p:cNvPr>
          <p:cNvGrpSpPr/>
          <p:nvPr/>
        </p:nvGrpSpPr>
        <p:grpSpPr>
          <a:xfrm>
            <a:off x="4615253" y="2974053"/>
            <a:ext cx="721206" cy="609701"/>
            <a:chOff x="9657610" y="2974054"/>
            <a:chExt cx="721206" cy="609701"/>
          </a:xfrm>
        </p:grpSpPr>
        <p:sp>
          <p:nvSpPr>
            <p:cNvPr id="93" name="Rectangle 92">
              <a:extLst>
                <a:ext uri="{FF2B5EF4-FFF2-40B4-BE49-F238E27FC236}">
                  <a16:creationId xmlns:a16="http://schemas.microsoft.com/office/drawing/2014/main" id="{AB827399-3BA8-529B-3D6C-2EB2A593CAE2}"/>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94" name="Rectangle 93">
              <a:extLst>
                <a:ext uri="{FF2B5EF4-FFF2-40B4-BE49-F238E27FC236}">
                  <a16:creationId xmlns:a16="http://schemas.microsoft.com/office/drawing/2014/main" id="{231F0E12-9DED-4988-FB80-F6DA74A0A3DC}"/>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 name="Oval 15">
              <a:extLst>
                <a:ext uri="{FF2B5EF4-FFF2-40B4-BE49-F238E27FC236}">
                  <a16:creationId xmlns:a16="http://schemas.microsoft.com/office/drawing/2014/main" id="{7ADD57AF-54BF-DF1B-9ADC-1380130A90D6}"/>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6" name="Straight Connector 95">
              <a:extLst>
                <a:ext uri="{FF2B5EF4-FFF2-40B4-BE49-F238E27FC236}">
                  <a16:creationId xmlns:a16="http://schemas.microsoft.com/office/drawing/2014/main" id="{7542C022-8E6B-23A3-3832-4A89B3903455}"/>
                </a:ext>
              </a:extLst>
            </p:cNvPr>
            <p:cNvCxnSpPr>
              <a:cxnSpLocks/>
              <a:stCxn id="95"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7" name="Straight Connector 96">
              <a:extLst>
                <a:ext uri="{FF2B5EF4-FFF2-40B4-BE49-F238E27FC236}">
                  <a16:creationId xmlns:a16="http://schemas.microsoft.com/office/drawing/2014/main" id="{AD83C07C-DA3B-F996-3CC8-26A9B81C718B}"/>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8" name="Group 97">
            <a:extLst>
              <a:ext uri="{FF2B5EF4-FFF2-40B4-BE49-F238E27FC236}">
                <a16:creationId xmlns:a16="http://schemas.microsoft.com/office/drawing/2014/main" id="{66661111-DE07-0136-B46C-01121CE47DA7}"/>
              </a:ext>
            </a:extLst>
          </p:cNvPr>
          <p:cNvGrpSpPr/>
          <p:nvPr/>
        </p:nvGrpSpPr>
        <p:grpSpPr>
          <a:xfrm>
            <a:off x="11355999" y="2974054"/>
            <a:ext cx="721206" cy="609701"/>
            <a:chOff x="11355999" y="2974054"/>
            <a:chExt cx="721206" cy="609701"/>
          </a:xfrm>
        </p:grpSpPr>
        <p:sp>
          <p:nvSpPr>
            <p:cNvPr id="99" name="Rectangle 98">
              <a:hlinkHover r:id="" action="ppaction://noaction" highlightClick="1"/>
              <a:extLst>
                <a:ext uri="{FF2B5EF4-FFF2-40B4-BE49-F238E27FC236}">
                  <a16:creationId xmlns:a16="http://schemas.microsoft.com/office/drawing/2014/main" id="{9FA6697D-14FE-E1EE-6BEF-69B2F383ADEA}"/>
                </a:ext>
              </a:extLst>
            </p:cNvPr>
            <p:cNvSpPr/>
            <p:nvPr/>
          </p:nvSpPr>
          <p:spPr>
            <a:xfrm>
              <a:off x="11355999" y="297405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100" name="Oval 99">
              <a:extLst>
                <a:ext uri="{FF2B5EF4-FFF2-40B4-BE49-F238E27FC236}">
                  <a16:creationId xmlns:a16="http://schemas.microsoft.com/office/drawing/2014/main" id="{8CB2841D-27CB-92DA-1478-120336C239FF}"/>
                </a:ext>
              </a:extLst>
            </p:cNvPr>
            <p:cNvSpPr/>
            <p:nvPr/>
          </p:nvSpPr>
          <p:spPr>
            <a:xfrm>
              <a:off x="11933223" y="298330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 name="Isosceles Triangle 648">
              <a:extLst>
                <a:ext uri="{FF2B5EF4-FFF2-40B4-BE49-F238E27FC236}">
                  <a16:creationId xmlns:a16="http://schemas.microsoft.com/office/drawing/2014/main" id="{97A20515-DF01-ADAF-3082-35D1502B79B5}"/>
                </a:ext>
              </a:extLst>
            </p:cNvPr>
            <p:cNvSpPr/>
            <p:nvPr/>
          </p:nvSpPr>
          <p:spPr>
            <a:xfrm>
              <a:off x="11963348" y="299682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2" name="Group 101">
            <a:extLst>
              <a:ext uri="{FF2B5EF4-FFF2-40B4-BE49-F238E27FC236}">
                <a16:creationId xmlns:a16="http://schemas.microsoft.com/office/drawing/2014/main" id="{6EE6CC9A-DA64-6E8D-5BDB-3C0809E958A1}"/>
              </a:ext>
            </a:extLst>
          </p:cNvPr>
          <p:cNvGrpSpPr/>
          <p:nvPr/>
        </p:nvGrpSpPr>
        <p:grpSpPr>
          <a:xfrm>
            <a:off x="10513198" y="2974054"/>
            <a:ext cx="721206" cy="609701"/>
            <a:chOff x="9656908" y="2253333"/>
            <a:chExt cx="721206" cy="609701"/>
          </a:xfrm>
        </p:grpSpPr>
        <p:sp>
          <p:nvSpPr>
            <p:cNvPr id="103" name="Rectangle 102">
              <a:hlinkHover r:id="" action="ppaction://noaction" highlightClick="1"/>
              <a:extLst>
                <a:ext uri="{FF2B5EF4-FFF2-40B4-BE49-F238E27FC236}">
                  <a16:creationId xmlns:a16="http://schemas.microsoft.com/office/drawing/2014/main" id="{0F82CA33-8620-59D6-CA76-6ADA61EFEE0B}"/>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Agent Identities</a:t>
              </a:r>
            </a:p>
          </p:txBody>
        </p:sp>
        <p:sp>
          <p:nvSpPr>
            <p:cNvPr id="104" name="Rectangle 103">
              <a:extLst>
                <a:ext uri="{FF2B5EF4-FFF2-40B4-BE49-F238E27FC236}">
                  <a16:creationId xmlns:a16="http://schemas.microsoft.com/office/drawing/2014/main" id="{E136BF44-9B4C-49F5-607D-0FCE749B3D9B}"/>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 name="Oval 15">
              <a:extLst>
                <a:ext uri="{FF2B5EF4-FFF2-40B4-BE49-F238E27FC236}">
                  <a16:creationId xmlns:a16="http://schemas.microsoft.com/office/drawing/2014/main" id="{46502D7E-192D-3DE5-DFD0-007D6C3A1B53}"/>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6" name="Straight Connector 105">
              <a:extLst>
                <a:ext uri="{FF2B5EF4-FFF2-40B4-BE49-F238E27FC236}">
                  <a16:creationId xmlns:a16="http://schemas.microsoft.com/office/drawing/2014/main" id="{41549176-93D9-4B7F-1ADF-0A144BD43D3C}"/>
                </a:ext>
              </a:extLst>
            </p:cNvPr>
            <p:cNvCxnSpPr>
              <a:cxnSpLocks/>
              <a:stCxn id="105"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7" name="Straight Connector 106">
              <a:extLst>
                <a:ext uri="{FF2B5EF4-FFF2-40B4-BE49-F238E27FC236}">
                  <a16:creationId xmlns:a16="http://schemas.microsoft.com/office/drawing/2014/main" id="{9D0B5D1D-C48D-0E89-8513-1F6EB2A033F7}"/>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58C55186-6F42-FB87-8F18-A3FCAA2FCB10}"/>
              </a:ext>
            </a:extLst>
          </p:cNvPr>
          <p:cNvGrpSpPr/>
          <p:nvPr/>
        </p:nvGrpSpPr>
        <p:grpSpPr>
          <a:xfrm>
            <a:off x="1268346" y="3698225"/>
            <a:ext cx="721893" cy="610376"/>
            <a:chOff x="1268346" y="3698225"/>
            <a:chExt cx="721893" cy="610376"/>
          </a:xfrm>
        </p:grpSpPr>
        <p:sp>
          <p:nvSpPr>
            <p:cNvPr id="115" name="Rectangle 114">
              <a:extLst>
                <a:ext uri="{FF2B5EF4-FFF2-40B4-BE49-F238E27FC236}">
                  <a16:creationId xmlns:a16="http://schemas.microsoft.com/office/drawing/2014/main" id="{5FB4B951-840A-0854-3E6D-D1EAF10205CF}"/>
                </a:ext>
              </a:extLst>
            </p:cNvPr>
            <p:cNvSpPr/>
            <p:nvPr/>
          </p:nvSpPr>
          <p:spPr>
            <a:xfrm>
              <a:off x="1268346" y="3698898"/>
              <a:ext cx="721206" cy="609703"/>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Passwordless AuthN</a:t>
              </a:r>
            </a:p>
          </p:txBody>
        </p:sp>
        <p:sp>
          <p:nvSpPr>
            <p:cNvPr id="116" name="Right Triangle 115">
              <a:extLst>
                <a:ext uri="{FF2B5EF4-FFF2-40B4-BE49-F238E27FC236}">
                  <a16:creationId xmlns:a16="http://schemas.microsoft.com/office/drawing/2014/main" id="{21B3F393-058B-0575-0CAE-3DE9DF92521A}"/>
                </a:ext>
              </a:extLst>
            </p:cNvPr>
            <p:cNvSpPr/>
            <p:nvPr/>
          </p:nvSpPr>
          <p:spPr>
            <a:xfrm rot="10800000">
              <a:off x="1873185" y="3698225"/>
              <a:ext cx="117054" cy="115242"/>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7" name="Group 116">
              <a:extLst>
                <a:ext uri="{FF2B5EF4-FFF2-40B4-BE49-F238E27FC236}">
                  <a16:creationId xmlns:a16="http://schemas.microsoft.com/office/drawing/2014/main" id="{85196500-B746-BF13-CB77-DC4229C70B0B}"/>
                </a:ext>
              </a:extLst>
            </p:cNvPr>
            <p:cNvGrpSpPr/>
            <p:nvPr/>
          </p:nvGrpSpPr>
          <p:grpSpPr>
            <a:xfrm>
              <a:off x="1939628" y="3704319"/>
              <a:ext cx="37817" cy="61390"/>
              <a:chOff x="3883481" y="2057400"/>
              <a:chExt cx="1608363" cy="2652031"/>
            </a:xfrm>
            <a:solidFill>
              <a:srgbClr val="A6A6A6"/>
            </a:solidFill>
          </p:grpSpPr>
          <p:sp>
            <p:nvSpPr>
              <p:cNvPr id="118" name="Oval 27">
                <a:extLst>
                  <a:ext uri="{FF2B5EF4-FFF2-40B4-BE49-F238E27FC236}">
                    <a16:creationId xmlns:a16="http://schemas.microsoft.com/office/drawing/2014/main" id="{EF8FD3DE-7FBD-CB03-4EE4-1B6CE84D41D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Oval 28">
                <a:extLst>
                  <a:ext uri="{FF2B5EF4-FFF2-40B4-BE49-F238E27FC236}">
                    <a16:creationId xmlns:a16="http://schemas.microsoft.com/office/drawing/2014/main" id="{8AD32298-5A3B-9153-CA41-930348FE74E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0" name="Group 119">
            <a:extLst>
              <a:ext uri="{FF2B5EF4-FFF2-40B4-BE49-F238E27FC236}">
                <a16:creationId xmlns:a16="http://schemas.microsoft.com/office/drawing/2014/main" id="{B9EEC752-5B5F-2616-3F9E-3512979624D5}"/>
              </a:ext>
            </a:extLst>
          </p:cNvPr>
          <p:cNvGrpSpPr/>
          <p:nvPr/>
        </p:nvGrpSpPr>
        <p:grpSpPr>
          <a:xfrm>
            <a:off x="7957586" y="2253332"/>
            <a:ext cx="721206" cy="609701"/>
            <a:chOff x="7957586" y="2253332"/>
            <a:chExt cx="721206" cy="609701"/>
          </a:xfrm>
        </p:grpSpPr>
        <p:sp>
          <p:nvSpPr>
            <p:cNvPr id="121" name="Rectangle 120">
              <a:extLst>
                <a:ext uri="{FF2B5EF4-FFF2-40B4-BE49-F238E27FC236}">
                  <a16:creationId xmlns:a16="http://schemas.microsoft.com/office/drawing/2014/main" id="{7AEC3B64-BABD-FBA4-77ED-2B67A9258FBE}"/>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22" name="Right Triangle 121">
              <a:extLst>
                <a:ext uri="{FF2B5EF4-FFF2-40B4-BE49-F238E27FC236}">
                  <a16:creationId xmlns:a16="http://schemas.microsoft.com/office/drawing/2014/main" id="{2AA18D55-B4E9-CB98-A74E-0CE428AAEB7E}"/>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3" name="Group 122">
              <a:extLst>
                <a:ext uri="{FF2B5EF4-FFF2-40B4-BE49-F238E27FC236}">
                  <a16:creationId xmlns:a16="http://schemas.microsoft.com/office/drawing/2014/main" id="{38F3E98F-6961-DCCA-5845-60AB5124B96A}"/>
                </a:ext>
              </a:extLst>
            </p:cNvPr>
            <p:cNvGrpSpPr/>
            <p:nvPr/>
          </p:nvGrpSpPr>
          <p:grpSpPr>
            <a:xfrm>
              <a:off x="8621942" y="2262669"/>
              <a:ext cx="37817" cy="61390"/>
              <a:chOff x="3883481" y="2057400"/>
              <a:chExt cx="1608363" cy="2652031"/>
            </a:xfrm>
            <a:solidFill>
              <a:srgbClr val="A6A6A6">
                <a:alpha val="20000"/>
              </a:srgbClr>
            </a:solidFill>
          </p:grpSpPr>
          <p:sp>
            <p:nvSpPr>
              <p:cNvPr id="124" name="Oval 27">
                <a:extLst>
                  <a:ext uri="{FF2B5EF4-FFF2-40B4-BE49-F238E27FC236}">
                    <a16:creationId xmlns:a16="http://schemas.microsoft.com/office/drawing/2014/main" id="{2203B072-CF70-5284-ACF9-546FA740E15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5" name="Oval 28">
                <a:extLst>
                  <a:ext uri="{FF2B5EF4-FFF2-40B4-BE49-F238E27FC236}">
                    <a16:creationId xmlns:a16="http://schemas.microsoft.com/office/drawing/2014/main" id="{205E2361-54F9-3F33-5189-6A11DCFEF43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26" name="Group 125">
            <a:extLst>
              <a:ext uri="{FF2B5EF4-FFF2-40B4-BE49-F238E27FC236}">
                <a16:creationId xmlns:a16="http://schemas.microsoft.com/office/drawing/2014/main" id="{674ABD97-FB70-C9C8-A034-628D944CA6EA}"/>
              </a:ext>
            </a:extLst>
          </p:cNvPr>
          <p:cNvGrpSpPr/>
          <p:nvPr/>
        </p:nvGrpSpPr>
        <p:grpSpPr>
          <a:xfrm>
            <a:off x="4605607" y="811556"/>
            <a:ext cx="722054" cy="609701"/>
            <a:chOff x="4605607" y="811556"/>
            <a:chExt cx="722054" cy="609701"/>
          </a:xfrm>
        </p:grpSpPr>
        <p:sp>
          <p:nvSpPr>
            <p:cNvPr id="127" name="Rectangle 126">
              <a:extLst>
                <a:ext uri="{FF2B5EF4-FFF2-40B4-BE49-F238E27FC236}">
                  <a16:creationId xmlns:a16="http://schemas.microsoft.com/office/drawing/2014/main" id="{A6798E2C-1226-22F0-43AD-958C5E144D4A}"/>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28" name="Rectangle 127">
              <a:extLst>
                <a:ext uri="{FF2B5EF4-FFF2-40B4-BE49-F238E27FC236}">
                  <a16:creationId xmlns:a16="http://schemas.microsoft.com/office/drawing/2014/main" id="{963791D0-98DC-8C25-6D08-99A34E3D4974}"/>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 name="Oval 15">
              <a:extLst>
                <a:ext uri="{FF2B5EF4-FFF2-40B4-BE49-F238E27FC236}">
                  <a16:creationId xmlns:a16="http://schemas.microsoft.com/office/drawing/2014/main" id="{F796E77B-55B1-BCD4-5578-B4521A179227}"/>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31" name="Straight Connector 130">
              <a:extLst>
                <a:ext uri="{FF2B5EF4-FFF2-40B4-BE49-F238E27FC236}">
                  <a16:creationId xmlns:a16="http://schemas.microsoft.com/office/drawing/2014/main" id="{30517649-EC90-56AD-DE6D-F39B6C88C65A}"/>
                </a:ext>
              </a:extLst>
            </p:cNvPr>
            <p:cNvCxnSpPr>
              <a:cxnSpLocks/>
              <a:stCxn id="129"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32" name="Straight Connector 131">
              <a:extLst>
                <a:ext uri="{FF2B5EF4-FFF2-40B4-BE49-F238E27FC236}">
                  <a16:creationId xmlns:a16="http://schemas.microsoft.com/office/drawing/2014/main" id="{8FE38D8C-CF89-D37F-31EE-C544ECD15CE3}"/>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3" name="Group 132">
            <a:extLst>
              <a:ext uri="{FF2B5EF4-FFF2-40B4-BE49-F238E27FC236}">
                <a16:creationId xmlns:a16="http://schemas.microsoft.com/office/drawing/2014/main" id="{025CF618-0512-D18D-CBC6-0804459E1A06}"/>
              </a:ext>
            </a:extLst>
          </p:cNvPr>
          <p:cNvGrpSpPr/>
          <p:nvPr/>
        </p:nvGrpSpPr>
        <p:grpSpPr>
          <a:xfrm>
            <a:off x="6290730" y="2257176"/>
            <a:ext cx="721206" cy="609701"/>
            <a:chOff x="8807250" y="2253334"/>
            <a:chExt cx="721206" cy="609701"/>
          </a:xfrm>
        </p:grpSpPr>
        <p:sp>
          <p:nvSpPr>
            <p:cNvPr id="134" name="Rectangle 133">
              <a:extLst>
                <a:ext uri="{FF2B5EF4-FFF2-40B4-BE49-F238E27FC236}">
                  <a16:creationId xmlns:a16="http://schemas.microsoft.com/office/drawing/2014/main" id="{97BE138F-6DA3-BA92-9B93-6D6C9299CBA9}"/>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35" name="Right Triangle 134">
              <a:extLst>
                <a:ext uri="{FF2B5EF4-FFF2-40B4-BE49-F238E27FC236}">
                  <a16:creationId xmlns:a16="http://schemas.microsoft.com/office/drawing/2014/main" id="{94709CC3-6496-F98B-DEA1-6C5B10557F81}"/>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6" name="Oval 27">
              <a:extLst>
                <a:ext uri="{FF2B5EF4-FFF2-40B4-BE49-F238E27FC236}">
                  <a16:creationId xmlns:a16="http://schemas.microsoft.com/office/drawing/2014/main" id="{8C7CA11C-A6FF-DFBA-D47E-983BDC263E4D}"/>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7" name="Oval 28">
              <a:extLst>
                <a:ext uri="{FF2B5EF4-FFF2-40B4-BE49-F238E27FC236}">
                  <a16:creationId xmlns:a16="http://schemas.microsoft.com/office/drawing/2014/main" id="{1702B067-98AD-78E9-FE9B-2012A2EF589A}"/>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8" name="Group 137">
            <a:extLst>
              <a:ext uri="{FF2B5EF4-FFF2-40B4-BE49-F238E27FC236}">
                <a16:creationId xmlns:a16="http://schemas.microsoft.com/office/drawing/2014/main" id="{B93A440A-D396-AC17-92AE-9F60D0061929}"/>
              </a:ext>
            </a:extLst>
          </p:cNvPr>
          <p:cNvGrpSpPr/>
          <p:nvPr/>
        </p:nvGrpSpPr>
        <p:grpSpPr>
          <a:xfrm>
            <a:off x="9651394" y="811173"/>
            <a:ext cx="721206" cy="609701"/>
            <a:chOff x="9657972" y="90836"/>
            <a:chExt cx="721206" cy="609701"/>
          </a:xfrm>
        </p:grpSpPr>
        <p:sp>
          <p:nvSpPr>
            <p:cNvPr id="139" name="Rectangle 138">
              <a:hlinkHover r:id="" action="ppaction://noaction" highlightClick="1"/>
              <a:extLst>
                <a:ext uri="{FF2B5EF4-FFF2-40B4-BE49-F238E27FC236}">
                  <a16:creationId xmlns:a16="http://schemas.microsoft.com/office/drawing/2014/main" id="{A4CD9094-3669-5181-3ABB-6FF099C460D3}"/>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40" name="Diamond 139">
              <a:extLst>
                <a:ext uri="{FF2B5EF4-FFF2-40B4-BE49-F238E27FC236}">
                  <a16:creationId xmlns:a16="http://schemas.microsoft.com/office/drawing/2014/main" id="{B645CCA7-3C03-D4D9-61E1-41AC4E5F4429}"/>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1" name="Oval 140">
              <a:extLst>
                <a:ext uri="{FF2B5EF4-FFF2-40B4-BE49-F238E27FC236}">
                  <a16:creationId xmlns:a16="http://schemas.microsoft.com/office/drawing/2014/main" id="{186AE46A-D752-57C4-FE83-69DAE9230182}"/>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2" name="Group 141">
            <a:extLst>
              <a:ext uri="{FF2B5EF4-FFF2-40B4-BE49-F238E27FC236}">
                <a16:creationId xmlns:a16="http://schemas.microsoft.com/office/drawing/2014/main" id="{468F8E1E-C76D-C5F9-1319-2B46C3918450}"/>
              </a:ext>
            </a:extLst>
          </p:cNvPr>
          <p:cNvGrpSpPr/>
          <p:nvPr/>
        </p:nvGrpSpPr>
        <p:grpSpPr>
          <a:xfrm>
            <a:off x="10520479" y="90836"/>
            <a:ext cx="721206" cy="609701"/>
            <a:chOff x="10520479" y="90836"/>
            <a:chExt cx="721206" cy="609701"/>
          </a:xfrm>
        </p:grpSpPr>
        <p:sp>
          <p:nvSpPr>
            <p:cNvPr id="143" name="Rectangle 142">
              <a:hlinkHover r:id="" action="ppaction://noaction" highlightClick="1"/>
              <a:extLst>
                <a:ext uri="{FF2B5EF4-FFF2-40B4-BE49-F238E27FC236}">
                  <a16:creationId xmlns:a16="http://schemas.microsoft.com/office/drawing/2014/main" id="{37CFE6B0-3E37-0ABF-ADC2-36E4E9D6F546}"/>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44" name="Oval 143">
              <a:extLst>
                <a:ext uri="{FF2B5EF4-FFF2-40B4-BE49-F238E27FC236}">
                  <a16:creationId xmlns:a16="http://schemas.microsoft.com/office/drawing/2014/main" id="{63F4AE6A-0BEA-0F84-78AF-70C80B109E8D}"/>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5" name="Isosceles Triangle 648">
              <a:extLst>
                <a:ext uri="{FF2B5EF4-FFF2-40B4-BE49-F238E27FC236}">
                  <a16:creationId xmlns:a16="http://schemas.microsoft.com/office/drawing/2014/main" id="{626023C6-2CC1-4CDE-52D3-07C7138F40B2}"/>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6" name="Group 145">
            <a:extLst>
              <a:ext uri="{FF2B5EF4-FFF2-40B4-BE49-F238E27FC236}">
                <a16:creationId xmlns:a16="http://schemas.microsoft.com/office/drawing/2014/main" id="{CB8ADA16-3882-A111-218D-2C2AC4C33BB4}"/>
              </a:ext>
            </a:extLst>
          </p:cNvPr>
          <p:cNvGrpSpPr/>
          <p:nvPr/>
        </p:nvGrpSpPr>
        <p:grpSpPr>
          <a:xfrm>
            <a:off x="9656903" y="2253333"/>
            <a:ext cx="721220" cy="609701"/>
            <a:chOff x="9656903" y="2253333"/>
            <a:chExt cx="721220" cy="609701"/>
          </a:xfrm>
        </p:grpSpPr>
        <p:sp>
          <p:nvSpPr>
            <p:cNvPr id="147" name="Rectangle 146">
              <a:hlinkHover r:id="" action="ppaction://noaction" highlightClick="1"/>
              <a:extLst>
                <a:ext uri="{FF2B5EF4-FFF2-40B4-BE49-F238E27FC236}">
                  <a16:creationId xmlns:a16="http://schemas.microsoft.com/office/drawing/2014/main" id="{600043FB-730B-0573-BD40-FA927DE236F9}"/>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8" name="Rectangle 147">
              <a:extLst>
                <a:ext uri="{FF2B5EF4-FFF2-40B4-BE49-F238E27FC236}">
                  <a16:creationId xmlns:a16="http://schemas.microsoft.com/office/drawing/2014/main" id="{56699439-EA7C-B4D1-36BE-B92577FE694D}"/>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9" name="Oval 15">
              <a:extLst>
                <a:ext uri="{FF2B5EF4-FFF2-40B4-BE49-F238E27FC236}">
                  <a16:creationId xmlns:a16="http://schemas.microsoft.com/office/drawing/2014/main" id="{16799CF0-A74D-A297-7493-42AE3A61ABAC}"/>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0" name="Straight Connector 149">
              <a:extLst>
                <a:ext uri="{FF2B5EF4-FFF2-40B4-BE49-F238E27FC236}">
                  <a16:creationId xmlns:a16="http://schemas.microsoft.com/office/drawing/2014/main" id="{BB04D7C1-8237-9942-292C-CB49F482832A}"/>
                </a:ext>
              </a:extLst>
            </p:cNvPr>
            <p:cNvCxnSpPr>
              <a:cxnSpLocks/>
              <a:stCxn id="14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1" name="Straight Connector 150">
              <a:extLst>
                <a:ext uri="{FF2B5EF4-FFF2-40B4-BE49-F238E27FC236}">
                  <a16:creationId xmlns:a16="http://schemas.microsoft.com/office/drawing/2014/main" id="{A2165E30-048A-0F26-0342-06B3B9FEAE3F}"/>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2" name="Group 151">
            <a:extLst>
              <a:ext uri="{FF2B5EF4-FFF2-40B4-BE49-F238E27FC236}">
                <a16:creationId xmlns:a16="http://schemas.microsoft.com/office/drawing/2014/main" id="{C502F0E7-8074-818F-266E-D858A17418D7}"/>
              </a:ext>
            </a:extLst>
          </p:cNvPr>
          <p:cNvGrpSpPr/>
          <p:nvPr/>
        </p:nvGrpSpPr>
        <p:grpSpPr>
          <a:xfrm>
            <a:off x="8797459" y="2264859"/>
            <a:ext cx="721206" cy="609701"/>
            <a:chOff x="11356242" y="2253333"/>
            <a:chExt cx="721206" cy="609701"/>
          </a:xfrm>
        </p:grpSpPr>
        <p:sp>
          <p:nvSpPr>
            <p:cNvPr id="153" name="Rectangle 152">
              <a:hlinkHover r:id="" action="ppaction://noaction" highlightClick="1"/>
              <a:extLst>
                <a:ext uri="{FF2B5EF4-FFF2-40B4-BE49-F238E27FC236}">
                  <a16:creationId xmlns:a16="http://schemas.microsoft.com/office/drawing/2014/main" id="{528F4CD7-21BA-C0A9-6EBE-677626DA69E7}"/>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54" name="Oval 153">
              <a:extLst>
                <a:ext uri="{FF2B5EF4-FFF2-40B4-BE49-F238E27FC236}">
                  <a16:creationId xmlns:a16="http://schemas.microsoft.com/office/drawing/2014/main" id="{7AB761B0-55C3-BB31-AD80-94542A2E39D9}"/>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5" name="Isosceles Triangle 648">
              <a:extLst>
                <a:ext uri="{FF2B5EF4-FFF2-40B4-BE49-F238E27FC236}">
                  <a16:creationId xmlns:a16="http://schemas.microsoft.com/office/drawing/2014/main" id="{8ECC3BF1-1733-B562-791F-CC3AE43F7663}"/>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6" name="Group 155">
            <a:extLst>
              <a:ext uri="{FF2B5EF4-FFF2-40B4-BE49-F238E27FC236}">
                <a16:creationId xmlns:a16="http://schemas.microsoft.com/office/drawing/2014/main" id="{5E9F2A77-DA00-70C7-8AF4-BF8A1B924058}"/>
              </a:ext>
            </a:extLst>
          </p:cNvPr>
          <p:cNvGrpSpPr/>
          <p:nvPr/>
        </p:nvGrpSpPr>
        <p:grpSpPr>
          <a:xfrm>
            <a:off x="10506580" y="2253333"/>
            <a:ext cx="721206" cy="609701"/>
            <a:chOff x="10506580" y="2253333"/>
            <a:chExt cx="721206" cy="609701"/>
          </a:xfrm>
        </p:grpSpPr>
        <p:sp>
          <p:nvSpPr>
            <p:cNvPr id="157" name="Rectangle 156">
              <a:hlinkHover r:id="" action="ppaction://noaction" highlightClick="1"/>
              <a:extLst>
                <a:ext uri="{FF2B5EF4-FFF2-40B4-BE49-F238E27FC236}">
                  <a16:creationId xmlns:a16="http://schemas.microsoft.com/office/drawing/2014/main" id="{42F2C72F-7F4B-3FD7-C85B-F99A882E7CCC}"/>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58" name="Diamond 157">
              <a:extLst>
                <a:ext uri="{FF2B5EF4-FFF2-40B4-BE49-F238E27FC236}">
                  <a16:creationId xmlns:a16="http://schemas.microsoft.com/office/drawing/2014/main" id="{08371C5D-D6B1-5F35-43CE-78A41546714D}"/>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9" name="Oval 158">
              <a:extLst>
                <a:ext uri="{FF2B5EF4-FFF2-40B4-BE49-F238E27FC236}">
                  <a16:creationId xmlns:a16="http://schemas.microsoft.com/office/drawing/2014/main" id="{3970E4CF-3698-8C22-3465-792A5637BAC1}"/>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0" name="Group 159">
            <a:extLst>
              <a:ext uri="{FF2B5EF4-FFF2-40B4-BE49-F238E27FC236}">
                <a16:creationId xmlns:a16="http://schemas.microsoft.com/office/drawing/2014/main" id="{7A5E8686-B1C7-805C-1D6D-556F501703CD}"/>
              </a:ext>
            </a:extLst>
          </p:cNvPr>
          <p:cNvGrpSpPr/>
          <p:nvPr/>
        </p:nvGrpSpPr>
        <p:grpSpPr>
          <a:xfrm>
            <a:off x="5454173" y="2257175"/>
            <a:ext cx="721206" cy="609701"/>
            <a:chOff x="6287891" y="2253333"/>
            <a:chExt cx="721206" cy="609701"/>
          </a:xfrm>
        </p:grpSpPr>
        <p:sp>
          <p:nvSpPr>
            <p:cNvPr id="161" name="Rectangle 160">
              <a:extLst>
                <a:ext uri="{FF2B5EF4-FFF2-40B4-BE49-F238E27FC236}">
                  <a16:creationId xmlns:a16="http://schemas.microsoft.com/office/drawing/2014/main" id="{3A192BB3-7CFA-C827-7072-BAAD568FB7EB}"/>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162" name="Right Triangle 161">
              <a:extLst>
                <a:ext uri="{FF2B5EF4-FFF2-40B4-BE49-F238E27FC236}">
                  <a16:creationId xmlns:a16="http://schemas.microsoft.com/office/drawing/2014/main" id="{F64C9195-EED6-06E0-179F-050498D6D41D}"/>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63" name="Group 162">
              <a:extLst>
                <a:ext uri="{FF2B5EF4-FFF2-40B4-BE49-F238E27FC236}">
                  <a16:creationId xmlns:a16="http://schemas.microsoft.com/office/drawing/2014/main" id="{E3D1658D-907B-6DD4-0B3C-0BCAC2C8F7CF}"/>
                </a:ext>
              </a:extLst>
            </p:cNvPr>
            <p:cNvGrpSpPr/>
            <p:nvPr/>
          </p:nvGrpSpPr>
          <p:grpSpPr>
            <a:xfrm>
              <a:off x="6952470" y="2265099"/>
              <a:ext cx="37817" cy="61390"/>
              <a:chOff x="3883481" y="2057400"/>
              <a:chExt cx="1608363" cy="2652031"/>
            </a:xfrm>
            <a:solidFill>
              <a:srgbClr val="A6A6A6">
                <a:alpha val="20000"/>
              </a:srgbClr>
            </a:solidFill>
          </p:grpSpPr>
          <p:sp>
            <p:nvSpPr>
              <p:cNvPr id="164" name="Oval 27">
                <a:extLst>
                  <a:ext uri="{FF2B5EF4-FFF2-40B4-BE49-F238E27FC236}">
                    <a16:creationId xmlns:a16="http://schemas.microsoft.com/office/drawing/2014/main" id="{29927409-EA04-4D36-DDA9-27F06437611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5" name="Oval 28">
                <a:extLst>
                  <a:ext uri="{FF2B5EF4-FFF2-40B4-BE49-F238E27FC236}">
                    <a16:creationId xmlns:a16="http://schemas.microsoft.com/office/drawing/2014/main" id="{D110F464-A4F6-AEDE-41DA-D207D7820B7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66" name="Group 165">
            <a:extLst>
              <a:ext uri="{FF2B5EF4-FFF2-40B4-BE49-F238E27FC236}">
                <a16:creationId xmlns:a16="http://schemas.microsoft.com/office/drawing/2014/main" id="{AE274478-66E4-66BB-422C-3FE9949793E8}"/>
              </a:ext>
            </a:extLst>
          </p:cNvPr>
          <p:cNvGrpSpPr/>
          <p:nvPr/>
        </p:nvGrpSpPr>
        <p:grpSpPr>
          <a:xfrm>
            <a:off x="2102908" y="811556"/>
            <a:ext cx="721206" cy="609701"/>
            <a:chOff x="2102908" y="811556"/>
            <a:chExt cx="721206" cy="609701"/>
          </a:xfrm>
        </p:grpSpPr>
        <p:sp>
          <p:nvSpPr>
            <p:cNvPr id="167" name="Rectangle 166">
              <a:extLst>
                <a:ext uri="{FF2B5EF4-FFF2-40B4-BE49-F238E27FC236}">
                  <a16:creationId xmlns:a16="http://schemas.microsoft.com/office/drawing/2014/main" id="{E43E5B28-2B32-2426-6D7A-8240E3D4BAB4}"/>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8" name="Rectangle 167">
              <a:extLst>
                <a:ext uri="{FF2B5EF4-FFF2-40B4-BE49-F238E27FC236}">
                  <a16:creationId xmlns:a16="http://schemas.microsoft.com/office/drawing/2014/main" id="{FC686879-FA24-A1FC-E6F4-366833FB5040}"/>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9" name="Oval 15">
              <a:extLst>
                <a:ext uri="{FF2B5EF4-FFF2-40B4-BE49-F238E27FC236}">
                  <a16:creationId xmlns:a16="http://schemas.microsoft.com/office/drawing/2014/main" id="{2E3BB47D-6836-A09D-B47D-D7A8AE6144A9}"/>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0" name="Straight Connector 169">
              <a:extLst>
                <a:ext uri="{FF2B5EF4-FFF2-40B4-BE49-F238E27FC236}">
                  <a16:creationId xmlns:a16="http://schemas.microsoft.com/office/drawing/2014/main" id="{2E9D4630-1BF0-6AB5-C901-45DFFBFC743A}"/>
                </a:ext>
              </a:extLst>
            </p:cNvPr>
            <p:cNvCxnSpPr>
              <a:cxnSpLocks/>
              <a:stCxn id="169"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71" name="Straight Connector 170">
              <a:extLst>
                <a:ext uri="{FF2B5EF4-FFF2-40B4-BE49-F238E27FC236}">
                  <a16:creationId xmlns:a16="http://schemas.microsoft.com/office/drawing/2014/main" id="{FA44B73F-CF95-FA2D-96A3-1E85D4AD484C}"/>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2" name="Group 171">
            <a:extLst>
              <a:ext uri="{FF2B5EF4-FFF2-40B4-BE49-F238E27FC236}">
                <a16:creationId xmlns:a16="http://schemas.microsoft.com/office/drawing/2014/main" id="{9AE53F0B-05C2-5103-937F-5A4DCE7C32FC}"/>
              </a:ext>
            </a:extLst>
          </p:cNvPr>
          <p:cNvGrpSpPr/>
          <p:nvPr/>
        </p:nvGrpSpPr>
        <p:grpSpPr>
          <a:xfrm>
            <a:off x="5451979" y="3707588"/>
            <a:ext cx="721206" cy="609701"/>
            <a:chOff x="5451979" y="3707588"/>
            <a:chExt cx="721206" cy="609701"/>
          </a:xfrm>
        </p:grpSpPr>
        <p:sp>
          <p:nvSpPr>
            <p:cNvPr id="173" name="Rectangle 172">
              <a:hlinkHover r:id="" action="ppaction://noaction" highlightClick="1"/>
              <a:extLst>
                <a:ext uri="{FF2B5EF4-FFF2-40B4-BE49-F238E27FC236}">
                  <a16:creationId xmlns:a16="http://schemas.microsoft.com/office/drawing/2014/main" id="{80D3FB36-6A29-35EE-DB78-E33C9CDDF043}"/>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74" name="Oval 173">
              <a:extLst>
                <a:ext uri="{FF2B5EF4-FFF2-40B4-BE49-F238E27FC236}">
                  <a16:creationId xmlns:a16="http://schemas.microsoft.com/office/drawing/2014/main" id="{C5CC2B75-E351-34C3-E572-6E5429E36C31}"/>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5" name="Isosceles Triangle 648">
              <a:extLst>
                <a:ext uri="{FF2B5EF4-FFF2-40B4-BE49-F238E27FC236}">
                  <a16:creationId xmlns:a16="http://schemas.microsoft.com/office/drawing/2014/main" id="{F9968D6F-FAE9-F198-D617-A2FA8A6D186F}"/>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6" name="Group 175">
            <a:extLst>
              <a:ext uri="{FF2B5EF4-FFF2-40B4-BE49-F238E27FC236}">
                <a16:creationId xmlns:a16="http://schemas.microsoft.com/office/drawing/2014/main" id="{99DF811F-74BF-2269-989E-A443E8E71968}"/>
              </a:ext>
            </a:extLst>
          </p:cNvPr>
          <p:cNvGrpSpPr/>
          <p:nvPr/>
        </p:nvGrpSpPr>
        <p:grpSpPr>
          <a:xfrm>
            <a:off x="10506594" y="811556"/>
            <a:ext cx="721220" cy="609701"/>
            <a:chOff x="10506594" y="811556"/>
            <a:chExt cx="721220" cy="609701"/>
          </a:xfrm>
        </p:grpSpPr>
        <p:sp>
          <p:nvSpPr>
            <p:cNvPr id="177" name="Rectangle 176">
              <a:extLst>
                <a:ext uri="{FF2B5EF4-FFF2-40B4-BE49-F238E27FC236}">
                  <a16:creationId xmlns:a16="http://schemas.microsoft.com/office/drawing/2014/main" id="{3D1FA2AB-362D-6835-9FCD-EAE80B26C00F}"/>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78" name="Rectangle 177">
              <a:extLst>
                <a:ext uri="{FF2B5EF4-FFF2-40B4-BE49-F238E27FC236}">
                  <a16:creationId xmlns:a16="http://schemas.microsoft.com/office/drawing/2014/main" id="{CDFD9ED7-E657-D3ED-61F2-4D88F7255761}"/>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9" name="Oval 15">
              <a:extLst>
                <a:ext uri="{FF2B5EF4-FFF2-40B4-BE49-F238E27FC236}">
                  <a16:creationId xmlns:a16="http://schemas.microsoft.com/office/drawing/2014/main" id="{5D917F13-0874-65A9-4217-9CD33233A1EE}"/>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0" name="Straight Connector 179">
              <a:extLst>
                <a:ext uri="{FF2B5EF4-FFF2-40B4-BE49-F238E27FC236}">
                  <a16:creationId xmlns:a16="http://schemas.microsoft.com/office/drawing/2014/main" id="{E47D24E4-D0AF-ACEF-EAD9-BC7780D0E2B2}"/>
                </a:ext>
              </a:extLst>
            </p:cNvPr>
            <p:cNvCxnSpPr>
              <a:cxnSpLocks/>
              <a:stCxn id="179"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1" name="Straight Connector 180">
              <a:extLst>
                <a:ext uri="{FF2B5EF4-FFF2-40B4-BE49-F238E27FC236}">
                  <a16:creationId xmlns:a16="http://schemas.microsoft.com/office/drawing/2014/main" id="{4BC61D50-DCFF-7AE0-33A4-2A127FBC2844}"/>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2" name="Group 181">
            <a:extLst>
              <a:ext uri="{FF2B5EF4-FFF2-40B4-BE49-F238E27FC236}">
                <a16:creationId xmlns:a16="http://schemas.microsoft.com/office/drawing/2014/main" id="{FFE8BFA1-755C-BD5F-9C5D-F996C064F1E2}"/>
              </a:ext>
            </a:extLst>
          </p:cNvPr>
          <p:cNvGrpSpPr/>
          <p:nvPr/>
        </p:nvGrpSpPr>
        <p:grpSpPr>
          <a:xfrm>
            <a:off x="7116512" y="812701"/>
            <a:ext cx="721206" cy="609701"/>
            <a:chOff x="7957576" y="811556"/>
            <a:chExt cx="721206" cy="609701"/>
          </a:xfrm>
        </p:grpSpPr>
        <p:sp>
          <p:nvSpPr>
            <p:cNvPr id="183" name="Rectangle 182">
              <a:extLst>
                <a:ext uri="{FF2B5EF4-FFF2-40B4-BE49-F238E27FC236}">
                  <a16:creationId xmlns:a16="http://schemas.microsoft.com/office/drawing/2014/main" id="{E601A337-C950-1EF2-3E2A-0CF9B8AF9F81}"/>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84" name="Rectangle 183">
              <a:extLst>
                <a:ext uri="{FF2B5EF4-FFF2-40B4-BE49-F238E27FC236}">
                  <a16:creationId xmlns:a16="http://schemas.microsoft.com/office/drawing/2014/main" id="{96B0076A-34E2-044D-6D89-6D9709088A5B}"/>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5" name="Oval 15">
              <a:extLst>
                <a:ext uri="{FF2B5EF4-FFF2-40B4-BE49-F238E27FC236}">
                  <a16:creationId xmlns:a16="http://schemas.microsoft.com/office/drawing/2014/main" id="{7183E7CB-1109-2355-B52E-F2C296E1784E}"/>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6" name="Straight Connector 185">
              <a:extLst>
                <a:ext uri="{FF2B5EF4-FFF2-40B4-BE49-F238E27FC236}">
                  <a16:creationId xmlns:a16="http://schemas.microsoft.com/office/drawing/2014/main" id="{EA12DEB1-ED75-DF05-9314-FF7254626269}"/>
                </a:ext>
              </a:extLst>
            </p:cNvPr>
            <p:cNvCxnSpPr>
              <a:cxnSpLocks/>
              <a:stCxn id="185"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7" name="Straight Connector 186">
              <a:extLst>
                <a:ext uri="{FF2B5EF4-FFF2-40B4-BE49-F238E27FC236}">
                  <a16:creationId xmlns:a16="http://schemas.microsoft.com/office/drawing/2014/main" id="{0718EE3E-9150-97FC-CE13-D7A253FDEF2B}"/>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FCB9A8F3-FA2B-28EE-8141-7D65033B6607}"/>
              </a:ext>
            </a:extLst>
          </p:cNvPr>
          <p:cNvGrpSpPr/>
          <p:nvPr/>
        </p:nvGrpSpPr>
        <p:grpSpPr>
          <a:xfrm>
            <a:off x="10508723" y="1536662"/>
            <a:ext cx="721206" cy="609701"/>
            <a:chOff x="11356242" y="1532276"/>
            <a:chExt cx="721206" cy="609701"/>
          </a:xfrm>
        </p:grpSpPr>
        <p:sp>
          <p:nvSpPr>
            <p:cNvPr id="189" name="Rectangle 188">
              <a:hlinkHover r:id="" action="ppaction://noaction" highlightClick="1"/>
              <a:extLst>
                <a:ext uri="{FF2B5EF4-FFF2-40B4-BE49-F238E27FC236}">
                  <a16:creationId xmlns:a16="http://schemas.microsoft.com/office/drawing/2014/main" id="{4857B658-37C4-EBBF-A0F5-A733F71AB04D}"/>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90" name="Oval 189">
              <a:extLst>
                <a:ext uri="{FF2B5EF4-FFF2-40B4-BE49-F238E27FC236}">
                  <a16:creationId xmlns:a16="http://schemas.microsoft.com/office/drawing/2014/main" id="{B42E1236-D2A8-A2D2-D848-1E86863AA5FF}"/>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1" name="Isosceles Triangle 648">
              <a:extLst>
                <a:ext uri="{FF2B5EF4-FFF2-40B4-BE49-F238E27FC236}">
                  <a16:creationId xmlns:a16="http://schemas.microsoft.com/office/drawing/2014/main" id="{6F7085E5-A9E9-EF71-D251-DE6C5806AAD8}"/>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32" name="Group 831">
            <a:extLst>
              <a:ext uri="{FF2B5EF4-FFF2-40B4-BE49-F238E27FC236}">
                <a16:creationId xmlns:a16="http://schemas.microsoft.com/office/drawing/2014/main" id="{407DF04C-F6A6-40C1-0B23-78670FB70C4C}"/>
              </a:ext>
            </a:extLst>
          </p:cNvPr>
          <p:cNvGrpSpPr/>
          <p:nvPr/>
        </p:nvGrpSpPr>
        <p:grpSpPr>
          <a:xfrm>
            <a:off x="11355832" y="5140982"/>
            <a:ext cx="721220" cy="609701"/>
            <a:chOff x="9656903" y="2253333"/>
            <a:chExt cx="721220" cy="609701"/>
          </a:xfrm>
        </p:grpSpPr>
        <p:sp>
          <p:nvSpPr>
            <p:cNvPr id="833" name="Rectangle 832">
              <a:hlinkHover r:id="" action="ppaction://noaction" highlightClick="1"/>
              <a:extLst>
                <a:ext uri="{FF2B5EF4-FFF2-40B4-BE49-F238E27FC236}">
                  <a16:creationId xmlns:a16="http://schemas.microsoft.com/office/drawing/2014/main" id="{F16D27E4-B332-3629-6DBE-454D35C4CED6}"/>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834" name="Rectangle 833">
              <a:extLst>
                <a:ext uri="{FF2B5EF4-FFF2-40B4-BE49-F238E27FC236}">
                  <a16:creationId xmlns:a16="http://schemas.microsoft.com/office/drawing/2014/main" id="{C3B05E71-9F4A-D5CA-0749-343DC7DC0E52}"/>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5" name="Oval 15">
              <a:extLst>
                <a:ext uri="{FF2B5EF4-FFF2-40B4-BE49-F238E27FC236}">
                  <a16:creationId xmlns:a16="http://schemas.microsoft.com/office/drawing/2014/main" id="{9A7C54AD-DA9B-AA04-882D-B91AA3740099}"/>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36" name="Straight Connector 835">
              <a:extLst>
                <a:ext uri="{FF2B5EF4-FFF2-40B4-BE49-F238E27FC236}">
                  <a16:creationId xmlns:a16="http://schemas.microsoft.com/office/drawing/2014/main" id="{11026F2B-0608-DF23-C24F-0DC9F6AA0C32}"/>
                </a:ext>
              </a:extLst>
            </p:cNvPr>
            <p:cNvCxnSpPr>
              <a:cxnSpLocks/>
              <a:stCxn id="835"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37" name="Straight Connector 836">
              <a:extLst>
                <a:ext uri="{FF2B5EF4-FFF2-40B4-BE49-F238E27FC236}">
                  <a16:creationId xmlns:a16="http://schemas.microsoft.com/office/drawing/2014/main" id="{E7AF39E2-CFB4-D804-23BC-D6F630EDDFF0}"/>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38" name="Group 837">
            <a:extLst>
              <a:ext uri="{FF2B5EF4-FFF2-40B4-BE49-F238E27FC236}">
                <a16:creationId xmlns:a16="http://schemas.microsoft.com/office/drawing/2014/main" id="{0B7C3E09-6BA8-C153-7331-187B102D4FDF}"/>
              </a:ext>
            </a:extLst>
          </p:cNvPr>
          <p:cNvGrpSpPr/>
          <p:nvPr/>
        </p:nvGrpSpPr>
        <p:grpSpPr>
          <a:xfrm>
            <a:off x="7113172" y="2252067"/>
            <a:ext cx="728239" cy="609701"/>
            <a:chOff x="5442073" y="811556"/>
            <a:chExt cx="728239" cy="609701"/>
          </a:xfrm>
        </p:grpSpPr>
        <p:sp>
          <p:nvSpPr>
            <p:cNvPr id="839" name="Rectangle 838">
              <a:extLst>
                <a:ext uri="{FF2B5EF4-FFF2-40B4-BE49-F238E27FC236}">
                  <a16:creationId xmlns:a16="http://schemas.microsoft.com/office/drawing/2014/main" id="{ECC98DD2-BE37-D2E3-9720-D20B3F63884D}"/>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840" name="Rectangle 839">
              <a:extLst>
                <a:ext uri="{FF2B5EF4-FFF2-40B4-BE49-F238E27FC236}">
                  <a16:creationId xmlns:a16="http://schemas.microsoft.com/office/drawing/2014/main" id="{37B8F931-E46F-95C6-B526-9428EA376EFD}"/>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1" name="Oval 15">
              <a:extLst>
                <a:ext uri="{FF2B5EF4-FFF2-40B4-BE49-F238E27FC236}">
                  <a16:creationId xmlns:a16="http://schemas.microsoft.com/office/drawing/2014/main" id="{7F4A3C39-0E21-E9BC-334F-CC5B8E7275DE}"/>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842" name="Straight Connector 841">
              <a:extLst>
                <a:ext uri="{FF2B5EF4-FFF2-40B4-BE49-F238E27FC236}">
                  <a16:creationId xmlns:a16="http://schemas.microsoft.com/office/drawing/2014/main" id="{D3DF1E11-CC23-2412-10DB-E1935D08BE69}"/>
                </a:ext>
              </a:extLst>
            </p:cNvPr>
            <p:cNvCxnSpPr>
              <a:cxnSpLocks/>
              <a:stCxn id="841"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843" name="Straight Connector 842">
              <a:extLst>
                <a:ext uri="{FF2B5EF4-FFF2-40B4-BE49-F238E27FC236}">
                  <a16:creationId xmlns:a16="http://schemas.microsoft.com/office/drawing/2014/main" id="{93552DB5-1FEE-F985-5D29-AAE2E3376A3B}"/>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844" name="Group 843">
            <a:extLst>
              <a:ext uri="{FF2B5EF4-FFF2-40B4-BE49-F238E27FC236}">
                <a16:creationId xmlns:a16="http://schemas.microsoft.com/office/drawing/2014/main" id="{10BE57BA-2C4D-348B-D762-B9F8F2AB53EB}"/>
              </a:ext>
            </a:extLst>
          </p:cNvPr>
          <p:cNvGrpSpPr/>
          <p:nvPr/>
        </p:nvGrpSpPr>
        <p:grpSpPr>
          <a:xfrm>
            <a:off x="11353919" y="2251694"/>
            <a:ext cx="721206" cy="609701"/>
            <a:chOff x="8807250" y="2253334"/>
            <a:chExt cx="721206" cy="609701"/>
          </a:xfrm>
        </p:grpSpPr>
        <p:sp>
          <p:nvSpPr>
            <p:cNvPr id="845" name="Rectangle 844">
              <a:extLst>
                <a:ext uri="{FF2B5EF4-FFF2-40B4-BE49-F238E27FC236}">
                  <a16:creationId xmlns:a16="http://schemas.microsoft.com/office/drawing/2014/main" id="{EA919AA9-BDCF-FB4A-8CA2-5022AF4D75CD}"/>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846" name="Right Triangle 845">
              <a:extLst>
                <a:ext uri="{FF2B5EF4-FFF2-40B4-BE49-F238E27FC236}">
                  <a16:creationId xmlns:a16="http://schemas.microsoft.com/office/drawing/2014/main" id="{50FEC4CC-D7B1-24A8-B99F-BEBE37AF43E5}"/>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7" name="Oval 27">
              <a:extLst>
                <a:ext uri="{FF2B5EF4-FFF2-40B4-BE49-F238E27FC236}">
                  <a16:creationId xmlns:a16="http://schemas.microsoft.com/office/drawing/2014/main" id="{53CEC2CE-B087-4A30-8E3F-95126C063F6A}"/>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8" name="Oval 28">
              <a:extLst>
                <a:ext uri="{FF2B5EF4-FFF2-40B4-BE49-F238E27FC236}">
                  <a16:creationId xmlns:a16="http://schemas.microsoft.com/office/drawing/2014/main" id="{A19D3BEC-1294-1F97-852F-A23E21FCB0E2}"/>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9" name="Group 848">
            <a:extLst>
              <a:ext uri="{FF2B5EF4-FFF2-40B4-BE49-F238E27FC236}">
                <a16:creationId xmlns:a16="http://schemas.microsoft.com/office/drawing/2014/main" id="{A18ED3B5-FFC1-3447-94CC-1234FCED4D9A}"/>
              </a:ext>
            </a:extLst>
          </p:cNvPr>
          <p:cNvGrpSpPr/>
          <p:nvPr/>
        </p:nvGrpSpPr>
        <p:grpSpPr>
          <a:xfrm>
            <a:off x="7905566" y="751337"/>
            <a:ext cx="3396155" cy="4999377"/>
            <a:chOff x="7905566" y="751337"/>
            <a:chExt cx="3396155" cy="4999377"/>
          </a:xfrm>
        </p:grpSpPr>
        <p:cxnSp>
          <p:nvCxnSpPr>
            <p:cNvPr id="850" name="Straight Connector 849">
              <a:extLst>
                <a:ext uri="{FF2B5EF4-FFF2-40B4-BE49-F238E27FC236}">
                  <a16:creationId xmlns:a16="http://schemas.microsoft.com/office/drawing/2014/main" id="{C86F5612-BD5D-9AC0-F99A-A8B44CFDC552}"/>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1" name="Straight Connector 850">
              <a:extLst>
                <a:ext uri="{FF2B5EF4-FFF2-40B4-BE49-F238E27FC236}">
                  <a16:creationId xmlns:a16="http://schemas.microsoft.com/office/drawing/2014/main" id="{D31522A0-E079-BE52-08C6-927D554B06D7}"/>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2" name="Straight Connector 851">
              <a:extLst>
                <a:ext uri="{FF2B5EF4-FFF2-40B4-BE49-F238E27FC236}">
                  <a16:creationId xmlns:a16="http://schemas.microsoft.com/office/drawing/2014/main" id="{FA32A2EC-5AE6-DF29-6DEA-1F6A134CFB0F}"/>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3" name="Straight Connector 852">
              <a:extLst>
                <a:ext uri="{FF2B5EF4-FFF2-40B4-BE49-F238E27FC236}">
                  <a16:creationId xmlns:a16="http://schemas.microsoft.com/office/drawing/2014/main" id="{8419FC76-EA3F-9BCE-3197-EB43CF7752C3}"/>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4" name="Straight Connector 853">
              <a:extLst>
                <a:ext uri="{FF2B5EF4-FFF2-40B4-BE49-F238E27FC236}">
                  <a16:creationId xmlns:a16="http://schemas.microsoft.com/office/drawing/2014/main" id="{3F3BCB9B-D6AE-EFAA-F000-9F00B61F01D9}"/>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5" name="Straight Connector 854">
              <a:extLst>
                <a:ext uri="{FF2B5EF4-FFF2-40B4-BE49-F238E27FC236}">
                  <a16:creationId xmlns:a16="http://schemas.microsoft.com/office/drawing/2014/main" id="{40E15402-DB26-87F2-27CB-5417E5816DF3}"/>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6" name="Straight Connector 855">
              <a:extLst>
                <a:ext uri="{FF2B5EF4-FFF2-40B4-BE49-F238E27FC236}">
                  <a16:creationId xmlns:a16="http://schemas.microsoft.com/office/drawing/2014/main" id="{ACCA3A6B-B510-4742-DF28-A9DDD71C7DFC}"/>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857" name="Straight Connector 856">
            <a:extLst>
              <a:ext uri="{FF2B5EF4-FFF2-40B4-BE49-F238E27FC236}">
                <a16:creationId xmlns:a16="http://schemas.microsoft.com/office/drawing/2014/main" id="{79146BE5-D7E3-A958-4F90-D7E221075752}"/>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2" name="Picture 1">
            <a:hlinkClick r:id="rId12" action="ppaction://hlinksldjump"/>
            <a:extLst>
              <a:ext uri="{FF2B5EF4-FFF2-40B4-BE49-F238E27FC236}">
                <a16:creationId xmlns:a16="http://schemas.microsoft.com/office/drawing/2014/main" id="{7B343B2B-4D23-7F89-F36E-07032F4B4D7D}"/>
              </a:ext>
            </a:extLst>
          </p:cNvPr>
          <p:cNvPicPr>
            <a:picLocks noChangeAspect="1"/>
          </p:cNvPicPr>
          <p:nvPr/>
        </p:nvPicPr>
        <p:blipFill>
          <a:blip r:embed="rId13"/>
          <a:stretch>
            <a:fillRect/>
          </a:stretch>
        </p:blipFill>
        <p:spPr>
          <a:xfrm>
            <a:off x="0" y="0"/>
            <a:ext cx="211626" cy="6858000"/>
          </a:xfrm>
          <a:prstGeom prst="rect">
            <a:avLst/>
          </a:prstGeom>
        </p:spPr>
      </p:pic>
      <p:grpSp>
        <p:nvGrpSpPr>
          <p:cNvPr id="7" name="Group 6">
            <a:extLst>
              <a:ext uri="{FF2B5EF4-FFF2-40B4-BE49-F238E27FC236}">
                <a16:creationId xmlns:a16="http://schemas.microsoft.com/office/drawing/2014/main" id="{A6FBD330-3BB0-67A7-B97A-0792FE663A43}"/>
              </a:ext>
            </a:extLst>
          </p:cNvPr>
          <p:cNvGrpSpPr/>
          <p:nvPr/>
        </p:nvGrpSpPr>
        <p:grpSpPr>
          <a:xfrm>
            <a:off x="9662351" y="2974053"/>
            <a:ext cx="721206" cy="609701"/>
            <a:chOff x="9657965" y="90836"/>
            <a:chExt cx="721206" cy="609701"/>
          </a:xfrm>
        </p:grpSpPr>
        <p:sp>
          <p:nvSpPr>
            <p:cNvPr id="8" name="Rectangle 7">
              <a:hlinkHover r:id="" action="ppaction://noaction" highlightClick="1"/>
              <a:extLst>
                <a:ext uri="{FF2B5EF4-FFF2-40B4-BE49-F238E27FC236}">
                  <a16:creationId xmlns:a16="http://schemas.microsoft.com/office/drawing/2014/main" id="{AC30361F-9F30-AD9A-B893-EF20FFB94CDD}"/>
                </a:ext>
              </a:extLst>
            </p:cNvPr>
            <p:cNvSpPr/>
            <p:nvPr/>
          </p:nvSpPr>
          <p:spPr>
            <a:xfrm>
              <a:off x="9657965" y="9083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12" name="Diamond 11">
              <a:extLst>
                <a:ext uri="{FF2B5EF4-FFF2-40B4-BE49-F238E27FC236}">
                  <a16:creationId xmlns:a16="http://schemas.microsoft.com/office/drawing/2014/main" id="{84D8F90A-5D91-3F23-6B01-A8C2EC2DFEF1}"/>
                </a:ext>
              </a:extLst>
            </p:cNvPr>
            <p:cNvSpPr/>
            <p:nvPr/>
          </p:nvSpPr>
          <p:spPr>
            <a:xfrm>
              <a:off x="10242663" y="9318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Oval 12">
              <a:extLst>
                <a:ext uri="{FF2B5EF4-FFF2-40B4-BE49-F238E27FC236}">
                  <a16:creationId xmlns:a16="http://schemas.microsoft.com/office/drawing/2014/main" id="{ABF2506B-4F3F-B384-83A2-7BE87D0547D0}"/>
                </a:ext>
              </a:extLst>
            </p:cNvPr>
            <p:cNvSpPr/>
            <p:nvPr/>
          </p:nvSpPr>
          <p:spPr>
            <a:xfrm>
              <a:off x="10276866" y="12667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92565321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0352" y="106202"/>
            <a:ext cx="5811375"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Pillar of Devices</a:t>
            </a:r>
          </a:p>
        </p:txBody>
      </p:sp>
      <p:sp>
        <p:nvSpPr>
          <p:cNvPr id="9" name="Rectangle 8">
            <a:hlinkClick r:id="rId3" action="ppaction://hlinksldjump"/>
            <a:hlinkHover r:id="rId3" action="ppaction://hlinksldjump"/>
            <a:extLst>
              <a:ext uri="{FF2B5EF4-FFF2-40B4-BE49-F238E27FC236}">
                <a16:creationId xmlns:a16="http://schemas.microsoft.com/office/drawing/2014/main" id="{CC77A052-15C2-4DA6-9820-0E6A17280447}"/>
              </a:ext>
            </a:extLst>
          </p:cNvPr>
          <p:cNvSpPr/>
          <p:nvPr/>
        </p:nvSpPr>
        <p:spPr>
          <a:xfrm>
            <a:off x="8803146"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a:t>
            </a:r>
          </a:p>
        </p:txBody>
      </p:sp>
      <p:sp>
        <p:nvSpPr>
          <p:cNvPr id="29" name="Rectangle 28">
            <a:hlinkClick r:id="rId4" action="ppaction://hlinksldjump"/>
            <a:hlinkHover r:id="rId4" action="ppaction://hlinksldjump"/>
            <a:extLst>
              <a:ext uri="{FF2B5EF4-FFF2-40B4-BE49-F238E27FC236}">
                <a16:creationId xmlns:a16="http://schemas.microsoft.com/office/drawing/2014/main" id="{7CCB37B4-DCEE-4E97-A9EC-1B2550273477}"/>
              </a:ext>
            </a:extLst>
          </p:cNvPr>
          <p:cNvSpPr/>
          <p:nvPr/>
        </p:nvSpPr>
        <p:spPr>
          <a:xfrm>
            <a:off x="3696468"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a:t>
            </a:r>
          </a:p>
        </p:txBody>
      </p:sp>
      <p:sp>
        <p:nvSpPr>
          <p:cNvPr id="30" name="Rectangle 29">
            <a:hlinkClick r:id="rId5" action="ppaction://hlinksldjump"/>
            <a:hlinkHover r:id="rId5" action="ppaction://hlinksldjump"/>
            <a:extLst>
              <a:ext uri="{FF2B5EF4-FFF2-40B4-BE49-F238E27FC236}">
                <a16:creationId xmlns:a16="http://schemas.microsoft.com/office/drawing/2014/main" id="{D134D160-DF50-440D-BFD4-786B9DC43440}"/>
              </a:ext>
            </a:extLst>
          </p:cNvPr>
          <p:cNvSpPr/>
          <p:nvPr/>
        </p:nvSpPr>
        <p:spPr>
          <a:xfrm>
            <a:off x="1994242" y="5851983"/>
            <a:ext cx="1614057"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Devices</a:t>
            </a:r>
          </a:p>
        </p:txBody>
      </p:sp>
      <p:sp>
        <p:nvSpPr>
          <p:cNvPr id="31" name="Rectangle 30">
            <a:hlinkClick r:id="rId6" action="ppaction://hlinksldjump"/>
            <a:hlinkHover r:id="rId6" action="ppaction://hlinksldjump"/>
            <a:extLst>
              <a:ext uri="{FF2B5EF4-FFF2-40B4-BE49-F238E27FC236}">
                <a16:creationId xmlns:a16="http://schemas.microsoft.com/office/drawing/2014/main" id="{2E818F0D-0505-4DF8-8E5E-27E76937DCAB}"/>
              </a:ext>
            </a:extLst>
          </p:cNvPr>
          <p:cNvSpPr/>
          <p:nvPr/>
        </p:nvSpPr>
        <p:spPr>
          <a:xfrm>
            <a:off x="292016"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a:t>
            </a:r>
          </a:p>
        </p:txBody>
      </p:sp>
      <p:sp>
        <p:nvSpPr>
          <p:cNvPr id="34" name="Rectangle 33">
            <a:hlinkClick r:id="rId7" action="ppaction://hlinksldjump"/>
            <a:hlinkHover r:id="rId7" action="ppaction://hlinksldjump"/>
            <a:extLst>
              <a:ext uri="{FF2B5EF4-FFF2-40B4-BE49-F238E27FC236}">
                <a16:creationId xmlns:a16="http://schemas.microsoft.com/office/drawing/2014/main" id="{CF8040DF-8461-40E2-AEBE-E58931D7F6EE}"/>
              </a:ext>
            </a:extLst>
          </p:cNvPr>
          <p:cNvSpPr/>
          <p:nvPr/>
        </p:nvSpPr>
        <p:spPr>
          <a:xfrm>
            <a:off x="7100920" y="5851984"/>
            <a:ext cx="1614057" cy="86838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Infrastructure</a:t>
            </a:r>
          </a:p>
        </p:txBody>
      </p:sp>
      <p:sp>
        <p:nvSpPr>
          <p:cNvPr id="37" name="Rectangle 36">
            <a:hlinkClick r:id="rId8" action="ppaction://hlinksldjump"/>
            <a:hlinkHover r:id="rId8" action="ppaction://hlinksldjump"/>
            <a:extLst>
              <a:ext uri="{FF2B5EF4-FFF2-40B4-BE49-F238E27FC236}">
                <a16:creationId xmlns:a16="http://schemas.microsoft.com/office/drawing/2014/main" id="{F886F935-83F3-4DEF-A4FC-1DAC73A2AC09}"/>
              </a:ext>
            </a:extLst>
          </p:cNvPr>
          <p:cNvSpPr/>
          <p:nvPr/>
        </p:nvSpPr>
        <p:spPr>
          <a:xfrm>
            <a:off x="5398694"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Apps</a:t>
            </a:r>
          </a:p>
        </p:txBody>
      </p:sp>
      <p:sp>
        <p:nvSpPr>
          <p:cNvPr id="38" name="Rectangle 37">
            <a:hlinkClick r:id="rId9" action="ppaction://hlinksldjump"/>
            <a:hlinkHover r:id="rId9" action="ppaction://hlinksldjump"/>
            <a:extLst>
              <a:ext uri="{FF2B5EF4-FFF2-40B4-BE49-F238E27FC236}">
                <a16:creationId xmlns:a16="http://schemas.microsoft.com/office/drawing/2014/main" id="{D8F79D91-6A05-4084-80A6-B199E715798F}"/>
              </a:ext>
            </a:extLst>
          </p:cNvPr>
          <p:cNvSpPr/>
          <p:nvPr/>
        </p:nvSpPr>
        <p:spPr>
          <a:xfrm>
            <a:off x="10505371"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Visibility, Automation and Orchestration</a:t>
            </a:r>
          </a:p>
        </p:txBody>
      </p:sp>
      <p:grpSp>
        <p:nvGrpSpPr>
          <p:cNvPr id="17" name="Group 16">
            <a:extLst>
              <a:ext uri="{FF2B5EF4-FFF2-40B4-BE49-F238E27FC236}">
                <a16:creationId xmlns:a16="http://schemas.microsoft.com/office/drawing/2014/main" id="{7C81071E-C8F2-140C-EDA9-E4FF4CEA34E5}"/>
              </a:ext>
            </a:extLst>
          </p:cNvPr>
          <p:cNvGrpSpPr/>
          <p:nvPr/>
        </p:nvGrpSpPr>
        <p:grpSpPr>
          <a:xfrm>
            <a:off x="3779655" y="811556"/>
            <a:ext cx="721206" cy="609701"/>
            <a:chOff x="3779655" y="811556"/>
            <a:chExt cx="721206" cy="609701"/>
          </a:xfrm>
        </p:grpSpPr>
        <p:sp>
          <p:nvSpPr>
            <p:cNvPr id="19" name="Rectangle 18">
              <a:extLst>
                <a:ext uri="{FF2B5EF4-FFF2-40B4-BE49-F238E27FC236}">
                  <a16:creationId xmlns:a16="http://schemas.microsoft.com/office/drawing/2014/main" id="{3558DA24-CD30-BEBE-607B-3D5E6C9EAAD7}"/>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0" name="Rectangle 19">
              <a:extLst>
                <a:ext uri="{FF2B5EF4-FFF2-40B4-BE49-F238E27FC236}">
                  <a16:creationId xmlns:a16="http://schemas.microsoft.com/office/drawing/2014/main" id="{0AA421E7-62CB-83E3-9080-70BBB8720DCC}"/>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 name="Oval 15">
              <a:extLst>
                <a:ext uri="{FF2B5EF4-FFF2-40B4-BE49-F238E27FC236}">
                  <a16:creationId xmlns:a16="http://schemas.microsoft.com/office/drawing/2014/main" id="{234F4DFA-F75D-28D9-04C3-714FD036E13F}"/>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2" name="Straight Connector 21">
              <a:extLst>
                <a:ext uri="{FF2B5EF4-FFF2-40B4-BE49-F238E27FC236}">
                  <a16:creationId xmlns:a16="http://schemas.microsoft.com/office/drawing/2014/main" id="{06D9E9B7-8A6B-F287-2DBF-9945FA309809}"/>
                </a:ext>
              </a:extLst>
            </p:cNvPr>
            <p:cNvCxnSpPr>
              <a:cxnSpLocks/>
              <a:stCxn id="21"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3" name="Straight Connector 22">
              <a:extLst>
                <a:ext uri="{FF2B5EF4-FFF2-40B4-BE49-F238E27FC236}">
                  <a16:creationId xmlns:a16="http://schemas.microsoft.com/office/drawing/2014/main" id="{0B5FEDEB-9138-5E53-D023-FE275F9F0EB4}"/>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97A50643-22B0-A19E-1494-DA471274428C}"/>
              </a:ext>
            </a:extLst>
          </p:cNvPr>
          <p:cNvGrpSpPr/>
          <p:nvPr/>
        </p:nvGrpSpPr>
        <p:grpSpPr>
          <a:xfrm>
            <a:off x="7959195" y="3698231"/>
            <a:ext cx="721206" cy="609701"/>
            <a:chOff x="7959195" y="3698231"/>
            <a:chExt cx="721206" cy="609701"/>
          </a:xfrm>
        </p:grpSpPr>
        <p:sp>
          <p:nvSpPr>
            <p:cNvPr id="25" name="Rectangle 24">
              <a:hlinkHover r:id="" action="ppaction://noaction" highlightClick="1"/>
              <a:extLst>
                <a:ext uri="{FF2B5EF4-FFF2-40B4-BE49-F238E27FC236}">
                  <a16:creationId xmlns:a16="http://schemas.microsoft.com/office/drawing/2014/main" id="{5F430735-FCD1-4ECD-533B-F20676FC5E7D}"/>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26" name="Oval 25">
              <a:extLst>
                <a:ext uri="{FF2B5EF4-FFF2-40B4-BE49-F238E27FC236}">
                  <a16:creationId xmlns:a16="http://schemas.microsoft.com/office/drawing/2014/main" id="{F215CF43-12D4-1C0F-88AC-659CD023FB65}"/>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8" name="Isosceles Triangle 648">
              <a:extLst>
                <a:ext uri="{FF2B5EF4-FFF2-40B4-BE49-F238E27FC236}">
                  <a16:creationId xmlns:a16="http://schemas.microsoft.com/office/drawing/2014/main" id="{72ACD2CE-8D7C-218B-57A9-4FEB65036573}"/>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 name="Group 46">
            <a:extLst>
              <a:ext uri="{FF2B5EF4-FFF2-40B4-BE49-F238E27FC236}">
                <a16:creationId xmlns:a16="http://schemas.microsoft.com/office/drawing/2014/main" id="{F7FE545E-03DD-335F-8781-908C595BBDE0}"/>
              </a:ext>
            </a:extLst>
          </p:cNvPr>
          <p:cNvGrpSpPr/>
          <p:nvPr/>
        </p:nvGrpSpPr>
        <p:grpSpPr>
          <a:xfrm>
            <a:off x="5448056" y="1532276"/>
            <a:ext cx="721206" cy="609701"/>
            <a:chOff x="5448056" y="1532276"/>
            <a:chExt cx="721206" cy="609701"/>
          </a:xfrm>
        </p:grpSpPr>
        <p:sp>
          <p:nvSpPr>
            <p:cNvPr id="48" name="Rectangle 47">
              <a:extLst>
                <a:ext uri="{FF2B5EF4-FFF2-40B4-BE49-F238E27FC236}">
                  <a16:creationId xmlns:a16="http://schemas.microsoft.com/office/drawing/2014/main" id="{F8713F23-FA64-D801-E13B-23090A51BC78}"/>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49" name="Rectangle 48">
              <a:extLst>
                <a:ext uri="{FF2B5EF4-FFF2-40B4-BE49-F238E27FC236}">
                  <a16:creationId xmlns:a16="http://schemas.microsoft.com/office/drawing/2014/main" id="{C7BFBD77-146B-2F57-CD41-05857681BFCB}"/>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 name="Oval 15">
              <a:extLst>
                <a:ext uri="{FF2B5EF4-FFF2-40B4-BE49-F238E27FC236}">
                  <a16:creationId xmlns:a16="http://schemas.microsoft.com/office/drawing/2014/main" id="{9BBE2B1B-D45C-C49C-9BB6-8B6747A13FF3}"/>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1" name="Straight Connector 50">
              <a:extLst>
                <a:ext uri="{FF2B5EF4-FFF2-40B4-BE49-F238E27FC236}">
                  <a16:creationId xmlns:a16="http://schemas.microsoft.com/office/drawing/2014/main" id="{9169CDE6-CE27-EC7D-7FAF-007FF09355F9}"/>
                </a:ext>
              </a:extLst>
            </p:cNvPr>
            <p:cNvCxnSpPr>
              <a:cxnSpLocks/>
              <a:stCxn id="50"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2" name="Straight Connector 51">
              <a:extLst>
                <a:ext uri="{FF2B5EF4-FFF2-40B4-BE49-F238E27FC236}">
                  <a16:creationId xmlns:a16="http://schemas.microsoft.com/office/drawing/2014/main" id="{95F09B68-A7E2-E4AA-D8D5-CDB14B864456}"/>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C63DBA74-FB13-FAA8-9B96-154B531B825A}"/>
              </a:ext>
            </a:extLst>
          </p:cNvPr>
          <p:cNvGrpSpPr/>
          <p:nvPr/>
        </p:nvGrpSpPr>
        <p:grpSpPr>
          <a:xfrm>
            <a:off x="6284565" y="1532276"/>
            <a:ext cx="721206" cy="609701"/>
            <a:chOff x="6284565" y="1532276"/>
            <a:chExt cx="721206" cy="609701"/>
          </a:xfrm>
        </p:grpSpPr>
        <p:sp>
          <p:nvSpPr>
            <p:cNvPr id="54" name="Rectangle 53">
              <a:extLst>
                <a:ext uri="{FF2B5EF4-FFF2-40B4-BE49-F238E27FC236}">
                  <a16:creationId xmlns:a16="http://schemas.microsoft.com/office/drawing/2014/main" id="{CCC476C5-61AB-AF34-B88E-5EA60BFD1208}"/>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55" name="Rectangle 54">
              <a:extLst>
                <a:ext uri="{FF2B5EF4-FFF2-40B4-BE49-F238E27FC236}">
                  <a16:creationId xmlns:a16="http://schemas.microsoft.com/office/drawing/2014/main" id="{19F9A80A-1707-201B-8696-1964300ED378}"/>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 name="Oval 15">
              <a:extLst>
                <a:ext uri="{FF2B5EF4-FFF2-40B4-BE49-F238E27FC236}">
                  <a16:creationId xmlns:a16="http://schemas.microsoft.com/office/drawing/2014/main" id="{6DDAC458-2F5A-A0E1-496C-50B4C4A973C4}"/>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 name="Straight Connector 56">
              <a:extLst>
                <a:ext uri="{FF2B5EF4-FFF2-40B4-BE49-F238E27FC236}">
                  <a16:creationId xmlns:a16="http://schemas.microsoft.com/office/drawing/2014/main" id="{6ED917B2-D1A9-6985-EAAC-793163358778}"/>
                </a:ext>
              </a:extLst>
            </p:cNvPr>
            <p:cNvCxnSpPr>
              <a:cxnSpLocks/>
              <a:stCxn id="56"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 name="Straight Connector 58">
              <a:extLst>
                <a:ext uri="{FF2B5EF4-FFF2-40B4-BE49-F238E27FC236}">
                  <a16:creationId xmlns:a16="http://schemas.microsoft.com/office/drawing/2014/main" id="{2A03391C-E433-D2CC-F46F-E4D45B65146C}"/>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 name="Group 60">
            <a:extLst>
              <a:ext uri="{FF2B5EF4-FFF2-40B4-BE49-F238E27FC236}">
                <a16:creationId xmlns:a16="http://schemas.microsoft.com/office/drawing/2014/main" id="{DE8E6708-E3B4-C350-61E5-AB9C352B7B05}"/>
              </a:ext>
            </a:extLst>
          </p:cNvPr>
          <p:cNvGrpSpPr/>
          <p:nvPr/>
        </p:nvGrpSpPr>
        <p:grpSpPr>
          <a:xfrm>
            <a:off x="7121069" y="1532276"/>
            <a:ext cx="721206" cy="609701"/>
            <a:chOff x="7121069" y="1532276"/>
            <a:chExt cx="721206" cy="609701"/>
          </a:xfrm>
        </p:grpSpPr>
        <p:sp>
          <p:nvSpPr>
            <p:cNvPr id="62" name="Rectangle 61">
              <a:extLst>
                <a:ext uri="{FF2B5EF4-FFF2-40B4-BE49-F238E27FC236}">
                  <a16:creationId xmlns:a16="http://schemas.microsoft.com/office/drawing/2014/main" id="{764361FF-2D40-3C1A-8571-9639B5C8069D}"/>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63" name="Rectangle 62">
              <a:extLst>
                <a:ext uri="{FF2B5EF4-FFF2-40B4-BE49-F238E27FC236}">
                  <a16:creationId xmlns:a16="http://schemas.microsoft.com/office/drawing/2014/main" id="{953AA9AC-F16F-D9C1-F4A3-AB130FDE8AE5}"/>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 name="Oval 15">
              <a:extLst>
                <a:ext uri="{FF2B5EF4-FFF2-40B4-BE49-F238E27FC236}">
                  <a16:creationId xmlns:a16="http://schemas.microsoft.com/office/drawing/2014/main" id="{A9A6FD49-EF4F-6297-B977-3AD8CDFEDDEC}"/>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5" name="Straight Connector 64">
              <a:extLst>
                <a:ext uri="{FF2B5EF4-FFF2-40B4-BE49-F238E27FC236}">
                  <a16:creationId xmlns:a16="http://schemas.microsoft.com/office/drawing/2014/main" id="{9195C38B-2121-BD6C-1592-3E0152B5E7F6}"/>
                </a:ext>
              </a:extLst>
            </p:cNvPr>
            <p:cNvCxnSpPr>
              <a:cxnSpLocks/>
              <a:stCxn id="64"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6" name="Straight Connector 65">
              <a:extLst>
                <a:ext uri="{FF2B5EF4-FFF2-40B4-BE49-F238E27FC236}">
                  <a16:creationId xmlns:a16="http://schemas.microsoft.com/office/drawing/2014/main" id="{D7682DD9-0B15-610D-5770-A31DE58FA14A}"/>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2DFDA753-AC05-403C-3848-2660A8542871}"/>
              </a:ext>
            </a:extLst>
          </p:cNvPr>
          <p:cNvGrpSpPr/>
          <p:nvPr/>
        </p:nvGrpSpPr>
        <p:grpSpPr>
          <a:xfrm>
            <a:off x="3775045" y="1532276"/>
            <a:ext cx="721206" cy="609701"/>
            <a:chOff x="3775045" y="1532276"/>
            <a:chExt cx="721206" cy="609701"/>
          </a:xfrm>
        </p:grpSpPr>
        <p:sp>
          <p:nvSpPr>
            <p:cNvPr id="70" name="Rectangle 69">
              <a:extLst>
                <a:ext uri="{FF2B5EF4-FFF2-40B4-BE49-F238E27FC236}">
                  <a16:creationId xmlns:a16="http://schemas.microsoft.com/office/drawing/2014/main" id="{794783A6-6D86-7639-F71E-33236B7B6DE1}"/>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71" name="Right Triangle 70">
              <a:extLst>
                <a:ext uri="{FF2B5EF4-FFF2-40B4-BE49-F238E27FC236}">
                  <a16:creationId xmlns:a16="http://schemas.microsoft.com/office/drawing/2014/main" id="{9422677C-5FC4-C8CD-9D8E-EE0897234472}"/>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 name="Group 71">
              <a:extLst>
                <a:ext uri="{FF2B5EF4-FFF2-40B4-BE49-F238E27FC236}">
                  <a16:creationId xmlns:a16="http://schemas.microsoft.com/office/drawing/2014/main" id="{DB9586BD-C547-5BD7-C39B-4417976A2716}"/>
                </a:ext>
              </a:extLst>
            </p:cNvPr>
            <p:cNvGrpSpPr/>
            <p:nvPr/>
          </p:nvGrpSpPr>
          <p:grpSpPr>
            <a:xfrm>
              <a:off x="4440495" y="1542936"/>
              <a:ext cx="37817" cy="61390"/>
              <a:chOff x="3883481" y="2057400"/>
              <a:chExt cx="1608363" cy="2652031"/>
            </a:xfrm>
            <a:solidFill>
              <a:srgbClr val="A6A6A6">
                <a:alpha val="20000"/>
              </a:srgbClr>
            </a:solidFill>
          </p:grpSpPr>
          <p:sp>
            <p:nvSpPr>
              <p:cNvPr id="73" name="Oval 27">
                <a:extLst>
                  <a:ext uri="{FF2B5EF4-FFF2-40B4-BE49-F238E27FC236}">
                    <a16:creationId xmlns:a16="http://schemas.microsoft.com/office/drawing/2014/main" id="{E2DA1BC5-4911-1642-187D-5BDEB1FF206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 name="Oval 28">
                <a:extLst>
                  <a:ext uri="{FF2B5EF4-FFF2-40B4-BE49-F238E27FC236}">
                    <a16:creationId xmlns:a16="http://schemas.microsoft.com/office/drawing/2014/main" id="{5028FE7D-25B3-5866-4104-CCC5A33DF46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 name="Group 75">
            <a:extLst>
              <a:ext uri="{FF2B5EF4-FFF2-40B4-BE49-F238E27FC236}">
                <a16:creationId xmlns:a16="http://schemas.microsoft.com/office/drawing/2014/main" id="{30D41EB6-7169-019C-8F8C-638ACD2079E4}"/>
              </a:ext>
            </a:extLst>
          </p:cNvPr>
          <p:cNvGrpSpPr/>
          <p:nvPr/>
        </p:nvGrpSpPr>
        <p:grpSpPr>
          <a:xfrm>
            <a:off x="4611552" y="1532276"/>
            <a:ext cx="721206" cy="609701"/>
            <a:chOff x="4611552" y="1532276"/>
            <a:chExt cx="721206" cy="609701"/>
          </a:xfrm>
        </p:grpSpPr>
        <p:sp>
          <p:nvSpPr>
            <p:cNvPr id="77" name="Rectangle 76">
              <a:extLst>
                <a:ext uri="{FF2B5EF4-FFF2-40B4-BE49-F238E27FC236}">
                  <a16:creationId xmlns:a16="http://schemas.microsoft.com/office/drawing/2014/main" id="{CBDD7077-CCB0-CF82-DC19-4882D59BF2AD}"/>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93" name="Right Triangle 92">
              <a:extLst>
                <a:ext uri="{FF2B5EF4-FFF2-40B4-BE49-F238E27FC236}">
                  <a16:creationId xmlns:a16="http://schemas.microsoft.com/office/drawing/2014/main" id="{16AF2E2D-1EB6-1A47-3F24-C711FD50818E}"/>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4" name="Group 93">
              <a:extLst>
                <a:ext uri="{FF2B5EF4-FFF2-40B4-BE49-F238E27FC236}">
                  <a16:creationId xmlns:a16="http://schemas.microsoft.com/office/drawing/2014/main" id="{D2AB4D1B-34F7-11ED-C77D-E7E13524007F}"/>
                </a:ext>
              </a:extLst>
            </p:cNvPr>
            <p:cNvGrpSpPr/>
            <p:nvPr/>
          </p:nvGrpSpPr>
          <p:grpSpPr>
            <a:xfrm>
              <a:off x="5276135" y="1542936"/>
              <a:ext cx="37817" cy="61390"/>
              <a:chOff x="3883481" y="2057400"/>
              <a:chExt cx="1608363" cy="2652031"/>
            </a:xfrm>
            <a:solidFill>
              <a:srgbClr val="A6A6A6">
                <a:alpha val="20000"/>
              </a:srgbClr>
            </a:solidFill>
          </p:grpSpPr>
          <p:sp>
            <p:nvSpPr>
              <p:cNvPr id="95" name="Oval 27">
                <a:extLst>
                  <a:ext uri="{FF2B5EF4-FFF2-40B4-BE49-F238E27FC236}">
                    <a16:creationId xmlns:a16="http://schemas.microsoft.com/office/drawing/2014/main" id="{7294071D-0A1B-3442-587E-0E8860E1AC3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6" name="Oval 28">
                <a:extLst>
                  <a:ext uri="{FF2B5EF4-FFF2-40B4-BE49-F238E27FC236}">
                    <a16:creationId xmlns:a16="http://schemas.microsoft.com/office/drawing/2014/main" id="{4E719958-A6E1-0A7B-03BF-B3AB6FB8742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7" name="Group 96">
            <a:extLst>
              <a:ext uri="{FF2B5EF4-FFF2-40B4-BE49-F238E27FC236}">
                <a16:creationId xmlns:a16="http://schemas.microsoft.com/office/drawing/2014/main" id="{B10F4E7D-D15D-6EBC-AD1B-64EE0A772D45}"/>
              </a:ext>
            </a:extLst>
          </p:cNvPr>
          <p:cNvGrpSpPr/>
          <p:nvPr/>
        </p:nvGrpSpPr>
        <p:grpSpPr>
          <a:xfrm>
            <a:off x="2938537" y="1532271"/>
            <a:ext cx="721206" cy="610042"/>
            <a:chOff x="2938537" y="1532271"/>
            <a:chExt cx="721206" cy="610042"/>
          </a:xfrm>
        </p:grpSpPr>
        <p:sp>
          <p:nvSpPr>
            <p:cNvPr id="98" name="Rectangle 97">
              <a:extLst>
                <a:ext uri="{FF2B5EF4-FFF2-40B4-BE49-F238E27FC236}">
                  <a16:creationId xmlns:a16="http://schemas.microsoft.com/office/drawing/2014/main" id="{2F57977F-5844-6E63-37B8-954FF293AB33}"/>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32" name="Right Triangle 431">
              <a:extLst>
                <a:ext uri="{FF2B5EF4-FFF2-40B4-BE49-F238E27FC236}">
                  <a16:creationId xmlns:a16="http://schemas.microsoft.com/office/drawing/2014/main" id="{9F424606-BD2A-61CC-57ED-A057F7789BF6}"/>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3" name="Oval 27">
              <a:extLst>
                <a:ext uri="{FF2B5EF4-FFF2-40B4-BE49-F238E27FC236}">
                  <a16:creationId xmlns:a16="http://schemas.microsoft.com/office/drawing/2014/main" id="{62E979FA-41B4-1604-CD30-6AA9F184471C}"/>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4" name="Oval 28">
              <a:extLst>
                <a:ext uri="{FF2B5EF4-FFF2-40B4-BE49-F238E27FC236}">
                  <a16:creationId xmlns:a16="http://schemas.microsoft.com/office/drawing/2014/main" id="{BF36188A-DA38-E993-E2B8-C26503184B0C}"/>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5" name="Group 434">
            <a:extLst>
              <a:ext uri="{FF2B5EF4-FFF2-40B4-BE49-F238E27FC236}">
                <a16:creationId xmlns:a16="http://schemas.microsoft.com/office/drawing/2014/main" id="{F2F2900B-03F1-5C1D-81B3-F76AB0C33DE0}"/>
              </a:ext>
            </a:extLst>
          </p:cNvPr>
          <p:cNvGrpSpPr/>
          <p:nvPr/>
        </p:nvGrpSpPr>
        <p:grpSpPr>
          <a:xfrm>
            <a:off x="6287105" y="2974054"/>
            <a:ext cx="721206" cy="609701"/>
            <a:chOff x="6287105" y="2974054"/>
            <a:chExt cx="721206" cy="609701"/>
          </a:xfrm>
        </p:grpSpPr>
        <p:sp>
          <p:nvSpPr>
            <p:cNvPr id="436" name="Rectangle 435">
              <a:hlinkHover r:id="" action="ppaction://noaction" highlightClick="1"/>
              <a:extLst>
                <a:ext uri="{FF2B5EF4-FFF2-40B4-BE49-F238E27FC236}">
                  <a16:creationId xmlns:a16="http://schemas.microsoft.com/office/drawing/2014/main" id="{78C6579F-E938-59DC-2674-086E6F53A503}"/>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37" name="Rectangle 436">
              <a:extLst>
                <a:ext uri="{FF2B5EF4-FFF2-40B4-BE49-F238E27FC236}">
                  <a16:creationId xmlns:a16="http://schemas.microsoft.com/office/drawing/2014/main" id="{54AB2853-8063-7BA6-BE7C-432CF95592F8}"/>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8" name="Oval 15">
              <a:extLst>
                <a:ext uri="{FF2B5EF4-FFF2-40B4-BE49-F238E27FC236}">
                  <a16:creationId xmlns:a16="http://schemas.microsoft.com/office/drawing/2014/main" id="{72E9822F-6F33-AB83-D6E9-4CE68B18495B}"/>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9" name="Straight Connector 438">
              <a:extLst>
                <a:ext uri="{FF2B5EF4-FFF2-40B4-BE49-F238E27FC236}">
                  <a16:creationId xmlns:a16="http://schemas.microsoft.com/office/drawing/2014/main" id="{3A224C54-5ACD-7341-481D-5DF05EB79B33}"/>
                </a:ext>
              </a:extLst>
            </p:cNvPr>
            <p:cNvCxnSpPr>
              <a:cxnSpLocks/>
              <a:stCxn id="438"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40" name="Group 439">
            <a:extLst>
              <a:ext uri="{FF2B5EF4-FFF2-40B4-BE49-F238E27FC236}">
                <a16:creationId xmlns:a16="http://schemas.microsoft.com/office/drawing/2014/main" id="{948DEA0E-4DFE-8FEB-FDB2-6150ECB6A7F0}"/>
              </a:ext>
            </a:extLst>
          </p:cNvPr>
          <p:cNvGrpSpPr/>
          <p:nvPr/>
        </p:nvGrpSpPr>
        <p:grpSpPr>
          <a:xfrm>
            <a:off x="7123149" y="2974054"/>
            <a:ext cx="721206" cy="646284"/>
            <a:chOff x="7123149" y="2974054"/>
            <a:chExt cx="721206" cy="646284"/>
          </a:xfrm>
        </p:grpSpPr>
        <p:sp>
          <p:nvSpPr>
            <p:cNvPr id="441" name="Rectangle 440">
              <a:hlinkHover r:id="" action="ppaction://noaction" highlightClick="1"/>
              <a:extLst>
                <a:ext uri="{FF2B5EF4-FFF2-40B4-BE49-F238E27FC236}">
                  <a16:creationId xmlns:a16="http://schemas.microsoft.com/office/drawing/2014/main" id="{F5668DBF-F444-E43D-8EE9-9601040CB39A}"/>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42" name="Rectangle 441">
              <a:extLst>
                <a:ext uri="{FF2B5EF4-FFF2-40B4-BE49-F238E27FC236}">
                  <a16:creationId xmlns:a16="http://schemas.microsoft.com/office/drawing/2014/main" id="{E4F28026-FF00-5178-F0BD-FEDF25F19CC9}"/>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3" name="Oval 15">
              <a:extLst>
                <a:ext uri="{FF2B5EF4-FFF2-40B4-BE49-F238E27FC236}">
                  <a16:creationId xmlns:a16="http://schemas.microsoft.com/office/drawing/2014/main" id="{EF8A3690-63DE-FDD8-307F-45F5E43B6354}"/>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4" name="Straight Connector 443">
              <a:extLst>
                <a:ext uri="{FF2B5EF4-FFF2-40B4-BE49-F238E27FC236}">
                  <a16:creationId xmlns:a16="http://schemas.microsoft.com/office/drawing/2014/main" id="{0FB76955-687A-BF06-161B-1C4C4417CDAD}"/>
                </a:ext>
              </a:extLst>
            </p:cNvPr>
            <p:cNvCxnSpPr>
              <a:cxnSpLocks/>
              <a:stCxn id="443"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45" name="Straight Connector 444">
              <a:extLst>
                <a:ext uri="{FF2B5EF4-FFF2-40B4-BE49-F238E27FC236}">
                  <a16:creationId xmlns:a16="http://schemas.microsoft.com/office/drawing/2014/main" id="{615F5104-574B-7A68-ACA3-D0EA16F3CF3A}"/>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1A627EE2-1E35-52FE-C80F-9A043CF3535C}"/>
              </a:ext>
            </a:extLst>
          </p:cNvPr>
          <p:cNvGrpSpPr/>
          <p:nvPr/>
        </p:nvGrpSpPr>
        <p:grpSpPr>
          <a:xfrm>
            <a:off x="7959200" y="2974054"/>
            <a:ext cx="721206" cy="609701"/>
            <a:chOff x="7959200" y="2974054"/>
            <a:chExt cx="721206" cy="609701"/>
          </a:xfrm>
        </p:grpSpPr>
        <p:sp>
          <p:nvSpPr>
            <p:cNvPr id="447" name="Rectangle 446">
              <a:hlinkHover r:id="" action="ppaction://noaction" highlightClick="1"/>
              <a:extLst>
                <a:ext uri="{FF2B5EF4-FFF2-40B4-BE49-F238E27FC236}">
                  <a16:creationId xmlns:a16="http://schemas.microsoft.com/office/drawing/2014/main" id="{55C8B7D0-814C-7DD2-0D93-CCFCC5F085EB}"/>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448" name="Diamond 447">
              <a:extLst>
                <a:ext uri="{FF2B5EF4-FFF2-40B4-BE49-F238E27FC236}">
                  <a16:creationId xmlns:a16="http://schemas.microsoft.com/office/drawing/2014/main" id="{AF2A2111-3353-BD71-2239-1BF74F18FD10}"/>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9" name="Oval 448">
              <a:extLst>
                <a:ext uri="{FF2B5EF4-FFF2-40B4-BE49-F238E27FC236}">
                  <a16:creationId xmlns:a16="http://schemas.microsoft.com/office/drawing/2014/main" id="{7A2D204C-F285-0C87-3AC9-A07874BF096D}"/>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0" name="Group 449">
            <a:extLst>
              <a:ext uri="{FF2B5EF4-FFF2-40B4-BE49-F238E27FC236}">
                <a16:creationId xmlns:a16="http://schemas.microsoft.com/office/drawing/2014/main" id="{B15B3279-08F8-B453-14CA-55B397ADFD3E}"/>
              </a:ext>
            </a:extLst>
          </p:cNvPr>
          <p:cNvGrpSpPr/>
          <p:nvPr/>
        </p:nvGrpSpPr>
        <p:grpSpPr>
          <a:xfrm>
            <a:off x="8795244" y="2974054"/>
            <a:ext cx="721206" cy="609701"/>
            <a:chOff x="8795244" y="2974054"/>
            <a:chExt cx="721206" cy="609701"/>
          </a:xfrm>
        </p:grpSpPr>
        <p:sp>
          <p:nvSpPr>
            <p:cNvPr id="451" name="Rectangle 450">
              <a:hlinkHover r:id="" action="ppaction://noaction" highlightClick="1"/>
              <a:extLst>
                <a:ext uri="{FF2B5EF4-FFF2-40B4-BE49-F238E27FC236}">
                  <a16:creationId xmlns:a16="http://schemas.microsoft.com/office/drawing/2014/main" id="{5145006C-3619-6554-6F4D-ABACA4585981}"/>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52" name="Diamond 451">
              <a:extLst>
                <a:ext uri="{FF2B5EF4-FFF2-40B4-BE49-F238E27FC236}">
                  <a16:creationId xmlns:a16="http://schemas.microsoft.com/office/drawing/2014/main" id="{E28222CA-595D-63EE-99E1-D655CDF1DB05}"/>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3" name="Oval 452">
              <a:extLst>
                <a:ext uri="{FF2B5EF4-FFF2-40B4-BE49-F238E27FC236}">
                  <a16:creationId xmlns:a16="http://schemas.microsoft.com/office/drawing/2014/main" id="{8AB36E91-D57F-2071-E991-3EE26B90C5BE}"/>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0" name="Group 459">
            <a:extLst>
              <a:ext uri="{FF2B5EF4-FFF2-40B4-BE49-F238E27FC236}">
                <a16:creationId xmlns:a16="http://schemas.microsoft.com/office/drawing/2014/main" id="{A27CA614-0E8F-4927-3641-901945F51FE6}"/>
              </a:ext>
            </a:extLst>
          </p:cNvPr>
          <p:cNvGrpSpPr/>
          <p:nvPr/>
        </p:nvGrpSpPr>
        <p:grpSpPr>
          <a:xfrm>
            <a:off x="5442073" y="811556"/>
            <a:ext cx="728239" cy="609701"/>
            <a:chOff x="5442073" y="811556"/>
            <a:chExt cx="728239" cy="609701"/>
          </a:xfrm>
        </p:grpSpPr>
        <p:sp>
          <p:nvSpPr>
            <p:cNvPr id="461" name="Rectangle 460">
              <a:extLst>
                <a:ext uri="{FF2B5EF4-FFF2-40B4-BE49-F238E27FC236}">
                  <a16:creationId xmlns:a16="http://schemas.microsoft.com/office/drawing/2014/main" id="{F7A6E064-C774-59F6-F635-345DEC9A78AE}"/>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62" name="Rectangle 461">
              <a:extLst>
                <a:ext uri="{FF2B5EF4-FFF2-40B4-BE49-F238E27FC236}">
                  <a16:creationId xmlns:a16="http://schemas.microsoft.com/office/drawing/2014/main" id="{C522CB5B-6B64-FC18-3CF3-E2191119FE27}"/>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3" name="Oval 15">
              <a:extLst>
                <a:ext uri="{FF2B5EF4-FFF2-40B4-BE49-F238E27FC236}">
                  <a16:creationId xmlns:a16="http://schemas.microsoft.com/office/drawing/2014/main" id="{5A3DEC07-363B-DC76-BACB-B40A11EFB8AA}"/>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4" name="Straight Connector 463">
              <a:extLst>
                <a:ext uri="{FF2B5EF4-FFF2-40B4-BE49-F238E27FC236}">
                  <a16:creationId xmlns:a16="http://schemas.microsoft.com/office/drawing/2014/main" id="{A0A48595-41BE-88AE-450B-0A1D9682D55F}"/>
                </a:ext>
              </a:extLst>
            </p:cNvPr>
            <p:cNvCxnSpPr>
              <a:cxnSpLocks/>
              <a:stCxn id="463"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5" name="Straight Connector 464">
              <a:extLst>
                <a:ext uri="{FF2B5EF4-FFF2-40B4-BE49-F238E27FC236}">
                  <a16:creationId xmlns:a16="http://schemas.microsoft.com/office/drawing/2014/main" id="{D2D53CAF-6122-B57A-175F-A1C16D0A86B9}"/>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6" name="Group 465">
            <a:extLst>
              <a:ext uri="{FF2B5EF4-FFF2-40B4-BE49-F238E27FC236}">
                <a16:creationId xmlns:a16="http://schemas.microsoft.com/office/drawing/2014/main" id="{C2651A5E-50E2-256A-F6A9-C043DFDCE431}"/>
              </a:ext>
            </a:extLst>
          </p:cNvPr>
          <p:cNvGrpSpPr/>
          <p:nvPr/>
        </p:nvGrpSpPr>
        <p:grpSpPr>
          <a:xfrm>
            <a:off x="6284597" y="811555"/>
            <a:ext cx="721206" cy="609701"/>
            <a:chOff x="6284597" y="811555"/>
            <a:chExt cx="721206" cy="609701"/>
          </a:xfrm>
        </p:grpSpPr>
        <p:sp>
          <p:nvSpPr>
            <p:cNvPr id="467" name="Rectangle 466">
              <a:hlinkHover r:id="" action="ppaction://noaction" highlightClick="1"/>
              <a:extLst>
                <a:ext uri="{FF2B5EF4-FFF2-40B4-BE49-F238E27FC236}">
                  <a16:creationId xmlns:a16="http://schemas.microsoft.com/office/drawing/2014/main" id="{70B8C49F-3D9A-FF6E-F606-D084942D0F88}"/>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68" name="Right Triangle 467">
              <a:extLst>
                <a:ext uri="{FF2B5EF4-FFF2-40B4-BE49-F238E27FC236}">
                  <a16:creationId xmlns:a16="http://schemas.microsoft.com/office/drawing/2014/main" id="{DE2EA853-15CF-EBD2-9608-22421788E975}"/>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9" name="Oval 27">
              <a:extLst>
                <a:ext uri="{FF2B5EF4-FFF2-40B4-BE49-F238E27FC236}">
                  <a16:creationId xmlns:a16="http://schemas.microsoft.com/office/drawing/2014/main" id="{7A90C7AE-0A90-63D6-A73C-62C1109F87B3}"/>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0" name="Oval 28">
              <a:extLst>
                <a:ext uri="{FF2B5EF4-FFF2-40B4-BE49-F238E27FC236}">
                  <a16:creationId xmlns:a16="http://schemas.microsoft.com/office/drawing/2014/main" id="{16149E4E-2463-7BD4-AE0F-72D97F1F53C8}"/>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6" name="Group 475">
            <a:extLst>
              <a:ext uri="{FF2B5EF4-FFF2-40B4-BE49-F238E27FC236}">
                <a16:creationId xmlns:a16="http://schemas.microsoft.com/office/drawing/2014/main" id="{E4BA571A-9347-04E9-BD91-3BA3713B26F4}"/>
              </a:ext>
            </a:extLst>
          </p:cNvPr>
          <p:cNvGrpSpPr/>
          <p:nvPr/>
        </p:nvGrpSpPr>
        <p:grpSpPr>
          <a:xfrm>
            <a:off x="7957576" y="811556"/>
            <a:ext cx="721206" cy="609701"/>
            <a:chOff x="7957576" y="811556"/>
            <a:chExt cx="721206" cy="609701"/>
          </a:xfrm>
        </p:grpSpPr>
        <p:sp>
          <p:nvSpPr>
            <p:cNvPr id="477" name="Rectangle 476">
              <a:extLst>
                <a:ext uri="{FF2B5EF4-FFF2-40B4-BE49-F238E27FC236}">
                  <a16:creationId xmlns:a16="http://schemas.microsoft.com/office/drawing/2014/main" id="{5CB90986-BB78-2B7E-4BA2-DD6E8E978F9F}"/>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78" name="Rectangle 477">
              <a:extLst>
                <a:ext uri="{FF2B5EF4-FFF2-40B4-BE49-F238E27FC236}">
                  <a16:creationId xmlns:a16="http://schemas.microsoft.com/office/drawing/2014/main" id="{2EFA6A94-7452-4461-2529-00A4065E6F3C}"/>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9" name="Oval 15">
              <a:extLst>
                <a:ext uri="{FF2B5EF4-FFF2-40B4-BE49-F238E27FC236}">
                  <a16:creationId xmlns:a16="http://schemas.microsoft.com/office/drawing/2014/main" id="{9A7580FD-2DFE-AB2E-8A69-8F1FB201AB65}"/>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0" name="Straight Connector 479">
              <a:extLst>
                <a:ext uri="{FF2B5EF4-FFF2-40B4-BE49-F238E27FC236}">
                  <a16:creationId xmlns:a16="http://schemas.microsoft.com/office/drawing/2014/main" id="{D51A52AF-F91E-12EE-CA8F-22AB055C6E5C}"/>
                </a:ext>
              </a:extLst>
            </p:cNvPr>
            <p:cNvCxnSpPr>
              <a:cxnSpLocks/>
              <a:stCxn id="479"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1" name="Straight Connector 480">
              <a:extLst>
                <a:ext uri="{FF2B5EF4-FFF2-40B4-BE49-F238E27FC236}">
                  <a16:creationId xmlns:a16="http://schemas.microsoft.com/office/drawing/2014/main" id="{408C7202-DFD7-7249-32D6-BFBB513171C0}"/>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0" name="Group 489">
            <a:extLst>
              <a:ext uri="{FF2B5EF4-FFF2-40B4-BE49-F238E27FC236}">
                <a16:creationId xmlns:a16="http://schemas.microsoft.com/office/drawing/2014/main" id="{529A546A-B200-A29D-28F9-16786D3862D4}"/>
              </a:ext>
            </a:extLst>
          </p:cNvPr>
          <p:cNvGrpSpPr/>
          <p:nvPr/>
        </p:nvGrpSpPr>
        <p:grpSpPr>
          <a:xfrm>
            <a:off x="11356242" y="90836"/>
            <a:ext cx="721206" cy="609701"/>
            <a:chOff x="11356242" y="90836"/>
            <a:chExt cx="721206" cy="609701"/>
          </a:xfrm>
        </p:grpSpPr>
        <p:sp>
          <p:nvSpPr>
            <p:cNvPr id="491" name="Rectangle 490">
              <a:hlinkHover r:id="" action="ppaction://noaction" highlightClick="1"/>
              <a:extLst>
                <a:ext uri="{FF2B5EF4-FFF2-40B4-BE49-F238E27FC236}">
                  <a16:creationId xmlns:a16="http://schemas.microsoft.com/office/drawing/2014/main" id="{79339C15-DD9E-AAC9-435D-218935BF59EA}"/>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492" name="Oval 491">
              <a:extLst>
                <a:ext uri="{FF2B5EF4-FFF2-40B4-BE49-F238E27FC236}">
                  <a16:creationId xmlns:a16="http://schemas.microsoft.com/office/drawing/2014/main" id="{B82DFAD7-E5B1-D918-ECC8-3EC8DFED23C0}"/>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3" name="Isosceles Triangle 648">
              <a:extLst>
                <a:ext uri="{FF2B5EF4-FFF2-40B4-BE49-F238E27FC236}">
                  <a16:creationId xmlns:a16="http://schemas.microsoft.com/office/drawing/2014/main" id="{B539AE8F-B6C7-A348-472A-C451FB3A5A18}"/>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4" name="Group 493">
            <a:extLst>
              <a:ext uri="{FF2B5EF4-FFF2-40B4-BE49-F238E27FC236}">
                <a16:creationId xmlns:a16="http://schemas.microsoft.com/office/drawing/2014/main" id="{7987C5A2-496B-3244-67F6-5A95B99CD3F1}"/>
              </a:ext>
            </a:extLst>
          </p:cNvPr>
          <p:cNvGrpSpPr/>
          <p:nvPr/>
        </p:nvGrpSpPr>
        <p:grpSpPr>
          <a:xfrm>
            <a:off x="11356243" y="3694774"/>
            <a:ext cx="721206" cy="609701"/>
            <a:chOff x="11356243" y="3694774"/>
            <a:chExt cx="721206" cy="609701"/>
          </a:xfrm>
        </p:grpSpPr>
        <p:sp>
          <p:nvSpPr>
            <p:cNvPr id="495" name="Rectangle 494">
              <a:hlinkHover r:id="" action="ppaction://noaction" highlightClick="1"/>
              <a:extLst>
                <a:ext uri="{FF2B5EF4-FFF2-40B4-BE49-F238E27FC236}">
                  <a16:creationId xmlns:a16="http://schemas.microsoft.com/office/drawing/2014/main" id="{554971A3-9850-AB33-F377-92868878D815}"/>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496" name="Oval 495">
              <a:extLst>
                <a:ext uri="{FF2B5EF4-FFF2-40B4-BE49-F238E27FC236}">
                  <a16:creationId xmlns:a16="http://schemas.microsoft.com/office/drawing/2014/main" id="{F6CDCE47-9F1C-1623-A3AC-162AEFE333CB}"/>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7" name="Isosceles Triangle 648">
              <a:extLst>
                <a:ext uri="{FF2B5EF4-FFF2-40B4-BE49-F238E27FC236}">
                  <a16:creationId xmlns:a16="http://schemas.microsoft.com/office/drawing/2014/main" id="{660C2895-F1CA-0C89-44C6-0A0363CEC217}"/>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8" name="Group 497">
            <a:extLst>
              <a:ext uri="{FF2B5EF4-FFF2-40B4-BE49-F238E27FC236}">
                <a16:creationId xmlns:a16="http://schemas.microsoft.com/office/drawing/2014/main" id="{0E614E5A-CA96-1623-E314-F8476BF49855}"/>
              </a:ext>
            </a:extLst>
          </p:cNvPr>
          <p:cNvGrpSpPr/>
          <p:nvPr/>
        </p:nvGrpSpPr>
        <p:grpSpPr>
          <a:xfrm>
            <a:off x="9657691" y="4419624"/>
            <a:ext cx="721206" cy="609701"/>
            <a:chOff x="9657691" y="4419624"/>
            <a:chExt cx="721206" cy="609701"/>
          </a:xfrm>
        </p:grpSpPr>
        <p:sp>
          <p:nvSpPr>
            <p:cNvPr id="499" name="Rectangle 498">
              <a:hlinkHover r:id="" action="ppaction://noaction" highlightClick="1"/>
              <a:extLst>
                <a:ext uri="{FF2B5EF4-FFF2-40B4-BE49-F238E27FC236}">
                  <a16:creationId xmlns:a16="http://schemas.microsoft.com/office/drawing/2014/main" id="{D9FBE5A2-06CD-8B1B-998F-CF8D47BB1BF8}"/>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00" name="Oval 499">
              <a:extLst>
                <a:ext uri="{FF2B5EF4-FFF2-40B4-BE49-F238E27FC236}">
                  <a16:creationId xmlns:a16="http://schemas.microsoft.com/office/drawing/2014/main" id="{F036CA9A-ACB4-5309-1F1E-FF0790744C2E}"/>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1" name="Isosceles Triangle 648">
              <a:extLst>
                <a:ext uri="{FF2B5EF4-FFF2-40B4-BE49-F238E27FC236}">
                  <a16:creationId xmlns:a16="http://schemas.microsoft.com/office/drawing/2014/main" id="{1D0C0C75-47F1-C74A-1759-BB9C08F7EA86}"/>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2" name="Group 501">
            <a:extLst>
              <a:ext uri="{FF2B5EF4-FFF2-40B4-BE49-F238E27FC236}">
                <a16:creationId xmlns:a16="http://schemas.microsoft.com/office/drawing/2014/main" id="{754A7EEB-2255-A0EA-59F6-3734889CC644}"/>
              </a:ext>
            </a:extLst>
          </p:cNvPr>
          <p:cNvGrpSpPr/>
          <p:nvPr/>
        </p:nvGrpSpPr>
        <p:grpSpPr>
          <a:xfrm>
            <a:off x="10506968" y="4419620"/>
            <a:ext cx="721206" cy="609701"/>
            <a:chOff x="10506968" y="4419620"/>
            <a:chExt cx="721206" cy="609701"/>
          </a:xfrm>
        </p:grpSpPr>
        <p:sp>
          <p:nvSpPr>
            <p:cNvPr id="503" name="Rectangle 502">
              <a:hlinkHover r:id="" action="ppaction://noaction" highlightClick="1"/>
              <a:extLst>
                <a:ext uri="{FF2B5EF4-FFF2-40B4-BE49-F238E27FC236}">
                  <a16:creationId xmlns:a16="http://schemas.microsoft.com/office/drawing/2014/main" id="{AEEAB7F3-1037-82C3-F94B-63FC973C568C}"/>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04" name="Oval 503">
              <a:extLst>
                <a:ext uri="{FF2B5EF4-FFF2-40B4-BE49-F238E27FC236}">
                  <a16:creationId xmlns:a16="http://schemas.microsoft.com/office/drawing/2014/main" id="{55514179-2276-1505-EC43-9D660E1FC63F}"/>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5" name="Isosceles Triangle 648">
              <a:extLst>
                <a:ext uri="{FF2B5EF4-FFF2-40B4-BE49-F238E27FC236}">
                  <a16:creationId xmlns:a16="http://schemas.microsoft.com/office/drawing/2014/main" id="{7A054BBB-B53A-7477-8FFD-587CC1C4419F}"/>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6" name="Group 505">
            <a:extLst>
              <a:ext uri="{FF2B5EF4-FFF2-40B4-BE49-F238E27FC236}">
                <a16:creationId xmlns:a16="http://schemas.microsoft.com/office/drawing/2014/main" id="{E29658D7-A675-B122-809E-8BC7E15D5D1F}"/>
              </a:ext>
            </a:extLst>
          </p:cNvPr>
          <p:cNvGrpSpPr/>
          <p:nvPr/>
        </p:nvGrpSpPr>
        <p:grpSpPr>
          <a:xfrm>
            <a:off x="11356003" y="4416261"/>
            <a:ext cx="721206" cy="609701"/>
            <a:chOff x="11356003" y="4416261"/>
            <a:chExt cx="721206" cy="609701"/>
          </a:xfrm>
        </p:grpSpPr>
        <p:sp>
          <p:nvSpPr>
            <p:cNvPr id="507" name="Rectangle 506">
              <a:hlinkHover r:id="" action="ppaction://noaction" highlightClick="1"/>
              <a:extLst>
                <a:ext uri="{FF2B5EF4-FFF2-40B4-BE49-F238E27FC236}">
                  <a16:creationId xmlns:a16="http://schemas.microsoft.com/office/drawing/2014/main" id="{597C374A-B8B9-AAB3-D274-48EFFEC86385}"/>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08" name="Oval 507">
              <a:extLst>
                <a:ext uri="{FF2B5EF4-FFF2-40B4-BE49-F238E27FC236}">
                  <a16:creationId xmlns:a16="http://schemas.microsoft.com/office/drawing/2014/main" id="{8287FC69-5CEF-CEEF-5502-6E953010B36B}"/>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9" name="Isosceles Triangle 648">
              <a:extLst>
                <a:ext uri="{FF2B5EF4-FFF2-40B4-BE49-F238E27FC236}">
                  <a16:creationId xmlns:a16="http://schemas.microsoft.com/office/drawing/2014/main" id="{3C438AA5-53C1-5ED1-7496-A0586B774E75}"/>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0" name="Group 509">
            <a:extLst>
              <a:ext uri="{FF2B5EF4-FFF2-40B4-BE49-F238E27FC236}">
                <a16:creationId xmlns:a16="http://schemas.microsoft.com/office/drawing/2014/main" id="{72C6BFFD-11D4-8990-EC82-D015B38EA6F6}"/>
              </a:ext>
            </a:extLst>
          </p:cNvPr>
          <p:cNvGrpSpPr/>
          <p:nvPr/>
        </p:nvGrpSpPr>
        <p:grpSpPr>
          <a:xfrm>
            <a:off x="8808526" y="4416261"/>
            <a:ext cx="721206" cy="609701"/>
            <a:chOff x="8808526" y="4416261"/>
            <a:chExt cx="721206" cy="609701"/>
          </a:xfrm>
        </p:grpSpPr>
        <p:sp>
          <p:nvSpPr>
            <p:cNvPr id="511" name="Rectangle 510">
              <a:hlinkHover r:id="" action="ppaction://noaction" highlightClick="1"/>
              <a:extLst>
                <a:ext uri="{FF2B5EF4-FFF2-40B4-BE49-F238E27FC236}">
                  <a16:creationId xmlns:a16="http://schemas.microsoft.com/office/drawing/2014/main" id="{C751FB4D-B12D-190A-DB7A-41FBB42B40EC}"/>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12" name="Oval 511">
              <a:extLst>
                <a:ext uri="{FF2B5EF4-FFF2-40B4-BE49-F238E27FC236}">
                  <a16:creationId xmlns:a16="http://schemas.microsoft.com/office/drawing/2014/main" id="{3A48282B-9EB3-E258-B345-B54A1CF9AB9B}"/>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3" name="Isosceles Triangle 648">
              <a:extLst>
                <a:ext uri="{FF2B5EF4-FFF2-40B4-BE49-F238E27FC236}">
                  <a16:creationId xmlns:a16="http://schemas.microsoft.com/office/drawing/2014/main" id="{B6046830-DFF6-F569-A120-1B6C18E336CB}"/>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4" name="Group 513">
            <a:extLst>
              <a:ext uri="{FF2B5EF4-FFF2-40B4-BE49-F238E27FC236}">
                <a16:creationId xmlns:a16="http://schemas.microsoft.com/office/drawing/2014/main" id="{81D1FF1B-5D46-4B14-7172-B9DD00B63EDC}"/>
              </a:ext>
            </a:extLst>
          </p:cNvPr>
          <p:cNvGrpSpPr/>
          <p:nvPr/>
        </p:nvGrpSpPr>
        <p:grpSpPr>
          <a:xfrm>
            <a:off x="10509579" y="5141013"/>
            <a:ext cx="721206" cy="609701"/>
            <a:chOff x="10509579" y="5141013"/>
            <a:chExt cx="721206" cy="609701"/>
          </a:xfrm>
        </p:grpSpPr>
        <p:sp>
          <p:nvSpPr>
            <p:cNvPr id="515" name="Rectangle 514">
              <a:hlinkHover r:id="" action="ppaction://noaction" highlightClick="1"/>
              <a:extLst>
                <a:ext uri="{FF2B5EF4-FFF2-40B4-BE49-F238E27FC236}">
                  <a16:creationId xmlns:a16="http://schemas.microsoft.com/office/drawing/2014/main" id="{7B54FB69-AA32-ECD2-E014-35AA5652E54B}"/>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16" name="Oval 515">
              <a:extLst>
                <a:ext uri="{FF2B5EF4-FFF2-40B4-BE49-F238E27FC236}">
                  <a16:creationId xmlns:a16="http://schemas.microsoft.com/office/drawing/2014/main" id="{9ADF8F2C-39DD-9B9A-C597-CF03B2269FDD}"/>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7" name="Isosceles Triangle 648">
              <a:extLst>
                <a:ext uri="{FF2B5EF4-FFF2-40B4-BE49-F238E27FC236}">
                  <a16:creationId xmlns:a16="http://schemas.microsoft.com/office/drawing/2014/main" id="{87FDB74F-0D62-E62D-C5EF-20F3D353E799}"/>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8" name="Group 517">
            <a:extLst>
              <a:ext uri="{FF2B5EF4-FFF2-40B4-BE49-F238E27FC236}">
                <a16:creationId xmlns:a16="http://schemas.microsoft.com/office/drawing/2014/main" id="{D6AD2EBE-319A-08AD-8E1F-579B8EA64494}"/>
              </a:ext>
            </a:extLst>
          </p:cNvPr>
          <p:cNvGrpSpPr/>
          <p:nvPr/>
        </p:nvGrpSpPr>
        <p:grpSpPr>
          <a:xfrm>
            <a:off x="9651076" y="5143367"/>
            <a:ext cx="721206" cy="609701"/>
            <a:chOff x="9651076" y="5143367"/>
            <a:chExt cx="721206" cy="609701"/>
          </a:xfrm>
        </p:grpSpPr>
        <p:sp>
          <p:nvSpPr>
            <p:cNvPr id="519" name="Rectangle 518">
              <a:hlinkHover r:id="" action="ppaction://noaction" highlightClick="1"/>
              <a:extLst>
                <a:ext uri="{FF2B5EF4-FFF2-40B4-BE49-F238E27FC236}">
                  <a16:creationId xmlns:a16="http://schemas.microsoft.com/office/drawing/2014/main" id="{036302A8-CE0E-A461-51DC-6DBDFEFD2238}"/>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20" name="Oval 519">
              <a:extLst>
                <a:ext uri="{FF2B5EF4-FFF2-40B4-BE49-F238E27FC236}">
                  <a16:creationId xmlns:a16="http://schemas.microsoft.com/office/drawing/2014/main" id="{C3ACC738-9488-0ACD-2A47-00739C07D116}"/>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1" name="Isosceles Triangle 648">
              <a:extLst>
                <a:ext uri="{FF2B5EF4-FFF2-40B4-BE49-F238E27FC236}">
                  <a16:creationId xmlns:a16="http://schemas.microsoft.com/office/drawing/2014/main" id="{3E93C759-6DDF-ECC6-CBFE-57E04B71900B}"/>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2" name="Group 521">
            <a:extLst>
              <a:ext uri="{FF2B5EF4-FFF2-40B4-BE49-F238E27FC236}">
                <a16:creationId xmlns:a16="http://schemas.microsoft.com/office/drawing/2014/main" id="{2311E73B-5A16-AB7B-794C-F384EB45747E}"/>
              </a:ext>
            </a:extLst>
          </p:cNvPr>
          <p:cNvGrpSpPr/>
          <p:nvPr/>
        </p:nvGrpSpPr>
        <p:grpSpPr>
          <a:xfrm>
            <a:off x="9657612" y="3698231"/>
            <a:ext cx="721206" cy="609701"/>
            <a:chOff x="9657612" y="3698231"/>
            <a:chExt cx="721206" cy="609701"/>
          </a:xfrm>
        </p:grpSpPr>
        <p:sp>
          <p:nvSpPr>
            <p:cNvPr id="523" name="Rectangle 522">
              <a:hlinkHover r:id="" action="ppaction://noaction" highlightClick="1"/>
              <a:extLst>
                <a:ext uri="{FF2B5EF4-FFF2-40B4-BE49-F238E27FC236}">
                  <a16:creationId xmlns:a16="http://schemas.microsoft.com/office/drawing/2014/main" id="{8B96037D-7CDA-6FBB-940E-4E838758C4CC}"/>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24" name="Oval 523">
              <a:extLst>
                <a:ext uri="{FF2B5EF4-FFF2-40B4-BE49-F238E27FC236}">
                  <a16:creationId xmlns:a16="http://schemas.microsoft.com/office/drawing/2014/main" id="{7E1A8A56-9CB3-3784-0401-D1C8AF660688}"/>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5" name="Isosceles Triangle 648">
              <a:extLst>
                <a:ext uri="{FF2B5EF4-FFF2-40B4-BE49-F238E27FC236}">
                  <a16:creationId xmlns:a16="http://schemas.microsoft.com/office/drawing/2014/main" id="{59813AC7-1F23-865E-1B78-8A4BBF9FEDA9}"/>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6" name="Group 525">
            <a:extLst>
              <a:ext uri="{FF2B5EF4-FFF2-40B4-BE49-F238E27FC236}">
                <a16:creationId xmlns:a16="http://schemas.microsoft.com/office/drawing/2014/main" id="{891C4E6C-D455-CDD1-2099-B6569573762F}"/>
              </a:ext>
            </a:extLst>
          </p:cNvPr>
          <p:cNvGrpSpPr/>
          <p:nvPr/>
        </p:nvGrpSpPr>
        <p:grpSpPr>
          <a:xfrm>
            <a:off x="10506928" y="3698227"/>
            <a:ext cx="721206" cy="609701"/>
            <a:chOff x="10506928" y="3698227"/>
            <a:chExt cx="721206" cy="609701"/>
          </a:xfrm>
        </p:grpSpPr>
        <p:sp>
          <p:nvSpPr>
            <p:cNvPr id="527" name="Rectangle 526">
              <a:hlinkHover r:id="" action="ppaction://noaction" highlightClick="1"/>
              <a:extLst>
                <a:ext uri="{FF2B5EF4-FFF2-40B4-BE49-F238E27FC236}">
                  <a16:creationId xmlns:a16="http://schemas.microsoft.com/office/drawing/2014/main" id="{E9BF40E2-654B-7FE0-ACF3-4677CDCC4E8E}"/>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28" name="Oval 527">
              <a:extLst>
                <a:ext uri="{FF2B5EF4-FFF2-40B4-BE49-F238E27FC236}">
                  <a16:creationId xmlns:a16="http://schemas.microsoft.com/office/drawing/2014/main" id="{4EC518AA-5296-E29E-AA34-9C155825D134}"/>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9" name="Isosceles Triangle 648">
              <a:extLst>
                <a:ext uri="{FF2B5EF4-FFF2-40B4-BE49-F238E27FC236}">
                  <a16:creationId xmlns:a16="http://schemas.microsoft.com/office/drawing/2014/main" id="{D7542233-E12C-38D5-2766-287CB206E9E4}"/>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0" name="Group 529">
            <a:extLst>
              <a:ext uri="{FF2B5EF4-FFF2-40B4-BE49-F238E27FC236}">
                <a16:creationId xmlns:a16="http://schemas.microsoft.com/office/drawing/2014/main" id="{30829F5E-6DCC-20ED-29CB-114054873E78}"/>
              </a:ext>
            </a:extLst>
          </p:cNvPr>
          <p:cNvGrpSpPr/>
          <p:nvPr/>
        </p:nvGrpSpPr>
        <p:grpSpPr>
          <a:xfrm>
            <a:off x="8808417" y="5135710"/>
            <a:ext cx="721206" cy="609701"/>
            <a:chOff x="8808417" y="5135710"/>
            <a:chExt cx="721206" cy="609701"/>
          </a:xfrm>
        </p:grpSpPr>
        <p:sp>
          <p:nvSpPr>
            <p:cNvPr id="531" name="Rectangle 530">
              <a:hlinkHover r:id="" action="ppaction://noaction" highlightClick="1"/>
              <a:extLst>
                <a:ext uri="{FF2B5EF4-FFF2-40B4-BE49-F238E27FC236}">
                  <a16:creationId xmlns:a16="http://schemas.microsoft.com/office/drawing/2014/main" id="{7FE74CD9-EA77-B348-65E7-0FE86F120452}"/>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32" name="Oval 531">
              <a:extLst>
                <a:ext uri="{FF2B5EF4-FFF2-40B4-BE49-F238E27FC236}">
                  <a16:creationId xmlns:a16="http://schemas.microsoft.com/office/drawing/2014/main" id="{97BE66E2-C800-D060-E3EC-3FCF22BC465D}"/>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3" name="Isosceles Triangle 648">
              <a:extLst>
                <a:ext uri="{FF2B5EF4-FFF2-40B4-BE49-F238E27FC236}">
                  <a16:creationId xmlns:a16="http://schemas.microsoft.com/office/drawing/2014/main" id="{4EFC7CA2-EFAB-D8BA-A21C-53C8FD278D42}"/>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5EF38C5A-F053-FC52-ED07-74E8C9B8D525}"/>
              </a:ext>
            </a:extLst>
          </p:cNvPr>
          <p:cNvGrpSpPr/>
          <p:nvPr/>
        </p:nvGrpSpPr>
        <p:grpSpPr>
          <a:xfrm>
            <a:off x="7957572" y="1532276"/>
            <a:ext cx="721206" cy="609701"/>
            <a:chOff x="7957572" y="1532276"/>
            <a:chExt cx="721206" cy="609701"/>
          </a:xfrm>
        </p:grpSpPr>
        <p:sp>
          <p:nvSpPr>
            <p:cNvPr id="549" name="Rectangle 548">
              <a:hlinkHover r:id="" action="ppaction://noaction" highlightClick="1"/>
              <a:extLst>
                <a:ext uri="{FF2B5EF4-FFF2-40B4-BE49-F238E27FC236}">
                  <a16:creationId xmlns:a16="http://schemas.microsoft.com/office/drawing/2014/main" id="{57A7838C-663C-D970-8E68-A55C499764C1}"/>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50" name="Rectangle 549">
              <a:extLst>
                <a:ext uri="{FF2B5EF4-FFF2-40B4-BE49-F238E27FC236}">
                  <a16:creationId xmlns:a16="http://schemas.microsoft.com/office/drawing/2014/main" id="{780A1705-37BF-3E83-3337-B294A5D75A26}"/>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1" name="Oval 15">
              <a:extLst>
                <a:ext uri="{FF2B5EF4-FFF2-40B4-BE49-F238E27FC236}">
                  <a16:creationId xmlns:a16="http://schemas.microsoft.com/office/drawing/2014/main" id="{DA1D0EE8-6C18-848E-0C02-3EC382024B5D}"/>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2" name="Straight Connector 551">
              <a:extLst>
                <a:ext uri="{FF2B5EF4-FFF2-40B4-BE49-F238E27FC236}">
                  <a16:creationId xmlns:a16="http://schemas.microsoft.com/office/drawing/2014/main" id="{A8ADF4AD-5383-5504-7744-0F9DD304C2E9}"/>
                </a:ext>
              </a:extLst>
            </p:cNvPr>
            <p:cNvCxnSpPr>
              <a:cxnSpLocks/>
              <a:stCxn id="551"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3" name="Straight Connector 552">
              <a:extLst>
                <a:ext uri="{FF2B5EF4-FFF2-40B4-BE49-F238E27FC236}">
                  <a16:creationId xmlns:a16="http://schemas.microsoft.com/office/drawing/2014/main" id="{DE19E72A-F7FB-C84C-307A-695181C54051}"/>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54" name="Group 553">
            <a:extLst>
              <a:ext uri="{FF2B5EF4-FFF2-40B4-BE49-F238E27FC236}">
                <a16:creationId xmlns:a16="http://schemas.microsoft.com/office/drawing/2014/main" id="{77A68ED1-7DBD-A83D-A645-DABEA914906A}"/>
              </a:ext>
            </a:extLst>
          </p:cNvPr>
          <p:cNvGrpSpPr/>
          <p:nvPr/>
        </p:nvGrpSpPr>
        <p:grpSpPr>
          <a:xfrm>
            <a:off x="9656904" y="1532276"/>
            <a:ext cx="721206" cy="609701"/>
            <a:chOff x="9656904" y="1532276"/>
            <a:chExt cx="721206" cy="609701"/>
          </a:xfrm>
        </p:grpSpPr>
        <p:sp>
          <p:nvSpPr>
            <p:cNvPr id="555" name="Rectangle 554">
              <a:extLst>
                <a:ext uri="{FF2B5EF4-FFF2-40B4-BE49-F238E27FC236}">
                  <a16:creationId xmlns:a16="http://schemas.microsoft.com/office/drawing/2014/main" id="{E11299A2-6584-4037-90B3-3947B015CDD7}"/>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56" name="Rectangle 555">
              <a:extLst>
                <a:ext uri="{FF2B5EF4-FFF2-40B4-BE49-F238E27FC236}">
                  <a16:creationId xmlns:a16="http://schemas.microsoft.com/office/drawing/2014/main" id="{CDAA529B-93E4-6A4C-F52A-66F961A64791}"/>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7" name="Oval 15">
              <a:extLst>
                <a:ext uri="{FF2B5EF4-FFF2-40B4-BE49-F238E27FC236}">
                  <a16:creationId xmlns:a16="http://schemas.microsoft.com/office/drawing/2014/main" id="{41764481-0616-6848-65C6-1D470C53C344}"/>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8" name="Straight Connector 557">
              <a:extLst>
                <a:ext uri="{FF2B5EF4-FFF2-40B4-BE49-F238E27FC236}">
                  <a16:creationId xmlns:a16="http://schemas.microsoft.com/office/drawing/2014/main" id="{7B49F640-B4E2-D554-7E5E-AD33A40872B4}"/>
                </a:ext>
              </a:extLst>
            </p:cNvPr>
            <p:cNvCxnSpPr>
              <a:cxnSpLocks/>
              <a:stCxn id="557"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9" name="Straight Connector 558">
              <a:extLst>
                <a:ext uri="{FF2B5EF4-FFF2-40B4-BE49-F238E27FC236}">
                  <a16:creationId xmlns:a16="http://schemas.microsoft.com/office/drawing/2014/main" id="{1A0C5756-8CD2-716A-8BF6-ECD7526ACABF}"/>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88" name="Group 587">
            <a:extLst>
              <a:ext uri="{FF2B5EF4-FFF2-40B4-BE49-F238E27FC236}">
                <a16:creationId xmlns:a16="http://schemas.microsoft.com/office/drawing/2014/main" id="{BDB126E4-A72E-E83C-A278-A107F0EFDD40}"/>
              </a:ext>
            </a:extLst>
          </p:cNvPr>
          <p:cNvGrpSpPr/>
          <p:nvPr/>
        </p:nvGrpSpPr>
        <p:grpSpPr>
          <a:xfrm>
            <a:off x="11356242" y="811556"/>
            <a:ext cx="721206" cy="609701"/>
            <a:chOff x="11356242" y="811556"/>
            <a:chExt cx="721206" cy="609701"/>
          </a:xfrm>
        </p:grpSpPr>
        <p:sp>
          <p:nvSpPr>
            <p:cNvPr id="589" name="Rectangle 588">
              <a:hlinkHover r:id="" action="ppaction://noaction" highlightClick="1"/>
              <a:extLst>
                <a:ext uri="{FF2B5EF4-FFF2-40B4-BE49-F238E27FC236}">
                  <a16:creationId xmlns:a16="http://schemas.microsoft.com/office/drawing/2014/main" id="{08D2F53B-0F12-15C0-6658-C3E806F7A1AA}"/>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590" name="Oval 589">
              <a:extLst>
                <a:ext uri="{FF2B5EF4-FFF2-40B4-BE49-F238E27FC236}">
                  <a16:creationId xmlns:a16="http://schemas.microsoft.com/office/drawing/2014/main" id="{90E8B7EB-C2D1-18A5-F80B-A41F5E297DE0}"/>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1" name="Isosceles Triangle 648">
              <a:extLst>
                <a:ext uri="{FF2B5EF4-FFF2-40B4-BE49-F238E27FC236}">
                  <a16:creationId xmlns:a16="http://schemas.microsoft.com/office/drawing/2014/main" id="{859969D6-E102-6C58-1B4C-F9D63F4F4D52}"/>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2" name="Group 591">
            <a:extLst>
              <a:ext uri="{FF2B5EF4-FFF2-40B4-BE49-F238E27FC236}">
                <a16:creationId xmlns:a16="http://schemas.microsoft.com/office/drawing/2014/main" id="{515EB3B7-C310-C26B-FF8F-92EF18C3D9D8}"/>
              </a:ext>
            </a:extLst>
          </p:cNvPr>
          <p:cNvGrpSpPr/>
          <p:nvPr/>
        </p:nvGrpSpPr>
        <p:grpSpPr>
          <a:xfrm>
            <a:off x="8807249" y="811555"/>
            <a:ext cx="721206" cy="609701"/>
            <a:chOff x="8807249" y="811555"/>
            <a:chExt cx="721206" cy="609701"/>
          </a:xfrm>
        </p:grpSpPr>
        <p:sp>
          <p:nvSpPr>
            <p:cNvPr id="593" name="Rectangle 592">
              <a:hlinkHover r:id="" action="ppaction://noaction" highlightClick="1"/>
              <a:extLst>
                <a:ext uri="{FF2B5EF4-FFF2-40B4-BE49-F238E27FC236}">
                  <a16:creationId xmlns:a16="http://schemas.microsoft.com/office/drawing/2014/main" id="{5B34784E-3ED0-2520-3165-5D21778144DA}"/>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594" name="Diamond 593">
              <a:extLst>
                <a:ext uri="{FF2B5EF4-FFF2-40B4-BE49-F238E27FC236}">
                  <a16:creationId xmlns:a16="http://schemas.microsoft.com/office/drawing/2014/main" id="{39B4416E-D8FA-31D1-C4C1-42325E74732F}"/>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5" name="Oval 594">
              <a:extLst>
                <a:ext uri="{FF2B5EF4-FFF2-40B4-BE49-F238E27FC236}">
                  <a16:creationId xmlns:a16="http://schemas.microsoft.com/office/drawing/2014/main" id="{94DBBA28-8FAC-D467-79E6-3D21655F9367}"/>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6" name="Group 595">
            <a:extLst>
              <a:ext uri="{FF2B5EF4-FFF2-40B4-BE49-F238E27FC236}">
                <a16:creationId xmlns:a16="http://schemas.microsoft.com/office/drawing/2014/main" id="{C12082D3-5F4E-DF2D-F8CF-59F72AC91351}"/>
              </a:ext>
            </a:extLst>
          </p:cNvPr>
          <p:cNvGrpSpPr/>
          <p:nvPr/>
        </p:nvGrpSpPr>
        <p:grpSpPr>
          <a:xfrm>
            <a:off x="8808419" y="3705986"/>
            <a:ext cx="721206" cy="609701"/>
            <a:chOff x="8808419" y="3705986"/>
            <a:chExt cx="721206" cy="609701"/>
          </a:xfrm>
        </p:grpSpPr>
        <p:sp>
          <p:nvSpPr>
            <p:cNvPr id="597" name="Rectangle 596">
              <a:hlinkHover r:id="" action="ppaction://noaction" highlightClick="1"/>
              <a:extLst>
                <a:ext uri="{FF2B5EF4-FFF2-40B4-BE49-F238E27FC236}">
                  <a16:creationId xmlns:a16="http://schemas.microsoft.com/office/drawing/2014/main" id="{0ED588A2-E2FD-55D8-F2C8-3A205A45D60A}"/>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598" name="Oval 597">
              <a:extLst>
                <a:ext uri="{FF2B5EF4-FFF2-40B4-BE49-F238E27FC236}">
                  <a16:creationId xmlns:a16="http://schemas.microsoft.com/office/drawing/2014/main" id="{940000E5-AFDF-D0C2-F86A-2D2AA95F8748}"/>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9" name="Isosceles Triangle 648">
              <a:extLst>
                <a:ext uri="{FF2B5EF4-FFF2-40B4-BE49-F238E27FC236}">
                  <a16:creationId xmlns:a16="http://schemas.microsoft.com/office/drawing/2014/main" id="{BF41C486-5B29-7866-5993-DB066ED46F4D}"/>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0" name="Group 599">
            <a:extLst>
              <a:ext uri="{FF2B5EF4-FFF2-40B4-BE49-F238E27FC236}">
                <a16:creationId xmlns:a16="http://schemas.microsoft.com/office/drawing/2014/main" id="{F7D24F2A-55DE-CD55-2E5F-8DF51B130812}"/>
              </a:ext>
            </a:extLst>
          </p:cNvPr>
          <p:cNvGrpSpPr/>
          <p:nvPr/>
        </p:nvGrpSpPr>
        <p:grpSpPr>
          <a:xfrm>
            <a:off x="431659" y="90836"/>
            <a:ext cx="721210" cy="609701"/>
            <a:chOff x="431659" y="90836"/>
            <a:chExt cx="721210" cy="609701"/>
          </a:xfrm>
        </p:grpSpPr>
        <p:sp>
          <p:nvSpPr>
            <p:cNvPr id="601" name="Rectangle 600">
              <a:extLst>
                <a:ext uri="{FF2B5EF4-FFF2-40B4-BE49-F238E27FC236}">
                  <a16:creationId xmlns:a16="http://schemas.microsoft.com/office/drawing/2014/main" id="{2D7D52F8-34A4-F766-24B5-0E0E22F8F474}"/>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02" name="Rectangle 601">
              <a:extLst>
                <a:ext uri="{FF2B5EF4-FFF2-40B4-BE49-F238E27FC236}">
                  <a16:creationId xmlns:a16="http://schemas.microsoft.com/office/drawing/2014/main" id="{2AE92F5B-B929-BB7B-566A-6CE0496E1912}"/>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3" name="Oval 15">
              <a:extLst>
                <a:ext uri="{FF2B5EF4-FFF2-40B4-BE49-F238E27FC236}">
                  <a16:creationId xmlns:a16="http://schemas.microsoft.com/office/drawing/2014/main" id="{0C1B2EDD-CCE4-F370-D9D7-1023AB4C4411}"/>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4" name="Straight Connector 603">
              <a:extLst>
                <a:ext uri="{FF2B5EF4-FFF2-40B4-BE49-F238E27FC236}">
                  <a16:creationId xmlns:a16="http://schemas.microsoft.com/office/drawing/2014/main" id="{0A143D45-E3F0-60FB-1EC5-3247C6A6A9E1}"/>
                </a:ext>
              </a:extLst>
            </p:cNvPr>
            <p:cNvCxnSpPr>
              <a:cxnSpLocks/>
              <a:stCxn id="603"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05" name="Straight Connector 604">
              <a:extLst>
                <a:ext uri="{FF2B5EF4-FFF2-40B4-BE49-F238E27FC236}">
                  <a16:creationId xmlns:a16="http://schemas.microsoft.com/office/drawing/2014/main" id="{FEAC6896-09DE-B6B3-6093-0A7980495B12}"/>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6" name="Group 605">
            <a:extLst>
              <a:ext uri="{FF2B5EF4-FFF2-40B4-BE49-F238E27FC236}">
                <a16:creationId xmlns:a16="http://schemas.microsoft.com/office/drawing/2014/main" id="{5ED3C637-EF10-AC5A-103F-8B93CFC62635}"/>
              </a:ext>
            </a:extLst>
          </p:cNvPr>
          <p:cNvGrpSpPr/>
          <p:nvPr/>
        </p:nvGrpSpPr>
        <p:grpSpPr>
          <a:xfrm>
            <a:off x="1267282" y="90836"/>
            <a:ext cx="721206" cy="609701"/>
            <a:chOff x="1267282" y="90836"/>
            <a:chExt cx="721206" cy="609701"/>
          </a:xfrm>
        </p:grpSpPr>
        <p:sp>
          <p:nvSpPr>
            <p:cNvPr id="607" name="Rectangle 606">
              <a:extLst>
                <a:ext uri="{FF2B5EF4-FFF2-40B4-BE49-F238E27FC236}">
                  <a16:creationId xmlns:a16="http://schemas.microsoft.com/office/drawing/2014/main" id="{8002E7C5-1500-F4C9-387D-85AA3571D2C4}"/>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08" name="Rectangle 607">
              <a:extLst>
                <a:ext uri="{FF2B5EF4-FFF2-40B4-BE49-F238E27FC236}">
                  <a16:creationId xmlns:a16="http://schemas.microsoft.com/office/drawing/2014/main" id="{11BB9BDA-FB34-B44D-A9EF-21387DBE96E4}"/>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9" name="Oval 15">
              <a:extLst>
                <a:ext uri="{FF2B5EF4-FFF2-40B4-BE49-F238E27FC236}">
                  <a16:creationId xmlns:a16="http://schemas.microsoft.com/office/drawing/2014/main" id="{2920646B-EE7E-3659-8C9D-301C2C44ADF9}"/>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0" name="Straight Connector 609">
              <a:extLst>
                <a:ext uri="{FF2B5EF4-FFF2-40B4-BE49-F238E27FC236}">
                  <a16:creationId xmlns:a16="http://schemas.microsoft.com/office/drawing/2014/main" id="{47DE3474-351E-8CFA-FF05-1B03005386C5}"/>
                </a:ext>
              </a:extLst>
            </p:cNvPr>
            <p:cNvCxnSpPr>
              <a:cxnSpLocks/>
              <a:stCxn id="609"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1" name="Straight Connector 610">
              <a:extLst>
                <a:ext uri="{FF2B5EF4-FFF2-40B4-BE49-F238E27FC236}">
                  <a16:creationId xmlns:a16="http://schemas.microsoft.com/office/drawing/2014/main" id="{ABA19EF0-9DBF-FF5C-54CD-8D865A5F1AB8}"/>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2" name="Group 611">
            <a:extLst>
              <a:ext uri="{FF2B5EF4-FFF2-40B4-BE49-F238E27FC236}">
                <a16:creationId xmlns:a16="http://schemas.microsoft.com/office/drawing/2014/main" id="{CCDB3C1B-81C8-6D03-89E2-59EBF823343D}"/>
              </a:ext>
            </a:extLst>
          </p:cNvPr>
          <p:cNvGrpSpPr/>
          <p:nvPr/>
        </p:nvGrpSpPr>
        <p:grpSpPr>
          <a:xfrm>
            <a:off x="2102907" y="90836"/>
            <a:ext cx="721206" cy="609701"/>
            <a:chOff x="2102907" y="90836"/>
            <a:chExt cx="721206" cy="609701"/>
          </a:xfrm>
        </p:grpSpPr>
        <p:sp>
          <p:nvSpPr>
            <p:cNvPr id="613" name="Rectangle 612">
              <a:extLst>
                <a:ext uri="{FF2B5EF4-FFF2-40B4-BE49-F238E27FC236}">
                  <a16:creationId xmlns:a16="http://schemas.microsoft.com/office/drawing/2014/main" id="{D5BD67CF-446C-8709-1C61-9D095305F33B}"/>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14" name="Rectangle 613">
              <a:extLst>
                <a:ext uri="{FF2B5EF4-FFF2-40B4-BE49-F238E27FC236}">
                  <a16:creationId xmlns:a16="http://schemas.microsoft.com/office/drawing/2014/main" id="{03F289AF-D1C0-0ECA-2387-38BFF677C1F1}"/>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5" name="Oval 15">
              <a:extLst>
                <a:ext uri="{FF2B5EF4-FFF2-40B4-BE49-F238E27FC236}">
                  <a16:creationId xmlns:a16="http://schemas.microsoft.com/office/drawing/2014/main" id="{4912035C-DB59-91B8-496E-3FBF78B0679F}"/>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6" name="Straight Connector 615">
              <a:extLst>
                <a:ext uri="{FF2B5EF4-FFF2-40B4-BE49-F238E27FC236}">
                  <a16:creationId xmlns:a16="http://schemas.microsoft.com/office/drawing/2014/main" id="{46F25D96-2CDB-834A-7553-D559E4C6E617}"/>
                </a:ext>
              </a:extLst>
            </p:cNvPr>
            <p:cNvCxnSpPr>
              <a:cxnSpLocks/>
              <a:stCxn id="615"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7" name="Straight Connector 616">
              <a:extLst>
                <a:ext uri="{FF2B5EF4-FFF2-40B4-BE49-F238E27FC236}">
                  <a16:creationId xmlns:a16="http://schemas.microsoft.com/office/drawing/2014/main" id="{0804D859-1381-852B-600C-DEFD6B69B703}"/>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30" name="Group 629">
            <a:extLst>
              <a:ext uri="{FF2B5EF4-FFF2-40B4-BE49-F238E27FC236}">
                <a16:creationId xmlns:a16="http://schemas.microsoft.com/office/drawing/2014/main" id="{21814251-16E2-84F5-81DC-0610241FC030}"/>
              </a:ext>
            </a:extLst>
          </p:cNvPr>
          <p:cNvGrpSpPr/>
          <p:nvPr/>
        </p:nvGrpSpPr>
        <p:grpSpPr>
          <a:xfrm>
            <a:off x="431660" y="3698226"/>
            <a:ext cx="721206" cy="609701"/>
            <a:chOff x="431660" y="3698226"/>
            <a:chExt cx="721206" cy="609701"/>
          </a:xfrm>
        </p:grpSpPr>
        <p:sp>
          <p:nvSpPr>
            <p:cNvPr id="631" name="Rectangle 630">
              <a:extLst>
                <a:ext uri="{FF2B5EF4-FFF2-40B4-BE49-F238E27FC236}">
                  <a16:creationId xmlns:a16="http://schemas.microsoft.com/office/drawing/2014/main" id="{AE4E287B-7514-C17E-0333-DE9DF596C8CB}"/>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32" name="Right Triangle 631">
              <a:extLst>
                <a:ext uri="{FF2B5EF4-FFF2-40B4-BE49-F238E27FC236}">
                  <a16:creationId xmlns:a16="http://schemas.microsoft.com/office/drawing/2014/main" id="{2558D5C9-9292-5E3A-1073-CF5A0C832349}"/>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3" name="Group 632">
              <a:extLst>
                <a:ext uri="{FF2B5EF4-FFF2-40B4-BE49-F238E27FC236}">
                  <a16:creationId xmlns:a16="http://schemas.microsoft.com/office/drawing/2014/main" id="{28880A02-39F1-89AC-6351-1E348B078D71}"/>
                </a:ext>
              </a:extLst>
            </p:cNvPr>
            <p:cNvGrpSpPr/>
            <p:nvPr/>
          </p:nvGrpSpPr>
          <p:grpSpPr>
            <a:xfrm>
              <a:off x="1102253" y="3706270"/>
              <a:ext cx="37817" cy="61390"/>
              <a:chOff x="3883481" y="2057400"/>
              <a:chExt cx="1608363" cy="2652031"/>
            </a:xfrm>
            <a:solidFill>
              <a:srgbClr val="A6A6A6">
                <a:alpha val="20000"/>
              </a:srgbClr>
            </a:solidFill>
          </p:grpSpPr>
          <p:sp>
            <p:nvSpPr>
              <p:cNvPr id="634" name="Oval 27">
                <a:extLst>
                  <a:ext uri="{FF2B5EF4-FFF2-40B4-BE49-F238E27FC236}">
                    <a16:creationId xmlns:a16="http://schemas.microsoft.com/office/drawing/2014/main" id="{C1510796-7D10-C46E-A5A2-CD880623680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5" name="Oval 28">
                <a:extLst>
                  <a:ext uri="{FF2B5EF4-FFF2-40B4-BE49-F238E27FC236}">
                    <a16:creationId xmlns:a16="http://schemas.microsoft.com/office/drawing/2014/main" id="{CF8E8600-050E-D9A3-D7EE-C012DD80325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36" name="Group 635">
            <a:extLst>
              <a:ext uri="{FF2B5EF4-FFF2-40B4-BE49-F238E27FC236}">
                <a16:creationId xmlns:a16="http://schemas.microsoft.com/office/drawing/2014/main" id="{C22025D9-0701-8BCC-752A-4D808A3269B0}"/>
              </a:ext>
            </a:extLst>
          </p:cNvPr>
          <p:cNvGrpSpPr/>
          <p:nvPr/>
        </p:nvGrpSpPr>
        <p:grpSpPr>
          <a:xfrm>
            <a:off x="2942399" y="3698227"/>
            <a:ext cx="721206" cy="609701"/>
            <a:chOff x="2942399" y="3698227"/>
            <a:chExt cx="721206" cy="609701"/>
          </a:xfrm>
        </p:grpSpPr>
        <p:sp>
          <p:nvSpPr>
            <p:cNvPr id="637" name="Rectangle 636">
              <a:extLst>
                <a:ext uri="{FF2B5EF4-FFF2-40B4-BE49-F238E27FC236}">
                  <a16:creationId xmlns:a16="http://schemas.microsoft.com/office/drawing/2014/main" id="{3F513498-2129-C173-DA84-69671BE0DC3D}"/>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38" name="Right Triangle 637">
              <a:extLst>
                <a:ext uri="{FF2B5EF4-FFF2-40B4-BE49-F238E27FC236}">
                  <a16:creationId xmlns:a16="http://schemas.microsoft.com/office/drawing/2014/main" id="{34B17FB7-8EBA-E440-BC35-DABC8F1FF9D5}"/>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9" name="Group 638">
              <a:extLst>
                <a:ext uri="{FF2B5EF4-FFF2-40B4-BE49-F238E27FC236}">
                  <a16:creationId xmlns:a16="http://schemas.microsoft.com/office/drawing/2014/main" id="{0B4046E7-46F3-ADDD-E9F1-63AE8D9584AE}"/>
                </a:ext>
              </a:extLst>
            </p:cNvPr>
            <p:cNvGrpSpPr/>
            <p:nvPr/>
          </p:nvGrpSpPr>
          <p:grpSpPr>
            <a:xfrm>
              <a:off x="3607767" y="3713057"/>
              <a:ext cx="37817" cy="61390"/>
              <a:chOff x="3883481" y="2057400"/>
              <a:chExt cx="1608363" cy="2652031"/>
            </a:xfrm>
            <a:solidFill>
              <a:srgbClr val="A6A6A6">
                <a:alpha val="20000"/>
              </a:srgbClr>
            </a:solidFill>
          </p:grpSpPr>
          <p:sp>
            <p:nvSpPr>
              <p:cNvPr id="640" name="Oval 27">
                <a:extLst>
                  <a:ext uri="{FF2B5EF4-FFF2-40B4-BE49-F238E27FC236}">
                    <a16:creationId xmlns:a16="http://schemas.microsoft.com/office/drawing/2014/main" id="{5E4FA2B1-17F1-F37D-DAB2-CA5D0CCD073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1" name="Oval 28">
                <a:extLst>
                  <a:ext uri="{FF2B5EF4-FFF2-40B4-BE49-F238E27FC236}">
                    <a16:creationId xmlns:a16="http://schemas.microsoft.com/office/drawing/2014/main" id="{87F161E9-E5AE-F2C7-D464-738D607E8AD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8" name="Group 657">
            <a:extLst>
              <a:ext uri="{FF2B5EF4-FFF2-40B4-BE49-F238E27FC236}">
                <a16:creationId xmlns:a16="http://schemas.microsoft.com/office/drawing/2014/main" id="{C2E8B483-7C41-664B-9919-2DF36950A586}"/>
              </a:ext>
            </a:extLst>
          </p:cNvPr>
          <p:cNvGrpSpPr/>
          <p:nvPr/>
        </p:nvGrpSpPr>
        <p:grpSpPr>
          <a:xfrm>
            <a:off x="2105710" y="3698208"/>
            <a:ext cx="721206" cy="610396"/>
            <a:chOff x="2105710" y="3698208"/>
            <a:chExt cx="721206" cy="610396"/>
          </a:xfrm>
        </p:grpSpPr>
        <p:sp>
          <p:nvSpPr>
            <p:cNvPr id="659" name="Rectangle 658">
              <a:extLst>
                <a:ext uri="{FF2B5EF4-FFF2-40B4-BE49-F238E27FC236}">
                  <a16:creationId xmlns:a16="http://schemas.microsoft.com/office/drawing/2014/main" id="{9C1316F4-B37A-3EDC-56B1-2371A98D319D}"/>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60" name="Right Triangle 659">
              <a:extLst>
                <a:ext uri="{FF2B5EF4-FFF2-40B4-BE49-F238E27FC236}">
                  <a16:creationId xmlns:a16="http://schemas.microsoft.com/office/drawing/2014/main" id="{A2AB1B78-2004-9C74-CD7D-3A2A2E25CFA1}"/>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1" name="Group 660">
              <a:extLst>
                <a:ext uri="{FF2B5EF4-FFF2-40B4-BE49-F238E27FC236}">
                  <a16:creationId xmlns:a16="http://schemas.microsoft.com/office/drawing/2014/main" id="{8A1348A7-8F9E-6EAD-1E9B-8FB85F3F16ED}"/>
                </a:ext>
              </a:extLst>
            </p:cNvPr>
            <p:cNvGrpSpPr/>
            <p:nvPr/>
          </p:nvGrpSpPr>
          <p:grpSpPr>
            <a:xfrm>
              <a:off x="2776303" y="3704306"/>
              <a:ext cx="37817" cy="61390"/>
              <a:chOff x="3883481" y="2057400"/>
              <a:chExt cx="1608363" cy="2652031"/>
            </a:xfrm>
            <a:solidFill>
              <a:srgbClr val="A6A6A6">
                <a:alpha val="20000"/>
              </a:srgbClr>
            </a:solidFill>
          </p:grpSpPr>
          <p:sp>
            <p:nvSpPr>
              <p:cNvPr id="662" name="Oval 27">
                <a:extLst>
                  <a:ext uri="{FF2B5EF4-FFF2-40B4-BE49-F238E27FC236}">
                    <a16:creationId xmlns:a16="http://schemas.microsoft.com/office/drawing/2014/main" id="{F771CB05-F716-B440-EB05-D8A9F4AEBE8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3" name="Oval 28">
                <a:extLst>
                  <a:ext uri="{FF2B5EF4-FFF2-40B4-BE49-F238E27FC236}">
                    <a16:creationId xmlns:a16="http://schemas.microsoft.com/office/drawing/2014/main" id="{FE306230-AA92-02B4-B234-80539EBCB35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14" name="Group 713">
            <a:extLst>
              <a:ext uri="{FF2B5EF4-FFF2-40B4-BE49-F238E27FC236}">
                <a16:creationId xmlns:a16="http://schemas.microsoft.com/office/drawing/2014/main" id="{731C7D00-5A71-4A47-3BFA-A01A2689CEFB}"/>
              </a:ext>
            </a:extLst>
          </p:cNvPr>
          <p:cNvGrpSpPr/>
          <p:nvPr/>
        </p:nvGrpSpPr>
        <p:grpSpPr>
          <a:xfrm>
            <a:off x="2105348" y="1532276"/>
            <a:ext cx="721206" cy="609701"/>
            <a:chOff x="2105348" y="1532276"/>
            <a:chExt cx="721206" cy="609701"/>
          </a:xfrm>
        </p:grpSpPr>
        <p:sp>
          <p:nvSpPr>
            <p:cNvPr id="715" name="Rectangle 714">
              <a:extLst>
                <a:ext uri="{FF2B5EF4-FFF2-40B4-BE49-F238E27FC236}">
                  <a16:creationId xmlns:a16="http://schemas.microsoft.com/office/drawing/2014/main" id="{D5E5DA7A-83CC-78DD-CB77-79923C32C781}"/>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16" name="Rectangle 715">
              <a:extLst>
                <a:ext uri="{FF2B5EF4-FFF2-40B4-BE49-F238E27FC236}">
                  <a16:creationId xmlns:a16="http://schemas.microsoft.com/office/drawing/2014/main" id="{2A19765D-401F-A1FD-418F-7301269E40A4}"/>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7" name="Oval 15">
              <a:extLst>
                <a:ext uri="{FF2B5EF4-FFF2-40B4-BE49-F238E27FC236}">
                  <a16:creationId xmlns:a16="http://schemas.microsoft.com/office/drawing/2014/main" id="{92BAF39D-5375-E178-E7AA-4A9CCE1D7C2C}"/>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18" name="Straight Connector 717">
              <a:extLst>
                <a:ext uri="{FF2B5EF4-FFF2-40B4-BE49-F238E27FC236}">
                  <a16:creationId xmlns:a16="http://schemas.microsoft.com/office/drawing/2014/main" id="{14E74CD2-B19F-C046-B7DA-92BBB6FC0614}"/>
                </a:ext>
              </a:extLst>
            </p:cNvPr>
            <p:cNvCxnSpPr>
              <a:cxnSpLocks/>
              <a:stCxn id="717"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19" name="Straight Connector 718">
              <a:extLst>
                <a:ext uri="{FF2B5EF4-FFF2-40B4-BE49-F238E27FC236}">
                  <a16:creationId xmlns:a16="http://schemas.microsoft.com/office/drawing/2014/main" id="{86E426FC-B59F-FC37-571D-23B71B554C6B}"/>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20" name="Group 719">
            <a:extLst>
              <a:ext uri="{FF2B5EF4-FFF2-40B4-BE49-F238E27FC236}">
                <a16:creationId xmlns:a16="http://schemas.microsoft.com/office/drawing/2014/main" id="{4A7E14A6-A7D1-E227-155B-A755FD9C114C}"/>
              </a:ext>
            </a:extLst>
          </p:cNvPr>
          <p:cNvGrpSpPr/>
          <p:nvPr/>
        </p:nvGrpSpPr>
        <p:grpSpPr>
          <a:xfrm>
            <a:off x="431659" y="1532283"/>
            <a:ext cx="721891" cy="610032"/>
            <a:chOff x="431659" y="1532283"/>
            <a:chExt cx="721891" cy="610032"/>
          </a:xfrm>
        </p:grpSpPr>
        <p:sp>
          <p:nvSpPr>
            <p:cNvPr id="721" name="Rectangle 720">
              <a:extLst>
                <a:ext uri="{FF2B5EF4-FFF2-40B4-BE49-F238E27FC236}">
                  <a16:creationId xmlns:a16="http://schemas.microsoft.com/office/drawing/2014/main" id="{9B6C9885-464C-76F3-A6A8-23D3FA3BC836}"/>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22" name="Right Triangle 721">
              <a:extLst>
                <a:ext uri="{FF2B5EF4-FFF2-40B4-BE49-F238E27FC236}">
                  <a16:creationId xmlns:a16="http://schemas.microsoft.com/office/drawing/2014/main" id="{C333D05F-BD78-CFDE-DE6D-D853849C62C7}"/>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3" name="Group 722">
              <a:extLst>
                <a:ext uri="{FF2B5EF4-FFF2-40B4-BE49-F238E27FC236}">
                  <a16:creationId xmlns:a16="http://schemas.microsoft.com/office/drawing/2014/main" id="{0E6BDF1B-7168-9CE4-C055-32A0F043C932}"/>
                </a:ext>
              </a:extLst>
            </p:cNvPr>
            <p:cNvGrpSpPr/>
            <p:nvPr/>
          </p:nvGrpSpPr>
          <p:grpSpPr>
            <a:xfrm>
              <a:off x="1102940" y="1538374"/>
              <a:ext cx="37817" cy="61390"/>
              <a:chOff x="3883481" y="2057400"/>
              <a:chExt cx="1608363" cy="2652031"/>
            </a:xfrm>
            <a:solidFill>
              <a:srgbClr val="A6A6A6">
                <a:alpha val="20000"/>
              </a:srgbClr>
            </a:solidFill>
          </p:grpSpPr>
          <p:sp>
            <p:nvSpPr>
              <p:cNvPr id="724" name="Oval 27">
                <a:extLst>
                  <a:ext uri="{FF2B5EF4-FFF2-40B4-BE49-F238E27FC236}">
                    <a16:creationId xmlns:a16="http://schemas.microsoft.com/office/drawing/2014/main" id="{7A7E90F3-2C5E-B6BC-113D-97152BBBAD5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5" name="Oval 28">
                <a:extLst>
                  <a:ext uri="{FF2B5EF4-FFF2-40B4-BE49-F238E27FC236}">
                    <a16:creationId xmlns:a16="http://schemas.microsoft.com/office/drawing/2014/main" id="{F30CDF24-BCCB-68DC-D1EE-2C0B865AF5C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6" name="Group 725">
            <a:extLst>
              <a:ext uri="{FF2B5EF4-FFF2-40B4-BE49-F238E27FC236}">
                <a16:creationId xmlns:a16="http://schemas.microsoft.com/office/drawing/2014/main" id="{0F427935-06A4-05A2-1C5F-C2DF9F10B5A6}"/>
              </a:ext>
            </a:extLst>
          </p:cNvPr>
          <p:cNvGrpSpPr/>
          <p:nvPr/>
        </p:nvGrpSpPr>
        <p:grpSpPr>
          <a:xfrm>
            <a:off x="1268843" y="1532283"/>
            <a:ext cx="721206" cy="610032"/>
            <a:chOff x="1268843" y="1532283"/>
            <a:chExt cx="721206" cy="610032"/>
          </a:xfrm>
        </p:grpSpPr>
        <p:sp>
          <p:nvSpPr>
            <p:cNvPr id="727" name="Rectangle 726">
              <a:extLst>
                <a:ext uri="{FF2B5EF4-FFF2-40B4-BE49-F238E27FC236}">
                  <a16:creationId xmlns:a16="http://schemas.microsoft.com/office/drawing/2014/main" id="{E3F4B54A-547C-A7AD-49EF-3A00281293D8}"/>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28" name="Right Triangle 727">
              <a:extLst>
                <a:ext uri="{FF2B5EF4-FFF2-40B4-BE49-F238E27FC236}">
                  <a16:creationId xmlns:a16="http://schemas.microsoft.com/office/drawing/2014/main" id="{1836C689-8089-2AB4-3E4E-FFD4EF62E779}"/>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9" name="Group 728">
              <a:extLst>
                <a:ext uri="{FF2B5EF4-FFF2-40B4-BE49-F238E27FC236}">
                  <a16:creationId xmlns:a16="http://schemas.microsoft.com/office/drawing/2014/main" id="{C665BFD7-EB92-F498-2200-88AE10BC3537}"/>
                </a:ext>
              </a:extLst>
            </p:cNvPr>
            <p:cNvGrpSpPr/>
            <p:nvPr/>
          </p:nvGrpSpPr>
          <p:grpSpPr>
            <a:xfrm>
              <a:off x="1939436" y="1538374"/>
              <a:ext cx="37817" cy="61390"/>
              <a:chOff x="3883481" y="2057400"/>
              <a:chExt cx="1608363" cy="2652031"/>
            </a:xfrm>
            <a:solidFill>
              <a:srgbClr val="A6A6A6">
                <a:alpha val="20000"/>
              </a:srgbClr>
            </a:solidFill>
          </p:grpSpPr>
          <p:sp>
            <p:nvSpPr>
              <p:cNvPr id="730" name="Oval 27">
                <a:extLst>
                  <a:ext uri="{FF2B5EF4-FFF2-40B4-BE49-F238E27FC236}">
                    <a16:creationId xmlns:a16="http://schemas.microsoft.com/office/drawing/2014/main" id="{BABEBC48-17A5-8328-E2A0-1A333F42404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1" name="Oval 28">
                <a:extLst>
                  <a:ext uri="{FF2B5EF4-FFF2-40B4-BE49-F238E27FC236}">
                    <a16:creationId xmlns:a16="http://schemas.microsoft.com/office/drawing/2014/main" id="{1C4DBB58-E874-9258-F4D5-E97915C7F33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38" name="Group 737">
            <a:extLst>
              <a:ext uri="{FF2B5EF4-FFF2-40B4-BE49-F238E27FC236}">
                <a16:creationId xmlns:a16="http://schemas.microsoft.com/office/drawing/2014/main" id="{6290DE74-1072-6AAE-8796-006ACC7FEF83}"/>
              </a:ext>
            </a:extLst>
          </p:cNvPr>
          <p:cNvGrpSpPr/>
          <p:nvPr/>
        </p:nvGrpSpPr>
        <p:grpSpPr>
          <a:xfrm>
            <a:off x="5454379" y="2974054"/>
            <a:ext cx="721206" cy="649846"/>
            <a:chOff x="5454379" y="2974054"/>
            <a:chExt cx="721206" cy="649846"/>
          </a:xfrm>
        </p:grpSpPr>
        <p:sp>
          <p:nvSpPr>
            <p:cNvPr id="739" name="Rectangle 738">
              <a:extLst>
                <a:ext uri="{FF2B5EF4-FFF2-40B4-BE49-F238E27FC236}">
                  <a16:creationId xmlns:a16="http://schemas.microsoft.com/office/drawing/2014/main" id="{2381D49B-5731-D741-0798-BD300F448382}"/>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40" name="Rectangle 739">
              <a:extLst>
                <a:ext uri="{FF2B5EF4-FFF2-40B4-BE49-F238E27FC236}">
                  <a16:creationId xmlns:a16="http://schemas.microsoft.com/office/drawing/2014/main" id="{0E828632-68C1-090C-6395-80278E8BCA8F}"/>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1" name="Oval 15">
              <a:extLst>
                <a:ext uri="{FF2B5EF4-FFF2-40B4-BE49-F238E27FC236}">
                  <a16:creationId xmlns:a16="http://schemas.microsoft.com/office/drawing/2014/main" id="{BE3A82C2-B7F4-45AF-B8BD-A8B125E202D5}"/>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42" name="Straight Connector 741">
              <a:extLst>
                <a:ext uri="{FF2B5EF4-FFF2-40B4-BE49-F238E27FC236}">
                  <a16:creationId xmlns:a16="http://schemas.microsoft.com/office/drawing/2014/main" id="{8C1F341A-3D32-BADF-B3FC-7965F7D39350}"/>
                </a:ext>
              </a:extLst>
            </p:cNvPr>
            <p:cNvCxnSpPr>
              <a:cxnSpLocks/>
              <a:stCxn id="741"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3" name="Straight Connector 742">
              <a:extLst>
                <a:ext uri="{FF2B5EF4-FFF2-40B4-BE49-F238E27FC236}">
                  <a16:creationId xmlns:a16="http://schemas.microsoft.com/office/drawing/2014/main" id="{28A05B09-4C6C-410B-FB33-7CDD04993400}"/>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44" name="Group 743">
            <a:extLst>
              <a:ext uri="{FF2B5EF4-FFF2-40B4-BE49-F238E27FC236}">
                <a16:creationId xmlns:a16="http://schemas.microsoft.com/office/drawing/2014/main" id="{81A31516-FDC3-4E7D-459B-BC1375E1F0C9}"/>
              </a:ext>
            </a:extLst>
          </p:cNvPr>
          <p:cNvGrpSpPr/>
          <p:nvPr/>
        </p:nvGrpSpPr>
        <p:grpSpPr>
          <a:xfrm>
            <a:off x="431659" y="2974054"/>
            <a:ext cx="721891" cy="609701"/>
            <a:chOff x="431659" y="2974054"/>
            <a:chExt cx="721891" cy="609701"/>
          </a:xfrm>
        </p:grpSpPr>
        <p:sp>
          <p:nvSpPr>
            <p:cNvPr id="745" name="Rectangle 744">
              <a:extLst>
                <a:ext uri="{FF2B5EF4-FFF2-40B4-BE49-F238E27FC236}">
                  <a16:creationId xmlns:a16="http://schemas.microsoft.com/office/drawing/2014/main" id="{72D4C287-03E6-8903-5EDD-C06649EEA385}"/>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46" name="Right Triangle 745">
              <a:extLst>
                <a:ext uri="{FF2B5EF4-FFF2-40B4-BE49-F238E27FC236}">
                  <a16:creationId xmlns:a16="http://schemas.microsoft.com/office/drawing/2014/main" id="{04C098E7-ED7D-79D5-86A6-115F9BFE09FD}"/>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7" name="Group 746">
              <a:extLst>
                <a:ext uri="{FF2B5EF4-FFF2-40B4-BE49-F238E27FC236}">
                  <a16:creationId xmlns:a16="http://schemas.microsoft.com/office/drawing/2014/main" id="{94EB24A6-1BFD-AB49-F37D-B8CF0B459692}"/>
                </a:ext>
              </a:extLst>
            </p:cNvPr>
            <p:cNvGrpSpPr/>
            <p:nvPr/>
          </p:nvGrpSpPr>
          <p:grpSpPr>
            <a:xfrm>
              <a:off x="1102940" y="2981762"/>
              <a:ext cx="37817" cy="61390"/>
              <a:chOff x="3883481" y="2057400"/>
              <a:chExt cx="1608363" cy="2652031"/>
            </a:xfrm>
            <a:solidFill>
              <a:srgbClr val="A6A6A6">
                <a:alpha val="20000"/>
              </a:srgbClr>
            </a:solidFill>
          </p:grpSpPr>
          <p:sp>
            <p:nvSpPr>
              <p:cNvPr id="748" name="Oval 27">
                <a:extLst>
                  <a:ext uri="{FF2B5EF4-FFF2-40B4-BE49-F238E27FC236}">
                    <a16:creationId xmlns:a16="http://schemas.microsoft.com/office/drawing/2014/main" id="{4B9BFFCE-EDB7-3096-43CE-72B6AF17556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9" name="Oval 28">
                <a:extLst>
                  <a:ext uri="{FF2B5EF4-FFF2-40B4-BE49-F238E27FC236}">
                    <a16:creationId xmlns:a16="http://schemas.microsoft.com/office/drawing/2014/main" id="{7132E95A-5860-57FC-9392-6F3AA6E0A6B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6" name="Group 755">
            <a:extLst>
              <a:ext uri="{FF2B5EF4-FFF2-40B4-BE49-F238E27FC236}">
                <a16:creationId xmlns:a16="http://schemas.microsoft.com/office/drawing/2014/main" id="{15581BC8-45B0-4513-FD90-C1B424205A83}"/>
              </a:ext>
            </a:extLst>
          </p:cNvPr>
          <p:cNvGrpSpPr/>
          <p:nvPr/>
        </p:nvGrpSpPr>
        <p:grpSpPr>
          <a:xfrm>
            <a:off x="2940469" y="2974031"/>
            <a:ext cx="721206" cy="613175"/>
            <a:chOff x="2940469" y="2974031"/>
            <a:chExt cx="721206" cy="613175"/>
          </a:xfrm>
        </p:grpSpPr>
        <p:sp>
          <p:nvSpPr>
            <p:cNvPr id="757" name="Rectangle 756">
              <a:extLst>
                <a:ext uri="{FF2B5EF4-FFF2-40B4-BE49-F238E27FC236}">
                  <a16:creationId xmlns:a16="http://schemas.microsoft.com/office/drawing/2014/main" id="{B7E08CFD-249F-62DD-1A48-0EEA2C70E61B}"/>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58" name="Right Triangle 757">
              <a:extLst>
                <a:ext uri="{FF2B5EF4-FFF2-40B4-BE49-F238E27FC236}">
                  <a16:creationId xmlns:a16="http://schemas.microsoft.com/office/drawing/2014/main" id="{844AE5DE-FC00-9A65-7EDF-D97E3104E7CD}"/>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9" name="Group 758">
              <a:extLst>
                <a:ext uri="{FF2B5EF4-FFF2-40B4-BE49-F238E27FC236}">
                  <a16:creationId xmlns:a16="http://schemas.microsoft.com/office/drawing/2014/main" id="{A48C09B5-4370-8452-0642-AB1F1DF8B448}"/>
                </a:ext>
              </a:extLst>
            </p:cNvPr>
            <p:cNvGrpSpPr/>
            <p:nvPr/>
          </p:nvGrpSpPr>
          <p:grpSpPr>
            <a:xfrm>
              <a:off x="3610502" y="2980132"/>
              <a:ext cx="37817" cy="61390"/>
              <a:chOff x="3883481" y="2057400"/>
              <a:chExt cx="1608363" cy="2652031"/>
            </a:xfrm>
            <a:solidFill>
              <a:srgbClr val="A6A6A6">
                <a:alpha val="20000"/>
              </a:srgbClr>
            </a:solidFill>
          </p:grpSpPr>
          <p:sp>
            <p:nvSpPr>
              <p:cNvPr id="760" name="Oval 27">
                <a:extLst>
                  <a:ext uri="{FF2B5EF4-FFF2-40B4-BE49-F238E27FC236}">
                    <a16:creationId xmlns:a16="http://schemas.microsoft.com/office/drawing/2014/main" id="{59FAD30C-1F37-51EB-5FF2-6F51A5DC3E6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1" name="Oval 28">
                <a:extLst>
                  <a:ext uri="{FF2B5EF4-FFF2-40B4-BE49-F238E27FC236}">
                    <a16:creationId xmlns:a16="http://schemas.microsoft.com/office/drawing/2014/main" id="{4B208806-5619-CDCC-8781-1244CDFEC43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2" name="Group 761">
            <a:extLst>
              <a:ext uri="{FF2B5EF4-FFF2-40B4-BE49-F238E27FC236}">
                <a16:creationId xmlns:a16="http://schemas.microsoft.com/office/drawing/2014/main" id="{28370EC5-5F22-EB02-E6C3-38BD4C308691}"/>
              </a:ext>
            </a:extLst>
          </p:cNvPr>
          <p:cNvGrpSpPr/>
          <p:nvPr/>
        </p:nvGrpSpPr>
        <p:grpSpPr>
          <a:xfrm>
            <a:off x="1268380" y="2974053"/>
            <a:ext cx="721206" cy="609701"/>
            <a:chOff x="1268380" y="2974053"/>
            <a:chExt cx="721206" cy="609701"/>
          </a:xfrm>
        </p:grpSpPr>
        <p:sp>
          <p:nvSpPr>
            <p:cNvPr id="763" name="Rectangle 762">
              <a:extLst>
                <a:ext uri="{FF2B5EF4-FFF2-40B4-BE49-F238E27FC236}">
                  <a16:creationId xmlns:a16="http://schemas.microsoft.com/office/drawing/2014/main" id="{CB2852F8-2017-E5D4-C0A0-BABCD438816F}"/>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64" name="Right Triangle 763">
              <a:extLst>
                <a:ext uri="{FF2B5EF4-FFF2-40B4-BE49-F238E27FC236}">
                  <a16:creationId xmlns:a16="http://schemas.microsoft.com/office/drawing/2014/main" id="{DBE0A2B9-7D69-6A21-4A1E-779AB51ABAC5}"/>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5" name="Group 764">
              <a:extLst>
                <a:ext uri="{FF2B5EF4-FFF2-40B4-BE49-F238E27FC236}">
                  <a16:creationId xmlns:a16="http://schemas.microsoft.com/office/drawing/2014/main" id="{9E3F4347-DA47-9D23-0A61-4A84C8A9F700}"/>
                </a:ext>
              </a:extLst>
            </p:cNvPr>
            <p:cNvGrpSpPr/>
            <p:nvPr/>
          </p:nvGrpSpPr>
          <p:grpSpPr>
            <a:xfrm>
              <a:off x="1938973" y="2986452"/>
              <a:ext cx="37817" cy="61390"/>
              <a:chOff x="3883481" y="2057400"/>
              <a:chExt cx="1608363" cy="2652031"/>
            </a:xfrm>
            <a:solidFill>
              <a:srgbClr val="A6A6A6">
                <a:alpha val="20000"/>
              </a:srgbClr>
            </a:solidFill>
          </p:grpSpPr>
          <p:sp>
            <p:nvSpPr>
              <p:cNvPr id="766" name="Oval 27">
                <a:extLst>
                  <a:ext uri="{FF2B5EF4-FFF2-40B4-BE49-F238E27FC236}">
                    <a16:creationId xmlns:a16="http://schemas.microsoft.com/office/drawing/2014/main" id="{76197058-EF64-2562-5F13-9881BC99669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7" name="Oval 28">
                <a:extLst>
                  <a:ext uri="{FF2B5EF4-FFF2-40B4-BE49-F238E27FC236}">
                    <a16:creationId xmlns:a16="http://schemas.microsoft.com/office/drawing/2014/main" id="{36F89AC3-0FB0-E29D-B99D-C31FC0FFE64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8" name="Group 767">
            <a:extLst>
              <a:ext uri="{FF2B5EF4-FFF2-40B4-BE49-F238E27FC236}">
                <a16:creationId xmlns:a16="http://schemas.microsoft.com/office/drawing/2014/main" id="{60CEB6A5-16A1-E9DC-80F9-9889CCFCC112}"/>
              </a:ext>
            </a:extLst>
          </p:cNvPr>
          <p:cNvGrpSpPr/>
          <p:nvPr/>
        </p:nvGrpSpPr>
        <p:grpSpPr>
          <a:xfrm>
            <a:off x="2938534" y="811556"/>
            <a:ext cx="721206" cy="609701"/>
            <a:chOff x="2938534" y="811556"/>
            <a:chExt cx="721206" cy="609701"/>
          </a:xfrm>
        </p:grpSpPr>
        <p:sp>
          <p:nvSpPr>
            <p:cNvPr id="769" name="Rectangle 768">
              <a:extLst>
                <a:ext uri="{FF2B5EF4-FFF2-40B4-BE49-F238E27FC236}">
                  <a16:creationId xmlns:a16="http://schemas.microsoft.com/office/drawing/2014/main" id="{C09CB5B7-FBA1-58C7-CE94-174B79768506}"/>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70" name="Rectangle 769">
              <a:extLst>
                <a:ext uri="{FF2B5EF4-FFF2-40B4-BE49-F238E27FC236}">
                  <a16:creationId xmlns:a16="http://schemas.microsoft.com/office/drawing/2014/main" id="{01AABD2D-261F-415B-8B9B-9248D3D913B4}"/>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1" name="Oval 15">
              <a:extLst>
                <a:ext uri="{FF2B5EF4-FFF2-40B4-BE49-F238E27FC236}">
                  <a16:creationId xmlns:a16="http://schemas.microsoft.com/office/drawing/2014/main" id="{351ED4A4-EC51-91C5-8080-A5B0116F5875}"/>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72" name="Straight Connector 771">
              <a:extLst>
                <a:ext uri="{FF2B5EF4-FFF2-40B4-BE49-F238E27FC236}">
                  <a16:creationId xmlns:a16="http://schemas.microsoft.com/office/drawing/2014/main" id="{B36B01A8-48C4-4332-7EF0-4D77138EA0D0}"/>
                </a:ext>
              </a:extLst>
            </p:cNvPr>
            <p:cNvCxnSpPr>
              <a:cxnSpLocks/>
              <a:stCxn id="771"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73" name="Straight Connector 772">
              <a:extLst>
                <a:ext uri="{FF2B5EF4-FFF2-40B4-BE49-F238E27FC236}">
                  <a16:creationId xmlns:a16="http://schemas.microsoft.com/office/drawing/2014/main" id="{C6FC2AB6-70F0-8C56-C9EF-3CAAA1FF2A84}"/>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80" name="Group 779">
            <a:extLst>
              <a:ext uri="{FF2B5EF4-FFF2-40B4-BE49-F238E27FC236}">
                <a16:creationId xmlns:a16="http://schemas.microsoft.com/office/drawing/2014/main" id="{5EC0A9D2-39C9-3135-28ED-A5BBB8CADA06}"/>
              </a:ext>
            </a:extLst>
          </p:cNvPr>
          <p:cNvGrpSpPr/>
          <p:nvPr/>
        </p:nvGrpSpPr>
        <p:grpSpPr>
          <a:xfrm>
            <a:off x="431659" y="811556"/>
            <a:ext cx="721206" cy="609701"/>
            <a:chOff x="431659" y="811556"/>
            <a:chExt cx="721206" cy="609701"/>
          </a:xfrm>
        </p:grpSpPr>
        <p:sp>
          <p:nvSpPr>
            <p:cNvPr id="781" name="Rectangle 780">
              <a:extLst>
                <a:ext uri="{FF2B5EF4-FFF2-40B4-BE49-F238E27FC236}">
                  <a16:creationId xmlns:a16="http://schemas.microsoft.com/office/drawing/2014/main" id="{E5D33345-DA05-F421-6C9F-44F4616F69FC}"/>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82" name="Right Triangle 781">
              <a:extLst>
                <a:ext uri="{FF2B5EF4-FFF2-40B4-BE49-F238E27FC236}">
                  <a16:creationId xmlns:a16="http://schemas.microsoft.com/office/drawing/2014/main" id="{654668D2-749A-5C15-A271-3436E6BFD3A9}"/>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3" name="Group 782">
              <a:extLst>
                <a:ext uri="{FF2B5EF4-FFF2-40B4-BE49-F238E27FC236}">
                  <a16:creationId xmlns:a16="http://schemas.microsoft.com/office/drawing/2014/main" id="{EA3388F8-C910-5713-B4AE-F030B5832C79}"/>
                </a:ext>
              </a:extLst>
            </p:cNvPr>
            <p:cNvGrpSpPr/>
            <p:nvPr/>
          </p:nvGrpSpPr>
          <p:grpSpPr>
            <a:xfrm>
              <a:off x="1100969" y="819591"/>
              <a:ext cx="37817" cy="61390"/>
              <a:chOff x="3883481" y="2057400"/>
              <a:chExt cx="1608363" cy="2652031"/>
            </a:xfrm>
            <a:solidFill>
              <a:srgbClr val="A6A6A6">
                <a:alpha val="20000"/>
              </a:srgbClr>
            </a:solidFill>
          </p:grpSpPr>
          <p:sp>
            <p:nvSpPr>
              <p:cNvPr id="784" name="Oval 27">
                <a:extLst>
                  <a:ext uri="{FF2B5EF4-FFF2-40B4-BE49-F238E27FC236}">
                    <a16:creationId xmlns:a16="http://schemas.microsoft.com/office/drawing/2014/main" id="{29453FE3-F737-5395-2DAF-495A89FA215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5" name="Oval 28">
                <a:extLst>
                  <a:ext uri="{FF2B5EF4-FFF2-40B4-BE49-F238E27FC236}">
                    <a16:creationId xmlns:a16="http://schemas.microsoft.com/office/drawing/2014/main" id="{8EE077CD-95F1-C9B0-51A3-65327FD09B3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6" name="Group 785">
            <a:extLst>
              <a:ext uri="{FF2B5EF4-FFF2-40B4-BE49-F238E27FC236}">
                <a16:creationId xmlns:a16="http://schemas.microsoft.com/office/drawing/2014/main" id="{E8C5B5AA-3029-EBE0-BB9D-4D8B35C4C1D3}"/>
              </a:ext>
            </a:extLst>
          </p:cNvPr>
          <p:cNvGrpSpPr/>
          <p:nvPr/>
        </p:nvGrpSpPr>
        <p:grpSpPr>
          <a:xfrm>
            <a:off x="1267285" y="811556"/>
            <a:ext cx="721206" cy="609701"/>
            <a:chOff x="1267285" y="811556"/>
            <a:chExt cx="721206" cy="609701"/>
          </a:xfrm>
        </p:grpSpPr>
        <p:sp>
          <p:nvSpPr>
            <p:cNvPr id="787" name="Rectangle 786">
              <a:extLst>
                <a:ext uri="{FF2B5EF4-FFF2-40B4-BE49-F238E27FC236}">
                  <a16:creationId xmlns:a16="http://schemas.microsoft.com/office/drawing/2014/main" id="{4D94DE1B-E06D-0681-6D22-36AADC1843FD}"/>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788" name="Right Triangle 787">
              <a:extLst>
                <a:ext uri="{FF2B5EF4-FFF2-40B4-BE49-F238E27FC236}">
                  <a16:creationId xmlns:a16="http://schemas.microsoft.com/office/drawing/2014/main" id="{71FB7FC8-3D9E-8FC3-CB86-E5E3C90F04CF}"/>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9" name="Group 788">
              <a:extLst>
                <a:ext uri="{FF2B5EF4-FFF2-40B4-BE49-F238E27FC236}">
                  <a16:creationId xmlns:a16="http://schemas.microsoft.com/office/drawing/2014/main" id="{90B51C6E-C874-7577-7F84-2C16451CC825}"/>
                </a:ext>
              </a:extLst>
            </p:cNvPr>
            <p:cNvGrpSpPr/>
            <p:nvPr/>
          </p:nvGrpSpPr>
          <p:grpSpPr>
            <a:xfrm>
              <a:off x="1937878" y="819591"/>
              <a:ext cx="37817" cy="61390"/>
              <a:chOff x="3883481" y="2057400"/>
              <a:chExt cx="1608363" cy="2652031"/>
            </a:xfrm>
            <a:solidFill>
              <a:srgbClr val="A6A6A6">
                <a:alpha val="20000"/>
              </a:srgbClr>
            </a:solidFill>
          </p:grpSpPr>
          <p:sp>
            <p:nvSpPr>
              <p:cNvPr id="790" name="Oval 27">
                <a:extLst>
                  <a:ext uri="{FF2B5EF4-FFF2-40B4-BE49-F238E27FC236}">
                    <a16:creationId xmlns:a16="http://schemas.microsoft.com/office/drawing/2014/main" id="{C6D4BC47-3764-53D6-40BE-060BC03A191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1" name="Oval 28">
                <a:extLst>
                  <a:ext uri="{FF2B5EF4-FFF2-40B4-BE49-F238E27FC236}">
                    <a16:creationId xmlns:a16="http://schemas.microsoft.com/office/drawing/2014/main" id="{5287E2AA-9247-5B94-1865-82476CB1341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8" name="Group 797">
            <a:extLst>
              <a:ext uri="{FF2B5EF4-FFF2-40B4-BE49-F238E27FC236}">
                <a16:creationId xmlns:a16="http://schemas.microsoft.com/office/drawing/2014/main" id="{23DBEBEC-02A9-FB57-297B-C40F869D76D7}"/>
              </a:ext>
            </a:extLst>
          </p:cNvPr>
          <p:cNvGrpSpPr/>
          <p:nvPr/>
        </p:nvGrpSpPr>
        <p:grpSpPr>
          <a:xfrm>
            <a:off x="2889438" y="751337"/>
            <a:ext cx="5022643" cy="5001728"/>
            <a:chOff x="2889438" y="751337"/>
            <a:chExt cx="5022643" cy="5001728"/>
          </a:xfrm>
        </p:grpSpPr>
        <p:cxnSp>
          <p:nvCxnSpPr>
            <p:cNvPr id="799" name="Straight Connector 798">
              <a:extLst>
                <a:ext uri="{FF2B5EF4-FFF2-40B4-BE49-F238E27FC236}">
                  <a16:creationId xmlns:a16="http://schemas.microsoft.com/office/drawing/2014/main" id="{2A6CC86C-286D-A81E-BEAE-76432D4AFC71}"/>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0" name="Straight Connector 799">
              <a:extLst>
                <a:ext uri="{FF2B5EF4-FFF2-40B4-BE49-F238E27FC236}">
                  <a16:creationId xmlns:a16="http://schemas.microsoft.com/office/drawing/2014/main" id="{220220FB-6DE3-E166-1A1A-88B26203CE56}"/>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1" name="Straight Connector 800">
              <a:extLst>
                <a:ext uri="{FF2B5EF4-FFF2-40B4-BE49-F238E27FC236}">
                  <a16:creationId xmlns:a16="http://schemas.microsoft.com/office/drawing/2014/main" id="{83A5EBA3-FAD4-E28E-A820-0738BD867F9D}"/>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2" name="Straight Connector 801">
              <a:extLst>
                <a:ext uri="{FF2B5EF4-FFF2-40B4-BE49-F238E27FC236}">
                  <a16:creationId xmlns:a16="http://schemas.microsoft.com/office/drawing/2014/main" id="{B4C29E14-C67C-995C-4D7A-2D5EF4D38D5E}"/>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3" name="Straight Connector 802">
              <a:extLst>
                <a:ext uri="{FF2B5EF4-FFF2-40B4-BE49-F238E27FC236}">
                  <a16:creationId xmlns:a16="http://schemas.microsoft.com/office/drawing/2014/main" id="{51F5FF95-7BF9-ED5B-DF8C-B373D7D42ED1}"/>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4" name="Straight Connector 803">
              <a:extLst>
                <a:ext uri="{FF2B5EF4-FFF2-40B4-BE49-F238E27FC236}">
                  <a16:creationId xmlns:a16="http://schemas.microsoft.com/office/drawing/2014/main" id="{B64656EF-AF52-F4C9-F588-33D7C880B062}"/>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5" name="Straight Connector 804">
              <a:extLst>
                <a:ext uri="{FF2B5EF4-FFF2-40B4-BE49-F238E27FC236}">
                  <a16:creationId xmlns:a16="http://schemas.microsoft.com/office/drawing/2014/main" id="{68E370ED-9D38-29C2-5F63-C922652133BA}"/>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6" name="Straight Connector 805">
              <a:extLst>
                <a:ext uri="{FF2B5EF4-FFF2-40B4-BE49-F238E27FC236}">
                  <a16:creationId xmlns:a16="http://schemas.microsoft.com/office/drawing/2014/main" id="{C8E4799E-CDBB-5E7A-B94C-2ED6F15B8C6B}"/>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7" name="Straight Connector 806">
              <a:extLst>
                <a:ext uri="{FF2B5EF4-FFF2-40B4-BE49-F238E27FC236}">
                  <a16:creationId xmlns:a16="http://schemas.microsoft.com/office/drawing/2014/main" id="{D92B591E-7F6D-8037-D63E-EA24243E0D96}"/>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8C8E8D2F-ADFD-A46A-C606-345420203CF1}"/>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4" name="Group 833">
            <a:extLst>
              <a:ext uri="{FF2B5EF4-FFF2-40B4-BE49-F238E27FC236}">
                <a16:creationId xmlns:a16="http://schemas.microsoft.com/office/drawing/2014/main" id="{43A6F33A-0769-EA6E-34C7-44533E658A80}"/>
              </a:ext>
            </a:extLst>
          </p:cNvPr>
          <p:cNvGrpSpPr/>
          <p:nvPr/>
        </p:nvGrpSpPr>
        <p:grpSpPr>
          <a:xfrm>
            <a:off x="2937173" y="4419601"/>
            <a:ext cx="721206" cy="610396"/>
            <a:chOff x="2937173" y="4419601"/>
            <a:chExt cx="721206" cy="610396"/>
          </a:xfrm>
        </p:grpSpPr>
        <p:sp>
          <p:nvSpPr>
            <p:cNvPr id="835" name="Rectangle 834">
              <a:extLst>
                <a:ext uri="{FF2B5EF4-FFF2-40B4-BE49-F238E27FC236}">
                  <a16:creationId xmlns:a16="http://schemas.microsoft.com/office/drawing/2014/main" id="{9A1D1941-96D9-2301-A86D-D40D6BFDE2BA}"/>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36" name="Right Triangle 835">
              <a:extLst>
                <a:ext uri="{FF2B5EF4-FFF2-40B4-BE49-F238E27FC236}">
                  <a16:creationId xmlns:a16="http://schemas.microsoft.com/office/drawing/2014/main" id="{6DAFFC23-67EC-1825-6719-1FBD3043E780}"/>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7" name="Group 836">
              <a:extLst>
                <a:ext uri="{FF2B5EF4-FFF2-40B4-BE49-F238E27FC236}">
                  <a16:creationId xmlns:a16="http://schemas.microsoft.com/office/drawing/2014/main" id="{9F0AB5FC-E48D-60C0-C29C-8E822BEA59F8}"/>
                </a:ext>
              </a:extLst>
            </p:cNvPr>
            <p:cNvGrpSpPr/>
            <p:nvPr/>
          </p:nvGrpSpPr>
          <p:grpSpPr>
            <a:xfrm>
              <a:off x="3607766" y="4425699"/>
              <a:ext cx="37817" cy="61390"/>
              <a:chOff x="3883481" y="2057400"/>
              <a:chExt cx="1608363" cy="2652031"/>
            </a:xfrm>
            <a:solidFill>
              <a:srgbClr val="A6A6A6">
                <a:alpha val="20000"/>
              </a:srgbClr>
            </a:solidFill>
          </p:grpSpPr>
          <p:sp>
            <p:nvSpPr>
              <p:cNvPr id="838" name="Oval 27">
                <a:extLst>
                  <a:ext uri="{FF2B5EF4-FFF2-40B4-BE49-F238E27FC236}">
                    <a16:creationId xmlns:a16="http://schemas.microsoft.com/office/drawing/2014/main" id="{0B62E3F0-F548-0641-9E99-EAD95196796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9" name="Oval 28">
                <a:extLst>
                  <a:ext uri="{FF2B5EF4-FFF2-40B4-BE49-F238E27FC236}">
                    <a16:creationId xmlns:a16="http://schemas.microsoft.com/office/drawing/2014/main" id="{6993F6BF-1F5D-AA46-A5D9-FB74C9FAC1E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40" name="Group 839">
            <a:extLst>
              <a:ext uri="{FF2B5EF4-FFF2-40B4-BE49-F238E27FC236}">
                <a16:creationId xmlns:a16="http://schemas.microsoft.com/office/drawing/2014/main" id="{61FFB788-593C-55A4-1D2B-70D933E1B593}"/>
              </a:ext>
            </a:extLst>
          </p:cNvPr>
          <p:cNvGrpSpPr/>
          <p:nvPr/>
        </p:nvGrpSpPr>
        <p:grpSpPr>
          <a:xfrm>
            <a:off x="6286130" y="4419624"/>
            <a:ext cx="721206" cy="609701"/>
            <a:chOff x="6286130" y="4419624"/>
            <a:chExt cx="721206" cy="609701"/>
          </a:xfrm>
        </p:grpSpPr>
        <p:sp>
          <p:nvSpPr>
            <p:cNvPr id="841" name="Rectangle 840">
              <a:hlinkHover r:id="" action="ppaction://noaction" highlightClick="1"/>
              <a:extLst>
                <a:ext uri="{FF2B5EF4-FFF2-40B4-BE49-F238E27FC236}">
                  <a16:creationId xmlns:a16="http://schemas.microsoft.com/office/drawing/2014/main" id="{46515EC6-4B20-67A7-B056-2DF8922DF36A}"/>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42" name="Oval 841">
              <a:extLst>
                <a:ext uri="{FF2B5EF4-FFF2-40B4-BE49-F238E27FC236}">
                  <a16:creationId xmlns:a16="http://schemas.microsoft.com/office/drawing/2014/main" id="{87AA0C5C-AB7C-3957-15E8-F550CAC0F312}"/>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3" name="Isosceles Triangle 648">
              <a:extLst>
                <a:ext uri="{FF2B5EF4-FFF2-40B4-BE49-F238E27FC236}">
                  <a16:creationId xmlns:a16="http://schemas.microsoft.com/office/drawing/2014/main" id="{DA8F2096-0EA3-79E3-A9D3-4ED809DCD56F}"/>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4" name="Group 843">
            <a:extLst>
              <a:ext uri="{FF2B5EF4-FFF2-40B4-BE49-F238E27FC236}">
                <a16:creationId xmlns:a16="http://schemas.microsoft.com/office/drawing/2014/main" id="{1683DC17-F222-986D-03EC-35AAA1B5C804}"/>
              </a:ext>
            </a:extLst>
          </p:cNvPr>
          <p:cNvGrpSpPr/>
          <p:nvPr/>
        </p:nvGrpSpPr>
        <p:grpSpPr>
          <a:xfrm>
            <a:off x="5458940" y="5135305"/>
            <a:ext cx="721206" cy="609701"/>
            <a:chOff x="5458940" y="5135305"/>
            <a:chExt cx="721206" cy="609701"/>
          </a:xfrm>
        </p:grpSpPr>
        <p:sp>
          <p:nvSpPr>
            <p:cNvPr id="845" name="Rectangle 844">
              <a:hlinkHover r:id="" action="ppaction://noaction" highlightClick="1"/>
              <a:extLst>
                <a:ext uri="{FF2B5EF4-FFF2-40B4-BE49-F238E27FC236}">
                  <a16:creationId xmlns:a16="http://schemas.microsoft.com/office/drawing/2014/main" id="{968E30CD-E741-23C5-3A64-FC4610E8A7C6}"/>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46" name="Oval 845">
              <a:extLst>
                <a:ext uri="{FF2B5EF4-FFF2-40B4-BE49-F238E27FC236}">
                  <a16:creationId xmlns:a16="http://schemas.microsoft.com/office/drawing/2014/main" id="{5545B47D-BEF7-077F-14EE-17DBE69664BD}"/>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7" name="Isosceles Triangle 648">
              <a:extLst>
                <a:ext uri="{FF2B5EF4-FFF2-40B4-BE49-F238E27FC236}">
                  <a16:creationId xmlns:a16="http://schemas.microsoft.com/office/drawing/2014/main" id="{E6E543C6-11F0-885C-570B-22C51A324DD1}"/>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8" name="Group 847">
            <a:extLst>
              <a:ext uri="{FF2B5EF4-FFF2-40B4-BE49-F238E27FC236}">
                <a16:creationId xmlns:a16="http://schemas.microsoft.com/office/drawing/2014/main" id="{C0A12858-FA38-1362-386E-60AC21D782A9}"/>
              </a:ext>
            </a:extLst>
          </p:cNvPr>
          <p:cNvGrpSpPr/>
          <p:nvPr/>
        </p:nvGrpSpPr>
        <p:grpSpPr>
          <a:xfrm>
            <a:off x="6289146" y="5141017"/>
            <a:ext cx="721206" cy="609701"/>
            <a:chOff x="6289146" y="5141017"/>
            <a:chExt cx="721206" cy="609701"/>
          </a:xfrm>
        </p:grpSpPr>
        <p:sp>
          <p:nvSpPr>
            <p:cNvPr id="849" name="Rectangle 848">
              <a:hlinkHover r:id="" action="ppaction://noaction" highlightClick="1"/>
              <a:extLst>
                <a:ext uri="{FF2B5EF4-FFF2-40B4-BE49-F238E27FC236}">
                  <a16:creationId xmlns:a16="http://schemas.microsoft.com/office/drawing/2014/main" id="{7EC9B8DD-9A27-1789-3BD0-E147F88BC695}"/>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50" name="Oval 849">
              <a:extLst>
                <a:ext uri="{FF2B5EF4-FFF2-40B4-BE49-F238E27FC236}">
                  <a16:creationId xmlns:a16="http://schemas.microsoft.com/office/drawing/2014/main" id="{E1969E78-D1B5-0A8F-7666-B5B9BA5B5B6A}"/>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1" name="Isosceles Triangle 648">
              <a:extLst>
                <a:ext uri="{FF2B5EF4-FFF2-40B4-BE49-F238E27FC236}">
                  <a16:creationId xmlns:a16="http://schemas.microsoft.com/office/drawing/2014/main" id="{55CD14EF-8299-A0C1-6BD8-EEE9EE18C08B}"/>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2" name="Group 851">
            <a:extLst>
              <a:ext uri="{FF2B5EF4-FFF2-40B4-BE49-F238E27FC236}">
                <a16:creationId xmlns:a16="http://schemas.microsoft.com/office/drawing/2014/main" id="{AEB1E974-4A70-5B38-7C1A-49F9A9FAB9AA}"/>
              </a:ext>
            </a:extLst>
          </p:cNvPr>
          <p:cNvGrpSpPr/>
          <p:nvPr/>
        </p:nvGrpSpPr>
        <p:grpSpPr>
          <a:xfrm>
            <a:off x="7122911" y="4419624"/>
            <a:ext cx="721206" cy="609701"/>
            <a:chOff x="7122911" y="4419624"/>
            <a:chExt cx="721206" cy="609701"/>
          </a:xfrm>
        </p:grpSpPr>
        <p:sp>
          <p:nvSpPr>
            <p:cNvPr id="853" name="Rectangle 852">
              <a:hlinkHover r:id="" action="ppaction://noaction" highlightClick="1"/>
              <a:extLst>
                <a:ext uri="{FF2B5EF4-FFF2-40B4-BE49-F238E27FC236}">
                  <a16:creationId xmlns:a16="http://schemas.microsoft.com/office/drawing/2014/main" id="{273FDBE7-F8B7-2762-1CFD-47995BB1CD1F}"/>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54" name="Oval 853">
              <a:extLst>
                <a:ext uri="{FF2B5EF4-FFF2-40B4-BE49-F238E27FC236}">
                  <a16:creationId xmlns:a16="http://schemas.microsoft.com/office/drawing/2014/main" id="{F56000CA-0FD7-09B6-8488-EF46C9F22B3F}"/>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5" name="Isosceles Triangle 648">
              <a:extLst>
                <a:ext uri="{FF2B5EF4-FFF2-40B4-BE49-F238E27FC236}">
                  <a16:creationId xmlns:a16="http://schemas.microsoft.com/office/drawing/2014/main" id="{F05C8930-87CF-7D33-36F3-0DE7C9E7EE25}"/>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0" name="Group 859">
            <a:extLst>
              <a:ext uri="{FF2B5EF4-FFF2-40B4-BE49-F238E27FC236}">
                <a16:creationId xmlns:a16="http://schemas.microsoft.com/office/drawing/2014/main" id="{2AFBA216-3CBC-1438-0EB9-B97F34D13267}"/>
              </a:ext>
            </a:extLst>
          </p:cNvPr>
          <p:cNvGrpSpPr/>
          <p:nvPr/>
        </p:nvGrpSpPr>
        <p:grpSpPr>
          <a:xfrm>
            <a:off x="5454385" y="4419624"/>
            <a:ext cx="721206" cy="609701"/>
            <a:chOff x="5454385" y="4419624"/>
            <a:chExt cx="721206" cy="609701"/>
          </a:xfrm>
        </p:grpSpPr>
        <p:sp>
          <p:nvSpPr>
            <p:cNvPr id="861" name="Rectangle 860">
              <a:hlinkHover r:id="" action="ppaction://noaction" highlightClick="1"/>
              <a:extLst>
                <a:ext uri="{FF2B5EF4-FFF2-40B4-BE49-F238E27FC236}">
                  <a16:creationId xmlns:a16="http://schemas.microsoft.com/office/drawing/2014/main" id="{77A83BE5-A553-AC5D-D22E-B585772A3842}"/>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62" name="Oval 861">
              <a:extLst>
                <a:ext uri="{FF2B5EF4-FFF2-40B4-BE49-F238E27FC236}">
                  <a16:creationId xmlns:a16="http://schemas.microsoft.com/office/drawing/2014/main" id="{41CD2766-DC4B-6B3A-BAD6-9353F1E1C197}"/>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3" name="Isosceles Triangle 648">
              <a:extLst>
                <a:ext uri="{FF2B5EF4-FFF2-40B4-BE49-F238E27FC236}">
                  <a16:creationId xmlns:a16="http://schemas.microsoft.com/office/drawing/2014/main" id="{AAABE3EF-9810-A207-05F2-BC103AF96E38}"/>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4" name="Group 863">
            <a:extLst>
              <a:ext uri="{FF2B5EF4-FFF2-40B4-BE49-F238E27FC236}">
                <a16:creationId xmlns:a16="http://schemas.microsoft.com/office/drawing/2014/main" id="{8134DA71-D985-DD0D-972F-2EACC3D40F9E}"/>
              </a:ext>
            </a:extLst>
          </p:cNvPr>
          <p:cNvGrpSpPr/>
          <p:nvPr/>
        </p:nvGrpSpPr>
        <p:grpSpPr>
          <a:xfrm>
            <a:off x="3775041" y="5130133"/>
            <a:ext cx="721895" cy="609700"/>
            <a:chOff x="3775041" y="5130133"/>
            <a:chExt cx="721895" cy="609700"/>
          </a:xfrm>
        </p:grpSpPr>
        <p:sp>
          <p:nvSpPr>
            <p:cNvPr id="865" name="Rectangle 864">
              <a:hlinkHover r:id="" action="ppaction://noaction" highlightClick="1"/>
              <a:extLst>
                <a:ext uri="{FF2B5EF4-FFF2-40B4-BE49-F238E27FC236}">
                  <a16:creationId xmlns:a16="http://schemas.microsoft.com/office/drawing/2014/main" id="{53EBD081-582F-914A-AAC5-2D28002D8C00}"/>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66" name="Diamond 865">
              <a:extLst>
                <a:ext uri="{FF2B5EF4-FFF2-40B4-BE49-F238E27FC236}">
                  <a16:creationId xmlns:a16="http://schemas.microsoft.com/office/drawing/2014/main" id="{2E6CDE12-98B5-A19B-9B08-B8B1FB8E1077}"/>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7" name="Oval 866">
              <a:extLst>
                <a:ext uri="{FF2B5EF4-FFF2-40B4-BE49-F238E27FC236}">
                  <a16:creationId xmlns:a16="http://schemas.microsoft.com/office/drawing/2014/main" id="{B3EF9A7C-87AD-5FE6-61D0-7506E26956B1}"/>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8" name="Group 867">
            <a:extLst>
              <a:ext uri="{FF2B5EF4-FFF2-40B4-BE49-F238E27FC236}">
                <a16:creationId xmlns:a16="http://schemas.microsoft.com/office/drawing/2014/main" id="{68D0E56E-50EE-BB4D-ECE1-1D4311E05B4D}"/>
              </a:ext>
            </a:extLst>
          </p:cNvPr>
          <p:cNvGrpSpPr/>
          <p:nvPr/>
        </p:nvGrpSpPr>
        <p:grpSpPr>
          <a:xfrm>
            <a:off x="4618174" y="5130748"/>
            <a:ext cx="721895" cy="609700"/>
            <a:chOff x="4618174" y="5130748"/>
            <a:chExt cx="721895" cy="609700"/>
          </a:xfrm>
        </p:grpSpPr>
        <p:sp>
          <p:nvSpPr>
            <p:cNvPr id="869" name="Rectangle 868">
              <a:hlinkHover r:id="" action="ppaction://noaction" highlightClick="1"/>
              <a:extLst>
                <a:ext uri="{FF2B5EF4-FFF2-40B4-BE49-F238E27FC236}">
                  <a16:creationId xmlns:a16="http://schemas.microsoft.com/office/drawing/2014/main" id="{9284FB70-2B72-C7DE-19DF-E4D551FC2051}"/>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70" name="Diamond 869">
              <a:extLst>
                <a:ext uri="{FF2B5EF4-FFF2-40B4-BE49-F238E27FC236}">
                  <a16:creationId xmlns:a16="http://schemas.microsoft.com/office/drawing/2014/main" id="{408831EE-9621-0A2C-8822-05CC4B5F9E08}"/>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1" name="Oval 870">
              <a:extLst>
                <a:ext uri="{FF2B5EF4-FFF2-40B4-BE49-F238E27FC236}">
                  <a16:creationId xmlns:a16="http://schemas.microsoft.com/office/drawing/2014/main" id="{EADFF524-D892-E8F1-3C42-D676A6CB2790}"/>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2" name="Group 871">
            <a:extLst>
              <a:ext uri="{FF2B5EF4-FFF2-40B4-BE49-F238E27FC236}">
                <a16:creationId xmlns:a16="http://schemas.microsoft.com/office/drawing/2014/main" id="{F0B67CCD-5650-A6D1-5807-013A78C6FB36}"/>
              </a:ext>
            </a:extLst>
          </p:cNvPr>
          <p:cNvGrpSpPr/>
          <p:nvPr/>
        </p:nvGrpSpPr>
        <p:grpSpPr>
          <a:xfrm>
            <a:off x="7125833" y="5143368"/>
            <a:ext cx="721206" cy="609701"/>
            <a:chOff x="7125833" y="5143368"/>
            <a:chExt cx="721206" cy="609701"/>
          </a:xfrm>
        </p:grpSpPr>
        <p:sp>
          <p:nvSpPr>
            <p:cNvPr id="873" name="Rectangle 872">
              <a:hlinkHover r:id="" action="ppaction://noaction" highlightClick="1"/>
              <a:extLst>
                <a:ext uri="{FF2B5EF4-FFF2-40B4-BE49-F238E27FC236}">
                  <a16:creationId xmlns:a16="http://schemas.microsoft.com/office/drawing/2014/main" id="{19277A21-F523-F87A-ABC8-1EA3F1C3B07F}"/>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74" name="Oval 873">
              <a:extLst>
                <a:ext uri="{FF2B5EF4-FFF2-40B4-BE49-F238E27FC236}">
                  <a16:creationId xmlns:a16="http://schemas.microsoft.com/office/drawing/2014/main" id="{EE44DF64-D65C-D5EA-DD11-81D98CB34874}"/>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5" name="Isosceles Triangle 648">
              <a:extLst>
                <a:ext uri="{FF2B5EF4-FFF2-40B4-BE49-F238E27FC236}">
                  <a16:creationId xmlns:a16="http://schemas.microsoft.com/office/drawing/2014/main" id="{BF6097D1-FC58-23F2-3481-CFB697766542}"/>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6" name="Group 875">
            <a:extLst>
              <a:ext uri="{FF2B5EF4-FFF2-40B4-BE49-F238E27FC236}">
                <a16:creationId xmlns:a16="http://schemas.microsoft.com/office/drawing/2014/main" id="{6BA61D98-06EE-9BA6-2D15-45995FA59D8E}"/>
              </a:ext>
            </a:extLst>
          </p:cNvPr>
          <p:cNvGrpSpPr/>
          <p:nvPr/>
        </p:nvGrpSpPr>
        <p:grpSpPr>
          <a:xfrm>
            <a:off x="7122911" y="3698231"/>
            <a:ext cx="721206" cy="609701"/>
            <a:chOff x="7122911" y="3698231"/>
            <a:chExt cx="721206" cy="609701"/>
          </a:xfrm>
        </p:grpSpPr>
        <p:sp>
          <p:nvSpPr>
            <p:cNvPr id="877" name="Rectangle 876">
              <a:hlinkHover r:id="" action="ppaction://noaction" highlightClick="1"/>
              <a:extLst>
                <a:ext uri="{FF2B5EF4-FFF2-40B4-BE49-F238E27FC236}">
                  <a16:creationId xmlns:a16="http://schemas.microsoft.com/office/drawing/2014/main" id="{E18523D9-829F-1E0D-6531-94DEFC7607AB}"/>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78" name="Oval 877">
              <a:extLst>
                <a:ext uri="{FF2B5EF4-FFF2-40B4-BE49-F238E27FC236}">
                  <a16:creationId xmlns:a16="http://schemas.microsoft.com/office/drawing/2014/main" id="{67F0A2D1-E74E-883C-057B-AFF8AEEEE594}"/>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9" name="Isosceles Triangle 648">
              <a:extLst>
                <a:ext uri="{FF2B5EF4-FFF2-40B4-BE49-F238E27FC236}">
                  <a16:creationId xmlns:a16="http://schemas.microsoft.com/office/drawing/2014/main" id="{0B4BD700-E0B2-F276-BF98-41CCB3E8CC95}"/>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0" name="Group 879">
            <a:extLst>
              <a:ext uri="{FF2B5EF4-FFF2-40B4-BE49-F238E27FC236}">
                <a16:creationId xmlns:a16="http://schemas.microsoft.com/office/drawing/2014/main" id="{9F4CEBFC-4F87-CE5D-13FF-5FF69B66EB79}"/>
              </a:ext>
            </a:extLst>
          </p:cNvPr>
          <p:cNvGrpSpPr/>
          <p:nvPr/>
        </p:nvGrpSpPr>
        <p:grpSpPr>
          <a:xfrm>
            <a:off x="6286224" y="3620338"/>
            <a:ext cx="721206" cy="687594"/>
            <a:chOff x="6286224" y="3620338"/>
            <a:chExt cx="721206" cy="687594"/>
          </a:xfrm>
        </p:grpSpPr>
        <p:cxnSp>
          <p:nvCxnSpPr>
            <p:cNvPr id="881" name="Straight Connector 880">
              <a:extLst>
                <a:ext uri="{FF2B5EF4-FFF2-40B4-BE49-F238E27FC236}">
                  <a16:creationId xmlns:a16="http://schemas.microsoft.com/office/drawing/2014/main" id="{6BFC6C7F-6B7D-8D79-AE73-12BD02A6F3AF}"/>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82" name="Rectangle 881">
              <a:hlinkHover r:id="" action="ppaction://noaction" highlightClick="1"/>
              <a:extLst>
                <a:ext uri="{FF2B5EF4-FFF2-40B4-BE49-F238E27FC236}">
                  <a16:creationId xmlns:a16="http://schemas.microsoft.com/office/drawing/2014/main" id="{01635AB4-C1C6-AB7A-BB83-AEDB4D515A48}"/>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83" name="Oval 882">
              <a:extLst>
                <a:ext uri="{FF2B5EF4-FFF2-40B4-BE49-F238E27FC236}">
                  <a16:creationId xmlns:a16="http://schemas.microsoft.com/office/drawing/2014/main" id="{82003541-DA2C-8440-B8E8-A0D87F6189CD}"/>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4" name="Isosceles Triangle 648">
              <a:extLst>
                <a:ext uri="{FF2B5EF4-FFF2-40B4-BE49-F238E27FC236}">
                  <a16:creationId xmlns:a16="http://schemas.microsoft.com/office/drawing/2014/main" id="{46FBF808-F577-BA78-E524-232C09475D5B}"/>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895" name="Graphic 894" descr="Close">
            <a:hlinkClick r:id="rId10" action="ppaction://hlinksldjump"/>
            <a:extLst>
              <a:ext uri="{FF2B5EF4-FFF2-40B4-BE49-F238E27FC236}">
                <a16:creationId xmlns:a16="http://schemas.microsoft.com/office/drawing/2014/main" id="{85EB4AAA-4F98-4AA9-2D7A-22D755B53C7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011211" y="44329"/>
            <a:ext cx="629695" cy="629695"/>
          </a:xfrm>
          <a:prstGeom prst="rect">
            <a:avLst/>
          </a:prstGeom>
        </p:spPr>
      </p:pic>
      <p:sp>
        <p:nvSpPr>
          <p:cNvPr id="157" name="Diamond 156">
            <a:extLst>
              <a:ext uri="{FF2B5EF4-FFF2-40B4-BE49-F238E27FC236}">
                <a16:creationId xmlns:a16="http://schemas.microsoft.com/office/drawing/2014/main" id="{315DDE3F-CF16-9300-2499-410B33FF759C}"/>
              </a:ext>
            </a:extLst>
          </p:cNvPr>
          <p:cNvSpPr/>
          <p:nvPr/>
        </p:nvSpPr>
        <p:spPr>
          <a:xfrm>
            <a:off x="8543891" y="2976405"/>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Oval 157">
            <a:extLst>
              <a:ext uri="{FF2B5EF4-FFF2-40B4-BE49-F238E27FC236}">
                <a16:creationId xmlns:a16="http://schemas.microsoft.com/office/drawing/2014/main" id="{9504CF70-9FD9-BA00-CA96-4DBCA8576338}"/>
              </a:ext>
            </a:extLst>
          </p:cNvPr>
          <p:cNvSpPr/>
          <p:nvPr/>
        </p:nvSpPr>
        <p:spPr>
          <a:xfrm>
            <a:off x="8578094" y="3009893"/>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98" name="Group 897">
            <a:extLst>
              <a:ext uri="{FF2B5EF4-FFF2-40B4-BE49-F238E27FC236}">
                <a16:creationId xmlns:a16="http://schemas.microsoft.com/office/drawing/2014/main" id="{689F60EF-A2D1-1E11-C60F-316A95DCEFB2}"/>
              </a:ext>
            </a:extLst>
          </p:cNvPr>
          <p:cNvGrpSpPr/>
          <p:nvPr/>
        </p:nvGrpSpPr>
        <p:grpSpPr>
          <a:xfrm>
            <a:off x="11356238" y="1532276"/>
            <a:ext cx="721206" cy="609701"/>
            <a:chOff x="11356238" y="1532276"/>
            <a:chExt cx="721206" cy="609701"/>
          </a:xfrm>
        </p:grpSpPr>
        <p:sp>
          <p:nvSpPr>
            <p:cNvPr id="899" name="Rectangle 898">
              <a:hlinkHover r:id="" action="ppaction://noaction" highlightClick="1"/>
              <a:extLst>
                <a:ext uri="{FF2B5EF4-FFF2-40B4-BE49-F238E27FC236}">
                  <a16:creationId xmlns:a16="http://schemas.microsoft.com/office/drawing/2014/main" id="{4E1B2B9F-D692-3F06-220C-C774FB82117C}"/>
                </a:ext>
              </a:extLst>
            </p:cNvPr>
            <p:cNvSpPr/>
            <p:nvPr/>
          </p:nvSpPr>
          <p:spPr>
            <a:xfrm>
              <a:off x="11356238"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900" name="Oval 899">
              <a:extLst>
                <a:ext uri="{FF2B5EF4-FFF2-40B4-BE49-F238E27FC236}">
                  <a16:creationId xmlns:a16="http://schemas.microsoft.com/office/drawing/2014/main" id="{37E55B29-21A1-42A7-E027-BCC14370342C}"/>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1" name="Isosceles Triangle 648">
              <a:extLst>
                <a:ext uri="{FF2B5EF4-FFF2-40B4-BE49-F238E27FC236}">
                  <a16:creationId xmlns:a16="http://schemas.microsoft.com/office/drawing/2014/main" id="{18FADA0A-3183-D254-63D6-1D6B38AC32BA}"/>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06" name="Group 905">
            <a:extLst>
              <a:ext uri="{FF2B5EF4-FFF2-40B4-BE49-F238E27FC236}">
                <a16:creationId xmlns:a16="http://schemas.microsoft.com/office/drawing/2014/main" id="{C4A7D9FA-527C-2881-6A97-F7004F2F3E41}"/>
              </a:ext>
            </a:extLst>
          </p:cNvPr>
          <p:cNvGrpSpPr/>
          <p:nvPr/>
        </p:nvGrpSpPr>
        <p:grpSpPr>
          <a:xfrm>
            <a:off x="3778363" y="2253333"/>
            <a:ext cx="721206" cy="609701"/>
            <a:chOff x="3778363" y="2253333"/>
            <a:chExt cx="721206" cy="609701"/>
          </a:xfrm>
        </p:grpSpPr>
        <p:sp>
          <p:nvSpPr>
            <p:cNvPr id="907" name="Rectangle 906">
              <a:extLst>
                <a:ext uri="{FF2B5EF4-FFF2-40B4-BE49-F238E27FC236}">
                  <a16:creationId xmlns:a16="http://schemas.microsoft.com/office/drawing/2014/main" id="{BB573475-12D5-B0DD-921D-F32046831DD8}"/>
                </a:ext>
              </a:extLst>
            </p:cNvPr>
            <p:cNvSpPr/>
            <p:nvPr/>
          </p:nvSpPr>
          <p:spPr>
            <a:xfrm>
              <a:off x="3778363"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908" name="Rectangle 907">
              <a:extLst>
                <a:ext uri="{FF2B5EF4-FFF2-40B4-BE49-F238E27FC236}">
                  <a16:creationId xmlns:a16="http://schemas.microsoft.com/office/drawing/2014/main" id="{797549CE-CF14-A146-2F77-F9B67E5AD9FF}"/>
                </a:ext>
              </a:extLst>
            </p:cNvPr>
            <p:cNvSpPr/>
            <p:nvPr/>
          </p:nvSpPr>
          <p:spPr>
            <a:xfrm flipV="1">
              <a:off x="4399377" y="2255721"/>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9" name="Oval 15">
              <a:extLst>
                <a:ext uri="{FF2B5EF4-FFF2-40B4-BE49-F238E27FC236}">
                  <a16:creationId xmlns:a16="http://schemas.microsoft.com/office/drawing/2014/main" id="{CACDF74A-0859-1636-6A5F-59F35645F555}"/>
                </a:ext>
              </a:extLst>
            </p:cNvPr>
            <p:cNvSpPr/>
            <p:nvPr/>
          </p:nvSpPr>
          <p:spPr>
            <a:xfrm>
              <a:off x="4426765"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10" name="Straight Connector 909">
              <a:extLst>
                <a:ext uri="{FF2B5EF4-FFF2-40B4-BE49-F238E27FC236}">
                  <a16:creationId xmlns:a16="http://schemas.microsoft.com/office/drawing/2014/main" id="{7E6B5CB5-5EA4-64F5-0B45-0E54A5378DF7}"/>
                </a:ext>
              </a:extLst>
            </p:cNvPr>
            <p:cNvCxnSpPr>
              <a:cxnSpLocks/>
              <a:stCxn id="909" idx="0"/>
            </p:cNvCxnSpPr>
            <p:nvPr/>
          </p:nvCxnSpPr>
          <p:spPr>
            <a:xfrm flipV="1">
              <a:off x="4432462" y="2269234"/>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11" name="Straight Connector 910">
              <a:extLst>
                <a:ext uri="{FF2B5EF4-FFF2-40B4-BE49-F238E27FC236}">
                  <a16:creationId xmlns:a16="http://schemas.microsoft.com/office/drawing/2014/main" id="{6C63DC0B-3E02-9010-19B3-C90541ECFB2C}"/>
                </a:ext>
              </a:extLst>
            </p:cNvPr>
            <p:cNvCxnSpPr>
              <a:cxnSpLocks/>
            </p:cNvCxnSpPr>
            <p:nvPr/>
          </p:nvCxnSpPr>
          <p:spPr>
            <a:xfrm>
              <a:off x="4438181" y="2269234"/>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912" name="Group 911">
            <a:extLst>
              <a:ext uri="{FF2B5EF4-FFF2-40B4-BE49-F238E27FC236}">
                <a16:creationId xmlns:a16="http://schemas.microsoft.com/office/drawing/2014/main" id="{BDD3A98E-176F-4869-FE85-8589D33BA95B}"/>
              </a:ext>
            </a:extLst>
          </p:cNvPr>
          <p:cNvGrpSpPr/>
          <p:nvPr/>
        </p:nvGrpSpPr>
        <p:grpSpPr>
          <a:xfrm>
            <a:off x="1268842" y="2253333"/>
            <a:ext cx="721206" cy="609701"/>
            <a:chOff x="1268842" y="2253333"/>
            <a:chExt cx="721206" cy="609701"/>
          </a:xfrm>
        </p:grpSpPr>
        <p:sp>
          <p:nvSpPr>
            <p:cNvPr id="913" name="Rectangle 912">
              <a:extLst>
                <a:ext uri="{FF2B5EF4-FFF2-40B4-BE49-F238E27FC236}">
                  <a16:creationId xmlns:a16="http://schemas.microsoft.com/office/drawing/2014/main" id="{8A6112DA-282E-1FE3-A9CC-BC3E7C13082B}"/>
                </a:ext>
              </a:extLst>
            </p:cNvPr>
            <p:cNvSpPr/>
            <p:nvPr/>
          </p:nvSpPr>
          <p:spPr>
            <a:xfrm>
              <a:off x="1268842"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914" name="Right Triangle 913">
              <a:extLst>
                <a:ext uri="{FF2B5EF4-FFF2-40B4-BE49-F238E27FC236}">
                  <a16:creationId xmlns:a16="http://schemas.microsoft.com/office/drawing/2014/main" id="{20907245-7CCF-49E7-6747-429151247A29}"/>
                </a:ext>
              </a:extLst>
            </p:cNvPr>
            <p:cNvSpPr/>
            <p:nvPr/>
          </p:nvSpPr>
          <p:spPr>
            <a:xfrm rot="10800000">
              <a:off x="1872994" y="225962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15" name="Group 914">
              <a:extLst>
                <a:ext uri="{FF2B5EF4-FFF2-40B4-BE49-F238E27FC236}">
                  <a16:creationId xmlns:a16="http://schemas.microsoft.com/office/drawing/2014/main" id="{C3E68E4E-D4D3-01D7-844C-EF2ECE01A919}"/>
                </a:ext>
              </a:extLst>
            </p:cNvPr>
            <p:cNvGrpSpPr/>
            <p:nvPr/>
          </p:nvGrpSpPr>
          <p:grpSpPr>
            <a:xfrm>
              <a:off x="1939437" y="2265723"/>
              <a:ext cx="37817" cy="61390"/>
              <a:chOff x="3883481" y="2057400"/>
              <a:chExt cx="1608363" cy="2652031"/>
            </a:xfrm>
            <a:solidFill>
              <a:srgbClr val="A6A6A6"/>
            </a:solidFill>
          </p:grpSpPr>
          <p:sp>
            <p:nvSpPr>
              <p:cNvPr id="916" name="Oval 27">
                <a:extLst>
                  <a:ext uri="{FF2B5EF4-FFF2-40B4-BE49-F238E27FC236}">
                    <a16:creationId xmlns:a16="http://schemas.microsoft.com/office/drawing/2014/main" id="{C7D9EDFD-D26B-8BB7-E7CD-F16A89F9102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7" name="Oval 28">
                <a:extLst>
                  <a:ext uri="{FF2B5EF4-FFF2-40B4-BE49-F238E27FC236}">
                    <a16:creationId xmlns:a16="http://schemas.microsoft.com/office/drawing/2014/main" id="{7EB3A57C-3AC9-A573-9B88-CA6F97FA7F6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18" name="Group 917">
            <a:extLst>
              <a:ext uri="{FF2B5EF4-FFF2-40B4-BE49-F238E27FC236}">
                <a16:creationId xmlns:a16="http://schemas.microsoft.com/office/drawing/2014/main" id="{D1AB5DEF-E04C-F118-3014-3DC72054321D}"/>
              </a:ext>
            </a:extLst>
          </p:cNvPr>
          <p:cNvGrpSpPr/>
          <p:nvPr/>
        </p:nvGrpSpPr>
        <p:grpSpPr>
          <a:xfrm>
            <a:off x="2105349" y="2253333"/>
            <a:ext cx="721206" cy="609701"/>
            <a:chOff x="2105349" y="2253333"/>
            <a:chExt cx="721206" cy="609701"/>
          </a:xfrm>
        </p:grpSpPr>
        <p:sp>
          <p:nvSpPr>
            <p:cNvPr id="919" name="Rectangle 918">
              <a:extLst>
                <a:ext uri="{FF2B5EF4-FFF2-40B4-BE49-F238E27FC236}">
                  <a16:creationId xmlns:a16="http://schemas.microsoft.com/office/drawing/2014/main" id="{2D1141D2-7121-8367-E77D-EC80C52FCB2C}"/>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920" name="Right Triangle 919">
              <a:extLst>
                <a:ext uri="{FF2B5EF4-FFF2-40B4-BE49-F238E27FC236}">
                  <a16:creationId xmlns:a16="http://schemas.microsoft.com/office/drawing/2014/main" id="{B4081BD1-F470-368F-7F96-30BA24A2E875}"/>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21" name="Group 920">
              <a:extLst>
                <a:ext uri="{FF2B5EF4-FFF2-40B4-BE49-F238E27FC236}">
                  <a16:creationId xmlns:a16="http://schemas.microsoft.com/office/drawing/2014/main" id="{7EE08C66-555E-F107-0046-5E7F87F85C61}"/>
                </a:ext>
              </a:extLst>
            </p:cNvPr>
            <p:cNvGrpSpPr/>
            <p:nvPr/>
          </p:nvGrpSpPr>
          <p:grpSpPr>
            <a:xfrm>
              <a:off x="2771411" y="2265582"/>
              <a:ext cx="37817" cy="61390"/>
              <a:chOff x="3883481" y="2057400"/>
              <a:chExt cx="1608363" cy="2652031"/>
            </a:xfrm>
            <a:solidFill>
              <a:srgbClr val="A6A6A6"/>
            </a:solidFill>
          </p:grpSpPr>
          <p:sp>
            <p:nvSpPr>
              <p:cNvPr id="922" name="Oval 27">
                <a:extLst>
                  <a:ext uri="{FF2B5EF4-FFF2-40B4-BE49-F238E27FC236}">
                    <a16:creationId xmlns:a16="http://schemas.microsoft.com/office/drawing/2014/main" id="{0F664E20-4FBE-1545-0155-1BA0D417F10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3" name="Oval 28">
                <a:extLst>
                  <a:ext uri="{FF2B5EF4-FFF2-40B4-BE49-F238E27FC236}">
                    <a16:creationId xmlns:a16="http://schemas.microsoft.com/office/drawing/2014/main" id="{D25F92BE-48C4-A175-5B29-133D0A2A548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24" name="Group 923">
            <a:extLst>
              <a:ext uri="{FF2B5EF4-FFF2-40B4-BE49-F238E27FC236}">
                <a16:creationId xmlns:a16="http://schemas.microsoft.com/office/drawing/2014/main" id="{C0EA0B4E-3213-932C-55B5-A4E2D53A2B85}"/>
              </a:ext>
            </a:extLst>
          </p:cNvPr>
          <p:cNvGrpSpPr/>
          <p:nvPr/>
        </p:nvGrpSpPr>
        <p:grpSpPr>
          <a:xfrm>
            <a:off x="2941856" y="2253333"/>
            <a:ext cx="721206" cy="609701"/>
            <a:chOff x="2941856" y="2253333"/>
            <a:chExt cx="721206" cy="609701"/>
          </a:xfrm>
        </p:grpSpPr>
        <p:sp>
          <p:nvSpPr>
            <p:cNvPr id="925" name="Rectangle 924">
              <a:extLst>
                <a:ext uri="{FF2B5EF4-FFF2-40B4-BE49-F238E27FC236}">
                  <a16:creationId xmlns:a16="http://schemas.microsoft.com/office/drawing/2014/main" id="{2D94940F-DAAB-C520-D4CA-A737BA299296}"/>
                </a:ext>
              </a:extLst>
            </p:cNvPr>
            <p:cNvSpPr/>
            <p:nvPr/>
          </p:nvSpPr>
          <p:spPr>
            <a:xfrm>
              <a:off x="294185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926" name="Right Triangle 925">
              <a:extLst>
                <a:ext uri="{FF2B5EF4-FFF2-40B4-BE49-F238E27FC236}">
                  <a16:creationId xmlns:a16="http://schemas.microsoft.com/office/drawing/2014/main" id="{49B71FC3-D8AA-ACD2-F07B-971BEC370AA5}"/>
                </a:ext>
              </a:extLst>
            </p:cNvPr>
            <p:cNvSpPr/>
            <p:nvPr/>
          </p:nvSpPr>
          <p:spPr>
            <a:xfrm rot="10800000">
              <a:off x="3544811" y="22588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27" name="Group 926">
              <a:extLst>
                <a:ext uri="{FF2B5EF4-FFF2-40B4-BE49-F238E27FC236}">
                  <a16:creationId xmlns:a16="http://schemas.microsoft.com/office/drawing/2014/main" id="{9994E37F-4D73-9FE5-E711-12A5C78B85A1}"/>
                </a:ext>
              </a:extLst>
            </p:cNvPr>
            <p:cNvGrpSpPr/>
            <p:nvPr/>
          </p:nvGrpSpPr>
          <p:grpSpPr>
            <a:xfrm>
              <a:off x="3611254" y="2264960"/>
              <a:ext cx="37817" cy="61390"/>
              <a:chOff x="3883481" y="2057400"/>
              <a:chExt cx="1608363" cy="2652031"/>
            </a:xfrm>
            <a:solidFill>
              <a:srgbClr val="A6A6A6"/>
            </a:solidFill>
          </p:grpSpPr>
          <p:sp>
            <p:nvSpPr>
              <p:cNvPr id="928" name="Oval 27">
                <a:extLst>
                  <a:ext uri="{FF2B5EF4-FFF2-40B4-BE49-F238E27FC236}">
                    <a16:creationId xmlns:a16="http://schemas.microsoft.com/office/drawing/2014/main" id="{A6F57BE3-AED6-F044-371F-D7C4B71A33A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9" name="Oval 28">
                <a:extLst>
                  <a:ext uri="{FF2B5EF4-FFF2-40B4-BE49-F238E27FC236}">
                    <a16:creationId xmlns:a16="http://schemas.microsoft.com/office/drawing/2014/main" id="{E62133EB-968D-201F-2FC7-3EB8AAD2706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30" name="Group 929">
            <a:extLst>
              <a:ext uri="{FF2B5EF4-FFF2-40B4-BE49-F238E27FC236}">
                <a16:creationId xmlns:a16="http://schemas.microsoft.com/office/drawing/2014/main" id="{287379D7-F833-9862-AEA8-64EEAB48BF2B}"/>
              </a:ext>
            </a:extLst>
          </p:cNvPr>
          <p:cNvGrpSpPr/>
          <p:nvPr/>
        </p:nvGrpSpPr>
        <p:grpSpPr>
          <a:xfrm>
            <a:off x="4614870" y="2253333"/>
            <a:ext cx="721206" cy="609701"/>
            <a:chOff x="4614870" y="2253333"/>
            <a:chExt cx="721206" cy="609701"/>
          </a:xfrm>
        </p:grpSpPr>
        <p:sp>
          <p:nvSpPr>
            <p:cNvPr id="931" name="Rectangle 930">
              <a:extLst>
                <a:ext uri="{FF2B5EF4-FFF2-40B4-BE49-F238E27FC236}">
                  <a16:creationId xmlns:a16="http://schemas.microsoft.com/office/drawing/2014/main" id="{4E864D05-6A11-B693-F05E-F35686AFC57F}"/>
                </a:ext>
              </a:extLst>
            </p:cNvPr>
            <p:cNvSpPr/>
            <p:nvPr/>
          </p:nvSpPr>
          <p:spPr>
            <a:xfrm>
              <a:off x="4614870"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932" name="Right Triangle 931">
              <a:extLst>
                <a:ext uri="{FF2B5EF4-FFF2-40B4-BE49-F238E27FC236}">
                  <a16:creationId xmlns:a16="http://schemas.microsoft.com/office/drawing/2014/main" id="{0E525703-64ED-F782-C45C-7DE4E9A70EBB}"/>
                </a:ext>
              </a:extLst>
            </p:cNvPr>
            <p:cNvSpPr/>
            <p:nvPr/>
          </p:nvSpPr>
          <p:spPr>
            <a:xfrm rot="10800000">
              <a:off x="5214303"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33" name="Group 932">
              <a:extLst>
                <a:ext uri="{FF2B5EF4-FFF2-40B4-BE49-F238E27FC236}">
                  <a16:creationId xmlns:a16="http://schemas.microsoft.com/office/drawing/2014/main" id="{4B9E4334-EAA9-D853-18FF-AE8BB6D056A7}"/>
                </a:ext>
              </a:extLst>
            </p:cNvPr>
            <p:cNvGrpSpPr/>
            <p:nvPr/>
          </p:nvGrpSpPr>
          <p:grpSpPr>
            <a:xfrm>
              <a:off x="5280746" y="2264771"/>
              <a:ext cx="37817" cy="61390"/>
              <a:chOff x="3883481" y="2057400"/>
              <a:chExt cx="1608363" cy="2652031"/>
            </a:xfrm>
            <a:solidFill>
              <a:srgbClr val="A6A6A6"/>
            </a:solidFill>
          </p:grpSpPr>
          <p:sp>
            <p:nvSpPr>
              <p:cNvPr id="934" name="Oval 27">
                <a:extLst>
                  <a:ext uri="{FF2B5EF4-FFF2-40B4-BE49-F238E27FC236}">
                    <a16:creationId xmlns:a16="http://schemas.microsoft.com/office/drawing/2014/main" id="{1D8FD5B9-18E0-257B-1DCE-EFF7B1AD533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5" name="Oval 28">
                <a:extLst>
                  <a:ext uri="{FF2B5EF4-FFF2-40B4-BE49-F238E27FC236}">
                    <a16:creationId xmlns:a16="http://schemas.microsoft.com/office/drawing/2014/main" id="{9AE40124-5998-36F3-14C5-4B6434ADA7B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48" name="Group 947">
            <a:extLst>
              <a:ext uri="{FF2B5EF4-FFF2-40B4-BE49-F238E27FC236}">
                <a16:creationId xmlns:a16="http://schemas.microsoft.com/office/drawing/2014/main" id="{A3D15416-0810-EA40-6019-F9C0CC72CEAD}"/>
              </a:ext>
            </a:extLst>
          </p:cNvPr>
          <p:cNvGrpSpPr/>
          <p:nvPr/>
        </p:nvGrpSpPr>
        <p:grpSpPr>
          <a:xfrm>
            <a:off x="431659" y="2253333"/>
            <a:ext cx="721893" cy="609702"/>
            <a:chOff x="431659" y="2253333"/>
            <a:chExt cx="721893" cy="609702"/>
          </a:xfrm>
        </p:grpSpPr>
        <p:sp>
          <p:nvSpPr>
            <p:cNvPr id="949" name="Rectangle 948">
              <a:hlinkHover r:id="" action="ppaction://noaction" highlightClick="1"/>
              <a:extLst>
                <a:ext uri="{FF2B5EF4-FFF2-40B4-BE49-F238E27FC236}">
                  <a16:creationId xmlns:a16="http://schemas.microsoft.com/office/drawing/2014/main" id="{BB70B546-BEF3-E8E3-B929-527850569950}"/>
                </a:ext>
              </a:extLst>
            </p:cNvPr>
            <p:cNvSpPr/>
            <p:nvPr/>
          </p:nvSpPr>
          <p:spPr>
            <a:xfrm>
              <a:off x="431659" y="2253335"/>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950" name="Group 949">
              <a:extLst>
                <a:ext uri="{FF2B5EF4-FFF2-40B4-BE49-F238E27FC236}">
                  <a16:creationId xmlns:a16="http://schemas.microsoft.com/office/drawing/2014/main" id="{48211EBC-4B89-D80D-F3DE-4E618207C74A}"/>
                </a:ext>
              </a:extLst>
            </p:cNvPr>
            <p:cNvGrpSpPr/>
            <p:nvPr/>
          </p:nvGrpSpPr>
          <p:grpSpPr>
            <a:xfrm>
              <a:off x="1023646" y="2253333"/>
              <a:ext cx="129906" cy="127894"/>
              <a:chOff x="1040599" y="2550516"/>
              <a:chExt cx="157050" cy="157050"/>
            </a:xfrm>
          </p:grpSpPr>
          <p:sp>
            <p:nvSpPr>
              <p:cNvPr id="951" name="Diamond 950">
                <a:extLst>
                  <a:ext uri="{FF2B5EF4-FFF2-40B4-BE49-F238E27FC236}">
                    <a16:creationId xmlns:a16="http://schemas.microsoft.com/office/drawing/2014/main" id="{8DA53AA9-1DB3-BAD3-8C6B-8283B87D71B5}"/>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2" name="Oval 951">
                <a:extLst>
                  <a:ext uri="{FF2B5EF4-FFF2-40B4-BE49-F238E27FC236}">
                    <a16:creationId xmlns:a16="http://schemas.microsoft.com/office/drawing/2014/main" id="{E2D1BABB-1B1E-07B7-8771-08A5B627F59B}"/>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63" name="Group 962">
            <a:extLst>
              <a:ext uri="{FF2B5EF4-FFF2-40B4-BE49-F238E27FC236}">
                <a16:creationId xmlns:a16="http://schemas.microsoft.com/office/drawing/2014/main" id="{9C448BA9-F1D0-8198-1998-7C056944805D}"/>
              </a:ext>
            </a:extLst>
          </p:cNvPr>
          <p:cNvGrpSpPr/>
          <p:nvPr/>
        </p:nvGrpSpPr>
        <p:grpSpPr>
          <a:xfrm>
            <a:off x="1269622" y="4419620"/>
            <a:ext cx="721206" cy="609701"/>
            <a:chOff x="1269622" y="4419620"/>
            <a:chExt cx="721206" cy="609701"/>
          </a:xfrm>
        </p:grpSpPr>
        <p:sp>
          <p:nvSpPr>
            <p:cNvPr id="964" name="Rectangle 963">
              <a:extLst>
                <a:ext uri="{FF2B5EF4-FFF2-40B4-BE49-F238E27FC236}">
                  <a16:creationId xmlns:a16="http://schemas.microsoft.com/office/drawing/2014/main" id="{9AB08B02-C7CF-1D09-3861-B5A9B0CD9F83}"/>
                </a:ext>
              </a:extLst>
            </p:cNvPr>
            <p:cNvSpPr/>
            <p:nvPr/>
          </p:nvSpPr>
          <p:spPr>
            <a:xfrm>
              <a:off x="1269622" y="4419620"/>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965" name="Cylinder 964">
              <a:extLst>
                <a:ext uri="{FF2B5EF4-FFF2-40B4-BE49-F238E27FC236}">
                  <a16:creationId xmlns:a16="http://schemas.microsoft.com/office/drawing/2014/main" id="{E7648A49-680D-D3A7-BB42-9AAF9FACD37A}"/>
                </a:ext>
              </a:extLst>
            </p:cNvPr>
            <p:cNvSpPr/>
            <p:nvPr/>
          </p:nvSpPr>
          <p:spPr>
            <a:xfrm>
              <a:off x="1917348" y="4419620"/>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66" name="Group 965">
            <a:extLst>
              <a:ext uri="{FF2B5EF4-FFF2-40B4-BE49-F238E27FC236}">
                <a16:creationId xmlns:a16="http://schemas.microsoft.com/office/drawing/2014/main" id="{B71F34DF-19C6-1C58-5AB9-DB27D02EC95E}"/>
              </a:ext>
            </a:extLst>
          </p:cNvPr>
          <p:cNvGrpSpPr/>
          <p:nvPr/>
        </p:nvGrpSpPr>
        <p:grpSpPr>
          <a:xfrm>
            <a:off x="432838" y="4419620"/>
            <a:ext cx="721206" cy="609701"/>
            <a:chOff x="432838" y="4419620"/>
            <a:chExt cx="721206" cy="609701"/>
          </a:xfrm>
        </p:grpSpPr>
        <p:sp>
          <p:nvSpPr>
            <p:cNvPr id="967" name="Rectangle 966">
              <a:extLst>
                <a:ext uri="{FF2B5EF4-FFF2-40B4-BE49-F238E27FC236}">
                  <a16:creationId xmlns:a16="http://schemas.microsoft.com/office/drawing/2014/main" id="{D9F84250-32A3-5BD4-9FCE-D5D0CBFEC6F7}"/>
                </a:ext>
              </a:extLst>
            </p:cNvPr>
            <p:cNvSpPr/>
            <p:nvPr/>
          </p:nvSpPr>
          <p:spPr>
            <a:xfrm>
              <a:off x="432838" y="4419620"/>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968" name="Cylinder 967">
              <a:extLst>
                <a:ext uri="{FF2B5EF4-FFF2-40B4-BE49-F238E27FC236}">
                  <a16:creationId xmlns:a16="http://schemas.microsoft.com/office/drawing/2014/main" id="{4E13103E-1793-E306-6D06-A9AFE5C5F9B7}"/>
                </a:ext>
              </a:extLst>
            </p:cNvPr>
            <p:cNvSpPr/>
            <p:nvPr/>
          </p:nvSpPr>
          <p:spPr>
            <a:xfrm>
              <a:off x="1080564" y="4419620"/>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69" name="Group 968">
            <a:extLst>
              <a:ext uri="{FF2B5EF4-FFF2-40B4-BE49-F238E27FC236}">
                <a16:creationId xmlns:a16="http://schemas.microsoft.com/office/drawing/2014/main" id="{15FF5A34-7BF2-BEFB-5F81-B936281032D4}"/>
              </a:ext>
            </a:extLst>
          </p:cNvPr>
          <p:cNvGrpSpPr/>
          <p:nvPr/>
        </p:nvGrpSpPr>
        <p:grpSpPr>
          <a:xfrm>
            <a:off x="1268463" y="5141013"/>
            <a:ext cx="721206" cy="609701"/>
            <a:chOff x="1268463" y="5141013"/>
            <a:chExt cx="721206" cy="609701"/>
          </a:xfrm>
        </p:grpSpPr>
        <p:sp>
          <p:nvSpPr>
            <p:cNvPr id="970" name="Rectangle 969">
              <a:extLst>
                <a:ext uri="{FF2B5EF4-FFF2-40B4-BE49-F238E27FC236}">
                  <a16:creationId xmlns:a16="http://schemas.microsoft.com/office/drawing/2014/main" id="{268DCF5D-DDE1-E011-26F5-82F6C47468AD}"/>
                </a:ext>
              </a:extLst>
            </p:cNvPr>
            <p:cNvSpPr/>
            <p:nvPr/>
          </p:nvSpPr>
          <p:spPr>
            <a:xfrm>
              <a:off x="1268463" y="5141013"/>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971" name="Cylinder 970">
              <a:extLst>
                <a:ext uri="{FF2B5EF4-FFF2-40B4-BE49-F238E27FC236}">
                  <a16:creationId xmlns:a16="http://schemas.microsoft.com/office/drawing/2014/main" id="{9134072D-9185-F36F-B748-35FF3D852E74}"/>
                </a:ext>
              </a:extLst>
            </p:cNvPr>
            <p:cNvSpPr/>
            <p:nvPr/>
          </p:nvSpPr>
          <p:spPr>
            <a:xfrm>
              <a:off x="1916189" y="5141013"/>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72" name="Group 971">
            <a:extLst>
              <a:ext uri="{FF2B5EF4-FFF2-40B4-BE49-F238E27FC236}">
                <a16:creationId xmlns:a16="http://schemas.microsoft.com/office/drawing/2014/main" id="{3652BE88-2842-7FAA-AE94-67406643ECBE}"/>
              </a:ext>
            </a:extLst>
          </p:cNvPr>
          <p:cNvGrpSpPr/>
          <p:nvPr/>
        </p:nvGrpSpPr>
        <p:grpSpPr>
          <a:xfrm>
            <a:off x="431294" y="5141013"/>
            <a:ext cx="721206" cy="609701"/>
            <a:chOff x="431294" y="5141013"/>
            <a:chExt cx="721206" cy="609701"/>
          </a:xfrm>
        </p:grpSpPr>
        <p:sp>
          <p:nvSpPr>
            <p:cNvPr id="973" name="Rectangle 972">
              <a:extLst>
                <a:ext uri="{FF2B5EF4-FFF2-40B4-BE49-F238E27FC236}">
                  <a16:creationId xmlns:a16="http://schemas.microsoft.com/office/drawing/2014/main" id="{E2810641-FE4B-4365-7110-C4720802A5E5}"/>
                </a:ext>
              </a:extLst>
            </p:cNvPr>
            <p:cNvSpPr/>
            <p:nvPr/>
          </p:nvSpPr>
          <p:spPr>
            <a:xfrm>
              <a:off x="431294" y="5141013"/>
              <a:ext cx="721206" cy="609701"/>
            </a:xfrm>
            <a:prstGeom prst="rect">
              <a:avLst/>
            </a:prstGeom>
            <a:solidFill>
              <a:srgbClr val="FFFFCC"/>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974" name="Cylinder 973">
              <a:extLst>
                <a:ext uri="{FF2B5EF4-FFF2-40B4-BE49-F238E27FC236}">
                  <a16:creationId xmlns:a16="http://schemas.microsoft.com/office/drawing/2014/main" id="{524760B4-3A95-ACE5-F089-72D06D05B459}"/>
                </a:ext>
              </a:extLst>
            </p:cNvPr>
            <p:cNvSpPr/>
            <p:nvPr/>
          </p:nvSpPr>
          <p:spPr>
            <a:xfrm>
              <a:off x="1079020" y="5141013"/>
              <a:ext cx="73480" cy="108336"/>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7AD06726-81C3-2FDA-9F2A-D4D17FF67892}"/>
              </a:ext>
            </a:extLst>
          </p:cNvPr>
          <p:cNvGrpSpPr/>
          <p:nvPr/>
        </p:nvGrpSpPr>
        <p:grpSpPr>
          <a:xfrm>
            <a:off x="3779087" y="3698226"/>
            <a:ext cx="721206" cy="609701"/>
            <a:chOff x="3779087" y="3698226"/>
            <a:chExt cx="721206" cy="609701"/>
          </a:xfrm>
        </p:grpSpPr>
        <p:sp>
          <p:nvSpPr>
            <p:cNvPr id="10" name="Rectangle 9">
              <a:extLst>
                <a:ext uri="{FF2B5EF4-FFF2-40B4-BE49-F238E27FC236}">
                  <a16:creationId xmlns:a16="http://schemas.microsoft.com/office/drawing/2014/main" id="{034CE9FB-70D0-0C22-E3A1-B6F5D978CBA4}"/>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1" name="Right Triangle 10">
              <a:extLst>
                <a:ext uri="{FF2B5EF4-FFF2-40B4-BE49-F238E27FC236}">
                  <a16:creationId xmlns:a16="http://schemas.microsoft.com/office/drawing/2014/main" id="{4CCA0F1C-6C56-77CD-51E9-C99862E6F32F}"/>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 name="Group 11">
              <a:extLst>
                <a:ext uri="{FF2B5EF4-FFF2-40B4-BE49-F238E27FC236}">
                  <a16:creationId xmlns:a16="http://schemas.microsoft.com/office/drawing/2014/main" id="{3B90638C-EF7E-ACFB-2432-4CB0262DEE4F}"/>
                </a:ext>
              </a:extLst>
            </p:cNvPr>
            <p:cNvGrpSpPr/>
            <p:nvPr/>
          </p:nvGrpSpPr>
          <p:grpSpPr>
            <a:xfrm>
              <a:off x="4448513" y="3706747"/>
              <a:ext cx="37817" cy="61390"/>
              <a:chOff x="3883481" y="2057400"/>
              <a:chExt cx="1608363" cy="2652031"/>
            </a:xfrm>
            <a:solidFill>
              <a:srgbClr val="A6A6A6">
                <a:alpha val="20000"/>
              </a:srgbClr>
            </a:solidFill>
          </p:grpSpPr>
          <p:sp>
            <p:nvSpPr>
              <p:cNvPr id="13" name="Oval 27">
                <a:extLst>
                  <a:ext uri="{FF2B5EF4-FFF2-40B4-BE49-F238E27FC236}">
                    <a16:creationId xmlns:a16="http://schemas.microsoft.com/office/drawing/2014/main" id="{7072709D-55D7-60E2-8C69-7D493516E22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 name="Oval 28">
                <a:extLst>
                  <a:ext uri="{FF2B5EF4-FFF2-40B4-BE49-F238E27FC236}">
                    <a16:creationId xmlns:a16="http://schemas.microsoft.com/office/drawing/2014/main" id="{8F91FFD1-ECCB-EC80-ADFB-79259EC540B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 name="Group 14">
            <a:extLst>
              <a:ext uri="{FF2B5EF4-FFF2-40B4-BE49-F238E27FC236}">
                <a16:creationId xmlns:a16="http://schemas.microsoft.com/office/drawing/2014/main" id="{AC5B84A6-D059-EF3A-739D-00270274DEF9}"/>
              </a:ext>
            </a:extLst>
          </p:cNvPr>
          <p:cNvGrpSpPr/>
          <p:nvPr/>
        </p:nvGrpSpPr>
        <p:grpSpPr>
          <a:xfrm>
            <a:off x="4615774" y="3698231"/>
            <a:ext cx="721206" cy="609701"/>
            <a:chOff x="4615774" y="3698231"/>
            <a:chExt cx="721206" cy="609701"/>
          </a:xfrm>
        </p:grpSpPr>
        <p:sp>
          <p:nvSpPr>
            <p:cNvPr id="16" name="Rectangle 15">
              <a:hlinkHover r:id="" action="ppaction://noaction" highlightClick="1"/>
              <a:extLst>
                <a:ext uri="{FF2B5EF4-FFF2-40B4-BE49-F238E27FC236}">
                  <a16:creationId xmlns:a16="http://schemas.microsoft.com/office/drawing/2014/main" id="{91BAED95-313E-24D9-2E55-1548542C66F3}"/>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8" name="Oval 17">
              <a:extLst>
                <a:ext uri="{FF2B5EF4-FFF2-40B4-BE49-F238E27FC236}">
                  <a16:creationId xmlns:a16="http://schemas.microsoft.com/office/drawing/2014/main" id="{DF532184-AF74-C342-398D-FAA6CAFA6AC8}"/>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Isosceles Triangle 648">
              <a:extLst>
                <a:ext uri="{FF2B5EF4-FFF2-40B4-BE49-F238E27FC236}">
                  <a16:creationId xmlns:a16="http://schemas.microsoft.com/office/drawing/2014/main" id="{EEEBFEEF-7775-6F79-9152-26E55E1F0D64}"/>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9" name="Group 38">
            <a:extLst>
              <a:ext uri="{FF2B5EF4-FFF2-40B4-BE49-F238E27FC236}">
                <a16:creationId xmlns:a16="http://schemas.microsoft.com/office/drawing/2014/main" id="{B62A2CE9-8794-137E-B2F5-C9C3B05A5E51}"/>
              </a:ext>
            </a:extLst>
          </p:cNvPr>
          <p:cNvGrpSpPr/>
          <p:nvPr/>
        </p:nvGrpSpPr>
        <p:grpSpPr>
          <a:xfrm>
            <a:off x="2099604" y="5136552"/>
            <a:ext cx="721206" cy="609701"/>
            <a:chOff x="2099604" y="5136552"/>
            <a:chExt cx="721206" cy="609701"/>
          </a:xfrm>
        </p:grpSpPr>
        <p:sp>
          <p:nvSpPr>
            <p:cNvPr id="40" name="Rectangle 39">
              <a:extLst>
                <a:ext uri="{FF2B5EF4-FFF2-40B4-BE49-F238E27FC236}">
                  <a16:creationId xmlns:a16="http://schemas.microsoft.com/office/drawing/2014/main" id="{7101A1E6-9001-82AE-2430-50C3A769361F}"/>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41" name="Right Triangle 40">
              <a:extLst>
                <a:ext uri="{FF2B5EF4-FFF2-40B4-BE49-F238E27FC236}">
                  <a16:creationId xmlns:a16="http://schemas.microsoft.com/office/drawing/2014/main" id="{1EB8C68E-AC0D-9C1E-4FAB-0E2ADE45616F}"/>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2" name="Group 41">
              <a:extLst>
                <a:ext uri="{FF2B5EF4-FFF2-40B4-BE49-F238E27FC236}">
                  <a16:creationId xmlns:a16="http://schemas.microsoft.com/office/drawing/2014/main" id="{99C624C0-0990-10CF-333A-570BE952772A}"/>
                </a:ext>
              </a:extLst>
            </p:cNvPr>
            <p:cNvGrpSpPr/>
            <p:nvPr/>
          </p:nvGrpSpPr>
          <p:grpSpPr>
            <a:xfrm>
              <a:off x="2765661" y="5151382"/>
              <a:ext cx="37817" cy="61390"/>
              <a:chOff x="3883481" y="2057400"/>
              <a:chExt cx="1608363" cy="2652031"/>
            </a:xfrm>
            <a:solidFill>
              <a:srgbClr val="A6A6A6">
                <a:alpha val="20000"/>
              </a:srgbClr>
            </a:solidFill>
          </p:grpSpPr>
          <p:sp>
            <p:nvSpPr>
              <p:cNvPr id="43" name="Oval 27">
                <a:extLst>
                  <a:ext uri="{FF2B5EF4-FFF2-40B4-BE49-F238E27FC236}">
                    <a16:creationId xmlns:a16="http://schemas.microsoft.com/office/drawing/2014/main" id="{D31C3DB3-6243-A639-BFF7-065B0E617E6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 name="Oval 28">
                <a:extLst>
                  <a:ext uri="{FF2B5EF4-FFF2-40B4-BE49-F238E27FC236}">
                    <a16:creationId xmlns:a16="http://schemas.microsoft.com/office/drawing/2014/main" id="{EEE097A3-E9C2-63A4-CF6C-04DDBDF8017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5" name="Group 44">
            <a:extLst>
              <a:ext uri="{FF2B5EF4-FFF2-40B4-BE49-F238E27FC236}">
                <a16:creationId xmlns:a16="http://schemas.microsoft.com/office/drawing/2014/main" id="{B9998AC1-9C23-3456-82CD-24993F9AF9AD}"/>
              </a:ext>
            </a:extLst>
          </p:cNvPr>
          <p:cNvGrpSpPr/>
          <p:nvPr/>
        </p:nvGrpSpPr>
        <p:grpSpPr>
          <a:xfrm>
            <a:off x="2100392" y="4419620"/>
            <a:ext cx="721206" cy="609701"/>
            <a:chOff x="2100392" y="4419620"/>
            <a:chExt cx="721206" cy="609701"/>
          </a:xfrm>
        </p:grpSpPr>
        <p:sp>
          <p:nvSpPr>
            <p:cNvPr id="46" name="Rectangle 45">
              <a:extLst>
                <a:ext uri="{FF2B5EF4-FFF2-40B4-BE49-F238E27FC236}">
                  <a16:creationId xmlns:a16="http://schemas.microsoft.com/office/drawing/2014/main" id="{C7A21FC2-138B-D601-B2FD-84696AD3171A}"/>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58" name="Right Triangle 57">
              <a:extLst>
                <a:ext uri="{FF2B5EF4-FFF2-40B4-BE49-F238E27FC236}">
                  <a16:creationId xmlns:a16="http://schemas.microsoft.com/office/drawing/2014/main" id="{0625E256-0EBC-2832-B66B-048CB14D822E}"/>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0" name="Group 59">
              <a:extLst>
                <a:ext uri="{FF2B5EF4-FFF2-40B4-BE49-F238E27FC236}">
                  <a16:creationId xmlns:a16="http://schemas.microsoft.com/office/drawing/2014/main" id="{CCD8381D-60F1-1ED8-98C4-01F147A55EEE}"/>
                </a:ext>
              </a:extLst>
            </p:cNvPr>
            <p:cNvGrpSpPr/>
            <p:nvPr/>
          </p:nvGrpSpPr>
          <p:grpSpPr>
            <a:xfrm>
              <a:off x="2769856" y="4434450"/>
              <a:ext cx="37817" cy="61390"/>
              <a:chOff x="3883481" y="2057400"/>
              <a:chExt cx="1608363" cy="2652031"/>
            </a:xfrm>
            <a:solidFill>
              <a:srgbClr val="A6A6A6">
                <a:alpha val="20000"/>
              </a:srgbClr>
            </a:solidFill>
          </p:grpSpPr>
          <p:sp>
            <p:nvSpPr>
              <p:cNvPr id="67" name="Oval 27">
                <a:extLst>
                  <a:ext uri="{FF2B5EF4-FFF2-40B4-BE49-F238E27FC236}">
                    <a16:creationId xmlns:a16="http://schemas.microsoft.com/office/drawing/2014/main" id="{777EA9F3-EFC2-C0F0-D397-84A06D150A7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 name="Oval 28">
                <a:extLst>
                  <a:ext uri="{FF2B5EF4-FFF2-40B4-BE49-F238E27FC236}">
                    <a16:creationId xmlns:a16="http://schemas.microsoft.com/office/drawing/2014/main" id="{F4B2257E-B0DE-6038-FE8D-B50F80FDE50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2" name="Group 81">
            <a:extLst>
              <a:ext uri="{FF2B5EF4-FFF2-40B4-BE49-F238E27FC236}">
                <a16:creationId xmlns:a16="http://schemas.microsoft.com/office/drawing/2014/main" id="{DCE37672-B065-0C3A-2D30-1BB6758C424F}"/>
              </a:ext>
            </a:extLst>
          </p:cNvPr>
          <p:cNvGrpSpPr/>
          <p:nvPr/>
        </p:nvGrpSpPr>
        <p:grpSpPr>
          <a:xfrm>
            <a:off x="8807246" y="1508831"/>
            <a:ext cx="721206" cy="609701"/>
            <a:chOff x="8807246" y="1532278"/>
            <a:chExt cx="721206" cy="609701"/>
          </a:xfrm>
        </p:grpSpPr>
        <p:sp>
          <p:nvSpPr>
            <p:cNvPr id="83" name="Rectangle 82">
              <a:hlinkHover r:id="" action="ppaction://noaction" highlightClick="1"/>
              <a:extLst>
                <a:ext uri="{FF2B5EF4-FFF2-40B4-BE49-F238E27FC236}">
                  <a16:creationId xmlns:a16="http://schemas.microsoft.com/office/drawing/2014/main" id="{D1AD9D57-9621-EC43-7303-69CE8134336A}"/>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84" name="Oval 83">
              <a:extLst>
                <a:ext uri="{FF2B5EF4-FFF2-40B4-BE49-F238E27FC236}">
                  <a16:creationId xmlns:a16="http://schemas.microsoft.com/office/drawing/2014/main" id="{7E1FF514-768D-D054-D8A3-BA3B44945432}"/>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 name="Isosceles Triangle 648">
              <a:extLst>
                <a:ext uri="{FF2B5EF4-FFF2-40B4-BE49-F238E27FC236}">
                  <a16:creationId xmlns:a16="http://schemas.microsoft.com/office/drawing/2014/main" id="{AF2BB718-6875-30A6-918F-BB365530CDBD}"/>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 name="Group 85">
            <a:extLst>
              <a:ext uri="{FF2B5EF4-FFF2-40B4-BE49-F238E27FC236}">
                <a16:creationId xmlns:a16="http://schemas.microsoft.com/office/drawing/2014/main" id="{43123EEC-34BF-1754-3365-6183618A05A0}"/>
              </a:ext>
            </a:extLst>
          </p:cNvPr>
          <p:cNvGrpSpPr/>
          <p:nvPr/>
        </p:nvGrpSpPr>
        <p:grpSpPr>
          <a:xfrm>
            <a:off x="3776512" y="2950606"/>
            <a:ext cx="724130" cy="609701"/>
            <a:chOff x="3776512" y="2974053"/>
            <a:chExt cx="724130" cy="609701"/>
          </a:xfrm>
        </p:grpSpPr>
        <p:sp>
          <p:nvSpPr>
            <p:cNvPr id="87" name="Rectangle 86">
              <a:extLst>
                <a:ext uri="{FF2B5EF4-FFF2-40B4-BE49-F238E27FC236}">
                  <a16:creationId xmlns:a16="http://schemas.microsoft.com/office/drawing/2014/main" id="{43C99DF0-A4A4-CB88-239D-3D2C21B2F54C}"/>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88" name="Right Triangle 87">
              <a:extLst>
                <a:ext uri="{FF2B5EF4-FFF2-40B4-BE49-F238E27FC236}">
                  <a16:creationId xmlns:a16="http://schemas.microsoft.com/office/drawing/2014/main" id="{196C2BFF-D9DA-46F4-F392-09F4FC595030}"/>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9" name="Group 88">
              <a:extLst>
                <a:ext uri="{FF2B5EF4-FFF2-40B4-BE49-F238E27FC236}">
                  <a16:creationId xmlns:a16="http://schemas.microsoft.com/office/drawing/2014/main" id="{DE12C716-8EBD-5F85-E992-6586A0F4A5EE}"/>
                </a:ext>
              </a:extLst>
            </p:cNvPr>
            <p:cNvGrpSpPr/>
            <p:nvPr/>
          </p:nvGrpSpPr>
          <p:grpSpPr>
            <a:xfrm>
              <a:off x="4450061" y="2982574"/>
              <a:ext cx="37817" cy="61390"/>
              <a:chOff x="3883481" y="2057400"/>
              <a:chExt cx="1608363" cy="2652031"/>
            </a:xfrm>
            <a:solidFill>
              <a:srgbClr val="A6A6A6">
                <a:alpha val="20000"/>
              </a:srgbClr>
            </a:solidFill>
          </p:grpSpPr>
          <p:sp>
            <p:nvSpPr>
              <p:cNvPr id="90" name="Oval 27">
                <a:extLst>
                  <a:ext uri="{FF2B5EF4-FFF2-40B4-BE49-F238E27FC236}">
                    <a16:creationId xmlns:a16="http://schemas.microsoft.com/office/drawing/2014/main" id="{567A6879-F66F-0679-A900-C2A76F907E1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 name="Oval 28">
                <a:extLst>
                  <a:ext uri="{FF2B5EF4-FFF2-40B4-BE49-F238E27FC236}">
                    <a16:creationId xmlns:a16="http://schemas.microsoft.com/office/drawing/2014/main" id="{143C622C-15E1-94B0-7CC9-C693FCAA8D6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8" name="Group 107">
            <a:extLst>
              <a:ext uri="{FF2B5EF4-FFF2-40B4-BE49-F238E27FC236}">
                <a16:creationId xmlns:a16="http://schemas.microsoft.com/office/drawing/2014/main" id="{C4EF850C-75E9-08A1-6B16-8E7E90D8F1BA}"/>
              </a:ext>
            </a:extLst>
          </p:cNvPr>
          <p:cNvGrpSpPr/>
          <p:nvPr/>
        </p:nvGrpSpPr>
        <p:grpSpPr>
          <a:xfrm>
            <a:off x="7957576" y="2253333"/>
            <a:ext cx="721206" cy="609701"/>
            <a:chOff x="7957576" y="2253333"/>
            <a:chExt cx="721206" cy="609701"/>
          </a:xfrm>
        </p:grpSpPr>
        <p:sp>
          <p:nvSpPr>
            <p:cNvPr id="109" name="Rectangle 108">
              <a:extLst>
                <a:ext uri="{FF2B5EF4-FFF2-40B4-BE49-F238E27FC236}">
                  <a16:creationId xmlns:a16="http://schemas.microsoft.com/office/drawing/2014/main" id="{90E479EE-AF40-568F-0373-64A9971FCA8A}"/>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110" name="Right Triangle 109">
              <a:extLst>
                <a:ext uri="{FF2B5EF4-FFF2-40B4-BE49-F238E27FC236}">
                  <a16:creationId xmlns:a16="http://schemas.microsoft.com/office/drawing/2014/main" id="{55EE8F28-68C0-1C78-14A9-7C18F22AD6F8}"/>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1" name="Group 110">
              <a:extLst>
                <a:ext uri="{FF2B5EF4-FFF2-40B4-BE49-F238E27FC236}">
                  <a16:creationId xmlns:a16="http://schemas.microsoft.com/office/drawing/2014/main" id="{327BE5BC-A946-F254-2687-594866CB1B1B}"/>
                </a:ext>
              </a:extLst>
            </p:cNvPr>
            <p:cNvGrpSpPr/>
            <p:nvPr/>
          </p:nvGrpSpPr>
          <p:grpSpPr>
            <a:xfrm>
              <a:off x="8621953" y="2262661"/>
              <a:ext cx="37817" cy="61390"/>
              <a:chOff x="3883481" y="2057400"/>
              <a:chExt cx="1608363" cy="2652031"/>
            </a:xfrm>
            <a:solidFill>
              <a:srgbClr val="A6A6A6"/>
            </a:solidFill>
          </p:grpSpPr>
          <p:sp>
            <p:nvSpPr>
              <p:cNvPr id="112" name="Oval 27">
                <a:extLst>
                  <a:ext uri="{FF2B5EF4-FFF2-40B4-BE49-F238E27FC236}">
                    <a16:creationId xmlns:a16="http://schemas.microsoft.com/office/drawing/2014/main" id="{D4224303-C701-0124-FD51-D1FC6249B3B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 name="Oval 28">
                <a:extLst>
                  <a:ext uri="{FF2B5EF4-FFF2-40B4-BE49-F238E27FC236}">
                    <a16:creationId xmlns:a16="http://schemas.microsoft.com/office/drawing/2014/main" id="{95EBF651-4325-CC27-F0CD-B0CFDEF6EED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4" name="Group 113">
            <a:extLst>
              <a:ext uri="{FF2B5EF4-FFF2-40B4-BE49-F238E27FC236}">
                <a16:creationId xmlns:a16="http://schemas.microsoft.com/office/drawing/2014/main" id="{025CC828-6CFD-D476-D19F-25FB8DF72B82}"/>
              </a:ext>
            </a:extLst>
          </p:cNvPr>
          <p:cNvGrpSpPr/>
          <p:nvPr/>
        </p:nvGrpSpPr>
        <p:grpSpPr>
          <a:xfrm>
            <a:off x="6283037" y="2264881"/>
            <a:ext cx="721206" cy="609702"/>
            <a:chOff x="8807242" y="2253333"/>
            <a:chExt cx="721206" cy="609702"/>
          </a:xfrm>
        </p:grpSpPr>
        <p:sp>
          <p:nvSpPr>
            <p:cNvPr id="115" name="Rectangle 114">
              <a:extLst>
                <a:ext uri="{FF2B5EF4-FFF2-40B4-BE49-F238E27FC236}">
                  <a16:creationId xmlns:a16="http://schemas.microsoft.com/office/drawing/2014/main" id="{0B61CB8E-C307-0DE5-01EE-5E36E25B3110}"/>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116" name="Right Triangle 115">
              <a:extLst>
                <a:ext uri="{FF2B5EF4-FFF2-40B4-BE49-F238E27FC236}">
                  <a16:creationId xmlns:a16="http://schemas.microsoft.com/office/drawing/2014/main" id="{794332B6-1406-B003-75D8-EE93D00E5996}"/>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 name="Oval 27">
              <a:extLst>
                <a:ext uri="{FF2B5EF4-FFF2-40B4-BE49-F238E27FC236}">
                  <a16:creationId xmlns:a16="http://schemas.microsoft.com/office/drawing/2014/main" id="{E4F83E7E-C9B8-1F50-B5E5-A46FDF010553}"/>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Oval 28">
              <a:extLst>
                <a:ext uri="{FF2B5EF4-FFF2-40B4-BE49-F238E27FC236}">
                  <a16:creationId xmlns:a16="http://schemas.microsoft.com/office/drawing/2014/main" id="{546652FE-09CE-273C-7A4C-EDD8E7F364CC}"/>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19" name="Group 118">
            <a:extLst>
              <a:ext uri="{FF2B5EF4-FFF2-40B4-BE49-F238E27FC236}">
                <a16:creationId xmlns:a16="http://schemas.microsoft.com/office/drawing/2014/main" id="{DA31D087-A29B-1E99-8D6A-34E22B3ACB8B}"/>
              </a:ext>
            </a:extLst>
          </p:cNvPr>
          <p:cNvGrpSpPr/>
          <p:nvPr/>
        </p:nvGrpSpPr>
        <p:grpSpPr>
          <a:xfrm>
            <a:off x="9656908" y="2253333"/>
            <a:ext cx="721206" cy="609701"/>
            <a:chOff x="9656908" y="2253333"/>
            <a:chExt cx="721206" cy="609701"/>
          </a:xfrm>
        </p:grpSpPr>
        <p:sp>
          <p:nvSpPr>
            <p:cNvPr id="120" name="Rectangle 119">
              <a:hlinkHover r:id="" action="ppaction://noaction" highlightClick="1"/>
              <a:extLst>
                <a:ext uri="{FF2B5EF4-FFF2-40B4-BE49-F238E27FC236}">
                  <a16:creationId xmlns:a16="http://schemas.microsoft.com/office/drawing/2014/main" id="{C379D2F4-80FF-78D1-F89E-3229460E5A2B}"/>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21" name="Rectangle 120">
              <a:extLst>
                <a:ext uri="{FF2B5EF4-FFF2-40B4-BE49-F238E27FC236}">
                  <a16:creationId xmlns:a16="http://schemas.microsoft.com/office/drawing/2014/main" id="{1DC3D708-A885-0E5A-70BB-028F901421E0}"/>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 name="Oval 15">
              <a:extLst>
                <a:ext uri="{FF2B5EF4-FFF2-40B4-BE49-F238E27FC236}">
                  <a16:creationId xmlns:a16="http://schemas.microsoft.com/office/drawing/2014/main" id="{0F2FA8F6-823F-C982-BFDD-FF8F7E7347DF}"/>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3" name="Straight Connector 122">
              <a:extLst>
                <a:ext uri="{FF2B5EF4-FFF2-40B4-BE49-F238E27FC236}">
                  <a16:creationId xmlns:a16="http://schemas.microsoft.com/office/drawing/2014/main" id="{B10ED570-483F-33A4-D0CE-3F4C3282CC0C}"/>
                </a:ext>
              </a:extLst>
            </p:cNvPr>
            <p:cNvCxnSpPr>
              <a:cxnSpLocks/>
              <a:stCxn id="122"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4" name="Straight Connector 123">
              <a:extLst>
                <a:ext uri="{FF2B5EF4-FFF2-40B4-BE49-F238E27FC236}">
                  <a16:creationId xmlns:a16="http://schemas.microsoft.com/office/drawing/2014/main" id="{8481E0D6-4695-2391-906A-A8C88A6BCEA2}"/>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5" name="Group 124">
            <a:extLst>
              <a:ext uri="{FF2B5EF4-FFF2-40B4-BE49-F238E27FC236}">
                <a16:creationId xmlns:a16="http://schemas.microsoft.com/office/drawing/2014/main" id="{E35F3689-1B76-88A3-5873-0CC202FAFFB5}"/>
              </a:ext>
            </a:extLst>
          </p:cNvPr>
          <p:cNvGrpSpPr/>
          <p:nvPr/>
        </p:nvGrpSpPr>
        <p:grpSpPr>
          <a:xfrm>
            <a:off x="8808980" y="2268701"/>
            <a:ext cx="721206" cy="609701"/>
            <a:chOff x="11356238" y="2253333"/>
            <a:chExt cx="721206" cy="609701"/>
          </a:xfrm>
        </p:grpSpPr>
        <p:sp>
          <p:nvSpPr>
            <p:cNvPr id="126" name="Rectangle 125">
              <a:hlinkHover r:id="" action="ppaction://noaction" highlightClick="1"/>
              <a:extLst>
                <a:ext uri="{FF2B5EF4-FFF2-40B4-BE49-F238E27FC236}">
                  <a16:creationId xmlns:a16="http://schemas.microsoft.com/office/drawing/2014/main" id="{038E3028-7DDE-1D1A-B69D-EC28BE079419}"/>
                </a:ext>
              </a:extLst>
            </p:cNvPr>
            <p:cNvSpPr/>
            <p:nvPr/>
          </p:nvSpPr>
          <p:spPr>
            <a:xfrm>
              <a:off x="11356238" y="225333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27" name="Oval 126">
              <a:extLst>
                <a:ext uri="{FF2B5EF4-FFF2-40B4-BE49-F238E27FC236}">
                  <a16:creationId xmlns:a16="http://schemas.microsoft.com/office/drawing/2014/main" id="{5F735A0C-A6BE-4875-38F9-A05BF2856C6A}"/>
                </a:ext>
              </a:extLst>
            </p:cNvPr>
            <p:cNvSpPr/>
            <p:nvPr/>
          </p:nvSpPr>
          <p:spPr>
            <a:xfrm>
              <a:off x="11934777" y="226109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Isosceles Triangle 648">
              <a:extLst>
                <a:ext uri="{FF2B5EF4-FFF2-40B4-BE49-F238E27FC236}">
                  <a16:creationId xmlns:a16="http://schemas.microsoft.com/office/drawing/2014/main" id="{AF44C431-690A-7548-8FC4-8B547EDB2976}"/>
                </a:ext>
              </a:extLst>
            </p:cNvPr>
            <p:cNvSpPr/>
            <p:nvPr/>
          </p:nvSpPr>
          <p:spPr>
            <a:xfrm>
              <a:off x="11964901" y="227460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9" name="Group 128">
            <a:extLst>
              <a:ext uri="{FF2B5EF4-FFF2-40B4-BE49-F238E27FC236}">
                <a16:creationId xmlns:a16="http://schemas.microsoft.com/office/drawing/2014/main" id="{4C9E236A-BD15-FA52-8B96-A56547A575E4}"/>
              </a:ext>
            </a:extLst>
          </p:cNvPr>
          <p:cNvGrpSpPr/>
          <p:nvPr/>
        </p:nvGrpSpPr>
        <p:grpSpPr>
          <a:xfrm>
            <a:off x="10506573" y="2253333"/>
            <a:ext cx="721206" cy="609701"/>
            <a:chOff x="10506573" y="2253333"/>
            <a:chExt cx="721206" cy="609701"/>
          </a:xfrm>
        </p:grpSpPr>
        <p:sp>
          <p:nvSpPr>
            <p:cNvPr id="131" name="Rectangle 130">
              <a:hlinkHover r:id="" action="ppaction://noaction" highlightClick="1"/>
              <a:extLst>
                <a:ext uri="{FF2B5EF4-FFF2-40B4-BE49-F238E27FC236}">
                  <a16:creationId xmlns:a16="http://schemas.microsoft.com/office/drawing/2014/main" id="{518C6C46-4DFA-8702-0743-E4201EC46C29}"/>
                </a:ext>
              </a:extLst>
            </p:cNvPr>
            <p:cNvSpPr/>
            <p:nvPr/>
          </p:nvSpPr>
          <p:spPr>
            <a:xfrm>
              <a:off x="10506573" y="2253333"/>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132" name="Diamond 131">
              <a:extLst>
                <a:ext uri="{FF2B5EF4-FFF2-40B4-BE49-F238E27FC236}">
                  <a16:creationId xmlns:a16="http://schemas.microsoft.com/office/drawing/2014/main" id="{D0113F84-E887-CC0B-4F64-507E4E790BFE}"/>
                </a:ext>
              </a:extLst>
            </p:cNvPr>
            <p:cNvSpPr/>
            <p:nvPr/>
          </p:nvSpPr>
          <p:spPr>
            <a:xfrm>
              <a:off x="11091271" y="2255684"/>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Oval 132">
              <a:extLst>
                <a:ext uri="{FF2B5EF4-FFF2-40B4-BE49-F238E27FC236}">
                  <a16:creationId xmlns:a16="http://schemas.microsoft.com/office/drawing/2014/main" id="{25444760-D4B1-9ADC-933D-51932B7B899E}"/>
                </a:ext>
              </a:extLst>
            </p:cNvPr>
            <p:cNvSpPr/>
            <p:nvPr/>
          </p:nvSpPr>
          <p:spPr>
            <a:xfrm>
              <a:off x="11125474" y="2289172"/>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4" name="Group 133">
            <a:extLst>
              <a:ext uri="{FF2B5EF4-FFF2-40B4-BE49-F238E27FC236}">
                <a16:creationId xmlns:a16="http://schemas.microsoft.com/office/drawing/2014/main" id="{14852BF4-06D3-75B2-4141-22F69C33B170}"/>
              </a:ext>
            </a:extLst>
          </p:cNvPr>
          <p:cNvGrpSpPr/>
          <p:nvPr/>
        </p:nvGrpSpPr>
        <p:grpSpPr>
          <a:xfrm>
            <a:off x="11356557" y="2249491"/>
            <a:ext cx="721206" cy="609701"/>
            <a:chOff x="5451377" y="2253333"/>
            <a:chExt cx="721206" cy="609701"/>
          </a:xfrm>
        </p:grpSpPr>
        <p:sp>
          <p:nvSpPr>
            <p:cNvPr id="135" name="Rectangle 134">
              <a:extLst>
                <a:ext uri="{FF2B5EF4-FFF2-40B4-BE49-F238E27FC236}">
                  <a16:creationId xmlns:a16="http://schemas.microsoft.com/office/drawing/2014/main" id="{67CB7BEB-6145-F424-2D5A-053966697702}"/>
                </a:ext>
              </a:extLst>
            </p:cNvPr>
            <p:cNvSpPr/>
            <p:nvPr/>
          </p:nvSpPr>
          <p:spPr>
            <a:xfrm>
              <a:off x="5451377"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36" name="Right Triangle 135">
              <a:extLst>
                <a:ext uri="{FF2B5EF4-FFF2-40B4-BE49-F238E27FC236}">
                  <a16:creationId xmlns:a16="http://schemas.microsoft.com/office/drawing/2014/main" id="{8B6A7C92-2928-2939-B6A5-5AE7A1C786FC}"/>
                </a:ext>
              </a:extLst>
            </p:cNvPr>
            <p:cNvSpPr/>
            <p:nvPr/>
          </p:nvSpPr>
          <p:spPr>
            <a:xfrm rot="10800000">
              <a:off x="6050122" y="225867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7" name="Group 136">
              <a:extLst>
                <a:ext uri="{FF2B5EF4-FFF2-40B4-BE49-F238E27FC236}">
                  <a16:creationId xmlns:a16="http://schemas.microsoft.com/office/drawing/2014/main" id="{6274D72F-DF92-1C91-CA3C-4C70061B511F}"/>
                </a:ext>
              </a:extLst>
            </p:cNvPr>
            <p:cNvGrpSpPr/>
            <p:nvPr/>
          </p:nvGrpSpPr>
          <p:grpSpPr>
            <a:xfrm>
              <a:off x="6116566" y="2264771"/>
              <a:ext cx="37817" cy="61390"/>
              <a:chOff x="3883481" y="2057400"/>
              <a:chExt cx="1608363" cy="2652031"/>
            </a:xfrm>
            <a:solidFill>
              <a:srgbClr val="A6A6A6"/>
            </a:solidFill>
          </p:grpSpPr>
          <p:sp>
            <p:nvSpPr>
              <p:cNvPr id="138" name="Oval 27">
                <a:extLst>
                  <a:ext uri="{FF2B5EF4-FFF2-40B4-BE49-F238E27FC236}">
                    <a16:creationId xmlns:a16="http://schemas.microsoft.com/office/drawing/2014/main" id="{2284E687-21BB-420F-6B57-022521D707F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 name="Oval 28">
                <a:extLst>
                  <a:ext uri="{FF2B5EF4-FFF2-40B4-BE49-F238E27FC236}">
                    <a16:creationId xmlns:a16="http://schemas.microsoft.com/office/drawing/2014/main" id="{ACDF5850-3663-2BC9-F76C-C30433FFAC6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0" name="Group 139">
            <a:extLst>
              <a:ext uri="{FF2B5EF4-FFF2-40B4-BE49-F238E27FC236}">
                <a16:creationId xmlns:a16="http://schemas.microsoft.com/office/drawing/2014/main" id="{8B92DCB5-B70D-58D2-FF0E-3D5A5A42B1EF}"/>
              </a:ext>
            </a:extLst>
          </p:cNvPr>
          <p:cNvGrpSpPr/>
          <p:nvPr/>
        </p:nvGrpSpPr>
        <p:grpSpPr>
          <a:xfrm>
            <a:off x="5446483" y="2257175"/>
            <a:ext cx="721206" cy="609701"/>
            <a:chOff x="6287884" y="2253333"/>
            <a:chExt cx="721206" cy="609701"/>
          </a:xfrm>
        </p:grpSpPr>
        <p:sp>
          <p:nvSpPr>
            <p:cNvPr id="141" name="Rectangle 140">
              <a:extLst>
                <a:ext uri="{FF2B5EF4-FFF2-40B4-BE49-F238E27FC236}">
                  <a16:creationId xmlns:a16="http://schemas.microsoft.com/office/drawing/2014/main" id="{3A79A75B-AFBB-7FA1-9541-FED3A9C1A8D6}"/>
                </a:ext>
              </a:extLst>
            </p:cNvPr>
            <p:cNvSpPr/>
            <p:nvPr/>
          </p:nvSpPr>
          <p:spPr>
            <a:xfrm>
              <a:off x="6287884"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42" name="Right Triangle 141">
              <a:extLst>
                <a:ext uri="{FF2B5EF4-FFF2-40B4-BE49-F238E27FC236}">
                  <a16:creationId xmlns:a16="http://schemas.microsoft.com/office/drawing/2014/main" id="{81DD475F-785E-F1DD-34CA-84A72E5C9B4A}"/>
                </a:ext>
              </a:extLst>
            </p:cNvPr>
            <p:cNvSpPr/>
            <p:nvPr/>
          </p:nvSpPr>
          <p:spPr>
            <a:xfrm rot="10800000">
              <a:off x="6886035" y="225899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3" name="Group 142">
              <a:extLst>
                <a:ext uri="{FF2B5EF4-FFF2-40B4-BE49-F238E27FC236}">
                  <a16:creationId xmlns:a16="http://schemas.microsoft.com/office/drawing/2014/main" id="{B6951360-AED6-247F-C265-EADC96741FD7}"/>
                </a:ext>
              </a:extLst>
            </p:cNvPr>
            <p:cNvGrpSpPr/>
            <p:nvPr/>
          </p:nvGrpSpPr>
          <p:grpSpPr>
            <a:xfrm>
              <a:off x="6952478" y="2265091"/>
              <a:ext cx="37817" cy="61390"/>
              <a:chOff x="3883481" y="2057400"/>
              <a:chExt cx="1608363" cy="2652031"/>
            </a:xfrm>
            <a:solidFill>
              <a:srgbClr val="A6A6A6"/>
            </a:solidFill>
          </p:grpSpPr>
          <p:sp>
            <p:nvSpPr>
              <p:cNvPr id="144" name="Oval 27">
                <a:extLst>
                  <a:ext uri="{FF2B5EF4-FFF2-40B4-BE49-F238E27FC236}">
                    <a16:creationId xmlns:a16="http://schemas.microsoft.com/office/drawing/2014/main" id="{CB67A42D-DA58-6D63-873F-B326D39B291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 name="Oval 28">
                <a:extLst>
                  <a:ext uri="{FF2B5EF4-FFF2-40B4-BE49-F238E27FC236}">
                    <a16:creationId xmlns:a16="http://schemas.microsoft.com/office/drawing/2014/main" id="{CB309C8B-7E6E-FAF8-A5CB-F83F1135FD4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6" name="Group 145">
            <a:extLst>
              <a:ext uri="{FF2B5EF4-FFF2-40B4-BE49-F238E27FC236}">
                <a16:creationId xmlns:a16="http://schemas.microsoft.com/office/drawing/2014/main" id="{2FF8C4A6-127D-A224-502F-66AED80236C6}"/>
              </a:ext>
            </a:extLst>
          </p:cNvPr>
          <p:cNvGrpSpPr/>
          <p:nvPr/>
        </p:nvGrpSpPr>
        <p:grpSpPr>
          <a:xfrm>
            <a:off x="7114927" y="2267713"/>
            <a:ext cx="721206" cy="609701"/>
            <a:chOff x="9657610" y="2974054"/>
            <a:chExt cx="721206" cy="609701"/>
          </a:xfrm>
        </p:grpSpPr>
        <p:sp>
          <p:nvSpPr>
            <p:cNvPr id="147" name="Rectangle 146">
              <a:extLst>
                <a:ext uri="{FF2B5EF4-FFF2-40B4-BE49-F238E27FC236}">
                  <a16:creationId xmlns:a16="http://schemas.microsoft.com/office/drawing/2014/main" id="{054EFC04-9887-C4BD-0114-A42383C120D4}"/>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148" name="Rectangle 147">
              <a:extLst>
                <a:ext uri="{FF2B5EF4-FFF2-40B4-BE49-F238E27FC236}">
                  <a16:creationId xmlns:a16="http://schemas.microsoft.com/office/drawing/2014/main" id="{82FEA9C6-0E10-76CA-0131-B99F7E74CEE8}"/>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 name="Oval 15">
              <a:extLst>
                <a:ext uri="{FF2B5EF4-FFF2-40B4-BE49-F238E27FC236}">
                  <a16:creationId xmlns:a16="http://schemas.microsoft.com/office/drawing/2014/main" id="{26A62A6C-3B18-C77A-8CE1-3A502F2BCC23}"/>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0" name="Straight Connector 149">
              <a:extLst>
                <a:ext uri="{FF2B5EF4-FFF2-40B4-BE49-F238E27FC236}">
                  <a16:creationId xmlns:a16="http://schemas.microsoft.com/office/drawing/2014/main" id="{E6260781-E788-8A0E-1039-956BFB650ADF}"/>
                </a:ext>
              </a:extLst>
            </p:cNvPr>
            <p:cNvCxnSpPr>
              <a:cxnSpLocks/>
              <a:stCxn id="149"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0" name="Straight Connector 159">
              <a:extLst>
                <a:ext uri="{FF2B5EF4-FFF2-40B4-BE49-F238E27FC236}">
                  <a16:creationId xmlns:a16="http://schemas.microsoft.com/office/drawing/2014/main" id="{82C065FB-A560-1F0D-8405-305B20F50A58}"/>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1" name="Group 160">
            <a:extLst>
              <a:ext uri="{FF2B5EF4-FFF2-40B4-BE49-F238E27FC236}">
                <a16:creationId xmlns:a16="http://schemas.microsoft.com/office/drawing/2014/main" id="{58EBCCA0-FCE8-5C00-4478-CF038708BB6B}"/>
              </a:ext>
            </a:extLst>
          </p:cNvPr>
          <p:cNvGrpSpPr/>
          <p:nvPr/>
        </p:nvGrpSpPr>
        <p:grpSpPr>
          <a:xfrm>
            <a:off x="4605607" y="811556"/>
            <a:ext cx="722054" cy="609701"/>
            <a:chOff x="4605607" y="811556"/>
            <a:chExt cx="722054" cy="609701"/>
          </a:xfrm>
        </p:grpSpPr>
        <p:sp>
          <p:nvSpPr>
            <p:cNvPr id="162" name="Rectangle 161">
              <a:extLst>
                <a:ext uri="{FF2B5EF4-FFF2-40B4-BE49-F238E27FC236}">
                  <a16:creationId xmlns:a16="http://schemas.microsoft.com/office/drawing/2014/main" id="{C658107B-D7FF-C75D-FBCE-015FAB7B3995}"/>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3" name="Rectangle 162">
              <a:extLst>
                <a:ext uri="{FF2B5EF4-FFF2-40B4-BE49-F238E27FC236}">
                  <a16:creationId xmlns:a16="http://schemas.microsoft.com/office/drawing/2014/main" id="{6A2F080D-A92C-95A0-599A-44172A975A12}"/>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4" name="Oval 15">
              <a:extLst>
                <a:ext uri="{FF2B5EF4-FFF2-40B4-BE49-F238E27FC236}">
                  <a16:creationId xmlns:a16="http://schemas.microsoft.com/office/drawing/2014/main" id="{256E3971-D9AD-D611-9995-8D20F48E30BD}"/>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5" name="Straight Connector 164">
              <a:extLst>
                <a:ext uri="{FF2B5EF4-FFF2-40B4-BE49-F238E27FC236}">
                  <a16:creationId xmlns:a16="http://schemas.microsoft.com/office/drawing/2014/main" id="{760CA05D-4097-8FF2-13CF-8A4506FEFB8C}"/>
                </a:ext>
              </a:extLst>
            </p:cNvPr>
            <p:cNvCxnSpPr>
              <a:cxnSpLocks/>
              <a:stCxn id="164"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6" name="Straight Connector 165">
              <a:extLst>
                <a:ext uri="{FF2B5EF4-FFF2-40B4-BE49-F238E27FC236}">
                  <a16:creationId xmlns:a16="http://schemas.microsoft.com/office/drawing/2014/main" id="{01F6DFEB-BC4C-53EA-84EC-6BCA0832E5E4}"/>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7" name="Group 166">
            <a:extLst>
              <a:ext uri="{FF2B5EF4-FFF2-40B4-BE49-F238E27FC236}">
                <a16:creationId xmlns:a16="http://schemas.microsoft.com/office/drawing/2014/main" id="{6F19678B-7459-96B2-6836-44425BE607A2}"/>
              </a:ext>
            </a:extLst>
          </p:cNvPr>
          <p:cNvGrpSpPr/>
          <p:nvPr/>
        </p:nvGrpSpPr>
        <p:grpSpPr>
          <a:xfrm>
            <a:off x="9651394" y="811173"/>
            <a:ext cx="721206" cy="609701"/>
            <a:chOff x="9657972" y="90836"/>
            <a:chExt cx="721206" cy="609701"/>
          </a:xfrm>
        </p:grpSpPr>
        <p:sp>
          <p:nvSpPr>
            <p:cNvPr id="168" name="Rectangle 167">
              <a:hlinkHover r:id="" action="ppaction://noaction" highlightClick="1"/>
              <a:extLst>
                <a:ext uri="{FF2B5EF4-FFF2-40B4-BE49-F238E27FC236}">
                  <a16:creationId xmlns:a16="http://schemas.microsoft.com/office/drawing/2014/main" id="{477F0A80-B1F6-0B95-C6A8-2F7F079F4CD9}"/>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69" name="Diamond 168">
              <a:extLst>
                <a:ext uri="{FF2B5EF4-FFF2-40B4-BE49-F238E27FC236}">
                  <a16:creationId xmlns:a16="http://schemas.microsoft.com/office/drawing/2014/main" id="{DCC04835-7D4C-13D5-10AB-ADE772B8415F}"/>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0" name="Oval 169">
              <a:extLst>
                <a:ext uri="{FF2B5EF4-FFF2-40B4-BE49-F238E27FC236}">
                  <a16:creationId xmlns:a16="http://schemas.microsoft.com/office/drawing/2014/main" id="{882DEC27-E33A-F4F6-9EF3-BA9A9711DDD7}"/>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1" name="Group 170">
            <a:extLst>
              <a:ext uri="{FF2B5EF4-FFF2-40B4-BE49-F238E27FC236}">
                <a16:creationId xmlns:a16="http://schemas.microsoft.com/office/drawing/2014/main" id="{5619C2A3-5646-3EAC-7656-A24382B4E047}"/>
              </a:ext>
            </a:extLst>
          </p:cNvPr>
          <p:cNvGrpSpPr/>
          <p:nvPr/>
        </p:nvGrpSpPr>
        <p:grpSpPr>
          <a:xfrm>
            <a:off x="10520479" y="90836"/>
            <a:ext cx="721206" cy="609701"/>
            <a:chOff x="10520479" y="90836"/>
            <a:chExt cx="721206" cy="609701"/>
          </a:xfrm>
        </p:grpSpPr>
        <p:sp>
          <p:nvSpPr>
            <p:cNvPr id="172" name="Rectangle 171">
              <a:hlinkHover r:id="" action="ppaction://noaction" highlightClick="1"/>
              <a:extLst>
                <a:ext uri="{FF2B5EF4-FFF2-40B4-BE49-F238E27FC236}">
                  <a16:creationId xmlns:a16="http://schemas.microsoft.com/office/drawing/2014/main" id="{406A2ABE-9D9F-C979-C8E6-8414BEF2E66A}"/>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73" name="Oval 172">
              <a:extLst>
                <a:ext uri="{FF2B5EF4-FFF2-40B4-BE49-F238E27FC236}">
                  <a16:creationId xmlns:a16="http://schemas.microsoft.com/office/drawing/2014/main" id="{C8E8EE9F-929F-956B-E961-5DA1069ED73C}"/>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4" name="Isosceles Triangle 648">
              <a:extLst>
                <a:ext uri="{FF2B5EF4-FFF2-40B4-BE49-F238E27FC236}">
                  <a16:creationId xmlns:a16="http://schemas.microsoft.com/office/drawing/2014/main" id="{525086E0-3508-C35F-EE0A-B690EE81A922}"/>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5" name="Group 174">
            <a:extLst>
              <a:ext uri="{FF2B5EF4-FFF2-40B4-BE49-F238E27FC236}">
                <a16:creationId xmlns:a16="http://schemas.microsoft.com/office/drawing/2014/main" id="{B50E7ECC-82A9-0532-BC10-214C7E3BEC0A}"/>
              </a:ext>
            </a:extLst>
          </p:cNvPr>
          <p:cNvGrpSpPr/>
          <p:nvPr/>
        </p:nvGrpSpPr>
        <p:grpSpPr>
          <a:xfrm>
            <a:off x="2109092" y="2986575"/>
            <a:ext cx="721206" cy="649846"/>
            <a:chOff x="10506800" y="2974054"/>
            <a:chExt cx="721206" cy="649846"/>
          </a:xfrm>
        </p:grpSpPr>
        <p:sp>
          <p:nvSpPr>
            <p:cNvPr id="176" name="Rectangle 175">
              <a:extLst>
                <a:ext uri="{FF2B5EF4-FFF2-40B4-BE49-F238E27FC236}">
                  <a16:creationId xmlns:a16="http://schemas.microsoft.com/office/drawing/2014/main" id="{9453ABCD-C02B-B27B-075C-E31ACE867282}"/>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77" name="Rectangle 176">
              <a:extLst>
                <a:ext uri="{FF2B5EF4-FFF2-40B4-BE49-F238E27FC236}">
                  <a16:creationId xmlns:a16="http://schemas.microsoft.com/office/drawing/2014/main" id="{96E9D8DE-620B-8F13-DFA1-16FBF2E2CB0E}"/>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8" name="Oval 15">
              <a:extLst>
                <a:ext uri="{FF2B5EF4-FFF2-40B4-BE49-F238E27FC236}">
                  <a16:creationId xmlns:a16="http://schemas.microsoft.com/office/drawing/2014/main" id="{2343AD8E-99A5-F4B3-61C1-88847CFAD12D}"/>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9" name="Straight Connector 178">
              <a:extLst>
                <a:ext uri="{FF2B5EF4-FFF2-40B4-BE49-F238E27FC236}">
                  <a16:creationId xmlns:a16="http://schemas.microsoft.com/office/drawing/2014/main" id="{CD859E67-7D7A-7386-2E9E-252D146D6CE4}"/>
                </a:ext>
              </a:extLst>
            </p:cNvPr>
            <p:cNvCxnSpPr>
              <a:cxnSpLocks/>
              <a:stCxn id="178"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0" name="Straight Connector 179">
              <a:extLst>
                <a:ext uri="{FF2B5EF4-FFF2-40B4-BE49-F238E27FC236}">
                  <a16:creationId xmlns:a16="http://schemas.microsoft.com/office/drawing/2014/main" id="{8C3CE2AE-41A9-1776-0130-C2FCD51C5B4B}"/>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1" name="Group 180">
            <a:extLst>
              <a:ext uri="{FF2B5EF4-FFF2-40B4-BE49-F238E27FC236}">
                <a16:creationId xmlns:a16="http://schemas.microsoft.com/office/drawing/2014/main" id="{17EA9E72-25A3-12D0-4B0E-BB11704BF358}"/>
              </a:ext>
            </a:extLst>
          </p:cNvPr>
          <p:cNvGrpSpPr/>
          <p:nvPr/>
        </p:nvGrpSpPr>
        <p:grpSpPr>
          <a:xfrm>
            <a:off x="4621827" y="2983922"/>
            <a:ext cx="721206" cy="654973"/>
            <a:chOff x="9657606" y="2974054"/>
            <a:chExt cx="721206" cy="654973"/>
          </a:xfrm>
        </p:grpSpPr>
        <p:sp>
          <p:nvSpPr>
            <p:cNvPr id="182" name="Rectangle 181">
              <a:extLst>
                <a:ext uri="{FF2B5EF4-FFF2-40B4-BE49-F238E27FC236}">
                  <a16:creationId xmlns:a16="http://schemas.microsoft.com/office/drawing/2014/main" id="{B0D805F0-C97C-B9D8-5E96-6123048E5D18}"/>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83" name="Rectangle 182">
              <a:extLst>
                <a:ext uri="{FF2B5EF4-FFF2-40B4-BE49-F238E27FC236}">
                  <a16:creationId xmlns:a16="http://schemas.microsoft.com/office/drawing/2014/main" id="{DEE9D689-0448-9121-745E-F068A74221E9}"/>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4" name="Oval 15">
              <a:extLst>
                <a:ext uri="{FF2B5EF4-FFF2-40B4-BE49-F238E27FC236}">
                  <a16:creationId xmlns:a16="http://schemas.microsoft.com/office/drawing/2014/main" id="{A1627547-6258-5E46-4557-479861B28C92}"/>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5" name="Straight Connector 184">
              <a:extLst>
                <a:ext uri="{FF2B5EF4-FFF2-40B4-BE49-F238E27FC236}">
                  <a16:creationId xmlns:a16="http://schemas.microsoft.com/office/drawing/2014/main" id="{D5007000-76D8-EA38-F462-341B49C61FF5}"/>
                </a:ext>
              </a:extLst>
            </p:cNvPr>
            <p:cNvCxnSpPr>
              <a:cxnSpLocks/>
              <a:stCxn id="184"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6" name="Straight Connector 185">
              <a:extLst>
                <a:ext uri="{FF2B5EF4-FFF2-40B4-BE49-F238E27FC236}">
                  <a16:creationId xmlns:a16="http://schemas.microsoft.com/office/drawing/2014/main" id="{1F76936F-2B95-9E76-B886-6C684FF22F34}"/>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7" name="Group 186">
            <a:extLst>
              <a:ext uri="{FF2B5EF4-FFF2-40B4-BE49-F238E27FC236}">
                <a16:creationId xmlns:a16="http://schemas.microsoft.com/office/drawing/2014/main" id="{D5712282-8A4E-1332-3F1D-D1987188EF97}"/>
              </a:ext>
            </a:extLst>
          </p:cNvPr>
          <p:cNvGrpSpPr/>
          <p:nvPr/>
        </p:nvGrpSpPr>
        <p:grpSpPr>
          <a:xfrm>
            <a:off x="11356001" y="2974057"/>
            <a:ext cx="721206" cy="609701"/>
            <a:chOff x="11356001" y="2974057"/>
            <a:chExt cx="721206" cy="609701"/>
          </a:xfrm>
        </p:grpSpPr>
        <p:sp>
          <p:nvSpPr>
            <p:cNvPr id="188" name="Rectangle 187">
              <a:hlinkHover r:id="" action="ppaction://noaction" highlightClick="1"/>
              <a:extLst>
                <a:ext uri="{FF2B5EF4-FFF2-40B4-BE49-F238E27FC236}">
                  <a16:creationId xmlns:a16="http://schemas.microsoft.com/office/drawing/2014/main" id="{48FED05D-3FBA-79ED-A08D-1C846E9FD16D}"/>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89" name="Oval 188">
              <a:extLst>
                <a:ext uri="{FF2B5EF4-FFF2-40B4-BE49-F238E27FC236}">
                  <a16:creationId xmlns:a16="http://schemas.microsoft.com/office/drawing/2014/main" id="{4770AB4F-2485-C680-F502-CF0DEADC9D99}"/>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0" name="Isosceles Triangle 648">
              <a:extLst>
                <a:ext uri="{FF2B5EF4-FFF2-40B4-BE49-F238E27FC236}">
                  <a16:creationId xmlns:a16="http://schemas.microsoft.com/office/drawing/2014/main" id="{FD406404-9435-43CD-87C4-BEF939396209}"/>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91" name="Group 190">
            <a:extLst>
              <a:ext uri="{FF2B5EF4-FFF2-40B4-BE49-F238E27FC236}">
                <a16:creationId xmlns:a16="http://schemas.microsoft.com/office/drawing/2014/main" id="{F387CFF0-CE8C-F32A-DEE5-6CED7C55D9F9}"/>
              </a:ext>
            </a:extLst>
          </p:cNvPr>
          <p:cNvGrpSpPr/>
          <p:nvPr/>
        </p:nvGrpSpPr>
        <p:grpSpPr>
          <a:xfrm>
            <a:off x="1268346" y="3698208"/>
            <a:ext cx="721891" cy="610396"/>
            <a:chOff x="1268346" y="3698208"/>
            <a:chExt cx="721891" cy="610396"/>
          </a:xfrm>
        </p:grpSpPr>
        <p:sp>
          <p:nvSpPr>
            <p:cNvPr id="384" name="Rectangle 383">
              <a:extLst>
                <a:ext uri="{FF2B5EF4-FFF2-40B4-BE49-F238E27FC236}">
                  <a16:creationId xmlns:a16="http://schemas.microsoft.com/office/drawing/2014/main" id="{9416E404-6335-3340-C64B-B7A5037455EF}"/>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385" name="Right Triangle 384">
              <a:extLst>
                <a:ext uri="{FF2B5EF4-FFF2-40B4-BE49-F238E27FC236}">
                  <a16:creationId xmlns:a16="http://schemas.microsoft.com/office/drawing/2014/main" id="{70DA8A0C-0E09-BDF6-4379-B2F92EDD7E28}"/>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86" name="Group 385">
              <a:extLst>
                <a:ext uri="{FF2B5EF4-FFF2-40B4-BE49-F238E27FC236}">
                  <a16:creationId xmlns:a16="http://schemas.microsoft.com/office/drawing/2014/main" id="{64B9C07F-93B0-3B89-A8C7-CE296D94D3D1}"/>
                </a:ext>
              </a:extLst>
            </p:cNvPr>
            <p:cNvGrpSpPr/>
            <p:nvPr/>
          </p:nvGrpSpPr>
          <p:grpSpPr>
            <a:xfrm>
              <a:off x="1939627" y="3704306"/>
              <a:ext cx="37817" cy="61390"/>
              <a:chOff x="3883481" y="2057400"/>
              <a:chExt cx="1608363" cy="2652031"/>
            </a:xfrm>
            <a:solidFill>
              <a:srgbClr val="A6A6A6">
                <a:alpha val="20000"/>
              </a:srgbClr>
            </a:solidFill>
          </p:grpSpPr>
          <p:sp>
            <p:nvSpPr>
              <p:cNvPr id="387" name="Oval 27">
                <a:extLst>
                  <a:ext uri="{FF2B5EF4-FFF2-40B4-BE49-F238E27FC236}">
                    <a16:creationId xmlns:a16="http://schemas.microsoft.com/office/drawing/2014/main" id="{AAFFC56D-AE20-D8BA-816F-8B69E11353E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8" name="Oval 28">
                <a:extLst>
                  <a:ext uri="{FF2B5EF4-FFF2-40B4-BE49-F238E27FC236}">
                    <a16:creationId xmlns:a16="http://schemas.microsoft.com/office/drawing/2014/main" id="{8B1A9558-4EAF-061F-FA2F-007E4227080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89" name="Group 388">
            <a:extLst>
              <a:ext uri="{FF2B5EF4-FFF2-40B4-BE49-F238E27FC236}">
                <a16:creationId xmlns:a16="http://schemas.microsoft.com/office/drawing/2014/main" id="{C5765A21-F09F-6B7C-2C95-1D4ED2BC05DD}"/>
              </a:ext>
            </a:extLst>
          </p:cNvPr>
          <p:cNvGrpSpPr/>
          <p:nvPr/>
        </p:nvGrpSpPr>
        <p:grpSpPr>
          <a:xfrm>
            <a:off x="2934662" y="5148220"/>
            <a:ext cx="724130" cy="609701"/>
            <a:chOff x="4615448" y="2974053"/>
            <a:chExt cx="724130" cy="609701"/>
          </a:xfrm>
        </p:grpSpPr>
        <p:sp>
          <p:nvSpPr>
            <p:cNvPr id="390" name="Rectangle 389">
              <a:extLst>
                <a:ext uri="{FF2B5EF4-FFF2-40B4-BE49-F238E27FC236}">
                  <a16:creationId xmlns:a16="http://schemas.microsoft.com/office/drawing/2014/main" id="{D57724CD-FDFF-8704-E865-B6F6E23BB78B}"/>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391" name="Right Triangle 390">
              <a:extLst>
                <a:ext uri="{FF2B5EF4-FFF2-40B4-BE49-F238E27FC236}">
                  <a16:creationId xmlns:a16="http://schemas.microsoft.com/office/drawing/2014/main" id="{71CDEA05-D5E0-2C15-F14B-FA32E432A620}"/>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92" name="Group 391">
              <a:extLst>
                <a:ext uri="{FF2B5EF4-FFF2-40B4-BE49-F238E27FC236}">
                  <a16:creationId xmlns:a16="http://schemas.microsoft.com/office/drawing/2014/main" id="{44B17D3B-93E2-0F6A-7F02-6C89B560F0B4}"/>
                </a:ext>
              </a:extLst>
            </p:cNvPr>
            <p:cNvGrpSpPr/>
            <p:nvPr/>
          </p:nvGrpSpPr>
          <p:grpSpPr>
            <a:xfrm>
              <a:off x="5288997" y="2982574"/>
              <a:ext cx="37817" cy="61390"/>
              <a:chOff x="3883481" y="2057400"/>
              <a:chExt cx="1608363" cy="2652031"/>
            </a:xfrm>
            <a:solidFill>
              <a:srgbClr val="A6A6A6">
                <a:alpha val="20000"/>
              </a:srgbClr>
            </a:solidFill>
          </p:grpSpPr>
          <p:sp>
            <p:nvSpPr>
              <p:cNvPr id="393" name="Oval 27">
                <a:extLst>
                  <a:ext uri="{FF2B5EF4-FFF2-40B4-BE49-F238E27FC236}">
                    <a16:creationId xmlns:a16="http://schemas.microsoft.com/office/drawing/2014/main" id="{AFF19FDC-CE85-381D-43EC-B34CAC9ECDE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4" name="Oval 28">
                <a:extLst>
                  <a:ext uri="{FF2B5EF4-FFF2-40B4-BE49-F238E27FC236}">
                    <a16:creationId xmlns:a16="http://schemas.microsoft.com/office/drawing/2014/main" id="{0C5676A4-202B-9563-262E-D47EA9BE1B5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95" name="Group 394">
            <a:extLst>
              <a:ext uri="{FF2B5EF4-FFF2-40B4-BE49-F238E27FC236}">
                <a16:creationId xmlns:a16="http://schemas.microsoft.com/office/drawing/2014/main" id="{79D51AFA-37C5-3F07-ED00-70512E90B506}"/>
              </a:ext>
            </a:extLst>
          </p:cNvPr>
          <p:cNvGrpSpPr/>
          <p:nvPr/>
        </p:nvGrpSpPr>
        <p:grpSpPr>
          <a:xfrm>
            <a:off x="2102908" y="811556"/>
            <a:ext cx="721206" cy="609701"/>
            <a:chOff x="2102908" y="811556"/>
            <a:chExt cx="721206" cy="609701"/>
          </a:xfrm>
        </p:grpSpPr>
        <p:sp>
          <p:nvSpPr>
            <p:cNvPr id="396" name="Rectangle 395">
              <a:extLst>
                <a:ext uri="{FF2B5EF4-FFF2-40B4-BE49-F238E27FC236}">
                  <a16:creationId xmlns:a16="http://schemas.microsoft.com/office/drawing/2014/main" id="{259567F1-DBAB-7CA5-285F-A82F48938878}"/>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97" name="Rectangle 396">
              <a:extLst>
                <a:ext uri="{FF2B5EF4-FFF2-40B4-BE49-F238E27FC236}">
                  <a16:creationId xmlns:a16="http://schemas.microsoft.com/office/drawing/2014/main" id="{60C8E3ED-BB3E-E932-7001-9939CFDCFAD9}"/>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8" name="Oval 15">
              <a:extLst>
                <a:ext uri="{FF2B5EF4-FFF2-40B4-BE49-F238E27FC236}">
                  <a16:creationId xmlns:a16="http://schemas.microsoft.com/office/drawing/2014/main" id="{637E5EE2-5B81-51E6-B9B1-B87B3C6EBCFE}"/>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99" name="Straight Connector 398">
              <a:extLst>
                <a:ext uri="{FF2B5EF4-FFF2-40B4-BE49-F238E27FC236}">
                  <a16:creationId xmlns:a16="http://schemas.microsoft.com/office/drawing/2014/main" id="{671F4ACC-D7F1-DEAA-E5DD-91A7583ABD4E}"/>
                </a:ext>
              </a:extLst>
            </p:cNvPr>
            <p:cNvCxnSpPr>
              <a:cxnSpLocks/>
              <a:stCxn id="398"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400" name="Straight Connector 399">
              <a:extLst>
                <a:ext uri="{FF2B5EF4-FFF2-40B4-BE49-F238E27FC236}">
                  <a16:creationId xmlns:a16="http://schemas.microsoft.com/office/drawing/2014/main" id="{7284D684-ACE8-8B7A-712E-69381B405661}"/>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01" name="Group 400">
            <a:extLst>
              <a:ext uri="{FF2B5EF4-FFF2-40B4-BE49-F238E27FC236}">
                <a16:creationId xmlns:a16="http://schemas.microsoft.com/office/drawing/2014/main" id="{554A2763-5F48-74F1-5988-4EFE1B5332B3}"/>
              </a:ext>
            </a:extLst>
          </p:cNvPr>
          <p:cNvGrpSpPr/>
          <p:nvPr/>
        </p:nvGrpSpPr>
        <p:grpSpPr>
          <a:xfrm>
            <a:off x="5451979" y="3707588"/>
            <a:ext cx="721206" cy="609701"/>
            <a:chOff x="5451979" y="3707588"/>
            <a:chExt cx="721206" cy="609701"/>
          </a:xfrm>
        </p:grpSpPr>
        <p:sp>
          <p:nvSpPr>
            <p:cNvPr id="402" name="Rectangle 401">
              <a:hlinkHover r:id="" action="ppaction://noaction" highlightClick="1"/>
              <a:extLst>
                <a:ext uri="{FF2B5EF4-FFF2-40B4-BE49-F238E27FC236}">
                  <a16:creationId xmlns:a16="http://schemas.microsoft.com/office/drawing/2014/main" id="{C0F8D81D-7BE1-E575-D620-EEB6DAE17AD3}"/>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03" name="Oval 402">
              <a:extLst>
                <a:ext uri="{FF2B5EF4-FFF2-40B4-BE49-F238E27FC236}">
                  <a16:creationId xmlns:a16="http://schemas.microsoft.com/office/drawing/2014/main" id="{B40494C3-3685-EE51-7CFA-9D1C36645E04}"/>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4" name="Isosceles Triangle 648">
              <a:extLst>
                <a:ext uri="{FF2B5EF4-FFF2-40B4-BE49-F238E27FC236}">
                  <a16:creationId xmlns:a16="http://schemas.microsoft.com/office/drawing/2014/main" id="{FAC09FB1-0344-97D9-8E7E-5D21AEBB997D}"/>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05" name="Group 404">
            <a:extLst>
              <a:ext uri="{FF2B5EF4-FFF2-40B4-BE49-F238E27FC236}">
                <a16:creationId xmlns:a16="http://schemas.microsoft.com/office/drawing/2014/main" id="{A1C4A2BA-C9F7-3587-F6C6-3CE76B630D96}"/>
              </a:ext>
            </a:extLst>
          </p:cNvPr>
          <p:cNvGrpSpPr/>
          <p:nvPr/>
        </p:nvGrpSpPr>
        <p:grpSpPr>
          <a:xfrm>
            <a:off x="10506594" y="811556"/>
            <a:ext cx="721220" cy="609701"/>
            <a:chOff x="10506594" y="811556"/>
            <a:chExt cx="721220" cy="609701"/>
          </a:xfrm>
        </p:grpSpPr>
        <p:sp>
          <p:nvSpPr>
            <p:cNvPr id="406" name="Rectangle 405">
              <a:extLst>
                <a:ext uri="{FF2B5EF4-FFF2-40B4-BE49-F238E27FC236}">
                  <a16:creationId xmlns:a16="http://schemas.microsoft.com/office/drawing/2014/main" id="{42BCAE5C-BF62-2969-446A-B28F00298620}"/>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07" name="Rectangle 406">
              <a:extLst>
                <a:ext uri="{FF2B5EF4-FFF2-40B4-BE49-F238E27FC236}">
                  <a16:creationId xmlns:a16="http://schemas.microsoft.com/office/drawing/2014/main" id="{567F02DB-BAC1-69C5-4F51-5969408BC2A5}"/>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8" name="Oval 15">
              <a:extLst>
                <a:ext uri="{FF2B5EF4-FFF2-40B4-BE49-F238E27FC236}">
                  <a16:creationId xmlns:a16="http://schemas.microsoft.com/office/drawing/2014/main" id="{7501EBE0-B9D8-0FFF-96C7-EC21F3E6928B}"/>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09" name="Straight Connector 408">
              <a:extLst>
                <a:ext uri="{FF2B5EF4-FFF2-40B4-BE49-F238E27FC236}">
                  <a16:creationId xmlns:a16="http://schemas.microsoft.com/office/drawing/2014/main" id="{562B198E-D26E-65F5-5FB8-3D68BBD24E35}"/>
                </a:ext>
              </a:extLst>
            </p:cNvPr>
            <p:cNvCxnSpPr>
              <a:cxnSpLocks/>
              <a:stCxn id="408"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10" name="Straight Connector 409">
              <a:extLst>
                <a:ext uri="{FF2B5EF4-FFF2-40B4-BE49-F238E27FC236}">
                  <a16:creationId xmlns:a16="http://schemas.microsoft.com/office/drawing/2014/main" id="{B7FE0B3A-6FA6-4E2D-FFC3-04FF030660A5}"/>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11" name="Group 410">
            <a:extLst>
              <a:ext uri="{FF2B5EF4-FFF2-40B4-BE49-F238E27FC236}">
                <a16:creationId xmlns:a16="http://schemas.microsoft.com/office/drawing/2014/main" id="{24673796-BAE5-5A6A-E1FE-2D0A10F65D82}"/>
              </a:ext>
            </a:extLst>
          </p:cNvPr>
          <p:cNvGrpSpPr/>
          <p:nvPr/>
        </p:nvGrpSpPr>
        <p:grpSpPr>
          <a:xfrm>
            <a:off x="7116512" y="812701"/>
            <a:ext cx="721206" cy="609701"/>
            <a:chOff x="7957576" y="811556"/>
            <a:chExt cx="721206" cy="609701"/>
          </a:xfrm>
        </p:grpSpPr>
        <p:sp>
          <p:nvSpPr>
            <p:cNvPr id="412" name="Rectangle 411">
              <a:extLst>
                <a:ext uri="{FF2B5EF4-FFF2-40B4-BE49-F238E27FC236}">
                  <a16:creationId xmlns:a16="http://schemas.microsoft.com/office/drawing/2014/main" id="{0123EB9D-BF53-4E18-3BA1-AE17D4FF1E88}"/>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413" name="Rectangle 412">
              <a:extLst>
                <a:ext uri="{FF2B5EF4-FFF2-40B4-BE49-F238E27FC236}">
                  <a16:creationId xmlns:a16="http://schemas.microsoft.com/office/drawing/2014/main" id="{68AED979-3B88-A2DF-F574-4C32DB2937E8}"/>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4" name="Oval 15">
              <a:extLst>
                <a:ext uri="{FF2B5EF4-FFF2-40B4-BE49-F238E27FC236}">
                  <a16:creationId xmlns:a16="http://schemas.microsoft.com/office/drawing/2014/main" id="{16514A0F-30AD-00B9-F722-133894433FF7}"/>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15" name="Straight Connector 414">
              <a:extLst>
                <a:ext uri="{FF2B5EF4-FFF2-40B4-BE49-F238E27FC236}">
                  <a16:creationId xmlns:a16="http://schemas.microsoft.com/office/drawing/2014/main" id="{CD505779-5676-0934-D606-3C9FFBCE1F07}"/>
                </a:ext>
              </a:extLst>
            </p:cNvPr>
            <p:cNvCxnSpPr>
              <a:cxnSpLocks/>
              <a:stCxn id="414"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71" name="Straight Connector 470">
              <a:extLst>
                <a:ext uri="{FF2B5EF4-FFF2-40B4-BE49-F238E27FC236}">
                  <a16:creationId xmlns:a16="http://schemas.microsoft.com/office/drawing/2014/main" id="{384D4E73-D22C-10D8-BE07-84FF63C1506E}"/>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72" name="Group 471">
            <a:extLst>
              <a:ext uri="{FF2B5EF4-FFF2-40B4-BE49-F238E27FC236}">
                <a16:creationId xmlns:a16="http://schemas.microsoft.com/office/drawing/2014/main" id="{51C55C06-FE2A-95BD-9151-6EFC7F7FB9E6}"/>
              </a:ext>
            </a:extLst>
          </p:cNvPr>
          <p:cNvGrpSpPr/>
          <p:nvPr/>
        </p:nvGrpSpPr>
        <p:grpSpPr>
          <a:xfrm>
            <a:off x="10506616" y="2984633"/>
            <a:ext cx="721220" cy="609701"/>
            <a:chOff x="9656903" y="2253333"/>
            <a:chExt cx="721220" cy="609701"/>
          </a:xfrm>
        </p:grpSpPr>
        <p:sp>
          <p:nvSpPr>
            <p:cNvPr id="473" name="Rectangle 472">
              <a:hlinkHover r:id="" action="ppaction://noaction" highlightClick="1"/>
              <a:extLst>
                <a:ext uri="{FF2B5EF4-FFF2-40B4-BE49-F238E27FC236}">
                  <a16:creationId xmlns:a16="http://schemas.microsoft.com/office/drawing/2014/main" id="{F8FFE9BF-628E-F4F5-57CB-A27165897EE7}"/>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74" name="Rectangle 473">
              <a:extLst>
                <a:ext uri="{FF2B5EF4-FFF2-40B4-BE49-F238E27FC236}">
                  <a16:creationId xmlns:a16="http://schemas.microsoft.com/office/drawing/2014/main" id="{7223E716-C7CB-2BA8-86C0-A5E814EF95F3}"/>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5" name="Oval 15">
              <a:extLst>
                <a:ext uri="{FF2B5EF4-FFF2-40B4-BE49-F238E27FC236}">
                  <a16:creationId xmlns:a16="http://schemas.microsoft.com/office/drawing/2014/main" id="{F9295B11-5E2E-4C66-DE43-268A77374429}"/>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6" name="Straight Connector 485">
              <a:extLst>
                <a:ext uri="{FF2B5EF4-FFF2-40B4-BE49-F238E27FC236}">
                  <a16:creationId xmlns:a16="http://schemas.microsoft.com/office/drawing/2014/main" id="{7F2AF086-B023-7C15-D895-81D05D61F666}"/>
                </a:ext>
              </a:extLst>
            </p:cNvPr>
            <p:cNvCxnSpPr>
              <a:cxnSpLocks/>
              <a:stCxn id="475"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7" name="Straight Connector 486">
              <a:extLst>
                <a:ext uri="{FF2B5EF4-FFF2-40B4-BE49-F238E27FC236}">
                  <a16:creationId xmlns:a16="http://schemas.microsoft.com/office/drawing/2014/main" id="{7A2566B6-704D-8267-1752-1BDFDC851E05}"/>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38" name="Group 537">
            <a:extLst>
              <a:ext uri="{FF2B5EF4-FFF2-40B4-BE49-F238E27FC236}">
                <a16:creationId xmlns:a16="http://schemas.microsoft.com/office/drawing/2014/main" id="{35A76CB9-7C80-6CEE-BC2B-B26B7DA06A19}"/>
              </a:ext>
            </a:extLst>
          </p:cNvPr>
          <p:cNvGrpSpPr/>
          <p:nvPr/>
        </p:nvGrpSpPr>
        <p:grpSpPr>
          <a:xfrm>
            <a:off x="10508723" y="1536662"/>
            <a:ext cx="721206" cy="609701"/>
            <a:chOff x="11356242" y="1532276"/>
            <a:chExt cx="721206" cy="609701"/>
          </a:xfrm>
        </p:grpSpPr>
        <p:sp>
          <p:nvSpPr>
            <p:cNvPr id="539" name="Rectangle 538">
              <a:hlinkHover r:id="" action="ppaction://noaction" highlightClick="1"/>
              <a:extLst>
                <a:ext uri="{FF2B5EF4-FFF2-40B4-BE49-F238E27FC236}">
                  <a16:creationId xmlns:a16="http://schemas.microsoft.com/office/drawing/2014/main" id="{D8323BBF-6A0C-ECA9-AC48-96CF094537E1}"/>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540" name="Oval 539">
              <a:extLst>
                <a:ext uri="{FF2B5EF4-FFF2-40B4-BE49-F238E27FC236}">
                  <a16:creationId xmlns:a16="http://schemas.microsoft.com/office/drawing/2014/main" id="{843BE261-F7AF-EF85-99A0-1F3FD1313283}"/>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1" name="Isosceles Triangle 648">
              <a:extLst>
                <a:ext uri="{FF2B5EF4-FFF2-40B4-BE49-F238E27FC236}">
                  <a16:creationId xmlns:a16="http://schemas.microsoft.com/office/drawing/2014/main" id="{583AEF4A-54DC-B107-AA73-6985FC958446}"/>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2" name="Group 541">
            <a:extLst>
              <a:ext uri="{FF2B5EF4-FFF2-40B4-BE49-F238E27FC236}">
                <a16:creationId xmlns:a16="http://schemas.microsoft.com/office/drawing/2014/main" id="{9872F81A-4296-8DF9-6564-A324B1F4B6A2}"/>
              </a:ext>
            </a:extLst>
          </p:cNvPr>
          <p:cNvGrpSpPr/>
          <p:nvPr/>
        </p:nvGrpSpPr>
        <p:grpSpPr>
          <a:xfrm>
            <a:off x="11355832" y="5140982"/>
            <a:ext cx="721220" cy="609701"/>
            <a:chOff x="9656903" y="2253333"/>
            <a:chExt cx="721220" cy="609701"/>
          </a:xfrm>
        </p:grpSpPr>
        <p:sp>
          <p:nvSpPr>
            <p:cNvPr id="543" name="Rectangle 542">
              <a:hlinkHover r:id="" action="ppaction://noaction" highlightClick="1"/>
              <a:extLst>
                <a:ext uri="{FF2B5EF4-FFF2-40B4-BE49-F238E27FC236}">
                  <a16:creationId xmlns:a16="http://schemas.microsoft.com/office/drawing/2014/main" id="{CC275988-9E58-FD6D-8F85-DC3F819C1E42}"/>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44" name="Rectangle 543">
              <a:extLst>
                <a:ext uri="{FF2B5EF4-FFF2-40B4-BE49-F238E27FC236}">
                  <a16:creationId xmlns:a16="http://schemas.microsoft.com/office/drawing/2014/main" id="{FCBB5D09-0B3B-4BC8-1FF7-E6858FF39625}"/>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5" name="Oval 15">
              <a:extLst>
                <a:ext uri="{FF2B5EF4-FFF2-40B4-BE49-F238E27FC236}">
                  <a16:creationId xmlns:a16="http://schemas.microsoft.com/office/drawing/2014/main" id="{1A87ACB5-9E73-C2E5-31D8-6A111F7805F7}"/>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46" name="Straight Connector 545">
              <a:extLst>
                <a:ext uri="{FF2B5EF4-FFF2-40B4-BE49-F238E27FC236}">
                  <a16:creationId xmlns:a16="http://schemas.microsoft.com/office/drawing/2014/main" id="{F803A3B5-94B4-F8B3-2091-380F16F0D8F7}"/>
                </a:ext>
              </a:extLst>
            </p:cNvPr>
            <p:cNvCxnSpPr>
              <a:cxnSpLocks/>
              <a:stCxn id="545"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47" name="Straight Connector 546">
              <a:extLst>
                <a:ext uri="{FF2B5EF4-FFF2-40B4-BE49-F238E27FC236}">
                  <a16:creationId xmlns:a16="http://schemas.microsoft.com/office/drawing/2014/main" id="{6E16938C-64DA-C73A-BA86-17B10F6C2B48}"/>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60" name="Group 559">
            <a:extLst>
              <a:ext uri="{FF2B5EF4-FFF2-40B4-BE49-F238E27FC236}">
                <a16:creationId xmlns:a16="http://schemas.microsoft.com/office/drawing/2014/main" id="{DEB48E99-810C-46ED-7905-6293379FF06B}"/>
              </a:ext>
            </a:extLst>
          </p:cNvPr>
          <p:cNvGrpSpPr/>
          <p:nvPr/>
        </p:nvGrpSpPr>
        <p:grpSpPr>
          <a:xfrm>
            <a:off x="7905566" y="751337"/>
            <a:ext cx="3396155" cy="4999377"/>
            <a:chOff x="7905566" y="751337"/>
            <a:chExt cx="3396155" cy="4999377"/>
          </a:xfrm>
        </p:grpSpPr>
        <p:cxnSp>
          <p:nvCxnSpPr>
            <p:cNvPr id="561" name="Straight Connector 560">
              <a:extLst>
                <a:ext uri="{FF2B5EF4-FFF2-40B4-BE49-F238E27FC236}">
                  <a16:creationId xmlns:a16="http://schemas.microsoft.com/office/drawing/2014/main" id="{70D32AC9-C605-00F8-9C3B-0CCA09C0F149}"/>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2" name="Straight Connector 561">
              <a:extLst>
                <a:ext uri="{FF2B5EF4-FFF2-40B4-BE49-F238E27FC236}">
                  <a16:creationId xmlns:a16="http://schemas.microsoft.com/office/drawing/2014/main" id="{18B5AC07-5820-5CBF-3097-49F71E96CCDE}"/>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D3FFBA6D-4AEB-CD9F-101C-6155898136FF}"/>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4" name="Straight Connector 563">
              <a:extLst>
                <a:ext uri="{FF2B5EF4-FFF2-40B4-BE49-F238E27FC236}">
                  <a16:creationId xmlns:a16="http://schemas.microsoft.com/office/drawing/2014/main" id="{D5B68EDA-4228-9A22-2D3E-743262AB371D}"/>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5" name="Straight Connector 564">
              <a:extLst>
                <a:ext uri="{FF2B5EF4-FFF2-40B4-BE49-F238E27FC236}">
                  <a16:creationId xmlns:a16="http://schemas.microsoft.com/office/drawing/2014/main" id="{27856C85-61C1-6893-7867-3810D16581D0}"/>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6" name="Straight Connector 565">
              <a:extLst>
                <a:ext uri="{FF2B5EF4-FFF2-40B4-BE49-F238E27FC236}">
                  <a16:creationId xmlns:a16="http://schemas.microsoft.com/office/drawing/2014/main" id="{DF5499E5-258E-4037-5308-391AD35B8993}"/>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392A7FE4-3704-F2A3-6595-D7FBE8F97946}"/>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568" name="Straight Connector 567">
            <a:extLst>
              <a:ext uri="{FF2B5EF4-FFF2-40B4-BE49-F238E27FC236}">
                <a16:creationId xmlns:a16="http://schemas.microsoft.com/office/drawing/2014/main" id="{3D1DF2C4-469A-B5A9-FD27-B0ED5B7F4828}"/>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2" name="Picture 1">
            <a:hlinkClick r:id="rId12" action="ppaction://hlinksldjump"/>
            <a:extLst>
              <a:ext uri="{FF2B5EF4-FFF2-40B4-BE49-F238E27FC236}">
                <a16:creationId xmlns:a16="http://schemas.microsoft.com/office/drawing/2014/main" id="{68E29C37-EC9A-3882-91B6-D6DA6760ACB8}"/>
              </a:ext>
            </a:extLst>
          </p:cNvPr>
          <p:cNvPicPr>
            <a:picLocks noChangeAspect="1"/>
          </p:cNvPicPr>
          <p:nvPr/>
        </p:nvPicPr>
        <p:blipFill>
          <a:blip r:embed="rId13"/>
          <a:stretch>
            <a:fillRect/>
          </a:stretch>
        </p:blipFill>
        <p:spPr>
          <a:xfrm>
            <a:off x="0" y="0"/>
            <a:ext cx="211626" cy="6858000"/>
          </a:xfrm>
          <a:prstGeom prst="rect">
            <a:avLst/>
          </a:prstGeom>
        </p:spPr>
      </p:pic>
      <p:grpSp>
        <p:nvGrpSpPr>
          <p:cNvPr id="3" name="Group 2">
            <a:extLst>
              <a:ext uri="{FF2B5EF4-FFF2-40B4-BE49-F238E27FC236}">
                <a16:creationId xmlns:a16="http://schemas.microsoft.com/office/drawing/2014/main" id="{5B693CBA-3FCB-41A7-DD1D-E81DB23BCA90}"/>
              </a:ext>
            </a:extLst>
          </p:cNvPr>
          <p:cNvGrpSpPr/>
          <p:nvPr/>
        </p:nvGrpSpPr>
        <p:grpSpPr>
          <a:xfrm>
            <a:off x="9652491" y="2986436"/>
            <a:ext cx="721206" cy="609701"/>
            <a:chOff x="9657972" y="90836"/>
            <a:chExt cx="721206" cy="609701"/>
          </a:xfrm>
        </p:grpSpPr>
        <p:sp>
          <p:nvSpPr>
            <p:cNvPr id="4" name="Rectangle 3">
              <a:hlinkHover r:id="" action="ppaction://noaction" highlightClick="1"/>
              <a:extLst>
                <a:ext uri="{FF2B5EF4-FFF2-40B4-BE49-F238E27FC236}">
                  <a16:creationId xmlns:a16="http://schemas.microsoft.com/office/drawing/2014/main" id="{019B46AE-AA75-152A-7404-CC7713339268}"/>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5" name="Diamond 4">
              <a:extLst>
                <a:ext uri="{FF2B5EF4-FFF2-40B4-BE49-F238E27FC236}">
                  <a16:creationId xmlns:a16="http://schemas.microsoft.com/office/drawing/2014/main" id="{061BDDFD-0CB4-5846-62FB-4C5D82F51B7B}"/>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49D06AFA-7DBA-D61B-F4D7-D445664375CC}"/>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987783388"/>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0352" y="91177"/>
            <a:ext cx="5811375"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Pillar of Data</a:t>
            </a:r>
          </a:p>
        </p:txBody>
      </p:sp>
      <p:sp>
        <p:nvSpPr>
          <p:cNvPr id="9" name="Rectangle 8">
            <a:hlinkClick r:id="rId3" action="ppaction://hlinksldjump"/>
            <a:hlinkHover r:id="rId3" action="ppaction://hlinksldjump"/>
            <a:extLst>
              <a:ext uri="{FF2B5EF4-FFF2-40B4-BE49-F238E27FC236}">
                <a16:creationId xmlns:a16="http://schemas.microsoft.com/office/drawing/2014/main" id="{FF84B797-BC6A-4D14-B5DE-C74FA0B769C3}"/>
              </a:ext>
            </a:extLst>
          </p:cNvPr>
          <p:cNvSpPr/>
          <p:nvPr/>
        </p:nvSpPr>
        <p:spPr>
          <a:xfrm>
            <a:off x="8803146"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a:t>
            </a:r>
          </a:p>
        </p:txBody>
      </p:sp>
      <p:sp>
        <p:nvSpPr>
          <p:cNvPr id="29" name="Rectangle 28">
            <a:hlinkClick r:id="rId4" action="ppaction://hlinksldjump"/>
            <a:hlinkHover r:id="rId4" action="ppaction://hlinksldjump"/>
            <a:extLst>
              <a:ext uri="{FF2B5EF4-FFF2-40B4-BE49-F238E27FC236}">
                <a16:creationId xmlns:a16="http://schemas.microsoft.com/office/drawing/2014/main" id="{C926B4A0-899C-4B9D-844F-B527B8EF8C51}"/>
              </a:ext>
            </a:extLst>
          </p:cNvPr>
          <p:cNvSpPr/>
          <p:nvPr/>
        </p:nvSpPr>
        <p:spPr>
          <a:xfrm>
            <a:off x="3696468" y="5851983"/>
            <a:ext cx="1614057"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a:t>
            </a:r>
          </a:p>
        </p:txBody>
      </p:sp>
      <p:sp>
        <p:nvSpPr>
          <p:cNvPr id="30" name="Rectangle 29">
            <a:hlinkClick r:id="rId5" action="ppaction://hlinksldjump"/>
            <a:hlinkHover r:id="rId5" action="ppaction://hlinksldjump"/>
            <a:extLst>
              <a:ext uri="{FF2B5EF4-FFF2-40B4-BE49-F238E27FC236}">
                <a16:creationId xmlns:a16="http://schemas.microsoft.com/office/drawing/2014/main" id="{12235BF7-165C-46AD-90F2-A1F09ED7B180}"/>
              </a:ext>
            </a:extLst>
          </p:cNvPr>
          <p:cNvSpPr/>
          <p:nvPr/>
        </p:nvSpPr>
        <p:spPr>
          <a:xfrm>
            <a:off x="1994242"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Devices</a:t>
            </a:r>
          </a:p>
        </p:txBody>
      </p:sp>
      <p:sp>
        <p:nvSpPr>
          <p:cNvPr id="31" name="Rectangle 30">
            <a:hlinkClick r:id="rId6" action="ppaction://hlinksldjump"/>
            <a:hlinkHover r:id="rId6" action="ppaction://hlinksldjump"/>
            <a:extLst>
              <a:ext uri="{FF2B5EF4-FFF2-40B4-BE49-F238E27FC236}">
                <a16:creationId xmlns:a16="http://schemas.microsoft.com/office/drawing/2014/main" id="{82FB8CEE-1642-4624-8A20-2EA1E9845892}"/>
              </a:ext>
            </a:extLst>
          </p:cNvPr>
          <p:cNvSpPr/>
          <p:nvPr/>
        </p:nvSpPr>
        <p:spPr>
          <a:xfrm>
            <a:off x="292016"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a:t>
            </a:r>
          </a:p>
        </p:txBody>
      </p:sp>
      <p:sp>
        <p:nvSpPr>
          <p:cNvPr id="34" name="Rectangle 33">
            <a:hlinkClick r:id="rId7" action="ppaction://hlinksldjump"/>
            <a:hlinkHover r:id="rId7" action="ppaction://hlinksldjump"/>
            <a:extLst>
              <a:ext uri="{FF2B5EF4-FFF2-40B4-BE49-F238E27FC236}">
                <a16:creationId xmlns:a16="http://schemas.microsoft.com/office/drawing/2014/main" id="{DA2F2CD7-482B-4E54-8240-3E944EA95134}"/>
              </a:ext>
            </a:extLst>
          </p:cNvPr>
          <p:cNvSpPr/>
          <p:nvPr/>
        </p:nvSpPr>
        <p:spPr>
          <a:xfrm>
            <a:off x="7100920" y="5851984"/>
            <a:ext cx="1614057" cy="86838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Infrastructure</a:t>
            </a:r>
          </a:p>
        </p:txBody>
      </p:sp>
      <p:sp>
        <p:nvSpPr>
          <p:cNvPr id="37" name="Rectangle 36">
            <a:hlinkClick r:id="rId8" action="ppaction://hlinksldjump"/>
            <a:hlinkHover r:id="rId8" action="ppaction://hlinksldjump"/>
            <a:extLst>
              <a:ext uri="{FF2B5EF4-FFF2-40B4-BE49-F238E27FC236}">
                <a16:creationId xmlns:a16="http://schemas.microsoft.com/office/drawing/2014/main" id="{C23B0BF0-DFBC-45F6-B273-5AF189848582}"/>
              </a:ext>
            </a:extLst>
          </p:cNvPr>
          <p:cNvSpPr/>
          <p:nvPr/>
        </p:nvSpPr>
        <p:spPr>
          <a:xfrm>
            <a:off x="5398694"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Apps</a:t>
            </a:r>
          </a:p>
        </p:txBody>
      </p:sp>
      <p:sp>
        <p:nvSpPr>
          <p:cNvPr id="38" name="Rectangle 37">
            <a:hlinkClick r:id="rId9" action="ppaction://hlinksldjump"/>
            <a:hlinkHover r:id="rId9" action="ppaction://hlinksldjump"/>
            <a:extLst>
              <a:ext uri="{FF2B5EF4-FFF2-40B4-BE49-F238E27FC236}">
                <a16:creationId xmlns:a16="http://schemas.microsoft.com/office/drawing/2014/main" id="{8542C7F7-4230-4848-AE55-8B128F38866A}"/>
              </a:ext>
            </a:extLst>
          </p:cNvPr>
          <p:cNvSpPr/>
          <p:nvPr/>
        </p:nvSpPr>
        <p:spPr>
          <a:xfrm>
            <a:off x="10505371"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Visibility, Automation and Orchestration</a:t>
            </a:r>
          </a:p>
        </p:txBody>
      </p:sp>
      <p:grpSp>
        <p:nvGrpSpPr>
          <p:cNvPr id="23" name="Group 22">
            <a:extLst>
              <a:ext uri="{FF2B5EF4-FFF2-40B4-BE49-F238E27FC236}">
                <a16:creationId xmlns:a16="http://schemas.microsoft.com/office/drawing/2014/main" id="{6D9BA9B2-1F62-64EF-50BB-94F96415AFB9}"/>
              </a:ext>
            </a:extLst>
          </p:cNvPr>
          <p:cNvGrpSpPr/>
          <p:nvPr/>
        </p:nvGrpSpPr>
        <p:grpSpPr>
          <a:xfrm>
            <a:off x="3779655" y="811556"/>
            <a:ext cx="721206" cy="609701"/>
            <a:chOff x="3779655" y="811556"/>
            <a:chExt cx="721206" cy="609701"/>
          </a:xfrm>
        </p:grpSpPr>
        <p:sp>
          <p:nvSpPr>
            <p:cNvPr id="24" name="Rectangle 23">
              <a:extLst>
                <a:ext uri="{FF2B5EF4-FFF2-40B4-BE49-F238E27FC236}">
                  <a16:creationId xmlns:a16="http://schemas.microsoft.com/office/drawing/2014/main" id="{431D75CB-6561-966E-6A74-71D3E7FCBAFD}"/>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5" name="Rectangle 24">
              <a:extLst>
                <a:ext uri="{FF2B5EF4-FFF2-40B4-BE49-F238E27FC236}">
                  <a16:creationId xmlns:a16="http://schemas.microsoft.com/office/drawing/2014/main" id="{28113147-7D90-B03B-4FAB-F2950AD135DD}"/>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6" name="Oval 15">
              <a:extLst>
                <a:ext uri="{FF2B5EF4-FFF2-40B4-BE49-F238E27FC236}">
                  <a16:creationId xmlns:a16="http://schemas.microsoft.com/office/drawing/2014/main" id="{8E2D4110-944C-3F22-9FD3-E267C966015C}"/>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8" name="Straight Connector 27">
              <a:extLst>
                <a:ext uri="{FF2B5EF4-FFF2-40B4-BE49-F238E27FC236}">
                  <a16:creationId xmlns:a16="http://schemas.microsoft.com/office/drawing/2014/main" id="{42008A9F-722A-777F-7ADD-3A1EC43E291E}"/>
                </a:ext>
              </a:extLst>
            </p:cNvPr>
            <p:cNvCxnSpPr>
              <a:cxnSpLocks/>
              <a:stCxn id="26"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32" name="Straight Connector 31">
              <a:extLst>
                <a:ext uri="{FF2B5EF4-FFF2-40B4-BE49-F238E27FC236}">
                  <a16:creationId xmlns:a16="http://schemas.microsoft.com/office/drawing/2014/main" id="{7809F53E-D294-41D7-0BAC-38625234F05B}"/>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33" name="Group 32">
            <a:extLst>
              <a:ext uri="{FF2B5EF4-FFF2-40B4-BE49-F238E27FC236}">
                <a16:creationId xmlns:a16="http://schemas.microsoft.com/office/drawing/2014/main" id="{749E433E-9FA8-5263-C47B-7D7CF3AD7848}"/>
              </a:ext>
            </a:extLst>
          </p:cNvPr>
          <p:cNvGrpSpPr/>
          <p:nvPr/>
        </p:nvGrpSpPr>
        <p:grpSpPr>
          <a:xfrm>
            <a:off x="7959195" y="3698231"/>
            <a:ext cx="721206" cy="609701"/>
            <a:chOff x="7959195" y="3698231"/>
            <a:chExt cx="721206" cy="609701"/>
          </a:xfrm>
        </p:grpSpPr>
        <p:sp>
          <p:nvSpPr>
            <p:cNvPr id="35" name="Rectangle 34">
              <a:hlinkHover r:id="" action="ppaction://noaction" highlightClick="1"/>
              <a:extLst>
                <a:ext uri="{FF2B5EF4-FFF2-40B4-BE49-F238E27FC236}">
                  <a16:creationId xmlns:a16="http://schemas.microsoft.com/office/drawing/2014/main" id="{E19A815E-4809-40FE-B845-5C831FDFA23B}"/>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36" name="Oval 35">
              <a:extLst>
                <a:ext uri="{FF2B5EF4-FFF2-40B4-BE49-F238E27FC236}">
                  <a16:creationId xmlns:a16="http://schemas.microsoft.com/office/drawing/2014/main" id="{16485DA5-7945-4BFB-28F3-199F169EA46D}"/>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 name="Isosceles Triangle 648">
              <a:extLst>
                <a:ext uri="{FF2B5EF4-FFF2-40B4-BE49-F238E27FC236}">
                  <a16:creationId xmlns:a16="http://schemas.microsoft.com/office/drawing/2014/main" id="{E593CB03-7868-ADFF-D9AC-687F0205D427}"/>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4" name="Group 463">
            <a:extLst>
              <a:ext uri="{FF2B5EF4-FFF2-40B4-BE49-F238E27FC236}">
                <a16:creationId xmlns:a16="http://schemas.microsoft.com/office/drawing/2014/main" id="{E57706AC-0C2D-19A5-C582-87D226D60CFA}"/>
              </a:ext>
            </a:extLst>
          </p:cNvPr>
          <p:cNvGrpSpPr/>
          <p:nvPr/>
        </p:nvGrpSpPr>
        <p:grpSpPr>
          <a:xfrm>
            <a:off x="5442073" y="811556"/>
            <a:ext cx="728239" cy="609701"/>
            <a:chOff x="5442073" y="811556"/>
            <a:chExt cx="728239" cy="609701"/>
          </a:xfrm>
        </p:grpSpPr>
        <p:sp>
          <p:nvSpPr>
            <p:cNvPr id="465" name="Rectangle 464">
              <a:extLst>
                <a:ext uri="{FF2B5EF4-FFF2-40B4-BE49-F238E27FC236}">
                  <a16:creationId xmlns:a16="http://schemas.microsoft.com/office/drawing/2014/main" id="{2A7E5028-C172-7F37-0765-314CA91D619E}"/>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66" name="Rectangle 465">
              <a:extLst>
                <a:ext uri="{FF2B5EF4-FFF2-40B4-BE49-F238E27FC236}">
                  <a16:creationId xmlns:a16="http://schemas.microsoft.com/office/drawing/2014/main" id="{75AF70F3-A971-8D32-2FC9-6DAF8DF51354}"/>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7" name="Oval 15">
              <a:extLst>
                <a:ext uri="{FF2B5EF4-FFF2-40B4-BE49-F238E27FC236}">
                  <a16:creationId xmlns:a16="http://schemas.microsoft.com/office/drawing/2014/main" id="{186B0864-9601-3452-2B1F-F4122D3D1567}"/>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8" name="Straight Connector 467">
              <a:extLst>
                <a:ext uri="{FF2B5EF4-FFF2-40B4-BE49-F238E27FC236}">
                  <a16:creationId xmlns:a16="http://schemas.microsoft.com/office/drawing/2014/main" id="{D969F0C5-F7FC-87AA-AAA4-65DCE02D40BA}"/>
                </a:ext>
              </a:extLst>
            </p:cNvPr>
            <p:cNvCxnSpPr>
              <a:cxnSpLocks/>
              <a:stCxn id="467"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9" name="Straight Connector 468">
              <a:extLst>
                <a:ext uri="{FF2B5EF4-FFF2-40B4-BE49-F238E27FC236}">
                  <a16:creationId xmlns:a16="http://schemas.microsoft.com/office/drawing/2014/main" id="{1722B3FB-6E1F-041F-93B8-9C6ACA60218A}"/>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4" name="Group 493">
            <a:extLst>
              <a:ext uri="{FF2B5EF4-FFF2-40B4-BE49-F238E27FC236}">
                <a16:creationId xmlns:a16="http://schemas.microsoft.com/office/drawing/2014/main" id="{31392BFA-7A11-7E99-F41C-44297A9DB16F}"/>
              </a:ext>
            </a:extLst>
          </p:cNvPr>
          <p:cNvGrpSpPr/>
          <p:nvPr/>
        </p:nvGrpSpPr>
        <p:grpSpPr>
          <a:xfrm>
            <a:off x="11356242" y="90836"/>
            <a:ext cx="721206" cy="609701"/>
            <a:chOff x="11356242" y="90836"/>
            <a:chExt cx="721206" cy="609701"/>
          </a:xfrm>
        </p:grpSpPr>
        <p:sp>
          <p:nvSpPr>
            <p:cNvPr id="495" name="Rectangle 494">
              <a:hlinkHover r:id="" action="ppaction://noaction" highlightClick="1"/>
              <a:extLst>
                <a:ext uri="{FF2B5EF4-FFF2-40B4-BE49-F238E27FC236}">
                  <a16:creationId xmlns:a16="http://schemas.microsoft.com/office/drawing/2014/main" id="{2F788D52-8283-6A2D-1A57-9EBCF865E696}"/>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496" name="Oval 495">
              <a:extLst>
                <a:ext uri="{FF2B5EF4-FFF2-40B4-BE49-F238E27FC236}">
                  <a16:creationId xmlns:a16="http://schemas.microsoft.com/office/drawing/2014/main" id="{AC9AC0B2-F519-3FA7-4EA5-86A22F0BF26E}"/>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7" name="Isosceles Triangle 648">
              <a:extLst>
                <a:ext uri="{FF2B5EF4-FFF2-40B4-BE49-F238E27FC236}">
                  <a16:creationId xmlns:a16="http://schemas.microsoft.com/office/drawing/2014/main" id="{00BAFFAB-20FE-E618-0672-69A9D67E9FDB}"/>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8" name="Group 497">
            <a:extLst>
              <a:ext uri="{FF2B5EF4-FFF2-40B4-BE49-F238E27FC236}">
                <a16:creationId xmlns:a16="http://schemas.microsoft.com/office/drawing/2014/main" id="{F18C52EC-BBF4-357B-D596-72D582E907D2}"/>
              </a:ext>
            </a:extLst>
          </p:cNvPr>
          <p:cNvGrpSpPr/>
          <p:nvPr/>
        </p:nvGrpSpPr>
        <p:grpSpPr>
          <a:xfrm>
            <a:off x="11356243" y="3694774"/>
            <a:ext cx="721206" cy="609701"/>
            <a:chOff x="11356243" y="3694774"/>
            <a:chExt cx="721206" cy="609701"/>
          </a:xfrm>
        </p:grpSpPr>
        <p:sp>
          <p:nvSpPr>
            <p:cNvPr id="499" name="Rectangle 498">
              <a:hlinkHover r:id="" action="ppaction://noaction" highlightClick="1"/>
              <a:extLst>
                <a:ext uri="{FF2B5EF4-FFF2-40B4-BE49-F238E27FC236}">
                  <a16:creationId xmlns:a16="http://schemas.microsoft.com/office/drawing/2014/main" id="{8B24D38B-E285-1D25-AA27-DE1AEA10040F}"/>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00" name="Oval 499">
              <a:extLst>
                <a:ext uri="{FF2B5EF4-FFF2-40B4-BE49-F238E27FC236}">
                  <a16:creationId xmlns:a16="http://schemas.microsoft.com/office/drawing/2014/main" id="{DBF972D8-E8A8-6755-88DF-4BC0CC87FCCB}"/>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1" name="Isosceles Triangle 648">
              <a:extLst>
                <a:ext uri="{FF2B5EF4-FFF2-40B4-BE49-F238E27FC236}">
                  <a16:creationId xmlns:a16="http://schemas.microsoft.com/office/drawing/2014/main" id="{45E69588-4181-647A-AAE5-87F2A816E0C1}"/>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2" name="Group 501">
            <a:extLst>
              <a:ext uri="{FF2B5EF4-FFF2-40B4-BE49-F238E27FC236}">
                <a16:creationId xmlns:a16="http://schemas.microsoft.com/office/drawing/2014/main" id="{FBF75385-545B-B6A8-5C3C-AC64991E2B72}"/>
              </a:ext>
            </a:extLst>
          </p:cNvPr>
          <p:cNvGrpSpPr/>
          <p:nvPr/>
        </p:nvGrpSpPr>
        <p:grpSpPr>
          <a:xfrm>
            <a:off x="9657691" y="4419624"/>
            <a:ext cx="721206" cy="609701"/>
            <a:chOff x="9657691" y="4419624"/>
            <a:chExt cx="721206" cy="609701"/>
          </a:xfrm>
        </p:grpSpPr>
        <p:sp>
          <p:nvSpPr>
            <p:cNvPr id="503" name="Rectangle 502">
              <a:hlinkHover r:id="" action="ppaction://noaction" highlightClick="1"/>
              <a:extLst>
                <a:ext uri="{FF2B5EF4-FFF2-40B4-BE49-F238E27FC236}">
                  <a16:creationId xmlns:a16="http://schemas.microsoft.com/office/drawing/2014/main" id="{00EFB6A2-0380-E17F-CD7E-E97958B8AAFE}"/>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04" name="Oval 503">
              <a:extLst>
                <a:ext uri="{FF2B5EF4-FFF2-40B4-BE49-F238E27FC236}">
                  <a16:creationId xmlns:a16="http://schemas.microsoft.com/office/drawing/2014/main" id="{13AD1AFC-4C30-EE9F-B69C-6643EB353DBD}"/>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5" name="Isosceles Triangle 648">
              <a:extLst>
                <a:ext uri="{FF2B5EF4-FFF2-40B4-BE49-F238E27FC236}">
                  <a16:creationId xmlns:a16="http://schemas.microsoft.com/office/drawing/2014/main" id="{705A6B73-61A4-140E-8ECD-2D33A823D9D2}"/>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6" name="Group 505">
            <a:extLst>
              <a:ext uri="{FF2B5EF4-FFF2-40B4-BE49-F238E27FC236}">
                <a16:creationId xmlns:a16="http://schemas.microsoft.com/office/drawing/2014/main" id="{DC98CDE2-0213-2599-0D1C-8755B8A48C12}"/>
              </a:ext>
            </a:extLst>
          </p:cNvPr>
          <p:cNvGrpSpPr/>
          <p:nvPr/>
        </p:nvGrpSpPr>
        <p:grpSpPr>
          <a:xfrm>
            <a:off x="10506968" y="4419620"/>
            <a:ext cx="721206" cy="609701"/>
            <a:chOff x="10506968" y="4419620"/>
            <a:chExt cx="721206" cy="609701"/>
          </a:xfrm>
        </p:grpSpPr>
        <p:sp>
          <p:nvSpPr>
            <p:cNvPr id="507" name="Rectangle 506">
              <a:hlinkHover r:id="" action="ppaction://noaction" highlightClick="1"/>
              <a:extLst>
                <a:ext uri="{FF2B5EF4-FFF2-40B4-BE49-F238E27FC236}">
                  <a16:creationId xmlns:a16="http://schemas.microsoft.com/office/drawing/2014/main" id="{D181405B-9A6F-D703-9951-C454FC55F4DB}"/>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08" name="Oval 507">
              <a:extLst>
                <a:ext uri="{FF2B5EF4-FFF2-40B4-BE49-F238E27FC236}">
                  <a16:creationId xmlns:a16="http://schemas.microsoft.com/office/drawing/2014/main" id="{B11210F7-4248-EE99-C61E-ED487DFDE88E}"/>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9" name="Isosceles Triangle 648">
              <a:extLst>
                <a:ext uri="{FF2B5EF4-FFF2-40B4-BE49-F238E27FC236}">
                  <a16:creationId xmlns:a16="http://schemas.microsoft.com/office/drawing/2014/main" id="{53052341-7EF0-A944-25B0-6EA390B582F1}"/>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0" name="Group 509">
            <a:extLst>
              <a:ext uri="{FF2B5EF4-FFF2-40B4-BE49-F238E27FC236}">
                <a16:creationId xmlns:a16="http://schemas.microsoft.com/office/drawing/2014/main" id="{6F497B1D-18F6-0A13-2D0D-33FFE0BCC38C}"/>
              </a:ext>
            </a:extLst>
          </p:cNvPr>
          <p:cNvGrpSpPr/>
          <p:nvPr/>
        </p:nvGrpSpPr>
        <p:grpSpPr>
          <a:xfrm>
            <a:off x="11356003" y="4416261"/>
            <a:ext cx="721206" cy="609701"/>
            <a:chOff x="11356003" y="4416261"/>
            <a:chExt cx="721206" cy="609701"/>
          </a:xfrm>
        </p:grpSpPr>
        <p:sp>
          <p:nvSpPr>
            <p:cNvPr id="511" name="Rectangle 510">
              <a:hlinkHover r:id="" action="ppaction://noaction" highlightClick="1"/>
              <a:extLst>
                <a:ext uri="{FF2B5EF4-FFF2-40B4-BE49-F238E27FC236}">
                  <a16:creationId xmlns:a16="http://schemas.microsoft.com/office/drawing/2014/main" id="{886E5A8C-14E5-30AF-6DA4-7FB01EFB7B3A}"/>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12" name="Oval 511">
              <a:extLst>
                <a:ext uri="{FF2B5EF4-FFF2-40B4-BE49-F238E27FC236}">
                  <a16:creationId xmlns:a16="http://schemas.microsoft.com/office/drawing/2014/main" id="{6A966AD3-2DAE-5824-60F2-FBC733664F65}"/>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3" name="Isosceles Triangle 648">
              <a:extLst>
                <a:ext uri="{FF2B5EF4-FFF2-40B4-BE49-F238E27FC236}">
                  <a16:creationId xmlns:a16="http://schemas.microsoft.com/office/drawing/2014/main" id="{E03D8BD3-D4FA-A8E3-C775-B2A84FB8BE2E}"/>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4" name="Group 513">
            <a:extLst>
              <a:ext uri="{FF2B5EF4-FFF2-40B4-BE49-F238E27FC236}">
                <a16:creationId xmlns:a16="http://schemas.microsoft.com/office/drawing/2014/main" id="{877C1707-710A-2097-DDDB-E96E7CE96BBD}"/>
              </a:ext>
            </a:extLst>
          </p:cNvPr>
          <p:cNvGrpSpPr/>
          <p:nvPr/>
        </p:nvGrpSpPr>
        <p:grpSpPr>
          <a:xfrm>
            <a:off x="8808526" y="4416261"/>
            <a:ext cx="721206" cy="609701"/>
            <a:chOff x="8808526" y="4416261"/>
            <a:chExt cx="721206" cy="609701"/>
          </a:xfrm>
        </p:grpSpPr>
        <p:sp>
          <p:nvSpPr>
            <p:cNvPr id="515" name="Rectangle 514">
              <a:hlinkHover r:id="" action="ppaction://noaction" highlightClick="1"/>
              <a:extLst>
                <a:ext uri="{FF2B5EF4-FFF2-40B4-BE49-F238E27FC236}">
                  <a16:creationId xmlns:a16="http://schemas.microsoft.com/office/drawing/2014/main" id="{C81AB0C5-DA8C-B862-0CDD-1B2AEAA0DADD}"/>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16" name="Oval 515">
              <a:extLst>
                <a:ext uri="{FF2B5EF4-FFF2-40B4-BE49-F238E27FC236}">
                  <a16:creationId xmlns:a16="http://schemas.microsoft.com/office/drawing/2014/main" id="{375F3F4E-3E77-CFAB-4B02-CE8F7DD73240}"/>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7" name="Isosceles Triangle 648">
              <a:extLst>
                <a:ext uri="{FF2B5EF4-FFF2-40B4-BE49-F238E27FC236}">
                  <a16:creationId xmlns:a16="http://schemas.microsoft.com/office/drawing/2014/main" id="{55E2E745-4635-72D3-0FD4-AA0517E35D21}"/>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8" name="Group 517">
            <a:extLst>
              <a:ext uri="{FF2B5EF4-FFF2-40B4-BE49-F238E27FC236}">
                <a16:creationId xmlns:a16="http://schemas.microsoft.com/office/drawing/2014/main" id="{A0DC2645-3920-E4D9-BC64-D55826C19944}"/>
              </a:ext>
            </a:extLst>
          </p:cNvPr>
          <p:cNvGrpSpPr/>
          <p:nvPr/>
        </p:nvGrpSpPr>
        <p:grpSpPr>
          <a:xfrm>
            <a:off x="10509579" y="5141013"/>
            <a:ext cx="721206" cy="609701"/>
            <a:chOff x="10509579" y="5141013"/>
            <a:chExt cx="721206" cy="609701"/>
          </a:xfrm>
        </p:grpSpPr>
        <p:sp>
          <p:nvSpPr>
            <p:cNvPr id="519" name="Rectangle 518">
              <a:hlinkHover r:id="" action="ppaction://noaction" highlightClick="1"/>
              <a:extLst>
                <a:ext uri="{FF2B5EF4-FFF2-40B4-BE49-F238E27FC236}">
                  <a16:creationId xmlns:a16="http://schemas.microsoft.com/office/drawing/2014/main" id="{5B723680-2B32-543C-7229-E54D602CC2F1}"/>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20" name="Oval 519">
              <a:extLst>
                <a:ext uri="{FF2B5EF4-FFF2-40B4-BE49-F238E27FC236}">
                  <a16:creationId xmlns:a16="http://schemas.microsoft.com/office/drawing/2014/main" id="{24BE5616-44A6-972B-25C5-FDB5E79220C0}"/>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1" name="Isosceles Triangle 648">
              <a:extLst>
                <a:ext uri="{FF2B5EF4-FFF2-40B4-BE49-F238E27FC236}">
                  <a16:creationId xmlns:a16="http://schemas.microsoft.com/office/drawing/2014/main" id="{3C5C6B43-5A31-9C5C-21FA-A3A3FF3AC651}"/>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2" name="Group 521">
            <a:extLst>
              <a:ext uri="{FF2B5EF4-FFF2-40B4-BE49-F238E27FC236}">
                <a16:creationId xmlns:a16="http://schemas.microsoft.com/office/drawing/2014/main" id="{F9E5CF19-D2EC-0C76-30BB-58DD329794FF}"/>
              </a:ext>
            </a:extLst>
          </p:cNvPr>
          <p:cNvGrpSpPr/>
          <p:nvPr/>
        </p:nvGrpSpPr>
        <p:grpSpPr>
          <a:xfrm>
            <a:off x="9651076" y="5143367"/>
            <a:ext cx="721206" cy="609701"/>
            <a:chOff x="9651076" y="5143367"/>
            <a:chExt cx="721206" cy="609701"/>
          </a:xfrm>
        </p:grpSpPr>
        <p:sp>
          <p:nvSpPr>
            <p:cNvPr id="523" name="Rectangle 522">
              <a:hlinkHover r:id="" action="ppaction://noaction" highlightClick="1"/>
              <a:extLst>
                <a:ext uri="{FF2B5EF4-FFF2-40B4-BE49-F238E27FC236}">
                  <a16:creationId xmlns:a16="http://schemas.microsoft.com/office/drawing/2014/main" id="{9EFA1A50-5B57-7BAE-FAA6-E475D4A86F60}"/>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24" name="Oval 523">
              <a:extLst>
                <a:ext uri="{FF2B5EF4-FFF2-40B4-BE49-F238E27FC236}">
                  <a16:creationId xmlns:a16="http://schemas.microsoft.com/office/drawing/2014/main" id="{A0263233-2DF0-37E0-8558-36DE0D516B88}"/>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5" name="Isosceles Triangle 648">
              <a:extLst>
                <a:ext uri="{FF2B5EF4-FFF2-40B4-BE49-F238E27FC236}">
                  <a16:creationId xmlns:a16="http://schemas.microsoft.com/office/drawing/2014/main" id="{3488FCA6-D8A9-C127-3591-D6B32AC0510B}"/>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6" name="Group 525">
            <a:extLst>
              <a:ext uri="{FF2B5EF4-FFF2-40B4-BE49-F238E27FC236}">
                <a16:creationId xmlns:a16="http://schemas.microsoft.com/office/drawing/2014/main" id="{2DD811D3-02ED-AF03-B514-6E17392BAE3E}"/>
              </a:ext>
            </a:extLst>
          </p:cNvPr>
          <p:cNvGrpSpPr/>
          <p:nvPr/>
        </p:nvGrpSpPr>
        <p:grpSpPr>
          <a:xfrm>
            <a:off x="9657612" y="3698231"/>
            <a:ext cx="721206" cy="609701"/>
            <a:chOff x="9657612" y="3698231"/>
            <a:chExt cx="721206" cy="609701"/>
          </a:xfrm>
        </p:grpSpPr>
        <p:sp>
          <p:nvSpPr>
            <p:cNvPr id="527" name="Rectangle 526">
              <a:hlinkHover r:id="" action="ppaction://noaction" highlightClick="1"/>
              <a:extLst>
                <a:ext uri="{FF2B5EF4-FFF2-40B4-BE49-F238E27FC236}">
                  <a16:creationId xmlns:a16="http://schemas.microsoft.com/office/drawing/2014/main" id="{71821EA3-A5DC-655D-EF45-D7059FA4634F}"/>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28" name="Oval 527">
              <a:extLst>
                <a:ext uri="{FF2B5EF4-FFF2-40B4-BE49-F238E27FC236}">
                  <a16:creationId xmlns:a16="http://schemas.microsoft.com/office/drawing/2014/main" id="{146A7C01-8DCA-2967-0F7D-F2764C742EAD}"/>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9" name="Isosceles Triangle 648">
              <a:extLst>
                <a:ext uri="{FF2B5EF4-FFF2-40B4-BE49-F238E27FC236}">
                  <a16:creationId xmlns:a16="http://schemas.microsoft.com/office/drawing/2014/main" id="{E966B5FA-19E7-2F5D-DA47-919CDBAECB5B}"/>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0" name="Group 529">
            <a:extLst>
              <a:ext uri="{FF2B5EF4-FFF2-40B4-BE49-F238E27FC236}">
                <a16:creationId xmlns:a16="http://schemas.microsoft.com/office/drawing/2014/main" id="{8501AD46-7AF4-FF89-7572-18CA2EDD08B7}"/>
              </a:ext>
            </a:extLst>
          </p:cNvPr>
          <p:cNvGrpSpPr/>
          <p:nvPr/>
        </p:nvGrpSpPr>
        <p:grpSpPr>
          <a:xfrm>
            <a:off x="10506928" y="3698227"/>
            <a:ext cx="721206" cy="609701"/>
            <a:chOff x="10506928" y="3698227"/>
            <a:chExt cx="721206" cy="609701"/>
          </a:xfrm>
        </p:grpSpPr>
        <p:sp>
          <p:nvSpPr>
            <p:cNvPr id="531" name="Rectangle 530">
              <a:hlinkHover r:id="" action="ppaction://noaction" highlightClick="1"/>
              <a:extLst>
                <a:ext uri="{FF2B5EF4-FFF2-40B4-BE49-F238E27FC236}">
                  <a16:creationId xmlns:a16="http://schemas.microsoft.com/office/drawing/2014/main" id="{D198D2AB-30B6-C500-7E16-9C87CD25BAAF}"/>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32" name="Oval 531">
              <a:extLst>
                <a:ext uri="{FF2B5EF4-FFF2-40B4-BE49-F238E27FC236}">
                  <a16:creationId xmlns:a16="http://schemas.microsoft.com/office/drawing/2014/main" id="{12C29F27-938E-F4F1-E5A7-7E407DEDEEAF}"/>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3" name="Isosceles Triangle 648">
              <a:extLst>
                <a:ext uri="{FF2B5EF4-FFF2-40B4-BE49-F238E27FC236}">
                  <a16:creationId xmlns:a16="http://schemas.microsoft.com/office/drawing/2014/main" id="{7687667D-9B67-E713-533F-8C7C3FAD304C}"/>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4" name="Group 533">
            <a:extLst>
              <a:ext uri="{FF2B5EF4-FFF2-40B4-BE49-F238E27FC236}">
                <a16:creationId xmlns:a16="http://schemas.microsoft.com/office/drawing/2014/main" id="{0028B0DD-8D1A-DB50-D539-A87B2A1FB785}"/>
              </a:ext>
            </a:extLst>
          </p:cNvPr>
          <p:cNvGrpSpPr/>
          <p:nvPr/>
        </p:nvGrpSpPr>
        <p:grpSpPr>
          <a:xfrm>
            <a:off x="8808417" y="5135710"/>
            <a:ext cx="721206" cy="609701"/>
            <a:chOff x="8808417" y="5135710"/>
            <a:chExt cx="721206" cy="609701"/>
          </a:xfrm>
        </p:grpSpPr>
        <p:sp>
          <p:nvSpPr>
            <p:cNvPr id="535" name="Rectangle 534">
              <a:hlinkHover r:id="" action="ppaction://noaction" highlightClick="1"/>
              <a:extLst>
                <a:ext uri="{FF2B5EF4-FFF2-40B4-BE49-F238E27FC236}">
                  <a16:creationId xmlns:a16="http://schemas.microsoft.com/office/drawing/2014/main" id="{BD17A150-F117-95C7-0EB9-D59FC52F8182}"/>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36" name="Oval 535">
              <a:extLst>
                <a:ext uri="{FF2B5EF4-FFF2-40B4-BE49-F238E27FC236}">
                  <a16:creationId xmlns:a16="http://schemas.microsoft.com/office/drawing/2014/main" id="{B3850AC8-174B-0CBE-9319-FCE4AE31EF43}"/>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7" name="Isosceles Triangle 648">
              <a:extLst>
                <a:ext uri="{FF2B5EF4-FFF2-40B4-BE49-F238E27FC236}">
                  <a16:creationId xmlns:a16="http://schemas.microsoft.com/office/drawing/2014/main" id="{A34101B8-2F67-F462-07EF-ED7084E76A8A}"/>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2" name="Group 591">
            <a:extLst>
              <a:ext uri="{FF2B5EF4-FFF2-40B4-BE49-F238E27FC236}">
                <a16:creationId xmlns:a16="http://schemas.microsoft.com/office/drawing/2014/main" id="{FA042A55-BE90-A5DD-3969-FEA36BD7197B}"/>
              </a:ext>
            </a:extLst>
          </p:cNvPr>
          <p:cNvGrpSpPr/>
          <p:nvPr/>
        </p:nvGrpSpPr>
        <p:grpSpPr>
          <a:xfrm>
            <a:off x="11356242" y="811556"/>
            <a:ext cx="721206" cy="609701"/>
            <a:chOff x="11356242" y="811556"/>
            <a:chExt cx="721206" cy="609701"/>
          </a:xfrm>
        </p:grpSpPr>
        <p:sp>
          <p:nvSpPr>
            <p:cNvPr id="593" name="Rectangle 592">
              <a:hlinkHover r:id="" action="ppaction://noaction" highlightClick="1"/>
              <a:extLst>
                <a:ext uri="{FF2B5EF4-FFF2-40B4-BE49-F238E27FC236}">
                  <a16:creationId xmlns:a16="http://schemas.microsoft.com/office/drawing/2014/main" id="{8589076D-B79F-224C-0109-56243FD8603B}"/>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594" name="Oval 593">
              <a:extLst>
                <a:ext uri="{FF2B5EF4-FFF2-40B4-BE49-F238E27FC236}">
                  <a16:creationId xmlns:a16="http://schemas.microsoft.com/office/drawing/2014/main" id="{67AA8A08-E00C-A5ED-504B-33AAC34D882B}"/>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5" name="Isosceles Triangle 648">
              <a:extLst>
                <a:ext uri="{FF2B5EF4-FFF2-40B4-BE49-F238E27FC236}">
                  <a16:creationId xmlns:a16="http://schemas.microsoft.com/office/drawing/2014/main" id="{B4F3B5AD-2977-ED2E-F95B-3C166C8E58AA}"/>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0" name="Group 599">
            <a:extLst>
              <a:ext uri="{FF2B5EF4-FFF2-40B4-BE49-F238E27FC236}">
                <a16:creationId xmlns:a16="http://schemas.microsoft.com/office/drawing/2014/main" id="{3ECE7BA0-742D-B7E1-5188-D4ADEC2F6CAE}"/>
              </a:ext>
            </a:extLst>
          </p:cNvPr>
          <p:cNvGrpSpPr/>
          <p:nvPr/>
        </p:nvGrpSpPr>
        <p:grpSpPr>
          <a:xfrm>
            <a:off x="8808419" y="3705986"/>
            <a:ext cx="721206" cy="609701"/>
            <a:chOff x="8808419" y="3705986"/>
            <a:chExt cx="721206" cy="609701"/>
          </a:xfrm>
        </p:grpSpPr>
        <p:sp>
          <p:nvSpPr>
            <p:cNvPr id="601" name="Rectangle 600">
              <a:hlinkHover r:id="" action="ppaction://noaction" highlightClick="1"/>
              <a:extLst>
                <a:ext uri="{FF2B5EF4-FFF2-40B4-BE49-F238E27FC236}">
                  <a16:creationId xmlns:a16="http://schemas.microsoft.com/office/drawing/2014/main" id="{46361196-8179-662B-F8CD-1E4B1791F9E5}"/>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02" name="Oval 601">
              <a:extLst>
                <a:ext uri="{FF2B5EF4-FFF2-40B4-BE49-F238E27FC236}">
                  <a16:creationId xmlns:a16="http://schemas.microsoft.com/office/drawing/2014/main" id="{A6F988AB-B70C-45C2-646E-576E52C0F154}"/>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3" name="Isosceles Triangle 648">
              <a:extLst>
                <a:ext uri="{FF2B5EF4-FFF2-40B4-BE49-F238E27FC236}">
                  <a16:creationId xmlns:a16="http://schemas.microsoft.com/office/drawing/2014/main" id="{C1593B49-76F1-5224-C7E5-D9CCC01DD93C}"/>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4" name="Group 603">
            <a:extLst>
              <a:ext uri="{FF2B5EF4-FFF2-40B4-BE49-F238E27FC236}">
                <a16:creationId xmlns:a16="http://schemas.microsoft.com/office/drawing/2014/main" id="{E1392A4A-B3BD-FB91-1618-FD40CBDB365B}"/>
              </a:ext>
            </a:extLst>
          </p:cNvPr>
          <p:cNvGrpSpPr/>
          <p:nvPr/>
        </p:nvGrpSpPr>
        <p:grpSpPr>
          <a:xfrm>
            <a:off x="431659" y="90836"/>
            <a:ext cx="721210" cy="609701"/>
            <a:chOff x="431659" y="90836"/>
            <a:chExt cx="721210" cy="609701"/>
          </a:xfrm>
        </p:grpSpPr>
        <p:sp>
          <p:nvSpPr>
            <p:cNvPr id="605" name="Rectangle 604">
              <a:extLst>
                <a:ext uri="{FF2B5EF4-FFF2-40B4-BE49-F238E27FC236}">
                  <a16:creationId xmlns:a16="http://schemas.microsoft.com/office/drawing/2014/main" id="{9AF3988C-C270-A2E3-1598-70A3513B11EA}"/>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06" name="Rectangle 605">
              <a:extLst>
                <a:ext uri="{FF2B5EF4-FFF2-40B4-BE49-F238E27FC236}">
                  <a16:creationId xmlns:a16="http://schemas.microsoft.com/office/drawing/2014/main" id="{D71813AE-8F72-B901-2CC3-33A93934D141}"/>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7" name="Oval 15">
              <a:extLst>
                <a:ext uri="{FF2B5EF4-FFF2-40B4-BE49-F238E27FC236}">
                  <a16:creationId xmlns:a16="http://schemas.microsoft.com/office/drawing/2014/main" id="{906B4817-BF73-6756-F968-5147177D67D6}"/>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8" name="Straight Connector 607">
              <a:extLst>
                <a:ext uri="{FF2B5EF4-FFF2-40B4-BE49-F238E27FC236}">
                  <a16:creationId xmlns:a16="http://schemas.microsoft.com/office/drawing/2014/main" id="{F67A903D-C886-06CB-6003-B965D2AFEAEA}"/>
                </a:ext>
              </a:extLst>
            </p:cNvPr>
            <p:cNvCxnSpPr>
              <a:cxnSpLocks/>
              <a:stCxn id="607"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09" name="Straight Connector 608">
              <a:extLst>
                <a:ext uri="{FF2B5EF4-FFF2-40B4-BE49-F238E27FC236}">
                  <a16:creationId xmlns:a16="http://schemas.microsoft.com/office/drawing/2014/main" id="{E656116F-4A51-EBA0-C88A-7E1C4FB6E411}"/>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0" name="Group 609">
            <a:extLst>
              <a:ext uri="{FF2B5EF4-FFF2-40B4-BE49-F238E27FC236}">
                <a16:creationId xmlns:a16="http://schemas.microsoft.com/office/drawing/2014/main" id="{AD2274FC-61A0-9C22-6B25-7B6402A6BD8D}"/>
              </a:ext>
            </a:extLst>
          </p:cNvPr>
          <p:cNvGrpSpPr/>
          <p:nvPr/>
        </p:nvGrpSpPr>
        <p:grpSpPr>
          <a:xfrm>
            <a:off x="1267282" y="90836"/>
            <a:ext cx="721206" cy="609701"/>
            <a:chOff x="1267282" y="90836"/>
            <a:chExt cx="721206" cy="609701"/>
          </a:xfrm>
        </p:grpSpPr>
        <p:sp>
          <p:nvSpPr>
            <p:cNvPr id="611" name="Rectangle 610">
              <a:extLst>
                <a:ext uri="{FF2B5EF4-FFF2-40B4-BE49-F238E27FC236}">
                  <a16:creationId xmlns:a16="http://schemas.microsoft.com/office/drawing/2014/main" id="{86959A6F-4C67-014F-8F3B-6F305837CD0D}"/>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12" name="Rectangle 611">
              <a:extLst>
                <a:ext uri="{FF2B5EF4-FFF2-40B4-BE49-F238E27FC236}">
                  <a16:creationId xmlns:a16="http://schemas.microsoft.com/office/drawing/2014/main" id="{9DA2289D-A9C6-FA70-B484-C30FAA93CD8A}"/>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3" name="Oval 15">
              <a:extLst>
                <a:ext uri="{FF2B5EF4-FFF2-40B4-BE49-F238E27FC236}">
                  <a16:creationId xmlns:a16="http://schemas.microsoft.com/office/drawing/2014/main" id="{094F2BD1-B1B2-3222-9496-F495AC51C903}"/>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4" name="Straight Connector 613">
              <a:extLst>
                <a:ext uri="{FF2B5EF4-FFF2-40B4-BE49-F238E27FC236}">
                  <a16:creationId xmlns:a16="http://schemas.microsoft.com/office/drawing/2014/main" id="{40FDB443-43B8-4850-D0F2-F5F806178DD6}"/>
                </a:ext>
              </a:extLst>
            </p:cNvPr>
            <p:cNvCxnSpPr>
              <a:cxnSpLocks/>
              <a:stCxn id="613"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5" name="Straight Connector 614">
              <a:extLst>
                <a:ext uri="{FF2B5EF4-FFF2-40B4-BE49-F238E27FC236}">
                  <a16:creationId xmlns:a16="http://schemas.microsoft.com/office/drawing/2014/main" id="{FB1B52C3-2916-171C-7F68-1E42828B5414}"/>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6" name="Group 615">
            <a:extLst>
              <a:ext uri="{FF2B5EF4-FFF2-40B4-BE49-F238E27FC236}">
                <a16:creationId xmlns:a16="http://schemas.microsoft.com/office/drawing/2014/main" id="{BCD56422-72B7-438D-492C-F2D123A27CEE}"/>
              </a:ext>
            </a:extLst>
          </p:cNvPr>
          <p:cNvGrpSpPr/>
          <p:nvPr/>
        </p:nvGrpSpPr>
        <p:grpSpPr>
          <a:xfrm>
            <a:off x="2102907" y="90836"/>
            <a:ext cx="721206" cy="609701"/>
            <a:chOff x="2102907" y="90836"/>
            <a:chExt cx="721206" cy="609701"/>
          </a:xfrm>
        </p:grpSpPr>
        <p:sp>
          <p:nvSpPr>
            <p:cNvPr id="617" name="Rectangle 616">
              <a:extLst>
                <a:ext uri="{FF2B5EF4-FFF2-40B4-BE49-F238E27FC236}">
                  <a16:creationId xmlns:a16="http://schemas.microsoft.com/office/drawing/2014/main" id="{08C99D11-7CAF-161A-6BD1-0E8E60B05130}"/>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18" name="Rectangle 617">
              <a:extLst>
                <a:ext uri="{FF2B5EF4-FFF2-40B4-BE49-F238E27FC236}">
                  <a16:creationId xmlns:a16="http://schemas.microsoft.com/office/drawing/2014/main" id="{3333E3A3-A875-4AC8-4C41-A7C868E5C1DF}"/>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9" name="Oval 15">
              <a:extLst>
                <a:ext uri="{FF2B5EF4-FFF2-40B4-BE49-F238E27FC236}">
                  <a16:creationId xmlns:a16="http://schemas.microsoft.com/office/drawing/2014/main" id="{490A7E6F-248F-D07D-B952-1210D0E0BCAC}"/>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20" name="Straight Connector 619">
              <a:extLst>
                <a:ext uri="{FF2B5EF4-FFF2-40B4-BE49-F238E27FC236}">
                  <a16:creationId xmlns:a16="http://schemas.microsoft.com/office/drawing/2014/main" id="{6EF9EDC1-5928-3539-A762-45938E681F64}"/>
                </a:ext>
              </a:extLst>
            </p:cNvPr>
            <p:cNvCxnSpPr>
              <a:cxnSpLocks/>
              <a:stCxn id="619"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21" name="Straight Connector 620">
              <a:extLst>
                <a:ext uri="{FF2B5EF4-FFF2-40B4-BE49-F238E27FC236}">
                  <a16:creationId xmlns:a16="http://schemas.microsoft.com/office/drawing/2014/main" id="{0620F976-AA39-A3A2-3F59-E27268437FC0}"/>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22" name="Group 621">
            <a:extLst>
              <a:ext uri="{FF2B5EF4-FFF2-40B4-BE49-F238E27FC236}">
                <a16:creationId xmlns:a16="http://schemas.microsoft.com/office/drawing/2014/main" id="{D88712E4-3002-879F-0DC0-9A1E98A6DFE1}"/>
              </a:ext>
            </a:extLst>
          </p:cNvPr>
          <p:cNvGrpSpPr/>
          <p:nvPr/>
        </p:nvGrpSpPr>
        <p:grpSpPr>
          <a:xfrm>
            <a:off x="1269626" y="4419615"/>
            <a:ext cx="721206" cy="609701"/>
            <a:chOff x="1269626" y="4419615"/>
            <a:chExt cx="721206" cy="609701"/>
          </a:xfrm>
        </p:grpSpPr>
        <p:sp>
          <p:nvSpPr>
            <p:cNvPr id="623" name="Rectangle 622">
              <a:extLst>
                <a:ext uri="{FF2B5EF4-FFF2-40B4-BE49-F238E27FC236}">
                  <a16:creationId xmlns:a16="http://schemas.microsoft.com/office/drawing/2014/main" id="{3DDC3675-E4BF-36F1-75C5-A063F853AAA9}"/>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24" name="Cylinder 623">
              <a:extLst>
                <a:ext uri="{FF2B5EF4-FFF2-40B4-BE49-F238E27FC236}">
                  <a16:creationId xmlns:a16="http://schemas.microsoft.com/office/drawing/2014/main" id="{8E987EBB-CF64-815E-0F78-47C5CD05C395}"/>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5" name="Group 624">
            <a:extLst>
              <a:ext uri="{FF2B5EF4-FFF2-40B4-BE49-F238E27FC236}">
                <a16:creationId xmlns:a16="http://schemas.microsoft.com/office/drawing/2014/main" id="{E1CCC5FF-9A15-F79A-B85F-5C8957BD9B94}"/>
              </a:ext>
            </a:extLst>
          </p:cNvPr>
          <p:cNvGrpSpPr/>
          <p:nvPr/>
        </p:nvGrpSpPr>
        <p:grpSpPr>
          <a:xfrm>
            <a:off x="432841" y="4419615"/>
            <a:ext cx="721206" cy="609701"/>
            <a:chOff x="432841" y="4419615"/>
            <a:chExt cx="721206" cy="609701"/>
          </a:xfrm>
        </p:grpSpPr>
        <p:sp>
          <p:nvSpPr>
            <p:cNvPr id="626" name="Rectangle 625">
              <a:extLst>
                <a:ext uri="{FF2B5EF4-FFF2-40B4-BE49-F238E27FC236}">
                  <a16:creationId xmlns:a16="http://schemas.microsoft.com/office/drawing/2014/main" id="{D242B66F-6952-F448-37A2-FF661EA51A80}"/>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27" name="Cylinder 626">
              <a:extLst>
                <a:ext uri="{FF2B5EF4-FFF2-40B4-BE49-F238E27FC236}">
                  <a16:creationId xmlns:a16="http://schemas.microsoft.com/office/drawing/2014/main" id="{F1CCFD7D-621B-6743-BB2F-427D47071F3A}"/>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8" name="Group 627">
            <a:extLst>
              <a:ext uri="{FF2B5EF4-FFF2-40B4-BE49-F238E27FC236}">
                <a16:creationId xmlns:a16="http://schemas.microsoft.com/office/drawing/2014/main" id="{6B8A7D89-AA6A-D226-7B52-5CEEC39BC1D3}"/>
              </a:ext>
            </a:extLst>
          </p:cNvPr>
          <p:cNvGrpSpPr/>
          <p:nvPr/>
        </p:nvGrpSpPr>
        <p:grpSpPr>
          <a:xfrm>
            <a:off x="1268467" y="5141008"/>
            <a:ext cx="721206" cy="609701"/>
            <a:chOff x="1268467" y="5141008"/>
            <a:chExt cx="721206" cy="609701"/>
          </a:xfrm>
        </p:grpSpPr>
        <p:sp>
          <p:nvSpPr>
            <p:cNvPr id="629" name="Rectangle 628">
              <a:extLst>
                <a:ext uri="{FF2B5EF4-FFF2-40B4-BE49-F238E27FC236}">
                  <a16:creationId xmlns:a16="http://schemas.microsoft.com/office/drawing/2014/main" id="{1386FA23-7A60-830E-7120-46BC58D2A581}"/>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30" name="Cylinder 629">
              <a:extLst>
                <a:ext uri="{FF2B5EF4-FFF2-40B4-BE49-F238E27FC236}">
                  <a16:creationId xmlns:a16="http://schemas.microsoft.com/office/drawing/2014/main" id="{01FFB9DB-5050-6B28-E914-93019B325CE4}"/>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1" name="Group 630">
            <a:extLst>
              <a:ext uri="{FF2B5EF4-FFF2-40B4-BE49-F238E27FC236}">
                <a16:creationId xmlns:a16="http://schemas.microsoft.com/office/drawing/2014/main" id="{1E010EB7-B8F7-FE25-F84F-EEE1FC7F869B}"/>
              </a:ext>
            </a:extLst>
          </p:cNvPr>
          <p:cNvGrpSpPr/>
          <p:nvPr/>
        </p:nvGrpSpPr>
        <p:grpSpPr>
          <a:xfrm>
            <a:off x="431297" y="5141008"/>
            <a:ext cx="721206" cy="609701"/>
            <a:chOff x="431297" y="5141008"/>
            <a:chExt cx="721206" cy="609701"/>
          </a:xfrm>
        </p:grpSpPr>
        <p:sp>
          <p:nvSpPr>
            <p:cNvPr id="632" name="Rectangle 631">
              <a:extLst>
                <a:ext uri="{FF2B5EF4-FFF2-40B4-BE49-F238E27FC236}">
                  <a16:creationId xmlns:a16="http://schemas.microsoft.com/office/drawing/2014/main" id="{76A33EC0-742B-6FF7-7584-73DAAA947B42}"/>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33" name="Cylinder 632">
              <a:extLst>
                <a:ext uri="{FF2B5EF4-FFF2-40B4-BE49-F238E27FC236}">
                  <a16:creationId xmlns:a16="http://schemas.microsoft.com/office/drawing/2014/main" id="{4CEA10B5-8802-9898-F103-0A1D065C506E}"/>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4" name="Group 633">
            <a:extLst>
              <a:ext uri="{FF2B5EF4-FFF2-40B4-BE49-F238E27FC236}">
                <a16:creationId xmlns:a16="http://schemas.microsoft.com/office/drawing/2014/main" id="{C33254B4-FD1A-C2B9-239F-81DE863DAA80}"/>
              </a:ext>
            </a:extLst>
          </p:cNvPr>
          <p:cNvGrpSpPr/>
          <p:nvPr/>
        </p:nvGrpSpPr>
        <p:grpSpPr>
          <a:xfrm>
            <a:off x="431660" y="3698226"/>
            <a:ext cx="721206" cy="609701"/>
            <a:chOff x="431660" y="3698226"/>
            <a:chExt cx="721206" cy="609701"/>
          </a:xfrm>
        </p:grpSpPr>
        <p:sp>
          <p:nvSpPr>
            <p:cNvPr id="635" name="Rectangle 634">
              <a:extLst>
                <a:ext uri="{FF2B5EF4-FFF2-40B4-BE49-F238E27FC236}">
                  <a16:creationId xmlns:a16="http://schemas.microsoft.com/office/drawing/2014/main" id="{CC6FA9DB-D2AE-1857-26A7-8614791B84E6}"/>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36" name="Right Triangle 635">
              <a:extLst>
                <a:ext uri="{FF2B5EF4-FFF2-40B4-BE49-F238E27FC236}">
                  <a16:creationId xmlns:a16="http://schemas.microsoft.com/office/drawing/2014/main" id="{393CF25B-0B56-F3D5-ACDC-0C743FB71C3F}"/>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7" name="Group 636">
              <a:extLst>
                <a:ext uri="{FF2B5EF4-FFF2-40B4-BE49-F238E27FC236}">
                  <a16:creationId xmlns:a16="http://schemas.microsoft.com/office/drawing/2014/main" id="{507FA9D1-5C33-6EEB-5CA4-7ADDAAFAB8EB}"/>
                </a:ext>
              </a:extLst>
            </p:cNvPr>
            <p:cNvGrpSpPr/>
            <p:nvPr/>
          </p:nvGrpSpPr>
          <p:grpSpPr>
            <a:xfrm>
              <a:off x="1102253" y="3706270"/>
              <a:ext cx="37817" cy="61390"/>
              <a:chOff x="3883481" y="2057400"/>
              <a:chExt cx="1608363" cy="2652031"/>
            </a:xfrm>
            <a:solidFill>
              <a:srgbClr val="A6A6A6">
                <a:alpha val="20000"/>
              </a:srgbClr>
            </a:solidFill>
          </p:grpSpPr>
          <p:sp>
            <p:nvSpPr>
              <p:cNvPr id="638" name="Oval 27">
                <a:extLst>
                  <a:ext uri="{FF2B5EF4-FFF2-40B4-BE49-F238E27FC236}">
                    <a16:creationId xmlns:a16="http://schemas.microsoft.com/office/drawing/2014/main" id="{C0F9C413-DCBC-99EF-AECC-9FB9ADC2E95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9" name="Oval 28">
                <a:extLst>
                  <a:ext uri="{FF2B5EF4-FFF2-40B4-BE49-F238E27FC236}">
                    <a16:creationId xmlns:a16="http://schemas.microsoft.com/office/drawing/2014/main" id="{B37BF58E-8A16-A0BE-F074-7F4008B5CB4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40" name="Group 639">
            <a:extLst>
              <a:ext uri="{FF2B5EF4-FFF2-40B4-BE49-F238E27FC236}">
                <a16:creationId xmlns:a16="http://schemas.microsoft.com/office/drawing/2014/main" id="{BFD1A48D-5D2C-B831-3FBE-9225A1F9498B}"/>
              </a:ext>
            </a:extLst>
          </p:cNvPr>
          <p:cNvGrpSpPr/>
          <p:nvPr/>
        </p:nvGrpSpPr>
        <p:grpSpPr>
          <a:xfrm>
            <a:off x="2942399" y="3698227"/>
            <a:ext cx="721206" cy="609701"/>
            <a:chOff x="2942399" y="3698227"/>
            <a:chExt cx="721206" cy="609701"/>
          </a:xfrm>
        </p:grpSpPr>
        <p:sp>
          <p:nvSpPr>
            <p:cNvPr id="641" name="Rectangle 640">
              <a:extLst>
                <a:ext uri="{FF2B5EF4-FFF2-40B4-BE49-F238E27FC236}">
                  <a16:creationId xmlns:a16="http://schemas.microsoft.com/office/drawing/2014/main" id="{092ED80A-0C43-BBF6-4101-F6BAB094DAC4}"/>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42" name="Right Triangle 641">
              <a:extLst>
                <a:ext uri="{FF2B5EF4-FFF2-40B4-BE49-F238E27FC236}">
                  <a16:creationId xmlns:a16="http://schemas.microsoft.com/office/drawing/2014/main" id="{8D350921-C498-9DD2-E4FB-13CEC2F47CFD}"/>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43" name="Group 642">
              <a:extLst>
                <a:ext uri="{FF2B5EF4-FFF2-40B4-BE49-F238E27FC236}">
                  <a16:creationId xmlns:a16="http://schemas.microsoft.com/office/drawing/2014/main" id="{C8CB1267-1AFA-04A9-8F58-7C5AA0F484FF}"/>
                </a:ext>
              </a:extLst>
            </p:cNvPr>
            <p:cNvGrpSpPr/>
            <p:nvPr/>
          </p:nvGrpSpPr>
          <p:grpSpPr>
            <a:xfrm>
              <a:off x="3607767" y="3713057"/>
              <a:ext cx="37817" cy="61390"/>
              <a:chOff x="3883481" y="2057400"/>
              <a:chExt cx="1608363" cy="2652031"/>
            </a:xfrm>
            <a:solidFill>
              <a:srgbClr val="A6A6A6">
                <a:alpha val="20000"/>
              </a:srgbClr>
            </a:solidFill>
          </p:grpSpPr>
          <p:sp>
            <p:nvSpPr>
              <p:cNvPr id="644" name="Oval 27">
                <a:extLst>
                  <a:ext uri="{FF2B5EF4-FFF2-40B4-BE49-F238E27FC236}">
                    <a16:creationId xmlns:a16="http://schemas.microsoft.com/office/drawing/2014/main" id="{00206D84-EB01-263B-EA17-C3D93CE62A5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5" name="Oval 28">
                <a:extLst>
                  <a:ext uri="{FF2B5EF4-FFF2-40B4-BE49-F238E27FC236}">
                    <a16:creationId xmlns:a16="http://schemas.microsoft.com/office/drawing/2014/main" id="{F53413E9-6752-0336-12A3-69DA60A8C86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2" name="Group 661">
            <a:extLst>
              <a:ext uri="{FF2B5EF4-FFF2-40B4-BE49-F238E27FC236}">
                <a16:creationId xmlns:a16="http://schemas.microsoft.com/office/drawing/2014/main" id="{11AA2FA0-3C8E-D5E2-30C2-B16F8B372DFB}"/>
              </a:ext>
            </a:extLst>
          </p:cNvPr>
          <p:cNvGrpSpPr/>
          <p:nvPr/>
        </p:nvGrpSpPr>
        <p:grpSpPr>
          <a:xfrm>
            <a:off x="2105710" y="3698208"/>
            <a:ext cx="721206" cy="610396"/>
            <a:chOff x="2105710" y="3698208"/>
            <a:chExt cx="721206" cy="610396"/>
          </a:xfrm>
        </p:grpSpPr>
        <p:sp>
          <p:nvSpPr>
            <p:cNvPr id="663" name="Rectangle 662">
              <a:extLst>
                <a:ext uri="{FF2B5EF4-FFF2-40B4-BE49-F238E27FC236}">
                  <a16:creationId xmlns:a16="http://schemas.microsoft.com/office/drawing/2014/main" id="{68E13EE4-B8A6-F894-7F1D-608419F362EA}"/>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64" name="Right Triangle 663">
              <a:extLst>
                <a:ext uri="{FF2B5EF4-FFF2-40B4-BE49-F238E27FC236}">
                  <a16:creationId xmlns:a16="http://schemas.microsoft.com/office/drawing/2014/main" id="{32CE7E7F-1A74-D58A-46FD-E6E5BC22F72F}"/>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5" name="Group 664">
              <a:extLst>
                <a:ext uri="{FF2B5EF4-FFF2-40B4-BE49-F238E27FC236}">
                  <a16:creationId xmlns:a16="http://schemas.microsoft.com/office/drawing/2014/main" id="{1F7E6AEF-1C48-9331-291D-2F39FF1D64A3}"/>
                </a:ext>
              </a:extLst>
            </p:cNvPr>
            <p:cNvGrpSpPr/>
            <p:nvPr/>
          </p:nvGrpSpPr>
          <p:grpSpPr>
            <a:xfrm>
              <a:off x="2776303" y="3704306"/>
              <a:ext cx="37817" cy="61390"/>
              <a:chOff x="3883481" y="2057400"/>
              <a:chExt cx="1608363" cy="2652031"/>
            </a:xfrm>
            <a:solidFill>
              <a:srgbClr val="A6A6A6">
                <a:alpha val="20000"/>
              </a:srgbClr>
            </a:solidFill>
          </p:grpSpPr>
          <p:sp>
            <p:nvSpPr>
              <p:cNvPr id="666" name="Oval 27">
                <a:extLst>
                  <a:ext uri="{FF2B5EF4-FFF2-40B4-BE49-F238E27FC236}">
                    <a16:creationId xmlns:a16="http://schemas.microsoft.com/office/drawing/2014/main" id="{D015E3F5-5F0F-517A-351D-8EC1251FEC6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7" name="Oval 28">
                <a:extLst>
                  <a:ext uri="{FF2B5EF4-FFF2-40B4-BE49-F238E27FC236}">
                    <a16:creationId xmlns:a16="http://schemas.microsoft.com/office/drawing/2014/main" id="{34B1EAA0-A888-6ED7-1876-9C4D023003E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8" name="Group 667">
            <a:extLst>
              <a:ext uri="{FF2B5EF4-FFF2-40B4-BE49-F238E27FC236}">
                <a16:creationId xmlns:a16="http://schemas.microsoft.com/office/drawing/2014/main" id="{ADE79423-EA17-A71C-1ACE-8EBE9D4290EC}"/>
              </a:ext>
            </a:extLst>
          </p:cNvPr>
          <p:cNvGrpSpPr/>
          <p:nvPr/>
        </p:nvGrpSpPr>
        <p:grpSpPr>
          <a:xfrm>
            <a:off x="3778361" y="2253333"/>
            <a:ext cx="721206" cy="609701"/>
            <a:chOff x="3778361" y="2253333"/>
            <a:chExt cx="721206" cy="609701"/>
          </a:xfrm>
        </p:grpSpPr>
        <p:sp>
          <p:nvSpPr>
            <p:cNvPr id="669" name="Rectangle 668">
              <a:extLst>
                <a:ext uri="{FF2B5EF4-FFF2-40B4-BE49-F238E27FC236}">
                  <a16:creationId xmlns:a16="http://schemas.microsoft.com/office/drawing/2014/main" id="{646FE0F5-A2CD-A006-AD2D-1E6C2401D25C}"/>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70" name="Rectangle 669">
              <a:extLst>
                <a:ext uri="{FF2B5EF4-FFF2-40B4-BE49-F238E27FC236}">
                  <a16:creationId xmlns:a16="http://schemas.microsoft.com/office/drawing/2014/main" id="{15342588-A8FF-FF7F-DDCD-99CAE9CA1413}"/>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1" name="Oval 15">
              <a:extLst>
                <a:ext uri="{FF2B5EF4-FFF2-40B4-BE49-F238E27FC236}">
                  <a16:creationId xmlns:a16="http://schemas.microsoft.com/office/drawing/2014/main" id="{7AF728A1-CD62-6C5E-90AC-047FAA5CDC81}"/>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72" name="Straight Connector 671">
              <a:extLst>
                <a:ext uri="{FF2B5EF4-FFF2-40B4-BE49-F238E27FC236}">
                  <a16:creationId xmlns:a16="http://schemas.microsoft.com/office/drawing/2014/main" id="{2A670ABB-9A76-2F30-0E62-DFC73880A7DF}"/>
                </a:ext>
              </a:extLst>
            </p:cNvPr>
            <p:cNvCxnSpPr>
              <a:cxnSpLocks/>
              <a:stCxn id="671"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73" name="Straight Connector 672">
              <a:extLst>
                <a:ext uri="{FF2B5EF4-FFF2-40B4-BE49-F238E27FC236}">
                  <a16:creationId xmlns:a16="http://schemas.microsoft.com/office/drawing/2014/main" id="{24D28124-5050-1321-F23F-EAF9D638A327}"/>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74" name="Group 673">
            <a:extLst>
              <a:ext uri="{FF2B5EF4-FFF2-40B4-BE49-F238E27FC236}">
                <a16:creationId xmlns:a16="http://schemas.microsoft.com/office/drawing/2014/main" id="{661BCC72-3038-7FE1-238E-91A03814D23E}"/>
              </a:ext>
            </a:extLst>
          </p:cNvPr>
          <p:cNvGrpSpPr/>
          <p:nvPr/>
        </p:nvGrpSpPr>
        <p:grpSpPr>
          <a:xfrm>
            <a:off x="1268843" y="2253332"/>
            <a:ext cx="721206" cy="609701"/>
            <a:chOff x="1268843" y="2253332"/>
            <a:chExt cx="721206" cy="609701"/>
          </a:xfrm>
        </p:grpSpPr>
        <p:sp>
          <p:nvSpPr>
            <p:cNvPr id="675" name="Rectangle 674">
              <a:extLst>
                <a:ext uri="{FF2B5EF4-FFF2-40B4-BE49-F238E27FC236}">
                  <a16:creationId xmlns:a16="http://schemas.microsoft.com/office/drawing/2014/main" id="{4B43DB1C-8B8F-73BE-A2C0-BAFFB0B82118}"/>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76" name="Right Triangle 675">
              <a:extLst>
                <a:ext uri="{FF2B5EF4-FFF2-40B4-BE49-F238E27FC236}">
                  <a16:creationId xmlns:a16="http://schemas.microsoft.com/office/drawing/2014/main" id="{8BA56377-7D8A-3BBC-C60A-854D458E0C77}"/>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7" name="Group 676">
              <a:extLst>
                <a:ext uri="{FF2B5EF4-FFF2-40B4-BE49-F238E27FC236}">
                  <a16:creationId xmlns:a16="http://schemas.microsoft.com/office/drawing/2014/main" id="{18C1C12B-CAEE-6FDB-86B3-CDF55E5FF663}"/>
                </a:ext>
              </a:extLst>
            </p:cNvPr>
            <p:cNvGrpSpPr/>
            <p:nvPr/>
          </p:nvGrpSpPr>
          <p:grpSpPr>
            <a:xfrm>
              <a:off x="1939436" y="2265731"/>
              <a:ext cx="37817" cy="61390"/>
              <a:chOff x="3883481" y="2057400"/>
              <a:chExt cx="1608363" cy="2652031"/>
            </a:xfrm>
            <a:solidFill>
              <a:srgbClr val="A6A6A6">
                <a:alpha val="20000"/>
              </a:srgbClr>
            </a:solidFill>
          </p:grpSpPr>
          <p:sp>
            <p:nvSpPr>
              <p:cNvPr id="678" name="Oval 27">
                <a:extLst>
                  <a:ext uri="{FF2B5EF4-FFF2-40B4-BE49-F238E27FC236}">
                    <a16:creationId xmlns:a16="http://schemas.microsoft.com/office/drawing/2014/main" id="{7BE96DA8-315E-53FC-1271-2DB67C9B872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9" name="Oval 28">
                <a:extLst>
                  <a:ext uri="{FF2B5EF4-FFF2-40B4-BE49-F238E27FC236}">
                    <a16:creationId xmlns:a16="http://schemas.microsoft.com/office/drawing/2014/main" id="{C982F872-FBE8-7475-CEA1-A66407FFD2F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0" name="Group 679">
            <a:extLst>
              <a:ext uri="{FF2B5EF4-FFF2-40B4-BE49-F238E27FC236}">
                <a16:creationId xmlns:a16="http://schemas.microsoft.com/office/drawing/2014/main" id="{4EE69349-2061-AB85-415E-5757B8B8883E}"/>
              </a:ext>
            </a:extLst>
          </p:cNvPr>
          <p:cNvGrpSpPr/>
          <p:nvPr/>
        </p:nvGrpSpPr>
        <p:grpSpPr>
          <a:xfrm>
            <a:off x="2105351" y="2253333"/>
            <a:ext cx="721206" cy="609701"/>
            <a:chOff x="2105351" y="2253333"/>
            <a:chExt cx="721206" cy="609701"/>
          </a:xfrm>
        </p:grpSpPr>
        <p:sp>
          <p:nvSpPr>
            <p:cNvPr id="681" name="Rectangle 680">
              <a:extLst>
                <a:ext uri="{FF2B5EF4-FFF2-40B4-BE49-F238E27FC236}">
                  <a16:creationId xmlns:a16="http://schemas.microsoft.com/office/drawing/2014/main" id="{9885C46C-820F-AF61-AC33-0BAE04BF8CD1}"/>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82" name="Right Triangle 681">
              <a:extLst>
                <a:ext uri="{FF2B5EF4-FFF2-40B4-BE49-F238E27FC236}">
                  <a16:creationId xmlns:a16="http://schemas.microsoft.com/office/drawing/2014/main" id="{5CE91793-73A0-3ECA-3BB6-137EAA492911}"/>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3" name="Group 682">
              <a:extLst>
                <a:ext uri="{FF2B5EF4-FFF2-40B4-BE49-F238E27FC236}">
                  <a16:creationId xmlns:a16="http://schemas.microsoft.com/office/drawing/2014/main" id="{C2A3937F-E262-5B09-A86C-7A1B74CFF907}"/>
                </a:ext>
              </a:extLst>
            </p:cNvPr>
            <p:cNvGrpSpPr/>
            <p:nvPr/>
          </p:nvGrpSpPr>
          <p:grpSpPr>
            <a:xfrm>
              <a:off x="2771408" y="2265591"/>
              <a:ext cx="37817" cy="61390"/>
              <a:chOff x="3883481" y="2057400"/>
              <a:chExt cx="1608363" cy="2652031"/>
            </a:xfrm>
            <a:solidFill>
              <a:srgbClr val="A6A6A6">
                <a:alpha val="20000"/>
              </a:srgbClr>
            </a:solidFill>
          </p:grpSpPr>
          <p:sp>
            <p:nvSpPr>
              <p:cNvPr id="684" name="Oval 27">
                <a:extLst>
                  <a:ext uri="{FF2B5EF4-FFF2-40B4-BE49-F238E27FC236}">
                    <a16:creationId xmlns:a16="http://schemas.microsoft.com/office/drawing/2014/main" id="{147857A2-8772-C5E3-C491-78045192CA2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5" name="Oval 28">
                <a:extLst>
                  <a:ext uri="{FF2B5EF4-FFF2-40B4-BE49-F238E27FC236}">
                    <a16:creationId xmlns:a16="http://schemas.microsoft.com/office/drawing/2014/main" id="{E8CF0619-48DC-BF65-272F-16A825C7D71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6" name="Group 685">
            <a:extLst>
              <a:ext uri="{FF2B5EF4-FFF2-40B4-BE49-F238E27FC236}">
                <a16:creationId xmlns:a16="http://schemas.microsoft.com/office/drawing/2014/main" id="{B199499C-9179-7215-5DC8-18EECEC4E9D1}"/>
              </a:ext>
            </a:extLst>
          </p:cNvPr>
          <p:cNvGrpSpPr/>
          <p:nvPr/>
        </p:nvGrpSpPr>
        <p:grpSpPr>
          <a:xfrm>
            <a:off x="2941860" y="2253333"/>
            <a:ext cx="721206" cy="609701"/>
            <a:chOff x="2941860" y="2253333"/>
            <a:chExt cx="721206" cy="609701"/>
          </a:xfrm>
        </p:grpSpPr>
        <p:sp>
          <p:nvSpPr>
            <p:cNvPr id="687" name="Rectangle 686">
              <a:extLst>
                <a:ext uri="{FF2B5EF4-FFF2-40B4-BE49-F238E27FC236}">
                  <a16:creationId xmlns:a16="http://schemas.microsoft.com/office/drawing/2014/main" id="{2856D794-A517-BA05-B99D-2B3B41E6360F}"/>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688" name="Right Triangle 687">
              <a:extLst>
                <a:ext uri="{FF2B5EF4-FFF2-40B4-BE49-F238E27FC236}">
                  <a16:creationId xmlns:a16="http://schemas.microsoft.com/office/drawing/2014/main" id="{C945F1AD-4F8C-4616-8378-A5E364049341}"/>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9" name="Group 688">
              <a:extLst>
                <a:ext uri="{FF2B5EF4-FFF2-40B4-BE49-F238E27FC236}">
                  <a16:creationId xmlns:a16="http://schemas.microsoft.com/office/drawing/2014/main" id="{4099C22E-29C5-78AC-A67C-F360791BD7F8}"/>
                </a:ext>
              </a:extLst>
            </p:cNvPr>
            <p:cNvGrpSpPr/>
            <p:nvPr/>
          </p:nvGrpSpPr>
          <p:grpSpPr>
            <a:xfrm>
              <a:off x="3611250" y="2264969"/>
              <a:ext cx="37817" cy="61390"/>
              <a:chOff x="3883481" y="2057400"/>
              <a:chExt cx="1608363" cy="2652031"/>
            </a:xfrm>
            <a:solidFill>
              <a:srgbClr val="A6A6A6">
                <a:alpha val="20000"/>
              </a:srgbClr>
            </a:solidFill>
          </p:grpSpPr>
          <p:sp>
            <p:nvSpPr>
              <p:cNvPr id="690" name="Oval 27">
                <a:extLst>
                  <a:ext uri="{FF2B5EF4-FFF2-40B4-BE49-F238E27FC236}">
                    <a16:creationId xmlns:a16="http://schemas.microsoft.com/office/drawing/2014/main" id="{68634C00-617D-5F37-F3ED-884525EEE6B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1" name="Oval 28">
                <a:extLst>
                  <a:ext uri="{FF2B5EF4-FFF2-40B4-BE49-F238E27FC236}">
                    <a16:creationId xmlns:a16="http://schemas.microsoft.com/office/drawing/2014/main" id="{476D55C0-FC76-6B95-F68E-D86290CFE8B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2" name="Group 691">
            <a:extLst>
              <a:ext uri="{FF2B5EF4-FFF2-40B4-BE49-F238E27FC236}">
                <a16:creationId xmlns:a16="http://schemas.microsoft.com/office/drawing/2014/main" id="{3C59DC1D-3688-1CAB-7FB4-088666F898D1}"/>
              </a:ext>
            </a:extLst>
          </p:cNvPr>
          <p:cNvGrpSpPr/>
          <p:nvPr/>
        </p:nvGrpSpPr>
        <p:grpSpPr>
          <a:xfrm>
            <a:off x="4614876" y="2253332"/>
            <a:ext cx="721206" cy="609701"/>
            <a:chOff x="4614876" y="2253332"/>
            <a:chExt cx="721206" cy="609701"/>
          </a:xfrm>
        </p:grpSpPr>
        <p:sp>
          <p:nvSpPr>
            <p:cNvPr id="693" name="Rectangle 692">
              <a:extLst>
                <a:ext uri="{FF2B5EF4-FFF2-40B4-BE49-F238E27FC236}">
                  <a16:creationId xmlns:a16="http://schemas.microsoft.com/office/drawing/2014/main" id="{4A7C641D-D5EA-65EC-8344-FEA4F589F690}"/>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694" name="Right Triangle 693">
              <a:extLst>
                <a:ext uri="{FF2B5EF4-FFF2-40B4-BE49-F238E27FC236}">
                  <a16:creationId xmlns:a16="http://schemas.microsoft.com/office/drawing/2014/main" id="{FA2A3F9F-5F51-39FE-24CB-5C05700CD67E}"/>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5" name="Group 694">
              <a:extLst>
                <a:ext uri="{FF2B5EF4-FFF2-40B4-BE49-F238E27FC236}">
                  <a16:creationId xmlns:a16="http://schemas.microsoft.com/office/drawing/2014/main" id="{CD33A2FD-6F96-A593-B399-F9C3109ABB08}"/>
                </a:ext>
              </a:extLst>
            </p:cNvPr>
            <p:cNvGrpSpPr/>
            <p:nvPr/>
          </p:nvGrpSpPr>
          <p:grpSpPr>
            <a:xfrm>
              <a:off x="5280738" y="2264779"/>
              <a:ext cx="37817" cy="61390"/>
              <a:chOff x="3883481" y="2057400"/>
              <a:chExt cx="1608363" cy="2652031"/>
            </a:xfrm>
            <a:solidFill>
              <a:srgbClr val="A6A6A6">
                <a:alpha val="20000"/>
              </a:srgbClr>
            </a:solidFill>
          </p:grpSpPr>
          <p:sp>
            <p:nvSpPr>
              <p:cNvPr id="696" name="Oval 27">
                <a:extLst>
                  <a:ext uri="{FF2B5EF4-FFF2-40B4-BE49-F238E27FC236}">
                    <a16:creationId xmlns:a16="http://schemas.microsoft.com/office/drawing/2014/main" id="{501EFB29-F493-ABF1-4B91-791CCCFC548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7" name="Oval 28">
                <a:extLst>
                  <a:ext uri="{FF2B5EF4-FFF2-40B4-BE49-F238E27FC236}">
                    <a16:creationId xmlns:a16="http://schemas.microsoft.com/office/drawing/2014/main" id="{97C3A4F8-B78D-A354-CDA8-A1DBA621CB3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10" name="Group 709">
            <a:extLst>
              <a:ext uri="{FF2B5EF4-FFF2-40B4-BE49-F238E27FC236}">
                <a16:creationId xmlns:a16="http://schemas.microsoft.com/office/drawing/2014/main" id="{2CAD2531-10A7-25E4-8DA9-367805B59AF9}"/>
              </a:ext>
            </a:extLst>
          </p:cNvPr>
          <p:cNvGrpSpPr/>
          <p:nvPr/>
        </p:nvGrpSpPr>
        <p:grpSpPr>
          <a:xfrm>
            <a:off x="431659" y="2253337"/>
            <a:ext cx="721895" cy="609700"/>
            <a:chOff x="431659" y="2253337"/>
            <a:chExt cx="721895" cy="609700"/>
          </a:xfrm>
        </p:grpSpPr>
        <p:sp>
          <p:nvSpPr>
            <p:cNvPr id="711" name="Rectangle 710">
              <a:hlinkHover r:id="" action="ppaction://noaction" highlightClick="1"/>
              <a:extLst>
                <a:ext uri="{FF2B5EF4-FFF2-40B4-BE49-F238E27FC236}">
                  <a16:creationId xmlns:a16="http://schemas.microsoft.com/office/drawing/2014/main" id="{B5B64159-0FCE-53AE-DCEC-F39067BC64DB}"/>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12" name="Diamond 711">
              <a:extLst>
                <a:ext uri="{FF2B5EF4-FFF2-40B4-BE49-F238E27FC236}">
                  <a16:creationId xmlns:a16="http://schemas.microsoft.com/office/drawing/2014/main" id="{423E542A-6242-7B86-678A-5FE2BEED00AF}"/>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3" name="Oval 712">
              <a:extLst>
                <a:ext uri="{FF2B5EF4-FFF2-40B4-BE49-F238E27FC236}">
                  <a16:creationId xmlns:a16="http://schemas.microsoft.com/office/drawing/2014/main" id="{3CB4362D-283F-FCA3-079F-29287B592F63}"/>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42" name="Group 741">
            <a:extLst>
              <a:ext uri="{FF2B5EF4-FFF2-40B4-BE49-F238E27FC236}">
                <a16:creationId xmlns:a16="http://schemas.microsoft.com/office/drawing/2014/main" id="{038E8672-2007-FA59-4E43-825DB112CD23}"/>
              </a:ext>
            </a:extLst>
          </p:cNvPr>
          <p:cNvGrpSpPr/>
          <p:nvPr/>
        </p:nvGrpSpPr>
        <p:grpSpPr>
          <a:xfrm>
            <a:off x="5454379" y="2974054"/>
            <a:ext cx="721206" cy="649846"/>
            <a:chOff x="5454379" y="2974054"/>
            <a:chExt cx="721206" cy="649846"/>
          </a:xfrm>
        </p:grpSpPr>
        <p:sp>
          <p:nvSpPr>
            <p:cNvPr id="743" name="Rectangle 742">
              <a:extLst>
                <a:ext uri="{FF2B5EF4-FFF2-40B4-BE49-F238E27FC236}">
                  <a16:creationId xmlns:a16="http://schemas.microsoft.com/office/drawing/2014/main" id="{C257F104-6544-D367-E388-4A09600084A3}"/>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44" name="Rectangle 743">
              <a:extLst>
                <a:ext uri="{FF2B5EF4-FFF2-40B4-BE49-F238E27FC236}">
                  <a16:creationId xmlns:a16="http://schemas.microsoft.com/office/drawing/2014/main" id="{0036968B-D36D-CAFE-EEA0-7BE062B091D1}"/>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5" name="Oval 15">
              <a:extLst>
                <a:ext uri="{FF2B5EF4-FFF2-40B4-BE49-F238E27FC236}">
                  <a16:creationId xmlns:a16="http://schemas.microsoft.com/office/drawing/2014/main" id="{B11BB477-AC56-A24E-359D-F835A9C58CE9}"/>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46" name="Straight Connector 745">
              <a:extLst>
                <a:ext uri="{FF2B5EF4-FFF2-40B4-BE49-F238E27FC236}">
                  <a16:creationId xmlns:a16="http://schemas.microsoft.com/office/drawing/2014/main" id="{917F5E9E-7DF6-AE9C-D520-7BE90709462B}"/>
                </a:ext>
              </a:extLst>
            </p:cNvPr>
            <p:cNvCxnSpPr>
              <a:cxnSpLocks/>
              <a:stCxn id="745"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7" name="Straight Connector 746">
              <a:extLst>
                <a:ext uri="{FF2B5EF4-FFF2-40B4-BE49-F238E27FC236}">
                  <a16:creationId xmlns:a16="http://schemas.microsoft.com/office/drawing/2014/main" id="{E0B68A8B-3D72-8748-3DA5-F31E841B89D0}"/>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48" name="Group 747">
            <a:extLst>
              <a:ext uri="{FF2B5EF4-FFF2-40B4-BE49-F238E27FC236}">
                <a16:creationId xmlns:a16="http://schemas.microsoft.com/office/drawing/2014/main" id="{5F56F143-898A-002D-62AA-2FA283751737}"/>
              </a:ext>
            </a:extLst>
          </p:cNvPr>
          <p:cNvGrpSpPr/>
          <p:nvPr/>
        </p:nvGrpSpPr>
        <p:grpSpPr>
          <a:xfrm>
            <a:off x="431659" y="2974054"/>
            <a:ext cx="721891" cy="609701"/>
            <a:chOff x="431659" y="2974054"/>
            <a:chExt cx="721891" cy="609701"/>
          </a:xfrm>
        </p:grpSpPr>
        <p:sp>
          <p:nvSpPr>
            <p:cNvPr id="749" name="Rectangle 748">
              <a:extLst>
                <a:ext uri="{FF2B5EF4-FFF2-40B4-BE49-F238E27FC236}">
                  <a16:creationId xmlns:a16="http://schemas.microsoft.com/office/drawing/2014/main" id="{2A8C621F-C8BB-6BF4-AFD6-9784E710FF33}"/>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50" name="Right Triangle 749">
              <a:extLst>
                <a:ext uri="{FF2B5EF4-FFF2-40B4-BE49-F238E27FC236}">
                  <a16:creationId xmlns:a16="http://schemas.microsoft.com/office/drawing/2014/main" id="{03DC894F-D6AF-B04B-EB4E-7F44B15B552D}"/>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1" name="Group 750">
              <a:extLst>
                <a:ext uri="{FF2B5EF4-FFF2-40B4-BE49-F238E27FC236}">
                  <a16:creationId xmlns:a16="http://schemas.microsoft.com/office/drawing/2014/main" id="{2F04F702-C417-BF19-4230-BD97CAC49AEA}"/>
                </a:ext>
              </a:extLst>
            </p:cNvPr>
            <p:cNvGrpSpPr/>
            <p:nvPr/>
          </p:nvGrpSpPr>
          <p:grpSpPr>
            <a:xfrm>
              <a:off x="1102940" y="2981762"/>
              <a:ext cx="37817" cy="61390"/>
              <a:chOff x="3883481" y="2057400"/>
              <a:chExt cx="1608363" cy="2652031"/>
            </a:xfrm>
            <a:solidFill>
              <a:srgbClr val="A6A6A6">
                <a:alpha val="20000"/>
              </a:srgbClr>
            </a:solidFill>
          </p:grpSpPr>
          <p:sp>
            <p:nvSpPr>
              <p:cNvPr id="752" name="Oval 27">
                <a:extLst>
                  <a:ext uri="{FF2B5EF4-FFF2-40B4-BE49-F238E27FC236}">
                    <a16:creationId xmlns:a16="http://schemas.microsoft.com/office/drawing/2014/main" id="{93DB5014-582A-C65B-1BA5-13936F6A904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3" name="Oval 28">
                <a:extLst>
                  <a:ext uri="{FF2B5EF4-FFF2-40B4-BE49-F238E27FC236}">
                    <a16:creationId xmlns:a16="http://schemas.microsoft.com/office/drawing/2014/main" id="{FDA565E9-19F7-A0F1-AB19-C28760AB70F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0" name="Group 759">
            <a:extLst>
              <a:ext uri="{FF2B5EF4-FFF2-40B4-BE49-F238E27FC236}">
                <a16:creationId xmlns:a16="http://schemas.microsoft.com/office/drawing/2014/main" id="{9B41B474-A68E-6923-66F8-1891F357795F}"/>
              </a:ext>
            </a:extLst>
          </p:cNvPr>
          <p:cNvGrpSpPr/>
          <p:nvPr/>
        </p:nvGrpSpPr>
        <p:grpSpPr>
          <a:xfrm>
            <a:off x="2940469" y="2974031"/>
            <a:ext cx="721206" cy="613175"/>
            <a:chOff x="2940469" y="2974031"/>
            <a:chExt cx="721206" cy="613175"/>
          </a:xfrm>
        </p:grpSpPr>
        <p:sp>
          <p:nvSpPr>
            <p:cNvPr id="761" name="Rectangle 760">
              <a:extLst>
                <a:ext uri="{FF2B5EF4-FFF2-40B4-BE49-F238E27FC236}">
                  <a16:creationId xmlns:a16="http://schemas.microsoft.com/office/drawing/2014/main" id="{FE49E36B-45A1-B848-EB2F-E54DA5F2D810}"/>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62" name="Right Triangle 761">
              <a:extLst>
                <a:ext uri="{FF2B5EF4-FFF2-40B4-BE49-F238E27FC236}">
                  <a16:creationId xmlns:a16="http://schemas.microsoft.com/office/drawing/2014/main" id="{DB5CE383-BA56-B03C-1144-6E067A50BA25}"/>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3" name="Group 762">
              <a:extLst>
                <a:ext uri="{FF2B5EF4-FFF2-40B4-BE49-F238E27FC236}">
                  <a16:creationId xmlns:a16="http://schemas.microsoft.com/office/drawing/2014/main" id="{89443263-185E-B24F-B820-73FEC56294D3}"/>
                </a:ext>
              </a:extLst>
            </p:cNvPr>
            <p:cNvGrpSpPr/>
            <p:nvPr/>
          </p:nvGrpSpPr>
          <p:grpSpPr>
            <a:xfrm>
              <a:off x="3610502" y="2980132"/>
              <a:ext cx="37817" cy="61390"/>
              <a:chOff x="3883481" y="2057400"/>
              <a:chExt cx="1608363" cy="2652031"/>
            </a:xfrm>
            <a:solidFill>
              <a:srgbClr val="A6A6A6">
                <a:alpha val="20000"/>
              </a:srgbClr>
            </a:solidFill>
          </p:grpSpPr>
          <p:sp>
            <p:nvSpPr>
              <p:cNvPr id="764" name="Oval 27">
                <a:extLst>
                  <a:ext uri="{FF2B5EF4-FFF2-40B4-BE49-F238E27FC236}">
                    <a16:creationId xmlns:a16="http://schemas.microsoft.com/office/drawing/2014/main" id="{6D87E909-73F9-EA25-D308-A65789DC304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5" name="Oval 28">
                <a:extLst>
                  <a:ext uri="{FF2B5EF4-FFF2-40B4-BE49-F238E27FC236}">
                    <a16:creationId xmlns:a16="http://schemas.microsoft.com/office/drawing/2014/main" id="{01AEBEA7-EC9D-F468-E20B-1E470071720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6" name="Group 765">
            <a:extLst>
              <a:ext uri="{FF2B5EF4-FFF2-40B4-BE49-F238E27FC236}">
                <a16:creationId xmlns:a16="http://schemas.microsoft.com/office/drawing/2014/main" id="{B1838394-C54D-F207-429C-D29C0112B9A6}"/>
              </a:ext>
            </a:extLst>
          </p:cNvPr>
          <p:cNvGrpSpPr/>
          <p:nvPr/>
        </p:nvGrpSpPr>
        <p:grpSpPr>
          <a:xfrm>
            <a:off x="1268380" y="2974053"/>
            <a:ext cx="721206" cy="609701"/>
            <a:chOff x="1268380" y="2974053"/>
            <a:chExt cx="721206" cy="609701"/>
          </a:xfrm>
        </p:grpSpPr>
        <p:sp>
          <p:nvSpPr>
            <p:cNvPr id="767" name="Rectangle 766">
              <a:extLst>
                <a:ext uri="{FF2B5EF4-FFF2-40B4-BE49-F238E27FC236}">
                  <a16:creationId xmlns:a16="http://schemas.microsoft.com/office/drawing/2014/main" id="{A3529697-5241-129D-F9D1-477CDCBC3D16}"/>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68" name="Right Triangle 767">
              <a:extLst>
                <a:ext uri="{FF2B5EF4-FFF2-40B4-BE49-F238E27FC236}">
                  <a16:creationId xmlns:a16="http://schemas.microsoft.com/office/drawing/2014/main" id="{EE5F1AD1-66A5-7F76-AFE1-040B3DECFECE}"/>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9" name="Group 768">
              <a:extLst>
                <a:ext uri="{FF2B5EF4-FFF2-40B4-BE49-F238E27FC236}">
                  <a16:creationId xmlns:a16="http://schemas.microsoft.com/office/drawing/2014/main" id="{61D845A5-B5B1-334E-14ED-FE72AC989AE1}"/>
                </a:ext>
              </a:extLst>
            </p:cNvPr>
            <p:cNvGrpSpPr/>
            <p:nvPr/>
          </p:nvGrpSpPr>
          <p:grpSpPr>
            <a:xfrm>
              <a:off x="1938973" y="2986452"/>
              <a:ext cx="37817" cy="61390"/>
              <a:chOff x="3883481" y="2057400"/>
              <a:chExt cx="1608363" cy="2652031"/>
            </a:xfrm>
            <a:solidFill>
              <a:srgbClr val="A6A6A6">
                <a:alpha val="20000"/>
              </a:srgbClr>
            </a:solidFill>
          </p:grpSpPr>
          <p:sp>
            <p:nvSpPr>
              <p:cNvPr id="770" name="Oval 27">
                <a:extLst>
                  <a:ext uri="{FF2B5EF4-FFF2-40B4-BE49-F238E27FC236}">
                    <a16:creationId xmlns:a16="http://schemas.microsoft.com/office/drawing/2014/main" id="{01976439-CB92-8D25-16C6-188CBEDD437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1" name="Oval 28">
                <a:extLst>
                  <a:ext uri="{FF2B5EF4-FFF2-40B4-BE49-F238E27FC236}">
                    <a16:creationId xmlns:a16="http://schemas.microsoft.com/office/drawing/2014/main" id="{0FF02604-E66A-8777-65F8-CBF10D49DC8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72" name="Group 771">
            <a:extLst>
              <a:ext uri="{FF2B5EF4-FFF2-40B4-BE49-F238E27FC236}">
                <a16:creationId xmlns:a16="http://schemas.microsoft.com/office/drawing/2014/main" id="{C38DF6E7-3F18-DF85-956D-FF96D8D5BDBA}"/>
              </a:ext>
            </a:extLst>
          </p:cNvPr>
          <p:cNvGrpSpPr/>
          <p:nvPr/>
        </p:nvGrpSpPr>
        <p:grpSpPr>
          <a:xfrm>
            <a:off x="2938534" y="811556"/>
            <a:ext cx="721206" cy="609701"/>
            <a:chOff x="2938534" y="811556"/>
            <a:chExt cx="721206" cy="609701"/>
          </a:xfrm>
        </p:grpSpPr>
        <p:sp>
          <p:nvSpPr>
            <p:cNvPr id="773" name="Rectangle 772">
              <a:extLst>
                <a:ext uri="{FF2B5EF4-FFF2-40B4-BE49-F238E27FC236}">
                  <a16:creationId xmlns:a16="http://schemas.microsoft.com/office/drawing/2014/main" id="{85E717EC-5CF6-68DB-E200-F76ECC6E07F9}"/>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74" name="Rectangle 773">
              <a:extLst>
                <a:ext uri="{FF2B5EF4-FFF2-40B4-BE49-F238E27FC236}">
                  <a16:creationId xmlns:a16="http://schemas.microsoft.com/office/drawing/2014/main" id="{625113E0-8068-3217-2A44-9947A1A36F3B}"/>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5" name="Oval 15">
              <a:extLst>
                <a:ext uri="{FF2B5EF4-FFF2-40B4-BE49-F238E27FC236}">
                  <a16:creationId xmlns:a16="http://schemas.microsoft.com/office/drawing/2014/main" id="{B1A009AB-7924-7AC5-844C-EFC93A22AD5E}"/>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76" name="Straight Connector 775">
              <a:extLst>
                <a:ext uri="{FF2B5EF4-FFF2-40B4-BE49-F238E27FC236}">
                  <a16:creationId xmlns:a16="http://schemas.microsoft.com/office/drawing/2014/main" id="{7FB49E8D-E213-C0B9-CDFA-83A8B0ADD344}"/>
                </a:ext>
              </a:extLst>
            </p:cNvPr>
            <p:cNvCxnSpPr>
              <a:cxnSpLocks/>
              <a:stCxn id="775"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77" name="Straight Connector 776">
              <a:extLst>
                <a:ext uri="{FF2B5EF4-FFF2-40B4-BE49-F238E27FC236}">
                  <a16:creationId xmlns:a16="http://schemas.microsoft.com/office/drawing/2014/main" id="{8F2C19C7-6DF3-76DA-BD82-D7CA95366EBE}"/>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84" name="Group 783">
            <a:extLst>
              <a:ext uri="{FF2B5EF4-FFF2-40B4-BE49-F238E27FC236}">
                <a16:creationId xmlns:a16="http://schemas.microsoft.com/office/drawing/2014/main" id="{9635903E-6526-4073-81EB-61613A174CDA}"/>
              </a:ext>
            </a:extLst>
          </p:cNvPr>
          <p:cNvGrpSpPr/>
          <p:nvPr/>
        </p:nvGrpSpPr>
        <p:grpSpPr>
          <a:xfrm>
            <a:off x="431659" y="811556"/>
            <a:ext cx="721206" cy="609701"/>
            <a:chOff x="431659" y="811556"/>
            <a:chExt cx="721206" cy="609701"/>
          </a:xfrm>
        </p:grpSpPr>
        <p:sp>
          <p:nvSpPr>
            <p:cNvPr id="785" name="Rectangle 784">
              <a:extLst>
                <a:ext uri="{FF2B5EF4-FFF2-40B4-BE49-F238E27FC236}">
                  <a16:creationId xmlns:a16="http://schemas.microsoft.com/office/drawing/2014/main" id="{209D4A78-1DF4-F38B-9422-E2A37A535069}"/>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86" name="Right Triangle 785">
              <a:extLst>
                <a:ext uri="{FF2B5EF4-FFF2-40B4-BE49-F238E27FC236}">
                  <a16:creationId xmlns:a16="http://schemas.microsoft.com/office/drawing/2014/main" id="{6A56922C-6A1F-AE61-9480-226B913436A3}"/>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7" name="Group 786">
              <a:extLst>
                <a:ext uri="{FF2B5EF4-FFF2-40B4-BE49-F238E27FC236}">
                  <a16:creationId xmlns:a16="http://schemas.microsoft.com/office/drawing/2014/main" id="{A9DE2260-FD8D-01E4-AA0D-57D20AFA0DC1}"/>
                </a:ext>
              </a:extLst>
            </p:cNvPr>
            <p:cNvGrpSpPr/>
            <p:nvPr/>
          </p:nvGrpSpPr>
          <p:grpSpPr>
            <a:xfrm>
              <a:off x="1100969" y="819591"/>
              <a:ext cx="37817" cy="61390"/>
              <a:chOff x="3883481" y="2057400"/>
              <a:chExt cx="1608363" cy="2652031"/>
            </a:xfrm>
            <a:solidFill>
              <a:srgbClr val="A6A6A6">
                <a:alpha val="20000"/>
              </a:srgbClr>
            </a:solidFill>
          </p:grpSpPr>
          <p:sp>
            <p:nvSpPr>
              <p:cNvPr id="788" name="Oval 27">
                <a:extLst>
                  <a:ext uri="{FF2B5EF4-FFF2-40B4-BE49-F238E27FC236}">
                    <a16:creationId xmlns:a16="http://schemas.microsoft.com/office/drawing/2014/main" id="{0D3AD7E1-D2CB-8A9D-AB6F-900410A03CD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9" name="Oval 28">
                <a:extLst>
                  <a:ext uri="{FF2B5EF4-FFF2-40B4-BE49-F238E27FC236}">
                    <a16:creationId xmlns:a16="http://schemas.microsoft.com/office/drawing/2014/main" id="{85029E75-7505-7FE6-836D-CA147C6D1C1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0" name="Group 789">
            <a:extLst>
              <a:ext uri="{FF2B5EF4-FFF2-40B4-BE49-F238E27FC236}">
                <a16:creationId xmlns:a16="http://schemas.microsoft.com/office/drawing/2014/main" id="{243EBE8A-94CE-E6CE-E1F6-88728D2AC868}"/>
              </a:ext>
            </a:extLst>
          </p:cNvPr>
          <p:cNvGrpSpPr/>
          <p:nvPr/>
        </p:nvGrpSpPr>
        <p:grpSpPr>
          <a:xfrm>
            <a:off x="1267285" y="811556"/>
            <a:ext cx="721206" cy="609701"/>
            <a:chOff x="1267285" y="811556"/>
            <a:chExt cx="721206" cy="609701"/>
          </a:xfrm>
        </p:grpSpPr>
        <p:sp>
          <p:nvSpPr>
            <p:cNvPr id="791" name="Rectangle 790">
              <a:extLst>
                <a:ext uri="{FF2B5EF4-FFF2-40B4-BE49-F238E27FC236}">
                  <a16:creationId xmlns:a16="http://schemas.microsoft.com/office/drawing/2014/main" id="{52804DB7-8F16-61D9-C32B-3C4CCF575E30}"/>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792" name="Right Triangle 791">
              <a:extLst>
                <a:ext uri="{FF2B5EF4-FFF2-40B4-BE49-F238E27FC236}">
                  <a16:creationId xmlns:a16="http://schemas.microsoft.com/office/drawing/2014/main" id="{79900A41-67AA-80D6-E604-8A1D7AFE3285}"/>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93" name="Group 792">
              <a:extLst>
                <a:ext uri="{FF2B5EF4-FFF2-40B4-BE49-F238E27FC236}">
                  <a16:creationId xmlns:a16="http://schemas.microsoft.com/office/drawing/2014/main" id="{97B0B6B0-65FD-AE6C-BE81-96BD2FB199A3}"/>
                </a:ext>
              </a:extLst>
            </p:cNvPr>
            <p:cNvGrpSpPr/>
            <p:nvPr/>
          </p:nvGrpSpPr>
          <p:grpSpPr>
            <a:xfrm>
              <a:off x="1937878" y="819591"/>
              <a:ext cx="37817" cy="61390"/>
              <a:chOff x="3883481" y="2057400"/>
              <a:chExt cx="1608363" cy="2652031"/>
            </a:xfrm>
            <a:solidFill>
              <a:srgbClr val="A6A6A6">
                <a:alpha val="20000"/>
              </a:srgbClr>
            </a:solidFill>
          </p:grpSpPr>
          <p:sp>
            <p:nvSpPr>
              <p:cNvPr id="794" name="Oval 27">
                <a:extLst>
                  <a:ext uri="{FF2B5EF4-FFF2-40B4-BE49-F238E27FC236}">
                    <a16:creationId xmlns:a16="http://schemas.microsoft.com/office/drawing/2014/main" id="{9CE5C20B-FC3A-BB41-B684-C36591710FB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5" name="Oval 28">
                <a:extLst>
                  <a:ext uri="{FF2B5EF4-FFF2-40B4-BE49-F238E27FC236}">
                    <a16:creationId xmlns:a16="http://schemas.microsoft.com/office/drawing/2014/main" id="{200C73FB-8C6A-513E-906A-A0738F1D362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2" name="Group 801">
            <a:extLst>
              <a:ext uri="{FF2B5EF4-FFF2-40B4-BE49-F238E27FC236}">
                <a16:creationId xmlns:a16="http://schemas.microsoft.com/office/drawing/2014/main" id="{13E30E38-5159-4EF5-F168-71782A79606D}"/>
              </a:ext>
            </a:extLst>
          </p:cNvPr>
          <p:cNvGrpSpPr/>
          <p:nvPr/>
        </p:nvGrpSpPr>
        <p:grpSpPr>
          <a:xfrm>
            <a:off x="2889438" y="751337"/>
            <a:ext cx="5022643" cy="5001728"/>
            <a:chOff x="2889438" y="751337"/>
            <a:chExt cx="5022643" cy="5001728"/>
          </a:xfrm>
        </p:grpSpPr>
        <p:cxnSp>
          <p:nvCxnSpPr>
            <p:cNvPr id="803" name="Straight Connector 802">
              <a:extLst>
                <a:ext uri="{FF2B5EF4-FFF2-40B4-BE49-F238E27FC236}">
                  <a16:creationId xmlns:a16="http://schemas.microsoft.com/office/drawing/2014/main" id="{E0ABAD87-DDB6-7FD2-C1A7-02E24BC6FCB6}"/>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4" name="Straight Connector 803">
              <a:extLst>
                <a:ext uri="{FF2B5EF4-FFF2-40B4-BE49-F238E27FC236}">
                  <a16:creationId xmlns:a16="http://schemas.microsoft.com/office/drawing/2014/main" id="{E3E0BF13-210F-30D6-96DF-300D3D6896CF}"/>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5" name="Straight Connector 804">
              <a:extLst>
                <a:ext uri="{FF2B5EF4-FFF2-40B4-BE49-F238E27FC236}">
                  <a16:creationId xmlns:a16="http://schemas.microsoft.com/office/drawing/2014/main" id="{2F4FA667-88CE-38AC-81EE-058FCB6F383A}"/>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6" name="Straight Connector 805">
              <a:extLst>
                <a:ext uri="{FF2B5EF4-FFF2-40B4-BE49-F238E27FC236}">
                  <a16:creationId xmlns:a16="http://schemas.microsoft.com/office/drawing/2014/main" id="{9095A814-98AC-6583-2F21-16A90D7114E2}"/>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7" name="Straight Connector 806">
              <a:extLst>
                <a:ext uri="{FF2B5EF4-FFF2-40B4-BE49-F238E27FC236}">
                  <a16:creationId xmlns:a16="http://schemas.microsoft.com/office/drawing/2014/main" id="{49BBEE67-6630-E9A2-A873-775C6270EC24}"/>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7E34BAAD-6414-8D9F-5F60-3112F2828FF9}"/>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9" name="Straight Connector 808">
              <a:extLst>
                <a:ext uri="{FF2B5EF4-FFF2-40B4-BE49-F238E27FC236}">
                  <a16:creationId xmlns:a16="http://schemas.microsoft.com/office/drawing/2014/main" id="{A0080311-476E-3FCA-8FAB-36EA32F73E5F}"/>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0" name="Straight Connector 809">
              <a:extLst>
                <a:ext uri="{FF2B5EF4-FFF2-40B4-BE49-F238E27FC236}">
                  <a16:creationId xmlns:a16="http://schemas.microsoft.com/office/drawing/2014/main" id="{C19AF0B1-2E53-7E5F-43D2-BBD5A0CE5C13}"/>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2CBE0B0B-607C-F946-8627-A81E5D673F3D}"/>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2" name="Straight Connector 811">
              <a:extLst>
                <a:ext uri="{FF2B5EF4-FFF2-40B4-BE49-F238E27FC236}">
                  <a16:creationId xmlns:a16="http://schemas.microsoft.com/office/drawing/2014/main" id="{919F160E-538D-02A7-F2C4-DEF5D3C96F5D}"/>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8" name="Group 837">
            <a:extLst>
              <a:ext uri="{FF2B5EF4-FFF2-40B4-BE49-F238E27FC236}">
                <a16:creationId xmlns:a16="http://schemas.microsoft.com/office/drawing/2014/main" id="{4E41D3BC-C37C-4F8B-08A5-7BBFBA66750C}"/>
              </a:ext>
            </a:extLst>
          </p:cNvPr>
          <p:cNvGrpSpPr/>
          <p:nvPr/>
        </p:nvGrpSpPr>
        <p:grpSpPr>
          <a:xfrm>
            <a:off x="2937173" y="4419601"/>
            <a:ext cx="721206" cy="610396"/>
            <a:chOff x="2937173" y="4419601"/>
            <a:chExt cx="721206" cy="610396"/>
          </a:xfrm>
        </p:grpSpPr>
        <p:sp>
          <p:nvSpPr>
            <p:cNvPr id="839" name="Rectangle 838">
              <a:extLst>
                <a:ext uri="{FF2B5EF4-FFF2-40B4-BE49-F238E27FC236}">
                  <a16:creationId xmlns:a16="http://schemas.microsoft.com/office/drawing/2014/main" id="{C072446B-11B9-2310-E3D8-210734C9C421}"/>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40" name="Right Triangle 839">
              <a:extLst>
                <a:ext uri="{FF2B5EF4-FFF2-40B4-BE49-F238E27FC236}">
                  <a16:creationId xmlns:a16="http://schemas.microsoft.com/office/drawing/2014/main" id="{A8707A3E-A96F-7870-86EF-A56AB0D3F148}"/>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1" name="Group 840">
              <a:extLst>
                <a:ext uri="{FF2B5EF4-FFF2-40B4-BE49-F238E27FC236}">
                  <a16:creationId xmlns:a16="http://schemas.microsoft.com/office/drawing/2014/main" id="{55A98E90-AD60-F15A-9787-72085FDAF1BD}"/>
                </a:ext>
              </a:extLst>
            </p:cNvPr>
            <p:cNvGrpSpPr/>
            <p:nvPr/>
          </p:nvGrpSpPr>
          <p:grpSpPr>
            <a:xfrm>
              <a:off x="3607766" y="4425699"/>
              <a:ext cx="37817" cy="61390"/>
              <a:chOff x="3883481" y="2057400"/>
              <a:chExt cx="1608363" cy="2652031"/>
            </a:xfrm>
            <a:solidFill>
              <a:srgbClr val="A6A6A6">
                <a:alpha val="20000"/>
              </a:srgbClr>
            </a:solidFill>
          </p:grpSpPr>
          <p:sp>
            <p:nvSpPr>
              <p:cNvPr id="842" name="Oval 27">
                <a:extLst>
                  <a:ext uri="{FF2B5EF4-FFF2-40B4-BE49-F238E27FC236}">
                    <a16:creationId xmlns:a16="http://schemas.microsoft.com/office/drawing/2014/main" id="{623BFF17-8E0D-F26F-01C2-CB1198C90AF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3" name="Oval 28">
                <a:extLst>
                  <a:ext uri="{FF2B5EF4-FFF2-40B4-BE49-F238E27FC236}">
                    <a16:creationId xmlns:a16="http://schemas.microsoft.com/office/drawing/2014/main" id="{810A8DC1-D454-65DE-B44C-95BE882C4A5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44" name="Group 843">
            <a:extLst>
              <a:ext uri="{FF2B5EF4-FFF2-40B4-BE49-F238E27FC236}">
                <a16:creationId xmlns:a16="http://schemas.microsoft.com/office/drawing/2014/main" id="{682CBA24-E765-5ECE-B968-BC05F09CA3E4}"/>
              </a:ext>
            </a:extLst>
          </p:cNvPr>
          <p:cNvGrpSpPr/>
          <p:nvPr/>
        </p:nvGrpSpPr>
        <p:grpSpPr>
          <a:xfrm>
            <a:off x="6286130" y="4419624"/>
            <a:ext cx="721206" cy="609701"/>
            <a:chOff x="6286130" y="4419624"/>
            <a:chExt cx="721206" cy="609701"/>
          </a:xfrm>
        </p:grpSpPr>
        <p:sp>
          <p:nvSpPr>
            <p:cNvPr id="845" name="Rectangle 844">
              <a:hlinkHover r:id="" action="ppaction://noaction" highlightClick="1"/>
              <a:extLst>
                <a:ext uri="{FF2B5EF4-FFF2-40B4-BE49-F238E27FC236}">
                  <a16:creationId xmlns:a16="http://schemas.microsoft.com/office/drawing/2014/main" id="{B824E2A0-47DB-5029-6507-A258A587C86F}"/>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46" name="Oval 845">
              <a:extLst>
                <a:ext uri="{FF2B5EF4-FFF2-40B4-BE49-F238E27FC236}">
                  <a16:creationId xmlns:a16="http://schemas.microsoft.com/office/drawing/2014/main" id="{A8452C80-C35C-46C6-F701-C6CEB459CCB0}"/>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7" name="Isosceles Triangle 648">
              <a:extLst>
                <a:ext uri="{FF2B5EF4-FFF2-40B4-BE49-F238E27FC236}">
                  <a16:creationId xmlns:a16="http://schemas.microsoft.com/office/drawing/2014/main" id="{7E6528E7-8C90-0DEA-DA03-6E971475E1FC}"/>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8" name="Group 847">
            <a:extLst>
              <a:ext uri="{FF2B5EF4-FFF2-40B4-BE49-F238E27FC236}">
                <a16:creationId xmlns:a16="http://schemas.microsoft.com/office/drawing/2014/main" id="{1C27D13A-73A0-A414-1066-18D8F92C07B4}"/>
              </a:ext>
            </a:extLst>
          </p:cNvPr>
          <p:cNvGrpSpPr/>
          <p:nvPr/>
        </p:nvGrpSpPr>
        <p:grpSpPr>
          <a:xfrm>
            <a:off x="5458940" y="5135305"/>
            <a:ext cx="721206" cy="609701"/>
            <a:chOff x="5458940" y="5135305"/>
            <a:chExt cx="721206" cy="609701"/>
          </a:xfrm>
        </p:grpSpPr>
        <p:sp>
          <p:nvSpPr>
            <p:cNvPr id="849" name="Rectangle 848">
              <a:hlinkHover r:id="" action="ppaction://noaction" highlightClick="1"/>
              <a:extLst>
                <a:ext uri="{FF2B5EF4-FFF2-40B4-BE49-F238E27FC236}">
                  <a16:creationId xmlns:a16="http://schemas.microsoft.com/office/drawing/2014/main" id="{F2CD6C87-438C-622C-0DBB-69DE863F2066}"/>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50" name="Oval 849">
              <a:extLst>
                <a:ext uri="{FF2B5EF4-FFF2-40B4-BE49-F238E27FC236}">
                  <a16:creationId xmlns:a16="http://schemas.microsoft.com/office/drawing/2014/main" id="{35F41B1E-10B0-A787-5986-4A562E3119F6}"/>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1" name="Isosceles Triangle 648">
              <a:extLst>
                <a:ext uri="{FF2B5EF4-FFF2-40B4-BE49-F238E27FC236}">
                  <a16:creationId xmlns:a16="http://schemas.microsoft.com/office/drawing/2014/main" id="{38E57126-55D5-CA4F-D78B-D5623E48B30B}"/>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2" name="Group 851">
            <a:extLst>
              <a:ext uri="{FF2B5EF4-FFF2-40B4-BE49-F238E27FC236}">
                <a16:creationId xmlns:a16="http://schemas.microsoft.com/office/drawing/2014/main" id="{F8894AC7-8819-73C4-99D8-6DAA717332EE}"/>
              </a:ext>
            </a:extLst>
          </p:cNvPr>
          <p:cNvGrpSpPr/>
          <p:nvPr/>
        </p:nvGrpSpPr>
        <p:grpSpPr>
          <a:xfrm>
            <a:off x="6289146" y="5141017"/>
            <a:ext cx="721206" cy="609701"/>
            <a:chOff x="6289146" y="5141017"/>
            <a:chExt cx="721206" cy="609701"/>
          </a:xfrm>
        </p:grpSpPr>
        <p:sp>
          <p:nvSpPr>
            <p:cNvPr id="853" name="Rectangle 852">
              <a:hlinkHover r:id="" action="ppaction://noaction" highlightClick="1"/>
              <a:extLst>
                <a:ext uri="{FF2B5EF4-FFF2-40B4-BE49-F238E27FC236}">
                  <a16:creationId xmlns:a16="http://schemas.microsoft.com/office/drawing/2014/main" id="{F4C721F2-2CA2-0346-538B-556FA6736237}"/>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54" name="Oval 853">
              <a:extLst>
                <a:ext uri="{FF2B5EF4-FFF2-40B4-BE49-F238E27FC236}">
                  <a16:creationId xmlns:a16="http://schemas.microsoft.com/office/drawing/2014/main" id="{BD6FB396-7EC5-9F52-47F8-6EE84F78ACD5}"/>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5" name="Isosceles Triangle 648">
              <a:extLst>
                <a:ext uri="{FF2B5EF4-FFF2-40B4-BE49-F238E27FC236}">
                  <a16:creationId xmlns:a16="http://schemas.microsoft.com/office/drawing/2014/main" id="{A9CCA055-646E-55A3-194C-10C5CCA74645}"/>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6" name="Group 855">
            <a:extLst>
              <a:ext uri="{FF2B5EF4-FFF2-40B4-BE49-F238E27FC236}">
                <a16:creationId xmlns:a16="http://schemas.microsoft.com/office/drawing/2014/main" id="{757FFD8E-0479-49AD-8E3F-78393D61DAF3}"/>
              </a:ext>
            </a:extLst>
          </p:cNvPr>
          <p:cNvGrpSpPr/>
          <p:nvPr/>
        </p:nvGrpSpPr>
        <p:grpSpPr>
          <a:xfrm>
            <a:off x="7122911" y="4419624"/>
            <a:ext cx="721206" cy="609701"/>
            <a:chOff x="7122911" y="4419624"/>
            <a:chExt cx="721206" cy="609701"/>
          </a:xfrm>
        </p:grpSpPr>
        <p:sp>
          <p:nvSpPr>
            <p:cNvPr id="857" name="Rectangle 856">
              <a:hlinkHover r:id="" action="ppaction://noaction" highlightClick="1"/>
              <a:extLst>
                <a:ext uri="{FF2B5EF4-FFF2-40B4-BE49-F238E27FC236}">
                  <a16:creationId xmlns:a16="http://schemas.microsoft.com/office/drawing/2014/main" id="{3157C0A7-F074-E05F-529D-CB99A1458293}"/>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58" name="Oval 857">
              <a:extLst>
                <a:ext uri="{FF2B5EF4-FFF2-40B4-BE49-F238E27FC236}">
                  <a16:creationId xmlns:a16="http://schemas.microsoft.com/office/drawing/2014/main" id="{BCC557D2-D168-F37A-D4EC-B00F5BBA230B}"/>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9" name="Isosceles Triangle 648">
              <a:extLst>
                <a:ext uri="{FF2B5EF4-FFF2-40B4-BE49-F238E27FC236}">
                  <a16:creationId xmlns:a16="http://schemas.microsoft.com/office/drawing/2014/main" id="{8C14EFCD-5114-7601-DD0B-A5208BBC6898}"/>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4" name="Group 863">
            <a:extLst>
              <a:ext uri="{FF2B5EF4-FFF2-40B4-BE49-F238E27FC236}">
                <a16:creationId xmlns:a16="http://schemas.microsoft.com/office/drawing/2014/main" id="{446AC1A8-A703-C6E4-EEF1-EEEBC916EE03}"/>
              </a:ext>
            </a:extLst>
          </p:cNvPr>
          <p:cNvGrpSpPr/>
          <p:nvPr/>
        </p:nvGrpSpPr>
        <p:grpSpPr>
          <a:xfrm>
            <a:off x="5454385" y="4419624"/>
            <a:ext cx="721206" cy="609701"/>
            <a:chOff x="5454385" y="4419624"/>
            <a:chExt cx="721206" cy="609701"/>
          </a:xfrm>
        </p:grpSpPr>
        <p:sp>
          <p:nvSpPr>
            <p:cNvPr id="865" name="Rectangle 864">
              <a:hlinkHover r:id="" action="ppaction://noaction" highlightClick="1"/>
              <a:extLst>
                <a:ext uri="{FF2B5EF4-FFF2-40B4-BE49-F238E27FC236}">
                  <a16:creationId xmlns:a16="http://schemas.microsoft.com/office/drawing/2014/main" id="{8CC0CFD8-806D-FC87-B2E0-A0D568C63353}"/>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66" name="Oval 865">
              <a:extLst>
                <a:ext uri="{FF2B5EF4-FFF2-40B4-BE49-F238E27FC236}">
                  <a16:creationId xmlns:a16="http://schemas.microsoft.com/office/drawing/2014/main" id="{E10A9F80-6AC4-757A-AC6E-F83B7A941D5D}"/>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7" name="Isosceles Triangle 648">
              <a:extLst>
                <a:ext uri="{FF2B5EF4-FFF2-40B4-BE49-F238E27FC236}">
                  <a16:creationId xmlns:a16="http://schemas.microsoft.com/office/drawing/2014/main" id="{57A2C7E9-340C-BA56-7B2D-E5C001D4EE81}"/>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8" name="Group 867">
            <a:extLst>
              <a:ext uri="{FF2B5EF4-FFF2-40B4-BE49-F238E27FC236}">
                <a16:creationId xmlns:a16="http://schemas.microsoft.com/office/drawing/2014/main" id="{FB44BCD2-ECE7-CDB0-1DCE-C1298B2F94D4}"/>
              </a:ext>
            </a:extLst>
          </p:cNvPr>
          <p:cNvGrpSpPr/>
          <p:nvPr/>
        </p:nvGrpSpPr>
        <p:grpSpPr>
          <a:xfrm>
            <a:off x="3775041" y="5130133"/>
            <a:ext cx="721895" cy="609700"/>
            <a:chOff x="3775041" y="5130133"/>
            <a:chExt cx="721895" cy="609700"/>
          </a:xfrm>
        </p:grpSpPr>
        <p:sp>
          <p:nvSpPr>
            <p:cNvPr id="869" name="Rectangle 868">
              <a:hlinkHover r:id="" action="ppaction://noaction" highlightClick="1"/>
              <a:extLst>
                <a:ext uri="{FF2B5EF4-FFF2-40B4-BE49-F238E27FC236}">
                  <a16:creationId xmlns:a16="http://schemas.microsoft.com/office/drawing/2014/main" id="{53B4AD40-807D-70E2-8666-BA1E2232AE53}"/>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70" name="Diamond 869">
              <a:extLst>
                <a:ext uri="{FF2B5EF4-FFF2-40B4-BE49-F238E27FC236}">
                  <a16:creationId xmlns:a16="http://schemas.microsoft.com/office/drawing/2014/main" id="{66F00252-6713-4C0F-71B3-F70FF56BC2F9}"/>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1" name="Oval 870">
              <a:extLst>
                <a:ext uri="{FF2B5EF4-FFF2-40B4-BE49-F238E27FC236}">
                  <a16:creationId xmlns:a16="http://schemas.microsoft.com/office/drawing/2014/main" id="{AC13B23E-AF5C-4E4B-4EE3-87D6948C4DA3}"/>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2" name="Group 871">
            <a:extLst>
              <a:ext uri="{FF2B5EF4-FFF2-40B4-BE49-F238E27FC236}">
                <a16:creationId xmlns:a16="http://schemas.microsoft.com/office/drawing/2014/main" id="{3A1CF1AF-DF78-C0AC-2E14-779AD4A1AB47}"/>
              </a:ext>
            </a:extLst>
          </p:cNvPr>
          <p:cNvGrpSpPr/>
          <p:nvPr/>
        </p:nvGrpSpPr>
        <p:grpSpPr>
          <a:xfrm>
            <a:off x="4618174" y="5130748"/>
            <a:ext cx="721895" cy="609700"/>
            <a:chOff x="4618174" y="5130748"/>
            <a:chExt cx="721895" cy="609700"/>
          </a:xfrm>
        </p:grpSpPr>
        <p:sp>
          <p:nvSpPr>
            <p:cNvPr id="873" name="Rectangle 872">
              <a:hlinkHover r:id="" action="ppaction://noaction" highlightClick="1"/>
              <a:extLst>
                <a:ext uri="{FF2B5EF4-FFF2-40B4-BE49-F238E27FC236}">
                  <a16:creationId xmlns:a16="http://schemas.microsoft.com/office/drawing/2014/main" id="{1E6725DE-8145-B7EC-C0C7-EC0ED367C812}"/>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74" name="Diamond 873">
              <a:extLst>
                <a:ext uri="{FF2B5EF4-FFF2-40B4-BE49-F238E27FC236}">
                  <a16:creationId xmlns:a16="http://schemas.microsoft.com/office/drawing/2014/main" id="{D9D5AD74-4917-071E-ABC5-056E6FF7D3B6}"/>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5" name="Oval 874">
              <a:extLst>
                <a:ext uri="{FF2B5EF4-FFF2-40B4-BE49-F238E27FC236}">
                  <a16:creationId xmlns:a16="http://schemas.microsoft.com/office/drawing/2014/main" id="{51B86434-142F-47B3-DE32-86B55EEE9CB4}"/>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6" name="Group 875">
            <a:extLst>
              <a:ext uri="{FF2B5EF4-FFF2-40B4-BE49-F238E27FC236}">
                <a16:creationId xmlns:a16="http://schemas.microsoft.com/office/drawing/2014/main" id="{C6770C90-2B43-B01B-10C5-CD1EB4AEBDF9}"/>
              </a:ext>
            </a:extLst>
          </p:cNvPr>
          <p:cNvGrpSpPr/>
          <p:nvPr/>
        </p:nvGrpSpPr>
        <p:grpSpPr>
          <a:xfrm>
            <a:off x="7125833" y="5143368"/>
            <a:ext cx="721206" cy="609701"/>
            <a:chOff x="7125833" y="5143368"/>
            <a:chExt cx="721206" cy="609701"/>
          </a:xfrm>
        </p:grpSpPr>
        <p:sp>
          <p:nvSpPr>
            <p:cNvPr id="877" name="Rectangle 876">
              <a:hlinkHover r:id="" action="ppaction://noaction" highlightClick="1"/>
              <a:extLst>
                <a:ext uri="{FF2B5EF4-FFF2-40B4-BE49-F238E27FC236}">
                  <a16:creationId xmlns:a16="http://schemas.microsoft.com/office/drawing/2014/main" id="{9874678A-9F6A-B27F-F9F6-4C04A2487E08}"/>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78" name="Oval 877">
              <a:extLst>
                <a:ext uri="{FF2B5EF4-FFF2-40B4-BE49-F238E27FC236}">
                  <a16:creationId xmlns:a16="http://schemas.microsoft.com/office/drawing/2014/main" id="{6E8DD11A-FF6A-CCB4-EB56-7DF86365DEF3}"/>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9" name="Isosceles Triangle 648">
              <a:extLst>
                <a:ext uri="{FF2B5EF4-FFF2-40B4-BE49-F238E27FC236}">
                  <a16:creationId xmlns:a16="http://schemas.microsoft.com/office/drawing/2014/main" id="{E4AC61D5-A736-8AC3-0E3A-AB5062B278B7}"/>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0" name="Group 879">
            <a:extLst>
              <a:ext uri="{FF2B5EF4-FFF2-40B4-BE49-F238E27FC236}">
                <a16:creationId xmlns:a16="http://schemas.microsoft.com/office/drawing/2014/main" id="{7EECCB06-4CE6-7CF3-C06C-AB7D8645886F}"/>
              </a:ext>
            </a:extLst>
          </p:cNvPr>
          <p:cNvGrpSpPr/>
          <p:nvPr/>
        </p:nvGrpSpPr>
        <p:grpSpPr>
          <a:xfrm>
            <a:off x="7122911" y="3698231"/>
            <a:ext cx="721206" cy="609701"/>
            <a:chOff x="7122911" y="3698231"/>
            <a:chExt cx="721206" cy="609701"/>
          </a:xfrm>
        </p:grpSpPr>
        <p:sp>
          <p:nvSpPr>
            <p:cNvPr id="881" name="Rectangle 880">
              <a:hlinkHover r:id="" action="ppaction://noaction" highlightClick="1"/>
              <a:extLst>
                <a:ext uri="{FF2B5EF4-FFF2-40B4-BE49-F238E27FC236}">
                  <a16:creationId xmlns:a16="http://schemas.microsoft.com/office/drawing/2014/main" id="{EB5BB948-1F7B-BD0B-D7D4-80BB1FCB240A}"/>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82" name="Oval 881">
              <a:extLst>
                <a:ext uri="{FF2B5EF4-FFF2-40B4-BE49-F238E27FC236}">
                  <a16:creationId xmlns:a16="http://schemas.microsoft.com/office/drawing/2014/main" id="{E5ABC266-02C4-6672-0804-B3626FE67405}"/>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3" name="Isosceles Triangle 648">
              <a:extLst>
                <a:ext uri="{FF2B5EF4-FFF2-40B4-BE49-F238E27FC236}">
                  <a16:creationId xmlns:a16="http://schemas.microsoft.com/office/drawing/2014/main" id="{5B9F92E6-D3D7-348C-F637-D58331B55FE3}"/>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4" name="Group 883">
            <a:extLst>
              <a:ext uri="{FF2B5EF4-FFF2-40B4-BE49-F238E27FC236}">
                <a16:creationId xmlns:a16="http://schemas.microsoft.com/office/drawing/2014/main" id="{671A85E2-09D0-1E7B-318B-BD65ED6318D8}"/>
              </a:ext>
            </a:extLst>
          </p:cNvPr>
          <p:cNvGrpSpPr/>
          <p:nvPr/>
        </p:nvGrpSpPr>
        <p:grpSpPr>
          <a:xfrm>
            <a:off x="6286224" y="3620338"/>
            <a:ext cx="721206" cy="687594"/>
            <a:chOff x="6286224" y="3620338"/>
            <a:chExt cx="721206" cy="687594"/>
          </a:xfrm>
        </p:grpSpPr>
        <p:cxnSp>
          <p:nvCxnSpPr>
            <p:cNvPr id="885" name="Straight Connector 884">
              <a:extLst>
                <a:ext uri="{FF2B5EF4-FFF2-40B4-BE49-F238E27FC236}">
                  <a16:creationId xmlns:a16="http://schemas.microsoft.com/office/drawing/2014/main" id="{A084CD8D-B94B-8930-CA27-FA04F4544FA3}"/>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86" name="Rectangle 885">
              <a:hlinkHover r:id="" action="ppaction://noaction" highlightClick="1"/>
              <a:extLst>
                <a:ext uri="{FF2B5EF4-FFF2-40B4-BE49-F238E27FC236}">
                  <a16:creationId xmlns:a16="http://schemas.microsoft.com/office/drawing/2014/main" id="{82AB8864-BB10-7956-F90E-FE984596B377}"/>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87" name="Oval 886">
              <a:extLst>
                <a:ext uri="{FF2B5EF4-FFF2-40B4-BE49-F238E27FC236}">
                  <a16:creationId xmlns:a16="http://schemas.microsoft.com/office/drawing/2014/main" id="{99AC80C1-C1D0-1D75-1A35-1C0E6D7E7AB6}"/>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8" name="Isosceles Triangle 648">
              <a:extLst>
                <a:ext uri="{FF2B5EF4-FFF2-40B4-BE49-F238E27FC236}">
                  <a16:creationId xmlns:a16="http://schemas.microsoft.com/office/drawing/2014/main" id="{0FBFA36E-BD42-1E90-E0D4-FCCDC148B8FC}"/>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899" name="Graphic 898" descr="Close">
            <a:hlinkClick r:id="rId10" action="ppaction://hlinksldjump"/>
            <a:extLst>
              <a:ext uri="{FF2B5EF4-FFF2-40B4-BE49-F238E27FC236}">
                <a16:creationId xmlns:a16="http://schemas.microsoft.com/office/drawing/2014/main" id="{447EF397-392B-810D-2112-EFFFCAC3015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011211" y="44329"/>
            <a:ext cx="629695" cy="629695"/>
          </a:xfrm>
          <a:prstGeom prst="rect">
            <a:avLst/>
          </a:prstGeom>
        </p:spPr>
      </p:pic>
      <p:grpSp>
        <p:nvGrpSpPr>
          <p:cNvPr id="994" name="Group 993">
            <a:extLst>
              <a:ext uri="{FF2B5EF4-FFF2-40B4-BE49-F238E27FC236}">
                <a16:creationId xmlns:a16="http://schemas.microsoft.com/office/drawing/2014/main" id="{46337C89-44A7-2FB5-9FDB-EC2AB4928F6B}"/>
              </a:ext>
            </a:extLst>
          </p:cNvPr>
          <p:cNvGrpSpPr/>
          <p:nvPr/>
        </p:nvGrpSpPr>
        <p:grpSpPr>
          <a:xfrm>
            <a:off x="5448055" y="1532276"/>
            <a:ext cx="721206" cy="609701"/>
            <a:chOff x="5448055" y="1532276"/>
            <a:chExt cx="721206" cy="609701"/>
          </a:xfrm>
        </p:grpSpPr>
        <p:sp>
          <p:nvSpPr>
            <p:cNvPr id="995" name="Rectangle 994">
              <a:extLst>
                <a:ext uri="{FF2B5EF4-FFF2-40B4-BE49-F238E27FC236}">
                  <a16:creationId xmlns:a16="http://schemas.microsoft.com/office/drawing/2014/main" id="{B97D9E30-7389-58BF-56E2-3B75A8663008}"/>
                </a:ext>
              </a:extLst>
            </p:cNvPr>
            <p:cNvSpPr/>
            <p:nvPr/>
          </p:nvSpPr>
          <p:spPr>
            <a:xfrm>
              <a:off x="5448055"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996" name="Rectangle 995">
              <a:extLst>
                <a:ext uri="{FF2B5EF4-FFF2-40B4-BE49-F238E27FC236}">
                  <a16:creationId xmlns:a16="http://schemas.microsoft.com/office/drawing/2014/main" id="{A4CB7583-7A8B-73E8-1074-4A2F0E7C31BB}"/>
                </a:ext>
              </a:extLst>
            </p:cNvPr>
            <p:cNvSpPr/>
            <p:nvPr/>
          </p:nvSpPr>
          <p:spPr>
            <a:xfrm flipV="1">
              <a:off x="6059657"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7" name="Oval 15">
              <a:extLst>
                <a:ext uri="{FF2B5EF4-FFF2-40B4-BE49-F238E27FC236}">
                  <a16:creationId xmlns:a16="http://schemas.microsoft.com/office/drawing/2014/main" id="{F54C5CE3-55CB-C20C-D098-DB94131F89F4}"/>
                </a:ext>
              </a:extLst>
            </p:cNvPr>
            <p:cNvSpPr/>
            <p:nvPr/>
          </p:nvSpPr>
          <p:spPr>
            <a:xfrm>
              <a:off x="6087046"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98" name="Straight Connector 997">
              <a:extLst>
                <a:ext uri="{FF2B5EF4-FFF2-40B4-BE49-F238E27FC236}">
                  <a16:creationId xmlns:a16="http://schemas.microsoft.com/office/drawing/2014/main" id="{D3E83263-CA0B-9AA9-830F-1E240C35E2C7}"/>
                </a:ext>
              </a:extLst>
            </p:cNvPr>
            <p:cNvCxnSpPr>
              <a:cxnSpLocks/>
              <a:stCxn id="997" idx="0"/>
            </p:cNvCxnSpPr>
            <p:nvPr/>
          </p:nvCxnSpPr>
          <p:spPr>
            <a:xfrm flipV="1">
              <a:off x="6092743"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99" name="Straight Connector 998">
              <a:extLst>
                <a:ext uri="{FF2B5EF4-FFF2-40B4-BE49-F238E27FC236}">
                  <a16:creationId xmlns:a16="http://schemas.microsoft.com/office/drawing/2014/main" id="{952BE5FA-BC6F-FB3B-38EF-1158FD4212AA}"/>
                </a:ext>
              </a:extLst>
            </p:cNvPr>
            <p:cNvCxnSpPr>
              <a:cxnSpLocks/>
            </p:cNvCxnSpPr>
            <p:nvPr/>
          </p:nvCxnSpPr>
          <p:spPr>
            <a:xfrm>
              <a:off x="6098462"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00" name="Group 999">
            <a:extLst>
              <a:ext uri="{FF2B5EF4-FFF2-40B4-BE49-F238E27FC236}">
                <a16:creationId xmlns:a16="http://schemas.microsoft.com/office/drawing/2014/main" id="{914B8E03-F5AC-D2BE-4FF6-894CEAFB5652}"/>
              </a:ext>
            </a:extLst>
          </p:cNvPr>
          <p:cNvGrpSpPr/>
          <p:nvPr/>
        </p:nvGrpSpPr>
        <p:grpSpPr>
          <a:xfrm>
            <a:off x="6284562" y="1532276"/>
            <a:ext cx="721206" cy="609701"/>
            <a:chOff x="6284562" y="1532276"/>
            <a:chExt cx="721206" cy="609701"/>
          </a:xfrm>
        </p:grpSpPr>
        <p:sp>
          <p:nvSpPr>
            <p:cNvPr id="1001" name="Rectangle 1000">
              <a:extLst>
                <a:ext uri="{FF2B5EF4-FFF2-40B4-BE49-F238E27FC236}">
                  <a16:creationId xmlns:a16="http://schemas.microsoft.com/office/drawing/2014/main" id="{B04F030F-A4A1-5558-9E9A-4AF9A3304F1D}"/>
                </a:ext>
              </a:extLst>
            </p:cNvPr>
            <p:cNvSpPr/>
            <p:nvPr/>
          </p:nvSpPr>
          <p:spPr>
            <a:xfrm>
              <a:off x="6284562"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1002" name="Rectangle 1001">
              <a:extLst>
                <a:ext uri="{FF2B5EF4-FFF2-40B4-BE49-F238E27FC236}">
                  <a16:creationId xmlns:a16="http://schemas.microsoft.com/office/drawing/2014/main" id="{578DD438-6B37-BD15-9613-4A781716D61D}"/>
                </a:ext>
              </a:extLst>
            </p:cNvPr>
            <p:cNvSpPr/>
            <p:nvPr/>
          </p:nvSpPr>
          <p:spPr>
            <a:xfrm flipV="1">
              <a:off x="6902312"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3" name="Oval 15">
              <a:extLst>
                <a:ext uri="{FF2B5EF4-FFF2-40B4-BE49-F238E27FC236}">
                  <a16:creationId xmlns:a16="http://schemas.microsoft.com/office/drawing/2014/main" id="{893DA703-A8FA-ECD8-329F-E3D109918DCD}"/>
                </a:ext>
              </a:extLst>
            </p:cNvPr>
            <p:cNvSpPr/>
            <p:nvPr/>
          </p:nvSpPr>
          <p:spPr>
            <a:xfrm>
              <a:off x="6929701"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04" name="Straight Connector 1003">
              <a:extLst>
                <a:ext uri="{FF2B5EF4-FFF2-40B4-BE49-F238E27FC236}">
                  <a16:creationId xmlns:a16="http://schemas.microsoft.com/office/drawing/2014/main" id="{5D35F321-149D-88A8-C8C8-1C7AA230A79F}"/>
                </a:ext>
              </a:extLst>
            </p:cNvPr>
            <p:cNvCxnSpPr>
              <a:cxnSpLocks/>
              <a:stCxn id="1003" idx="0"/>
            </p:cNvCxnSpPr>
            <p:nvPr/>
          </p:nvCxnSpPr>
          <p:spPr>
            <a:xfrm flipV="1">
              <a:off x="6935398"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05" name="Straight Connector 1004">
              <a:extLst>
                <a:ext uri="{FF2B5EF4-FFF2-40B4-BE49-F238E27FC236}">
                  <a16:creationId xmlns:a16="http://schemas.microsoft.com/office/drawing/2014/main" id="{3A0FE1C4-B60C-0BD7-FBCC-CEDA00D55912}"/>
                </a:ext>
              </a:extLst>
            </p:cNvPr>
            <p:cNvCxnSpPr>
              <a:cxnSpLocks/>
            </p:cNvCxnSpPr>
            <p:nvPr/>
          </p:nvCxnSpPr>
          <p:spPr>
            <a:xfrm>
              <a:off x="6941117"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06" name="Group 1005">
            <a:extLst>
              <a:ext uri="{FF2B5EF4-FFF2-40B4-BE49-F238E27FC236}">
                <a16:creationId xmlns:a16="http://schemas.microsoft.com/office/drawing/2014/main" id="{C1D2A071-9201-E8AC-41A8-43081287F5F3}"/>
              </a:ext>
            </a:extLst>
          </p:cNvPr>
          <p:cNvGrpSpPr/>
          <p:nvPr/>
        </p:nvGrpSpPr>
        <p:grpSpPr>
          <a:xfrm>
            <a:off x="7121069" y="1532276"/>
            <a:ext cx="721206" cy="609701"/>
            <a:chOff x="7121069" y="1532276"/>
            <a:chExt cx="721206" cy="609701"/>
          </a:xfrm>
        </p:grpSpPr>
        <p:sp>
          <p:nvSpPr>
            <p:cNvPr id="1007" name="Rectangle 1006">
              <a:extLst>
                <a:ext uri="{FF2B5EF4-FFF2-40B4-BE49-F238E27FC236}">
                  <a16:creationId xmlns:a16="http://schemas.microsoft.com/office/drawing/2014/main" id="{798AC577-0E80-AD30-F26D-9E576B503C7B}"/>
                </a:ext>
              </a:extLst>
            </p:cNvPr>
            <p:cNvSpPr/>
            <p:nvPr/>
          </p:nvSpPr>
          <p:spPr>
            <a:xfrm>
              <a:off x="712106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1008" name="Rectangle 1007">
              <a:extLst>
                <a:ext uri="{FF2B5EF4-FFF2-40B4-BE49-F238E27FC236}">
                  <a16:creationId xmlns:a16="http://schemas.microsoft.com/office/drawing/2014/main" id="{D565981A-F2CF-00A1-71EB-184307B27F73}"/>
                </a:ext>
              </a:extLst>
            </p:cNvPr>
            <p:cNvSpPr/>
            <p:nvPr/>
          </p:nvSpPr>
          <p:spPr>
            <a:xfrm flipV="1">
              <a:off x="7736853"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9" name="Oval 15">
              <a:extLst>
                <a:ext uri="{FF2B5EF4-FFF2-40B4-BE49-F238E27FC236}">
                  <a16:creationId xmlns:a16="http://schemas.microsoft.com/office/drawing/2014/main" id="{7DC7A1D1-3DA7-92CF-C789-3921B08E4FE6}"/>
                </a:ext>
              </a:extLst>
            </p:cNvPr>
            <p:cNvSpPr/>
            <p:nvPr/>
          </p:nvSpPr>
          <p:spPr>
            <a:xfrm>
              <a:off x="7764242"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10" name="Straight Connector 1009">
              <a:extLst>
                <a:ext uri="{FF2B5EF4-FFF2-40B4-BE49-F238E27FC236}">
                  <a16:creationId xmlns:a16="http://schemas.microsoft.com/office/drawing/2014/main" id="{E978C525-1C45-08E2-9C3D-C9EA98ED0754}"/>
                </a:ext>
              </a:extLst>
            </p:cNvPr>
            <p:cNvCxnSpPr>
              <a:cxnSpLocks/>
              <a:stCxn id="1009" idx="0"/>
            </p:cNvCxnSpPr>
            <p:nvPr/>
          </p:nvCxnSpPr>
          <p:spPr>
            <a:xfrm flipV="1">
              <a:off x="7769939"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11" name="Straight Connector 1010">
              <a:extLst>
                <a:ext uri="{FF2B5EF4-FFF2-40B4-BE49-F238E27FC236}">
                  <a16:creationId xmlns:a16="http://schemas.microsoft.com/office/drawing/2014/main" id="{749AB4E3-4AC6-36BA-8D29-23FCDD9DD901}"/>
                </a:ext>
              </a:extLst>
            </p:cNvPr>
            <p:cNvCxnSpPr>
              <a:cxnSpLocks/>
            </p:cNvCxnSpPr>
            <p:nvPr/>
          </p:nvCxnSpPr>
          <p:spPr>
            <a:xfrm>
              <a:off x="7775658"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12" name="Group 1011">
            <a:extLst>
              <a:ext uri="{FF2B5EF4-FFF2-40B4-BE49-F238E27FC236}">
                <a16:creationId xmlns:a16="http://schemas.microsoft.com/office/drawing/2014/main" id="{E2B89612-04D2-A741-3232-3BD7A947058D}"/>
              </a:ext>
            </a:extLst>
          </p:cNvPr>
          <p:cNvGrpSpPr/>
          <p:nvPr/>
        </p:nvGrpSpPr>
        <p:grpSpPr>
          <a:xfrm>
            <a:off x="3775041" y="1532276"/>
            <a:ext cx="721206" cy="609701"/>
            <a:chOff x="3775041" y="1532276"/>
            <a:chExt cx="721206" cy="609701"/>
          </a:xfrm>
        </p:grpSpPr>
        <p:sp>
          <p:nvSpPr>
            <p:cNvPr id="1013" name="Rectangle 1012">
              <a:extLst>
                <a:ext uri="{FF2B5EF4-FFF2-40B4-BE49-F238E27FC236}">
                  <a16:creationId xmlns:a16="http://schemas.microsoft.com/office/drawing/2014/main" id="{1287DECB-50EC-F5E9-FF52-F6DDA0FB2355}"/>
                </a:ext>
              </a:extLst>
            </p:cNvPr>
            <p:cNvSpPr/>
            <p:nvPr/>
          </p:nvSpPr>
          <p:spPr>
            <a:xfrm>
              <a:off x="3775041"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1014" name="Right Triangle 1013">
              <a:extLst>
                <a:ext uri="{FF2B5EF4-FFF2-40B4-BE49-F238E27FC236}">
                  <a16:creationId xmlns:a16="http://schemas.microsoft.com/office/drawing/2014/main" id="{499EFA03-867D-109E-D554-A395691B4A4A}"/>
                </a:ext>
              </a:extLst>
            </p:cNvPr>
            <p:cNvSpPr/>
            <p:nvPr/>
          </p:nvSpPr>
          <p:spPr>
            <a:xfrm rot="10800000">
              <a:off x="437405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15" name="Group 1014">
              <a:extLst>
                <a:ext uri="{FF2B5EF4-FFF2-40B4-BE49-F238E27FC236}">
                  <a16:creationId xmlns:a16="http://schemas.microsoft.com/office/drawing/2014/main" id="{B0853BE2-DC5E-FC6E-7AD9-D904DCCFA7B2}"/>
                </a:ext>
              </a:extLst>
            </p:cNvPr>
            <p:cNvGrpSpPr/>
            <p:nvPr/>
          </p:nvGrpSpPr>
          <p:grpSpPr>
            <a:xfrm>
              <a:off x="4440500" y="1542931"/>
              <a:ext cx="37817" cy="61390"/>
              <a:chOff x="3883481" y="2057400"/>
              <a:chExt cx="1608363" cy="2652031"/>
            </a:xfrm>
            <a:solidFill>
              <a:srgbClr val="A6A6A6"/>
            </a:solidFill>
          </p:grpSpPr>
          <p:sp>
            <p:nvSpPr>
              <p:cNvPr id="1016" name="Oval 27">
                <a:extLst>
                  <a:ext uri="{FF2B5EF4-FFF2-40B4-BE49-F238E27FC236}">
                    <a16:creationId xmlns:a16="http://schemas.microsoft.com/office/drawing/2014/main" id="{EFDA7816-3D92-1889-DA20-6C5FE5D5625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7" name="Oval 28">
                <a:extLst>
                  <a:ext uri="{FF2B5EF4-FFF2-40B4-BE49-F238E27FC236}">
                    <a16:creationId xmlns:a16="http://schemas.microsoft.com/office/drawing/2014/main" id="{E69D28A7-DFFC-C209-AB08-41B0AB56C52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18" name="Group 1017">
            <a:extLst>
              <a:ext uri="{FF2B5EF4-FFF2-40B4-BE49-F238E27FC236}">
                <a16:creationId xmlns:a16="http://schemas.microsoft.com/office/drawing/2014/main" id="{AAA32FBA-F3BC-8D49-0870-F4055444A430}"/>
              </a:ext>
            </a:extLst>
          </p:cNvPr>
          <p:cNvGrpSpPr/>
          <p:nvPr/>
        </p:nvGrpSpPr>
        <p:grpSpPr>
          <a:xfrm>
            <a:off x="4611548" y="1532276"/>
            <a:ext cx="721206" cy="609701"/>
            <a:chOff x="4611548" y="1532276"/>
            <a:chExt cx="721206" cy="609701"/>
          </a:xfrm>
        </p:grpSpPr>
        <p:sp>
          <p:nvSpPr>
            <p:cNvPr id="1019" name="Rectangle 1018">
              <a:extLst>
                <a:ext uri="{FF2B5EF4-FFF2-40B4-BE49-F238E27FC236}">
                  <a16:creationId xmlns:a16="http://schemas.microsoft.com/office/drawing/2014/main" id="{03B6CD5C-58B9-595F-210E-D9265F43B1CD}"/>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020" name="Right Triangle 1019">
              <a:extLst>
                <a:ext uri="{FF2B5EF4-FFF2-40B4-BE49-F238E27FC236}">
                  <a16:creationId xmlns:a16="http://schemas.microsoft.com/office/drawing/2014/main" id="{1D956CEC-B176-0C53-6EFD-C30A5004E128}"/>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21" name="Group 1020">
              <a:extLst>
                <a:ext uri="{FF2B5EF4-FFF2-40B4-BE49-F238E27FC236}">
                  <a16:creationId xmlns:a16="http://schemas.microsoft.com/office/drawing/2014/main" id="{DD15F80C-A891-36D0-4C31-B85912957E4F}"/>
                </a:ext>
              </a:extLst>
            </p:cNvPr>
            <p:cNvGrpSpPr/>
            <p:nvPr/>
          </p:nvGrpSpPr>
          <p:grpSpPr>
            <a:xfrm>
              <a:off x="5276140" y="1542931"/>
              <a:ext cx="37817" cy="61390"/>
              <a:chOff x="3883481" y="2057400"/>
              <a:chExt cx="1608363" cy="2652031"/>
            </a:xfrm>
            <a:solidFill>
              <a:srgbClr val="A6A6A6"/>
            </a:solidFill>
          </p:grpSpPr>
          <p:sp>
            <p:nvSpPr>
              <p:cNvPr id="1022" name="Oval 27">
                <a:extLst>
                  <a:ext uri="{FF2B5EF4-FFF2-40B4-BE49-F238E27FC236}">
                    <a16:creationId xmlns:a16="http://schemas.microsoft.com/office/drawing/2014/main" id="{26392061-AF01-6DE7-9595-245A1F40804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3" name="Oval 28">
                <a:extLst>
                  <a:ext uri="{FF2B5EF4-FFF2-40B4-BE49-F238E27FC236}">
                    <a16:creationId xmlns:a16="http://schemas.microsoft.com/office/drawing/2014/main" id="{91C7263F-3F96-D0F2-EC34-13BB270F95F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24" name="Group 1023">
            <a:extLst>
              <a:ext uri="{FF2B5EF4-FFF2-40B4-BE49-F238E27FC236}">
                <a16:creationId xmlns:a16="http://schemas.microsoft.com/office/drawing/2014/main" id="{487C127A-655B-3121-2F63-FC8D3FAA7929}"/>
              </a:ext>
            </a:extLst>
          </p:cNvPr>
          <p:cNvGrpSpPr/>
          <p:nvPr/>
        </p:nvGrpSpPr>
        <p:grpSpPr>
          <a:xfrm>
            <a:off x="2938534" y="1532275"/>
            <a:ext cx="721206" cy="610039"/>
            <a:chOff x="2938534" y="1532275"/>
            <a:chExt cx="721206" cy="610039"/>
          </a:xfrm>
        </p:grpSpPr>
        <p:sp>
          <p:nvSpPr>
            <p:cNvPr id="1025" name="Rectangle 1024">
              <a:extLst>
                <a:ext uri="{FF2B5EF4-FFF2-40B4-BE49-F238E27FC236}">
                  <a16:creationId xmlns:a16="http://schemas.microsoft.com/office/drawing/2014/main" id="{1FC1BE61-20BD-E5FB-A183-F8764D4CEF0C}"/>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1026" name="Right Triangle 1025">
              <a:extLst>
                <a:ext uri="{FF2B5EF4-FFF2-40B4-BE49-F238E27FC236}">
                  <a16:creationId xmlns:a16="http://schemas.microsoft.com/office/drawing/2014/main" id="{57947D2C-B262-8F0E-0321-D3FF92D1ADFA}"/>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7" name="Oval 27">
              <a:extLst>
                <a:ext uri="{FF2B5EF4-FFF2-40B4-BE49-F238E27FC236}">
                  <a16:creationId xmlns:a16="http://schemas.microsoft.com/office/drawing/2014/main" id="{052ABA8E-24B3-4FEC-14B9-0FC880AE5D78}"/>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8" name="Oval 28">
              <a:extLst>
                <a:ext uri="{FF2B5EF4-FFF2-40B4-BE49-F238E27FC236}">
                  <a16:creationId xmlns:a16="http://schemas.microsoft.com/office/drawing/2014/main" id="{14C9B40B-1C66-F3DE-378E-5CE39A8E78B9}"/>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29" name="Group 1028">
            <a:extLst>
              <a:ext uri="{FF2B5EF4-FFF2-40B4-BE49-F238E27FC236}">
                <a16:creationId xmlns:a16="http://schemas.microsoft.com/office/drawing/2014/main" id="{C729FA50-B58A-754A-3574-EC65EE1D64C7}"/>
              </a:ext>
            </a:extLst>
          </p:cNvPr>
          <p:cNvGrpSpPr/>
          <p:nvPr/>
        </p:nvGrpSpPr>
        <p:grpSpPr>
          <a:xfrm>
            <a:off x="6284590" y="811556"/>
            <a:ext cx="721206" cy="609701"/>
            <a:chOff x="6284590" y="811556"/>
            <a:chExt cx="721206" cy="609701"/>
          </a:xfrm>
        </p:grpSpPr>
        <p:sp>
          <p:nvSpPr>
            <p:cNvPr id="1030" name="Rectangle 1029">
              <a:hlinkHover r:id="" action="ppaction://noaction" highlightClick="1"/>
              <a:extLst>
                <a:ext uri="{FF2B5EF4-FFF2-40B4-BE49-F238E27FC236}">
                  <a16:creationId xmlns:a16="http://schemas.microsoft.com/office/drawing/2014/main" id="{BD237D70-0DED-DD33-D114-E354B572DB9D}"/>
                </a:ext>
              </a:extLst>
            </p:cNvPr>
            <p:cNvSpPr/>
            <p:nvPr/>
          </p:nvSpPr>
          <p:spPr>
            <a:xfrm>
              <a:off x="6284590"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1031" name="Right Triangle 1030">
              <a:extLst>
                <a:ext uri="{FF2B5EF4-FFF2-40B4-BE49-F238E27FC236}">
                  <a16:creationId xmlns:a16="http://schemas.microsoft.com/office/drawing/2014/main" id="{B2BC7F4B-A7DD-122B-AAEE-481DDAB4E28C}"/>
                </a:ext>
              </a:extLst>
            </p:cNvPr>
            <p:cNvSpPr/>
            <p:nvPr/>
          </p:nvSpPr>
          <p:spPr>
            <a:xfrm rot="10800000">
              <a:off x="6878802" y="817816"/>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2" name="Oval 27">
              <a:extLst>
                <a:ext uri="{FF2B5EF4-FFF2-40B4-BE49-F238E27FC236}">
                  <a16:creationId xmlns:a16="http://schemas.microsoft.com/office/drawing/2014/main" id="{E2F0DF58-9BDB-8CDA-E114-E99622D5F013}"/>
                </a:ext>
              </a:extLst>
            </p:cNvPr>
            <p:cNvSpPr/>
            <p:nvPr/>
          </p:nvSpPr>
          <p:spPr>
            <a:xfrm>
              <a:off x="6947613" y="823910"/>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3" name="Oval 28">
              <a:extLst>
                <a:ext uri="{FF2B5EF4-FFF2-40B4-BE49-F238E27FC236}">
                  <a16:creationId xmlns:a16="http://schemas.microsoft.com/office/drawing/2014/main" id="{1D40BA5C-7024-ADAC-674F-63D30D571677}"/>
                </a:ext>
              </a:extLst>
            </p:cNvPr>
            <p:cNvSpPr/>
            <p:nvPr/>
          </p:nvSpPr>
          <p:spPr>
            <a:xfrm>
              <a:off x="6945245" y="851365"/>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34" name="Group 1033">
            <a:extLst>
              <a:ext uri="{FF2B5EF4-FFF2-40B4-BE49-F238E27FC236}">
                <a16:creationId xmlns:a16="http://schemas.microsoft.com/office/drawing/2014/main" id="{97298834-78B6-1034-EF94-C9F091FCFBB8}"/>
              </a:ext>
            </a:extLst>
          </p:cNvPr>
          <p:cNvGrpSpPr/>
          <p:nvPr/>
        </p:nvGrpSpPr>
        <p:grpSpPr>
          <a:xfrm>
            <a:off x="7957576" y="811556"/>
            <a:ext cx="721206" cy="609701"/>
            <a:chOff x="7957576" y="811556"/>
            <a:chExt cx="721206" cy="609701"/>
          </a:xfrm>
        </p:grpSpPr>
        <p:sp>
          <p:nvSpPr>
            <p:cNvPr id="1035" name="Rectangle 1034">
              <a:extLst>
                <a:ext uri="{FF2B5EF4-FFF2-40B4-BE49-F238E27FC236}">
                  <a16:creationId xmlns:a16="http://schemas.microsoft.com/office/drawing/2014/main" id="{B4312F24-0877-0DC8-25A4-487923C01939}"/>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1036" name="Rectangle 1035">
              <a:extLst>
                <a:ext uri="{FF2B5EF4-FFF2-40B4-BE49-F238E27FC236}">
                  <a16:creationId xmlns:a16="http://schemas.microsoft.com/office/drawing/2014/main" id="{345D291C-7821-D6FA-FA4C-9143B9B93C0C}"/>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7" name="Oval 15">
              <a:extLst>
                <a:ext uri="{FF2B5EF4-FFF2-40B4-BE49-F238E27FC236}">
                  <a16:creationId xmlns:a16="http://schemas.microsoft.com/office/drawing/2014/main" id="{44FCF08A-1156-5A57-5F0B-48C25C66C8AC}"/>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38" name="Straight Connector 1037">
              <a:extLst>
                <a:ext uri="{FF2B5EF4-FFF2-40B4-BE49-F238E27FC236}">
                  <a16:creationId xmlns:a16="http://schemas.microsoft.com/office/drawing/2014/main" id="{2DD8173E-EF36-14B1-163F-FAC41ECC03AF}"/>
                </a:ext>
              </a:extLst>
            </p:cNvPr>
            <p:cNvCxnSpPr>
              <a:cxnSpLocks/>
              <a:stCxn id="1037"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39" name="Straight Connector 1038">
              <a:extLst>
                <a:ext uri="{FF2B5EF4-FFF2-40B4-BE49-F238E27FC236}">
                  <a16:creationId xmlns:a16="http://schemas.microsoft.com/office/drawing/2014/main" id="{784E531E-498E-6D64-7A2F-70C4DEF3F796}"/>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40" name="Group 1039">
            <a:extLst>
              <a:ext uri="{FF2B5EF4-FFF2-40B4-BE49-F238E27FC236}">
                <a16:creationId xmlns:a16="http://schemas.microsoft.com/office/drawing/2014/main" id="{ED1A8A99-22EF-F7F9-DEF6-1A9E13C9CF65}"/>
              </a:ext>
            </a:extLst>
          </p:cNvPr>
          <p:cNvGrpSpPr/>
          <p:nvPr/>
        </p:nvGrpSpPr>
        <p:grpSpPr>
          <a:xfrm>
            <a:off x="7957577" y="1532276"/>
            <a:ext cx="721206" cy="609701"/>
            <a:chOff x="7957577" y="1532276"/>
            <a:chExt cx="721206" cy="609701"/>
          </a:xfrm>
        </p:grpSpPr>
        <p:sp>
          <p:nvSpPr>
            <p:cNvPr id="1041" name="Rectangle 1040">
              <a:hlinkHover r:id="" action="ppaction://noaction" highlightClick="1"/>
              <a:extLst>
                <a:ext uri="{FF2B5EF4-FFF2-40B4-BE49-F238E27FC236}">
                  <a16:creationId xmlns:a16="http://schemas.microsoft.com/office/drawing/2014/main" id="{381A8FAD-61DE-E271-7A8E-4A9139328ACD}"/>
                </a:ext>
              </a:extLst>
            </p:cNvPr>
            <p:cNvSpPr/>
            <p:nvPr/>
          </p:nvSpPr>
          <p:spPr>
            <a:xfrm>
              <a:off x="7957577"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1042" name="Rectangle 1041">
              <a:extLst>
                <a:ext uri="{FF2B5EF4-FFF2-40B4-BE49-F238E27FC236}">
                  <a16:creationId xmlns:a16="http://schemas.microsoft.com/office/drawing/2014/main" id="{F1F045FE-8B48-A6CC-69F5-BDDA77094AFB}"/>
                </a:ext>
              </a:extLst>
            </p:cNvPr>
            <p:cNvSpPr/>
            <p:nvPr/>
          </p:nvSpPr>
          <p:spPr>
            <a:xfrm flipV="1">
              <a:off x="8571630" y="153528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3" name="Oval 15">
              <a:extLst>
                <a:ext uri="{FF2B5EF4-FFF2-40B4-BE49-F238E27FC236}">
                  <a16:creationId xmlns:a16="http://schemas.microsoft.com/office/drawing/2014/main" id="{3B09AD50-264C-C084-CEBD-F622BFCCCD2D}"/>
                </a:ext>
              </a:extLst>
            </p:cNvPr>
            <p:cNvSpPr/>
            <p:nvPr/>
          </p:nvSpPr>
          <p:spPr>
            <a:xfrm>
              <a:off x="8599019" y="1572027"/>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44" name="Straight Connector 1043">
              <a:extLst>
                <a:ext uri="{FF2B5EF4-FFF2-40B4-BE49-F238E27FC236}">
                  <a16:creationId xmlns:a16="http://schemas.microsoft.com/office/drawing/2014/main" id="{A14BD8A8-C599-80B1-0BB5-C147B9D54746}"/>
                </a:ext>
              </a:extLst>
            </p:cNvPr>
            <p:cNvCxnSpPr>
              <a:cxnSpLocks/>
              <a:stCxn id="1043" idx="0"/>
            </p:cNvCxnSpPr>
            <p:nvPr/>
          </p:nvCxnSpPr>
          <p:spPr>
            <a:xfrm flipV="1">
              <a:off x="8604716" y="154880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45" name="Straight Connector 1044">
              <a:extLst>
                <a:ext uri="{FF2B5EF4-FFF2-40B4-BE49-F238E27FC236}">
                  <a16:creationId xmlns:a16="http://schemas.microsoft.com/office/drawing/2014/main" id="{4AF2584E-B70E-2844-2A60-743559BF6D4B}"/>
                </a:ext>
              </a:extLst>
            </p:cNvPr>
            <p:cNvCxnSpPr>
              <a:cxnSpLocks/>
            </p:cNvCxnSpPr>
            <p:nvPr/>
          </p:nvCxnSpPr>
          <p:spPr>
            <a:xfrm>
              <a:off x="8610435" y="154880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46" name="Group 1045">
            <a:extLst>
              <a:ext uri="{FF2B5EF4-FFF2-40B4-BE49-F238E27FC236}">
                <a16:creationId xmlns:a16="http://schemas.microsoft.com/office/drawing/2014/main" id="{064227E8-E4F3-0888-5393-A8A0EB12B7BB}"/>
              </a:ext>
            </a:extLst>
          </p:cNvPr>
          <p:cNvGrpSpPr/>
          <p:nvPr/>
        </p:nvGrpSpPr>
        <p:grpSpPr>
          <a:xfrm>
            <a:off x="9656908" y="1532276"/>
            <a:ext cx="721206" cy="609701"/>
            <a:chOff x="9656908" y="1532276"/>
            <a:chExt cx="721206" cy="609701"/>
          </a:xfrm>
        </p:grpSpPr>
        <p:sp>
          <p:nvSpPr>
            <p:cNvPr id="1047" name="Rectangle 1046">
              <a:extLst>
                <a:ext uri="{FF2B5EF4-FFF2-40B4-BE49-F238E27FC236}">
                  <a16:creationId xmlns:a16="http://schemas.microsoft.com/office/drawing/2014/main" id="{BC856CC6-9DAD-5282-5C80-2E392E326D44}"/>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48" name="Rectangle 1047">
              <a:extLst>
                <a:ext uri="{FF2B5EF4-FFF2-40B4-BE49-F238E27FC236}">
                  <a16:creationId xmlns:a16="http://schemas.microsoft.com/office/drawing/2014/main" id="{F5E3B182-95C1-0E97-34A2-0947151F190B}"/>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9" name="Oval 15">
              <a:extLst>
                <a:ext uri="{FF2B5EF4-FFF2-40B4-BE49-F238E27FC236}">
                  <a16:creationId xmlns:a16="http://schemas.microsoft.com/office/drawing/2014/main" id="{E30BDAA6-5622-290B-89CA-448DF358BFE0}"/>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50" name="Straight Connector 1049">
              <a:extLst>
                <a:ext uri="{FF2B5EF4-FFF2-40B4-BE49-F238E27FC236}">
                  <a16:creationId xmlns:a16="http://schemas.microsoft.com/office/drawing/2014/main" id="{19E9535C-F9A0-7538-6E06-0A38C5AC90A5}"/>
                </a:ext>
              </a:extLst>
            </p:cNvPr>
            <p:cNvCxnSpPr>
              <a:cxnSpLocks/>
              <a:stCxn id="1049"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51" name="Straight Connector 1050">
              <a:extLst>
                <a:ext uri="{FF2B5EF4-FFF2-40B4-BE49-F238E27FC236}">
                  <a16:creationId xmlns:a16="http://schemas.microsoft.com/office/drawing/2014/main" id="{11B45506-F486-ED17-928B-F3AD40C5D5FC}"/>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52" name="Group 1051">
            <a:extLst>
              <a:ext uri="{FF2B5EF4-FFF2-40B4-BE49-F238E27FC236}">
                <a16:creationId xmlns:a16="http://schemas.microsoft.com/office/drawing/2014/main" id="{0FC5AF54-3102-4375-0577-652BEC6A827F}"/>
              </a:ext>
            </a:extLst>
          </p:cNvPr>
          <p:cNvGrpSpPr/>
          <p:nvPr/>
        </p:nvGrpSpPr>
        <p:grpSpPr>
          <a:xfrm>
            <a:off x="8807242" y="1532276"/>
            <a:ext cx="721206" cy="609701"/>
            <a:chOff x="8807242" y="1532276"/>
            <a:chExt cx="721206" cy="609701"/>
          </a:xfrm>
        </p:grpSpPr>
        <p:sp>
          <p:nvSpPr>
            <p:cNvPr id="1053" name="Rectangle 1052">
              <a:hlinkHover r:id="" action="ppaction://noaction" highlightClick="1"/>
              <a:extLst>
                <a:ext uri="{FF2B5EF4-FFF2-40B4-BE49-F238E27FC236}">
                  <a16:creationId xmlns:a16="http://schemas.microsoft.com/office/drawing/2014/main" id="{48548587-E184-5161-971E-5649C476EA4A}"/>
                </a:ext>
              </a:extLst>
            </p:cNvPr>
            <p:cNvSpPr/>
            <p:nvPr/>
          </p:nvSpPr>
          <p:spPr>
            <a:xfrm>
              <a:off x="8807242"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(Azure)</a:t>
              </a:r>
            </a:p>
          </p:txBody>
        </p:sp>
        <p:sp>
          <p:nvSpPr>
            <p:cNvPr id="1054" name="Oval 1053">
              <a:extLst>
                <a:ext uri="{FF2B5EF4-FFF2-40B4-BE49-F238E27FC236}">
                  <a16:creationId xmlns:a16="http://schemas.microsoft.com/office/drawing/2014/main" id="{5C95720C-90EE-1A0C-D002-E6644D269865}"/>
                </a:ext>
              </a:extLst>
            </p:cNvPr>
            <p:cNvSpPr/>
            <p:nvPr/>
          </p:nvSpPr>
          <p:spPr>
            <a:xfrm>
              <a:off x="9387205" y="154139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5" name="Isosceles Triangle 648">
              <a:extLst>
                <a:ext uri="{FF2B5EF4-FFF2-40B4-BE49-F238E27FC236}">
                  <a16:creationId xmlns:a16="http://schemas.microsoft.com/office/drawing/2014/main" id="{6EC81FBA-F52B-9472-25C7-B7B4136D8242}"/>
                </a:ext>
              </a:extLst>
            </p:cNvPr>
            <p:cNvSpPr/>
            <p:nvPr/>
          </p:nvSpPr>
          <p:spPr>
            <a:xfrm>
              <a:off x="9417330" y="155491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56" name="Group 1055">
            <a:extLst>
              <a:ext uri="{FF2B5EF4-FFF2-40B4-BE49-F238E27FC236}">
                <a16:creationId xmlns:a16="http://schemas.microsoft.com/office/drawing/2014/main" id="{06F5B74D-2AD9-6D51-B125-8F42BB3F0856}"/>
              </a:ext>
            </a:extLst>
          </p:cNvPr>
          <p:cNvGrpSpPr/>
          <p:nvPr/>
        </p:nvGrpSpPr>
        <p:grpSpPr>
          <a:xfrm>
            <a:off x="8807242" y="811556"/>
            <a:ext cx="721206" cy="609701"/>
            <a:chOff x="8807242" y="811556"/>
            <a:chExt cx="721206" cy="609701"/>
          </a:xfrm>
        </p:grpSpPr>
        <p:sp>
          <p:nvSpPr>
            <p:cNvPr id="1057" name="Rectangle 1056">
              <a:hlinkHover r:id="" action="ppaction://noaction" highlightClick="1"/>
              <a:extLst>
                <a:ext uri="{FF2B5EF4-FFF2-40B4-BE49-F238E27FC236}">
                  <a16:creationId xmlns:a16="http://schemas.microsoft.com/office/drawing/2014/main" id="{E3A72D7B-03F6-172D-EADB-C335E63211E9}"/>
                </a:ext>
              </a:extLst>
            </p:cNvPr>
            <p:cNvSpPr/>
            <p:nvPr/>
          </p:nvSpPr>
          <p:spPr>
            <a:xfrm>
              <a:off x="8807242" y="81155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1058" name="Diamond 1057">
              <a:extLst>
                <a:ext uri="{FF2B5EF4-FFF2-40B4-BE49-F238E27FC236}">
                  <a16:creationId xmlns:a16="http://schemas.microsoft.com/office/drawing/2014/main" id="{0B5D2ACC-B18A-D3CB-1611-99F5EBE1A795}"/>
                </a:ext>
              </a:extLst>
            </p:cNvPr>
            <p:cNvSpPr/>
            <p:nvPr/>
          </p:nvSpPr>
          <p:spPr>
            <a:xfrm>
              <a:off x="9398401" y="81852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9" name="Oval 1058">
              <a:extLst>
                <a:ext uri="{FF2B5EF4-FFF2-40B4-BE49-F238E27FC236}">
                  <a16:creationId xmlns:a16="http://schemas.microsoft.com/office/drawing/2014/main" id="{E3DF4B67-2AC2-FB8F-E367-AAE3AE37E1E5}"/>
                </a:ext>
              </a:extLst>
            </p:cNvPr>
            <p:cNvSpPr/>
            <p:nvPr/>
          </p:nvSpPr>
          <p:spPr>
            <a:xfrm>
              <a:off x="9432604" y="85201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60" name="Group 1059">
            <a:extLst>
              <a:ext uri="{FF2B5EF4-FFF2-40B4-BE49-F238E27FC236}">
                <a16:creationId xmlns:a16="http://schemas.microsoft.com/office/drawing/2014/main" id="{914174A2-216C-04FE-6D10-6E05A0CD2BF2}"/>
              </a:ext>
            </a:extLst>
          </p:cNvPr>
          <p:cNvGrpSpPr/>
          <p:nvPr/>
        </p:nvGrpSpPr>
        <p:grpSpPr>
          <a:xfrm>
            <a:off x="2105349" y="1532276"/>
            <a:ext cx="721206" cy="609701"/>
            <a:chOff x="2105349" y="1532276"/>
            <a:chExt cx="721206" cy="609701"/>
          </a:xfrm>
        </p:grpSpPr>
        <p:sp>
          <p:nvSpPr>
            <p:cNvPr id="1061" name="Rectangle 1060">
              <a:extLst>
                <a:ext uri="{FF2B5EF4-FFF2-40B4-BE49-F238E27FC236}">
                  <a16:creationId xmlns:a16="http://schemas.microsoft.com/office/drawing/2014/main" id="{7B325CB9-6B54-3EED-A8C1-1DA9DDAC4B65}"/>
                </a:ext>
              </a:extLst>
            </p:cNvPr>
            <p:cNvSpPr/>
            <p:nvPr/>
          </p:nvSpPr>
          <p:spPr>
            <a:xfrm>
              <a:off x="2105349"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1062" name="Rectangle 1061">
              <a:extLst>
                <a:ext uri="{FF2B5EF4-FFF2-40B4-BE49-F238E27FC236}">
                  <a16:creationId xmlns:a16="http://schemas.microsoft.com/office/drawing/2014/main" id="{EA6E8D15-438C-6389-D2E1-8BD6A4084689}"/>
                </a:ext>
              </a:extLst>
            </p:cNvPr>
            <p:cNvSpPr/>
            <p:nvPr/>
          </p:nvSpPr>
          <p:spPr>
            <a:xfrm flipV="1">
              <a:off x="2723327" y="153912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3" name="Oval 15">
              <a:extLst>
                <a:ext uri="{FF2B5EF4-FFF2-40B4-BE49-F238E27FC236}">
                  <a16:creationId xmlns:a16="http://schemas.microsoft.com/office/drawing/2014/main" id="{2B6C9918-50C2-991D-C3F0-9029EF734DC9}"/>
                </a:ext>
              </a:extLst>
            </p:cNvPr>
            <p:cNvSpPr/>
            <p:nvPr/>
          </p:nvSpPr>
          <p:spPr>
            <a:xfrm>
              <a:off x="2750716" y="157586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64" name="Straight Connector 1063">
              <a:extLst>
                <a:ext uri="{FF2B5EF4-FFF2-40B4-BE49-F238E27FC236}">
                  <a16:creationId xmlns:a16="http://schemas.microsoft.com/office/drawing/2014/main" id="{F9558991-1D5D-A975-61D1-3F3F413F64E1}"/>
                </a:ext>
              </a:extLst>
            </p:cNvPr>
            <p:cNvCxnSpPr>
              <a:cxnSpLocks/>
              <a:stCxn id="1063" idx="0"/>
            </p:cNvCxnSpPr>
            <p:nvPr/>
          </p:nvCxnSpPr>
          <p:spPr>
            <a:xfrm flipV="1">
              <a:off x="2756412" y="1552636"/>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65" name="Straight Connector 1064">
              <a:extLst>
                <a:ext uri="{FF2B5EF4-FFF2-40B4-BE49-F238E27FC236}">
                  <a16:creationId xmlns:a16="http://schemas.microsoft.com/office/drawing/2014/main" id="{EF265B0F-3A26-AB97-D957-DEB51858F7E5}"/>
                </a:ext>
              </a:extLst>
            </p:cNvPr>
            <p:cNvCxnSpPr>
              <a:cxnSpLocks/>
            </p:cNvCxnSpPr>
            <p:nvPr/>
          </p:nvCxnSpPr>
          <p:spPr>
            <a:xfrm>
              <a:off x="2762131" y="1552636"/>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66" name="Group 1065">
            <a:extLst>
              <a:ext uri="{FF2B5EF4-FFF2-40B4-BE49-F238E27FC236}">
                <a16:creationId xmlns:a16="http://schemas.microsoft.com/office/drawing/2014/main" id="{BB422EC4-D746-19F8-E261-2CE878609070}"/>
              </a:ext>
            </a:extLst>
          </p:cNvPr>
          <p:cNvGrpSpPr/>
          <p:nvPr/>
        </p:nvGrpSpPr>
        <p:grpSpPr>
          <a:xfrm>
            <a:off x="431659" y="1532275"/>
            <a:ext cx="721893" cy="610039"/>
            <a:chOff x="431659" y="1532275"/>
            <a:chExt cx="721893" cy="610039"/>
          </a:xfrm>
        </p:grpSpPr>
        <p:sp>
          <p:nvSpPr>
            <p:cNvPr id="1067" name="Rectangle 1066">
              <a:extLst>
                <a:ext uri="{FF2B5EF4-FFF2-40B4-BE49-F238E27FC236}">
                  <a16:creationId xmlns:a16="http://schemas.microsoft.com/office/drawing/2014/main" id="{32CB0BEE-286A-A4B6-6BE8-544005AE63C9}"/>
                </a:ext>
              </a:extLst>
            </p:cNvPr>
            <p:cNvSpPr/>
            <p:nvPr/>
          </p:nvSpPr>
          <p:spPr>
            <a:xfrm>
              <a:off x="431659"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1068" name="Right Triangle 1067">
              <a:extLst>
                <a:ext uri="{FF2B5EF4-FFF2-40B4-BE49-F238E27FC236}">
                  <a16:creationId xmlns:a16="http://schemas.microsoft.com/office/drawing/2014/main" id="{457C06D8-C212-4140-D231-C420A1E0758F}"/>
                </a:ext>
              </a:extLst>
            </p:cNvPr>
            <p:cNvSpPr/>
            <p:nvPr/>
          </p:nvSpPr>
          <p:spPr>
            <a:xfrm rot="10800000">
              <a:off x="1036498"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69" name="Group 1068">
              <a:extLst>
                <a:ext uri="{FF2B5EF4-FFF2-40B4-BE49-F238E27FC236}">
                  <a16:creationId xmlns:a16="http://schemas.microsoft.com/office/drawing/2014/main" id="{CCC82E90-D0E7-F62F-5E77-1BE773936546}"/>
                </a:ext>
              </a:extLst>
            </p:cNvPr>
            <p:cNvGrpSpPr/>
            <p:nvPr/>
          </p:nvGrpSpPr>
          <p:grpSpPr>
            <a:xfrm>
              <a:off x="1102941" y="1538369"/>
              <a:ext cx="37817" cy="61390"/>
              <a:chOff x="3883481" y="2057400"/>
              <a:chExt cx="1608363" cy="2652031"/>
            </a:xfrm>
            <a:solidFill>
              <a:srgbClr val="A6A6A6"/>
            </a:solidFill>
          </p:grpSpPr>
          <p:sp>
            <p:nvSpPr>
              <p:cNvPr id="1070" name="Oval 27">
                <a:extLst>
                  <a:ext uri="{FF2B5EF4-FFF2-40B4-BE49-F238E27FC236}">
                    <a16:creationId xmlns:a16="http://schemas.microsoft.com/office/drawing/2014/main" id="{69390594-663D-AE87-B2BA-06631792AE4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1" name="Oval 28">
                <a:extLst>
                  <a:ext uri="{FF2B5EF4-FFF2-40B4-BE49-F238E27FC236}">
                    <a16:creationId xmlns:a16="http://schemas.microsoft.com/office/drawing/2014/main" id="{606F6A60-53A8-69DB-7A0F-A3E0450E4A7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72" name="Group 1071">
            <a:extLst>
              <a:ext uri="{FF2B5EF4-FFF2-40B4-BE49-F238E27FC236}">
                <a16:creationId xmlns:a16="http://schemas.microsoft.com/office/drawing/2014/main" id="{FBEFAF67-2C2A-F7D2-2111-66A330A0A284}"/>
              </a:ext>
            </a:extLst>
          </p:cNvPr>
          <p:cNvGrpSpPr/>
          <p:nvPr/>
        </p:nvGrpSpPr>
        <p:grpSpPr>
          <a:xfrm>
            <a:off x="1268842" y="1532275"/>
            <a:ext cx="721206" cy="610039"/>
            <a:chOff x="1268842" y="1532275"/>
            <a:chExt cx="721206" cy="610039"/>
          </a:xfrm>
        </p:grpSpPr>
        <p:sp>
          <p:nvSpPr>
            <p:cNvPr id="1073" name="Rectangle 1072">
              <a:extLst>
                <a:ext uri="{FF2B5EF4-FFF2-40B4-BE49-F238E27FC236}">
                  <a16:creationId xmlns:a16="http://schemas.microsoft.com/office/drawing/2014/main" id="{E6652C88-4C0F-C55D-AB98-9CD8279B3EC3}"/>
                </a:ext>
              </a:extLst>
            </p:cNvPr>
            <p:cNvSpPr/>
            <p:nvPr/>
          </p:nvSpPr>
          <p:spPr>
            <a:xfrm>
              <a:off x="1268842"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1074" name="Right Triangle 1073">
              <a:extLst>
                <a:ext uri="{FF2B5EF4-FFF2-40B4-BE49-F238E27FC236}">
                  <a16:creationId xmlns:a16="http://schemas.microsoft.com/office/drawing/2014/main" id="{AD0A8F83-39CE-ACC1-71AA-9D4FEDA63608}"/>
                </a:ext>
              </a:extLst>
            </p:cNvPr>
            <p:cNvSpPr/>
            <p:nvPr/>
          </p:nvSpPr>
          <p:spPr>
            <a:xfrm rot="10800000">
              <a:off x="1872994"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75" name="Group 1074">
              <a:extLst>
                <a:ext uri="{FF2B5EF4-FFF2-40B4-BE49-F238E27FC236}">
                  <a16:creationId xmlns:a16="http://schemas.microsoft.com/office/drawing/2014/main" id="{440C91EB-BE7C-AA08-34FA-8D1171FF70CE}"/>
                </a:ext>
              </a:extLst>
            </p:cNvPr>
            <p:cNvGrpSpPr/>
            <p:nvPr/>
          </p:nvGrpSpPr>
          <p:grpSpPr>
            <a:xfrm>
              <a:off x="1939437" y="1538369"/>
              <a:ext cx="37817" cy="61390"/>
              <a:chOff x="3883481" y="2057400"/>
              <a:chExt cx="1608363" cy="2652031"/>
            </a:xfrm>
            <a:solidFill>
              <a:srgbClr val="A6A6A6"/>
            </a:solidFill>
          </p:grpSpPr>
          <p:sp>
            <p:nvSpPr>
              <p:cNvPr id="1076" name="Oval 27">
                <a:extLst>
                  <a:ext uri="{FF2B5EF4-FFF2-40B4-BE49-F238E27FC236}">
                    <a16:creationId xmlns:a16="http://schemas.microsoft.com/office/drawing/2014/main" id="{DFAD4EA6-DFC7-330A-E58C-7F6E23F1FC1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7" name="Oval 28">
                <a:extLst>
                  <a:ext uri="{FF2B5EF4-FFF2-40B4-BE49-F238E27FC236}">
                    <a16:creationId xmlns:a16="http://schemas.microsoft.com/office/drawing/2014/main" id="{DAC4D7AA-4142-7023-24DC-032D60062DB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82" name="Group 1081">
            <a:extLst>
              <a:ext uri="{FF2B5EF4-FFF2-40B4-BE49-F238E27FC236}">
                <a16:creationId xmlns:a16="http://schemas.microsoft.com/office/drawing/2014/main" id="{F64A502B-0278-E10B-54F5-D639116B746B}"/>
              </a:ext>
            </a:extLst>
          </p:cNvPr>
          <p:cNvGrpSpPr/>
          <p:nvPr/>
        </p:nvGrpSpPr>
        <p:grpSpPr>
          <a:xfrm>
            <a:off x="9657687" y="1532274"/>
            <a:ext cx="721206" cy="609701"/>
            <a:chOff x="9656908" y="1532276"/>
            <a:chExt cx="721206" cy="609701"/>
          </a:xfrm>
        </p:grpSpPr>
        <p:sp>
          <p:nvSpPr>
            <p:cNvPr id="1083" name="Rectangle 1082">
              <a:extLst>
                <a:ext uri="{FF2B5EF4-FFF2-40B4-BE49-F238E27FC236}">
                  <a16:creationId xmlns:a16="http://schemas.microsoft.com/office/drawing/2014/main" id="{C3A2F908-85F3-8604-CA7A-487721C00D3B}"/>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84" name="Rectangle 1083">
              <a:extLst>
                <a:ext uri="{FF2B5EF4-FFF2-40B4-BE49-F238E27FC236}">
                  <a16:creationId xmlns:a16="http://schemas.microsoft.com/office/drawing/2014/main" id="{EAD972EB-4E8E-B22F-60E9-CA502C7A37B7}"/>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5" name="Oval 15">
              <a:extLst>
                <a:ext uri="{FF2B5EF4-FFF2-40B4-BE49-F238E27FC236}">
                  <a16:creationId xmlns:a16="http://schemas.microsoft.com/office/drawing/2014/main" id="{13AF070C-6996-C904-BAB5-A7B8483D4FFE}"/>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86" name="Straight Connector 1085">
              <a:extLst>
                <a:ext uri="{FF2B5EF4-FFF2-40B4-BE49-F238E27FC236}">
                  <a16:creationId xmlns:a16="http://schemas.microsoft.com/office/drawing/2014/main" id="{7DC6DFB1-C1DE-50E5-ABDE-2B33E72DDB85}"/>
                </a:ext>
              </a:extLst>
            </p:cNvPr>
            <p:cNvCxnSpPr>
              <a:cxnSpLocks/>
              <a:stCxn id="1085"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87" name="Straight Connector 1086">
              <a:extLst>
                <a:ext uri="{FF2B5EF4-FFF2-40B4-BE49-F238E27FC236}">
                  <a16:creationId xmlns:a16="http://schemas.microsoft.com/office/drawing/2014/main" id="{D77C4C31-B95C-0D15-AB21-D90E78196EF3}"/>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sp>
        <p:nvSpPr>
          <p:cNvPr id="1088" name="Rectangle 1087">
            <a:hlinkHover r:id="" action="ppaction://noaction" highlightClick="1"/>
            <a:extLst>
              <a:ext uri="{FF2B5EF4-FFF2-40B4-BE49-F238E27FC236}">
                <a16:creationId xmlns:a16="http://schemas.microsoft.com/office/drawing/2014/main" id="{0BCDFF8D-A621-0DF2-ED1E-DF6546F04E4C}"/>
              </a:ext>
            </a:extLst>
          </p:cNvPr>
          <p:cNvSpPr/>
          <p:nvPr/>
        </p:nvSpPr>
        <p:spPr>
          <a:xfrm>
            <a:off x="7959193"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grpSp>
        <p:nvGrpSpPr>
          <p:cNvPr id="1089" name="Group 1088">
            <a:extLst>
              <a:ext uri="{FF2B5EF4-FFF2-40B4-BE49-F238E27FC236}">
                <a16:creationId xmlns:a16="http://schemas.microsoft.com/office/drawing/2014/main" id="{AB265233-BE4C-E9A9-298E-B9784246F362}"/>
              </a:ext>
            </a:extLst>
          </p:cNvPr>
          <p:cNvGrpSpPr/>
          <p:nvPr/>
        </p:nvGrpSpPr>
        <p:grpSpPr>
          <a:xfrm>
            <a:off x="8795237" y="2974054"/>
            <a:ext cx="721206" cy="609701"/>
            <a:chOff x="8795237" y="2974054"/>
            <a:chExt cx="721206" cy="609701"/>
          </a:xfrm>
        </p:grpSpPr>
        <p:sp>
          <p:nvSpPr>
            <p:cNvPr id="1090" name="Rectangle 1089">
              <a:hlinkHover r:id="" action="ppaction://noaction" highlightClick="1"/>
              <a:extLst>
                <a:ext uri="{FF2B5EF4-FFF2-40B4-BE49-F238E27FC236}">
                  <a16:creationId xmlns:a16="http://schemas.microsoft.com/office/drawing/2014/main" id="{667E3A5E-9536-EFAC-2E0C-899205C1A524}"/>
                </a:ext>
              </a:extLst>
            </p:cNvPr>
            <p:cNvSpPr/>
            <p:nvPr/>
          </p:nvSpPr>
          <p:spPr>
            <a:xfrm>
              <a:off x="8795237" y="2974054"/>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1091" name="Diamond 1090">
              <a:extLst>
                <a:ext uri="{FF2B5EF4-FFF2-40B4-BE49-F238E27FC236}">
                  <a16:creationId xmlns:a16="http://schemas.microsoft.com/office/drawing/2014/main" id="{8AAEDC38-72CF-4F84-DB50-CB7E5F426A90}"/>
                </a:ext>
              </a:extLst>
            </p:cNvPr>
            <p:cNvSpPr/>
            <p:nvPr/>
          </p:nvSpPr>
          <p:spPr>
            <a:xfrm>
              <a:off x="9379935" y="2976405"/>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2" name="Oval 1091">
              <a:extLst>
                <a:ext uri="{FF2B5EF4-FFF2-40B4-BE49-F238E27FC236}">
                  <a16:creationId xmlns:a16="http://schemas.microsoft.com/office/drawing/2014/main" id="{0A3DB31E-9000-D299-B4A9-7062CDF9668F}"/>
                </a:ext>
              </a:extLst>
            </p:cNvPr>
            <p:cNvSpPr/>
            <p:nvPr/>
          </p:nvSpPr>
          <p:spPr>
            <a:xfrm>
              <a:off x="9414138" y="3009893"/>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93" name="Group 1092">
            <a:extLst>
              <a:ext uri="{FF2B5EF4-FFF2-40B4-BE49-F238E27FC236}">
                <a16:creationId xmlns:a16="http://schemas.microsoft.com/office/drawing/2014/main" id="{1942E8A4-74D1-8CC0-A8B4-E7C94022425C}"/>
              </a:ext>
            </a:extLst>
          </p:cNvPr>
          <p:cNvGrpSpPr/>
          <p:nvPr/>
        </p:nvGrpSpPr>
        <p:grpSpPr>
          <a:xfrm>
            <a:off x="6287884" y="2974052"/>
            <a:ext cx="721206" cy="609701"/>
            <a:chOff x="6287105" y="2974054"/>
            <a:chExt cx="721206" cy="609701"/>
          </a:xfrm>
        </p:grpSpPr>
        <p:sp>
          <p:nvSpPr>
            <p:cNvPr id="1094" name="Rectangle 1093">
              <a:hlinkHover r:id="" action="ppaction://noaction" highlightClick="1"/>
              <a:extLst>
                <a:ext uri="{FF2B5EF4-FFF2-40B4-BE49-F238E27FC236}">
                  <a16:creationId xmlns:a16="http://schemas.microsoft.com/office/drawing/2014/main" id="{52157EBF-754C-81B1-8CE9-25719C56C020}"/>
                </a:ext>
              </a:extLst>
            </p:cNvPr>
            <p:cNvSpPr/>
            <p:nvPr/>
          </p:nvSpPr>
          <p:spPr>
            <a:xfrm>
              <a:off x="6287105"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1095" name="Rectangle 1094">
              <a:extLst>
                <a:ext uri="{FF2B5EF4-FFF2-40B4-BE49-F238E27FC236}">
                  <a16:creationId xmlns:a16="http://schemas.microsoft.com/office/drawing/2014/main" id="{06328663-44C2-AC31-DEDD-4DFFEE6041B5}"/>
                </a:ext>
              </a:extLst>
            </p:cNvPr>
            <p:cNvSpPr/>
            <p:nvPr/>
          </p:nvSpPr>
          <p:spPr>
            <a:xfrm flipV="1">
              <a:off x="6902889"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6" name="Oval 15">
              <a:extLst>
                <a:ext uri="{FF2B5EF4-FFF2-40B4-BE49-F238E27FC236}">
                  <a16:creationId xmlns:a16="http://schemas.microsoft.com/office/drawing/2014/main" id="{C0DA9E07-757B-EC33-75FC-AF2BB38C75CE}"/>
                </a:ext>
              </a:extLst>
            </p:cNvPr>
            <p:cNvSpPr/>
            <p:nvPr/>
          </p:nvSpPr>
          <p:spPr>
            <a:xfrm>
              <a:off x="6930278"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97" name="Straight Connector 1096">
              <a:extLst>
                <a:ext uri="{FF2B5EF4-FFF2-40B4-BE49-F238E27FC236}">
                  <a16:creationId xmlns:a16="http://schemas.microsoft.com/office/drawing/2014/main" id="{DAA77BED-7EB2-A781-8102-31F726C9340F}"/>
                </a:ext>
              </a:extLst>
            </p:cNvPr>
            <p:cNvCxnSpPr>
              <a:cxnSpLocks/>
              <a:stCxn id="1096" idx="0"/>
            </p:cNvCxnSpPr>
            <p:nvPr/>
          </p:nvCxnSpPr>
          <p:spPr>
            <a:xfrm flipV="1">
              <a:off x="6935975"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98" name="Straight Connector 1097">
              <a:extLst>
                <a:ext uri="{FF2B5EF4-FFF2-40B4-BE49-F238E27FC236}">
                  <a16:creationId xmlns:a16="http://schemas.microsoft.com/office/drawing/2014/main" id="{3C65B870-B1A9-FCE6-FD6D-1F9DF6197F60}"/>
                </a:ext>
              </a:extLst>
            </p:cNvPr>
            <p:cNvCxnSpPr>
              <a:cxnSpLocks/>
            </p:cNvCxnSpPr>
            <p:nvPr/>
          </p:nvCxnSpPr>
          <p:spPr>
            <a:xfrm>
              <a:off x="6941694"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99" name="Group 1098">
            <a:extLst>
              <a:ext uri="{FF2B5EF4-FFF2-40B4-BE49-F238E27FC236}">
                <a16:creationId xmlns:a16="http://schemas.microsoft.com/office/drawing/2014/main" id="{33EAB767-071C-7A2F-11EF-6BB407694C30}"/>
              </a:ext>
            </a:extLst>
          </p:cNvPr>
          <p:cNvGrpSpPr/>
          <p:nvPr/>
        </p:nvGrpSpPr>
        <p:grpSpPr>
          <a:xfrm>
            <a:off x="7123928" y="2974052"/>
            <a:ext cx="721206" cy="609701"/>
            <a:chOff x="7123149" y="2974054"/>
            <a:chExt cx="721206" cy="609701"/>
          </a:xfrm>
        </p:grpSpPr>
        <p:sp>
          <p:nvSpPr>
            <p:cNvPr id="1100" name="Rectangle 1099">
              <a:hlinkHover r:id="" action="ppaction://noaction" highlightClick="1"/>
              <a:extLst>
                <a:ext uri="{FF2B5EF4-FFF2-40B4-BE49-F238E27FC236}">
                  <a16:creationId xmlns:a16="http://schemas.microsoft.com/office/drawing/2014/main" id="{D72EABBB-6940-A675-6E83-3AE0141F98DC}"/>
                </a:ext>
              </a:extLst>
            </p:cNvPr>
            <p:cNvSpPr/>
            <p:nvPr/>
          </p:nvSpPr>
          <p:spPr>
            <a:xfrm>
              <a:off x="7123149" y="2974054"/>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1101" name="Rectangle 1100">
              <a:extLst>
                <a:ext uri="{FF2B5EF4-FFF2-40B4-BE49-F238E27FC236}">
                  <a16:creationId xmlns:a16="http://schemas.microsoft.com/office/drawing/2014/main" id="{65A17A9A-9C68-994C-4DF0-9FDFFF156F0C}"/>
                </a:ext>
              </a:extLst>
            </p:cNvPr>
            <p:cNvSpPr/>
            <p:nvPr/>
          </p:nvSpPr>
          <p:spPr>
            <a:xfrm flipV="1">
              <a:off x="7738933" y="2977234"/>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2" name="Oval 15">
              <a:extLst>
                <a:ext uri="{FF2B5EF4-FFF2-40B4-BE49-F238E27FC236}">
                  <a16:creationId xmlns:a16="http://schemas.microsoft.com/office/drawing/2014/main" id="{D911B042-616E-1F98-64E0-F6E976BB5DC3}"/>
                </a:ext>
              </a:extLst>
            </p:cNvPr>
            <p:cNvSpPr/>
            <p:nvPr/>
          </p:nvSpPr>
          <p:spPr>
            <a:xfrm>
              <a:off x="7766322"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03" name="Straight Connector 1102">
              <a:extLst>
                <a:ext uri="{FF2B5EF4-FFF2-40B4-BE49-F238E27FC236}">
                  <a16:creationId xmlns:a16="http://schemas.microsoft.com/office/drawing/2014/main" id="{66F7130D-AEBC-E4A2-2BB6-5ABE914D647E}"/>
                </a:ext>
              </a:extLst>
            </p:cNvPr>
            <p:cNvCxnSpPr>
              <a:cxnSpLocks/>
              <a:stCxn id="1102" idx="0"/>
            </p:cNvCxnSpPr>
            <p:nvPr/>
          </p:nvCxnSpPr>
          <p:spPr>
            <a:xfrm flipV="1">
              <a:off x="7772019" y="2990747"/>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04" name="Straight Connector 1103">
              <a:extLst>
                <a:ext uri="{FF2B5EF4-FFF2-40B4-BE49-F238E27FC236}">
                  <a16:creationId xmlns:a16="http://schemas.microsoft.com/office/drawing/2014/main" id="{ED3FC1D2-2FF6-D595-EAA6-BBBE944A74A9}"/>
                </a:ext>
              </a:extLst>
            </p:cNvPr>
            <p:cNvCxnSpPr>
              <a:cxnSpLocks/>
            </p:cNvCxnSpPr>
            <p:nvPr/>
          </p:nvCxnSpPr>
          <p:spPr>
            <a:xfrm>
              <a:off x="7777738" y="2990747"/>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4321CB68-FA0F-30D0-37BB-E3FD2CD39F03}"/>
              </a:ext>
            </a:extLst>
          </p:cNvPr>
          <p:cNvGrpSpPr/>
          <p:nvPr/>
        </p:nvGrpSpPr>
        <p:grpSpPr>
          <a:xfrm>
            <a:off x="3779087" y="3698226"/>
            <a:ext cx="721206" cy="609701"/>
            <a:chOff x="3779087" y="3698226"/>
            <a:chExt cx="721206" cy="609701"/>
          </a:xfrm>
        </p:grpSpPr>
        <p:sp>
          <p:nvSpPr>
            <p:cNvPr id="10" name="Rectangle 9">
              <a:extLst>
                <a:ext uri="{FF2B5EF4-FFF2-40B4-BE49-F238E27FC236}">
                  <a16:creationId xmlns:a16="http://schemas.microsoft.com/office/drawing/2014/main" id="{1DDFA6B8-FFF9-B9BC-5A47-0CF1D776D2E2}"/>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1" name="Right Triangle 10">
              <a:extLst>
                <a:ext uri="{FF2B5EF4-FFF2-40B4-BE49-F238E27FC236}">
                  <a16:creationId xmlns:a16="http://schemas.microsoft.com/office/drawing/2014/main" id="{9BC0D69C-B5F3-669A-81EF-2D66AD75D27C}"/>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 name="Group 11">
              <a:extLst>
                <a:ext uri="{FF2B5EF4-FFF2-40B4-BE49-F238E27FC236}">
                  <a16:creationId xmlns:a16="http://schemas.microsoft.com/office/drawing/2014/main" id="{D933FD82-89D7-9AD2-5633-AD65883074E7}"/>
                </a:ext>
              </a:extLst>
            </p:cNvPr>
            <p:cNvGrpSpPr/>
            <p:nvPr/>
          </p:nvGrpSpPr>
          <p:grpSpPr>
            <a:xfrm>
              <a:off x="4448513" y="3706747"/>
              <a:ext cx="37817" cy="61390"/>
              <a:chOff x="3883481" y="2057400"/>
              <a:chExt cx="1608363" cy="2652031"/>
            </a:xfrm>
            <a:solidFill>
              <a:srgbClr val="A6A6A6">
                <a:alpha val="20000"/>
              </a:srgbClr>
            </a:solidFill>
          </p:grpSpPr>
          <p:sp>
            <p:nvSpPr>
              <p:cNvPr id="13" name="Oval 27">
                <a:extLst>
                  <a:ext uri="{FF2B5EF4-FFF2-40B4-BE49-F238E27FC236}">
                    <a16:creationId xmlns:a16="http://schemas.microsoft.com/office/drawing/2014/main" id="{255E73B5-75E9-7C8A-A1AC-F5B1E41B181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 name="Oval 28">
                <a:extLst>
                  <a:ext uri="{FF2B5EF4-FFF2-40B4-BE49-F238E27FC236}">
                    <a16:creationId xmlns:a16="http://schemas.microsoft.com/office/drawing/2014/main" id="{6A823294-D101-FADD-08D3-A0EA4143FF4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 name="Group 14">
            <a:extLst>
              <a:ext uri="{FF2B5EF4-FFF2-40B4-BE49-F238E27FC236}">
                <a16:creationId xmlns:a16="http://schemas.microsoft.com/office/drawing/2014/main" id="{586A83F7-A77B-49E3-FE84-AA6C1DBE57B4}"/>
              </a:ext>
            </a:extLst>
          </p:cNvPr>
          <p:cNvGrpSpPr/>
          <p:nvPr/>
        </p:nvGrpSpPr>
        <p:grpSpPr>
          <a:xfrm>
            <a:off x="4615774" y="3698231"/>
            <a:ext cx="721206" cy="609701"/>
            <a:chOff x="4615774" y="3698231"/>
            <a:chExt cx="721206" cy="609701"/>
          </a:xfrm>
        </p:grpSpPr>
        <p:sp>
          <p:nvSpPr>
            <p:cNvPr id="16" name="Rectangle 15">
              <a:hlinkHover r:id="" action="ppaction://noaction" highlightClick="1"/>
              <a:extLst>
                <a:ext uri="{FF2B5EF4-FFF2-40B4-BE49-F238E27FC236}">
                  <a16:creationId xmlns:a16="http://schemas.microsoft.com/office/drawing/2014/main" id="{0B135A0F-2C67-C4A3-E498-B9B15C1D5C22}"/>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7" name="Oval 16">
              <a:extLst>
                <a:ext uri="{FF2B5EF4-FFF2-40B4-BE49-F238E27FC236}">
                  <a16:creationId xmlns:a16="http://schemas.microsoft.com/office/drawing/2014/main" id="{767FB3B4-CFB3-EDC7-861F-DB3ADBE8A579}"/>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 name="Isosceles Triangle 648">
              <a:extLst>
                <a:ext uri="{FF2B5EF4-FFF2-40B4-BE49-F238E27FC236}">
                  <a16:creationId xmlns:a16="http://schemas.microsoft.com/office/drawing/2014/main" id="{9EFEC2E0-480A-5972-53FE-027F17CF5B89}"/>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7" name="Group 26">
            <a:extLst>
              <a:ext uri="{FF2B5EF4-FFF2-40B4-BE49-F238E27FC236}">
                <a16:creationId xmlns:a16="http://schemas.microsoft.com/office/drawing/2014/main" id="{81D437B6-5748-2089-62F5-9DF359B7AD16}"/>
              </a:ext>
            </a:extLst>
          </p:cNvPr>
          <p:cNvGrpSpPr/>
          <p:nvPr/>
        </p:nvGrpSpPr>
        <p:grpSpPr>
          <a:xfrm>
            <a:off x="2099604" y="5136552"/>
            <a:ext cx="721206" cy="609701"/>
            <a:chOff x="2099604" y="5136552"/>
            <a:chExt cx="721206" cy="609701"/>
          </a:xfrm>
        </p:grpSpPr>
        <p:sp>
          <p:nvSpPr>
            <p:cNvPr id="41" name="Rectangle 40">
              <a:extLst>
                <a:ext uri="{FF2B5EF4-FFF2-40B4-BE49-F238E27FC236}">
                  <a16:creationId xmlns:a16="http://schemas.microsoft.com/office/drawing/2014/main" id="{A6BDDA5E-E45E-5BD3-DE28-6AF9C1E204D2}"/>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42" name="Right Triangle 41">
              <a:extLst>
                <a:ext uri="{FF2B5EF4-FFF2-40B4-BE49-F238E27FC236}">
                  <a16:creationId xmlns:a16="http://schemas.microsoft.com/office/drawing/2014/main" id="{C230F80F-BD04-5ADE-189C-3DFF9874FC4D}"/>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3" name="Group 42">
              <a:extLst>
                <a:ext uri="{FF2B5EF4-FFF2-40B4-BE49-F238E27FC236}">
                  <a16:creationId xmlns:a16="http://schemas.microsoft.com/office/drawing/2014/main" id="{AAAE27AC-D084-BEF4-960F-AAEE2C5B301A}"/>
                </a:ext>
              </a:extLst>
            </p:cNvPr>
            <p:cNvGrpSpPr/>
            <p:nvPr/>
          </p:nvGrpSpPr>
          <p:grpSpPr>
            <a:xfrm>
              <a:off x="2765661" y="5151382"/>
              <a:ext cx="37817" cy="61390"/>
              <a:chOff x="3883481" y="2057400"/>
              <a:chExt cx="1608363" cy="2652031"/>
            </a:xfrm>
            <a:solidFill>
              <a:srgbClr val="A6A6A6">
                <a:alpha val="20000"/>
              </a:srgbClr>
            </a:solidFill>
          </p:grpSpPr>
          <p:sp>
            <p:nvSpPr>
              <p:cNvPr id="44" name="Oval 27">
                <a:extLst>
                  <a:ext uri="{FF2B5EF4-FFF2-40B4-BE49-F238E27FC236}">
                    <a16:creationId xmlns:a16="http://schemas.microsoft.com/office/drawing/2014/main" id="{DDDE6F2D-69EE-0955-70AE-044035848E4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 name="Oval 28">
                <a:extLst>
                  <a:ext uri="{FF2B5EF4-FFF2-40B4-BE49-F238E27FC236}">
                    <a16:creationId xmlns:a16="http://schemas.microsoft.com/office/drawing/2014/main" id="{4A15A5AA-0A1C-EFFB-E7A7-5970793124B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6" name="Group 45">
            <a:extLst>
              <a:ext uri="{FF2B5EF4-FFF2-40B4-BE49-F238E27FC236}">
                <a16:creationId xmlns:a16="http://schemas.microsoft.com/office/drawing/2014/main" id="{AEEF5EEB-27A1-C58D-09F2-9E09B11A2FA5}"/>
              </a:ext>
            </a:extLst>
          </p:cNvPr>
          <p:cNvGrpSpPr/>
          <p:nvPr/>
        </p:nvGrpSpPr>
        <p:grpSpPr>
          <a:xfrm>
            <a:off x="2100392" y="4419620"/>
            <a:ext cx="721206" cy="609701"/>
            <a:chOff x="2100392" y="4419620"/>
            <a:chExt cx="721206" cy="609701"/>
          </a:xfrm>
        </p:grpSpPr>
        <p:sp>
          <p:nvSpPr>
            <p:cNvPr id="52" name="Rectangle 51">
              <a:extLst>
                <a:ext uri="{FF2B5EF4-FFF2-40B4-BE49-F238E27FC236}">
                  <a16:creationId xmlns:a16="http://schemas.microsoft.com/office/drawing/2014/main" id="{EE1D6A99-E7C6-106A-7005-822B494D7979}"/>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53" name="Right Triangle 52">
              <a:extLst>
                <a:ext uri="{FF2B5EF4-FFF2-40B4-BE49-F238E27FC236}">
                  <a16:creationId xmlns:a16="http://schemas.microsoft.com/office/drawing/2014/main" id="{17298937-11EE-8A61-9D7C-CE4B07F94CB7}"/>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4" name="Group 53">
              <a:extLst>
                <a:ext uri="{FF2B5EF4-FFF2-40B4-BE49-F238E27FC236}">
                  <a16:creationId xmlns:a16="http://schemas.microsoft.com/office/drawing/2014/main" id="{BAFD096A-B7FF-ED7A-55C1-94AA7EE747D9}"/>
                </a:ext>
              </a:extLst>
            </p:cNvPr>
            <p:cNvGrpSpPr/>
            <p:nvPr/>
          </p:nvGrpSpPr>
          <p:grpSpPr>
            <a:xfrm>
              <a:off x="2769856" y="4434450"/>
              <a:ext cx="37817" cy="61390"/>
              <a:chOff x="3883481" y="2057400"/>
              <a:chExt cx="1608363" cy="2652031"/>
            </a:xfrm>
            <a:solidFill>
              <a:srgbClr val="A6A6A6">
                <a:alpha val="20000"/>
              </a:srgbClr>
            </a:solidFill>
          </p:grpSpPr>
          <p:sp>
            <p:nvSpPr>
              <p:cNvPr id="55" name="Oval 27">
                <a:extLst>
                  <a:ext uri="{FF2B5EF4-FFF2-40B4-BE49-F238E27FC236}">
                    <a16:creationId xmlns:a16="http://schemas.microsoft.com/office/drawing/2014/main" id="{520F71BC-5F3F-160A-2660-4A4C4B7C7AD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 name="Oval 28">
                <a:extLst>
                  <a:ext uri="{FF2B5EF4-FFF2-40B4-BE49-F238E27FC236}">
                    <a16:creationId xmlns:a16="http://schemas.microsoft.com/office/drawing/2014/main" id="{1EA50F87-2763-4BCF-4086-0B1E79E7BD0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7" name="Group 56">
            <a:extLst>
              <a:ext uri="{FF2B5EF4-FFF2-40B4-BE49-F238E27FC236}">
                <a16:creationId xmlns:a16="http://schemas.microsoft.com/office/drawing/2014/main" id="{6E4FE4A5-9FBC-D456-291B-948BD624FE10}"/>
              </a:ext>
            </a:extLst>
          </p:cNvPr>
          <p:cNvGrpSpPr/>
          <p:nvPr/>
        </p:nvGrpSpPr>
        <p:grpSpPr>
          <a:xfrm>
            <a:off x="8807242" y="1532276"/>
            <a:ext cx="721206" cy="609701"/>
            <a:chOff x="8807242" y="1532276"/>
            <a:chExt cx="721206" cy="609701"/>
          </a:xfrm>
        </p:grpSpPr>
        <p:sp>
          <p:nvSpPr>
            <p:cNvPr id="58" name="Rectangle 57">
              <a:hlinkHover r:id="" action="ppaction://noaction" highlightClick="1"/>
              <a:extLst>
                <a:ext uri="{FF2B5EF4-FFF2-40B4-BE49-F238E27FC236}">
                  <a16:creationId xmlns:a16="http://schemas.microsoft.com/office/drawing/2014/main" id="{5C657E7C-F4BB-0D65-A662-2BCC2FA2B0EF}"/>
                </a:ext>
              </a:extLst>
            </p:cNvPr>
            <p:cNvSpPr/>
            <p:nvPr/>
          </p:nvSpPr>
          <p:spPr>
            <a:xfrm>
              <a:off x="8807242"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59" name="Oval 58">
              <a:extLst>
                <a:ext uri="{FF2B5EF4-FFF2-40B4-BE49-F238E27FC236}">
                  <a16:creationId xmlns:a16="http://schemas.microsoft.com/office/drawing/2014/main" id="{2F15054D-BBD2-7B7D-E21A-EE0A34DF4AD0}"/>
                </a:ext>
              </a:extLst>
            </p:cNvPr>
            <p:cNvSpPr/>
            <p:nvPr/>
          </p:nvSpPr>
          <p:spPr>
            <a:xfrm>
              <a:off x="9387205" y="154139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 name="Isosceles Triangle 648">
              <a:extLst>
                <a:ext uri="{FF2B5EF4-FFF2-40B4-BE49-F238E27FC236}">
                  <a16:creationId xmlns:a16="http://schemas.microsoft.com/office/drawing/2014/main" id="{43F2BD08-66E7-4346-9FB4-7E327C5C948B}"/>
                </a:ext>
              </a:extLst>
            </p:cNvPr>
            <p:cNvSpPr/>
            <p:nvPr/>
          </p:nvSpPr>
          <p:spPr>
            <a:xfrm>
              <a:off x="9417330" y="155491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1" name="Group 60">
            <a:extLst>
              <a:ext uri="{FF2B5EF4-FFF2-40B4-BE49-F238E27FC236}">
                <a16:creationId xmlns:a16="http://schemas.microsoft.com/office/drawing/2014/main" id="{AF718B54-1EC8-7296-0904-4CE58D5DC39E}"/>
              </a:ext>
            </a:extLst>
          </p:cNvPr>
          <p:cNvGrpSpPr/>
          <p:nvPr/>
        </p:nvGrpSpPr>
        <p:grpSpPr>
          <a:xfrm>
            <a:off x="7113074" y="816139"/>
            <a:ext cx="721206" cy="609701"/>
            <a:chOff x="7957576" y="811556"/>
            <a:chExt cx="721206" cy="609701"/>
          </a:xfrm>
        </p:grpSpPr>
        <p:sp>
          <p:nvSpPr>
            <p:cNvPr id="62" name="Rectangle 61">
              <a:extLst>
                <a:ext uri="{FF2B5EF4-FFF2-40B4-BE49-F238E27FC236}">
                  <a16:creationId xmlns:a16="http://schemas.microsoft.com/office/drawing/2014/main" id="{111C1421-8D7E-83F6-8126-D8A628A74D32}"/>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63" name="Rectangle 62">
              <a:extLst>
                <a:ext uri="{FF2B5EF4-FFF2-40B4-BE49-F238E27FC236}">
                  <a16:creationId xmlns:a16="http://schemas.microsoft.com/office/drawing/2014/main" id="{9BC68BC1-8132-B6EA-1E46-2B6F94C4D68F}"/>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 name="Oval 15">
              <a:extLst>
                <a:ext uri="{FF2B5EF4-FFF2-40B4-BE49-F238E27FC236}">
                  <a16:creationId xmlns:a16="http://schemas.microsoft.com/office/drawing/2014/main" id="{BAF0B3AB-4E88-14B5-E3BA-0D8BA71FC5C7}"/>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5" name="Straight Connector 64">
              <a:extLst>
                <a:ext uri="{FF2B5EF4-FFF2-40B4-BE49-F238E27FC236}">
                  <a16:creationId xmlns:a16="http://schemas.microsoft.com/office/drawing/2014/main" id="{69FD6515-64C8-C4AE-42ED-B2E5B3D4D591}"/>
                </a:ext>
              </a:extLst>
            </p:cNvPr>
            <p:cNvCxnSpPr>
              <a:cxnSpLocks/>
              <a:stCxn id="64"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66" name="Straight Connector 65">
              <a:extLst>
                <a:ext uri="{FF2B5EF4-FFF2-40B4-BE49-F238E27FC236}">
                  <a16:creationId xmlns:a16="http://schemas.microsoft.com/office/drawing/2014/main" id="{6173D9E5-18E0-DBEF-017F-21276B32FD00}"/>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75" name="Group 74">
            <a:extLst>
              <a:ext uri="{FF2B5EF4-FFF2-40B4-BE49-F238E27FC236}">
                <a16:creationId xmlns:a16="http://schemas.microsoft.com/office/drawing/2014/main" id="{192B6B73-B16B-A0D6-EE7D-5696F8F78569}"/>
              </a:ext>
            </a:extLst>
          </p:cNvPr>
          <p:cNvGrpSpPr/>
          <p:nvPr/>
        </p:nvGrpSpPr>
        <p:grpSpPr>
          <a:xfrm>
            <a:off x="11356242" y="1508829"/>
            <a:ext cx="721206" cy="609701"/>
            <a:chOff x="11356242" y="1532276"/>
            <a:chExt cx="721206" cy="609701"/>
          </a:xfrm>
        </p:grpSpPr>
        <p:sp>
          <p:nvSpPr>
            <p:cNvPr id="76" name="Rectangle 75">
              <a:hlinkHover r:id="" action="ppaction://noaction" highlightClick="1"/>
              <a:extLst>
                <a:ext uri="{FF2B5EF4-FFF2-40B4-BE49-F238E27FC236}">
                  <a16:creationId xmlns:a16="http://schemas.microsoft.com/office/drawing/2014/main" id="{FFAB458F-C7B2-0EE2-E8A7-C91B76689BE0}"/>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77" name="Oval 76">
              <a:extLst>
                <a:ext uri="{FF2B5EF4-FFF2-40B4-BE49-F238E27FC236}">
                  <a16:creationId xmlns:a16="http://schemas.microsoft.com/office/drawing/2014/main" id="{37503F48-A0E1-DFF6-171E-C18A4CB8C818}"/>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 name="Isosceles Triangle 648">
              <a:extLst>
                <a:ext uri="{FF2B5EF4-FFF2-40B4-BE49-F238E27FC236}">
                  <a16:creationId xmlns:a16="http://schemas.microsoft.com/office/drawing/2014/main" id="{C84C10ED-1496-4C87-A8C1-114DA0200711}"/>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 name="Group 87">
            <a:extLst>
              <a:ext uri="{FF2B5EF4-FFF2-40B4-BE49-F238E27FC236}">
                <a16:creationId xmlns:a16="http://schemas.microsoft.com/office/drawing/2014/main" id="{BCD74BE1-ABD9-5E73-65C8-3AC694486CFF}"/>
              </a:ext>
            </a:extLst>
          </p:cNvPr>
          <p:cNvGrpSpPr/>
          <p:nvPr/>
        </p:nvGrpSpPr>
        <p:grpSpPr>
          <a:xfrm>
            <a:off x="3776512" y="2950606"/>
            <a:ext cx="724130" cy="609701"/>
            <a:chOff x="3776512" y="2974053"/>
            <a:chExt cx="724130" cy="609701"/>
          </a:xfrm>
        </p:grpSpPr>
        <p:sp>
          <p:nvSpPr>
            <p:cNvPr id="89" name="Rectangle 88">
              <a:extLst>
                <a:ext uri="{FF2B5EF4-FFF2-40B4-BE49-F238E27FC236}">
                  <a16:creationId xmlns:a16="http://schemas.microsoft.com/office/drawing/2014/main" id="{8402D2D7-A9D0-B56B-1B16-8017C64CE0F5}"/>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90" name="Right Triangle 89">
              <a:extLst>
                <a:ext uri="{FF2B5EF4-FFF2-40B4-BE49-F238E27FC236}">
                  <a16:creationId xmlns:a16="http://schemas.microsoft.com/office/drawing/2014/main" id="{BB28D145-1034-6D00-27E5-5ABD7C25D10D}"/>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1" name="Group 90">
              <a:extLst>
                <a:ext uri="{FF2B5EF4-FFF2-40B4-BE49-F238E27FC236}">
                  <a16:creationId xmlns:a16="http://schemas.microsoft.com/office/drawing/2014/main" id="{83A728F0-A7AA-834E-9902-160BE6CBDFF8}"/>
                </a:ext>
              </a:extLst>
            </p:cNvPr>
            <p:cNvGrpSpPr/>
            <p:nvPr/>
          </p:nvGrpSpPr>
          <p:grpSpPr>
            <a:xfrm>
              <a:off x="4450061" y="2982574"/>
              <a:ext cx="37817" cy="61390"/>
              <a:chOff x="3883481" y="2057400"/>
              <a:chExt cx="1608363" cy="2652031"/>
            </a:xfrm>
            <a:solidFill>
              <a:srgbClr val="A6A6A6">
                <a:alpha val="20000"/>
              </a:srgbClr>
            </a:solidFill>
          </p:grpSpPr>
          <p:sp>
            <p:nvSpPr>
              <p:cNvPr id="92" name="Oval 27">
                <a:extLst>
                  <a:ext uri="{FF2B5EF4-FFF2-40B4-BE49-F238E27FC236}">
                    <a16:creationId xmlns:a16="http://schemas.microsoft.com/office/drawing/2014/main" id="{6452E7A0-79E6-189F-CB6B-2E0A2912664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 name="Oval 28">
                <a:extLst>
                  <a:ext uri="{FF2B5EF4-FFF2-40B4-BE49-F238E27FC236}">
                    <a16:creationId xmlns:a16="http://schemas.microsoft.com/office/drawing/2014/main" id="{0694FF97-BB58-078A-779E-30D4A80984A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8" name="Group 97">
            <a:extLst>
              <a:ext uri="{FF2B5EF4-FFF2-40B4-BE49-F238E27FC236}">
                <a16:creationId xmlns:a16="http://schemas.microsoft.com/office/drawing/2014/main" id="{85C410FC-8352-2619-0ACA-BAC58B7575BD}"/>
              </a:ext>
            </a:extLst>
          </p:cNvPr>
          <p:cNvGrpSpPr/>
          <p:nvPr/>
        </p:nvGrpSpPr>
        <p:grpSpPr>
          <a:xfrm>
            <a:off x="4605607" y="811556"/>
            <a:ext cx="722054" cy="609701"/>
            <a:chOff x="4605607" y="811556"/>
            <a:chExt cx="722054" cy="609701"/>
          </a:xfrm>
        </p:grpSpPr>
        <p:sp>
          <p:nvSpPr>
            <p:cNvPr id="99" name="Rectangle 98">
              <a:extLst>
                <a:ext uri="{FF2B5EF4-FFF2-40B4-BE49-F238E27FC236}">
                  <a16:creationId xmlns:a16="http://schemas.microsoft.com/office/drawing/2014/main" id="{3B54C1A6-791B-E0B1-4192-89AF0C67C93E}"/>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00" name="Rectangle 99">
              <a:extLst>
                <a:ext uri="{FF2B5EF4-FFF2-40B4-BE49-F238E27FC236}">
                  <a16:creationId xmlns:a16="http://schemas.microsoft.com/office/drawing/2014/main" id="{E34AC988-637A-CADA-5D55-BEBA4300515C}"/>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1" name="Oval 15">
              <a:extLst>
                <a:ext uri="{FF2B5EF4-FFF2-40B4-BE49-F238E27FC236}">
                  <a16:creationId xmlns:a16="http://schemas.microsoft.com/office/drawing/2014/main" id="{D24EA1C8-8771-F4F1-C65F-F7C700332F98}"/>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02" name="Straight Connector 101">
              <a:extLst>
                <a:ext uri="{FF2B5EF4-FFF2-40B4-BE49-F238E27FC236}">
                  <a16:creationId xmlns:a16="http://schemas.microsoft.com/office/drawing/2014/main" id="{9C471349-22A5-ED14-8E97-EC6D3FA7308B}"/>
                </a:ext>
              </a:extLst>
            </p:cNvPr>
            <p:cNvCxnSpPr>
              <a:cxnSpLocks/>
              <a:stCxn id="101"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03" name="Straight Connector 102">
              <a:extLst>
                <a:ext uri="{FF2B5EF4-FFF2-40B4-BE49-F238E27FC236}">
                  <a16:creationId xmlns:a16="http://schemas.microsoft.com/office/drawing/2014/main" id="{6EF7EE06-4F1F-420E-3779-C7FFA89A94F6}"/>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04" name="Group 103">
            <a:extLst>
              <a:ext uri="{FF2B5EF4-FFF2-40B4-BE49-F238E27FC236}">
                <a16:creationId xmlns:a16="http://schemas.microsoft.com/office/drawing/2014/main" id="{87A1610B-4DF5-31AA-1285-350A9AECC9FA}"/>
              </a:ext>
            </a:extLst>
          </p:cNvPr>
          <p:cNvGrpSpPr/>
          <p:nvPr/>
        </p:nvGrpSpPr>
        <p:grpSpPr>
          <a:xfrm>
            <a:off x="9651394" y="811173"/>
            <a:ext cx="721206" cy="609701"/>
            <a:chOff x="9657972" y="90836"/>
            <a:chExt cx="721206" cy="609701"/>
          </a:xfrm>
        </p:grpSpPr>
        <p:sp>
          <p:nvSpPr>
            <p:cNvPr id="105" name="Rectangle 104">
              <a:hlinkHover r:id="" action="ppaction://noaction" highlightClick="1"/>
              <a:extLst>
                <a:ext uri="{FF2B5EF4-FFF2-40B4-BE49-F238E27FC236}">
                  <a16:creationId xmlns:a16="http://schemas.microsoft.com/office/drawing/2014/main" id="{A7347E84-5986-F61E-8AB9-F3DA37FD9764}"/>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06" name="Diamond 105">
              <a:extLst>
                <a:ext uri="{FF2B5EF4-FFF2-40B4-BE49-F238E27FC236}">
                  <a16:creationId xmlns:a16="http://schemas.microsoft.com/office/drawing/2014/main" id="{7C10F335-459E-C521-E16E-077EE5030AB2}"/>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7" name="Oval 106">
              <a:extLst>
                <a:ext uri="{FF2B5EF4-FFF2-40B4-BE49-F238E27FC236}">
                  <a16:creationId xmlns:a16="http://schemas.microsoft.com/office/drawing/2014/main" id="{031D0B6A-F1FF-DD1F-CE8F-00AA6A852FEB}"/>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8" name="Group 107">
            <a:extLst>
              <a:ext uri="{FF2B5EF4-FFF2-40B4-BE49-F238E27FC236}">
                <a16:creationId xmlns:a16="http://schemas.microsoft.com/office/drawing/2014/main" id="{C4DB3949-8C35-617B-7D19-63D128756E6C}"/>
              </a:ext>
            </a:extLst>
          </p:cNvPr>
          <p:cNvGrpSpPr/>
          <p:nvPr/>
        </p:nvGrpSpPr>
        <p:grpSpPr>
          <a:xfrm>
            <a:off x="2102908" y="811556"/>
            <a:ext cx="721206" cy="609701"/>
            <a:chOff x="2102908" y="811556"/>
            <a:chExt cx="721206" cy="609701"/>
          </a:xfrm>
        </p:grpSpPr>
        <p:sp>
          <p:nvSpPr>
            <p:cNvPr id="109" name="Rectangle 108">
              <a:extLst>
                <a:ext uri="{FF2B5EF4-FFF2-40B4-BE49-F238E27FC236}">
                  <a16:creationId xmlns:a16="http://schemas.microsoft.com/office/drawing/2014/main" id="{2B00A0F3-30D1-CC77-9F60-725631B7B43D}"/>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10" name="Rectangle 109">
              <a:extLst>
                <a:ext uri="{FF2B5EF4-FFF2-40B4-BE49-F238E27FC236}">
                  <a16:creationId xmlns:a16="http://schemas.microsoft.com/office/drawing/2014/main" id="{E266EF31-2EA5-F5D3-8D30-F5E4DB8E23F7}"/>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1" name="Oval 15">
              <a:extLst>
                <a:ext uri="{FF2B5EF4-FFF2-40B4-BE49-F238E27FC236}">
                  <a16:creationId xmlns:a16="http://schemas.microsoft.com/office/drawing/2014/main" id="{73367047-101B-146B-A849-2902378A37B9}"/>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2" name="Straight Connector 111">
              <a:extLst>
                <a:ext uri="{FF2B5EF4-FFF2-40B4-BE49-F238E27FC236}">
                  <a16:creationId xmlns:a16="http://schemas.microsoft.com/office/drawing/2014/main" id="{F0EA7571-100F-3690-7E4D-E564EE27B79A}"/>
                </a:ext>
              </a:extLst>
            </p:cNvPr>
            <p:cNvCxnSpPr>
              <a:cxnSpLocks/>
              <a:stCxn id="111"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13" name="Straight Connector 112">
              <a:extLst>
                <a:ext uri="{FF2B5EF4-FFF2-40B4-BE49-F238E27FC236}">
                  <a16:creationId xmlns:a16="http://schemas.microsoft.com/office/drawing/2014/main" id="{E4AB9648-AE42-6D27-AD3F-490A86E62941}"/>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FDDF1960-C5C2-AAF1-48AB-25476F296460}"/>
              </a:ext>
            </a:extLst>
          </p:cNvPr>
          <p:cNvGrpSpPr/>
          <p:nvPr/>
        </p:nvGrpSpPr>
        <p:grpSpPr>
          <a:xfrm>
            <a:off x="10506594" y="811556"/>
            <a:ext cx="721220" cy="609701"/>
            <a:chOff x="10506594" y="811556"/>
            <a:chExt cx="721220" cy="609701"/>
          </a:xfrm>
        </p:grpSpPr>
        <p:sp>
          <p:nvSpPr>
            <p:cNvPr id="115" name="Rectangle 114">
              <a:extLst>
                <a:ext uri="{FF2B5EF4-FFF2-40B4-BE49-F238E27FC236}">
                  <a16:creationId xmlns:a16="http://schemas.microsoft.com/office/drawing/2014/main" id="{764F94B4-FB17-254B-B217-24A55CBE328C}"/>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16" name="Rectangle 115">
              <a:extLst>
                <a:ext uri="{FF2B5EF4-FFF2-40B4-BE49-F238E27FC236}">
                  <a16:creationId xmlns:a16="http://schemas.microsoft.com/office/drawing/2014/main" id="{516F537F-1EB1-F339-F13A-474A3CF4084B}"/>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7" name="Oval 15">
              <a:extLst>
                <a:ext uri="{FF2B5EF4-FFF2-40B4-BE49-F238E27FC236}">
                  <a16:creationId xmlns:a16="http://schemas.microsoft.com/office/drawing/2014/main" id="{2E376EFB-648C-A458-2B78-A26C1295FDB7}"/>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8" name="Straight Connector 117">
              <a:extLst>
                <a:ext uri="{FF2B5EF4-FFF2-40B4-BE49-F238E27FC236}">
                  <a16:creationId xmlns:a16="http://schemas.microsoft.com/office/drawing/2014/main" id="{BCDAB708-2BEF-3A5B-4D84-36B48F2A83F1}"/>
                </a:ext>
              </a:extLst>
            </p:cNvPr>
            <p:cNvCxnSpPr>
              <a:cxnSpLocks/>
              <a:stCxn id="117"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19" name="Straight Connector 118">
              <a:extLst>
                <a:ext uri="{FF2B5EF4-FFF2-40B4-BE49-F238E27FC236}">
                  <a16:creationId xmlns:a16="http://schemas.microsoft.com/office/drawing/2014/main" id="{BD521EAF-9210-B218-3368-3A350044F812}"/>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0" name="Group 119">
            <a:extLst>
              <a:ext uri="{FF2B5EF4-FFF2-40B4-BE49-F238E27FC236}">
                <a16:creationId xmlns:a16="http://schemas.microsoft.com/office/drawing/2014/main" id="{46C58E62-0F94-5CA6-BFB6-99CEE9161B01}"/>
              </a:ext>
            </a:extLst>
          </p:cNvPr>
          <p:cNvGrpSpPr/>
          <p:nvPr/>
        </p:nvGrpSpPr>
        <p:grpSpPr>
          <a:xfrm>
            <a:off x="7116512" y="812701"/>
            <a:ext cx="721206" cy="609701"/>
            <a:chOff x="7957576" y="811556"/>
            <a:chExt cx="721206" cy="609701"/>
          </a:xfrm>
        </p:grpSpPr>
        <p:sp>
          <p:nvSpPr>
            <p:cNvPr id="121" name="Rectangle 120">
              <a:extLst>
                <a:ext uri="{FF2B5EF4-FFF2-40B4-BE49-F238E27FC236}">
                  <a16:creationId xmlns:a16="http://schemas.microsoft.com/office/drawing/2014/main" id="{A318935D-451A-D86C-65AD-88A25BD8E0C5}"/>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22" name="Rectangle 121">
              <a:extLst>
                <a:ext uri="{FF2B5EF4-FFF2-40B4-BE49-F238E27FC236}">
                  <a16:creationId xmlns:a16="http://schemas.microsoft.com/office/drawing/2014/main" id="{CCFD7F36-D14B-E823-698B-1E2E7C3CFFBE}"/>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3" name="Oval 15">
              <a:extLst>
                <a:ext uri="{FF2B5EF4-FFF2-40B4-BE49-F238E27FC236}">
                  <a16:creationId xmlns:a16="http://schemas.microsoft.com/office/drawing/2014/main" id="{61644214-A128-4311-DC5E-A0D4264E8DE3}"/>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24" name="Straight Connector 123">
              <a:extLst>
                <a:ext uri="{FF2B5EF4-FFF2-40B4-BE49-F238E27FC236}">
                  <a16:creationId xmlns:a16="http://schemas.microsoft.com/office/drawing/2014/main" id="{0C787964-CE23-8D58-19DA-C682E8116842}"/>
                </a:ext>
              </a:extLst>
            </p:cNvPr>
            <p:cNvCxnSpPr>
              <a:cxnSpLocks/>
              <a:stCxn id="123"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5" name="Straight Connector 124">
              <a:extLst>
                <a:ext uri="{FF2B5EF4-FFF2-40B4-BE49-F238E27FC236}">
                  <a16:creationId xmlns:a16="http://schemas.microsoft.com/office/drawing/2014/main" id="{388E31B8-0A0E-FFE1-74A6-DF3254B6ECEC}"/>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6" name="Group 125">
            <a:extLst>
              <a:ext uri="{FF2B5EF4-FFF2-40B4-BE49-F238E27FC236}">
                <a16:creationId xmlns:a16="http://schemas.microsoft.com/office/drawing/2014/main" id="{EAA133BF-62D0-CFDA-B7F8-33D4454C6F03}"/>
              </a:ext>
            </a:extLst>
          </p:cNvPr>
          <p:cNvGrpSpPr/>
          <p:nvPr/>
        </p:nvGrpSpPr>
        <p:grpSpPr>
          <a:xfrm>
            <a:off x="10508723" y="1536662"/>
            <a:ext cx="721206" cy="609701"/>
            <a:chOff x="11356242" y="1532276"/>
            <a:chExt cx="721206" cy="609701"/>
          </a:xfrm>
        </p:grpSpPr>
        <p:sp>
          <p:nvSpPr>
            <p:cNvPr id="127" name="Rectangle 126">
              <a:hlinkHover r:id="" action="ppaction://noaction" highlightClick="1"/>
              <a:extLst>
                <a:ext uri="{FF2B5EF4-FFF2-40B4-BE49-F238E27FC236}">
                  <a16:creationId xmlns:a16="http://schemas.microsoft.com/office/drawing/2014/main" id="{E9E0E1D8-1DAC-C49D-B90B-C9513A59B610}"/>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28" name="Oval 127">
              <a:extLst>
                <a:ext uri="{FF2B5EF4-FFF2-40B4-BE49-F238E27FC236}">
                  <a16:creationId xmlns:a16="http://schemas.microsoft.com/office/drawing/2014/main" id="{51DEDBC1-0C2D-843C-F240-6C832312E215}"/>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9" name="Isosceles Triangle 648">
              <a:extLst>
                <a:ext uri="{FF2B5EF4-FFF2-40B4-BE49-F238E27FC236}">
                  <a16:creationId xmlns:a16="http://schemas.microsoft.com/office/drawing/2014/main" id="{56C85EB4-3A59-DA82-1055-9AF496F939AF}"/>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1" name="Group 130">
            <a:extLst>
              <a:ext uri="{FF2B5EF4-FFF2-40B4-BE49-F238E27FC236}">
                <a16:creationId xmlns:a16="http://schemas.microsoft.com/office/drawing/2014/main" id="{EF056EA9-4607-10E0-63CF-7ABE03C9CC57}"/>
              </a:ext>
            </a:extLst>
          </p:cNvPr>
          <p:cNvGrpSpPr/>
          <p:nvPr/>
        </p:nvGrpSpPr>
        <p:grpSpPr>
          <a:xfrm>
            <a:off x="10520479" y="90836"/>
            <a:ext cx="721206" cy="609701"/>
            <a:chOff x="10520479" y="90836"/>
            <a:chExt cx="721206" cy="609701"/>
          </a:xfrm>
        </p:grpSpPr>
        <p:sp>
          <p:nvSpPr>
            <p:cNvPr id="132" name="Rectangle 131">
              <a:hlinkHover r:id="" action="ppaction://noaction" highlightClick="1"/>
              <a:extLst>
                <a:ext uri="{FF2B5EF4-FFF2-40B4-BE49-F238E27FC236}">
                  <a16:creationId xmlns:a16="http://schemas.microsoft.com/office/drawing/2014/main" id="{BFC28B75-0B3C-6727-533C-6145AFDA2A18}"/>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133" name="Oval 132">
              <a:extLst>
                <a:ext uri="{FF2B5EF4-FFF2-40B4-BE49-F238E27FC236}">
                  <a16:creationId xmlns:a16="http://schemas.microsoft.com/office/drawing/2014/main" id="{40033F2A-12A3-CE1F-6C16-7716ADA9B5B2}"/>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4" name="Isosceles Triangle 648">
              <a:extLst>
                <a:ext uri="{FF2B5EF4-FFF2-40B4-BE49-F238E27FC236}">
                  <a16:creationId xmlns:a16="http://schemas.microsoft.com/office/drawing/2014/main" id="{2223CCF2-1395-1692-16E3-413FFA9CC8CA}"/>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5" name="Group 134">
            <a:extLst>
              <a:ext uri="{FF2B5EF4-FFF2-40B4-BE49-F238E27FC236}">
                <a16:creationId xmlns:a16="http://schemas.microsoft.com/office/drawing/2014/main" id="{BDB426BA-722C-7BCB-7EEB-CDB4776FCC98}"/>
              </a:ext>
            </a:extLst>
          </p:cNvPr>
          <p:cNvGrpSpPr/>
          <p:nvPr/>
        </p:nvGrpSpPr>
        <p:grpSpPr>
          <a:xfrm>
            <a:off x="7957586" y="2253332"/>
            <a:ext cx="721206" cy="609701"/>
            <a:chOff x="7957586" y="2253332"/>
            <a:chExt cx="721206" cy="609701"/>
          </a:xfrm>
        </p:grpSpPr>
        <p:sp>
          <p:nvSpPr>
            <p:cNvPr id="136" name="Rectangle 135">
              <a:extLst>
                <a:ext uri="{FF2B5EF4-FFF2-40B4-BE49-F238E27FC236}">
                  <a16:creationId xmlns:a16="http://schemas.microsoft.com/office/drawing/2014/main" id="{2D83D47E-9C6E-571A-774B-419C3D86F354}"/>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37" name="Right Triangle 136">
              <a:extLst>
                <a:ext uri="{FF2B5EF4-FFF2-40B4-BE49-F238E27FC236}">
                  <a16:creationId xmlns:a16="http://schemas.microsoft.com/office/drawing/2014/main" id="{3B62A601-2C90-C879-174D-2B55B1C5BFB0}"/>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8" name="Group 137">
              <a:extLst>
                <a:ext uri="{FF2B5EF4-FFF2-40B4-BE49-F238E27FC236}">
                  <a16:creationId xmlns:a16="http://schemas.microsoft.com/office/drawing/2014/main" id="{D0860A02-6D6F-52F4-F17C-C7879276160D}"/>
                </a:ext>
              </a:extLst>
            </p:cNvPr>
            <p:cNvGrpSpPr/>
            <p:nvPr/>
          </p:nvGrpSpPr>
          <p:grpSpPr>
            <a:xfrm>
              <a:off x="8621942" y="2262669"/>
              <a:ext cx="37817" cy="61390"/>
              <a:chOff x="3883481" y="2057400"/>
              <a:chExt cx="1608363" cy="2652031"/>
            </a:xfrm>
            <a:solidFill>
              <a:srgbClr val="A6A6A6">
                <a:alpha val="20000"/>
              </a:srgbClr>
            </a:solidFill>
          </p:grpSpPr>
          <p:sp>
            <p:nvSpPr>
              <p:cNvPr id="139" name="Oval 27">
                <a:extLst>
                  <a:ext uri="{FF2B5EF4-FFF2-40B4-BE49-F238E27FC236}">
                    <a16:creationId xmlns:a16="http://schemas.microsoft.com/office/drawing/2014/main" id="{1F8D9B04-DF12-7F64-C76D-BD22C1D789A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0" name="Oval 28">
                <a:extLst>
                  <a:ext uri="{FF2B5EF4-FFF2-40B4-BE49-F238E27FC236}">
                    <a16:creationId xmlns:a16="http://schemas.microsoft.com/office/drawing/2014/main" id="{A7390F57-5337-BC56-3263-90DCAB6F412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1" name="Group 140">
            <a:extLst>
              <a:ext uri="{FF2B5EF4-FFF2-40B4-BE49-F238E27FC236}">
                <a16:creationId xmlns:a16="http://schemas.microsoft.com/office/drawing/2014/main" id="{5AD5F837-0B0D-BD3C-22F1-9E136833B3F5}"/>
              </a:ext>
            </a:extLst>
          </p:cNvPr>
          <p:cNvGrpSpPr/>
          <p:nvPr/>
        </p:nvGrpSpPr>
        <p:grpSpPr>
          <a:xfrm>
            <a:off x="6290730" y="2257176"/>
            <a:ext cx="721206" cy="609701"/>
            <a:chOff x="8807250" y="2253334"/>
            <a:chExt cx="721206" cy="609701"/>
          </a:xfrm>
        </p:grpSpPr>
        <p:sp>
          <p:nvSpPr>
            <p:cNvPr id="142" name="Rectangle 141">
              <a:extLst>
                <a:ext uri="{FF2B5EF4-FFF2-40B4-BE49-F238E27FC236}">
                  <a16:creationId xmlns:a16="http://schemas.microsoft.com/office/drawing/2014/main" id="{4134D72E-C319-6B9E-8D9B-C522FA10D8DC}"/>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43" name="Right Triangle 142">
              <a:extLst>
                <a:ext uri="{FF2B5EF4-FFF2-40B4-BE49-F238E27FC236}">
                  <a16:creationId xmlns:a16="http://schemas.microsoft.com/office/drawing/2014/main" id="{EBB138DC-9FFD-F59D-719C-26F58C150B95}"/>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4" name="Oval 27">
              <a:extLst>
                <a:ext uri="{FF2B5EF4-FFF2-40B4-BE49-F238E27FC236}">
                  <a16:creationId xmlns:a16="http://schemas.microsoft.com/office/drawing/2014/main" id="{B46554CA-872A-2B68-C0CE-B7EEC5E28BFE}"/>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5" name="Oval 28">
              <a:extLst>
                <a:ext uri="{FF2B5EF4-FFF2-40B4-BE49-F238E27FC236}">
                  <a16:creationId xmlns:a16="http://schemas.microsoft.com/office/drawing/2014/main" id="{8C443279-A704-F580-BCB5-6F1DA4229E4F}"/>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46" name="Group 145">
            <a:extLst>
              <a:ext uri="{FF2B5EF4-FFF2-40B4-BE49-F238E27FC236}">
                <a16:creationId xmlns:a16="http://schemas.microsoft.com/office/drawing/2014/main" id="{C1D6FC6F-016A-612D-203A-0CF460AED914}"/>
              </a:ext>
            </a:extLst>
          </p:cNvPr>
          <p:cNvGrpSpPr/>
          <p:nvPr/>
        </p:nvGrpSpPr>
        <p:grpSpPr>
          <a:xfrm>
            <a:off x="9656903" y="2253333"/>
            <a:ext cx="721220" cy="609701"/>
            <a:chOff x="9656903" y="2253333"/>
            <a:chExt cx="721220" cy="609701"/>
          </a:xfrm>
        </p:grpSpPr>
        <p:sp>
          <p:nvSpPr>
            <p:cNvPr id="147" name="Rectangle 146">
              <a:hlinkHover r:id="" action="ppaction://noaction" highlightClick="1"/>
              <a:extLst>
                <a:ext uri="{FF2B5EF4-FFF2-40B4-BE49-F238E27FC236}">
                  <a16:creationId xmlns:a16="http://schemas.microsoft.com/office/drawing/2014/main" id="{FA13D2B2-F4F4-0364-994B-B551088358AC}"/>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8" name="Rectangle 147">
              <a:extLst>
                <a:ext uri="{FF2B5EF4-FFF2-40B4-BE49-F238E27FC236}">
                  <a16:creationId xmlns:a16="http://schemas.microsoft.com/office/drawing/2014/main" id="{38F7AA93-9CEC-D843-A4C4-BDE5352A32E4}"/>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9" name="Oval 15">
              <a:extLst>
                <a:ext uri="{FF2B5EF4-FFF2-40B4-BE49-F238E27FC236}">
                  <a16:creationId xmlns:a16="http://schemas.microsoft.com/office/drawing/2014/main" id="{6113AC14-36AA-5CB3-5413-67231F875969}"/>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0" name="Straight Connector 149">
              <a:extLst>
                <a:ext uri="{FF2B5EF4-FFF2-40B4-BE49-F238E27FC236}">
                  <a16:creationId xmlns:a16="http://schemas.microsoft.com/office/drawing/2014/main" id="{DD2E1C28-D874-9C63-05BC-92B2D528F557}"/>
                </a:ext>
              </a:extLst>
            </p:cNvPr>
            <p:cNvCxnSpPr>
              <a:cxnSpLocks/>
              <a:stCxn id="14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51" name="Straight Connector 150">
              <a:extLst>
                <a:ext uri="{FF2B5EF4-FFF2-40B4-BE49-F238E27FC236}">
                  <a16:creationId xmlns:a16="http://schemas.microsoft.com/office/drawing/2014/main" id="{8569F00D-3485-32D2-EE74-2FC504304D90}"/>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2" name="Group 151">
            <a:extLst>
              <a:ext uri="{FF2B5EF4-FFF2-40B4-BE49-F238E27FC236}">
                <a16:creationId xmlns:a16="http://schemas.microsoft.com/office/drawing/2014/main" id="{57216F7A-E2EF-7677-1404-BE813ED311CE}"/>
              </a:ext>
            </a:extLst>
          </p:cNvPr>
          <p:cNvGrpSpPr/>
          <p:nvPr/>
        </p:nvGrpSpPr>
        <p:grpSpPr>
          <a:xfrm>
            <a:off x="8797459" y="2264859"/>
            <a:ext cx="721206" cy="609701"/>
            <a:chOff x="11356242" y="2253333"/>
            <a:chExt cx="721206" cy="609701"/>
          </a:xfrm>
        </p:grpSpPr>
        <p:sp>
          <p:nvSpPr>
            <p:cNvPr id="153" name="Rectangle 152">
              <a:hlinkHover r:id="" action="ppaction://noaction" highlightClick="1"/>
              <a:extLst>
                <a:ext uri="{FF2B5EF4-FFF2-40B4-BE49-F238E27FC236}">
                  <a16:creationId xmlns:a16="http://schemas.microsoft.com/office/drawing/2014/main" id="{F2635783-697D-F517-BB75-BAEE78550421}"/>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54" name="Oval 153">
              <a:extLst>
                <a:ext uri="{FF2B5EF4-FFF2-40B4-BE49-F238E27FC236}">
                  <a16:creationId xmlns:a16="http://schemas.microsoft.com/office/drawing/2014/main" id="{1665DDC7-B45A-E78A-4680-CC250EBE28CF}"/>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5" name="Isosceles Triangle 648">
              <a:extLst>
                <a:ext uri="{FF2B5EF4-FFF2-40B4-BE49-F238E27FC236}">
                  <a16:creationId xmlns:a16="http://schemas.microsoft.com/office/drawing/2014/main" id="{DC0F8C80-46F9-4AF4-069D-C1C20007921D}"/>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6" name="Group 155">
            <a:extLst>
              <a:ext uri="{FF2B5EF4-FFF2-40B4-BE49-F238E27FC236}">
                <a16:creationId xmlns:a16="http://schemas.microsoft.com/office/drawing/2014/main" id="{E3EFA522-3C69-1619-7BFB-C3BBFBAEF5C9}"/>
              </a:ext>
            </a:extLst>
          </p:cNvPr>
          <p:cNvGrpSpPr/>
          <p:nvPr/>
        </p:nvGrpSpPr>
        <p:grpSpPr>
          <a:xfrm>
            <a:off x="10506580" y="2253333"/>
            <a:ext cx="721206" cy="609701"/>
            <a:chOff x="10506580" y="2253333"/>
            <a:chExt cx="721206" cy="609701"/>
          </a:xfrm>
        </p:grpSpPr>
        <p:sp>
          <p:nvSpPr>
            <p:cNvPr id="157" name="Rectangle 156">
              <a:hlinkHover r:id="" action="ppaction://noaction" highlightClick="1"/>
              <a:extLst>
                <a:ext uri="{FF2B5EF4-FFF2-40B4-BE49-F238E27FC236}">
                  <a16:creationId xmlns:a16="http://schemas.microsoft.com/office/drawing/2014/main" id="{559E3766-EEB7-6811-83D5-EBAD1B5F596B}"/>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58" name="Diamond 157">
              <a:extLst>
                <a:ext uri="{FF2B5EF4-FFF2-40B4-BE49-F238E27FC236}">
                  <a16:creationId xmlns:a16="http://schemas.microsoft.com/office/drawing/2014/main" id="{B509EC75-3228-F46C-CE11-F0F7881E577F}"/>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9" name="Oval 158">
              <a:extLst>
                <a:ext uri="{FF2B5EF4-FFF2-40B4-BE49-F238E27FC236}">
                  <a16:creationId xmlns:a16="http://schemas.microsoft.com/office/drawing/2014/main" id="{59416AFB-28FD-BCFC-3AD6-C6234D75F3EF}"/>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0" name="Group 159">
            <a:extLst>
              <a:ext uri="{FF2B5EF4-FFF2-40B4-BE49-F238E27FC236}">
                <a16:creationId xmlns:a16="http://schemas.microsoft.com/office/drawing/2014/main" id="{594C77DC-B303-E4E7-0439-C3F7A5D6CC19}"/>
              </a:ext>
            </a:extLst>
          </p:cNvPr>
          <p:cNvGrpSpPr/>
          <p:nvPr/>
        </p:nvGrpSpPr>
        <p:grpSpPr>
          <a:xfrm>
            <a:off x="2109092" y="2986575"/>
            <a:ext cx="721206" cy="649846"/>
            <a:chOff x="10506800" y="2974054"/>
            <a:chExt cx="721206" cy="649846"/>
          </a:xfrm>
        </p:grpSpPr>
        <p:sp>
          <p:nvSpPr>
            <p:cNvPr id="161" name="Rectangle 160">
              <a:extLst>
                <a:ext uri="{FF2B5EF4-FFF2-40B4-BE49-F238E27FC236}">
                  <a16:creationId xmlns:a16="http://schemas.microsoft.com/office/drawing/2014/main" id="{03465667-7060-B5FF-7D40-D67A15016778}"/>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62" name="Rectangle 161">
              <a:extLst>
                <a:ext uri="{FF2B5EF4-FFF2-40B4-BE49-F238E27FC236}">
                  <a16:creationId xmlns:a16="http://schemas.microsoft.com/office/drawing/2014/main" id="{8A1390C1-2124-5045-895E-9465EC044167}"/>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3" name="Oval 15">
              <a:extLst>
                <a:ext uri="{FF2B5EF4-FFF2-40B4-BE49-F238E27FC236}">
                  <a16:creationId xmlns:a16="http://schemas.microsoft.com/office/drawing/2014/main" id="{45EBDDCB-8B05-ECE4-8E3E-9FDD1A052734}"/>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4" name="Straight Connector 163">
              <a:extLst>
                <a:ext uri="{FF2B5EF4-FFF2-40B4-BE49-F238E27FC236}">
                  <a16:creationId xmlns:a16="http://schemas.microsoft.com/office/drawing/2014/main" id="{8A24EEED-56F4-E63E-3CEE-E434FBE47E0D}"/>
                </a:ext>
              </a:extLst>
            </p:cNvPr>
            <p:cNvCxnSpPr>
              <a:cxnSpLocks/>
              <a:stCxn id="163"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5" name="Straight Connector 164">
              <a:extLst>
                <a:ext uri="{FF2B5EF4-FFF2-40B4-BE49-F238E27FC236}">
                  <a16:creationId xmlns:a16="http://schemas.microsoft.com/office/drawing/2014/main" id="{94FBFE0B-2A3F-CD81-6154-594FF6A39704}"/>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E5EB2970-351E-84D2-ED91-ACFEE6C9C9F8}"/>
              </a:ext>
            </a:extLst>
          </p:cNvPr>
          <p:cNvGrpSpPr/>
          <p:nvPr/>
        </p:nvGrpSpPr>
        <p:grpSpPr>
          <a:xfrm>
            <a:off x="4621827" y="2983922"/>
            <a:ext cx="721206" cy="654973"/>
            <a:chOff x="9657606" y="2974054"/>
            <a:chExt cx="721206" cy="654973"/>
          </a:xfrm>
        </p:grpSpPr>
        <p:sp>
          <p:nvSpPr>
            <p:cNvPr id="167" name="Rectangle 166">
              <a:extLst>
                <a:ext uri="{FF2B5EF4-FFF2-40B4-BE49-F238E27FC236}">
                  <a16:creationId xmlns:a16="http://schemas.microsoft.com/office/drawing/2014/main" id="{775332DA-A3B4-9E02-E8DC-F09BF380BC4A}"/>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68" name="Rectangle 167">
              <a:extLst>
                <a:ext uri="{FF2B5EF4-FFF2-40B4-BE49-F238E27FC236}">
                  <a16:creationId xmlns:a16="http://schemas.microsoft.com/office/drawing/2014/main" id="{9BCE65DC-63F5-BD32-6D8D-E840DF093B98}"/>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9" name="Oval 15">
              <a:extLst>
                <a:ext uri="{FF2B5EF4-FFF2-40B4-BE49-F238E27FC236}">
                  <a16:creationId xmlns:a16="http://schemas.microsoft.com/office/drawing/2014/main" id="{7D45AA2A-051C-F240-D48F-22C0808838A4}"/>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0" name="Straight Connector 169">
              <a:extLst>
                <a:ext uri="{FF2B5EF4-FFF2-40B4-BE49-F238E27FC236}">
                  <a16:creationId xmlns:a16="http://schemas.microsoft.com/office/drawing/2014/main" id="{A8347BA9-05FF-1E19-B8F9-B992E4E384FA}"/>
                </a:ext>
              </a:extLst>
            </p:cNvPr>
            <p:cNvCxnSpPr>
              <a:cxnSpLocks/>
              <a:stCxn id="169"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1" name="Straight Connector 170">
              <a:extLst>
                <a:ext uri="{FF2B5EF4-FFF2-40B4-BE49-F238E27FC236}">
                  <a16:creationId xmlns:a16="http://schemas.microsoft.com/office/drawing/2014/main" id="{60D11F50-293E-018A-002B-E50B7D59B5F6}"/>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2" name="Group 171">
            <a:extLst>
              <a:ext uri="{FF2B5EF4-FFF2-40B4-BE49-F238E27FC236}">
                <a16:creationId xmlns:a16="http://schemas.microsoft.com/office/drawing/2014/main" id="{264C2973-3636-13AF-C8AB-F989BC5904D6}"/>
              </a:ext>
            </a:extLst>
          </p:cNvPr>
          <p:cNvGrpSpPr/>
          <p:nvPr/>
        </p:nvGrpSpPr>
        <p:grpSpPr>
          <a:xfrm>
            <a:off x="11356001" y="2974057"/>
            <a:ext cx="721206" cy="609701"/>
            <a:chOff x="11356001" y="2974057"/>
            <a:chExt cx="721206" cy="609701"/>
          </a:xfrm>
        </p:grpSpPr>
        <p:sp>
          <p:nvSpPr>
            <p:cNvPr id="173" name="Rectangle 172">
              <a:hlinkHover r:id="" action="ppaction://noaction" highlightClick="1"/>
              <a:extLst>
                <a:ext uri="{FF2B5EF4-FFF2-40B4-BE49-F238E27FC236}">
                  <a16:creationId xmlns:a16="http://schemas.microsoft.com/office/drawing/2014/main" id="{55E5A494-457D-49BA-16BB-CF842229A52B}"/>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74" name="Oval 173">
              <a:extLst>
                <a:ext uri="{FF2B5EF4-FFF2-40B4-BE49-F238E27FC236}">
                  <a16:creationId xmlns:a16="http://schemas.microsoft.com/office/drawing/2014/main" id="{68167D98-DA02-51DC-ADB8-7ADAA183953B}"/>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5" name="Isosceles Triangle 648">
              <a:extLst>
                <a:ext uri="{FF2B5EF4-FFF2-40B4-BE49-F238E27FC236}">
                  <a16:creationId xmlns:a16="http://schemas.microsoft.com/office/drawing/2014/main" id="{A08EE6E8-BD91-BD36-4003-C2252DF1BC2A}"/>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6" name="Group 175">
            <a:extLst>
              <a:ext uri="{FF2B5EF4-FFF2-40B4-BE49-F238E27FC236}">
                <a16:creationId xmlns:a16="http://schemas.microsoft.com/office/drawing/2014/main" id="{C03A8B57-EA29-B846-C4E9-80148D8984F8}"/>
              </a:ext>
            </a:extLst>
          </p:cNvPr>
          <p:cNvGrpSpPr/>
          <p:nvPr/>
        </p:nvGrpSpPr>
        <p:grpSpPr>
          <a:xfrm>
            <a:off x="1268346" y="3698208"/>
            <a:ext cx="721891" cy="610396"/>
            <a:chOff x="1268346" y="3698208"/>
            <a:chExt cx="721891" cy="610396"/>
          </a:xfrm>
        </p:grpSpPr>
        <p:sp>
          <p:nvSpPr>
            <p:cNvPr id="177" name="Rectangle 176">
              <a:extLst>
                <a:ext uri="{FF2B5EF4-FFF2-40B4-BE49-F238E27FC236}">
                  <a16:creationId xmlns:a16="http://schemas.microsoft.com/office/drawing/2014/main" id="{3F60D3DC-1FDC-F3BB-DF93-B8DEDD444017}"/>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78" name="Right Triangle 177">
              <a:extLst>
                <a:ext uri="{FF2B5EF4-FFF2-40B4-BE49-F238E27FC236}">
                  <a16:creationId xmlns:a16="http://schemas.microsoft.com/office/drawing/2014/main" id="{3D8FC1E6-1B14-A7CE-B43D-F191DEA0659D}"/>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9" name="Group 178">
              <a:extLst>
                <a:ext uri="{FF2B5EF4-FFF2-40B4-BE49-F238E27FC236}">
                  <a16:creationId xmlns:a16="http://schemas.microsoft.com/office/drawing/2014/main" id="{85CCFEFB-91C9-FB62-5990-26E138BA7F8F}"/>
                </a:ext>
              </a:extLst>
            </p:cNvPr>
            <p:cNvGrpSpPr/>
            <p:nvPr/>
          </p:nvGrpSpPr>
          <p:grpSpPr>
            <a:xfrm>
              <a:off x="1939627" y="3704306"/>
              <a:ext cx="37817" cy="61390"/>
              <a:chOff x="3883481" y="2057400"/>
              <a:chExt cx="1608363" cy="2652031"/>
            </a:xfrm>
            <a:solidFill>
              <a:srgbClr val="A6A6A6">
                <a:alpha val="20000"/>
              </a:srgbClr>
            </a:solidFill>
          </p:grpSpPr>
          <p:sp>
            <p:nvSpPr>
              <p:cNvPr id="180" name="Oval 27">
                <a:extLst>
                  <a:ext uri="{FF2B5EF4-FFF2-40B4-BE49-F238E27FC236}">
                    <a16:creationId xmlns:a16="http://schemas.microsoft.com/office/drawing/2014/main" id="{4271EC35-B1FB-1FBA-5207-2E299C61701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1" name="Oval 28">
                <a:extLst>
                  <a:ext uri="{FF2B5EF4-FFF2-40B4-BE49-F238E27FC236}">
                    <a16:creationId xmlns:a16="http://schemas.microsoft.com/office/drawing/2014/main" id="{432B5109-4594-A052-46DB-4EDA31284DA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82" name="Group 181">
            <a:extLst>
              <a:ext uri="{FF2B5EF4-FFF2-40B4-BE49-F238E27FC236}">
                <a16:creationId xmlns:a16="http://schemas.microsoft.com/office/drawing/2014/main" id="{350B86B4-E587-707D-F6AE-596379CE85D5}"/>
              </a:ext>
            </a:extLst>
          </p:cNvPr>
          <p:cNvGrpSpPr/>
          <p:nvPr/>
        </p:nvGrpSpPr>
        <p:grpSpPr>
          <a:xfrm>
            <a:off x="5454173" y="2257175"/>
            <a:ext cx="721206" cy="609701"/>
            <a:chOff x="6287891" y="2253333"/>
            <a:chExt cx="721206" cy="609701"/>
          </a:xfrm>
        </p:grpSpPr>
        <p:sp>
          <p:nvSpPr>
            <p:cNvPr id="183" name="Rectangle 182">
              <a:extLst>
                <a:ext uri="{FF2B5EF4-FFF2-40B4-BE49-F238E27FC236}">
                  <a16:creationId xmlns:a16="http://schemas.microsoft.com/office/drawing/2014/main" id="{E587F47B-BE0A-0445-A9B7-8C9EECD38313}"/>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184" name="Right Triangle 183">
              <a:extLst>
                <a:ext uri="{FF2B5EF4-FFF2-40B4-BE49-F238E27FC236}">
                  <a16:creationId xmlns:a16="http://schemas.microsoft.com/office/drawing/2014/main" id="{9488F027-79AF-FF47-9572-129DA1045F9A}"/>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85" name="Group 184">
              <a:extLst>
                <a:ext uri="{FF2B5EF4-FFF2-40B4-BE49-F238E27FC236}">
                  <a16:creationId xmlns:a16="http://schemas.microsoft.com/office/drawing/2014/main" id="{FCF3B898-8E36-8E11-CEC0-2BA2249550A3}"/>
                </a:ext>
              </a:extLst>
            </p:cNvPr>
            <p:cNvGrpSpPr/>
            <p:nvPr/>
          </p:nvGrpSpPr>
          <p:grpSpPr>
            <a:xfrm>
              <a:off x="6952470" y="2265099"/>
              <a:ext cx="37817" cy="61390"/>
              <a:chOff x="3883481" y="2057400"/>
              <a:chExt cx="1608363" cy="2652031"/>
            </a:xfrm>
            <a:solidFill>
              <a:srgbClr val="A6A6A6">
                <a:alpha val="20000"/>
              </a:srgbClr>
            </a:solidFill>
          </p:grpSpPr>
          <p:sp>
            <p:nvSpPr>
              <p:cNvPr id="186" name="Oval 27">
                <a:extLst>
                  <a:ext uri="{FF2B5EF4-FFF2-40B4-BE49-F238E27FC236}">
                    <a16:creationId xmlns:a16="http://schemas.microsoft.com/office/drawing/2014/main" id="{03FA2620-C6FD-6426-0A3E-4E5DB7F86C7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7" name="Oval 28">
                <a:extLst>
                  <a:ext uri="{FF2B5EF4-FFF2-40B4-BE49-F238E27FC236}">
                    <a16:creationId xmlns:a16="http://schemas.microsoft.com/office/drawing/2014/main" id="{20A14BCB-ED69-73B8-3F40-1483E5A47DD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88" name="Group 187">
            <a:extLst>
              <a:ext uri="{FF2B5EF4-FFF2-40B4-BE49-F238E27FC236}">
                <a16:creationId xmlns:a16="http://schemas.microsoft.com/office/drawing/2014/main" id="{DAC5AC31-CB57-BC0D-3F4B-5F111D3EFC7A}"/>
              </a:ext>
            </a:extLst>
          </p:cNvPr>
          <p:cNvGrpSpPr/>
          <p:nvPr/>
        </p:nvGrpSpPr>
        <p:grpSpPr>
          <a:xfrm>
            <a:off x="2934662" y="5148220"/>
            <a:ext cx="724130" cy="609701"/>
            <a:chOff x="4615448" y="2974053"/>
            <a:chExt cx="724130" cy="609701"/>
          </a:xfrm>
        </p:grpSpPr>
        <p:sp>
          <p:nvSpPr>
            <p:cNvPr id="189" name="Rectangle 188">
              <a:extLst>
                <a:ext uri="{FF2B5EF4-FFF2-40B4-BE49-F238E27FC236}">
                  <a16:creationId xmlns:a16="http://schemas.microsoft.com/office/drawing/2014/main" id="{89321174-D94F-BECC-4592-C88B7178EBA6}"/>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90" name="Right Triangle 189">
              <a:extLst>
                <a:ext uri="{FF2B5EF4-FFF2-40B4-BE49-F238E27FC236}">
                  <a16:creationId xmlns:a16="http://schemas.microsoft.com/office/drawing/2014/main" id="{5FE12568-CEFA-5A29-A938-8A8679264E39}"/>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91" name="Group 190">
              <a:extLst>
                <a:ext uri="{FF2B5EF4-FFF2-40B4-BE49-F238E27FC236}">
                  <a16:creationId xmlns:a16="http://schemas.microsoft.com/office/drawing/2014/main" id="{22E2FCD8-4890-5447-9C80-127B42D979E4}"/>
                </a:ext>
              </a:extLst>
            </p:cNvPr>
            <p:cNvGrpSpPr/>
            <p:nvPr/>
          </p:nvGrpSpPr>
          <p:grpSpPr>
            <a:xfrm>
              <a:off x="5288997" y="2982574"/>
              <a:ext cx="37817" cy="61390"/>
              <a:chOff x="3883481" y="2057400"/>
              <a:chExt cx="1608363" cy="2652031"/>
            </a:xfrm>
            <a:solidFill>
              <a:srgbClr val="A6A6A6">
                <a:alpha val="20000"/>
              </a:srgbClr>
            </a:solidFill>
          </p:grpSpPr>
          <p:sp>
            <p:nvSpPr>
              <p:cNvPr id="448" name="Oval 27">
                <a:extLst>
                  <a:ext uri="{FF2B5EF4-FFF2-40B4-BE49-F238E27FC236}">
                    <a16:creationId xmlns:a16="http://schemas.microsoft.com/office/drawing/2014/main" id="{77171A00-AFB7-466A-A44A-04B0724AA81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9" name="Oval 28">
                <a:extLst>
                  <a:ext uri="{FF2B5EF4-FFF2-40B4-BE49-F238E27FC236}">
                    <a16:creationId xmlns:a16="http://schemas.microsoft.com/office/drawing/2014/main" id="{3F563252-7F1E-2547-0793-DE19B562C8A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50" name="Group 449">
            <a:extLst>
              <a:ext uri="{FF2B5EF4-FFF2-40B4-BE49-F238E27FC236}">
                <a16:creationId xmlns:a16="http://schemas.microsoft.com/office/drawing/2014/main" id="{3E87641A-5961-A1B0-BB6F-5F0617AFD89C}"/>
              </a:ext>
            </a:extLst>
          </p:cNvPr>
          <p:cNvGrpSpPr/>
          <p:nvPr/>
        </p:nvGrpSpPr>
        <p:grpSpPr>
          <a:xfrm>
            <a:off x="5451979" y="3707588"/>
            <a:ext cx="721206" cy="609701"/>
            <a:chOff x="5451979" y="3707588"/>
            <a:chExt cx="721206" cy="609701"/>
          </a:xfrm>
        </p:grpSpPr>
        <p:sp>
          <p:nvSpPr>
            <p:cNvPr id="451" name="Rectangle 450">
              <a:hlinkHover r:id="" action="ppaction://noaction" highlightClick="1"/>
              <a:extLst>
                <a:ext uri="{FF2B5EF4-FFF2-40B4-BE49-F238E27FC236}">
                  <a16:creationId xmlns:a16="http://schemas.microsoft.com/office/drawing/2014/main" id="{F4608982-E0C6-28B8-8F9B-71A8813F0752}"/>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52" name="Oval 451">
              <a:extLst>
                <a:ext uri="{FF2B5EF4-FFF2-40B4-BE49-F238E27FC236}">
                  <a16:creationId xmlns:a16="http://schemas.microsoft.com/office/drawing/2014/main" id="{663E2675-B5BC-C993-480A-B448FB2A30F1}"/>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3" name="Isosceles Triangle 648">
              <a:extLst>
                <a:ext uri="{FF2B5EF4-FFF2-40B4-BE49-F238E27FC236}">
                  <a16:creationId xmlns:a16="http://schemas.microsoft.com/office/drawing/2014/main" id="{68282C30-845E-5DCD-284A-AC70E6A291A9}"/>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4" name="Group 453">
            <a:extLst>
              <a:ext uri="{FF2B5EF4-FFF2-40B4-BE49-F238E27FC236}">
                <a16:creationId xmlns:a16="http://schemas.microsoft.com/office/drawing/2014/main" id="{71623815-F02E-C5A6-BFF3-0DD0E7996289}"/>
              </a:ext>
            </a:extLst>
          </p:cNvPr>
          <p:cNvGrpSpPr/>
          <p:nvPr/>
        </p:nvGrpSpPr>
        <p:grpSpPr>
          <a:xfrm>
            <a:off x="10506616" y="2984633"/>
            <a:ext cx="721220" cy="609701"/>
            <a:chOff x="9656903" y="2253333"/>
            <a:chExt cx="721220" cy="609701"/>
          </a:xfrm>
        </p:grpSpPr>
        <p:sp>
          <p:nvSpPr>
            <p:cNvPr id="455" name="Rectangle 454">
              <a:hlinkHover r:id="" action="ppaction://noaction" highlightClick="1"/>
              <a:extLst>
                <a:ext uri="{FF2B5EF4-FFF2-40B4-BE49-F238E27FC236}">
                  <a16:creationId xmlns:a16="http://schemas.microsoft.com/office/drawing/2014/main" id="{A92E7010-7CF9-AB56-9CDF-C093E075B710}"/>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56" name="Rectangle 455">
              <a:extLst>
                <a:ext uri="{FF2B5EF4-FFF2-40B4-BE49-F238E27FC236}">
                  <a16:creationId xmlns:a16="http://schemas.microsoft.com/office/drawing/2014/main" id="{13F6634C-2D0B-21B1-6531-3E9B200C8F0F}"/>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7" name="Oval 15">
              <a:extLst>
                <a:ext uri="{FF2B5EF4-FFF2-40B4-BE49-F238E27FC236}">
                  <a16:creationId xmlns:a16="http://schemas.microsoft.com/office/drawing/2014/main" id="{1E9CC2CD-69EA-39AA-3A75-A6736D99B7DF}"/>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70" name="Straight Connector 469">
              <a:extLst>
                <a:ext uri="{FF2B5EF4-FFF2-40B4-BE49-F238E27FC236}">
                  <a16:creationId xmlns:a16="http://schemas.microsoft.com/office/drawing/2014/main" id="{CCB70FA0-276C-A52B-FE33-D84D37FC3BEE}"/>
                </a:ext>
              </a:extLst>
            </p:cNvPr>
            <p:cNvCxnSpPr>
              <a:cxnSpLocks/>
              <a:stCxn id="457"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71" name="Straight Connector 470">
              <a:extLst>
                <a:ext uri="{FF2B5EF4-FFF2-40B4-BE49-F238E27FC236}">
                  <a16:creationId xmlns:a16="http://schemas.microsoft.com/office/drawing/2014/main" id="{4F471A86-81FF-82C6-9913-7EF33C4F29F0}"/>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3" name="Group 482">
            <a:extLst>
              <a:ext uri="{FF2B5EF4-FFF2-40B4-BE49-F238E27FC236}">
                <a16:creationId xmlns:a16="http://schemas.microsoft.com/office/drawing/2014/main" id="{4380F83B-8067-108D-6FE8-E6A6D5D02403}"/>
              </a:ext>
            </a:extLst>
          </p:cNvPr>
          <p:cNvGrpSpPr/>
          <p:nvPr/>
        </p:nvGrpSpPr>
        <p:grpSpPr>
          <a:xfrm>
            <a:off x="11355832" y="5140982"/>
            <a:ext cx="721220" cy="609701"/>
            <a:chOff x="9656903" y="2253333"/>
            <a:chExt cx="721220" cy="609701"/>
          </a:xfrm>
        </p:grpSpPr>
        <p:sp>
          <p:nvSpPr>
            <p:cNvPr id="484" name="Rectangle 483">
              <a:hlinkHover r:id="" action="ppaction://noaction" highlightClick="1"/>
              <a:extLst>
                <a:ext uri="{FF2B5EF4-FFF2-40B4-BE49-F238E27FC236}">
                  <a16:creationId xmlns:a16="http://schemas.microsoft.com/office/drawing/2014/main" id="{040ACBDA-B27C-FF2D-330D-F077F981A11C}"/>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85" name="Rectangle 484">
              <a:extLst>
                <a:ext uri="{FF2B5EF4-FFF2-40B4-BE49-F238E27FC236}">
                  <a16:creationId xmlns:a16="http://schemas.microsoft.com/office/drawing/2014/main" id="{38E0114A-31E3-3817-5C91-240D069C4009}"/>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0" name="Oval 15">
              <a:extLst>
                <a:ext uri="{FF2B5EF4-FFF2-40B4-BE49-F238E27FC236}">
                  <a16:creationId xmlns:a16="http://schemas.microsoft.com/office/drawing/2014/main" id="{361C6117-EDC4-1391-41A1-BED3FFD37D54}"/>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91" name="Straight Connector 490">
              <a:extLst>
                <a:ext uri="{FF2B5EF4-FFF2-40B4-BE49-F238E27FC236}">
                  <a16:creationId xmlns:a16="http://schemas.microsoft.com/office/drawing/2014/main" id="{42E7740B-062A-B336-69BB-C934FEC97157}"/>
                </a:ext>
              </a:extLst>
            </p:cNvPr>
            <p:cNvCxnSpPr>
              <a:cxnSpLocks/>
              <a:stCxn id="490"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2" name="Straight Connector 491">
              <a:extLst>
                <a:ext uri="{FF2B5EF4-FFF2-40B4-BE49-F238E27FC236}">
                  <a16:creationId xmlns:a16="http://schemas.microsoft.com/office/drawing/2014/main" id="{80A1BE5E-EFFA-A6C4-D14F-544D8812EDDC}"/>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3" name="Group 492">
            <a:extLst>
              <a:ext uri="{FF2B5EF4-FFF2-40B4-BE49-F238E27FC236}">
                <a16:creationId xmlns:a16="http://schemas.microsoft.com/office/drawing/2014/main" id="{DC5F998B-9B5A-3496-A078-D7DD67F06558}"/>
              </a:ext>
            </a:extLst>
          </p:cNvPr>
          <p:cNvGrpSpPr/>
          <p:nvPr/>
        </p:nvGrpSpPr>
        <p:grpSpPr>
          <a:xfrm>
            <a:off x="7113172" y="2252067"/>
            <a:ext cx="728239" cy="609701"/>
            <a:chOff x="5442073" y="811556"/>
            <a:chExt cx="728239" cy="609701"/>
          </a:xfrm>
        </p:grpSpPr>
        <p:sp>
          <p:nvSpPr>
            <p:cNvPr id="544" name="Rectangle 543">
              <a:extLst>
                <a:ext uri="{FF2B5EF4-FFF2-40B4-BE49-F238E27FC236}">
                  <a16:creationId xmlns:a16="http://schemas.microsoft.com/office/drawing/2014/main" id="{FF281870-B442-B9D6-18A4-1D93A5FA18A5}"/>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545" name="Rectangle 544">
              <a:extLst>
                <a:ext uri="{FF2B5EF4-FFF2-40B4-BE49-F238E27FC236}">
                  <a16:creationId xmlns:a16="http://schemas.microsoft.com/office/drawing/2014/main" id="{3AAE612A-C6E9-B372-CE55-DF24979D76F4}"/>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6" name="Oval 15">
              <a:extLst>
                <a:ext uri="{FF2B5EF4-FFF2-40B4-BE49-F238E27FC236}">
                  <a16:creationId xmlns:a16="http://schemas.microsoft.com/office/drawing/2014/main" id="{7A285936-AEC6-E99A-87C5-D0B049F32002}"/>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47" name="Straight Connector 546">
              <a:extLst>
                <a:ext uri="{FF2B5EF4-FFF2-40B4-BE49-F238E27FC236}">
                  <a16:creationId xmlns:a16="http://schemas.microsoft.com/office/drawing/2014/main" id="{72328853-47AB-3CB4-F92F-FFD4E5E3A11B}"/>
                </a:ext>
              </a:extLst>
            </p:cNvPr>
            <p:cNvCxnSpPr>
              <a:cxnSpLocks/>
              <a:stCxn id="546"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2" name="Straight Connector 551">
              <a:extLst>
                <a:ext uri="{FF2B5EF4-FFF2-40B4-BE49-F238E27FC236}">
                  <a16:creationId xmlns:a16="http://schemas.microsoft.com/office/drawing/2014/main" id="{4A77DA43-47F8-3B60-A8B6-550EA630ADEB}"/>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53" name="Group 552">
            <a:extLst>
              <a:ext uri="{FF2B5EF4-FFF2-40B4-BE49-F238E27FC236}">
                <a16:creationId xmlns:a16="http://schemas.microsoft.com/office/drawing/2014/main" id="{82AB9FE4-D41D-E53D-0B23-C974D2425B01}"/>
              </a:ext>
            </a:extLst>
          </p:cNvPr>
          <p:cNvGrpSpPr/>
          <p:nvPr/>
        </p:nvGrpSpPr>
        <p:grpSpPr>
          <a:xfrm>
            <a:off x="11353919" y="2251694"/>
            <a:ext cx="721206" cy="609701"/>
            <a:chOff x="8807250" y="2253334"/>
            <a:chExt cx="721206" cy="609701"/>
          </a:xfrm>
        </p:grpSpPr>
        <p:sp>
          <p:nvSpPr>
            <p:cNvPr id="554" name="Rectangle 553">
              <a:extLst>
                <a:ext uri="{FF2B5EF4-FFF2-40B4-BE49-F238E27FC236}">
                  <a16:creationId xmlns:a16="http://schemas.microsoft.com/office/drawing/2014/main" id="{940DB2BA-A51C-D25C-B000-903EC593BB10}"/>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555" name="Right Triangle 554">
              <a:extLst>
                <a:ext uri="{FF2B5EF4-FFF2-40B4-BE49-F238E27FC236}">
                  <a16:creationId xmlns:a16="http://schemas.microsoft.com/office/drawing/2014/main" id="{6A3560FE-6F28-0115-5073-ED96DB94E316}"/>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6" name="Oval 27">
              <a:extLst>
                <a:ext uri="{FF2B5EF4-FFF2-40B4-BE49-F238E27FC236}">
                  <a16:creationId xmlns:a16="http://schemas.microsoft.com/office/drawing/2014/main" id="{ED15A4A1-50DD-F863-34DB-A3B88960F7AB}"/>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7" name="Oval 28">
              <a:extLst>
                <a:ext uri="{FF2B5EF4-FFF2-40B4-BE49-F238E27FC236}">
                  <a16:creationId xmlns:a16="http://schemas.microsoft.com/office/drawing/2014/main" id="{044F8E03-70F1-49F7-48DB-7F261E4C1A9C}"/>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8" name="Group 557">
            <a:extLst>
              <a:ext uri="{FF2B5EF4-FFF2-40B4-BE49-F238E27FC236}">
                <a16:creationId xmlns:a16="http://schemas.microsoft.com/office/drawing/2014/main" id="{29B6004F-2928-5747-6F48-BC3385B2E14A}"/>
              </a:ext>
            </a:extLst>
          </p:cNvPr>
          <p:cNvGrpSpPr/>
          <p:nvPr/>
        </p:nvGrpSpPr>
        <p:grpSpPr>
          <a:xfrm>
            <a:off x="7905566" y="751337"/>
            <a:ext cx="3396155" cy="4999377"/>
            <a:chOff x="7905566" y="751337"/>
            <a:chExt cx="3396155" cy="4999377"/>
          </a:xfrm>
        </p:grpSpPr>
        <p:cxnSp>
          <p:nvCxnSpPr>
            <p:cNvPr id="559" name="Straight Connector 558">
              <a:extLst>
                <a:ext uri="{FF2B5EF4-FFF2-40B4-BE49-F238E27FC236}">
                  <a16:creationId xmlns:a16="http://schemas.microsoft.com/office/drawing/2014/main" id="{2ED39FA8-918B-64BA-10A9-AC1BB19CCABE}"/>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0" name="Straight Connector 559">
              <a:extLst>
                <a:ext uri="{FF2B5EF4-FFF2-40B4-BE49-F238E27FC236}">
                  <a16:creationId xmlns:a16="http://schemas.microsoft.com/office/drawing/2014/main" id="{716AEA84-8808-5499-E4FD-D2EB1BB3FB08}"/>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1" name="Straight Connector 560">
              <a:extLst>
                <a:ext uri="{FF2B5EF4-FFF2-40B4-BE49-F238E27FC236}">
                  <a16:creationId xmlns:a16="http://schemas.microsoft.com/office/drawing/2014/main" id="{CB73BD7A-BCE4-0A8F-3225-D4F29FF944B7}"/>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2" name="Straight Connector 561">
              <a:extLst>
                <a:ext uri="{FF2B5EF4-FFF2-40B4-BE49-F238E27FC236}">
                  <a16:creationId xmlns:a16="http://schemas.microsoft.com/office/drawing/2014/main" id="{994424E7-20DD-3E46-C29F-DF4AD1A8A7E3}"/>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72A74E00-84D0-1315-FDCD-D0283E000B85}"/>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4" name="Straight Connector 563">
              <a:extLst>
                <a:ext uri="{FF2B5EF4-FFF2-40B4-BE49-F238E27FC236}">
                  <a16:creationId xmlns:a16="http://schemas.microsoft.com/office/drawing/2014/main" id="{E7AE0441-6E68-063D-6360-FD5A9E5EF355}"/>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5" name="Straight Connector 564">
              <a:extLst>
                <a:ext uri="{FF2B5EF4-FFF2-40B4-BE49-F238E27FC236}">
                  <a16:creationId xmlns:a16="http://schemas.microsoft.com/office/drawing/2014/main" id="{B33B75A9-4DBC-D4D8-FB88-02C40BE93946}"/>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566" name="Straight Connector 565">
            <a:extLst>
              <a:ext uri="{FF2B5EF4-FFF2-40B4-BE49-F238E27FC236}">
                <a16:creationId xmlns:a16="http://schemas.microsoft.com/office/drawing/2014/main" id="{175409C2-82C3-75B3-76BA-B5E6F978D87D}"/>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2" name="Picture 1">
            <a:hlinkClick r:id="rId12" action="ppaction://hlinksldjump"/>
            <a:extLst>
              <a:ext uri="{FF2B5EF4-FFF2-40B4-BE49-F238E27FC236}">
                <a16:creationId xmlns:a16="http://schemas.microsoft.com/office/drawing/2014/main" id="{FAE957EE-1734-DF13-1B0E-61082490DF89}"/>
              </a:ext>
            </a:extLst>
          </p:cNvPr>
          <p:cNvPicPr>
            <a:picLocks noChangeAspect="1"/>
          </p:cNvPicPr>
          <p:nvPr/>
        </p:nvPicPr>
        <p:blipFill>
          <a:blip r:embed="rId13"/>
          <a:stretch>
            <a:fillRect/>
          </a:stretch>
        </p:blipFill>
        <p:spPr>
          <a:xfrm>
            <a:off x="0" y="0"/>
            <a:ext cx="211626" cy="6858000"/>
          </a:xfrm>
          <a:prstGeom prst="rect">
            <a:avLst/>
          </a:prstGeom>
        </p:spPr>
      </p:pic>
      <p:grpSp>
        <p:nvGrpSpPr>
          <p:cNvPr id="3" name="Group 2">
            <a:extLst>
              <a:ext uri="{FF2B5EF4-FFF2-40B4-BE49-F238E27FC236}">
                <a16:creationId xmlns:a16="http://schemas.microsoft.com/office/drawing/2014/main" id="{8C24D2D9-7EEE-F837-E82A-3A6F8EFD849A}"/>
              </a:ext>
            </a:extLst>
          </p:cNvPr>
          <p:cNvGrpSpPr/>
          <p:nvPr/>
        </p:nvGrpSpPr>
        <p:grpSpPr>
          <a:xfrm>
            <a:off x="9652491" y="2986436"/>
            <a:ext cx="721206" cy="609701"/>
            <a:chOff x="9657972" y="90836"/>
            <a:chExt cx="721206" cy="609701"/>
          </a:xfrm>
        </p:grpSpPr>
        <p:sp>
          <p:nvSpPr>
            <p:cNvPr id="4" name="Rectangle 3">
              <a:hlinkHover r:id="" action="ppaction://noaction" highlightClick="1"/>
              <a:extLst>
                <a:ext uri="{FF2B5EF4-FFF2-40B4-BE49-F238E27FC236}">
                  <a16:creationId xmlns:a16="http://schemas.microsoft.com/office/drawing/2014/main" id="{2787F0B4-C1AD-D4DA-49E2-95E10B77D463}"/>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5" name="Diamond 4">
              <a:extLst>
                <a:ext uri="{FF2B5EF4-FFF2-40B4-BE49-F238E27FC236}">
                  <a16:creationId xmlns:a16="http://schemas.microsoft.com/office/drawing/2014/main" id="{455FA1A2-9D52-AB70-E9C2-C6E85903CEDA}"/>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92F6651D-7AA1-87A9-91FC-88CED2EA5273}"/>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016162697"/>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Pillar of Apps</a:t>
            </a:r>
          </a:p>
        </p:txBody>
      </p:sp>
      <p:sp>
        <p:nvSpPr>
          <p:cNvPr id="9" name="Rectangle 8">
            <a:hlinkClick r:id="rId3" action="ppaction://hlinksldjump"/>
            <a:hlinkHover r:id="rId3" action="ppaction://hlinksldjump"/>
            <a:extLst>
              <a:ext uri="{FF2B5EF4-FFF2-40B4-BE49-F238E27FC236}">
                <a16:creationId xmlns:a16="http://schemas.microsoft.com/office/drawing/2014/main" id="{8F00BECF-1E5D-4599-BF8D-7DA90418293C}"/>
              </a:ext>
            </a:extLst>
          </p:cNvPr>
          <p:cNvSpPr/>
          <p:nvPr/>
        </p:nvSpPr>
        <p:spPr>
          <a:xfrm>
            <a:off x="8803146"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a:t>
            </a:r>
          </a:p>
        </p:txBody>
      </p:sp>
      <p:sp>
        <p:nvSpPr>
          <p:cNvPr id="11" name="Rectangle 10">
            <a:hlinkClick r:id="rId4" action="ppaction://hlinksldjump"/>
            <a:hlinkHover r:id="rId4" action="ppaction://hlinksldjump"/>
            <a:extLst>
              <a:ext uri="{FF2B5EF4-FFF2-40B4-BE49-F238E27FC236}">
                <a16:creationId xmlns:a16="http://schemas.microsoft.com/office/drawing/2014/main" id="{0743FC3C-A3EF-4070-9F24-F2AC545C3767}"/>
              </a:ext>
            </a:extLst>
          </p:cNvPr>
          <p:cNvSpPr/>
          <p:nvPr/>
        </p:nvSpPr>
        <p:spPr>
          <a:xfrm>
            <a:off x="3696468"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a:t>
            </a:r>
          </a:p>
        </p:txBody>
      </p:sp>
      <p:sp>
        <p:nvSpPr>
          <p:cNvPr id="13" name="Rectangle 12">
            <a:hlinkClick r:id="rId5" action="ppaction://hlinksldjump"/>
            <a:hlinkHover r:id="rId5" action="ppaction://hlinksldjump"/>
            <a:extLst>
              <a:ext uri="{FF2B5EF4-FFF2-40B4-BE49-F238E27FC236}">
                <a16:creationId xmlns:a16="http://schemas.microsoft.com/office/drawing/2014/main" id="{E05E3EE6-BB2A-4DAE-8A4A-2C3A0FE10D59}"/>
              </a:ext>
            </a:extLst>
          </p:cNvPr>
          <p:cNvSpPr/>
          <p:nvPr/>
        </p:nvSpPr>
        <p:spPr>
          <a:xfrm>
            <a:off x="1994242"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Devices</a:t>
            </a:r>
          </a:p>
        </p:txBody>
      </p:sp>
      <p:sp>
        <p:nvSpPr>
          <p:cNvPr id="15" name="Rectangle 14">
            <a:hlinkClick r:id="rId6" action="ppaction://hlinksldjump"/>
            <a:hlinkHover r:id="rId6" action="ppaction://hlinksldjump"/>
            <a:extLst>
              <a:ext uri="{FF2B5EF4-FFF2-40B4-BE49-F238E27FC236}">
                <a16:creationId xmlns:a16="http://schemas.microsoft.com/office/drawing/2014/main" id="{5EC96879-0988-47DA-9D7E-21E29FB465D8}"/>
              </a:ext>
            </a:extLst>
          </p:cNvPr>
          <p:cNvSpPr/>
          <p:nvPr/>
        </p:nvSpPr>
        <p:spPr>
          <a:xfrm>
            <a:off x="292016"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a:t>
            </a:r>
          </a:p>
        </p:txBody>
      </p:sp>
      <p:sp>
        <p:nvSpPr>
          <p:cNvPr id="16" name="Rectangle 15">
            <a:hlinkClick r:id="rId7" action="ppaction://hlinksldjump"/>
            <a:hlinkHover r:id="rId7" action="ppaction://hlinksldjump"/>
            <a:extLst>
              <a:ext uri="{FF2B5EF4-FFF2-40B4-BE49-F238E27FC236}">
                <a16:creationId xmlns:a16="http://schemas.microsoft.com/office/drawing/2014/main" id="{CF367479-FA90-4F57-ABC4-0928388165C9}"/>
              </a:ext>
            </a:extLst>
          </p:cNvPr>
          <p:cNvSpPr/>
          <p:nvPr/>
        </p:nvSpPr>
        <p:spPr>
          <a:xfrm>
            <a:off x="7100920" y="5851984"/>
            <a:ext cx="1614057" cy="86838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Infrastructure</a:t>
            </a:r>
          </a:p>
        </p:txBody>
      </p:sp>
      <p:sp>
        <p:nvSpPr>
          <p:cNvPr id="18" name="Rectangle 17">
            <a:hlinkClick r:id="rId8" action="ppaction://hlinksldjump"/>
            <a:hlinkHover r:id="rId8" action="ppaction://hlinksldjump"/>
            <a:extLst>
              <a:ext uri="{FF2B5EF4-FFF2-40B4-BE49-F238E27FC236}">
                <a16:creationId xmlns:a16="http://schemas.microsoft.com/office/drawing/2014/main" id="{0ACF5205-F153-42BE-8C50-48E7206B8688}"/>
              </a:ext>
            </a:extLst>
          </p:cNvPr>
          <p:cNvSpPr/>
          <p:nvPr/>
        </p:nvSpPr>
        <p:spPr>
          <a:xfrm>
            <a:off x="5398694" y="5851983"/>
            <a:ext cx="1614057"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Apps</a:t>
            </a:r>
          </a:p>
        </p:txBody>
      </p:sp>
      <p:sp>
        <p:nvSpPr>
          <p:cNvPr id="27" name="Rectangle 26">
            <a:hlinkClick r:id="rId9" action="ppaction://hlinksldjump"/>
            <a:hlinkHover r:id="rId9" action="ppaction://hlinksldjump"/>
            <a:extLst>
              <a:ext uri="{FF2B5EF4-FFF2-40B4-BE49-F238E27FC236}">
                <a16:creationId xmlns:a16="http://schemas.microsoft.com/office/drawing/2014/main" id="{176AB3C0-1A2A-4081-A6DE-CD24644867ED}"/>
              </a:ext>
            </a:extLst>
          </p:cNvPr>
          <p:cNvSpPr/>
          <p:nvPr/>
        </p:nvSpPr>
        <p:spPr>
          <a:xfrm>
            <a:off x="10505371"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Visibility, Automation and Orchestration</a:t>
            </a:r>
          </a:p>
        </p:txBody>
      </p:sp>
      <p:grpSp>
        <p:nvGrpSpPr>
          <p:cNvPr id="35" name="Group 34">
            <a:extLst>
              <a:ext uri="{FF2B5EF4-FFF2-40B4-BE49-F238E27FC236}">
                <a16:creationId xmlns:a16="http://schemas.microsoft.com/office/drawing/2014/main" id="{D60E6679-C9B0-DABA-1CA4-93CE24979946}"/>
              </a:ext>
            </a:extLst>
          </p:cNvPr>
          <p:cNvGrpSpPr/>
          <p:nvPr/>
        </p:nvGrpSpPr>
        <p:grpSpPr>
          <a:xfrm>
            <a:off x="7959195" y="3698231"/>
            <a:ext cx="721206" cy="609701"/>
            <a:chOff x="7959195" y="3698231"/>
            <a:chExt cx="721206" cy="609701"/>
          </a:xfrm>
        </p:grpSpPr>
        <p:sp>
          <p:nvSpPr>
            <p:cNvPr id="36" name="Rectangle 35">
              <a:hlinkHover r:id="" action="ppaction://noaction" highlightClick="1"/>
              <a:extLst>
                <a:ext uri="{FF2B5EF4-FFF2-40B4-BE49-F238E27FC236}">
                  <a16:creationId xmlns:a16="http://schemas.microsoft.com/office/drawing/2014/main" id="{50ACA4FE-C171-A119-4032-2F9D4299634B}"/>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38" name="Oval 37">
              <a:extLst>
                <a:ext uri="{FF2B5EF4-FFF2-40B4-BE49-F238E27FC236}">
                  <a16:creationId xmlns:a16="http://schemas.microsoft.com/office/drawing/2014/main" id="{8B130EF7-8BFA-165E-223E-D1DF00704050}"/>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 name="Isosceles Triangle 648">
              <a:extLst>
                <a:ext uri="{FF2B5EF4-FFF2-40B4-BE49-F238E27FC236}">
                  <a16:creationId xmlns:a16="http://schemas.microsoft.com/office/drawing/2014/main" id="{D7C16897-783D-EB19-7117-70C6D3F5024B}"/>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 name="Group 51">
            <a:extLst>
              <a:ext uri="{FF2B5EF4-FFF2-40B4-BE49-F238E27FC236}">
                <a16:creationId xmlns:a16="http://schemas.microsoft.com/office/drawing/2014/main" id="{7F67DFC8-58DD-9F65-EFCC-D6F694CE06DC}"/>
              </a:ext>
            </a:extLst>
          </p:cNvPr>
          <p:cNvGrpSpPr/>
          <p:nvPr/>
        </p:nvGrpSpPr>
        <p:grpSpPr>
          <a:xfrm>
            <a:off x="5448056" y="1532276"/>
            <a:ext cx="721206" cy="609701"/>
            <a:chOff x="5448056" y="1532276"/>
            <a:chExt cx="721206" cy="609701"/>
          </a:xfrm>
        </p:grpSpPr>
        <p:sp>
          <p:nvSpPr>
            <p:cNvPr id="53" name="Rectangle 52">
              <a:extLst>
                <a:ext uri="{FF2B5EF4-FFF2-40B4-BE49-F238E27FC236}">
                  <a16:creationId xmlns:a16="http://schemas.microsoft.com/office/drawing/2014/main" id="{9598802D-CDA8-F7EC-27C1-A0E1DF504FA9}"/>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54" name="Rectangle 53">
              <a:extLst>
                <a:ext uri="{FF2B5EF4-FFF2-40B4-BE49-F238E27FC236}">
                  <a16:creationId xmlns:a16="http://schemas.microsoft.com/office/drawing/2014/main" id="{8067A637-0120-088E-F6C2-1639ACC80DA8}"/>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 name="Oval 15">
              <a:extLst>
                <a:ext uri="{FF2B5EF4-FFF2-40B4-BE49-F238E27FC236}">
                  <a16:creationId xmlns:a16="http://schemas.microsoft.com/office/drawing/2014/main" id="{BAFBD4BD-40D3-7C0C-DFBB-2F67ED14BAB9}"/>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 name="Straight Connector 55">
              <a:extLst>
                <a:ext uri="{FF2B5EF4-FFF2-40B4-BE49-F238E27FC236}">
                  <a16:creationId xmlns:a16="http://schemas.microsoft.com/office/drawing/2014/main" id="{D05910E6-7BC9-DA0D-68FC-BB0EA201FC61}"/>
                </a:ext>
              </a:extLst>
            </p:cNvPr>
            <p:cNvCxnSpPr>
              <a:cxnSpLocks/>
              <a:stCxn id="55"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 name="Straight Connector 56">
              <a:extLst>
                <a:ext uri="{FF2B5EF4-FFF2-40B4-BE49-F238E27FC236}">
                  <a16:creationId xmlns:a16="http://schemas.microsoft.com/office/drawing/2014/main" id="{7987F9F8-542C-4AB3-E07B-ECAAEC2E673B}"/>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9" name="Group 58">
            <a:extLst>
              <a:ext uri="{FF2B5EF4-FFF2-40B4-BE49-F238E27FC236}">
                <a16:creationId xmlns:a16="http://schemas.microsoft.com/office/drawing/2014/main" id="{539752F0-B00B-74D9-101E-D723EF639B13}"/>
              </a:ext>
            </a:extLst>
          </p:cNvPr>
          <p:cNvGrpSpPr/>
          <p:nvPr/>
        </p:nvGrpSpPr>
        <p:grpSpPr>
          <a:xfrm>
            <a:off x="6284565" y="1532276"/>
            <a:ext cx="721206" cy="609701"/>
            <a:chOff x="6284565" y="1532276"/>
            <a:chExt cx="721206" cy="609701"/>
          </a:xfrm>
        </p:grpSpPr>
        <p:sp>
          <p:nvSpPr>
            <p:cNvPr id="61" name="Rectangle 60">
              <a:extLst>
                <a:ext uri="{FF2B5EF4-FFF2-40B4-BE49-F238E27FC236}">
                  <a16:creationId xmlns:a16="http://schemas.microsoft.com/office/drawing/2014/main" id="{256F5434-F241-70C1-36CD-FAE2A8D0A341}"/>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62" name="Rectangle 61">
              <a:extLst>
                <a:ext uri="{FF2B5EF4-FFF2-40B4-BE49-F238E27FC236}">
                  <a16:creationId xmlns:a16="http://schemas.microsoft.com/office/drawing/2014/main" id="{CF0ABEDB-D48F-0DFB-4D28-A89D6A1A3E86}"/>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 name="Oval 15">
              <a:extLst>
                <a:ext uri="{FF2B5EF4-FFF2-40B4-BE49-F238E27FC236}">
                  <a16:creationId xmlns:a16="http://schemas.microsoft.com/office/drawing/2014/main" id="{99D9E226-6755-5150-A2DC-2B296EA72FFB}"/>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4" name="Straight Connector 63">
              <a:extLst>
                <a:ext uri="{FF2B5EF4-FFF2-40B4-BE49-F238E27FC236}">
                  <a16:creationId xmlns:a16="http://schemas.microsoft.com/office/drawing/2014/main" id="{205FB50D-6E65-1679-E94C-1194FACAA18E}"/>
                </a:ext>
              </a:extLst>
            </p:cNvPr>
            <p:cNvCxnSpPr>
              <a:cxnSpLocks/>
              <a:stCxn id="63"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5" name="Straight Connector 64">
              <a:extLst>
                <a:ext uri="{FF2B5EF4-FFF2-40B4-BE49-F238E27FC236}">
                  <a16:creationId xmlns:a16="http://schemas.microsoft.com/office/drawing/2014/main" id="{08433416-F0C5-5924-F8B1-30A0715801AE}"/>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6" name="Group 65">
            <a:extLst>
              <a:ext uri="{FF2B5EF4-FFF2-40B4-BE49-F238E27FC236}">
                <a16:creationId xmlns:a16="http://schemas.microsoft.com/office/drawing/2014/main" id="{3F36EE4F-4491-21AD-B3F5-4C4924E6AAE2}"/>
              </a:ext>
            </a:extLst>
          </p:cNvPr>
          <p:cNvGrpSpPr/>
          <p:nvPr/>
        </p:nvGrpSpPr>
        <p:grpSpPr>
          <a:xfrm>
            <a:off x="7121069" y="1532276"/>
            <a:ext cx="721206" cy="609701"/>
            <a:chOff x="7121069" y="1532276"/>
            <a:chExt cx="721206" cy="609701"/>
          </a:xfrm>
        </p:grpSpPr>
        <p:sp>
          <p:nvSpPr>
            <p:cNvPr id="69" name="Rectangle 68">
              <a:extLst>
                <a:ext uri="{FF2B5EF4-FFF2-40B4-BE49-F238E27FC236}">
                  <a16:creationId xmlns:a16="http://schemas.microsoft.com/office/drawing/2014/main" id="{BB768190-AA48-2BC8-6E49-1805899C4C88}"/>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70" name="Rectangle 69">
              <a:extLst>
                <a:ext uri="{FF2B5EF4-FFF2-40B4-BE49-F238E27FC236}">
                  <a16:creationId xmlns:a16="http://schemas.microsoft.com/office/drawing/2014/main" id="{9E3C40EA-E878-554F-23D4-F7FB7A739402}"/>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 name="Oval 15">
              <a:extLst>
                <a:ext uri="{FF2B5EF4-FFF2-40B4-BE49-F238E27FC236}">
                  <a16:creationId xmlns:a16="http://schemas.microsoft.com/office/drawing/2014/main" id="{148B691F-85D4-4ED6-B7DA-FB2C10803752}"/>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2" name="Straight Connector 71">
              <a:extLst>
                <a:ext uri="{FF2B5EF4-FFF2-40B4-BE49-F238E27FC236}">
                  <a16:creationId xmlns:a16="http://schemas.microsoft.com/office/drawing/2014/main" id="{9ECE4A69-BE95-0507-54A5-0634B7AE6466}"/>
                </a:ext>
              </a:extLst>
            </p:cNvPr>
            <p:cNvCxnSpPr>
              <a:cxnSpLocks/>
              <a:stCxn id="71"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3" name="Straight Connector 72">
              <a:extLst>
                <a:ext uri="{FF2B5EF4-FFF2-40B4-BE49-F238E27FC236}">
                  <a16:creationId xmlns:a16="http://schemas.microsoft.com/office/drawing/2014/main" id="{5983E499-4E98-D2F9-E278-A8E71001A9FB}"/>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4" name="Group 73">
            <a:extLst>
              <a:ext uri="{FF2B5EF4-FFF2-40B4-BE49-F238E27FC236}">
                <a16:creationId xmlns:a16="http://schemas.microsoft.com/office/drawing/2014/main" id="{982BE9D2-2ACA-752B-C867-886CC7DEEF2E}"/>
              </a:ext>
            </a:extLst>
          </p:cNvPr>
          <p:cNvGrpSpPr/>
          <p:nvPr/>
        </p:nvGrpSpPr>
        <p:grpSpPr>
          <a:xfrm>
            <a:off x="3775045" y="1532276"/>
            <a:ext cx="721206" cy="609701"/>
            <a:chOff x="3775045" y="1532276"/>
            <a:chExt cx="721206" cy="609701"/>
          </a:xfrm>
        </p:grpSpPr>
        <p:sp>
          <p:nvSpPr>
            <p:cNvPr id="76" name="Rectangle 75">
              <a:extLst>
                <a:ext uri="{FF2B5EF4-FFF2-40B4-BE49-F238E27FC236}">
                  <a16:creationId xmlns:a16="http://schemas.microsoft.com/office/drawing/2014/main" id="{E7989E4F-C1F0-818E-3973-D463148CA684}"/>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77" name="Right Triangle 76">
              <a:extLst>
                <a:ext uri="{FF2B5EF4-FFF2-40B4-BE49-F238E27FC236}">
                  <a16:creationId xmlns:a16="http://schemas.microsoft.com/office/drawing/2014/main" id="{356B1112-B428-9FB0-F20C-EE88E90173DD}"/>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3" name="Group 92">
              <a:extLst>
                <a:ext uri="{FF2B5EF4-FFF2-40B4-BE49-F238E27FC236}">
                  <a16:creationId xmlns:a16="http://schemas.microsoft.com/office/drawing/2014/main" id="{DC3978A1-E54F-0610-7CAF-C5C863E53EB7}"/>
                </a:ext>
              </a:extLst>
            </p:cNvPr>
            <p:cNvGrpSpPr/>
            <p:nvPr/>
          </p:nvGrpSpPr>
          <p:grpSpPr>
            <a:xfrm>
              <a:off x="4440495" y="1542936"/>
              <a:ext cx="37817" cy="61390"/>
              <a:chOff x="3883481" y="2057400"/>
              <a:chExt cx="1608363" cy="2652031"/>
            </a:xfrm>
            <a:solidFill>
              <a:srgbClr val="A6A6A6">
                <a:alpha val="20000"/>
              </a:srgbClr>
            </a:solidFill>
          </p:grpSpPr>
          <p:sp>
            <p:nvSpPr>
              <p:cNvPr id="94" name="Oval 27">
                <a:extLst>
                  <a:ext uri="{FF2B5EF4-FFF2-40B4-BE49-F238E27FC236}">
                    <a16:creationId xmlns:a16="http://schemas.microsoft.com/office/drawing/2014/main" id="{425CDBB4-66EB-6166-4D90-7CAB0DB7106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 name="Oval 28">
                <a:extLst>
                  <a:ext uri="{FF2B5EF4-FFF2-40B4-BE49-F238E27FC236}">
                    <a16:creationId xmlns:a16="http://schemas.microsoft.com/office/drawing/2014/main" id="{E51131F0-1DFC-7D67-6FCE-790891B52ED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6" name="Group 95">
            <a:extLst>
              <a:ext uri="{FF2B5EF4-FFF2-40B4-BE49-F238E27FC236}">
                <a16:creationId xmlns:a16="http://schemas.microsoft.com/office/drawing/2014/main" id="{B405CB90-614F-6C18-EDFB-67FA92E18BF0}"/>
              </a:ext>
            </a:extLst>
          </p:cNvPr>
          <p:cNvGrpSpPr/>
          <p:nvPr/>
        </p:nvGrpSpPr>
        <p:grpSpPr>
          <a:xfrm>
            <a:off x="4611552" y="1532276"/>
            <a:ext cx="721206" cy="609701"/>
            <a:chOff x="4611552" y="1532276"/>
            <a:chExt cx="721206" cy="609701"/>
          </a:xfrm>
        </p:grpSpPr>
        <p:sp>
          <p:nvSpPr>
            <p:cNvPr id="97" name="Rectangle 96">
              <a:extLst>
                <a:ext uri="{FF2B5EF4-FFF2-40B4-BE49-F238E27FC236}">
                  <a16:creationId xmlns:a16="http://schemas.microsoft.com/office/drawing/2014/main" id="{2D7A7406-4666-3C52-AEF0-2B03E14250B8}"/>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98" name="Right Triangle 97">
              <a:extLst>
                <a:ext uri="{FF2B5EF4-FFF2-40B4-BE49-F238E27FC236}">
                  <a16:creationId xmlns:a16="http://schemas.microsoft.com/office/drawing/2014/main" id="{93FAAA37-4E94-D223-A569-468FC9202B40}"/>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32" name="Group 431">
              <a:extLst>
                <a:ext uri="{FF2B5EF4-FFF2-40B4-BE49-F238E27FC236}">
                  <a16:creationId xmlns:a16="http://schemas.microsoft.com/office/drawing/2014/main" id="{3296C4E5-00CD-559B-D927-94978BF75967}"/>
                </a:ext>
              </a:extLst>
            </p:cNvPr>
            <p:cNvGrpSpPr/>
            <p:nvPr/>
          </p:nvGrpSpPr>
          <p:grpSpPr>
            <a:xfrm>
              <a:off x="5276135" y="1542936"/>
              <a:ext cx="37817" cy="61390"/>
              <a:chOff x="3883481" y="2057400"/>
              <a:chExt cx="1608363" cy="2652031"/>
            </a:xfrm>
            <a:solidFill>
              <a:srgbClr val="A6A6A6">
                <a:alpha val="20000"/>
              </a:srgbClr>
            </a:solidFill>
          </p:grpSpPr>
          <p:sp>
            <p:nvSpPr>
              <p:cNvPr id="433" name="Oval 27">
                <a:extLst>
                  <a:ext uri="{FF2B5EF4-FFF2-40B4-BE49-F238E27FC236}">
                    <a16:creationId xmlns:a16="http://schemas.microsoft.com/office/drawing/2014/main" id="{73A132FC-E23A-1557-D73C-C65E72B0258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4" name="Oval 28">
                <a:extLst>
                  <a:ext uri="{FF2B5EF4-FFF2-40B4-BE49-F238E27FC236}">
                    <a16:creationId xmlns:a16="http://schemas.microsoft.com/office/drawing/2014/main" id="{30177054-0F4F-4BF9-6E3A-E5CC596C27E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35" name="Group 434">
            <a:extLst>
              <a:ext uri="{FF2B5EF4-FFF2-40B4-BE49-F238E27FC236}">
                <a16:creationId xmlns:a16="http://schemas.microsoft.com/office/drawing/2014/main" id="{21CB7650-779A-64A9-614D-9BB89C2F2208}"/>
              </a:ext>
            </a:extLst>
          </p:cNvPr>
          <p:cNvGrpSpPr/>
          <p:nvPr/>
        </p:nvGrpSpPr>
        <p:grpSpPr>
          <a:xfrm>
            <a:off x="2938537" y="1532271"/>
            <a:ext cx="721206" cy="610042"/>
            <a:chOff x="2938537" y="1532271"/>
            <a:chExt cx="721206" cy="610042"/>
          </a:xfrm>
        </p:grpSpPr>
        <p:sp>
          <p:nvSpPr>
            <p:cNvPr id="436" name="Rectangle 435">
              <a:extLst>
                <a:ext uri="{FF2B5EF4-FFF2-40B4-BE49-F238E27FC236}">
                  <a16:creationId xmlns:a16="http://schemas.microsoft.com/office/drawing/2014/main" id="{77A30B46-560E-24FC-B799-647B0A672BBB}"/>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37" name="Right Triangle 436">
              <a:extLst>
                <a:ext uri="{FF2B5EF4-FFF2-40B4-BE49-F238E27FC236}">
                  <a16:creationId xmlns:a16="http://schemas.microsoft.com/office/drawing/2014/main" id="{17C2D57C-F1C8-2495-9B8B-09C19D2C4F39}"/>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8" name="Oval 27">
              <a:extLst>
                <a:ext uri="{FF2B5EF4-FFF2-40B4-BE49-F238E27FC236}">
                  <a16:creationId xmlns:a16="http://schemas.microsoft.com/office/drawing/2014/main" id="{745F3EFE-4DE0-F0CF-1A86-A70E8FFB6C2E}"/>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9" name="Oval 28">
              <a:extLst>
                <a:ext uri="{FF2B5EF4-FFF2-40B4-BE49-F238E27FC236}">
                  <a16:creationId xmlns:a16="http://schemas.microsoft.com/office/drawing/2014/main" id="{8EF25BDE-91C7-57AA-F10E-CC93A2E88AAA}"/>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40" name="Group 439">
            <a:extLst>
              <a:ext uri="{FF2B5EF4-FFF2-40B4-BE49-F238E27FC236}">
                <a16:creationId xmlns:a16="http://schemas.microsoft.com/office/drawing/2014/main" id="{7F2AF31E-DD91-C444-0576-95B6EFF505E8}"/>
              </a:ext>
            </a:extLst>
          </p:cNvPr>
          <p:cNvGrpSpPr/>
          <p:nvPr/>
        </p:nvGrpSpPr>
        <p:grpSpPr>
          <a:xfrm>
            <a:off x="6287105" y="2974054"/>
            <a:ext cx="721206" cy="609701"/>
            <a:chOff x="6287105" y="2974054"/>
            <a:chExt cx="721206" cy="609701"/>
          </a:xfrm>
        </p:grpSpPr>
        <p:sp>
          <p:nvSpPr>
            <p:cNvPr id="441" name="Rectangle 440">
              <a:hlinkHover r:id="" action="ppaction://noaction" highlightClick="1"/>
              <a:extLst>
                <a:ext uri="{FF2B5EF4-FFF2-40B4-BE49-F238E27FC236}">
                  <a16:creationId xmlns:a16="http://schemas.microsoft.com/office/drawing/2014/main" id="{5A0152C1-6566-6E2C-9F32-450C6D5F5E97}"/>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42" name="Rectangle 441">
              <a:extLst>
                <a:ext uri="{FF2B5EF4-FFF2-40B4-BE49-F238E27FC236}">
                  <a16:creationId xmlns:a16="http://schemas.microsoft.com/office/drawing/2014/main" id="{5990CD73-8CAD-2177-D3D7-12A5A797B1D6}"/>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3" name="Oval 15">
              <a:extLst>
                <a:ext uri="{FF2B5EF4-FFF2-40B4-BE49-F238E27FC236}">
                  <a16:creationId xmlns:a16="http://schemas.microsoft.com/office/drawing/2014/main" id="{DD24561D-64A4-0D85-CD92-26B87DC208E2}"/>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4" name="Straight Connector 443">
              <a:extLst>
                <a:ext uri="{FF2B5EF4-FFF2-40B4-BE49-F238E27FC236}">
                  <a16:creationId xmlns:a16="http://schemas.microsoft.com/office/drawing/2014/main" id="{7E618418-8D2B-1AE8-AAE2-BAE671A49559}"/>
                </a:ext>
              </a:extLst>
            </p:cNvPr>
            <p:cNvCxnSpPr>
              <a:cxnSpLocks/>
              <a:stCxn id="443"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45" name="Group 444">
            <a:extLst>
              <a:ext uri="{FF2B5EF4-FFF2-40B4-BE49-F238E27FC236}">
                <a16:creationId xmlns:a16="http://schemas.microsoft.com/office/drawing/2014/main" id="{16B5C95B-B8AB-60B1-3B6C-61D436FFAE95}"/>
              </a:ext>
            </a:extLst>
          </p:cNvPr>
          <p:cNvGrpSpPr/>
          <p:nvPr/>
        </p:nvGrpSpPr>
        <p:grpSpPr>
          <a:xfrm>
            <a:off x="7123149" y="2974054"/>
            <a:ext cx="721206" cy="646284"/>
            <a:chOff x="7123149" y="2974054"/>
            <a:chExt cx="721206" cy="646284"/>
          </a:xfrm>
        </p:grpSpPr>
        <p:sp>
          <p:nvSpPr>
            <p:cNvPr id="446" name="Rectangle 445">
              <a:hlinkHover r:id="" action="ppaction://noaction" highlightClick="1"/>
              <a:extLst>
                <a:ext uri="{FF2B5EF4-FFF2-40B4-BE49-F238E27FC236}">
                  <a16:creationId xmlns:a16="http://schemas.microsoft.com/office/drawing/2014/main" id="{1A7E26AB-5F8A-901C-7CA5-74DC9C8F8C96}"/>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47" name="Rectangle 446">
              <a:extLst>
                <a:ext uri="{FF2B5EF4-FFF2-40B4-BE49-F238E27FC236}">
                  <a16:creationId xmlns:a16="http://schemas.microsoft.com/office/drawing/2014/main" id="{F9A4F98A-5E45-8CC1-F6B4-7434215C8200}"/>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8" name="Oval 15">
              <a:extLst>
                <a:ext uri="{FF2B5EF4-FFF2-40B4-BE49-F238E27FC236}">
                  <a16:creationId xmlns:a16="http://schemas.microsoft.com/office/drawing/2014/main" id="{0384D90C-F7E3-9E7C-5F93-049B942451C2}"/>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9" name="Straight Connector 448">
              <a:extLst>
                <a:ext uri="{FF2B5EF4-FFF2-40B4-BE49-F238E27FC236}">
                  <a16:creationId xmlns:a16="http://schemas.microsoft.com/office/drawing/2014/main" id="{6D08358A-7E4B-E0D6-66C8-46185E205485}"/>
                </a:ext>
              </a:extLst>
            </p:cNvPr>
            <p:cNvCxnSpPr>
              <a:cxnSpLocks/>
              <a:stCxn id="448"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50" name="Straight Connector 449">
              <a:extLst>
                <a:ext uri="{FF2B5EF4-FFF2-40B4-BE49-F238E27FC236}">
                  <a16:creationId xmlns:a16="http://schemas.microsoft.com/office/drawing/2014/main" id="{F6C8A15F-D426-6A33-C24C-CF86505445C6}"/>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55" name="Group 454">
            <a:extLst>
              <a:ext uri="{FF2B5EF4-FFF2-40B4-BE49-F238E27FC236}">
                <a16:creationId xmlns:a16="http://schemas.microsoft.com/office/drawing/2014/main" id="{214DAF63-7659-59F0-2E7A-2236E4986440}"/>
              </a:ext>
            </a:extLst>
          </p:cNvPr>
          <p:cNvGrpSpPr/>
          <p:nvPr/>
        </p:nvGrpSpPr>
        <p:grpSpPr>
          <a:xfrm>
            <a:off x="8795244" y="2974054"/>
            <a:ext cx="721206" cy="609701"/>
            <a:chOff x="8795244" y="2974054"/>
            <a:chExt cx="721206" cy="609701"/>
          </a:xfrm>
        </p:grpSpPr>
        <p:sp>
          <p:nvSpPr>
            <p:cNvPr id="456" name="Rectangle 455">
              <a:hlinkHover r:id="" action="ppaction://noaction" highlightClick="1"/>
              <a:extLst>
                <a:ext uri="{FF2B5EF4-FFF2-40B4-BE49-F238E27FC236}">
                  <a16:creationId xmlns:a16="http://schemas.microsoft.com/office/drawing/2014/main" id="{EC0E5666-D80D-BA4E-73E0-E76ABB323F03}"/>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57" name="Diamond 456">
              <a:extLst>
                <a:ext uri="{FF2B5EF4-FFF2-40B4-BE49-F238E27FC236}">
                  <a16:creationId xmlns:a16="http://schemas.microsoft.com/office/drawing/2014/main" id="{EAFD5935-96DF-2902-100F-EED27DFB2A5A}"/>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8" name="Oval 457">
              <a:extLst>
                <a:ext uri="{FF2B5EF4-FFF2-40B4-BE49-F238E27FC236}">
                  <a16:creationId xmlns:a16="http://schemas.microsoft.com/office/drawing/2014/main" id="{B05EA60B-BDFE-CB18-77D0-E1A926B29FFE}"/>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1" name="Group 470">
            <a:extLst>
              <a:ext uri="{FF2B5EF4-FFF2-40B4-BE49-F238E27FC236}">
                <a16:creationId xmlns:a16="http://schemas.microsoft.com/office/drawing/2014/main" id="{F909DF0F-FBFF-6974-82D7-9B1140AEEB4B}"/>
              </a:ext>
            </a:extLst>
          </p:cNvPr>
          <p:cNvGrpSpPr/>
          <p:nvPr/>
        </p:nvGrpSpPr>
        <p:grpSpPr>
          <a:xfrm>
            <a:off x="6284597" y="811555"/>
            <a:ext cx="721206" cy="609701"/>
            <a:chOff x="6284597" y="811555"/>
            <a:chExt cx="721206" cy="609701"/>
          </a:xfrm>
        </p:grpSpPr>
        <p:sp>
          <p:nvSpPr>
            <p:cNvPr id="472" name="Rectangle 471">
              <a:hlinkHover r:id="" action="ppaction://noaction" highlightClick="1"/>
              <a:extLst>
                <a:ext uri="{FF2B5EF4-FFF2-40B4-BE49-F238E27FC236}">
                  <a16:creationId xmlns:a16="http://schemas.microsoft.com/office/drawing/2014/main" id="{49B831A8-96B9-A346-2E47-841D645C062C}"/>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73" name="Right Triangle 472">
              <a:extLst>
                <a:ext uri="{FF2B5EF4-FFF2-40B4-BE49-F238E27FC236}">
                  <a16:creationId xmlns:a16="http://schemas.microsoft.com/office/drawing/2014/main" id="{02F1ED23-2761-B918-B1EA-DF3DDEE11189}"/>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4" name="Oval 27">
              <a:extLst>
                <a:ext uri="{FF2B5EF4-FFF2-40B4-BE49-F238E27FC236}">
                  <a16:creationId xmlns:a16="http://schemas.microsoft.com/office/drawing/2014/main" id="{1E67AF7A-3EAE-1EA2-794D-9A008E32C306}"/>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5" name="Oval 28">
              <a:extLst>
                <a:ext uri="{FF2B5EF4-FFF2-40B4-BE49-F238E27FC236}">
                  <a16:creationId xmlns:a16="http://schemas.microsoft.com/office/drawing/2014/main" id="{3C9DDE13-F108-F709-7117-00A5E601797A}"/>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81" name="Group 480">
            <a:extLst>
              <a:ext uri="{FF2B5EF4-FFF2-40B4-BE49-F238E27FC236}">
                <a16:creationId xmlns:a16="http://schemas.microsoft.com/office/drawing/2014/main" id="{28E91299-C6FE-6126-B2AB-2129BE2A3923}"/>
              </a:ext>
            </a:extLst>
          </p:cNvPr>
          <p:cNvGrpSpPr/>
          <p:nvPr/>
        </p:nvGrpSpPr>
        <p:grpSpPr>
          <a:xfrm>
            <a:off x="7957576" y="811556"/>
            <a:ext cx="721206" cy="609701"/>
            <a:chOff x="7957576" y="811556"/>
            <a:chExt cx="721206" cy="609701"/>
          </a:xfrm>
        </p:grpSpPr>
        <p:sp>
          <p:nvSpPr>
            <p:cNvPr id="482" name="Rectangle 481">
              <a:extLst>
                <a:ext uri="{FF2B5EF4-FFF2-40B4-BE49-F238E27FC236}">
                  <a16:creationId xmlns:a16="http://schemas.microsoft.com/office/drawing/2014/main" id="{68C6FD30-6C6B-4421-C4FF-E67E3E7EB093}"/>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83" name="Rectangle 482">
              <a:extLst>
                <a:ext uri="{FF2B5EF4-FFF2-40B4-BE49-F238E27FC236}">
                  <a16:creationId xmlns:a16="http://schemas.microsoft.com/office/drawing/2014/main" id="{2F1CCA06-8667-2BBF-3A71-665D8A2D6866}"/>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4" name="Oval 15">
              <a:extLst>
                <a:ext uri="{FF2B5EF4-FFF2-40B4-BE49-F238E27FC236}">
                  <a16:creationId xmlns:a16="http://schemas.microsoft.com/office/drawing/2014/main" id="{42644423-A400-9815-F04C-5C404B774D9B}"/>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5" name="Straight Connector 484">
              <a:extLst>
                <a:ext uri="{FF2B5EF4-FFF2-40B4-BE49-F238E27FC236}">
                  <a16:creationId xmlns:a16="http://schemas.microsoft.com/office/drawing/2014/main" id="{14D5495D-5295-2414-EE44-D796EC314559}"/>
                </a:ext>
              </a:extLst>
            </p:cNvPr>
            <p:cNvCxnSpPr>
              <a:cxnSpLocks/>
              <a:stCxn id="484"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6" name="Straight Connector 485">
              <a:extLst>
                <a:ext uri="{FF2B5EF4-FFF2-40B4-BE49-F238E27FC236}">
                  <a16:creationId xmlns:a16="http://schemas.microsoft.com/office/drawing/2014/main" id="{D279620D-4381-2B71-C8D8-06EA00991ABB}"/>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9" name="Group 498">
            <a:extLst>
              <a:ext uri="{FF2B5EF4-FFF2-40B4-BE49-F238E27FC236}">
                <a16:creationId xmlns:a16="http://schemas.microsoft.com/office/drawing/2014/main" id="{DC9F5DD7-E857-B774-1F1F-AE2ACCAA1211}"/>
              </a:ext>
            </a:extLst>
          </p:cNvPr>
          <p:cNvGrpSpPr/>
          <p:nvPr/>
        </p:nvGrpSpPr>
        <p:grpSpPr>
          <a:xfrm>
            <a:off x="11356243" y="3694774"/>
            <a:ext cx="721206" cy="609701"/>
            <a:chOff x="11356243" y="3694774"/>
            <a:chExt cx="721206" cy="609701"/>
          </a:xfrm>
        </p:grpSpPr>
        <p:sp>
          <p:nvSpPr>
            <p:cNvPr id="500" name="Rectangle 499">
              <a:hlinkHover r:id="" action="ppaction://noaction" highlightClick="1"/>
              <a:extLst>
                <a:ext uri="{FF2B5EF4-FFF2-40B4-BE49-F238E27FC236}">
                  <a16:creationId xmlns:a16="http://schemas.microsoft.com/office/drawing/2014/main" id="{060DE2E2-0554-82AB-C696-005F5E8929F5}"/>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501" name="Oval 500">
              <a:extLst>
                <a:ext uri="{FF2B5EF4-FFF2-40B4-BE49-F238E27FC236}">
                  <a16:creationId xmlns:a16="http://schemas.microsoft.com/office/drawing/2014/main" id="{20713BFB-4D1F-F4D8-F0A9-335846028E5C}"/>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2" name="Isosceles Triangle 648">
              <a:extLst>
                <a:ext uri="{FF2B5EF4-FFF2-40B4-BE49-F238E27FC236}">
                  <a16:creationId xmlns:a16="http://schemas.microsoft.com/office/drawing/2014/main" id="{8E8898CF-DA7C-3909-15FA-A944AF433745}"/>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3" name="Group 502">
            <a:extLst>
              <a:ext uri="{FF2B5EF4-FFF2-40B4-BE49-F238E27FC236}">
                <a16:creationId xmlns:a16="http://schemas.microsoft.com/office/drawing/2014/main" id="{B6836465-3F6B-D0FC-007F-051DB471E580}"/>
              </a:ext>
            </a:extLst>
          </p:cNvPr>
          <p:cNvGrpSpPr/>
          <p:nvPr/>
        </p:nvGrpSpPr>
        <p:grpSpPr>
          <a:xfrm>
            <a:off x="9657691" y="4419624"/>
            <a:ext cx="721206" cy="609701"/>
            <a:chOff x="9657691" y="4419624"/>
            <a:chExt cx="721206" cy="609701"/>
          </a:xfrm>
        </p:grpSpPr>
        <p:sp>
          <p:nvSpPr>
            <p:cNvPr id="504" name="Rectangle 503">
              <a:hlinkHover r:id="" action="ppaction://noaction" highlightClick="1"/>
              <a:extLst>
                <a:ext uri="{FF2B5EF4-FFF2-40B4-BE49-F238E27FC236}">
                  <a16:creationId xmlns:a16="http://schemas.microsoft.com/office/drawing/2014/main" id="{F970F0DC-6551-D361-68A3-32EE966E53BD}"/>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05" name="Oval 504">
              <a:extLst>
                <a:ext uri="{FF2B5EF4-FFF2-40B4-BE49-F238E27FC236}">
                  <a16:creationId xmlns:a16="http://schemas.microsoft.com/office/drawing/2014/main" id="{2169C156-3B50-B473-A2EB-F6068BB61B7B}"/>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6" name="Isosceles Triangle 648">
              <a:extLst>
                <a:ext uri="{FF2B5EF4-FFF2-40B4-BE49-F238E27FC236}">
                  <a16:creationId xmlns:a16="http://schemas.microsoft.com/office/drawing/2014/main" id="{43C07049-6018-8CB5-8FFF-D0FF5CDDE264}"/>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7" name="Group 506">
            <a:extLst>
              <a:ext uri="{FF2B5EF4-FFF2-40B4-BE49-F238E27FC236}">
                <a16:creationId xmlns:a16="http://schemas.microsoft.com/office/drawing/2014/main" id="{AD88E8BD-6EB5-4814-A40F-9842E57F9D2A}"/>
              </a:ext>
            </a:extLst>
          </p:cNvPr>
          <p:cNvGrpSpPr/>
          <p:nvPr/>
        </p:nvGrpSpPr>
        <p:grpSpPr>
          <a:xfrm>
            <a:off x="10506968" y="4419620"/>
            <a:ext cx="721206" cy="609701"/>
            <a:chOff x="10506968" y="4419620"/>
            <a:chExt cx="721206" cy="609701"/>
          </a:xfrm>
        </p:grpSpPr>
        <p:sp>
          <p:nvSpPr>
            <p:cNvPr id="508" name="Rectangle 507">
              <a:hlinkHover r:id="" action="ppaction://noaction" highlightClick="1"/>
              <a:extLst>
                <a:ext uri="{FF2B5EF4-FFF2-40B4-BE49-F238E27FC236}">
                  <a16:creationId xmlns:a16="http://schemas.microsoft.com/office/drawing/2014/main" id="{B89CB694-2A76-B00F-7388-C2279EC7B154}"/>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09" name="Oval 508">
              <a:extLst>
                <a:ext uri="{FF2B5EF4-FFF2-40B4-BE49-F238E27FC236}">
                  <a16:creationId xmlns:a16="http://schemas.microsoft.com/office/drawing/2014/main" id="{2C3A61AD-D867-A8C4-F918-3E04FA6AC944}"/>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0" name="Isosceles Triangle 648">
              <a:extLst>
                <a:ext uri="{FF2B5EF4-FFF2-40B4-BE49-F238E27FC236}">
                  <a16:creationId xmlns:a16="http://schemas.microsoft.com/office/drawing/2014/main" id="{5D869C61-DBEE-3415-9996-D968AA319850}"/>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1" name="Group 510">
            <a:extLst>
              <a:ext uri="{FF2B5EF4-FFF2-40B4-BE49-F238E27FC236}">
                <a16:creationId xmlns:a16="http://schemas.microsoft.com/office/drawing/2014/main" id="{57E4CC44-92F9-CD53-52FE-C864B3D9ABBE}"/>
              </a:ext>
            </a:extLst>
          </p:cNvPr>
          <p:cNvGrpSpPr/>
          <p:nvPr/>
        </p:nvGrpSpPr>
        <p:grpSpPr>
          <a:xfrm>
            <a:off x="11356003" y="4416261"/>
            <a:ext cx="721206" cy="609701"/>
            <a:chOff x="11356003" y="4416261"/>
            <a:chExt cx="721206" cy="609701"/>
          </a:xfrm>
        </p:grpSpPr>
        <p:sp>
          <p:nvSpPr>
            <p:cNvPr id="512" name="Rectangle 511">
              <a:hlinkHover r:id="" action="ppaction://noaction" highlightClick="1"/>
              <a:extLst>
                <a:ext uri="{FF2B5EF4-FFF2-40B4-BE49-F238E27FC236}">
                  <a16:creationId xmlns:a16="http://schemas.microsoft.com/office/drawing/2014/main" id="{A24E344E-8036-6E21-35E3-95C97ECCDBE8}"/>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13" name="Oval 512">
              <a:extLst>
                <a:ext uri="{FF2B5EF4-FFF2-40B4-BE49-F238E27FC236}">
                  <a16:creationId xmlns:a16="http://schemas.microsoft.com/office/drawing/2014/main" id="{B312959D-DC29-8CDB-73B4-B23D50B75C82}"/>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4" name="Isosceles Triangle 648">
              <a:extLst>
                <a:ext uri="{FF2B5EF4-FFF2-40B4-BE49-F238E27FC236}">
                  <a16:creationId xmlns:a16="http://schemas.microsoft.com/office/drawing/2014/main" id="{1D1DED8A-6F64-6A24-D909-154A047E8B5A}"/>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5" name="Group 514">
            <a:extLst>
              <a:ext uri="{FF2B5EF4-FFF2-40B4-BE49-F238E27FC236}">
                <a16:creationId xmlns:a16="http://schemas.microsoft.com/office/drawing/2014/main" id="{1EF8F6B3-542C-400B-E1C6-CC211F82B485}"/>
              </a:ext>
            </a:extLst>
          </p:cNvPr>
          <p:cNvGrpSpPr/>
          <p:nvPr/>
        </p:nvGrpSpPr>
        <p:grpSpPr>
          <a:xfrm>
            <a:off x="8808526" y="4416261"/>
            <a:ext cx="721206" cy="609701"/>
            <a:chOff x="8808526" y="4416261"/>
            <a:chExt cx="721206" cy="609701"/>
          </a:xfrm>
        </p:grpSpPr>
        <p:sp>
          <p:nvSpPr>
            <p:cNvPr id="516" name="Rectangle 515">
              <a:hlinkHover r:id="" action="ppaction://noaction" highlightClick="1"/>
              <a:extLst>
                <a:ext uri="{FF2B5EF4-FFF2-40B4-BE49-F238E27FC236}">
                  <a16:creationId xmlns:a16="http://schemas.microsoft.com/office/drawing/2014/main" id="{13D3AE27-13FD-538C-4337-E92C19052F6E}"/>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17" name="Oval 516">
              <a:extLst>
                <a:ext uri="{FF2B5EF4-FFF2-40B4-BE49-F238E27FC236}">
                  <a16:creationId xmlns:a16="http://schemas.microsoft.com/office/drawing/2014/main" id="{03BAD3B2-99C9-AEF7-16D7-C7A375EE333B}"/>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8" name="Isosceles Triangle 648">
              <a:extLst>
                <a:ext uri="{FF2B5EF4-FFF2-40B4-BE49-F238E27FC236}">
                  <a16:creationId xmlns:a16="http://schemas.microsoft.com/office/drawing/2014/main" id="{29A29BE5-278D-50B3-B529-7E0B985190E6}"/>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9" name="Group 518">
            <a:extLst>
              <a:ext uri="{FF2B5EF4-FFF2-40B4-BE49-F238E27FC236}">
                <a16:creationId xmlns:a16="http://schemas.microsoft.com/office/drawing/2014/main" id="{32DEE8BE-F881-B3A0-1176-C994A972FA5C}"/>
              </a:ext>
            </a:extLst>
          </p:cNvPr>
          <p:cNvGrpSpPr/>
          <p:nvPr/>
        </p:nvGrpSpPr>
        <p:grpSpPr>
          <a:xfrm>
            <a:off x="10509579" y="5141013"/>
            <a:ext cx="721206" cy="609701"/>
            <a:chOff x="10509579" y="5141013"/>
            <a:chExt cx="721206" cy="609701"/>
          </a:xfrm>
        </p:grpSpPr>
        <p:sp>
          <p:nvSpPr>
            <p:cNvPr id="520" name="Rectangle 519">
              <a:hlinkHover r:id="" action="ppaction://noaction" highlightClick="1"/>
              <a:extLst>
                <a:ext uri="{FF2B5EF4-FFF2-40B4-BE49-F238E27FC236}">
                  <a16:creationId xmlns:a16="http://schemas.microsoft.com/office/drawing/2014/main" id="{0371090D-893B-426E-847A-5E594A3806D1}"/>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21" name="Oval 520">
              <a:extLst>
                <a:ext uri="{FF2B5EF4-FFF2-40B4-BE49-F238E27FC236}">
                  <a16:creationId xmlns:a16="http://schemas.microsoft.com/office/drawing/2014/main" id="{7FB063D7-91F9-034B-64CA-F8733973E3D2}"/>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2" name="Isosceles Triangle 648">
              <a:extLst>
                <a:ext uri="{FF2B5EF4-FFF2-40B4-BE49-F238E27FC236}">
                  <a16:creationId xmlns:a16="http://schemas.microsoft.com/office/drawing/2014/main" id="{A9A2B2FD-E155-5EFC-1DCC-930D45652F0E}"/>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3" name="Group 522">
            <a:extLst>
              <a:ext uri="{FF2B5EF4-FFF2-40B4-BE49-F238E27FC236}">
                <a16:creationId xmlns:a16="http://schemas.microsoft.com/office/drawing/2014/main" id="{D3BCA0DA-276E-3C87-8CA2-BCF7ADEE0402}"/>
              </a:ext>
            </a:extLst>
          </p:cNvPr>
          <p:cNvGrpSpPr/>
          <p:nvPr/>
        </p:nvGrpSpPr>
        <p:grpSpPr>
          <a:xfrm>
            <a:off x="9651076" y="5143367"/>
            <a:ext cx="721206" cy="609701"/>
            <a:chOff x="9651076" y="5143367"/>
            <a:chExt cx="721206" cy="609701"/>
          </a:xfrm>
        </p:grpSpPr>
        <p:sp>
          <p:nvSpPr>
            <p:cNvPr id="524" name="Rectangle 523">
              <a:hlinkHover r:id="" action="ppaction://noaction" highlightClick="1"/>
              <a:extLst>
                <a:ext uri="{FF2B5EF4-FFF2-40B4-BE49-F238E27FC236}">
                  <a16:creationId xmlns:a16="http://schemas.microsoft.com/office/drawing/2014/main" id="{C1BC013F-065F-2962-A488-8F5D5E79734A}"/>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25" name="Oval 524">
              <a:extLst>
                <a:ext uri="{FF2B5EF4-FFF2-40B4-BE49-F238E27FC236}">
                  <a16:creationId xmlns:a16="http://schemas.microsoft.com/office/drawing/2014/main" id="{595D0B29-8C33-2E75-83EA-6B9F7CAC5E0E}"/>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6" name="Isosceles Triangle 648">
              <a:extLst>
                <a:ext uri="{FF2B5EF4-FFF2-40B4-BE49-F238E27FC236}">
                  <a16:creationId xmlns:a16="http://schemas.microsoft.com/office/drawing/2014/main" id="{C235157B-8BFC-1E33-977C-7E498F256CE9}"/>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7" name="Group 526">
            <a:extLst>
              <a:ext uri="{FF2B5EF4-FFF2-40B4-BE49-F238E27FC236}">
                <a16:creationId xmlns:a16="http://schemas.microsoft.com/office/drawing/2014/main" id="{45125636-511D-B6A9-E6EC-6816E70D0A5D}"/>
              </a:ext>
            </a:extLst>
          </p:cNvPr>
          <p:cNvGrpSpPr/>
          <p:nvPr/>
        </p:nvGrpSpPr>
        <p:grpSpPr>
          <a:xfrm>
            <a:off x="9657612" y="3698231"/>
            <a:ext cx="721206" cy="609701"/>
            <a:chOff x="9657612" y="3698231"/>
            <a:chExt cx="721206" cy="609701"/>
          </a:xfrm>
        </p:grpSpPr>
        <p:sp>
          <p:nvSpPr>
            <p:cNvPr id="528" name="Rectangle 527">
              <a:hlinkHover r:id="" action="ppaction://noaction" highlightClick="1"/>
              <a:extLst>
                <a:ext uri="{FF2B5EF4-FFF2-40B4-BE49-F238E27FC236}">
                  <a16:creationId xmlns:a16="http://schemas.microsoft.com/office/drawing/2014/main" id="{E56610AC-4A67-D733-0F18-A92D154CBE05}"/>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29" name="Oval 528">
              <a:extLst>
                <a:ext uri="{FF2B5EF4-FFF2-40B4-BE49-F238E27FC236}">
                  <a16:creationId xmlns:a16="http://schemas.microsoft.com/office/drawing/2014/main" id="{E6E7300F-5E79-3DB1-87B0-D797A49E4947}"/>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0" name="Isosceles Triangle 648">
              <a:extLst>
                <a:ext uri="{FF2B5EF4-FFF2-40B4-BE49-F238E27FC236}">
                  <a16:creationId xmlns:a16="http://schemas.microsoft.com/office/drawing/2014/main" id="{1F83D61F-1D77-ABAB-9E2C-BE868445F740}"/>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1" name="Group 530">
            <a:extLst>
              <a:ext uri="{FF2B5EF4-FFF2-40B4-BE49-F238E27FC236}">
                <a16:creationId xmlns:a16="http://schemas.microsoft.com/office/drawing/2014/main" id="{4A83B28E-C95F-B581-DFEC-B91E5658B4BD}"/>
              </a:ext>
            </a:extLst>
          </p:cNvPr>
          <p:cNvGrpSpPr/>
          <p:nvPr/>
        </p:nvGrpSpPr>
        <p:grpSpPr>
          <a:xfrm>
            <a:off x="10506928" y="3698227"/>
            <a:ext cx="721206" cy="609701"/>
            <a:chOff x="10506928" y="3698227"/>
            <a:chExt cx="721206" cy="609701"/>
          </a:xfrm>
        </p:grpSpPr>
        <p:sp>
          <p:nvSpPr>
            <p:cNvPr id="532" name="Rectangle 531">
              <a:hlinkHover r:id="" action="ppaction://noaction" highlightClick="1"/>
              <a:extLst>
                <a:ext uri="{FF2B5EF4-FFF2-40B4-BE49-F238E27FC236}">
                  <a16:creationId xmlns:a16="http://schemas.microsoft.com/office/drawing/2014/main" id="{57099D9A-BE27-6427-3E03-A0ECA9D824EA}"/>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33" name="Oval 532">
              <a:extLst>
                <a:ext uri="{FF2B5EF4-FFF2-40B4-BE49-F238E27FC236}">
                  <a16:creationId xmlns:a16="http://schemas.microsoft.com/office/drawing/2014/main" id="{C02B6166-19B6-7A6C-E895-0B78D3569FC5}"/>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4" name="Isosceles Triangle 648">
              <a:extLst>
                <a:ext uri="{FF2B5EF4-FFF2-40B4-BE49-F238E27FC236}">
                  <a16:creationId xmlns:a16="http://schemas.microsoft.com/office/drawing/2014/main" id="{CC5A80CD-E6D0-F4C0-5CA5-93026B965CF6}"/>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5" name="Group 534">
            <a:extLst>
              <a:ext uri="{FF2B5EF4-FFF2-40B4-BE49-F238E27FC236}">
                <a16:creationId xmlns:a16="http://schemas.microsoft.com/office/drawing/2014/main" id="{B3EF7EDF-86AB-3CE6-E113-18E66658C803}"/>
              </a:ext>
            </a:extLst>
          </p:cNvPr>
          <p:cNvGrpSpPr/>
          <p:nvPr/>
        </p:nvGrpSpPr>
        <p:grpSpPr>
          <a:xfrm>
            <a:off x="8808417" y="5135710"/>
            <a:ext cx="721206" cy="609701"/>
            <a:chOff x="8808417" y="5135710"/>
            <a:chExt cx="721206" cy="609701"/>
          </a:xfrm>
        </p:grpSpPr>
        <p:sp>
          <p:nvSpPr>
            <p:cNvPr id="536" name="Rectangle 535">
              <a:hlinkHover r:id="" action="ppaction://noaction" highlightClick="1"/>
              <a:extLst>
                <a:ext uri="{FF2B5EF4-FFF2-40B4-BE49-F238E27FC236}">
                  <a16:creationId xmlns:a16="http://schemas.microsoft.com/office/drawing/2014/main" id="{DBC272E1-D316-6EB0-2A2D-C3DEF10C77DA}"/>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37" name="Oval 536">
              <a:extLst>
                <a:ext uri="{FF2B5EF4-FFF2-40B4-BE49-F238E27FC236}">
                  <a16:creationId xmlns:a16="http://schemas.microsoft.com/office/drawing/2014/main" id="{F44CF47A-6775-B85A-8475-0CFBC7884A5B}"/>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8" name="Isosceles Triangle 648">
              <a:extLst>
                <a:ext uri="{FF2B5EF4-FFF2-40B4-BE49-F238E27FC236}">
                  <a16:creationId xmlns:a16="http://schemas.microsoft.com/office/drawing/2014/main" id="{7C29F5FD-77DF-AF77-529B-072A65196F44}"/>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53" name="Group 552">
            <a:extLst>
              <a:ext uri="{FF2B5EF4-FFF2-40B4-BE49-F238E27FC236}">
                <a16:creationId xmlns:a16="http://schemas.microsoft.com/office/drawing/2014/main" id="{A1EB5ECD-06B8-2A9E-E3CD-D5C9EA12182E}"/>
              </a:ext>
            </a:extLst>
          </p:cNvPr>
          <p:cNvGrpSpPr/>
          <p:nvPr/>
        </p:nvGrpSpPr>
        <p:grpSpPr>
          <a:xfrm>
            <a:off x="7957572" y="1532276"/>
            <a:ext cx="721206" cy="609701"/>
            <a:chOff x="7957572" y="1532276"/>
            <a:chExt cx="721206" cy="609701"/>
          </a:xfrm>
        </p:grpSpPr>
        <p:sp>
          <p:nvSpPr>
            <p:cNvPr id="554" name="Rectangle 553">
              <a:hlinkHover r:id="" action="ppaction://noaction" highlightClick="1"/>
              <a:extLst>
                <a:ext uri="{FF2B5EF4-FFF2-40B4-BE49-F238E27FC236}">
                  <a16:creationId xmlns:a16="http://schemas.microsoft.com/office/drawing/2014/main" id="{7538D429-ED18-2453-96D1-83CCEDCE0B12}"/>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55" name="Rectangle 554">
              <a:extLst>
                <a:ext uri="{FF2B5EF4-FFF2-40B4-BE49-F238E27FC236}">
                  <a16:creationId xmlns:a16="http://schemas.microsoft.com/office/drawing/2014/main" id="{6F807586-7326-4B8A-7B28-AC0BF24AE685}"/>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6" name="Oval 15">
              <a:extLst>
                <a:ext uri="{FF2B5EF4-FFF2-40B4-BE49-F238E27FC236}">
                  <a16:creationId xmlns:a16="http://schemas.microsoft.com/office/drawing/2014/main" id="{0322F551-037A-88A7-F42C-C2C73595626A}"/>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7" name="Straight Connector 556">
              <a:extLst>
                <a:ext uri="{FF2B5EF4-FFF2-40B4-BE49-F238E27FC236}">
                  <a16:creationId xmlns:a16="http://schemas.microsoft.com/office/drawing/2014/main" id="{A7DF8410-8225-0D4A-C071-A33033027F8E}"/>
                </a:ext>
              </a:extLst>
            </p:cNvPr>
            <p:cNvCxnSpPr>
              <a:cxnSpLocks/>
              <a:stCxn id="556"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8" name="Straight Connector 557">
              <a:extLst>
                <a:ext uri="{FF2B5EF4-FFF2-40B4-BE49-F238E27FC236}">
                  <a16:creationId xmlns:a16="http://schemas.microsoft.com/office/drawing/2014/main" id="{398FB4DE-F60B-956A-0BE0-060E5DA7C0D9}"/>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59" name="Group 558">
            <a:extLst>
              <a:ext uri="{FF2B5EF4-FFF2-40B4-BE49-F238E27FC236}">
                <a16:creationId xmlns:a16="http://schemas.microsoft.com/office/drawing/2014/main" id="{102202AE-72B9-9E96-888B-94E341B7DEBC}"/>
              </a:ext>
            </a:extLst>
          </p:cNvPr>
          <p:cNvGrpSpPr/>
          <p:nvPr/>
        </p:nvGrpSpPr>
        <p:grpSpPr>
          <a:xfrm>
            <a:off x="9656904" y="1532276"/>
            <a:ext cx="721206" cy="609701"/>
            <a:chOff x="9656904" y="1532276"/>
            <a:chExt cx="721206" cy="609701"/>
          </a:xfrm>
        </p:grpSpPr>
        <p:sp>
          <p:nvSpPr>
            <p:cNvPr id="560" name="Rectangle 559">
              <a:extLst>
                <a:ext uri="{FF2B5EF4-FFF2-40B4-BE49-F238E27FC236}">
                  <a16:creationId xmlns:a16="http://schemas.microsoft.com/office/drawing/2014/main" id="{51B03182-5F4C-9229-2F57-0E9178BECD09}"/>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61" name="Rectangle 560">
              <a:extLst>
                <a:ext uri="{FF2B5EF4-FFF2-40B4-BE49-F238E27FC236}">
                  <a16:creationId xmlns:a16="http://schemas.microsoft.com/office/drawing/2014/main" id="{0311C9A0-72E4-965E-1154-03E6CF0B02F4}"/>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2" name="Oval 15">
              <a:extLst>
                <a:ext uri="{FF2B5EF4-FFF2-40B4-BE49-F238E27FC236}">
                  <a16:creationId xmlns:a16="http://schemas.microsoft.com/office/drawing/2014/main" id="{B5BCD419-9939-7D99-45D8-633E099E9A83}"/>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3" name="Straight Connector 562">
              <a:extLst>
                <a:ext uri="{FF2B5EF4-FFF2-40B4-BE49-F238E27FC236}">
                  <a16:creationId xmlns:a16="http://schemas.microsoft.com/office/drawing/2014/main" id="{3498B401-BC36-AEAB-A472-F468E209AC7F}"/>
                </a:ext>
              </a:extLst>
            </p:cNvPr>
            <p:cNvCxnSpPr>
              <a:cxnSpLocks/>
              <a:stCxn id="562"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64" name="Straight Connector 563">
              <a:extLst>
                <a:ext uri="{FF2B5EF4-FFF2-40B4-BE49-F238E27FC236}">
                  <a16:creationId xmlns:a16="http://schemas.microsoft.com/office/drawing/2014/main" id="{1973308E-28CC-FE4F-A4E1-E720F7FAE5C5}"/>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97" name="Group 596">
            <a:extLst>
              <a:ext uri="{FF2B5EF4-FFF2-40B4-BE49-F238E27FC236}">
                <a16:creationId xmlns:a16="http://schemas.microsoft.com/office/drawing/2014/main" id="{075D1C0B-CCE6-E6A7-2BAA-C82A37F224AB}"/>
              </a:ext>
            </a:extLst>
          </p:cNvPr>
          <p:cNvGrpSpPr/>
          <p:nvPr/>
        </p:nvGrpSpPr>
        <p:grpSpPr>
          <a:xfrm>
            <a:off x="8807249" y="811555"/>
            <a:ext cx="721206" cy="609701"/>
            <a:chOff x="8807249" y="811555"/>
            <a:chExt cx="721206" cy="609701"/>
          </a:xfrm>
        </p:grpSpPr>
        <p:sp>
          <p:nvSpPr>
            <p:cNvPr id="598" name="Rectangle 597">
              <a:hlinkHover r:id="" action="ppaction://noaction" highlightClick="1"/>
              <a:extLst>
                <a:ext uri="{FF2B5EF4-FFF2-40B4-BE49-F238E27FC236}">
                  <a16:creationId xmlns:a16="http://schemas.microsoft.com/office/drawing/2014/main" id="{3D6328A4-3616-20E1-BBC0-C89FD3056D16}"/>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599" name="Diamond 598">
              <a:extLst>
                <a:ext uri="{FF2B5EF4-FFF2-40B4-BE49-F238E27FC236}">
                  <a16:creationId xmlns:a16="http://schemas.microsoft.com/office/drawing/2014/main" id="{37CE84BB-910D-D3A1-3881-4D3AEF0E77FA}"/>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0" name="Oval 599">
              <a:extLst>
                <a:ext uri="{FF2B5EF4-FFF2-40B4-BE49-F238E27FC236}">
                  <a16:creationId xmlns:a16="http://schemas.microsoft.com/office/drawing/2014/main" id="{CF7FB532-8D8A-BF35-24E4-8D5B437D1BEF}"/>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1" name="Group 600">
            <a:extLst>
              <a:ext uri="{FF2B5EF4-FFF2-40B4-BE49-F238E27FC236}">
                <a16:creationId xmlns:a16="http://schemas.microsoft.com/office/drawing/2014/main" id="{328494B7-A911-EF0D-8D85-9C2F487ABB20}"/>
              </a:ext>
            </a:extLst>
          </p:cNvPr>
          <p:cNvGrpSpPr/>
          <p:nvPr/>
        </p:nvGrpSpPr>
        <p:grpSpPr>
          <a:xfrm>
            <a:off x="8808419" y="3705986"/>
            <a:ext cx="721206" cy="609701"/>
            <a:chOff x="8808419" y="3705986"/>
            <a:chExt cx="721206" cy="609701"/>
          </a:xfrm>
        </p:grpSpPr>
        <p:sp>
          <p:nvSpPr>
            <p:cNvPr id="602" name="Rectangle 601">
              <a:hlinkHover r:id="" action="ppaction://noaction" highlightClick="1"/>
              <a:extLst>
                <a:ext uri="{FF2B5EF4-FFF2-40B4-BE49-F238E27FC236}">
                  <a16:creationId xmlns:a16="http://schemas.microsoft.com/office/drawing/2014/main" id="{9C5FB60A-A57A-E673-B8D0-54103669104C}"/>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603" name="Oval 602">
              <a:extLst>
                <a:ext uri="{FF2B5EF4-FFF2-40B4-BE49-F238E27FC236}">
                  <a16:creationId xmlns:a16="http://schemas.microsoft.com/office/drawing/2014/main" id="{B2B75C53-65EE-2151-EA94-60D0B092773E}"/>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4" name="Isosceles Triangle 648">
              <a:extLst>
                <a:ext uri="{FF2B5EF4-FFF2-40B4-BE49-F238E27FC236}">
                  <a16:creationId xmlns:a16="http://schemas.microsoft.com/office/drawing/2014/main" id="{E0363298-70BE-524D-73B3-B2E1C456E941}"/>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3" name="Group 622">
            <a:extLst>
              <a:ext uri="{FF2B5EF4-FFF2-40B4-BE49-F238E27FC236}">
                <a16:creationId xmlns:a16="http://schemas.microsoft.com/office/drawing/2014/main" id="{10655C29-7AF4-D39E-A2D4-B370F43C03FC}"/>
              </a:ext>
            </a:extLst>
          </p:cNvPr>
          <p:cNvGrpSpPr/>
          <p:nvPr/>
        </p:nvGrpSpPr>
        <p:grpSpPr>
          <a:xfrm>
            <a:off x="1269626" y="4419615"/>
            <a:ext cx="721206" cy="609701"/>
            <a:chOff x="1269626" y="4419615"/>
            <a:chExt cx="721206" cy="609701"/>
          </a:xfrm>
        </p:grpSpPr>
        <p:sp>
          <p:nvSpPr>
            <p:cNvPr id="624" name="Rectangle 623">
              <a:extLst>
                <a:ext uri="{FF2B5EF4-FFF2-40B4-BE49-F238E27FC236}">
                  <a16:creationId xmlns:a16="http://schemas.microsoft.com/office/drawing/2014/main" id="{EE8BD968-FB5E-7B71-CC31-955B1236F94F}"/>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25" name="Cylinder 624">
              <a:extLst>
                <a:ext uri="{FF2B5EF4-FFF2-40B4-BE49-F238E27FC236}">
                  <a16:creationId xmlns:a16="http://schemas.microsoft.com/office/drawing/2014/main" id="{0C015840-9DEE-B51B-1BA4-8E9A4C2EA141}"/>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6" name="Group 625">
            <a:extLst>
              <a:ext uri="{FF2B5EF4-FFF2-40B4-BE49-F238E27FC236}">
                <a16:creationId xmlns:a16="http://schemas.microsoft.com/office/drawing/2014/main" id="{4B59739A-F282-7736-DF93-735FFEB0B3B4}"/>
              </a:ext>
            </a:extLst>
          </p:cNvPr>
          <p:cNvGrpSpPr/>
          <p:nvPr/>
        </p:nvGrpSpPr>
        <p:grpSpPr>
          <a:xfrm>
            <a:off x="432841" y="4419615"/>
            <a:ext cx="721206" cy="609701"/>
            <a:chOff x="432841" y="4419615"/>
            <a:chExt cx="721206" cy="609701"/>
          </a:xfrm>
        </p:grpSpPr>
        <p:sp>
          <p:nvSpPr>
            <p:cNvPr id="627" name="Rectangle 626">
              <a:extLst>
                <a:ext uri="{FF2B5EF4-FFF2-40B4-BE49-F238E27FC236}">
                  <a16:creationId xmlns:a16="http://schemas.microsoft.com/office/drawing/2014/main" id="{6F9C6897-5E46-0C17-6C29-E08123022F44}"/>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28" name="Cylinder 627">
              <a:extLst>
                <a:ext uri="{FF2B5EF4-FFF2-40B4-BE49-F238E27FC236}">
                  <a16:creationId xmlns:a16="http://schemas.microsoft.com/office/drawing/2014/main" id="{981CD800-009C-4020-C27F-1F3DDB172130}"/>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9" name="Group 628">
            <a:extLst>
              <a:ext uri="{FF2B5EF4-FFF2-40B4-BE49-F238E27FC236}">
                <a16:creationId xmlns:a16="http://schemas.microsoft.com/office/drawing/2014/main" id="{B34C2B5C-7128-463F-8E37-EF5C9ED5AD48}"/>
              </a:ext>
            </a:extLst>
          </p:cNvPr>
          <p:cNvGrpSpPr/>
          <p:nvPr/>
        </p:nvGrpSpPr>
        <p:grpSpPr>
          <a:xfrm>
            <a:off x="1268467" y="5141008"/>
            <a:ext cx="721206" cy="609701"/>
            <a:chOff x="1268467" y="5141008"/>
            <a:chExt cx="721206" cy="609701"/>
          </a:xfrm>
        </p:grpSpPr>
        <p:sp>
          <p:nvSpPr>
            <p:cNvPr id="630" name="Rectangle 629">
              <a:extLst>
                <a:ext uri="{FF2B5EF4-FFF2-40B4-BE49-F238E27FC236}">
                  <a16:creationId xmlns:a16="http://schemas.microsoft.com/office/drawing/2014/main" id="{C17F288B-2684-EE8D-A1D5-1B508D735B3B}"/>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31" name="Cylinder 630">
              <a:extLst>
                <a:ext uri="{FF2B5EF4-FFF2-40B4-BE49-F238E27FC236}">
                  <a16:creationId xmlns:a16="http://schemas.microsoft.com/office/drawing/2014/main" id="{4D8049F1-5345-E9BB-9B4C-7CB0F680891B}"/>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2" name="Group 631">
            <a:extLst>
              <a:ext uri="{FF2B5EF4-FFF2-40B4-BE49-F238E27FC236}">
                <a16:creationId xmlns:a16="http://schemas.microsoft.com/office/drawing/2014/main" id="{D70D2500-457B-B72B-D2C7-97530F357E45}"/>
              </a:ext>
            </a:extLst>
          </p:cNvPr>
          <p:cNvGrpSpPr/>
          <p:nvPr/>
        </p:nvGrpSpPr>
        <p:grpSpPr>
          <a:xfrm>
            <a:off x="431297" y="5141008"/>
            <a:ext cx="721206" cy="609701"/>
            <a:chOff x="431297" y="5141008"/>
            <a:chExt cx="721206" cy="609701"/>
          </a:xfrm>
        </p:grpSpPr>
        <p:sp>
          <p:nvSpPr>
            <p:cNvPr id="633" name="Rectangle 632">
              <a:extLst>
                <a:ext uri="{FF2B5EF4-FFF2-40B4-BE49-F238E27FC236}">
                  <a16:creationId xmlns:a16="http://schemas.microsoft.com/office/drawing/2014/main" id="{3912FE70-E5F9-EDFE-B93C-7CE4E9E565B2}"/>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34" name="Cylinder 633">
              <a:extLst>
                <a:ext uri="{FF2B5EF4-FFF2-40B4-BE49-F238E27FC236}">
                  <a16:creationId xmlns:a16="http://schemas.microsoft.com/office/drawing/2014/main" id="{50D83404-0AF2-D8EA-092D-DD252B06C68C}"/>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5" name="Group 634">
            <a:extLst>
              <a:ext uri="{FF2B5EF4-FFF2-40B4-BE49-F238E27FC236}">
                <a16:creationId xmlns:a16="http://schemas.microsoft.com/office/drawing/2014/main" id="{DDC7344C-B266-6D83-7393-8BC49F38C317}"/>
              </a:ext>
            </a:extLst>
          </p:cNvPr>
          <p:cNvGrpSpPr/>
          <p:nvPr/>
        </p:nvGrpSpPr>
        <p:grpSpPr>
          <a:xfrm>
            <a:off x="431660" y="3698226"/>
            <a:ext cx="721206" cy="609701"/>
            <a:chOff x="431660" y="3698226"/>
            <a:chExt cx="721206" cy="609701"/>
          </a:xfrm>
        </p:grpSpPr>
        <p:sp>
          <p:nvSpPr>
            <p:cNvPr id="636" name="Rectangle 635">
              <a:extLst>
                <a:ext uri="{FF2B5EF4-FFF2-40B4-BE49-F238E27FC236}">
                  <a16:creationId xmlns:a16="http://schemas.microsoft.com/office/drawing/2014/main" id="{52408322-85BC-8915-CB18-07EB981A438F}"/>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37" name="Right Triangle 636">
              <a:extLst>
                <a:ext uri="{FF2B5EF4-FFF2-40B4-BE49-F238E27FC236}">
                  <a16:creationId xmlns:a16="http://schemas.microsoft.com/office/drawing/2014/main" id="{829E7EAC-0B0B-436E-95DD-510FFB55DA3B}"/>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8" name="Group 637">
              <a:extLst>
                <a:ext uri="{FF2B5EF4-FFF2-40B4-BE49-F238E27FC236}">
                  <a16:creationId xmlns:a16="http://schemas.microsoft.com/office/drawing/2014/main" id="{11FFFE56-413B-8527-DC81-759E393016AD}"/>
                </a:ext>
              </a:extLst>
            </p:cNvPr>
            <p:cNvGrpSpPr/>
            <p:nvPr/>
          </p:nvGrpSpPr>
          <p:grpSpPr>
            <a:xfrm>
              <a:off x="1102253" y="3706270"/>
              <a:ext cx="37817" cy="61390"/>
              <a:chOff x="3883481" y="2057400"/>
              <a:chExt cx="1608363" cy="2652031"/>
            </a:xfrm>
            <a:solidFill>
              <a:srgbClr val="A6A6A6">
                <a:alpha val="20000"/>
              </a:srgbClr>
            </a:solidFill>
          </p:grpSpPr>
          <p:sp>
            <p:nvSpPr>
              <p:cNvPr id="639" name="Oval 27">
                <a:extLst>
                  <a:ext uri="{FF2B5EF4-FFF2-40B4-BE49-F238E27FC236}">
                    <a16:creationId xmlns:a16="http://schemas.microsoft.com/office/drawing/2014/main" id="{64CF91B0-F711-ED64-088A-E79EDE17B0B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0" name="Oval 28">
                <a:extLst>
                  <a:ext uri="{FF2B5EF4-FFF2-40B4-BE49-F238E27FC236}">
                    <a16:creationId xmlns:a16="http://schemas.microsoft.com/office/drawing/2014/main" id="{F65BC3C6-650B-FA99-9C15-FA9A252F8E5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41" name="Group 640">
            <a:extLst>
              <a:ext uri="{FF2B5EF4-FFF2-40B4-BE49-F238E27FC236}">
                <a16:creationId xmlns:a16="http://schemas.microsoft.com/office/drawing/2014/main" id="{17A233D9-6864-AB6D-A9B1-AF24E91691ED}"/>
              </a:ext>
            </a:extLst>
          </p:cNvPr>
          <p:cNvGrpSpPr/>
          <p:nvPr/>
        </p:nvGrpSpPr>
        <p:grpSpPr>
          <a:xfrm>
            <a:off x="2942399" y="3698227"/>
            <a:ext cx="721206" cy="609701"/>
            <a:chOff x="2942399" y="3698227"/>
            <a:chExt cx="721206" cy="609701"/>
          </a:xfrm>
        </p:grpSpPr>
        <p:sp>
          <p:nvSpPr>
            <p:cNvPr id="642" name="Rectangle 641">
              <a:extLst>
                <a:ext uri="{FF2B5EF4-FFF2-40B4-BE49-F238E27FC236}">
                  <a16:creationId xmlns:a16="http://schemas.microsoft.com/office/drawing/2014/main" id="{F2259846-3874-B1E9-C450-2161B04F4E80}"/>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43" name="Right Triangle 642">
              <a:extLst>
                <a:ext uri="{FF2B5EF4-FFF2-40B4-BE49-F238E27FC236}">
                  <a16:creationId xmlns:a16="http://schemas.microsoft.com/office/drawing/2014/main" id="{21CD7921-9978-EC28-9DAD-39042C60CEBB}"/>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44" name="Group 643">
              <a:extLst>
                <a:ext uri="{FF2B5EF4-FFF2-40B4-BE49-F238E27FC236}">
                  <a16:creationId xmlns:a16="http://schemas.microsoft.com/office/drawing/2014/main" id="{9DCA9434-959D-74FB-E0BE-C0896E8D5D14}"/>
                </a:ext>
              </a:extLst>
            </p:cNvPr>
            <p:cNvGrpSpPr/>
            <p:nvPr/>
          </p:nvGrpSpPr>
          <p:grpSpPr>
            <a:xfrm>
              <a:off x="3607767" y="3713057"/>
              <a:ext cx="37817" cy="61390"/>
              <a:chOff x="3883481" y="2057400"/>
              <a:chExt cx="1608363" cy="2652031"/>
            </a:xfrm>
            <a:solidFill>
              <a:srgbClr val="A6A6A6">
                <a:alpha val="20000"/>
              </a:srgbClr>
            </a:solidFill>
          </p:grpSpPr>
          <p:sp>
            <p:nvSpPr>
              <p:cNvPr id="645" name="Oval 27">
                <a:extLst>
                  <a:ext uri="{FF2B5EF4-FFF2-40B4-BE49-F238E27FC236}">
                    <a16:creationId xmlns:a16="http://schemas.microsoft.com/office/drawing/2014/main" id="{9225A1B5-2579-5435-23CA-014875B0DC0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6" name="Oval 28">
                <a:extLst>
                  <a:ext uri="{FF2B5EF4-FFF2-40B4-BE49-F238E27FC236}">
                    <a16:creationId xmlns:a16="http://schemas.microsoft.com/office/drawing/2014/main" id="{7610C654-D029-5C19-B4A0-F3E62F78C41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3" name="Group 662">
            <a:extLst>
              <a:ext uri="{FF2B5EF4-FFF2-40B4-BE49-F238E27FC236}">
                <a16:creationId xmlns:a16="http://schemas.microsoft.com/office/drawing/2014/main" id="{07E6BBAC-D54A-C1FF-21E0-ADC9366E7E6F}"/>
              </a:ext>
            </a:extLst>
          </p:cNvPr>
          <p:cNvGrpSpPr/>
          <p:nvPr/>
        </p:nvGrpSpPr>
        <p:grpSpPr>
          <a:xfrm>
            <a:off x="2105710" y="3698208"/>
            <a:ext cx="721206" cy="610396"/>
            <a:chOff x="2105710" y="3698208"/>
            <a:chExt cx="721206" cy="610396"/>
          </a:xfrm>
        </p:grpSpPr>
        <p:sp>
          <p:nvSpPr>
            <p:cNvPr id="664" name="Rectangle 663">
              <a:extLst>
                <a:ext uri="{FF2B5EF4-FFF2-40B4-BE49-F238E27FC236}">
                  <a16:creationId xmlns:a16="http://schemas.microsoft.com/office/drawing/2014/main" id="{F04A26BF-9A36-53E3-1BAF-1F310F5AC94E}"/>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65" name="Right Triangle 664">
              <a:extLst>
                <a:ext uri="{FF2B5EF4-FFF2-40B4-BE49-F238E27FC236}">
                  <a16:creationId xmlns:a16="http://schemas.microsoft.com/office/drawing/2014/main" id="{FC86349F-A8E1-D94E-039A-712B8605D798}"/>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6" name="Group 665">
              <a:extLst>
                <a:ext uri="{FF2B5EF4-FFF2-40B4-BE49-F238E27FC236}">
                  <a16:creationId xmlns:a16="http://schemas.microsoft.com/office/drawing/2014/main" id="{817033EB-989C-06D6-E454-A9C93ACEEF9A}"/>
                </a:ext>
              </a:extLst>
            </p:cNvPr>
            <p:cNvGrpSpPr/>
            <p:nvPr/>
          </p:nvGrpSpPr>
          <p:grpSpPr>
            <a:xfrm>
              <a:off x="2776303" y="3704306"/>
              <a:ext cx="37817" cy="61390"/>
              <a:chOff x="3883481" y="2057400"/>
              <a:chExt cx="1608363" cy="2652031"/>
            </a:xfrm>
            <a:solidFill>
              <a:srgbClr val="A6A6A6">
                <a:alpha val="20000"/>
              </a:srgbClr>
            </a:solidFill>
          </p:grpSpPr>
          <p:sp>
            <p:nvSpPr>
              <p:cNvPr id="667" name="Oval 27">
                <a:extLst>
                  <a:ext uri="{FF2B5EF4-FFF2-40B4-BE49-F238E27FC236}">
                    <a16:creationId xmlns:a16="http://schemas.microsoft.com/office/drawing/2014/main" id="{76F2F116-97ED-2726-222A-98F711903F0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8" name="Oval 28">
                <a:extLst>
                  <a:ext uri="{FF2B5EF4-FFF2-40B4-BE49-F238E27FC236}">
                    <a16:creationId xmlns:a16="http://schemas.microsoft.com/office/drawing/2014/main" id="{23361C45-D322-A035-600D-D48C168334C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9" name="Group 668">
            <a:extLst>
              <a:ext uri="{FF2B5EF4-FFF2-40B4-BE49-F238E27FC236}">
                <a16:creationId xmlns:a16="http://schemas.microsoft.com/office/drawing/2014/main" id="{A66A7C88-31E9-454B-F5E6-22B79A1470B2}"/>
              </a:ext>
            </a:extLst>
          </p:cNvPr>
          <p:cNvGrpSpPr/>
          <p:nvPr/>
        </p:nvGrpSpPr>
        <p:grpSpPr>
          <a:xfrm>
            <a:off x="3778361" y="2253333"/>
            <a:ext cx="721206" cy="609701"/>
            <a:chOff x="3778361" y="2253333"/>
            <a:chExt cx="721206" cy="609701"/>
          </a:xfrm>
        </p:grpSpPr>
        <p:sp>
          <p:nvSpPr>
            <p:cNvPr id="670" name="Rectangle 669">
              <a:extLst>
                <a:ext uri="{FF2B5EF4-FFF2-40B4-BE49-F238E27FC236}">
                  <a16:creationId xmlns:a16="http://schemas.microsoft.com/office/drawing/2014/main" id="{F3475B57-F8A6-1251-A20A-BB8A04A4F8FE}"/>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71" name="Rectangle 670">
              <a:extLst>
                <a:ext uri="{FF2B5EF4-FFF2-40B4-BE49-F238E27FC236}">
                  <a16:creationId xmlns:a16="http://schemas.microsoft.com/office/drawing/2014/main" id="{1933E7EE-C057-6C41-6DB5-52954484C28E}"/>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2" name="Oval 15">
              <a:extLst>
                <a:ext uri="{FF2B5EF4-FFF2-40B4-BE49-F238E27FC236}">
                  <a16:creationId xmlns:a16="http://schemas.microsoft.com/office/drawing/2014/main" id="{4D24A6C2-D7B7-3859-B149-13A74636A159}"/>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73" name="Straight Connector 672">
              <a:extLst>
                <a:ext uri="{FF2B5EF4-FFF2-40B4-BE49-F238E27FC236}">
                  <a16:creationId xmlns:a16="http://schemas.microsoft.com/office/drawing/2014/main" id="{FD629AE0-57D7-1061-38C4-3B51ACCA5349}"/>
                </a:ext>
              </a:extLst>
            </p:cNvPr>
            <p:cNvCxnSpPr>
              <a:cxnSpLocks/>
              <a:stCxn id="672"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74" name="Straight Connector 673">
              <a:extLst>
                <a:ext uri="{FF2B5EF4-FFF2-40B4-BE49-F238E27FC236}">
                  <a16:creationId xmlns:a16="http://schemas.microsoft.com/office/drawing/2014/main" id="{9A50D655-4C23-E3EA-B94A-76A7C9BF601E}"/>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75" name="Group 674">
            <a:extLst>
              <a:ext uri="{FF2B5EF4-FFF2-40B4-BE49-F238E27FC236}">
                <a16:creationId xmlns:a16="http://schemas.microsoft.com/office/drawing/2014/main" id="{A551ADDF-5140-B8A6-DB8D-0FD334994EE9}"/>
              </a:ext>
            </a:extLst>
          </p:cNvPr>
          <p:cNvGrpSpPr/>
          <p:nvPr/>
        </p:nvGrpSpPr>
        <p:grpSpPr>
          <a:xfrm>
            <a:off x="1268843" y="2253332"/>
            <a:ext cx="721206" cy="609701"/>
            <a:chOff x="1268843" y="2253332"/>
            <a:chExt cx="721206" cy="609701"/>
          </a:xfrm>
        </p:grpSpPr>
        <p:sp>
          <p:nvSpPr>
            <p:cNvPr id="676" name="Rectangle 675">
              <a:extLst>
                <a:ext uri="{FF2B5EF4-FFF2-40B4-BE49-F238E27FC236}">
                  <a16:creationId xmlns:a16="http://schemas.microsoft.com/office/drawing/2014/main" id="{B88C5A8C-C278-B66E-523A-A3700833CE85}"/>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77" name="Right Triangle 676">
              <a:extLst>
                <a:ext uri="{FF2B5EF4-FFF2-40B4-BE49-F238E27FC236}">
                  <a16:creationId xmlns:a16="http://schemas.microsoft.com/office/drawing/2014/main" id="{0B5A2524-5398-7196-28FC-034A4FB7A736}"/>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8" name="Group 677">
              <a:extLst>
                <a:ext uri="{FF2B5EF4-FFF2-40B4-BE49-F238E27FC236}">
                  <a16:creationId xmlns:a16="http://schemas.microsoft.com/office/drawing/2014/main" id="{9BB2B062-A5AD-24D5-19EE-5178F6122C98}"/>
                </a:ext>
              </a:extLst>
            </p:cNvPr>
            <p:cNvGrpSpPr/>
            <p:nvPr/>
          </p:nvGrpSpPr>
          <p:grpSpPr>
            <a:xfrm>
              <a:off x="1939436" y="2265731"/>
              <a:ext cx="37817" cy="61390"/>
              <a:chOff x="3883481" y="2057400"/>
              <a:chExt cx="1608363" cy="2652031"/>
            </a:xfrm>
            <a:solidFill>
              <a:srgbClr val="A6A6A6">
                <a:alpha val="20000"/>
              </a:srgbClr>
            </a:solidFill>
          </p:grpSpPr>
          <p:sp>
            <p:nvSpPr>
              <p:cNvPr id="679" name="Oval 27">
                <a:extLst>
                  <a:ext uri="{FF2B5EF4-FFF2-40B4-BE49-F238E27FC236}">
                    <a16:creationId xmlns:a16="http://schemas.microsoft.com/office/drawing/2014/main" id="{ED82142C-0AD2-3BE7-7932-AECADAF655B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0" name="Oval 28">
                <a:extLst>
                  <a:ext uri="{FF2B5EF4-FFF2-40B4-BE49-F238E27FC236}">
                    <a16:creationId xmlns:a16="http://schemas.microsoft.com/office/drawing/2014/main" id="{BD30C32C-DF37-FB5C-0694-28D49C7DBD9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1" name="Group 680">
            <a:extLst>
              <a:ext uri="{FF2B5EF4-FFF2-40B4-BE49-F238E27FC236}">
                <a16:creationId xmlns:a16="http://schemas.microsoft.com/office/drawing/2014/main" id="{69F62108-E955-4CB7-DDDA-848D9A34C77C}"/>
              </a:ext>
            </a:extLst>
          </p:cNvPr>
          <p:cNvGrpSpPr/>
          <p:nvPr/>
        </p:nvGrpSpPr>
        <p:grpSpPr>
          <a:xfrm>
            <a:off x="2105351" y="2253333"/>
            <a:ext cx="721206" cy="609701"/>
            <a:chOff x="2105351" y="2253333"/>
            <a:chExt cx="721206" cy="609701"/>
          </a:xfrm>
        </p:grpSpPr>
        <p:sp>
          <p:nvSpPr>
            <p:cNvPr id="682" name="Rectangle 681">
              <a:extLst>
                <a:ext uri="{FF2B5EF4-FFF2-40B4-BE49-F238E27FC236}">
                  <a16:creationId xmlns:a16="http://schemas.microsoft.com/office/drawing/2014/main" id="{58DF9115-33A9-E1AE-8EC8-E9E15270274B}"/>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83" name="Right Triangle 682">
              <a:extLst>
                <a:ext uri="{FF2B5EF4-FFF2-40B4-BE49-F238E27FC236}">
                  <a16:creationId xmlns:a16="http://schemas.microsoft.com/office/drawing/2014/main" id="{BFDED9F8-DF8E-E25B-4AAC-C594E48C6E81}"/>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4" name="Group 683">
              <a:extLst>
                <a:ext uri="{FF2B5EF4-FFF2-40B4-BE49-F238E27FC236}">
                  <a16:creationId xmlns:a16="http://schemas.microsoft.com/office/drawing/2014/main" id="{9D85EA45-32C1-60CB-0F66-E2CE335426A8}"/>
                </a:ext>
              </a:extLst>
            </p:cNvPr>
            <p:cNvGrpSpPr/>
            <p:nvPr/>
          </p:nvGrpSpPr>
          <p:grpSpPr>
            <a:xfrm>
              <a:off x="2771408" y="2265591"/>
              <a:ext cx="37817" cy="61390"/>
              <a:chOff x="3883481" y="2057400"/>
              <a:chExt cx="1608363" cy="2652031"/>
            </a:xfrm>
            <a:solidFill>
              <a:srgbClr val="A6A6A6">
                <a:alpha val="20000"/>
              </a:srgbClr>
            </a:solidFill>
          </p:grpSpPr>
          <p:sp>
            <p:nvSpPr>
              <p:cNvPr id="685" name="Oval 27">
                <a:extLst>
                  <a:ext uri="{FF2B5EF4-FFF2-40B4-BE49-F238E27FC236}">
                    <a16:creationId xmlns:a16="http://schemas.microsoft.com/office/drawing/2014/main" id="{BAB603F9-D9BD-E209-F5F6-D24E62DFACA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6" name="Oval 28">
                <a:extLst>
                  <a:ext uri="{FF2B5EF4-FFF2-40B4-BE49-F238E27FC236}">
                    <a16:creationId xmlns:a16="http://schemas.microsoft.com/office/drawing/2014/main" id="{D23F2CE7-74A6-C78A-4630-A442DD287A5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7" name="Group 686">
            <a:extLst>
              <a:ext uri="{FF2B5EF4-FFF2-40B4-BE49-F238E27FC236}">
                <a16:creationId xmlns:a16="http://schemas.microsoft.com/office/drawing/2014/main" id="{CF261F8E-FAFD-E58D-F504-96FAF3848AF5}"/>
              </a:ext>
            </a:extLst>
          </p:cNvPr>
          <p:cNvGrpSpPr/>
          <p:nvPr/>
        </p:nvGrpSpPr>
        <p:grpSpPr>
          <a:xfrm>
            <a:off x="2941860" y="2253333"/>
            <a:ext cx="721206" cy="609701"/>
            <a:chOff x="2941860" y="2253333"/>
            <a:chExt cx="721206" cy="609701"/>
          </a:xfrm>
        </p:grpSpPr>
        <p:sp>
          <p:nvSpPr>
            <p:cNvPr id="688" name="Rectangle 687">
              <a:extLst>
                <a:ext uri="{FF2B5EF4-FFF2-40B4-BE49-F238E27FC236}">
                  <a16:creationId xmlns:a16="http://schemas.microsoft.com/office/drawing/2014/main" id="{A9505D5A-2ED2-42A1-A086-8FD7E8F3310A}"/>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689" name="Right Triangle 688">
              <a:extLst>
                <a:ext uri="{FF2B5EF4-FFF2-40B4-BE49-F238E27FC236}">
                  <a16:creationId xmlns:a16="http://schemas.microsoft.com/office/drawing/2014/main" id="{3445F2A3-4DF1-E612-76AC-11C4A3D1AC0D}"/>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0" name="Group 689">
              <a:extLst>
                <a:ext uri="{FF2B5EF4-FFF2-40B4-BE49-F238E27FC236}">
                  <a16:creationId xmlns:a16="http://schemas.microsoft.com/office/drawing/2014/main" id="{89DEE9E5-D653-C0C9-71DE-36BAB8A324E8}"/>
                </a:ext>
              </a:extLst>
            </p:cNvPr>
            <p:cNvGrpSpPr/>
            <p:nvPr/>
          </p:nvGrpSpPr>
          <p:grpSpPr>
            <a:xfrm>
              <a:off x="3611250" y="2264969"/>
              <a:ext cx="37817" cy="61390"/>
              <a:chOff x="3883481" y="2057400"/>
              <a:chExt cx="1608363" cy="2652031"/>
            </a:xfrm>
            <a:solidFill>
              <a:srgbClr val="A6A6A6">
                <a:alpha val="20000"/>
              </a:srgbClr>
            </a:solidFill>
          </p:grpSpPr>
          <p:sp>
            <p:nvSpPr>
              <p:cNvPr id="691" name="Oval 27">
                <a:extLst>
                  <a:ext uri="{FF2B5EF4-FFF2-40B4-BE49-F238E27FC236}">
                    <a16:creationId xmlns:a16="http://schemas.microsoft.com/office/drawing/2014/main" id="{884B257C-9AFC-7F30-DEAA-DB4C34F3CF6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2" name="Oval 28">
                <a:extLst>
                  <a:ext uri="{FF2B5EF4-FFF2-40B4-BE49-F238E27FC236}">
                    <a16:creationId xmlns:a16="http://schemas.microsoft.com/office/drawing/2014/main" id="{F930EBC3-DDEC-FBD3-E13B-4BA0F3D48D4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93" name="Group 692">
            <a:extLst>
              <a:ext uri="{FF2B5EF4-FFF2-40B4-BE49-F238E27FC236}">
                <a16:creationId xmlns:a16="http://schemas.microsoft.com/office/drawing/2014/main" id="{16EB9C06-C1F0-A28E-3BC9-525765AB60F3}"/>
              </a:ext>
            </a:extLst>
          </p:cNvPr>
          <p:cNvGrpSpPr/>
          <p:nvPr/>
        </p:nvGrpSpPr>
        <p:grpSpPr>
          <a:xfrm>
            <a:off x="4614876" y="2253332"/>
            <a:ext cx="721206" cy="609701"/>
            <a:chOff x="4614876" y="2253332"/>
            <a:chExt cx="721206" cy="609701"/>
          </a:xfrm>
        </p:grpSpPr>
        <p:sp>
          <p:nvSpPr>
            <p:cNvPr id="694" name="Rectangle 693">
              <a:extLst>
                <a:ext uri="{FF2B5EF4-FFF2-40B4-BE49-F238E27FC236}">
                  <a16:creationId xmlns:a16="http://schemas.microsoft.com/office/drawing/2014/main" id="{A0A8BDA1-C476-8206-CD71-4F2BFC84A6F2}"/>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695" name="Right Triangle 694">
              <a:extLst>
                <a:ext uri="{FF2B5EF4-FFF2-40B4-BE49-F238E27FC236}">
                  <a16:creationId xmlns:a16="http://schemas.microsoft.com/office/drawing/2014/main" id="{3AAD0850-8C09-1DF5-A9B4-19A82F4BDBFB}"/>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6" name="Group 695">
              <a:extLst>
                <a:ext uri="{FF2B5EF4-FFF2-40B4-BE49-F238E27FC236}">
                  <a16:creationId xmlns:a16="http://schemas.microsoft.com/office/drawing/2014/main" id="{1F2CA6D9-F621-A19C-9EC2-D5DFF4549C1F}"/>
                </a:ext>
              </a:extLst>
            </p:cNvPr>
            <p:cNvGrpSpPr/>
            <p:nvPr/>
          </p:nvGrpSpPr>
          <p:grpSpPr>
            <a:xfrm>
              <a:off x="5280738" y="2264779"/>
              <a:ext cx="37817" cy="61390"/>
              <a:chOff x="3883481" y="2057400"/>
              <a:chExt cx="1608363" cy="2652031"/>
            </a:xfrm>
            <a:solidFill>
              <a:srgbClr val="A6A6A6">
                <a:alpha val="20000"/>
              </a:srgbClr>
            </a:solidFill>
          </p:grpSpPr>
          <p:sp>
            <p:nvSpPr>
              <p:cNvPr id="697" name="Oval 27">
                <a:extLst>
                  <a:ext uri="{FF2B5EF4-FFF2-40B4-BE49-F238E27FC236}">
                    <a16:creationId xmlns:a16="http://schemas.microsoft.com/office/drawing/2014/main" id="{204B12CE-7E40-BD62-74CC-BAB3E0CE453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8" name="Oval 28">
                <a:extLst>
                  <a:ext uri="{FF2B5EF4-FFF2-40B4-BE49-F238E27FC236}">
                    <a16:creationId xmlns:a16="http://schemas.microsoft.com/office/drawing/2014/main" id="{F1C000B3-8A71-CC85-EF87-6622E2540CE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11" name="Group 710">
            <a:extLst>
              <a:ext uri="{FF2B5EF4-FFF2-40B4-BE49-F238E27FC236}">
                <a16:creationId xmlns:a16="http://schemas.microsoft.com/office/drawing/2014/main" id="{BD33957A-405C-87AF-767B-F6096C9F66AD}"/>
              </a:ext>
            </a:extLst>
          </p:cNvPr>
          <p:cNvGrpSpPr/>
          <p:nvPr/>
        </p:nvGrpSpPr>
        <p:grpSpPr>
          <a:xfrm>
            <a:off x="431659" y="2253337"/>
            <a:ext cx="721895" cy="609700"/>
            <a:chOff x="431659" y="2253337"/>
            <a:chExt cx="721895" cy="609700"/>
          </a:xfrm>
        </p:grpSpPr>
        <p:sp>
          <p:nvSpPr>
            <p:cNvPr id="712" name="Rectangle 711">
              <a:hlinkHover r:id="" action="ppaction://noaction" highlightClick="1"/>
              <a:extLst>
                <a:ext uri="{FF2B5EF4-FFF2-40B4-BE49-F238E27FC236}">
                  <a16:creationId xmlns:a16="http://schemas.microsoft.com/office/drawing/2014/main" id="{1C07F2E7-535A-9BF9-64F0-823DA8716C80}"/>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13" name="Diamond 712">
              <a:extLst>
                <a:ext uri="{FF2B5EF4-FFF2-40B4-BE49-F238E27FC236}">
                  <a16:creationId xmlns:a16="http://schemas.microsoft.com/office/drawing/2014/main" id="{ED233266-F6FF-2691-F251-B11C65237622}"/>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4" name="Oval 713">
              <a:extLst>
                <a:ext uri="{FF2B5EF4-FFF2-40B4-BE49-F238E27FC236}">
                  <a16:creationId xmlns:a16="http://schemas.microsoft.com/office/drawing/2014/main" id="{D6ABBF51-A4FA-BB82-AD1F-AAD6CA3A781F}"/>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19" name="Group 718">
            <a:extLst>
              <a:ext uri="{FF2B5EF4-FFF2-40B4-BE49-F238E27FC236}">
                <a16:creationId xmlns:a16="http://schemas.microsoft.com/office/drawing/2014/main" id="{D33A363F-CC48-5280-81BA-8F23BCBBDFCA}"/>
              </a:ext>
            </a:extLst>
          </p:cNvPr>
          <p:cNvGrpSpPr/>
          <p:nvPr/>
        </p:nvGrpSpPr>
        <p:grpSpPr>
          <a:xfrm>
            <a:off x="2105348" y="1532276"/>
            <a:ext cx="721206" cy="609701"/>
            <a:chOff x="2105348" y="1532276"/>
            <a:chExt cx="721206" cy="609701"/>
          </a:xfrm>
        </p:grpSpPr>
        <p:sp>
          <p:nvSpPr>
            <p:cNvPr id="720" name="Rectangle 719">
              <a:extLst>
                <a:ext uri="{FF2B5EF4-FFF2-40B4-BE49-F238E27FC236}">
                  <a16:creationId xmlns:a16="http://schemas.microsoft.com/office/drawing/2014/main" id="{C1C52E9C-DE77-BCFF-F6EE-941340889A19}"/>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21" name="Rectangle 720">
              <a:extLst>
                <a:ext uri="{FF2B5EF4-FFF2-40B4-BE49-F238E27FC236}">
                  <a16:creationId xmlns:a16="http://schemas.microsoft.com/office/drawing/2014/main" id="{6C53C5EA-96B5-B72F-D843-2EAE2C24A000}"/>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2" name="Oval 15">
              <a:extLst>
                <a:ext uri="{FF2B5EF4-FFF2-40B4-BE49-F238E27FC236}">
                  <a16:creationId xmlns:a16="http://schemas.microsoft.com/office/drawing/2014/main" id="{8A62C931-34F2-ED8B-FEFB-4B6F0FA36550}"/>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23" name="Straight Connector 722">
              <a:extLst>
                <a:ext uri="{FF2B5EF4-FFF2-40B4-BE49-F238E27FC236}">
                  <a16:creationId xmlns:a16="http://schemas.microsoft.com/office/drawing/2014/main" id="{66C6403C-30C6-DFE1-EF1C-BE06A9A3923C}"/>
                </a:ext>
              </a:extLst>
            </p:cNvPr>
            <p:cNvCxnSpPr>
              <a:cxnSpLocks/>
              <a:stCxn id="722"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24" name="Straight Connector 723">
              <a:extLst>
                <a:ext uri="{FF2B5EF4-FFF2-40B4-BE49-F238E27FC236}">
                  <a16:creationId xmlns:a16="http://schemas.microsoft.com/office/drawing/2014/main" id="{5AA0EBC3-7CC0-9698-8B3A-054CAA313A74}"/>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25" name="Group 724">
            <a:extLst>
              <a:ext uri="{FF2B5EF4-FFF2-40B4-BE49-F238E27FC236}">
                <a16:creationId xmlns:a16="http://schemas.microsoft.com/office/drawing/2014/main" id="{C1767D53-CD92-02AD-82C2-5E1C35BFC835}"/>
              </a:ext>
            </a:extLst>
          </p:cNvPr>
          <p:cNvGrpSpPr/>
          <p:nvPr/>
        </p:nvGrpSpPr>
        <p:grpSpPr>
          <a:xfrm>
            <a:off x="431659" y="1532283"/>
            <a:ext cx="721891" cy="610032"/>
            <a:chOff x="431659" y="1532283"/>
            <a:chExt cx="721891" cy="610032"/>
          </a:xfrm>
        </p:grpSpPr>
        <p:sp>
          <p:nvSpPr>
            <p:cNvPr id="726" name="Rectangle 725">
              <a:extLst>
                <a:ext uri="{FF2B5EF4-FFF2-40B4-BE49-F238E27FC236}">
                  <a16:creationId xmlns:a16="http://schemas.microsoft.com/office/drawing/2014/main" id="{E15E3DCA-C8C7-62DD-3706-58231E2C98C7}"/>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27" name="Right Triangle 726">
              <a:extLst>
                <a:ext uri="{FF2B5EF4-FFF2-40B4-BE49-F238E27FC236}">
                  <a16:creationId xmlns:a16="http://schemas.microsoft.com/office/drawing/2014/main" id="{BBD4DE30-554E-8E34-97B9-1432B04F8932}"/>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8" name="Group 727">
              <a:extLst>
                <a:ext uri="{FF2B5EF4-FFF2-40B4-BE49-F238E27FC236}">
                  <a16:creationId xmlns:a16="http://schemas.microsoft.com/office/drawing/2014/main" id="{864CEBCC-75F2-7D36-012C-D4715E71C99A}"/>
                </a:ext>
              </a:extLst>
            </p:cNvPr>
            <p:cNvGrpSpPr/>
            <p:nvPr/>
          </p:nvGrpSpPr>
          <p:grpSpPr>
            <a:xfrm>
              <a:off x="1102940" y="1538374"/>
              <a:ext cx="37817" cy="61390"/>
              <a:chOff x="3883481" y="2057400"/>
              <a:chExt cx="1608363" cy="2652031"/>
            </a:xfrm>
            <a:solidFill>
              <a:srgbClr val="A6A6A6">
                <a:alpha val="20000"/>
              </a:srgbClr>
            </a:solidFill>
          </p:grpSpPr>
          <p:sp>
            <p:nvSpPr>
              <p:cNvPr id="729" name="Oval 27">
                <a:extLst>
                  <a:ext uri="{FF2B5EF4-FFF2-40B4-BE49-F238E27FC236}">
                    <a16:creationId xmlns:a16="http://schemas.microsoft.com/office/drawing/2014/main" id="{D2C70CDD-A8B1-0630-4211-263DEAD8CE0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0" name="Oval 28">
                <a:extLst>
                  <a:ext uri="{FF2B5EF4-FFF2-40B4-BE49-F238E27FC236}">
                    <a16:creationId xmlns:a16="http://schemas.microsoft.com/office/drawing/2014/main" id="{F2D9E81D-92EE-7DC8-AD26-D213AC6DEE1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31" name="Group 730">
            <a:extLst>
              <a:ext uri="{FF2B5EF4-FFF2-40B4-BE49-F238E27FC236}">
                <a16:creationId xmlns:a16="http://schemas.microsoft.com/office/drawing/2014/main" id="{435BC1CC-9129-0C3D-FBA0-95DC5B1FA7C3}"/>
              </a:ext>
            </a:extLst>
          </p:cNvPr>
          <p:cNvGrpSpPr/>
          <p:nvPr/>
        </p:nvGrpSpPr>
        <p:grpSpPr>
          <a:xfrm>
            <a:off x="1268843" y="1532283"/>
            <a:ext cx="721206" cy="610032"/>
            <a:chOff x="1268843" y="1532283"/>
            <a:chExt cx="721206" cy="610032"/>
          </a:xfrm>
        </p:grpSpPr>
        <p:sp>
          <p:nvSpPr>
            <p:cNvPr id="732" name="Rectangle 731">
              <a:extLst>
                <a:ext uri="{FF2B5EF4-FFF2-40B4-BE49-F238E27FC236}">
                  <a16:creationId xmlns:a16="http://schemas.microsoft.com/office/drawing/2014/main" id="{44DEFB80-951A-C268-367E-8AD3A4E7123F}"/>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33" name="Right Triangle 732">
              <a:extLst>
                <a:ext uri="{FF2B5EF4-FFF2-40B4-BE49-F238E27FC236}">
                  <a16:creationId xmlns:a16="http://schemas.microsoft.com/office/drawing/2014/main" id="{943F4F0A-9199-FD72-F0F4-FBD9C214E4E7}"/>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34" name="Group 733">
              <a:extLst>
                <a:ext uri="{FF2B5EF4-FFF2-40B4-BE49-F238E27FC236}">
                  <a16:creationId xmlns:a16="http://schemas.microsoft.com/office/drawing/2014/main" id="{F1DD0189-140E-8DA5-2E70-3CB1F33D4177}"/>
                </a:ext>
              </a:extLst>
            </p:cNvPr>
            <p:cNvGrpSpPr/>
            <p:nvPr/>
          </p:nvGrpSpPr>
          <p:grpSpPr>
            <a:xfrm>
              <a:off x="1939436" y="1538374"/>
              <a:ext cx="37817" cy="61390"/>
              <a:chOff x="3883481" y="2057400"/>
              <a:chExt cx="1608363" cy="2652031"/>
            </a:xfrm>
            <a:solidFill>
              <a:srgbClr val="A6A6A6">
                <a:alpha val="20000"/>
              </a:srgbClr>
            </a:solidFill>
          </p:grpSpPr>
          <p:sp>
            <p:nvSpPr>
              <p:cNvPr id="735" name="Oval 27">
                <a:extLst>
                  <a:ext uri="{FF2B5EF4-FFF2-40B4-BE49-F238E27FC236}">
                    <a16:creationId xmlns:a16="http://schemas.microsoft.com/office/drawing/2014/main" id="{EDDB08A0-E19E-30C7-B212-5122EB20E9D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6" name="Oval 28">
                <a:extLst>
                  <a:ext uri="{FF2B5EF4-FFF2-40B4-BE49-F238E27FC236}">
                    <a16:creationId xmlns:a16="http://schemas.microsoft.com/office/drawing/2014/main" id="{EBB4E58C-96B0-083C-98AE-71521B98BDF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3" name="Group 742">
            <a:extLst>
              <a:ext uri="{FF2B5EF4-FFF2-40B4-BE49-F238E27FC236}">
                <a16:creationId xmlns:a16="http://schemas.microsoft.com/office/drawing/2014/main" id="{75D54DE4-C60B-9581-051C-47AA24ECED51}"/>
              </a:ext>
            </a:extLst>
          </p:cNvPr>
          <p:cNvGrpSpPr/>
          <p:nvPr/>
        </p:nvGrpSpPr>
        <p:grpSpPr>
          <a:xfrm>
            <a:off x="5454379" y="2974054"/>
            <a:ext cx="721206" cy="649846"/>
            <a:chOff x="5454379" y="2974054"/>
            <a:chExt cx="721206" cy="649846"/>
          </a:xfrm>
        </p:grpSpPr>
        <p:sp>
          <p:nvSpPr>
            <p:cNvPr id="744" name="Rectangle 743">
              <a:extLst>
                <a:ext uri="{FF2B5EF4-FFF2-40B4-BE49-F238E27FC236}">
                  <a16:creationId xmlns:a16="http://schemas.microsoft.com/office/drawing/2014/main" id="{A10F0CD7-95C3-CDCE-C8E9-CB1043CF72D7}"/>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45" name="Rectangle 744">
              <a:extLst>
                <a:ext uri="{FF2B5EF4-FFF2-40B4-BE49-F238E27FC236}">
                  <a16:creationId xmlns:a16="http://schemas.microsoft.com/office/drawing/2014/main" id="{B6CDEA13-7418-0432-D3E5-C09945F0A86C}"/>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6" name="Oval 15">
              <a:extLst>
                <a:ext uri="{FF2B5EF4-FFF2-40B4-BE49-F238E27FC236}">
                  <a16:creationId xmlns:a16="http://schemas.microsoft.com/office/drawing/2014/main" id="{EA584E1E-0249-EE34-167C-B278AD7B7847}"/>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47" name="Straight Connector 746">
              <a:extLst>
                <a:ext uri="{FF2B5EF4-FFF2-40B4-BE49-F238E27FC236}">
                  <a16:creationId xmlns:a16="http://schemas.microsoft.com/office/drawing/2014/main" id="{5325B6F3-DCEE-4C6D-B245-AC53FD77EF9A}"/>
                </a:ext>
              </a:extLst>
            </p:cNvPr>
            <p:cNvCxnSpPr>
              <a:cxnSpLocks/>
              <a:stCxn id="746"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8" name="Straight Connector 747">
              <a:extLst>
                <a:ext uri="{FF2B5EF4-FFF2-40B4-BE49-F238E27FC236}">
                  <a16:creationId xmlns:a16="http://schemas.microsoft.com/office/drawing/2014/main" id="{48C293AC-8013-FBD8-C7D2-1E6B1D886E37}"/>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49" name="Group 748">
            <a:extLst>
              <a:ext uri="{FF2B5EF4-FFF2-40B4-BE49-F238E27FC236}">
                <a16:creationId xmlns:a16="http://schemas.microsoft.com/office/drawing/2014/main" id="{71DC8500-B80F-2BD4-9A60-0325A3F0CF3A}"/>
              </a:ext>
            </a:extLst>
          </p:cNvPr>
          <p:cNvGrpSpPr/>
          <p:nvPr/>
        </p:nvGrpSpPr>
        <p:grpSpPr>
          <a:xfrm>
            <a:off x="431659" y="2974054"/>
            <a:ext cx="721891" cy="609701"/>
            <a:chOff x="431659" y="2974054"/>
            <a:chExt cx="721891" cy="609701"/>
          </a:xfrm>
        </p:grpSpPr>
        <p:sp>
          <p:nvSpPr>
            <p:cNvPr id="750" name="Rectangle 749">
              <a:extLst>
                <a:ext uri="{FF2B5EF4-FFF2-40B4-BE49-F238E27FC236}">
                  <a16:creationId xmlns:a16="http://schemas.microsoft.com/office/drawing/2014/main" id="{11EBC07D-E152-8150-245C-724BA5AA0466}"/>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51" name="Right Triangle 750">
              <a:extLst>
                <a:ext uri="{FF2B5EF4-FFF2-40B4-BE49-F238E27FC236}">
                  <a16:creationId xmlns:a16="http://schemas.microsoft.com/office/drawing/2014/main" id="{474A7554-E21C-510C-FDE0-57270E2F5730}"/>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2" name="Group 751">
              <a:extLst>
                <a:ext uri="{FF2B5EF4-FFF2-40B4-BE49-F238E27FC236}">
                  <a16:creationId xmlns:a16="http://schemas.microsoft.com/office/drawing/2014/main" id="{155F446C-B201-7F71-0CB2-EC50D03A0011}"/>
                </a:ext>
              </a:extLst>
            </p:cNvPr>
            <p:cNvGrpSpPr/>
            <p:nvPr/>
          </p:nvGrpSpPr>
          <p:grpSpPr>
            <a:xfrm>
              <a:off x="1102940" y="2981762"/>
              <a:ext cx="37817" cy="61390"/>
              <a:chOff x="3883481" y="2057400"/>
              <a:chExt cx="1608363" cy="2652031"/>
            </a:xfrm>
            <a:solidFill>
              <a:srgbClr val="A6A6A6">
                <a:alpha val="20000"/>
              </a:srgbClr>
            </a:solidFill>
          </p:grpSpPr>
          <p:sp>
            <p:nvSpPr>
              <p:cNvPr id="753" name="Oval 27">
                <a:extLst>
                  <a:ext uri="{FF2B5EF4-FFF2-40B4-BE49-F238E27FC236}">
                    <a16:creationId xmlns:a16="http://schemas.microsoft.com/office/drawing/2014/main" id="{EE965813-6C07-0029-F698-4C8C8222A76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54" name="Oval 28">
                <a:extLst>
                  <a:ext uri="{FF2B5EF4-FFF2-40B4-BE49-F238E27FC236}">
                    <a16:creationId xmlns:a16="http://schemas.microsoft.com/office/drawing/2014/main" id="{C3BC3C34-1BB1-1B13-7141-CF5D855C418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1" name="Group 760">
            <a:extLst>
              <a:ext uri="{FF2B5EF4-FFF2-40B4-BE49-F238E27FC236}">
                <a16:creationId xmlns:a16="http://schemas.microsoft.com/office/drawing/2014/main" id="{A2EA45F3-DB15-A852-5FAB-6F3E6889722F}"/>
              </a:ext>
            </a:extLst>
          </p:cNvPr>
          <p:cNvGrpSpPr/>
          <p:nvPr/>
        </p:nvGrpSpPr>
        <p:grpSpPr>
          <a:xfrm>
            <a:off x="2940469" y="2974031"/>
            <a:ext cx="721206" cy="613175"/>
            <a:chOff x="2940469" y="2974031"/>
            <a:chExt cx="721206" cy="613175"/>
          </a:xfrm>
        </p:grpSpPr>
        <p:sp>
          <p:nvSpPr>
            <p:cNvPr id="762" name="Rectangle 761">
              <a:extLst>
                <a:ext uri="{FF2B5EF4-FFF2-40B4-BE49-F238E27FC236}">
                  <a16:creationId xmlns:a16="http://schemas.microsoft.com/office/drawing/2014/main" id="{A6129C1B-A3AA-4F1C-A4CF-C112E2305BB0}"/>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63" name="Right Triangle 762">
              <a:extLst>
                <a:ext uri="{FF2B5EF4-FFF2-40B4-BE49-F238E27FC236}">
                  <a16:creationId xmlns:a16="http://schemas.microsoft.com/office/drawing/2014/main" id="{30FE14EB-CB64-0C6F-38C0-834345C62A28}"/>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4" name="Group 763">
              <a:extLst>
                <a:ext uri="{FF2B5EF4-FFF2-40B4-BE49-F238E27FC236}">
                  <a16:creationId xmlns:a16="http://schemas.microsoft.com/office/drawing/2014/main" id="{2C190AC3-48EE-8E6A-A19C-6DA353B9BD5C}"/>
                </a:ext>
              </a:extLst>
            </p:cNvPr>
            <p:cNvGrpSpPr/>
            <p:nvPr/>
          </p:nvGrpSpPr>
          <p:grpSpPr>
            <a:xfrm>
              <a:off x="3610502" y="2980132"/>
              <a:ext cx="37817" cy="61390"/>
              <a:chOff x="3883481" y="2057400"/>
              <a:chExt cx="1608363" cy="2652031"/>
            </a:xfrm>
            <a:solidFill>
              <a:srgbClr val="A6A6A6">
                <a:alpha val="20000"/>
              </a:srgbClr>
            </a:solidFill>
          </p:grpSpPr>
          <p:sp>
            <p:nvSpPr>
              <p:cNvPr id="765" name="Oval 27">
                <a:extLst>
                  <a:ext uri="{FF2B5EF4-FFF2-40B4-BE49-F238E27FC236}">
                    <a16:creationId xmlns:a16="http://schemas.microsoft.com/office/drawing/2014/main" id="{55638507-384C-F745-B499-3622522667D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6" name="Oval 28">
                <a:extLst>
                  <a:ext uri="{FF2B5EF4-FFF2-40B4-BE49-F238E27FC236}">
                    <a16:creationId xmlns:a16="http://schemas.microsoft.com/office/drawing/2014/main" id="{8B278896-6374-28C2-5AF5-111B68BAA4A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7" name="Group 766">
            <a:extLst>
              <a:ext uri="{FF2B5EF4-FFF2-40B4-BE49-F238E27FC236}">
                <a16:creationId xmlns:a16="http://schemas.microsoft.com/office/drawing/2014/main" id="{ABECE05D-73B8-D673-BBC5-96586DC84D1A}"/>
              </a:ext>
            </a:extLst>
          </p:cNvPr>
          <p:cNvGrpSpPr/>
          <p:nvPr/>
        </p:nvGrpSpPr>
        <p:grpSpPr>
          <a:xfrm>
            <a:off x="1268380" y="2974053"/>
            <a:ext cx="721206" cy="609701"/>
            <a:chOff x="1268380" y="2974053"/>
            <a:chExt cx="721206" cy="609701"/>
          </a:xfrm>
        </p:grpSpPr>
        <p:sp>
          <p:nvSpPr>
            <p:cNvPr id="768" name="Rectangle 767">
              <a:extLst>
                <a:ext uri="{FF2B5EF4-FFF2-40B4-BE49-F238E27FC236}">
                  <a16:creationId xmlns:a16="http://schemas.microsoft.com/office/drawing/2014/main" id="{87276ACF-1B22-C7BD-EA8A-01141D544FAB}"/>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69" name="Right Triangle 768">
              <a:extLst>
                <a:ext uri="{FF2B5EF4-FFF2-40B4-BE49-F238E27FC236}">
                  <a16:creationId xmlns:a16="http://schemas.microsoft.com/office/drawing/2014/main" id="{C670A7C5-35A8-DEDD-F8CE-E3A35C7BCB83}"/>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70" name="Group 769">
              <a:extLst>
                <a:ext uri="{FF2B5EF4-FFF2-40B4-BE49-F238E27FC236}">
                  <a16:creationId xmlns:a16="http://schemas.microsoft.com/office/drawing/2014/main" id="{9C79081D-8298-C2D7-B7D2-34566F11485F}"/>
                </a:ext>
              </a:extLst>
            </p:cNvPr>
            <p:cNvGrpSpPr/>
            <p:nvPr/>
          </p:nvGrpSpPr>
          <p:grpSpPr>
            <a:xfrm>
              <a:off x="1938973" y="2986452"/>
              <a:ext cx="37817" cy="61390"/>
              <a:chOff x="3883481" y="2057400"/>
              <a:chExt cx="1608363" cy="2652031"/>
            </a:xfrm>
            <a:solidFill>
              <a:srgbClr val="A6A6A6">
                <a:alpha val="20000"/>
              </a:srgbClr>
            </a:solidFill>
          </p:grpSpPr>
          <p:sp>
            <p:nvSpPr>
              <p:cNvPr id="771" name="Oval 27">
                <a:extLst>
                  <a:ext uri="{FF2B5EF4-FFF2-40B4-BE49-F238E27FC236}">
                    <a16:creationId xmlns:a16="http://schemas.microsoft.com/office/drawing/2014/main" id="{3F2272FF-8CF5-07B8-DF61-E952B91C417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2" name="Oval 28">
                <a:extLst>
                  <a:ext uri="{FF2B5EF4-FFF2-40B4-BE49-F238E27FC236}">
                    <a16:creationId xmlns:a16="http://schemas.microsoft.com/office/drawing/2014/main" id="{3CC5C4C7-51DD-FD20-22F3-8C266F794A1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03" name="Group 802">
            <a:extLst>
              <a:ext uri="{FF2B5EF4-FFF2-40B4-BE49-F238E27FC236}">
                <a16:creationId xmlns:a16="http://schemas.microsoft.com/office/drawing/2014/main" id="{42C1ECC0-7FEC-0993-C20E-2E071C88500C}"/>
              </a:ext>
            </a:extLst>
          </p:cNvPr>
          <p:cNvGrpSpPr/>
          <p:nvPr/>
        </p:nvGrpSpPr>
        <p:grpSpPr>
          <a:xfrm>
            <a:off x="2889438" y="751337"/>
            <a:ext cx="5022643" cy="5001728"/>
            <a:chOff x="2889438" y="751337"/>
            <a:chExt cx="5022643" cy="5001728"/>
          </a:xfrm>
        </p:grpSpPr>
        <p:cxnSp>
          <p:nvCxnSpPr>
            <p:cNvPr id="804" name="Straight Connector 803">
              <a:extLst>
                <a:ext uri="{FF2B5EF4-FFF2-40B4-BE49-F238E27FC236}">
                  <a16:creationId xmlns:a16="http://schemas.microsoft.com/office/drawing/2014/main" id="{C08FF04F-5240-F27A-3AAC-6D684E25F4C2}"/>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5" name="Straight Connector 804">
              <a:extLst>
                <a:ext uri="{FF2B5EF4-FFF2-40B4-BE49-F238E27FC236}">
                  <a16:creationId xmlns:a16="http://schemas.microsoft.com/office/drawing/2014/main" id="{0CEA5CE2-2988-0F0B-1D1D-588084869B4C}"/>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6" name="Straight Connector 805">
              <a:extLst>
                <a:ext uri="{FF2B5EF4-FFF2-40B4-BE49-F238E27FC236}">
                  <a16:creationId xmlns:a16="http://schemas.microsoft.com/office/drawing/2014/main" id="{1172DD16-CB42-39E6-6FEA-6C3D575CA244}"/>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7" name="Straight Connector 806">
              <a:extLst>
                <a:ext uri="{FF2B5EF4-FFF2-40B4-BE49-F238E27FC236}">
                  <a16:creationId xmlns:a16="http://schemas.microsoft.com/office/drawing/2014/main" id="{41734160-0E25-3E8C-8F6D-7989CF67B220}"/>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0104E920-2834-CE45-C722-28DFFA2EACD9}"/>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9" name="Straight Connector 808">
              <a:extLst>
                <a:ext uri="{FF2B5EF4-FFF2-40B4-BE49-F238E27FC236}">
                  <a16:creationId xmlns:a16="http://schemas.microsoft.com/office/drawing/2014/main" id="{A4E74E11-0EB3-7395-F605-A4EAC4747B75}"/>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0" name="Straight Connector 809">
              <a:extLst>
                <a:ext uri="{FF2B5EF4-FFF2-40B4-BE49-F238E27FC236}">
                  <a16:creationId xmlns:a16="http://schemas.microsoft.com/office/drawing/2014/main" id="{2D516A63-C10E-AADF-EF8A-6C94CD5AAD52}"/>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405D380C-B5D0-FAE8-231A-77B61C2EB430}"/>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2" name="Straight Connector 811">
              <a:extLst>
                <a:ext uri="{FF2B5EF4-FFF2-40B4-BE49-F238E27FC236}">
                  <a16:creationId xmlns:a16="http://schemas.microsoft.com/office/drawing/2014/main" id="{B254C242-F5E7-B193-6E94-1DB26597CB13}"/>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06F3DFE4-46C3-1B68-D428-597C83C1657B}"/>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9" name="Group 838">
            <a:extLst>
              <a:ext uri="{FF2B5EF4-FFF2-40B4-BE49-F238E27FC236}">
                <a16:creationId xmlns:a16="http://schemas.microsoft.com/office/drawing/2014/main" id="{297C6599-3295-6A61-347E-F3ED10F4D17A}"/>
              </a:ext>
            </a:extLst>
          </p:cNvPr>
          <p:cNvGrpSpPr/>
          <p:nvPr/>
        </p:nvGrpSpPr>
        <p:grpSpPr>
          <a:xfrm>
            <a:off x="2937173" y="4419601"/>
            <a:ext cx="721206" cy="610396"/>
            <a:chOff x="2937173" y="4419601"/>
            <a:chExt cx="721206" cy="610396"/>
          </a:xfrm>
        </p:grpSpPr>
        <p:sp>
          <p:nvSpPr>
            <p:cNvPr id="840" name="Rectangle 839">
              <a:extLst>
                <a:ext uri="{FF2B5EF4-FFF2-40B4-BE49-F238E27FC236}">
                  <a16:creationId xmlns:a16="http://schemas.microsoft.com/office/drawing/2014/main" id="{1E44007A-636C-FAD8-8934-422B92E4F5B7}"/>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41" name="Right Triangle 840">
              <a:extLst>
                <a:ext uri="{FF2B5EF4-FFF2-40B4-BE49-F238E27FC236}">
                  <a16:creationId xmlns:a16="http://schemas.microsoft.com/office/drawing/2014/main" id="{759FBAE1-007C-1AA7-B01F-A2F171357846}"/>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42" name="Group 841">
              <a:extLst>
                <a:ext uri="{FF2B5EF4-FFF2-40B4-BE49-F238E27FC236}">
                  <a16:creationId xmlns:a16="http://schemas.microsoft.com/office/drawing/2014/main" id="{D3B2BA3F-ABD0-3A7D-9C5D-5A3F07DB313C}"/>
                </a:ext>
              </a:extLst>
            </p:cNvPr>
            <p:cNvGrpSpPr/>
            <p:nvPr/>
          </p:nvGrpSpPr>
          <p:grpSpPr>
            <a:xfrm>
              <a:off x="3607766" y="4425699"/>
              <a:ext cx="37817" cy="61390"/>
              <a:chOff x="3883481" y="2057400"/>
              <a:chExt cx="1608363" cy="2652031"/>
            </a:xfrm>
            <a:solidFill>
              <a:srgbClr val="A6A6A6">
                <a:alpha val="20000"/>
              </a:srgbClr>
            </a:solidFill>
          </p:grpSpPr>
          <p:sp>
            <p:nvSpPr>
              <p:cNvPr id="843" name="Oval 27">
                <a:extLst>
                  <a:ext uri="{FF2B5EF4-FFF2-40B4-BE49-F238E27FC236}">
                    <a16:creationId xmlns:a16="http://schemas.microsoft.com/office/drawing/2014/main" id="{23776390-D702-B8CD-FAB4-89F50CDB60E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4" name="Oval 28">
                <a:extLst>
                  <a:ext uri="{FF2B5EF4-FFF2-40B4-BE49-F238E27FC236}">
                    <a16:creationId xmlns:a16="http://schemas.microsoft.com/office/drawing/2014/main" id="{82B35954-62B3-705D-965B-DE8D1DB5D48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45" name="Group 844">
            <a:extLst>
              <a:ext uri="{FF2B5EF4-FFF2-40B4-BE49-F238E27FC236}">
                <a16:creationId xmlns:a16="http://schemas.microsoft.com/office/drawing/2014/main" id="{7DDC84BF-43F8-C64B-A167-A78D926EBA5D}"/>
              </a:ext>
            </a:extLst>
          </p:cNvPr>
          <p:cNvGrpSpPr/>
          <p:nvPr/>
        </p:nvGrpSpPr>
        <p:grpSpPr>
          <a:xfrm>
            <a:off x="6286130" y="4419624"/>
            <a:ext cx="721206" cy="609701"/>
            <a:chOff x="6286130" y="4419624"/>
            <a:chExt cx="721206" cy="609701"/>
          </a:xfrm>
        </p:grpSpPr>
        <p:sp>
          <p:nvSpPr>
            <p:cNvPr id="846" name="Rectangle 845">
              <a:hlinkHover r:id="" action="ppaction://noaction" highlightClick="1"/>
              <a:extLst>
                <a:ext uri="{FF2B5EF4-FFF2-40B4-BE49-F238E27FC236}">
                  <a16:creationId xmlns:a16="http://schemas.microsoft.com/office/drawing/2014/main" id="{3CE32363-90E3-5BFB-C8BC-35E94096223C}"/>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47" name="Oval 846">
              <a:extLst>
                <a:ext uri="{FF2B5EF4-FFF2-40B4-BE49-F238E27FC236}">
                  <a16:creationId xmlns:a16="http://schemas.microsoft.com/office/drawing/2014/main" id="{0F17D7DA-5EC0-8BFE-D6C2-7B07070CB6F0}"/>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8" name="Isosceles Triangle 648">
              <a:extLst>
                <a:ext uri="{FF2B5EF4-FFF2-40B4-BE49-F238E27FC236}">
                  <a16:creationId xmlns:a16="http://schemas.microsoft.com/office/drawing/2014/main" id="{DA7D538C-1CB9-F018-5DC3-877EDF60AE86}"/>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9" name="Group 848">
            <a:extLst>
              <a:ext uri="{FF2B5EF4-FFF2-40B4-BE49-F238E27FC236}">
                <a16:creationId xmlns:a16="http://schemas.microsoft.com/office/drawing/2014/main" id="{E7AEECCC-6535-FF79-D095-6BE4A79B1BD9}"/>
              </a:ext>
            </a:extLst>
          </p:cNvPr>
          <p:cNvGrpSpPr/>
          <p:nvPr/>
        </p:nvGrpSpPr>
        <p:grpSpPr>
          <a:xfrm>
            <a:off x="5458940" y="5135305"/>
            <a:ext cx="721206" cy="609701"/>
            <a:chOff x="5458940" y="5135305"/>
            <a:chExt cx="721206" cy="609701"/>
          </a:xfrm>
        </p:grpSpPr>
        <p:sp>
          <p:nvSpPr>
            <p:cNvPr id="850" name="Rectangle 849">
              <a:hlinkHover r:id="" action="ppaction://noaction" highlightClick="1"/>
              <a:extLst>
                <a:ext uri="{FF2B5EF4-FFF2-40B4-BE49-F238E27FC236}">
                  <a16:creationId xmlns:a16="http://schemas.microsoft.com/office/drawing/2014/main" id="{2A83454A-78BE-429B-00A7-9292A9B2A7F6}"/>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51" name="Oval 850">
              <a:extLst>
                <a:ext uri="{FF2B5EF4-FFF2-40B4-BE49-F238E27FC236}">
                  <a16:creationId xmlns:a16="http://schemas.microsoft.com/office/drawing/2014/main" id="{1BE4D914-F11D-1FB4-C3D2-110D2151D994}"/>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2" name="Isosceles Triangle 648">
              <a:extLst>
                <a:ext uri="{FF2B5EF4-FFF2-40B4-BE49-F238E27FC236}">
                  <a16:creationId xmlns:a16="http://schemas.microsoft.com/office/drawing/2014/main" id="{090F84C9-542A-42D1-DBFA-883FBD091E35}"/>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3" name="Group 852">
            <a:extLst>
              <a:ext uri="{FF2B5EF4-FFF2-40B4-BE49-F238E27FC236}">
                <a16:creationId xmlns:a16="http://schemas.microsoft.com/office/drawing/2014/main" id="{35531575-98A0-C1A3-1279-F5C3AC7E9154}"/>
              </a:ext>
            </a:extLst>
          </p:cNvPr>
          <p:cNvGrpSpPr/>
          <p:nvPr/>
        </p:nvGrpSpPr>
        <p:grpSpPr>
          <a:xfrm>
            <a:off x="6289146" y="5141017"/>
            <a:ext cx="721206" cy="609701"/>
            <a:chOff x="6289146" y="5141017"/>
            <a:chExt cx="721206" cy="609701"/>
          </a:xfrm>
        </p:grpSpPr>
        <p:sp>
          <p:nvSpPr>
            <p:cNvPr id="854" name="Rectangle 853">
              <a:hlinkHover r:id="" action="ppaction://noaction" highlightClick="1"/>
              <a:extLst>
                <a:ext uri="{FF2B5EF4-FFF2-40B4-BE49-F238E27FC236}">
                  <a16:creationId xmlns:a16="http://schemas.microsoft.com/office/drawing/2014/main" id="{3675E573-BD80-54A7-C380-844B928AA83C}"/>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55" name="Oval 854">
              <a:extLst>
                <a:ext uri="{FF2B5EF4-FFF2-40B4-BE49-F238E27FC236}">
                  <a16:creationId xmlns:a16="http://schemas.microsoft.com/office/drawing/2014/main" id="{C0C4924B-75B2-872D-FDAE-5CF8D10A2DAB}"/>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6" name="Isosceles Triangle 648">
              <a:extLst>
                <a:ext uri="{FF2B5EF4-FFF2-40B4-BE49-F238E27FC236}">
                  <a16:creationId xmlns:a16="http://schemas.microsoft.com/office/drawing/2014/main" id="{A780FF65-9EE6-7936-88AC-10833163EA06}"/>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7" name="Group 856">
            <a:extLst>
              <a:ext uri="{FF2B5EF4-FFF2-40B4-BE49-F238E27FC236}">
                <a16:creationId xmlns:a16="http://schemas.microsoft.com/office/drawing/2014/main" id="{B34F41F4-A450-1E6D-7C2D-D88A8B49B8F7}"/>
              </a:ext>
            </a:extLst>
          </p:cNvPr>
          <p:cNvGrpSpPr/>
          <p:nvPr/>
        </p:nvGrpSpPr>
        <p:grpSpPr>
          <a:xfrm>
            <a:off x="7122911" y="4419624"/>
            <a:ext cx="721206" cy="609701"/>
            <a:chOff x="7122911" y="4419624"/>
            <a:chExt cx="721206" cy="609701"/>
          </a:xfrm>
        </p:grpSpPr>
        <p:sp>
          <p:nvSpPr>
            <p:cNvPr id="858" name="Rectangle 857">
              <a:hlinkHover r:id="" action="ppaction://noaction" highlightClick="1"/>
              <a:extLst>
                <a:ext uri="{FF2B5EF4-FFF2-40B4-BE49-F238E27FC236}">
                  <a16:creationId xmlns:a16="http://schemas.microsoft.com/office/drawing/2014/main" id="{09ECA3E4-6DD9-E575-CB2D-344BFFDDC662}"/>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59" name="Oval 858">
              <a:extLst>
                <a:ext uri="{FF2B5EF4-FFF2-40B4-BE49-F238E27FC236}">
                  <a16:creationId xmlns:a16="http://schemas.microsoft.com/office/drawing/2014/main" id="{826D9404-5CC3-DC2B-6B95-D1FBA2C8BB32}"/>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0" name="Isosceles Triangle 648">
              <a:extLst>
                <a:ext uri="{FF2B5EF4-FFF2-40B4-BE49-F238E27FC236}">
                  <a16:creationId xmlns:a16="http://schemas.microsoft.com/office/drawing/2014/main" id="{10E2E8D3-C556-B3C4-9468-F99D2507ED76}"/>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5" name="Group 864">
            <a:extLst>
              <a:ext uri="{FF2B5EF4-FFF2-40B4-BE49-F238E27FC236}">
                <a16:creationId xmlns:a16="http://schemas.microsoft.com/office/drawing/2014/main" id="{F4E4892C-7783-27C1-4050-CA2D61360F00}"/>
              </a:ext>
            </a:extLst>
          </p:cNvPr>
          <p:cNvGrpSpPr/>
          <p:nvPr/>
        </p:nvGrpSpPr>
        <p:grpSpPr>
          <a:xfrm>
            <a:off x="5454385" y="4419624"/>
            <a:ext cx="721206" cy="609701"/>
            <a:chOff x="5454385" y="4419624"/>
            <a:chExt cx="721206" cy="609701"/>
          </a:xfrm>
        </p:grpSpPr>
        <p:sp>
          <p:nvSpPr>
            <p:cNvPr id="866" name="Rectangle 865">
              <a:hlinkHover r:id="" action="ppaction://noaction" highlightClick="1"/>
              <a:extLst>
                <a:ext uri="{FF2B5EF4-FFF2-40B4-BE49-F238E27FC236}">
                  <a16:creationId xmlns:a16="http://schemas.microsoft.com/office/drawing/2014/main" id="{94B2B0CD-03D0-51F3-DEBF-E4525CAE9FFF}"/>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67" name="Oval 866">
              <a:extLst>
                <a:ext uri="{FF2B5EF4-FFF2-40B4-BE49-F238E27FC236}">
                  <a16:creationId xmlns:a16="http://schemas.microsoft.com/office/drawing/2014/main" id="{302DA6FC-81AA-BADB-6CC4-09F1EC220176}"/>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8" name="Isosceles Triangle 648">
              <a:extLst>
                <a:ext uri="{FF2B5EF4-FFF2-40B4-BE49-F238E27FC236}">
                  <a16:creationId xmlns:a16="http://schemas.microsoft.com/office/drawing/2014/main" id="{5321FAA4-C0EC-F4D4-F183-BB4254DE9EAF}"/>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9" name="Group 868">
            <a:extLst>
              <a:ext uri="{FF2B5EF4-FFF2-40B4-BE49-F238E27FC236}">
                <a16:creationId xmlns:a16="http://schemas.microsoft.com/office/drawing/2014/main" id="{1FDED6CD-859E-E974-A06F-CD8193DC57DF}"/>
              </a:ext>
            </a:extLst>
          </p:cNvPr>
          <p:cNvGrpSpPr/>
          <p:nvPr/>
        </p:nvGrpSpPr>
        <p:grpSpPr>
          <a:xfrm>
            <a:off x="3775041" y="5130133"/>
            <a:ext cx="721895" cy="609700"/>
            <a:chOff x="3775041" y="5130133"/>
            <a:chExt cx="721895" cy="609700"/>
          </a:xfrm>
        </p:grpSpPr>
        <p:sp>
          <p:nvSpPr>
            <p:cNvPr id="870" name="Rectangle 869">
              <a:hlinkHover r:id="" action="ppaction://noaction" highlightClick="1"/>
              <a:extLst>
                <a:ext uri="{FF2B5EF4-FFF2-40B4-BE49-F238E27FC236}">
                  <a16:creationId xmlns:a16="http://schemas.microsoft.com/office/drawing/2014/main" id="{F46B0CAE-5CFC-882D-10CA-860D2C8CC0AF}"/>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71" name="Diamond 870">
              <a:extLst>
                <a:ext uri="{FF2B5EF4-FFF2-40B4-BE49-F238E27FC236}">
                  <a16:creationId xmlns:a16="http://schemas.microsoft.com/office/drawing/2014/main" id="{CBC8919C-863A-E7DF-AFB1-8B6195E2A06D}"/>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2" name="Oval 871">
              <a:extLst>
                <a:ext uri="{FF2B5EF4-FFF2-40B4-BE49-F238E27FC236}">
                  <a16:creationId xmlns:a16="http://schemas.microsoft.com/office/drawing/2014/main" id="{72721ECC-1936-933F-A8BD-B8787E1C3E34}"/>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3" name="Group 872">
            <a:extLst>
              <a:ext uri="{FF2B5EF4-FFF2-40B4-BE49-F238E27FC236}">
                <a16:creationId xmlns:a16="http://schemas.microsoft.com/office/drawing/2014/main" id="{56BA2E5B-3E43-843B-60AC-F82CDC9C3454}"/>
              </a:ext>
            </a:extLst>
          </p:cNvPr>
          <p:cNvGrpSpPr/>
          <p:nvPr/>
        </p:nvGrpSpPr>
        <p:grpSpPr>
          <a:xfrm>
            <a:off x="4618174" y="5130748"/>
            <a:ext cx="721895" cy="609700"/>
            <a:chOff x="4618174" y="5130748"/>
            <a:chExt cx="721895" cy="609700"/>
          </a:xfrm>
        </p:grpSpPr>
        <p:sp>
          <p:nvSpPr>
            <p:cNvPr id="874" name="Rectangle 873">
              <a:hlinkHover r:id="" action="ppaction://noaction" highlightClick="1"/>
              <a:extLst>
                <a:ext uri="{FF2B5EF4-FFF2-40B4-BE49-F238E27FC236}">
                  <a16:creationId xmlns:a16="http://schemas.microsoft.com/office/drawing/2014/main" id="{AD723A56-4EA9-D721-A0C3-774A8B6E19C5}"/>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75" name="Diamond 874">
              <a:extLst>
                <a:ext uri="{FF2B5EF4-FFF2-40B4-BE49-F238E27FC236}">
                  <a16:creationId xmlns:a16="http://schemas.microsoft.com/office/drawing/2014/main" id="{86148E76-B7E7-CAF5-FB3B-A189324749ED}"/>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6" name="Oval 875">
              <a:extLst>
                <a:ext uri="{FF2B5EF4-FFF2-40B4-BE49-F238E27FC236}">
                  <a16:creationId xmlns:a16="http://schemas.microsoft.com/office/drawing/2014/main" id="{B645F3DE-5FE6-8D47-219E-2E18857D4DCC}"/>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7" name="Group 876">
            <a:extLst>
              <a:ext uri="{FF2B5EF4-FFF2-40B4-BE49-F238E27FC236}">
                <a16:creationId xmlns:a16="http://schemas.microsoft.com/office/drawing/2014/main" id="{CB96D38A-A385-2611-7900-A40243FFB2C2}"/>
              </a:ext>
            </a:extLst>
          </p:cNvPr>
          <p:cNvGrpSpPr/>
          <p:nvPr/>
        </p:nvGrpSpPr>
        <p:grpSpPr>
          <a:xfrm>
            <a:off x="7125833" y="5143368"/>
            <a:ext cx="721206" cy="609701"/>
            <a:chOff x="7125833" y="5143368"/>
            <a:chExt cx="721206" cy="609701"/>
          </a:xfrm>
        </p:grpSpPr>
        <p:sp>
          <p:nvSpPr>
            <p:cNvPr id="878" name="Rectangle 877">
              <a:hlinkHover r:id="" action="ppaction://noaction" highlightClick="1"/>
              <a:extLst>
                <a:ext uri="{FF2B5EF4-FFF2-40B4-BE49-F238E27FC236}">
                  <a16:creationId xmlns:a16="http://schemas.microsoft.com/office/drawing/2014/main" id="{68123204-53ED-A29A-13A9-48AABD4FB2AF}"/>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79" name="Oval 878">
              <a:extLst>
                <a:ext uri="{FF2B5EF4-FFF2-40B4-BE49-F238E27FC236}">
                  <a16:creationId xmlns:a16="http://schemas.microsoft.com/office/drawing/2014/main" id="{8BE564C6-CA94-E78C-878A-A7CCC1488540}"/>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0" name="Isosceles Triangle 648">
              <a:extLst>
                <a:ext uri="{FF2B5EF4-FFF2-40B4-BE49-F238E27FC236}">
                  <a16:creationId xmlns:a16="http://schemas.microsoft.com/office/drawing/2014/main" id="{9867609B-A5AE-5135-E077-81A27DC72221}"/>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1" name="Group 880">
            <a:extLst>
              <a:ext uri="{FF2B5EF4-FFF2-40B4-BE49-F238E27FC236}">
                <a16:creationId xmlns:a16="http://schemas.microsoft.com/office/drawing/2014/main" id="{4349B85B-0442-B718-57E6-77BE33A6F5FD}"/>
              </a:ext>
            </a:extLst>
          </p:cNvPr>
          <p:cNvGrpSpPr/>
          <p:nvPr/>
        </p:nvGrpSpPr>
        <p:grpSpPr>
          <a:xfrm>
            <a:off x="7122911" y="3698231"/>
            <a:ext cx="721206" cy="609701"/>
            <a:chOff x="7122911" y="3698231"/>
            <a:chExt cx="721206" cy="609701"/>
          </a:xfrm>
        </p:grpSpPr>
        <p:sp>
          <p:nvSpPr>
            <p:cNvPr id="882" name="Rectangle 881">
              <a:hlinkHover r:id="" action="ppaction://noaction" highlightClick="1"/>
              <a:extLst>
                <a:ext uri="{FF2B5EF4-FFF2-40B4-BE49-F238E27FC236}">
                  <a16:creationId xmlns:a16="http://schemas.microsoft.com/office/drawing/2014/main" id="{9C0DFF94-C062-9389-D244-8B74E7FE3674}"/>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83" name="Oval 882">
              <a:extLst>
                <a:ext uri="{FF2B5EF4-FFF2-40B4-BE49-F238E27FC236}">
                  <a16:creationId xmlns:a16="http://schemas.microsoft.com/office/drawing/2014/main" id="{508C883C-A543-EA8B-98E5-468D0F9E4593}"/>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4" name="Isosceles Triangle 648">
              <a:extLst>
                <a:ext uri="{FF2B5EF4-FFF2-40B4-BE49-F238E27FC236}">
                  <a16:creationId xmlns:a16="http://schemas.microsoft.com/office/drawing/2014/main" id="{3F997011-DF36-7F48-0345-4F469C603233}"/>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5" name="Group 884">
            <a:extLst>
              <a:ext uri="{FF2B5EF4-FFF2-40B4-BE49-F238E27FC236}">
                <a16:creationId xmlns:a16="http://schemas.microsoft.com/office/drawing/2014/main" id="{D4A2383F-A076-9D04-54DC-C282F006B1FA}"/>
              </a:ext>
            </a:extLst>
          </p:cNvPr>
          <p:cNvGrpSpPr/>
          <p:nvPr/>
        </p:nvGrpSpPr>
        <p:grpSpPr>
          <a:xfrm>
            <a:off x="6286224" y="3620338"/>
            <a:ext cx="721206" cy="687594"/>
            <a:chOff x="6286224" y="3620338"/>
            <a:chExt cx="721206" cy="687594"/>
          </a:xfrm>
        </p:grpSpPr>
        <p:cxnSp>
          <p:nvCxnSpPr>
            <p:cNvPr id="886" name="Straight Connector 885">
              <a:extLst>
                <a:ext uri="{FF2B5EF4-FFF2-40B4-BE49-F238E27FC236}">
                  <a16:creationId xmlns:a16="http://schemas.microsoft.com/office/drawing/2014/main" id="{A909509B-A5C5-D60D-B0E3-D7671B0D90B6}"/>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87" name="Rectangle 886">
              <a:hlinkHover r:id="" action="ppaction://noaction" highlightClick="1"/>
              <a:extLst>
                <a:ext uri="{FF2B5EF4-FFF2-40B4-BE49-F238E27FC236}">
                  <a16:creationId xmlns:a16="http://schemas.microsoft.com/office/drawing/2014/main" id="{2CB9CB0D-F2B2-2D72-8794-1D08133549C2}"/>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88" name="Oval 887">
              <a:extLst>
                <a:ext uri="{FF2B5EF4-FFF2-40B4-BE49-F238E27FC236}">
                  <a16:creationId xmlns:a16="http://schemas.microsoft.com/office/drawing/2014/main" id="{A97E1B6B-F689-48C8-A4E3-180D02F9766F}"/>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9" name="Isosceles Triangle 648">
              <a:extLst>
                <a:ext uri="{FF2B5EF4-FFF2-40B4-BE49-F238E27FC236}">
                  <a16:creationId xmlns:a16="http://schemas.microsoft.com/office/drawing/2014/main" id="{E74834AC-741E-F74D-FC8F-608DBA28ED1E}"/>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900" name="Graphic 899" descr="Close">
            <a:hlinkClick r:id="rId10" action="ppaction://hlinksldjump"/>
            <a:extLst>
              <a:ext uri="{FF2B5EF4-FFF2-40B4-BE49-F238E27FC236}">
                <a16:creationId xmlns:a16="http://schemas.microsoft.com/office/drawing/2014/main" id="{B1E35497-9261-641D-9CE0-4BDBD95DC86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011211" y="44329"/>
            <a:ext cx="629695" cy="629695"/>
          </a:xfrm>
          <a:prstGeom prst="rect">
            <a:avLst/>
          </a:prstGeom>
        </p:spPr>
      </p:pic>
      <p:grpSp>
        <p:nvGrpSpPr>
          <p:cNvPr id="989" name="Group 988">
            <a:extLst>
              <a:ext uri="{FF2B5EF4-FFF2-40B4-BE49-F238E27FC236}">
                <a16:creationId xmlns:a16="http://schemas.microsoft.com/office/drawing/2014/main" id="{305890FB-A8E9-6117-9D54-FD4936952395}"/>
              </a:ext>
            </a:extLst>
          </p:cNvPr>
          <p:cNvGrpSpPr/>
          <p:nvPr/>
        </p:nvGrpSpPr>
        <p:grpSpPr>
          <a:xfrm>
            <a:off x="3779655" y="811556"/>
            <a:ext cx="721206" cy="609701"/>
            <a:chOff x="3779655" y="811556"/>
            <a:chExt cx="721206" cy="609701"/>
          </a:xfrm>
        </p:grpSpPr>
        <p:sp>
          <p:nvSpPr>
            <p:cNvPr id="990" name="Rectangle 989">
              <a:extLst>
                <a:ext uri="{FF2B5EF4-FFF2-40B4-BE49-F238E27FC236}">
                  <a16:creationId xmlns:a16="http://schemas.microsoft.com/office/drawing/2014/main" id="{8DC07966-6B67-567E-38B0-E9C6DF7A12E3}"/>
                </a:ext>
              </a:extLst>
            </p:cNvPr>
            <p:cNvSpPr/>
            <p:nvPr/>
          </p:nvSpPr>
          <p:spPr>
            <a:xfrm>
              <a:off x="3779655"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991" name="Rectangle 990">
              <a:extLst>
                <a:ext uri="{FF2B5EF4-FFF2-40B4-BE49-F238E27FC236}">
                  <a16:creationId xmlns:a16="http://schemas.microsoft.com/office/drawing/2014/main" id="{01219EE9-71A1-91F8-760D-C30B798D2CCE}"/>
                </a:ext>
              </a:extLst>
            </p:cNvPr>
            <p:cNvSpPr/>
            <p:nvPr/>
          </p:nvSpPr>
          <p:spPr>
            <a:xfrm flipV="1">
              <a:off x="4395608"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2" name="Oval 15">
              <a:extLst>
                <a:ext uri="{FF2B5EF4-FFF2-40B4-BE49-F238E27FC236}">
                  <a16:creationId xmlns:a16="http://schemas.microsoft.com/office/drawing/2014/main" id="{62FA333B-C777-3B85-976C-55EBA5A47824}"/>
                </a:ext>
              </a:extLst>
            </p:cNvPr>
            <p:cNvSpPr/>
            <p:nvPr/>
          </p:nvSpPr>
          <p:spPr>
            <a:xfrm>
              <a:off x="4422997"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no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93" name="Straight Connector 992">
              <a:extLst>
                <a:ext uri="{FF2B5EF4-FFF2-40B4-BE49-F238E27FC236}">
                  <a16:creationId xmlns:a16="http://schemas.microsoft.com/office/drawing/2014/main" id="{BCDCC50D-43B7-3BCE-7092-9D16E7983025}"/>
                </a:ext>
              </a:extLst>
            </p:cNvPr>
            <p:cNvCxnSpPr>
              <a:cxnSpLocks/>
              <a:stCxn id="992" idx="0"/>
            </p:cNvCxnSpPr>
            <p:nvPr/>
          </p:nvCxnSpPr>
          <p:spPr>
            <a:xfrm flipV="1">
              <a:off x="4428694"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994" name="Straight Connector 993">
              <a:extLst>
                <a:ext uri="{FF2B5EF4-FFF2-40B4-BE49-F238E27FC236}">
                  <a16:creationId xmlns:a16="http://schemas.microsoft.com/office/drawing/2014/main" id="{60D95F2F-E9E8-F989-BE2C-A9027D6147A1}"/>
                </a:ext>
              </a:extLst>
            </p:cNvPr>
            <p:cNvCxnSpPr>
              <a:cxnSpLocks/>
            </p:cNvCxnSpPr>
            <p:nvPr/>
          </p:nvCxnSpPr>
          <p:spPr>
            <a:xfrm>
              <a:off x="4434413"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01" name="Group 1000">
            <a:extLst>
              <a:ext uri="{FF2B5EF4-FFF2-40B4-BE49-F238E27FC236}">
                <a16:creationId xmlns:a16="http://schemas.microsoft.com/office/drawing/2014/main" id="{1CF6EBF5-2107-9490-E726-BC000E064F58}"/>
              </a:ext>
            </a:extLst>
          </p:cNvPr>
          <p:cNvGrpSpPr/>
          <p:nvPr/>
        </p:nvGrpSpPr>
        <p:grpSpPr>
          <a:xfrm>
            <a:off x="5442072" y="811556"/>
            <a:ext cx="728208" cy="609701"/>
            <a:chOff x="5442072" y="811556"/>
            <a:chExt cx="728208" cy="609701"/>
          </a:xfrm>
        </p:grpSpPr>
        <p:sp>
          <p:nvSpPr>
            <p:cNvPr id="1002" name="Rectangle 1001">
              <a:extLst>
                <a:ext uri="{FF2B5EF4-FFF2-40B4-BE49-F238E27FC236}">
                  <a16:creationId xmlns:a16="http://schemas.microsoft.com/office/drawing/2014/main" id="{E0ED2F93-6E12-14E4-4A06-C561C926DA5F}"/>
                </a:ext>
              </a:extLst>
            </p:cNvPr>
            <p:cNvSpPr/>
            <p:nvPr/>
          </p:nvSpPr>
          <p:spPr>
            <a:xfrm>
              <a:off x="5442072" y="811556"/>
              <a:ext cx="721207"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1003" name="Rectangle 1002">
              <a:extLst>
                <a:ext uri="{FF2B5EF4-FFF2-40B4-BE49-F238E27FC236}">
                  <a16:creationId xmlns:a16="http://schemas.microsoft.com/office/drawing/2014/main" id="{F1C10C9A-2E8F-4DA8-06AD-7425F6CBC9D6}"/>
                </a:ext>
              </a:extLst>
            </p:cNvPr>
            <p:cNvSpPr/>
            <p:nvPr/>
          </p:nvSpPr>
          <p:spPr>
            <a:xfrm flipV="1">
              <a:off x="6070087" y="820272"/>
              <a:ext cx="100193"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4" name="Oval 15">
              <a:extLst>
                <a:ext uri="{FF2B5EF4-FFF2-40B4-BE49-F238E27FC236}">
                  <a16:creationId xmlns:a16="http://schemas.microsoft.com/office/drawing/2014/main" id="{C75954D5-573D-07E1-1237-F01E59BC82A6}"/>
                </a:ext>
              </a:extLst>
            </p:cNvPr>
            <p:cNvSpPr/>
            <p:nvPr/>
          </p:nvSpPr>
          <p:spPr>
            <a:xfrm>
              <a:off x="6097476"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05" name="Straight Connector 1004">
              <a:extLst>
                <a:ext uri="{FF2B5EF4-FFF2-40B4-BE49-F238E27FC236}">
                  <a16:creationId xmlns:a16="http://schemas.microsoft.com/office/drawing/2014/main" id="{A58A7D15-8A8A-7C79-2E6F-8EBB9BE4A0E2}"/>
                </a:ext>
              </a:extLst>
            </p:cNvPr>
            <p:cNvCxnSpPr>
              <a:cxnSpLocks/>
              <a:stCxn id="1004" idx="0"/>
            </p:cNvCxnSpPr>
            <p:nvPr/>
          </p:nvCxnSpPr>
          <p:spPr>
            <a:xfrm flipV="1">
              <a:off x="6103173"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06" name="Straight Connector 1005">
              <a:extLst>
                <a:ext uri="{FF2B5EF4-FFF2-40B4-BE49-F238E27FC236}">
                  <a16:creationId xmlns:a16="http://schemas.microsoft.com/office/drawing/2014/main" id="{05EF02DD-2238-8041-0FFA-88465CA6988B}"/>
                </a:ext>
              </a:extLst>
            </p:cNvPr>
            <p:cNvCxnSpPr>
              <a:cxnSpLocks/>
            </p:cNvCxnSpPr>
            <p:nvPr/>
          </p:nvCxnSpPr>
          <p:spPr>
            <a:xfrm>
              <a:off x="6108892"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07" name="Group 1006">
            <a:extLst>
              <a:ext uri="{FF2B5EF4-FFF2-40B4-BE49-F238E27FC236}">
                <a16:creationId xmlns:a16="http://schemas.microsoft.com/office/drawing/2014/main" id="{60E88729-465D-BC09-B4D9-07AD76FB17DA}"/>
              </a:ext>
            </a:extLst>
          </p:cNvPr>
          <p:cNvGrpSpPr/>
          <p:nvPr/>
        </p:nvGrpSpPr>
        <p:grpSpPr>
          <a:xfrm>
            <a:off x="9657965" y="814736"/>
            <a:ext cx="721206" cy="609701"/>
            <a:chOff x="9657965" y="90836"/>
            <a:chExt cx="721206" cy="609701"/>
          </a:xfrm>
        </p:grpSpPr>
        <p:sp>
          <p:nvSpPr>
            <p:cNvPr id="1008" name="Rectangle 1007">
              <a:hlinkHover r:id="" action="ppaction://noaction" highlightClick="1"/>
              <a:extLst>
                <a:ext uri="{FF2B5EF4-FFF2-40B4-BE49-F238E27FC236}">
                  <a16:creationId xmlns:a16="http://schemas.microsoft.com/office/drawing/2014/main" id="{5F2179C1-5E6E-60F7-67DD-AEF567351AED}"/>
                </a:ext>
              </a:extLst>
            </p:cNvPr>
            <p:cNvSpPr/>
            <p:nvPr/>
          </p:nvSpPr>
          <p:spPr>
            <a:xfrm>
              <a:off x="9657965" y="9083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1009" name="Diamond 1008">
              <a:extLst>
                <a:ext uri="{FF2B5EF4-FFF2-40B4-BE49-F238E27FC236}">
                  <a16:creationId xmlns:a16="http://schemas.microsoft.com/office/drawing/2014/main" id="{C4FAFE9F-147E-F9AA-F18C-A1EE67B74A46}"/>
                </a:ext>
              </a:extLst>
            </p:cNvPr>
            <p:cNvSpPr/>
            <p:nvPr/>
          </p:nvSpPr>
          <p:spPr>
            <a:xfrm>
              <a:off x="10242663" y="9318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0" name="Oval 1009">
              <a:extLst>
                <a:ext uri="{FF2B5EF4-FFF2-40B4-BE49-F238E27FC236}">
                  <a16:creationId xmlns:a16="http://schemas.microsoft.com/office/drawing/2014/main" id="{E151CC15-4A2B-8BDB-DF87-D461665D362D}"/>
                </a:ext>
              </a:extLst>
            </p:cNvPr>
            <p:cNvSpPr/>
            <p:nvPr/>
          </p:nvSpPr>
          <p:spPr>
            <a:xfrm>
              <a:off x="10276866" y="12667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15" name="Group 1014">
            <a:extLst>
              <a:ext uri="{FF2B5EF4-FFF2-40B4-BE49-F238E27FC236}">
                <a16:creationId xmlns:a16="http://schemas.microsoft.com/office/drawing/2014/main" id="{159AE6D1-F112-4D36-7BFE-BD049EFA1337}"/>
              </a:ext>
            </a:extLst>
          </p:cNvPr>
          <p:cNvGrpSpPr/>
          <p:nvPr/>
        </p:nvGrpSpPr>
        <p:grpSpPr>
          <a:xfrm>
            <a:off x="11356238" y="90836"/>
            <a:ext cx="721206" cy="609701"/>
            <a:chOff x="11356238" y="90836"/>
            <a:chExt cx="721206" cy="609701"/>
          </a:xfrm>
        </p:grpSpPr>
        <p:sp>
          <p:nvSpPr>
            <p:cNvPr id="1016" name="Rectangle 1015">
              <a:hlinkHover r:id="" action="ppaction://noaction" highlightClick="1"/>
              <a:extLst>
                <a:ext uri="{FF2B5EF4-FFF2-40B4-BE49-F238E27FC236}">
                  <a16:creationId xmlns:a16="http://schemas.microsoft.com/office/drawing/2014/main" id="{7E15AEBF-EC13-655C-98F6-C7EE6BEA78BF}"/>
                </a:ext>
              </a:extLst>
            </p:cNvPr>
            <p:cNvSpPr/>
            <p:nvPr/>
          </p:nvSpPr>
          <p:spPr>
            <a:xfrm>
              <a:off x="11356238"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1017" name="Oval 1016">
              <a:extLst>
                <a:ext uri="{FF2B5EF4-FFF2-40B4-BE49-F238E27FC236}">
                  <a16:creationId xmlns:a16="http://schemas.microsoft.com/office/drawing/2014/main" id="{C05158E4-4C2D-FDE7-9EAE-5EAAF2325402}"/>
                </a:ext>
              </a:extLst>
            </p:cNvPr>
            <p:cNvSpPr/>
            <p:nvPr/>
          </p:nvSpPr>
          <p:spPr>
            <a:xfrm>
              <a:off x="11934777"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8" name="Isosceles Triangle 648">
              <a:extLst>
                <a:ext uri="{FF2B5EF4-FFF2-40B4-BE49-F238E27FC236}">
                  <a16:creationId xmlns:a16="http://schemas.microsoft.com/office/drawing/2014/main" id="{A3A7C202-F4BA-8627-B8F0-F9DD1F5E6415}"/>
                </a:ext>
              </a:extLst>
            </p:cNvPr>
            <p:cNvSpPr/>
            <p:nvPr/>
          </p:nvSpPr>
          <p:spPr>
            <a:xfrm>
              <a:off x="11964901"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19" name="Group 1018">
            <a:extLst>
              <a:ext uri="{FF2B5EF4-FFF2-40B4-BE49-F238E27FC236}">
                <a16:creationId xmlns:a16="http://schemas.microsoft.com/office/drawing/2014/main" id="{2C12B5E3-2852-C66C-20D3-A207A30F152F}"/>
              </a:ext>
            </a:extLst>
          </p:cNvPr>
          <p:cNvGrpSpPr/>
          <p:nvPr/>
        </p:nvGrpSpPr>
        <p:grpSpPr>
          <a:xfrm>
            <a:off x="11356238" y="811556"/>
            <a:ext cx="721206" cy="609701"/>
            <a:chOff x="11356238" y="811556"/>
            <a:chExt cx="721206" cy="609701"/>
          </a:xfrm>
        </p:grpSpPr>
        <p:sp>
          <p:nvSpPr>
            <p:cNvPr id="1020" name="Rectangle 1019">
              <a:hlinkHover r:id="" action="ppaction://noaction" highlightClick="1"/>
              <a:extLst>
                <a:ext uri="{FF2B5EF4-FFF2-40B4-BE49-F238E27FC236}">
                  <a16:creationId xmlns:a16="http://schemas.microsoft.com/office/drawing/2014/main" id="{0307E5F2-16E1-B442-F988-CE20EFB16993}"/>
                </a:ext>
              </a:extLst>
            </p:cNvPr>
            <p:cNvSpPr/>
            <p:nvPr/>
          </p:nvSpPr>
          <p:spPr>
            <a:xfrm>
              <a:off x="11356238" y="81155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1021" name="Oval 1020">
              <a:extLst>
                <a:ext uri="{FF2B5EF4-FFF2-40B4-BE49-F238E27FC236}">
                  <a16:creationId xmlns:a16="http://schemas.microsoft.com/office/drawing/2014/main" id="{B9DD7DB4-EC9B-07BB-E06E-CD85AFD21DE4}"/>
                </a:ext>
              </a:extLst>
            </p:cNvPr>
            <p:cNvSpPr/>
            <p:nvPr/>
          </p:nvSpPr>
          <p:spPr>
            <a:xfrm>
              <a:off x="11934777" y="81931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2" name="Isosceles Triangle 648">
              <a:extLst>
                <a:ext uri="{FF2B5EF4-FFF2-40B4-BE49-F238E27FC236}">
                  <a16:creationId xmlns:a16="http://schemas.microsoft.com/office/drawing/2014/main" id="{F2F9779E-672D-DB03-DA10-99879BFE92D9}"/>
                </a:ext>
              </a:extLst>
            </p:cNvPr>
            <p:cNvSpPr/>
            <p:nvPr/>
          </p:nvSpPr>
          <p:spPr>
            <a:xfrm>
              <a:off x="11964901" y="8328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23" name="Group 1022">
            <a:extLst>
              <a:ext uri="{FF2B5EF4-FFF2-40B4-BE49-F238E27FC236}">
                <a16:creationId xmlns:a16="http://schemas.microsoft.com/office/drawing/2014/main" id="{EA465626-0493-83B8-B856-5757EABAC0A0}"/>
              </a:ext>
            </a:extLst>
          </p:cNvPr>
          <p:cNvGrpSpPr/>
          <p:nvPr/>
        </p:nvGrpSpPr>
        <p:grpSpPr>
          <a:xfrm>
            <a:off x="431659" y="90836"/>
            <a:ext cx="721206" cy="609701"/>
            <a:chOff x="431659" y="90836"/>
            <a:chExt cx="721206" cy="609701"/>
          </a:xfrm>
        </p:grpSpPr>
        <p:sp>
          <p:nvSpPr>
            <p:cNvPr id="1024" name="Rectangle 1023">
              <a:extLst>
                <a:ext uri="{FF2B5EF4-FFF2-40B4-BE49-F238E27FC236}">
                  <a16:creationId xmlns:a16="http://schemas.microsoft.com/office/drawing/2014/main" id="{10E29839-6919-AF3A-EC9C-7A674AAC1F2E}"/>
                </a:ext>
              </a:extLst>
            </p:cNvPr>
            <p:cNvSpPr/>
            <p:nvPr/>
          </p:nvSpPr>
          <p:spPr>
            <a:xfrm>
              <a:off x="43165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1025" name="Rectangle 1024">
              <a:extLst>
                <a:ext uri="{FF2B5EF4-FFF2-40B4-BE49-F238E27FC236}">
                  <a16:creationId xmlns:a16="http://schemas.microsoft.com/office/drawing/2014/main" id="{C6CDBC99-FEC4-9138-41BF-196B39A4CFDC}"/>
                </a:ext>
              </a:extLst>
            </p:cNvPr>
            <p:cNvSpPr/>
            <p:nvPr/>
          </p:nvSpPr>
          <p:spPr>
            <a:xfrm flipV="1">
              <a:off x="1052673" y="908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6" name="Oval 15">
              <a:extLst>
                <a:ext uri="{FF2B5EF4-FFF2-40B4-BE49-F238E27FC236}">
                  <a16:creationId xmlns:a16="http://schemas.microsoft.com/office/drawing/2014/main" id="{488ECA49-4236-540B-A912-0151C5D130C2}"/>
                </a:ext>
              </a:extLst>
            </p:cNvPr>
            <p:cNvSpPr/>
            <p:nvPr/>
          </p:nvSpPr>
          <p:spPr>
            <a:xfrm>
              <a:off x="1080061"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27" name="Straight Connector 1026">
              <a:extLst>
                <a:ext uri="{FF2B5EF4-FFF2-40B4-BE49-F238E27FC236}">
                  <a16:creationId xmlns:a16="http://schemas.microsoft.com/office/drawing/2014/main" id="{AE048D12-7F45-6BA7-0E48-40E78D6E1481}"/>
                </a:ext>
              </a:extLst>
            </p:cNvPr>
            <p:cNvCxnSpPr>
              <a:cxnSpLocks/>
              <a:stCxn id="1026" idx="0"/>
            </p:cNvCxnSpPr>
            <p:nvPr/>
          </p:nvCxnSpPr>
          <p:spPr>
            <a:xfrm flipV="1">
              <a:off x="1085758" y="104349"/>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28" name="Straight Connector 1027">
              <a:extLst>
                <a:ext uri="{FF2B5EF4-FFF2-40B4-BE49-F238E27FC236}">
                  <a16:creationId xmlns:a16="http://schemas.microsoft.com/office/drawing/2014/main" id="{32DD5795-3A66-71DA-84F2-ACC3830DD4D8}"/>
                </a:ext>
              </a:extLst>
            </p:cNvPr>
            <p:cNvCxnSpPr>
              <a:cxnSpLocks/>
            </p:cNvCxnSpPr>
            <p:nvPr/>
          </p:nvCxnSpPr>
          <p:spPr>
            <a:xfrm>
              <a:off x="1091477" y="104349"/>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29" name="Group 1028">
            <a:extLst>
              <a:ext uri="{FF2B5EF4-FFF2-40B4-BE49-F238E27FC236}">
                <a16:creationId xmlns:a16="http://schemas.microsoft.com/office/drawing/2014/main" id="{59DC53C1-FE4E-DAA1-1748-09211D1D88F8}"/>
              </a:ext>
            </a:extLst>
          </p:cNvPr>
          <p:cNvGrpSpPr/>
          <p:nvPr/>
        </p:nvGrpSpPr>
        <p:grpSpPr>
          <a:xfrm>
            <a:off x="1267284" y="90836"/>
            <a:ext cx="721206" cy="609701"/>
            <a:chOff x="1267284" y="90836"/>
            <a:chExt cx="721206" cy="609701"/>
          </a:xfrm>
        </p:grpSpPr>
        <p:sp>
          <p:nvSpPr>
            <p:cNvPr id="1030" name="Rectangle 1029">
              <a:extLst>
                <a:ext uri="{FF2B5EF4-FFF2-40B4-BE49-F238E27FC236}">
                  <a16:creationId xmlns:a16="http://schemas.microsoft.com/office/drawing/2014/main" id="{50C24202-59AD-BE63-2495-A74FAAC517AC}"/>
                </a:ext>
              </a:extLst>
            </p:cNvPr>
            <p:cNvSpPr/>
            <p:nvPr/>
          </p:nvSpPr>
          <p:spPr>
            <a:xfrm>
              <a:off x="1267284"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1031" name="Rectangle 1030">
              <a:extLst>
                <a:ext uri="{FF2B5EF4-FFF2-40B4-BE49-F238E27FC236}">
                  <a16:creationId xmlns:a16="http://schemas.microsoft.com/office/drawing/2014/main" id="{24F91F6C-47C6-3B8F-1B10-8D996C824CE0}"/>
                </a:ext>
              </a:extLst>
            </p:cNvPr>
            <p:cNvSpPr/>
            <p:nvPr/>
          </p:nvSpPr>
          <p:spPr>
            <a:xfrm flipV="1">
              <a:off x="1887254"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2" name="Oval 15">
              <a:extLst>
                <a:ext uri="{FF2B5EF4-FFF2-40B4-BE49-F238E27FC236}">
                  <a16:creationId xmlns:a16="http://schemas.microsoft.com/office/drawing/2014/main" id="{6D472786-6FF0-58D2-4913-12B9BE9D9B46}"/>
                </a:ext>
              </a:extLst>
            </p:cNvPr>
            <p:cNvSpPr/>
            <p:nvPr/>
          </p:nvSpPr>
          <p:spPr>
            <a:xfrm>
              <a:off x="1914643"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33" name="Straight Connector 1032">
              <a:extLst>
                <a:ext uri="{FF2B5EF4-FFF2-40B4-BE49-F238E27FC236}">
                  <a16:creationId xmlns:a16="http://schemas.microsoft.com/office/drawing/2014/main" id="{E8462932-57B6-1F35-8071-1EE7349479D0}"/>
                </a:ext>
              </a:extLst>
            </p:cNvPr>
            <p:cNvCxnSpPr>
              <a:cxnSpLocks/>
              <a:stCxn id="1032" idx="0"/>
            </p:cNvCxnSpPr>
            <p:nvPr/>
          </p:nvCxnSpPr>
          <p:spPr>
            <a:xfrm flipV="1">
              <a:off x="1920339"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34" name="Straight Connector 1033">
              <a:extLst>
                <a:ext uri="{FF2B5EF4-FFF2-40B4-BE49-F238E27FC236}">
                  <a16:creationId xmlns:a16="http://schemas.microsoft.com/office/drawing/2014/main" id="{5963DCDF-FD6B-5188-B95A-6CEC30E03B70}"/>
                </a:ext>
              </a:extLst>
            </p:cNvPr>
            <p:cNvCxnSpPr>
              <a:cxnSpLocks/>
            </p:cNvCxnSpPr>
            <p:nvPr/>
          </p:nvCxnSpPr>
          <p:spPr>
            <a:xfrm>
              <a:off x="1926058"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35" name="Group 1034">
            <a:extLst>
              <a:ext uri="{FF2B5EF4-FFF2-40B4-BE49-F238E27FC236}">
                <a16:creationId xmlns:a16="http://schemas.microsoft.com/office/drawing/2014/main" id="{32C5ACBE-B115-B5BB-ACF3-500965C505E9}"/>
              </a:ext>
            </a:extLst>
          </p:cNvPr>
          <p:cNvGrpSpPr/>
          <p:nvPr/>
        </p:nvGrpSpPr>
        <p:grpSpPr>
          <a:xfrm>
            <a:off x="2102909" y="90836"/>
            <a:ext cx="721206" cy="609701"/>
            <a:chOff x="2102909" y="90836"/>
            <a:chExt cx="721206" cy="609701"/>
          </a:xfrm>
        </p:grpSpPr>
        <p:sp>
          <p:nvSpPr>
            <p:cNvPr id="1036" name="Rectangle 1035">
              <a:extLst>
                <a:ext uri="{FF2B5EF4-FFF2-40B4-BE49-F238E27FC236}">
                  <a16:creationId xmlns:a16="http://schemas.microsoft.com/office/drawing/2014/main" id="{4471CBD6-E297-94FD-7436-89440A61C858}"/>
                </a:ext>
              </a:extLst>
            </p:cNvPr>
            <p:cNvSpPr/>
            <p:nvPr/>
          </p:nvSpPr>
          <p:spPr>
            <a:xfrm>
              <a:off x="2102909" y="9083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1037" name="Rectangle 1036">
              <a:extLst>
                <a:ext uri="{FF2B5EF4-FFF2-40B4-BE49-F238E27FC236}">
                  <a16:creationId xmlns:a16="http://schemas.microsoft.com/office/drawing/2014/main" id="{6F4597A9-C0EA-13D6-650C-0FF27C47244E}"/>
                </a:ext>
              </a:extLst>
            </p:cNvPr>
            <p:cNvSpPr/>
            <p:nvPr/>
          </p:nvSpPr>
          <p:spPr>
            <a:xfrm flipV="1">
              <a:off x="2722879" y="937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8" name="Oval 15">
              <a:extLst>
                <a:ext uri="{FF2B5EF4-FFF2-40B4-BE49-F238E27FC236}">
                  <a16:creationId xmlns:a16="http://schemas.microsoft.com/office/drawing/2014/main" id="{4FB5F2BD-DE97-C107-FDCA-5D6AB0B633C3}"/>
                </a:ext>
              </a:extLst>
            </p:cNvPr>
            <p:cNvSpPr/>
            <p:nvPr/>
          </p:nvSpPr>
          <p:spPr>
            <a:xfrm>
              <a:off x="2750268"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39" name="Straight Connector 1038">
              <a:extLst>
                <a:ext uri="{FF2B5EF4-FFF2-40B4-BE49-F238E27FC236}">
                  <a16:creationId xmlns:a16="http://schemas.microsoft.com/office/drawing/2014/main" id="{5A5D9E56-1247-1268-764C-DE8455479507}"/>
                </a:ext>
              </a:extLst>
            </p:cNvPr>
            <p:cNvCxnSpPr>
              <a:cxnSpLocks/>
              <a:stCxn id="1038" idx="0"/>
            </p:cNvCxnSpPr>
            <p:nvPr/>
          </p:nvCxnSpPr>
          <p:spPr>
            <a:xfrm flipV="1">
              <a:off x="2755964" y="1072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40" name="Straight Connector 1039">
              <a:extLst>
                <a:ext uri="{FF2B5EF4-FFF2-40B4-BE49-F238E27FC236}">
                  <a16:creationId xmlns:a16="http://schemas.microsoft.com/office/drawing/2014/main" id="{C94300D5-F068-0892-94E3-9CDCE88CF913}"/>
                </a:ext>
              </a:extLst>
            </p:cNvPr>
            <p:cNvCxnSpPr>
              <a:cxnSpLocks/>
            </p:cNvCxnSpPr>
            <p:nvPr/>
          </p:nvCxnSpPr>
          <p:spPr>
            <a:xfrm>
              <a:off x="2761683" y="1072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41" name="Group 1040">
            <a:extLst>
              <a:ext uri="{FF2B5EF4-FFF2-40B4-BE49-F238E27FC236}">
                <a16:creationId xmlns:a16="http://schemas.microsoft.com/office/drawing/2014/main" id="{031F8D83-62F9-AD0B-B537-50343CAABCA0}"/>
              </a:ext>
            </a:extLst>
          </p:cNvPr>
          <p:cNvGrpSpPr/>
          <p:nvPr/>
        </p:nvGrpSpPr>
        <p:grpSpPr>
          <a:xfrm>
            <a:off x="2938534" y="811556"/>
            <a:ext cx="721206" cy="609701"/>
            <a:chOff x="2938534" y="811556"/>
            <a:chExt cx="721206" cy="609701"/>
          </a:xfrm>
        </p:grpSpPr>
        <p:sp>
          <p:nvSpPr>
            <p:cNvPr id="1042" name="Rectangle 1041">
              <a:extLst>
                <a:ext uri="{FF2B5EF4-FFF2-40B4-BE49-F238E27FC236}">
                  <a16:creationId xmlns:a16="http://schemas.microsoft.com/office/drawing/2014/main" id="{0D657D1E-F2B9-711A-B35D-5AB192DA417D}"/>
                </a:ext>
              </a:extLst>
            </p:cNvPr>
            <p:cNvSpPr/>
            <p:nvPr/>
          </p:nvSpPr>
          <p:spPr>
            <a:xfrm>
              <a:off x="2938534"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1043" name="Rectangle 1042">
              <a:extLst>
                <a:ext uri="{FF2B5EF4-FFF2-40B4-BE49-F238E27FC236}">
                  <a16:creationId xmlns:a16="http://schemas.microsoft.com/office/drawing/2014/main" id="{4220AFBD-E043-086C-F3A8-48D0F57B26AF}"/>
                </a:ext>
              </a:extLst>
            </p:cNvPr>
            <p:cNvSpPr/>
            <p:nvPr/>
          </p:nvSpPr>
          <p:spPr>
            <a:xfrm flipV="1">
              <a:off x="3554781"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4" name="Oval 15">
              <a:extLst>
                <a:ext uri="{FF2B5EF4-FFF2-40B4-BE49-F238E27FC236}">
                  <a16:creationId xmlns:a16="http://schemas.microsoft.com/office/drawing/2014/main" id="{6AD85C1E-56A4-A2E8-59F2-727B414A09FA}"/>
                </a:ext>
              </a:extLst>
            </p:cNvPr>
            <p:cNvSpPr/>
            <p:nvPr/>
          </p:nvSpPr>
          <p:spPr>
            <a:xfrm>
              <a:off x="3582170"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45" name="Straight Connector 1044">
              <a:extLst>
                <a:ext uri="{FF2B5EF4-FFF2-40B4-BE49-F238E27FC236}">
                  <a16:creationId xmlns:a16="http://schemas.microsoft.com/office/drawing/2014/main" id="{0226D05A-D3C9-2B59-3C09-84FFDF4FC787}"/>
                </a:ext>
              </a:extLst>
            </p:cNvPr>
            <p:cNvCxnSpPr>
              <a:cxnSpLocks/>
              <a:stCxn id="1044" idx="0"/>
            </p:cNvCxnSpPr>
            <p:nvPr/>
          </p:nvCxnSpPr>
          <p:spPr>
            <a:xfrm flipV="1">
              <a:off x="3587866"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046" name="Straight Connector 1045">
              <a:extLst>
                <a:ext uri="{FF2B5EF4-FFF2-40B4-BE49-F238E27FC236}">
                  <a16:creationId xmlns:a16="http://schemas.microsoft.com/office/drawing/2014/main" id="{A1F77BBB-7C77-3CFD-A814-09F56FC5C983}"/>
                </a:ext>
              </a:extLst>
            </p:cNvPr>
            <p:cNvCxnSpPr>
              <a:cxnSpLocks/>
            </p:cNvCxnSpPr>
            <p:nvPr/>
          </p:nvCxnSpPr>
          <p:spPr>
            <a:xfrm>
              <a:off x="3593585"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053" name="Group 1052">
            <a:extLst>
              <a:ext uri="{FF2B5EF4-FFF2-40B4-BE49-F238E27FC236}">
                <a16:creationId xmlns:a16="http://schemas.microsoft.com/office/drawing/2014/main" id="{5C86FB5B-68B6-5F5C-260E-F12FF7988CEF}"/>
              </a:ext>
            </a:extLst>
          </p:cNvPr>
          <p:cNvGrpSpPr/>
          <p:nvPr/>
        </p:nvGrpSpPr>
        <p:grpSpPr>
          <a:xfrm>
            <a:off x="431659" y="811556"/>
            <a:ext cx="721206" cy="609701"/>
            <a:chOff x="431659" y="811556"/>
            <a:chExt cx="721206" cy="609701"/>
          </a:xfrm>
        </p:grpSpPr>
        <p:sp>
          <p:nvSpPr>
            <p:cNvPr id="1054" name="Rectangle 1053">
              <a:extLst>
                <a:ext uri="{FF2B5EF4-FFF2-40B4-BE49-F238E27FC236}">
                  <a16:creationId xmlns:a16="http://schemas.microsoft.com/office/drawing/2014/main" id="{FE817225-B916-6E04-E57E-2A6689EF18E3}"/>
                </a:ext>
              </a:extLst>
            </p:cNvPr>
            <p:cNvSpPr/>
            <p:nvPr/>
          </p:nvSpPr>
          <p:spPr>
            <a:xfrm>
              <a:off x="431659"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1055" name="Right Triangle 1054">
              <a:extLst>
                <a:ext uri="{FF2B5EF4-FFF2-40B4-BE49-F238E27FC236}">
                  <a16:creationId xmlns:a16="http://schemas.microsoft.com/office/drawing/2014/main" id="{A738861D-56B0-C9AF-6EAE-98CE32AE4476}"/>
                </a:ext>
              </a:extLst>
            </p:cNvPr>
            <p:cNvSpPr/>
            <p:nvPr/>
          </p:nvSpPr>
          <p:spPr>
            <a:xfrm rot="10800000">
              <a:off x="1034529"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56" name="Group 1055">
              <a:extLst>
                <a:ext uri="{FF2B5EF4-FFF2-40B4-BE49-F238E27FC236}">
                  <a16:creationId xmlns:a16="http://schemas.microsoft.com/office/drawing/2014/main" id="{C0D889AB-5592-5189-1B34-558C4FFF46E9}"/>
                </a:ext>
              </a:extLst>
            </p:cNvPr>
            <p:cNvGrpSpPr/>
            <p:nvPr/>
          </p:nvGrpSpPr>
          <p:grpSpPr>
            <a:xfrm>
              <a:off x="1100972" y="819589"/>
              <a:ext cx="37817" cy="61390"/>
              <a:chOff x="3883481" y="2057400"/>
              <a:chExt cx="1608363" cy="2652031"/>
            </a:xfrm>
            <a:solidFill>
              <a:srgbClr val="A6A6A6"/>
            </a:solidFill>
          </p:grpSpPr>
          <p:sp>
            <p:nvSpPr>
              <p:cNvPr id="1057" name="Oval 27">
                <a:extLst>
                  <a:ext uri="{FF2B5EF4-FFF2-40B4-BE49-F238E27FC236}">
                    <a16:creationId xmlns:a16="http://schemas.microsoft.com/office/drawing/2014/main" id="{CC737951-FB5D-8AEE-E474-477C230F2B6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8" name="Oval 28">
                <a:extLst>
                  <a:ext uri="{FF2B5EF4-FFF2-40B4-BE49-F238E27FC236}">
                    <a16:creationId xmlns:a16="http://schemas.microsoft.com/office/drawing/2014/main" id="{169A46E8-7007-2071-E7DB-E7A96DFA368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59" name="Group 1058">
            <a:extLst>
              <a:ext uri="{FF2B5EF4-FFF2-40B4-BE49-F238E27FC236}">
                <a16:creationId xmlns:a16="http://schemas.microsoft.com/office/drawing/2014/main" id="{BE7B1A9A-D6BA-4DCD-BA3F-A6BDC5497A19}"/>
              </a:ext>
            </a:extLst>
          </p:cNvPr>
          <p:cNvGrpSpPr/>
          <p:nvPr/>
        </p:nvGrpSpPr>
        <p:grpSpPr>
          <a:xfrm>
            <a:off x="1267284" y="811556"/>
            <a:ext cx="721206" cy="609701"/>
            <a:chOff x="1267284" y="811556"/>
            <a:chExt cx="721206" cy="609701"/>
          </a:xfrm>
        </p:grpSpPr>
        <p:sp>
          <p:nvSpPr>
            <p:cNvPr id="1060" name="Rectangle 1059">
              <a:extLst>
                <a:ext uri="{FF2B5EF4-FFF2-40B4-BE49-F238E27FC236}">
                  <a16:creationId xmlns:a16="http://schemas.microsoft.com/office/drawing/2014/main" id="{711F5F84-A81B-E1CB-9DF7-8622BE54CBDA}"/>
                </a:ext>
              </a:extLst>
            </p:cNvPr>
            <p:cNvSpPr/>
            <p:nvPr/>
          </p:nvSpPr>
          <p:spPr>
            <a:xfrm>
              <a:off x="1267284" y="81155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1061" name="Right Triangle 1060">
              <a:extLst>
                <a:ext uri="{FF2B5EF4-FFF2-40B4-BE49-F238E27FC236}">
                  <a16:creationId xmlns:a16="http://schemas.microsoft.com/office/drawing/2014/main" id="{0DA6CADC-D657-36CE-9979-50453260DBF8}"/>
                </a:ext>
              </a:extLst>
            </p:cNvPr>
            <p:cNvSpPr/>
            <p:nvPr/>
          </p:nvSpPr>
          <p:spPr>
            <a:xfrm rot="10800000">
              <a:off x="1871436" y="81349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62" name="Group 1061">
              <a:extLst>
                <a:ext uri="{FF2B5EF4-FFF2-40B4-BE49-F238E27FC236}">
                  <a16:creationId xmlns:a16="http://schemas.microsoft.com/office/drawing/2014/main" id="{9A1D7B30-6798-98A4-2FBD-E95281030912}"/>
                </a:ext>
              </a:extLst>
            </p:cNvPr>
            <p:cNvGrpSpPr/>
            <p:nvPr/>
          </p:nvGrpSpPr>
          <p:grpSpPr>
            <a:xfrm>
              <a:off x="1937879" y="819589"/>
              <a:ext cx="37817" cy="61390"/>
              <a:chOff x="3883481" y="2057400"/>
              <a:chExt cx="1608363" cy="2652031"/>
            </a:xfrm>
            <a:solidFill>
              <a:srgbClr val="A6A6A6"/>
            </a:solidFill>
          </p:grpSpPr>
          <p:sp>
            <p:nvSpPr>
              <p:cNvPr id="1063" name="Oval 27">
                <a:extLst>
                  <a:ext uri="{FF2B5EF4-FFF2-40B4-BE49-F238E27FC236}">
                    <a16:creationId xmlns:a16="http://schemas.microsoft.com/office/drawing/2014/main" id="{2678AA3E-525A-43E5-8C97-CF1F0B55A68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4" name="Oval 28">
                <a:extLst>
                  <a:ext uri="{FF2B5EF4-FFF2-40B4-BE49-F238E27FC236}">
                    <a16:creationId xmlns:a16="http://schemas.microsoft.com/office/drawing/2014/main" id="{CC03B92E-82B7-7039-0D2E-8C6B4481F6A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 name="Group 7">
            <a:extLst>
              <a:ext uri="{FF2B5EF4-FFF2-40B4-BE49-F238E27FC236}">
                <a16:creationId xmlns:a16="http://schemas.microsoft.com/office/drawing/2014/main" id="{CFBD6248-27C4-E17C-9157-C23F82DBDC2C}"/>
              </a:ext>
            </a:extLst>
          </p:cNvPr>
          <p:cNvGrpSpPr/>
          <p:nvPr/>
        </p:nvGrpSpPr>
        <p:grpSpPr>
          <a:xfrm>
            <a:off x="3779087" y="3698226"/>
            <a:ext cx="721206" cy="609701"/>
            <a:chOff x="3779087" y="3698226"/>
            <a:chExt cx="721206" cy="609701"/>
          </a:xfrm>
        </p:grpSpPr>
        <p:sp>
          <p:nvSpPr>
            <p:cNvPr id="10" name="Rectangle 9">
              <a:extLst>
                <a:ext uri="{FF2B5EF4-FFF2-40B4-BE49-F238E27FC236}">
                  <a16:creationId xmlns:a16="http://schemas.microsoft.com/office/drawing/2014/main" id="{53FE2FE8-563B-F019-8004-79404FE0EDBB}"/>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2" name="Right Triangle 11">
              <a:extLst>
                <a:ext uri="{FF2B5EF4-FFF2-40B4-BE49-F238E27FC236}">
                  <a16:creationId xmlns:a16="http://schemas.microsoft.com/office/drawing/2014/main" id="{9AB61796-41F0-5B0A-499B-2182F8713E86}"/>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733330E9-3C7A-89B5-CB56-C0C30E955058}"/>
                </a:ext>
              </a:extLst>
            </p:cNvPr>
            <p:cNvGrpSpPr/>
            <p:nvPr/>
          </p:nvGrpSpPr>
          <p:grpSpPr>
            <a:xfrm>
              <a:off x="4448513" y="3706747"/>
              <a:ext cx="37817" cy="61390"/>
              <a:chOff x="3883481" y="2057400"/>
              <a:chExt cx="1608363" cy="2652031"/>
            </a:xfrm>
            <a:solidFill>
              <a:srgbClr val="A6A6A6">
                <a:alpha val="20000"/>
              </a:srgbClr>
            </a:solidFill>
          </p:grpSpPr>
          <p:sp>
            <p:nvSpPr>
              <p:cNvPr id="17" name="Oval 27">
                <a:extLst>
                  <a:ext uri="{FF2B5EF4-FFF2-40B4-BE49-F238E27FC236}">
                    <a16:creationId xmlns:a16="http://schemas.microsoft.com/office/drawing/2014/main" id="{FDCC0158-3089-C2E0-4E3B-37904472071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 name="Oval 28">
                <a:extLst>
                  <a:ext uri="{FF2B5EF4-FFF2-40B4-BE49-F238E27FC236}">
                    <a16:creationId xmlns:a16="http://schemas.microsoft.com/office/drawing/2014/main" id="{B623CA5A-40C1-D9FE-D545-60C74D3ED12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0" name="Group 19">
            <a:extLst>
              <a:ext uri="{FF2B5EF4-FFF2-40B4-BE49-F238E27FC236}">
                <a16:creationId xmlns:a16="http://schemas.microsoft.com/office/drawing/2014/main" id="{E3AB3AF7-7E6E-D599-8F51-7A059B173838}"/>
              </a:ext>
            </a:extLst>
          </p:cNvPr>
          <p:cNvGrpSpPr/>
          <p:nvPr/>
        </p:nvGrpSpPr>
        <p:grpSpPr>
          <a:xfrm>
            <a:off x="4615774" y="3698231"/>
            <a:ext cx="721206" cy="609701"/>
            <a:chOff x="4615774" y="3698231"/>
            <a:chExt cx="721206" cy="609701"/>
          </a:xfrm>
        </p:grpSpPr>
        <p:sp>
          <p:nvSpPr>
            <p:cNvPr id="21" name="Rectangle 20">
              <a:hlinkHover r:id="" action="ppaction://noaction" highlightClick="1"/>
              <a:extLst>
                <a:ext uri="{FF2B5EF4-FFF2-40B4-BE49-F238E27FC236}">
                  <a16:creationId xmlns:a16="http://schemas.microsoft.com/office/drawing/2014/main" id="{C0D0D412-E0A9-D8C3-7E76-90C97CC162C9}"/>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22" name="Oval 21">
              <a:extLst>
                <a:ext uri="{FF2B5EF4-FFF2-40B4-BE49-F238E27FC236}">
                  <a16:creationId xmlns:a16="http://schemas.microsoft.com/office/drawing/2014/main" id="{53455E81-FCB3-A556-1E96-D944CA282C64}"/>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3" name="Isosceles Triangle 648">
              <a:extLst>
                <a:ext uri="{FF2B5EF4-FFF2-40B4-BE49-F238E27FC236}">
                  <a16:creationId xmlns:a16="http://schemas.microsoft.com/office/drawing/2014/main" id="{83317BB3-56EC-E4B8-F924-4361DB43B48D}"/>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29" name="Group 28">
            <a:extLst>
              <a:ext uri="{FF2B5EF4-FFF2-40B4-BE49-F238E27FC236}">
                <a16:creationId xmlns:a16="http://schemas.microsoft.com/office/drawing/2014/main" id="{3982D8F5-AFFD-D174-288D-6BFB210D9B6B}"/>
              </a:ext>
            </a:extLst>
          </p:cNvPr>
          <p:cNvGrpSpPr/>
          <p:nvPr/>
        </p:nvGrpSpPr>
        <p:grpSpPr>
          <a:xfrm>
            <a:off x="2099604" y="5136552"/>
            <a:ext cx="721206" cy="609701"/>
            <a:chOff x="2099604" y="5136552"/>
            <a:chExt cx="721206" cy="609701"/>
          </a:xfrm>
        </p:grpSpPr>
        <p:sp>
          <p:nvSpPr>
            <p:cNvPr id="30" name="Rectangle 29">
              <a:extLst>
                <a:ext uri="{FF2B5EF4-FFF2-40B4-BE49-F238E27FC236}">
                  <a16:creationId xmlns:a16="http://schemas.microsoft.com/office/drawing/2014/main" id="{7BF989FE-5FAE-3446-6375-848ADC17091C}"/>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31" name="Right Triangle 30">
              <a:extLst>
                <a:ext uri="{FF2B5EF4-FFF2-40B4-BE49-F238E27FC236}">
                  <a16:creationId xmlns:a16="http://schemas.microsoft.com/office/drawing/2014/main" id="{4943BEBE-C498-5269-0F21-46A40C0E9C1C}"/>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2" name="Group 31">
              <a:extLst>
                <a:ext uri="{FF2B5EF4-FFF2-40B4-BE49-F238E27FC236}">
                  <a16:creationId xmlns:a16="http://schemas.microsoft.com/office/drawing/2014/main" id="{1E191239-500B-D7DF-DED9-2DE2BB226F4F}"/>
                </a:ext>
              </a:extLst>
            </p:cNvPr>
            <p:cNvGrpSpPr/>
            <p:nvPr/>
          </p:nvGrpSpPr>
          <p:grpSpPr>
            <a:xfrm>
              <a:off x="2765661" y="5151382"/>
              <a:ext cx="37817" cy="61390"/>
              <a:chOff x="3883481" y="2057400"/>
              <a:chExt cx="1608363" cy="2652031"/>
            </a:xfrm>
            <a:solidFill>
              <a:srgbClr val="A6A6A6">
                <a:alpha val="20000"/>
              </a:srgbClr>
            </a:solidFill>
          </p:grpSpPr>
          <p:sp>
            <p:nvSpPr>
              <p:cNvPr id="33" name="Oval 27">
                <a:extLst>
                  <a:ext uri="{FF2B5EF4-FFF2-40B4-BE49-F238E27FC236}">
                    <a16:creationId xmlns:a16="http://schemas.microsoft.com/office/drawing/2014/main" id="{C193BE0C-0566-72B8-7536-79BBF6BB2DF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4" name="Oval 28">
                <a:extLst>
                  <a:ext uri="{FF2B5EF4-FFF2-40B4-BE49-F238E27FC236}">
                    <a16:creationId xmlns:a16="http://schemas.microsoft.com/office/drawing/2014/main" id="{B6373549-41EB-46F2-E515-14B8742366E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7" name="Group 36">
            <a:extLst>
              <a:ext uri="{FF2B5EF4-FFF2-40B4-BE49-F238E27FC236}">
                <a16:creationId xmlns:a16="http://schemas.microsoft.com/office/drawing/2014/main" id="{0137DB5A-5C83-44DA-B987-3AC5C32BD31B}"/>
              </a:ext>
            </a:extLst>
          </p:cNvPr>
          <p:cNvGrpSpPr/>
          <p:nvPr/>
        </p:nvGrpSpPr>
        <p:grpSpPr>
          <a:xfrm>
            <a:off x="2100392" y="4419620"/>
            <a:ext cx="721206" cy="609701"/>
            <a:chOff x="2100392" y="4419620"/>
            <a:chExt cx="721206" cy="609701"/>
          </a:xfrm>
        </p:grpSpPr>
        <p:sp>
          <p:nvSpPr>
            <p:cNvPr id="41" name="Rectangle 40">
              <a:extLst>
                <a:ext uri="{FF2B5EF4-FFF2-40B4-BE49-F238E27FC236}">
                  <a16:creationId xmlns:a16="http://schemas.microsoft.com/office/drawing/2014/main" id="{474DC191-1D14-D202-65DB-E3202DF6B102}"/>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42" name="Right Triangle 41">
              <a:extLst>
                <a:ext uri="{FF2B5EF4-FFF2-40B4-BE49-F238E27FC236}">
                  <a16:creationId xmlns:a16="http://schemas.microsoft.com/office/drawing/2014/main" id="{C3EEE141-F1B0-FFF9-1826-4D2906CEEB29}"/>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3" name="Group 42">
              <a:extLst>
                <a:ext uri="{FF2B5EF4-FFF2-40B4-BE49-F238E27FC236}">
                  <a16:creationId xmlns:a16="http://schemas.microsoft.com/office/drawing/2014/main" id="{E5100FD5-1F41-F974-EB40-CC8FAB5E77D4}"/>
                </a:ext>
              </a:extLst>
            </p:cNvPr>
            <p:cNvGrpSpPr/>
            <p:nvPr/>
          </p:nvGrpSpPr>
          <p:grpSpPr>
            <a:xfrm>
              <a:off x="2769856" y="4434450"/>
              <a:ext cx="37817" cy="61390"/>
              <a:chOff x="3883481" y="2057400"/>
              <a:chExt cx="1608363" cy="2652031"/>
            </a:xfrm>
            <a:solidFill>
              <a:srgbClr val="A6A6A6">
                <a:alpha val="20000"/>
              </a:srgbClr>
            </a:solidFill>
          </p:grpSpPr>
          <p:sp>
            <p:nvSpPr>
              <p:cNvPr id="44" name="Oval 27">
                <a:extLst>
                  <a:ext uri="{FF2B5EF4-FFF2-40B4-BE49-F238E27FC236}">
                    <a16:creationId xmlns:a16="http://schemas.microsoft.com/office/drawing/2014/main" id="{003D6194-9414-CC70-B13A-269882AD099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 name="Oval 28">
                <a:extLst>
                  <a:ext uri="{FF2B5EF4-FFF2-40B4-BE49-F238E27FC236}">
                    <a16:creationId xmlns:a16="http://schemas.microsoft.com/office/drawing/2014/main" id="{261A7859-03DC-A4D3-EE16-3283E96F457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6" name="Group 45">
            <a:extLst>
              <a:ext uri="{FF2B5EF4-FFF2-40B4-BE49-F238E27FC236}">
                <a16:creationId xmlns:a16="http://schemas.microsoft.com/office/drawing/2014/main" id="{B7EF8CC5-83FA-1F9A-CE76-91AECB1CF381}"/>
              </a:ext>
            </a:extLst>
          </p:cNvPr>
          <p:cNvGrpSpPr/>
          <p:nvPr/>
        </p:nvGrpSpPr>
        <p:grpSpPr>
          <a:xfrm>
            <a:off x="10520475" y="90836"/>
            <a:ext cx="721206" cy="609701"/>
            <a:chOff x="10520475" y="90836"/>
            <a:chExt cx="721206" cy="609701"/>
          </a:xfrm>
        </p:grpSpPr>
        <p:sp>
          <p:nvSpPr>
            <p:cNvPr id="58" name="Rectangle 57">
              <a:hlinkHover r:id="" action="ppaction://noaction" highlightClick="1"/>
              <a:extLst>
                <a:ext uri="{FF2B5EF4-FFF2-40B4-BE49-F238E27FC236}">
                  <a16:creationId xmlns:a16="http://schemas.microsoft.com/office/drawing/2014/main" id="{1B44867A-1001-C960-7678-AEF4B252D083}"/>
                </a:ext>
              </a:extLst>
            </p:cNvPr>
            <p:cNvSpPr/>
            <p:nvPr/>
          </p:nvSpPr>
          <p:spPr>
            <a:xfrm>
              <a:off x="10520475"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60" name="Oval 59">
              <a:extLst>
                <a:ext uri="{FF2B5EF4-FFF2-40B4-BE49-F238E27FC236}">
                  <a16:creationId xmlns:a16="http://schemas.microsoft.com/office/drawing/2014/main" id="{0809A012-BA0A-A107-772A-065390C7334A}"/>
                </a:ext>
              </a:extLst>
            </p:cNvPr>
            <p:cNvSpPr/>
            <p:nvPr/>
          </p:nvSpPr>
          <p:spPr>
            <a:xfrm>
              <a:off x="11099014"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7" name="Isosceles Triangle 648">
              <a:extLst>
                <a:ext uri="{FF2B5EF4-FFF2-40B4-BE49-F238E27FC236}">
                  <a16:creationId xmlns:a16="http://schemas.microsoft.com/office/drawing/2014/main" id="{8A1728AD-E207-A741-7F14-3673203D347C}"/>
                </a:ext>
              </a:extLst>
            </p:cNvPr>
            <p:cNvSpPr/>
            <p:nvPr/>
          </p:nvSpPr>
          <p:spPr>
            <a:xfrm>
              <a:off x="11129138"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3" name="Group 82">
            <a:extLst>
              <a:ext uri="{FF2B5EF4-FFF2-40B4-BE49-F238E27FC236}">
                <a16:creationId xmlns:a16="http://schemas.microsoft.com/office/drawing/2014/main" id="{853CCE45-0192-619B-AB2A-905E3265B1BA}"/>
              </a:ext>
            </a:extLst>
          </p:cNvPr>
          <p:cNvGrpSpPr/>
          <p:nvPr/>
        </p:nvGrpSpPr>
        <p:grpSpPr>
          <a:xfrm>
            <a:off x="7959200" y="2950607"/>
            <a:ext cx="721206" cy="609701"/>
            <a:chOff x="7959200" y="2974054"/>
            <a:chExt cx="721206" cy="609701"/>
          </a:xfrm>
        </p:grpSpPr>
        <p:sp>
          <p:nvSpPr>
            <p:cNvPr id="84" name="Rectangle 83">
              <a:hlinkHover r:id="" action="ppaction://noaction" highlightClick="1"/>
              <a:extLst>
                <a:ext uri="{FF2B5EF4-FFF2-40B4-BE49-F238E27FC236}">
                  <a16:creationId xmlns:a16="http://schemas.microsoft.com/office/drawing/2014/main" id="{77F52F1B-7141-EDB8-620E-C43D9706D5E6}"/>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85" name="Diamond 84">
              <a:extLst>
                <a:ext uri="{FF2B5EF4-FFF2-40B4-BE49-F238E27FC236}">
                  <a16:creationId xmlns:a16="http://schemas.microsoft.com/office/drawing/2014/main" id="{72DB02F1-7D47-14D1-12A6-3E37DCEBDCFE}"/>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 name="Oval 85">
              <a:extLst>
                <a:ext uri="{FF2B5EF4-FFF2-40B4-BE49-F238E27FC236}">
                  <a16:creationId xmlns:a16="http://schemas.microsoft.com/office/drawing/2014/main" id="{F77D695D-C04E-2132-DBB6-2B311174D6C0}"/>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1" name="Group 90">
            <a:extLst>
              <a:ext uri="{FF2B5EF4-FFF2-40B4-BE49-F238E27FC236}">
                <a16:creationId xmlns:a16="http://schemas.microsoft.com/office/drawing/2014/main" id="{2C8B71C6-C33A-F59B-56F0-D7BD0D82B71C}"/>
              </a:ext>
            </a:extLst>
          </p:cNvPr>
          <p:cNvGrpSpPr/>
          <p:nvPr/>
        </p:nvGrpSpPr>
        <p:grpSpPr>
          <a:xfrm>
            <a:off x="8807246" y="1508831"/>
            <a:ext cx="721206" cy="609701"/>
            <a:chOff x="8807246" y="1532278"/>
            <a:chExt cx="721206" cy="609701"/>
          </a:xfrm>
        </p:grpSpPr>
        <p:sp>
          <p:nvSpPr>
            <p:cNvPr id="92" name="Rectangle 91">
              <a:hlinkHover r:id="" action="ppaction://noaction" highlightClick="1"/>
              <a:extLst>
                <a:ext uri="{FF2B5EF4-FFF2-40B4-BE49-F238E27FC236}">
                  <a16:creationId xmlns:a16="http://schemas.microsoft.com/office/drawing/2014/main" id="{7FA8D3B8-1315-5D6F-034B-36385926CF52}"/>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99" name="Oval 98">
              <a:extLst>
                <a:ext uri="{FF2B5EF4-FFF2-40B4-BE49-F238E27FC236}">
                  <a16:creationId xmlns:a16="http://schemas.microsoft.com/office/drawing/2014/main" id="{C16A8173-BED6-8FB6-75F7-2D7372849CB7}"/>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0" name="Isosceles Triangle 648">
              <a:extLst>
                <a:ext uri="{FF2B5EF4-FFF2-40B4-BE49-F238E27FC236}">
                  <a16:creationId xmlns:a16="http://schemas.microsoft.com/office/drawing/2014/main" id="{41938501-A170-C18B-2108-CFC4B705A893}"/>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1" name="Group 100">
            <a:extLst>
              <a:ext uri="{FF2B5EF4-FFF2-40B4-BE49-F238E27FC236}">
                <a16:creationId xmlns:a16="http://schemas.microsoft.com/office/drawing/2014/main" id="{5659F3A9-7392-A042-3CD8-F65BF71BACCB}"/>
              </a:ext>
            </a:extLst>
          </p:cNvPr>
          <p:cNvGrpSpPr/>
          <p:nvPr/>
        </p:nvGrpSpPr>
        <p:grpSpPr>
          <a:xfrm>
            <a:off x="11356242" y="1508829"/>
            <a:ext cx="721206" cy="609701"/>
            <a:chOff x="11356242" y="1532276"/>
            <a:chExt cx="721206" cy="609701"/>
          </a:xfrm>
        </p:grpSpPr>
        <p:sp>
          <p:nvSpPr>
            <p:cNvPr id="102" name="Rectangle 101">
              <a:hlinkHover r:id="" action="ppaction://noaction" highlightClick="1"/>
              <a:extLst>
                <a:ext uri="{FF2B5EF4-FFF2-40B4-BE49-F238E27FC236}">
                  <a16:creationId xmlns:a16="http://schemas.microsoft.com/office/drawing/2014/main" id="{A145AF63-BB06-257A-371C-84C4FBFA3A01}"/>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103" name="Oval 102">
              <a:extLst>
                <a:ext uri="{FF2B5EF4-FFF2-40B4-BE49-F238E27FC236}">
                  <a16:creationId xmlns:a16="http://schemas.microsoft.com/office/drawing/2014/main" id="{E305F9D0-9A74-B544-F11F-5EFC5C649077}"/>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4" name="Isosceles Triangle 648">
              <a:extLst>
                <a:ext uri="{FF2B5EF4-FFF2-40B4-BE49-F238E27FC236}">
                  <a16:creationId xmlns:a16="http://schemas.microsoft.com/office/drawing/2014/main" id="{E93375EB-AD7B-C3A0-A319-EDF33A470C05}"/>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9" name="Group 108">
            <a:extLst>
              <a:ext uri="{FF2B5EF4-FFF2-40B4-BE49-F238E27FC236}">
                <a16:creationId xmlns:a16="http://schemas.microsoft.com/office/drawing/2014/main" id="{0763FD74-E177-FB41-E007-6F876DB92F92}"/>
              </a:ext>
            </a:extLst>
          </p:cNvPr>
          <p:cNvGrpSpPr/>
          <p:nvPr/>
        </p:nvGrpSpPr>
        <p:grpSpPr>
          <a:xfrm>
            <a:off x="3776512" y="2950606"/>
            <a:ext cx="724130" cy="609701"/>
            <a:chOff x="3776512" y="2974053"/>
            <a:chExt cx="724130" cy="609701"/>
          </a:xfrm>
        </p:grpSpPr>
        <p:sp>
          <p:nvSpPr>
            <p:cNvPr id="110" name="Rectangle 109">
              <a:extLst>
                <a:ext uri="{FF2B5EF4-FFF2-40B4-BE49-F238E27FC236}">
                  <a16:creationId xmlns:a16="http://schemas.microsoft.com/office/drawing/2014/main" id="{94A590CE-245A-61BD-8BD3-0E4301F1D657}"/>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111" name="Right Triangle 110">
              <a:extLst>
                <a:ext uri="{FF2B5EF4-FFF2-40B4-BE49-F238E27FC236}">
                  <a16:creationId xmlns:a16="http://schemas.microsoft.com/office/drawing/2014/main" id="{35A5EFA2-DF3B-3C04-999C-3900708BDB6A}"/>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2" name="Group 111">
              <a:extLst>
                <a:ext uri="{FF2B5EF4-FFF2-40B4-BE49-F238E27FC236}">
                  <a16:creationId xmlns:a16="http://schemas.microsoft.com/office/drawing/2014/main" id="{CFB76325-6A7B-43EC-425B-846FFE6F7E0E}"/>
                </a:ext>
              </a:extLst>
            </p:cNvPr>
            <p:cNvGrpSpPr/>
            <p:nvPr/>
          </p:nvGrpSpPr>
          <p:grpSpPr>
            <a:xfrm>
              <a:off x="4450061" y="2982574"/>
              <a:ext cx="37817" cy="61390"/>
              <a:chOff x="3883481" y="2057400"/>
              <a:chExt cx="1608363" cy="2652031"/>
            </a:xfrm>
            <a:solidFill>
              <a:srgbClr val="A6A6A6">
                <a:alpha val="20000"/>
              </a:srgbClr>
            </a:solidFill>
          </p:grpSpPr>
          <p:sp>
            <p:nvSpPr>
              <p:cNvPr id="113" name="Oval 27">
                <a:extLst>
                  <a:ext uri="{FF2B5EF4-FFF2-40B4-BE49-F238E27FC236}">
                    <a16:creationId xmlns:a16="http://schemas.microsoft.com/office/drawing/2014/main" id="{B44CF0EF-2C44-5FC2-76A8-156E62681A7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4" name="Oval 28">
                <a:extLst>
                  <a:ext uri="{FF2B5EF4-FFF2-40B4-BE49-F238E27FC236}">
                    <a16:creationId xmlns:a16="http://schemas.microsoft.com/office/drawing/2014/main" id="{591DEE7B-01FB-B327-6014-B4C545F3CC3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9" name="Group 118">
            <a:extLst>
              <a:ext uri="{FF2B5EF4-FFF2-40B4-BE49-F238E27FC236}">
                <a16:creationId xmlns:a16="http://schemas.microsoft.com/office/drawing/2014/main" id="{F8111844-3ECF-F76A-4478-E1D4D781D47D}"/>
              </a:ext>
            </a:extLst>
          </p:cNvPr>
          <p:cNvGrpSpPr/>
          <p:nvPr/>
        </p:nvGrpSpPr>
        <p:grpSpPr>
          <a:xfrm>
            <a:off x="4605608" y="811556"/>
            <a:ext cx="722055" cy="609701"/>
            <a:chOff x="4605608" y="811556"/>
            <a:chExt cx="722055" cy="609701"/>
          </a:xfrm>
        </p:grpSpPr>
        <p:sp>
          <p:nvSpPr>
            <p:cNvPr id="120" name="Rectangle 119">
              <a:extLst>
                <a:ext uri="{FF2B5EF4-FFF2-40B4-BE49-F238E27FC236}">
                  <a16:creationId xmlns:a16="http://schemas.microsoft.com/office/drawing/2014/main" id="{B8ACCBAF-72F3-60F8-3566-274467AB9806}"/>
                </a:ext>
              </a:extLst>
            </p:cNvPr>
            <p:cNvSpPr/>
            <p:nvPr/>
          </p:nvSpPr>
          <p:spPr>
            <a:xfrm>
              <a:off x="4605608" y="811556"/>
              <a:ext cx="721203"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21" name="Rectangle 120">
              <a:extLst>
                <a:ext uri="{FF2B5EF4-FFF2-40B4-BE49-F238E27FC236}">
                  <a16:creationId xmlns:a16="http://schemas.microsoft.com/office/drawing/2014/main" id="{48E84957-86C6-1F35-7B67-138D2BB152F7}"/>
                </a:ext>
              </a:extLst>
            </p:cNvPr>
            <p:cNvSpPr/>
            <p:nvPr/>
          </p:nvSpPr>
          <p:spPr>
            <a:xfrm flipV="1">
              <a:off x="5227471"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 name="Oval 15">
              <a:extLst>
                <a:ext uri="{FF2B5EF4-FFF2-40B4-BE49-F238E27FC236}">
                  <a16:creationId xmlns:a16="http://schemas.microsoft.com/office/drawing/2014/main" id="{603B4405-CC79-C8BB-68B1-A37502635887}"/>
                </a:ext>
              </a:extLst>
            </p:cNvPr>
            <p:cNvSpPr/>
            <p:nvPr/>
          </p:nvSpPr>
          <p:spPr>
            <a:xfrm>
              <a:off x="5254860"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3" name="Straight Connector 122">
              <a:extLst>
                <a:ext uri="{FF2B5EF4-FFF2-40B4-BE49-F238E27FC236}">
                  <a16:creationId xmlns:a16="http://schemas.microsoft.com/office/drawing/2014/main" id="{E535C29A-CF2A-AFDE-ED5A-5DB691B3A6B6}"/>
                </a:ext>
              </a:extLst>
            </p:cNvPr>
            <p:cNvCxnSpPr>
              <a:cxnSpLocks/>
              <a:stCxn id="122" idx="0"/>
            </p:cNvCxnSpPr>
            <p:nvPr/>
          </p:nvCxnSpPr>
          <p:spPr>
            <a:xfrm flipV="1">
              <a:off x="5260557"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4" name="Straight Connector 123">
              <a:extLst>
                <a:ext uri="{FF2B5EF4-FFF2-40B4-BE49-F238E27FC236}">
                  <a16:creationId xmlns:a16="http://schemas.microsoft.com/office/drawing/2014/main" id="{29DB4DD2-EF85-A5C7-E4E4-47EA6A0B1105}"/>
                </a:ext>
              </a:extLst>
            </p:cNvPr>
            <p:cNvCxnSpPr>
              <a:cxnSpLocks/>
            </p:cNvCxnSpPr>
            <p:nvPr/>
          </p:nvCxnSpPr>
          <p:spPr>
            <a:xfrm>
              <a:off x="5266276"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5" name="Group 124">
            <a:extLst>
              <a:ext uri="{FF2B5EF4-FFF2-40B4-BE49-F238E27FC236}">
                <a16:creationId xmlns:a16="http://schemas.microsoft.com/office/drawing/2014/main" id="{BDF8423C-8020-9630-BCCE-6B393ACA1DCC}"/>
              </a:ext>
            </a:extLst>
          </p:cNvPr>
          <p:cNvGrpSpPr/>
          <p:nvPr/>
        </p:nvGrpSpPr>
        <p:grpSpPr>
          <a:xfrm>
            <a:off x="2102909" y="811556"/>
            <a:ext cx="721206" cy="609701"/>
            <a:chOff x="2102909" y="811556"/>
            <a:chExt cx="721206" cy="609701"/>
          </a:xfrm>
        </p:grpSpPr>
        <p:sp>
          <p:nvSpPr>
            <p:cNvPr id="126" name="Rectangle 125">
              <a:extLst>
                <a:ext uri="{FF2B5EF4-FFF2-40B4-BE49-F238E27FC236}">
                  <a16:creationId xmlns:a16="http://schemas.microsoft.com/office/drawing/2014/main" id="{F74CBA82-4EE3-3D7A-6DFD-18DF22F73441}"/>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27" name="Rectangle 126">
              <a:extLst>
                <a:ext uri="{FF2B5EF4-FFF2-40B4-BE49-F238E27FC236}">
                  <a16:creationId xmlns:a16="http://schemas.microsoft.com/office/drawing/2014/main" id="{77DB0742-6187-85D3-9EEB-B94AE07B172C}"/>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Oval 15">
              <a:extLst>
                <a:ext uri="{FF2B5EF4-FFF2-40B4-BE49-F238E27FC236}">
                  <a16:creationId xmlns:a16="http://schemas.microsoft.com/office/drawing/2014/main" id="{58E8B7F8-8F81-4976-BDF8-5F69CFA58D04}"/>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9" name="Straight Connector 128">
              <a:extLst>
                <a:ext uri="{FF2B5EF4-FFF2-40B4-BE49-F238E27FC236}">
                  <a16:creationId xmlns:a16="http://schemas.microsoft.com/office/drawing/2014/main" id="{5B1634FC-611C-4C45-7FB9-E94E21E2A42E}"/>
                </a:ext>
              </a:extLst>
            </p:cNvPr>
            <p:cNvCxnSpPr>
              <a:cxnSpLocks/>
              <a:stCxn id="128"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1" name="Straight Connector 130">
              <a:extLst>
                <a:ext uri="{FF2B5EF4-FFF2-40B4-BE49-F238E27FC236}">
                  <a16:creationId xmlns:a16="http://schemas.microsoft.com/office/drawing/2014/main" id="{2104C8CC-0E10-D67A-4011-3274D2A4C5F0}"/>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2" name="Group 131">
            <a:extLst>
              <a:ext uri="{FF2B5EF4-FFF2-40B4-BE49-F238E27FC236}">
                <a16:creationId xmlns:a16="http://schemas.microsoft.com/office/drawing/2014/main" id="{1C953F81-CD34-9E33-7168-9D11BF8A9740}"/>
              </a:ext>
            </a:extLst>
          </p:cNvPr>
          <p:cNvGrpSpPr/>
          <p:nvPr/>
        </p:nvGrpSpPr>
        <p:grpSpPr>
          <a:xfrm>
            <a:off x="10506599" y="811556"/>
            <a:ext cx="721206" cy="609701"/>
            <a:chOff x="10506599" y="811556"/>
            <a:chExt cx="721206" cy="609701"/>
          </a:xfrm>
        </p:grpSpPr>
        <p:sp>
          <p:nvSpPr>
            <p:cNvPr id="133" name="Rectangle 132">
              <a:extLst>
                <a:ext uri="{FF2B5EF4-FFF2-40B4-BE49-F238E27FC236}">
                  <a16:creationId xmlns:a16="http://schemas.microsoft.com/office/drawing/2014/main" id="{66CDC452-95AA-C819-50CE-3C75026B766C}"/>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4" name="Rectangle 133">
              <a:extLst>
                <a:ext uri="{FF2B5EF4-FFF2-40B4-BE49-F238E27FC236}">
                  <a16:creationId xmlns:a16="http://schemas.microsoft.com/office/drawing/2014/main" id="{3CDD8A3F-2D77-86C4-FB3A-52755CB068F1}"/>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Oval 15">
              <a:extLst>
                <a:ext uri="{FF2B5EF4-FFF2-40B4-BE49-F238E27FC236}">
                  <a16:creationId xmlns:a16="http://schemas.microsoft.com/office/drawing/2014/main" id="{ECF062A1-7C27-616E-9DDA-C04889680E43}"/>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6" name="Straight Connector 135">
              <a:extLst>
                <a:ext uri="{FF2B5EF4-FFF2-40B4-BE49-F238E27FC236}">
                  <a16:creationId xmlns:a16="http://schemas.microsoft.com/office/drawing/2014/main" id="{4684DFBD-DC0B-9382-3B3F-CC63E6FE1C98}"/>
                </a:ext>
              </a:extLst>
            </p:cNvPr>
            <p:cNvCxnSpPr>
              <a:cxnSpLocks/>
              <a:stCxn id="135"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7" name="Straight Connector 136">
              <a:extLst>
                <a:ext uri="{FF2B5EF4-FFF2-40B4-BE49-F238E27FC236}">
                  <a16:creationId xmlns:a16="http://schemas.microsoft.com/office/drawing/2014/main" id="{B6E6ECF2-25AC-01E4-FB88-FF26CBA965BA}"/>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8" name="Group 137">
            <a:extLst>
              <a:ext uri="{FF2B5EF4-FFF2-40B4-BE49-F238E27FC236}">
                <a16:creationId xmlns:a16="http://schemas.microsoft.com/office/drawing/2014/main" id="{C0787E89-2BDE-FB73-9719-5A50AA64AAC7}"/>
              </a:ext>
            </a:extLst>
          </p:cNvPr>
          <p:cNvGrpSpPr/>
          <p:nvPr/>
        </p:nvGrpSpPr>
        <p:grpSpPr>
          <a:xfrm>
            <a:off x="7113074" y="816139"/>
            <a:ext cx="721206" cy="609701"/>
            <a:chOff x="7957576" y="811556"/>
            <a:chExt cx="721206" cy="609701"/>
          </a:xfrm>
        </p:grpSpPr>
        <p:sp>
          <p:nvSpPr>
            <p:cNvPr id="139" name="Rectangle 138">
              <a:extLst>
                <a:ext uri="{FF2B5EF4-FFF2-40B4-BE49-F238E27FC236}">
                  <a16:creationId xmlns:a16="http://schemas.microsoft.com/office/drawing/2014/main" id="{B10AE973-6F8F-C807-A4D8-B46DAB30BCF8}"/>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40" name="Rectangle 139">
              <a:extLst>
                <a:ext uri="{FF2B5EF4-FFF2-40B4-BE49-F238E27FC236}">
                  <a16:creationId xmlns:a16="http://schemas.microsoft.com/office/drawing/2014/main" id="{53FC944A-BF43-DAFD-EDBA-5C5586062672}"/>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 name="Oval 15">
              <a:extLst>
                <a:ext uri="{FF2B5EF4-FFF2-40B4-BE49-F238E27FC236}">
                  <a16:creationId xmlns:a16="http://schemas.microsoft.com/office/drawing/2014/main" id="{E71999C9-37ED-1345-AB3E-5227832DC612}"/>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2" name="Straight Connector 141">
              <a:extLst>
                <a:ext uri="{FF2B5EF4-FFF2-40B4-BE49-F238E27FC236}">
                  <a16:creationId xmlns:a16="http://schemas.microsoft.com/office/drawing/2014/main" id="{BCDA81B2-AEF1-D5E2-12CA-DF8E782393AB}"/>
                </a:ext>
              </a:extLst>
            </p:cNvPr>
            <p:cNvCxnSpPr>
              <a:cxnSpLocks/>
              <a:stCxn id="141"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3" name="Straight Connector 142">
              <a:extLst>
                <a:ext uri="{FF2B5EF4-FFF2-40B4-BE49-F238E27FC236}">
                  <a16:creationId xmlns:a16="http://schemas.microsoft.com/office/drawing/2014/main" id="{8A03A407-E5CC-DE74-026A-E0920796C37A}"/>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4" name="Group 143">
            <a:extLst>
              <a:ext uri="{FF2B5EF4-FFF2-40B4-BE49-F238E27FC236}">
                <a16:creationId xmlns:a16="http://schemas.microsoft.com/office/drawing/2014/main" id="{CB089B6B-DBF7-7CC5-673A-7E26098A8117}"/>
              </a:ext>
            </a:extLst>
          </p:cNvPr>
          <p:cNvGrpSpPr/>
          <p:nvPr/>
        </p:nvGrpSpPr>
        <p:grpSpPr>
          <a:xfrm>
            <a:off x="7957586" y="2253332"/>
            <a:ext cx="721206" cy="609701"/>
            <a:chOff x="7957586" y="2253332"/>
            <a:chExt cx="721206" cy="609701"/>
          </a:xfrm>
        </p:grpSpPr>
        <p:sp>
          <p:nvSpPr>
            <p:cNvPr id="145" name="Rectangle 144">
              <a:extLst>
                <a:ext uri="{FF2B5EF4-FFF2-40B4-BE49-F238E27FC236}">
                  <a16:creationId xmlns:a16="http://schemas.microsoft.com/office/drawing/2014/main" id="{A2AE43F1-32C1-5DF0-E41B-02F66A133701}"/>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46" name="Right Triangle 145">
              <a:extLst>
                <a:ext uri="{FF2B5EF4-FFF2-40B4-BE49-F238E27FC236}">
                  <a16:creationId xmlns:a16="http://schemas.microsoft.com/office/drawing/2014/main" id="{C56B8D2D-2FD2-602B-C857-7B8BFAD9729B}"/>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47" name="Group 146">
              <a:extLst>
                <a:ext uri="{FF2B5EF4-FFF2-40B4-BE49-F238E27FC236}">
                  <a16:creationId xmlns:a16="http://schemas.microsoft.com/office/drawing/2014/main" id="{329C99AD-E09A-A234-9BE1-DB084A849D5E}"/>
                </a:ext>
              </a:extLst>
            </p:cNvPr>
            <p:cNvGrpSpPr/>
            <p:nvPr/>
          </p:nvGrpSpPr>
          <p:grpSpPr>
            <a:xfrm>
              <a:off x="8621942" y="2262669"/>
              <a:ext cx="37817" cy="61390"/>
              <a:chOff x="3883481" y="2057400"/>
              <a:chExt cx="1608363" cy="2652031"/>
            </a:xfrm>
            <a:solidFill>
              <a:srgbClr val="A6A6A6">
                <a:alpha val="20000"/>
              </a:srgbClr>
            </a:solidFill>
          </p:grpSpPr>
          <p:sp>
            <p:nvSpPr>
              <p:cNvPr id="148" name="Oval 27">
                <a:extLst>
                  <a:ext uri="{FF2B5EF4-FFF2-40B4-BE49-F238E27FC236}">
                    <a16:creationId xmlns:a16="http://schemas.microsoft.com/office/drawing/2014/main" id="{C177BC0A-66C4-C989-89D9-30A9C46C91B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9" name="Oval 28">
                <a:extLst>
                  <a:ext uri="{FF2B5EF4-FFF2-40B4-BE49-F238E27FC236}">
                    <a16:creationId xmlns:a16="http://schemas.microsoft.com/office/drawing/2014/main" id="{1ADF01AC-0105-BD48-5AA3-3292855B7BA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0" name="Group 149">
            <a:extLst>
              <a:ext uri="{FF2B5EF4-FFF2-40B4-BE49-F238E27FC236}">
                <a16:creationId xmlns:a16="http://schemas.microsoft.com/office/drawing/2014/main" id="{2BE46BCB-9977-547E-F55C-9274FCCEE428}"/>
              </a:ext>
            </a:extLst>
          </p:cNvPr>
          <p:cNvGrpSpPr/>
          <p:nvPr/>
        </p:nvGrpSpPr>
        <p:grpSpPr>
          <a:xfrm>
            <a:off x="6290730" y="2257176"/>
            <a:ext cx="721206" cy="609701"/>
            <a:chOff x="8807250" y="2253334"/>
            <a:chExt cx="721206" cy="609701"/>
          </a:xfrm>
        </p:grpSpPr>
        <p:sp>
          <p:nvSpPr>
            <p:cNvPr id="151" name="Rectangle 150">
              <a:extLst>
                <a:ext uri="{FF2B5EF4-FFF2-40B4-BE49-F238E27FC236}">
                  <a16:creationId xmlns:a16="http://schemas.microsoft.com/office/drawing/2014/main" id="{B4AE0995-46FF-E321-F972-50E7EE9D4591}"/>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52" name="Right Triangle 151">
              <a:extLst>
                <a:ext uri="{FF2B5EF4-FFF2-40B4-BE49-F238E27FC236}">
                  <a16:creationId xmlns:a16="http://schemas.microsoft.com/office/drawing/2014/main" id="{1D57C158-82C0-9D0B-7AEC-BF300C38B6CC}"/>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3" name="Oval 27">
              <a:extLst>
                <a:ext uri="{FF2B5EF4-FFF2-40B4-BE49-F238E27FC236}">
                  <a16:creationId xmlns:a16="http://schemas.microsoft.com/office/drawing/2014/main" id="{8A477B95-37A5-3295-2634-5794FFCD5C0C}"/>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4" name="Oval 28">
              <a:extLst>
                <a:ext uri="{FF2B5EF4-FFF2-40B4-BE49-F238E27FC236}">
                  <a16:creationId xmlns:a16="http://schemas.microsoft.com/office/drawing/2014/main" id="{8C507C8E-5B52-F51B-37E5-46634738BF20}"/>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A6FE0A74-3B9C-A14C-99DF-12F60D0793DC}"/>
              </a:ext>
            </a:extLst>
          </p:cNvPr>
          <p:cNvGrpSpPr/>
          <p:nvPr/>
        </p:nvGrpSpPr>
        <p:grpSpPr>
          <a:xfrm>
            <a:off x="9656903" y="2253333"/>
            <a:ext cx="721220" cy="609701"/>
            <a:chOff x="9656903" y="2253333"/>
            <a:chExt cx="721220" cy="609701"/>
          </a:xfrm>
        </p:grpSpPr>
        <p:sp>
          <p:nvSpPr>
            <p:cNvPr id="156" name="Rectangle 155">
              <a:hlinkHover r:id="" action="ppaction://noaction" highlightClick="1"/>
              <a:extLst>
                <a:ext uri="{FF2B5EF4-FFF2-40B4-BE49-F238E27FC236}">
                  <a16:creationId xmlns:a16="http://schemas.microsoft.com/office/drawing/2014/main" id="{507D6449-AF70-30B9-638C-DAEE94D30B0B}"/>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7" name="Rectangle 156">
              <a:extLst>
                <a:ext uri="{FF2B5EF4-FFF2-40B4-BE49-F238E27FC236}">
                  <a16:creationId xmlns:a16="http://schemas.microsoft.com/office/drawing/2014/main" id="{A8BEBA0D-43E3-8505-47E4-00B8BC71FC07}"/>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8" name="Oval 15">
              <a:extLst>
                <a:ext uri="{FF2B5EF4-FFF2-40B4-BE49-F238E27FC236}">
                  <a16:creationId xmlns:a16="http://schemas.microsoft.com/office/drawing/2014/main" id="{996327A6-09BF-48D8-2B92-05A3769DD30E}"/>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9" name="Straight Connector 158">
              <a:extLst>
                <a:ext uri="{FF2B5EF4-FFF2-40B4-BE49-F238E27FC236}">
                  <a16:creationId xmlns:a16="http://schemas.microsoft.com/office/drawing/2014/main" id="{02046843-DE07-BE56-9DF9-AA8F62430B10}"/>
                </a:ext>
              </a:extLst>
            </p:cNvPr>
            <p:cNvCxnSpPr>
              <a:cxnSpLocks/>
              <a:stCxn id="158"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0" name="Straight Connector 159">
              <a:extLst>
                <a:ext uri="{FF2B5EF4-FFF2-40B4-BE49-F238E27FC236}">
                  <a16:creationId xmlns:a16="http://schemas.microsoft.com/office/drawing/2014/main" id="{0C9B2429-75F3-1226-71D6-9126203F87B8}"/>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1" name="Group 160">
            <a:extLst>
              <a:ext uri="{FF2B5EF4-FFF2-40B4-BE49-F238E27FC236}">
                <a16:creationId xmlns:a16="http://schemas.microsoft.com/office/drawing/2014/main" id="{08DFFD49-757E-17A0-EB5D-EB51CA9DE840}"/>
              </a:ext>
            </a:extLst>
          </p:cNvPr>
          <p:cNvGrpSpPr/>
          <p:nvPr/>
        </p:nvGrpSpPr>
        <p:grpSpPr>
          <a:xfrm>
            <a:off x="8797459" y="2264859"/>
            <a:ext cx="721206" cy="609701"/>
            <a:chOff x="11356242" y="2253333"/>
            <a:chExt cx="721206" cy="609701"/>
          </a:xfrm>
        </p:grpSpPr>
        <p:sp>
          <p:nvSpPr>
            <p:cNvPr id="162" name="Rectangle 161">
              <a:hlinkHover r:id="" action="ppaction://noaction" highlightClick="1"/>
              <a:extLst>
                <a:ext uri="{FF2B5EF4-FFF2-40B4-BE49-F238E27FC236}">
                  <a16:creationId xmlns:a16="http://schemas.microsoft.com/office/drawing/2014/main" id="{383E413A-5606-9962-67C9-29589691C07F}"/>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63" name="Oval 162">
              <a:extLst>
                <a:ext uri="{FF2B5EF4-FFF2-40B4-BE49-F238E27FC236}">
                  <a16:creationId xmlns:a16="http://schemas.microsoft.com/office/drawing/2014/main" id="{7C07B5E9-1EDD-F772-7B25-D21DFE826251}"/>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4" name="Isosceles Triangle 648">
              <a:extLst>
                <a:ext uri="{FF2B5EF4-FFF2-40B4-BE49-F238E27FC236}">
                  <a16:creationId xmlns:a16="http://schemas.microsoft.com/office/drawing/2014/main" id="{6D734932-0C9E-1F2F-66E9-E66855A24DD5}"/>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5" name="Group 164">
            <a:extLst>
              <a:ext uri="{FF2B5EF4-FFF2-40B4-BE49-F238E27FC236}">
                <a16:creationId xmlns:a16="http://schemas.microsoft.com/office/drawing/2014/main" id="{AD2AE4BA-2DF3-0F4B-37C5-272D5F88A465}"/>
              </a:ext>
            </a:extLst>
          </p:cNvPr>
          <p:cNvGrpSpPr/>
          <p:nvPr/>
        </p:nvGrpSpPr>
        <p:grpSpPr>
          <a:xfrm>
            <a:off x="10506580" y="2253333"/>
            <a:ext cx="721206" cy="609701"/>
            <a:chOff x="10506580" y="2253333"/>
            <a:chExt cx="721206" cy="609701"/>
          </a:xfrm>
        </p:grpSpPr>
        <p:sp>
          <p:nvSpPr>
            <p:cNvPr id="166" name="Rectangle 165">
              <a:hlinkHover r:id="" action="ppaction://noaction" highlightClick="1"/>
              <a:extLst>
                <a:ext uri="{FF2B5EF4-FFF2-40B4-BE49-F238E27FC236}">
                  <a16:creationId xmlns:a16="http://schemas.microsoft.com/office/drawing/2014/main" id="{8E6B03FF-D903-DF23-F502-806CD6983F3A}"/>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67" name="Diamond 166">
              <a:extLst>
                <a:ext uri="{FF2B5EF4-FFF2-40B4-BE49-F238E27FC236}">
                  <a16:creationId xmlns:a16="http://schemas.microsoft.com/office/drawing/2014/main" id="{B336C024-C24C-AAC1-89A7-1CBA84ECD6E9}"/>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8" name="Oval 167">
              <a:extLst>
                <a:ext uri="{FF2B5EF4-FFF2-40B4-BE49-F238E27FC236}">
                  <a16:creationId xmlns:a16="http://schemas.microsoft.com/office/drawing/2014/main" id="{268FDF85-4B25-3533-26FA-730478F4713F}"/>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9" name="Group 168">
            <a:extLst>
              <a:ext uri="{FF2B5EF4-FFF2-40B4-BE49-F238E27FC236}">
                <a16:creationId xmlns:a16="http://schemas.microsoft.com/office/drawing/2014/main" id="{27DEC614-3FA5-D574-44CA-7CD3D3C34121}"/>
              </a:ext>
            </a:extLst>
          </p:cNvPr>
          <p:cNvGrpSpPr/>
          <p:nvPr/>
        </p:nvGrpSpPr>
        <p:grpSpPr>
          <a:xfrm>
            <a:off x="2109092" y="2986575"/>
            <a:ext cx="721206" cy="649846"/>
            <a:chOff x="10506800" y="2974054"/>
            <a:chExt cx="721206" cy="649846"/>
          </a:xfrm>
        </p:grpSpPr>
        <p:sp>
          <p:nvSpPr>
            <p:cNvPr id="170" name="Rectangle 169">
              <a:extLst>
                <a:ext uri="{FF2B5EF4-FFF2-40B4-BE49-F238E27FC236}">
                  <a16:creationId xmlns:a16="http://schemas.microsoft.com/office/drawing/2014/main" id="{71498DAD-6D93-90DB-1880-F93917907692}"/>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71" name="Rectangle 170">
              <a:extLst>
                <a:ext uri="{FF2B5EF4-FFF2-40B4-BE49-F238E27FC236}">
                  <a16:creationId xmlns:a16="http://schemas.microsoft.com/office/drawing/2014/main" id="{4BE57FCC-4638-A04D-2ABD-20445FAB64EA}"/>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2" name="Oval 15">
              <a:extLst>
                <a:ext uri="{FF2B5EF4-FFF2-40B4-BE49-F238E27FC236}">
                  <a16:creationId xmlns:a16="http://schemas.microsoft.com/office/drawing/2014/main" id="{B9A4AB47-08F4-4DB6-5852-36DD1E7BE516}"/>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3" name="Straight Connector 172">
              <a:extLst>
                <a:ext uri="{FF2B5EF4-FFF2-40B4-BE49-F238E27FC236}">
                  <a16:creationId xmlns:a16="http://schemas.microsoft.com/office/drawing/2014/main" id="{AAFEFE5C-8BAB-966D-DEB8-BA40CF958608}"/>
                </a:ext>
              </a:extLst>
            </p:cNvPr>
            <p:cNvCxnSpPr>
              <a:cxnSpLocks/>
              <a:stCxn id="172"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4" name="Straight Connector 173">
              <a:extLst>
                <a:ext uri="{FF2B5EF4-FFF2-40B4-BE49-F238E27FC236}">
                  <a16:creationId xmlns:a16="http://schemas.microsoft.com/office/drawing/2014/main" id="{42CABE80-77E6-E3EA-AFA1-8E109C077854}"/>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5" name="Group 174">
            <a:extLst>
              <a:ext uri="{FF2B5EF4-FFF2-40B4-BE49-F238E27FC236}">
                <a16:creationId xmlns:a16="http://schemas.microsoft.com/office/drawing/2014/main" id="{81245A86-690E-D2D0-570C-FF8DF6381EF8}"/>
              </a:ext>
            </a:extLst>
          </p:cNvPr>
          <p:cNvGrpSpPr/>
          <p:nvPr/>
        </p:nvGrpSpPr>
        <p:grpSpPr>
          <a:xfrm>
            <a:off x="4621827" y="2983922"/>
            <a:ext cx="721206" cy="654973"/>
            <a:chOff x="9657606" y="2974054"/>
            <a:chExt cx="721206" cy="654973"/>
          </a:xfrm>
        </p:grpSpPr>
        <p:sp>
          <p:nvSpPr>
            <p:cNvPr id="176" name="Rectangle 175">
              <a:extLst>
                <a:ext uri="{FF2B5EF4-FFF2-40B4-BE49-F238E27FC236}">
                  <a16:creationId xmlns:a16="http://schemas.microsoft.com/office/drawing/2014/main" id="{721FB157-36DA-BC5B-8B5A-EDBE4C62A548}"/>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77" name="Rectangle 176">
              <a:extLst>
                <a:ext uri="{FF2B5EF4-FFF2-40B4-BE49-F238E27FC236}">
                  <a16:creationId xmlns:a16="http://schemas.microsoft.com/office/drawing/2014/main" id="{7F641898-5D87-B70C-3419-1AE42E7B3B57}"/>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8" name="Oval 15">
              <a:extLst>
                <a:ext uri="{FF2B5EF4-FFF2-40B4-BE49-F238E27FC236}">
                  <a16:creationId xmlns:a16="http://schemas.microsoft.com/office/drawing/2014/main" id="{FDF6332E-5DDC-8D3E-ED99-0A8762F4A904}"/>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9" name="Straight Connector 178">
              <a:extLst>
                <a:ext uri="{FF2B5EF4-FFF2-40B4-BE49-F238E27FC236}">
                  <a16:creationId xmlns:a16="http://schemas.microsoft.com/office/drawing/2014/main" id="{36BFF4E0-AF1F-9565-CA8B-88882C3B9E22}"/>
                </a:ext>
              </a:extLst>
            </p:cNvPr>
            <p:cNvCxnSpPr>
              <a:cxnSpLocks/>
              <a:stCxn id="178"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0" name="Straight Connector 179">
              <a:extLst>
                <a:ext uri="{FF2B5EF4-FFF2-40B4-BE49-F238E27FC236}">
                  <a16:creationId xmlns:a16="http://schemas.microsoft.com/office/drawing/2014/main" id="{98D5A3A1-803C-3C1E-BB5C-E6054FDFF176}"/>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1" name="Group 180">
            <a:extLst>
              <a:ext uri="{FF2B5EF4-FFF2-40B4-BE49-F238E27FC236}">
                <a16:creationId xmlns:a16="http://schemas.microsoft.com/office/drawing/2014/main" id="{25092542-A5CA-2897-54AF-E1C39A79CF1A}"/>
              </a:ext>
            </a:extLst>
          </p:cNvPr>
          <p:cNvGrpSpPr/>
          <p:nvPr/>
        </p:nvGrpSpPr>
        <p:grpSpPr>
          <a:xfrm>
            <a:off x="11356001" y="2974057"/>
            <a:ext cx="721206" cy="609701"/>
            <a:chOff x="11356001" y="2974057"/>
            <a:chExt cx="721206" cy="609701"/>
          </a:xfrm>
        </p:grpSpPr>
        <p:sp>
          <p:nvSpPr>
            <p:cNvPr id="182" name="Rectangle 181">
              <a:hlinkHover r:id="" action="ppaction://noaction" highlightClick="1"/>
              <a:extLst>
                <a:ext uri="{FF2B5EF4-FFF2-40B4-BE49-F238E27FC236}">
                  <a16:creationId xmlns:a16="http://schemas.microsoft.com/office/drawing/2014/main" id="{8AD24026-1AEB-093F-2748-4B7113D12787}"/>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83" name="Oval 182">
              <a:extLst>
                <a:ext uri="{FF2B5EF4-FFF2-40B4-BE49-F238E27FC236}">
                  <a16:creationId xmlns:a16="http://schemas.microsoft.com/office/drawing/2014/main" id="{8AA4900E-4BC7-3337-137B-1ADB5F429525}"/>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4" name="Isosceles Triangle 648">
              <a:extLst>
                <a:ext uri="{FF2B5EF4-FFF2-40B4-BE49-F238E27FC236}">
                  <a16:creationId xmlns:a16="http://schemas.microsoft.com/office/drawing/2014/main" id="{672C432A-2C4A-8C3C-A221-AB98DB3F7D4D}"/>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5" name="Group 184">
            <a:extLst>
              <a:ext uri="{FF2B5EF4-FFF2-40B4-BE49-F238E27FC236}">
                <a16:creationId xmlns:a16="http://schemas.microsoft.com/office/drawing/2014/main" id="{BD7A308A-FDDF-E2CE-E935-F5233E6173CA}"/>
              </a:ext>
            </a:extLst>
          </p:cNvPr>
          <p:cNvGrpSpPr/>
          <p:nvPr/>
        </p:nvGrpSpPr>
        <p:grpSpPr>
          <a:xfrm>
            <a:off x="1268346" y="3698208"/>
            <a:ext cx="721891" cy="610396"/>
            <a:chOff x="1268346" y="3698208"/>
            <a:chExt cx="721891" cy="610396"/>
          </a:xfrm>
        </p:grpSpPr>
        <p:sp>
          <p:nvSpPr>
            <p:cNvPr id="186" name="Rectangle 185">
              <a:extLst>
                <a:ext uri="{FF2B5EF4-FFF2-40B4-BE49-F238E27FC236}">
                  <a16:creationId xmlns:a16="http://schemas.microsoft.com/office/drawing/2014/main" id="{885E1730-F8EF-C491-C71B-4A9B9FC32BFE}"/>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87" name="Right Triangle 186">
              <a:extLst>
                <a:ext uri="{FF2B5EF4-FFF2-40B4-BE49-F238E27FC236}">
                  <a16:creationId xmlns:a16="http://schemas.microsoft.com/office/drawing/2014/main" id="{2F5DA196-4DB8-BA13-F6C7-68506D61BF72}"/>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88" name="Group 187">
              <a:extLst>
                <a:ext uri="{FF2B5EF4-FFF2-40B4-BE49-F238E27FC236}">
                  <a16:creationId xmlns:a16="http://schemas.microsoft.com/office/drawing/2014/main" id="{99AA7BAA-1CE2-E063-92FF-5FCC2AC90064}"/>
                </a:ext>
              </a:extLst>
            </p:cNvPr>
            <p:cNvGrpSpPr/>
            <p:nvPr/>
          </p:nvGrpSpPr>
          <p:grpSpPr>
            <a:xfrm>
              <a:off x="1939627" y="3704306"/>
              <a:ext cx="37817" cy="61390"/>
              <a:chOff x="3883481" y="2057400"/>
              <a:chExt cx="1608363" cy="2652031"/>
            </a:xfrm>
            <a:solidFill>
              <a:srgbClr val="A6A6A6">
                <a:alpha val="20000"/>
              </a:srgbClr>
            </a:solidFill>
          </p:grpSpPr>
          <p:sp>
            <p:nvSpPr>
              <p:cNvPr id="189" name="Oval 27">
                <a:extLst>
                  <a:ext uri="{FF2B5EF4-FFF2-40B4-BE49-F238E27FC236}">
                    <a16:creationId xmlns:a16="http://schemas.microsoft.com/office/drawing/2014/main" id="{D478CFB1-6BF3-7287-9518-3DCFB8CA814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0" name="Oval 28">
                <a:extLst>
                  <a:ext uri="{FF2B5EF4-FFF2-40B4-BE49-F238E27FC236}">
                    <a16:creationId xmlns:a16="http://schemas.microsoft.com/office/drawing/2014/main" id="{8EFC4BF8-CE33-A291-0FC4-D69E16F5CE2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91" name="Group 190">
            <a:extLst>
              <a:ext uri="{FF2B5EF4-FFF2-40B4-BE49-F238E27FC236}">
                <a16:creationId xmlns:a16="http://schemas.microsoft.com/office/drawing/2014/main" id="{6D5E6772-0E05-ADC2-4A5B-D9CA277F4AC4}"/>
              </a:ext>
            </a:extLst>
          </p:cNvPr>
          <p:cNvGrpSpPr/>
          <p:nvPr/>
        </p:nvGrpSpPr>
        <p:grpSpPr>
          <a:xfrm>
            <a:off x="5454173" y="2257175"/>
            <a:ext cx="721206" cy="609701"/>
            <a:chOff x="6287891" y="2253333"/>
            <a:chExt cx="721206" cy="609701"/>
          </a:xfrm>
        </p:grpSpPr>
        <p:sp>
          <p:nvSpPr>
            <p:cNvPr id="384" name="Rectangle 383">
              <a:extLst>
                <a:ext uri="{FF2B5EF4-FFF2-40B4-BE49-F238E27FC236}">
                  <a16:creationId xmlns:a16="http://schemas.microsoft.com/office/drawing/2014/main" id="{547D2C70-EACA-20CE-EB4E-2BECABD2F483}"/>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385" name="Right Triangle 384">
              <a:extLst>
                <a:ext uri="{FF2B5EF4-FFF2-40B4-BE49-F238E27FC236}">
                  <a16:creationId xmlns:a16="http://schemas.microsoft.com/office/drawing/2014/main" id="{885399E9-F287-8DE5-44DC-8AD8A78EC13E}"/>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86" name="Group 385">
              <a:extLst>
                <a:ext uri="{FF2B5EF4-FFF2-40B4-BE49-F238E27FC236}">
                  <a16:creationId xmlns:a16="http://schemas.microsoft.com/office/drawing/2014/main" id="{41E22636-C45C-7435-3033-0F3F6B8B2ED6}"/>
                </a:ext>
              </a:extLst>
            </p:cNvPr>
            <p:cNvGrpSpPr/>
            <p:nvPr/>
          </p:nvGrpSpPr>
          <p:grpSpPr>
            <a:xfrm>
              <a:off x="6952470" y="2265099"/>
              <a:ext cx="37817" cy="61390"/>
              <a:chOff x="3883481" y="2057400"/>
              <a:chExt cx="1608363" cy="2652031"/>
            </a:xfrm>
            <a:solidFill>
              <a:srgbClr val="A6A6A6">
                <a:alpha val="20000"/>
              </a:srgbClr>
            </a:solidFill>
          </p:grpSpPr>
          <p:sp>
            <p:nvSpPr>
              <p:cNvPr id="387" name="Oval 27">
                <a:extLst>
                  <a:ext uri="{FF2B5EF4-FFF2-40B4-BE49-F238E27FC236}">
                    <a16:creationId xmlns:a16="http://schemas.microsoft.com/office/drawing/2014/main" id="{B89292CD-6B28-AB01-BAFC-8CA8A89064C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8" name="Oval 28">
                <a:extLst>
                  <a:ext uri="{FF2B5EF4-FFF2-40B4-BE49-F238E27FC236}">
                    <a16:creationId xmlns:a16="http://schemas.microsoft.com/office/drawing/2014/main" id="{124CE0A5-96A3-91A5-64B5-1E339DDD76A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89" name="Group 388">
            <a:extLst>
              <a:ext uri="{FF2B5EF4-FFF2-40B4-BE49-F238E27FC236}">
                <a16:creationId xmlns:a16="http://schemas.microsoft.com/office/drawing/2014/main" id="{353D77AC-3092-BAA8-8EE8-A91C0DDFBB24}"/>
              </a:ext>
            </a:extLst>
          </p:cNvPr>
          <p:cNvGrpSpPr/>
          <p:nvPr/>
        </p:nvGrpSpPr>
        <p:grpSpPr>
          <a:xfrm>
            <a:off x="2934662" y="5148220"/>
            <a:ext cx="724130" cy="609701"/>
            <a:chOff x="4615448" y="2974053"/>
            <a:chExt cx="724130" cy="609701"/>
          </a:xfrm>
        </p:grpSpPr>
        <p:sp>
          <p:nvSpPr>
            <p:cNvPr id="390" name="Rectangle 389">
              <a:extLst>
                <a:ext uri="{FF2B5EF4-FFF2-40B4-BE49-F238E27FC236}">
                  <a16:creationId xmlns:a16="http://schemas.microsoft.com/office/drawing/2014/main" id="{CCCEDDA5-6472-8C3B-35F4-A8A3B1F74F83}"/>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391" name="Right Triangle 390">
              <a:extLst>
                <a:ext uri="{FF2B5EF4-FFF2-40B4-BE49-F238E27FC236}">
                  <a16:creationId xmlns:a16="http://schemas.microsoft.com/office/drawing/2014/main" id="{48AC045A-F2D9-8B82-0AB1-D53474F01389}"/>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92" name="Group 391">
              <a:extLst>
                <a:ext uri="{FF2B5EF4-FFF2-40B4-BE49-F238E27FC236}">
                  <a16:creationId xmlns:a16="http://schemas.microsoft.com/office/drawing/2014/main" id="{689122E4-E14C-BAC1-AA16-67CF5E4F3177}"/>
                </a:ext>
              </a:extLst>
            </p:cNvPr>
            <p:cNvGrpSpPr/>
            <p:nvPr/>
          </p:nvGrpSpPr>
          <p:grpSpPr>
            <a:xfrm>
              <a:off x="5288997" y="2982574"/>
              <a:ext cx="37817" cy="61390"/>
              <a:chOff x="3883481" y="2057400"/>
              <a:chExt cx="1608363" cy="2652031"/>
            </a:xfrm>
            <a:solidFill>
              <a:srgbClr val="A6A6A6">
                <a:alpha val="20000"/>
              </a:srgbClr>
            </a:solidFill>
          </p:grpSpPr>
          <p:sp>
            <p:nvSpPr>
              <p:cNvPr id="393" name="Oval 27">
                <a:extLst>
                  <a:ext uri="{FF2B5EF4-FFF2-40B4-BE49-F238E27FC236}">
                    <a16:creationId xmlns:a16="http://schemas.microsoft.com/office/drawing/2014/main" id="{490AAEE8-F7F1-DA86-EB37-D1C44ED601A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4" name="Oval 28">
                <a:extLst>
                  <a:ext uri="{FF2B5EF4-FFF2-40B4-BE49-F238E27FC236}">
                    <a16:creationId xmlns:a16="http://schemas.microsoft.com/office/drawing/2014/main" id="{5848149F-AAC4-FC93-63F2-5CF2ED17182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95" name="Group 394">
            <a:extLst>
              <a:ext uri="{FF2B5EF4-FFF2-40B4-BE49-F238E27FC236}">
                <a16:creationId xmlns:a16="http://schemas.microsoft.com/office/drawing/2014/main" id="{6FF66DFE-2AD6-2896-9F04-E90C5AAC093B}"/>
              </a:ext>
            </a:extLst>
          </p:cNvPr>
          <p:cNvGrpSpPr/>
          <p:nvPr/>
        </p:nvGrpSpPr>
        <p:grpSpPr>
          <a:xfrm>
            <a:off x="5451979" y="3707588"/>
            <a:ext cx="721206" cy="609701"/>
            <a:chOff x="5451979" y="3707588"/>
            <a:chExt cx="721206" cy="609701"/>
          </a:xfrm>
        </p:grpSpPr>
        <p:sp>
          <p:nvSpPr>
            <p:cNvPr id="396" name="Rectangle 395">
              <a:hlinkHover r:id="" action="ppaction://noaction" highlightClick="1"/>
              <a:extLst>
                <a:ext uri="{FF2B5EF4-FFF2-40B4-BE49-F238E27FC236}">
                  <a16:creationId xmlns:a16="http://schemas.microsoft.com/office/drawing/2014/main" id="{D5B6D3B9-7A1F-D444-47BF-94C94E20E1F0}"/>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97" name="Oval 396">
              <a:extLst>
                <a:ext uri="{FF2B5EF4-FFF2-40B4-BE49-F238E27FC236}">
                  <a16:creationId xmlns:a16="http://schemas.microsoft.com/office/drawing/2014/main" id="{21329850-FD95-0325-CF9F-3A8B628D7DA6}"/>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8" name="Isosceles Triangle 648">
              <a:extLst>
                <a:ext uri="{FF2B5EF4-FFF2-40B4-BE49-F238E27FC236}">
                  <a16:creationId xmlns:a16="http://schemas.microsoft.com/office/drawing/2014/main" id="{220ED961-DD8F-415C-1681-7DFCD839AC8F}"/>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99" name="Group 398">
            <a:extLst>
              <a:ext uri="{FF2B5EF4-FFF2-40B4-BE49-F238E27FC236}">
                <a16:creationId xmlns:a16="http://schemas.microsoft.com/office/drawing/2014/main" id="{B82E13A2-26A7-C728-4BBE-945F5631FA0E}"/>
              </a:ext>
            </a:extLst>
          </p:cNvPr>
          <p:cNvGrpSpPr/>
          <p:nvPr/>
        </p:nvGrpSpPr>
        <p:grpSpPr>
          <a:xfrm>
            <a:off x="10506616" y="2984633"/>
            <a:ext cx="721220" cy="609701"/>
            <a:chOff x="9656903" y="2253333"/>
            <a:chExt cx="721220" cy="609701"/>
          </a:xfrm>
        </p:grpSpPr>
        <p:sp>
          <p:nvSpPr>
            <p:cNvPr id="400" name="Rectangle 399">
              <a:hlinkHover r:id="" action="ppaction://noaction" highlightClick="1"/>
              <a:extLst>
                <a:ext uri="{FF2B5EF4-FFF2-40B4-BE49-F238E27FC236}">
                  <a16:creationId xmlns:a16="http://schemas.microsoft.com/office/drawing/2014/main" id="{8E65148B-CD89-7D5E-D701-975DFFEA912B}"/>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01" name="Rectangle 400">
              <a:extLst>
                <a:ext uri="{FF2B5EF4-FFF2-40B4-BE49-F238E27FC236}">
                  <a16:creationId xmlns:a16="http://schemas.microsoft.com/office/drawing/2014/main" id="{51544859-D949-E2A4-ECF8-6E2231BD3E33}"/>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2" name="Oval 15">
              <a:extLst>
                <a:ext uri="{FF2B5EF4-FFF2-40B4-BE49-F238E27FC236}">
                  <a16:creationId xmlns:a16="http://schemas.microsoft.com/office/drawing/2014/main" id="{499426D9-6AC9-7057-6A00-F666C596D9A1}"/>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03" name="Straight Connector 402">
              <a:extLst>
                <a:ext uri="{FF2B5EF4-FFF2-40B4-BE49-F238E27FC236}">
                  <a16:creationId xmlns:a16="http://schemas.microsoft.com/office/drawing/2014/main" id="{A73AC7BD-9B85-D6CF-5EE6-A31E64396C7A}"/>
                </a:ext>
              </a:extLst>
            </p:cNvPr>
            <p:cNvCxnSpPr>
              <a:cxnSpLocks/>
              <a:stCxn id="402"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04" name="Straight Connector 403">
              <a:extLst>
                <a:ext uri="{FF2B5EF4-FFF2-40B4-BE49-F238E27FC236}">
                  <a16:creationId xmlns:a16="http://schemas.microsoft.com/office/drawing/2014/main" id="{C7B3EDFA-F8DA-B2DD-5FE4-0A55ABD43289}"/>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11" name="Group 410">
            <a:extLst>
              <a:ext uri="{FF2B5EF4-FFF2-40B4-BE49-F238E27FC236}">
                <a16:creationId xmlns:a16="http://schemas.microsoft.com/office/drawing/2014/main" id="{D07F543D-B2DF-3609-F5C9-81AC113F3C07}"/>
              </a:ext>
            </a:extLst>
          </p:cNvPr>
          <p:cNvGrpSpPr/>
          <p:nvPr/>
        </p:nvGrpSpPr>
        <p:grpSpPr>
          <a:xfrm>
            <a:off x="11355832" y="5140982"/>
            <a:ext cx="721220" cy="609701"/>
            <a:chOff x="9656903" y="2253333"/>
            <a:chExt cx="721220" cy="609701"/>
          </a:xfrm>
        </p:grpSpPr>
        <p:sp>
          <p:nvSpPr>
            <p:cNvPr id="412" name="Rectangle 411">
              <a:hlinkHover r:id="" action="ppaction://noaction" highlightClick="1"/>
              <a:extLst>
                <a:ext uri="{FF2B5EF4-FFF2-40B4-BE49-F238E27FC236}">
                  <a16:creationId xmlns:a16="http://schemas.microsoft.com/office/drawing/2014/main" id="{58C580F5-79A1-38A5-E296-7A4B5B594241}"/>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13" name="Rectangle 412">
              <a:extLst>
                <a:ext uri="{FF2B5EF4-FFF2-40B4-BE49-F238E27FC236}">
                  <a16:creationId xmlns:a16="http://schemas.microsoft.com/office/drawing/2014/main" id="{AB8545EA-1A05-D2AB-9AF2-4A206A8023C2}"/>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4" name="Oval 15">
              <a:extLst>
                <a:ext uri="{FF2B5EF4-FFF2-40B4-BE49-F238E27FC236}">
                  <a16:creationId xmlns:a16="http://schemas.microsoft.com/office/drawing/2014/main" id="{CD17173E-4421-63A5-BBC9-B5C46BCF0EE6}"/>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15" name="Straight Connector 414">
              <a:extLst>
                <a:ext uri="{FF2B5EF4-FFF2-40B4-BE49-F238E27FC236}">
                  <a16:creationId xmlns:a16="http://schemas.microsoft.com/office/drawing/2014/main" id="{DC36F779-EF44-51C8-1B42-2119C9C28556}"/>
                </a:ext>
              </a:extLst>
            </p:cNvPr>
            <p:cNvCxnSpPr>
              <a:cxnSpLocks/>
              <a:stCxn id="414"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16" name="Straight Connector 415">
              <a:extLst>
                <a:ext uri="{FF2B5EF4-FFF2-40B4-BE49-F238E27FC236}">
                  <a16:creationId xmlns:a16="http://schemas.microsoft.com/office/drawing/2014/main" id="{3F634057-DC5E-BAA7-878B-49F2CF6E7C16}"/>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17" name="Group 416">
            <a:extLst>
              <a:ext uri="{FF2B5EF4-FFF2-40B4-BE49-F238E27FC236}">
                <a16:creationId xmlns:a16="http://schemas.microsoft.com/office/drawing/2014/main" id="{7ACCDB6D-9DBB-EF16-0064-62D4EA86F9E2}"/>
              </a:ext>
            </a:extLst>
          </p:cNvPr>
          <p:cNvGrpSpPr/>
          <p:nvPr/>
        </p:nvGrpSpPr>
        <p:grpSpPr>
          <a:xfrm>
            <a:off x="7113172" y="2252067"/>
            <a:ext cx="728239" cy="609701"/>
            <a:chOff x="5442073" y="811556"/>
            <a:chExt cx="728239" cy="609701"/>
          </a:xfrm>
        </p:grpSpPr>
        <p:sp>
          <p:nvSpPr>
            <p:cNvPr id="418" name="Rectangle 417">
              <a:extLst>
                <a:ext uri="{FF2B5EF4-FFF2-40B4-BE49-F238E27FC236}">
                  <a16:creationId xmlns:a16="http://schemas.microsoft.com/office/drawing/2014/main" id="{9E1BCFFE-01D0-12F1-F45C-4E7E043B6430}"/>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419" name="Rectangle 418">
              <a:extLst>
                <a:ext uri="{FF2B5EF4-FFF2-40B4-BE49-F238E27FC236}">
                  <a16:creationId xmlns:a16="http://schemas.microsoft.com/office/drawing/2014/main" id="{13773C3C-45A2-3704-50AF-E1D964B209FD}"/>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0" name="Oval 15">
              <a:extLst>
                <a:ext uri="{FF2B5EF4-FFF2-40B4-BE49-F238E27FC236}">
                  <a16:creationId xmlns:a16="http://schemas.microsoft.com/office/drawing/2014/main" id="{ED9CE259-4513-66F7-90D5-614331E65396}"/>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21" name="Straight Connector 420">
              <a:extLst>
                <a:ext uri="{FF2B5EF4-FFF2-40B4-BE49-F238E27FC236}">
                  <a16:creationId xmlns:a16="http://schemas.microsoft.com/office/drawing/2014/main" id="{16CC382B-8452-612F-CA16-0E967CF53DCF}"/>
                </a:ext>
              </a:extLst>
            </p:cNvPr>
            <p:cNvCxnSpPr>
              <a:cxnSpLocks/>
              <a:stCxn id="420"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22" name="Straight Connector 421">
              <a:extLst>
                <a:ext uri="{FF2B5EF4-FFF2-40B4-BE49-F238E27FC236}">
                  <a16:creationId xmlns:a16="http://schemas.microsoft.com/office/drawing/2014/main" id="{EF9BFDCF-722B-E1AF-C947-51895DBC855A}"/>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23" name="Group 422">
            <a:extLst>
              <a:ext uri="{FF2B5EF4-FFF2-40B4-BE49-F238E27FC236}">
                <a16:creationId xmlns:a16="http://schemas.microsoft.com/office/drawing/2014/main" id="{77AEAA5F-5FDB-D4A7-F2B4-9327B4255BB7}"/>
              </a:ext>
            </a:extLst>
          </p:cNvPr>
          <p:cNvGrpSpPr/>
          <p:nvPr/>
        </p:nvGrpSpPr>
        <p:grpSpPr>
          <a:xfrm>
            <a:off x="11353919" y="2251694"/>
            <a:ext cx="721206" cy="609701"/>
            <a:chOff x="8807250" y="2253334"/>
            <a:chExt cx="721206" cy="609701"/>
          </a:xfrm>
        </p:grpSpPr>
        <p:sp>
          <p:nvSpPr>
            <p:cNvPr id="424" name="Rectangle 423">
              <a:extLst>
                <a:ext uri="{FF2B5EF4-FFF2-40B4-BE49-F238E27FC236}">
                  <a16:creationId xmlns:a16="http://schemas.microsoft.com/office/drawing/2014/main" id="{2225CFF3-F410-5183-71D7-FA9A570D69F5}"/>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425" name="Right Triangle 424">
              <a:extLst>
                <a:ext uri="{FF2B5EF4-FFF2-40B4-BE49-F238E27FC236}">
                  <a16:creationId xmlns:a16="http://schemas.microsoft.com/office/drawing/2014/main" id="{079A9949-EE8D-24AC-8B6B-9FA51BB8A99D}"/>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6" name="Oval 27">
              <a:extLst>
                <a:ext uri="{FF2B5EF4-FFF2-40B4-BE49-F238E27FC236}">
                  <a16:creationId xmlns:a16="http://schemas.microsoft.com/office/drawing/2014/main" id="{7A495ECF-9E03-0AB0-C7C3-B5AAD1D3FBCB}"/>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7" name="Oval 28">
              <a:extLst>
                <a:ext uri="{FF2B5EF4-FFF2-40B4-BE49-F238E27FC236}">
                  <a16:creationId xmlns:a16="http://schemas.microsoft.com/office/drawing/2014/main" id="{2A2A4932-120E-B302-5C0D-D02CBE74868B}"/>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28" name="Group 427">
            <a:extLst>
              <a:ext uri="{FF2B5EF4-FFF2-40B4-BE49-F238E27FC236}">
                <a16:creationId xmlns:a16="http://schemas.microsoft.com/office/drawing/2014/main" id="{4C27F0C7-940C-6DD7-F3C9-AA666597251D}"/>
              </a:ext>
            </a:extLst>
          </p:cNvPr>
          <p:cNvGrpSpPr/>
          <p:nvPr/>
        </p:nvGrpSpPr>
        <p:grpSpPr>
          <a:xfrm>
            <a:off x="10508723" y="1536662"/>
            <a:ext cx="721206" cy="609701"/>
            <a:chOff x="11356242" y="1532276"/>
            <a:chExt cx="721206" cy="609701"/>
          </a:xfrm>
        </p:grpSpPr>
        <p:sp>
          <p:nvSpPr>
            <p:cNvPr id="429" name="Rectangle 428">
              <a:hlinkHover r:id="" action="ppaction://noaction" highlightClick="1"/>
              <a:extLst>
                <a:ext uri="{FF2B5EF4-FFF2-40B4-BE49-F238E27FC236}">
                  <a16:creationId xmlns:a16="http://schemas.microsoft.com/office/drawing/2014/main" id="{EAD16645-95F0-4659-C429-285E2687A02B}"/>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430" name="Oval 429">
              <a:extLst>
                <a:ext uri="{FF2B5EF4-FFF2-40B4-BE49-F238E27FC236}">
                  <a16:creationId xmlns:a16="http://schemas.microsoft.com/office/drawing/2014/main" id="{B3CCE2D3-A68F-050C-CD79-4514942BAEB5}"/>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1" name="Isosceles Triangle 648">
              <a:extLst>
                <a:ext uri="{FF2B5EF4-FFF2-40B4-BE49-F238E27FC236}">
                  <a16:creationId xmlns:a16="http://schemas.microsoft.com/office/drawing/2014/main" id="{4C158E42-47ED-90D0-3FE3-1DF29025E7E1}"/>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1" name="Group 450">
            <a:extLst>
              <a:ext uri="{FF2B5EF4-FFF2-40B4-BE49-F238E27FC236}">
                <a16:creationId xmlns:a16="http://schemas.microsoft.com/office/drawing/2014/main" id="{A493AA5A-CA7F-9E38-2A70-FF448622BF36}"/>
              </a:ext>
            </a:extLst>
          </p:cNvPr>
          <p:cNvGrpSpPr/>
          <p:nvPr/>
        </p:nvGrpSpPr>
        <p:grpSpPr>
          <a:xfrm>
            <a:off x="7905566" y="751337"/>
            <a:ext cx="3396155" cy="4999377"/>
            <a:chOff x="7905566" y="751337"/>
            <a:chExt cx="3396155" cy="4999377"/>
          </a:xfrm>
        </p:grpSpPr>
        <p:cxnSp>
          <p:nvCxnSpPr>
            <p:cNvPr id="452" name="Straight Connector 451">
              <a:extLst>
                <a:ext uri="{FF2B5EF4-FFF2-40B4-BE49-F238E27FC236}">
                  <a16:creationId xmlns:a16="http://schemas.microsoft.com/office/drawing/2014/main" id="{90007962-A893-40E2-12E0-839AC4EE486C}"/>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53" name="Straight Connector 452">
              <a:extLst>
                <a:ext uri="{FF2B5EF4-FFF2-40B4-BE49-F238E27FC236}">
                  <a16:creationId xmlns:a16="http://schemas.microsoft.com/office/drawing/2014/main" id="{35FFD8CA-2859-F445-5FAF-44B05C50C097}"/>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54" name="Straight Connector 453">
              <a:extLst>
                <a:ext uri="{FF2B5EF4-FFF2-40B4-BE49-F238E27FC236}">
                  <a16:creationId xmlns:a16="http://schemas.microsoft.com/office/drawing/2014/main" id="{B0D38B67-CBD6-A0F5-6D3C-88C676C21854}"/>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A181CC37-8ECB-1BB5-D602-B379EADE61E0}"/>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FEC1334E-C9E8-8576-3FF1-F8F1BCD92EF7}"/>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B055B536-EBD1-F485-01DD-F1D2680DE177}"/>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354E4689-EB1B-6CD0-DD6A-3058623D4DC7}"/>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463" name="Straight Connector 462">
            <a:extLst>
              <a:ext uri="{FF2B5EF4-FFF2-40B4-BE49-F238E27FC236}">
                <a16:creationId xmlns:a16="http://schemas.microsoft.com/office/drawing/2014/main" id="{8680B0A4-0A61-2182-857C-B858D91520E1}"/>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2" name="Picture 1">
            <a:hlinkClick r:id="rId12" action="ppaction://hlinksldjump"/>
            <a:extLst>
              <a:ext uri="{FF2B5EF4-FFF2-40B4-BE49-F238E27FC236}">
                <a16:creationId xmlns:a16="http://schemas.microsoft.com/office/drawing/2014/main" id="{24B56239-A966-D0D9-5E2C-6E0FA84B953B}"/>
              </a:ext>
            </a:extLst>
          </p:cNvPr>
          <p:cNvPicPr>
            <a:picLocks noChangeAspect="1"/>
          </p:cNvPicPr>
          <p:nvPr/>
        </p:nvPicPr>
        <p:blipFill>
          <a:blip r:embed="rId13"/>
          <a:stretch>
            <a:fillRect/>
          </a:stretch>
        </p:blipFill>
        <p:spPr>
          <a:xfrm>
            <a:off x="0" y="0"/>
            <a:ext cx="211626" cy="6858000"/>
          </a:xfrm>
          <a:prstGeom prst="rect">
            <a:avLst/>
          </a:prstGeom>
        </p:spPr>
      </p:pic>
      <p:grpSp>
        <p:nvGrpSpPr>
          <p:cNvPr id="3" name="Group 2">
            <a:extLst>
              <a:ext uri="{FF2B5EF4-FFF2-40B4-BE49-F238E27FC236}">
                <a16:creationId xmlns:a16="http://schemas.microsoft.com/office/drawing/2014/main" id="{3F2B33C2-D49A-39DF-29D0-0547613E8DBA}"/>
              </a:ext>
            </a:extLst>
          </p:cNvPr>
          <p:cNvGrpSpPr/>
          <p:nvPr/>
        </p:nvGrpSpPr>
        <p:grpSpPr>
          <a:xfrm>
            <a:off x="9652491" y="2986436"/>
            <a:ext cx="721206" cy="609701"/>
            <a:chOff x="9657972" y="90836"/>
            <a:chExt cx="721206" cy="609701"/>
          </a:xfrm>
        </p:grpSpPr>
        <p:sp>
          <p:nvSpPr>
            <p:cNvPr id="4" name="Rectangle 3">
              <a:hlinkHover r:id="" action="ppaction://noaction" highlightClick="1"/>
              <a:extLst>
                <a:ext uri="{FF2B5EF4-FFF2-40B4-BE49-F238E27FC236}">
                  <a16:creationId xmlns:a16="http://schemas.microsoft.com/office/drawing/2014/main" id="{65DAF875-89A4-F11F-6FC2-73EDFABCB270}"/>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5" name="Diamond 4">
              <a:extLst>
                <a:ext uri="{FF2B5EF4-FFF2-40B4-BE49-F238E27FC236}">
                  <a16:creationId xmlns:a16="http://schemas.microsoft.com/office/drawing/2014/main" id="{B8DD7C1D-EC57-C357-ABCD-7CC4B661E9EE}"/>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D1DAB2B4-2BA1-6112-8A72-F8D932D5CFAB}"/>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343244079"/>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0352" y="96294"/>
            <a:ext cx="5811375"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Pillar of Infrastructure</a:t>
            </a:r>
          </a:p>
        </p:txBody>
      </p:sp>
      <p:sp>
        <p:nvSpPr>
          <p:cNvPr id="9" name="Rectangle 8">
            <a:hlinkClick r:id="rId3" action="ppaction://hlinksldjump"/>
            <a:hlinkHover r:id="rId3" action="ppaction://hlinksldjump"/>
            <a:extLst>
              <a:ext uri="{FF2B5EF4-FFF2-40B4-BE49-F238E27FC236}">
                <a16:creationId xmlns:a16="http://schemas.microsoft.com/office/drawing/2014/main" id="{E1B9F503-04A0-4DCF-BD5F-BE183042E769}"/>
              </a:ext>
            </a:extLst>
          </p:cNvPr>
          <p:cNvSpPr/>
          <p:nvPr/>
        </p:nvSpPr>
        <p:spPr>
          <a:xfrm>
            <a:off x="8803146"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a:t>
            </a:r>
          </a:p>
        </p:txBody>
      </p:sp>
      <p:sp>
        <p:nvSpPr>
          <p:cNvPr id="29" name="Rectangle 28">
            <a:hlinkClick r:id="rId4" action="ppaction://hlinksldjump"/>
            <a:hlinkHover r:id="rId4" action="ppaction://hlinksldjump"/>
            <a:extLst>
              <a:ext uri="{FF2B5EF4-FFF2-40B4-BE49-F238E27FC236}">
                <a16:creationId xmlns:a16="http://schemas.microsoft.com/office/drawing/2014/main" id="{66D9D8C2-AF18-415C-85FA-D938AEC27488}"/>
              </a:ext>
            </a:extLst>
          </p:cNvPr>
          <p:cNvSpPr/>
          <p:nvPr/>
        </p:nvSpPr>
        <p:spPr>
          <a:xfrm>
            <a:off x="3696468"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a:t>
            </a:r>
          </a:p>
        </p:txBody>
      </p:sp>
      <p:sp>
        <p:nvSpPr>
          <p:cNvPr id="30" name="Rectangle 29">
            <a:hlinkClick r:id="rId5" action="ppaction://hlinksldjump"/>
            <a:hlinkHover r:id="rId5" action="ppaction://hlinksldjump"/>
            <a:extLst>
              <a:ext uri="{FF2B5EF4-FFF2-40B4-BE49-F238E27FC236}">
                <a16:creationId xmlns:a16="http://schemas.microsoft.com/office/drawing/2014/main" id="{B92B4B8C-C869-48E6-BFB1-B1E2FA1BC9A7}"/>
              </a:ext>
            </a:extLst>
          </p:cNvPr>
          <p:cNvSpPr/>
          <p:nvPr/>
        </p:nvSpPr>
        <p:spPr>
          <a:xfrm>
            <a:off x="1994242"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Devices</a:t>
            </a:r>
          </a:p>
        </p:txBody>
      </p:sp>
      <p:sp>
        <p:nvSpPr>
          <p:cNvPr id="31" name="Rectangle 30">
            <a:hlinkClick r:id="rId6" action="ppaction://hlinksldjump"/>
            <a:hlinkHover r:id="rId6" action="ppaction://hlinksldjump"/>
            <a:extLst>
              <a:ext uri="{FF2B5EF4-FFF2-40B4-BE49-F238E27FC236}">
                <a16:creationId xmlns:a16="http://schemas.microsoft.com/office/drawing/2014/main" id="{4F6C6BF8-0B37-4554-9D29-62DB1AAB1208}"/>
              </a:ext>
            </a:extLst>
          </p:cNvPr>
          <p:cNvSpPr/>
          <p:nvPr/>
        </p:nvSpPr>
        <p:spPr>
          <a:xfrm>
            <a:off x="292016"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a:t>
            </a:r>
          </a:p>
        </p:txBody>
      </p:sp>
      <p:sp>
        <p:nvSpPr>
          <p:cNvPr id="34" name="Rectangle 33">
            <a:hlinkClick r:id="rId7" action="ppaction://hlinksldjump"/>
            <a:hlinkHover r:id="rId7" action="ppaction://hlinksldjump"/>
            <a:extLst>
              <a:ext uri="{FF2B5EF4-FFF2-40B4-BE49-F238E27FC236}">
                <a16:creationId xmlns:a16="http://schemas.microsoft.com/office/drawing/2014/main" id="{8A090C0F-DAAE-479C-A110-515120886F24}"/>
              </a:ext>
            </a:extLst>
          </p:cNvPr>
          <p:cNvSpPr/>
          <p:nvPr/>
        </p:nvSpPr>
        <p:spPr>
          <a:xfrm>
            <a:off x="7100920" y="5851984"/>
            <a:ext cx="1614057" cy="868383"/>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Infrastructure</a:t>
            </a:r>
          </a:p>
        </p:txBody>
      </p:sp>
      <p:sp>
        <p:nvSpPr>
          <p:cNvPr id="37" name="Rectangle 36">
            <a:hlinkClick r:id="rId8" action="ppaction://hlinksldjump"/>
            <a:hlinkHover r:id="rId8" action="ppaction://hlinksldjump"/>
            <a:extLst>
              <a:ext uri="{FF2B5EF4-FFF2-40B4-BE49-F238E27FC236}">
                <a16:creationId xmlns:a16="http://schemas.microsoft.com/office/drawing/2014/main" id="{E76DCA8F-48EA-4ADB-A2C6-03711C1CBE21}"/>
              </a:ext>
            </a:extLst>
          </p:cNvPr>
          <p:cNvSpPr/>
          <p:nvPr/>
        </p:nvSpPr>
        <p:spPr>
          <a:xfrm>
            <a:off x="5398694"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Apps</a:t>
            </a:r>
          </a:p>
        </p:txBody>
      </p:sp>
      <p:sp>
        <p:nvSpPr>
          <p:cNvPr id="38" name="Rectangle 37">
            <a:hlinkClick r:id="rId9" action="ppaction://hlinksldjump"/>
            <a:hlinkHover r:id="rId9" action="ppaction://hlinksldjump"/>
            <a:extLst>
              <a:ext uri="{FF2B5EF4-FFF2-40B4-BE49-F238E27FC236}">
                <a16:creationId xmlns:a16="http://schemas.microsoft.com/office/drawing/2014/main" id="{1FC1DFA4-7656-443B-BD94-2D9ED5A8B004}"/>
              </a:ext>
            </a:extLst>
          </p:cNvPr>
          <p:cNvSpPr/>
          <p:nvPr/>
        </p:nvSpPr>
        <p:spPr>
          <a:xfrm>
            <a:off x="10505371"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Visibility, Automation and Orchestration</a:t>
            </a:r>
          </a:p>
        </p:txBody>
      </p:sp>
      <p:grpSp>
        <p:nvGrpSpPr>
          <p:cNvPr id="17" name="Group 16">
            <a:extLst>
              <a:ext uri="{FF2B5EF4-FFF2-40B4-BE49-F238E27FC236}">
                <a16:creationId xmlns:a16="http://schemas.microsoft.com/office/drawing/2014/main" id="{33E23627-7771-174E-7DBE-11ABA2A30420}"/>
              </a:ext>
            </a:extLst>
          </p:cNvPr>
          <p:cNvGrpSpPr/>
          <p:nvPr/>
        </p:nvGrpSpPr>
        <p:grpSpPr>
          <a:xfrm>
            <a:off x="3779655" y="811556"/>
            <a:ext cx="721206" cy="609701"/>
            <a:chOff x="3779655" y="811556"/>
            <a:chExt cx="721206" cy="609701"/>
          </a:xfrm>
        </p:grpSpPr>
        <p:sp>
          <p:nvSpPr>
            <p:cNvPr id="19" name="Rectangle 18">
              <a:extLst>
                <a:ext uri="{FF2B5EF4-FFF2-40B4-BE49-F238E27FC236}">
                  <a16:creationId xmlns:a16="http://schemas.microsoft.com/office/drawing/2014/main" id="{6FAD93ED-B7C5-EAA0-0FD6-272E50A38949}"/>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0" name="Rectangle 19">
              <a:extLst>
                <a:ext uri="{FF2B5EF4-FFF2-40B4-BE49-F238E27FC236}">
                  <a16:creationId xmlns:a16="http://schemas.microsoft.com/office/drawing/2014/main" id="{EF12A390-5CFD-9FEA-E35D-712A1CD12564}"/>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 name="Oval 15">
              <a:extLst>
                <a:ext uri="{FF2B5EF4-FFF2-40B4-BE49-F238E27FC236}">
                  <a16:creationId xmlns:a16="http://schemas.microsoft.com/office/drawing/2014/main" id="{9B79B4AA-2BFC-74AD-FF47-316D48163866}"/>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2" name="Straight Connector 21">
              <a:extLst>
                <a:ext uri="{FF2B5EF4-FFF2-40B4-BE49-F238E27FC236}">
                  <a16:creationId xmlns:a16="http://schemas.microsoft.com/office/drawing/2014/main" id="{8DA925A3-C019-9D86-E06E-6275E22BDC45}"/>
                </a:ext>
              </a:extLst>
            </p:cNvPr>
            <p:cNvCxnSpPr>
              <a:cxnSpLocks/>
              <a:stCxn id="21"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3" name="Straight Connector 22">
              <a:extLst>
                <a:ext uri="{FF2B5EF4-FFF2-40B4-BE49-F238E27FC236}">
                  <a16:creationId xmlns:a16="http://schemas.microsoft.com/office/drawing/2014/main" id="{CC8A9C08-DED8-60AD-1310-D0AB4E13A596}"/>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7" name="Group 46">
            <a:extLst>
              <a:ext uri="{FF2B5EF4-FFF2-40B4-BE49-F238E27FC236}">
                <a16:creationId xmlns:a16="http://schemas.microsoft.com/office/drawing/2014/main" id="{84F7F1A8-A171-DA78-5499-F80CC670510B}"/>
              </a:ext>
            </a:extLst>
          </p:cNvPr>
          <p:cNvGrpSpPr/>
          <p:nvPr/>
        </p:nvGrpSpPr>
        <p:grpSpPr>
          <a:xfrm>
            <a:off x="5448056" y="1532276"/>
            <a:ext cx="721206" cy="609701"/>
            <a:chOff x="5448056" y="1532276"/>
            <a:chExt cx="721206" cy="609701"/>
          </a:xfrm>
        </p:grpSpPr>
        <p:sp>
          <p:nvSpPr>
            <p:cNvPr id="48" name="Rectangle 47">
              <a:extLst>
                <a:ext uri="{FF2B5EF4-FFF2-40B4-BE49-F238E27FC236}">
                  <a16:creationId xmlns:a16="http://schemas.microsoft.com/office/drawing/2014/main" id="{300A2054-BBA1-1E23-529C-ED45692D709F}"/>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49" name="Rectangle 48">
              <a:extLst>
                <a:ext uri="{FF2B5EF4-FFF2-40B4-BE49-F238E27FC236}">
                  <a16:creationId xmlns:a16="http://schemas.microsoft.com/office/drawing/2014/main" id="{54FECE36-3046-3148-E8B2-277FF69B9135}"/>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 name="Oval 15">
              <a:extLst>
                <a:ext uri="{FF2B5EF4-FFF2-40B4-BE49-F238E27FC236}">
                  <a16:creationId xmlns:a16="http://schemas.microsoft.com/office/drawing/2014/main" id="{AA733F62-92C7-8B67-7482-1A8B108CC7F3}"/>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1" name="Straight Connector 50">
              <a:extLst>
                <a:ext uri="{FF2B5EF4-FFF2-40B4-BE49-F238E27FC236}">
                  <a16:creationId xmlns:a16="http://schemas.microsoft.com/office/drawing/2014/main" id="{2E158681-C8E5-1F41-BD2D-34F20A4C5CA4}"/>
                </a:ext>
              </a:extLst>
            </p:cNvPr>
            <p:cNvCxnSpPr>
              <a:cxnSpLocks/>
              <a:stCxn id="50"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2" name="Straight Connector 51">
              <a:extLst>
                <a:ext uri="{FF2B5EF4-FFF2-40B4-BE49-F238E27FC236}">
                  <a16:creationId xmlns:a16="http://schemas.microsoft.com/office/drawing/2014/main" id="{8ECBAAB4-EAE2-8A16-B34E-E4042D7930C2}"/>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C4639C07-D94C-023B-204D-DCFF4019ABA2}"/>
              </a:ext>
            </a:extLst>
          </p:cNvPr>
          <p:cNvGrpSpPr/>
          <p:nvPr/>
        </p:nvGrpSpPr>
        <p:grpSpPr>
          <a:xfrm>
            <a:off x="6284565" y="1532276"/>
            <a:ext cx="721206" cy="609701"/>
            <a:chOff x="6284565" y="1532276"/>
            <a:chExt cx="721206" cy="609701"/>
          </a:xfrm>
        </p:grpSpPr>
        <p:sp>
          <p:nvSpPr>
            <p:cNvPr id="54" name="Rectangle 53">
              <a:extLst>
                <a:ext uri="{FF2B5EF4-FFF2-40B4-BE49-F238E27FC236}">
                  <a16:creationId xmlns:a16="http://schemas.microsoft.com/office/drawing/2014/main" id="{25C4D561-B82C-897D-BBE8-403E8C47012A}"/>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55" name="Rectangle 54">
              <a:extLst>
                <a:ext uri="{FF2B5EF4-FFF2-40B4-BE49-F238E27FC236}">
                  <a16:creationId xmlns:a16="http://schemas.microsoft.com/office/drawing/2014/main" id="{6DB17325-B3A0-DD6D-C60D-256E80EE2185}"/>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 name="Oval 15">
              <a:extLst>
                <a:ext uri="{FF2B5EF4-FFF2-40B4-BE49-F238E27FC236}">
                  <a16:creationId xmlns:a16="http://schemas.microsoft.com/office/drawing/2014/main" id="{4DBDE641-763C-A596-3D2B-02451DB33D07}"/>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 name="Straight Connector 56">
              <a:extLst>
                <a:ext uri="{FF2B5EF4-FFF2-40B4-BE49-F238E27FC236}">
                  <a16:creationId xmlns:a16="http://schemas.microsoft.com/office/drawing/2014/main" id="{C5BB7A7C-D794-9CE6-BC70-7C2728E58158}"/>
                </a:ext>
              </a:extLst>
            </p:cNvPr>
            <p:cNvCxnSpPr>
              <a:cxnSpLocks/>
              <a:stCxn id="56"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 name="Straight Connector 58">
              <a:extLst>
                <a:ext uri="{FF2B5EF4-FFF2-40B4-BE49-F238E27FC236}">
                  <a16:creationId xmlns:a16="http://schemas.microsoft.com/office/drawing/2014/main" id="{D5A93621-C316-1EEE-6A7E-4F262DA24927}"/>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 name="Group 60">
            <a:extLst>
              <a:ext uri="{FF2B5EF4-FFF2-40B4-BE49-F238E27FC236}">
                <a16:creationId xmlns:a16="http://schemas.microsoft.com/office/drawing/2014/main" id="{4DD021F4-BE0C-DC00-3BFD-42E086719D06}"/>
              </a:ext>
            </a:extLst>
          </p:cNvPr>
          <p:cNvGrpSpPr/>
          <p:nvPr/>
        </p:nvGrpSpPr>
        <p:grpSpPr>
          <a:xfrm>
            <a:off x="7121069" y="1532276"/>
            <a:ext cx="721206" cy="609701"/>
            <a:chOff x="7121069" y="1532276"/>
            <a:chExt cx="721206" cy="609701"/>
          </a:xfrm>
        </p:grpSpPr>
        <p:sp>
          <p:nvSpPr>
            <p:cNvPr id="62" name="Rectangle 61">
              <a:extLst>
                <a:ext uri="{FF2B5EF4-FFF2-40B4-BE49-F238E27FC236}">
                  <a16:creationId xmlns:a16="http://schemas.microsoft.com/office/drawing/2014/main" id="{89D75770-9C0F-1D58-92BF-98FA383D173C}"/>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63" name="Rectangle 62">
              <a:extLst>
                <a:ext uri="{FF2B5EF4-FFF2-40B4-BE49-F238E27FC236}">
                  <a16:creationId xmlns:a16="http://schemas.microsoft.com/office/drawing/2014/main" id="{66122EA4-3CB2-86DB-2E91-E3F4814E7AE8}"/>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 name="Oval 15">
              <a:extLst>
                <a:ext uri="{FF2B5EF4-FFF2-40B4-BE49-F238E27FC236}">
                  <a16:creationId xmlns:a16="http://schemas.microsoft.com/office/drawing/2014/main" id="{9A8F80AD-7FB0-EFD7-3D08-083885D8C18A}"/>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5" name="Straight Connector 64">
              <a:extLst>
                <a:ext uri="{FF2B5EF4-FFF2-40B4-BE49-F238E27FC236}">
                  <a16:creationId xmlns:a16="http://schemas.microsoft.com/office/drawing/2014/main" id="{5F920231-6C1D-85BE-503A-FBC81166FA5A}"/>
                </a:ext>
              </a:extLst>
            </p:cNvPr>
            <p:cNvCxnSpPr>
              <a:cxnSpLocks/>
              <a:stCxn id="64"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6" name="Straight Connector 65">
              <a:extLst>
                <a:ext uri="{FF2B5EF4-FFF2-40B4-BE49-F238E27FC236}">
                  <a16:creationId xmlns:a16="http://schemas.microsoft.com/office/drawing/2014/main" id="{3DA36D0A-F019-85AD-B123-A49859468035}"/>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9791FC61-6FC2-F644-F9AE-E0681CE75D8E}"/>
              </a:ext>
            </a:extLst>
          </p:cNvPr>
          <p:cNvGrpSpPr/>
          <p:nvPr/>
        </p:nvGrpSpPr>
        <p:grpSpPr>
          <a:xfrm>
            <a:off x="3775045" y="1532276"/>
            <a:ext cx="721206" cy="609701"/>
            <a:chOff x="3775045" y="1532276"/>
            <a:chExt cx="721206" cy="609701"/>
          </a:xfrm>
        </p:grpSpPr>
        <p:sp>
          <p:nvSpPr>
            <p:cNvPr id="70" name="Rectangle 69">
              <a:extLst>
                <a:ext uri="{FF2B5EF4-FFF2-40B4-BE49-F238E27FC236}">
                  <a16:creationId xmlns:a16="http://schemas.microsoft.com/office/drawing/2014/main" id="{417678D0-51E8-5F8B-ED3B-0F40D99EE0D4}"/>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71" name="Right Triangle 70">
              <a:extLst>
                <a:ext uri="{FF2B5EF4-FFF2-40B4-BE49-F238E27FC236}">
                  <a16:creationId xmlns:a16="http://schemas.microsoft.com/office/drawing/2014/main" id="{63E51E68-51FE-7871-1569-40BA00C7EA41}"/>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 name="Group 71">
              <a:extLst>
                <a:ext uri="{FF2B5EF4-FFF2-40B4-BE49-F238E27FC236}">
                  <a16:creationId xmlns:a16="http://schemas.microsoft.com/office/drawing/2014/main" id="{0CE39292-81F5-F929-DCDA-E29FBE152877}"/>
                </a:ext>
              </a:extLst>
            </p:cNvPr>
            <p:cNvGrpSpPr/>
            <p:nvPr/>
          </p:nvGrpSpPr>
          <p:grpSpPr>
            <a:xfrm>
              <a:off x="4440495" y="1542936"/>
              <a:ext cx="37817" cy="61390"/>
              <a:chOff x="3883481" y="2057400"/>
              <a:chExt cx="1608363" cy="2652031"/>
            </a:xfrm>
            <a:solidFill>
              <a:srgbClr val="A6A6A6">
                <a:alpha val="20000"/>
              </a:srgbClr>
            </a:solidFill>
          </p:grpSpPr>
          <p:sp>
            <p:nvSpPr>
              <p:cNvPr id="73" name="Oval 27">
                <a:extLst>
                  <a:ext uri="{FF2B5EF4-FFF2-40B4-BE49-F238E27FC236}">
                    <a16:creationId xmlns:a16="http://schemas.microsoft.com/office/drawing/2014/main" id="{2DDFD428-9AA6-9D62-0664-834D00D4DEC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 name="Oval 28">
                <a:extLst>
                  <a:ext uri="{FF2B5EF4-FFF2-40B4-BE49-F238E27FC236}">
                    <a16:creationId xmlns:a16="http://schemas.microsoft.com/office/drawing/2014/main" id="{D5DA3AF3-2422-0243-6D21-C92CD4C8A11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 name="Group 75">
            <a:extLst>
              <a:ext uri="{FF2B5EF4-FFF2-40B4-BE49-F238E27FC236}">
                <a16:creationId xmlns:a16="http://schemas.microsoft.com/office/drawing/2014/main" id="{6721A1C6-4028-6F33-50C9-201D3F0ABC14}"/>
              </a:ext>
            </a:extLst>
          </p:cNvPr>
          <p:cNvGrpSpPr/>
          <p:nvPr/>
        </p:nvGrpSpPr>
        <p:grpSpPr>
          <a:xfrm>
            <a:off x="4611552" y="1532276"/>
            <a:ext cx="721206" cy="609701"/>
            <a:chOff x="4611552" y="1532276"/>
            <a:chExt cx="721206" cy="609701"/>
          </a:xfrm>
        </p:grpSpPr>
        <p:sp>
          <p:nvSpPr>
            <p:cNvPr id="77" name="Rectangle 76">
              <a:extLst>
                <a:ext uri="{FF2B5EF4-FFF2-40B4-BE49-F238E27FC236}">
                  <a16:creationId xmlns:a16="http://schemas.microsoft.com/office/drawing/2014/main" id="{DA644DD4-7243-5DDF-2827-AC43D1DBBC73}"/>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05" name="Right Triangle 104">
              <a:extLst>
                <a:ext uri="{FF2B5EF4-FFF2-40B4-BE49-F238E27FC236}">
                  <a16:creationId xmlns:a16="http://schemas.microsoft.com/office/drawing/2014/main" id="{A482CDFD-775A-70AF-BD90-A6AB6EB41A6B}"/>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6" name="Group 105">
              <a:extLst>
                <a:ext uri="{FF2B5EF4-FFF2-40B4-BE49-F238E27FC236}">
                  <a16:creationId xmlns:a16="http://schemas.microsoft.com/office/drawing/2014/main" id="{1556AA87-8DEB-4DF2-67FF-BC05EF3C5EE5}"/>
                </a:ext>
              </a:extLst>
            </p:cNvPr>
            <p:cNvGrpSpPr/>
            <p:nvPr/>
          </p:nvGrpSpPr>
          <p:grpSpPr>
            <a:xfrm>
              <a:off x="5276135" y="1542936"/>
              <a:ext cx="37817" cy="61390"/>
              <a:chOff x="3883481" y="2057400"/>
              <a:chExt cx="1608363" cy="2652031"/>
            </a:xfrm>
            <a:solidFill>
              <a:srgbClr val="A6A6A6">
                <a:alpha val="20000"/>
              </a:srgbClr>
            </a:solidFill>
          </p:grpSpPr>
          <p:sp>
            <p:nvSpPr>
              <p:cNvPr id="107" name="Oval 27">
                <a:extLst>
                  <a:ext uri="{FF2B5EF4-FFF2-40B4-BE49-F238E27FC236}">
                    <a16:creationId xmlns:a16="http://schemas.microsoft.com/office/drawing/2014/main" id="{8792456B-972C-2F19-5C7E-7F592832820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8" name="Oval 28">
                <a:extLst>
                  <a:ext uri="{FF2B5EF4-FFF2-40B4-BE49-F238E27FC236}">
                    <a16:creationId xmlns:a16="http://schemas.microsoft.com/office/drawing/2014/main" id="{36256BA1-C229-3E82-D72D-1BFC7CB7689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9" name="Group 108">
            <a:extLst>
              <a:ext uri="{FF2B5EF4-FFF2-40B4-BE49-F238E27FC236}">
                <a16:creationId xmlns:a16="http://schemas.microsoft.com/office/drawing/2014/main" id="{BEABB22D-D761-E0DE-D4AA-7C985494CA55}"/>
              </a:ext>
            </a:extLst>
          </p:cNvPr>
          <p:cNvGrpSpPr/>
          <p:nvPr/>
        </p:nvGrpSpPr>
        <p:grpSpPr>
          <a:xfrm>
            <a:off x="2938537" y="1532271"/>
            <a:ext cx="721206" cy="610042"/>
            <a:chOff x="2938537" y="1532271"/>
            <a:chExt cx="721206" cy="610042"/>
          </a:xfrm>
        </p:grpSpPr>
        <p:sp>
          <p:nvSpPr>
            <p:cNvPr id="110" name="Rectangle 109">
              <a:extLst>
                <a:ext uri="{FF2B5EF4-FFF2-40B4-BE49-F238E27FC236}">
                  <a16:creationId xmlns:a16="http://schemas.microsoft.com/office/drawing/2014/main" id="{60A6063F-4289-EC37-6ACD-6C489577AEEB}"/>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32" name="Right Triangle 431">
              <a:extLst>
                <a:ext uri="{FF2B5EF4-FFF2-40B4-BE49-F238E27FC236}">
                  <a16:creationId xmlns:a16="http://schemas.microsoft.com/office/drawing/2014/main" id="{563B9541-BEB5-5813-CAD9-AD645F50E74D}"/>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3" name="Oval 27">
              <a:extLst>
                <a:ext uri="{FF2B5EF4-FFF2-40B4-BE49-F238E27FC236}">
                  <a16:creationId xmlns:a16="http://schemas.microsoft.com/office/drawing/2014/main" id="{4426132E-86CA-40FA-538F-8818C6E1354B}"/>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4" name="Oval 28">
              <a:extLst>
                <a:ext uri="{FF2B5EF4-FFF2-40B4-BE49-F238E27FC236}">
                  <a16:creationId xmlns:a16="http://schemas.microsoft.com/office/drawing/2014/main" id="{13F7220F-3C3E-B246-26BB-8663F8792CD4}"/>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5" name="Group 434">
            <a:extLst>
              <a:ext uri="{FF2B5EF4-FFF2-40B4-BE49-F238E27FC236}">
                <a16:creationId xmlns:a16="http://schemas.microsoft.com/office/drawing/2014/main" id="{DBAA2DFD-532F-139A-D548-9716F2AF65B6}"/>
              </a:ext>
            </a:extLst>
          </p:cNvPr>
          <p:cNvGrpSpPr/>
          <p:nvPr/>
        </p:nvGrpSpPr>
        <p:grpSpPr>
          <a:xfrm>
            <a:off x="6287105" y="2974054"/>
            <a:ext cx="721206" cy="609701"/>
            <a:chOff x="6287105" y="2974054"/>
            <a:chExt cx="721206" cy="609701"/>
          </a:xfrm>
        </p:grpSpPr>
        <p:sp>
          <p:nvSpPr>
            <p:cNvPr id="436" name="Rectangle 435">
              <a:hlinkHover r:id="" action="ppaction://noaction" highlightClick="1"/>
              <a:extLst>
                <a:ext uri="{FF2B5EF4-FFF2-40B4-BE49-F238E27FC236}">
                  <a16:creationId xmlns:a16="http://schemas.microsoft.com/office/drawing/2014/main" id="{3B0628B0-0798-5AFF-601B-BDF409418286}"/>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37" name="Rectangle 436">
              <a:extLst>
                <a:ext uri="{FF2B5EF4-FFF2-40B4-BE49-F238E27FC236}">
                  <a16:creationId xmlns:a16="http://schemas.microsoft.com/office/drawing/2014/main" id="{1F39E991-255B-2996-85AC-633A85AF6BCB}"/>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8" name="Oval 15">
              <a:extLst>
                <a:ext uri="{FF2B5EF4-FFF2-40B4-BE49-F238E27FC236}">
                  <a16:creationId xmlns:a16="http://schemas.microsoft.com/office/drawing/2014/main" id="{E0BD22F4-53B5-D28A-D631-0B6CF7292F90}"/>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9" name="Straight Connector 438">
              <a:extLst>
                <a:ext uri="{FF2B5EF4-FFF2-40B4-BE49-F238E27FC236}">
                  <a16:creationId xmlns:a16="http://schemas.microsoft.com/office/drawing/2014/main" id="{753AEC31-2BFC-C76B-F6D1-E24A26B8068A}"/>
                </a:ext>
              </a:extLst>
            </p:cNvPr>
            <p:cNvCxnSpPr>
              <a:cxnSpLocks/>
              <a:stCxn id="438"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40" name="Group 439">
            <a:extLst>
              <a:ext uri="{FF2B5EF4-FFF2-40B4-BE49-F238E27FC236}">
                <a16:creationId xmlns:a16="http://schemas.microsoft.com/office/drawing/2014/main" id="{C28849B9-DF1B-2DA8-6053-BB59AB96EFA1}"/>
              </a:ext>
            </a:extLst>
          </p:cNvPr>
          <p:cNvGrpSpPr/>
          <p:nvPr/>
        </p:nvGrpSpPr>
        <p:grpSpPr>
          <a:xfrm>
            <a:off x="7123149" y="2974054"/>
            <a:ext cx="721206" cy="646284"/>
            <a:chOff x="7123149" y="2974054"/>
            <a:chExt cx="721206" cy="646284"/>
          </a:xfrm>
        </p:grpSpPr>
        <p:sp>
          <p:nvSpPr>
            <p:cNvPr id="441" name="Rectangle 440">
              <a:hlinkHover r:id="" action="ppaction://noaction" highlightClick="1"/>
              <a:extLst>
                <a:ext uri="{FF2B5EF4-FFF2-40B4-BE49-F238E27FC236}">
                  <a16:creationId xmlns:a16="http://schemas.microsoft.com/office/drawing/2014/main" id="{16BDDD96-7FC3-01C0-6380-323031F9D10B}"/>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42" name="Rectangle 441">
              <a:extLst>
                <a:ext uri="{FF2B5EF4-FFF2-40B4-BE49-F238E27FC236}">
                  <a16:creationId xmlns:a16="http://schemas.microsoft.com/office/drawing/2014/main" id="{2365EE1B-2ECB-AF5A-F0B3-335BFC9D0DDC}"/>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3" name="Oval 15">
              <a:extLst>
                <a:ext uri="{FF2B5EF4-FFF2-40B4-BE49-F238E27FC236}">
                  <a16:creationId xmlns:a16="http://schemas.microsoft.com/office/drawing/2014/main" id="{F7CB582C-9582-4CDE-C577-BEB05A7B7E0F}"/>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4" name="Straight Connector 443">
              <a:extLst>
                <a:ext uri="{FF2B5EF4-FFF2-40B4-BE49-F238E27FC236}">
                  <a16:creationId xmlns:a16="http://schemas.microsoft.com/office/drawing/2014/main" id="{8C972A9E-3C9A-D709-CA98-BCC2677C2B78}"/>
                </a:ext>
              </a:extLst>
            </p:cNvPr>
            <p:cNvCxnSpPr>
              <a:cxnSpLocks/>
              <a:stCxn id="443"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45" name="Straight Connector 444">
              <a:extLst>
                <a:ext uri="{FF2B5EF4-FFF2-40B4-BE49-F238E27FC236}">
                  <a16:creationId xmlns:a16="http://schemas.microsoft.com/office/drawing/2014/main" id="{6886816D-97B9-F8B0-0E6D-5C06E976843E}"/>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50" name="Group 449">
            <a:extLst>
              <a:ext uri="{FF2B5EF4-FFF2-40B4-BE49-F238E27FC236}">
                <a16:creationId xmlns:a16="http://schemas.microsoft.com/office/drawing/2014/main" id="{2984A168-0D22-7201-4FA7-E4FE91A41FFA}"/>
              </a:ext>
            </a:extLst>
          </p:cNvPr>
          <p:cNvGrpSpPr/>
          <p:nvPr/>
        </p:nvGrpSpPr>
        <p:grpSpPr>
          <a:xfrm>
            <a:off x="8795244" y="2974054"/>
            <a:ext cx="721206" cy="609701"/>
            <a:chOff x="8795244" y="2974054"/>
            <a:chExt cx="721206" cy="609701"/>
          </a:xfrm>
        </p:grpSpPr>
        <p:sp>
          <p:nvSpPr>
            <p:cNvPr id="451" name="Rectangle 450">
              <a:hlinkHover r:id="" action="ppaction://noaction" highlightClick="1"/>
              <a:extLst>
                <a:ext uri="{FF2B5EF4-FFF2-40B4-BE49-F238E27FC236}">
                  <a16:creationId xmlns:a16="http://schemas.microsoft.com/office/drawing/2014/main" id="{7CEA9B33-3226-B9F0-C5F7-DE3BCD9E6888}"/>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52" name="Diamond 451">
              <a:extLst>
                <a:ext uri="{FF2B5EF4-FFF2-40B4-BE49-F238E27FC236}">
                  <a16:creationId xmlns:a16="http://schemas.microsoft.com/office/drawing/2014/main" id="{60528DBF-5BC3-5B64-A0EF-4F5785C1DC83}"/>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3" name="Oval 452">
              <a:extLst>
                <a:ext uri="{FF2B5EF4-FFF2-40B4-BE49-F238E27FC236}">
                  <a16:creationId xmlns:a16="http://schemas.microsoft.com/office/drawing/2014/main" id="{17E37F4C-D497-6632-A2BA-1109670158D6}"/>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0" name="Group 459">
            <a:extLst>
              <a:ext uri="{FF2B5EF4-FFF2-40B4-BE49-F238E27FC236}">
                <a16:creationId xmlns:a16="http://schemas.microsoft.com/office/drawing/2014/main" id="{4CB9BC93-1D6D-46E1-0012-F6BDA03AAAB3}"/>
              </a:ext>
            </a:extLst>
          </p:cNvPr>
          <p:cNvGrpSpPr/>
          <p:nvPr/>
        </p:nvGrpSpPr>
        <p:grpSpPr>
          <a:xfrm>
            <a:off x="5442073" y="811556"/>
            <a:ext cx="728239" cy="609701"/>
            <a:chOff x="5442073" y="811556"/>
            <a:chExt cx="728239" cy="609701"/>
          </a:xfrm>
        </p:grpSpPr>
        <p:sp>
          <p:nvSpPr>
            <p:cNvPr id="461" name="Rectangle 460">
              <a:extLst>
                <a:ext uri="{FF2B5EF4-FFF2-40B4-BE49-F238E27FC236}">
                  <a16:creationId xmlns:a16="http://schemas.microsoft.com/office/drawing/2014/main" id="{ED779AD4-ACD7-FD5E-5E24-53A9D4127B31}"/>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62" name="Rectangle 461">
              <a:extLst>
                <a:ext uri="{FF2B5EF4-FFF2-40B4-BE49-F238E27FC236}">
                  <a16:creationId xmlns:a16="http://schemas.microsoft.com/office/drawing/2014/main" id="{920EFA6B-E272-7118-D820-72D66ED5B9AA}"/>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3" name="Oval 15">
              <a:extLst>
                <a:ext uri="{FF2B5EF4-FFF2-40B4-BE49-F238E27FC236}">
                  <a16:creationId xmlns:a16="http://schemas.microsoft.com/office/drawing/2014/main" id="{B6D38CF5-0462-4EA2-C27D-EDF5C1ED9544}"/>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4" name="Straight Connector 463">
              <a:extLst>
                <a:ext uri="{FF2B5EF4-FFF2-40B4-BE49-F238E27FC236}">
                  <a16:creationId xmlns:a16="http://schemas.microsoft.com/office/drawing/2014/main" id="{504911D9-DF40-95AC-1AEA-00ADE64BC145}"/>
                </a:ext>
              </a:extLst>
            </p:cNvPr>
            <p:cNvCxnSpPr>
              <a:cxnSpLocks/>
              <a:stCxn id="463"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5" name="Straight Connector 464">
              <a:extLst>
                <a:ext uri="{FF2B5EF4-FFF2-40B4-BE49-F238E27FC236}">
                  <a16:creationId xmlns:a16="http://schemas.microsoft.com/office/drawing/2014/main" id="{3EB203D8-8410-851A-19F6-FA776A11502A}"/>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6" name="Group 465">
            <a:extLst>
              <a:ext uri="{FF2B5EF4-FFF2-40B4-BE49-F238E27FC236}">
                <a16:creationId xmlns:a16="http://schemas.microsoft.com/office/drawing/2014/main" id="{09DAF0C5-A7F4-139C-FF99-09978E01DC36}"/>
              </a:ext>
            </a:extLst>
          </p:cNvPr>
          <p:cNvGrpSpPr/>
          <p:nvPr/>
        </p:nvGrpSpPr>
        <p:grpSpPr>
          <a:xfrm>
            <a:off x="6284597" y="811555"/>
            <a:ext cx="721206" cy="609701"/>
            <a:chOff x="6284597" y="811555"/>
            <a:chExt cx="721206" cy="609701"/>
          </a:xfrm>
        </p:grpSpPr>
        <p:sp>
          <p:nvSpPr>
            <p:cNvPr id="467" name="Rectangle 466">
              <a:hlinkHover r:id="" action="ppaction://noaction" highlightClick="1"/>
              <a:extLst>
                <a:ext uri="{FF2B5EF4-FFF2-40B4-BE49-F238E27FC236}">
                  <a16:creationId xmlns:a16="http://schemas.microsoft.com/office/drawing/2014/main" id="{CC1C8091-AA69-F2A4-A794-5D8283100C80}"/>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68" name="Right Triangle 467">
              <a:extLst>
                <a:ext uri="{FF2B5EF4-FFF2-40B4-BE49-F238E27FC236}">
                  <a16:creationId xmlns:a16="http://schemas.microsoft.com/office/drawing/2014/main" id="{5979C098-91E8-52AB-0045-62CA6FD13CEC}"/>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9" name="Oval 27">
              <a:extLst>
                <a:ext uri="{FF2B5EF4-FFF2-40B4-BE49-F238E27FC236}">
                  <a16:creationId xmlns:a16="http://schemas.microsoft.com/office/drawing/2014/main" id="{8CB9D3ED-E59B-A2AD-3973-EEB3A986EB04}"/>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0" name="Oval 28">
              <a:extLst>
                <a:ext uri="{FF2B5EF4-FFF2-40B4-BE49-F238E27FC236}">
                  <a16:creationId xmlns:a16="http://schemas.microsoft.com/office/drawing/2014/main" id="{E4D78CF8-B6FE-4C46-7256-6E89A92ADA8C}"/>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6" name="Group 475">
            <a:extLst>
              <a:ext uri="{FF2B5EF4-FFF2-40B4-BE49-F238E27FC236}">
                <a16:creationId xmlns:a16="http://schemas.microsoft.com/office/drawing/2014/main" id="{0DF9A57C-9EAC-572F-82BF-E3E655D88A18}"/>
              </a:ext>
            </a:extLst>
          </p:cNvPr>
          <p:cNvGrpSpPr/>
          <p:nvPr/>
        </p:nvGrpSpPr>
        <p:grpSpPr>
          <a:xfrm>
            <a:off x="7957576" y="811556"/>
            <a:ext cx="721206" cy="609701"/>
            <a:chOff x="7957576" y="811556"/>
            <a:chExt cx="721206" cy="609701"/>
          </a:xfrm>
        </p:grpSpPr>
        <p:sp>
          <p:nvSpPr>
            <p:cNvPr id="477" name="Rectangle 476">
              <a:extLst>
                <a:ext uri="{FF2B5EF4-FFF2-40B4-BE49-F238E27FC236}">
                  <a16:creationId xmlns:a16="http://schemas.microsoft.com/office/drawing/2014/main" id="{DF4840EF-434E-D4AF-3C53-D86F95FE9598}"/>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78" name="Rectangle 477">
              <a:extLst>
                <a:ext uri="{FF2B5EF4-FFF2-40B4-BE49-F238E27FC236}">
                  <a16:creationId xmlns:a16="http://schemas.microsoft.com/office/drawing/2014/main" id="{7D5DE48C-87BE-4A80-BAE2-60E650935012}"/>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9" name="Oval 15">
              <a:extLst>
                <a:ext uri="{FF2B5EF4-FFF2-40B4-BE49-F238E27FC236}">
                  <a16:creationId xmlns:a16="http://schemas.microsoft.com/office/drawing/2014/main" id="{8CB2EBF4-4DCC-1DDC-EF7D-EE867590E6A6}"/>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0" name="Straight Connector 479">
              <a:extLst>
                <a:ext uri="{FF2B5EF4-FFF2-40B4-BE49-F238E27FC236}">
                  <a16:creationId xmlns:a16="http://schemas.microsoft.com/office/drawing/2014/main" id="{086AC085-0CB3-A9DC-AFA9-DAF95129E1CF}"/>
                </a:ext>
              </a:extLst>
            </p:cNvPr>
            <p:cNvCxnSpPr>
              <a:cxnSpLocks/>
              <a:stCxn id="479"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1" name="Straight Connector 480">
              <a:extLst>
                <a:ext uri="{FF2B5EF4-FFF2-40B4-BE49-F238E27FC236}">
                  <a16:creationId xmlns:a16="http://schemas.microsoft.com/office/drawing/2014/main" id="{57BFD6DF-684F-9355-C60F-D896149EA651}"/>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0" name="Group 489">
            <a:extLst>
              <a:ext uri="{FF2B5EF4-FFF2-40B4-BE49-F238E27FC236}">
                <a16:creationId xmlns:a16="http://schemas.microsoft.com/office/drawing/2014/main" id="{B3577487-E27B-AB4B-D2E2-A5DF829EE153}"/>
              </a:ext>
            </a:extLst>
          </p:cNvPr>
          <p:cNvGrpSpPr/>
          <p:nvPr/>
        </p:nvGrpSpPr>
        <p:grpSpPr>
          <a:xfrm>
            <a:off x="11356242" y="90836"/>
            <a:ext cx="721206" cy="609701"/>
            <a:chOff x="11356242" y="90836"/>
            <a:chExt cx="721206" cy="609701"/>
          </a:xfrm>
        </p:grpSpPr>
        <p:sp>
          <p:nvSpPr>
            <p:cNvPr id="491" name="Rectangle 490">
              <a:hlinkHover r:id="" action="ppaction://noaction" highlightClick="1"/>
              <a:extLst>
                <a:ext uri="{FF2B5EF4-FFF2-40B4-BE49-F238E27FC236}">
                  <a16:creationId xmlns:a16="http://schemas.microsoft.com/office/drawing/2014/main" id="{3BFE7E84-7D55-764D-3393-71029AAA0CFF}"/>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492" name="Oval 491">
              <a:extLst>
                <a:ext uri="{FF2B5EF4-FFF2-40B4-BE49-F238E27FC236}">
                  <a16:creationId xmlns:a16="http://schemas.microsoft.com/office/drawing/2014/main" id="{6141C7AA-A39D-2C19-C0AE-CDF7F16CBCFB}"/>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3" name="Isosceles Triangle 648">
              <a:extLst>
                <a:ext uri="{FF2B5EF4-FFF2-40B4-BE49-F238E27FC236}">
                  <a16:creationId xmlns:a16="http://schemas.microsoft.com/office/drawing/2014/main" id="{98F62A07-9D2F-D918-EE52-7D9B1F97684A}"/>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8" name="Group 517">
            <a:extLst>
              <a:ext uri="{FF2B5EF4-FFF2-40B4-BE49-F238E27FC236}">
                <a16:creationId xmlns:a16="http://schemas.microsoft.com/office/drawing/2014/main" id="{F436933D-D84D-209C-FC2C-DF4B79FB1E17}"/>
              </a:ext>
            </a:extLst>
          </p:cNvPr>
          <p:cNvGrpSpPr/>
          <p:nvPr/>
        </p:nvGrpSpPr>
        <p:grpSpPr>
          <a:xfrm>
            <a:off x="9651076" y="5143367"/>
            <a:ext cx="721206" cy="609701"/>
            <a:chOff x="9651076" y="5143367"/>
            <a:chExt cx="721206" cy="609701"/>
          </a:xfrm>
        </p:grpSpPr>
        <p:sp>
          <p:nvSpPr>
            <p:cNvPr id="519" name="Rectangle 518">
              <a:hlinkHover r:id="" action="ppaction://noaction" highlightClick="1"/>
              <a:extLst>
                <a:ext uri="{FF2B5EF4-FFF2-40B4-BE49-F238E27FC236}">
                  <a16:creationId xmlns:a16="http://schemas.microsoft.com/office/drawing/2014/main" id="{1C756AE2-916A-4A21-E950-49FB283772BC}"/>
                </a:ext>
              </a:extLst>
            </p:cNvPr>
            <p:cNvSpPr/>
            <p:nvPr/>
          </p:nvSpPr>
          <p:spPr>
            <a:xfrm>
              <a:off x="9651076" y="514336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Firewall</a:t>
              </a:r>
            </a:p>
          </p:txBody>
        </p:sp>
        <p:sp>
          <p:nvSpPr>
            <p:cNvPr id="520" name="Oval 519">
              <a:extLst>
                <a:ext uri="{FF2B5EF4-FFF2-40B4-BE49-F238E27FC236}">
                  <a16:creationId xmlns:a16="http://schemas.microsoft.com/office/drawing/2014/main" id="{7EA94AED-ECE4-46EB-6F8B-A4AE5CC72DBF}"/>
                </a:ext>
              </a:extLst>
            </p:cNvPr>
            <p:cNvSpPr/>
            <p:nvPr/>
          </p:nvSpPr>
          <p:spPr>
            <a:xfrm>
              <a:off x="10228328" y="51536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1" name="Isosceles Triangle 648">
              <a:extLst>
                <a:ext uri="{FF2B5EF4-FFF2-40B4-BE49-F238E27FC236}">
                  <a16:creationId xmlns:a16="http://schemas.microsoft.com/office/drawing/2014/main" id="{D94D4C1B-6F54-465D-9463-882F33EC96B6}"/>
                </a:ext>
              </a:extLst>
            </p:cNvPr>
            <p:cNvSpPr/>
            <p:nvPr/>
          </p:nvSpPr>
          <p:spPr>
            <a:xfrm>
              <a:off x="10258454" y="516711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30" name="Group 529">
            <a:extLst>
              <a:ext uri="{FF2B5EF4-FFF2-40B4-BE49-F238E27FC236}">
                <a16:creationId xmlns:a16="http://schemas.microsoft.com/office/drawing/2014/main" id="{257758A6-08C7-4FAB-657B-0597A0CEA256}"/>
              </a:ext>
            </a:extLst>
          </p:cNvPr>
          <p:cNvGrpSpPr/>
          <p:nvPr/>
        </p:nvGrpSpPr>
        <p:grpSpPr>
          <a:xfrm>
            <a:off x="8808417" y="5135710"/>
            <a:ext cx="721206" cy="609701"/>
            <a:chOff x="8808417" y="5135710"/>
            <a:chExt cx="721206" cy="609701"/>
          </a:xfrm>
        </p:grpSpPr>
        <p:sp>
          <p:nvSpPr>
            <p:cNvPr id="531" name="Rectangle 530">
              <a:hlinkHover r:id="" action="ppaction://noaction" highlightClick="1"/>
              <a:extLst>
                <a:ext uri="{FF2B5EF4-FFF2-40B4-BE49-F238E27FC236}">
                  <a16:creationId xmlns:a16="http://schemas.microsoft.com/office/drawing/2014/main" id="{7A106B49-F9CF-AFBE-5426-67F00F81F843}"/>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32" name="Oval 531">
              <a:extLst>
                <a:ext uri="{FF2B5EF4-FFF2-40B4-BE49-F238E27FC236}">
                  <a16:creationId xmlns:a16="http://schemas.microsoft.com/office/drawing/2014/main" id="{3E98E928-493E-B52F-F813-B10143B509CA}"/>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3" name="Isosceles Triangle 648">
              <a:extLst>
                <a:ext uri="{FF2B5EF4-FFF2-40B4-BE49-F238E27FC236}">
                  <a16:creationId xmlns:a16="http://schemas.microsoft.com/office/drawing/2014/main" id="{E2AE04BC-96CB-14BD-5958-C7A17C1BB2F4}"/>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6ADE5A5D-4517-F28E-D9C7-30860DA977C7}"/>
              </a:ext>
            </a:extLst>
          </p:cNvPr>
          <p:cNvGrpSpPr/>
          <p:nvPr/>
        </p:nvGrpSpPr>
        <p:grpSpPr>
          <a:xfrm>
            <a:off x="7957572" y="1532276"/>
            <a:ext cx="721206" cy="609701"/>
            <a:chOff x="7957572" y="1532276"/>
            <a:chExt cx="721206" cy="609701"/>
          </a:xfrm>
        </p:grpSpPr>
        <p:sp>
          <p:nvSpPr>
            <p:cNvPr id="549" name="Rectangle 548">
              <a:hlinkHover r:id="" action="ppaction://noaction" highlightClick="1"/>
              <a:extLst>
                <a:ext uri="{FF2B5EF4-FFF2-40B4-BE49-F238E27FC236}">
                  <a16:creationId xmlns:a16="http://schemas.microsoft.com/office/drawing/2014/main" id="{0E3FDE1E-9B41-7BB2-9C09-3A88C7145837}"/>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50" name="Rectangle 549">
              <a:extLst>
                <a:ext uri="{FF2B5EF4-FFF2-40B4-BE49-F238E27FC236}">
                  <a16:creationId xmlns:a16="http://schemas.microsoft.com/office/drawing/2014/main" id="{565450CB-DDA3-2434-30E2-B3B7EC88CCCD}"/>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1" name="Oval 15">
              <a:extLst>
                <a:ext uri="{FF2B5EF4-FFF2-40B4-BE49-F238E27FC236}">
                  <a16:creationId xmlns:a16="http://schemas.microsoft.com/office/drawing/2014/main" id="{E5DBB48B-23F4-3706-5684-6165D01C3D11}"/>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2" name="Straight Connector 551">
              <a:extLst>
                <a:ext uri="{FF2B5EF4-FFF2-40B4-BE49-F238E27FC236}">
                  <a16:creationId xmlns:a16="http://schemas.microsoft.com/office/drawing/2014/main" id="{FFED42EB-4517-4537-D116-CB611F25D454}"/>
                </a:ext>
              </a:extLst>
            </p:cNvPr>
            <p:cNvCxnSpPr>
              <a:cxnSpLocks/>
              <a:stCxn id="551"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3" name="Straight Connector 552">
              <a:extLst>
                <a:ext uri="{FF2B5EF4-FFF2-40B4-BE49-F238E27FC236}">
                  <a16:creationId xmlns:a16="http://schemas.microsoft.com/office/drawing/2014/main" id="{B65F802B-3FDB-B335-915D-4BE0B9AB53B6}"/>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54" name="Group 553">
            <a:extLst>
              <a:ext uri="{FF2B5EF4-FFF2-40B4-BE49-F238E27FC236}">
                <a16:creationId xmlns:a16="http://schemas.microsoft.com/office/drawing/2014/main" id="{5457E4B2-32E5-B5E5-C8BF-1B77698050E6}"/>
              </a:ext>
            </a:extLst>
          </p:cNvPr>
          <p:cNvGrpSpPr/>
          <p:nvPr/>
        </p:nvGrpSpPr>
        <p:grpSpPr>
          <a:xfrm>
            <a:off x="9656904" y="1532276"/>
            <a:ext cx="721206" cy="609701"/>
            <a:chOff x="9656904" y="1532276"/>
            <a:chExt cx="721206" cy="609701"/>
          </a:xfrm>
        </p:grpSpPr>
        <p:sp>
          <p:nvSpPr>
            <p:cNvPr id="555" name="Rectangle 554">
              <a:extLst>
                <a:ext uri="{FF2B5EF4-FFF2-40B4-BE49-F238E27FC236}">
                  <a16:creationId xmlns:a16="http://schemas.microsoft.com/office/drawing/2014/main" id="{43D4FF80-D566-7E77-699C-20CF82CC139F}"/>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56" name="Rectangle 555">
              <a:extLst>
                <a:ext uri="{FF2B5EF4-FFF2-40B4-BE49-F238E27FC236}">
                  <a16:creationId xmlns:a16="http://schemas.microsoft.com/office/drawing/2014/main" id="{9EDA7722-EB04-D2D6-C113-ED152F07B1A3}"/>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7" name="Oval 15">
              <a:extLst>
                <a:ext uri="{FF2B5EF4-FFF2-40B4-BE49-F238E27FC236}">
                  <a16:creationId xmlns:a16="http://schemas.microsoft.com/office/drawing/2014/main" id="{AC78C202-1E05-E915-EA86-79B6D99FAA30}"/>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8" name="Straight Connector 557">
              <a:extLst>
                <a:ext uri="{FF2B5EF4-FFF2-40B4-BE49-F238E27FC236}">
                  <a16:creationId xmlns:a16="http://schemas.microsoft.com/office/drawing/2014/main" id="{E035796B-1FB1-6FBA-794A-718CBD4A7B91}"/>
                </a:ext>
              </a:extLst>
            </p:cNvPr>
            <p:cNvCxnSpPr>
              <a:cxnSpLocks/>
              <a:stCxn id="557"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9" name="Straight Connector 558">
              <a:extLst>
                <a:ext uri="{FF2B5EF4-FFF2-40B4-BE49-F238E27FC236}">
                  <a16:creationId xmlns:a16="http://schemas.microsoft.com/office/drawing/2014/main" id="{F1EECEDA-1E0B-55AC-B8AF-86AE17C7DED6}"/>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88" name="Group 587">
            <a:extLst>
              <a:ext uri="{FF2B5EF4-FFF2-40B4-BE49-F238E27FC236}">
                <a16:creationId xmlns:a16="http://schemas.microsoft.com/office/drawing/2014/main" id="{5BC7EAFE-CAE9-A6DA-105F-5150DCE43415}"/>
              </a:ext>
            </a:extLst>
          </p:cNvPr>
          <p:cNvGrpSpPr/>
          <p:nvPr/>
        </p:nvGrpSpPr>
        <p:grpSpPr>
          <a:xfrm>
            <a:off x="11356242" y="811556"/>
            <a:ext cx="721206" cy="609701"/>
            <a:chOff x="11356242" y="811556"/>
            <a:chExt cx="721206" cy="609701"/>
          </a:xfrm>
        </p:grpSpPr>
        <p:sp>
          <p:nvSpPr>
            <p:cNvPr id="589" name="Rectangle 588">
              <a:hlinkHover r:id="" action="ppaction://noaction" highlightClick="1"/>
              <a:extLst>
                <a:ext uri="{FF2B5EF4-FFF2-40B4-BE49-F238E27FC236}">
                  <a16:creationId xmlns:a16="http://schemas.microsoft.com/office/drawing/2014/main" id="{DDA813C5-799A-013B-C1F7-76614085CA78}"/>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590" name="Oval 589">
              <a:extLst>
                <a:ext uri="{FF2B5EF4-FFF2-40B4-BE49-F238E27FC236}">
                  <a16:creationId xmlns:a16="http://schemas.microsoft.com/office/drawing/2014/main" id="{0E1D2422-FA61-CE0B-BAEE-A931DBBCFBC9}"/>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1" name="Isosceles Triangle 648">
              <a:extLst>
                <a:ext uri="{FF2B5EF4-FFF2-40B4-BE49-F238E27FC236}">
                  <a16:creationId xmlns:a16="http://schemas.microsoft.com/office/drawing/2014/main" id="{48E4D96C-1182-A37A-FC8E-0751B7066086}"/>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2" name="Group 591">
            <a:extLst>
              <a:ext uri="{FF2B5EF4-FFF2-40B4-BE49-F238E27FC236}">
                <a16:creationId xmlns:a16="http://schemas.microsoft.com/office/drawing/2014/main" id="{927A6356-E9E3-0502-227A-72A504115C42}"/>
              </a:ext>
            </a:extLst>
          </p:cNvPr>
          <p:cNvGrpSpPr/>
          <p:nvPr/>
        </p:nvGrpSpPr>
        <p:grpSpPr>
          <a:xfrm>
            <a:off x="8807249" y="811555"/>
            <a:ext cx="721206" cy="609701"/>
            <a:chOff x="8807249" y="811555"/>
            <a:chExt cx="721206" cy="609701"/>
          </a:xfrm>
        </p:grpSpPr>
        <p:sp>
          <p:nvSpPr>
            <p:cNvPr id="593" name="Rectangle 592">
              <a:hlinkHover r:id="" action="ppaction://noaction" highlightClick="1"/>
              <a:extLst>
                <a:ext uri="{FF2B5EF4-FFF2-40B4-BE49-F238E27FC236}">
                  <a16:creationId xmlns:a16="http://schemas.microsoft.com/office/drawing/2014/main" id="{EB991CD7-45C0-62F6-85E7-6DA1ED8FBF5C}"/>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594" name="Diamond 593">
              <a:extLst>
                <a:ext uri="{FF2B5EF4-FFF2-40B4-BE49-F238E27FC236}">
                  <a16:creationId xmlns:a16="http://schemas.microsoft.com/office/drawing/2014/main" id="{516AD74D-E6BE-C52D-0726-7EDB57B72116}"/>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5" name="Oval 594">
              <a:extLst>
                <a:ext uri="{FF2B5EF4-FFF2-40B4-BE49-F238E27FC236}">
                  <a16:creationId xmlns:a16="http://schemas.microsoft.com/office/drawing/2014/main" id="{A0ABB0AC-8650-BF95-A7AF-7473315F1BD8}"/>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0" name="Group 599">
            <a:extLst>
              <a:ext uri="{FF2B5EF4-FFF2-40B4-BE49-F238E27FC236}">
                <a16:creationId xmlns:a16="http://schemas.microsoft.com/office/drawing/2014/main" id="{631D3442-1819-DCF7-984A-46188D1C4D83}"/>
              </a:ext>
            </a:extLst>
          </p:cNvPr>
          <p:cNvGrpSpPr/>
          <p:nvPr/>
        </p:nvGrpSpPr>
        <p:grpSpPr>
          <a:xfrm>
            <a:off x="431659" y="90836"/>
            <a:ext cx="721210" cy="609701"/>
            <a:chOff x="431659" y="90836"/>
            <a:chExt cx="721210" cy="609701"/>
          </a:xfrm>
        </p:grpSpPr>
        <p:sp>
          <p:nvSpPr>
            <p:cNvPr id="601" name="Rectangle 600">
              <a:extLst>
                <a:ext uri="{FF2B5EF4-FFF2-40B4-BE49-F238E27FC236}">
                  <a16:creationId xmlns:a16="http://schemas.microsoft.com/office/drawing/2014/main" id="{619701DF-AC82-B450-B81E-E257FB7BDA5E}"/>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02" name="Rectangle 601">
              <a:extLst>
                <a:ext uri="{FF2B5EF4-FFF2-40B4-BE49-F238E27FC236}">
                  <a16:creationId xmlns:a16="http://schemas.microsoft.com/office/drawing/2014/main" id="{6D8CF665-32D3-750B-3F77-6FE49862816C}"/>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3" name="Oval 15">
              <a:extLst>
                <a:ext uri="{FF2B5EF4-FFF2-40B4-BE49-F238E27FC236}">
                  <a16:creationId xmlns:a16="http://schemas.microsoft.com/office/drawing/2014/main" id="{3FF8D2D1-DDE0-CA69-9B15-9AB521C57B24}"/>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4" name="Straight Connector 603">
              <a:extLst>
                <a:ext uri="{FF2B5EF4-FFF2-40B4-BE49-F238E27FC236}">
                  <a16:creationId xmlns:a16="http://schemas.microsoft.com/office/drawing/2014/main" id="{C64DFC8C-80E9-FAC7-8555-06F91611727D}"/>
                </a:ext>
              </a:extLst>
            </p:cNvPr>
            <p:cNvCxnSpPr>
              <a:cxnSpLocks/>
              <a:stCxn id="603"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05" name="Straight Connector 604">
              <a:extLst>
                <a:ext uri="{FF2B5EF4-FFF2-40B4-BE49-F238E27FC236}">
                  <a16:creationId xmlns:a16="http://schemas.microsoft.com/office/drawing/2014/main" id="{89BCBEF4-E368-A6F5-EDA8-C12F47678D73}"/>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6" name="Group 605">
            <a:extLst>
              <a:ext uri="{FF2B5EF4-FFF2-40B4-BE49-F238E27FC236}">
                <a16:creationId xmlns:a16="http://schemas.microsoft.com/office/drawing/2014/main" id="{88028821-7A2C-4B75-AFDA-650387CA3929}"/>
              </a:ext>
            </a:extLst>
          </p:cNvPr>
          <p:cNvGrpSpPr/>
          <p:nvPr/>
        </p:nvGrpSpPr>
        <p:grpSpPr>
          <a:xfrm>
            <a:off x="1267282" y="90836"/>
            <a:ext cx="721206" cy="609701"/>
            <a:chOff x="1267282" y="90836"/>
            <a:chExt cx="721206" cy="609701"/>
          </a:xfrm>
        </p:grpSpPr>
        <p:sp>
          <p:nvSpPr>
            <p:cNvPr id="607" name="Rectangle 606">
              <a:extLst>
                <a:ext uri="{FF2B5EF4-FFF2-40B4-BE49-F238E27FC236}">
                  <a16:creationId xmlns:a16="http://schemas.microsoft.com/office/drawing/2014/main" id="{2D8EF751-8D87-7B73-4DAE-FA19388D48EE}"/>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08" name="Rectangle 607">
              <a:extLst>
                <a:ext uri="{FF2B5EF4-FFF2-40B4-BE49-F238E27FC236}">
                  <a16:creationId xmlns:a16="http://schemas.microsoft.com/office/drawing/2014/main" id="{CCE6EDA4-080B-2627-295F-161473697C6D}"/>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9" name="Oval 15">
              <a:extLst>
                <a:ext uri="{FF2B5EF4-FFF2-40B4-BE49-F238E27FC236}">
                  <a16:creationId xmlns:a16="http://schemas.microsoft.com/office/drawing/2014/main" id="{8073C05E-43E8-E132-F7B6-8F5FAEE8D43D}"/>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0" name="Straight Connector 609">
              <a:extLst>
                <a:ext uri="{FF2B5EF4-FFF2-40B4-BE49-F238E27FC236}">
                  <a16:creationId xmlns:a16="http://schemas.microsoft.com/office/drawing/2014/main" id="{EC5E132F-031E-B26B-F91C-508BBA12F550}"/>
                </a:ext>
              </a:extLst>
            </p:cNvPr>
            <p:cNvCxnSpPr>
              <a:cxnSpLocks/>
              <a:stCxn id="609"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1" name="Straight Connector 610">
              <a:extLst>
                <a:ext uri="{FF2B5EF4-FFF2-40B4-BE49-F238E27FC236}">
                  <a16:creationId xmlns:a16="http://schemas.microsoft.com/office/drawing/2014/main" id="{53350FDE-26AC-CACD-C59B-A77FBA5800E2}"/>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2" name="Group 611">
            <a:extLst>
              <a:ext uri="{FF2B5EF4-FFF2-40B4-BE49-F238E27FC236}">
                <a16:creationId xmlns:a16="http://schemas.microsoft.com/office/drawing/2014/main" id="{47901C0E-2921-FC5D-8E03-9AD5DEC5D86A}"/>
              </a:ext>
            </a:extLst>
          </p:cNvPr>
          <p:cNvGrpSpPr/>
          <p:nvPr/>
        </p:nvGrpSpPr>
        <p:grpSpPr>
          <a:xfrm>
            <a:off x="2102907" y="90836"/>
            <a:ext cx="721206" cy="609701"/>
            <a:chOff x="2102907" y="90836"/>
            <a:chExt cx="721206" cy="609701"/>
          </a:xfrm>
        </p:grpSpPr>
        <p:sp>
          <p:nvSpPr>
            <p:cNvPr id="613" name="Rectangle 612">
              <a:extLst>
                <a:ext uri="{FF2B5EF4-FFF2-40B4-BE49-F238E27FC236}">
                  <a16:creationId xmlns:a16="http://schemas.microsoft.com/office/drawing/2014/main" id="{B9D6136E-4B43-55EC-25F3-F477C742088A}"/>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14" name="Rectangle 613">
              <a:extLst>
                <a:ext uri="{FF2B5EF4-FFF2-40B4-BE49-F238E27FC236}">
                  <a16:creationId xmlns:a16="http://schemas.microsoft.com/office/drawing/2014/main" id="{6B7019BA-F2ED-E9BB-B908-3BE9267BB8E7}"/>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5" name="Oval 15">
              <a:extLst>
                <a:ext uri="{FF2B5EF4-FFF2-40B4-BE49-F238E27FC236}">
                  <a16:creationId xmlns:a16="http://schemas.microsoft.com/office/drawing/2014/main" id="{DA8701DB-E7FA-38B1-AAA7-EF6244412EB0}"/>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6" name="Straight Connector 615">
              <a:extLst>
                <a:ext uri="{FF2B5EF4-FFF2-40B4-BE49-F238E27FC236}">
                  <a16:creationId xmlns:a16="http://schemas.microsoft.com/office/drawing/2014/main" id="{07262135-A1C9-24C8-8797-244057460E3A}"/>
                </a:ext>
              </a:extLst>
            </p:cNvPr>
            <p:cNvCxnSpPr>
              <a:cxnSpLocks/>
              <a:stCxn id="615"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7" name="Straight Connector 616">
              <a:extLst>
                <a:ext uri="{FF2B5EF4-FFF2-40B4-BE49-F238E27FC236}">
                  <a16:creationId xmlns:a16="http://schemas.microsoft.com/office/drawing/2014/main" id="{6649F76D-CC15-1CBD-DFD1-A3F3F8D808CA}"/>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8" name="Group 617">
            <a:extLst>
              <a:ext uri="{FF2B5EF4-FFF2-40B4-BE49-F238E27FC236}">
                <a16:creationId xmlns:a16="http://schemas.microsoft.com/office/drawing/2014/main" id="{615D0FEC-DC8A-B7AE-4966-83A2228F88AE}"/>
              </a:ext>
            </a:extLst>
          </p:cNvPr>
          <p:cNvGrpSpPr/>
          <p:nvPr/>
        </p:nvGrpSpPr>
        <p:grpSpPr>
          <a:xfrm>
            <a:off x="1269626" y="4419615"/>
            <a:ext cx="721206" cy="609701"/>
            <a:chOff x="1269626" y="4419615"/>
            <a:chExt cx="721206" cy="609701"/>
          </a:xfrm>
        </p:grpSpPr>
        <p:sp>
          <p:nvSpPr>
            <p:cNvPr id="619" name="Rectangle 618">
              <a:extLst>
                <a:ext uri="{FF2B5EF4-FFF2-40B4-BE49-F238E27FC236}">
                  <a16:creationId xmlns:a16="http://schemas.microsoft.com/office/drawing/2014/main" id="{200ED133-A8A0-F2DA-C8A6-D515DC3601CC}"/>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20" name="Cylinder 619">
              <a:extLst>
                <a:ext uri="{FF2B5EF4-FFF2-40B4-BE49-F238E27FC236}">
                  <a16:creationId xmlns:a16="http://schemas.microsoft.com/office/drawing/2014/main" id="{D1C8D121-75CF-C5D0-AB3C-D90EDA7476CF}"/>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1" name="Group 620">
            <a:extLst>
              <a:ext uri="{FF2B5EF4-FFF2-40B4-BE49-F238E27FC236}">
                <a16:creationId xmlns:a16="http://schemas.microsoft.com/office/drawing/2014/main" id="{DCFC7A47-7489-C83C-E94E-BB151D6FB00E}"/>
              </a:ext>
            </a:extLst>
          </p:cNvPr>
          <p:cNvGrpSpPr/>
          <p:nvPr/>
        </p:nvGrpSpPr>
        <p:grpSpPr>
          <a:xfrm>
            <a:off x="432841" y="4419615"/>
            <a:ext cx="721206" cy="609701"/>
            <a:chOff x="432841" y="4419615"/>
            <a:chExt cx="721206" cy="609701"/>
          </a:xfrm>
        </p:grpSpPr>
        <p:sp>
          <p:nvSpPr>
            <p:cNvPr id="622" name="Rectangle 621">
              <a:extLst>
                <a:ext uri="{FF2B5EF4-FFF2-40B4-BE49-F238E27FC236}">
                  <a16:creationId xmlns:a16="http://schemas.microsoft.com/office/drawing/2014/main" id="{051418F0-2B15-56A4-6785-755F558B7526}"/>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23" name="Cylinder 622">
              <a:extLst>
                <a:ext uri="{FF2B5EF4-FFF2-40B4-BE49-F238E27FC236}">
                  <a16:creationId xmlns:a16="http://schemas.microsoft.com/office/drawing/2014/main" id="{BD03BCA1-7F2A-6DC0-2D32-FEA899843FDA}"/>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4" name="Group 623">
            <a:extLst>
              <a:ext uri="{FF2B5EF4-FFF2-40B4-BE49-F238E27FC236}">
                <a16:creationId xmlns:a16="http://schemas.microsoft.com/office/drawing/2014/main" id="{D182CF04-D333-34A7-CFD1-82BA00D720D9}"/>
              </a:ext>
            </a:extLst>
          </p:cNvPr>
          <p:cNvGrpSpPr/>
          <p:nvPr/>
        </p:nvGrpSpPr>
        <p:grpSpPr>
          <a:xfrm>
            <a:off x="1268467" y="5141008"/>
            <a:ext cx="721206" cy="609701"/>
            <a:chOff x="1268467" y="5141008"/>
            <a:chExt cx="721206" cy="609701"/>
          </a:xfrm>
        </p:grpSpPr>
        <p:sp>
          <p:nvSpPr>
            <p:cNvPr id="625" name="Rectangle 624">
              <a:extLst>
                <a:ext uri="{FF2B5EF4-FFF2-40B4-BE49-F238E27FC236}">
                  <a16:creationId xmlns:a16="http://schemas.microsoft.com/office/drawing/2014/main" id="{EA2A4E4A-1576-88E8-327F-1FD5887EE3CA}"/>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26" name="Cylinder 625">
              <a:extLst>
                <a:ext uri="{FF2B5EF4-FFF2-40B4-BE49-F238E27FC236}">
                  <a16:creationId xmlns:a16="http://schemas.microsoft.com/office/drawing/2014/main" id="{8E0891C4-B7E2-3941-FEF7-B8BB056B42C3}"/>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7" name="Group 626">
            <a:extLst>
              <a:ext uri="{FF2B5EF4-FFF2-40B4-BE49-F238E27FC236}">
                <a16:creationId xmlns:a16="http://schemas.microsoft.com/office/drawing/2014/main" id="{72CF7409-E006-7EB0-900D-3A21E5FD47FE}"/>
              </a:ext>
            </a:extLst>
          </p:cNvPr>
          <p:cNvGrpSpPr/>
          <p:nvPr/>
        </p:nvGrpSpPr>
        <p:grpSpPr>
          <a:xfrm>
            <a:off x="431297" y="5141008"/>
            <a:ext cx="721206" cy="609701"/>
            <a:chOff x="431297" y="5141008"/>
            <a:chExt cx="721206" cy="609701"/>
          </a:xfrm>
        </p:grpSpPr>
        <p:sp>
          <p:nvSpPr>
            <p:cNvPr id="628" name="Rectangle 627">
              <a:extLst>
                <a:ext uri="{FF2B5EF4-FFF2-40B4-BE49-F238E27FC236}">
                  <a16:creationId xmlns:a16="http://schemas.microsoft.com/office/drawing/2014/main" id="{3DB6BFCF-1899-F830-AFBB-2052CB69B35D}"/>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29" name="Cylinder 628">
              <a:extLst>
                <a:ext uri="{FF2B5EF4-FFF2-40B4-BE49-F238E27FC236}">
                  <a16:creationId xmlns:a16="http://schemas.microsoft.com/office/drawing/2014/main" id="{C59BF393-C06B-67E7-6A11-CA41DFA19206}"/>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0" name="Group 629">
            <a:extLst>
              <a:ext uri="{FF2B5EF4-FFF2-40B4-BE49-F238E27FC236}">
                <a16:creationId xmlns:a16="http://schemas.microsoft.com/office/drawing/2014/main" id="{5442CB84-0AD5-588E-AA7E-BDA692E9D100}"/>
              </a:ext>
            </a:extLst>
          </p:cNvPr>
          <p:cNvGrpSpPr/>
          <p:nvPr/>
        </p:nvGrpSpPr>
        <p:grpSpPr>
          <a:xfrm>
            <a:off x="431660" y="3698226"/>
            <a:ext cx="721206" cy="609701"/>
            <a:chOff x="431660" y="3698226"/>
            <a:chExt cx="721206" cy="609701"/>
          </a:xfrm>
        </p:grpSpPr>
        <p:sp>
          <p:nvSpPr>
            <p:cNvPr id="631" name="Rectangle 630">
              <a:extLst>
                <a:ext uri="{FF2B5EF4-FFF2-40B4-BE49-F238E27FC236}">
                  <a16:creationId xmlns:a16="http://schemas.microsoft.com/office/drawing/2014/main" id="{AB34A9BC-4897-3447-31A5-748C1A68202E}"/>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32" name="Right Triangle 631">
              <a:extLst>
                <a:ext uri="{FF2B5EF4-FFF2-40B4-BE49-F238E27FC236}">
                  <a16:creationId xmlns:a16="http://schemas.microsoft.com/office/drawing/2014/main" id="{4D2D7E27-B3BB-F0FD-22C7-F72871891028}"/>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3" name="Group 632">
              <a:extLst>
                <a:ext uri="{FF2B5EF4-FFF2-40B4-BE49-F238E27FC236}">
                  <a16:creationId xmlns:a16="http://schemas.microsoft.com/office/drawing/2014/main" id="{E855C32A-FBA2-AEB6-E70F-8CFB07F70784}"/>
                </a:ext>
              </a:extLst>
            </p:cNvPr>
            <p:cNvGrpSpPr/>
            <p:nvPr/>
          </p:nvGrpSpPr>
          <p:grpSpPr>
            <a:xfrm>
              <a:off x="1102253" y="3706270"/>
              <a:ext cx="37817" cy="61390"/>
              <a:chOff x="3883481" y="2057400"/>
              <a:chExt cx="1608363" cy="2652031"/>
            </a:xfrm>
            <a:solidFill>
              <a:srgbClr val="A6A6A6">
                <a:alpha val="20000"/>
              </a:srgbClr>
            </a:solidFill>
          </p:grpSpPr>
          <p:sp>
            <p:nvSpPr>
              <p:cNvPr id="634" name="Oval 27">
                <a:extLst>
                  <a:ext uri="{FF2B5EF4-FFF2-40B4-BE49-F238E27FC236}">
                    <a16:creationId xmlns:a16="http://schemas.microsoft.com/office/drawing/2014/main" id="{D9F84C39-E616-D433-EE60-DD968453868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5" name="Oval 28">
                <a:extLst>
                  <a:ext uri="{FF2B5EF4-FFF2-40B4-BE49-F238E27FC236}">
                    <a16:creationId xmlns:a16="http://schemas.microsoft.com/office/drawing/2014/main" id="{DA7B4F52-836D-2E90-CF8D-FDD760BA8DF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36" name="Group 635">
            <a:extLst>
              <a:ext uri="{FF2B5EF4-FFF2-40B4-BE49-F238E27FC236}">
                <a16:creationId xmlns:a16="http://schemas.microsoft.com/office/drawing/2014/main" id="{A77C2B40-F02C-29DD-DB8D-D9C8FD370F6B}"/>
              </a:ext>
            </a:extLst>
          </p:cNvPr>
          <p:cNvGrpSpPr/>
          <p:nvPr/>
        </p:nvGrpSpPr>
        <p:grpSpPr>
          <a:xfrm>
            <a:off x="2942399" y="3698227"/>
            <a:ext cx="721206" cy="609701"/>
            <a:chOff x="2942399" y="3698227"/>
            <a:chExt cx="721206" cy="609701"/>
          </a:xfrm>
        </p:grpSpPr>
        <p:sp>
          <p:nvSpPr>
            <p:cNvPr id="637" name="Rectangle 636">
              <a:extLst>
                <a:ext uri="{FF2B5EF4-FFF2-40B4-BE49-F238E27FC236}">
                  <a16:creationId xmlns:a16="http://schemas.microsoft.com/office/drawing/2014/main" id="{17CB7165-16F4-8916-48F8-C3B0E6E09544}"/>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38" name="Right Triangle 637">
              <a:extLst>
                <a:ext uri="{FF2B5EF4-FFF2-40B4-BE49-F238E27FC236}">
                  <a16:creationId xmlns:a16="http://schemas.microsoft.com/office/drawing/2014/main" id="{33868C0F-D64E-9701-F6CB-A1C00E8358E2}"/>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9" name="Group 638">
              <a:extLst>
                <a:ext uri="{FF2B5EF4-FFF2-40B4-BE49-F238E27FC236}">
                  <a16:creationId xmlns:a16="http://schemas.microsoft.com/office/drawing/2014/main" id="{BF570938-F18D-6047-F225-268139D4096A}"/>
                </a:ext>
              </a:extLst>
            </p:cNvPr>
            <p:cNvGrpSpPr/>
            <p:nvPr/>
          </p:nvGrpSpPr>
          <p:grpSpPr>
            <a:xfrm>
              <a:off x="3607767" y="3713057"/>
              <a:ext cx="37817" cy="61390"/>
              <a:chOff x="3883481" y="2057400"/>
              <a:chExt cx="1608363" cy="2652031"/>
            </a:xfrm>
            <a:solidFill>
              <a:srgbClr val="A6A6A6">
                <a:alpha val="20000"/>
              </a:srgbClr>
            </a:solidFill>
          </p:grpSpPr>
          <p:sp>
            <p:nvSpPr>
              <p:cNvPr id="640" name="Oval 27">
                <a:extLst>
                  <a:ext uri="{FF2B5EF4-FFF2-40B4-BE49-F238E27FC236}">
                    <a16:creationId xmlns:a16="http://schemas.microsoft.com/office/drawing/2014/main" id="{87291D20-2FED-7874-7DAE-70AD9FB640B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1" name="Oval 28">
                <a:extLst>
                  <a:ext uri="{FF2B5EF4-FFF2-40B4-BE49-F238E27FC236}">
                    <a16:creationId xmlns:a16="http://schemas.microsoft.com/office/drawing/2014/main" id="{045A3493-4892-E144-17DC-E662FC56BF2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8" name="Group 657">
            <a:extLst>
              <a:ext uri="{FF2B5EF4-FFF2-40B4-BE49-F238E27FC236}">
                <a16:creationId xmlns:a16="http://schemas.microsoft.com/office/drawing/2014/main" id="{7FA8CD45-671A-1FDA-258B-6FD16C1622E6}"/>
              </a:ext>
            </a:extLst>
          </p:cNvPr>
          <p:cNvGrpSpPr/>
          <p:nvPr/>
        </p:nvGrpSpPr>
        <p:grpSpPr>
          <a:xfrm>
            <a:off x="2105710" y="3698208"/>
            <a:ext cx="721206" cy="610396"/>
            <a:chOff x="2105710" y="3698208"/>
            <a:chExt cx="721206" cy="610396"/>
          </a:xfrm>
        </p:grpSpPr>
        <p:sp>
          <p:nvSpPr>
            <p:cNvPr id="659" name="Rectangle 658">
              <a:extLst>
                <a:ext uri="{FF2B5EF4-FFF2-40B4-BE49-F238E27FC236}">
                  <a16:creationId xmlns:a16="http://schemas.microsoft.com/office/drawing/2014/main" id="{1EA0DB35-8704-CA39-FE15-F241309AECAE}"/>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60" name="Right Triangle 659">
              <a:extLst>
                <a:ext uri="{FF2B5EF4-FFF2-40B4-BE49-F238E27FC236}">
                  <a16:creationId xmlns:a16="http://schemas.microsoft.com/office/drawing/2014/main" id="{DEAB554C-84E8-06B8-2A63-2D2789CD83F7}"/>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1" name="Group 660">
              <a:extLst>
                <a:ext uri="{FF2B5EF4-FFF2-40B4-BE49-F238E27FC236}">
                  <a16:creationId xmlns:a16="http://schemas.microsoft.com/office/drawing/2014/main" id="{DB4E8CCB-9345-4388-F88F-C1AA68538783}"/>
                </a:ext>
              </a:extLst>
            </p:cNvPr>
            <p:cNvGrpSpPr/>
            <p:nvPr/>
          </p:nvGrpSpPr>
          <p:grpSpPr>
            <a:xfrm>
              <a:off x="2776303" y="3704306"/>
              <a:ext cx="37817" cy="61390"/>
              <a:chOff x="3883481" y="2057400"/>
              <a:chExt cx="1608363" cy="2652031"/>
            </a:xfrm>
            <a:solidFill>
              <a:srgbClr val="A6A6A6">
                <a:alpha val="20000"/>
              </a:srgbClr>
            </a:solidFill>
          </p:grpSpPr>
          <p:sp>
            <p:nvSpPr>
              <p:cNvPr id="662" name="Oval 27">
                <a:extLst>
                  <a:ext uri="{FF2B5EF4-FFF2-40B4-BE49-F238E27FC236}">
                    <a16:creationId xmlns:a16="http://schemas.microsoft.com/office/drawing/2014/main" id="{137D8677-45FA-0F59-85E6-0F5B71BB7A3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3" name="Oval 28">
                <a:extLst>
                  <a:ext uri="{FF2B5EF4-FFF2-40B4-BE49-F238E27FC236}">
                    <a16:creationId xmlns:a16="http://schemas.microsoft.com/office/drawing/2014/main" id="{03E801EE-EBB2-751B-0E03-EB52604EFB6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4" name="Group 663">
            <a:extLst>
              <a:ext uri="{FF2B5EF4-FFF2-40B4-BE49-F238E27FC236}">
                <a16:creationId xmlns:a16="http://schemas.microsoft.com/office/drawing/2014/main" id="{EC841B4F-948A-7539-70AB-299FFCA50D12}"/>
              </a:ext>
            </a:extLst>
          </p:cNvPr>
          <p:cNvGrpSpPr/>
          <p:nvPr/>
        </p:nvGrpSpPr>
        <p:grpSpPr>
          <a:xfrm>
            <a:off x="3778361" y="2253333"/>
            <a:ext cx="721206" cy="609701"/>
            <a:chOff x="3778361" y="2253333"/>
            <a:chExt cx="721206" cy="609701"/>
          </a:xfrm>
        </p:grpSpPr>
        <p:sp>
          <p:nvSpPr>
            <p:cNvPr id="665" name="Rectangle 664">
              <a:extLst>
                <a:ext uri="{FF2B5EF4-FFF2-40B4-BE49-F238E27FC236}">
                  <a16:creationId xmlns:a16="http://schemas.microsoft.com/office/drawing/2014/main" id="{310793A6-5CF7-1960-5BE2-53C868A5A6F7}"/>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66" name="Rectangle 665">
              <a:extLst>
                <a:ext uri="{FF2B5EF4-FFF2-40B4-BE49-F238E27FC236}">
                  <a16:creationId xmlns:a16="http://schemas.microsoft.com/office/drawing/2014/main" id="{B47F54E1-7D2F-F010-39EB-3E4835707159}"/>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7" name="Oval 15">
              <a:extLst>
                <a:ext uri="{FF2B5EF4-FFF2-40B4-BE49-F238E27FC236}">
                  <a16:creationId xmlns:a16="http://schemas.microsoft.com/office/drawing/2014/main" id="{9C05D36A-F9C4-9F09-07B8-F1BA49C62D4C}"/>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8" name="Straight Connector 667">
              <a:extLst>
                <a:ext uri="{FF2B5EF4-FFF2-40B4-BE49-F238E27FC236}">
                  <a16:creationId xmlns:a16="http://schemas.microsoft.com/office/drawing/2014/main" id="{42302B59-C49B-FE2A-3274-0F0FB3ECA441}"/>
                </a:ext>
              </a:extLst>
            </p:cNvPr>
            <p:cNvCxnSpPr>
              <a:cxnSpLocks/>
              <a:stCxn id="667"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69" name="Straight Connector 668">
              <a:extLst>
                <a:ext uri="{FF2B5EF4-FFF2-40B4-BE49-F238E27FC236}">
                  <a16:creationId xmlns:a16="http://schemas.microsoft.com/office/drawing/2014/main" id="{E4B51D9E-5A60-E16A-A656-47D33012DF92}"/>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70" name="Group 669">
            <a:extLst>
              <a:ext uri="{FF2B5EF4-FFF2-40B4-BE49-F238E27FC236}">
                <a16:creationId xmlns:a16="http://schemas.microsoft.com/office/drawing/2014/main" id="{3935DEB7-A14E-957F-AB45-FA3AB7D73D98}"/>
              </a:ext>
            </a:extLst>
          </p:cNvPr>
          <p:cNvGrpSpPr/>
          <p:nvPr/>
        </p:nvGrpSpPr>
        <p:grpSpPr>
          <a:xfrm>
            <a:off x="1268843" y="2253332"/>
            <a:ext cx="721206" cy="609701"/>
            <a:chOff x="1268843" y="2253332"/>
            <a:chExt cx="721206" cy="609701"/>
          </a:xfrm>
        </p:grpSpPr>
        <p:sp>
          <p:nvSpPr>
            <p:cNvPr id="671" name="Rectangle 670">
              <a:extLst>
                <a:ext uri="{FF2B5EF4-FFF2-40B4-BE49-F238E27FC236}">
                  <a16:creationId xmlns:a16="http://schemas.microsoft.com/office/drawing/2014/main" id="{650538E2-BA52-38CB-2774-D5BCBFA273EC}"/>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72" name="Right Triangle 671">
              <a:extLst>
                <a:ext uri="{FF2B5EF4-FFF2-40B4-BE49-F238E27FC236}">
                  <a16:creationId xmlns:a16="http://schemas.microsoft.com/office/drawing/2014/main" id="{C9655760-3D5E-1BA9-89D5-BB4A242F7067}"/>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3" name="Group 672">
              <a:extLst>
                <a:ext uri="{FF2B5EF4-FFF2-40B4-BE49-F238E27FC236}">
                  <a16:creationId xmlns:a16="http://schemas.microsoft.com/office/drawing/2014/main" id="{C3BAE400-5D10-9D20-F867-C116C34E9D66}"/>
                </a:ext>
              </a:extLst>
            </p:cNvPr>
            <p:cNvGrpSpPr/>
            <p:nvPr/>
          </p:nvGrpSpPr>
          <p:grpSpPr>
            <a:xfrm>
              <a:off x="1939436" y="2265731"/>
              <a:ext cx="37817" cy="61390"/>
              <a:chOff x="3883481" y="2057400"/>
              <a:chExt cx="1608363" cy="2652031"/>
            </a:xfrm>
            <a:solidFill>
              <a:srgbClr val="A6A6A6">
                <a:alpha val="20000"/>
              </a:srgbClr>
            </a:solidFill>
          </p:grpSpPr>
          <p:sp>
            <p:nvSpPr>
              <p:cNvPr id="674" name="Oval 27">
                <a:extLst>
                  <a:ext uri="{FF2B5EF4-FFF2-40B4-BE49-F238E27FC236}">
                    <a16:creationId xmlns:a16="http://schemas.microsoft.com/office/drawing/2014/main" id="{E82A3B3E-224B-0102-EC5A-A08D60A9971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5" name="Oval 28">
                <a:extLst>
                  <a:ext uri="{FF2B5EF4-FFF2-40B4-BE49-F238E27FC236}">
                    <a16:creationId xmlns:a16="http://schemas.microsoft.com/office/drawing/2014/main" id="{E3E273A5-67B4-DF47-25DA-B23BD6819F4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6" name="Group 675">
            <a:extLst>
              <a:ext uri="{FF2B5EF4-FFF2-40B4-BE49-F238E27FC236}">
                <a16:creationId xmlns:a16="http://schemas.microsoft.com/office/drawing/2014/main" id="{B5A0F321-462B-C3EA-8441-86C9744ED46C}"/>
              </a:ext>
            </a:extLst>
          </p:cNvPr>
          <p:cNvGrpSpPr/>
          <p:nvPr/>
        </p:nvGrpSpPr>
        <p:grpSpPr>
          <a:xfrm>
            <a:off x="2105351" y="2253333"/>
            <a:ext cx="721206" cy="609701"/>
            <a:chOff x="2105351" y="2253333"/>
            <a:chExt cx="721206" cy="609701"/>
          </a:xfrm>
        </p:grpSpPr>
        <p:sp>
          <p:nvSpPr>
            <p:cNvPr id="677" name="Rectangle 676">
              <a:extLst>
                <a:ext uri="{FF2B5EF4-FFF2-40B4-BE49-F238E27FC236}">
                  <a16:creationId xmlns:a16="http://schemas.microsoft.com/office/drawing/2014/main" id="{8B2682B6-8AB4-9129-831D-3B5B1053AAAB}"/>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78" name="Right Triangle 677">
              <a:extLst>
                <a:ext uri="{FF2B5EF4-FFF2-40B4-BE49-F238E27FC236}">
                  <a16:creationId xmlns:a16="http://schemas.microsoft.com/office/drawing/2014/main" id="{182186FC-D3C5-7BD4-B6E6-2812E5AAC7FB}"/>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9" name="Group 678">
              <a:extLst>
                <a:ext uri="{FF2B5EF4-FFF2-40B4-BE49-F238E27FC236}">
                  <a16:creationId xmlns:a16="http://schemas.microsoft.com/office/drawing/2014/main" id="{1E2E065C-891D-A137-27C8-0FA77EFFFB89}"/>
                </a:ext>
              </a:extLst>
            </p:cNvPr>
            <p:cNvGrpSpPr/>
            <p:nvPr/>
          </p:nvGrpSpPr>
          <p:grpSpPr>
            <a:xfrm>
              <a:off x="2771408" y="2265591"/>
              <a:ext cx="37817" cy="61390"/>
              <a:chOff x="3883481" y="2057400"/>
              <a:chExt cx="1608363" cy="2652031"/>
            </a:xfrm>
            <a:solidFill>
              <a:srgbClr val="A6A6A6">
                <a:alpha val="20000"/>
              </a:srgbClr>
            </a:solidFill>
          </p:grpSpPr>
          <p:sp>
            <p:nvSpPr>
              <p:cNvPr id="680" name="Oval 27">
                <a:extLst>
                  <a:ext uri="{FF2B5EF4-FFF2-40B4-BE49-F238E27FC236}">
                    <a16:creationId xmlns:a16="http://schemas.microsoft.com/office/drawing/2014/main" id="{A7DDA2B2-DEC1-2210-F2E6-06F2DAC4C58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1" name="Oval 28">
                <a:extLst>
                  <a:ext uri="{FF2B5EF4-FFF2-40B4-BE49-F238E27FC236}">
                    <a16:creationId xmlns:a16="http://schemas.microsoft.com/office/drawing/2014/main" id="{3FFDF52B-9FEA-F57C-C920-B66E1F5673D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2" name="Group 681">
            <a:extLst>
              <a:ext uri="{FF2B5EF4-FFF2-40B4-BE49-F238E27FC236}">
                <a16:creationId xmlns:a16="http://schemas.microsoft.com/office/drawing/2014/main" id="{369498FB-1A90-EAAE-463F-E067E7A7C242}"/>
              </a:ext>
            </a:extLst>
          </p:cNvPr>
          <p:cNvGrpSpPr/>
          <p:nvPr/>
        </p:nvGrpSpPr>
        <p:grpSpPr>
          <a:xfrm>
            <a:off x="2941860" y="2253333"/>
            <a:ext cx="721206" cy="609701"/>
            <a:chOff x="2941860" y="2253333"/>
            <a:chExt cx="721206" cy="609701"/>
          </a:xfrm>
        </p:grpSpPr>
        <p:sp>
          <p:nvSpPr>
            <p:cNvPr id="683" name="Rectangle 682">
              <a:extLst>
                <a:ext uri="{FF2B5EF4-FFF2-40B4-BE49-F238E27FC236}">
                  <a16:creationId xmlns:a16="http://schemas.microsoft.com/office/drawing/2014/main" id="{68B63D39-59E3-0CBB-26DB-C3A2A362F24B}"/>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684" name="Right Triangle 683">
              <a:extLst>
                <a:ext uri="{FF2B5EF4-FFF2-40B4-BE49-F238E27FC236}">
                  <a16:creationId xmlns:a16="http://schemas.microsoft.com/office/drawing/2014/main" id="{B144154A-FC76-013F-5621-F6D584DCE971}"/>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5" name="Group 684">
              <a:extLst>
                <a:ext uri="{FF2B5EF4-FFF2-40B4-BE49-F238E27FC236}">
                  <a16:creationId xmlns:a16="http://schemas.microsoft.com/office/drawing/2014/main" id="{E8060B5A-E271-99E6-119A-91D5CD8DFAE9}"/>
                </a:ext>
              </a:extLst>
            </p:cNvPr>
            <p:cNvGrpSpPr/>
            <p:nvPr/>
          </p:nvGrpSpPr>
          <p:grpSpPr>
            <a:xfrm>
              <a:off x="3611250" y="2264969"/>
              <a:ext cx="37817" cy="61390"/>
              <a:chOff x="3883481" y="2057400"/>
              <a:chExt cx="1608363" cy="2652031"/>
            </a:xfrm>
            <a:solidFill>
              <a:srgbClr val="A6A6A6">
                <a:alpha val="20000"/>
              </a:srgbClr>
            </a:solidFill>
          </p:grpSpPr>
          <p:sp>
            <p:nvSpPr>
              <p:cNvPr id="686" name="Oval 27">
                <a:extLst>
                  <a:ext uri="{FF2B5EF4-FFF2-40B4-BE49-F238E27FC236}">
                    <a16:creationId xmlns:a16="http://schemas.microsoft.com/office/drawing/2014/main" id="{6B2551B8-400C-52EE-F2FB-DCE3D44F0FB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7" name="Oval 28">
                <a:extLst>
                  <a:ext uri="{FF2B5EF4-FFF2-40B4-BE49-F238E27FC236}">
                    <a16:creationId xmlns:a16="http://schemas.microsoft.com/office/drawing/2014/main" id="{EB0B68E0-EB1A-1B9C-693E-D067E634B34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8" name="Group 687">
            <a:extLst>
              <a:ext uri="{FF2B5EF4-FFF2-40B4-BE49-F238E27FC236}">
                <a16:creationId xmlns:a16="http://schemas.microsoft.com/office/drawing/2014/main" id="{58789E4B-75B9-A7BF-313A-C844D1A6570A}"/>
              </a:ext>
            </a:extLst>
          </p:cNvPr>
          <p:cNvGrpSpPr/>
          <p:nvPr/>
        </p:nvGrpSpPr>
        <p:grpSpPr>
          <a:xfrm>
            <a:off x="4614876" y="2253332"/>
            <a:ext cx="721206" cy="609701"/>
            <a:chOff x="4614876" y="2253332"/>
            <a:chExt cx="721206" cy="609701"/>
          </a:xfrm>
        </p:grpSpPr>
        <p:sp>
          <p:nvSpPr>
            <p:cNvPr id="689" name="Rectangle 688">
              <a:extLst>
                <a:ext uri="{FF2B5EF4-FFF2-40B4-BE49-F238E27FC236}">
                  <a16:creationId xmlns:a16="http://schemas.microsoft.com/office/drawing/2014/main" id="{E487BFCC-7414-9F51-FDC1-6643CF3642C3}"/>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690" name="Right Triangle 689">
              <a:extLst>
                <a:ext uri="{FF2B5EF4-FFF2-40B4-BE49-F238E27FC236}">
                  <a16:creationId xmlns:a16="http://schemas.microsoft.com/office/drawing/2014/main" id="{396229AD-53D9-7EFE-F083-730C1F3BE25E}"/>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1" name="Group 690">
              <a:extLst>
                <a:ext uri="{FF2B5EF4-FFF2-40B4-BE49-F238E27FC236}">
                  <a16:creationId xmlns:a16="http://schemas.microsoft.com/office/drawing/2014/main" id="{40C8C732-B71E-FDE9-FFB3-4D8366A0133E}"/>
                </a:ext>
              </a:extLst>
            </p:cNvPr>
            <p:cNvGrpSpPr/>
            <p:nvPr/>
          </p:nvGrpSpPr>
          <p:grpSpPr>
            <a:xfrm>
              <a:off x="5280738" y="2264779"/>
              <a:ext cx="37817" cy="61390"/>
              <a:chOff x="3883481" y="2057400"/>
              <a:chExt cx="1608363" cy="2652031"/>
            </a:xfrm>
            <a:solidFill>
              <a:srgbClr val="A6A6A6">
                <a:alpha val="20000"/>
              </a:srgbClr>
            </a:solidFill>
          </p:grpSpPr>
          <p:sp>
            <p:nvSpPr>
              <p:cNvPr id="692" name="Oval 27">
                <a:extLst>
                  <a:ext uri="{FF2B5EF4-FFF2-40B4-BE49-F238E27FC236}">
                    <a16:creationId xmlns:a16="http://schemas.microsoft.com/office/drawing/2014/main" id="{A18C38C4-E62E-8B48-3694-69A114AB2B6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3" name="Oval 28">
                <a:extLst>
                  <a:ext uri="{FF2B5EF4-FFF2-40B4-BE49-F238E27FC236}">
                    <a16:creationId xmlns:a16="http://schemas.microsoft.com/office/drawing/2014/main" id="{1583276F-91FB-D9FC-F1B0-F372B2D5DCF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6" name="Group 705">
            <a:extLst>
              <a:ext uri="{FF2B5EF4-FFF2-40B4-BE49-F238E27FC236}">
                <a16:creationId xmlns:a16="http://schemas.microsoft.com/office/drawing/2014/main" id="{EA03BF3D-74B8-6A64-78B4-481AD2CE0BF9}"/>
              </a:ext>
            </a:extLst>
          </p:cNvPr>
          <p:cNvGrpSpPr/>
          <p:nvPr/>
        </p:nvGrpSpPr>
        <p:grpSpPr>
          <a:xfrm>
            <a:off x="431659" y="2253337"/>
            <a:ext cx="721895" cy="609700"/>
            <a:chOff x="431659" y="2253337"/>
            <a:chExt cx="721895" cy="609700"/>
          </a:xfrm>
        </p:grpSpPr>
        <p:sp>
          <p:nvSpPr>
            <p:cNvPr id="707" name="Rectangle 706">
              <a:hlinkHover r:id="" action="ppaction://noaction" highlightClick="1"/>
              <a:extLst>
                <a:ext uri="{FF2B5EF4-FFF2-40B4-BE49-F238E27FC236}">
                  <a16:creationId xmlns:a16="http://schemas.microsoft.com/office/drawing/2014/main" id="{25FBA91A-8F29-8D04-FC2D-73C6DDA214C4}"/>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08" name="Diamond 707">
              <a:extLst>
                <a:ext uri="{FF2B5EF4-FFF2-40B4-BE49-F238E27FC236}">
                  <a16:creationId xmlns:a16="http://schemas.microsoft.com/office/drawing/2014/main" id="{4C426820-4971-406A-38BC-74AF2B217239}"/>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9" name="Oval 708">
              <a:extLst>
                <a:ext uri="{FF2B5EF4-FFF2-40B4-BE49-F238E27FC236}">
                  <a16:creationId xmlns:a16="http://schemas.microsoft.com/office/drawing/2014/main" id="{1A2CA5D2-065E-B585-C4B5-B7C6F81D9542}"/>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14" name="Group 713">
            <a:extLst>
              <a:ext uri="{FF2B5EF4-FFF2-40B4-BE49-F238E27FC236}">
                <a16:creationId xmlns:a16="http://schemas.microsoft.com/office/drawing/2014/main" id="{12C4121C-61D5-07E6-0D86-FDA8A0C07E72}"/>
              </a:ext>
            </a:extLst>
          </p:cNvPr>
          <p:cNvGrpSpPr/>
          <p:nvPr/>
        </p:nvGrpSpPr>
        <p:grpSpPr>
          <a:xfrm>
            <a:off x="2105348" y="1532276"/>
            <a:ext cx="721206" cy="609701"/>
            <a:chOff x="2105348" y="1532276"/>
            <a:chExt cx="721206" cy="609701"/>
          </a:xfrm>
        </p:grpSpPr>
        <p:sp>
          <p:nvSpPr>
            <p:cNvPr id="715" name="Rectangle 714">
              <a:extLst>
                <a:ext uri="{FF2B5EF4-FFF2-40B4-BE49-F238E27FC236}">
                  <a16:creationId xmlns:a16="http://schemas.microsoft.com/office/drawing/2014/main" id="{A5026D24-238E-C0A2-02E5-7ADAC3C6F070}"/>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16" name="Rectangle 715">
              <a:extLst>
                <a:ext uri="{FF2B5EF4-FFF2-40B4-BE49-F238E27FC236}">
                  <a16:creationId xmlns:a16="http://schemas.microsoft.com/office/drawing/2014/main" id="{FEC07128-4FE3-2C8D-42F8-54A778624C89}"/>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7" name="Oval 15">
              <a:extLst>
                <a:ext uri="{FF2B5EF4-FFF2-40B4-BE49-F238E27FC236}">
                  <a16:creationId xmlns:a16="http://schemas.microsoft.com/office/drawing/2014/main" id="{135D4084-5442-90DB-9762-230D50D7FF73}"/>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18" name="Straight Connector 717">
              <a:extLst>
                <a:ext uri="{FF2B5EF4-FFF2-40B4-BE49-F238E27FC236}">
                  <a16:creationId xmlns:a16="http://schemas.microsoft.com/office/drawing/2014/main" id="{DF736F29-3AF7-CB56-1D57-5E07A2663180}"/>
                </a:ext>
              </a:extLst>
            </p:cNvPr>
            <p:cNvCxnSpPr>
              <a:cxnSpLocks/>
              <a:stCxn id="717"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19" name="Straight Connector 718">
              <a:extLst>
                <a:ext uri="{FF2B5EF4-FFF2-40B4-BE49-F238E27FC236}">
                  <a16:creationId xmlns:a16="http://schemas.microsoft.com/office/drawing/2014/main" id="{78964D17-9654-F49D-ACA2-C1CA27496C3E}"/>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20" name="Group 719">
            <a:extLst>
              <a:ext uri="{FF2B5EF4-FFF2-40B4-BE49-F238E27FC236}">
                <a16:creationId xmlns:a16="http://schemas.microsoft.com/office/drawing/2014/main" id="{EDF1E3A9-2B7C-B1BF-9FF1-8E4D84FE295D}"/>
              </a:ext>
            </a:extLst>
          </p:cNvPr>
          <p:cNvGrpSpPr/>
          <p:nvPr/>
        </p:nvGrpSpPr>
        <p:grpSpPr>
          <a:xfrm>
            <a:off x="431659" y="1532283"/>
            <a:ext cx="721891" cy="610032"/>
            <a:chOff x="431659" y="1532283"/>
            <a:chExt cx="721891" cy="610032"/>
          </a:xfrm>
        </p:grpSpPr>
        <p:sp>
          <p:nvSpPr>
            <p:cNvPr id="721" name="Rectangle 720">
              <a:extLst>
                <a:ext uri="{FF2B5EF4-FFF2-40B4-BE49-F238E27FC236}">
                  <a16:creationId xmlns:a16="http://schemas.microsoft.com/office/drawing/2014/main" id="{0F1E5122-7C3A-26F7-1170-85198217E762}"/>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22" name="Right Triangle 721">
              <a:extLst>
                <a:ext uri="{FF2B5EF4-FFF2-40B4-BE49-F238E27FC236}">
                  <a16:creationId xmlns:a16="http://schemas.microsoft.com/office/drawing/2014/main" id="{E7A16BAB-03BB-7B0C-03C0-36C4F4997DB7}"/>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3" name="Group 722">
              <a:extLst>
                <a:ext uri="{FF2B5EF4-FFF2-40B4-BE49-F238E27FC236}">
                  <a16:creationId xmlns:a16="http://schemas.microsoft.com/office/drawing/2014/main" id="{F4498F9E-A349-A89A-3C98-624E17FE1932}"/>
                </a:ext>
              </a:extLst>
            </p:cNvPr>
            <p:cNvGrpSpPr/>
            <p:nvPr/>
          </p:nvGrpSpPr>
          <p:grpSpPr>
            <a:xfrm>
              <a:off x="1102940" y="1538374"/>
              <a:ext cx="37817" cy="61390"/>
              <a:chOff x="3883481" y="2057400"/>
              <a:chExt cx="1608363" cy="2652031"/>
            </a:xfrm>
            <a:solidFill>
              <a:srgbClr val="A6A6A6">
                <a:alpha val="20000"/>
              </a:srgbClr>
            </a:solidFill>
          </p:grpSpPr>
          <p:sp>
            <p:nvSpPr>
              <p:cNvPr id="724" name="Oval 27">
                <a:extLst>
                  <a:ext uri="{FF2B5EF4-FFF2-40B4-BE49-F238E27FC236}">
                    <a16:creationId xmlns:a16="http://schemas.microsoft.com/office/drawing/2014/main" id="{8ECB3A51-CA14-BDE5-4C5D-05AEDECD902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5" name="Oval 28">
                <a:extLst>
                  <a:ext uri="{FF2B5EF4-FFF2-40B4-BE49-F238E27FC236}">
                    <a16:creationId xmlns:a16="http://schemas.microsoft.com/office/drawing/2014/main" id="{120C27E4-D41B-5891-73C4-3677B955E01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6" name="Group 725">
            <a:extLst>
              <a:ext uri="{FF2B5EF4-FFF2-40B4-BE49-F238E27FC236}">
                <a16:creationId xmlns:a16="http://schemas.microsoft.com/office/drawing/2014/main" id="{89FDD482-A835-5889-662E-991CAC63EAF7}"/>
              </a:ext>
            </a:extLst>
          </p:cNvPr>
          <p:cNvGrpSpPr/>
          <p:nvPr/>
        </p:nvGrpSpPr>
        <p:grpSpPr>
          <a:xfrm>
            <a:off x="1268843" y="1532283"/>
            <a:ext cx="721206" cy="610032"/>
            <a:chOff x="1268843" y="1532283"/>
            <a:chExt cx="721206" cy="610032"/>
          </a:xfrm>
        </p:grpSpPr>
        <p:sp>
          <p:nvSpPr>
            <p:cNvPr id="727" name="Rectangle 726">
              <a:extLst>
                <a:ext uri="{FF2B5EF4-FFF2-40B4-BE49-F238E27FC236}">
                  <a16:creationId xmlns:a16="http://schemas.microsoft.com/office/drawing/2014/main" id="{707C9BB7-191A-61A3-268B-9322FF87E099}"/>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28" name="Right Triangle 727">
              <a:extLst>
                <a:ext uri="{FF2B5EF4-FFF2-40B4-BE49-F238E27FC236}">
                  <a16:creationId xmlns:a16="http://schemas.microsoft.com/office/drawing/2014/main" id="{F65D639B-2867-DB97-6FE5-51DB52DB5C3E}"/>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9" name="Group 728">
              <a:extLst>
                <a:ext uri="{FF2B5EF4-FFF2-40B4-BE49-F238E27FC236}">
                  <a16:creationId xmlns:a16="http://schemas.microsoft.com/office/drawing/2014/main" id="{E6E89776-8DEF-5DCB-DB12-0546A6467A9E}"/>
                </a:ext>
              </a:extLst>
            </p:cNvPr>
            <p:cNvGrpSpPr/>
            <p:nvPr/>
          </p:nvGrpSpPr>
          <p:grpSpPr>
            <a:xfrm>
              <a:off x="1939436" y="1538374"/>
              <a:ext cx="37817" cy="61390"/>
              <a:chOff x="3883481" y="2057400"/>
              <a:chExt cx="1608363" cy="2652031"/>
            </a:xfrm>
            <a:solidFill>
              <a:srgbClr val="A6A6A6">
                <a:alpha val="20000"/>
              </a:srgbClr>
            </a:solidFill>
          </p:grpSpPr>
          <p:sp>
            <p:nvSpPr>
              <p:cNvPr id="730" name="Oval 27">
                <a:extLst>
                  <a:ext uri="{FF2B5EF4-FFF2-40B4-BE49-F238E27FC236}">
                    <a16:creationId xmlns:a16="http://schemas.microsoft.com/office/drawing/2014/main" id="{D0787D9B-BCC5-E4D6-5698-3C010D0F2A5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1" name="Oval 28">
                <a:extLst>
                  <a:ext uri="{FF2B5EF4-FFF2-40B4-BE49-F238E27FC236}">
                    <a16:creationId xmlns:a16="http://schemas.microsoft.com/office/drawing/2014/main" id="{0339DEB0-C73C-4E1A-FF57-26D1EC447EB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38" name="Group 737">
            <a:extLst>
              <a:ext uri="{FF2B5EF4-FFF2-40B4-BE49-F238E27FC236}">
                <a16:creationId xmlns:a16="http://schemas.microsoft.com/office/drawing/2014/main" id="{43B5C6ED-CD34-51A2-9EA1-9799083AC51F}"/>
              </a:ext>
            </a:extLst>
          </p:cNvPr>
          <p:cNvGrpSpPr/>
          <p:nvPr/>
        </p:nvGrpSpPr>
        <p:grpSpPr>
          <a:xfrm>
            <a:off x="5454379" y="2974054"/>
            <a:ext cx="721206" cy="649846"/>
            <a:chOff x="5454379" y="2974054"/>
            <a:chExt cx="721206" cy="649846"/>
          </a:xfrm>
        </p:grpSpPr>
        <p:sp>
          <p:nvSpPr>
            <p:cNvPr id="739" name="Rectangle 738">
              <a:extLst>
                <a:ext uri="{FF2B5EF4-FFF2-40B4-BE49-F238E27FC236}">
                  <a16:creationId xmlns:a16="http://schemas.microsoft.com/office/drawing/2014/main" id="{918C28A8-FC51-DA36-0535-8671ECA9C8C6}"/>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40" name="Rectangle 739">
              <a:extLst>
                <a:ext uri="{FF2B5EF4-FFF2-40B4-BE49-F238E27FC236}">
                  <a16:creationId xmlns:a16="http://schemas.microsoft.com/office/drawing/2014/main" id="{38371202-0CAE-B169-6B2D-385AB1275C03}"/>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1" name="Oval 15">
              <a:extLst>
                <a:ext uri="{FF2B5EF4-FFF2-40B4-BE49-F238E27FC236}">
                  <a16:creationId xmlns:a16="http://schemas.microsoft.com/office/drawing/2014/main" id="{469DA581-38E8-485C-30A2-33D1DDCAD63E}"/>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42" name="Straight Connector 741">
              <a:extLst>
                <a:ext uri="{FF2B5EF4-FFF2-40B4-BE49-F238E27FC236}">
                  <a16:creationId xmlns:a16="http://schemas.microsoft.com/office/drawing/2014/main" id="{E93D2E4A-63B2-290E-9785-78C9D9608D02}"/>
                </a:ext>
              </a:extLst>
            </p:cNvPr>
            <p:cNvCxnSpPr>
              <a:cxnSpLocks/>
              <a:stCxn id="741"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3" name="Straight Connector 742">
              <a:extLst>
                <a:ext uri="{FF2B5EF4-FFF2-40B4-BE49-F238E27FC236}">
                  <a16:creationId xmlns:a16="http://schemas.microsoft.com/office/drawing/2014/main" id="{2EBF030D-DC1B-3685-0987-CF8CCA988292}"/>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44" name="Group 743">
            <a:extLst>
              <a:ext uri="{FF2B5EF4-FFF2-40B4-BE49-F238E27FC236}">
                <a16:creationId xmlns:a16="http://schemas.microsoft.com/office/drawing/2014/main" id="{50EB4846-2E33-4664-A321-7313D43BCF60}"/>
              </a:ext>
            </a:extLst>
          </p:cNvPr>
          <p:cNvGrpSpPr/>
          <p:nvPr/>
        </p:nvGrpSpPr>
        <p:grpSpPr>
          <a:xfrm>
            <a:off x="431659" y="2974054"/>
            <a:ext cx="721891" cy="609701"/>
            <a:chOff x="431659" y="2974054"/>
            <a:chExt cx="721891" cy="609701"/>
          </a:xfrm>
        </p:grpSpPr>
        <p:sp>
          <p:nvSpPr>
            <p:cNvPr id="745" name="Rectangle 744">
              <a:extLst>
                <a:ext uri="{FF2B5EF4-FFF2-40B4-BE49-F238E27FC236}">
                  <a16:creationId xmlns:a16="http://schemas.microsoft.com/office/drawing/2014/main" id="{1D65B172-1898-6DE4-B510-FCAD93CBD516}"/>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46" name="Right Triangle 745">
              <a:extLst>
                <a:ext uri="{FF2B5EF4-FFF2-40B4-BE49-F238E27FC236}">
                  <a16:creationId xmlns:a16="http://schemas.microsoft.com/office/drawing/2014/main" id="{C8475996-FBDB-8ADF-41B8-7B9A01E518A6}"/>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7" name="Group 746">
              <a:extLst>
                <a:ext uri="{FF2B5EF4-FFF2-40B4-BE49-F238E27FC236}">
                  <a16:creationId xmlns:a16="http://schemas.microsoft.com/office/drawing/2014/main" id="{36D7BF78-E36A-DF00-ED37-9A1E856BAE1A}"/>
                </a:ext>
              </a:extLst>
            </p:cNvPr>
            <p:cNvGrpSpPr/>
            <p:nvPr/>
          </p:nvGrpSpPr>
          <p:grpSpPr>
            <a:xfrm>
              <a:off x="1102940" y="2981762"/>
              <a:ext cx="37817" cy="61390"/>
              <a:chOff x="3883481" y="2057400"/>
              <a:chExt cx="1608363" cy="2652031"/>
            </a:xfrm>
            <a:solidFill>
              <a:srgbClr val="A6A6A6">
                <a:alpha val="20000"/>
              </a:srgbClr>
            </a:solidFill>
          </p:grpSpPr>
          <p:sp>
            <p:nvSpPr>
              <p:cNvPr id="748" name="Oval 27">
                <a:extLst>
                  <a:ext uri="{FF2B5EF4-FFF2-40B4-BE49-F238E27FC236}">
                    <a16:creationId xmlns:a16="http://schemas.microsoft.com/office/drawing/2014/main" id="{31B0D62F-E557-3059-27D3-A4FEE91832E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9" name="Oval 28">
                <a:extLst>
                  <a:ext uri="{FF2B5EF4-FFF2-40B4-BE49-F238E27FC236}">
                    <a16:creationId xmlns:a16="http://schemas.microsoft.com/office/drawing/2014/main" id="{37168C14-5B34-4156-CFB4-B8D7F846470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6" name="Group 755">
            <a:extLst>
              <a:ext uri="{FF2B5EF4-FFF2-40B4-BE49-F238E27FC236}">
                <a16:creationId xmlns:a16="http://schemas.microsoft.com/office/drawing/2014/main" id="{5872A380-CF27-3945-CCC5-6ABC5C1FC78D}"/>
              </a:ext>
            </a:extLst>
          </p:cNvPr>
          <p:cNvGrpSpPr/>
          <p:nvPr/>
        </p:nvGrpSpPr>
        <p:grpSpPr>
          <a:xfrm>
            <a:off x="2940469" y="2974031"/>
            <a:ext cx="721206" cy="613175"/>
            <a:chOff x="2940469" y="2974031"/>
            <a:chExt cx="721206" cy="613175"/>
          </a:xfrm>
        </p:grpSpPr>
        <p:sp>
          <p:nvSpPr>
            <p:cNvPr id="757" name="Rectangle 756">
              <a:extLst>
                <a:ext uri="{FF2B5EF4-FFF2-40B4-BE49-F238E27FC236}">
                  <a16:creationId xmlns:a16="http://schemas.microsoft.com/office/drawing/2014/main" id="{D3322534-0830-C9B9-05B0-810821395103}"/>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58" name="Right Triangle 757">
              <a:extLst>
                <a:ext uri="{FF2B5EF4-FFF2-40B4-BE49-F238E27FC236}">
                  <a16:creationId xmlns:a16="http://schemas.microsoft.com/office/drawing/2014/main" id="{420E411D-FE8F-29B5-D702-8102A554BF7D}"/>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9" name="Group 758">
              <a:extLst>
                <a:ext uri="{FF2B5EF4-FFF2-40B4-BE49-F238E27FC236}">
                  <a16:creationId xmlns:a16="http://schemas.microsoft.com/office/drawing/2014/main" id="{D5B0C7C8-5023-DF46-8D62-53F161F0112B}"/>
                </a:ext>
              </a:extLst>
            </p:cNvPr>
            <p:cNvGrpSpPr/>
            <p:nvPr/>
          </p:nvGrpSpPr>
          <p:grpSpPr>
            <a:xfrm>
              <a:off x="3610502" y="2980132"/>
              <a:ext cx="37817" cy="61390"/>
              <a:chOff x="3883481" y="2057400"/>
              <a:chExt cx="1608363" cy="2652031"/>
            </a:xfrm>
            <a:solidFill>
              <a:srgbClr val="A6A6A6">
                <a:alpha val="20000"/>
              </a:srgbClr>
            </a:solidFill>
          </p:grpSpPr>
          <p:sp>
            <p:nvSpPr>
              <p:cNvPr id="760" name="Oval 27">
                <a:extLst>
                  <a:ext uri="{FF2B5EF4-FFF2-40B4-BE49-F238E27FC236}">
                    <a16:creationId xmlns:a16="http://schemas.microsoft.com/office/drawing/2014/main" id="{C475890C-822B-A0AE-AF7C-825E35B4780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1" name="Oval 28">
                <a:extLst>
                  <a:ext uri="{FF2B5EF4-FFF2-40B4-BE49-F238E27FC236}">
                    <a16:creationId xmlns:a16="http://schemas.microsoft.com/office/drawing/2014/main" id="{E5D37558-BDEF-3BDD-79F6-521D5CB1C25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2" name="Group 761">
            <a:extLst>
              <a:ext uri="{FF2B5EF4-FFF2-40B4-BE49-F238E27FC236}">
                <a16:creationId xmlns:a16="http://schemas.microsoft.com/office/drawing/2014/main" id="{CCA4AFBE-C2C8-5842-B767-EF34002CE04D}"/>
              </a:ext>
            </a:extLst>
          </p:cNvPr>
          <p:cNvGrpSpPr/>
          <p:nvPr/>
        </p:nvGrpSpPr>
        <p:grpSpPr>
          <a:xfrm>
            <a:off x="1268380" y="2974053"/>
            <a:ext cx="721206" cy="609701"/>
            <a:chOff x="1268380" y="2974053"/>
            <a:chExt cx="721206" cy="609701"/>
          </a:xfrm>
        </p:grpSpPr>
        <p:sp>
          <p:nvSpPr>
            <p:cNvPr id="763" name="Rectangle 762">
              <a:extLst>
                <a:ext uri="{FF2B5EF4-FFF2-40B4-BE49-F238E27FC236}">
                  <a16:creationId xmlns:a16="http://schemas.microsoft.com/office/drawing/2014/main" id="{0C28229F-FFB7-9AA0-F638-AEC040085863}"/>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64" name="Right Triangle 763">
              <a:extLst>
                <a:ext uri="{FF2B5EF4-FFF2-40B4-BE49-F238E27FC236}">
                  <a16:creationId xmlns:a16="http://schemas.microsoft.com/office/drawing/2014/main" id="{A58F1BA9-B0F7-5B44-4A56-5D8DD8CCDAC4}"/>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5" name="Group 764">
              <a:extLst>
                <a:ext uri="{FF2B5EF4-FFF2-40B4-BE49-F238E27FC236}">
                  <a16:creationId xmlns:a16="http://schemas.microsoft.com/office/drawing/2014/main" id="{03BF8147-EA4E-D0B3-8930-1B7186E6BBAF}"/>
                </a:ext>
              </a:extLst>
            </p:cNvPr>
            <p:cNvGrpSpPr/>
            <p:nvPr/>
          </p:nvGrpSpPr>
          <p:grpSpPr>
            <a:xfrm>
              <a:off x="1938973" y="2986452"/>
              <a:ext cx="37817" cy="61390"/>
              <a:chOff x="3883481" y="2057400"/>
              <a:chExt cx="1608363" cy="2652031"/>
            </a:xfrm>
            <a:solidFill>
              <a:srgbClr val="A6A6A6">
                <a:alpha val="20000"/>
              </a:srgbClr>
            </a:solidFill>
          </p:grpSpPr>
          <p:sp>
            <p:nvSpPr>
              <p:cNvPr id="766" name="Oval 27">
                <a:extLst>
                  <a:ext uri="{FF2B5EF4-FFF2-40B4-BE49-F238E27FC236}">
                    <a16:creationId xmlns:a16="http://schemas.microsoft.com/office/drawing/2014/main" id="{D1938C3D-E743-A53A-DB03-605842896FB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7" name="Oval 28">
                <a:extLst>
                  <a:ext uri="{FF2B5EF4-FFF2-40B4-BE49-F238E27FC236}">
                    <a16:creationId xmlns:a16="http://schemas.microsoft.com/office/drawing/2014/main" id="{7F87BC71-73E9-B583-765F-B8B4BD0BDF9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8" name="Group 767">
            <a:extLst>
              <a:ext uri="{FF2B5EF4-FFF2-40B4-BE49-F238E27FC236}">
                <a16:creationId xmlns:a16="http://schemas.microsoft.com/office/drawing/2014/main" id="{8EB99E35-7955-E759-65AA-BD604AF4F686}"/>
              </a:ext>
            </a:extLst>
          </p:cNvPr>
          <p:cNvGrpSpPr/>
          <p:nvPr/>
        </p:nvGrpSpPr>
        <p:grpSpPr>
          <a:xfrm>
            <a:off x="2938534" y="811556"/>
            <a:ext cx="721206" cy="609701"/>
            <a:chOff x="2938534" y="811556"/>
            <a:chExt cx="721206" cy="609701"/>
          </a:xfrm>
        </p:grpSpPr>
        <p:sp>
          <p:nvSpPr>
            <p:cNvPr id="769" name="Rectangle 768">
              <a:extLst>
                <a:ext uri="{FF2B5EF4-FFF2-40B4-BE49-F238E27FC236}">
                  <a16:creationId xmlns:a16="http://schemas.microsoft.com/office/drawing/2014/main" id="{650F0306-45DD-3B5B-EE50-6E1AEE61E805}"/>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70" name="Rectangle 769">
              <a:extLst>
                <a:ext uri="{FF2B5EF4-FFF2-40B4-BE49-F238E27FC236}">
                  <a16:creationId xmlns:a16="http://schemas.microsoft.com/office/drawing/2014/main" id="{EB893F05-CD5F-CAD3-C38A-0E1D6B77ED9C}"/>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1" name="Oval 15">
              <a:extLst>
                <a:ext uri="{FF2B5EF4-FFF2-40B4-BE49-F238E27FC236}">
                  <a16:creationId xmlns:a16="http://schemas.microsoft.com/office/drawing/2014/main" id="{3098614F-EE0D-688A-CECA-9141A5295A37}"/>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72" name="Straight Connector 771">
              <a:extLst>
                <a:ext uri="{FF2B5EF4-FFF2-40B4-BE49-F238E27FC236}">
                  <a16:creationId xmlns:a16="http://schemas.microsoft.com/office/drawing/2014/main" id="{8E1B284A-DDCA-2AB3-EB1C-92E27B8DD169}"/>
                </a:ext>
              </a:extLst>
            </p:cNvPr>
            <p:cNvCxnSpPr>
              <a:cxnSpLocks/>
              <a:stCxn id="771"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73" name="Straight Connector 772">
              <a:extLst>
                <a:ext uri="{FF2B5EF4-FFF2-40B4-BE49-F238E27FC236}">
                  <a16:creationId xmlns:a16="http://schemas.microsoft.com/office/drawing/2014/main" id="{09323685-EE23-69E8-129D-3460D0ACB8D5}"/>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80" name="Group 779">
            <a:extLst>
              <a:ext uri="{FF2B5EF4-FFF2-40B4-BE49-F238E27FC236}">
                <a16:creationId xmlns:a16="http://schemas.microsoft.com/office/drawing/2014/main" id="{DD694E40-BE26-004B-DA04-5E61A5EAE3A7}"/>
              </a:ext>
            </a:extLst>
          </p:cNvPr>
          <p:cNvGrpSpPr/>
          <p:nvPr/>
        </p:nvGrpSpPr>
        <p:grpSpPr>
          <a:xfrm>
            <a:off x="431659" y="811556"/>
            <a:ext cx="721206" cy="609701"/>
            <a:chOff x="431659" y="811556"/>
            <a:chExt cx="721206" cy="609701"/>
          </a:xfrm>
        </p:grpSpPr>
        <p:sp>
          <p:nvSpPr>
            <p:cNvPr id="781" name="Rectangle 780">
              <a:extLst>
                <a:ext uri="{FF2B5EF4-FFF2-40B4-BE49-F238E27FC236}">
                  <a16:creationId xmlns:a16="http://schemas.microsoft.com/office/drawing/2014/main" id="{DD8F9715-2C0C-0245-1A4B-164522CEA122}"/>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82" name="Right Triangle 781">
              <a:extLst>
                <a:ext uri="{FF2B5EF4-FFF2-40B4-BE49-F238E27FC236}">
                  <a16:creationId xmlns:a16="http://schemas.microsoft.com/office/drawing/2014/main" id="{293200AB-863B-12B6-6000-305D1B1EF246}"/>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3" name="Group 782">
              <a:extLst>
                <a:ext uri="{FF2B5EF4-FFF2-40B4-BE49-F238E27FC236}">
                  <a16:creationId xmlns:a16="http://schemas.microsoft.com/office/drawing/2014/main" id="{9B7B1173-6EDF-BD09-EBFE-5D66D0F16F8D}"/>
                </a:ext>
              </a:extLst>
            </p:cNvPr>
            <p:cNvGrpSpPr/>
            <p:nvPr/>
          </p:nvGrpSpPr>
          <p:grpSpPr>
            <a:xfrm>
              <a:off x="1100969" y="819591"/>
              <a:ext cx="37817" cy="61390"/>
              <a:chOff x="3883481" y="2057400"/>
              <a:chExt cx="1608363" cy="2652031"/>
            </a:xfrm>
            <a:solidFill>
              <a:srgbClr val="A6A6A6">
                <a:alpha val="20000"/>
              </a:srgbClr>
            </a:solidFill>
          </p:grpSpPr>
          <p:sp>
            <p:nvSpPr>
              <p:cNvPr id="784" name="Oval 27">
                <a:extLst>
                  <a:ext uri="{FF2B5EF4-FFF2-40B4-BE49-F238E27FC236}">
                    <a16:creationId xmlns:a16="http://schemas.microsoft.com/office/drawing/2014/main" id="{4F55B571-1710-7B1B-DC70-514181FB75E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5" name="Oval 28">
                <a:extLst>
                  <a:ext uri="{FF2B5EF4-FFF2-40B4-BE49-F238E27FC236}">
                    <a16:creationId xmlns:a16="http://schemas.microsoft.com/office/drawing/2014/main" id="{2CA3819F-D824-6C03-DD24-ACF385DBC3E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6" name="Group 785">
            <a:extLst>
              <a:ext uri="{FF2B5EF4-FFF2-40B4-BE49-F238E27FC236}">
                <a16:creationId xmlns:a16="http://schemas.microsoft.com/office/drawing/2014/main" id="{6E989F50-3D95-1DD9-96F0-EC43837059F0}"/>
              </a:ext>
            </a:extLst>
          </p:cNvPr>
          <p:cNvGrpSpPr/>
          <p:nvPr/>
        </p:nvGrpSpPr>
        <p:grpSpPr>
          <a:xfrm>
            <a:off x="1267285" y="811556"/>
            <a:ext cx="721206" cy="609701"/>
            <a:chOff x="1267285" y="811556"/>
            <a:chExt cx="721206" cy="609701"/>
          </a:xfrm>
        </p:grpSpPr>
        <p:sp>
          <p:nvSpPr>
            <p:cNvPr id="787" name="Rectangle 786">
              <a:extLst>
                <a:ext uri="{FF2B5EF4-FFF2-40B4-BE49-F238E27FC236}">
                  <a16:creationId xmlns:a16="http://schemas.microsoft.com/office/drawing/2014/main" id="{4ABEE6A0-DE66-DD9A-006E-BAE8DF648DFE}"/>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788" name="Right Triangle 787">
              <a:extLst>
                <a:ext uri="{FF2B5EF4-FFF2-40B4-BE49-F238E27FC236}">
                  <a16:creationId xmlns:a16="http://schemas.microsoft.com/office/drawing/2014/main" id="{81800FE9-3B3C-CF00-363C-1BC6102C157C}"/>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9" name="Group 788">
              <a:extLst>
                <a:ext uri="{FF2B5EF4-FFF2-40B4-BE49-F238E27FC236}">
                  <a16:creationId xmlns:a16="http://schemas.microsoft.com/office/drawing/2014/main" id="{EBE5688B-9C7A-3FA1-6A6E-BD1A931A8B9C}"/>
                </a:ext>
              </a:extLst>
            </p:cNvPr>
            <p:cNvGrpSpPr/>
            <p:nvPr/>
          </p:nvGrpSpPr>
          <p:grpSpPr>
            <a:xfrm>
              <a:off x="1937878" y="819591"/>
              <a:ext cx="37817" cy="61390"/>
              <a:chOff x="3883481" y="2057400"/>
              <a:chExt cx="1608363" cy="2652031"/>
            </a:xfrm>
            <a:solidFill>
              <a:srgbClr val="A6A6A6">
                <a:alpha val="20000"/>
              </a:srgbClr>
            </a:solidFill>
          </p:grpSpPr>
          <p:sp>
            <p:nvSpPr>
              <p:cNvPr id="790" name="Oval 27">
                <a:extLst>
                  <a:ext uri="{FF2B5EF4-FFF2-40B4-BE49-F238E27FC236}">
                    <a16:creationId xmlns:a16="http://schemas.microsoft.com/office/drawing/2014/main" id="{4A2C9236-D52E-EEE0-0B3C-879C909E45B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1" name="Oval 28">
                <a:extLst>
                  <a:ext uri="{FF2B5EF4-FFF2-40B4-BE49-F238E27FC236}">
                    <a16:creationId xmlns:a16="http://schemas.microsoft.com/office/drawing/2014/main" id="{12623EFC-5B77-4DDF-C05A-C16F1AD53B0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8" name="Group 797">
            <a:extLst>
              <a:ext uri="{FF2B5EF4-FFF2-40B4-BE49-F238E27FC236}">
                <a16:creationId xmlns:a16="http://schemas.microsoft.com/office/drawing/2014/main" id="{1F3D9B71-6FA7-BD3E-8881-2F77B76F7224}"/>
              </a:ext>
            </a:extLst>
          </p:cNvPr>
          <p:cNvGrpSpPr/>
          <p:nvPr/>
        </p:nvGrpSpPr>
        <p:grpSpPr>
          <a:xfrm>
            <a:off x="2889438" y="751337"/>
            <a:ext cx="5022643" cy="5001728"/>
            <a:chOff x="2889438" y="751337"/>
            <a:chExt cx="5022643" cy="5001728"/>
          </a:xfrm>
        </p:grpSpPr>
        <p:cxnSp>
          <p:nvCxnSpPr>
            <p:cNvPr id="799" name="Straight Connector 798">
              <a:extLst>
                <a:ext uri="{FF2B5EF4-FFF2-40B4-BE49-F238E27FC236}">
                  <a16:creationId xmlns:a16="http://schemas.microsoft.com/office/drawing/2014/main" id="{4FD273B8-001A-F268-58F5-BDCCDB5CC617}"/>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0" name="Straight Connector 799">
              <a:extLst>
                <a:ext uri="{FF2B5EF4-FFF2-40B4-BE49-F238E27FC236}">
                  <a16:creationId xmlns:a16="http://schemas.microsoft.com/office/drawing/2014/main" id="{A66B46C4-DE9D-F6BE-BC4D-57D989AF1B39}"/>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1" name="Straight Connector 800">
              <a:extLst>
                <a:ext uri="{FF2B5EF4-FFF2-40B4-BE49-F238E27FC236}">
                  <a16:creationId xmlns:a16="http://schemas.microsoft.com/office/drawing/2014/main" id="{9E55A347-BD1C-50CF-AF0E-D0967EC2431F}"/>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2" name="Straight Connector 801">
              <a:extLst>
                <a:ext uri="{FF2B5EF4-FFF2-40B4-BE49-F238E27FC236}">
                  <a16:creationId xmlns:a16="http://schemas.microsoft.com/office/drawing/2014/main" id="{60F1CCA0-4E0A-2CF2-1E7C-B3497B39F8DF}"/>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3" name="Straight Connector 802">
              <a:extLst>
                <a:ext uri="{FF2B5EF4-FFF2-40B4-BE49-F238E27FC236}">
                  <a16:creationId xmlns:a16="http://schemas.microsoft.com/office/drawing/2014/main" id="{2F5C88C8-D01F-E6A9-4F26-234B6CD3094E}"/>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4" name="Straight Connector 803">
              <a:extLst>
                <a:ext uri="{FF2B5EF4-FFF2-40B4-BE49-F238E27FC236}">
                  <a16:creationId xmlns:a16="http://schemas.microsoft.com/office/drawing/2014/main" id="{3A7B77EE-0E1D-E664-9FCF-C1E8FE7251EC}"/>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5" name="Straight Connector 804">
              <a:extLst>
                <a:ext uri="{FF2B5EF4-FFF2-40B4-BE49-F238E27FC236}">
                  <a16:creationId xmlns:a16="http://schemas.microsoft.com/office/drawing/2014/main" id="{D105B8F6-4ABD-1A64-AB74-D9AD4E761EC8}"/>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6" name="Straight Connector 805">
              <a:extLst>
                <a:ext uri="{FF2B5EF4-FFF2-40B4-BE49-F238E27FC236}">
                  <a16:creationId xmlns:a16="http://schemas.microsoft.com/office/drawing/2014/main" id="{74E3669F-9083-0918-F429-6AC62B08CD2B}"/>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7" name="Straight Connector 806">
              <a:extLst>
                <a:ext uri="{FF2B5EF4-FFF2-40B4-BE49-F238E27FC236}">
                  <a16:creationId xmlns:a16="http://schemas.microsoft.com/office/drawing/2014/main" id="{55CEA5B7-B7B8-7478-CF80-98903FB6A7E5}"/>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B10FB3A0-9BA1-0F6A-12FB-2F511DEDC922}"/>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4" name="Group 833">
            <a:extLst>
              <a:ext uri="{FF2B5EF4-FFF2-40B4-BE49-F238E27FC236}">
                <a16:creationId xmlns:a16="http://schemas.microsoft.com/office/drawing/2014/main" id="{3306C271-A3DC-8F3A-1795-2E3EA2E0B639}"/>
              </a:ext>
            </a:extLst>
          </p:cNvPr>
          <p:cNvGrpSpPr/>
          <p:nvPr/>
        </p:nvGrpSpPr>
        <p:grpSpPr>
          <a:xfrm>
            <a:off x="2937173" y="4419601"/>
            <a:ext cx="721206" cy="610396"/>
            <a:chOff x="2937173" y="4419601"/>
            <a:chExt cx="721206" cy="610396"/>
          </a:xfrm>
        </p:grpSpPr>
        <p:sp>
          <p:nvSpPr>
            <p:cNvPr id="835" name="Rectangle 834">
              <a:extLst>
                <a:ext uri="{FF2B5EF4-FFF2-40B4-BE49-F238E27FC236}">
                  <a16:creationId xmlns:a16="http://schemas.microsoft.com/office/drawing/2014/main" id="{4ACBAB9E-DE35-CD2F-86B2-0A3744C39F48}"/>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36" name="Right Triangle 835">
              <a:extLst>
                <a:ext uri="{FF2B5EF4-FFF2-40B4-BE49-F238E27FC236}">
                  <a16:creationId xmlns:a16="http://schemas.microsoft.com/office/drawing/2014/main" id="{16004E51-37E5-0DAE-596F-998E6CB23123}"/>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7" name="Group 836">
              <a:extLst>
                <a:ext uri="{FF2B5EF4-FFF2-40B4-BE49-F238E27FC236}">
                  <a16:creationId xmlns:a16="http://schemas.microsoft.com/office/drawing/2014/main" id="{5E0AC4CF-790B-909E-611A-245C638DCE03}"/>
                </a:ext>
              </a:extLst>
            </p:cNvPr>
            <p:cNvGrpSpPr/>
            <p:nvPr/>
          </p:nvGrpSpPr>
          <p:grpSpPr>
            <a:xfrm>
              <a:off x="3607766" y="4425699"/>
              <a:ext cx="37817" cy="61390"/>
              <a:chOff x="3883481" y="2057400"/>
              <a:chExt cx="1608363" cy="2652031"/>
            </a:xfrm>
            <a:solidFill>
              <a:srgbClr val="A6A6A6">
                <a:alpha val="20000"/>
              </a:srgbClr>
            </a:solidFill>
          </p:grpSpPr>
          <p:sp>
            <p:nvSpPr>
              <p:cNvPr id="838" name="Oval 27">
                <a:extLst>
                  <a:ext uri="{FF2B5EF4-FFF2-40B4-BE49-F238E27FC236}">
                    <a16:creationId xmlns:a16="http://schemas.microsoft.com/office/drawing/2014/main" id="{7E8F9E03-E799-DEB0-2DA0-B5C450F89A9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9" name="Oval 28">
                <a:extLst>
                  <a:ext uri="{FF2B5EF4-FFF2-40B4-BE49-F238E27FC236}">
                    <a16:creationId xmlns:a16="http://schemas.microsoft.com/office/drawing/2014/main" id="{F35CB7F9-D8B7-21CF-D618-B0AC45F401A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44" name="Group 843">
            <a:extLst>
              <a:ext uri="{FF2B5EF4-FFF2-40B4-BE49-F238E27FC236}">
                <a16:creationId xmlns:a16="http://schemas.microsoft.com/office/drawing/2014/main" id="{76B7BE99-B6F2-AE18-2741-1893DFD41145}"/>
              </a:ext>
            </a:extLst>
          </p:cNvPr>
          <p:cNvGrpSpPr/>
          <p:nvPr/>
        </p:nvGrpSpPr>
        <p:grpSpPr>
          <a:xfrm>
            <a:off x="5458940" y="5135305"/>
            <a:ext cx="721206" cy="609701"/>
            <a:chOff x="5458940" y="5135305"/>
            <a:chExt cx="721206" cy="609701"/>
          </a:xfrm>
        </p:grpSpPr>
        <p:sp>
          <p:nvSpPr>
            <p:cNvPr id="845" name="Rectangle 844">
              <a:hlinkHover r:id="" action="ppaction://noaction" highlightClick="1"/>
              <a:extLst>
                <a:ext uri="{FF2B5EF4-FFF2-40B4-BE49-F238E27FC236}">
                  <a16:creationId xmlns:a16="http://schemas.microsoft.com/office/drawing/2014/main" id="{926E0241-BAF9-A1CD-A758-E9EA648EF450}"/>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46" name="Oval 845">
              <a:extLst>
                <a:ext uri="{FF2B5EF4-FFF2-40B4-BE49-F238E27FC236}">
                  <a16:creationId xmlns:a16="http://schemas.microsoft.com/office/drawing/2014/main" id="{B09CF2CD-7F61-F621-5FE4-A8F236031462}"/>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7" name="Isosceles Triangle 648">
              <a:extLst>
                <a:ext uri="{FF2B5EF4-FFF2-40B4-BE49-F238E27FC236}">
                  <a16:creationId xmlns:a16="http://schemas.microsoft.com/office/drawing/2014/main" id="{C46B3A35-B9BC-FB14-5240-538B6D369403}"/>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8" name="Group 847">
            <a:extLst>
              <a:ext uri="{FF2B5EF4-FFF2-40B4-BE49-F238E27FC236}">
                <a16:creationId xmlns:a16="http://schemas.microsoft.com/office/drawing/2014/main" id="{17ED7558-1320-DEFF-E251-48ECABEDF6CE}"/>
              </a:ext>
            </a:extLst>
          </p:cNvPr>
          <p:cNvGrpSpPr/>
          <p:nvPr/>
        </p:nvGrpSpPr>
        <p:grpSpPr>
          <a:xfrm>
            <a:off x="6289146" y="5141017"/>
            <a:ext cx="721206" cy="609701"/>
            <a:chOff x="6289146" y="5141017"/>
            <a:chExt cx="721206" cy="609701"/>
          </a:xfrm>
        </p:grpSpPr>
        <p:sp>
          <p:nvSpPr>
            <p:cNvPr id="849" name="Rectangle 848">
              <a:hlinkHover r:id="" action="ppaction://noaction" highlightClick="1"/>
              <a:extLst>
                <a:ext uri="{FF2B5EF4-FFF2-40B4-BE49-F238E27FC236}">
                  <a16:creationId xmlns:a16="http://schemas.microsoft.com/office/drawing/2014/main" id="{CB871BFF-927D-DB8A-6232-F8547C7F92A1}"/>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50" name="Oval 849">
              <a:extLst>
                <a:ext uri="{FF2B5EF4-FFF2-40B4-BE49-F238E27FC236}">
                  <a16:creationId xmlns:a16="http://schemas.microsoft.com/office/drawing/2014/main" id="{03734773-47D2-5DBD-AFDE-BEE9286E4024}"/>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1" name="Isosceles Triangle 648">
              <a:extLst>
                <a:ext uri="{FF2B5EF4-FFF2-40B4-BE49-F238E27FC236}">
                  <a16:creationId xmlns:a16="http://schemas.microsoft.com/office/drawing/2014/main" id="{F08D7EDC-7456-A01C-62AA-EA14CD002D68}"/>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4" name="Group 863">
            <a:extLst>
              <a:ext uri="{FF2B5EF4-FFF2-40B4-BE49-F238E27FC236}">
                <a16:creationId xmlns:a16="http://schemas.microsoft.com/office/drawing/2014/main" id="{EFB7D518-2E3B-D64A-AB8E-A3F9D7869F43}"/>
              </a:ext>
            </a:extLst>
          </p:cNvPr>
          <p:cNvGrpSpPr/>
          <p:nvPr/>
        </p:nvGrpSpPr>
        <p:grpSpPr>
          <a:xfrm>
            <a:off x="3775041" y="5130133"/>
            <a:ext cx="721895" cy="609700"/>
            <a:chOff x="3775041" y="5130133"/>
            <a:chExt cx="721895" cy="609700"/>
          </a:xfrm>
        </p:grpSpPr>
        <p:sp>
          <p:nvSpPr>
            <p:cNvPr id="865" name="Rectangle 864">
              <a:hlinkHover r:id="" action="ppaction://noaction" highlightClick="1"/>
              <a:extLst>
                <a:ext uri="{FF2B5EF4-FFF2-40B4-BE49-F238E27FC236}">
                  <a16:creationId xmlns:a16="http://schemas.microsoft.com/office/drawing/2014/main" id="{C025C5FC-58A7-65F8-B048-C10BF3C50931}"/>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66" name="Diamond 865">
              <a:extLst>
                <a:ext uri="{FF2B5EF4-FFF2-40B4-BE49-F238E27FC236}">
                  <a16:creationId xmlns:a16="http://schemas.microsoft.com/office/drawing/2014/main" id="{3C392F4D-EFC4-42E6-6290-BE29767F1826}"/>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7" name="Oval 866">
              <a:extLst>
                <a:ext uri="{FF2B5EF4-FFF2-40B4-BE49-F238E27FC236}">
                  <a16:creationId xmlns:a16="http://schemas.microsoft.com/office/drawing/2014/main" id="{4D171DF3-9C29-4F4C-AD2A-A7024D2FF0E3}"/>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8" name="Group 867">
            <a:extLst>
              <a:ext uri="{FF2B5EF4-FFF2-40B4-BE49-F238E27FC236}">
                <a16:creationId xmlns:a16="http://schemas.microsoft.com/office/drawing/2014/main" id="{409B665E-F629-408A-7FA2-6E3A7DE5D9BB}"/>
              </a:ext>
            </a:extLst>
          </p:cNvPr>
          <p:cNvGrpSpPr/>
          <p:nvPr/>
        </p:nvGrpSpPr>
        <p:grpSpPr>
          <a:xfrm>
            <a:off x="4618174" y="5130748"/>
            <a:ext cx="721895" cy="609700"/>
            <a:chOff x="4618174" y="5130748"/>
            <a:chExt cx="721895" cy="609700"/>
          </a:xfrm>
        </p:grpSpPr>
        <p:sp>
          <p:nvSpPr>
            <p:cNvPr id="869" name="Rectangle 868">
              <a:hlinkHover r:id="" action="ppaction://noaction" highlightClick="1"/>
              <a:extLst>
                <a:ext uri="{FF2B5EF4-FFF2-40B4-BE49-F238E27FC236}">
                  <a16:creationId xmlns:a16="http://schemas.microsoft.com/office/drawing/2014/main" id="{24553BE9-53B6-FB11-42B0-CA264D3A9BE5}"/>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70" name="Diamond 869">
              <a:extLst>
                <a:ext uri="{FF2B5EF4-FFF2-40B4-BE49-F238E27FC236}">
                  <a16:creationId xmlns:a16="http://schemas.microsoft.com/office/drawing/2014/main" id="{742FDC3A-2F54-875D-42E3-07EADE0DDB7A}"/>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1" name="Oval 870">
              <a:extLst>
                <a:ext uri="{FF2B5EF4-FFF2-40B4-BE49-F238E27FC236}">
                  <a16:creationId xmlns:a16="http://schemas.microsoft.com/office/drawing/2014/main" id="{66E6FB5F-E306-E200-0EBA-270A10F750C0}"/>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2" name="Group 871">
            <a:extLst>
              <a:ext uri="{FF2B5EF4-FFF2-40B4-BE49-F238E27FC236}">
                <a16:creationId xmlns:a16="http://schemas.microsoft.com/office/drawing/2014/main" id="{94ACA119-F213-1234-3CD2-8501BA3FF6E7}"/>
              </a:ext>
            </a:extLst>
          </p:cNvPr>
          <p:cNvGrpSpPr/>
          <p:nvPr/>
        </p:nvGrpSpPr>
        <p:grpSpPr>
          <a:xfrm>
            <a:off x="7125833" y="5143368"/>
            <a:ext cx="721206" cy="609701"/>
            <a:chOff x="7125833" y="5143368"/>
            <a:chExt cx="721206" cy="609701"/>
          </a:xfrm>
        </p:grpSpPr>
        <p:sp>
          <p:nvSpPr>
            <p:cNvPr id="873" name="Rectangle 872">
              <a:hlinkHover r:id="" action="ppaction://noaction" highlightClick="1"/>
              <a:extLst>
                <a:ext uri="{FF2B5EF4-FFF2-40B4-BE49-F238E27FC236}">
                  <a16:creationId xmlns:a16="http://schemas.microsoft.com/office/drawing/2014/main" id="{50E46BDD-BC89-1E73-8459-8E414A9C8C4B}"/>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74" name="Oval 873">
              <a:extLst>
                <a:ext uri="{FF2B5EF4-FFF2-40B4-BE49-F238E27FC236}">
                  <a16:creationId xmlns:a16="http://schemas.microsoft.com/office/drawing/2014/main" id="{A235A072-FEB0-629F-8FE3-EF73BA495F9F}"/>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5" name="Isosceles Triangle 648">
              <a:extLst>
                <a:ext uri="{FF2B5EF4-FFF2-40B4-BE49-F238E27FC236}">
                  <a16:creationId xmlns:a16="http://schemas.microsoft.com/office/drawing/2014/main" id="{BABF0B81-FAA5-7EA4-F715-E088013BB589}"/>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895" name="Graphic 894" descr="Close">
            <a:hlinkClick r:id="rId10" action="ppaction://hlinksldjump"/>
            <a:extLst>
              <a:ext uri="{FF2B5EF4-FFF2-40B4-BE49-F238E27FC236}">
                <a16:creationId xmlns:a16="http://schemas.microsoft.com/office/drawing/2014/main" id="{FD887957-43C4-DF90-89EF-56CF642EECB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011211" y="44329"/>
            <a:ext cx="629695" cy="629695"/>
          </a:xfrm>
          <a:prstGeom prst="rect">
            <a:avLst/>
          </a:prstGeom>
        </p:spPr>
      </p:pic>
      <p:grpSp>
        <p:nvGrpSpPr>
          <p:cNvPr id="956" name="Group 955">
            <a:extLst>
              <a:ext uri="{FF2B5EF4-FFF2-40B4-BE49-F238E27FC236}">
                <a16:creationId xmlns:a16="http://schemas.microsoft.com/office/drawing/2014/main" id="{A7127722-5F9E-9654-C171-977064B04FF6}"/>
              </a:ext>
            </a:extLst>
          </p:cNvPr>
          <p:cNvGrpSpPr/>
          <p:nvPr/>
        </p:nvGrpSpPr>
        <p:grpSpPr>
          <a:xfrm>
            <a:off x="7959193" y="3698227"/>
            <a:ext cx="721206" cy="609701"/>
            <a:chOff x="7959193" y="3698227"/>
            <a:chExt cx="721206" cy="609701"/>
          </a:xfrm>
        </p:grpSpPr>
        <p:sp>
          <p:nvSpPr>
            <p:cNvPr id="957" name="Rectangle 956">
              <a:hlinkHover r:id="" action="ppaction://noaction" highlightClick="1"/>
              <a:extLst>
                <a:ext uri="{FF2B5EF4-FFF2-40B4-BE49-F238E27FC236}">
                  <a16:creationId xmlns:a16="http://schemas.microsoft.com/office/drawing/2014/main" id="{E80D8D3C-C93F-D32C-88BC-10122F7C02E6}"/>
                </a:ext>
              </a:extLst>
            </p:cNvPr>
            <p:cNvSpPr/>
            <p:nvPr/>
          </p:nvSpPr>
          <p:spPr>
            <a:xfrm>
              <a:off x="7959193"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958" name="Oval 957">
              <a:extLst>
                <a:ext uri="{FF2B5EF4-FFF2-40B4-BE49-F238E27FC236}">
                  <a16:creationId xmlns:a16="http://schemas.microsoft.com/office/drawing/2014/main" id="{F1F01DB9-3E06-951E-76CE-0431604DB918}"/>
                </a:ext>
              </a:extLst>
            </p:cNvPr>
            <p:cNvSpPr/>
            <p:nvPr/>
          </p:nvSpPr>
          <p:spPr>
            <a:xfrm>
              <a:off x="8533392"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59" name="Isosceles Triangle 648">
              <a:extLst>
                <a:ext uri="{FF2B5EF4-FFF2-40B4-BE49-F238E27FC236}">
                  <a16:creationId xmlns:a16="http://schemas.microsoft.com/office/drawing/2014/main" id="{5075FCDB-6B1D-7304-61F7-0985AE935FE3}"/>
                </a:ext>
              </a:extLst>
            </p:cNvPr>
            <p:cNvSpPr/>
            <p:nvPr/>
          </p:nvSpPr>
          <p:spPr>
            <a:xfrm>
              <a:off x="8563516"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60" name="Group 959">
            <a:extLst>
              <a:ext uri="{FF2B5EF4-FFF2-40B4-BE49-F238E27FC236}">
                <a16:creationId xmlns:a16="http://schemas.microsoft.com/office/drawing/2014/main" id="{3A9228A7-1D40-06DB-CD70-DFBFA5716729}"/>
              </a:ext>
            </a:extLst>
          </p:cNvPr>
          <p:cNvGrpSpPr/>
          <p:nvPr/>
        </p:nvGrpSpPr>
        <p:grpSpPr>
          <a:xfrm>
            <a:off x="11356238" y="3694774"/>
            <a:ext cx="721206" cy="609701"/>
            <a:chOff x="11356238" y="3694774"/>
            <a:chExt cx="721206" cy="609701"/>
          </a:xfrm>
        </p:grpSpPr>
        <p:sp>
          <p:nvSpPr>
            <p:cNvPr id="961" name="Rectangle 960">
              <a:hlinkHover r:id="" action="ppaction://noaction" highlightClick="1"/>
              <a:extLst>
                <a:ext uri="{FF2B5EF4-FFF2-40B4-BE49-F238E27FC236}">
                  <a16:creationId xmlns:a16="http://schemas.microsoft.com/office/drawing/2014/main" id="{8845802B-28C2-0556-C147-F2DCA95E32F7}"/>
                </a:ext>
              </a:extLst>
            </p:cNvPr>
            <p:cNvSpPr/>
            <p:nvPr/>
          </p:nvSpPr>
          <p:spPr>
            <a:xfrm>
              <a:off x="11356238" y="369477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962" name="Oval 961">
              <a:extLst>
                <a:ext uri="{FF2B5EF4-FFF2-40B4-BE49-F238E27FC236}">
                  <a16:creationId xmlns:a16="http://schemas.microsoft.com/office/drawing/2014/main" id="{BC8FEA57-83CB-96E7-F5EA-C77E109A106D}"/>
                </a:ext>
              </a:extLst>
            </p:cNvPr>
            <p:cNvSpPr/>
            <p:nvPr/>
          </p:nvSpPr>
          <p:spPr>
            <a:xfrm>
              <a:off x="11934777" y="3702531"/>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3" name="Isosceles Triangle 648">
              <a:extLst>
                <a:ext uri="{FF2B5EF4-FFF2-40B4-BE49-F238E27FC236}">
                  <a16:creationId xmlns:a16="http://schemas.microsoft.com/office/drawing/2014/main" id="{6FF63CE1-3EBE-47A6-2594-C9A72ED7B221}"/>
                </a:ext>
              </a:extLst>
            </p:cNvPr>
            <p:cNvSpPr/>
            <p:nvPr/>
          </p:nvSpPr>
          <p:spPr>
            <a:xfrm>
              <a:off x="11964901"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64" name="Group 963">
            <a:extLst>
              <a:ext uri="{FF2B5EF4-FFF2-40B4-BE49-F238E27FC236}">
                <a16:creationId xmlns:a16="http://schemas.microsoft.com/office/drawing/2014/main" id="{A9F28016-061C-9CFD-0D70-6A20A03C1869}"/>
              </a:ext>
            </a:extLst>
          </p:cNvPr>
          <p:cNvGrpSpPr/>
          <p:nvPr/>
        </p:nvGrpSpPr>
        <p:grpSpPr>
          <a:xfrm>
            <a:off x="9657689" y="4419620"/>
            <a:ext cx="721206" cy="609701"/>
            <a:chOff x="9657689" y="4419620"/>
            <a:chExt cx="721206" cy="609701"/>
          </a:xfrm>
        </p:grpSpPr>
        <p:sp>
          <p:nvSpPr>
            <p:cNvPr id="965" name="Rectangle 964">
              <a:hlinkHover r:id="" action="ppaction://noaction" highlightClick="1"/>
              <a:extLst>
                <a:ext uri="{FF2B5EF4-FFF2-40B4-BE49-F238E27FC236}">
                  <a16:creationId xmlns:a16="http://schemas.microsoft.com/office/drawing/2014/main" id="{D5C097CD-F5E9-33A1-FB9B-3B18466E1A92}"/>
                </a:ext>
              </a:extLst>
            </p:cNvPr>
            <p:cNvSpPr/>
            <p:nvPr/>
          </p:nvSpPr>
          <p:spPr>
            <a:xfrm>
              <a:off x="965768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966" name="Oval 965">
              <a:extLst>
                <a:ext uri="{FF2B5EF4-FFF2-40B4-BE49-F238E27FC236}">
                  <a16:creationId xmlns:a16="http://schemas.microsoft.com/office/drawing/2014/main" id="{B905600B-0CBD-8646-1B0E-00584876AD8D}"/>
                </a:ext>
              </a:extLst>
            </p:cNvPr>
            <p:cNvSpPr/>
            <p:nvPr/>
          </p:nvSpPr>
          <p:spPr>
            <a:xfrm>
              <a:off x="10231216"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7" name="Isosceles Triangle 648">
              <a:extLst>
                <a:ext uri="{FF2B5EF4-FFF2-40B4-BE49-F238E27FC236}">
                  <a16:creationId xmlns:a16="http://schemas.microsoft.com/office/drawing/2014/main" id="{E6100B04-DCFF-53D2-3BF0-E1C6D2DC8285}"/>
                </a:ext>
              </a:extLst>
            </p:cNvPr>
            <p:cNvSpPr/>
            <p:nvPr/>
          </p:nvSpPr>
          <p:spPr>
            <a:xfrm>
              <a:off x="10261340"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68" name="Group 967">
            <a:extLst>
              <a:ext uri="{FF2B5EF4-FFF2-40B4-BE49-F238E27FC236}">
                <a16:creationId xmlns:a16="http://schemas.microsoft.com/office/drawing/2014/main" id="{984F38F6-265A-5EC6-8A30-38F8CA69D5B7}"/>
              </a:ext>
            </a:extLst>
          </p:cNvPr>
          <p:cNvGrpSpPr/>
          <p:nvPr/>
        </p:nvGrpSpPr>
        <p:grpSpPr>
          <a:xfrm>
            <a:off x="10506964" y="4419620"/>
            <a:ext cx="721206" cy="609701"/>
            <a:chOff x="10506964" y="4419620"/>
            <a:chExt cx="721206" cy="609701"/>
          </a:xfrm>
        </p:grpSpPr>
        <p:sp>
          <p:nvSpPr>
            <p:cNvPr id="969" name="Rectangle 968">
              <a:hlinkHover r:id="" action="ppaction://noaction" highlightClick="1"/>
              <a:extLst>
                <a:ext uri="{FF2B5EF4-FFF2-40B4-BE49-F238E27FC236}">
                  <a16:creationId xmlns:a16="http://schemas.microsoft.com/office/drawing/2014/main" id="{94D5A234-7B6E-976F-C4BB-F957B0A96B87}"/>
                </a:ext>
              </a:extLst>
            </p:cNvPr>
            <p:cNvSpPr/>
            <p:nvPr/>
          </p:nvSpPr>
          <p:spPr>
            <a:xfrm>
              <a:off x="10506964"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970" name="Oval 969">
              <a:extLst>
                <a:ext uri="{FF2B5EF4-FFF2-40B4-BE49-F238E27FC236}">
                  <a16:creationId xmlns:a16="http://schemas.microsoft.com/office/drawing/2014/main" id="{67FA2D4B-619B-3146-D2F4-DA06E9208E9C}"/>
                </a:ext>
              </a:extLst>
            </p:cNvPr>
            <p:cNvSpPr/>
            <p:nvPr/>
          </p:nvSpPr>
          <p:spPr>
            <a:xfrm>
              <a:off x="11085503" y="442737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1" name="Isosceles Triangle 648">
              <a:extLst>
                <a:ext uri="{FF2B5EF4-FFF2-40B4-BE49-F238E27FC236}">
                  <a16:creationId xmlns:a16="http://schemas.microsoft.com/office/drawing/2014/main" id="{C5009EA6-EE21-605C-7F86-EC11CF32DD0E}"/>
                </a:ext>
              </a:extLst>
            </p:cNvPr>
            <p:cNvSpPr/>
            <p:nvPr/>
          </p:nvSpPr>
          <p:spPr>
            <a:xfrm>
              <a:off x="11115627" y="444088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72" name="Group 971">
            <a:extLst>
              <a:ext uri="{FF2B5EF4-FFF2-40B4-BE49-F238E27FC236}">
                <a16:creationId xmlns:a16="http://schemas.microsoft.com/office/drawing/2014/main" id="{29D36777-8D63-CB68-4C19-9894C612B4A8}"/>
              </a:ext>
            </a:extLst>
          </p:cNvPr>
          <p:cNvGrpSpPr/>
          <p:nvPr/>
        </p:nvGrpSpPr>
        <p:grpSpPr>
          <a:xfrm>
            <a:off x="11355999" y="4416261"/>
            <a:ext cx="721206" cy="609701"/>
            <a:chOff x="11355999" y="4416261"/>
            <a:chExt cx="721206" cy="609701"/>
          </a:xfrm>
        </p:grpSpPr>
        <p:sp>
          <p:nvSpPr>
            <p:cNvPr id="973" name="Rectangle 972">
              <a:hlinkHover r:id="" action="ppaction://noaction" highlightClick="1"/>
              <a:extLst>
                <a:ext uri="{FF2B5EF4-FFF2-40B4-BE49-F238E27FC236}">
                  <a16:creationId xmlns:a16="http://schemas.microsoft.com/office/drawing/2014/main" id="{45A1E75B-2E73-F878-EE63-D9253FCA0FE4}"/>
                </a:ext>
              </a:extLst>
            </p:cNvPr>
            <p:cNvSpPr/>
            <p:nvPr/>
          </p:nvSpPr>
          <p:spPr>
            <a:xfrm>
              <a:off x="11355999"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974" name="Oval 973">
              <a:extLst>
                <a:ext uri="{FF2B5EF4-FFF2-40B4-BE49-F238E27FC236}">
                  <a16:creationId xmlns:a16="http://schemas.microsoft.com/office/drawing/2014/main" id="{DB6F0B46-B68C-4421-C794-DD46356068D4}"/>
                </a:ext>
              </a:extLst>
            </p:cNvPr>
            <p:cNvSpPr/>
            <p:nvPr/>
          </p:nvSpPr>
          <p:spPr>
            <a:xfrm>
              <a:off x="11934538"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5" name="Isosceles Triangle 648">
              <a:extLst>
                <a:ext uri="{FF2B5EF4-FFF2-40B4-BE49-F238E27FC236}">
                  <a16:creationId xmlns:a16="http://schemas.microsoft.com/office/drawing/2014/main" id="{F0D5E123-6234-2B81-8325-6C5163B97D2A}"/>
                </a:ext>
              </a:extLst>
            </p:cNvPr>
            <p:cNvSpPr/>
            <p:nvPr/>
          </p:nvSpPr>
          <p:spPr>
            <a:xfrm>
              <a:off x="11964662"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76" name="Group 975">
            <a:extLst>
              <a:ext uri="{FF2B5EF4-FFF2-40B4-BE49-F238E27FC236}">
                <a16:creationId xmlns:a16="http://schemas.microsoft.com/office/drawing/2014/main" id="{C667DBCE-A640-62B4-58FD-52BAB9E3DADD}"/>
              </a:ext>
            </a:extLst>
          </p:cNvPr>
          <p:cNvGrpSpPr/>
          <p:nvPr/>
        </p:nvGrpSpPr>
        <p:grpSpPr>
          <a:xfrm>
            <a:off x="8808522" y="4416261"/>
            <a:ext cx="721206" cy="609701"/>
            <a:chOff x="8808522" y="4416261"/>
            <a:chExt cx="721206" cy="609701"/>
          </a:xfrm>
        </p:grpSpPr>
        <p:sp>
          <p:nvSpPr>
            <p:cNvPr id="977" name="Rectangle 976">
              <a:hlinkHover r:id="" action="ppaction://noaction" highlightClick="1"/>
              <a:extLst>
                <a:ext uri="{FF2B5EF4-FFF2-40B4-BE49-F238E27FC236}">
                  <a16:creationId xmlns:a16="http://schemas.microsoft.com/office/drawing/2014/main" id="{6F9BA019-20FD-43B2-DA01-7BC5F654F6AA}"/>
                </a:ext>
              </a:extLst>
            </p:cNvPr>
            <p:cNvSpPr/>
            <p:nvPr/>
          </p:nvSpPr>
          <p:spPr>
            <a:xfrm>
              <a:off x="8808522"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978" name="Oval 977">
              <a:extLst>
                <a:ext uri="{FF2B5EF4-FFF2-40B4-BE49-F238E27FC236}">
                  <a16:creationId xmlns:a16="http://schemas.microsoft.com/office/drawing/2014/main" id="{62961625-C9D0-218D-8FCF-1CD3494FF654}"/>
                </a:ext>
              </a:extLst>
            </p:cNvPr>
            <p:cNvSpPr/>
            <p:nvPr/>
          </p:nvSpPr>
          <p:spPr>
            <a:xfrm>
              <a:off x="9387061"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9" name="Isosceles Triangle 648">
              <a:extLst>
                <a:ext uri="{FF2B5EF4-FFF2-40B4-BE49-F238E27FC236}">
                  <a16:creationId xmlns:a16="http://schemas.microsoft.com/office/drawing/2014/main" id="{4271B338-AAA4-8C73-2786-918AD9628622}"/>
                </a:ext>
              </a:extLst>
            </p:cNvPr>
            <p:cNvSpPr/>
            <p:nvPr/>
          </p:nvSpPr>
          <p:spPr>
            <a:xfrm>
              <a:off x="9417185"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80" name="Group 979">
            <a:extLst>
              <a:ext uri="{FF2B5EF4-FFF2-40B4-BE49-F238E27FC236}">
                <a16:creationId xmlns:a16="http://schemas.microsoft.com/office/drawing/2014/main" id="{9752A4A9-7881-2364-B90E-4F77469A4520}"/>
              </a:ext>
            </a:extLst>
          </p:cNvPr>
          <p:cNvGrpSpPr/>
          <p:nvPr/>
        </p:nvGrpSpPr>
        <p:grpSpPr>
          <a:xfrm>
            <a:off x="9657610" y="3698227"/>
            <a:ext cx="721206" cy="609701"/>
            <a:chOff x="9657610" y="3698227"/>
            <a:chExt cx="721206" cy="609701"/>
          </a:xfrm>
        </p:grpSpPr>
        <p:sp>
          <p:nvSpPr>
            <p:cNvPr id="981" name="Rectangle 980">
              <a:hlinkHover r:id="" action="ppaction://noaction" highlightClick="1"/>
              <a:extLst>
                <a:ext uri="{FF2B5EF4-FFF2-40B4-BE49-F238E27FC236}">
                  <a16:creationId xmlns:a16="http://schemas.microsoft.com/office/drawing/2014/main" id="{98A7CDF8-9517-9BAE-EF92-C7DF89069CFA}"/>
                </a:ext>
              </a:extLst>
            </p:cNvPr>
            <p:cNvSpPr/>
            <p:nvPr/>
          </p:nvSpPr>
          <p:spPr>
            <a:xfrm>
              <a:off x="965761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982" name="Oval 981">
              <a:extLst>
                <a:ext uri="{FF2B5EF4-FFF2-40B4-BE49-F238E27FC236}">
                  <a16:creationId xmlns:a16="http://schemas.microsoft.com/office/drawing/2014/main" id="{012E30E0-75C8-3CDF-8E00-755FBEBEBCC2}"/>
                </a:ext>
              </a:extLst>
            </p:cNvPr>
            <p:cNvSpPr/>
            <p:nvPr/>
          </p:nvSpPr>
          <p:spPr>
            <a:xfrm>
              <a:off x="10233763"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3" name="Isosceles Triangle 648">
              <a:extLst>
                <a:ext uri="{FF2B5EF4-FFF2-40B4-BE49-F238E27FC236}">
                  <a16:creationId xmlns:a16="http://schemas.microsoft.com/office/drawing/2014/main" id="{451F4552-F06B-536A-8679-2E826F6317F4}"/>
                </a:ext>
              </a:extLst>
            </p:cNvPr>
            <p:cNvSpPr/>
            <p:nvPr/>
          </p:nvSpPr>
          <p:spPr>
            <a:xfrm>
              <a:off x="1026388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84" name="Group 983">
            <a:extLst>
              <a:ext uri="{FF2B5EF4-FFF2-40B4-BE49-F238E27FC236}">
                <a16:creationId xmlns:a16="http://schemas.microsoft.com/office/drawing/2014/main" id="{8DE2013C-D78B-4F3B-9CDA-0879978D7997}"/>
              </a:ext>
            </a:extLst>
          </p:cNvPr>
          <p:cNvGrpSpPr/>
          <p:nvPr/>
        </p:nvGrpSpPr>
        <p:grpSpPr>
          <a:xfrm>
            <a:off x="10506924" y="3698227"/>
            <a:ext cx="721206" cy="609701"/>
            <a:chOff x="10506924" y="3698227"/>
            <a:chExt cx="721206" cy="609701"/>
          </a:xfrm>
        </p:grpSpPr>
        <p:sp>
          <p:nvSpPr>
            <p:cNvPr id="985" name="Rectangle 984">
              <a:hlinkHover r:id="" action="ppaction://noaction" highlightClick="1"/>
              <a:extLst>
                <a:ext uri="{FF2B5EF4-FFF2-40B4-BE49-F238E27FC236}">
                  <a16:creationId xmlns:a16="http://schemas.microsoft.com/office/drawing/2014/main" id="{2660DE47-8404-17AA-7E46-7E723A765658}"/>
                </a:ext>
              </a:extLst>
            </p:cNvPr>
            <p:cNvSpPr/>
            <p:nvPr/>
          </p:nvSpPr>
          <p:spPr>
            <a:xfrm>
              <a:off x="10506924"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986" name="Oval 985">
              <a:extLst>
                <a:ext uri="{FF2B5EF4-FFF2-40B4-BE49-F238E27FC236}">
                  <a16:creationId xmlns:a16="http://schemas.microsoft.com/office/drawing/2014/main" id="{CEB32874-546B-B393-3C4E-1DBC8939E816}"/>
                </a:ext>
              </a:extLst>
            </p:cNvPr>
            <p:cNvSpPr/>
            <p:nvPr/>
          </p:nvSpPr>
          <p:spPr>
            <a:xfrm>
              <a:off x="11085463" y="370598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7" name="Isosceles Triangle 648">
              <a:extLst>
                <a:ext uri="{FF2B5EF4-FFF2-40B4-BE49-F238E27FC236}">
                  <a16:creationId xmlns:a16="http://schemas.microsoft.com/office/drawing/2014/main" id="{130AF7E6-3949-DEEB-FEFA-CF0FB5A194A2}"/>
                </a:ext>
              </a:extLst>
            </p:cNvPr>
            <p:cNvSpPr/>
            <p:nvPr/>
          </p:nvSpPr>
          <p:spPr>
            <a:xfrm>
              <a:off x="11115587" y="371949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88" name="Group 987">
            <a:extLst>
              <a:ext uri="{FF2B5EF4-FFF2-40B4-BE49-F238E27FC236}">
                <a16:creationId xmlns:a16="http://schemas.microsoft.com/office/drawing/2014/main" id="{1F083A2F-5AFE-7372-E485-93081B6A35D9}"/>
              </a:ext>
            </a:extLst>
          </p:cNvPr>
          <p:cNvGrpSpPr/>
          <p:nvPr/>
        </p:nvGrpSpPr>
        <p:grpSpPr>
          <a:xfrm>
            <a:off x="8808415" y="3705984"/>
            <a:ext cx="721206" cy="609701"/>
            <a:chOff x="8808415" y="3705984"/>
            <a:chExt cx="721206" cy="609701"/>
          </a:xfrm>
        </p:grpSpPr>
        <p:sp>
          <p:nvSpPr>
            <p:cNvPr id="989" name="Rectangle 988">
              <a:hlinkHover r:id="" action="ppaction://noaction" highlightClick="1"/>
              <a:extLst>
                <a:ext uri="{FF2B5EF4-FFF2-40B4-BE49-F238E27FC236}">
                  <a16:creationId xmlns:a16="http://schemas.microsoft.com/office/drawing/2014/main" id="{B3C727BF-8B29-F06E-614F-74C47B41D390}"/>
                </a:ext>
              </a:extLst>
            </p:cNvPr>
            <p:cNvSpPr/>
            <p:nvPr/>
          </p:nvSpPr>
          <p:spPr>
            <a:xfrm>
              <a:off x="8808415" y="370598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990" name="Oval 989">
              <a:extLst>
                <a:ext uri="{FF2B5EF4-FFF2-40B4-BE49-F238E27FC236}">
                  <a16:creationId xmlns:a16="http://schemas.microsoft.com/office/drawing/2014/main" id="{CE8B757E-9DD0-6FFA-EF87-FC5EF340D49E}"/>
                </a:ext>
              </a:extLst>
            </p:cNvPr>
            <p:cNvSpPr/>
            <p:nvPr/>
          </p:nvSpPr>
          <p:spPr>
            <a:xfrm>
              <a:off x="9388378" y="371510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1" name="Isosceles Triangle 648">
              <a:extLst>
                <a:ext uri="{FF2B5EF4-FFF2-40B4-BE49-F238E27FC236}">
                  <a16:creationId xmlns:a16="http://schemas.microsoft.com/office/drawing/2014/main" id="{22364A6A-8ACE-1B35-DCCD-6CA87263AD30}"/>
                </a:ext>
              </a:extLst>
            </p:cNvPr>
            <p:cNvSpPr/>
            <p:nvPr/>
          </p:nvSpPr>
          <p:spPr>
            <a:xfrm>
              <a:off x="9418503" y="372861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92" name="Group 991">
            <a:extLst>
              <a:ext uri="{FF2B5EF4-FFF2-40B4-BE49-F238E27FC236}">
                <a16:creationId xmlns:a16="http://schemas.microsoft.com/office/drawing/2014/main" id="{C7116162-3A58-D387-C13B-B8AA6944C61A}"/>
              </a:ext>
            </a:extLst>
          </p:cNvPr>
          <p:cNvGrpSpPr/>
          <p:nvPr/>
        </p:nvGrpSpPr>
        <p:grpSpPr>
          <a:xfrm>
            <a:off x="6286128" y="4419620"/>
            <a:ext cx="721206" cy="609701"/>
            <a:chOff x="6286128" y="4419620"/>
            <a:chExt cx="721206" cy="609701"/>
          </a:xfrm>
        </p:grpSpPr>
        <p:sp>
          <p:nvSpPr>
            <p:cNvPr id="993" name="Rectangle 992">
              <a:hlinkHover r:id="" action="ppaction://noaction" highlightClick="1"/>
              <a:extLst>
                <a:ext uri="{FF2B5EF4-FFF2-40B4-BE49-F238E27FC236}">
                  <a16:creationId xmlns:a16="http://schemas.microsoft.com/office/drawing/2014/main" id="{6338BFB1-FBB5-1EFB-6D75-172386234E66}"/>
                </a:ext>
              </a:extLst>
            </p:cNvPr>
            <p:cNvSpPr/>
            <p:nvPr/>
          </p:nvSpPr>
          <p:spPr>
            <a:xfrm>
              <a:off x="6286128"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994" name="Oval 993">
              <a:extLst>
                <a:ext uri="{FF2B5EF4-FFF2-40B4-BE49-F238E27FC236}">
                  <a16:creationId xmlns:a16="http://schemas.microsoft.com/office/drawing/2014/main" id="{FFDD3015-0A5D-A082-735C-D461B714B8F9}"/>
                </a:ext>
              </a:extLst>
            </p:cNvPr>
            <p:cNvSpPr/>
            <p:nvPr/>
          </p:nvSpPr>
          <p:spPr>
            <a:xfrm>
              <a:off x="6863906" y="442984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5" name="Isosceles Triangle 648">
              <a:extLst>
                <a:ext uri="{FF2B5EF4-FFF2-40B4-BE49-F238E27FC236}">
                  <a16:creationId xmlns:a16="http://schemas.microsoft.com/office/drawing/2014/main" id="{55EAF564-0BE1-A652-9688-D1422EBF2149}"/>
                </a:ext>
              </a:extLst>
            </p:cNvPr>
            <p:cNvSpPr/>
            <p:nvPr/>
          </p:nvSpPr>
          <p:spPr>
            <a:xfrm>
              <a:off x="6894030" y="444335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04" name="Group 1003">
            <a:extLst>
              <a:ext uri="{FF2B5EF4-FFF2-40B4-BE49-F238E27FC236}">
                <a16:creationId xmlns:a16="http://schemas.microsoft.com/office/drawing/2014/main" id="{BB4B9631-B731-ADB6-64E8-A9ED7E12E646}"/>
              </a:ext>
            </a:extLst>
          </p:cNvPr>
          <p:cNvGrpSpPr/>
          <p:nvPr/>
        </p:nvGrpSpPr>
        <p:grpSpPr>
          <a:xfrm>
            <a:off x="5454383" y="4419620"/>
            <a:ext cx="721206" cy="609701"/>
            <a:chOff x="5454383" y="4419620"/>
            <a:chExt cx="721206" cy="609701"/>
          </a:xfrm>
        </p:grpSpPr>
        <p:sp>
          <p:nvSpPr>
            <p:cNvPr id="1005" name="Rectangle 1004">
              <a:hlinkHover r:id="" action="ppaction://noaction" highlightClick="1"/>
              <a:extLst>
                <a:ext uri="{FF2B5EF4-FFF2-40B4-BE49-F238E27FC236}">
                  <a16:creationId xmlns:a16="http://schemas.microsoft.com/office/drawing/2014/main" id="{E9101609-483B-EE5A-F5D3-97AA1444B3A2}"/>
                </a:ext>
              </a:extLst>
            </p:cNvPr>
            <p:cNvSpPr/>
            <p:nvPr/>
          </p:nvSpPr>
          <p:spPr>
            <a:xfrm>
              <a:off x="5454383"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1006" name="Oval 1005">
              <a:extLst>
                <a:ext uri="{FF2B5EF4-FFF2-40B4-BE49-F238E27FC236}">
                  <a16:creationId xmlns:a16="http://schemas.microsoft.com/office/drawing/2014/main" id="{8D3CB256-6BDC-4AFF-A451-3B7E8B085CB5}"/>
                </a:ext>
              </a:extLst>
            </p:cNvPr>
            <p:cNvSpPr/>
            <p:nvPr/>
          </p:nvSpPr>
          <p:spPr>
            <a:xfrm>
              <a:off x="6031334"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7" name="Isosceles Triangle 648">
              <a:extLst>
                <a:ext uri="{FF2B5EF4-FFF2-40B4-BE49-F238E27FC236}">
                  <a16:creationId xmlns:a16="http://schemas.microsoft.com/office/drawing/2014/main" id="{31E3801E-090F-68C1-077F-B302763066FF}"/>
                </a:ext>
              </a:extLst>
            </p:cNvPr>
            <p:cNvSpPr/>
            <p:nvPr/>
          </p:nvSpPr>
          <p:spPr>
            <a:xfrm>
              <a:off x="6061458"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08" name="Group 1007">
            <a:extLst>
              <a:ext uri="{FF2B5EF4-FFF2-40B4-BE49-F238E27FC236}">
                <a16:creationId xmlns:a16="http://schemas.microsoft.com/office/drawing/2014/main" id="{08D3B87D-9A76-3953-3BF2-BC2CE8F6A89D}"/>
              </a:ext>
            </a:extLst>
          </p:cNvPr>
          <p:cNvGrpSpPr/>
          <p:nvPr/>
        </p:nvGrpSpPr>
        <p:grpSpPr>
          <a:xfrm>
            <a:off x="7122909" y="3698227"/>
            <a:ext cx="721206" cy="609701"/>
            <a:chOff x="7122909" y="3698227"/>
            <a:chExt cx="721206" cy="609701"/>
          </a:xfrm>
        </p:grpSpPr>
        <p:sp>
          <p:nvSpPr>
            <p:cNvPr id="1009" name="Rectangle 1008">
              <a:hlinkHover r:id="" action="ppaction://noaction" highlightClick="1"/>
              <a:extLst>
                <a:ext uri="{FF2B5EF4-FFF2-40B4-BE49-F238E27FC236}">
                  <a16:creationId xmlns:a16="http://schemas.microsoft.com/office/drawing/2014/main" id="{884D0810-9480-F113-B1B4-AD3A3DC209A0}"/>
                </a:ext>
              </a:extLst>
            </p:cNvPr>
            <p:cNvSpPr/>
            <p:nvPr/>
          </p:nvSpPr>
          <p:spPr>
            <a:xfrm>
              <a:off x="7122909"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1010" name="Oval 1009">
              <a:extLst>
                <a:ext uri="{FF2B5EF4-FFF2-40B4-BE49-F238E27FC236}">
                  <a16:creationId xmlns:a16="http://schemas.microsoft.com/office/drawing/2014/main" id="{19B78D90-FAF9-122F-C33A-E81FAC224890}"/>
                </a:ext>
              </a:extLst>
            </p:cNvPr>
            <p:cNvSpPr/>
            <p:nvPr/>
          </p:nvSpPr>
          <p:spPr>
            <a:xfrm>
              <a:off x="7700861"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1" name="Isosceles Triangle 648">
              <a:extLst>
                <a:ext uri="{FF2B5EF4-FFF2-40B4-BE49-F238E27FC236}">
                  <a16:creationId xmlns:a16="http://schemas.microsoft.com/office/drawing/2014/main" id="{D97CAF77-E8B9-3144-E4A5-69D9A543D4A7}"/>
                </a:ext>
              </a:extLst>
            </p:cNvPr>
            <p:cNvSpPr/>
            <p:nvPr/>
          </p:nvSpPr>
          <p:spPr>
            <a:xfrm>
              <a:off x="7730986"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12" name="Group 1011">
            <a:extLst>
              <a:ext uri="{FF2B5EF4-FFF2-40B4-BE49-F238E27FC236}">
                <a16:creationId xmlns:a16="http://schemas.microsoft.com/office/drawing/2014/main" id="{68B7CE70-FB2C-A619-26FC-E1800FB212CA}"/>
              </a:ext>
            </a:extLst>
          </p:cNvPr>
          <p:cNvGrpSpPr/>
          <p:nvPr/>
        </p:nvGrpSpPr>
        <p:grpSpPr>
          <a:xfrm>
            <a:off x="6286222" y="3698227"/>
            <a:ext cx="721206" cy="609701"/>
            <a:chOff x="6286222" y="3698227"/>
            <a:chExt cx="721206" cy="609701"/>
          </a:xfrm>
        </p:grpSpPr>
        <p:sp>
          <p:nvSpPr>
            <p:cNvPr id="1013" name="Rectangle 1012">
              <a:hlinkHover r:id="" action="ppaction://noaction" highlightClick="1"/>
              <a:extLst>
                <a:ext uri="{FF2B5EF4-FFF2-40B4-BE49-F238E27FC236}">
                  <a16:creationId xmlns:a16="http://schemas.microsoft.com/office/drawing/2014/main" id="{09B232E2-6F55-C05B-F820-71BE6381CA02}"/>
                </a:ext>
              </a:extLst>
            </p:cNvPr>
            <p:cNvSpPr/>
            <p:nvPr/>
          </p:nvSpPr>
          <p:spPr>
            <a:xfrm>
              <a:off x="6286222"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1014" name="Oval 1013">
              <a:extLst>
                <a:ext uri="{FF2B5EF4-FFF2-40B4-BE49-F238E27FC236}">
                  <a16:creationId xmlns:a16="http://schemas.microsoft.com/office/drawing/2014/main" id="{9D0370CB-17CE-A8EB-E8DE-4740117ABB74}"/>
                </a:ext>
              </a:extLst>
            </p:cNvPr>
            <p:cNvSpPr/>
            <p:nvPr/>
          </p:nvSpPr>
          <p:spPr>
            <a:xfrm>
              <a:off x="6864724"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5" name="Isosceles Triangle 648">
              <a:extLst>
                <a:ext uri="{FF2B5EF4-FFF2-40B4-BE49-F238E27FC236}">
                  <a16:creationId xmlns:a16="http://schemas.microsoft.com/office/drawing/2014/main" id="{DD807112-CB36-F1A3-8402-A4A2A84EBB8F}"/>
                </a:ext>
              </a:extLst>
            </p:cNvPr>
            <p:cNvSpPr/>
            <p:nvPr/>
          </p:nvSpPr>
          <p:spPr>
            <a:xfrm>
              <a:off x="689484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16" name="Group 1015">
            <a:extLst>
              <a:ext uri="{FF2B5EF4-FFF2-40B4-BE49-F238E27FC236}">
                <a16:creationId xmlns:a16="http://schemas.microsoft.com/office/drawing/2014/main" id="{CE728CDA-05AF-629A-46B4-92B3335EEB8B}"/>
              </a:ext>
            </a:extLst>
          </p:cNvPr>
          <p:cNvGrpSpPr/>
          <p:nvPr/>
        </p:nvGrpSpPr>
        <p:grpSpPr>
          <a:xfrm>
            <a:off x="10509575" y="5141013"/>
            <a:ext cx="721206" cy="609701"/>
            <a:chOff x="10509575" y="5141013"/>
            <a:chExt cx="721206" cy="609701"/>
          </a:xfrm>
        </p:grpSpPr>
        <p:sp>
          <p:nvSpPr>
            <p:cNvPr id="1017" name="Rectangle 1016">
              <a:hlinkHover r:id="" action="ppaction://noaction" highlightClick="1"/>
              <a:extLst>
                <a:ext uri="{FF2B5EF4-FFF2-40B4-BE49-F238E27FC236}">
                  <a16:creationId xmlns:a16="http://schemas.microsoft.com/office/drawing/2014/main" id="{CEFA2601-8B26-4FE1-7B3B-BDC793BF9BFB}"/>
                </a:ext>
              </a:extLst>
            </p:cNvPr>
            <p:cNvSpPr/>
            <p:nvPr/>
          </p:nvSpPr>
          <p:spPr>
            <a:xfrm>
              <a:off x="10509575"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1018" name="Oval 1017">
              <a:extLst>
                <a:ext uri="{FF2B5EF4-FFF2-40B4-BE49-F238E27FC236}">
                  <a16:creationId xmlns:a16="http://schemas.microsoft.com/office/drawing/2014/main" id="{51BC3CEE-96A7-18F9-D89E-36F65BCFDE80}"/>
                </a:ext>
              </a:extLst>
            </p:cNvPr>
            <p:cNvSpPr/>
            <p:nvPr/>
          </p:nvSpPr>
          <p:spPr>
            <a:xfrm>
              <a:off x="11088114" y="514877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9" name="Isosceles Triangle 648">
              <a:extLst>
                <a:ext uri="{FF2B5EF4-FFF2-40B4-BE49-F238E27FC236}">
                  <a16:creationId xmlns:a16="http://schemas.microsoft.com/office/drawing/2014/main" id="{423A4F08-5F3F-FF6D-39E1-AF49D21A9C72}"/>
                </a:ext>
              </a:extLst>
            </p:cNvPr>
            <p:cNvSpPr/>
            <p:nvPr/>
          </p:nvSpPr>
          <p:spPr>
            <a:xfrm>
              <a:off x="11118238" y="51622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DA9747BC-647E-31EE-3944-367AB5D72C59}"/>
              </a:ext>
            </a:extLst>
          </p:cNvPr>
          <p:cNvGrpSpPr/>
          <p:nvPr/>
        </p:nvGrpSpPr>
        <p:grpSpPr>
          <a:xfrm>
            <a:off x="3779087" y="3698226"/>
            <a:ext cx="721206" cy="609701"/>
            <a:chOff x="3779087" y="3698226"/>
            <a:chExt cx="721206" cy="609701"/>
          </a:xfrm>
        </p:grpSpPr>
        <p:sp>
          <p:nvSpPr>
            <p:cNvPr id="10" name="Rectangle 9">
              <a:extLst>
                <a:ext uri="{FF2B5EF4-FFF2-40B4-BE49-F238E27FC236}">
                  <a16:creationId xmlns:a16="http://schemas.microsoft.com/office/drawing/2014/main" id="{8662189E-0AD8-F085-A721-84E66D2975C1}"/>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1" name="Right Triangle 10">
              <a:extLst>
                <a:ext uri="{FF2B5EF4-FFF2-40B4-BE49-F238E27FC236}">
                  <a16:creationId xmlns:a16="http://schemas.microsoft.com/office/drawing/2014/main" id="{5302F63A-FC7D-20DC-CEF1-D9C6F22D37EF}"/>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 name="Group 11">
              <a:extLst>
                <a:ext uri="{FF2B5EF4-FFF2-40B4-BE49-F238E27FC236}">
                  <a16:creationId xmlns:a16="http://schemas.microsoft.com/office/drawing/2014/main" id="{2330A49F-D662-AA53-F805-6315934CFC8C}"/>
                </a:ext>
              </a:extLst>
            </p:cNvPr>
            <p:cNvGrpSpPr/>
            <p:nvPr/>
          </p:nvGrpSpPr>
          <p:grpSpPr>
            <a:xfrm>
              <a:off x="4448513" y="3706747"/>
              <a:ext cx="37817" cy="61390"/>
              <a:chOff x="3883481" y="2057400"/>
              <a:chExt cx="1608363" cy="2652031"/>
            </a:xfrm>
            <a:solidFill>
              <a:srgbClr val="A6A6A6">
                <a:alpha val="20000"/>
              </a:srgbClr>
            </a:solidFill>
          </p:grpSpPr>
          <p:sp>
            <p:nvSpPr>
              <p:cNvPr id="13" name="Oval 27">
                <a:extLst>
                  <a:ext uri="{FF2B5EF4-FFF2-40B4-BE49-F238E27FC236}">
                    <a16:creationId xmlns:a16="http://schemas.microsoft.com/office/drawing/2014/main" id="{D65915D2-F54E-FE79-B390-417ABA7920E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 name="Oval 28">
                <a:extLst>
                  <a:ext uri="{FF2B5EF4-FFF2-40B4-BE49-F238E27FC236}">
                    <a16:creationId xmlns:a16="http://schemas.microsoft.com/office/drawing/2014/main" id="{2EA47B46-9248-119E-73C1-36301A18DD2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 name="Group 14">
            <a:extLst>
              <a:ext uri="{FF2B5EF4-FFF2-40B4-BE49-F238E27FC236}">
                <a16:creationId xmlns:a16="http://schemas.microsoft.com/office/drawing/2014/main" id="{97696545-647B-1970-4CF7-F8CD02FD251D}"/>
              </a:ext>
            </a:extLst>
          </p:cNvPr>
          <p:cNvGrpSpPr/>
          <p:nvPr/>
        </p:nvGrpSpPr>
        <p:grpSpPr>
          <a:xfrm>
            <a:off x="4615774" y="3698231"/>
            <a:ext cx="721206" cy="609701"/>
            <a:chOff x="4615774" y="3698231"/>
            <a:chExt cx="721206" cy="609701"/>
          </a:xfrm>
        </p:grpSpPr>
        <p:sp>
          <p:nvSpPr>
            <p:cNvPr id="16" name="Rectangle 15">
              <a:hlinkHover r:id="" action="ppaction://noaction" highlightClick="1"/>
              <a:extLst>
                <a:ext uri="{FF2B5EF4-FFF2-40B4-BE49-F238E27FC236}">
                  <a16:creationId xmlns:a16="http://schemas.microsoft.com/office/drawing/2014/main" id="{8E43F221-3E91-9A61-3603-F9277E01CF80}"/>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8" name="Oval 17">
              <a:extLst>
                <a:ext uri="{FF2B5EF4-FFF2-40B4-BE49-F238E27FC236}">
                  <a16:creationId xmlns:a16="http://schemas.microsoft.com/office/drawing/2014/main" id="{EC543BC3-28F5-E735-32DC-D95B1608A7A4}"/>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4" name="Isosceles Triangle 648">
              <a:extLst>
                <a:ext uri="{FF2B5EF4-FFF2-40B4-BE49-F238E27FC236}">
                  <a16:creationId xmlns:a16="http://schemas.microsoft.com/office/drawing/2014/main" id="{C0D23B8D-9104-ECB8-9332-8FBE805FC73B}"/>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1" name="Group 40">
            <a:extLst>
              <a:ext uri="{FF2B5EF4-FFF2-40B4-BE49-F238E27FC236}">
                <a16:creationId xmlns:a16="http://schemas.microsoft.com/office/drawing/2014/main" id="{C5A5671C-1473-89DE-309B-FA920815FE5A}"/>
              </a:ext>
            </a:extLst>
          </p:cNvPr>
          <p:cNvGrpSpPr/>
          <p:nvPr/>
        </p:nvGrpSpPr>
        <p:grpSpPr>
          <a:xfrm>
            <a:off x="2099604" y="5136552"/>
            <a:ext cx="721206" cy="609701"/>
            <a:chOff x="2099604" y="5136552"/>
            <a:chExt cx="721206" cy="609701"/>
          </a:xfrm>
        </p:grpSpPr>
        <p:sp>
          <p:nvSpPr>
            <p:cNvPr id="42" name="Rectangle 41">
              <a:extLst>
                <a:ext uri="{FF2B5EF4-FFF2-40B4-BE49-F238E27FC236}">
                  <a16:creationId xmlns:a16="http://schemas.microsoft.com/office/drawing/2014/main" id="{AD789442-EE83-7BB7-1587-61ACCBE8BBE7}"/>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43" name="Right Triangle 42">
              <a:extLst>
                <a:ext uri="{FF2B5EF4-FFF2-40B4-BE49-F238E27FC236}">
                  <a16:creationId xmlns:a16="http://schemas.microsoft.com/office/drawing/2014/main" id="{2E3AD11F-3ADD-0D16-285F-1070897B0A90}"/>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4" name="Group 43">
              <a:extLst>
                <a:ext uri="{FF2B5EF4-FFF2-40B4-BE49-F238E27FC236}">
                  <a16:creationId xmlns:a16="http://schemas.microsoft.com/office/drawing/2014/main" id="{50130047-E200-DEB1-0277-E8C4F47D4A3A}"/>
                </a:ext>
              </a:extLst>
            </p:cNvPr>
            <p:cNvGrpSpPr/>
            <p:nvPr/>
          </p:nvGrpSpPr>
          <p:grpSpPr>
            <a:xfrm>
              <a:off x="2765661" y="5151382"/>
              <a:ext cx="37817" cy="61390"/>
              <a:chOff x="3883481" y="2057400"/>
              <a:chExt cx="1608363" cy="2652031"/>
            </a:xfrm>
            <a:solidFill>
              <a:srgbClr val="A6A6A6">
                <a:alpha val="20000"/>
              </a:srgbClr>
            </a:solidFill>
          </p:grpSpPr>
          <p:sp>
            <p:nvSpPr>
              <p:cNvPr id="45" name="Oval 27">
                <a:extLst>
                  <a:ext uri="{FF2B5EF4-FFF2-40B4-BE49-F238E27FC236}">
                    <a16:creationId xmlns:a16="http://schemas.microsoft.com/office/drawing/2014/main" id="{B864BA8B-0380-475C-99F3-14F5FE7C013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 name="Oval 28">
                <a:extLst>
                  <a:ext uri="{FF2B5EF4-FFF2-40B4-BE49-F238E27FC236}">
                    <a16:creationId xmlns:a16="http://schemas.microsoft.com/office/drawing/2014/main" id="{7DD56BFD-CD7C-6002-1A1E-3827B22ADC1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8" name="Group 57">
            <a:extLst>
              <a:ext uri="{FF2B5EF4-FFF2-40B4-BE49-F238E27FC236}">
                <a16:creationId xmlns:a16="http://schemas.microsoft.com/office/drawing/2014/main" id="{913B56CB-F54D-29A2-EBD4-1D3963113FBB}"/>
              </a:ext>
            </a:extLst>
          </p:cNvPr>
          <p:cNvGrpSpPr/>
          <p:nvPr/>
        </p:nvGrpSpPr>
        <p:grpSpPr>
          <a:xfrm>
            <a:off x="2100392" y="4419620"/>
            <a:ext cx="721206" cy="609701"/>
            <a:chOff x="2100392" y="4419620"/>
            <a:chExt cx="721206" cy="609701"/>
          </a:xfrm>
        </p:grpSpPr>
        <p:sp>
          <p:nvSpPr>
            <p:cNvPr id="60" name="Rectangle 59">
              <a:extLst>
                <a:ext uri="{FF2B5EF4-FFF2-40B4-BE49-F238E27FC236}">
                  <a16:creationId xmlns:a16="http://schemas.microsoft.com/office/drawing/2014/main" id="{F729A256-03C8-F556-F770-D105A116EB0F}"/>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67" name="Right Triangle 66">
              <a:extLst>
                <a:ext uri="{FF2B5EF4-FFF2-40B4-BE49-F238E27FC236}">
                  <a16:creationId xmlns:a16="http://schemas.microsoft.com/office/drawing/2014/main" id="{A008EF94-95BD-A6AB-5316-3ED085352F9D}"/>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 name="Group 67">
              <a:extLst>
                <a:ext uri="{FF2B5EF4-FFF2-40B4-BE49-F238E27FC236}">
                  <a16:creationId xmlns:a16="http://schemas.microsoft.com/office/drawing/2014/main" id="{34C43741-4C58-FA3E-3E61-06EF43937AFD}"/>
                </a:ext>
              </a:extLst>
            </p:cNvPr>
            <p:cNvGrpSpPr/>
            <p:nvPr/>
          </p:nvGrpSpPr>
          <p:grpSpPr>
            <a:xfrm>
              <a:off x="2769856" y="4434450"/>
              <a:ext cx="37817" cy="61390"/>
              <a:chOff x="3883481" y="2057400"/>
              <a:chExt cx="1608363" cy="2652031"/>
            </a:xfrm>
            <a:solidFill>
              <a:srgbClr val="A6A6A6">
                <a:alpha val="20000"/>
              </a:srgbClr>
            </a:solidFill>
          </p:grpSpPr>
          <p:sp>
            <p:nvSpPr>
              <p:cNvPr id="75" name="Oval 27">
                <a:extLst>
                  <a:ext uri="{FF2B5EF4-FFF2-40B4-BE49-F238E27FC236}">
                    <a16:creationId xmlns:a16="http://schemas.microsoft.com/office/drawing/2014/main" id="{497F9B7A-2347-7F1F-BA58-6B564AB08AD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 name="Oval 28">
                <a:extLst>
                  <a:ext uri="{FF2B5EF4-FFF2-40B4-BE49-F238E27FC236}">
                    <a16:creationId xmlns:a16="http://schemas.microsoft.com/office/drawing/2014/main" id="{14175EFE-EE18-7F9A-DBE6-CA91D3C2F37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 name="Group 78">
            <a:extLst>
              <a:ext uri="{FF2B5EF4-FFF2-40B4-BE49-F238E27FC236}">
                <a16:creationId xmlns:a16="http://schemas.microsoft.com/office/drawing/2014/main" id="{E32F8F39-ED31-96C0-0123-E374DF613789}"/>
              </a:ext>
            </a:extLst>
          </p:cNvPr>
          <p:cNvGrpSpPr/>
          <p:nvPr/>
        </p:nvGrpSpPr>
        <p:grpSpPr>
          <a:xfrm>
            <a:off x="7122909" y="4419620"/>
            <a:ext cx="721206" cy="609701"/>
            <a:chOff x="7122909" y="4419620"/>
            <a:chExt cx="721206" cy="609701"/>
          </a:xfrm>
        </p:grpSpPr>
        <p:sp>
          <p:nvSpPr>
            <p:cNvPr id="81" name="Rectangle 80">
              <a:hlinkHover r:id="" action="ppaction://noaction" highlightClick="1"/>
              <a:extLst>
                <a:ext uri="{FF2B5EF4-FFF2-40B4-BE49-F238E27FC236}">
                  <a16:creationId xmlns:a16="http://schemas.microsoft.com/office/drawing/2014/main" id="{588C2C08-E748-88E9-1563-E8A2A69263A4}"/>
                </a:ext>
              </a:extLst>
            </p:cNvPr>
            <p:cNvSpPr/>
            <p:nvPr/>
          </p:nvSpPr>
          <p:spPr>
            <a:xfrm>
              <a:off x="712290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82" name="Oval 81">
              <a:extLst>
                <a:ext uri="{FF2B5EF4-FFF2-40B4-BE49-F238E27FC236}">
                  <a16:creationId xmlns:a16="http://schemas.microsoft.com/office/drawing/2014/main" id="{BF2DB272-7A59-8F6A-EEE4-9635124222BF}"/>
                </a:ext>
              </a:extLst>
            </p:cNvPr>
            <p:cNvSpPr/>
            <p:nvPr/>
          </p:nvSpPr>
          <p:spPr>
            <a:xfrm>
              <a:off x="7700861"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3" name="Isosceles Triangle 648">
              <a:extLst>
                <a:ext uri="{FF2B5EF4-FFF2-40B4-BE49-F238E27FC236}">
                  <a16:creationId xmlns:a16="http://schemas.microsoft.com/office/drawing/2014/main" id="{61D6095B-78FF-B436-7EA8-BD0BB7F65CDD}"/>
                </a:ext>
              </a:extLst>
            </p:cNvPr>
            <p:cNvSpPr/>
            <p:nvPr/>
          </p:nvSpPr>
          <p:spPr>
            <a:xfrm>
              <a:off x="7730986"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8" name="Group 87">
            <a:extLst>
              <a:ext uri="{FF2B5EF4-FFF2-40B4-BE49-F238E27FC236}">
                <a16:creationId xmlns:a16="http://schemas.microsoft.com/office/drawing/2014/main" id="{42618A42-F10A-2BEF-3E60-1C251930CA55}"/>
              </a:ext>
            </a:extLst>
          </p:cNvPr>
          <p:cNvGrpSpPr/>
          <p:nvPr/>
        </p:nvGrpSpPr>
        <p:grpSpPr>
          <a:xfrm>
            <a:off x="7959200" y="2974054"/>
            <a:ext cx="721206" cy="609701"/>
            <a:chOff x="7959200" y="2974054"/>
            <a:chExt cx="721206" cy="609701"/>
          </a:xfrm>
        </p:grpSpPr>
        <p:sp>
          <p:nvSpPr>
            <p:cNvPr id="89" name="Rectangle 88">
              <a:hlinkHover r:id="" action="ppaction://noaction" highlightClick="1"/>
              <a:extLst>
                <a:ext uri="{FF2B5EF4-FFF2-40B4-BE49-F238E27FC236}">
                  <a16:creationId xmlns:a16="http://schemas.microsoft.com/office/drawing/2014/main" id="{521C280F-01D9-6999-CDFE-D3FD36F49774}"/>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90" name="Diamond 89">
              <a:extLst>
                <a:ext uri="{FF2B5EF4-FFF2-40B4-BE49-F238E27FC236}">
                  <a16:creationId xmlns:a16="http://schemas.microsoft.com/office/drawing/2014/main" id="{84A8719A-D066-B4C8-A8C9-97AF19978649}"/>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1" name="Oval 90">
              <a:extLst>
                <a:ext uri="{FF2B5EF4-FFF2-40B4-BE49-F238E27FC236}">
                  <a16:creationId xmlns:a16="http://schemas.microsoft.com/office/drawing/2014/main" id="{6FC8C3CF-1F4C-517B-8098-C262D1F8F094}"/>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2" name="Group 91">
            <a:extLst>
              <a:ext uri="{FF2B5EF4-FFF2-40B4-BE49-F238E27FC236}">
                <a16:creationId xmlns:a16="http://schemas.microsoft.com/office/drawing/2014/main" id="{E03C7AD8-B1CA-400E-A1B3-6AC19E957276}"/>
              </a:ext>
            </a:extLst>
          </p:cNvPr>
          <p:cNvGrpSpPr/>
          <p:nvPr/>
        </p:nvGrpSpPr>
        <p:grpSpPr>
          <a:xfrm>
            <a:off x="10520479" y="90836"/>
            <a:ext cx="721206" cy="609701"/>
            <a:chOff x="10520479" y="90836"/>
            <a:chExt cx="721206" cy="609701"/>
          </a:xfrm>
        </p:grpSpPr>
        <p:sp>
          <p:nvSpPr>
            <p:cNvPr id="93" name="Rectangle 92">
              <a:hlinkHover r:id="" action="ppaction://noaction" highlightClick="1"/>
              <a:extLst>
                <a:ext uri="{FF2B5EF4-FFF2-40B4-BE49-F238E27FC236}">
                  <a16:creationId xmlns:a16="http://schemas.microsoft.com/office/drawing/2014/main" id="{3BC53094-AEE6-4690-9664-A98D7E669115}"/>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94" name="Oval 93">
              <a:extLst>
                <a:ext uri="{FF2B5EF4-FFF2-40B4-BE49-F238E27FC236}">
                  <a16:creationId xmlns:a16="http://schemas.microsoft.com/office/drawing/2014/main" id="{DA1A26B2-90BF-2AB1-AB61-181CAB6F293B}"/>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 name="Isosceles Triangle 648">
              <a:extLst>
                <a:ext uri="{FF2B5EF4-FFF2-40B4-BE49-F238E27FC236}">
                  <a16:creationId xmlns:a16="http://schemas.microsoft.com/office/drawing/2014/main" id="{68CA5AD7-7158-B47A-E51F-18E039E74CA0}"/>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0" name="Group 99">
            <a:extLst>
              <a:ext uri="{FF2B5EF4-FFF2-40B4-BE49-F238E27FC236}">
                <a16:creationId xmlns:a16="http://schemas.microsoft.com/office/drawing/2014/main" id="{977D7B46-4EFB-808A-F33F-428931C0B5F3}"/>
              </a:ext>
            </a:extLst>
          </p:cNvPr>
          <p:cNvGrpSpPr/>
          <p:nvPr/>
        </p:nvGrpSpPr>
        <p:grpSpPr>
          <a:xfrm>
            <a:off x="8807246" y="1532278"/>
            <a:ext cx="721206" cy="609701"/>
            <a:chOff x="8807246" y="1532278"/>
            <a:chExt cx="721206" cy="609701"/>
          </a:xfrm>
        </p:grpSpPr>
        <p:sp>
          <p:nvSpPr>
            <p:cNvPr id="101" name="Rectangle 100">
              <a:hlinkHover r:id="" action="ppaction://noaction" highlightClick="1"/>
              <a:extLst>
                <a:ext uri="{FF2B5EF4-FFF2-40B4-BE49-F238E27FC236}">
                  <a16:creationId xmlns:a16="http://schemas.microsoft.com/office/drawing/2014/main" id="{706B0883-5E2B-4BEE-1648-63138D0CDD34}"/>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102" name="Oval 101">
              <a:extLst>
                <a:ext uri="{FF2B5EF4-FFF2-40B4-BE49-F238E27FC236}">
                  <a16:creationId xmlns:a16="http://schemas.microsoft.com/office/drawing/2014/main" id="{C0C40061-96D2-2122-A9F6-B6ADE5706116}"/>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3" name="Isosceles Triangle 648">
              <a:extLst>
                <a:ext uri="{FF2B5EF4-FFF2-40B4-BE49-F238E27FC236}">
                  <a16:creationId xmlns:a16="http://schemas.microsoft.com/office/drawing/2014/main" id="{39E377AD-D692-F24F-2914-A783346E61A0}"/>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4" name="Group 103">
            <a:extLst>
              <a:ext uri="{FF2B5EF4-FFF2-40B4-BE49-F238E27FC236}">
                <a16:creationId xmlns:a16="http://schemas.microsoft.com/office/drawing/2014/main" id="{346C7550-12A4-EB21-4369-F34684ED626B}"/>
              </a:ext>
            </a:extLst>
          </p:cNvPr>
          <p:cNvGrpSpPr/>
          <p:nvPr/>
        </p:nvGrpSpPr>
        <p:grpSpPr>
          <a:xfrm>
            <a:off x="11356242" y="1532276"/>
            <a:ext cx="721206" cy="609701"/>
            <a:chOff x="11356242" y="1532276"/>
            <a:chExt cx="721206" cy="609701"/>
          </a:xfrm>
        </p:grpSpPr>
        <p:sp>
          <p:nvSpPr>
            <p:cNvPr id="111" name="Rectangle 110">
              <a:hlinkHover r:id="" action="ppaction://noaction" highlightClick="1"/>
              <a:extLst>
                <a:ext uri="{FF2B5EF4-FFF2-40B4-BE49-F238E27FC236}">
                  <a16:creationId xmlns:a16="http://schemas.microsoft.com/office/drawing/2014/main" id="{C9B3E85D-EBB0-AD9E-E82F-790859AF14B3}"/>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112" name="Oval 111">
              <a:extLst>
                <a:ext uri="{FF2B5EF4-FFF2-40B4-BE49-F238E27FC236}">
                  <a16:creationId xmlns:a16="http://schemas.microsoft.com/office/drawing/2014/main" id="{F9A71952-FD48-C3D4-56CC-766B48C63D90}"/>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3" name="Isosceles Triangle 648">
              <a:extLst>
                <a:ext uri="{FF2B5EF4-FFF2-40B4-BE49-F238E27FC236}">
                  <a16:creationId xmlns:a16="http://schemas.microsoft.com/office/drawing/2014/main" id="{FA678DCA-67AE-C8EB-9920-4E540457CE5A}"/>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18" name="Group 117">
            <a:extLst>
              <a:ext uri="{FF2B5EF4-FFF2-40B4-BE49-F238E27FC236}">
                <a16:creationId xmlns:a16="http://schemas.microsoft.com/office/drawing/2014/main" id="{BCA73F32-F6AA-C52E-06B8-64891B06525F}"/>
              </a:ext>
            </a:extLst>
          </p:cNvPr>
          <p:cNvGrpSpPr/>
          <p:nvPr/>
        </p:nvGrpSpPr>
        <p:grpSpPr>
          <a:xfrm>
            <a:off x="3776512" y="2974053"/>
            <a:ext cx="724130" cy="609701"/>
            <a:chOff x="3776512" y="2974053"/>
            <a:chExt cx="724130" cy="609701"/>
          </a:xfrm>
        </p:grpSpPr>
        <p:sp>
          <p:nvSpPr>
            <p:cNvPr id="119" name="Rectangle 118">
              <a:extLst>
                <a:ext uri="{FF2B5EF4-FFF2-40B4-BE49-F238E27FC236}">
                  <a16:creationId xmlns:a16="http://schemas.microsoft.com/office/drawing/2014/main" id="{DF9580F5-DB2A-250D-125F-409294985F81}"/>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120" name="Right Triangle 119">
              <a:extLst>
                <a:ext uri="{FF2B5EF4-FFF2-40B4-BE49-F238E27FC236}">
                  <a16:creationId xmlns:a16="http://schemas.microsoft.com/office/drawing/2014/main" id="{F6DB5E88-A994-CE89-57D6-BD679FDC62B4}"/>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1" name="Group 120">
              <a:extLst>
                <a:ext uri="{FF2B5EF4-FFF2-40B4-BE49-F238E27FC236}">
                  <a16:creationId xmlns:a16="http://schemas.microsoft.com/office/drawing/2014/main" id="{7F25612C-C651-DBA4-B6FA-87C3E34C8EC0}"/>
                </a:ext>
              </a:extLst>
            </p:cNvPr>
            <p:cNvGrpSpPr/>
            <p:nvPr/>
          </p:nvGrpSpPr>
          <p:grpSpPr>
            <a:xfrm>
              <a:off x="4450061" y="2982574"/>
              <a:ext cx="37817" cy="61390"/>
              <a:chOff x="3883481" y="2057400"/>
              <a:chExt cx="1608363" cy="2652031"/>
            </a:xfrm>
            <a:solidFill>
              <a:srgbClr val="A6A6A6">
                <a:alpha val="20000"/>
              </a:srgbClr>
            </a:solidFill>
          </p:grpSpPr>
          <p:sp>
            <p:nvSpPr>
              <p:cNvPr id="122" name="Oval 27">
                <a:extLst>
                  <a:ext uri="{FF2B5EF4-FFF2-40B4-BE49-F238E27FC236}">
                    <a16:creationId xmlns:a16="http://schemas.microsoft.com/office/drawing/2014/main" id="{C56BA147-68F6-03BE-034B-C1BDF906B95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3" name="Oval 28">
                <a:extLst>
                  <a:ext uri="{FF2B5EF4-FFF2-40B4-BE49-F238E27FC236}">
                    <a16:creationId xmlns:a16="http://schemas.microsoft.com/office/drawing/2014/main" id="{135F7E1A-C7F5-AF83-4706-E34CAE49942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1" name="Group 130">
            <a:extLst>
              <a:ext uri="{FF2B5EF4-FFF2-40B4-BE49-F238E27FC236}">
                <a16:creationId xmlns:a16="http://schemas.microsoft.com/office/drawing/2014/main" id="{98E95C71-94A9-475A-8C16-D2F3EAB33500}"/>
              </a:ext>
            </a:extLst>
          </p:cNvPr>
          <p:cNvGrpSpPr/>
          <p:nvPr/>
        </p:nvGrpSpPr>
        <p:grpSpPr>
          <a:xfrm>
            <a:off x="11355999" y="2974054"/>
            <a:ext cx="721206" cy="609701"/>
            <a:chOff x="11355999" y="2974054"/>
            <a:chExt cx="721206" cy="609701"/>
          </a:xfrm>
        </p:grpSpPr>
        <p:sp>
          <p:nvSpPr>
            <p:cNvPr id="132" name="Rectangle 131">
              <a:hlinkHover r:id="" action="ppaction://noaction" highlightClick="1"/>
              <a:extLst>
                <a:ext uri="{FF2B5EF4-FFF2-40B4-BE49-F238E27FC236}">
                  <a16:creationId xmlns:a16="http://schemas.microsoft.com/office/drawing/2014/main" id="{194561D3-3916-5945-FA10-70ACB4842B12}"/>
                </a:ext>
              </a:extLst>
            </p:cNvPr>
            <p:cNvSpPr/>
            <p:nvPr/>
          </p:nvSpPr>
          <p:spPr>
            <a:xfrm>
              <a:off x="11355999" y="297405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133" name="Oval 132">
              <a:extLst>
                <a:ext uri="{FF2B5EF4-FFF2-40B4-BE49-F238E27FC236}">
                  <a16:creationId xmlns:a16="http://schemas.microsoft.com/office/drawing/2014/main" id="{D02E8A02-4A95-DC61-3A09-64D38F67F9C4}"/>
                </a:ext>
              </a:extLst>
            </p:cNvPr>
            <p:cNvSpPr/>
            <p:nvPr/>
          </p:nvSpPr>
          <p:spPr>
            <a:xfrm>
              <a:off x="11933223" y="298330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Isosceles Triangle 648">
              <a:extLst>
                <a:ext uri="{FF2B5EF4-FFF2-40B4-BE49-F238E27FC236}">
                  <a16:creationId xmlns:a16="http://schemas.microsoft.com/office/drawing/2014/main" id="{56BB471B-DF6C-F35B-358E-D03F73EA0850}"/>
                </a:ext>
              </a:extLst>
            </p:cNvPr>
            <p:cNvSpPr/>
            <p:nvPr/>
          </p:nvSpPr>
          <p:spPr>
            <a:xfrm>
              <a:off x="11963348" y="299682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5" name="Group 134">
            <a:extLst>
              <a:ext uri="{FF2B5EF4-FFF2-40B4-BE49-F238E27FC236}">
                <a16:creationId xmlns:a16="http://schemas.microsoft.com/office/drawing/2014/main" id="{F7909DE2-013D-761A-7368-71A06A3AF4AE}"/>
              </a:ext>
            </a:extLst>
          </p:cNvPr>
          <p:cNvGrpSpPr/>
          <p:nvPr/>
        </p:nvGrpSpPr>
        <p:grpSpPr>
          <a:xfrm>
            <a:off x="7957586" y="2253332"/>
            <a:ext cx="721206" cy="609701"/>
            <a:chOff x="7957586" y="2253332"/>
            <a:chExt cx="721206" cy="609701"/>
          </a:xfrm>
        </p:grpSpPr>
        <p:sp>
          <p:nvSpPr>
            <p:cNvPr id="136" name="Rectangle 135">
              <a:extLst>
                <a:ext uri="{FF2B5EF4-FFF2-40B4-BE49-F238E27FC236}">
                  <a16:creationId xmlns:a16="http://schemas.microsoft.com/office/drawing/2014/main" id="{6172CA41-CDEF-C828-2950-D9B674F721C2}"/>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37" name="Right Triangle 136">
              <a:extLst>
                <a:ext uri="{FF2B5EF4-FFF2-40B4-BE49-F238E27FC236}">
                  <a16:creationId xmlns:a16="http://schemas.microsoft.com/office/drawing/2014/main" id="{E062D38B-CE86-F466-F4C1-27B6D16F366C}"/>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8" name="Group 137">
              <a:extLst>
                <a:ext uri="{FF2B5EF4-FFF2-40B4-BE49-F238E27FC236}">
                  <a16:creationId xmlns:a16="http://schemas.microsoft.com/office/drawing/2014/main" id="{EB2C4933-EA36-C18E-B03E-C9B9993AA9FC}"/>
                </a:ext>
              </a:extLst>
            </p:cNvPr>
            <p:cNvGrpSpPr/>
            <p:nvPr/>
          </p:nvGrpSpPr>
          <p:grpSpPr>
            <a:xfrm>
              <a:off x="8621942" y="2262669"/>
              <a:ext cx="37817" cy="61390"/>
              <a:chOff x="3883481" y="2057400"/>
              <a:chExt cx="1608363" cy="2652031"/>
            </a:xfrm>
            <a:solidFill>
              <a:srgbClr val="A6A6A6">
                <a:alpha val="20000"/>
              </a:srgbClr>
            </a:solidFill>
          </p:grpSpPr>
          <p:sp>
            <p:nvSpPr>
              <p:cNvPr id="139" name="Oval 27">
                <a:extLst>
                  <a:ext uri="{FF2B5EF4-FFF2-40B4-BE49-F238E27FC236}">
                    <a16:creationId xmlns:a16="http://schemas.microsoft.com/office/drawing/2014/main" id="{01336FE9-98CC-138C-CEDD-92517F80367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0" name="Oval 28">
                <a:extLst>
                  <a:ext uri="{FF2B5EF4-FFF2-40B4-BE49-F238E27FC236}">
                    <a16:creationId xmlns:a16="http://schemas.microsoft.com/office/drawing/2014/main" id="{E9095462-DE98-6ABC-2BAF-0D67E01DFCE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1" name="Group 140">
            <a:extLst>
              <a:ext uri="{FF2B5EF4-FFF2-40B4-BE49-F238E27FC236}">
                <a16:creationId xmlns:a16="http://schemas.microsoft.com/office/drawing/2014/main" id="{744EF40E-71C5-4D48-FDCE-60C80BB80C6B}"/>
              </a:ext>
            </a:extLst>
          </p:cNvPr>
          <p:cNvGrpSpPr/>
          <p:nvPr/>
        </p:nvGrpSpPr>
        <p:grpSpPr>
          <a:xfrm>
            <a:off x="4605607" y="811556"/>
            <a:ext cx="722054" cy="609701"/>
            <a:chOff x="4605607" y="811556"/>
            <a:chExt cx="722054" cy="609701"/>
          </a:xfrm>
        </p:grpSpPr>
        <p:sp>
          <p:nvSpPr>
            <p:cNvPr id="142" name="Rectangle 141">
              <a:extLst>
                <a:ext uri="{FF2B5EF4-FFF2-40B4-BE49-F238E27FC236}">
                  <a16:creationId xmlns:a16="http://schemas.microsoft.com/office/drawing/2014/main" id="{B87DE7D7-472A-AA82-F9CF-305C2DFA5607}"/>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43" name="Rectangle 142">
              <a:extLst>
                <a:ext uri="{FF2B5EF4-FFF2-40B4-BE49-F238E27FC236}">
                  <a16:creationId xmlns:a16="http://schemas.microsoft.com/office/drawing/2014/main" id="{C6D64920-91BF-745C-692A-1C0AFB8C4983}"/>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4" name="Oval 15">
              <a:extLst>
                <a:ext uri="{FF2B5EF4-FFF2-40B4-BE49-F238E27FC236}">
                  <a16:creationId xmlns:a16="http://schemas.microsoft.com/office/drawing/2014/main" id="{1CA3AC42-1BBD-8856-8286-727C6EBB9CE9}"/>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45" name="Straight Connector 144">
              <a:extLst>
                <a:ext uri="{FF2B5EF4-FFF2-40B4-BE49-F238E27FC236}">
                  <a16:creationId xmlns:a16="http://schemas.microsoft.com/office/drawing/2014/main" id="{A4A61B3F-E12E-BF6E-FE29-9AB30015CEC4}"/>
                </a:ext>
              </a:extLst>
            </p:cNvPr>
            <p:cNvCxnSpPr>
              <a:cxnSpLocks/>
              <a:stCxn id="144"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46" name="Straight Connector 145">
              <a:extLst>
                <a:ext uri="{FF2B5EF4-FFF2-40B4-BE49-F238E27FC236}">
                  <a16:creationId xmlns:a16="http://schemas.microsoft.com/office/drawing/2014/main" id="{B47C49AC-C97F-6D2C-BC02-842F4E34F99C}"/>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2227E4A9-3B78-5EAD-EF6D-9ADFDA84697D}"/>
              </a:ext>
            </a:extLst>
          </p:cNvPr>
          <p:cNvGrpSpPr/>
          <p:nvPr/>
        </p:nvGrpSpPr>
        <p:grpSpPr>
          <a:xfrm>
            <a:off x="6290730" y="2257176"/>
            <a:ext cx="721206" cy="609701"/>
            <a:chOff x="8807250" y="2253334"/>
            <a:chExt cx="721206" cy="609701"/>
          </a:xfrm>
        </p:grpSpPr>
        <p:sp>
          <p:nvSpPr>
            <p:cNvPr id="148" name="Rectangle 147">
              <a:extLst>
                <a:ext uri="{FF2B5EF4-FFF2-40B4-BE49-F238E27FC236}">
                  <a16:creationId xmlns:a16="http://schemas.microsoft.com/office/drawing/2014/main" id="{FBB935FF-1922-57D8-BE2A-1D2FFB11D517}"/>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49" name="Right Triangle 148">
              <a:extLst>
                <a:ext uri="{FF2B5EF4-FFF2-40B4-BE49-F238E27FC236}">
                  <a16:creationId xmlns:a16="http://schemas.microsoft.com/office/drawing/2014/main" id="{9A01767D-A217-6875-F42B-9C53B5834709}"/>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0" name="Oval 27">
              <a:extLst>
                <a:ext uri="{FF2B5EF4-FFF2-40B4-BE49-F238E27FC236}">
                  <a16:creationId xmlns:a16="http://schemas.microsoft.com/office/drawing/2014/main" id="{F3C85663-72AB-6A70-166C-EBDF43B406E8}"/>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1" name="Oval 28">
              <a:extLst>
                <a:ext uri="{FF2B5EF4-FFF2-40B4-BE49-F238E27FC236}">
                  <a16:creationId xmlns:a16="http://schemas.microsoft.com/office/drawing/2014/main" id="{BFF5D6F4-583A-5FAD-F6E2-6F01261E2494}"/>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2" name="Group 151">
            <a:extLst>
              <a:ext uri="{FF2B5EF4-FFF2-40B4-BE49-F238E27FC236}">
                <a16:creationId xmlns:a16="http://schemas.microsoft.com/office/drawing/2014/main" id="{1C120809-575D-6F4A-C5DC-7DAFC351FD2C}"/>
              </a:ext>
            </a:extLst>
          </p:cNvPr>
          <p:cNvGrpSpPr/>
          <p:nvPr/>
        </p:nvGrpSpPr>
        <p:grpSpPr>
          <a:xfrm>
            <a:off x="9651394" y="811173"/>
            <a:ext cx="721206" cy="609701"/>
            <a:chOff x="9657972" y="90836"/>
            <a:chExt cx="721206" cy="609701"/>
          </a:xfrm>
        </p:grpSpPr>
        <p:sp>
          <p:nvSpPr>
            <p:cNvPr id="153" name="Rectangle 152">
              <a:hlinkHover r:id="" action="ppaction://noaction" highlightClick="1"/>
              <a:extLst>
                <a:ext uri="{FF2B5EF4-FFF2-40B4-BE49-F238E27FC236}">
                  <a16:creationId xmlns:a16="http://schemas.microsoft.com/office/drawing/2014/main" id="{A75A5762-15DF-8DD8-DCA2-0B74DF7490F9}"/>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154" name="Diamond 153">
              <a:extLst>
                <a:ext uri="{FF2B5EF4-FFF2-40B4-BE49-F238E27FC236}">
                  <a16:creationId xmlns:a16="http://schemas.microsoft.com/office/drawing/2014/main" id="{CA85F3BF-8BB8-421B-56AA-ABE37F60C9F7}"/>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5" name="Oval 154">
              <a:extLst>
                <a:ext uri="{FF2B5EF4-FFF2-40B4-BE49-F238E27FC236}">
                  <a16:creationId xmlns:a16="http://schemas.microsoft.com/office/drawing/2014/main" id="{DF4FCF52-E26C-D0D9-313A-FA67F617553F}"/>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56" name="Group 155">
            <a:extLst>
              <a:ext uri="{FF2B5EF4-FFF2-40B4-BE49-F238E27FC236}">
                <a16:creationId xmlns:a16="http://schemas.microsoft.com/office/drawing/2014/main" id="{CFF032AC-5906-C441-76CD-643B01BAE0B9}"/>
              </a:ext>
            </a:extLst>
          </p:cNvPr>
          <p:cNvGrpSpPr/>
          <p:nvPr/>
        </p:nvGrpSpPr>
        <p:grpSpPr>
          <a:xfrm>
            <a:off x="9656903" y="2253333"/>
            <a:ext cx="721220" cy="609701"/>
            <a:chOff x="9656903" y="2253333"/>
            <a:chExt cx="721220" cy="609701"/>
          </a:xfrm>
        </p:grpSpPr>
        <p:sp>
          <p:nvSpPr>
            <p:cNvPr id="157" name="Rectangle 156">
              <a:hlinkHover r:id="" action="ppaction://noaction" highlightClick="1"/>
              <a:extLst>
                <a:ext uri="{FF2B5EF4-FFF2-40B4-BE49-F238E27FC236}">
                  <a16:creationId xmlns:a16="http://schemas.microsoft.com/office/drawing/2014/main" id="{6B35CC89-150F-0297-AE1D-1D164B2ACD7A}"/>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8" name="Rectangle 157">
              <a:extLst>
                <a:ext uri="{FF2B5EF4-FFF2-40B4-BE49-F238E27FC236}">
                  <a16:creationId xmlns:a16="http://schemas.microsoft.com/office/drawing/2014/main" id="{CFCEFADA-0E1F-E79E-0A49-6C11560F6134}"/>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9" name="Oval 15">
              <a:extLst>
                <a:ext uri="{FF2B5EF4-FFF2-40B4-BE49-F238E27FC236}">
                  <a16:creationId xmlns:a16="http://schemas.microsoft.com/office/drawing/2014/main" id="{79CAAE07-0CF0-CD44-3B70-29558F8AADF3}"/>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0" name="Straight Connector 159">
              <a:extLst>
                <a:ext uri="{FF2B5EF4-FFF2-40B4-BE49-F238E27FC236}">
                  <a16:creationId xmlns:a16="http://schemas.microsoft.com/office/drawing/2014/main" id="{B8B89AF4-EF4C-55D6-B784-5AF5EBDF58E8}"/>
                </a:ext>
              </a:extLst>
            </p:cNvPr>
            <p:cNvCxnSpPr>
              <a:cxnSpLocks/>
              <a:stCxn id="159"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1" name="Straight Connector 160">
              <a:extLst>
                <a:ext uri="{FF2B5EF4-FFF2-40B4-BE49-F238E27FC236}">
                  <a16:creationId xmlns:a16="http://schemas.microsoft.com/office/drawing/2014/main" id="{FCD35821-35E5-F293-1FFC-306139F32B8A}"/>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2" name="Group 161">
            <a:extLst>
              <a:ext uri="{FF2B5EF4-FFF2-40B4-BE49-F238E27FC236}">
                <a16:creationId xmlns:a16="http://schemas.microsoft.com/office/drawing/2014/main" id="{1CA85243-C534-A1E8-C25C-8D894E03E86C}"/>
              </a:ext>
            </a:extLst>
          </p:cNvPr>
          <p:cNvGrpSpPr/>
          <p:nvPr/>
        </p:nvGrpSpPr>
        <p:grpSpPr>
          <a:xfrm>
            <a:off x="8797459" y="2264859"/>
            <a:ext cx="721206" cy="609701"/>
            <a:chOff x="11356242" y="2253333"/>
            <a:chExt cx="721206" cy="609701"/>
          </a:xfrm>
        </p:grpSpPr>
        <p:sp>
          <p:nvSpPr>
            <p:cNvPr id="163" name="Rectangle 162">
              <a:hlinkHover r:id="" action="ppaction://noaction" highlightClick="1"/>
              <a:extLst>
                <a:ext uri="{FF2B5EF4-FFF2-40B4-BE49-F238E27FC236}">
                  <a16:creationId xmlns:a16="http://schemas.microsoft.com/office/drawing/2014/main" id="{224CADCE-90B8-4C84-65AA-3B35CD7A627C}"/>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64" name="Oval 163">
              <a:extLst>
                <a:ext uri="{FF2B5EF4-FFF2-40B4-BE49-F238E27FC236}">
                  <a16:creationId xmlns:a16="http://schemas.microsoft.com/office/drawing/2014/main" id="{0A012AAE-D382-2D73-EA47-16B1C6AB0DA6}"/>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5" name="Isosceles Triangle 648">
              <a:extLst>
                <a:ext uri="{FF2B5EF4-FFF2-40B4-BE49-F238E27FC236}">
                  <a16:creationId xmlns:a16="http://schemas.microsoft.com/office/drawing/2014/main" id="{E2EB4CDD-E1A1-D5E3-DB40-0F0B2E262F98}"/>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6" name="Group 165">
            <a:extLst>
              <a:ext uri="{FF2B5EF4-FFF2-40B4-BE49-F238E27FC236}">
                <a16:creationId xmlns:a16="http://schemas.microsoft.com/office/drawing/2014/main" id="{5C74D81C-D5D1-1013-FE36-F3665AF64622}"/>
              </a:ext>
            </a:extLst>
          </p:cNvPr>
          <p:cNvGrpSpPr/>
          <p:nvPr/>
        </p:nvGrpSpPr>
        <p:grpSpPr>
          <a:xfrm>
            <a:off x="10506580" y="2253333"/>
            <a:ext cx="721206" cy="609701"/>
            <a:chOff x="10506580" y="2253333"/>
            <a:chExt cx="721206" cy="609701"/>
          </a:xfrm>
        </p:grpSpPr>
        <p:sp>
          <p:nvSpPr>
            <p:cNvPr id="167" name="Rectangle 166">
              <a:hlinkHover r:id="" action="ppaction://noaction" highlightClick="1"/>
              <a:extLst>
                <a:ext uri="{FF2B5EF4-FFF2-40B4-BE49-F238E27FC236}">
                  <a16:creationId xmlns:a16="http://schemas.microsoft.com/office/drawing/2014/main" id="{983DF4E1-C47F-3DAE-CEB8-6BA80A08F284}"/>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168" name="Diamond 167">
              <a:extLst>
                <a:ext uri="{FF2B5EF4-FFF2-40B4-BE49-F238E27FC236}">
                  <a16:creationId xmlns:a16="http://schemas.microsoft.com/office/drawing/2014/main" id="{F88EE61F-3DD4-FD8D-D739-44F99155DE02}"/>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9" name="Oval 168">
              <a:extLst>
                <a:ext uri="{FF2B5EF4-FFF2-40B4-BE49-F238E27FC236}">
                  <a16:creationId xmlns:a16="http://schemas.microsoft.com/office/drawing/2014/main" id="{7EAB28CB-8906-E777-4415-9ABF86A72ED4}"/>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0" name="Group 169">
            <a:extLst>
              <a:ext uri="{FF2B5EF4-FFF2-40B4-BE49-F238E27FC236}">
                <a16:creationId xmlns:a16="http://schemas.microsoft.com/office/drawing/2014/main" id="{37492EB4-C158-2F25-02A9-55E2A4E8DC86}"/>
              </a:ext>
            </a:extLst>
          </p:cNvPr>
          <p:cNvGrpSpPr/>
          <p:nvPr/>
        </p:nvGrpSpPr>
        <p:grpSpPr>
          <a:xfrm>
            <a:off x="2109092" y="2986575"/>
            <a:ext cx="721206" cy="649846"/>
            <a:chOff x="10506800" y="2974054"/>
            <a:chExt cx="721206" cy="649846"/>
          </a:xfrm>
        </p:grpSpPr>
        <p:sp>
          <p:nvSpPr>
            <p:cNvPr id="171" name="Rectangle 170">
              <a:extLst>
                <a:ext uri="{FF2B5EF4-FFF2-40B4-BE49-F238E27FC236}">
                  <a16:creationId xmlns:a16="http://schemas.microsoft.com/office/drawing/2014/main" id="{13EF20EE-B8EF-7585-2C8C-275F4575CFD8}"/>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172" name="Rectangle 171">
              <a:extLst>
                <a:ext uri="{FF2B5EF4-FFF2-40B4-BE49-F238E27FC236}">
                  <a16:creationId xmlns:a16="http://schemas.microsoft.com/office/drawing/2014/main" id="{939D9D19-49E2-58D8-DAA6-2A977F4BE84B}"/>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3" name="Oval 15">
              <a:extLst>
                <a:ext uri="{FF2B5EF4-FFF2-40B4-BE49-F238E27FC236}">
                  <a16:creationId xmlns:a16="http://schemas.microsoft.com/office/drawing/2014/main" id="{346DD69B-F433-51AA-FA61-B5CCC78DF6E5}"/>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4" name="Straight Connector 173">
              <a:extLst>
                <a:ext uri="{FF2B5EF4-FFF2-40B4-BE49-F238E27FC236}">
                  <a16:creationId xmlns:a16="http://schemas.microsoft.com/office/drawing/2014/main" id="{C092FD7B-9021-BE24-D134-D6796EDA5FD4}"/>
                </a:ext>
              </a:extLst>
            </p:cNvPr>
            <p:cNvCxnSpPr>
              <a:cxnSpLocks/>
              <a:stCxn id="173"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5" name="Straight Connector 174">
              <a:extLst>
                <a:ext uri="{FF2B5EF4-FFF2-40B4-BE49-F238E27FC236}">
                  <a16:creationId xmlns:a16="http://schemas.microsoft.com/office/drawing/2014/main" id="{6DEB8403-1DB7-556A-1DAA-4086D166B548}"/>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6" name="Group 175">
            <a:extLst>
              <a:ext uri="{FF2B5EF4-FFF2-40B4-BE49-F238E27FC236}">
                <a16:creationId xmlns:a16="http://schemas.microsoft.com/office/drawing/2014/main" id="{4B1EE1F0-11EF-0A08-A7D0-29BB311C685C}"/>
              </a:ext>
            </a:extLst>
          </p:cNvPr>
          <p:cNvGrpSpPr/>
          <p:nvPr/>
        </p:nvGrpSpPr>
        <p:grpSpPr>
          <a:xfrm>
            <a:off x="4621827" y="2983922"/>
            <a:ext cx="721206" cy="654973"/>
            <a:chOff x="9657606" y="2974054"/>
            <a:chExt cx="721206" cy="654973"/>
          </a:xfrm>
        </p:grpSpPr>
        <p:sp>
          <p:nvSpPr>
            <p:cNvPr id="177" name="Rectangle 176">
              <a:extLst>
                <a:ext uri="{FF2B5EF4-FFF2-40B4-BE49-F238E27FC236}">
                  <a16:creationId xmlns:a16="http://schemas.microsoft.com/office/drawing/2014/main" id="{22702A8F-2798-4B42-4F44-77A769026CE2}"/>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178" name="Rectangle 177">
              <a:extLst>
                <a:ext uri="{FF2B5EF4-FFF2-40B4-BE49-F238E27FC236}">
                  <a16:creationId xmlns:a16="http://schemas.microsoft.com/office/drawing/2014/main" id="{6FD5A1FE-737B-81AE-299E-3BEB3BED6B93}"/>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9" name="Oval 15">
              <a:extLst>
                <a:ext uri="{FF2B5EF4-FFF2-40B4-BE49-F238E27FC236}">
                  <a16:creationId xmlns:a16="http://schemas.microsoft.com/office/drawing/2014/main" id="{B9623704-2E5D-9999-3E2C-B12ACA069481}"/>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80" name="Straight Connector 179">
              <a:extLst>
                <a:ext uri="{FF2B5EF4-FFF2-40B4-BE49-F238E27FC236}">
                  <a16:creationId xmlns:a16="http://schemas.microsoft.com/office/drawing/2014/main" id="{2FC86E98-CAD9-DC43-2CD2-8D2297EDC551}"/>
                </a:ext>
              </a:extLst>
            </p:cNvPr>
            <p:cNvCxnSpPr>
              <a:cxnSpLocks/>
              <a:stCxn id="179"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81" name="Straight Connector 180">
              <a:extLst>
                <a:ext uri="{FF2B5EF4-FFF2-40B4-BE49-F238E27FC236}">
                  <a16:creationId xmlns:a16="http://schemas.microsoft.com/office/drawing/2014/main" id="{E4FF0DDB-1DDC-0146-BEAB-2EBCD4E2310C}"/>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2" name="Group 181">
            <a:extLst>
              <a:ext uri="{FF2B5EF4-FFF2-40B4-BE49-F238E27FC236}">
                <a16:creationId xmlns:a16="http://schemas.microsoft.com/office/drawing/2014/main" id="{413FA4EF-37FD-4F3A-03E4-B955B3C1E89E}"/>
              </a:ext>
            </a:extLst>
          </p:cNvPr>
          <p:cNvGrpSpPr/>
          <p:nvPr/>
        </p:nvGrpSpPr>
        <p:grpSpPr>
          <a:xfrm>
            <a:off x="1268346" y="3698208"/>
            <a:ext cx="721891" cy="610396"/>
            <a:chOff x="1268346" y="3698208"/>
            <a:chExt cx="721891" cy="610396"/>
          </a:xfrm>
        </p:grpSpPr>
        <p:sp>
          <p:nvSpPr>
            <p:cNvPr id="183" name="Rectangle 182">
              <a:extLst>
                <a:ext uri="{FF2B5EF4-FFF2-40B4-BE49-F238E27FC236}">
                  <a16:creationId xmlns:a16="http://schemas.microsoft.com/office/drawing/2014/main" id="{F781F0B7-FCC4-A3CA-3A89-71FEB252745C}"/>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84" name="Right Triangle 183">
              <a:extLst>
                <a:ext uri="{FF2B5EF4-FFF2-40B4-BE49-F238E27FC236}">
                  <a16:creationId xmlns:a16="http://schemas.microsoft.com/office/drawing/2014/main" id="{5AC32639-3E52-2871-CACC-A003EA12E2CF}"/>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85" name="Group 184">
              <a:extLst>
                <a:ext uri="{FF2B5EF4-FFF2-40B4-BE49-F238E27FC236}">
                  <a16:creationId xmlns:a16="http://schemas.microsoft.com/office/drawing/2014/main" id="{7A36FF92-5EE1-D0B4-A42C-F16D16D29771}"/>
                </a:ext>
              </a:extLst>
            </p:cNvPr>
            <p:cNvGrpSpPr/>
            <p:nvPr/>
          </p:nvGrpSpPr>
          <p:grpSpPr>
            <a:xfrm>
              <a:off x="1939627" y="3704306"/>
              <a:ext cx="37817" cy="61390"/>
              <a:chOff x="3883481" y="2057400"/>
              <a:chExt cx="1608363" cy="2652031"/>
            </a:xfrm>
            <a:solidFill>
              <a:srgbClr val="A6A6A6">
                <a:alpha val="20000"/>
              </a:srgbClr>
            </a:solidFill>
          </p:grpSpPr>
          <p:sp>
            <p:nvSpPr>
              <p:cNvPr id="186" name="Oval 27">
                <a:extLst>
                  <a:ext uri="{FF2B5EF4-FFF2-40B4-BE49-F238E27FC236}">
                    <a16:creationId xmlns:a16="http://schemas.microsoft.com/office/drawing/2014/main" id="{7D79DF4A-4040-7120-C9AA-E5119F068B9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7" name="Oval 28">
                <a:extLst>
                  <a:ext uri="{FF2B5EF4-FFF2-40B4-BE49-F238E27FC236}">
                    <a16:creationId xmlns:a16="http://schemas.microsoft.com/office/drawing/2014/main" id="{D5221A96-6672-A906-3151-011910D3BF7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88" name="Group 187">
            <a:extLst>
              <a:ext uri="{FF2B5EF4-FFF2-40B4-BE49-F238E27FC236}">
                <a16:creationId xmlns:a16="http://schemas.microsoft.com/office/drawing/2014/main" id="{79490EF5-E3B2-96DC-EE4C-081FF204526A}"/>
              </a:ext>
            </a:extLst>
          </p:cNvPr>
          <p:cNvGrpSpPr/>
          <p:nvPr/>
        </p:nvGrpSpPr>
        <p:grpSpPr>
          <a:xfrm>
            <a:off x="5454173" y="2257175"/>
            <a:ext cx="721206" cy="609701"/>
            <a:chOff x="6287891" y="2253333"/>
            <a:chExt cx="721206" cy="609701"/>
          </a:xfrm>
        </p:grpSpPr>
        <p:sp>
          <p:nvSpPr>
            <p:cNvPr id="189" name="Rectangle 188">
              <a:extLst>
                <a:ext uri="{FF2B5EF4-FFF2-40B4-BE49-F238E27FC236}">
                  <a16:creationId xmlns:a16="http://schemas.microsoft.com/office/drawing/2014/main" id="{24542642-A0B9-0079-BD40-B013FD84C97D}"/>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190" name="Right Triangle 189">
              <a:extLst>
                <a:ext uri="{FF2B5EF4-FFF2-40B4-BE49-F238E27FC236}">
                  <a16:creationId xmlns:a16="http://schemas.microsoft.com/office/drawing/2014/main" id="{3A04E40E-956F-8EF4-9A1C-58D28C35F56E}"/>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91" name="Group 190">
              <a:extLst>
                <a:ext uri="{FF2B5EF4-FFF2-40B4-BE49-F238E27FC236}">
                  <a16:creationId xmlns:a16="http://schemas.microsoft.com/office/drawing/2014/main" id="{5EF81297-7772-9518-5AD0-1EA39EF209A4}"/>
                </a:ext>
              </a:extLst>
            </p:cNvPr>
            <p:cNvGrpSpPr/>
            <p:nvPr/>
          </p:nvGrpSpPr>
          <p:grpSpPr>
            <a:xfrm>
              <a:off x="6952470" y="2265099"/>
              <a:ext cx="37817" cy="61390"/>
              <a:chOff x="3883481" y="2057400"/>
              <a:chExt cx="1608363" cy="2652031"/>
            </a:xfrm>
            <a:solidFill>
              <a:srgbClr val="A6A6A6">
                <a:alpha val="20000"/>
              </a:srgbClr>
            </a:solidFill>
          </p:grpSpPr>
          <p:sp>
            <p:nvSpPr>
              <p:cNvPr id="384" name="Oval 27">
                <a:extLst>
                  <a:ext uri="{FF2B5EF4-FFF2-40B4-BE49-F238E27FC236}">
                    <a16:creationId xmlns:a16="http://schemas.microsoft.com/office/drawing/2014/main" id="{0CB36FD6-87D4-AC7B-67A9-09BB8E66DF3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5" name="Oval 28">
                <a:extLst>
                  <a:ext uri="{FF2B5EF4-FFF2-40B4-BE49-F238E27FC236}">
                    <a16:creationId xmlns:a16="http://schemas.microsoft.com/office/drawing/2014/main" id="{BDFED786-1951-430C-37FF-A06710E1685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86" name="Group 385">
            <a:extLst>
              <a:ext uri="{FF2B5EF4-FFF2-40B4-BE49-F238E27FC236}">
                <a16:creationId xmlns:a16="http://schemas.microsoft.com/office/drawing/2014/main" id="{6FB38BFD-14A4-2CF8-E59D-2469D60C7F1D}"/>
              </a:ext>
            </a:extLst>
          </p:cNvPr>
          <p:cNvGrpSpPr/>
          <p:nvPr/>
        </p:nvGrpSpPr>
        <p:grpSpPr>
          <a:xfrm>
            <a:off x="2934662" y="5148220"/>
            <a:ext cx="724130" cy="609701"/>
            <a:chOff x="4615448" y="2974053"/>
            <a:chExt cx="724130" cy="609701"/>
          </a:xfrm>
        </p:grpSpPr>
        <p:sp>
          <p:nvSpPr>
            <p:cNvPr id="387" name="Rectangle 386">
              <a:extLst>
                <a:ext uri="{FF2B5EF4-FFF2-40B4-BE49-F238E27FC236}">
                  <a16:creationId xmlns:a16="http://schemas.microsoft.com/office/drawing/2014/main" id="{F1661210-9B1E-B56D-1A62-0729E764B7D1}"/>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388" name="Right Triangle 387">
              <a:extLst>
                <a:ext uri="{FF2B5EF4-FFF2-40B4-BE49-F238E27FC236}">
                  <a16:creationId xmlns:a16="http://schemas.microsoft.com/office/drawing/2014/main" id="{03E89423-06F8-A91D-2C69-15261D6968EA}"/>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389" name="Group 388">
              <a:extLst>
                <a:ext uri="{FF2B5EF4-FFF2-40B4-BE49-F238E27FC236}">
                  <a16:creationId xmlns:a16="http://schemas.microsoft.com/office/drawing/2014/main" id="{FE3F9CAC-4129-14B6-BE04-76A9E032C222}"/>
                </a:ext>
              </a:extLst>
            </p:cNvPr>
            <p:cNvGrpSpPr/>
            <p:nvPr/>
          </p:nvGrpSpPr>
          <p:grpSpPr>
            <a:xfrm>
              <a:off x="5288997" y="2982574"/>
              <a:ext cx="37817" cy="61390"/>
              <a:chOff x="3883481" y="2057400"/>
              <a:chExt cx="1608363" cy="2652031"/>
            </a:xfrm>
            <a:solidFill>
              <a:srgbClr val="A6A6A6">
                <a:alpha val="20000"/>
              </a:srgbClr>
            </a:solidFill>
          </p:grpSpPr>
          <p:sp>
            <p:nvSpPr>
              <p:cNvPr id="390" name="Oval 27">
                <a:extLst>
                  <a:ext uri="{FF2B5EF4-FFF2-40B4-BE49-F238E27FC236}">
                    <a16:creationId xmlns:a16="http://schemas.microsoft.com/office/drawing/2014/main" id="{2EC21517-F6E0-618E-AA8A-743B254CCF7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1" name="Oval 28">
                <a:extLst>
                  <a:ext uri="{FF2B5EF4-FFF2-40B4-BE49-F238E27FC236}">
                    <a16:creationId xmlns:a16="http://schemas.microsoft.com/office/drawing/2014/main" id="{B99A1B5E-9F28-A953-B5F7-9025DAC5D10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392" name="Group 391">
            <a:extLst>
              <a:ext uri="{FF2B5EF4-FFF2-40B4-BE49-F238E27FC236}">
                <a16:creationId xmlns:a16="http://schemas.microsoft.com/office/drawing/2014/main" id="{895BAC67-6311-17F9-5F38-7E0FB8BAB086}"/>
              </a:ext>
            </a:extLst>
          </p:cNvPr>
          <p:cNvGrpSpPr/>
          <p:nvPr/>
        </p:nvGrpSpPr>
        <p:grpSpPr>
          <a:xfrm>
            <a:off x="2102908" y="811556"/>
            <a:ext cx="721206" cy="609701"/>
            <a:chOff x="2102908" y="811556"/>
            <a:chExt cx="721206" cy="609701"/>
          </a:xfrm>
        </p:grpSpPr>
        <p:sp>
          <p:nvSpPr>
            <p:cNvPr id="393" name="Rectangle 392">
              <a:extLst>
                <a:ext uri="{FF2B5EF4-FFF2-40B4-BE49-F238E27FC236}">
                  <a16:creationId xmlns:a16="http://schemas.microsoft.com/office/drawing/2014/main" id="{82C6827C-A6BB-7D39-4EE4-60DA679D26D4}"/>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94" name="Rectangle 393">
              <a:extLst>
                <a:ext uri="{FF2B5EF4-FFF2-40B4-BE49-F238E27FC236}">
                  <a16:creationId xmlns:a16="http://schemas.microsoft.com/office/drawing/2014/main" id="{1423E471-BA6B-2126-6285-9A1E4C711F96}"/>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5" name="Oval 15">
              <a:extLst>
                <a:ext uri="{FF2B5EF4-FFF2-40B4-BE49-F238E27FC236}">
                  <a16:creationId xmlns:a16="http://schemas.microsoft.com/office/drawing/2014/main" id="{4680ABEB-A8A6-ABCE-AD54-81D183752AB1}"/>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396" name="Straight Connector 395">
              <a:extLst>
                <a:ext uri="{FF2B5EF4-FFF2-40B4-BE49-F238E27FC236}">
                  <a16:creationId xmlns:a16="http://schemas.microsoft.com/office/drawing/2014/main" id="{97CB7B19-3F87-EE8C-C1C3-D3164E4AF61B}"/>
                </a:ext>
              </a:extLst>
            </p:cNvPr>
            <p:cNvCxnSpPr>
              <a:cxnSpLocks/>
              <a:stCxn id="395"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397" name="Straight Connector 396">
              <a:extLst>
                <a:ext uri="{FF2B5EF4-FFF2-40B4-BE49-F238E27FC236}">
                  <a16:creationId xmlns:a16="http://schemas.microsoft.com/office/drawing/2014/main" id="{06690E8B-D9C3-B668-3B3D-D39A9D58CDD1}"/>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02" name="Group 401">
            <a:extLst>
              <a:ext uri="{FF2B5EF4-FFF2-40B4-BE49-F238E27FC236}">
                <a16:creationId xmlns:a16="http://schemas.microsoft.com/office/drawing/2014/main" id="{549C586F-0948-9F86-085C-54A5860138B8}"/>
              </a:ext>
            </a:extLst>
          </p:cNvPr>
          <p:cNvGrpSpPr/>
          <p:nvPr/>
        </p:nvGrpSpPr>
        <p:grpSpPr>
          <a:xfrm>
            <a:off x="10506594" y="811556"/>
            <a:ext cx="721220" cy="609701"/>
            <a:chOff x="10506594" y="811556"/>
            <a:chExt cx="721220" cy="609701"/>
          </a:xfrm>
        </p:grpSpPr>
        <p:sp>
          <p:nvSpPr>
            <p:cNvPr id="403" name="Rectangle 402">
              <a:extLst>
                <a:ext uri="{FF2B5EF4-FFF2-40B4-BE49-F238E27FC236}">
                  <a16:creationId xmlns:a16="http://schemas.microsoft.com/office/drawing/2014/main" id="{0D954DBF-EB82-0DCF-ADAC-88CA9859E41E}"/>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04" name="Rectangle 403">
              <a:extLst>
                <a:ext uri="{FF2B5EF4-FFF2-40B4-BE49-F238E27FC236}">
                  <a16:creationId xmlns:a16="http://schemas.microsoft.com/office/drawing/2014/main" id="{04563C81-4396-7B2A-558D-21864BC585D2}"/>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05" name="Oval 15">
              <a:extLst>
                <a:ext uri="{FF2B5EF4-FFF2-40B4-BE49-F238E27FC236}">
                  <a16:creationId xmlns:a16="http://schemas.microsoft.com/office/drawing/2014/main" id="{26C724ED-7CD5-8A64-6241-6C0724A1AE6F}"/>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06" name="Straight Connector 405">
              <a:extLst>
                <a:ext uri="{FF2B5EF4-FFF2-40B4-BE49-F238E27FC236}">
                  <a16:creationId xmlns:a16="http://schemas.microsoft.com/office/drawing/2014/main" id="{2733D4E3-AC59-DDD2-FAC9-4BBFD622EAA9}"/>
                </a:ext>
              </a:extLst>
            </p:cNvPr>
            <p:cNvCxnSpPr>
              <a:cxnSpLocks/>
              <a:stCxn id="405"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07" name="Straight Connector 406">
              <a:extLst>
                <a:ext uri="{FF2B5EF4-FFF2-40B4-BE49-F238E27FC236}">
                  <a16:creationId xmlns:a16="http://schemas.microsoft.com/office/drawing/2014/main" id="{5B0481C7-F3B2-4E26-0A22-55A463A5F410}"/>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08" name="Group 407">
            <a:extLst>
              <a:ext uri="{FF2B5EF4-FFF2-40B4-BE49-F238E27FC236}">
                <a16:creationId xmlns:a16="http://schemas.microsoft.com/office/drawing/2014/main" id="{B6F3D08A-E2E5-368A-E6DC-D220016CC61A}"/>
              </a:ext>
            </a:extLst>
          </p:cNvPr>
          <p:cNvGrpSpPr/>
          <p:nvPr/>
        </p:nvGrpSpPr>
        <p:grpSpPr>
          <a:xfrm>
            <a:off x="7116512" y="812701"/>
            <a:ext cx="721206" cy="609701"/>
            <a:chOff x="7957576" y="811556"/>
            <a:chExt cx="721206" cy="609701"/>
          </a:xfrm>
        </p:grpSpPr>
        <p:sp>
          <p:nvSpPr>
            <p:cNvPr id="409" name="Rectangle 408">
              <a:extLst>
                <a:ext uri="{FF2B5EF4-FFF2-40B4-BE49-F238E27FC236}">
                  <a16:creationId xmlns:a16="http://schemas.microsoft.com/office/drawing/2014/main" id="{8AC415ED-DA8B-5A60-D608-F013C8DA5E1E}"/>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410" name="Rectangle 409">
              <a:extLst>
                <a:ext uri="{FF2B5EF4-FFF2-40B4-BE49-F238E27FC236}">
                  <a16:creationId xmlns:a16="http://schemas.microsoft.com/office/drawing/2014/main" id="{4F29F260-4277-02AB-7EA3-40FF84527145}"/>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1" name="Oval 15">
              <a:extLst>
                <a:ext uri="{FF2B5EF4-FFF2-40B4-BE49-F238E27FC236}">
                  <a16:creationId xmlns:a16="http://schemas.microsoft.com/office/drawing/2014/main" id="{C2307919-F266-E874-FA29-DE448FDFE0AB}"/>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12" name="Straight Connector 411">
              <a:extLst>
                <a:ext uri="{FF2B5EF4-FFF2-40B4-BE49-F238E27FC236}">
                  <a16:creationId xmlns:a16="http://schemas.microsoft.com/office/drawing/2014/main" id="{C07E40FB-811A-1804-E712-4579B63E2DFE}"/>
                </a:ext>
              </a:extLst>
            </p:cNvPr>
            <p:cNvCxnSpPr>
              <a:cxnSpLocks/>
              <a:stCxn id="411"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13" name="Straight Connector 412">
              <a:extLst>
                <a:ext uri="{FF2B5EF4-FFF2-40B4-BE49-F238E27FC236}">
                  <a16:creationId xmlns:a16="http://schemas.microsoft.com/office/drawing/2014/main" id="{B474512C-C76A-6FA9-F242-1D3D030A091D}"/>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14" name="Group 413">
            <a:extLst>
              <a:ext uri="{FF2B5EF4-FFF2-40B4-BE49-F238E27FC236}">
                <a16:creationId xmlns:a16="http://schemas.microsoft.com/office/drawing/2014/main" id="{B9457484-8A74-0F98-533C-358E75907A16}"/>
              </a:ext>
            </a:extLst>
          </p:cNvPr>
          <p:cNvGrpSpPr/>
          <p:nvPr/>
        </p:nvGrpSpPr>
        <p:grpSpPr>
          <a:xfrm>
            <a:off x="10506616" y="2984633"/>
            <a:ext cx="721220" cy="609701"/>
            <a:chOff x="9656903" y="2253333"/>
            <a:chExt cx="721220" cy="609701"/>
          </a:xfrm>
        </p:grpSpPr>
        <p:sp>
          <p:nvSpPr>
            <p:cNvPr id="415" name="Rectangle 414">
              <a:hlinkHover r:id="" action="ppaction://noaction" highlightClick="1"/>
              <a:extLst>
                <a:ext uri="{FF2B5EF4-FFF2-40B4-BE49-F238E27FC236}">
                  <a16:creationId xmlns:a16="http://schemas.microsoft.com/office/drawing/2014/main" id="{AAF0070F-56DE-8739-21E6-2BA11BB32B43}"/>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16" name="Rectangle 415">
              <a:extLst>
                <a:ext uri="{FF2B5EF4-FFF2-40B4-BE49-F238E27FC236}">
                  <a16:creationId xmlns:a16="http://schemas.microsoft.com/office/drawing/2014/main" id="{DBD45EDB-A83D-A57A-1659-8712F768B3B8}"/>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17" name="Oval 15">
              <a:extLst>
                <a:ext uri="{FF2B5EF4-FFF2-40B4-BE49-F238E27FC236}">
                  <a16:creationId xmlns:a16="http://schemas.microsoft.com/office/drawing/2014/main" id="{6A4C3B2E-B9AD-4619-3517-F37102A57EB9}"/>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18" name="Straight Connector 417">
              <a:extLst>
                <a:ext uri="{FF2B5EF4-FFF2-40B4-BE49-F238E27FC236}">
                  <a16:creationId xmlns:a16="http://schemas.microsoft.com/office/drawing/2014/main" id="{696FE650-8A20-4759-4FDB-0125BC27059B}"/>
                </a:ext>
              </a:extLst>
            </p:cNvPr>
            <p:cNvCxnSpPr>
              <a:cxnSpLocks/>
              <a:stCxn id="417"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19" name="Straight Connector 418">
              <a:extLst>
                <a:ext uri="{FF2B5EF4-FFF2-40B4-BE49-F238E27FC236}">
                  <a16:creationId xmlns:a16="http://schemas.microsoft.com/office/drawing/2014/main" id="{82727ABE-D796-FBFB-D1FE-54FAA6DCF843}"/>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26" name="Group 425">
            <a:extLst>
              <a:ext uri="{FF2B5EF4-FFF2-40B4-BE49-F238E27FC236}">
                <a16:creationId xmlns:a16="http://schemas.microsoft.com/office/drawing/2014/main" id="{308336FD-2494-756F-B525-021F4D95F578}"/>
              </a:ext>
            </a:extLst>
          </p:cNvPr>
          <p:cNvGrpSpPr/>
          <p:nvPr/>
        </p:nvGrpSpPr>
        <p:grpSpPr>
          <a:xfrm>
            <a:off x="10508723" y="1536662"/>
            <a:ext cx="721206" cy="609701"/>
            <a:chOff x="11356242" y="1532276"/>
            <a:chExt cx="721206" cy="609701"/>
          </a:xfrm>
        </p:grpSpPr>
        <p:sp>
          <p:nvSpPr>
            <p:cNvPr id="427" name="Rectangle 426">
              <a:hlinkHover r:id="" action="ppaction://noaction" highlightClick="1"/>
              <a:extLst>
                <a:ext uri="{FF2B5EF4-FFF2-40B4-BE49-F238E27FC236}">
                  <a16:creationId xmlns:a16="http://schemas.microsoft.com/office/drawing/2014/main" id="{6D9A0167-DE64-7B85-C022-FE1D7E75BA91}"/>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428" name="Oval 427">
              <a:extLst>
                <a:ext uri="{FF2B5EF4-FFF2-40B4-BE49-F238E27FC236}">
                  <a16:creationId xmlns:a16="http://schemas.microsoft.com/office/drawing/2014/main" id="{1E175D91-441D-DFE7-9D9A-507E660A3C8B}"/>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29" name="Isosceles Triangle 648">
              <a:extLst>
                <a:ext uri="{FF2B5EF4-FFF2-40B4-BE49-F238E27FC236}">
                  <a16:creationId xmlns:a16="http://schemas.microsoft.com/office/drawing/2014/main" id="{0F8FDB35-6799-F14F-F8EF-6E8D0E624B99}"/>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0" name="Group 429">
            <a:extLst>
              <a:ext uri="{FF2B5EF4-FFF2-40B4-BE49-F238E27FC236}">
                <a16:creationId xmlns:a16="http://schemas.microsoft.com/office/drawing/2014/main" id="{D37FD29C-AFC8-D9D0-92BA-28A3126146C9}"/>
              </a:ext>
            </a:extLst>
          </p:cNvPr>
          <p:cNvGrpSpPr/>
          <p:nvPr/>
        </p:nvGrpSpPr>
        <p:grpSpPr>
          <a:xfrm>
            <a:off x="11355832" y="5140982"/>
            <a:ext cx="721220" cy="609701"/>
            <a:chOff x="9656903" y="2253333"/>
            <a:chExt cx="721220" cy="609701"/>
          </a:xfrm>
        </p:grpSpPr>
        <p:sp>
          <p:nvSpPr>
            <p:cNvPr id="431" name="Rectangle 430">
              <a:hlinkHover r:id="" action="ppaction://noaction" highlightClick="1"/>
              <a:extLst>
                <a:ext uri="{FF2B5EF4-FFF2-40B4-BE49-F238E27FC236}">
                  <a16:creationId xmlns:a16="http://schemas.microsoft.com/office/drawing/2014/main" id="{3956C950-8385-981E-96C3-0D9519FEDC78}"/>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446" name="Rectangle 445">
              <a:extLst>
                <a:ext uri="{FF2B5EF4-FFF2-40B4-BE49-F238E27FC236}">
                  <a16:creationId xmlns:a16="http://schemas.microsoft.com/office/drawing/2014/main" id="{A1812EB7-8D91-7C5B-57F8-CADF1C081DAA}"/>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7" name="Oval 15">
              <a:extLst>
                <a:ext uri="{FF2B5EF4-FFF2-40B4-BE49-F238E27FC236}">
                  <a16:creationId xmlns:a16="http://schemas.microsoft.com/office/drawing/2014/main" id="{E734228E-BAB0-2FE2-CCB6-4415AF301864}"/>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8" name="Straight Connector 447">
              <a:extLst>
                <a:ext uri="{FF2B5EF4-FFF2-40B4-BE49-F238E27FC236}">
                  <a16:creationId xmlns:a16="http://schemas.microsoft.com/office/drawing/2014/main" id="{E8FEA45F-B64A-0617-0F44-3BBF0A1D5908}"/>
                </a:ext>
              </a:extLst>
            </p:cNvPr>
            <p:cNvCxnSpPr>
              <a:cxnSpLocks/>
              <a:stCxn id="447"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49" name="Straight Connector 448">
              <a:extLst>
                <a:ext uri="{FF2B5EF4-FFF2-40B4-BE49-F238E27FC236}">
                  <a16:creationId xmlns:a16="http://schemas.microsoft.com/office/drawing/2014/main" id="{9E0EA3A9-5E2F-956A-16C1-98995B61ABF7}"/>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86" name="Group 485">
            <a:extLst>
              <a:ext uri="{FF2B5EF4-FFF2-40B4-BE49-F238E27FC236}">
                <a16:creationId xmlns:a16="http://schemas.microsoft.com/office/drawing/2014/main" id="{D17D730A-8E39-8A0C-7412-548616CA538B}"/>
              </a:ext>
            </a:extLst>
          </p:cNvPr>
          <p:cNvGrpSpPr/>
          <p:nvPr/>
        </p:nvGrpSpPr>
        <p:grpSpPr>
          <a:xfrm>
            <a:off x="7113172" y="2252067"/>
            <a:ext cx="728239" cy="609701"/>
            <a:chOff x="5442073" y="811556"/>
            <a:chExt cx="728239" cy="609701"/>
          </a:xfrm>
        </p:grpSpPr>
        <p:sp>
          <p:nvSpPr>
            <p:cNvPr id="487" name="Rectangle 486">
              <a:extLst>
                <a:ext uri="{FF2B5EF4-FFF2-40B4-BE49-F238E27FC236}">
                  <a16:creationId xmlns:a16="http://schemas.microsoft.com/office/drawing/2014/main" id="{FDB534E6-184D-E93D-7AF8-58A2D1891D69}"/>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488" name="Rectangle 487">
              <a:extLst>
                <a:ext uri="{FF2B5EF4-FFF2-40B4-BE49-F238E27FC236}">
                  <a16:creationId xmlns:a16="http://schemas.microsoft.com/office/drawing/2014/main" id="{E8D705AD-D224-A0D7-7976-7E328ACB3A8A}"/>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89" name="Oval 15">
              <a:extLst>
                <a:ext uri="{FF2B5EF4-FFF2-40B4-BE49-F238E27FC236}">
                  <a16:creationId xmlns:a16="http://schemas.microsoft.com/office/drawing/2014/main" id="{DE616B5D-8A13-A9B3-7E88-769767D0AD57}"/>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94" name="Straight Connector 493">
              <a:extLst>
                <a:ext uri="{FF2B5EF4-FFF2-40B4-BE49-F238E27FC236}">
                  <a16:creationId xmlns:a16="http://schemas.microsoft.com/office/drawing/2014/main" id="{8DA8382A-5B41-965A-3F21-4D37642BDC92}"/>
                </a:ext>
              </a:extLst>
            </p:cNvPr>
            <p:cNvCxnSpPr>
              <a:cxnSpLocks/>
              <a:stCxn id="489"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95" name="Straight Connector 494">
              <a:extLst>
                <a:ext uri="{FF2B5EF4-FFF2-40B4-BE49-F238E27FC236}">
                  <a16:creationId xmlns:a16="http://schemas.microsoft.com/office/drawing/2014/main" id="{507DC353-A2E8-1020-EE49-36DB08F7A1FD}"/>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6" name="Group 495">
            <a:extLst>
              <a:ext uri="{FF2B5EF4-FFF2-40B4-BE49-F238E27FC236}">
                <a16:creationId xmlns:a16="http://schemas.microsoft.com/office/drawing/2014/main" id="{3455DDE2-C309-7E13-0B5F-4BB721B7BE8A}"/>
              </a:ext>
            </a:extLst>
          </p:cNvPr>
          <p:cNvGrpSpPr/>
          <p:nvPr/>
        </p:nvGrpSpPr>
        <p:grpSpPr>
          <a:xfrm>
            <a:off x="11353919" y="2251694"/>
            <a:ext cx="721206" cy="609701"/>
            <a:chOff x="8807250" y="2253334"/>
            <a:chExt cx="721206" cy="609701"/>
          </a:xfrm>
        </p:grpSpPr>
        <p:sp>
          <p:nvSpPr>
            <p:cNvPr id="497" name="Rectangle 496">
              <a:extLst>
                <a:ext uri="{FF2B5EF4-FFF2-40B4-BE49-F238E27FC236}">
                  <a16:creationId xmlns:a16="http://schemas.microsoft.com/office/drawing/2014/main" id="{67BAD794-A7E5-1C34-ACA9-977C91F338AF}"/>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498" name="Right Triangle 497">
              <a:extLst>
                <a:ext uri="{FF2B5EF4-FFF2-40B4-BE49-F238E27FC236}">
                  <a16:creationId xmlns:a16="http://schemas.microsoft.com/office/drawing/2014/main" id="{0CA24F7E-716F-E223-BE6C-7C868562C7A7}"/>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9" name="Oval 27">
              <a:extLst>
                <a:ext uri="{FF2B5EF4-FFF2-40B4-BE49-F238E27FC236}">
                  <a16:creationId xmlns:a16="http://schemas.microsoft.com/office/drawing/2014/main" id="{21C07AF4-EE72-679B-DD88-0A5F60F8B3B5}"/>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0" name="Oval 28">
              <a:extLst>
                <a:ext uri="{FF2B5EF4-FFF2-40B4-BE49-F238E27FC236}">
                  <a16:creationId xmlns:a16="http://schemas.microsoft.com/office/drawing/2014/main" id="{89FC3A8B-0E0C-2442-A197-8C1FDC0157D9}"/>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1" name="Group 500">
            <a:extLst>
              <a:ext uri="{FF2B5EF4-FFF2-40B4-BE49-F238E27FC236}">
                <a16:creationId xmlns:a16="http://schemas.microsoft.com/office/drawing/2014/main" id="{6676993C-A093-882C-E5C7-5004EE391D15}"/>
              </a:ext>
            </a:extLst>
          </p:cNvPr>
          <p:cNvGrpSpPr/>
          <p:nvPr/>
        </p:nvGrpSpPr>
        <p:grpSpPr>
          <a:xfrm>
            <a:off x="5451974" y="3707588"/>
            <a:ext cx="721206" cy="609701"/>
            <a:chOff x="5451974" y="3707588"/>
            <a:chExt cx="721206" cy="609701"/>
          </a:xfrm>
        </p:grpSpPr>
        <p:sp>
          <p:nvSpPr>
            <p:cNvPr id="502" name="Rectangle 501">
              <a:hlinkHover r:id="" action="ppaction://noaction" highlightClick="1"/>
              <a:extLst>
                <a:ext uri="{FF2B5EF4-FFF2-40B4-BE49-F238E27FC236}">
                  <a16:creationId xmlns:a16="http://schemas.microsoft.com/office/drawing/2014/main" id="{EF7176C1-5E91-E023-B36B-ED50917FA72B}"/>
                </a:ext>
              </a:extLst>
            </p:cNvPr>
            <p:cNvSpPr/>
            <p:nvPr/>
          </p:nvSpPr>
          <p:spPr>
            <a:xfrm>
              <a:off x="5451974" y="3707588"/>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03" name="Oval 502">
              <a:extLst>
                <a:ext uri="{FF2B5EF4-FFF2-40B4-BE49-F238E27FC236}">
                  <a16:creationId xmlns:a16="http://schemas.microsoft.com/office/drawing/2014/main" id="{DE474C48-74C2-E6B8-4D28-DA8C4BC523D4}"/>
                </a:ext>
              </a:extLst>
            </p:cNvPr>
            <p:cNvSpPr/>
            <p:nvPr/>
          </p:nvSpPr>
          <p:spPr>
            <a:xfrm>
              <a:off x="6030513" y="3715345"/>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4" name="Isosceles Triangle 648">
              <a:extLst>
                <a:ext uri="{FF2B5EF4-FFF2-40B4-BE49-F238E27FC236}">
                  <a16:creationId xmlns:a16="http://schemas.microsoft.com/office/drawing/2014/main" id="{E9714726-BCC7-F5B8-6950-EEE4F6F9B903}"/>
                </a:ext>
              </a:extLst>
            </p:cNvPr>
            <p:cNvSpPr/>
            <p:nvPr/>
          </p:nvSpPr>
          <p:spPr>
            <a:xfrm>
              <a:off x="6060637"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05" name="Group 504">
            <a:extLst>
              <a:ext uri="{FF2B5EF4-FFF2-40B4-BE49-F238E27FC236}">
                <a16:creationId xmlns:a16="http://schemas.microsoft.com/office/drawing/2014/main" id="{8756F02D-4F4C-B742-A028-14E928B82D54}"/>
              </a:ext>
            </a:extLst>
          </p:cNvPr>
          <p:cNvGrpSpPr/>
          <p:nvPr/>
        </p:nvGrpSpPr>
        <p:grpSpPr>
          <a:xfrm>
            <a:off x="7905566" y="751337"/>
            <a:ext cx="3396155" cy="4999377"/>
            <a:chOff x="7905566" y="751337"/>
            <a:chExt cx="3396155" cy="4999377"/>
          </a:xfrm>
        </p:grpSpPr>
        <p:cxnSp>
          <p:nvCxnSpPr>
            <p:cNvPr id="506" name="Straight Connector 505">
              <a:extLst>
                <a:ext uri="{FF2B5EF4-FFF2-40B4-BE49-F238E27FC236}">
                  <a16:creationId xmlns:a16="http://schemas.microsoft.com/office/drawing/2014/main" id="{135974FB-9E7E-4EC8-C61C-3F6DF923736C}"/>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7" name="Straight Connector 506">
              <a:extLst>
                <a:ext uri="{FF2B5EF4-FFF2-40B4-BE49-F238E27FC236}">
                  <a16:creationId xmlns:a16="http://schemas.microsoft.com/office/drawing/2014/main" id="{4F6C0CC0-2419-EB98-AD7A-8329C55A44B0}"/>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8" name="Straight Connector 507">
              <a:extLst>
                <a:ext uri="{FF2B5EF4-FFF2-40B4-BE49-F238E27FC236}">
                  <a16:creationId xmlns:a16="http://schemas.microsoft.com/office/drawing/2014/main" id="{10836AC8-3611-39F8-53E0-912792A6B532}"/>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9" name="Straight Connector 508">
              <a:extLst>
                <a:ext uri="{FF2B5EF4-FFF2-40B4-BE49-F238E27FC236}">
                  <a16:creationId xmlns:a16="http://schemas.microsoft.com/office/drawing/2014/main" id="{4B1DAD16-5963-83F2-76F2-AE080B704334}"/>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10" name="Straight Connector 509">
              <a:extLst>
                <a:ext uri="{FF2B5EF4-FFF2-40B4-BE49-F238E27FC236}">
                  <a16:creationId xmlns:a16="http://schemas.microsoft.com/office/drawing/2014/main" id="{04F11E71-7F0C-2BAD-AC1A-756CE2B25ED7}"/>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11" name="Straight Connector 510">
              <a:extLst>
                <a:ext uri="{FF2B5EF4-FFF2-40B4-BE49-F238E27FC236}">
                  <a16:creationId xmlns:a16="http://schemas.microsoft.com/office/drawing/2014/main" id="{D9EB9B01-8241-74DE-4C78-FAF92D9BF56D}"/>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12" name="Straight Connector 511">
              <a:extLst>
                <a:ext uri="{FF2B5EF4-FFF2-40B4-BE49-F238E27FC236}">
                  <a16:creationId xmlns:a16="http://schemas.microsoft.com/office/drawing/2014/main" id="{6C275E0E-8D15-270C-80FE-E0142A20E55B}"/>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513" name="Straight Connector 512">
            <a:extLst>
              <a:ext uri="{FF2B5EF4-FFF2-40B4-BE49-F238E27FC236}">
                <a16:creationId xmlns:a16="http://schemas.microsoft.com/office/drawing/2014/main" id="{FFBF7D0D-6DD7-71C0-8689-0952DD1CB117}"/>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2" name="Picture 1">
            <a:hlinkClick r:id="rId12" action="ppaction://hlinksldjump"/>
            <a:extLst>
              <a:ext uri="{FF2B5EF4-FFF2-40B4-BE49-F238E27FC236}">
                <a16:creationId xmlns:a16="http://schemas.microsoft.com/office/drawing/2014/main" id="{E784910A-53F0-4CE7-B514-1565A0C72B60}"/>
              </a:ext>
            </a:extLst>
          </p:cNvPr>
          <p:cNvPicPr>
            <a:picLocks noChangeAspect="1"/>
          </p:cNvPicPr>
          <p:nvPr/>
        </p:nvPicPr>
        <p:blipFill>
          <a:blip r:embed="rId13"/>
          <a:stretch>
            <a:fillRect/>
          </a:stretch>
        </p:blipFill>
        <p:spPr>
          <a:xfrm>
            <a:off x="0" y="0"/>
            <a:ext cx="211626" cy="6858000"/>
          </a:xfrm>
          <a:prstGeom prst="rect">
            <a:avLst/>
          </a:prstGeom>
        </p:spPr>
      </p:pic>
      <p:grpSp>
        <p:nvGrpSpPr>
          <p:cNvPr id="3" name="Group 2">
            <a:extLst>
              <a:ext uri="{FF2B5EF4-FFF2-40B4-BE49-F238E27FC236}">
                <a16:creationId xmlns:a16="http://schemas.microsoft.com/office/drawing/2014/main" id="{664DD6A8-BFDE-7F9D-31AE-E938DB6264E7}"/>
              </a:ext>
            </a:extLst>
          </p:cNvPr>
          <p:cNvGrpSpPr/>
          <p:nvPr/>
        </p:nvGrpSpPr>
        <p:grpSpPr>
          <a:xfrm>
            <a:off x="9652491" y="2986436"/>
            <a:ext cx="721206" cy="609701"/>
            <a:chOff x="9657972" y="90836"/>
            <a:chExt cx="721206" cy="609701"/>
          </a:xfrm>
        </p:grpSpPr>
        <p:sp>
          <p:nvSpPr>
            <p:cNvPr id="4" name="Rectangle 3">
              <a:hlinkHover r:id="" action="ppaction://noaction" highlightClick="1"/>
              <a:extLst>
                <a:ext uri="{FF2B5EF4-FFF2-40B4-BE49-F238E27FC236}">
                  <a16:creationId xmlns:a16="http://schemas.microsoft.com/office/drawing/2014/main" id="{70D6D115-27A0-EC90-8F73-35E9CEDE5EF9}"/>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5" name="Diamond 4">
              <a:extLst>
                <a:ext uri="{FF2B5EF4-FFF2-40B4-BE49-F238E27FC236}">
                  <a16:creationId xmlns:a16="http://schemas.microsoft.com/office/drawing/2014/main" id="{DA629328-D5E6-795A-0216-1649BFD6FCA9}"/>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4D0B32D3-5600-632B-4F3C-CA0C521B65CA}"/>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19469273"/>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298168" y="97183"/>
            <a:ext cx="5803559"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Pillar of Network</a:t>
            </a:r>
          </a:p>
        </p:txBody>
      </p:sp>
      <p:sp>
        <p:nvSpPr>
          <p:cNvPr id="9" name="Rectangle 8">
            <a:hlinkClick r:id="rId3" action="ppaction://hlinksldjump"/>
            <a:hlinkHover r:id="rId3" action="ppaction://hlinksldjump"/>
            <a:extLst>
              <a:ext uri="{FF2B5EF4-FFF2-40B4-BE49-F238E27FC236}">
                <a16:creationId xmlns:a16="http://schemas.microsoft.com/office/drawing/2014/main" id="{65E8BADD-F455-4EBC-A536-C9C804B8BE65}"/>
              </a:ext>
            </a:extLst>
          </p:cNvPr>
          <p:cNvSpPr/>
          <p:nvPr/>
        </p:nvSpPr>
        <p:spPr>
          <a:xfrm>
            <a:off x="8803146" y="5851983"/>
            <a:ext cx="1614057"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a:t>
            </a:r>
          </a:p>
        </p:txBody>
      </p:sp>
      <p:sp>
        <p:nvSpPr>
          <p:cNvPr id="29" name="Rectangle 28">
            <a:hlinkClick r:id="rId4" action="ppaction://hlinksldjump"/>
            <a:hlinkHover r:id="rId4" action="ppaction://hlinksldjump"/>
            <a:extLst>
              <a:ext uri="{FF2B5EF4-FFF2-40B4-BE49-F238E27FC236}">
                <a16:creationId xmlns:a16="http://schemas.microsoft.com/office/drawing/2014/main" id="{4C2403FF-F0AB-4994-B8D8-FF09816F6157}"/>
              </a:ext>
            </a:extLst>
          </p:cNvPr>
          <p:cNvSpPr/>
          <p:nvPr/>
        </p:nvSpPr>
        <p:spPr>
          <a:xfrm>
            <a:off x="3696468"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a:t>
            </a:r>
          </a:p>
        </p:txBody>
      </p:sp>
      <p:sp>
        <p:nvSpPr>
          <p:cNvPr id="30" name="Rectangle 29">
            <a:hlinkClick r:id="rId5" action="ppaction://hlinksldjump"/>
            <a:hlinkHover r:id="rId5" action="ppaction://hlinksldjump"/>
            <a:extLst>
              <a:ext uri="{FF2B5EF4-FFF2-40B4-BE49-F238E27FC236}">
                <a16:creationId xmlns:a16="http://schemas.microsoft.com/office/drawing/2014/main" id="{7BB857AE-7896-45EF-9369-FFC9C6E4FD1C}"/>
              </a:ext>
            </a:extLst>
          </p:cNvPr>
          <p:cNvSpPr/>
          <p:nvPr/>
        </p:nvSpPr>
        <p:spPr>
          <a:xfrm>
            <a:off x="1994242"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Devices</a:t>
            </a:r>
          </a:p>
        </p:txBody>
      </p:sp>
      <p:sp>
        <p:nvSpPr>
          <p:cNvPr id="31" name="Rectangle 30">
            <a:hlinkClick r:id="rId6" action="ppaction://hlinksldjump"/>
            <a:hlinkHover r:id="rId6" action="ppaction://hlinksldjump"/>
            <a:extLst>
              <a:ext uri="{FF2B5EF4-FFF2-40B4-BE49-F238E27FC236}">
                <a16:creationId xmlns:a16="http://schemas.microsoft.com/office/drawing/2014/main" id="{9F42C8F8-C662-4C87-88AC-815AA1376D93}"/>
              </a:ext>
            </a:extLst>
          </p:cNvPr>
          <p:cNvSpPr/>
          <p:nvPr/>
        </p:nvSpPr>
        <p:spPr>
          <a:xfrm>
            <a:off x="292016"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a:t>
            </a:r>
          </a:p>
        </p:txBody>
      </p:sp>
      <p:sp>
        <p:nvSpPr>
          <p:cNvPr id="34" name="Rectangle 33">
            <a:hlinkClick r:id="rId7" action="ppaction://hlinksldjump"/>
            <a:hlinkHover r:id="rId7" action="ppaction://hlinksldjump"/>
            <a:extLst>
              <a:ext uri="{FF2B5EF4-FFF2-40B4-BE49-F238E27FC236}">
                <a16:creationId xmlns:a16="http://schemas.microsoft.com/office/drawing/2014/main" id="{1E44F4F2-BDE5-496A-8ED3-A53A6753F226}"/>
              </a:ext>
            </a:extLst>
          </p:cNvPr>
          <p:cNvSpPr/>
          <p:nvPr/>
        </p:nvSpPr>
        <p:spPr>
          <a:xfrm>
            <a:off x="7100920" y="5851984"/>
            <a:ext cx="1614057" cy="86838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Infrastructure</a:t>
            </a:r>
          </a:p>
        </p:txBody>
      </p:sp>
      <p:sp>
        <p:nvSpPr>
          <p:cNvPr id="37" name="Rectangle 36">
            <a:hlinkClick r:id="rId8" action="ppaction://hlinksldjump"/>
            <a:hlinkHover r:id="rId8" action="ppaction://hlinksldjump"/>
            <a:extLst>
              <a:ext uri="{FF2B5EF4-FFF2-40B4-BE49-F238E27FC236}">
                <a16:creationId xmlns:a16="http://schemas.microsoft.com/office/drawing/2014/main" id="{2915D7BC-E6C4-4110-9092-452931E03513}"/>
              </a:ext>
            </a:extLst>
          </p:cNvPr>
          <p:cNvSpPr/>
          <p:nvPr/>
        </p:nvSpPr>
        <p:spPr>
          <a:xfrm>
            <a:off x="5398694"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Apps</a:t>
            </a:r>
          </a:p>
        </p:txBody>
      </p:sp>
      <p:sp>
        <p:nvSpPr>
          <p:cNvPr id="38" name="Rectangle 37">
            <a:hlinkClick r:id="rId9" action="ppaction://hlinksldjump"/>
            <a:hlinkHover r:id="rId9" action="ppaction://hlinksldjump"/>
            <a:extLst>
              <a:ext uri="{FF2B5EF4-FFF2-40B4-BE49-F238E27FC236}">
                <a16:creationId xmlns:a16="http://schemas.microsoft.com/office/drawing/2014/main" id="{C321FCD5-EC19-42A0-87A7-2BF462613224}"/>
              </a:ext>
            </a:extLst>
          </p:cNvPr>
          <p:cNvSpPr/>
          <p:nvPr/>
        </p:nvSpPr>
        <p:spPr>
          <a:xfrm>
            <a:off x="10505371"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Visibility, Automation and Orchestration</a:t>
            </a:r>
          </a:p>
        </p:txBody>
      </p:sp>
      <p:grpSp>
        <p:nvGrpSpPr>
          <p:cNvPr id="17" name="Group 16">
            <a:extLst>
              <a:ext uri="{FF2B5EF4-FFF2-40B4-BE49-F238E27FC236}">
                <a16:creationId xmlns:a16="http://schemas.microsoft.com/office/drawing/2014/main" id="{73B8ABA4-C1E5-9067-1EE9-B1FA6CEDEC73}"/>
              </a:ext>
            </a:extLst>
          </p:cNvPr>
          <p:cNvGrpSpPr/>
          <p:nvPr/>
        </p:nvGrpSpPr>
        <p:grpSpPr>
          <a:xfrm>
            <a:off x="3779655" y="811556"/>
            <a:ext cx="721206" cy="609701"/>
            <a:chOff x="3779655" y="811556"/>
            <a:chExt cx="721206" cy="609701"/>
          </a:xfrm>
        </p:grpSpPr>
        <p:sp>
          <p:nvSpPr>
            <p:cNvPr id="19" name="Rectangle 18">
              <a:extLst>
                <a:ext uri="{FF2B5EF4-FFF2-40B4-BE49-F238E27FC236}">
                  <a16:creationId xmlns:a16="http://schemas.microsoft.com/office/drawing/2014/main" id="{5ED9EBB2-7712-C6C6-7CC6-4F16BFC72C19}"/>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0" name="Rectangle 19">
              <a:extLst>
                <a:ext uri="{FF2B5EF4-FFF2-40B4-BE49-F238E27FC236}">
                  <a16:creationId xmlns:a16="http://schemas.microsoft.com/office/drawing/2014/main" id="{C1185F37-1C7A-DD1A-20E4-E5382F479F5D}"/>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 name="Oval 15">
              <a:extLst>
                <a:ext uri="{FF2B5EF4-FFF2-40B4-BE49-F238E27FC236}">
                  <a16:creationId xmlns:a16="http://schemas.microsoft.com/office/drawing/2014/main" id="{6D666A98-AA92-E737-BEDC-14822F89978F}"/>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2" name="Straight Connector 21">
              <a:extLst>
                <a:ext uri="{FF2B5EF4-FFF2-40B4-BE49-F238E27FC236}">
                  <a16:creationId xmlns:a16="http://schemas.microsoft.com/office/drawing/2014/main" id="{ABDB6EE0-2CD2-6653-BD80-90D0601D6D40}"/>
                </a:ext>
              </a:extLst>
            </p:cNvPr>
            <p:cNvCxnSpPr>
              <a:cxnSpLocks/>
              <a:stCxn id="21"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3" name="Straight Connector 22">
              <a:extLst>
                <a:ext uri="{FF2B5EF4-FFF2-40B4-BE49-F238E27FC236}">
                  <a16:creationId xmlns:a16="http://schemas.microsoft.com/office/drawing/2014/main" id="{494E6294-50ED-83BB-C6D2-A3A2AD638773}"/>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85E2AAEE-1954-E2B0-C249-82BB12339B55}"/>
              </a:ext>
            </a:extLst>
          </p:cNvPr>
          <p:cNvGrpSpPr/>
          <p:nvPr/>
        </p:nvGrpSpPr>
        <p:grpSpPr>
          <a:xfrm>
            <a:off x="7959195" y="3698231"/>
            <a:ext cx="721206" cy="609701"/>
            <a:chOff x="7959195" y="3698231"/>
            <a:chExt cx="721206" cy="609701"/>
          </a:xfrm>
        </p:grpSpPr>
        <p:sp>
          <p:nvSpPr>
            <p:cNvPr id="25" name="Rectangle 24">
              <a:hlinkHover r:id="" action="ppaction://noaction" highlightClick="1"/>
              <a:extLst>
                <a:ext uri="{FF2B5EF4-FFF2-40B4-BE49-F238E27FC236}">
                  <a16:creationId xmlns:a16="http://schemas.microsoft.com/office/drawing/2014/main" id="{2B89F050-2D73-3C97-9AA8-45D635D33AB1}"/>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26" name="Oval 25">
              <a:extLst>
                <a:ext uri="{FF2B5EF4-FFF2-40B4-BE49-F238E27FC236}">
                  <a16:creationId xmlns:a16="http://schemas.microsoft.com/office/drawing/2014/main" id="{92EE3661-DAEF-6CD1-CA28-0A076C1661F8}"/>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8" name="Isosceles Triangle 648">
              <a:extLst>
                <a:ext uri="{FF2B5EF4-FFF2-40B4-BE49-F238E27FC236}">
                  <a16:creationId xmlns:a16="http://schemas.microsoft.com/office/drawing/2014/main" id="{6A4AA690-0628-BBE4-F6C8-89FC75CA55F0}"/>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 name="Group 46">
            <a:extLst>
              <a:ext uri="{FF2B5EF4-FFF2-40B4-BE49-F238E27FC236}">
                <a16:creationId xmlns:a16="http://schemas.microsoft.com/office/drawing/2014/main" id="{8171261E-3971-1EBD-6CCD-48C15E09DBC4}"/>
              </a:ext>
            </a:extLst>
          </p:cNvPr>
          <p:cNvGrpSpPr/>
          <p:nvPr/>
        </p:nvGrpSpPr>
        <p:grpSpPr>
          <a:xfrm>
            <a:off x="5448056" y="1532276"/>
            <a:ext cx="721206" cy="609701"/>
            <a:chOff x="5448056" y="1532276"/>
            <a:chExt cx="721206" cy="609701"/>
          </a:xfrm>
        </p:grpSpPr>
        <p:sp>
          <p:nvSpPr>
            <p:cNvPr id="48" name="Rectangle 47">
              <a:extLst>
                <a:ext uri="{FF2B5EF4-FFF2-40B4-BE49-F238E27FC236}">
                  <a16:creationId xmlns:a16="http://schemas.microsoft.com/office/drawing/2014/main" id="{8ED88286-6595-782A-16A8-20490884CD7C}"/>
                </a:ext>
              </a:extLst>
            </p:cNvPr>
            <p:cNvSpPr/>
            <p:nvPr/>
          </p:nvSpPr>
          <p:spPr>
            <a:xfrm>
              <a:off x="5448056"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(Premium)</a:t>
              </a:r>
            </a:p>
          </p:txBody>
        </p:sp>
        <p:sp>
          <p:nvSpPr>
            <p:cNvPr id="49" name="Rectangle 48">
              <a:extLst>
                <a:ext uri="{FF2B5EF4-FFF2-40B4-BE49-F238E27FC236}">
                  <a16:creationId xmlns:a16="http://schemas.microsoft.com/office/drawing/2014/main" id="{632EC9D4-2045-1A44-5E79-7F21C1B610F4}"/>
                </a:ext>
              </a:extLst>
            </p:cNvPr>
            <p:cNvSpPr/>
            <p:nvPr/>
          </p:nvSpPr>
          <p:spPr>
            <a:xfrm flipV="1">
              <a:off x="6059636"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 name="Oval 15">
              <a:extLst>
                <a:ext uri="{FF2B5EF4-FFF2-40B4-BE49-F238E27FC236}">
                  <a16:creationId xmlns:a16="http://schemas.microsoft.com/office/drawing/2014/main" id="{9C18FB80-11A7-786E-8A59-3DF2E659DBEC}"/>
                </a:ext>
              </a:extLst>
            </p:cNvPr>
            <p:cNvSpPr/>
            <p:nvPr/>
          </p:nvSpPr>
          <p:spPr>
            <a:xfrm>
              <a:off x="6087010"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1" name="Straight Connector 50">
              <a:extLst>
                <a:ext uri="{FF2B5EF4-FFF2-40B4-BE49-F238E27FC236}">
                  <a16:creationId xmlns:a16="http://schemas.microsoft.com/office/drawing/2014/main" id="{16DE0C39-2892-7999-8FF0-DE4AA9648B86}"/>
                </a:ext>
              </a:extLst>
            </p:cNvPr>
            <p:cNvCxnSpPr>
              <a:cxnSpLocks/>
              <a:stCxn id="50" idx="0"/>
            </p:cNvCxnSpPr>
            <p:nvPr/>
          </p:nvCxnSpPr>
          <p:spPr>
            <a:xfrm flipV="1">
              <a:off x="6092809"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2" name="Straight Connector 51">
              <a:extLst>
                <a:ext uri="{FF2B5EF4-FFF2-40B4-BE49-F238E27FC236}">
                  <a16:creationId xmlns:a16="http://schemas.microsoft.com/office/drawing/2014/main" id="{C56D98C2-B3D8-885B-4274-4F348E4DE03E}"/>
                </a:ext>
              </a:extLst>
            </p:cNvPr>
            <p:cNvCxnSpPr>
              <a:cxnSpLocks/>
            </p:cNvCxnSpPr>
            <p:nvPr/>
          </p:nvCxnSpPr>
          <p:spPr>
            <a:xfrm>
              <a:off x="6098530"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E133D07B-6619-E879-D4F7-82BA2DB2BCCE}"/>
              </a:ext>
            </a:extLst>
          </p:cNvPr>
          <p:cNvGrpSpPr/>
          <p:nvPr/>
        </p:nvGrpSpPr>
        <p:grpSpPr>
          <a:xfrm>
            <a:off x="6284565" y="1532276"/>
            <a:ext cx="721206" cy="609701"/>
            <a:chOff x="6284565" y="1532276"/>
            <a:chExt cx="721206" cy="609701"/>
          </a:xfrm>
        </p:grpSpPr>
        <p:sp>
          <p:nvSpPr>
            <p:cNvPr id="54" name="Rectangle 53">
              <a:extLst>
                <a:ext uri="{FF2B5EF4-FFF2-40B4-BE49-F238E27FC236}">
                  <a16:creationId xmlns:a16="http://schemas.microsoft.com/office/drawing/2014/main" id="{2B3BCD8E-0D03-EC2F-289D-B23B0EC3FEDF}"/>
                </a:ext>
              </a:extLst>
            </p:cNvPr>
            <p:cNvSpPr/>
            <p:nvPr/>
          </p:nvSpPr>
          <p:spPr>
            <a:xfrm>
              <a:off x="6284565"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(Premium)</a:t>
              </a:r>
            </a:p>
          </p:txBody>
        </p:sp>
        <p:sp>
          <p:nvSpPr>
            <p:cNvPr id="55" name="Rectangle 54">
              <a:extLst>
                <a:ext uri="{FF2B5EF4-FFF2-40B4-BE49-F238E27FC236}">
                  <a16:creationId xmlns:a16="http://schemas.microsoft.com/office/drawing/2014/main" id="{6E6740C5-371F-6188-A478-8A0ABA5E3731}"/>
                </a:ext>
              </a:extLst>
            </p:cNvPr>
            <p:cNvSpPr/>
            <p:nvPr/>
          </p:nvSpPr>
          <p:spPr>
            <a:xfrm flipV="1">
              <a:off x="6902315"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 name="Oval 15">
              <a:extLst>
                <a:ext uri="{FF2B5EF4-FFF2-40B4-BE49-F238E27FC236}">
                  <a16:creationId xmlns:a16="http://schemas.microsoft.com/office/drawing/2014/main" id="{562331E8-01F3-D9B9-E40D-CE069BB98912}"/>
                </a:ext>
              </a:extLst>
            </p:cNvPr>
            <p:cNvSpPr/>
            <p:nvPr/>
          </p:nvSpPr>
          <p:spPr>
            <a:xfrm>
              <a:off x="6929805"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 name="Straight Connector 56">
              <a:extLst>
                <a:ext uri="{FF2B5EF4-FFF2-40B4-BE49-F238E27FC236}">
                  <a16:creationId xmlns:a16="http://schemas.microsoft.com/office/drawing/2014/main" id="{BDB6EE14-ACE9-0AF2-602A-8476EB6847BC}"/>
                </a:ext>
              </a:extLst>
            </p:cNvPr>
            <p:cNvCxnSpPr>
              <a:cxnSpLocks/>
              <a:stCxn id="56" idx="0"/>
            </p:cNvCxnSpPr>
            <p:nvPr/>
          </p:nvCxnSpPr>
          <p:spPr>
            <a:xfrm flipV="1">
              <a:off x="6935573"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9" name="Straight Connector 58">
              <a:extLst>
                <a:ext uri="{FF2B5EF4-FFF2-40B4-BE49-F238E27FC236}">
                  <a16:creationId xmlns:a16="http://schemas.microsoft.com/office/drawing/2014/main" id="{580D0CFF-8278-25AB-727A-8CD9DE291F97}"/>
                </a:ext>
              </a:extLst>
            </p:cNvPr>
            <p:cNvCxnSpPr>
              <a:cxnSpLocks/>
            </p:cNvCxnSpPr>
            <p:nvPr/>
          </p:nvCxnSpPr>
          <p:spPr>
            <a:xfrm>
              <a:off x="6941140"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 name="Group 60">
            <a:extLst>
              <a:ext uri="{FF2B5EF4-FFF2-40B4-BE49-F238E27FC236}">
                <a16:creationId xmlns:a16="http://schemas.microsoft.com/office/drawing/2014/main" id="{5069249D-F096-05E7-4BF9-869CA5009457}"/>
              </a:ext>
            </a:extLst>
          </p:cNvPr>
          <p:cNvGrpSpPr/>
          <p:nvPr/>
        </p:nvGrpSpPr>
        <p:grpSpPr>
          <a:xfrm>
            <a:off x="7121069" y="1532276"/>
            <a:ext cx="721206" cy="609701"/>
            <a:chOff x="7121069" y="1532276"/>
            <a:chExt cx="721206" cy="609701"/>
          </a:xfrm>
        </p:grpSpPr>
        <p:sp>
          <p:nvSpPr>
            <p:cNvPr id="62" name="Rectangle 61">
              <a:extLst>
                <a:ext uri="{FF2B5EF4-FFF2-40B4-BE49-F238E27FC236}">
                  <a16:creationId xmlns:a16="http://schemas.microsoft.com/office/drawing/2014/main" id="{BF8B0E0A-7E3E-ADDA-D8EF-EE9FA1D869CE}"/>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63" name="Rectangle 62">
              <a:extLst>
                <a:ext uri="{FF2B5EF4-FFF2-40B4-BE49-F238E27FC236}">
                  <a16:creationId xmlns:a16="http://schemas.microsoft.com/office/drawing/2014/main" id="{866659A4-6346-1DDA-D335-9A00EFCF4361}"/>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 name="Oval 15">
              <a:extLst>
                <a:ext uri="{FF2B5EF4-FFF2-40B4-BE49-F238E27FC236}">
                  <a16:creationId xmlns:a16="http://schemas.microsoft.com/office/drawing/2014/main" id="{E14E43B5-C4DD-E2F9-C325-5C0A7A26983F}"/>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5" name="Straight Connector 64">
              <a:extLst>
                <a:ext uri="{FF2B5EF4-FFF2-40B4-BE49-F238E27FC236}">
                  <a16:creationId xmlns:a16="http://schemas.microsoft.com/office/drawing/2014/main" id="{7320B4BB-1642-B5E6-57B4-0B20C7173D14}"/>
                </a:ext>
              </a:extLst>
            </p:cNvPr>
            <p:cNvCxnSpPr>
              <a:cxnSpLocks/>
              <a:stCxn id="64"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6" name="Straight Connector 65">
              <a:extLst>
                <a:ext uri="{FF2B5EF4-FFF2-40B4-BE49-F238E27FC236}">
                  <a16:creationId xmlns:a16="http://schemas.microsoft.com/office/drawing/2014/main" id="{4499C193-B233-628C-1AD5-9167B82E102B}"/>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3BA6B174-7D50-0593-D57B-E9A8EC7B99D6}"/>
              </a:ext>
            </a:extLst>
          </p:cNvPr>
          <p:cNvGrpSpPr/>
          <p:nvPr/>
        </p:nvGrpSpPr>
        <p:grpSpPr>
          <a:xfrm>
            <a:off x="3775045" y="1532276"/>
            <a:ext cx="721206" cy="609701"/>
            <a:chOff x="3775045" y="1532276"/>
            <a:chExt cx="721206" cy="609701"/>
          </a:xfrm>
        </p:grpSpPr>
        <p:sp>
          <p:nvSpPr>
            <p:cNvPr id="70" name="Rectangle 69">
              <a:extLst>
                <a:ext uri="{FF2B5EF4-FFF2-40B4-BE49-F238E27FC236}">
                  <a16:creationId xmlns:a16="http://schemas.microsoft.com/office/drawing/2014/main" id="{B42B66FC-F1F7-64EF-8AE4-62D445DE911B}"/>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71" name="Right Triangle 70">
              <a:extLst>
                <a:ext uri="{FF2B5EF4-FFF2-40B4-BE49-F238E27FC236}">
                  <a16:creationId xmlns:a16="http://schemas.microsoft.com/office/drawing/2014/main" id="{FE66DF84-69C5-E646-E8C8-A95966103A6C}"/>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 name="Group 71">
              <a:extLst>
                <a:ext uri="{FF2B5EF4-FFF2-40B4-BE49-F238E27FC236}">
                  <a16:creationId xmlns:a16="http://schemas.microsoft.com/office/drawing/2014/main" id="{20F130DE-B3D0-053F-A3A1-80B3EB5818A9}"/>
                </a:ext>
              </a:extLst>
            </p:cNvPr>
            <p:cNvGrpSpPr/>
            <p:nvPr/>
          </p:nvGrpSpPr>
          <p:grpSpPr>
            <a:xfrm>
              <a:off x="4440495" y="1542936"/>
              <a:ext cx="37817" cy="61390"/>
              <a:chOff x="3883481" y="2057400"/>
              <a:chExt cx="1608363" cy="2652031"/>
            </a:xfrm>
            <a:solidFill>
              <a:srgbClr val="A6A6A6">
                <a:alpha val="20000"/>
              </a:srgbClr>
            </a:solidFill>
          </p:grpSpPr>
          <p:sp>
            <p:nvSpPr>
              <p:cNvPr id="73" name="Oval 27">
                <a:extLst>
                  <a:ext uri="{FF2B5EF4-FFF2-40B4-BE49-F238E27FC236}">
                    <a16:creationId xmlns:a16="http://schemas.microsoft.com/office/drawing/2014/main" id="{6AB489D7-76D2-5C02-DB30-A3C8BD49EBA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 name="Oval 28">
                <a:extLst>
                  <a:ext uri="{FF2B5EF4-FFF2-40B4-BE49-F238E27FC236}">
                    <a16:creationId xmlns:a16="http://schemas.microsoft.com/office/drawing/2014/main" id="{7C071409-A810-FDC6-F526-51F3CE2FDCD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 name="Group 75">
            <a:extLst>
              <a:ext uri="{FF2B5EF4-FFF2-40B4-BE49-F238E27FC236}">
                <a16:creationId xmlns:a16="http://schemas.microsoft.com/office/drawing/2014/main" id="{988BE05F-1CA9-5231-5E27-AA28385BF0B8}"/>
              </a:ext>
            </a:extLst>
          </p:cNvPr>
          <p:cNvGrpSpPr/>
          <p:nvPr/>
        </p:nvGrpSpPr>
        <p:grpSpPr>
          <a:xfrm>
            <a:off x="4611552" y="1532276"/>
            <a:ext cx="721206" cy="609701"/>
            <a:chOff x="4611552" y="1532276"/>
            <a:chExt cx="721206" cy="609701"/>
          </a:xfrm>
        </p:grpSpPr>
        <p:sp>
          <p:nvSpPr>
            <p:cNvPr id="77" name="Rectangle 76">
              <a:extLst>
                <a:ext uri="{FF2B5EF4-FFF2-40B4-BE49-F238E27FC236}">
                  <a16:creationId xmlns:a16="http://schemas.microsoft.com/office/drawing/2014/main" id="{B43B5D23-4149-A386-7CCE-54ED243557C4}"/>
                </a:ext>
              </a:extLst>
            </p:cNvPr>
            <p:cNvSpPr/>
            <p:nvPr/>
          </p:nvSpPr>
          <p:spPr>
            <a:xfrm>
              <a:off x="4611552"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Audit (Standard)</a:t>
              </a:r>
            </a:p>
          </p:txBody>
        </p:sp>
        <p:sp>
          <p:nvSpPr>
            <p:cNvPr id="105" name="Right Triangle 104">
              <a:extLst>
                <a:ext uri="{FF2B5EF4-FFF2-40B4-BE49-F238E27FC236}">
                  <a16:creationId xmlns:a16="http://schemas.microsoft.com/office/drawing/2014/main" id="{8F7116E3-CC9D-3733-7B8B-6C59270A6E2C}"/>
                </a:ext>
              </a:extLst>
            </p:cNvPr>
            <p:cNvSpPr/>
            <p:nvPr/>
          </p:nvSpPr>
          <p:spPr>
            <a:xfrm rot="10800000">
              <a:off x="5209690"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06" name="Group 105">
              <a:extLst>
                <a:ext uri="{FF2B5EF4-FFF2-40B4-BE49-F238E27FC236}">
                  <a16:creationId xmlns:a16="http://schemas.microsoft.com/office/drawing/2014/main" id="{71E25D7C-8B32-6752-5C75-A02C6060DA18}"/>
                </a:ext>
              </a:extLst>
            </p:cNvPr>
            <p:cNvGrpSpPr/>
            <p:nvPr/>
          </p:nvGrpSpPr>
          <p:grpSpPr>
            <a:xfrm>
              <a:off x="5276135" y="1542936"/>
              <a:ext cx="37817" cy="61390"/>
              <a:chOff x="3883481" y="2057400"/>
              <a:chExt cx="1608363" cy="2652031"/>
            </a:xfrm>
            <a:solidFill>
              <a:srgbClr val="A6A6A6">
                <a:alpha val="20000"/>
              </a:srgbClr>
            </a:solidFill>
          </p:grpSpPr>
          <p:sp>
            <p:nvSpPr>
              <p:cNvPr id="107" name="Oval 27">
                <a:extLst>
                  <a:ext uri="{FF2B5EF4-FFF2-40B4-BE49-F238E27FC236}">
                    <a16:creationId xmlns:a16="http://schemas.microsoft.com/office/drawing/2014/main" id="{F1369EEB-5E45-AEFF-E490-CCA9D234E18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8" name="Oval 28">
                <a:extLst>
                  <a:ext uri="{FF2B5EF4-FFF2-40B4-BE49-F238E27FC236}">
                    <a16:creationId xmlns:a16="http://schemas.microsoft.com/office/drawing/2014/main" id="{56190030-B6DA-06B5-A2D9-76D6308F0B0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09" name="Group 108">
            <a:extLst>
              <a:ext uri="{FF2B5EF4-FFF2-40B4-BE49-F238E27FC236}">
                <a16:creationId xmlns:a16="http://schemas.microsoft.com/office/drawing/2014/main" id="{B38C3A24-700D-07F6-F2B6-D802A460B31E}"/>
              </a:ext>
            </a:extLst>
          </p:cNvPr>
          <p:cNvGrpSpPr/>
          <p:nvPr/>
        </p:nvGrpSpPr>
        <p:grpSpPr>
          <a:xfrm>
            <a:off x="2938537" y="1532271"/>
            <a:ext cx="721206" cy="610042"/>
            <a:chOff x="2938537" y="1532271"/>
            <a:chExt cx="721206" cy="610042"/>
          </a:xfrm>
        </p:grpSpPr>
        <p:sp>
          <p:nvSpPr>
            <p:cNvPr id="110" name="Rectangle 109">
              <a:extLst>
                <a:ext uri="{FF2B5EF4-FFF2-40B4-BE49-F238E27FC236}">
                  <a16:creationId xmlns:a16="http://schemas.microsoft.com/office/drawing/2014/main" id="{7EE71E1E-DB92-899E-64FA-546E7E71F8EF}"/>
                </a:ext>
              </a:extLst>
            </p:cNvPr>
            <p:cNvSpPr/>
            <p:nvPr/>
          </p:nvSpPr>
          <p:spPr>
            <a:xfrm>
              <a:off x="2938537" y="1532611"/>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eDiscovery (Standard)</a:t>
              </a:r>
            </a:p>
          </p:txBody>
        </p:sp>
        <p:sp>
          <p:nvSpPr>
            <p:cNvPr id="432" name="Right Triangle 431">
              <a:extLst>
                <a:ext uri="{FF2B5EF4-FFF2-40B4-BE49-F238E27FC236}">
                  <a16:creationId xmlns:a16="http://schemas.microsoft.com/office/drawing/2014/main" id="{9DDC312E-4D47-D6BC-256D-321670CE6A48}"/>
                </a:ext>
              </a:extLst>
            </p:cNvPr>
            <p:cNvSpPr/>
            <p:nvPr/>
          </p:nvSpPr>
          <p:spPr>
            <a:xfrm rot="10800000">
              <a:off x="3537461" y="153227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3" name="Oval 27">
              <a:extLst>
                <a:ext uri="{FF2B5EF4-FFF2-40B4-BE49-F238E27FC236}">
                  <a16:creationId xmlns:a16="http://schemas.microsoft.com/office/drawing/2014/main" id="{36DA67A8-F73C-2037-789B-D1EC60317645}"/>
                </a:ext>
              </a:extLst>
            </p:cNvPr>
            <p:cNvSpPr/>
            <p:nvPr/>
          </p:nvSpPr>
          <p:spPr>
            <a:xfrm>
              <a:off x="3606273" y="153836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4" name="Oval 28">
              <a:extLst>
                <a:ext uri="{FF2B5EF4-FFF2-40B4-BE49-F238E27FC236}">
                  <a16:creationId xmlns:a16="http://schemas.microsoft.com/office/drawing/2014/main" id="{79079F26-8F0B-D654-2831-E8B4AACC2F5F}"/>
                </a:ext>
              </a:extLst>
            </p:cNvPr>
            <p:cNvSpPr/>
            <p:nvPr/>
          </p:nvSpPr>
          <p:spPr>
            <a:xfrm>
              <a:off x="3603905" y="1565828"/>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35" name="Group 434">
            <a:extLst>
              <a:ext uri="{FF2B5EF4-FFF2-40B4-BE49-F238E27FC236}">
                <a16:creationId xmlns:a16="http://schemas.microsoft.com/office/drawing/2014/main" id="{0F8C1276-3FFF-E458-C68B-B54E3B52C45C}"/>
              </a:ext>
            </a:extLst>
          </p:cNvPr>
          <p:cNvGrpSpPr/>
          <p:nvPr/>
        </p:nvGrpSpPr>
        <p:grpSpPr>
          <a:xfrm>
            <a:off x="6287105" y="2974054"/>
            <a:ext cx="721206" cy="609701"/>
            <a:chOff x="6287105" y="2974054"/>
            <a:chExt cx="721206" cy="609701"/>
          </a:xfrm>
        </p:grpSpPr>
        <p:sp>
          <p:nvSpPr>
            <p:cNvPr id="436" name="Rectangle 435">
              <a:hlinkHover r:id="" action="ppaction://noaction" highlightClick="1"/>
              <a:extLst>
                <a:ext uri="{FF2B5EF4-FFF2-40B4-BE49-F238E27FC236}">
                  <a16:creationId xmlns:a16="http://schemas.microsoft.com/office/drawing/2014/main" id="{EE42C63B-AD98-6CC1-46D2-5B7BDC3FB72F}"/>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37" name="Rectangle 436">
              <a:extLst>
                <a:ext uri="{FF2B5EF4-FFF2-40B4-BE49-F238E27FC236}">
                  <a16:creationId xmlns:a16="http://schemas.microsoft.com/office/drawing/2014/main" id="{9FEB0D22-590A-7B1D-E52B-DF2657BEB3F5}"/>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8" name="Oval 15">
              <a:extLst>
                <a:ext uri="{FF2B5EF4-FFF2-40B4-BE49-F238E27FC236}">
                  <a16:creationId xmlns:a16="http://schemas.microsoft.com/office/drawing/2014/main" id="{671A97B5-E69C-E839-4B32-7178F0147116}"/>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9" name="Straight Connector 438">
              <a:extLst>
                <a:ext uri="{FF2B5EF4-FFF2-40B4-BE49-F238E27FC236}">
                  <a16:creationId xmlns:a16="http://schemas.microsoft.com/office/drawing/2014/main" id="{5A4CB216-7750-5834-1BB4-84DAC2DEEB9F}"/>
                </a:ext>
              </a:extLst>
            </p:cNvPr>
            <p:cNvCxnSpPr>
              <a:cxnSpLocks/>
              <a:stCxn id="438"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40" name="Group 439">
            <a:extLst>
              <a:ext uri="{FF2B5EF4-FFF2-40B4-BE49-F238E27FC236}">
                <a16:creationId xmlns:a16="http://schemas.microsoft.com/office/drawing/2014/main" id="{78C8F73F-EFCF-5F42-DEB8-0B6F6E40C4BA}"/>
              </a:ext>
            </a:extLst>
          </p:cNvPr>
          <p:cNvGrpSpPr/>
          <p:nvPr/>
        </p:nvGrpSpPr>
        <p:grpSpPr>
          <a:xfrm>
            <a:off x="7123149" y="2974054"/>
            <a:ext cx="721206" cy="646284"/>
            <a:chOff x="7123149" y="2974054"/>
            <a:chExt cx="721206" cy="646284"/>
          </a:xfrm>
        </p:grpSpPr>
        <p:sp>
          <p:nvSpPr>
            <p:cNvPr id="441" name="Rectangle 440">
              <a:hlinkHover r:id="" action="ppaction://noaction" highlightClick="1"/>
              <a:extLst>
                <a:ext uri="{FF2B5EF4-FFF2-40B4-BE49-F238E27FC236}">
                  <a16:creationId xmlns:a16="http://schemas.microsoft.com/office/drawing/2014/main" id="{47DA1E1C-F023-00FE-A3EE-134B14450920}"/>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42" name="Rectangle 441">
              <a:extLst>
                <a:ext uri="{FF2B5EF4-FFF2-40B4-BE49-F238E27FC236}">
                  <a16:creationId xmlns:a16="http://schemas.microsoft.com/office/drawing/2014/main" id="{E35F146B-443D-9387-F5AC-68257D79FD5F}"/>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3" name="Oval 15">
              <a:extLst>
                <a:ext uri="{FF2B5EF4-FFF2-40B4-BE49-F238E27FC236}">
                  <a16:creationId xmlns:a16="http://schemas.microsoft.com/office/drawing/2014/main" id="{6B54AFA6-628A-1561-2F55-D8B219623570}"/>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4" name="Straight Connector 443">
              <a:extLst>
                <a:ext uri="{FF2B5EF4-FFF2-40B4-BE49-F238E27FC236}">
                  <a16:creationId xmlns:a16="http://schemas.microsoft.com/office/drawing/2014/main" id="{A125BDF9-AA1A-63E6-266F-A0F6305F9AD8}"/>
                </a:ext>
              </a:extLst>
            </p:cNvPr>
            <p:cNvCxnSpPr>
              <a:cxnSpLocks/>
              <a:stCxn id="443"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45" name="Straight Connector 444">
              <a:extLst>
                <a:ext uri="{FF2B5EF4-FFF2-40B4-BE49-F238E27FC236}">
                  <a16:creationId xmlns:a16="http://schemas.microsoft.com/office/drawing/2014/main" id="{1A2DDD33-364D-6F20-274C-53992711D9A2}"/>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50" name="Group 449">
            <a:extLst>
              <a:ext uri="{FF2B5EF4-FFF2-40B4-BE49-F238E27FC236}">
                <a16:creationId xmlns:a16="http://schemas.microsoft.com/office/drawing/2014/main" id="{9CC91962-5DDD-10C2-9434-E6242170398E}"/>
              </a:ext>
            </a:extLst>
          </p:cNvPr>
          <p:cNvGrpSpPr/>
          <p:nvPr/>
        </p:nvGrpSpPr>
        <p:grpSpPr>
          <a:xfrm>
            <a:off x="8795244" y="2974054"/>
            <a:ext cx="721206" cy="609701"/>
            <a:chOff x="8795244" y="2974054"/>
            <a:chExt cx="721206" cy="609701"/>
          </a:xfrm>
        </p:grpSpPr>
        <p:sp>
          <p:nvSpPr>
            <p:cNvPr id="451" name="Rectangle 450">
              <a:hlinkHover r:id="" action="ppaction://noaction" highlightClick="1"/>
              <a:extLst>
                <a:ext uri="{FF2B5EF4-FFF2-40B4-BE49-F238E27FC236}">
                  <a16:creationId xmlns:a16="http://schemas.microsoft.com/office/drawing/2014/main" id="{36614F43-8B1D-B454-CF3E-CE912B2B3AF1}"/>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52" name="Diamond 451">
              <a:extLst>
                <a:ext uri="{FF2B5EF4-FFF2-40B4-BE49-F238E27FC236}">
                  <a16:creationId xmlns:a16="http://schemas.microsoft.com/office/drawing/2014/main" id="{D4F30DA6-09E4-8FA9-06B8-03AE225FB3F9}"/>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3" name="Oval 452">
              <a:extLst>
                <a:ext uri="{FF2B5EF4-FFF2-40B4-BE49-F238E27FC236}">
                  <a16:creationId xmlns:a16="http://schemas.microsoft.com/office/drawing/2014/main" id="{4D398509-CCFB-7626-BC4B-977C3E0ED6F5}"/>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60" name="Group 459">
            <a:extLst>
              <a:ext uri="{FF2B5EF4-FFF2-40B4-BE49-F238E27FC236}">
                <a16:creationId xmlns:a16="http://schemas.microsoft.com/office/drawing/2014/main" id="{BB669F75-AF1F-A2B8-A891-7F4FD983D8EE}"/>
              </a:ext>
            </a:extLst>
          </p:cNvPr>
          <p:cNvGrpSpPr/>
          <p:nvPr/>
        </p:nvGrpSpPr>
        <p:grpSpPr>
          <a:xfrm>
            <a:off x="5442073" y="811556"/>
            <a:ext cx="728239" cy="609701"/>
            <a:chOff x="5442073" y="811556"/>
            <a:chExt cx="728239" cy="609701"/>
          </a:xfrm>
        </p:grpSpPr>
        <p:sp>
          <p:nvSpPr>
            <p:cNvPr id="461" name="Rectangle 460">
              <a:extLst>
                <a:ext uri="{FF2B5EF4-FFF2-40B4-BE49-F238E27FC236}">
                  <a16:creationId xmlns:a16="http://schemas.microsoft.com/office/drawing/2014/main" id="{565F03F9-4EB0-AF7C-6991-9CA52B04028A}"/>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62" name="Rectangle 461">
              <a:extLst>
                <a:ext uri="{FF2B5EF4-FFF2-40B4-BE49-F238E27FC236}">
                  <a16:creationId xmlns:a16="http://schemas.microsoft.com/office/drawing/2014/main" id="{58E10429-9526-120B-ECE7-E123269773B9}"/>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3" name="Oval 15">
              <a:extLst>
                <a:ext uri="{FF2B5EF4-FFF2-40B4-BE49-F238E27FC236}">
                  <a16:creationId xmlns:a16="http://schemas.microsoft.com/office/drawing/2014/main" id="{2B7C8B7C-F569-7453-E69C-F0DD5015DC48}"/>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4" name="Straight Connector 463">
              <a:extLst>
                <a:ext uri="{FF2B5EF4-FFF2-40B4-BE49-F238E27FC236}">
                  <a16:creationId xmlns:a16="http://schemas.microsoft.com/office/drawing/2014/main" id="{52329E2A-F558-4A46-2D69-CE9B56EA6707}"/>
                </a:ext>
              </a:extLst>
            </p:cNvPr>
            <p:cNvCxnSpPr>
              <a:cxnSpLocks/>
              <a:stCxn id="463"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5" name="Straight Connector 464">
              <a:extLst>
                <a:ext uri="{FF2B5EF4-FFF2-40B4-BE49-F238E27FC236}">
                  <a16:creationId xmlns:a16="http://schemas.microsoft.com/office/drawing/2014/main" id="{33EDEB4E-ADB2-A418-1300-32DEBD15C110}"/>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6" name="Group 465">
            <a:extLst>
              <a:ext uri="{FF2B5EF4-FFF2-40B4-BE49-F238E27FC236}">
                <a16:creationId xmlns:a16="http://schemas.microsoft.com/office/drawing/2014/main" id="{2CF8DB15-DE6F-790D-8B5C-9301109702BE}"/>
              </a:ext>
            </a:extLst>
          </p:cNvPr>
          <p:cNvGrpSpPr/>
          <p:nvPr/>
        </p:nvGrpSpPr>
        <p:grpSpPr>
          <a:xfrm>
            <a:off x="6284597" y="811555"/>
            <a:ext cx="721206" cy="609701"/>
            <a:chOff x="6284597" y="811555"/>
            <a:chExt cx="721206" cy="609701"/>
          </a:xfrm>
        </p:grpSpPr>
        <p:sp>
          <p:nvSpPr>
            <p:cNvPr id="467" name="Rectangle 466">
              <a:hlinkHover r:id="" action="ppaction://noaction" highlightClick="1"/>
              <a:extLst>
                <a:ext uri="{FF2B5EF4-FFF2-40B4-BE49-F238E27FC236}">
                  <a16:creationId xmlns:a16="http://schemas.microsoft.com/office/drawing/2014/main" id="{DEFB4714-8E8D-BA67-F855-14D96DCE0C7A}"/>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68" name="Right Triangle 467">
              <a:extLst>
                <a:ext uri="{FF2B5EF4-FFF2-40B4-BE49-F238E27FC236}">
                  <a16:creationId xmlns:a16="http://schemas.microsoft.com/office/drawing/2014/main" id="{B09A62C4-E01D-88D0-CB2F-51058493D808}"/>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9" name="Oval 27">
              <a:extLst>
                <a:ext uri="{FF2B5EF4-FFF2-40B4-BE49-F238E27FC236}">
                  <a16:creationId xmlns:a16="http://schemas.microsoft.com/office/drawing/2014/main" id="{D7A7262F-EB70-7D29-E687-13B828BD4D55}"/>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0" name="Oval 28">
              <a:extLst>
                <a:ext uri="{FF2B5EF4-FFF2-40B4-BE49-F238E27FC236}">
                  <a16:creationId xmlns:a16="http://schemas.microsoft.com/office/drawing/2014/main" id="{81C456A3-49B6-4653-B9D4-5702DCDBB7DF}"/>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76" name="Group 475">
            <a:extLst>
              <a:ext uri="{FF2B5EF4-FFF2-40B4-BE49-F238E27FC236}">
                <a16:creationId xmlns:a16="http://schemas.microsoft.com/office/drawing/2014/main" id="{AB00AA2F-0749-3212-5461-3CE9F53C2D0D}"/>
              </a:ext>
            </a:extLst>
          </p:cNvPr>
          <p:cNvGrpSpPr/>
          <p:nvPr/>
        </p:nvGrpSpPr>
        <p:grpSpPr>
          <a:xfrm>
            <a:off x="7957576" y="811556"/>
            <a:ext cx="721206" cy="609701"/>
            <a:chOff x="7957576" y="811556"/>
            <a:chExt cx="721206" cy="609701"/>
          </a:xfrm>
        </p:grpSpPr>
        <p:sp>
          <p:nvSpPr>
            <p:cNvPr id="477" name="Rectangle 476">
              <a:extLst>
                <a:ext uri="{FF2B5EF4-FFF2-40B4-BE49-F238E27FC236}">
                  <a16:creationId xmlns:a16="http://schemas.microsoft.com/office/drawing/2014/main" id="{B1B9E8D0-A6DE-9470-F1AC-9E4ACAB86267}"/>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Insider Risk Management</a:t>
              </a:r>
            </a:p>
          </p:txBody>
        </p:sp>
        <p:sp>
          <p:nvSpPr>
            <p:cNvPr id="478" name="Rectangle 477">
              <a:extLst>
                <a:ext uri="{FF2B5EF4-FFF2-40B4-BE49-F238E27FC236}">
                  <a16:creationId xmlns:a16="http://schemas.microsoft.com/office/drawing/2014/main" id="{7BE0E71C-D464-2928-E309-DC0E572CD050}"/>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79" name="Oval 15">
              <a:extLst>
                <a:ext uri="{FF2B5EF4-FFF2-40B4-BE49-F238E27FC236}">
                  <a16:creationId xmlns:a16="http://schemas.microsoft.com/office/drawing/2014/main" id="{ED4FDA66-E01E-CBC0-D9B6-336DD98858AE}"/>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80" name="Straight Connector 479">
              <a:extLst>
                <a:ext uri="{FF2B5EF4-FFF2-40B4-BE49-F238E27FC236}">
                  <a16:creationId xmlns:a16="http://schemas.microsoft.com/office/drawing/2014/main" id="{8152F672-BE8C-3232-7C70-4A42FA0358BA}"/>
                </a:ext>
              </a:extLst>
            </p:cNvPr>
            <p:cNvCxnSpPr>
              <a:cxnSpLocks/>
              <a:stCxn id="479"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81" name="Straight Connector 480">
              <a:extLst>
                <a:ext uri="{FF2B5EF4-FFF2-40B4-BE49-F238E27FC236}">
                  <a16:creationId xmlns:a16="http://schemas.microsoft.com/office/drawing/2014/main" id="{E4C919A5-BB05-A951-36C6-1F99B3E0CC17}"/>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90" name="Group 489">
            <a:extLst>
              <a:ext uri="{FF2B5EF4-FFF2-40B4-BE49-F238E27FC236}">
                <a16:creationId xmlns:a16="http://schemas.microsoft.com/office/drawing/2014/main" id="{FDB42F5D-A716-A1E8-B70D-A38E08C0946D}"/>
              </a:ext>
            </a:extLst>
          </p:cNvPr>
          <p:cNvGrpSpPr/>
          <p:nvPr/>
        </p:nvGrpSpPr>
        <p:grpSpPr>
          <a:xfrm>
            <a:off x="11356242" y="90836"/>
            <a:ext cx="721206" cy="609701"/>
            <a:chOff x="11356242" y="90836"/>
            <a:chExt cx="721206" cy="609701"/>
          </a:xfrm>
        </p:grpSpPr>
        <p:sp>
          <p:nvSpPr>
            <p:cNvPr id="491" name="Rectangle 490">
              <a:hlinkHover r:id="" action="ppaction://noaction" highlightClick="1"/>
              <a:extLst>
                <a:ext uri="{FF2B5EF4-FFF2-40B4-BE49-F238E27FC236}">
                  <a16:creationId xmlns:a16="http://schemas.microsoft.com/office/drawing/2014/main" id="{87DBF370-3B87-8189-F9C3-F172524AD3D2}"/>
                </a:ext>
              </a:extLst>
            </p:cNvPr>
            <p:cNvSpPr/>
            <p:nvPr/>
          </p:nvSpPr>
          <p:spPr>
            <a:xfrm>
              <a:off x="1135624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Relational Databases</a:t>
              </a:r>
            </a:p>
          </p:txBody>
        </p:sp>
        <p:sp>
          <p:nvSpPr>
            <p:cNvPr id="492" name="Oval 491">
              <a:extLst>
                <a:ext uri="{FF2B5EF4-FFF2-40B4-BE49-F238E27FC236}">
                  <a16:creationId xmlns:a16="http://schemas.microsoft.com/office/drawing/2014/main" id="{F1CBDE63-F05E-AAD6-38F9-12280A35D9BA}"/>
                </a:ext>
              </a:extLst>
            </p:cNvPr>
            <p:cNvSpPr/>
            <p:nvPr/>
          </p:nvSpPr>
          <p:spPr>
            <a:xfrm>
              <a:off x="11934811"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3" name="Isosceles Triangle 648">
              <a:extLst>
                <a:ext uri="{FF2B5EF4-FFF2-40B4-BE49-F238E27FC236}">
                  <a16:creationId xmlns:a16="http://schemas.microsoft.com/office/drawing/2014/main" id="{1887B1FF-3F37-9B2D-D221-528FBDEB8858}"/>
                </a:ext>
              </a:extLst>
            </p:cNvPr>
            <p:cNvSpPr/>
            <p:nvPr/>
          </p:nvSpPr>
          <p:spPr>
            <a:xfrm>
              <a:off x="11964936"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4" name="Group 493">
            <a:extLst>
              <a:ext uri="{FF2B5EF4-FFF2-40B4-BE49-F238E27FC236}">
                <a16:creationId xmlns:a16="http://schemas.microsoft.com/office/drawing/2014/main" id="{8130C53A-6332-E2DD-71CD-66D8F1B47998}"/>
              </a:ext>
            </a:extLst>
          </p:cNvPr>
          <p:cNvGrpSpPr/>
          <p:nvPr/>
        </p:nvGrpSpPr>
        <p:grpSpPr>
          <a:xfrm>
            <a:off x="11356243" y="3694774"/>
            <a:ext cx="721206" cy="609701"/>
            <a:chOff x="11356243" y="3694774"/>
            <a:chExt cx="721206" cy="609701"/>
          </a:xfrm>
        </p:grpSpPr>
        <p:sp>
          <p:nvSpPr>
            <p:cNvPr id="495" name="Rectangle 494">
              <a:hlinkHover r:id="" action="ppaction://noaction" highlightClick="1"/>
              <a:extLst>
                <a:ext uri="{FF2B5EF4-FFF2-40B4-BE49-F238E27FC236}">
                  <a16:creationId xmlns:a16="http://schemas.microsoft.com/office/drawing/2014/main" id="{779D10EA-C83F-AAAC-8623-3A884641AD2B}"/>
                </a:ext>
              </a:extLst>
            </p:cNvPr>
            <p:cNvSpPr/>
            <p:nvPr/>
          </p:nvSpPr>
          <p:spPr>
            <a:xfrm>
              <a:off x="11356243" y="369477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Cloud Security Posture Management</a:t>
              </a:r>
            </a:p>
          </p:txBody>
        </p:sp>
        <p:sp>
          <p:nvSpPr>
            <p:cNvPr id="496" name="Oval 495">
              <a:extLst>
                <a:ext uri="{FF2B5EF4-FFF2-40B4-BE49-F238E27FC236}">
                  <a16:creationId xmlns:a16="http://schemas.microsoft.com/office/drawing/2014/main" id="{8C4AA3CB-6556-2DC1-437C-96080D1F2739}"/>
                </a:ext>
              </a:extLst>
            </p:cNvPr>
            <p:cNvSpPr/>
            <p:nvPr/>
          </p:nvSpPr>
          <p:spPr>
            <a:xfrm>
              <a:off x="11934710" y="3702531"/>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97" name="Isosceles Triangle 648">
              <a:extLst>
                <a:ext uri="{FF2B5EF4-FFF2-40B4-BE49-F238E27FC236}">
                  <a16:creationId xmlns:a16="http://schemas.microsoft.com/office/drawing/2014/main" id="{C9234C79-3678-7138-90F2-00D173BC0677}"/>
                </a:ext>
              </a:extLst>
            </p:cNvPr>
            <p:cNvSpPr/>
            <p:nvPr/>
          </p:nvSpPr>
          <p:spPr>
            <a:xfrm>
              <a:off x="11964867"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98" name="Group 497">
            <a:extLst>
              <a:ext uri="{FF2B5EF4-FFF2-40B4-BE49-F238E27FC236}">
                <a16:creationId xmlns:a16="http://schemas.microsoft.com/office/drawing/2014/main" id="{8223EDF3-107F-2485-4A26-E9CE6344435D}"/>
              </a:ext>
            </a:extLst>
          </p:cNvPr>
          <p:cNvGrpSpPr/>
          <p:nvPr/>
        </p:nvGrpSpPr>
        <p:grpSpPr>
          <a:xfrm>
            <a:off x="9657691" y="4419624"/>
            <a:ext cx="721206" cy="609701"/>
            <a:chOff x="9657691" y="4419624"/>
            <a:chExt cx="721206" cy="609701"/>
          </a:xfrm>
        </p:grpSpPr>
        <p:sp>
          <p:nvSpPr>
            <p:cNvPr id="499" name="Rectangle 498">
              <a:hlinkHover r:id="" action="ppaction://noaction" highlightClick="1"/>
              <a:extLst>
                <a:ext uri="{FF2B5EF4-FFF2-40B4-BE49-F238E27FC236}">
                  <a16:creationId xmlns:a16="http://schemas.microsoft.com/office/drawing/2014/main" id="{B08DBDC0-6460-8682-01AD-9771A398849D}"/>
                </a:ext>
              </a:extLst>
            </p:cNvPr>
            <p:cNvSpPr/>
            <p:nvPr/>
          </p:nvSpPr>
          <p:spPr>
            <a:xfrm>
              <a:off x="965769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Containers</a:t>
              </a:r>
            </a:p>
          </p:txBody>
        </p:sp>
        <p:sp>
          <p:nvSpPr>
            <p:cNvPr id="500" name="Oval 499">
              <a:extLst>
                <a:ext uri="{FF2B5EF4-FFF2-40B4-BE49-F238E27FC236}">
                  <a16:creationId xmlns:a16="http://schemas.microsoft.com/office/drawing/2014/main" id="{931072A7-9F62-5D1E-59A2-351ECFDAF95D}"/>
                </a:ext>
              </a:extLst>
            </p:cNvPr>
            <p:cNvSpPr/>
            <p:nvPr/>
          </p:nvSpPr>
          <p:spPr>
            <a:xfrm>
              <a:off x="10231248"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1" name="Isosceles Triangle 648">
              <a:extLst>
                <a:ext uri="{FF2B5EF4-FFF2-40B4-BE49-F238E27FC236}">
                  <a16:creationId xmlns:a16="http://schemas.microsoft.com/office/drawing/2014/main" id="{C5C17D80-4FEA-F1AC-AF3B-FFFA9FAD44F1}"/>
                </a:ext>
              </a:extLst>
            </p:cNvPr>
            <p:cNvSpPr/>
            <p:nvPr/>
          </p:nvSpPr>
          <p:spPr>
            <a:xfrm>
              <a:off x="10261373"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2" name="Group 501">
            <a:extLst>
              <a:ext uri="{FF2B5EF4-FFF2-40B4-BE49-F238E27FC236}">
                <a16:creationId xmlns:a16="http://schemas.microsoft.com/office/drawing/2014/main" id="{16DBDED5-0DD5-2FC2-7405-4FD79194532C}"/>
              </a:ext>
            </a:extLst>
          </p:cNvPr>
          <p:cNvGrpSpPr/>
          <p:nvPr/>
        </p:nvGrpSpPr>
        <p:grpSpPr>
          <a:xfrm>
            <a:off x="10506968" y="4419620"/>
            <a:ext cx="721206" cy="609701"/>
            <a:chOff x="10506968" y="4419620"/>
            <a:chExt cx="721206" cy="609701"/>
          </a:xfrm>
        </p:grpSpPr>
        <p:sp>
          <p:nvSpPr>
            <p:cNvPr id="503" name="Rectangle 502">
              <a:hlinkHover r:id="" action="ppaction://noaction" highlightClick="1"/>
              <a:extLst>
                <a:ext uri="{FF2B5EF4-FFF2-40B4-BE49-F238E27FC236}">
                  <a16:creationId xmlns:a16="http://schemas.microsoft.com/office/drawing/2014/main" id="{4EE305D2-D6D4-3CDD-4510-A6757D4189A3}"/>
                </a:ext>
              </a:extLst>
            </p:cNvPr>
            <p:cNvSpPr/>
            <p:nvPr/>
          </p:nvSpPr>
          <p:spPr>
            <a:xfrm>
              <a:off x="10506968" y="441962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Key Vault</a:t>
              </a:r>
            </a:p>
          </p:txBody>
        </p:sp>
        <p:sp>
          <p:nvSpPr>
            <p:cNvPr id="504" name="Oval 503">
              <a:extLst>
                <a:ext uri="{FF2B5EF4-FFF2-40B4-BE49-F238E27FC236}">
                  <a16:creationId xmlns:a16="http://schemas.microsoft.com/office/drawing/2014/main" id="{9DBCF76D-7619-1804-FED0-B38160AC54E2}"/>
                </a:ext>
              </a:extLst>
            </p:cNvPr>
            <p:cNvSpPr/>
            <p:nvPr/>
          </p:nvSpPr>
          <p:spPr>
            <a:xfrm>
              <a:off x="11085537" y="442737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5" name="Isosceles Triangle 648">
              <a:extLst>
                <a:ext uri="{FF2B5EF4-FFF2-40B4-BE49-F238E27FC236}">
                  <a16:creationId xmlns:a16="http://schemas.microsoft.com/office/drawing/2014/main" id="{EFCB1541-62A2-6E14-B6A2-5EE2EDC4C9CF}"/>
                </a:ext>
              </a:extLst>
            </p:cNvPr>
            <p:cNvSpPr/>
            <p:nvPr/>
          </p:nvSpPr>
          <p:spPr>
            <a:xfrm>
              <a:off x="11115662" y="444088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06" name="Group 505">
            <a:extLst>
              <a:ext uri="{FF2B5EF4-FFF2-40B4-BE49-F238E27FC236}">
                <a16:creationId xmlns:a16="http://schemas.microsoft.com/office/drawing/2014/main" id="{DC65096D-D63D-A007-AE4E-EB2125C15F1E}"/>
              </a:ext>
            </a:extLst>
          </p:cNvPr>
          <p:cNvGrpSpPr/>
          <p:nvPr/>
        </p:nvGrpSpPr>
        <p:grpSpPr>
          <a:xfrm>
            <a:off x="11356003" y="4416261"/>
            <a:ext cx="721206" cy="609701"/>
            <a:chOff x="11356003" y="4416261"/>
            <a:chExt cx="721206" cy="609701"/>
          </a:xfrm>
        </p:grpSpPr>
        <p:sp>
          <p:nvSpPr>
            <p:cNvPr id="507" name="Rectangle 506">
              <a:hlinkHover r:id="" action="ppaction://noaction" highlightClick="1"/>
              <a:extLst>
                <a:ext uri="{FF2B5EF4-FFF2-40B4-BE49-F238E27FC236}">
                  <a16:creationId xmlns:a16="http://schemas.microsoft.com/office/drawing/2014/main" id="{D24C890B-EC8B-903D-98EA-A8EF24CA49A8}"/>
                </a:ext>
              </a:extLst>
            </p:cNvPr>
            <p:cNvSpPr/>
            <p:nvPr/>
          </p:nvSpPr>
          <p:spPr>
            <a:xfrm>
              <a:off x="11356003"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Storage</a:t>
              </a:r>
            </a:p>
          </p:txBody>
        </p:sp>
        <p:sp>
          <p:nvSpPr>
            <p:cNvPr id="508" name="Oval 507">
              <a:extLst>
                <a:ext uri="{FF2B5EF4-FFF2-40B4-BE49-F238E27FC236}">
                  <a16:creationId xmlns:a16="http://schemas.microsoft.com/office/drawing/2014/main" id="{4A762156-74DB-AD26-78CD-38C87E7DAE8F}"/>
                </a:ext>
              </a:extLst>
            </p:cNvPr>
            <p:cNvSpPr/>
            <p:nvPr/>
          </p:nvSpPr>
          <p:spPr>
            <a:xfrm>
              <a:off x="11934572"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09" name="Isosceles Triangle 648">
              <a:extLst>
                <a:ext uri="{FF2B5EF4-FFF2-40B4-BE49-F238E27FC236}">
                  <a16:creationId xmlns:a16="http://schemas.microsoft.com/office/drawing/2014/main" id="{FB7FD2EA-23D0-0789-7D2C-A34735F25E1D}"/>
                </a:ext>
              </a:extLst>
            </p:cNvPr>
            <p:cNvSpPr/>
            <p:nvPr/>
          </p:nvSpPr>
          <p:spPr>
            <a:xfrm>
              <a:off x="11964697"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0" name="Group 509">
            <a:extLst>
              <a:ext uri="{FF2B5EF4-FFF2-40B4-BE49-F238E27FC236}">
                <a16:creationId xmlns:a16="http://schemas.microsoft.com/office/drawing/2014/main" id="{F436E18D-B071-E6D9-BFFB-4DFD29261D7E}"/>
              </a:ext>
            </a:extLst>
          </p:cNvPr>
          <p:cNvGrpSpPr/>
          <p:nvPr/>
        </p:nvGrpSpPr>
        <p:grpSpPr>
          <a:xfrm>
            <a:off x="8808526" y="4416261"/>
            <a:ext cx="721206" cy="609701"/>
            <a:chOff x="8808526" y="4416261"/>
            <a:chExt cx="721206" cy="609701"/>
          </a:xfrm>
        </p:grpSpPr>
        <p:sp>
          <p:nvSpPr>
            <p:cNvPr id="511" name="Rectangle 510">
              <a:hlinkHover r:id="" action="ppaction://noaction" highlightClick="1"/>
              <a:extLst>
                <a:ext uri="{FF2B5EF4-FFF2-40B4-BE49-F238E27FC236}">
                  <a16:creationId xmlns:a16="http://schemas.microsoft.com/office/drawing/2014/main" id="{3827FF87-3083-195A-75C8-0B104658BA58}"/>
                </a:ext>
              </a:extLst>
            </p:cNvPr>
            <p:cNvSpPr/>
            <p:nvPr/>
          </p:nvSpPr>
          <p:spPr>
            <a:xfrm>
              <a:off x="8808526" y="441626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DevOps</a:t>
              </a:r>
            </a:p>
          </p:txBody>
        </p:sp>
        <p:sp>
          <p:nvSpPr>
            <p:cNvPr id="512" name="Oval 511">
              <a:extLst>
                <a:ext uri="{FF2B5EF4-FFF2-40B4-BE49-F238E27FC236}">
                  <a16:creationId xmlns:a16="http://schemas.microsoft.com/office/drawing/2014/main" id="{C50EBDC9-0414-B63F-FC29-34E59A2B7556}"/>
                </a:ext>
              </a:extLst>
            </p:cNvPr>
            <p:cNvSpPr/>
            <p:nvPr/>
          </p:nvSpPr>
          <p:spPr>
            <a:xfrm>
              <a:off x="9387095" y="442401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3" name="Isosceles Triangle 648">
              <a:extLst>
                <a:ext uri="{FF2B5EF4-FFF2-40B4-BE49-F238E27FC236}">
                  <a16:creationId xmlns:a16="http://schemas.microsoft.com/office/drawing/2014/main" id="{1FC2EB20-A4A6-A310-9D87-07F9CFC29D8E}"/>
                </a:ext>
              </a:extLst>
            </p:cNvPr>
            <p:cNvSpPr/>
            <p:nvPr/>
          </p:nvSpPr>
          <p:spPr>
            <a:xfrm>
              <a:off x="9417220" y="443752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14" name="Group 513">
            <a:extLst>
              <a:ext uri="{FF2B5EF4-FFF2-40B4-BE49-F238E27FC236}">
                <a16:creationId xmlns:a16="http://schemas.microsoft.com/office/drawing/2014/main" id="{FDD68E7A-B346-2108-B00F-A6032CE44E43}"/>
              </a:ext>
            </a:extLst>
          </p:cNvPr>
          <p:cNvGrpSpPr/>
          <p:nvPr/>
        </p:nvGrpSpPr>
        <p:grpSpPr>
          <a:xfrm>
            <a:off x="10509579" y="5141013"/>
            <a:ext cx="721206" cy="609701"/>
            <a:chOff x="10509579" y="5141013"/>
            <a:chExt cx="721206" cy="609701"/>
          </a:xfrm>
        </p:grpSpPr>
        <p:sp>
          <p:nvSpPr>
            <p:cNvPr id="515" name="Rectangle 514">
              <a:hlinkHover r:id="" action="ppaction://noaction" highlightClick="1"/>
              <a:extLst>
                <a:ext uri="{FF2B5EF4-FFF2-40B4-BE49-F238E27FC236}">
                  <a16:creationId xmlns:a16="http://schemas.microsoft.com/office/drawing/2014/main" id="{1440A12F-D587-0535-D079-E6987BA6B5F1}"/>
                </a:ext>
              </a:extLst>
            </p:cNvPr>
            <p:cNvSpPr/>
            <p:nvPr/>
          </p:nvSpPr>
          <p:spPr>
            <a:xfrm>
              <a:off x="10509579" y="514101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Sentinel</a:t>
              </a:r>
            </a:p>
          </p:txBody>
        </p:sp>
        <p:sp>
          <p:nvSpPr>
            <p:cNvPr id="516" name="Oval 515">
              <a:extLst>
                <a:ext uri="{FF2B5EF4-FFF2-40B4-BE49-F238E27FC236}">
                  <a16:creationId xmlns:a16="http://schemas.microsoft.com/office/drawing/2014/main" id="{B312DEC9-A076-B2AD-8A66-54763EBD44B8}"/>
                </a:ext>
              </a:extLst>
            </p:cNvPr>
            <p:cNvSpPr/>
            <p:nvPr/>
          </p:nvSpPr>
          <p:spPr>
            <a:xfrm>
              <a:off x="11088148" y="51487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7" name="Isosceles Triangle 648">
              <a:extLst>
                <a:ext uri="{FF2B5EF4-FFF2-40B4-BE49-F238E27FC236}">
                  <a16:creationId xmlns:a16="http://schemas.microsoft.com/office/drawing/2014/main" id="{AF4F9858-9CB3-47E2-4472-E43899B6D6F6}"/>
                </a:ext>
              </a:extLst>
            </p:cNvPr>
            <p:cNvSpPr/>
            <p:nvPr/>
          </p:nvSpPr>
          <p:spPr>
            <a:xfrm>
              <a:off x="11118273" y="516228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2" name="Group 521">
            <a:extLst>
              <a:ext uri="{FF2B5EF4-FFF2-40B4-BE49-F238E27FC236}">
                <a16:creationId xmlns:a16="http://schemas.microsoft.com/office/drawing/2014/main" id="{8BBB8B86-6A48-89F2-2878-456BD45BA60D}"/>
              </a:ext>
            </a:extLst>
          </p:cNvPr>
          <p:cNvGrpSpPr/>
          <p:nvPr/>
        </p:nvGrpSpPr>
        <p:grpSpPr>
          <a:xfrm>
            <a:off x="9657612" y="3698231"/>
            <a:ext cx="721206" cy="609701"/>
            <a:chOff x="9657612" y="3698231"/>
            <a:chExt cx="721206" cy="609701"/>
          </a:xfrm>
        </p:grpSpPr>
        <p:sp>
          <p:nvSpPr>
            <p:cNvPr id="523" name="Rectangle 522">
              <a:hlinkHover r:id="" action="ppaction://noaction" highlightClick="1"/>
              <a:extLst>
                <a:ext uri="{FF2B5EF4-FFF2-40B4-BE49-F238E27FC236}">
                  <a16:creationId xmlns:a16="http://schemas.microsoft.com/office/drawing/2014/main" id="{A26EEB8E-14CC-E3D1-C0F4-3DDBC8A4555F}"/>
                </a:ext>
              </a:extLst>
            </p:cNvPr>
            <p:cNvSpPr/>
            <p:nvPr/>
          </p:nvSpPr>
          <p:spPr>
            <a:xfrm>
              <a:off x="9657612"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IoT</a:t>
              </a:r>
            </a:p>
          </p:txBody>
        </p:sp>
        <p:sp>
          <p:nvSpPr>
            <p:cNvPr id="524" name="Oval 523">
              <a:extLst>
                <a:ext uri="{FF2B5EF4-FFF2-40B4-BE49-F238E27FC236}">
                  <a16:creationId xmlns:a16="http://schemas.microsoft.com/office/drawing/2014/main" id="{504D56B0-2529-BFDD-27EB-A120751D5ECD}"/>
                </a:ext>
              </a:extLst>
            </p:cNvPr>
            <p:cNvSpPr/>
            <p:nvPr/>
          </p:nvSpPr>
          <p:spPr>
            <a:xfrm>
              <a:off x="10233795"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5" name="Isosceles Triangle 648">
              <a:extLst>
                <a:ext uri="{FF2B5EF4-FFF2-40B4-BE49-F238E27FC236}">
                  <a16:creationId xmlns:a16="http://schemas.microsoft.com/office/drawing/2014/main" id="{28EDE439-1B11-3FC8-7911-308A740EFFC1}"/>
                </a:ext>
              </a:extLst>
            </p:cNvPr>
            <p:cNvSpPr/>
            <p:nvPr/>
          </p:nvSpPr>
          <p:spPr>
            <a:xfrm>
              <a:off x="10263921"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6" name="Group 525">
            <a:extLst>
              <a:ext uri="{FF2B5EF4-FFF2-40B4-BE49-F238E27FC236}">
                <a16:creationId xmlns:a16="http://schemas.microsoft.com/office/drawing/2014/main" id="{8D556E9A-8495-8D38-0022-9C9D631FF573}"/>
              </a:ext>
            </a:extLst>
          </p:cNvPr>
          <p:cNvGrpSpPr/>
          <p:nvPr/>
        </p:nvGrpSpPr>
        <p:grpSpPr>
          <a:xfrm>
            <a:off x="10506928" y="3698227"/>
            <a:ext cx="721206" cy="609701"/>
            <a:chOff x="10506928" y="3698227"/>
            <a:chExt cx="721206" cy="609701"/>
          </a:xfrm>
        </p:grpSpPr>
        <p:sp>
          <p:nvSpPr>
            <p:cNvPr id="527" name="Rectangle 526">
              <a:hlinkHover r:id="" action="ppaction://noaction" highlightClick="1"/>
              <a:extLst>
                <a:ext uri="{FF2B5EF4-FFF2-40B4-BE49-F238E27FC236}">
                  <a16:creationId xmlns:a16="http://schemas.microsoft.com/office/drawing/2014/main" id="{E7911558-FA8B-5532-08A0-01C6B3C30D87}"/>
                </a:ext>
              </a:extLst>
            </p:cNvPr>
            <p:cNvSpPr/>
            <p:nvPr/>
          </p:nvSpPr>
          <p:spPr>
            <a:xfrm>
              <a:off x="10506928" y="369822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Resource Manager</a:t>
              </a:r>
            </a:p>
          </p:txBody>
        </p:sp>
        <p:sp>
          <p:nvSpPr>
            <p:cNvPr id="528" name="Oval 527">
              <a:extLst>
                <a:ext uri="{FF2B5EF4-FFF2-40B4-BE49-F238E27FC236}">
                  <a16:creationId xmlns:a16="http://schemas.microsoft.com/office/drawing/2014/main" id="{142288C9-8243-F53D-5313-636ECEF66C20}"/>
                </a:ext>
              </a:extLst>
            </p:cNvPr>
            <p:cNvSpPr/>
            <p:nvPr/>
          </p:nvSpPr>
          <p:spPr>
            <a:xfrm>
              <a:off x="11085497" y="370598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29" name="Isosceles Triangle 648">
              <a:extLst>
                <a:ext uri="{FF2B5EF4-FFF2-40B4-BE49-F238E27FC236}">
                  <a16:creationId xmlns:a16="http://schemas.microsoft.com/office/drawing/2014/main" id="{84890E5E-7006-F6C9-A3BB-96C6D83F15E2}"/>
                </a:ext>
              </a:extLst>
            </p:cNvPr>
            <p:cNvSpPr/>
            <p:nvPr/>
          </p:nvSpPr>
          <p:spPr>
            <a:xfrm>
              <a:off x="11115622" y="371949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015FE9F8-38DC-64DE-05C3-70344B7EA9D1}"/>
              </a:ext>
            </a:extLst>
          </p:cNvPr>
          <p:cNvGrpSpPr/>
          <p:nvPr/>
        </p:nvGrpSpPr>
        <p:grpSpPr>
          <a:xfrm>
            <a:off x="7957572" y="1532276"/>
            <a:ext cx="721206" cy="609701"/>
            <a:chOff x="7957572" y="1532276"/>
            <a:chExt cx="721206" cy="609701"/>
          </a:xfrm>
        </p:grpSpPr>
        <p:sp>
          <p:nvSpPr>
            <p:cNvPr id="549" name="Rectangle 548">
              <a:hlinkHover r:id="" action="ppaction://noaction" highlightClick="1"/>
              <a:extLst>
                <a:ext uri="{FF2B5EF4-FFF2-40B4-BE49-F238E27FC236}">
                  <a16:creationId xmlns:a16="http://schemas.microsoft.com/office/drawing/2014/main" id="{2AF290AF-7F07-7A7F-35A9-8CB38EC09E23}"/>
                </a:ext>
              </a:extLst>
            </p:cNvPr>
            <p:cNvSpPr/>
            <p:nvPr/>
          </p:nvSpPr>
          <p:spPr>
            <a:xfrm>
              <a:off x="795757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Compliance Manager</a:t>
              </a:r>
            </a:p>
          </p:txBody>
        </p:sp>
        <p:sp>
          <p:nvSpPr>
            <p:cNvPr id="550" name="Rectangle 549">
              <a:extLst>
                <a:ext uri="{FF2B5EF4-FFF2-40B4-BE49-F238E27FC236}">
                  <a16:creationId xmlns:a16="http://schemas.microsoft.com/office/drawing/2014/main" id="{8B486046-979C-2C33-31A3-72766733CDEE}"/>
                </a:ext>
              </a:extLst>
            </p:cNvPr>
            <p:cNvSpPr/>
            <p:nvPr/>
          </p:nvSpPr>
          <p:spPr>
            <a:xfrm flipV="1">
              <a:off x="8571632" y="153528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1" name="Oval 15">
              <a:extLst>
                <a:ext uri="{FF2B5EF4-FFF2-40B4-BE49-F238E27FC236}">
                  <a16:creationId xmlns:a16="http://schemas.microsoft.com/office/drawing/2014/main" id="{D7C2FEC9-059C-12F8-2454-22DBFCB2A0E6}"/>
                </a:ext>
              </a:extLst>
            </p:cNvPr>
            <p:cNvSpPr/>
            <p:nvPr/>
          </p:nvSpPr>
          <p:spPr>
            <a:xfrm>
              <a:off x="8599067" y="1572027"/>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2" name="Straight Connector 551">
              <a:extLst>
                <a:ext uri="{FF2B5EF4-FFF2-40B4-BE49-F238E27FC236}">
                  <a16:creationId xmlns:a16="http://schemas.microsoft.com/office/drawing/2014/main" id="{491509F8-E19E-F797-FF1C-B6C8A6FD5B98}"/>
                </a:ext>
              </a:extLst>
            </p:cNvPr>
            <p:cNvCxnSpPr>
              <a:cxnSpLocks/>
              <a:stCxn id="551" idx="0"/>
            </p:cNvCxnSpPr>
            <p:nvPr/>
          </p:nvCxnSpPr>
          <p:spPr>
            <a:xfrm flipV="1">
              <a:off x="8604926" y="154880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3" name="Straight Connector 552">
              <a:extLst>
                <a:ext uri="{FF2B5EF4-FFF2-40B4-BE49-F238E27FC236}">
                  <a16:creationId xmlns:a16="http://schemas.microsoft.com/office/drawing/2014/main" id="{33439CA9-4B3F-C22A-0258-AB5B9E275E0B}"/>
                </a:ext>
              </a:extLst>
            </p:cNvPr>
            <p:cNvCxnSpPr>
              <a:cxnSpLocks/>
            </p:cNvCxnSpPr>
            <p:nvPr/>
          </p:nvCxnSpPr>
          <p:spPr>
            <a:xfrm>
              <a:off x="8610532" y="1873705"/>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54" name="Group 553">
            <a:extLst>
              <a:ext uri="{FF2B5EF4-FFF2-40B4-BE49-F238E27FC236}">
                <a16:creationId xmlns:a16="http://schemas.microsoft.com/office/drawing/2014/main" id="{AB39D12F-0067-4CD2-59EE-65D8655DC4D5}"/>
              </a:ext>
            </a:extLst>
          </p:cNvPr>
          <p:cNvGrpSpPr/>
          <p:nvPr/>
        </p:nvGrpSpPr>
        <p:grpSpPr>
          <a:xfrm>
            <a:off x="9656904" y="1532276"/>
            <a:ext cx="721206" cy="609701"/>
            <a:chOff x="9656904" y="1532276"/>
            <a:chExt cx="721206" cy="609701"/>
          </a:xfrm>
        </p:grpSpPr>
        <p:sp>
          <p:nvSpPr>
            <p:cNvPr id="555" name="Rectangle 554">
              <a:extLst>
                <a:ext uri="{FF2B5EF4-FFF2-40B4-BE49-F238E27FC236}">
                  <a16:creationId xmlns:a16="http://schemas.microsoft.com/office/drawing/2014/main" id="{53BAFC48-7053-F22F-2862-F079C6DADF7D}"/>
                </a:ext>
              </a:extLst>
            </p:cNvPr>
            <p:cNvSpPr/>
            <p:nvPr/>
          </p:nvSpPr>
          <p:spPr>
            <a:xfrm>
              <a:off x="9656904"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56" name="Rectangle 555">
              <a:extLst>
                <a:ext uri="{FF2B5EF4-FFF2-40B4-BE49-F238E27FC236}">
                  <a16:creationId xmlns:a16="http://schemas.microsoft.com/office/drawing/2014/main" id="{7253C60B-6514-1286-380C-276319A1FC8B}"/>
                </a:ext>
              </a:extLst>
            </p:cNvPr>
            <p:cNvSpPr/>
            <p:nvPr/>
          </p:nvSpPr>
          <p:spPr>
            <a:xfrm flipV="1">
              <a:off x="10267576" y="1535287"/>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57" name="Oval 15">
              <a:extLst>
                <a:ext uri="{FF2B5EF4-FFF2-40B4-BE49-F238E27FC236}">
                  <a16:creationId xmlns:a16="http://schemas.microsoft.com/office/drawing/2014/main" id="{8E2A4B4F-8EB2-2AA5-7A2B-2685803A183E}"/>
                </a:ext>
              </a:extLst>
            </p:cNvPr>
            <p:cNvSpPr/>
            <p:nvPr/>
          </p:nvSpPr>
          <p:spPr>
            <a:xfrm>
              <a:off x="10294990"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58" name="Straight Connector 557">
              <a:extLst>
                <a:ext uri="{FF2B5EF4-FFF2-40B4-BE49-F238E27FC236}">
                  <a16:creationId xmlns:a16="http://schemas.microsoft.com/office/drawing/2014/main" id="{A2749507-D448-8123-FACF-FD221CA42FDE}"/>
                </a:ext>
              </a:extLst>
            </p:cNvPr>
            <p:cNvCxnSpPr>
              <a:cxnSpLocks/>
              <a:stCxn id="557" idx="0"/>
            </p:cNvCxnSpPr>
            <p:nvPr/>
          </p:nvCxnSpPr>
          <p:spPr>
            <a:xfrm flipV="1">
              <a:off x="10300502" y="154880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59" name="Straight Connector 558">
              <a:extLst>
                <a:ext uri="{FF2B5EF4-FFF2-40B4-BE49-F238E27FC236}">
                  <a16:creationId xmlns:a16="http://schemas.microsoft.com/office/drawing/2014/main" id="{0EFAC149-9927-FAA3-CFD4-76D598BBC79D}"/>
                </a:ext>
              </a:extLst>
            </p:cNvPr>
            <p:cNvCxnSpPr>
              <a:cxnSpLocks/>
            </p:cNvCxnSpPr>
            <p:nvPr/>
          </p:nvCxnSpPr>
          <p:spPr>
            <a:xfrm>
              <a:off x="10306166" y="187370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88" name="Group 587">
            <a:extLst>
              <a:ext uri="{FF2B5EF4-FFF2-40B4-BE49-F238E27FC236}">
                <a16:creationId xmlns:a16="http://schemas.microsoft.com/office/drawing/2014/main" id="{F7722455-B319-5DED-65A5-80CBD3C289EC}"/>
              </a:ext>
            </a:extLst>
          </p:cNvPr>
          <p:cNvGrpSpPr/>
          <p:nvPr/>
        </p:nvGrpSpPr>
        <p:grpSpPr>
          <a:xfrm>
            <a:off x="11356242" y="811556"/>
            <a:ext cx="721206" cy="609701"/>
            <a:chOff x="11356242" y="811556"/>
            <a:chExt cx="721206" cy="609701"/>
          </a:xfrm>
        </p:grpSpPr>
        <p:sp>
          <p:nvSpPr>
            <p:cNvPr id="589" name="Rectangle 588">
              <a:hlinkHover r:id="" action="ppaction://noaction" highlightClick="1"/>
              <a:extLst>
                <a:ext uri="{FF2B5EF4-FFF2-40B4-BE49-F238E27FC236}">
                  <a16:creationId xmlns:a16="http://schemas.microsoft.com/office/drawing/2014/main" id="{3569E070-E3A0-9710-5CFC-281B742A7CBA}"/>
                </a:ext>
              </a:extLst>
            </p:cNvPr>
            <p:cNvSpPr/>
            <p:nvPr/>
          </p:nvSpPr>
          <p:spPr>
            <a:xfrm>
              <a:off x="11356242"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App Service</a:t>
              </a:r>
            </a:p>
          </p:txBody>
        </p:sp>
        <p:sp>
          <p:nvSpPr>
            <p:cNvPr id="590" name="Oval 589">
              <a:extLst>
                <a:ext uri="{FF2B5EF4-FFF2-40B4-BE49-F238E27FC236}">
                  <a16:creationId xmlns:a16="http://schemas.microsoft.com/office/drawing/2014/main" id="{9E2F26E2-96A0-C7D5-9465-A66ABFF145B7}"/>
                </a:ext>
              </a:extLst>
            </p:cNvPr>
            <p:cNvSpPr/>
            <p:nvPr/>
          </p:nvSpPr>
          <p:spPr>
            <a:xfrm>
              <a:off x="11934811" y="81931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1" name="Isosceles Triangle 648">
              <a:extLst>
                <a:ext uri="{FF2B5EF4-FFF2-40B4-BE49-F238E27FC236}">
                  <a16:creationId xmlns:a16="http://schemas.microsoft.com/office/drawing/2014/main" id="{3B2568BB-DD47-400D-5F78-04337E0EFADC}"/>
                </a:ext>
              </a:extLst>
            </p:cNvPr>
            <p:cNvSpPr/>
            <p:nvPr/>
          </p:nvSpPr>
          <p:spPr>
            <a:xfrm>
              <a:off x="11964936" y="83282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2" name="Group 591">
            <a:extLst>
              <a:ext uri="{FF2B5EF4-FFF2-40B4-BE49-F238E27FC236}">
                <a16:creationId xmlns:a16="http://schemas.microsoft.com/office/drawing/2014/main" id="{BA033E15-E809-3225-6AB5-327207525945}"/>
              </a:ext>
            </a:extLst>
          </p:cNvPr>
          <p:cNvGrpSpPr/>
          <p:nvPr/>
        </p:nvGrpSpPr>
        <p:grpSpPr>
          <a:xfrm>
            <a:off x="8807249" y="811555"/>
            <a:ext cx="721206" cy="609701"/>
            <a:chOff x="8807249" y="811555"/>
            <a:chExt cx="721206" cy="609701"/>
          </a:xfrm>
        </p:grpSpPr>
        <p:sp>
          <p:nvSpPr>
            <p:cNvPr id="593" name="Rectangle 592">
              <a:hlinkHover r:id="" action="ppaction://noaction" highlightClick="1"/>
              <a:extLst>
                <a:ext uri="{FF2B5EF4-FFF2-40B4-BE49-F238E27FC236}">
                  <a16:creationId xmlns:a16="http://schemas.microsoft.com/office/drawing/2014/main" id="{CD769EBB-D112-F8B9-5B28-0EE064FEFDA5}"/>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594" name="Diamond 593">
              <a:extLst>
                <a:ext uri="{FF2B5EF4-FFF2-40B4-BE49-F238E27FC236}">
                  <a16:creationId xmlns:a16="http://schemas.microsoft.com/office/drawing/2014/main" id="{976C5782-F59C-CE9C-451D-70919B1F9A04}"/>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5" name="Oval 594">
              <a:extLst>
                <a:ext uri="{FF2B5EF4-FFF2-40B4-BE49-F238E27FC236}">
                  <a16:creationId xmlns:a16="http://schemas.microsoft.com/office/drawing/2014/main" id="{E7A5FE1E-B6C2-0923-2254-2BB0630ECA28}"/>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6" name="Group 595">
            <a:extLst>
              <a:ext uri="{FF2B5EF4-FFF2-40B4-BE49-F238E27FC236}">
                <a16:creationId xmlns:a16="http://schemas.microsoft.com/office/drawing/2014/main" id="{9B85BD4A-9745-3679-3CA6-3724C24CE042}"/>
              </a:ext>
            </a:extLst>
          </p:cNvPr>
          <p:cNvGrpSpPr/>
          <p:nvPr/>
        </p:nvGrpSpPr>
        <p:grpSpPr>
          <a:xfrm>
            <a:off x="8808419" y="3705986"/>
            <a:ext cx="721206" cy="609701"/>
            <a:chOff x="8808419" y="3705986"/>
            <a:chExt cx="721206" cy="609701"/>
          </a:xfrm>
        </p:grpSpPr>
        <p:sp>
          <p:nvSpPr>
            <p:cNvPr id="597" name="Rectangle 596">
              <a:hlinkHover r:id="" action="ppaction://noaction" highlightClick="1"/>
              <a:extLst>
                <a:ext uri="{FF2B5EF4-FFF2-40B4-BE49-F238E27FC236}">
                  <a16:creationId xmlns:a16="http://schemas.microsoft.com/office/drawing/2014/main" id="{95CD603E-FA5D-C8D0-3D96-DCEB1FFD8C43}"/>
                </a:ext>
              </a:extLst>
            </p:cNvPr>
            <p:cNvSpPr/>
            <p:nvPr/>
          </p:nvSpPr>
          <p:spPr>
            <a:xfrm>
              <a:off x="8808419" y="370598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Data Explorer (Security Data Lake)</a:t>
              </a:r>
            </a:p>
          </p:txBody>
        </p:sp>
        <p:sp>
          <p:nvSpPr>
            <p:cNvPr id="598" name="Oval 597">
              <a:extLst>
                <a:ext uri="{FF2B5EF4-FFF2-40B4-BE49-F238E27FC236}">
                  <a16:creationId xmlns:a16="http://schemas.microsoft.com/office/drawing/2014/main" id="{00A8A060-7392-1F18-085D-E3138C4F7804}"/>
                </a:ext>
              </a:extLst>
            </p:cNvPr>
            <p:cNvSpPr/>
            <p:nvPr/>
          </p:nvSpPr>
          <p:spPr>
            <a:xfrm>
              <a:off x="9388410" y="371511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9" name="Isosceles Triangle 648">
              <a:extLst>
                <a:ext uri="{FF2B5EF4-FFF2-40B4-BE49-F238E27FC236}">
                  <a16:creationId xmlns:a16="http://schemas.microsoft.com/office/drawing/2014/main" id="{45B4B2DE-42F2-6988-DAEC-87A71A70DAF5}"/>
                </a:ext>
              </a:extLst>
            </p:cNvPr>
            <p:cNvSpPr/>
            <p:nvPr/>
          </p:nvSpPr>
          <p:spPr>
            <a:xfrm>
              <a:off x="9418535" y="37286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00" name="Group 599">
            <a:extLst>
              <a:ext uri="{FF2B5EF4-FFF2-40B4-BE49-F238E27FC236}">
                <a16:creationId xmlns:a16="http://schemas.microsoft.com/office/drawing/2014/main" id="{20683E3C-4BB7-6140-6C3D-ACDFA1A3E623}"/>
              </a:ext>
            </a:extLst>
          </p:cNvPr>
          <p:cNvGrpSpPr/>
          <p:nvPr/>
        </p:nvGrpSpPr>
        <p:grpSpPr>
          <a:xfrm>
            <a:off x="431659" y="90836"/>
            <a:ext cx="721210" cy="609701"/>
            <a:chOff x="431659" y="90836"/>
            <a:chExt cx="721210" cy="609701"/>
          </a:xfrm>
        </p:grpSpPr>
        <p:sp>
          <p:nvSpPr>
            <p:cNvPr id="601" name="Rectangle 600">
              <a:extLst>
                <a:ext uri="{FF2B5EF4-FFF2-40B4-BE49-F238E27FC236}">
                  <a16:creationId xmlns:a16="http://schemas.microsoft.com/office/drawing/2014/main" id="{6B9C9554-D1F2-5F1F-21EC-E727ADDAA610}"/>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02" name="Rectangle 601">
              <a:extLst>
                <a:ext uri="{FF2B5EF4-FFF2-40B4-BE49-F238E27FC236}">
                  <a16:creationId xmlns:a16="http://schemas.microsoft.com/office/drawing/2014/main" id="{55C7C23B-7165-8E37-2DE4-52E6BCA10D1F}"/>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3" name="Oval 15">
              <a:extLst>
                <a:ext uri="{FF2B5EF4-FFF2-40B4-BE49-F238E27FC236}">
                  <a16:creationId xmlns:a16="http://schemas.microsoft.com/office/drawing/2014/main" id="{7497A8BB-8B50-A546-01FC-F02B091ED6F5}"/>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4" name="Straight Connector 603">
              <a:extLst>
                <a:ext uri="{FF2B5EF4-FFF2-40B4-BE49-F238E27FC236}">
                  <a16:creationId xmlns:a16="http://schemas.microsoft.com/office/drawing/2014/main" id="{63A2A657-0D8E-AAB8-CF8B-378C04B4A299}"/>
                </a:ext>
              </a:extLst>
            </p:cNvPr>
            <p:cNvCxnSpPr>
              <a:cxnSpLocks/>
              <a:stCxn id="603"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05" name="Straight Connector 604">
              <a:extLst>
                <a:ext uri="{FF2B5EF4-FFF2-40B4-BE49-F238E27FC236}">
                  <a16:creationId xmlns:a16="http://schemas.microsoft.com/office/drawing/2014/main" id="{DAEF0B7D-66E3-94BA-7112-04CACD677E0C}"/>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6" name="Group 605">
            <a:extLst>
              <a:ext uri="{FF2B5EF4-FFF2-40B4-BE49-F238E27FC236}">
                <a16:creationId xmlns:a16="http://schemas.microsoft.com/office/drawing/2014/main" id="{0FFB4AAF-D4B4-F8B8-5B60-17474262A8A3}"/>
              </a:ext>
            </a:extLst>
          </p:cNvPr>
          <p:cNvGrpSpPr/>
          <p:nvPr/>
        </p:nvGrpSpPr>
        <p:grpSpPr>
          <a:xfrm>
            <a:off x="1267282" y="90836"/>
            <a:ext cx="721206" cy="609701"/>
            <a:chOff x="1267282" y="90836"/>
            <a:chExt cx="721206" cy="609701"/>
          </a:xfrm>
        </p:grpSpPr>
        <p:sp>
          <p:nvSpPr>
            <p:cNvPr id="607" name="Rectangle 606">
              <a:extLst>
                <a:ext uri="{FF2B5EF4-FFF2-40B4-BE49-F238E27FC236}">
                  <a16:creationId xmlns:a16="http://schemas.microsoft.com/office/drawing/2014/main" id="{13F14DFD-5D84-64FC-7364-B300921F731B}"/>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08" name="Rectangle 607">
              <a:extLst>
                <a:ext uri="{FF2B5EF4-FFF2-40B4-BE49-F238E27FC236}">
                  <a16:creationId xmlns:a16="http://schemas.microsoft.com/office/drawing/2014/main" id="{C1CF7EE7-8BB5-B1A7-D14D-FF73AC4BDDB7}"/>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9" name="Oval 15">
              <a:extLst>
                <a:ext uri="{FF2B5EF4-FFF2-40B4-BE49-F238E27FC236}">
                  <a16:creationId xmlns:a16="http://schemas.microsoft.com/office/drawing/2014/main" id="{56DDD8AB-C9AD-FC00-256E-5FD50060414E}"/>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0" name="Straight Connector 609">
              <a:extLst>
                <a:ext uri="{FF2B5EF4-FFF2-40B4-BE49-F238E27FC236}">
                  <a16:creationId xmlns:a16="http://schemas.microsoft.com/office/drawing/2014/main" id="{E40C605B-C5FA-9DB5-CC43-D782B5788BC6}"/>
                </a:ext>
              </a:extLst>
            </p:cNvPr>
            <p:cNvCxnSpPr>
              <a:cxnSpLocks/>
              <a:stCxn id="609"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1" name="Straight Connector 610">
              <a:extLst>
                <a:ext uri="{FF2B5EF4-FFF2-40B4-BE49-F238E27FC236}">
                  <a16:creationId xmlns:a16="http://schemas.microsoft.com/office/drawing/2014/main" id="{9C4142BF-3D72-5B38-B511-9806AF2EDBBC}"/>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2" name="Group 611">
            <a:extLst>
              <a:ext uri="{FF2B5EF4-FFF2-40B4-BE49-F238E27FC236}">
                <a16:creationId xmlns:a16="http://schemas.microsoft.com/office/drawing/2014/main" id="{E5B23683-8BF9-5A72-3E4B-73B4051F90EB}"/>
              </a:ext>
            </a:extLst>
          </p:cNvPr>
          <p:cNvGrpSpPr/>
          <p:nvPr/>
        </p:nvGrpSpPr>
        <p:grpSpPr>
          <a:xfrm>
            <a:off x="2102907" y="90836"/>
            <a:ext cx="721206" cy="609701"/>
            <a:chOff x="2102907" y="90836"/>
            <a:chExt cx="721206" cy="609701"/>
          </a:xfrm>
        </p:grpSpPr>
        <p:sp>
          <p:nvSpPr>
            <p:cNvPr id="613" name="Rectangle 612">
              <a:extLst>
                <a:ext uri="{FF2B5EF4-FFF2-40B4-BE49-F238E27FC236}">
                  <a16:creationId xmlns:a16="http://schemas.microsoft.com/office/drawing/2014/main" id="{7AD26B09-963E-C585-3342-835A9C9D5B6E}"/>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14" name="Rectangle 613">
              <a:extLst>
                <a:ext uri="{FF2B5EF4-FFF2-40B4-BE49-F238E27FC236}">
                  <a16:creationId xmlns:a16="http://schemas.microsoft.com/office/drawing/2014/main" id="{1233958F-98BB-332E-C370-D8C0908C2AAB}"/>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5" name="Oval 15">
              <a:extLst>
                <a:ext uri="{FF2B5EF4-FFF2-40B4-BE49-F238E27FC236}">
                  <a16:creationId xmlns:a16="http://schemas.microsoft.com/office/drawing/2014/main" id="{2A9222CC-9169-5951-D7DB-9D48F6EC20D2}"/>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6" name="Straight Connector 615">
              <a:extLst>
                <a:ext uri="{FF2B5EF4-FFF2-40B4-BE49-F238E27FC236}">
                  <a16:creationId xmlns:a16="http://schemas.microsoft.com/office/drawing/2014/main" id="{742972C1-4AD7-6165-CFFB-2D505F1D27D3}"/>
                </a:ext>
              </a:extLst>
            </p:cNvPr>
            <p:cNvCxnSpPr>
              <a:cxnSpLocks/>
              <a:stCxn id="615"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7" name="Straight Connector 616">
              <a:extLst>
                <a:ext uri="{FF2B5EF4-FFF2-40B4-BE49-F238E27FC236}">
                  <a16:creationId xmlns:a16="http://schemas.microsoft.com/office/drawing/2014/main" id="{03F2737B-5CAB-FC6D-B286-523A1D3F423D}"/>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8" name="Group 617">
            <a:extLst>
              <a:ext uri="{FF2B5EF4-FFF2-40B4-BE49-F238E27FC236}">
                <a16:creationId xmlns:a16="http://schemas.microsoft.com/office/drawing/2014/main" id="{1BA70B2B-B3DE-DCC2-A6E1-63E00C04A0EC}"/>
              </a:ext>
            </a:extLst>
          </p:cNvPr>
          <p:cNvGrpSpPr/>
          <p:nvPr/>
        </p:nvGrpSpPr>
        <p:grpSpPr>
          <a:xfrm>
            <a:off x="1269626" y="4419615"/>
            <a:ext cx="721206" cy="609701"/>
            <a:chOff x="1269626" y="4419615"/>
            <a:chExt cx="721206" cy="609701"/>
          </a:xfrm>
        </p:grpSpPr>
        <p:sp>
          <p:nvSpPr>
            <p:cNvPr id="619" name="Rectangle 618">
              <a:extLst>
                <a:ext uri="{FF2B5EF4-FFF2-40B4-BE49-F238E27FC236}">
                  <a16:creationId xmlns:a16="http://schemas.microsoft.com/office/drawing/2014/main" id="{F7E86E6C-FC43-47E4-0B28-7A4B8D1AC891}"/>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20" name="Cylinder 619">
              <a:extLst>
                <a:ext uri="{FF2B5EF4-FFF2-40B4-BE49-F238E27FC236}">
                  <a16:creationId xmlns:a16="http://schemas.microsoft.com/office/drawing/2014/main" id="{FA006A6A-3C90-04A3-99AA-54B804DA0308}"/>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1" name="Group 620">
            <a:extLst>
              <a:ext uri="{FF2B5EF4-FFF2-40B4-BE49-F238E27FC236}">
                <a16:creationId xmlns:a16="http://schemas.microsoft.com/office/drawing/2014/main" id="{8AB149F4-5EA9-56C9-4802-7C731B940D57}"/>
              </a:ext>
            </a:extLst>
          </p:cNvPr>
          <p:cNvGrpSpPr/>
          <p:nvPr/>
        </p:nvGrpSpPr>
        <p:grpSpPr>
          <a:xfrm>
            <a:off x="432841" y="4419615"/>
            <a:ext cx="721206" cy="609701"/>
            <a:chOff x="432841" y="4419615"/>
            <a:chExt cx="721206" cy="609701"/>
          </a:xfrm>
        </p:grpSpPr>
        <p:sp>
          <p:nvSpPr>
            <p:cNvPr id="622" name="Rectangle 621">
              <a:extLst>
                <a:ext uri="{FF2B5EF4-FFF2-40B4-BE49-F238E27FC236}">
                  <a16:creationId xmlns:a16="http://schemas.microsoft.com/office/drawing/2014/main" id="{2C717CEC-2BF8-3C9D-2666-FC24624B8FAD}"/>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23" name="Cylinder 622">
              <a:extLst>
                <a:ext uri="{FF2B5EF4-FFF2-40B4-BE49-F238E27FC236}">
                  <a16:creationId xmlns:a16="http://schemas.microsoft.com/office/drawing/2014/main" id="{3D7EC709-6FDF-7AAF-05BD-DDE9DAAA0FB3}"/>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4" name="Group 623">
            <a:extLst>
              <a:ext uri="{FF2B5EF4-FFF2-40B4-BE49-F238E27FC236}">
                <a16:creationId xmlns:a16="http://schemas.microsoft.com/office/drawing/2014/main" id="{EF822BEE-71BB-BB57-6FD8-E6B9F5460A72}"/>
              </a:ext>
            </a:extLst>
          </p:cNvPr>
          <p:cNvGrpSpPr/>
          <p:nvPr/>
        </p:nvGrpSpPr>
        <p:grpSpPr>
          <a:xfrm>
            <a:off x="1268467" y="5141008"/>
            <a:ext cx="721206" cy="609701"/>
            <a:chOff x="1268467" y="5141008"/>
            <a:chExt cx="721206" cy="609701"/>
          </a:xfrm>
        </p:grpSpPr>
        <p:sp>
          <p:nvSpPr>
            <p:cNvPr id="625" name="Rectangle 624">
              <a:extLst>
                <a:ext uri="{FF2B5EF4-FFF2-40B4-BE49-F238E27FC236}">
                  <a16:creationId xmlns:a16="http://schemas.microsoft.com/office/drawing/2014/main" id="{21FCF039-BCA7-85DD-98FC-32A2675A5E38}"/>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26" name="Cylinder 625">
              <a:extLst>
                <a:ext uri="{FF2B5EF4-FFF2-40B4-BE49-F238E27FC236}">
                  <a16:creationId xmlns:a16="http://schemas.microsoft.com/office/drawing/2014/main" id="{F24D57D0-1C9F-0ABE-4F8A-68B64777BB6B}"/>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7" name="Group 626">
            <a:extLst>
              <a:ext uri="{FF2B5EF4-FFF2-40B4-BE49-F238E27FC236}">
                <a16:creationId xmlns:a16="http://schemas.microsoft.com/office/drawing/2014/main" id="{2CF5F059-BBD4-8240-85E8-0A8BB60ACEBC}"/>
              </a:ext>
            </a:extLst>
          </p:cNvPr>
          <p:cNvGrpSpPr/>
          <p:nvPr/>
        </p:nvGrpSpPr>
        <p:grpSpPr>
          <a:xfrm>
            <a:off x="431297" y="5141008"/>
            <a:ext cx="721206" cy="609701"/>
            <a:chOff x="431297" y="5141008"/>
            <a:chExt cx="721206" cy="609701"/>
          </a:xfrm>
        </p:grpSpPr>
        <p:sp>
          <p:nvSpPr>
            <p:cNvPr id="628" name="Rectangle 627">
              <a:extLst>
                <a:ext uri="{FF2B5EF4-FFF2-40B4-BE49-F238E27FC236}">
                  <a16:creationId xmlns:a16="http://schemas.microsoft.com/office/drawing/2014/main" id="{FDA4C507-BBBE-EA79-DC35-89999EF335D8}"/>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29" name="Cylinder 628">
              <a:extLst>
                <a:ext uri="{FF2B5EF4-FFF2-40B4-BE49-F238E27FC236}">
                  <a16:creationId xmlns:a16="http://schemas.microsoft.com/office/drawing/2014/main" id="{B5703D78-C40E-BDC5-066E-63BC0D623827}"/>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30" name="Group 629">
            <a:extLst>
              <a:ext uri="{FF2B5EF4-FFF2-40B4-BE49-F238E27FC236}">
                <a16:creationId xmlns:a16="http://schemas.microsoft.com/office/drawing/2014/main" id="{1813385F-7FB5-F805-7A30-87254722496A}"/>
              </a:ext>
            </a:extLst>
          </p:cNvPr>
          <p:cNvGrpSpPr/>
          <p:nvPr/>
        </p:nvGrpSpPr>
        <p:grpSpPr>
          <a:xfrm>
            <a:off x="431660" y="3698226"/>
            <a:ext cx="721206" cy="609701"/>
            <a:chOff x="431660" y="3698226"/>
            <a:chExt cx="721206" cy="609701"/>
          </a:xfrm>
        </p:grpSpPr>
        <p:sp>
          <p:nvSpPr>
            <p:cNvPr id="631" name="Rectangle 630">
              <a:extLst>
                <a:ext uri="{FF2B5EF4-FFF2-40B4-BE49-F238E27FC236}">
                  <a16:creationId xmlns:a16="http://schemas.microsoft.com/office/drawing/2014/main" id="{3A9BBB79-BAC9-B573-B231-B358F5BD4E2D}"/>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32" name="Right Triangle 631">
              <a:extLst>
                <a:ext uri="{FF2B5EF4-FFF2-40B4-BE49-F238E27FC236}">
                  <a16:creationId xmlns:a16="http://schemas.microsoft.com/office/drawing/2014/main" id="{5BCD4F8F-F751-38D8-30D0-730D2406DC29}"/>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3" name="Group 632">
              <a:extLst>
                <a:ext uri="{FF2B5EF4-FFF2-40B4-BE49-F238E27FC236}">
                  <a16:creationId xmlns:a16="http://schemas.microsoft.com/office/drawing/2014/main" id="{BB238DB9-BB80-9A19-D112-F23C51C5AC09}"/>
                </a:ext>
              </a:extLst>
            </p:cNvPr>
            <p:cNvGrpSpPr/>
            <p:nvPr/>
          </p:nvGrpSpPr>
          <p:grpSpPr>
            <a:xfrm>
              <a:off x="1102253" y="3706270"/>
              <a:ext cx="37817" cy="61390"/>
              <a:chOff x="3883481" y="2057400"/>
              <a:chExt cx="1608363" cy="2652031"/>
            </a:xfrm>
            <a:solidFill>
              <a:srgbClr val="A6A6A6">
                <a:alpha val="20000"/>
              </a:srgbClr>
            </a:solidFill>
          </p:grpSpPr>
          <p:sp>
            <p:nvSpPr>
              <p:cNvPr id="634" name="Oval 27">
                <a:extLst>
                  <a:ext uri="{FF2B5EF4-FFF2-40B4-BE49-F238E27FC236}">
                    <a16:creationId xmlns:a16="http://schemas.microsoft.com/office/drawing/2014/main" id="{E2838CFB-BEA3-67AB-64DD-A02F111202F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5" name="Oval 28">
                <a:extLst>
                  <a:ext uri="{FF2B5EF4-FFF2-40B4-BE49-F238E27FC236}">
                    <a16:creationId xmlns:a16="http://schemas.microsoft.com/office/drawing/2014/main" id="{86E57E95-6D3F-4088-39A4-188DC1D888B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36" name="Group 635">
            <a:extLst>
              <a:ext uri="{FF2B5EF4-FFF2-40B4-BE49-F238E27FC236}">
                <a16:creationId xmlns:a16="http://schemas.microsoft.com/office/drawing/2014/main" id="{910BC250-F6B8-39A0-A45E-4ADF7EF83D49}"/>
              </a:ext>
            </a:extLst>
          </p:cNvPr>
          <p:cNvGrpSpPr/>
          <p:nvPr/>
        </p:nvGrpSpPr>
        <p:grpSpPr>
          <a:xfrm>
            <a:off x="2942399" y="3698227"/>
            <a:ext cx="721206" cy="609701"/>
            <a:chOff x="2942399" y="3698227"/>
            <a:chExt cx="721206" cy="609701"/>
          </a:xfrm>
        </p:grpSpPr>
        <p:sp>
          <p:nvSpPr>
            <p:cNvPr id="637" name="Rectangle 636">
              <a:extLst>
                <a:ext uri="{FF2B5EF4-FFF2-40B4-BE49-F238E27FC236}">
                  <a16:creationId xmlns:a16="http://schemas.microsoft.com/office/drawing/2014/main" id="{E9AC89A4-9E6C-6272-EB3B-D8CC280BD4EF}"/>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38" name="Right Triangle 637">
              <a:extLst>
                <a:ext uri="{FF2B5EF4-FFF2-40B4-BE49-F238E27FC236}">
                  <a16:creationId xmlns:a16="http://schemas.microsoft.com/office/drawing/2014/main" id="{6664B795-3085-23F3-33B5-7BB527134DA2}"/>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9" name="Group 638">
              <a:extLst>
                <a:ext uri="{FF2B5EF4-FFF2-40B4-BE49-F238E27FC236}">
                  <a16:creationId xmlns:a16="http://schemas.microsoft.com/office/drawing/2014/main" id="{5AB2A478-AE92-C874-FEA5-8E0A7855F95B}"/>
                </a:ext>
              </a:extLst>
            </p:cNvPr>
            <p:cNvGrpSpPr/>
            <p:nvPr/>
          </p:nvGrpSpPr>
          <p:grpSpPr>
            <a:xfrm>
              <a:off x="3607767" y="3713057"/>
              <a:ext cx="37817" cy="61390"/>
              <a:chOff x="3883481" y="2057400"/>
              <a:chExt cx="1608363" cy="2652031"/>
            </a:xfrm>
            <a:solidFill>
              <a:srgbClr val="A6A6A6">
                <a:alpha val="20000"/>
              </a:srgbClr>
            </a:solidFill>
          </p:grpSpPr>
          <p:sp>
            <p:nvSpPr>
              <p:cNvPr id="640" name="Oval 27">
                <a:extLst>
                  <a:ext uri="{FF2B5EF4-FFF2-40B4-BE49-F238E27FC236}">
                    <a16:creationId xmlns:a16="http://schemas.microsoft.com/office/drawing/2014/main" id="{A4864D33-C664-3DEC-15F6-CA5B085CA292}"/>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1" name="Oval 28">
                <a:extLst>
                  <a:ext uri="{FF2B5EF4-FFF2-40B4-BE49-F238E27FC236}">
                    <a16:creationId xmlns:a16="http://schemas.microsoft.com/office/drawing/2014/main" id="{824042C2-E6A6-ED85-474A-69E89F7B3F81}"/>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8" name="Group 657">
            <a:extLst>
              <a:ext uri="{FF2B5EF4-FFF2-40B4-BE49-F238E27FC236}">
                <a16:creationId xmlns:a16="http://schemas.microsoft.com/office/drawing/2014/main" id="{3AA1381D-23C7-7115-A905-7D1DFDD8AECC}"/>
              </a:ext>
            </a:extLst>
          </p:cNvPr>
          <p:cNvGrpSpPr/>
          <p:nvPr/>
        </p:nvGrpSpPr>
        <p:grpSpPr>
          <a:xfrm>
            <a:off x="2105710" y="3698208"/>
            <a:ext cx="721206" cy="610396"/>
            <a:chOff x="2105710" y="3698208"/>
            <a:chExt cx="721206" cy="610396"/>
          </a:xfrm>
        </p:grpSpPr>
        <p:sp>
          <p:nvSpPr>
            <p:cNvPr id="659" name="Rectangle 658">
              <a:extLst>
                <a:ext uri="{FF2B5EF4-FFF2-40B4-BE49-F238E27FC236}">
                  <a16:creationId xmlns:a16="http://schemas.microsoft.com/office/drawing/2014/main" id="{D79A69FA-B91A-7199-AEAF-0596A9CF98D2}"/>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60" name="Right Triangle 659">
              <a:extLst>
                <a:ext uri="{FF2B5EF4-FFF2-40B4-BE49-F238E27FC236}">
                  <a16:creationId xmlns:a16="http://schemas.microsoft.com/office/drawing/2014/main" id="{2315EAFC-39D2-6879-9469-E53DE318AAAF}"/>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1" name="Group 660">
              <a:extLst>
                <a:ext uri="{FF2B5EF4-FFF2-40B4-BE49-F238E27FC236}">
                  <a16:creationId xmlns:a16="http://schemas.microsoft.com/office/drawing/2014/main" id="{B3E2377C-3C35-ADA6-A2B6-9FE3D6CB52AB}"/>
                </a:ext>
              </a:extLst>
            </p:cNvPr>
            <p:cNvGrpSpPr/>
            <p:nvPr/>
          </p:nvGrpSpPr>
          <p:grpSpPr>
            <a:xfrm>
              <a:off x="2776303" y="3704306"/>
              <a:ext cx="37817" cy="61390"/>
              <a:chOff x="3883481" y="2057400"/>
              <a:chExt cx="1608363" cy="2652031"/>
            </a:xfrm>
            <a:solidFill>
              <a:srgbClr val="A6A6A6">
                <a:alpha val="20000"/>
              </a:srgbClr>
            </a:solidFill>
          </p:grpSpPr>
          <p:sp>
            <p:nvSpPr>
              <p:cNvPr id="662" name="Oval 27">
                <a:extLst>
                  <a:ext uri="{FF2B5EF4-FFF2-40B4-BE49-F238E27FC236}">
                    <a16:creationId xmlns:a16="http://schemas.microsoft.com/office/drawing/2014/main" id="{0260665E-3B41-496C-2129-2F3A4C3B76B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3" name="Oval 28">
                <a:extLst>
                  <a:ext uri="{FF2B5EF4-FFF2-40B4-BE49-F238E27FC236}">
                    <a16:creationId xmlns:a16="http://schemas.microsoft.com/office/drawing/2014/main" id="{334851F1-E2C5-E65B-5E23-69F61E2F0F7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4" name="Group 663">
            <a:extLst>
              <a:ext uri="{FF2B5EF4-FFF2-40B4-BE49-F238E27FC236}">
                <a16:creationId xmlns:a16="http://schemas.microsoft.com/office/drawing/2014/main" id="{99D73084-4FE0-1031-D792-DE9D564F3F9B}"/>
              </a:ext>
            </a:extLst>
          </p:cNvPr>
          <p:cNvGrpSpPr/>
          <p:nvPr/>
        </p:nvGrpSpPr>
        <p:grpSpPr>
          <a:xfrm>
            <a:off x="3778361" y="2253333"/>
            <a:ext cx="721206" cy="609701"/>
            <a:chOff x="3778361" y="2253333"/>
            <a:chExt cx="721206" cy="609701"/>
          </a:xfrm>
        </p:grpSpPr>
        <p:sp>
          <p:nvSpPr>
            <p:cNvPr id="665" name="Rectangle 664">
              <a:extLst>
                <a:ext uri="{FF2B5EF4-FFF2-40B4-BE49-F238E27FC236}">
                  <a16:creationId xmlns:a16="http://schemas.microsoft.com/office/drawing/2014/main" id="{053F0D84-501F-119C-75A5-B0D144C87F92}"/>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66" name="Rectangle 665">
              <a:extLst>
                <a:ext uri="{FF2B5EF4-FFF2-40B4-BE49-F238E27FC236}">
                  <a16:creationId xmlns:a16="http://schemas.microsoft.com/office/drawing/2014/main" id="{A31D27AD-5070-3D93-BD9E-1CD49CD5A29C}"/>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7" name="Oval 15">
              <a:extLst>
                <a:ext uri="{FF2B5EF4-FFF2-40B4-BE49-F238E27FC236}">
                  <a16:creationId xmlns:a16="http://schemas.microsoft.com/office/drawing/2014/main" id="{90DD2E8B-4BB5-5DF8-53EF-FD93B013C979}"/>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8" name="Straight Connector 667">
              <a:extLst>
                <a:ext uri="{FF2B5EF4-FFF2-40B4-BE49-F238E27FC236}">
                  <a16:creationId xmlns:a16="http://schemas.microsoft.com/office/drawing/2014/main" id="{92354211-8FDB-F291-2349-BD4507BE56D2}"/>
                </a:ext>
              </a:extLst>
            </p:cNvPr>
            <p:cNvCxnSpPr>
              <a:cxnSpLocks/>
              <a:stCxn id="667"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69" name="Straight Connector 668">
              <a:extLst>
                <a:ext uri="{FF2B5EF4-FFF2-40B4-BE49-F238E27FC236}">
                  <a16:creationId xmlns:a16="http://schemas.microsoft.com/office/drawing/2014/main" id="{B6CDA775-4234-9BC0-17B1-9D667E647AB9}"/>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70" name="Group 669">
            <a:extLst>
              <a:ext uri="{FF2B5EF4-FFF2-40B4-BE49-F238E27FC236}">
                <a16:creationId xmlns:a16="http://schemas.microsoft.com/office/drawing/2014/main" id="{148A8631-574E-A358-6E4B-489B77923D39}"/>
              </a:ext>
            </a:extLst>
          </p:cNvPr>
          <p:cNvGrpSpPr/>
          <p:nvPr/>
        </p:nvGrpSpPr>
        <p:grpSpPr>
          <a:xfrm>
            <a:off x="1268843" y="2253332"/>
            <a:ext cx="721206" cy="609701"/>
            <a:chOff x="1268843" y="2253332"/>
            <a:chExt cx="721206" cy="609701"/>
          </a:xfrm>
        </p:grpSpPr>
        <p:sp>
          <p:nvSpPr>
            <p:cNvPr id="671" name="Rectangle 670">
              <a:extLst>
                <a:ext uri="{FF2B5EF4-FFF2-40B4-BE49-F238E27FC236}">
                  <a16:creationId xmlns:a16="http://schemas.microsoft.com/office/drawing/2014/main" id="{F91410DD-4EDB-69EF-D437-963DDAB239B3}"/>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72" name="Right Triangle 671">
              <a:extLst>
                <a:ext uri="{FF2B5EF4-FFF2-40B4-BE49-F238E27FC236}">
                  <a16:creationId xmlns:a16="http://schemas.microsoft.com/office/drawing/2014/main" id="{9D251A89-B780-5321-68D6-B5B392C92AE5}"/>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3" name="Group 672">
              <a:extLst>
                <a:ext uri="{FF2B5EF4-FFF2-40B4-BE49-F238E27FC236}">
                  <a16:creationId xmlns:a16="http://schemas.microsoft.com/office/drawing/2014/main" id="{7805C35B-BAE4-78E2-8674-939DB6E4AD71}"/>
                </a:ext>
              </a:extLst>
            </p:cNvPr>
            <p:cNvGrpSpPr/>
            <p:nvPr/>
          </p:nvGrpSpPr>
          <p:grpSpPr>
            <a:xfrm>
              <a:off x="1939436" y="2265731"/>
              <a:ext cx="37817" cy="61390"/>
              <a:chOff x="3883481" y="2057400"/>
              <a:chExt cx="1608363" cy="2652031"/>
            </a:xfrm>
            <a:solidFill>
              <a:srgbClr val="A6A6A6">
                <a:alpha val="20000"/>
              </a:srgbClr>
            </a:solidFill>
          </p:grpSpPr>
          <p:sp>
            <p:nvSpPr>
              <p:cNvPr id="674" name="Oval 27">
                <a:extLst>
                  <a:ext uri="{FF2B5EF4-FFF2-40B4-BE49-F238E27FC236}">
                    <a16:creationId xmlns:a16="http://schemas.microsoft.com/office/drawing/2014/main" id="{5E72C9E8-6907-8752-2F2A-9E10D0055E4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5" name="Oval 28">
                <a:extLst>
                  <a:ext uri="{FF2B5EF4-FFF2-40B4-BE49-F238E27FC236}">
                    <a16:creationId xmlns:a16="http://schemas.microsoft.com/office/drawing/2014/main" id="{DA905603-CF6C-BFAB-D94B-19F0589E3A8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2" name="Group 681">
            <a:extLst>
              <a:ext uri="{FF2B5EF4-FFF2-40B4-BE49-F238E27FC236}">
                <a16:creationId xmlns:a16="http://schemas.microsoft.com/office/drawing/2014/main" id="{69E7EB88-351B-AE91-161E-98E632F7959B}"/>
              </a:ext>
            </a:extLst>
          </p:cNvPr>
          <p:cNvGrpSpPr/>
          <p:nvPr/>
        </p:nvGrpSpPr>
        <p:grpSpPr>
          <a:xfrm>
            <a:off x="2941860" y="2253333"/>
            <a:ext cx="721206" cy="609701"/>
            <a:chOff x="2941860" y="2253333"/>
            <a:chExt cx="721206" cy="609701"/>
          </a:xfrm>
        </p:grpSpPr>
        <p:sp>
          <p:nvSpPr>
            <p:cNvPr id="683" name="Rectangle 682">
              <a:extLst>
                <a:ext uri="{FF2B5EF4-FFF2-40B4-BE49-F238E27FC236}">
                  <a16:creationId xmlns:a16="http://schemas.microsoft.com/office/drawing/2014/main" id="{869E26AE-BDFD-9A17-C485-2F9B38053688}"/>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684" name="Right Triangle 683">
              <a:extLst>
                <a:ext uri="{FF2B5EF4-FFF2-40B4-BE49-F238E27FC236}">
                  <a16:creationId xmlns:a16="http://schemas.microsoft.com/office/drawing/2014/main" id="{2BE0844B-E69C-9092-9D1F-247CF859B138}"/>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5" name="Group 684">
              <a:extLst>
                <a:ext uri="{FF2B5EF4-FFF2-40B4-BE49-F238E27FC236}">
                  <a16:creationId xmlns:a16="http://schemas.microsoft.com/office/drawing/2014/main" id="{6D729322-6872-3583-B613-FBF85F4D1ED1}"/>
                </a:ext>
              </a:extLst>
            </p:cNvPr>
            <p:cNvGrpSpPr/>
            <p:nvPr/>
          </p:nvGrpSpPr>
          <p:grpSpPr>
            <a:xfrm>
              <a:off x="3611250" y="2264969"/>
              <a:ext cx="37817" cy="61390"/>
              <a:chOff x="3883481" y="2057400"/>
              <a:chExt cx="1608363" cy="2652031"/>
            </a:xfrm>
            <a:solidFill>
              <a:srgbClr val="A6A6A6">
                <a:alpha val="20000"/>
              </a:srgbClr>
            </a:solidFill>
          </p:grpSpPr>
          <p:sp>
            <p:nvSpPr>
              <p:cNvPr id="686" name="Oval 27">
                <a:extLst>
                  <a:ext uri="{FF2B5EF4-FFF2-40B4-BE49-F238E27FC236}">
                    <a16:creationId xmlns:a16="http://schemas.microsoft.com/office/drawing/2014/main" id="{C4E59A8D-9FDC-1ABF-3EBC-03C4F5D9703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7" name="Oval 28">
                <a:extLst>
                  <a:ext uri="{FF2B5EF4-FFF2-40B4-BE49-F238E27FC236}">
                    <a16:creationId xmlns:a16="http://schemas.microsoft.com/office/drawing/2014/main" id="{CC8B863F-BA71-9290-5233-12DE8AF9CEA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8" name="Group 687">
            <a:extLst>
              <a:ext uri="{FF2B5EF4-FFF2-40B4-BE49-F238E27FC236}">
                <a16:creationId xmlns:a16="http://schemas.microsoft.com/office/drawing/2014/main" id="{B0D8412A-D279-E872-59D4-705D7ECC0E80}"/>
              </a:ext>
            </a:extLst>
          </p:cNvPr>
          <p:cNvGrpSpPr/>
          <p:nvPr/>
        </p:nvGrpSpPr>
        <p:grpSpPr>
          <a:xfrm>
            <a:off x="4614876" y="2253332"/>
            <a:ext cx="721206" cy="609701"/>
            <a:chOff x="4614876" y="2253332"/>
            <a:chExt cx="721206" cy="609701"/>
          </a:xfrm>
        </p:grpSpPr>
        <p:sp>
          <p:nvSpPr>
            <p:cNvPr id="689" name="Rectangle 688">
              <a:extLst>
                <a:ext uri="{FF2B5EF4-FFF2-40B4-BE49-F238E27FC236}">
                  <a16:creationId xmlns:a16="http://schemas.microsoft.com/office/drawing/2014/main" id="{46E20A24-23AB-51BF-2C14-46DCDC01B122}"/>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690" name="Right Triangle 689">
              <a:extLst>
                <a:ext uri="{FF2B5EF4-FFF2-40B4-BE49-F238E27FC236}">
                  <a16:creationId xmlns:a16="http://schemas.microsoft.com/office/drawing/2014/main" id="{D3658625-3A45-5E29-D9D6-438A0C9DECBA}"/>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1" name="Group 690">
              <a:extLst>
                <a:ext uri="{FF2B5EF4-FFF2-40B4-BE49-F238E27FC236}">
                  <a16:creationId xmlns:a16="http://schemas.microsoft.com/office/drawing/2014/main" id="{E6437FDC-98F8-BD03-B0EE-B1BD1605B4D4}"/>
                </a:ext>
              </a:extLst>
            </p:cNvPr>
            <p:cNvGrpSpPr/>
            <p:nvPr/>
          </p:nvGrpSpPr>
          <p:grpSpPr>
            <a:xfrm>
              <a:off x="5280738" y="2264779"/>
              <a:ext cx="37817" cy="61390"/>
              <a:chOff x="3883481" y="2057400"/>
              <a:chExt cx="1608363" cy="2652031"/>
            </a:xfrm>
            <a:solidFill>
              <a:srgbClr val="A6A6A6">
                <a:alpha val="20000"/>
              </a:srgbClr>
            </a:solidFill>
          </p:grpSpPr>
          <p:sp>
            <p:nvSpPr>
              <p:cNvPr id="692" name="Oval 27">
                <a:extLst>
                  <a:ext uri="{FF2B5EF4-FFF2-40B4-BE49-F238E27FC236}">
                    <a16:creationId xmlns:a16="http://schemas.microsoft.com/office/drawing/2014/main" id="{98B20804-63B3-1A82-7F18-C5E88D8A950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3" name="Oval 28">
                <a:extLst>
                  <a:ext uri="{FF2B5EF4-FFF2-40B4-BE49-F238E27FC236}">
                    <a16:creationId xmlns:a16="http://schemas.microsoft.com/office/drawing/2014/main" id="{66A061F5-8BE2-A0F0-13F3-C3EBF1909F1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6" name="Group 705">
            <a:extLst>
              <a:ext uri="{FF2B5EF4-FFF2-40B4-BE49-F238E27FC236}">
                <a16:creationId xmlns:a16="http://schemas.microsoft.com/office/drawing/2014/main" id="{C6AE5845-B55C-2478-592C-9D1E7D333CCE}"/>
              </a:ext>
            </a:extLst>
          </p:cNvPr>
          <p:cNvGrpSpPr/>
          <p:nvPr/>
        </p:nvGrpSpPr>
        <p:grpSpPr>
          <a:xfrm>
            <a:off x="431659" y="2253337"/>
            <a:ext cx="721895" cy="609700"/>
            <a:chOff x="431659" y="2253337"/>
            <a:chExt cx="721895" cy="609700"/>
          </a:xfrm>
        </p:grpSpPr>
        <p:sp>
          <p:nvSpPr>
            <p:cNvPr id="707" name="Rectangle 706">
              <a:hlinkHover r:id="" action="ppaction://noaction" highlightClick="1"/>
              <a:extLst>
                <a:ext uri="{FF2B5EF4-FFF2-40B4-BE49-F238E27FC236}">
                  <a16:creationId xmlns:a16="http://schemas.microsoft.com/office/drawing/2014/main" id="{02C32458-44CD-0D1F-788F-4C42D8D5D209}"/>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08" name="Diamond 707">
              <a:extLst>
                <a:ext uri="{FF2B5EF4-FFF2-40B4-BE49-F238E27FC236}">
                  <a16:creationId xmlns:a16="http://schemas.microsoft.com/office/drawing/2014/main" id="{561D9085-B63F-4390-A5AB-177CED8F539B}"/>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9" name="Oval 708">
              <a:extLst>
                <a:ext uri="{FF2B5EF4-FFF2-40B4-BE49-F238E27FC236}">
                  <a16:creationId xmlns:a16="http://schemas.microsoft.com/office/drawing/2014/main" id="{5E5AF81E-0570-E67E-88EE-1A2733377486}"/>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14" name="Group 713">
            <a:extLst>
              <a:ext uri="{FF2B5EF4-FFF2-40B4-BE49-F238E27FC236}">
                <a16:creationId xmlns:a16="http://schemas.microsoft.com/office/drawing/2014/main" id="{DD86E1A8-BD8A-2210-6B2E-21AA99F10672}"/>
              </a:ext>
            </a:extLst>
          </p:cNvPr>
          <p:cNvGrpSpPr/>
          <p:nvPr/>
        </p:nvGrpSpPr>
        <p:grpSpPr>
          <a:xfrm>
            <a:off x="2105348" y="1532276"/>
            <a:ext cx="721206" cy="609701"/>
            <a:chOff x="2105348" y="1532276"/>
            <a:chExt cx="721206" cy="609701"/>
          </a:xfrm>
        </p:grpSpPr>
        <p:sp>
          <p:nvSpPr>
            <p:cNvPr id="715" name="Rectangle 714">
              <a:extLst>
                <a:ext uri="{FF2B5EF4-FFF2-40B4-BE49-F238E27FC236}">
                  <a16:creationId xmlns:a16="http://schemas.microsoft.com/office/drawing/2014/main" id="{752015EE-5479-114C-C697-D5FD55508B56}"/>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16" name="Rectangle 715">
              <a:extLst>
                <a:ext uri="{FF2B5EF4-FFF2-40B4-BE49-F238E27FC236}">
                  <a16:creationId xmlns:a16="http://schemas.microsoft.com/office/drawing/2014/main" id="{8B934333-6415-770B-08FE-AEFCB586EA86}"/>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7" name="Oval 15">
              <a:extLst>
                <a:ext uri="{FF2B5EF4-FFF2-40B4-BE49-F238E27FC236}">
                  <a16:creationId xmlns:a16="http://schemas.microsoft.com/office/drawing/2014/main" id="{A2C9B967-A73F-9AD4-ACAE-DAB77C428A69}"/>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18" name="Straight Connector 717">
              <a:extLst>
                <a:ext uri="{FF2B5EF4-FFF2-40B4-BE49-F238E27FC236}">
                  <a16:creationId xmlns:a16="http://schemas.microsoft.com/office/drawing/2014/main" id="{228FA692-0514-8D70-37C3-C547AE47B4D8}"/>
                </a:ext>
              </a:extLst>
            </p:cNvPr>
            <p:cNvCxnSpPr>
              <a:cxnSpLocks/>
              <a:stCxn id="717"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19" name="Straight Connector 718">
              <a:extLst>
                <a:ext uri="{FF2B5EF4-FFF2-40B4-BE49-F238E27FC236}">
                  <a16:creationId xmlns:a16="http://schemas.microsoft.com/office/drawing/2014/main" id="{A9709A1A-B4B8-44C6-3FF4-76B44CE8F3EE}"/>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20" name="Group 719">
            <a:extLst>
              <a:ext uri="{FF2B5EF4-FFF2-40B4-BE49-F238E27FC236}">
                <a16:creationId xmlns:a16="http://schemas.microsoft.com/office/drawing/2014/main" id="{8F8CB7DF-6534-7CFA-2B7C-D0DD6220254E}"/>
              </a:ext>
            </a:extLst>
          </p:cNvPr>
          <p:cNvGrpSpPr/>
          <p:nvPr/>
        </p:nvGrpSpPr>
        <p:grpSpPr>
          <a:xfrm>
            <a:off x="431659" y="1532283"/>
            <a:ext cx="721891" cy="610032"/>
            <a:chOff x="431659" y="1532283"/>
            <a:chExt cx="721891" cy="610032"/>
          </a:xfrm>
        </p:grpSpPr>
        <p:sp>
          <p:nvSpPr>
            <p:cNvPr id="721" name="Rectangle 720">
              <a:extLst>
                <a:ext uri="{FF2B5EF4-FFF2-40B4-BE49-F238E27FC236}">
                  <a16:creationId xmlns:a16="http://schemas.microsoft.com/office/drawing/2014/main" id="{C729C947-8492-CB94-4A7F-9F3920D5AC6B}"/>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22" name="Right Triangle 721">
              <a:extLst>
                <a:ext uri="{FF2B5EF4-FFF2-40B4-BE49-F238E27FC236}">
                  <a16:creationId xmlns:a16="http://schemas.microsoft.com/office/drawing/2014/main" id="{A5DA15D7-70C0-26CD-5BA6-F3A76F330CCA}"/>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3" name="Group 722">
              <a:extLst>
                <a:ext uri="{FF2B5EF4-FFF2-40B4-BE49-F238E27FC236}">
                  <a16:creationId xmlns:a16="http://schemas.microsoft.com/office/drawing/2014/main" id="{828D6B68-E28C-E468-DA8D-44098C19915C}"/>
                </a:ext>
              </a:extLst>
            </p:cNvPr>
            <p:cNvGrpSpPr/>
            <p:nvPr/>
          </p:nvGrpSpPr>
          <p:grpSpPr>
            <a:xfrm>
              <a:off x="1102940" y="1538374"/>
              <a:ext cx="37817" cy="61390"/>
              <a:chOff x="3883481" y="2057400"/>
              <a:chExt cx="1608363" cy="2652031"/>
            </a:xfrm>
            <a:solidFill>
              <a:srgbClr val="A6A6A6">
                <a:alpha val="20000"/>
              </a:srgbClr>
            </a:solidFill>
          </p:grpSpPr>
          <p:sp>
            <p:nvSpPr>
              <p:cNvPr id="724" name="Oval 27">
                <a:extLst>
                  <a:ext uri="{FF2B5EF4-FFF2-40B4-BE49-F238E27FC236}">
                    <a16:creationId xmlns:a16="http://schemas.microsoft.com/office/drawing/2014/main" id="{A000D751-7E17-1787-9D59-F1B910CE90A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5" name="Oval 28">
                <a:extLst>
                  <a:ext uri="{FF2B5EF4-FFF2-40B4-BE49-F238E27FC236}">
                    <a16:creationId xmlns:a16="http://schemas.microsoft.com/office/drawing/2014/main" id="{98E3D0D9-B117-6602-F0FF-4D88486F53D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6" name="Group 725">
            <a:extLst>
              <a:ext uri="{FF2B5EF4-FFF2-40B4-BE49-F238E27FC236}">
                <a16:creationId xmlns:a16="http://schemas.microsoft.com/office/drawing/2014/main" id="{1CA00130-323F-71CF-ABC2-7BD1087FEC26}"/>
              </a:ext>
            </a:extLst>
          </p:cNvPr>
          <p:cNvGrpSpPr/>
          <p:nvPr/>
        </p:nvGrpSpPr>
        <p:grpSpPr>
          <a:xfrm>
            <a:off x="1268843" y="1532283"/>
            <a:ext cx="721206" cy="610032"/>
            <a:chOff x="1268843" y="1532283"/>
            <a:chExt cx="721206" cy="610032"/>
          </a:xfrm>
        </p:grpSpPr>
        <p:sp>
          <p:nvSpPr>
            <p:cNvPr id="727" name="Rectangle 726">
              <a:extLst>
                <a:ext uri="{FF2B5EF4-FFF2-40B4-BE49-F238E27FC236}">
                  <a16:creationId xmlns:a16="http://schemas.microsoft.com/office/drawing/2014/main" id="{6B8010A5-87ED-353E-4D60-BAF6B5D50FE3}"/>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28" name="Right Triangle 727">
              <a:extLst>
                <a:ext uri="{FF2B5EF4-FFF2-40B4-BE49-F238E27FC236}">
                  <a16:creationId xmlns:a16="http://schemas.microsoft.com/office/drawing/2014/main" id="{893FFC6E-6CD4-3072-0571-4C815DDC22A5}"/>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9" name="Group 728">
              <a:extLst>
                <a:ext uri="{FF2B5EF4-FFF2-40B4-BE49-F238E27FC236}">
                  <a16:creationId xmlns:a16="http://schemas.microsoft.com/office/drawing/2014/main" id="{D64313E5-49E6-21CC-B7AA-F16E54A99468}"/>
                </a:ext>
              </a:extLst>
            </p:cNvPr>
            <p:cNvGrpSpPr/>
            <p:nvPr/>
          </p:nvGrpSpPr>
          <p:grpSpPr>
            <a:xfrm>
              <a:off x="1939436" y="1538374"/>
              <a:ext cx="37817" cy="61390"/>
              <a:chOff x="3883481" y="2057400"/>
              <a:chExt cx="1608363" cy="2652031"/>
            </a:xfrm>
            <a:solidFill>
              <a:srgbClr val="A6A6A6">
                <a:alpha val="20000"/>
              </a:srgbClr>
            </a:solidFill>
          </p:grpSpPr>
          <p:sp>
            <p:nvSpPr>
              <p:cNvPr id="730" name="Oval 27">
                <a:extLst>
                  <a:ext uri="{FF2B5EF4-FFF2-40B4-BE49-F238E27FC236}">
                    <a16:creationId xmlns:a16="http://schemas.microsoft.com/office/drawing/2014/main" id="{CDBA2B24-23B8-A887-B44A-3D8E1F4FA69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1" name="Oval 28">
                <a:extLst>
                  <a:ext uri="{FF2B5EF4-FFF2-40B4-BE49-F238E27FC236}">
                    <a16:creationId xmlns:a16="http://schemas.microsoft.com/office/drawing/2014/main" id="{7BC0E4D5-38E3-EEAE-155F-9BB45B0E367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38" name="Group 737">
            <a:extLst>
              <a:ext uri="{FF2B5EF4-FFF2-40B4-BE49-F238E27FC236}">
                <a16:creationId xmlns:a16="http://schemas.microsoft.com/office/drawing/2014/main" id="{9B48E46E-88DA-6C97-AF2A-2E84AE9E8B87}"/>
              </a:ext>
            </a:extLst>
          </p:cNvPr>
          <p:cNvGrpSpPr/>
          <p:nvPr/>
        </p:nvGrpSpPr>
        <p:grpSpPr>
          <a:xfrm>
            <a:off x="5454379" y="2974054"/>
            <a:ext cx="721206" cy="649846"/>
            <a:chOff x="5454379" y="2974054"/>
            <a:chExt cx="721206" cy="649846"/>
          </a:xfrm>
        </p:grpSpPr>
        <p:sp>
          <p:nvSpPr>
            <p:cNvPr id="739" name="Rectangle 738">
              <a:extLst>
                <a:ext uri="{FF2B5EF4-FFF2-40B4-BE49-F238E27FC236}">
                  <a16:creationId xmlns:a16="http://schemas.microsoft.com/office/drawing/2014/main" id="{00E2FB63-9485-28FD-E316-7D1F8C6FC0F0}"/>
                </a:ext>
              </a:extLst>
            </p:cNvPr>
            <p:cNvSpPr/>
            <p:nvPr/>
          </p:nvSpPr>
          <p:spPr>
            <a:xfrm>
              <a:off x="5454379"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Identity Management</a:t>
              </a:r>
            </a:p>
          </p:txBody>
        </p:sp>
        <p:sp>
          <p:nvSpPr>
            <p:cNvPr id="740" name="Rectangle 739">
              <a:extLst>
                <a:ext uri="{FF2B5EF4-FFF2-40B4-BE49-F238E27FC236}">
                  <a16:creationId xmlns:a16="http://schemas.microsoft.com/office/drawing/2014/main" id="{56803243-B25A-D3D0-37D6-4E1EEC964B53}"/>
                </a:ext>
              </a:extLst>
            </p:cNvPr>
            <p:cNvSpPr/>
            <p:nvPr/>
          </p:nvSpPr>
          <p:spPr>
            <a:xfrm flipV="1">
              <a:off x="6064246"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1" name="Oval 15">
              <a:extLst>
                <a:ext uri="{FF2B5EF4-FFF2-40B4-BE49-F238E27FC236}">
                  <a16:creationId xmlns:a16="http://schemas.microsoft.com/office/drawing/2014/main" id="{9D173239-EDEA-FEA3-8CA9-77AC309CD204}"/>
                </a:ext>
              </a:extLst>
            </p:cNvPr>
            <p:cNvSpPr/>
            <p:nvPr/>
          </p:nvSpPr>
          <p:spPr>
            <a:xfrm>
              <a:off x="6091566" y="3016874"/>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42" name="Straight Connector 741">
              <a:extLst>
                <a:ext uri="{FF2B5EF4-FFF2-40B4-BE49-F238E27FC236}">
                  <a16:creationId xmlns:a16="http://schemas.microsoft.com/office/drawing/2014/main" id="{187ADA77-4910-ADC1-858F-C27D1277C67B}"/>
                </a:ext>
              </a:extLst>
            </p:cNvPr>
            <p:cNvCxnSpPr>
              <a:cxnSpLocks/>
              <a:stCxn id="741" idx="0"/>
            </p:cNvCxnSpPr>
            <p:nvPr/>
          </p:nvCxnSpPr>
          <p:spPr>
            <a:xfrm flipV="1">
              <a:off x="6097231"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43" name="Straight Connector 742">
              <a:extLst>
                <a:ext uri="{FF2B5EF4-FFF2-40B4-BE49-F238E27FC236}">
                  <a16:creationId xmlns:a16="http://schemas.microsoft.com/office/drawing/2014/main" id="{B4A07CE2-E7B2-7923-C70C-4AF8EE92B3AD}"/>
                </a:ext>
              </a:extLst>
            </p:cNvPr>
            <p:cNvCxnSpPr>
              <a:cxnSpLocks/>
            </p:cNvCxnSpPr>
            <p:nvPr/>
          </p:nvCxnSpPr>
          <p:spPr>
            <a:xfrm>
              <a:off x="6102911" y="3623900"/>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44" name="Group 743">
            <a:extLst>
              <a:ext uri="{FF2B5EF4-FFF2-40B4-BE49-F238E27FC236}">
                <a16:creationId xmlns:a16="http://schemas.microsoft.com/office/drawing/2014/main" id="{63BB28FB-A260-84CE-7F0E-F9CD9B261EBF}"/>
              </a:ext>
            </a:extLst>
          </p:cNvPr>
          <p:cNvGrpSpPr/>
          <p:nvPr/>
        </p:nvGrpSpPr>
        <p:grpSpPr>
          <a:xfrm>
            <a:off x="431659" y="2974054"/>
            <a:ext cx="721891" cy="609701"/>
            <a:chOff x="431659" y="2974054"/>
            <a:chExt cx="721891" cy="609701"/>
          </a:xfrm>
        </p:grpSpPr>
        <p:sp>
          <p:nvSpPr>
            <p:cNvPr id="745" name="Rectangle 744">
              <a:extLst>
                <a:ext uri="{FF2B5EF4-FFF2-40B4-BE49-F238E27FC236}">
                  <a16:creationId xmlns:a16="http://schemas.microsoft.com/office/drawing/2014/main" id="{BE6B2F3B-F160-F183-BF85-735D2CA93C3D}"/>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46" name="Right Triangle 745">
              <a:extLst>
                <a:ext uri="{FF2B5EF4-FFF2-40B4-BE49-F238E27FC236}">
                  <a16:creationId xmlns:a16="http://schemas.microsoft.com/office/drawing/2014/main" id="{DA8CEABF-A491-AF0E-AE89-5F77A1503A7E}"/>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7" name="Group 746">
              <a:extLst>
                <a:ext uri="{FF2B5EF4-FFF2-40B4-BE49-F238E27FC236}">
                  <a16:creationId xmlns:a16="http://schemas.microsoft.com/office/drawing/2014/main" id="{100C8595-0B04-C7A1-6E61-F0C005436336}"/>
                </a:ext>
              </a:extLst>
            </p:cNvPr>
            <p:cNvGrpSpPr/>
            <p:nvPr/>
          </p:nvGrpSpPr>
          <p:grpSpPr>
            <a:xfrm>
              <a:off x="1102940" y="2981762"/>
              <a:ext cx="37817" cy="61390"/>
              <a:chOff x="3883481" y="2057400"/>
              <a:chExt cx="1608363" cy="2652031"/>
            </a:xfrm>
            <a:solidFill>
              <a:srgbClr val="A6A6A6">
                <a:alpha val="20000"/>
              </a:srgbClr>
            </a:solidFill>
          </p:grpSpPr>
          <p:sp>
            <p:nvSpPr>
              <p:cNvPr id="748" name="Oval 27">
                <a:extLst>
                  <a:ext uri="{FF2B5EF4-FFF2-40B4-BE49-F238E27FC236}">
                    <a16:creationId xmlns:a16="http://schemas.microsoft.com/office/drawing/2014/main" id="{FE5FEFBA-B631-B26D-2221-9DC10D68B75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9" name="Oval 28">
                <a:extLst>
                  <a:ext uri="{FF2B5EF4-FFF2-40B4-BE49-F238E27FC236}">
                    <a16:creationId xmlns:a16="http://schemas.microsoft.com/office/drawing/2014/main" id="{7F551DFE-5D86-13D5-5561-63174BA49FD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6" name="Group 755">
            <a:extLst>
              <a:ext uri="{FF2B5EF4-FFF2-40B4-BE49-F238E27FC236}">
                <a16:creationId xmlns:a16="http://schemas.microsoft.com/office/drawing/2014/main" id="{0A7DECB7-21AE-8E13-422A-ED58810DC70A}"/>
              </a:ext>
            </a:extLst>
          </p:cNvPr>
          <p:cNvGrpSpPr/>
          <p:nvPr/>
        </p:nvGrpSpPr>
        <p:grpSpPr>
          <a:xfrm>
            <a:off x="2940469" y="2974031"/>
            <a:ext cx="721206" cy="613175"/>
            <a:chOff x="2940469" y="2974031"/>
            <a:chExt cx="721206" cy="613175"/>
          </a:xfrm>
        </p:grpSpPr>
        <p:sp>
          <p:nvSpPr>
            <p:cNvPr id="757" name="Rectangle 756">
              <a:extLst>
                <a:ext uri="{FF2B5EF4-FFF2-40B4-BE49-F238E27FC236}">
                  <a16:creationId xmlns:a16="http://schemas.microsoft.com/office/drawing/2014/main" id="{E1ED8F96-A707-C265-0EFA-4DA07F0E84D4}"/>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58" name="Right Triangle 757">
              <a:extLst>
                <a:ext uri="{FF2B5EF4-FFF2-40B4-BE49-F238E27FC236}">
                  <a16:creationId xmlns:a16="http://schemas.microsoft.com/office/drawing/2014/main" id="{C407A532-9141-A95A-C0EA-FFCBAADFB5F5}"/>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9" name="Group 758">
              <a:extLst>
                <a:ext uri="{FF2B5EF4-FFF2-40B4-BE49-F238E27FC236}">
                  <a16:creationId xmlns:a16="http://schemas.microsoft.com/office/drawing/2014/main" id="{377F37B8-12F1-ED90-95BB-FEF33DA60A35}"/>
                </a:ext>
              </a:extLst>
            </p:cNvPr>
            <p:cNvGrpSpPr/>
            <p:nvPr/>
          </p:nvGrpSpPr>
          <p:grpSpPr>
            <a:xfrm>
              <a:off x="3610502" y="2980132"/>
              <a:ext cx="37817" cy="61390"/>
              <a:chOff x="3883481" y="2057400"/>
              <a:chExt cx="1608363" cy="2652031"/>
            </a:xfrm>
            <a:solidFill>
              <a:srgbClr val="A6A6A6">
                <a:alpha val="20000"/>
              </a:srgbClr>
            </a:solidFill>
          </p:grpSpPr>
          <p:sp>
            <p:nvSpPr>
              <p:cNvPr id="760" name="Oval 27">
                <a:extLst>
                  <a:ext uri="{FF2B5EF4-FFF2-40B4-BE49-F238E27FC236}">
                    <a16:creationId xmlns:a16="http://schemas.microsoft.com/office/drawing/2014/main" id="{EDA1EF09-4E36-391A-9047-EDD5DEB44CC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1" name="Oval 28">
                <a:extLst>
                  <a:ext uri="{FF2B5EF4-FFF2-40B4-BE49-F238E27FC236}">
                    <a16:creationId xmlns:a16="http://schemas.microsoft.com/office/drawing/2014/main" id="{FE49349D-1101-1F82-6573-C85C6E69B258}"/>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2" name="Group 761">
            <a:extLst>
              <a:ext uri="{FF2B5EF4-FFF2-40B4-BE49-F238E27FC236}">
                <a16:creationId xmlns:a16="http://schemas.microsoft.com/office/drawing/2014/main" id="{87EB7D71-8B42-333A-AAFA-FDC16D239319}"/>
              </a:ext>
            </a:extLst>
          </p:cNvPr>
          <p:cNvGrpSpPr/>
          <p:nvPr/>
        </p:nvGrpSpPr>
        <p:grpSpPr>
          <a:xfrm>
            <a:off x="1268380" y="2974053"/>
            <a:ext cx="721206" cy="609701"/>
            <a:chOff x="1268380" y="2974053"/>
            <a:chExt cx="721206" cy="609701"/>
          </a:xfrm>
        </p:grpSpPr>
        <p:sp>
          <p:nvSpPr>
            <p:cNvPr id="763" name="Rectangle 762">
              <a:extLst>
                <a:ext uri="{FF2B5EF4-FFF2-40B4-BE49-F238E27FC236}">
                  <a16:creationId xmlns:a16="http://schemas.microsoft.com/office/drawing/2014/main" id="{63A094B0-A13F-E4EF-696A-5B06BF5E28F1}"/>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64" name="Right Triangle 763">
              <a:extLst>
                <a:ext uri="{FF2B5EF4-FFF2-40B4-BE49-F238E27FC236}">
                  <a16:creationId xmlns:a16="http://schemas.microsoft.com/office/drawing/2014/main" id="{9B283AB0-C070-B08B-D6B3-131AB648DD87}"/>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5" name="Group 764">
              <a:extLst>
                <a:ext uri="{FF2B5EF4-FFF2-40B4-BE49-F238E27FC236}">
                  <a16:creationId xmlns:a16="http://schemas.microsoft.com/office/drawing/2014/main" id="{8D06868C-7F4B-DB0C-1D6B-E619B07811DB}"/>
                </a:ext>
              </a:extLst>
            </p:cNvPr>
            <p:cNvGrpSpPr/>
            <p:nvPr/>
          </p:nvGrpSpPr>
          <p:grpSpPr>
            <a:xfrm>
              <a:off x="1938973" y="2986452"/>
              <a:ext cx="37817" cy="61390"/>
              <a:chOff x="3883481" y="2057400"/>
              <a:chExt cx="1608363" cy="2652031"/>
            </a:xfrm>
            <a:solidFill>
              <a:srgbClr val="A6A6A6">
                <a:alpha val="20000"/>
              </a:srgbClr>
            </a:solidFill>
          </p:grpSpPr>
          <p:sp>
            <p:nvSpPr>
              <p:cNvPr id="766" name="Oval 27">
                <a:extLst>
                  <a:ext uri="{FF2B5EF4-FFF2-40B4-BE49-F238E27FC236}">
                    <a16:creationId xmlns:a16="http://schemas.microsoft.com/office/drawing/2014/main" id="{E9B6ABB7-46D1-EC56-4A97-DE077B44638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7" name="Oval 28">
                <a:extLst>
                  <a:ext uri="{FF2B5EF4-FFF2-40B4-BE49-F238E27FC236}">
                    <a16:creationId xmlns:a16="http://schemas.microsoft.com/office/drawing/2014/main" id="{D3FA6EEA-896E-28F8-9099-344906F63F9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8" name="Group 767">
            <a:extLst>
              <a:ext uri="{FF2B5EF4-FFF2-40B4-BE49-F238E27FC236}">
                <a16:creationId xmlns:a16="http://schemas.microsoft.com/office/drawing/2014/main" id="{0F3573C5-FF68-C625-9EAB-51FA043ECBF6}"/>
              </a:ext>
            </a:extLst>
          </p:cNvPr>
          <p:cNvGrpSpPr/>
          <p:nvPr/>
        </p:nvGrpSpPr>
        <p:grpSpPr>
          <a:xfrm>
            <a:off x="2938534" y="811556"/>
            <a:ext cx="721206" cy="609701"/>
            <a:chOff x="2938534" y="811556"/>
            <a:chExt cx="721206" cy="609701"/>
          </a:xfrm>
        </p:grpSpPr>
        <p:sp>
          <p:nvSpPr>
            <p:cNvPr id="769" name="Rectangle 768">
              <a:extLst>
                <a:ext uri="{FF2B5EF4-FFF2-40B4-BE49-F238E27FC236}">
                  <a16:creationId xmlns:a16="http://schemas.microsoft.com/office/drawing/2014/main" id="{721B33CA-512A-0B90-92CD-BAD76113994E}"/>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70" name="Rectangle 769">
              <a:extLst>
                <a:ext uri="{FF2B5EF4-FFF2-40B4-BE49-F238E27FC236}">
                  <a16:creationId xmlns:a16="http://schemas.microsoft.com/office/drawing/2014/main" id="{948D4859-D527-8471-9023-C17DAB10930A}"/>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1" name="Oval 15">
              <a:extLst>
                <a:ext uri="{FF2B5EF4-FFF2-40B4-BE49-F238E27FC236}">
                  <a16:creationId xmlns:a16="http://schemas.microsoft.com/office/drawing/2014/main" id="{FB51449D-7EAC-8544-3558-B57C2F827024}"/>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72" name="Straight Connector 771">
              <a:extLst>
                <a:ext uri="{FF2B5EF4-FFF2-40B4-BE49-F238E27FC236}">
                  <a16:creationId xmlns:a16="http://schemas.microsoft.com/office/drawing/2014/main" id="{E1DA04F8-12C8-2409-4788-093E50E2AB04}"/>
                </a:ext>
              </a:extLst>
            </p:cNvPr>
            <p:cNvCxnSpPr>
              <a:cxnSpLocks/>
              <a:stCxn id="771"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73" name="Straight Connector 772">
              <a:extLst>
                <a:ext uri="{FF2B5EF4-FFF2-40B4-BE49-F238E27FC236}">
                  <a16:creationId xmlns:a16="http://schemas.microsoft.com/office/drawing/2014/main" id="{965A15BF-3012-7372-CC38-4C3F488CE748}"/>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80" name="Group 779">
            <a:extLst>
              <a:ext uri="{FF2B5EF4-FFF2-40B4-BE49-F238E27FC236}">
                <a16:creationId xmlns:a16="http://schemas.microsoft.com/office/drawing/2014/main" id="{05F0E804-5C8A-44D0-8A76-774FFBB6CA54}"/>
              </a:ext>
            </a:extLst>
          </p:cNvPr>
          <p:cNvGrpSpPr/>
          <p:nvPr/>
        </p:nvGrpSpPr>
        <p:grpSpPr>
          <a:xfrm>
            <a:off x="431659" y="811556"/>
            <a:ext cx="721206" cy="609701"/>
            <a:chOff x="431659" y="811556"/>
            <a:chExt cx="721206" cy="609701"/>
          </a:xfrm>
        </p:grpSpPr>
        <p:sp>
          <p:nvSpPr>
            <p:cNvPr id="781" name="Rectangle 780">
              <a:extLst>
                <a:ext uri="{FF2B5EF4-FFF2-40B4-BE49-F238E27FC236}">
                  <a16:creationId xmlns:a16="http://schemas.microsoft.com/office/drawing/2014/main" id="{E24691E9-85C8-C31A-625D-5FE6839418C8}"/>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82" name="Right Triangle 781">
              <a:extLst>
                <a:ext uri="{FF2B5EF4-FFF2-40B4-BE49-F238E27FC236}">
                  <a16:creationId xmlns:a16="http://schemas.microsoft.com/office/drawing/2014/main" id="{9F52C61A-0072-D205-6AF6-82EDD0444C91}"/>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3" name="Group 782">
              <a:extLst>
                <a:ext uri="{FF2B5EF4-FFF2-40B4-BE49-F238E27FC236}">
                  <a16:creationId xmlns:a16="http://schemas.microsoft.com/office/drawing/2014/main" id="{AE5D778D-BA5B-077F-0ABF-98DD31629251}"/>
                </a:ext>
              </a:extLst>
            </p:cNvPr>
            <p:cNvGrpSpPr/>
            <p:nvPr/>
          </p:nvGrpSpPr>
          <p:grpSpPr>
            <a:xfrm>
              <a:off x="1100969" y="819591"/>
              <a:ext cx="37817" cy="61390"/>
              <a:chOff x="3883481" y="2057400"/>
              <a:chExt cx="1608363" cy="2652031"/>
            </a:xfrm>
            <a:solidFill>
              <a:srgbClr val="A6A6A6">
                <a:alpha val="20000"/>
              </a:srgbClr>
            </a:solidFill>
          </p:grpSpPr>
          <p:sp>
            <p:nvSpPr>
              <p:cNvPr id="784" name="Oval 27">
                <a:extLst>
                  <a:ext uri="{FF2B5EF4-FFF2-40B4-BE49-F238E27FC236}">
                    <a16:creationId xmlns:a16="http://schemas.microsoft.com/office/drawing/2014/main" id="{FB50F339-57E8-A686-49F4-A142587D4C1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5" name="Oval 28">
                <a:extLst>
                  <a:ext uri="{FF2B5EF4-FFF2-40B4-BE49-F238E27FC236}">
                    <a16:creationId xmlns:a16="http://schemas.microsoft.com/office/drawing/2014/main" id="{E078C7FA-BDD3-9260-D799-02BC87535EF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6" name="Group 785">
            <a:extLst>
              <a:ext uri="{FF2B5EF4-FFF2-40B4-BE49-F238E27FC236}">
                <a16:creationId xmlns:a16="http://schemas.microsoft.com/office/drawing/2014/main" id="{A742CEA2-3C6F-4563-A38B-E8E9A001F7EC}"/>
              </a:ext>
            </a:extLst>
          </p:cNvPr>
          <p:cNvGrpSpPr/>
          <p:nvPr/>
        </p:nvGrpSpPr>
        <p:grpSpPr>
          <a:xfrm>
            <a:off x="1267285" y="811556"/>
            <a:ext cx="721206" cy="609701"/>
            <a:chOff x="1267285" y="811556"/>
            <a:chExt cx="721206" cy="609701"/>
          </a:xfrm>
        </p:grpSpPr>
        <p:sp>
          <p:nvSpPr>
            <p:cNvPr id="787" name="Rectangle 786">
              <a:extLst>
                <a:ext uri="{FF2B5EF4-FFF2-40B4-BE49-F238E27FC236}">
                  <a16:creationId xmlns:a16="http://schemas.microsoft.com/office/drawing/2014/main" id="{28C7A91D-11FE-0D4E-1D42-5B34E2DD1C30}"/>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788" name="Right Triangle 787">
              <a:extLst>
                <a:ext uri="{FF2B5EF4-FFF2-40B4-BE49-F238E27FC236}">
                  <a16:creationId xmlns:a16="http://schemas.microsoft.com/office/drawing/2014/main" id="{3D834B14-0F9C-14FE-E39F-A7D4F22D5EC1}"/>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9" name="Group 788">
              <a:extLst>
                <a:ext uri="{FF2B5EF4-FFF2-40B4-BE49-F238E27FC236}">
                  <a16:creationId xmlns:a16="http://schemas.microsoft.com/office/drawing/2014/main" id="{A3B20CBF-5647-92ED-CA8B-765FB551B1FA}"/>
                </a:ext>
              </a:extLst>
            </p:cNvPr>
            <p:cNvGrpSpPr/>
            <p:nvPr/>
          </p:nvGrpSpPr>
          <p:grpSpPr>
            <a:xfrm>
              <a:off x="1937878" y="819591"/>
              <a:ext cx="37817" cy="61390"/>
              <a:chOff x="3883481" y="2057400"/>
              <a:chExt cx="1608363" cy="2652031"/>
            </a:xfrm>
            <a:solidFill>
              <a:srgbClr val="A6A6A6">
                <a:alpha val="20000"/>
              </a:srgbClr>
            </a:solidFill>
          </p:grpSpPr>
          <p:sp>
            <p:nvSpPr>
              <p:cNvPr id="790" name="Oval 27">
                <a:extLst>
                  <a:ext uri="{FF2B5EF4-FFF2-40B4-BE49-F238E27FC236}">
                    <a16:creationId xmlns:a16="http://schemas.microsoft.com/office/drawing/2014/main" id="{2CA645E5-662F-B537-B6B8-E37C7349797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1" name="Oval 28">
                <a:extLst>
                  <a:ext uri="{FF2B5EF4-FFF2-40B4-BE49-F238E27FC236}">
                    <a16:creationId xmlns:a16="http://schemas.microsoft.com/office/drawing/2014/main" id="{E85C65C1-2DFC-2FBF-2ACC-DE42B5D2260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8" name="Group 797">
            <a:extLst>
              <a:ext uri="{FF2B5EF4-FFF2-40B4-BE49-F238E27FC236}">
                <a16:creationId xmlns:a16="http://schemas.microsoft.com/office/drawing/2014/main" id="{C6930C24-625E-1AED-F28E-65CD0A47D5BE}"/>
              </a:ext>
            </a:extLst>
          </p:cNvPr>
          <p:cNvGrpSpPr/>
          <p:nvPr/>
        </p:nvGrpSpPr>
        <p:grpSpPr>
          <a:xfrm>
            <a:off x="2889438" y="751337"/>
            <a:ext cx="5022643" cy="5001728"/>
            <a:chOff x="2889438" y="751337"/>
            <a:chExt cx="5022643" cy="5001728"/>
          </a:xfrm>
        </p:grpSpPr>
        <p:cxnSp>
          <p:nvCxnSpPr>
            <p:cNvPr id="799" name="Straight Connector 798">
              <a:extLst>
                <a:ext uri="{FF2B5EF4-FFF2-40B4-BE49-F238E27FC236}">
                  <a16:creationId xmlns:a16="http://schemas.microsoft.com/office/drawing/2014/main" id="{68332731-BC92-F010-0B41-7E45E9021847}"/>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0" name="Straight Connector 799">
              <a:extLst>
                <a:ext uri="{FF2B5EF4-FFF2-40B4-BE49-F238E27FC236}">
                  <a16:creationId xmlns:a16="http://schemas.microsoft.com/office/drawing/2014/main" id="{B6BE2B2E-8BF0-79E2-5C16-1799423A633A}"/>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1" name="Straight Connector 800">
              <a:extLst>
                <a:ext uri="{FF2B5EF4-FFF2-40B4-BE49-F238E27FC236}">
                  <a16:creationId xmlns:a16="http://schemas.microsoft.com/office/drawing/2014/main" id="{DCE5B363-5C61-9DAB-5730-3BB94DD18BC6}"/>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2" name="Straight Connector 801">
              <a:extLst>
                <a:ext uri="{FF2B5EF4-FFF2-40B4-BE49-F238E27FC236}">
                  <a16:creationId xmlns:a16="http://schemas.microsoft.com/office/drawing/2014/main" id="{F166224D-C96B-BE86-F1CF-66F897B18DBD}"/>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3" name="Straight Connector 802">
              <a:extLst>
                <a:ext uri="{FF2B5EF4-FFF2-40B4-BE49-F238E27FC236}">
                  <a16:creationId xmlns:a16="http://schemas.microsoft.com/office/drawing/2014/main" id="{0B5EEBAA-8344-454E-A1F3-88658057EBA0}"/>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4" name="Straight Connector 803">
              <a:extLst>
                <a:ext uri="{FF2B5EF4-FFF2-40B4-BE49-F238E27FC236}">
                  <a16:creationId xmlns:a16="http://schemas.microsoft.com/office/drawing/2014/main" id="{06F525C4-20DD-B71C-64AF-F4A502FCC69A}"/>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5" name="Straight Connector 804">
              <a:extLst>
                <a:ext uri="{FF2B5EF4-FFF2-40B4-BE49-F238E27FC236}">
                  <a16:creationId xmlns:a16="http://schemas.microsoft.com/office/drawing/2014/main" id="{1ECE4AFA-2A4F-C0FB-778D-207A21209548}"/>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6" name="Straight Connector 805">
              <a:extLst>
                <a:ext uri="{FF2B5EF4-FFF2-40B4-BE49-F238E27FC236}">
                  <a16:creationId xmlns:a16="http://schemas.microsoft.com/office/drawing/2014/main" id="{E946E8B4-A94A-990D-9BD3-B5350457D642}"/>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7" name="Straight Connector 806">
              <a:extLst>
                <a:ext uri="{FF2B5EF4-FFF2-40B4-BE49-F238E27FC236}">
                  <a16:creationId xmlns:a16="http://schemas.microsoft.com/office/drawing/2014/main" id="{E94F551F-BBCB-FB2E-3F6B-B0438CFD6151}"/>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BDE05684-EB30-5E2E-BC56-F61A9B34C118}"/>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4" name="Group 833">
            <a:extLst>
              <a:ext uri="{FF2B5EF4-FFF2-40B4-BE49-F238E27FC236}">
                <a16:creationId xmlns:a16="http://schemas.microsoft.com/office/drawing/2014/main" id="{8F34486B-A4AC-4B15-0EF7-9534E31586B3}"/>
              </a:ext>
            </a:extLst>
          </p:cNvPr>
          <p:cNvGrpSpPr/>
          <p:nvPr/>
        </p:nvGrpSpPr>
        <p:grpSpPr>
          <a:xfrm>
            <a:off x="2937173" y="4419601"/>
            <a:ext cx="721206" cy="610396"/>
            <a:chOff x="2937173" y="4419601"/>
            <a:chExt cx="721206" cy="610396"/>
          </a:xfrm>
        </p:grpSpPr>
        <p:sp>
          <p:nvSpPr>
            <p:cNvPr id="835" name="Rectangle 834">
              <a:extLst>
                <a:ext uri="{FF2B5EF4-FFF2-40B4-BE49-F238E27FC236}">
                  <a16:creationId xmlns:a16="http://schemas.microsoft.com/office/drawing/2014/main" id="{083D7E26-2737-1370-ABDC-20CF2D3518BD}"/>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36" name="Right Triangle 835">
              <a:extLst>
                <a:ext uri="{FF2B5EF4-FFF2-40B4-BE49-F238E27FC236}">
                  <a16:creationId xmlns:a16="http://schemas.microsoft.com/office/drawing/2014/main" id="{FE9203BC-9A2E-33DB-0092-FF8BFEE6C77A}"/>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7" name="Group 836">
              <a:extLst>
                <a:ext uri="{FF2B5EF4-FFF2-40B4-BE49-F238E27FC236}">
                  <a16:creationId xmlns:a16="http://schemas.microsoft.com/office/drawing/2014/main" id="{FDB91825-F9D7-F4CF-C41B-939996A32D41}"/>
                </a:ext>
              </a:extLst>
            </p:cNvPr>
            <p:cNvGrpSpPr/>
            <p:nvPr/>
          </p:nvGrpSpPr>
          <p:grpSpPr>
            <a:xfrm>
              <a:off x="3607766" y="4425699"/>
              <a:ext cx="37817" cy="61390"/>
              <a:chOff x="3883481" y="2057400"/>
              <a:chExt cx="1608363" cy="2652031"/>
            </a:xfrm>
            <a:solidFill>
              <a:srgbClr val="A6A6A6">
                <a:alpha val="20000"/>
              </a:srgbClr>
            </a:solidFill>
          </p:grpSpPr>
          <p:sp>
            <p:nvSpPr>
              <p:cNvPr id="838" name="Oval 27">
                <a:extLst>
                  <a:ext uri="{FF2B5EF4-FFF2-40B4-BE49-F238E27FC236}">
                    <a16:creationId xmlns:a16="http://schemas.microsoft.com/office/drawing/2014/main" id="{D071CE19-D333-4465-D2B4-33021892C45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9" name="Oval 28">
                <a:extLst>
                  <a:ext uri="{FF2B5EF4-FFF2-40B4-BE49-F238E27FC236}">
                    <a16:creationId xmlns:a16="http://schemas.microsoft.com/office/drawing/2014/main" id="{671CCC59-5EC7-63A3-15FA-754F17141FE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40" name="Group 839">
            <a:extLst>
              <a:ext uri="{FF2B5EF4-FFF2-40B4-BE49-F238E27FC236}">
                <a16:creationId xmlns:a16="http://schemas.microsoft.com/office/drawing/2014/main" id="{73208D31-CAAD-B415-2E54-810F765B55F2}"/>
              </a:ext>
            </a:extLst>
          </p:cNvPr>
          <p:cNvGrpSpPr/>
          <p:nvPr/>
        </p:nvGrpSpPr>
        <p:grpSpPr>
          <a:xfrm>
            <a:off x="6286130" y="4419624"/>
            <a:ext cx="721206" cy="609701"/>
            <a:chOff x="6286130" y="4419624"/>
            <a:chExt cx="721206" cy="609701"/>
          </a:xfrm>
        </p:grpSpPr>
        <p:sp>
          <p:nvSpPr>
            <p:cNvPr id="841" name="Rectangle 840">
              <a:hlinkHover r:id="" action="ppaction://noaction" highlightClick="1"/>
              <a:extLst>
                <a:ext uri="{FF2B5EF4-FFF2-40B4-BE49-F238E27FC236}">
                  <a16:creationId xmlns:a16="http://schemas.microsoft.com/office/drawing/2014/main" id="{775B0FCD-FAA5-C655-4042-7C6C0A8C196A}"/>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42" name="Oval 841">
              <a:extLst>
                <a:ext uri="{FF2B5EF4-FFF2-40B4-BE49-F238E27FC236}">
                  <a16:creationId xmlns:a16="http://schemas.microsoft.com/office/drawing/2014/main" id="{A5732B65-DDB5-EC3F-87C8-8B18338FEAF0}"/>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3" name="Isosceles Triangle 648">
              <a:extLst>
                <a:ext uri="{FF2B5EF4-FFF2-40B4-BE49-F238E27FC236}">
                  <a16:creationId xmlns:a16="http://schemas.microsoft.com/office/drawing/2014/main" id="{F4DF0733-4054-23DF-2FF7-D180BF53BC61}"/>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2" name="Group 851">
            <a:extLst>
              <a:ext uri="{FF2B5EF4-FFF2-40B4-BE49-F238E27FC236}">
                <a16:creationId xmlns:a16="http://schemas.microsoft.com/office/drawing/2014/main" id="{D4C780B8-898F-549E-7BE3-766D9C574853}"/>
              </a:ext>
            </a:extLst>
          </p:cNvPr>
          <p:cNvGrpSpPr/>
          <p:nvPr/>
        </p:nvGrpSpPr>
        <p:grpSpPr>
          <a:xfrm>
            <a:off x="7122911" y="4419624"/>
            <a:ext cx="721206" cy="609701"/>
            <a:chOff x="7122911" y="4419624"/>
            <a:chExt cx="721206" cy="609701"/>
          </a:xfrm>
        </p:grpSpPr>
        <p:sp>
          <p:nvSpPr>
            <p:cNvPr id="853" name="Rectangle 852">
              <a:hlinkHover r:id="" action="ppaction://noaction" highlightClick="1"/>
              <a:extLst>
                <a:ext uri="{FF2B5EF4-FFF2-40B4-BE49-F238E27FC236}">
                  <a16:creationId xmlns:a16="http://schemas.microsoft.com/office/drawing/2014/main" id="{D73096FE-7380-977F-24B2-9C344FC27C08}"/>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54" name="Oval 853">
              <a:extLst>
                <a:ext uri="{FF2B5EF4-FFF2-40B4-BE49-F238E27FC236}">
                  <a16:creationId xmlns:a16="http://schemas.microsoft.com/office/drawing/2014/main" id="{24F94164-FFEC-DFC5-6C4F-72428A41469D}"/>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5" name="Isosceles Triangle 648">
              <a:extLst>
                <a:ext uri="{FF2B5EF4-FFF2-40B4-BE49-F238E27FC236}">
                  <a16:creationId xmlns:a16="http://schemas.microsoft.com/office/drawing/2014/main" id="{017EA536-28A7-5DCD-8C3A-3FC7506A9D5D}"/>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0" name="Group 859">
            <a:extLst>
              <a:ext uri="{FF2B5EF4-FFF2-40B4-BE49-F238E27FC236}">
                <a16:creationId xmlns:a16="http://schemas.microsoft.com/office/drawing/2014/main" id="{03D50546-EF11-51B3-FD27-307580C21689}"/>
              </a:ext>
            </a:extLst>
          </p:cNvPr>
          <p:cNvGrpSpPr/>
          <p:nvPr/>
        </p:nvGrpSpPr>
        <p:grpSpPr>
          <a:xfrm>
            <a:off x="5454385" y="4419624"/>
            <a:ext cx="721206" cy="609701"/>
            <a:chOff x="5454385" y="4419624"/>
            <a:chExt cx="721206" cy="609701"/>
          </a:xfrm>
        </p:grpSpPr>
        <p:sp>
          <p:nvSpPr>
            <p:cNvPr id="861" name="Rectangle 860">
              <a:hlinkHover r:id="" action="ppaction://noaction" highlightClick="1"/>
              <a:extLst>
                <a:ext uri="{FF2B5EF4-FFF2-40B4-BE49-F238E27FC236}">
                  <a16:creationId xmlns:a16="http://schemas.microsoft.com/office/drawing/2014/main" id="{71EB6D4D-D435-2E99-178B-A23A29066487}"/>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62" name="Oval 861">
              <a:extLst>
                <a:ext uri="{FF2B5EF4-FFF2-40B4-BE49-F238E27FC236}">
                  <a16:creationId xmlns:a16="http://schemas.microsoft.com/office/drawing/2014/main" id="{5CF0D1FA-B2E2-5AD5-09AE-CEFD6EA249AA}"/>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3" name="Isosceles Triangle 648">
              <a:extLst>
                <a:ext uri="{FF2B5EF4-FFF2-40B4-BE49-F238E27FC236}">
                  <a16:creationId xmlns:a16="http://schemas.microsoft.com/office/drawing/2014/main" id="{0A36C611-39FC-6E5D-D6E9-AF5354B7EED9}"/>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6" name="Group 875">
            <a:extLst>
              <a:ext uri="{FF2B5EF4-FFF2-40B4-BE49-F238E27FC236}">
                <a16:creationId xmlns:a16="http://schemas.microsoft.com/office/drawing/2014/main" id="{08D05D46-261F-B02B-DCF3-E28FBEB3E0F2}"/>
              </a:ext>
            </a:extLst>
          </p:cNvPr>
          <p:cNvGrpSpPr/>
          <p:nvPr/>
        </p:nvGrpSpPr>
        <p:grpSpPr>
          <a:xfrm>
            <a:off x="7122911" y="3698231"/>
            <a:ext cx="721206" cy="609701"/>
            <a:chOff x="7122911" y="3698231"/>
            <a:chExt cx="721206" cy="609701"/>
          </a:xfrm>
        </p:grpSpPr>
        <p:sp>
          <p:nvSpPr>
            <p:cNvPr id="877" name="Rectangle 876">
              <a:hlinkHover r:id="" action="ppaction://noaction" highlightClick="1"/>
              <a:extLst>
                <a:ext uri="{FF2B5EF4-FFF2-40B4-BE49-F238E27FC236}">
                  <a16:creationId xmlns:a16="http://schemas.microsoft.com/office/drawing/2014/main" id="{CB652F9C-9D16-A30C-E98C-08113903783A}"/>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78" name="Oval 877">
              <a:extLst>
                <a:ext uri="{FF2B5EF4-FFF2-40B4-BE49-F238E27FC236}">
                  <a16:creationId xmlns:a16="http://schemas.microsoft.com/office/drawing/2014/main" id="{76B7C27A-EDD8-98AC-AAB8-F48B3B86FE2C}"/>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9" name="Isosceles Triangle 648">
              <a:extLst>
                <a:ext uri="{FF2B5EF4-FFF2-40B4-BE49-F238E27FC236}">
                  <a16:creationId xmlns:a16="http://schemas.microsoft.com/office/drawing/2014/main" id="{DBFB6352-A8AA-11E9-EF60-641BE161E32C}"/>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80" name="Group 879">
            <a:extLst>
              <a:ext uri="{FF2B5EF4-FFF2-40B4-BE49-F238E27FC236}">
                <a16:creationId xmlns:a16="http://schemas.microsoft.com/office/drawing/2014/main" id="{ADFBD9DA-0720-9BE0-62F4-5FF63E98B752}"/>
              </a:ext>
            </a:extLst>
          </p:cNvPr>
          <p:cNvGrpSpPr/>
          <p:nvPr/>
        </p:nvGrpSpPr>
        <p:grpSpPr>
          <a:xfrm>
            <a:off x="6286224" y="3620338"/>
            <a:ext cx="721206" cy="687594"/>
            <a:chOff x="6286224" y="3620338"/>
            <a:chExt cx="721206" cy="687594"/>
          </a:xfrm>
        </p:grpSpPr>
        <p:cxnSp>
          <p:nvCxnSpPr>
            <p:cNvPr id="881" name="Straight Connector 880">
              <a:extLst>
                <a:ext uri="{FF2B5EF4-FFF2-40B4-BE49-F238E27FC236}">
                  <a16:creationId xmlns:a16="http://schemas.microsoft.com/office/drawing/2014/main" id="{CAE4E7A2-5282-355A-1196-4655D4FC94CF}"/>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82" name="Rectangle 881">
              <a:hlinkHover r:id="" action="ppaction://noaction" highlightClick="1"/>
              <a:extLst>
                <a:ext uri="{FF2B5EF4-FFF2-40B4-BE49-F238E27FC236}">
                  <a16:creationId xmlns:a16="http://schemas.microsoft.com/office/drawing/2014/main" id="{000A4FFC-A9DB-C5B1-FE9A-3B5EEBB59B98}"/>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83" name="Oval 882">
              <a:extLst>
                <a:ext uri="{FF2B5EF4-FFF2-40B4-BE49-F238E27FC236}">
                  <a16:creationId xmlns:a16="http://schemas.microsoft.com/office/drawing/2014/main" id="{35D947A5-D19F-8DC0-CE37-B0C89412934F}"/>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4" name="Isosceles Triangle 648">
              <a:extLst>
                <a:ext uri="{FF2B5EF4-FFF2-40B4-BE49-F238E27FC236}">
                  <a16:creationId xmlns:a16="http://schemas.microsoft.com/office/drawing/2014/main" id="{02FE2396-225B-C349-CE53-36CAE9856710}"/>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895" name="Graphic 894" descr="Close">
            <a:hlinkClick r:id="rId10" action="ppaction://hlinksldjump"/>
            <a:extLst>
              <a:ext uri="{FF2B5EF4-FFF2-40B4-BE49-F238E27FC236}">
                <a16:creationId xmlns:a16="http://schemas.microsoft.com/office/drawing/2014/main" id="{E1F9BC99-F2D5-E83E-9828-EC061AFE48D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011211" y="44329"/>
            <a:ext cx="629695" cy="629695"/>
          </a:xfrm>
          <a:prstGeom prst="rect">
            <a:avLst/>
          </a:prstGeom>
        </p:spPr>
      </p:pic>
      <p:grpSp>
        <p:nvGrpSpPr>
          <p:cNvPr id="896" name="Group 895">
            <a:extLst>
              <a:ext uri="{FF2B5EF4-FFF2-40B4-BE49-F238E27FC236}">
                <a16:creationId xmlns:a16="http://schemas.microsoft.com/office/drawing/2014/main" id="{D936C67E-1847-22A4-439D-913C08F05E42}"/>
              </a:ext>
            </a:extLst>
          </p:cNvPr>
          <p:cNvGrpSpPr/>
          <p:nvPr/>
        </p:nvGrpSpPr>
        <p:grpSpPr>
          <a:xfrm>
            <a:off x="9651074" y="5143363"/>
            <a:ext cx="721206" cy="609701"/>
            <a:chOff x="9651074" y="5143363"/>
            <a:chExt cx="721206" cy="609701"/>
          </a:xfrm>
        </p:grpSpPr>
        <p:sp>
          <p:nvSpPr>
            <p:cNvPr id="897" name="Rectangle 896">
              <a:hlinkHover r:id="" action="ppaction://noaction" highlightClick="1"/>
              <a:extLst>
                <a:ext uri="{FF2B5EF4-FFF2-40B4-BE49-F238E27FC236}">
                  <a16:creationId xmlns:a16="http://schemas.microsoft.com/office/drawing/2014/main" id="{B57BBA24-A558-40B5-E6F0-C9983D641325}"/>
                </a:ext>
              </a:extLst>
            </p:cNvPr>
            <p:cNvSpPr/>
            <p:nvPr/>
          </p:nvSpPr>
          <p:spPr>
            <a:xfrm>
              <a:off x="9651074" y="514336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898" name="Oval 897">
              <a:extLst>
                <a:ext uri="{FF2B5EF4-FFF2-40B4-BE49-F238E27FC236}">
                  <a16:creationId xmlns:a16="http://schemas.microsoft.com/office/drawing/2014/main" id="{039E9721-794D-D472-3A71-5184F6881BE6}"/>
                </a:ext>
              </a:extLst>
            </p:cNvPr>
            <p:cNvSpPr/>
            <p:nvPr/>
          </p:nvSpPr>
          <p:spPr>
            <a:xfrm>
              <a:off x="10228298" y="515358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9" name="Isosceles Triangle 648">
              <a:extLst>
                <a:ext uri="{FF2B5EF4-FFF2-40B4-BE49-F238E27FC236}">
                  <a16:creationId xmlns:a16="http://schemas.microsoft.com/office/drawing/2014/main" id="{3455E0B6-D399-20CC-2360-0A8C220BE2A6}"/>
                </a:ext>
              </a:extLst>
            </p:cNvPr>
            <p:cNvSpPr/>
            <p:nvPr/>
          </p:nvSpPr>
          <p:spPr>
            <a:xfrm>
              <a:off x="10258423" y="516709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00" name="Group 899">
            <a:extLst>
              <a:ext uri="{FF2B5EF4-FFF2-40B4-BE49-F238E27FC236}">
                <a16:creationId xmlns:a16="http://schemas.microsoft.com/office/drawing/2014/main" id="{89471D45-501E-1902-22F9-C703840727A0}"/>
              </a:ext>
            </a:extLst>
          </p:cNvPr>
          <p:cNvGrpSpPr/>
          <p:nvPr/>
        </p:nvGrpSpPr>
        <p:grpSpPr>
          <a:xfrm>
            <a:off x="8808415" y="5135706"/>
            <a:ext cx="721206" cy="609701"/>
            <a:chOff x="8808415" y="5135706"/>
            <a:chExt cx="721206" cy="609701"/>
          </a:xfrm>
        </p:grpSpPr>
        <p:sp>
          <p:nvSpPr>
            <p:cNvPr id="901" name="Rectangle 900">
              <a:hlinkHover r:id="" action="ppaction://noaction" highlightClick="1"/>
              <a:extLst>
                <a:ext uri="{FF2B5EF4-FFF2-40B4-BE49-F238E27FC236}">
                  <a16:creationId xmlns:a16="http://schemas.microsoft.com/office/drawing/2014/main" id="{A346F3F5-B13F-FEDE-C9C3-1328D43D9ACC}"/>
                </a:ext>
              </a:extLst>
            </p:cNvPr>
            <p:cNvSpPr/>
            <p:nvPr/>
          </p:nvSpPr>
          <p:spPr>
            <a:xfrm>
              <a:off x="8808415" y="513570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902" name="Oval 901">
              <a:extLst>
                <a:ext uri="{FF2B5EF4-FFF2-40B4-BE49-F238E27FC236}">
                  <a16:creationId xmlns:a16="http://schemas.microsoft.com/office/drawing/2014/main" id="{8262F223-A07E-94A5-FF3A-4F8249510773}"/>
                </a:ext>
              </a:extLst>
            </p:cNvPr>
            <p:cNvSpPr/>
            <p:nvPr/>
          </p:nvSpPr>
          <p:spPr>
            <a:xfrm>
              <a:off x="9384290" y="514604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3" name="Isosceles Triangle 648">
              <a:extLst>
                <a:ext uri="{FF2B5EF4-FFF2-40B4-BE49-F238E27FC236}">
                  <a16:creationId xmlns:a16="http://schemas.microsoft.com/office/drawing/2014/main" id="{B29EF5C7-E3B9-504D-A666-38CAC6BE0F74}"/>
                </a:ext>
              </a:extLst>
            </p:cNvPr>
            <p:cNvSpPr/>
            <p:nvPr/>
          </p:nvSpPr>
          <p:spPr>
            <a:xfrm>
              <a:off x="9414415" y="515956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04" name="Group 903">
            <a:extLst>
              <a:ext uri="{FF2B5EF4-FFF2-40B4-BE49-F238E27FC236}">
                <a16:creationId xmlns:a16="http://schemas.microsoft.com/office/drawing/2014/main" id="{82B7A0B4-C1FD-C73D-3557-DA70040F102C}"/>
              </a:ext>
            </a:extLst>
          </p:cNvPr>
          <p:cNvGrpSpPr/>
          <p:nvPr/>
        </p:nvGrpSpPr>
        <p:grpSpPr>
          <a:xfrm>
            <a:off x="5458938" y="5135301"/>
            <a:ext cx="721206" cy="609701"/>
            <a:chOff x="5458938" y="5135301"/>
            <a:chExt cx="721206" cy="609701"/>
          </a:xfrm>
        </p:grpSpPr>
        <p:sp>
          <p:nvSpPr>
            <p:cNvPr id="905" name="Rectangle 904">
              <a:hlinkHover r:id="" action="ppaction://noaction" highlightClick="1"/>
              <a:extLst>
                <a:ext uri="{FF2B5EF4-FFF2-40B4-BE49-F238E27FC236}">
                  <a16:creationId xmlns:a16="http://schemas.microsoft.com/office/drawing/2014/main" id="{E92B133E-4311-CE80-9B2E-373B62180FE9}"/>
                </a:ext>
              </a:extLst>
            </p:cNvPr>
            <p:cNvSpPr/>
            <p:nvPr/>
          </p:nvSpPr>
          <p:spPr>
            <a:xfrm>
              <a:off x="5458938" y="513530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906" name="Oval 905">
              <a:extLst>
                <a:ext uri="{FF2B5EF4-FFF2-40B4-BE49-F238E27FC236}">
                  <a16:creationId xmlns:a16="http://schemas.microsoft.com/office/drawing/2014/main" id="{9965313F-26E5-B823-F9E5-57126AD4A613}"/>
                </a:ext>
              </a:extLst>
            </p:cNvPr>
            <p:cNvSpPr/>
            <p:nvPr/>
          </p:nvSpPr>
          <p:spPr>
            <a:xfrm>
              <a:off x="6035889" y="514552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7" name="Isosceles Triangle 648">
              <a:extLst>
                <a:ext uri="{FF2B5EF4-FFF2-40B4-BE49-F238E27FC236}">
                  <a16:creationId xmlns:a16="http://schemas.microsoft.com/office/drawing/2014/main" id="{BAEA3C5C-1AFC-D3A0-1335-443624CE99EA}"/>
                </a:ext>
              </a:extLst>
            </p:cNvPr>
            <p:cNvSpPr/>
            <p:nvPr/>
          </p:nvSpPr>
          <p:spPr>
            <a:xfrm>
              <a:off x="6066013" y="515903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08" name="Group 907">
            <a:extLst>
              <a:ext uri="{FF2B5EF4-FFF2-40B4-BE49-F238E27FC236}">
                <a16:creationId xmlns:a16="http://schemas.microsoft.com/office/drawing/2014/main" id="{50A2A35B-B23A-6662-AED1-DB5BA8E039DB}"/>
              </a:ext>
            </a:extLst>
          </p:cNvPr>
          <p:cNvGrpSpPr/>
          <p:nvPr/>
        </p:nvGrpSpPr>
        <p:grpSpPr>
          <a:xfrm>
            <a:off x="6289144" y="5141013"/>
            <a:ext cx="721206" cy="609701"/>
            <a:chOff x="6289144" y="5141013"/>
            <a:chExt cx="721206" cy="609701"/>
          </a:xfrm>
        </p:grpSpPr>
        <p:sp>
          <p:nvSpPr>
            <p:cNvPr id="909" name="Rectangle 908">
              <a:hlinkHover r:id="" action="ppaction://noaction" highlightClick="1"/>
              <a:extLst>
                <a:ext uri="{FF2B5EF4-FFF2-40B4-BE49-F238E27FC236}">
                  <a16:creationId xmlns:a16="http://schemas.microsoft.com/office/drawing/2014/main" id="{86A72D6E-9054-D2DC-8073-CFF755C46B44}"/>
                </a:ext>
              </a:extLst>
            </p:cNvPr>
            <p:cNvSpPr/>
            <p:nvPr/>
          </p:nvSpPr>
          <p:spPr>
            <a:xfrm>
              <a:off x="6289144"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910" name="Oval 909">
              <a:extLst>
                <a:ext uri="{FF2B5EF4-FFF2-40B4-BE49-F238E27FC236}">
                  <a16:creationId xmlns:a16="http://schemas.microsoft.com/office/drawing/2014/main" id="{69DC1AED-577C-C168-21BE-5BB82AEBD371}"/>
                </a:ext>
              </a:extLst>
            </p:cNvPr>
            <p:cNvSpPr/>
            <p:nvPr/>
          </p:nvSpPr>
          <p:spPr>
            <a:xfrm>
              <a:off x="6867993" y="5151355"/>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1" name="Isosceles Triangle 648">
              <a:extLst>
                <a:ext uri="{FF2B5EF4-FFF2-40B4-BE49-F238E27FC236}">
                  <a16:creationId xmlns:a16="http://schemas.microsoft.com/office/drawing/2014/main" id="{807929C9-C287-2FBF-38FC-98A91F552FFB}"/>
                </a:ext>
              </a:extLst>
            </p:cNvPr>
            <p:cNvSpPr/>
            <p:nvPr/>
          </p:nvSpPr>
          <p:spPr>
            <a:xfrm>
              <a:off x="6898117" y="516486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12" name="Group 911">
            <a:extLst>
              <a:ext uri="{FF2B5EF4-FFF2-40B4-BE49-F238E27FC236}">
                <a16:creationId xmlns:a16="http://schemas.microsoft.com/office/drawing/2014/main" id="{D05F1BA5-B94A-366F-328E-65AF8700623F}"/>
              </a:ext>
            </a:extLst>
          </p:cNvPr>
          <p:cNvGrpSpPr/>
          <p:nvPr/>
        </p:nvGrpSpPr>
        <p:grpSpPr>
          <a:xfrm>
            <a:off x="3775041" y="5130129"/>
            <a:ext cx="721893" cy="609702"/>
            <a:chOff x="3775041" y="5130129"/>
            <a:chExt cx="721893" cy="609702"/>
          </a:xfrm>
        </p:grpSpPr>
        <p:sp>
          <p:nvSpPr>
            <p:cNvPr id="913" name="Rectangle 912">
              <a:hlinkHover r:id="" action="ppaction://noaction" highlightClick="1"/>
              <a:extLst>
                <a:ext uri="{FF2B5EF4-FFF2-40B4-BE49-F238E27FC236}">
                  <a16:creationId xmlns:a16="http://schemas.microsoft.com/office/drawing/2014/main" id="{92B54E5C-E3BD-219A-8C26-6C95B929C962}"/>
                </a:ext>
              </a:extLst>
            </p:cNvPr>
            <p:cNvSpPr/>
            <p:nvPr/>
          </p:nvSpPr>
          <p:spPr>
            <a:xfrm>
              <a:off x="3775041" y="5130131"/>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914" name="Group 913">
              <a:extLst>
                <a:ext uri="{FF2B5EF4-FFF2-40B4-BE49-F238E27FC236}">
                  <a16:creationId xmlns:a16="http://schemas.microsoft.com/office/drawing/2014/main" id="{71CF1331-16A7-D400-139E-850DDE2A6BCC}"/>
                </a:ext>
              </a:extLst>
            </p:cNvPr>
            <p:cNvGrpSpPr/>
            <p:nvPr/>
          </p:nvGrpSpPr>
          <p:grpSpPr>
            <a:xfrm>
              <a:off x="4367028" y="5130129"/>
              <a:ext cx="129906" cy="127894"/>
              <a:chOff x="1040599" y="2550516"/>
              <a:chExt cx="157050" cy="157050"/>
            </a:xfrm>
          </p:grpSpPr>
          <p:sp>
            <p:nvSpPr>
              <p:cNvPr id="915" name="Diamond 914">
                <a:extLst>
                  <a:ext uri="{FF2B5EF4-FFF2-40B4-BE49-F238E27FC236}">
                    <a16:creationId xmlns:a16="http://schemas.microsoft.com/office/drawing/2014/main" id="{AB1CE911-8F4E-9F93-89F1-BDDCF6F8707D}"/>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6" name="Oval 915">
                <a:extLst>
                  <a:ext uri="{FF2B5EF4-FFF2-40B4-BE49-F238E27FC236}">
                    <a16:creationId xmlns:a16="http://schemas.microsoft.com/office/drawing/2014/main" id="{10891DE1-1A55-6201-B624-49F64133A6BB}"/>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17" name="Group 916">
            <a:extLst>
              <a:ext uri="{FF2B5EF4-FFF2-40B4-BE49-F238E27FC236}">
                <a16:creationId xmlns:a16="http://schemas.microsoft.com/office/drawing/2014/main" id="{A7D9CE63-9497-6598-B60E-C9D01641CC4D}"/>
              </a:ext>
            </a:extLst>
          </p:cNvPr>
          <p:cNvGrpSpPr/>
          <p:nvPr/>
        </p:nvGrpSpPr>
        <p:grpSpPr>
          <a:xfrm>
            <a:off x="4618174" y="5130744"/>
            <a:ext cx="721893" cy="609702"/>
            <a:chOff x="4618174" y="5130744"/>
            <a:chExt cx="721893" cy="609702"/>
          </a:xfrm>
        </p:grpSpPr>
        <p:sp>
          <p:nvSpPr>
            <p:cNvPr id="918" name="Rectangle 917">
              <a:hlinkHover r:id="" action="ppaction://noaction" highlightClick="1"/>
              <a:extLst>
                <a:ext uri="{FF2B5EF4-FFF2-40B4-BE49-F238E27FC236}">
                  <a16:creationId xmlns:a16="http://schemas.microsoft.com/office/drawing/2014/main" id="{780B6076-77EE-5A5A-1428-7EA80905DB62}"/>
                </a:ext>
              </a:extLst>
            </p:cNvPr>
            <p:cNvSpPr/>
            <p:nvPr/>
          </p:nvSpPr>
          <p:spPr>
            <a:xfrm>
              <a:off x="4618174" y="5130746"/>
              <a:ext cx="721206" cy="609700"/>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919" name="Group 918">
              <a:extLst>
                <a:ext uri="{FF2B5EF4-FFF2-40B4-BE49-F238E27FC236}">
                  <a16:creationId xmlns:a16="http://schemas.microsoft.com/office/drawing/2014/main" id="{74F7AD5D-47D5-6073-F5F5-9444D1C570CB}"/>
                </a:ext>
              </a:extLst>
            </p:cNvPr>
            <p:cNvGrpSpPr/>
            <p:nvPr/>
          </p:nvGrpSpPr>
          <p:grpSpPr>
            <a:xfrm>
              <a:off x="5210161" y="5130744"/>
              <a:ext cx="129906" cy="127894"/>
              <a:chOff x="1040599" y="2550516"/>
              <a:chExt cx="157050" cy="157050"/>
            </a:xfrm>
          </p:grpSpPr>
          <p:sp>
            <p:nvSpPr>
              <p:cNvPr id="920" name="Diamond 919">
                <a:extLst>
                  <a:ext uri="{FF2B5EF4-FFF2-40B4-BE49-F238E27FC236}">
                    <a16:creationId xmlns:a16="http://schemas.microsoft.com/office/drawing/2014/main" id="{F7357A50-274C-5347-61ED-D3BDA79195C9}"/>
                  </a:ext>
                </a:extLst>
              </p:cNvPr>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1" name="Oval 920">
                <a:extLst>
                  <a:ext uri="{FF2B5EF4-FFF2-40B4-BE49-F238E27FC236}">
                    <a16:creationId xmlns:a16="http://schemas.microsoft.com/office/drawing/2014/main" id="{93D870B9-86AE-4618-BA81-3235A46697C0}"/>
                  </a:ext>
                </a:extLst>
              </p:cNvPr>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22" name="Group 921">
            <a:extLst>
              <a:ext uri="{FF2B5EF4-FFF2-40B4-BE49-F238E27FC236}">
                <a16:creationId xmlns:a16="http://schemas.microsoft.com/office/drawing/2014/main" id="{F2C39059-40F0-0A67-7571-A016AD022A8E}"/>
              </a:ext>
            </a:extLst>
          </p:cNvPr>
          <p:cNvGrpSpPr/>
          <p:nvPr/>
        </p:nvGrpSpPr>
        <p:grpSpPr>
          <a:xfrm>
            <a:off x="7125831" y="5143364"/>
            <a:ext cx="721206" cy="609701"/>
            <a:chOff x="7125831" y="5143364"/>
            <a:chExt cx="721206" cy="609701"/>
          </a:xfrm>
        </p:grpSpPr>
        <p:sp>
          <p:nvSpPr>
            <p:cNvPr id="923" name="Rectangle 922">
              <a:hlinkHover r:id="" action="ppaction://noaction" highlightClick="1"/>
              <a:extLst>
                <a:ext uri="{FF2B5EF4-FFF2-40B4-BE49-F238E27FC236}">
                  <a16:creationId xmlns:a16="http://schemas.microsoft.com/office/drawing/2014/main" id="{65F68A67-36B9-0E31-9C99-D819A43FB7ED}"/>
                </a:ext>
              </a:extLst>
            </p:cNvPr>
            <p:cNvSpPr/>
            <p:nvPr/>
          </p:nvSpPr>
          <p:spPr>
            <a:xfrm>
              <a:off x="7125831" y="514336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924" name="Oval 923">
              <a:extLst>
                <a:ext uri="{FF2B5EF4-FFF2-40B4-BE49-F238E27FC236}">
                  <a16:creationId xmlns:a16="http://schemas.microsoft.com/office/drawing/2014/main" id="{329FC092-3D9A-0221-35C7-D5C99BB609AD}"/>
                </a:ext>
              </a:extLst>
            </p:cNvPr>
            <p:cNvSpPr/>
            <p:nvPr/>
          </p:nvSpPr>
          <p:spPr>
            <a:xfrm>
              <a:off x="7704680" y="515358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5" name="Isosceles Triangle 648">
              <a:extLst>
                <a:ext uri="{FF2B5EF4-FFF2-40B4-BE49-F238E27FC236}">
                  <a16:creationId xmlns:a16="http://schemas.microsoft.com/office/drawing/2014/main" id="{4847757A-D01E-10E0-4CD5-F17DA4CF7F22}"/>
                </a:ext>
              </a:extLst>
            </p:cNvPr>
            <p:cNvSpPr/>
            <p:nvPr/>
          </p:nvSpPr>
          <p:spPr>
            <a:xfrm>
              <a:off x="7734804" y="516709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38" name="Group 937">
            <a:extLst>
              <a:ext uri="{FF2B5EF4-FFF2-40B4-BE49-F238E27FC236}">
                <a16:creationId xmlns:a16="http://schemas.microsoft.com/office/drawing/2014/main" id="{46E24A88-FF58-2DAF-0BF8-688BBE2DDBA9}"/>
              </a:ext>
            </a:extLst>
          </p:cNvPr>
          <p:cNvGrpSpPr/>
          <p:nvPr/>
        </p:nvGrpSpPr>
        <p:grpSpPr>
          <a:xfrm>
            <a:off x="2105349" y="2253333"/>
            <a:ext cx="721206" cy="609701"/>
            <a:chOff x="2105349" y="2253333"/>
            <a:chExt cx="721206" cy="609701"/>
          </a:xfrm>
        </p:grpSpPr>
        <p:sp>
          <p:nvSpPr>
            <p:cNvPr id="939" name="Rectangle 938">
              <a:extLst>
                <a:ext uri="{FF2B5EF4-FFF2-40B4-BE49-F238E27FC236}">
                  <a16:creationId xmlns:a16="http://schemas.microsoft.com/office/drawing/2014/main" id="{25C443F7-E2E8-75FA-E6BB-9BCA7D0633EC}"/>
                </a:ext>
              </a:extLst>
            </p:cNvPr>
            <p:cNvSpPr/>
            <p:nvPr/>
          </p:nvSpPr>
          <p:spPr>
            <a:xfrm>
              <a:off x="2105349"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940" name="Right Triangle 939">
              <a:extLst>
                <a:ext uri="{FF2B5EF4-FFF2-40B4-BE49-F238E27FC236}">
                  <a16:creationId xmlns:a16="http://schemas.microsoft.com/office/drawing/2014/main" id="{F2346302-7A70-18C7-9692-BF3B2AF4BB2D}"/>
                </a:ext>
              </a:extLst>
            </p:cNvPr>
            <p:cNvSpPr/>
            <p:nvPr/>
          </p:nvSpPr>
          <p:spPr>
            <a:xfrm rot="10800000">
              <a:off x="2704967" y="2259489"/>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41" name="Group 940">
              <a:extLst>
                <a:ext uri="{FF2B5EF4-FFF2-40B4-BE49-F238E27FC236}">
                  <a16:creationId xmlns:a16="http://schemas.microsoft.com/office/drawing/2014/main" id="{9154D850-A93F-990F-B939-F26E91FA5F79}"/>
                </a:ext>
              </a:extLst>
            </p:cNvPr>
            <p:cNvGrpSpPr/>
            <p:nvPr/>
          </p:nvGrpSpPr>
          <p:grpSpPr>
            <a:xfrm>
              <a:off x="2771411" y="2265582"/>
              <a:ext cx="37817" cy="61390"/>
              <a:chOff x="3883481" y="2057400"/>
              <a:chExt cx="1608363" cy="2652031"/>
            </a:xfrm>
            <a:solidFill>
              <a:srgbClr val="A6A6A6"/>
            </a:solidFill>
          </p:grpSpPr>
          <p:sp>
            <p:nvSpPr>
              <p:cNvPr id="942" name="Oval 27">
                <a:extLst>
                  <a:ext uri="{FF2B5EF4-FFF2-40B4-BE49-F238E27FC236}">
                    <a16:creationId xmlns:a16="http://schemas.microsoft.com/office/drawing/2014/main" id="{3E7192A4-4892-D36E-8AC4-6D7447E062C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3" name="Oval 28">
                <a:extLst>
                  <a:ext uri="{FF2B5EF4-FFF2-40B4-BE49-F238E27FC236}">
                    <a16:creationId xmlns:a16="http://schemas.microsoft.com/office/drawing/2014/main" id="{C0F77986-B5D2-6954-1C36-5211DB2858B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8" name="Group 7">
            <a:extLst>
              <a:ext uri="{FF2B5EF4-FFF2-40B4-BE49-F238E27FC236}">
                <a16:creationId xmlns:a16="http://schemas.microsoft.com/office/drawing/2014/main" id="{EE978A5C-FD96-C5BD-F787-CA5BF6D452E4}"/>
              </a:ext>
            </a:extLst>
          </p:cNvPr>
          <p:cNvGrpSpPr/>
          <p:nvPr/>
        </p:nvGrpSpPr>
        <p:grpSpPr>
          <a:xfrm>
            <a:off x="3779087" y="3698226"/>
            <a:ext cx="721206" cy="609701"/>
            <a:chOff x="3779087" y="3698226"/>
            <a:chExt cx="721206" cy="609701"/>
          </a:xfrm>
        </p:grpSpPr>
        <p:sp>
          <p:nvSpPr>
            <p:cNvPr id="10" name="Rectangle 9">
              <a:extLst>
                <a:ext uri="{FF2B5EF4-FFF2-40B4-BE49-F238E27FC236}">
                  <a16:creationId xmlns:a16="http://schemas.microsoft.com/office/drawing/2014/main" id="{5D79B72A-667C-A9B2-023D-2F1034D7F17E}"/>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11" name="Right Triangle 10">
              <a:extLst>
                <a:ext uri="{FF2B5EF4-FFF2-40B4-BE49-F238E27FC236}">
                  <a16:creationId xmlns:a16="http://schemas.microsoft.com/office/drawing/2014/main" id="{4ECC82E5-E3F4-8AAE-0445-CCCE4E5EC597}"/>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2" name="Group 11">
              <a:extLst>
                <a:ext uri="{FF2B5EF4-FFF2-40B4-BE49-F238E27FC236}">
                  <a16:creationId xmlns:a16="http://schemas.microsoft.com/office/drawing/2014/main" id="{2EE34A6A-25EF-8CD3-D341-295DD95F98B6}"/>
                </a:ext>
              </a:extLst>
            </p:cNvPr>
            <p:cNvGrpSpPr/>
            <p:nvPr/>
          </p:nvGrpSpPr>
          <p:grpSpPr>
            <a:xfrm>
              <a:off x="4448513" y="3706747"/>
              <a:ext cx="37817" cy="61390"/>
              <a:chOff x="3883481" y="2057400"/>
              <a:chExt cx="1608363" cy="2652031"/>
            </a:xfrm>
            <a:solidFill>
              <a:srgbClr val="A6A6A6">
                <a:alpha val="20000"/>
              </a:srgbClr>
            </a:solidFill>
          </p:grpSpPr>
          <p:sp>
            <p:nvSpPr>
              <p:cNvPr id="13" name="Oval 27">
                <a:extLst>
                  <a:ext uri="{FF2B5EF4-FFF2-40B4-BE49-F238E27FC236}">
                    <a16:creationId xmlns:a16="http://schemas.microsoft.com/office/drawing/2014/main" id="{C225E4CF-6A6C-D598-4104-CD4E30CA553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 name="Oval 28">
                <a:extLst>
                  <a:ext uri="{FF2B5EF4-FFF2-40B4-BE49-F238E27FC236}">
                    <a16:creationId xmlns:a16="http://schemas.microsoft.com/office/drawing/2014/main" id="{52890797-C49A-ADBE-E1EB-AB6A8BB51C0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 name="Group 14">
            <a:extLst>
              <a:ext uri="{FF2B5EF4-FFF2-40B4-BE49-F238E27FC236}">
                <a16:creationId xmlns:a16="http://schemas.microsoft.com/office/drawing/2014/main" id="{F4CC7F00-4947-4B42-DD99-CB6DC2B17E47}"/>
              </a:ext>
            </a:extLst>
          </p:cNvPr>
          <p:cNvGrpSpPr/>
          <p:nvPr/>
        </p:nvGrpSpPr>
        <p:grpSpPr>
          <a:xfrm>
            <a:off x="4615774" y="3698231"/>
            <a:ext cx="721206" cy="609701"/>
            <a:chOff x="4615774" y="3698231"/>
            <a:chExt cx="721206" cy="609701"/>
          </a:xfrm>
        </p:grpSpPr>
        <p:sp>
          <p:nvSpPr>
            <p:cNvPr id="16" name="Rectangle 15">
              <a:hlinkHover r:id="" action="ppaction://noaction" highlightClick="1"/>
              <a:extLst>
                <a:ext uri="{FF2B5EF4-FFF2-40B4-BE49-F238E27FC236}">
                  <a16:creationId xmlns:a16="http://schemas.microsoft.com/office/drawing/2014/main" id="{13DD5D18-180C-BBCE-3033-EA76481B40AF}"/>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8" name="Oval 17">
              <a:extLst>
                <a:ext uri="{FF2B5EF4-FFF2-40B4-BE49-F238E27FC236}">
                  <a16:creationId xmlns:a16="http://schemas.microsoft.com/office/drawing/2014/main" id="{0B799614-3393-5AF4-E6D2-931C9E12EEC9}"/>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Isosceles Triangle 648">
              <a:extLst>
                <a:ext uri="{FF2B5EF4-FFF2-40B4-BE49-F238E27FC236}">
                  <a16:creationId xmlns:a16="http://schemas.microsoft.com/office/drawing/2014/main" id="{6E8148E4-8810-0B75-993B-61CAB27F7989}"/>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 name="Group 44">
            <a:extLst>
              <a:ext uri="{FF2B5EF4-FFF2-40B4-BE49-F238E27FC236}">
                <a16:creationId xmlns:a16="http://schemas.microsoft.com/office/drawing/2014/main" id="{CBDCD1B5-EF7C-3322-E11E-E43A4B6565C4}"/>
              </a:ext>
            </a:extLst>
          </p:cNvPr>
          <p:cNvGrpSpPr/>
          <p:nvPr/>
        </p:nvGrpSpPr>
        <p:grpSpPr>
          <a:xfrm>
            <a:off x="2099604" y="5136552"/>
            <a:ext cx="721206" cy="609701"/>
            <a:chOff x="2099604" y="5136552"/>
            <a:chExt cx="721206" cy="609701"/>
          </a:xfrm>
        </p:grpSpPr>
        <p:sp>
          <p:nvSpPr>
            <p:cNvPr id="46" name="Rectangle 45">
              <a:extLst>
                <a:ext uri="{FF2B5EF4-FFF2-40B4-BE49-F238E27FC236}">
                  <a16:creationId xmlns:a16="http://schemas.microsoft.com/office/drawing/2014/main" id="{E03CADAA-AA95-0E01-7CFF-F2C706B6386F}"/>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58" name="Right Triangle 57">
              <a:extLst>
                <a:ext uri="{FF2B5EF4-FFF2-40B4-BE49-F238E27FC236}">
                  <a16:creationId xmlns:a16="http://schemas.microsoft.com/office/drawing/2014/main" id="{6145EC51-D56D-52CA-7077-F3E4B4ED1123}"/>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0" name="Group 59">
              <a:extLst>
                <a:ext uri="{FF2B5EF4-FFF2-40B4-BE49-F238E27FC236}">
                  <a16:creationId xmlns:a16="http://schemas.microsoft.com/office/drawing/2014/main" id="{5E66F364-CB8A-5F71-570A-8BBFB6F71331}"/>
                </a:ext>
              </a:extLst>
            </p:cNvPr>
            <p:cNvGrpSpPr/>
            <p:nvPr/>
          </p:nvGrpSpPr>
          <p:grpSpPr>
            <a:xfrm>
              <a:off x="2765661" y="5151382"/>
              <a:ext cx="37817" cy="61390"/>
              <a:chOff x="3883481" y="2057400"/>
              <a:chExt cx="1608363" cy="2652031"/>
            </a:xfrm>
            <a:solidFill>
              <a:srgbClr val="A6A6A6">
                <a:alpha val="20000"/>
              </a:srgbClr>
            </a:solidFill>
          </p:grpSpPr>
          <p:sp>
            <p:nvSpPr>
              <p:cNvPr id="926" name="Oval 27">
                <a:extLst>
                  <a:ext uri="{FF2B5EF4-FFF2-40B4-BE49-F238E27FC236}">
                    <a16:creationId xmlns:a16="http://schemas.microsoft.com/office/drawing/2014/main" id="{A44F7B73-1AAD-E971-C5A9-E9CCE0D58E4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27" name="Oval 28">
                <a:extLst>
                  <a:ext uri="{FF2B5EF4-FFF2-40B4-BE49-F238E27FC236}">
                    <a16:creationId xmlns:a16="http://schemas.microsoft.com/office/drawing/2014/main" id="{CB016726-787E-1475-F0DC-4C9D62E7331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28" name="Group 927">
            <a:extLst>
              <a:ext uri="{FF2B5EF4-FFF2-40B4-BE49-F238E27FC236}">
                <a16:creationId xmlns:a16="http://schemas.microsoft.com/office/drawing/2014/main" id="{FF533B4E-12C4-6845-7397-589AF81D84BD}"/>
              </a:ext>
            </a:extLst>
          </p:cNvPr>
          <p:cNvGrpSpPr/>
          <p:nvPr/>
        </p:nvGrpSpPr>
        <p:grpSpPr>
          <a:xfrm>
            <a:off x="2100392" y="4419620"/>
            <a:ext cx="721206" cy="609701"/>
            <a:chOff x="2100392" y="4419620"/>
            <a:chExt cx="721206" cy="609701"/>
          </a:xfrm>
        </p:grpSpPr>
        <p:sp>
          <p:nvSpPr>
            <p:cNvPr id="929" name="Rectangle 928">
              <a:extLst>
                <a:ext uri="{FF2B5EF4-FFF2-40B4-BE49-F238E27FC236}">
                  <a16:creationId xmlns:a16="http://schemas.microsoft.com/office/drawing/2014/main" id="{FA45F2CD-9E76-134C-87D2-FE272C05146E}"/>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930" name="Right Triangle 929">
              <a:extLst>
                <a:ext uri="{FF2B5EF4-FFF2-40B4-BE49-F238E27FC236}">
                  <a16:creationId xmlns:a16="http://schemas.microsoft.com/office/drawing/2014/main" id="{83B9E7DF-DD7B-9305-6285-E005A511A046}"/>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931" name="Group 930">
              <a:extLst>
                <a:ext uri="{FF2B5EF4-FFF2-40B4-BE49-F238E27FC236}">
                  <a16:creationId xmlns:a16="http://schemas.microsoft.com/office/drawing/2014/main" id="{1807D2F0-9AEE-95F7-6F1F-67CC789A3C9C}"/>
                </a:ext>
              </a:extLst>
            </p:cNvPr>
            <p:cNvGrpSpPr/>
            <p:nvPr/>
          </p:nvGrpSpPr>
          <p:grpSpPr>
            <a:xfrm>
              <a:off x="2769856" y="4434450"/>
              <a:ext cx="37817" cy="61390"/>
              <a:chOff x="3883481" y="2057400"/>
              <a:chExt cx="1608363" cy="2652031"/>
            </a:xfrm>
            <a:solidFill>
              <a:srgbClr val="A6A6A6">
                <a:alpha val="20000"/>
              </a:srgbClr>
            </a:solidFill>
          </p:grpSpPr>
          <p:sp>
            <p:nvSpPr>
              <p:cNvPr id="932" name="Oval 27">
                <a:extLst>
                  <a:ext uri="{FF2B5EF4-FFF2-40B4-BE49-F238E27FC236}">
                    <a16:creationId xmlns:a16="http://schemas.microsoft.com/office/drawing/2014/main" id="{F7A108F1-A04F-23CE-07E6-70BAA6A64DE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3" name="Oval 28">
                <a:extLst>
                  <a:ext uri="{FF2B5EF4-FFF2-40B4-BE49-F238E27FC236}">
                    <a16:creationId xmlns:a16="http://schemas.microsoft.com/office/drawing/2014/main" id="{098558D3-7C80-B89D-B09E-0EA4FEA61CA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934" name="Group 933">
            <a:extLst>
              <a:ext uri="{FF2B5EF4-FFF2-40B4-BE49-F238E27FC236}">
                <a16:creationId xmlns:a16="http://schemas.microsoft.com/office/drawing/2014/main" id="{FB72D908-81D9-EDFE-0748-65F3571AA25F}"/>
              </a:ext>
            </a:extLst>
          </p:cNvPr>
          <p:cNvGrpSpPr/>
          <p:nvPr/>
        </p:nvGrpSpPr>
        <p:grpSpPr>
          <a:xfrm>
            <a:off x="7959200" y="2974054"/>
            <a:ext cx="721206" cy="609701"/>
            <a:chOff x="7959200" y="2974054"/>
            <a:chExt cx="721206" cy="609701"/>
          </a:xfrm>
        </p:grpSpPr>
        <p:sp>
          <p:nvSpPr>
            <p:cNvPr id="935" name="Rectangle 934">
              <a:hlinkHover r:id="" action="ppaction://noaction" highlightClick="1"/>
              <a:extLst>
                <a:ext uri="{FF2B5EF4-FFF2-40B4-BE49-F238E27FC236}">
                  <a16:creationId xmlns:a16="http://schemas.microsoft.com/office/drawing/2014/main" id="{D393557D-01F8-FA7C-B2A5-D5021D546385}"/>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936" name="Diamond 935">
              <a:extLst>
                <a:ext uri="{FF2B5EF4-FFF2-40B4-BE49-F238E27FC236}">
                  <a16:creationId xmlns:a16="http://schemas.microsoft.com/office/drawing/2014/main" id="{CE1F0F9D-AC27-AA76-78FC-53AEEFB42517}"/>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37" name="Oval 936">
              <a:extLst>
                <a:ext uri="{FF2B5EF4-FFF2-40B4-BE49-F238E27FC236}">
                  <a16:creationId xmlns:a16="http://schemas.microsoft.com/office/drawing/2014/main" id="{F26FDBBB-4D85-3EDD-9FA1-753AD82F772F}"/>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44" name="Group 943">
            <a:extLst>
              <a:ext uri="{FF2B5EF4-FFF2-40B4-BE49-F238E27FC236}">
                <a16:creationId xmlns:a16="http://schemas.microsoft.com/office/drawing/2014/main" id="{1A39223D-C803-CEB4-F6A7-0B36186D757F}"/>
              </a:ext>
            </a:extLst>
          </p:cNvPr>
          <p:cNvGrpSpPr/>
          <p:nvPr/>
        </p:nvGrpSpPr>
        <p:grpSpPr>
          <a:xfrm>
            <a:off x="10520479" y="90836"/>
            <a:ext cx="721206" cy="609701"/>
            <a:chOff x="10520479" y="90836"/>
            <a:chExt cx="721206" cy="609701"/>
          </a:xfrm>
        </p:grpSpPr>
        <p:sp>
          <p:nvSpPr>
            <p:cNvPr id="945" name="Rectangle 944">
              <a:hlinkHover r:id="" action="ppaction://noaction" highlightClick="1"/>
              <a:extLst>
                <a:ext uri="{FF2B5EF4-FFF2-40B4-BE49-F238E27FC236}">
                  <a16:creationId xmlns:a16="http://schemas.microsoft.com/office/drawing/2014/main" id="{1D1DA259-97B7-2116-1F61-CDCB40959335}"/>
                </a:ext>
              </a:extLst>
            </p:cNvPr>
            <p:cNvSpPr/>
            <p:nvPr/>
          </p:nvSpPr>
          <p:spPr>
            <a:xfrm>
              <a:off x="10520479"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Azure SQL</a:t>
              </a:r>
            </a:p>
          </p:txBody>
        </p:sp>
        <p:sp>
          <p:nvSpPr>
            <p:cNvPr id="946" name="Oval 945">
              <a:extLst>
                <a:ext uri="{FF2B5EF4-FFF2-40B4-BE49-F238E27FC236}">
                  <a16:creationId xmlns:a16="http://schemas.microsoft.com/office/drawing/2014/main" id="{79311827-882F-0DA8-968A-9FC26F3FE65D}"/>
                </a:ext>
              </a:extLst>
            </p:cNvPr>
            <p:cNvSpPr/>
            <p:nvPr/>
          </p:nvSpPr>
          <p:spPr>
            <a:xfrm>
              <a:off x="11099048" y="9859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47" name="Isosceles Triangle 648">
              <a:extLst>
                <a:ext uri="{FF2B5EF4-FFF2-40B4-BE49-F238E27FC236}">
                  <a16:creationId xmlns:a16="http://schemas.microsoft.com/office/drawing/2014/main" id="{BB5807F1-DC63-4309-AAF9-932C283B7A67}"/>
                </a:ext>
              </a:extLst>
            </p:cNvPr>
            <p:cNvSpPr/>
            <p:nvPr/>
          </p:nvSpPr>
          <p:spPr>
            <a:xfrm>
              <a:off x="11129173" y="11210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2" name="Group 951">
            <a:extLst>
              <a:ext uri="{FF2B5EF4-FFF2-40B4-BE49-F238E27FC236}">
                <a16:creationId xmlns:a16="http://schemas.microsoft.com/office/drawing/2014/main" id="{138A8EFC-A209-B0D6-23F3-624E10E7D9A2}"/>
              </a:ext>
            </a:extLst>
          </p:cNvPr>
          <p:cNvGrpSpPr/>
          <p:nvPr/>
        </p:nvGrpSpPr>
        <p:grpSpPr>
          <a:xfrm>
            <a:off x="8807246" y="1532278"/>
            <a:ext cx="721206" cy="609701"/>
            <a:chOff x="8807246" y="1532278"/>
            <a:chExt cx="721206" cy="609701"/>
          </a:xfrm>
        </p:grpSpPr>
        <p:sp>
          <p:nvSpPr>
            <p:cNvPr id="953" name="Rectangle 952">
              <a:hlinkHover r:id="" action="ppaction://noaction" highlightClick="1"/>
              <a:extLst>
                <a:ext uri="{FF2B5EF4-FFF2-40B4-BE49-F238E27FC236}">
                  <a16:creationId xmlns:a16="http://schemas.microsoft.com/office/drawing/2014/main" id="{0B90F0BC-1DA7-9978-57CD-2533859639D7}"/>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954" name="Oval 953">
              <a:extLst>
                <a:ext uri="{FF2B5EF4-FFF2-40B4-BE49-F238E27FC236}">
                  <a16:creationId xmlns:a16="http://schemas.microsoft.com/office/drawing/2014/main" id="{4AE19857-EB63-3CB8-1251-F614EAA07B19}"/>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5" name="Isosceles Triangle 648">
              <a:extLst>
                <a:ext uri="{FF2B5EF4-FFF2-40B4-BE49-F238E27FC236}">
                  <a16:creationId xmlns:a16="http://schemas.microsoft.com/office/drawing/2014/main" id="{D5949521-6E86-2B21-DC56-D25DE57EE30A}"/>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956" name="Group 955">
            <a:extLst>
              <a:ext uri="{FF2B5EF4-FFF2-40B4-BE49-F238E27FC236}">
                <a16:creationId xmlns:a16="http://schemas.microsoft.com/office/drawing/2014/main" id="{F3BA141F-579C-9088-CF33-CC2CE5DB2171}"/>
              </a:ext>
            </a:extLst>
          </p:cNvPr>
          <p:cNvGrpSpPr/>
          <p:nvPr/>
        </p:nvGrpSpPr>
        <p:grpSpPr>
          <a:xfrm>
            <a:off x="11356242" y="1532276"/>
            <a:ext cx="721206" cy="609701"/>
            <a:chOff x="11356242" y="1532276"/>
            <a:chExt cx="721206" cy="609701"/>
          </a:xfrm>
        </p:grpSpPr>
        <p:sp>
          <p:nvSpPr>
            <p:cNvPr id="957" name="Rectangle 956">
              <a:hlinkHover r:id="" action="ppaction://noaction" highlightClick="1"/>
              <a:extLst>
                <a:ext uri="{FF2B5EF4-FFF2-40B4-BE49-F238E27FC236}">
                  <a16:creationId xmlns:a16="http://schemas.microsoft.com/office/drawing/2014/main" id="{52997034-FF8D-562D-CF7B-BDAA68C4CCBC}"/>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a:t>
              </a:r>
            </a:p>
          </p:txBody>
        </p:sp>
        <p:sp>
          <p:nvSpPr>
            <p:cNvPr id="958" name="Oval 957">
              <a:extLst>
                <a:ext uri="{FF2B5EF4-FFF2-40B4-BE49-F238E27FC236}">
                  <a16:creationId xmlns:a16="http://schemas.microsoft.com/office/drawing/2014/main" id="{0BF90428-6576-4C37-F935-A8D3F099FEC6}"/>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959" name="Isosceles Triangle 648">
              <a:extLst>
                <a:ext uri="{FF2B5EF4-FFF2-40B4-BE49-F238E27FC236}">
                  <a16:creationId xmlns:a16="http://schemas.microsoft.com/office/drawing/2014/main" id="{C5659511-A31A-7F7E-048C-00314803DD56}"/>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 name="Group 83">
            <a:extLst>
              <a:ext uri="{FF2B5EF4-FFF2-40B4-BE49-F238E27FC236}">
                <a16:creationId xmlns:a16="http://schemas.microsoft.com/office/drawing/2014/main" id="{420D6E1D-109D-D142-ED20-1DE05D2CF5E7}"/>
              </a:ext>
            </a:extLst>
          </p:cNvPr>
          <p:cNvGrpSpPr/>
          <p:nvPr/>
        </p:nvGrpSpPr>
        <p:grpSpPr>
          <a:xfrm>
            <a:off x="3776512" y="2974053"/>
            <a:ext cx="724130" cy="609701"/>
            <a:chOff x="3776512" y="2974053"/>
            <a:chExt cx="724130" cy="609701"/>
          </a:xfrm>
        </p:grpSpPr>
        <p:sp>
          <p:nvSpPr>
            <p:cNvPr id="85" name="Rectangle 84">
              <a:extLst>
                <a:ext uri="{FF2B5EF4-FFF2-40B4-BE49-F238E27FC236}">
                  <a16:creationId xmlns:a16="http://schemas.microsoft.com/office/drawing/2014/main" id="{6BFAC76B-A6E5-CB8C-ECC9-1C19451B6833}"/>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86" name="Right Triangle 85">
              <a:extLst>
                <a:ext uri="{FF2B5EF4-FFF2-40B4-BE49-F238E27FC236}">
                  <a16:creationId xmlns:a16="http://schemas.microsoft.com/office/drawing/2014/main" id="{DA2845D8-6CF8-F085-E002-8A8F80B9DFB7}"/>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7" name="Group 86">
              <a:extLst>
                <a:ext uri="{FF2B5EF4-FFF2-40B4-BE49-F238E27FC236}">
                  <a16:creationId xmlns:a16="http://schemas.microsoft.com/office/drawing/2014/main" id="{28C60645-6A8C-3372-0A1B-A6CD0B292677}"/>
                </a:ext>
              </a:extLst>
            </p:cNvPr>
            <p:cNvGrpSpPr/>
            <p:nvPr/>
          </p:nvGrpSpPr>
          <p:grpSpPr>
            <a:xfrm>
              <a:off x="4450061" y="2982574"/>
              <a:ext cx="37817" cy="61390"/>
              <a:chOff x="3883481" y="2057400"/>
              <a:chExt cx="1608363" cy="2652031"/>
            </a:xfrm>
            <a:solidFill>
              <a:srgbClr val="A6A6A6">
                <a:alpha val="20000"/>
              </a:srgbClr>
            </a:solidFill>
          </p:grpSpPr>
          <p:sp>
            <p:nvSpPr>
              <p:cNvPr id="88" name="Oval 27">
                <a:extLst>
                  <a:ext uri="{FF2B5EF4-FFF2-40B4-BE49-F238E27FC236}">
                    <a16:creationId xmlns:a16="http://schemas.microsoft.com/office/drawing/2014/main" id="{A5283E50-C9C1-4239-5352-148D7A4513D5}"/>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9" name="Oval 28">
                <a:extLst>
                  <a:ext uri="{FF2B5EF4-FFF2-40B4-BE49-F238E27FC236}">
                    <a16:creationId xmlns:a16="http://schemas.microsoft.com/office/drawing/2014/main" id="{A0F9E329-4379-7669-8388-C013F76E567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48" name="Group 447">
            <a:extLst>
              <a:ext uri="{FF2B5EF4-FFF2-40B4-BE49-F238E27FC236}">
                <a16:creationId xmlns:a16="http://schemas.microsoft.com/office/drawing/2014/main" id="{0EA71DA1-8EF3-374E-C118-BF2F44F3D7D1}"/>
              </a:ext>
            </a:extLst>
          </p:cNvPr>
          <p:cNvGrpSpPr/>
          <p:nvPr/>
        </p:nvGrpSpPr>
        <p:grpSpPr>
          <a:xfrm>
            <a:off x="7905566" y="751337"/>
            <a:ext cx="3396155" cy="4999377"/>
            <a:chOff x="7905566" y="751337"/>
            <a:chExt cx="3396155" cy="4999377"/>
          </a:xfrm>
        </p:grpSpPr>
        <p:cxnSp>
          <p:nvCxnSpPr>
            <p:cNvPr id="449" name="Straight Connector 448">
              <a:extLst>
                <a:ext uri="{FF2B5EF4-FFF2-40B4-BE49-F238E27FC236}">
                  <a16:creationId xmlns:a16="http://schemas.microsoft.com/office/drawing/2014/main" id="{3D72BEF6-2FB6-5CC4-47FF-C4A0CDB0B1B6}"/>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86" name="Straight Connector 485">
              <a:extLst>
                <a:ext uri="{FF2B5EF4-FFF2-40B4-BE49-F238E27FC236}">
                  <a16:creationId xmlns:a16="http://schemas.microsoft.com/office/drawing/2014/main" id="{B48251A6-C344-B5E8-74C4-95E186904FA5}"/>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AAFB98A9-5C5A-CF90-7874-AF055761CA32}"/>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88" name="Straight Connector 487">
              <a:extLst>
                <a:ext uri="{FF2B5EF4-FFF2-40B4-BE49-F238E27FC236}">
                  <a16:creationId xmlns:a16="http://schemas.microsoft.com/office/drawing/2014/main" id="{4A844768-F22F-DCB2-1CE4-F2CF6C30D740}"/>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89" name="Straight Connector 488">
              <a:extLst>
                <a:ext uri="{FF2B5EF4-FFF2-40B4-BE49-F238E27FC236}">
                  <a16:creationId xmlns:a16="http://schemas.microsoft.com/office/drawing/2014/main" id="{8EFCF7CF-5849-778C-B502-1BDDB9ABE92E}"/>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91DB76BB-64D9-12CA-C6D6-5DEFF9A3DDF9}"/>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B9E6E693-BBD6-8674-F7CC-BACC37018BC8}"/>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02" name="Straight Connector 101">
            <a:extLst>
              <a:ext uri="{FF2B5EF4-FFF2-40B4-BE49-F238E27FC236}">
                <a16:creationId xmlns:a16="http://schemas.microsoft.com/office/drawing/2014/main" id="{A2364B48-40DE-2FC2-53C4-B5A327613E13}"/>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03" name="Group 102">
            <a:extLst>
              <a:ext uri="{FF2B5EF4-FFF2-40B4-BE49-F238E27FC236}">
                <a16:creationId xmlns:a16="http://schemas.microsoft.com/office/drawing/2014/main" id="{EB9DEADB-BBEB-EC98-1A00-7F0DA84654DD}"/>
              </a:ext>
            </a:extLst>
          </p:cNvPr>
          <p:cNvGrpSpPr/>
          <p:nvPr/>
        </p:nvGrpSpPr>
        <p:grpSpPr>
          <a:xfrm>
            <a:off x="7957586" y="2253332"/>
            <a:ext cx="721206" cy="609701"/>
            <a:chOff x="7957586" y="2253332"/>
            <a:chExt cx="721206" cy="609701"/>
          </a:xfrm>
        </p:grpSpPr>
        <p:sp>
          <p:nvSpPr>
            <p:cNvPr id="104" name="Rectangle 103">
              <a:extLst>
                <a:ext uri="{FF2B5EF4-FFF2-40B4-BE49-F238E27FC236}">
                  <a16:creationId xmlns:a16="http://schemas.microsoft.com/office/drawing/2014/main" id="{C09AB512-CA6D-0EC6-1ABA-3F821A65616C}"/>
                </a:ext>
              </a:extLst>
            </p:cNvPr>
            <p:cNvSpPr/>
            <p:nvPr/>
          </p:nvSpPr>
          <p:spPr>
            <a:xfrm>
              <a:off x="795758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P1 (Clients Only)</a:t>
              </a:r>
            </a:p>
          </p:txBody>
        </p:sp>
        <p:sp>
          <p:nvSpPr>
            <p:cNvPr id="111" name="Right Triangle 110">
              <a:extLst>
                <a:ext uri="{FF2B5EF4-FFF2-40B4-BE49-F238E27FC236}">
                  <a16:creationId xmlns:a16="http://schemas.microsoft.com/office/drawing/2014/main" id="{F887945D-2071-7636-08AB-1F9E7E374E25}"/>
                </a:ext>
              </a:extLst>
            </p:cNvPr>
            <p:cNvSpPr/>
            <p:nvPr/>
          </p:nvSpPr>
          <p:spPr>
            <a:xfrm rot="10800000">
              <a:off x="8555501" y="225657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2" name="Group 111">
              <a:extLst>
                <a:ext uri="{FF2B5EF4-FFF2-40B4-BE49-F238E27FC236}">
                  <a16:creationId xmlns:a16="http://schemas.microsoft.com/office/drawing/2014/main" id="{2EDC8313-9E30-5328-ADA8-223CF9002BC5}"/>
                </a:ext>
              </a:extLst>
            </p:cNvPr>
            <p:cNvGrpSpPr/>
            <p:nvPr/>
          </p:nvGrpSpPr>
          <p:grpSpPr>
            <a:xfrm>
              <a:off x="8621942" y="2262669"/>
              <a:ext cx="37817" cy="61390"/>
              <a:chOff x="3883481" y="2057400"/>
              <a:chExt cx="1608363" cy="2652031"/>
            </a:xfrm>
            <a:solidFill>
              <a:srgbClr val="A6A6A6">
                <a:alpha val="20000"/>
              </a:srgbClr>
            </a:solidFill>
          </p:grpSpPr>
          <p:sp>
            <p:nvSpPr>
              <p:cNvPr id="113" name="Oval 27">
                <a:extLst>
                  <a:ext uri="{FF2B5EF4-FFF2-40B4-BE49-F238E27FC236}">
                    <a16:creationId xmlns:a16="http://schemas.microsoft.com/office/drawing/2014/main" id="{35878F4D-4334-905A-60FA-557E13576E4B}"/>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4" name="Oval 28">
                <a:extLst>
                  <a:ext uri="{FF2B5EF4-FFF2-40B4-BE49-F238E27FC236}">
                    <a16:creationId xmlns:a16="http://schemas.microsoft.com/office/drawing/2014/main" id="{921FB9B7-9CB4-CFC5-B36B-9B3850065CF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15" name="Group 114">
            <a:extLst>
              <a:ext uri="{FF2B5EF4-FFF2-40B4-BE49-F238E27FC236}">
                <a16:creationId xmlns:a16="http://schemas.microsoft.com/office/drawing/2014/main" id="{FAD85B48-D23E-A939-ABC6-74E0B2A2D327}"/>
              </a:ext>
            </a:extLst>
          </p:cNvPr>
          <p:cNvGrpSpPr/>
          <p:nvPr/>
        </p:nvGrpSpPr>
        <p:grpSpPr>
          <a:xfrm>
            <a:off x="4605607" y="811556"/>
            <a:ext cx="722054" cy="609701"/>
            <a:chOff x="4605607" y="811556"/>
            <a:chExt cx="722054" cy="609701"/>
          </a:xfrm>
        </p:grpSpPr>
        <p:sp>
          <p:nvSpPr>
            <p:cNvPr id="116" name="Rectangle 115">
              <a:extLst>
                <a:ext uri="{FF2B5EF4-FFF2-40B4-BE49-F238E27FC236}">
                  <a16:creationId xmlns:a16="http://schemas.microsoft.com/office/drawing/2014/main" id="{2DBDC573-A189-CBE2-C7C2-5224C3BEDD02}"/>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17" name="Rectangle 116">
              <a:extLst>
                <a:ext uri="{FF2B5EF4-FFF2-40B4-BE49-F238E27FC236}">
                  <a16:creationId xmlns:a16="http://schemas.microsoft.com/office/drawing/2014/main" id="{0C43D1CC-847B-E208-9538-0625D3DED8C4}"/>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8" name="Oval 15">
              <a:extLst>
                <a:ext uri="{FF2B5EF4-FFF2-40B4-BE49-F238E27FC236}">
                  <a16:creationId xmlns:a16="http://schemas.microsoft.com/office/drawing/2014/main" id="{89F5B5E5-B40A-2492-3BD0-14E072D58878}"/>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19" name="Straight Connector 118">
              <a:extLst>
                <a:ext uri="{FF2B5EF4-FFF2-40B4-BE49-F238E27FC236}">
                  <a16:creationId xmlns:a16="http://schemas.microsoft.com/office/drawing/2014/main" id="{92BD72E6-79B2-44F0-13AE-2666960FA58F}"/>
                </a:ext>
              </a:extLst>
            </p:cNvPr>
            <p:cNvCxnSpPr>
              <a:cxnSpLocks/>
              <a:stCxn id="118"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20" name="Straight Connector 119">
              <a:extLst>
                <a:ext uri="{FF2B5EF4-FFF2-40B4-BE49-F238E27FC236}">
                  <a16:creationId xmlns:a16="http://schemas.microsoft.com/office/drawing/2014/main" id="{FBE215EC-1123-70ED-1B5C-7512C2E8A1C1}"/>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1" name="Group 120">
            <a:extLst>
              <a:ext uri="{FF2B5EF4-FFF2-40B4-BE49-F238E27FC236}">
                <a16:creationId xmlns:a16="http://schemas.microsoft.com/office/drawing/2014/main" id="{BEBF0BDF-CC03-0D38-834F-BC2D75F6CBDE}"/>
              </a:ext>
            </a:extLst>
          </p:cNvPr>
          <p:cNvGrpSpPr/>
          <p:nvPr/>
        </p:nvGrpSpPr>
        <p:grpSpPr>
          <a:xfrm>
            <a:off x="6290730" y="2257176"/>
            <a:ext cx="721206" cy="609701"/>
            <a:chOff x="8807250" y="2253334"/>
            <a:chExt cx="721206" cy="609701"/>
          </a:xfrm>
        </p:grpSpPr>
        <p:sp>
          <p:nvSpPr>
            <p:cNvPr id="122" name="Rectangle 121">
              <a:extLst>
                <a:ext uri="{FF2B5EF4-FFF2-40B4-BE49-F238E27FC236}">
                  <a16:creationId xmlns:a16="http://schemas.microsoft.com/office/drawing/2014/main" id="{B1490E8D-04AD-FA7D-560C-02F7F580A1E4}"/>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a:t>
              </a:r>
            </a:p>
          </p:txBody>
        </p:sp>
        <p:sp>
          <p:nvSpPr>
            <p:cNvPr id="123" name="Right Triangle 122">
              <a:extLst>
                <a:ext uri="{FF2B5EF4-FFF2-40B4-BE49-F238E27FC236}">
                  <a16:creationId xmlns:a16="http://schemas.microsoft.com/office/drawing/2014/main" id="{1CD0A4C6-FFD9-244A-9455-B8EF58764438}"/>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4" name="Oval 27">
              <a:extLst>
                <a:ext uri="{FF2B5EF4-FFF2-40B4-BE49-F238E27FC236}">
                  <a16:creationId xmlns:a16="http://schemas.microsoft.com/office/drawing/2014/main" id="{35C4455E-0B2F-AADC-C29A-C2D85CE6D4B6}"/>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5" name="Oval 28">
              <a:extLst>
                <a:ext uri="{FF2B5EF4-FFF2-40B4-BE49-F238E27FC236}">
                  <a16:creationId xmlns:a16="http://schemas.microsoft.com/office/drawing/2014/main" id="{C1FFA6CE-C9BD-990A-B774-2D4CF386CFC8}"/>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26" name="Group 125">
            <a:extLst>
              <a:ext uri="{FF2B5EF4-FFF2-40B4-BE49-F238E27FC236}">
                <a16:creationId xmlns:a16="http://schemas.microsoft.com/office/drawing/2014/main" id="{E5B5EF6A-BD70-E825-075C-A95B31620FD0}"/>
              </a:ext>
            </a:extLst>
          </p:cNvPr>
          <p:cNvGrpSpPr/>
          <p:nvPr/>
        </p:nvGrpSpPr>
        <p:grpSpPr>
          <a:xfrm>
            <a:off x="9651394" y="811173"/>
            <a:ext cx="721206" cy="609701"/>
            <a:chOff x="9657972" y="90836"/>
            <a:chExt cx="721206" cy="609701"/>
          </a:xfrm>
        </p:grpSpPr>
        <p:sp>
          <p:nvSpPr>
            <p:cNvPr id="127" name="Rectangle 126">
              <a:hlinkHover r:id="" action="ppaction://noaction" highlightClick="1"/>
              <a:extLst>
                <a:ext uri="{FF2B5EF4-FFF2-40B4-BE49-F238E27FC236}">
                  <a16:creationId xmlns:a16="http://schemas.microsoft.com/office/drawing/2014/main" id="{81B775E9-81E4-75A1-8C1F-EAA1383FBC4B}"/>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Threat Intelligence</a:t>
              </a:r>
            </a:p>
          </p:txBody>
        </p:sp>
        <p:sp>
          <p:nvSpPr>
            <p:cNvPr id="518" name="Diamond 517">
              <a:extLst>
                <a:ext uri="{FF2B5EF4-FFF2-40B4-BE49-F238E27FC236}">
                  <a16:creationId xmlns:a16="http://schemas.microsoft.com/office/drawing/2014/main" id="{94C14B4E-B2F6-36BE-D9DB-E111CFF10999}"/>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19" name="Oval 518">
              <a:extLst>
                <a:ext uri="{FF2B5EF4-FFF2-40B4-BE49-F238E27FC236}">
                  <a16:creationId xmlns:a16="http://schemas.microsoft.com/office/drawing/2014/main" id="{FBB43CF3-60C9-0EE5-912C-60D5EDDD84BC}"/>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0" name="Group 519">
            <a:extLst>
              <a:ext uri="{FF2B5EF4-FFF2-40B4-BE49-F238E27FC236}">
                <a16:creationId xmlns:a16="http://schemas.microsoft.com/office/drawing/2014/main" id="{9D4E0B30-6303-C111-3C94-C4EA82DB2477}"/>
              </a:ext>
            </a:extLst>
          </p:cNvPr>
          <p:cNvGrpSpPr/>
          <p:nvPr/>
        </p:nvGrpSpPr>
        <p:grpSpPr>
          <a:xfrm>
            <a:off x="9656903" y="2253333"/>
            <a:ext cx="721220" cy="609701"/>
            <a:chOff x="9656903" y="2253333"/>
            <a:chExt cx="721220" cy="609701"/>
          </a:xfrm>
        </p:grpSpPr>
        <p:sp>
          <p:nvSpPr>
            <p:cNvPr id="521" name="Rectangle 520">
              <a:hlinkHover r:id="" action="ppaction://noaction" highlightClick="1"/>
              <a:extLst>
                <a:ext uri="{FF2B5EF4-FFF2-40B4-BE49-F238E27FC236}">
                  <a16:creationId xmlns:a16="http://schemas.microsoft.com/office/drawing/2014/main" id="{FDB027ED-7BF7-757A-205A-9FC60C5F19CD}"/>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Endpoints P2 </a:t>
              </a:r>
              <a:r>
                <a:rPr lang="en-GB" sz="600">
                  <a:solidFill>
                    <a:srgbClr val="1F4E79">
                      <a:alpha val="20000"/>
                    </a:srgbClr>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530" name="Rectangle 529">
              <a:extLst>
                <a:ext uri="{FF2B5EF4-FFF2-40B4-BE49-F238E27FC236}">
                  <a16:creationId xmlns:a16="http://schemas.microsoft.com/office/drawing/2014/main" id="{8AC631F3-6E84-704A-D6FA-0AF599ABD08C}"/>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1" name="Oval 15">
              <a:extLst>
                <a:ext uri="{FF2B5EF4-FFF2-40B4-BE49-F238E27FC236}">
                  <a16:creationId xmlns:a16="http://schemas.microsoft.com/office/drawing/2014/main" id="{DCE1C3F1-0922-6A15-F1D0-0D4EEB5354B7}"/>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32" name="Straight Connector 531">
              <a:extLst>
                <a:ext uri="{FF2B5EF4-FFF2-40B4-BE49-F238E27FC236}">
                  <a16:creationId xmlns:a16="http://schemas.microsoft.com/office/drawing/2014/main" id="{89B38E60-8E0B-195E-75F6-151D5E2C94E1}"/>
                </a:ext>
              </a:extLst>
            </p:cNvPr>
            <p:cNvCxnSpPr>
              <a:cxnSpLocks/>
              <a:stCxn id="531"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33" name="Straight Connector 532">
              <a:extLst>
                <a:ext uri="{FF2B5EF4-FFF2-40B4-BE49-F238E27FC236}">
                  <a16:creationId xmlns:a16="http://schemas.microsoft.com/office/drawing/2014/main" id="{99ECBC7B-00D4-4D68-D580-5D51BAFA1AF4}"/>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40" name="Group 539">
            <a:extLst>
              <a:ext uri="{FF2B5EF4-FFF2-40B4-BE49-F238E27FC236}">
                <a16:creationId xmlns:a16="http://schemas.microsoft.com/office/drawing/2014/main" id="{965C7786-7B16-3E48-805E-6ADBF1DA51A9}"/>
              </a:ext>
            </a:extLst>
          </p:cNvPr>
          <p:cNvGrpSpPr/>
          <p:nvPr/>
        </p:nvGrpSpPr>
        <p:grpSpPr>
          <a:xfrm>
            <a:off x="8797459" y="2264859"/>
            <a:ext cx="721206" cy="609701"/>
            <a:chOff x="11356242" y="2253333"/>
            <a:chExt cx="721206" cy="609701"/>
          </a:xfrm>
        </p:grpSpPr>
        <p:sp>
          <p:nvSpPr>
            <p:cNvPr id="541" name="Rectangle 540">
              <a:hlinkHover r:id="" action="ppaction://noaction" highlightClick="1"/>
              <a:extLst>
                <a:ext uri="{FF2B5EF4-FFF2-40B4-BE49-F238E27FC236}">
                  <a16:creationId xmlns:a16="http://schemas.microsoft.com/office/drawing/2014/main" id="{981CE644-7410-95AA-5BF1-06547BAE14E8}"/>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542" name="Oval 541">
              <a:extLst>
                <a:ext uri="{FF2B5EF4-FFF2-40B4-BE49-F238E27FC236}">
                  <a16:creationId xmlns:a16="http://schemas.microsoft.com/office/drawing/2014/main" id="{FB55B08F-394E-5C38-6098-29C2FB69BD49}"/>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43" name="Isosceles Triangle 648">
              <a:extLst>
                <a:ext uri="{FF2B5EF4-FFF2-40B4-BE49-F238E27FC236}">
                  <a16:creationId xmlns:a16="http://schemas.microsoft.com/office/drawing/2014/main" id="{6C7BE9D5-8404-5CED-A035-3BB9C96D4109}"/>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0" name="Group 559">
            <a:extLst>
              <a:ext uri="{FF2B5EF4-FFF2-40B4-BE49-F238E27FC236}">
                <a16:creationId xmlns:a16="http://schemas.microsoft.com/office/drawing/2014/main" id="{4C60C1E8-A85D-7B2D-D32A-2F49519A1C9F}"/>
              </a:ext>
            </a:extLst>
          </p:cNvPr>
          <p:cNvGrpSpPr/>
          <p:nvPr/>
        </p:nvGrpSpPr>
        <p:grpSpPr>
          <a:xfrm>
            <a:off x="10506580" y="2253333"/>
            <a:ext cx="721206" cy="609701"/>
            <a:chOff x="10506580" y="2253333"/>
            <a:chExt cx="721206" cy="609701"/>
          </a:xfrm>
        </p:grpSpPr>
        <p:sp>
          <p:nvSpPr>
            <p:cNvPr id="561" name="Rectangle 560">
              <a:hlinkHover r:id="" action="ppaction://noaction" highlightClick="1"/>
              <a:extLst>
                <a:ext uri="{FF2B5EF4-FFF2-40B4-BE49-F238E27FC236}">
                  <a16:creationId xmlns:a16="http://schemas.microsoft.com/office/drawing/2014/main" id="{F36D9586-2472-5550-D109-09D32C0F3827}"/>
                </a:ext>
              </a:extLst>
            </p:cNvPr>
            <p:cNvSpPr/>
            <p:nvPr/>
          </p:nvSpPr>
          <p:spPr>
            <a:xfrm>
              <a:off x="10506580"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Endpoint for Servers</a:t>
              </a:r>
            </a:p>
          </p:txBody>
        </p:sp>
        <p:sp>
          <p:nvSpPr>
            <p:cNvPr id="562" name="Diamond 561">
              <a:extLst>
                <a:ext uri="{FF2B5EF4-FFF2-40B4-BE49-F238E27FC236}">
                  <a16:creationId xmlns:a16="http://schemas.microsoft.com/office/drawing/2014/main" id="{A0305CD7-FA12-86DD-01BC-C6ED6AF02AF7}"/>
                </a:ext>
              </a:extLst>
            </p:cNvPr>
            <p:cNvSpPr/>
            <p:nvPr/>
          </p:nvSpPr>
          <p:spPr>
            <a:xfrm>
              <a:off x="11091300" y="2255684"/>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3" name="Oval 562">
              <a:extLst>
                <a:ext uri="{FF2B5EF4-FFF2-40B4-BE49-F238E27FC236}">
                  <a16:creationId xmlns:a16="http://schemas.microsoft.com/office/drawing/2014/main" id="{61F26F9A-CD84-FED8-A92F-47E489EC3352}"/>
                </a:ext>
              </a:extLst>
            </p:cNvPr>
            <p:cNvSpPr/>
            <p:nvPr/>
          </p:nvSpPr>
          <p:spPr>
            <a:xfrm>
              <a:off x="11125432" y="2289172"/>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64" name="Group 563">
            <a:extLst>
              <a:ext uri="{FF2B5EF4-FFF2-40B4-BE49-F238E27FC236}">
                <a16:creationId xmlns:a16="http://schemas.microsoft.com/office/drawing/2014/main" id="{67E8DB81-AB8C-458F-FF5B-711DAE1882CA}"/>
              </a:ext>
            </a:extLst>
          </p:cNvPr>
          <p:cNvGrpSpPr/>
          <p:nvPr/>
        </p:nvGrpSpPr>
        <p:grpSpPr>
          <a:xfrm>
            <a:off x="2109092" y="2986575"/>
            <a:ext cx="721206" cy="649846"/>
            <a:chOff x="10506800" y="2974054"/>
            <a:chExt cx="721206" cy="649846"/>
          </a:xfrm>
        </p:grpSpPr>
        <p:sp>
          <p:nvSpPr>
            <p:cNvPr id="565" name="Rectangle 564">
              <a:extLst>
                <a:ext uri="{FF2B5EF4-FFF2-40B4-BE49-F238E27FC236}">
                  <a16:creationId xmlns:a16="http://schemas.microsoft.com/office/drawing/2014/main" id="{488114FE-CC0B-5492-A23C-3F8110A2C3BC}"/>
                </a:ext>
              </a:extLst>
            </p:cNvPr>
            <p:cNvSpPr/>
            <p:nvPr/>
          </p:nvSpPr>
          <p:spPr>
            <a:xfrm>
              <a:off x="105068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Entra Identity Protection</a:t>
              </a:r>
            </a:p>
          </p:txBody>
        </p:sp>
        <p:sp>
          <p:nvSpPr>
            <p:cNvPr id="566" name="Rectangle 565">
              <a:extLst>
                <a:ext uri="{FF2B5EF4-FFF2-40B4-BE49-F238E27FC236}">
                  <a16:creationId xmlns:a16="http://schemas.microsoft.com/office/drawing/2014/main" id="{0EAEA747-DF6E-7769-B26F-690C2B0B7E37}"/>
                </a:ext>
              </a:extLst>
            </p:cNvPr>
            <p:cNvSpPr/>
            <p:nvPr/>
          </p:nvSpPr>
          <p:spPr>
            <a:xfrm flipV="1">
              <a:off x="11120860" y="298013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67" name="Oval 15">
              <a:extLst>
                <a:ext uri="{FF2B5EF4-FFF2-40B4-BE49-F238E27FC236}">
                  <a16:creationId xmlns:a16="http://schemas.microsoft.com/office/drawing/2014/main" id="{D24A097F-704B-386D-BE56-5A22DB7F48CD}"/>
                </a:ext>
              </a:extLst>
            </p:cNvPr>
            <p:cNvSpPr/>
            <p:nvPr/>
          </p:nvSpPr>
          <p:spPr>
            <a:xfrm>
              <a:off x="11148295" y="3016874"/>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68" name="Straight Connector 567">
              <a:extLst>
                <a:ext uri="{FF2B5EF4-FFF2-40B4-BE49-F238E27FC236}">
                  <a16:creationId xmlns:a16="http://schemas.microsoft.com/office/drawing/2014/main" id="{CB686B74-3526-BCF1-96E6-8CD0571587D0}"/>
                </a:ext>
              </a:extLst>
            </p:cNvPr>
            <p:cNvCxnSpPr>
              <a:cxnSpLocks/>
              <a:stCxn id="567" idx="0"/>
            </p:cNvCxnSpPr>
            <p:nvPr/>
          </p:nvCxnSpPr>
          <p:spPr>
            <a:xfrm flipV="1">
              <a:off x="11154154" y="299364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69" name="Straight Connector 568">
              <a:extLst>
                <a:ext uri="{FF2B5EF4-FFF2-40B4-BE49-F238E27FC236}">
                  <a16:creationId xmlns:a16="http://schemas.microsoft.com/office/drawing/2014/main" id="{CE25CA4F-1AC0-EEBF-5475-3197FD51988C}"/>
                </a:ext>
              </a:extLst>
            </p:cNvPr>
            <p:cNvCxnSpPr>
              <a:cxnSpLocks/>
            </p:cNvCxnSpPr>
            <p:nvPr/>
          </p:nvCxnSpPr>
          <p:spPr>
            <a:xfrm>
              <a:off x="11159760" y="3623900"/>
              <a:ext cx="26402"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570" name="Group 569">
            <a:extLst>
              <a:ext uri="{FF2B5EF4-FFF2-40B4-BE49-F238E27FC236}">
                <a16:creationId xmlns:a16="http://schemas.microsoft.com/office/drawing/2014/main" id="{7AAE15B2-958A-D0C6-A815-8687BD621CFC}"/>
              </a:ext>
            </a:extLst>
          </p:cNvPr>
          <p:cNvGrpSpPr/>
          <p:nvPr/>
        </p:nvGrpSpPr>
        <p:grpSpPr>
          <a:xfrm>
            <a:off x="4621827" y="2983922"/>
            <a:ext cx="721206" cy="654973"/>
            <a:chOff x="9657606" y="2974054"/>
            <a:chExt cx="721206" cy="654973"/>
          </a:xfrm>
        </p:grpSpPr>
        <p:sp>
          <p:nvSpPr>
            <p:cNvPr id="571" name="Rectangle 570">
              <a:extLst>
                <a:ext uri="{FF2B5EF4-FFF2-40B4-BE49-F238E27FC236}">
                  <a16:creationId xmlns:a16="http://schemas.microsoft.com/office/drawing/2014/main" id="{1717044C-1614-392B-01ED-5A8D0087376A}"/>
                </a:ext>
              </a:extLst>
            </p:cNvPr>
            <p:cNvSpPr/>
            <p:nvPr/>
          </p:nvSpPr>
          <p:spPr>
            <a:xfrm>
              <a:off x="9657606"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Identity</a:t>
              </a:r>
            </a:p>
          </p:txBody>
        </p:sp>
        <p:sp>
          <p:nvSpPr>
            <p:cNvPr id="572" name="Rectangle 571">
              <a:extLst>
                <a:ext uri="{FF2B5EF4-FFF2-40B4-BE49-F238E27FC236}">
                  <a16:creationId xmlns:a16="http://schemas.microsoft.com/office/drawing/2014/main" id="{A754069F-64E4-BDC7-7AC5-A5F84336921A}"/>
                </a:ext>
              </a:extLst>
            </p:cNvPr>
            <p:cNvSpPr/>
            <p:nvPr/>
          </p:nvSpPr>
          <p:spPr>
            <a:xfrm flipV="1">
              <a:off x="10268278" y="2984249"/>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3" name="Oval 15">
              <a:extLst>
                <a:ext uri="{FF2B5EF4-FFF2-40B4-BE49-F238E27FC236}">
                  <a16:creationId xmlns:a16="http://schemas.microsoft.com/office/drawing/2014/main" id="{A3C66DBD-13B3-A998-7373-212377BF35BA}"/>
                </a:ext>
              </a:extLst>
            </p:cNvPr>
            <p:cNvSpPr/>
            <p:nvPr/>
          </p:nvSpPr>
          <p:spPr>
            <a:xfrm>
              <a:off x="10295692"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4" name="Straight Connector 573">
              <a:extLst>
                <a:ext uri="{FF2B5EF4-FFF2-40B4-BE49-F238E27FC236}">
                  <a16:creationId xmlns:a16="http://schemas.microsoft.com/office/drawing/2014/main" id="{1566C0C5-AEB3-DCFA-5109-E1B6B253C065}"/>
                </a:ext>
              </a:extLst>
            </p:cNvPr>
            <p:cNvCxnSpPr>
              <a:cxnSpLocks/>
              <a:stCxn id="573" idx="0"/>
            </p:cNvCxnSpPr>
            <p:nvPr/>
          </p:nvCxnSpPr>
          <p:spPr>
            <a:xfrm flipV="1">
              <a:off x="10301204" y="2997761"/>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575" name="Straight Connector 574">
              <a:extLst>
                <a:ext uri="{FF2B5EF4-FFF2-40B4-BE49-F238E27FC236}">
                  <a16:creationId xmlns:a16="http://schemas.microsoft.com/office/drawing/2014/main" id="{E8EA2BB5-C3AA-0BFF-B4E0-323B242DA21B}"/>
                </a:ext>
              </a:extLst>
            </p:cNvPr>
            <p:cNvCxnSpPr>
              <a:cxnSpLocks/>
            </p:cNvCxnSpPr>
            <p:nvPr/>
          </p:nvCxnSpPr>
          <p:spPr>
            <a:xfrm>
              <a:off x="10306868" y="3629027"/>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28" name="Group 127">
            <a:extLst>
              <a:ext uri="{FF2B5EF4-FFF2-40B4-BE49-F238E27FC236}">
                <a16:creationId xmlns:a16="http://schemas.microsoft.com/office/drawing/2014/main" id="{474F5BF1-5529-EDDA-B900-B8865D2F6843}"/>
              </a:ext>
            </a:extLst>
          </p:cNvPr>
          <p:cNvGrpSpPr/>
          <p:nvPr/>
        </p:nvGrpSpPr>
        <p:grpSpPr>
          <a:xfrm>
            <a:off x="11356001" y="2974057"/>
            <a:ext cx="721206" cy="609701"/>
            <a:chOff x="11356001" y="2974057"/>
            <a:chExt cx="721206" cy="609701"/>
          </a:xfrm>
        </p:grpSpPr>
        <p:sp>
          <p:nvSpPr>
            <p:cNvPr id="129" name="Rectangle 128">
              <a:hlinkHover r:id="" action="ppaction://noaction" highlightClick="1"/>
              <a:extLst>
                <a:ext uri="{FF2B5EF4-FFF2-40B4-BE49-F238E27FC236}">
                  <a16:creationId xmlns:a16="http://schemas.microsoft.com/office/drawing/2014/main" id="{019180A5-EAED-0BF6-86DB-60A5481FE741}"/>
                </a:ext>
              </a:extLst>
            </p:cNvPr>
            <p:cNvSpPr/>
            <p:nvPr/>
          </p:nvSpPr>
          <p:spPr>
            <a:xfrm>
              <a:off x="11356001" y="297405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Workload Identities</a:t>
              </a:r>
            </a:p>
          </p:txBody>
        </p:sp>
        <p:sp>
          <p:nvSpPr>
            <p:cNvPr id="131" name="Oval 130">
              <a:extLst>
                <a:ext uri="{FF2B5EF4-FFF2-40B4-BE49-F238E27FC236}">
                  <a16:creationId xmlns:a16="http://schemas.microsoft.com/office/drawing/2014/main" id="{19D15257-5810-CEBA-4DBE-CF26576709E1}"/>
                </a:ext>
              </a:extLst>
            </p:cNvPr>
            <p:cNvSpPr/>
            <p:nvPr/>
          </p:nvSpPr>
          <p:spPr>
            <a:xfrm>
              <a:off x="11933253" y="298332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2" name="Isosceles Triangle 648">
              <a:extLst>
                <a:ext uri="{FF2B5EF4-FFF2-40B4-BE49-F238E27FC236}">
                  <a16:creationId xmlns:a16="http://schemas.microsoft.com/office/drawing/2014/main" id="{150EDE32-DC1C-6855-9EF6-C91D185A7656}"/>
                </a:ext>
              </a:extLst>
            </p:cNvPr>
            <p:cNvSpPr/>
            <p:nvPr/>
          </p:nvSpPr>
          <p:spPr>
            <a:xfrm>
              <a:off x="11963379" y="299683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3" name="Group 132">
            <a:extLst>
              <a:ext uri="{FF2B5EF4-FFF2-40B4-BE49-F238E27FC236}">
                <a16:creationId xmlns:a16="http://schemas.microsoft.com/office/drawing/2014/main" id="{B95BE610-8C03-DB5A-613E-D4A1CDB36F5C}"/>
              </a:ext>
            </a:extLst>
          </p:cNvPr>
          <p:cNvGrpSpPr/>
          <p:nvPr/>
        </p:nvGrpSpPr>
        <p:grpSpPr>
          <a:xfrm>
            <a:off x="1268346" y="3698208"/>
            <a:ext cx="721891" cy="610396"/>
            <a:chOff x="1268346" y="3698208"/>
            <a:chExt cx="721891" cy="610396"/>
          </a:xfrm>
        </p:grpSpPr>
        <p:sp>
          <p:nvSpPr>
            <p:cNvPr id="134" name="Rectangle 133">
              <a:extLst>
                <a:ext uri="{FF2B5EF4-FFF2-40B4-BE49-F238E27FC236}">
                  <a16:creationId xmlns:a16="http://schemas.microsoft.com/office/drawing/2014/main" id="{FE057A3D-9C1C-E374-86D7-1A0858B05875}"/>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135" name="Right Triangle 134">
              <a:extLst>
                <a:ext uri="{FF2B5EF4-FFF2-40B4-BE49-F238E27FC236}">
                  <a16:creationId xmlns:a16="http://schemas.microsoft.com/office/drawing/2014/main" id="{D0A82786-9B2D-314E-277F-60905C8F9945}"/>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36" name="Group 135">
              <a:extLst>
                <a:ext uri="{FF2B5EF4-FFF2-40B4-BE49-F238E27FC236}">
                  <a16:creationId xmlns:a16="http://schemas.microsoft.com/office/drawing/2014/main" id="{D5B9EC22-1F4F-7A83-5AC6-FFB37A976BE6}"/>
                </a:ext>
              </a:extLst>
            </p:cNvPr>
            <p:cNvGrpSpPr/>
            <p:nvPr/>
          </p:nvGrpSpPr>
          <p:grpSpPr>
            <a:xfrm>
              <a:off x="1939627" y="3704306"/>
              <a:ext cx="37817" cy="61390"/>
              <a:chOff x="3883481" y="2057400"/>
              <a:chExt cx="1608363" cy="2652031"/>
            </a:xfrm>
            <a:solidFill>
              <a:srgbClr val="A6A6A6">
                <a:alpha val="20000"/>
              </a:srgbClr>
            </a:solidFill>
          </p:grpSpPr>
          <p:sp>
            <p:nvSpPr>
              <p:cNvPr id="137" name="Oval 27">
                <a:extLst>
                  <a:ext uri="{FF2B5EF4-FFF2-40B4-BE49-F238E27FC236}">
                    <a16:creationId xmlns:a16="http://schemas.microsoft.com/office/drawing/2014/main" id="{4D5EC73F-2A02-7791-3E0B-9BA07FAD9B8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38" name="Oval 28">
                <a:extLst>
                  <a:ext uri="{FF2B5EF4-FFF2-40B4-BE49-F238E27FC236}">
                    <a16:creationId xmlns:a16="http://schemas.microsoft.com/office/drawing/2014/main" id="{52100C71-1748-2C8E-4864-69E2B3008A2C}"/>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39" name="Group 138">
            <a:extLst>
              <a:ext uri="{FF2B5EF4-FFF2-40B4-BE49-F238E27FC236}">
                <a16:creationId xmlns:a16="http://schemas.microsoft.com/office/drawing/2014/main" id="{F6DBB2D4-FB93-C060-303C-9D039BC241CD}"/>
              </a:ext>
            </a:extLst>
          </p:cNvPr>
          <p:cNvGrpSpPr/>
          <p:nvPr/>
        </p:nvGrpSpPr>
        <p:grpSpPr>
          <a:xfrm>
            <a:off x="5454173" y="2257175"/>
            <a:ext cx="721206" cy="609701"/>
            <a:chOff x="6287891" y="2253333"/>
            <a:chExt cx="721206" cy="609701"/>
          </a:xfrm>
        </p:grpSpPr>
        <p:sp>
          <p:nvSpPr>
            <p:cNvPr id="140" name="Rectangle 139">
              <a:extLst>
                <a:ext uri="{FF2B5EF4-FFF2-40B4-BE49-F238E27FC236}">
                  <a16:creationId xmlns:a16="http://schemas.microsoft.com/office/drawing/2014/main" id="{D3AD3909-BE2D-B41D-F5F4-B98D36CA60E0}"/>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141" name="Right Triangle 140">
              <a:extLst>
                <a:ext uri="{FF2B5EF4-FFF2-40B4-BE49-F238E27FC236}">
                  <a16:creationId xmlns:a16="http://schemas.microsoft.com/office/drawing/2014/main" id="{7E73CB2E-619F-9F1C-FAE7-9261CC452CD8}"/>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42" name="Group 141">
              <a:extLst>
                <a:ext uri="{FF2B5EF4-FFF2-40B4-BE49-F238E27FC236}">
                  <a16:creationId xmlns:a16="http://schemas.microsoft.com/office/drawing/2014/main" id="{90E0EC75-3907-97F3-B2E8-547DDB63E11C}"/>
                </a:ext>
              </a:extLst>
            </p:cNvPr>
            <p:cNvGrpSpPr/>
            <p:nvPr/>
          </p:nvGrpSpPr>
          <p:grpSpPr>
            <a:xfrm>
              <a:off x="6952470" y="2265099"/>
              <a:ext cx="37817" cy="61390"/>
              <a:chOff x="3883481" y="2057400"/>
              <a:chExt cx="1608363" cy="2652031"/>
            </a:xfrm>
            <a:solidFill>
              <a:srgbClr val="A6A6A6">
                <a:alpha val="20000"/>
              </a:srgbClr>
            </a:solidFill>
          </p:grpSpPr>
          <p:sp>
            <p:nvSpPr>
              <p:cNvPr id="143" name="Oval 27">
                <a:extLst>
                  <a:ext uri="{FF2B5EF4-FFF2-40B4-BE49-F238E27FC236}">
                    <a16:creationId xmlns:a16="http://schemas.microsoft.com/office/drawing/2014/main" id="{014BDC6F-9075-BF32-8F6B-3041C6B6A51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44" name="Oval 28">
                <a:extLst>
                  <a:ext uri="{FF2B5EF4-FFF2-40B4-BE49-F238E27FC236}">
                    <a16:creationId xmlns:a16="http://schemas.microsoft.com/office/drawing/2014/main" id="{27859B58-6CC8-3EED-0762-CB80427D228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303293AE-5F3C-C5B4-AA92-7AD78F13C4EE}"/>
              </a:ext>
            </a:extLst>
          </p:cNvPr>
          <p:cNvGrpSpPr/>
          <p:nvPr/>
        </p:nvGrpSpPr>
        <p:grpSpPr>
          <a:xfrm>
            <a:off x="2934662" y="5148220"/>
            <a:ext cx="724130" cy="609701"/>
            <a:chOff x="4615448" y="2974053"/>
            <a:chExt cx="724130" cy="609701"/>
          </a:xfrm>
        </p:grpSpPr>
        <p:sp>
          <p:nvSpPr>
            <p:cNvPr id="146" name="Rectangle 145">
              <a:extLst>
                <a:ext uri="{FF2B5EF4-FFF2-40B4-BE49-F238E27FC236}">
                  <a16:creationId xmlns:a16="http://schemas.microsoft.com/office/drawing/2014/main" id="{ED43367E-7735-18D5-3915-19C12EF59B3F}"/>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147" name="Right Triangle 146">
              <a:extLst>
                <a:ext uri="{FF2B5EF4-FFF2-40B4-BE49-F238E27FC236}">
                  <a16:creationId xmlns:a16="http://schemas.microsoft.com/office/drawing/2014/main" id="{30DC372E-2653-251A-6F30-C483CD253BA2}"/>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48" name="Group 147">
              <a:extLst>
                <a:ext uri="{FF2B5EF4-FFF2-40B4-BE49-F238E27FC236}">
                  <a16:creationId xmlns:a16="http://schemas.microsoft.com/office/drawing/2014/main" id="{0730C343-6086-D831-705E-3C787B992B39}"/>
                </a:ext>
              </a:extLst>
            </p:cNvPr>
            <p:cNvGrpSpPr/>
            <p:nvPr/>
          </p:nvGrpSpPr>
          <p:grpSpPr>
            <a:xfrm>
              <a:off x="5288997" y="2982574"/>
              <a:ext cx="37817" cy="61390"/>
              <a:chOff x="3883481" y="2057400"/>
              <a:chExt cx="1608363" cy="2652031"/>
            </a:xfrm>
            <a:solidFill>
              <a:srgbClr val="A6A6A6">
                <a:alpha val="20000"/>
              </a:srgbClr>
            </a:solidFill>
          </p:grpSpPr>
          <p:sp>
            <p:nvSpPr>
              <p:cNvPr id="149" name="Oval 27">
                <a:extLst>
                  <a:ext uri="{FF2B5EF4-FFF2-40B4-BE49-F238E27FC236}">
                    <a16:creationId xmlns:a16="http://schemas.microsoft.com/office/drawing/2014/main" id="{2955D781-32FD-2900-4083-4FCAB2E8283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0" name="Oval 28">
                <a:extLst>
                  <a:ext uri="{FF2B5EF4-FFF2-40B4-BE49-F238E27FC236}">
                    <a16:creationId xmlns:a16="http://schemas.microsoft.com/office/drawing/2014/main" id="{A2D13EDB-A8CC-8105-96FA-48137556F55B}"/>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51" name="Group 150">
            <a:extLst>
              <a:ext uri="{FF2B5EF4-FFF2-40B4-BE49-F238E27FC236}">
                <a16:creationId xmlns:a16="http://schemas.microsoft.com/office/drawing/2014/main" id="{395696BF-CA5C-04BA-55D1-CE91A11FC308}"/>
              </a:ext>
            </a:extLst>
          </p:cNvPr>
          <p:cNvGrpSpPr/>
          <p:nvPr/>
        </p:nvGrpSpPr>
        <p:grpSpPr>
          <a:xfrm>
            <a:off x="2102908" y="811556"/>
            <a:ext cx="721206" cy="609701"/>
            <a:chOff x="2102908" y="811556"/>
            <a:chExt cx="721206" cy="609701"/>
          </a:xfrm>
        </p:grpSpPr>
        <p:sp>
          <p:nvSpPr>
            <p:cNvPr id="152" name="Rectangle 151">
              <a:extLst>
                <a:ext uri="{FF2B5EF4-FFF2-40B4-BE49-F238E27FC236}">
                  <a16:creationId xmlns:a16="http://schemas.microsoft.com/office/drawing/2014/main" id="{6EABC92B-415F-ECF0-67F3-6E61C13F7BB4}"/>
                </a:ext>
              </a:extLst>
            </p:cNvPr>
            <p:cNvSpPr/>
            <p:nvPr/>
          </p:nvSpPr>
          <p:spPr>
            <a:xfrm>
              <a:off x="2102908" y="81155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3" name="Rectangle 152">
              <a:extLst>
                <a:ext uri="{FF2B5EF4-FFF2-40B4-BE49-F238E27FC236}">
                  <a16:creationId xmlns:a16="http://schemas.microsoft.com/office/drawing/2014/main" id="{4E0E9BDD-62A1-79D9-4C09-DA29B5995F77}"/>
                </a:ext>
              </a:extLst>
            </p:cNvPr>
            <p:cNvSpPr/>
            <p:nvPr/>
          </p:nvSpPr>
          <p:spPr>
            <a:xfrm flipV="1">
              <a:off x="2720880" y="817370"/>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54" name="Oval 15">
              <a:extLst>
                <a:ext uri="{FF2B5EF4-FFF2-40B4-BE49-F238E27FC236}">
                  <a16:creationId xmlns:a16="http://schemas.microsoft.com/office/drawing/2014/main" id="{ABCF6951-45AD-E7AD-CE2E-4DF3B83BDBA6}"/>
                </a:ext>
              </a:extLst>
            </p:cNvPr>
            <p:cNvSpPr/>
            <p:nvPr/>
          </p:nvSpPr>
          <p:spPr>
            <a:xfrm>
              <a:off x="2748264" y="854109"/>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55" name="Straight Connector 154">
              <a:extLst>
                <a:ext uri="{FF2B5EF4-FFF2-40B4-BE49-F238E27FC236}">
                  <a16:creationId xmlns:a16="http://schemas.microsoft.com/office/drawing/2014/main" id="{C9CAB99B-0ED0-E263-EFE9-6EF78FCEA562}"/>
                </a:ext>
              </a:extLst>
            </p:cNvPr>
            <p:cNvCxnSpPr>
              <a:cxnSpLocks/>
              <a:stCxn id="154" idx="0"/>
            </p:cNvCxnSpPr>
            <p:nvPr/>
          </p:nvCxnSpPr>
          <p:spPr>
            <a:xfrm flipV="1">
              <a:off x="2753928" y="830883"/>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156" name="Straight Connector 155">
              <a:extLst>
                <a:ext uri="{FF2B5EF4-FFF2-40B4-BE49-F238E27FC236}">
                  <a16:creationId xmlns:a16="http://schemas.microsoft.com/office/drawing/2014/main" id="{599A9F09-2E17-BDF9-5742-4D67A536ECEB}"/>
                </a:ext>
              </a:extLst>
            </p:cNvPr>
            <p:cNvCxnSpPr>
              <a:cxnSpLocks/>
            </p:cNvCxnSpPr>
            <p:nvPr/>
          </p:nvCxnSpPr>
          <p:spPr>
            <a:xfrm>
              <a:off x="2759632" y="100406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57" name="Group 156">
            <a:extLst>
              <a:ext uri="{FF2B5EF4-FFF2-40B4-BE49-F238E27FC236}">
                <a16:creationId xmlns:a16="http://schemas.microsoft.com/office/drawing/2014/main" id="{83F9A91A-3CC5-E050-A0AF-6F0B12FAFF1B}"/>
              </a:ext>
            </a:extLst>
          </p:cNvPr>
          <p:cNvGrpSpPr/>
          <p:nvPr/>
        </p:nvGrpSpPr>
        <p:grpSpPr>
          <a:xfrm>
            <a:off x="5451979" y="3707588"/>
            <a:ext cx="721206" cy="609701"/>
            <a:chOff x="5451979" y="3707588"/>
            <a:chExt cx="721206" cy="609701"/>
          </a:xfrm>
        </p:grpSpPr>
        <p:sp>
          <p:nvSpPr>
            <p:cNvPr id="158" name="Rectangle 157">
              <a:hlinkHover r:id="" action="ppaction://noaction" highlightClick="1"/>
              <a:extLst>
                <a:ext uri="{FF2B5EF4-FFF2-40B4-BE49-F238E27FC236}">
                  <a16:creationId xmlns:a16="http://schemas.microsoft.com/office/drawing/2014/main" id="{7AE7C31A-61EF-9586-8CB6-A526C79EB92C}"/>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59" name="Oval 158">
              <a:extLst>
                <a:ext uri="{FF2B5EF4-FFF2-40B4-BE49-F238E27FC236}">
                  <a16:creationId xmlns:a16="http://schemas.microsoft.com/office/drawing/2014/main" id="{B3890D0E-4DF6-6C32-53CE-07A4790FB727}"/>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0" name="Isosceles Triangle 648">
              <a:extLst>
                <a:ext uri="{FF2B5EF4-FFF2-40B4-BE49-F238E27FC236}">
                  <a16:creationId xmlns:a16="http://schemas.microsoft.com/office/drawing/2014/main" id="{5C7BE3C9-C98B-FD80-024D-EB5BB4DD6DE3}"/>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1" name="Group 160">
            <a:extLst>
              <a:ext uri="{FF2B5EF4-FFF2-40B4-BE49-F238E27FC236}">
                <a16:creationId xmlns:a16="http://schemas.microsoft.com/office/drawing/2014/main" id="{32C0E550-84C0-5962-95D2-F58271BFB97F}"/>
              </a:ext>
            </a:extLst>
          </p:cNvPr>
          <p:cNvGrpSpPr/>
          <p:nvPr/>
        </p:nvGrpSpPr>
        <p:grpSpPr>
          <a:xfrm>
            <a:off x="10506594" y="811556"/>
            <a:ext cx="721220" cy="609701"/>
            <a:chOff x="10506594" y="811556"/>
            <a:chExt cx="721220" cy="609701"/>
          </a:xfrm>
        </p:grpSpPr>
        <p:sp>
          <p:nvSpPr>
            <p:cNvPr id="162" name="Rectangle 161">
              <a:extLst>
                <a:ext uri="{FF2B5EF4-FFF2-40B4-BE49-F238E27FC236}">
                  <a16:creationId xmlns:a16="http://schemas.microsoft.com/office/drawing/2014/main" id="{FE6A2A10-1F63-A2F7-F7EE-419C402D4955}"/>
                </a:ext>
              </a:extLst>
            </p:cNvPr>
            <p:cNvSpPr/>
            <p:nvPr/>
          </p:nvSpPr>
          <p:spPr>
            <a:xfrm>
              <a:off x="1050659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63" name="Rectangle 162">
              <a:extLst>
                <a:ext uri="{FF2B5EF4-FFF2-40B4-BE49-F238E27FC236}">
                  <a16:creationId xmlns:a16="http://schemas.microsoft.com/office/drawing/2014/main" id="{7F172817-10BB-4AE5-5A4A-0C78CA497F45}"/>
                </a:ext>
              </a:extLst>
            </p:cNvPr>
            <p:cNvSpPr/>
            <p:nvPr/>
          </p:nvSpPr>
          <p:spPr>
            <a:xfrm flipV="1">
              <a:off x="11127622"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4" name="Oval 15">
              <a:extLst>
                <a:ext uri="{FF2B5EF4-FFF2-40B4-BE49-F238E27FC236}">
                  <a16:creationId xmlns:a16="http://schemas.microsoft.com/office/drawing/2014/main" id="{C3246325-8EE5-215C-8D50-084A65A28576}"/>
                </a:ext>
              </a:extLst>
            </p:cNvPr>
            <p:cNvSpPr/>
            <p:nvPr/>
          </p:nvSpPr>
          <p:spPr>
            <a:xfrm>
              <a:off x="11154944"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65" name="Straight Connector 164">
              <a:extLst>
                <a:ext uri="{FF2B5EF4-FFF2-40B4-BE49-F238E27FC236}">
                  <a16:creationId xmlns:a16="http://schemas.microsoft.com/office/drawing/2014/main" id="{67FB7B87-0E1B-383E-8D39-1B5DC832F429}"/>
                </a:ext>
              </a:extLst>
            </p:cNvPr>
            <p:cNvCxnSpPr>
              <a:cxnSpLocks/>
              <a:stCxn id="164" idx="0"/>
            </p:cNvCxnSpPr>
            <p:nvPr/>
          </p:nvCxnSpPr>
          <p:spPr>
            <a:xfrm flipV="1">
              <a:off x="11160455"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66" name="Straight Connector 165">
              <a:extLst>
                <a:ext uri="{FF2B5EF4-FFF2-40B4-BE49-F238E27FC236}">
                  <a16:creationId xmlns:a16="http://schemas.microsoft.com/office/drawing/2014/main" id="{B47C008A-9E96-0245-50E0-6895C2D047BC}"/>
                </a:ext>
              </a:extLst>
            </p:cNvPr>
            <p:cNvCxnSpPr>
              <a:cxnSpLocks/>
            </p:cNvCxnSpPr>
            <p:nvPr/>
          </p:nvCxnSpPr>
          <p:spPr>
            <a:xfrm>
              <a:off x="11166119"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67" name="Group 166">
            <a:extLst>
              <a:ext uri="{FF2B5EF4-FFF2-40B4-BE49-F238E27FC236}">
                <a16:creationId xmlns:a16="http://schemas.microsoft.com/office/drawing/2014/main" id="{F5C74D2D-1E33-4700-1267-2721B9336C4C}"/>
              </a:ext>
            </a:extLst>
          </p:cNvPr>
          <p:cNvGrpSpPr/>
          <p:nvPr/>
        </p:nvGrpSpPr>
        <p:grpSpPr>
          <a:xfrm>
            <a:off x="7116512" y="812701"/>
            <a:ext cx="721206" cy="609701"/>
            <a:chOff x="7957576" y="811556"/>
            <a:chExt cx="721206" cy="609701"/>
          </a:xfrm>
        </p:grpSpPr>
        <p:sp>
          <p:nvSpPr>
            <p:cNvPr id="168" name="Rectangle 167">
              <a:extLst>
                <a:ext uri="{FF2B5EF4-FFF2-40B4-BE49-F238E27FC236}">
                  <a16:creationId xmlns:a16="http://schemas.microsoft.com/office/drawing/2014/main" id="{50859487-F53D-E11B-1A98-4C7204BCFB98}"/>
                </a:ext>
              </a:extLst>
            </p:cNvPr>
            <p:cNvSpPr/>
            <p:nvPr/>
          </p:nvSpPr>
          <p:spPr>
            <a:xfrm>
              <a:off x="7957576" y="811556"/>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Data Security Posture Management</a:t>
              </a:r>
            </a:p>
          </p:txBody>
        </p:sp>
        <p:sp>
          <p:nvSpPr>
            <p:cNvPr id="169" name="Rectangle 168">
              <a:extLst>
                <a:ext uri="{FF2B5EF4-FFF2-40B4-BE49-F238E27FC236}">
                  <a16:creationId xmlns:a16="http://schemas.microsoft.com/office/drawing/2014/main" id="{BAF9F6E4-4113-7698-8D20-7E4C8AC13C67}"/>
                </a:ext>
              </a:extLst>
            </p:cNvPr>
            <p:cNvSpPr/>
            <p:nvPr/>
          </p:nvSpPr>
          <p:spPr>
            <a:xfrm flipV="1">
              <a:off x="8575292"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0" name="Oval 15">
              <a:extLst>
                <a:ext uri="{FF2B5EF4-FFF2-40B4-BE49-F238E27FC236}">
                  <a16:creationId xmlns:a16="http://schemas.microsoft.com/office/drawing/2014/main" id="{4DEDEB67-13B2-6677-7E0B-569BEFFBC1A8}"/>
                </a:ext>
              </a:extLst>
            </p:cNvPr>
            <p:cNvSpPr/>
            <p:nvPr/>
          </p:nvSpPr>
          <p:spPr>
            <a:xfrm>
              <a:off x="8602693"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631F1968-E63A-4E9A-9EA5-176A922CCE7F}"/>
                </a:ext>
              </a:extLst>
            </p:cNvPr>
            <p:cNvCxnSpPr>
              <a:cxnSpLocks/>
              <a:stCxn id="170" idx="0"/>
            </p:cNvCxnSpPr>
            <p:nvPr/>
          </p:nvCxnSpPr>
          <p:spPr>
            <a:xfrm flipV="1">
              <a:off x="860838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2" name="Straight Connector 171">
              <a:extLst>
                <a:ext uri="{FF2B5EF4-FFF2-40B4-BE49-F238E27FC236}">
                  <a16:creationId xmlns:a16="http://schemas.microsoft.com/office/drawing/2014/main" id="{D78C2F2D-E6F6-9B2C-D6B5-D1D7674E0A88}"/>
                </a:ext>
              </a:extLst>
            </p:cNvPr>
            <p:cNvCxnSpPr>
              <a:cxnSpLocks/>
            </p:cNvCxnSpPr>
            <p:nvPr/>
          </p:nvCxnSpPr>
          <p:spPr>
            <a:xfrm>
              <a:off x="8614044"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73" name="Group 172">
            <a:extLst>
              <a:ext uri="{FF2B5EF4-FFF2-40B4-BE49-F238E27FC236}">
                <a16:creationId xmlns:a16="http://schemas.microsoft.com/office/drawing/2014/main" id="{7BFE83F9-D050-9019-78BA-D44D4D589F67}"/>
              </a:ext>
            </a:extLst>
          </p:cNvPr>
          <p:cNvGrpSpPr/>
          <p:nvPr/>
        </p:nvGrpSpPr>
        <p:grpSpPr>
          <a:xfrm>
            <a:off x="10506616" y="2984633"/>
            <a:ext cx="721220" cy="609701"/>
            <a:chOff x="9656903" y="2253333"/>
            <a:chExt cx="721220" cy="609701"/>
          </a:xfrm>
        </p:grpSpPr>
        <p:sp>
          <p:nvSpPr>
            <p:cNvPr id="174" name="Rectangle 173">
              <a:hlinkHover r:id="" action="ppaction://noaction" highlightClick="1"/>
              <a:extLst>
                <a:ext uri="{FF2B5EF4-FFF2-40B4-BE49-F238E27FC236}">
                  <a16:creationId xmlns:a16="http://schemas.microsoft.com/office/drawing/2014/main" id="{23190FF7-2516-513C-8E1E-35A5CA4E4719}"/>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a:solidFill>
                    <a:srgbClr val="1F4E79">
                      <a:alpha val="20000"/>
                    </a:srgbClr>
                  </a:solidFill>
                  <a:latin typeface="Century Gothic" panose="020B0502020202020204" pitchFamily="34" charset="0"/>
                </a:rPr>
                <a:t>Microsoft Entra Agent Identities)</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75" name="Rectangle 174">
              <a:extLst>
                <a:ext uri="{FF2B5EF4-FFF2-40B4-BE49-F238E27FC236}">
                  <a16:creationId xmlns:a16="http://schemas.microsoft.com/office/drawing/2014/main" id="{810DA893-5555-45CF-BE58-5258DB3192A4}"/>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6" name="Oval 15">
              <a:extLst>
                <a:ext uri="{FF2B5EF4-FFF2-40B4-BE49-F238E27FC236}">
                  <a16:creationId xmlns:a16="http://schemas.microsoft.com/office/drawing/2014/main" id="{2A1CC31E-B511-EAF5-80BC-0A11BA6626F7}"/>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77" name="Straight Connector 176">
              <a:extLst>
                <a:ext uri="{FF2B5EF4-FFF2-40B4-BE49-F238E27FC236}">
                  <a16:creationId xmlns:a16="http://schemas.microsoft.com/office/drawing/2014/main" id="{F13BFFA8-2BC7-CC78-878D-B59DEF2B6628}"/>
                </a:ext>
              </a:extLst>
            </p:cNvPr>
            <p:cNvCxnSpPr>
              <a:cxnSpLocks/>
              <a:stCxn id="17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78" name="Straight Connector 177">
              <a:extLst>
                <a:ext uri="{FF2B5EF4-FFF2-40B4-BE49-F238E27FC236}">
                  <a16:creationId xmlns:a16="http://schemas.microsoft.com/office/drawing/2014/main" id="{55F73CBC-5823-DF91-1138-5A6E559467C7}"/>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85" name="Group 184">
            <a:extLst>
              <a:ext uri="{FF2B5EF4-FFF2-40B4-BE49-F238E27FC236}">
                <a16:creationId xmlns:a16="http://schemas.microsoft.com/office/drawing/2014/main" id="{2B7DC43B-9EC8-B323-8167-99BAE35EDBE1}"/>
              </a:ext>
            </a:extLst>
          </p:cNvPr>
          <p:cNvGrpSpPr/>
          <p:nvPr/>
        </p:nvGrpSpPr>
        <p:grpSpPr>
          <a:xfrm>
            <a:off x="10508723" y="1536662"/>
            <a:ext cx="721206" cy="609701"/>
            <a:chOff x="11356242" y="1532276"/>
            <a:chExt cx="721206" cy="609701"/>
          </a:xfrm>
        </p:grpSpPr>
        <p:sp>
          <p:nvSpPr>
            <p:cNvPr id="186" name="Rectangle 185">
              <a:hlinkHover r:id="" action="ppaction://noaction" highlightClick="1"/>
              <a:extLst>
                <a:ext uri="{FF2B5EF4-FFF2-40B4-BE49-F238E27FC236}">
                  <a16:creationId xmlns:a16="http://schemas.microsoft.com/office/drawing/2014/main" id="{DA9A4E2F-624E-2725-8DB2-E5E69135B1E5}"/>
                </a:ext>
              </a:extLst>
            </p:cNvPr>
            <p:cNvSpPr/>
            <p:nvPr/>
          </p:nvSpPr>
          <p:spPr>
            <a:xfrm>
              <a:off x="11356242"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AI Services</a:t>
              </a:r>
            </a:p>
          </p:txBody>
        </p:sp>
        <p:sp>
          <p:nvSpPr>
            <p:cNvPr id="187" name="Oval 186">
              <a:extLst>
                <a:ext uri="{FF2B5EF4-FFF2-40B4-BE49-F238E27FC236}">
                  <a16:creationId xmlns:a16="http://schemas.microsoft.com/office/drawing/2014/main" id="{E8CA78E5-5A2C-F5DE-F7CD-841DA6AC8F8A}"/>
                </a:ext>
              </a:extLst>
            </p:cNvPr>
            <p:cNvSpPr/>
            <p:nvPr/>
          </p:nvSpPr>
          <p:spPr>
            <a:xfrm>
              <a:off x="11934811" y="154003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88" name="Isosceles Triangle 648">
              <a:extLst>
                <a:ext uri="{FF2B5EF4-FFF2-40B4-BE49-F238E27FC236}">
                  <a16:creationId xmlns:a16="http://schemas.microsoft.com/office/drawing/2014/main" id="{66FB1D98-E9E6-9C21-A28C-D1F25FF05EF0}"/>
                </a:ext>
              </a:extLst>
            </p:cNvPr>
            <p:cNvSpPr/>
            <p:nvPr/>
          </p:nvSpPr>
          <p:spPr>
            <a:xfrm>
              <a:off x="11964936" y="1553543"/>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89" name="Group 188">
            <a:extLst>
              <a:ext uri="{FF2B5EF4-FFF2-40B4-BE49-F238E27FC236}">
                <a16:creationId xmlns:a16="http://schemas.microsoft.com/office/drawing/2014/main" id="{29228CC6-E752-3BC0-5010-B759B731158E}"/>
              </a:ext>
            </a:extLst>
          </p:cNvPr>
          <p:cNvGrpSpPr/>
          <p:nvPr/>
        </p:nvGrpSpPr>
        <p:grpSpPr>
          <a:xfrm>
            <a:off x="11355832" y="5140982"/>
            <a:ext cx="721220" cy="609701"/>
            <a:chOff x="9656903" y="2253333"/>
            <a:chExt cx="721220" cy="609701"/>
          </a:xfrm>
        </p:grpSpPr>
        <p:sp>
          <p:nvSpPr>
            <p:cNvPr id="190" name="Rectangle 189">
              <a:hlinkHover r:id="" action="ppaction://noaction" highlightClick="1"/>
              <a:extLst>
                <a:ext uri="{FF2B5EF4-FFF2-40B4-BE49-F238E27FC236}">
                  <a16:creationId xmlns:a16="http://schemas.microsoft.com/office/drawing/2014/main" id="{56A1AA56-A880-35A7-BD2D-62C603990C61}"/>
                </a:ext>
              </a:extLst>
            </p:cNvPr>
            <p:cNvSpPr/>
            <p:nvPr/>
          </p:nvSpPr>
          <p:spPr>
            <a:xfrm>
              <a:off x="9656903"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Security Copilot</a:t>
              </a:r>
              <a:r>
                <a:rPr lang="en-GB" sz="600">
                  <a:solidFill>
                    <a:srgbClr val="1F4E79">
                      <a:alpha val="20000"/>
                    </a:srgbClr>
                  </a:solidFill>
                  <a:latin typeface="Century Gothic" panose="020B0502020202020204" pitchFamily="34" charset="0"/>
                </a:rPr>
                <a:t>)</a:t>
              </a:r>
              <a:endPar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91" name="Rectangle 190">
              <a:extLst>
                <a:ext uri="{FF2B5EF4-FFF2-40B4-BE49-F238E27FC236}">
                  <a16:creationId xmlns:a16="http://schemas.microsoft.com/office/drawing/2014/main" id="{07CDD200-263D-0982-9E79-03E00AE05AA2}"/>
                </a:ext>
              </a:extLst>
            </p:cNvPr>
            <p:cNvSpPr/>
            <p:nvPr/>
          </p:nvSpPr>
          <p:spPr>
            <a:xfrm flipV="1">
              <a:off x="10277931" y="2259538"/>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76" name="Oval 15">
              <a:extLst>
                <a:ext uri="{FF2B5EF4-FFF2-40B4-BE49-F238E27FC236}">
                  <a16:creationId xmlns:a16="http://schemas.microsoft.com/office/drawing/2014/main" id="{7F2FA04A-CA1D-2FFC-6E94-A763930EC711}"/>
                </a:ext>
              </a:extLst>
            </p:cNvPr>
            <p:cNvSpPr/>
            <p:nvPr/>
          </p:nvSpPr>
          <p:spPr>
            <a:xfrm>
              <a:off x="10305253"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577" name="Straight Connector 576">
              <a:extLst>
                <a:ext uri="{FF2B5EF4-FFF2-40B4-BE49-F238E27FC236}">
                  <a16:creationId xmlns:a16="http://schemas.microsoft.com/office/drawing/2014/main" id="{F353C792-264F-4C49-C111-A19F61903571}"/>
                </a:ext>
              </a:extLst>
            </p:cNvPr>
            <p:cNvCxnSpPr>
              <a:cxnSpLocks/>
              <a:stCxn id="576" idx="0"/>
            </p:cNvCxnSpPr>
            <p:nvPr/>
          </p:nvCxnSpPr>
          <p:spPr>
            <a:xfrm flipV="1">
              <a:off x="10310764" y="2273050"/>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42" name="Straight Connector 641">
              <a:extLst>
                <a:ext uri="{FF2B5EF4-FFF2-40B4-BE49-F238E27FC236}">
                  <a16:creationId xmlns:a16="http://schemas.microsoft.com/office/drawing/2014/main" id="{5333768C-697E-C107-DB6F-58627EB3D598}"/>
                </a:ext>
              </a:extLst>
            </p:cNvPr>
            <p:cNvCxnSpPr>
              <a:cxnSpLocks/>
            </p:cNvCxnSpPr>
            <p:nvPr/>
          </p:nvCxnSpPr>
          <p:spPr>
            <a:xfrm>
              <a:off x="10316428" y="2751044"/>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43" name="Group 642">
            <a:extLst>
              <a:ext uri="{FF2B5EF4-FFF2-40B4-BE49-F238E27FC236}">
                <a16:creationId xmlns:a16="http://schemas.microsoft.com/office/drawing/2014/main" id="{9782A8CF-FE8A-6CBC-6522-54C78D0C4C9C}"/>
              </a:ext>
            </a:extLst>
          </p:cNvPr>
          <p:cNvGrpSpPr/>
          <p:nvPr/>
        </p:nvGrpSpPr>
        <p:grpSpPr>
          <a:xfrm>
            <a:off x="7113172" y="2252067"/>
            <a:ext cx="728239" cy="609701"/>
            <a:chOff x="5442073" y="811556"/>
            <a:chExt cx="728239" cy="609701"/>
          </a:xfrm>
        </p:grpSpPr>
        <p:sp>
          <p:nvSpPr>
            <p:cNvPr id="644" name="Rectangle 643">
              <a:extLst>
                <a:ext uri="{FF2B5EF4-FFF2-40B4-BE49-F238E27FC236}">
                  <a16:creationId xmlns:a16="http://schemas.microsoft.com/office/drawing/2014/main" id="{7014F578-B40E-F103-CE2F-76FBBCAF1619}"/>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Intune Advanced</a:t>
              </a:r>
            </a:p>
          </p:txBody>
        </p:sp>
        <p:sp>
          <p:nvSpPr>
            <p:cNvPr id="645" name="Rectangle 644">
              <a:extLst>
                <a:ext uri="{FF2B5EF4-FFF2-40B4-BE49-F238E27FC236}">
                  <a16:creationId xmlns:a16="http://schemas.microsoft.com/office/drawing/2014/main" id="{B015E8EB-7224-88B6-46E4-EDE756C2F8D4}"/>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6" name="Oval 15">
              <a:extLst>
                <a:ext uri="{FF2B5EF4-FFF2-40B4-BE49-F238E27FC236}">
                  <a16:creationId xmlns:a16="http://schemas.microsoft.com/office/drawing/2014/main" id="{6E973E74-1A6F-71EE-8DBA-CC0BF9381A35}"/>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47" name="Straight Connector 646">
              <a:extLst>
                <a:ext uri="{FF2B5EF4-FFF2-40B4-BE49-F238E27FC236}">
                  <a16:creationId xmlns:a16="http://schemas.microsoft.com/office/drawing/2014/main" id="{85885358-1047-FAC9-0567-947B0936E75A}"/>
                </a:ext>
              </a:extLst>
            </p:cNvPr>
            <p:cNvCxnSpPr>
              <a:cxnSpLocks/>
              <a:stCxn id="646"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54" name="Straight Connector 653">
              <a:extLst>
                <a:ext uri="{FF2B5EF4-FFF2-40B4-BE49-F238E27FC236}">
                  <a16:creationId xmlns:a16="http://schemas.microsoft.com/office/drawing/2014/main" id="{C4E3CC63-A419-DE89-481E-3D32F8EA5340}"/>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55" name="Group 654">
            <a:extLst>
              <a:ext uri="{FF2B5EF4-FFF2-40B4-BE49-F238E27FC236}">
                <a16:creationId xmlns:a16="http://schemas.microsoft.com/office/drawing/2014/main" id="{60483982-996D-AB2F-FF32-1BFB7BEC4B75}"/>
              </a:ext>
            </a:extLst>
          </p:cNvPr>
          <p:cNvGrpSpPr/>
          <p:nvPr/>
        </p:nvGrpSpPr>
        <p:grpSpPr>
          <a:xfrm>
            <a:off x="11353919" y="2251694"/>
            <a:ext cx="721206" cy="609701"/>
            <a:chOff x="8807250" y="2253334"/>
            <a:chExt cx="721206" cy="609701"/>
          </a:xfrm>
        </p:grpSpPr>
        <p:sp>
          <p:nvSpPr>
            <p:cNvPr id="656" name="Rectangle 655">
              <a:extLst>
                <a:ext uri="{FF2B5EF4-FFF2-40B4-BE49-F238E27FC236}">
                  <a16:creationId xmlns:a16="http://schemas.microsoft.com/office/drawing/2014/main" id="{CCFF121F-668D-BF07-7AA6-D8FA7AA3D768}"/>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657" name="Right Triangle 656">
              <a:extLst>
                <a:ext uri="{FF2B5EF4-FFF2-40B4-BE49-F238E27FC236}">
                  <a16:creationId xmlns:a16="http://schemas.microsoft.com/office/drawing/2014/main" id="{8A35FC1F-61F7-016F-C800-98260199851E}"/>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6" name="Oval 27">
              <a:extLst>
                <a:ext uri="{FF2B5EF4-FFF2-40B4-BE49-F238E27FC236}">
                  <a16:creationId xmlns:a16="http://schemas.microsoft.com/office/drawing/2014/main" id="{C5102AAE-0C22-B89B-F558-B903B1A820D7}"/>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7" name="Oval 28">
              <a:extLst>
                <a:ext uri="{FF2B5EF4-FFF2-40B4-BE49-F238E27FC236}">
                  <a16:creationId xmlns:a16="http://schemas.microsoft.com/office/drawing/2014/main" id="{34DA1852-0861-F8EB-0E0B-5AD9D79C0464}"/>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2" name="Picture 1">
            <a:hlinkClick r:id="rId12" action="ppaction://hlinksldjump"/>
            <a:extLst>
              <a:ext uri="{FF2B5EF4-FFF2-40B4-BE49-F238E27FC236}">
                <a16:creationId xmlns:a16="http://schemas.microsoft.com/office/drawing/2014/main" id="{BF28F664-D708-BB15-8057-51D07CD0A31B}"/>
              </a:ext>
            </a:extLst>
          </p:cNvPr>
          <p:cNvPicPr>
            <a:picLocks noChangeAspect="1"/>
          </p:cNvPicPr>
          <p:nvPr/>
        </p:nvPicPr>
        <p:blipFill>
          <a:blip r:embed="rId13"/>
          <a:stretch>
            <a:fillRect/>
          </a:stretch>
        </p:blipFill>
        <p:spPr>
          <a:xfrm>
            <a:off x="0" y="0"/>
            <a:ext cx="211626" cy="6858000"/>
          </a:xfrm>
          <a:prstGeom prst="rect">
            <a:avLst/>
          </a:prstGeom>
        </p:spPr>
      </p:pic>
      <p:grpSp>
        <p:nvGrpSpPr>
          <p:cNvPr id="3" name="Group 2">
            <a:extLst>
              <a:ext uri="{FF2B5EF4-FFF2-40B4-BE49-F238E27FC236}">
                <a16:creationId xmlns:a16="http://schemas.microsoft.com/office/drawing/2014/main" id="{4ED7881D-250D-E85D-B2CB-B085761FD20A}"/>
              </a:ext>
            </a:extLst>
          </p:cNvPr>
          <p:cNvGrpSpPr/>
          <p:nvPr/>
        </p:nvGrpSpPr>
        <p:grpSpPr>
          <a:xfrm>
            <a:off x="9652491" y="2986436"/>
            <a:ext cx="721206" cy="609701"/>
            <a:chOff x="9657972" y="90836"/>
            <a:chExt cx="721206" cy="609701"/>
          </a:xfrm>
        </p:grpSpPr>
        <p:sp>
          <p:nvSpPr>
            <p:cNvPr id="4" name="Rectangle 3">
              <a:hlinkHover r:id="" action="ppaction://noaction" highlightClick="1"/>
              <a:extLst>
                <a:ext uri="{FF2B5EF4-FFF2-40B4-BE49-F238E27FC236}">
                  <a16:creationId xmlns:a16="http://schemas.microsoft.com/office/drawing/2014/main" id="{5D6669C6-E4C6-F5D1-5AEF-5C82CDCAAC71}"/>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5" name="Diamond 4">
              <a:extLst>
                <a:ext uri="{FF2B5EF4-FFF2-40B4-BE49-F238E27FC236}">
                  <a16:creationId xmlns:a16="http://schemas.microsoft.com/office/drawing/2014/main" id="{7B979AC9-1053-8D50-4C9F-9411F71416D6}"/>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33D1BBDE-2946-A4CC-7CC9-37C74AF957E3}"/>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984227839"/>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306726" y="-25514"/>
            <a:ext cx="5795001"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Pillar of Visibility, Automation and Orchestration</a:t>
            </a:r>
          </a:p>
        </p:txBody>
      </p:sp>
      <p:sp>
        <p:nvSpPr>
          <p:cNvPr id="9" name="Rectangle 8">
            <a:hlinkClick r:id="rId3" action="ppaction://hlinksldjump"/>
            <a:hlinkHover r:id="rId3" action="ppaction://hlinksldjump"/>
            <a:extLst>
              <a:ext uri="{FF2B5EF4-FFF2-40B4-BE49-F238E27FC236}">
                <a16:creationId xmlns:a16="http://schemas.microsoft.com/office/drawing/2014/main" id="{F5803501-1D97-49C8-96D3-C5E740974540}"/>
              </a:ext>
            </a:extLst>
          </p:cNvPr>
          <p:cNvSpPr/>
          <p:nvPr/>
        </p:nvSpPr>
        <p:spPr>
          <a:xfrm>
            <a:off x="8803146"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a:t>
            </a:r>
          </a:p>
        </p:txBody>
      </p:sp>
      <p:sp>
        <p:nvSpPr>
          <p:cNvPr id="29" name="Rectangle 28">
            <a:hlinkClick r:id="rId4" action="ppaction://hlinksldjump"/>
            <a:hlinkHover r:id="rId4" action="ppaction://hlinksldjump"/>
            <a:extLst>
              <a:ext uri="{FF2B5EF4-FFF2-40B4-BE49-F238E27FC236}">
                <a16:creationId xmlns:a16="http://schemas.microsoft.com/office/drawing/2014/main" id="{E5DFA060-2F54-4B12-9228-4E8B2DDDB0C4}"/>
              </a:ext>
            </a:extLst>
          </p:cNvPr>
          <p:cNvSpPr/>
          <p:nvPr/>
        </p:nvSpPr>
        <p:spPr>
          <a:xfrm>
            <a:off x="3696468"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Data</a:t>
            </a:r>
          </a:p>
        </p:txBody>
      </p:sp>
      <p:sp>
        <p:nvSpPr>
          <p:cNvPr id="30" name="Rectangle 29">
            <a:hlinkClick r:id="rId5" action="ppaction://hlinksldjump"/>
            <a:hlinkHover r:id="rId5" action="ppaction://hlinksldjump"/>
            <a:extLst>
              <a:ext uri="{FF2B5EF4-FFF2-40B4-BE49-F238E27FC236}">
                <a16:creationId xmlns:a16="http://schemas.microsoft.com/office/drawing/2014/main" id="{CECF6027-26D3-4476-B229-D314FB5E200D}"/>
              </a:ext>
            </a:extLst>
          </p:cNvPr>
          <p:cNvSpPr/>
          <p:nvPr/>
        </p:nvSpPr>
        <p:spPr>
          <a:xfrm>
            <a:off x="1994242"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Devices</a:t>
            </a:r>
          </a:p>
        </p:txBody>
      </p:sp>
      <p:sp>
        <p:nvSpPr>
          <p:cNvPr id="31" name="Rectangle 30">
            <a:hlinkClick r:id="rId6" action="ppaction://hlinksldjump"/>
            <a:hlinkHover r:id="rId6" action="ppaction://hlinksldjump"/>
            <a:extLst>
              <a:ext uri="{FF2B5EF4-FFF2-40B4-BE49-F238E27FC236}">
                <a16:creationId xmlns:a16="http://schemas.microsoft.com/office/drawing/2014/main" id="{4366F2B9-4196-4E38-8462-952FAADB05CF}"/>
              </a:ext>
            </a:extLst>
          </p:cNvPr>
          <p:cNvSpPr/>
          <p:nvPr/>
        </p:nvSpPr>
        <p:spPr>
          <a:xfrm>
            <a:off x="292016"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Identity</a:t>
            </a:r>
          </a:p>
        </p:txBody>
      </p:sp>
      <p:sp>
        <p:nvSpPr>
          <p:cNvPr id="34" name="Rectangle 33">
            <a:hlinkClick r:id="rId7" action="ppaction://hlinksldjump"/>
            <a:hlinkHover r:id="rId7" action="ppaction://hlinksldjump"/>
            <a:extLst>
              <a:ext uri="{FF2B5EF4-FFF2-40B4-BE49-F238E27FC236}">
                <a16:creationId xmlns:a16="http://schemas.microsoft.com/office/drawing/2014/main" id="{C644E234-ACA6-4912-BE58-04A18BA5182F}"/>
              </a:ext>
            </a:extLst>
          </p:cNvPr>
          <p:cNvSpPr/>
          <p:nvPr/>
        </p:nvSpPr>
        <p:spPr>
          <a:xfrm>
            <a:off x="7100920" y="5851984"/>
            <a:ext cx="1614057" cy="868383"/>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Infrastructure</a:t>
            </a:r>
          </a:p>
        </p:txBody>
      </p:sp>
      <p:sp>
        <p:nvSpPr>
          <p:cNvPr id="37" name="Rectangle 36">
            <a:hlinkClick r:id="rId8" action="ppaction://hlinksldjump"/>
            <a:hlinkHover r:id="rId8" action="ppaction://hlinksldjump"/>
            <a:extLst>
              <a:ext uri="{FF2B5EF4-FFF2-40B4-BE49-F238E27FC236}">
                <a16:creationId xmlns:a16="http://schemas.microsoft.com/office/drawing/2014/main" id="{56739424-4D97-4571-96E1-FFAF2F26982D}"/>
              </a:ext>
            </a:extLst>
          </p:cNvPr>
          <p:cNvSpPr/>
          <p:nvPr/>
        </p:nvSpPr>
        <p:spPr>
          <a:xfrm>
            <a:off x="5398694" y="5851983"/>
            <a:ext cx="1614057" cy="868384"/>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Apps</a:t>
            </a:r>
          </a:p>
        </p:txBody>
      </p:sp>
      <p:sp>
        <p:nvSpPr>
          <p:cNvPr id="38" name="Rectangle 37">
            <a:hlinkClick r:id="rId9" action="ppaction://hlinksldjump"/>
            <a:hlinkHover r:id="rId9" action="ppaction://hlinksldjump"/>
            <a:extLst>
              <a:ext uri="{FF2B5EF4-FFF2-40B4-BE49-F238E27FC236}">
                <a16:creationId xmlns:a16="http://schemas.microsoft.com/office/drawing/2014/main" id="{4A76AD96-2CD8-4AFE-AD2F-4065112E7D0C}"/>
              </a:ext>
            </a:extLst>
          </p:cNvPr>
          <p:cNvSpPr/>
          <p:nvPr/>
        </p:nvSpPr>
        <p:spPr>
          <a:xfrm>
            <a:off x="10505371" y="5851983"/>
            <a:ext cx="1614057" cy="868384"/>
          </a:xfrm>
          <a:prstGeom prst="rect">
            <a:avLst/>
          </a:prstGeom>
          <a:solidFill>
            <a:srgbClr val="FFFFCC"/>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Visibility, Automation and Orchestration</a:t>
            </a:r>
          </a:p>
        </p:txBody>
      </p:sp>
      <p:grpSp>
        <p:nvGrpSpPr>
          <p:cNvPr id="17" name="Group 16">
            <a:extLst>
              <a:ext uri="{FF2B5EF4-FFF2-40B4-BE49-F238E27FC236}">
                <a16:creationId xmlns:a16="http://schemas.microsoft.com/office/drawing/2014/main" id="{E1675A3B-A0F8-28B7-786F-9A183C2FE7C5}"/>
              </a:ext>
            </a:extLst>
          </p:cNvPr>
          <p:cNvGrpSpPr/>
          <p:nvPr/>
        </p:nvGrpSpPr>
        <p:grpSpPr>
          <a:xfrm>
            <a:off x="3779655" y="811556"/>
            <a:ext cx="721206" cy="609701"/>
            <a:chOff x="3779655" y="811556"/>
            <a:chExt cx="721206" cy="609701"/>
          </a:xfrm>
        </p:grpSpPr>
        <p:sp>
          <p:nvSpPr>
            <p:cNvPr id="19" name="Rectangle 18">
              <a:extLst>
                <a:ext uri="{FF2B5EF4-FFF2-40B4-BE49-F238E27FC236}">
                  <a16:creationId xmlns:a16="http://schemas.microsoft.com/office/drawing/2014/main" id="{A58D7200-F8BF-EF5E-D0D8-BE1CDFBA8250}"/>
                </a:ext>
              </a:extLst>
            </p:cNvPr>
            <p:cNvSpPr/>
            <p:nvPr/>
          </p:nvSpPr>
          <p:spPr>
            <a:xfrm>
              <a:off x="3779655"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Comms Compliance</a:t>
              </a:r>
            </a:p>
          </p:txBody>
        </p:sp>
        <p:sp>
          <p:nvSpPr>
            <p:cNvPr id="20" name="Rectangle 19">
              <a:extLst>
                <a:ext uri="{FF2B5EF4-FFF2-40B4-BE49-F238E27FC236}">
                  <a16:creationId xmlns:a16="http://schemas.microsoft.com/office/drawing/2014/main" id="{84FEF887-B350-6AE9-A6AB-F3EB6CD25091}"/>
                </a:ext>
              </a:extLst>
            </p:cNvPr>
            <p:cNvSpPr/>
            <p:nvPr/>
          </p:nvSpPr>
          <p:spPr>
            <a:xfrm flipV="1">
              <a:off x="4395609"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1" name="Oval 15">
              <a:extLst>
                <a:ext uri="{FF2B5EF4-FFF2-40B4-BE49-F238E27FC236}">
                  <a16:creationId xmlns:a16="http://schemas.microsoft.com/office/drawing/2014/main" id="{4A911D09-A81C-3076-18B1-B0BBAA76E346}"/>
                </a:ext>
              </a:extLst>
            </p:cNvPr>
            <p:cNvSpPr/>
            <p:nvPr/>
          </p:nvSpPr>
          <p:spPr>
            <a:xfrm>
              <a:off x="4423023"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22" name="Straight Connector 21">
              <a:extLst>
                <a:ext uri="{FF2B5EF4-FFF2-40B4-BE49-F238E27FC236}">
                  <a16:creationId xmlns:a16="http://schemas.microsoft.com/office/drawing/2014/main" id="{4DFF24A9-FD5A-5DD1-28CD-9E9CF46C7775}"/>
                </a:ext>
              </a:extLst>
            </p:cNvPr>
            <p:cNvCxnSpPr>
              <a:cxnSpLocks/>
              <a:stCxn id="21" idx="0"/>
            </p:cNvCxnSpPr>
            <p:nvPr/>
          </p:nvCxnSpPr>
          <p:spPr>
            <a:xfrm flipV="1">
              <a:off x="4428741"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23" name="Straight Connector 22">
              <a:extLst>
                <a:ext uri="{FF2B5EF4-FFF2-40B4-BE49-F238E27FC236}">
                  <a16:creationId xmlns:a16="http://schemas.microsoft.com/office/drawing/2014/main" id="{734F6E5E-94E3-B356-347E-FF68C6EC09CF}"/>
                </a:ext>
              </a:extLst>
            </p:cNvPr>
            <p:cNvCxnSpPr>
              <a:cxnSpLocks/>
            </p:cNvCxnSpPr>
            <p:nvPr/>
          </p:nvCxnSpPr>
          <p:spPr>
            <a:xfrm>
              <a:off x="4434346"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6D452402-0C9A-63A2-1403-1FBDEEB41872}"/>
              </a:ext>
            </a:extLst>
          </p:cNvPr>
          <p:cNvGrpSpPr/>
          <p:nvPr/>
        </p:nvGrpSpPr>
        <p:grpSpPr>
          <a:xfrm>
            <a:off x="7959195" y="3698231"/>
            <a:ext cx="721206" cy="609701"/>
            <a:chOff x="7959195" y="3698231"/>
            <a:chExt cx="721206" cy="609701"/>
          </a:xfrm>
        </p:grpSpPr>
        <p:sp>
          <p:nvSpPr>
            <p:cNvPr id="25" name="Rectangle 24">
              <a:hlinkHover r:id="" action="ppaction://noaction" highlightClick="1"/>
              <a:extLst>
                <a:ext uri="{FF2B5EF4-FFF2-40B4-BE49-F238E27FC236}">
                  <a16:creationId xmlns:a16="http://schemas.microsoft.com/office/drawing/2014/main" id="{0D5E9742-B766-3AA6-83E0-407A10FCCC0F}"/>
                </a:ext>
              </a:extLst>
            </p:cNvPr>
            <p:cNvSpPr/>
            <p:nvPr/>
          </p:nvSpPr>
          <p:spPr>
            <a:xfrm>
              <a:off x="7959195"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External Attack Surface Management</a:t>
              </a:r>
            </a:p>
          </p:txBody>
        </p:sp>
        <p:sp>
          <p:nvSpPr>
            <p:cNvPr id="26" name="Oval 25">
              <a:extLst>
                <a:ext uri="{FF2B5EF4-FFF2-40B4-BE49-F238E27FC236}">
                  <a16:creationId xmlns:a16="http://schemas.microsoft.com/office/drawing/2014/main" id="{D5174926-6484-325E-D7CC-5BCAE287FC1A}"/>
                </a:ext>
              </a:extLst>
            </p:cNvPr>
            <p:cNvSpPr/>
            <p:nvPr/>
          </p:nvSpPr>
          <p:spPr>
            <a:xfrm>
              <a:off x="8533418"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8" name="Isosceles Triangle 648">
              <a:extLst>
                <a:ext uri="{FF2B5EF4-FFF2-40B4-BE49-F238E27FC236}">
                  <a16:creationId xmlns:a16="http://schemas.microsoft.com/office/drawing/2014/main" id="{0C8A2AAF-5B73-4DBA-8EDE-8541F6DC243B}"/>
                </a:ext>
              </a:extLst>
            </p:cNvPr>
            <p:cNvSpPr/>
            <p:nvPr/>
          </p:nvSpPr>
          <p:spPr>
            <a:xfrm>
              <a:off x="8563544"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1" name="Group 60">
            <a:extLst>
              <a:ext uri="{FF2B5EF4-FFF2-40B4-BE49-F238E27FC236}">
                <a16:creationId xmlns:a16="http://schemas.microsoft.com/office/drawing/2014/main" id="{C878A3D2-8089-06BF-B8AA-8A350E779519}"/>
              </a:ext>
            </a:extLst>
          </p:cNvPr>
          <p:cNvGrpSpPr/>
          <p:nvPr/>
        </p:nvGrpSpPr>
        <p:grpSpPr>
          <a:xfrm>
            <a:off x="7121069" y="1532276"/>
            <a:ext cx="721206" cy="609701"/>
            <a:chOff x="7121069" y="1532276"/>
            <a:chExt cx="721206" cy="609701"/>
          </a:xfrm>
        </p:grpSpPr>
        <p:sp>
          <p:nvSpPr>
            <p:cNvPr id="62" name="Rectangle 61">
              <a:extLst>
                <a:ext uri="{FF2B5EF4-FFF2-40B4-BE49-F238E27FC236}">
                  <a16:creationId xmlns:a16="http://schemas.microsoft.com/office/drawing/2014/main" id="{02C4DFC4-FE92-15D9-A8CA-DFE4EB289E4D}"/>
                </a:ext>
              </a:extLst>
            </p:cNvPr>
            <p:cNvSpPr/>
            <p:nvPr/>
          </p:nvSpPr>
          <p:spPr>
            <a:xfrm>
              <a:off x="7121069" y="153227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Records Management</a:t>
              </a:r>
            </a:p>
          </p:txBody>
        </p:sp>
        <p:sp>
          <p:nvSpPr>
            <p:cNvPr id="63" name="Rectangle 62">
              <a:extLst>
                <a:ext uri="{FF2B5EF4-FFF2-40B4-BE49-F238E27FC236}">
                  <a16:creationId xmlns:a16="http://schemas.microsoft.com/office/drawing/2014/main" id="{38D6DFED-DFC5-2DB9-36BD-A75D03ECAB52}"/>
                </a:ext>
              </a:extLst>
            </p:cNvPr>
            <p:cNvSpPr/>
            <p:nvPr/>
          </p:nvSpPr>
          <p:spPr>
            <a:xfrm flipV="1">
              <a:off x="7736835" y="1532386"/>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 name="Oval 15">
              <a:extLst>
                <a:ext uri="{FF2B5EF4-FFF2-40B4-BE49-F238E27FC236}">
                  <a16:creationId xmlns:a16="http://schemas.microsoft.com/office/drawing/2014/main" id="{DE568BCA-1235-D436-35BA-E20726E421B6}"/>
                </a:ext>
              </a:extLst>
            </p:cNvPr>
            <p:cNvSpPr/>
            <p:nvPr/>
          </p:nvSpPr>
          <p:spPr>
            <a:xfrm>
              <a:off x="7764271"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5" name="Straight Connector 64">
              <a:extLst>
                <a:ext uri="{FF2B5EF4-FFF2-40B4-BE49-F238E27FC236}">
                  <a16:creationId xmlns:a16="http://schemas.microsoft.com/office/drawing/2014/main" id="{31866F3B-96AC-9502-7E3C-413CAFB6A1D8}"/>
                </a:ext>
              </a:extLst>
            </p:cNvPr>
            <p:cNvCxnSpPr>
              <a:cxnSpLocks/>
              <a:stCxn id="64" idx="0"/>
            </p:cNvCxnSpPr>
            <p:nvPr/>
          </p:nvCxnSpPr>
          <p:spPr>
            <a:xfrm flipV="1">
              <a:off x="7769947" y="1545898"/>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6" name="Straight Connector 65">
              <a:extLst>
                <a:ext uri="{FF2B5EF4-FFF2-40B4-BE49-F238E27FC236}">
                  <a16:creationId xmlns:a16="http://schemas.microsoft.com/office/drawing/2014/main" id="{A5F5EE4C-84C8-CC14-03DF-08D725F9B42D}"/>
                </a:ext>
              </a:extLst>
            </p:cNvPr>
            <p:cNvCxnSpPr>
              <a:cxnSpLocks/>
            </p:cNvCxnSpPr>
            <p:nvPr/>
          </p:nvCxnSpPr>
          <p:spPr>
            <a:xfrm>
              <a:off x="7775624" y="1870141"/>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8A664772-D33D-8468-940B-84F6D41D54AA}"/>
              </a:ext>
            </a:extLst>
          </p:cNvPr>
          <p:cNvGrpSpPr/>
          <p:nvPr/>
        </p:nvGrpSpPr>
        <p:grpSpPr>
          <a:xfrm>
            <a:off x="3775045" y="1532276"/>
            <a:ext cx="721206" cy="609701"/>
            <a:chOff x="3775045" y="1532276"/>
            <a:chExt cx="721206" cy="609701"/>
          </a:xfrm>
        </p:grpSpPr>
        <p:sp>
          <p:nvSpPr>
            <p:cNvPr id="70" name="Rectangle 69">
              <a:extLst>
                <a:ext uri="{FF2B5EF4-FFF2-40B4-BE49-F238E27FC236}">
                  <a16:creationId xmlns:a16="http://schemas.microsoft.com/office/drawing/2014/main" id="{B2F768C0-F9FC-6D96-3EF6-AA027F52D79A}"/>
                </a:ext>
              </a:extLst>
            </p:cNvPr>
            <p:cNvSpPr/>
            <p:nvPr/>
          </p:nvSpPr>
          <p:spPr>
            <a:xfrm>
              <a:off x="3775045" y="153227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Lifecycle Management</a:t>
              </a:r>
            </a:p>
          </p:txBody>
        </p:sp>
        <p:sp>
          <p:nvSpPr>
            <p:cNvPr id="71" name="Right Triangle 70">
              <a:extLst>
                <a:ext uri="{FF2B5EF4-FFF2-40B4-BE49-F238E27FC236}">
                  <a16:creationId xmlns:a16="http://schemas.microsoft.com/office/drawing/2014/main" id="{F3D16CF4-E980-695E-37FE-DB90901B0A0C}"/>
                </a:ext>
              </a:extLst>
            </p:cNvPr>
            <p:cNvSpPr/>
            <p:nvPr/>
          </p:nvSpPr>
          <p:spPr>
            <a:xfrm rot="10800000">
              <a:off x="4374051" y="1536843"/>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 name="Group 71">
              <a:extLst>
                <a:ext uri="{FF2B5EF4-FFF2-40B4-BE49-F238E27FC236}">
                  <a16:creationId xmlns:a16="http://schemas.microsoft.com/office/drawing/2014/main" id="{BE2D1B21-65C1-CC43-BD4B-851B3C841D50}"/>
                </a:ext>
              </a:extLst>
            </p:cNvPr>
            <p:cNvGrpSpPr/>
            <p:nvPr/>
          </p:nvGrpSpPr>
          <p:grpSpPr>
            <a:xfrm>
              <a:off x="4440495" y="1542936"/>
              <a:ext cx="37817" cy="61390"/>
              <a:chOff x="3883481" y="2057400"/>
              <a:chExt cx="1608363" cy="2652031"/>
            </a:xfrm>
            <a:solidFill>
              <a:srgbClr val="A6A6A6">
                <a:alpha val="20000"/>
              </a:srgbClr>
            </a:solidFill>
          </p:grpSpPr>
          <p:sp>
            <p:nvSpPr>
              <p:cNvPr id="73" name="Oval 27">
                <a:extLst>
                  <a:ext uri="{FF2B5EF4-FFF2-40B4-BE49-F238E27FC236}">
                    <a16:creationId xmlns:a16="http://schemas.microsoft.com/office/drawing/2014/main" id="{61375BF9-F56B-6C23-5232-DB9D7F9A019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 name="Oval 28">
                <a:extLst>
                  <a:ext uri="{FF2B5EF4-FFF2-40B4-BE49-F238E27FC236}">
                    <a16:creationId xmlns:a16="http://schemas.microsoft.com/office/drawing/2014/main" id="{6EC0A2C2-874C-4093-2EF4-4B1544DE192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34" name="Group 433">
            <a:extLst>
              <a:ext uri="{FF2B5EF4-FFF2-40B4-BE49-F238E27FC236}">
                <a16:creationId xmlns:a16="http://schemas.microsoft.com/office/drawing/2014/main" id="{4438911F-5696-BF7A-749F-03BE7AC8EB50}"/>
              </a:ext>
            </a:extLst>
          </p:cNvPr>
          <p:cNvGrpSpPr/>
          <p:nvPr/>
        </p:nvGrpSpPr>
        <p:grpSpPr>
          <a:xfrm>
            <a:off x="6287105" y="2974054"/>
            <a:ext cx="721206" cy="609701"/>
            <a:chOff x="6287105" y="2974054"/>
            <a:chExt cx="721206" cy="609701"/>
          </a:xfrm>
        </p:grpSpPr>
        <p:sp>
          <p:nvSpPr>
            <p:cNvPr id="435" name="Rectangle 434">
              <a:hlinkHover r:id="" action="ppaction://noaction" highlightClick="1"/>
              <a:extLst>
                <a:ext uri="{FF2B5EF4-FFF2-40B4-BE49-F238E27FC236}">
                  <a16:creationId xmlns:a16="http://schemas.microsoft.com/office/drawing/2014/main" id="{60A99648-8DF1-1ED1-A92A-8FECFA082C31}"/>
                </a:ext>
              </a:extLst>
            </p:cNvPr>
            <p:cNvSpPr/>
            <p:nvPr/>
          </p:nvSpPr>
          <p:spPr>
            <a:xfrm>
              <a:off x="6287105"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Access Reviews</a:t>
              </a:r>
            </a:p>
          </p:txBody>
        </p:sp>
        <p:sp>
          <p:nvSpPr>
            <p:cNvPr id="436" name="Rectangle 435">
              <a:extLst>
                <a:ext uri="{FF2B5EF4-FFF2-40B4-BE49-F238E27FC236}">
                  <a16:creationId xmlns:a16="http://schemas.microsoft.com/office/drawing/2014/main" id="{C6B1F270-E38F-32BA-09F5-709F76287150}"/>
                </a:ext>
              </a:extLst>
            </p:cNvPr>
            <p:cNvSpPr/>
            <p:nvPr/>
          </p:nvSpPr>
          <p:spPr>
            <a:xfrm flipV="1">
              <a:off x="6902871"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37" name="Oval 15">
              <a:extLst>
                <a:ext uri="{FF2B5EF4-FFF2-40B4-BE49-F238E27FC236}">
                  <a16:creationId xmlns:a16="http://schemas.microsoft.com/office/drawing/2014/main" id="{4114258C-92F5-4195-A373-B7E02E9D6E41}"/>
                </a:ext>
              </a:extLst>
            </p:cNvPr>
            <p:cNvSpPr/>
            <p:nvPr/>
          </p:nvSpPr>
          <p:spPr>
            <a:xfrm>
              <a:off x="6930307"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38" name="Straight Connector 437">
              <a:extLst>
                <a:ext uri="{FF2B5EF4-FFF2-40B4-BE49-F238E27FC236}">
                  <a16:creationId xmlns:a16="http://schemas.microsoft.com/office/drawing/2014/main" id="{29A9A124-5083-A584-11B0-7F5B729435E2}"/>
                </a:ext>
              </a:extLst>
            </p:cNvPr>
            <p:cNvCxnSpPr>
              <a:cxnSpLocks/>
              <a:stCxn id="437" idx="0"/>
            </p:cNvCxnSpPr>
            <p:nvPr/>
          </p:nvCxnSpPr>
          <p:spPr>
            <a:xfrm flipV="1">
              <a:off x="6935983"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grpSp>
      <p:grpSp>
        <p:nvGrpSpPr>
          <p:cNvPr id="439" name="Group 438">
            <a:extLst>
              <a:ext uri="{FF2B5EF4-FFF2-40B4-BE49-F238E27FC236}">
                <a16:creationId xmlns:a16="http://schemas.microsoft.com/office/drawing/2014/main" id="{756506A5-1878-3D36-6109-9762C6112648}"/>
              </a:ext>
            </a:extLst>
          </p:cNvPr>
          <p:cNvGrpSpPr/>
          <p:nvPr/>
        </p:nvGrpSpPr>
        <p:grpSpPr>
          <a:xfrm>
            <a:off x="7123149" y="2974054"/>
            <a:ext cx="721206" cy="646284"/>
            <a:chOff x="7123149" y="2974054"/>
            <a:chExt cx="721206" cy="646284"/>
          </a:xfrm>
        </p:grpSpPr>
        <p:sp>
          <p:nvSpPr>
            <p:cNvPr id="440" name="Rectangle 439">
              <a:hlinkHover r:id="" action="ppaction://noaction" highlightClick="1"/>
              <a:extLst>
                <a:ext uri="{FF2B5EF4-FFF2-40B4-BE49-F238E27FC236}">
                  <a16:creationId xmlns:a16="http://schemas.microsoft.com/office/drawing/2014/main" id="{1CBE3C69-8990-C770-042E-87081BDB5074}"/>
                </a:ext>
              </a:extLst>
            </p:cNvPr>
            <p:cNvSpPr/>
            <p:nvPr/>
          </p:nvSpPr>
          <p:spPr>
            <a:xfrm>
              <a:off x="7123149" y="2974054"/>
              <a:ext cx="721206" cy="609701"/>
            </a:xfrm>
            <a:prstGeom prst="rect">
              <a:avLst/>
            </a:prstGeom>
            <a:solidFill>
              <a:srgbClr val="C6C6C6">
                <a:alpha val="20000"/>
              </a:srgbClr>
            </a:solidFill>
            <a:ln w="31750" cap="flat" cmpd="sng" algn="ctr">
              <a:solidFill>
                <a:srgbClr val="C6C6C6">
                  <a:alpha val="20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Entitlement Management</a:t>
              </a:r>
            </a:p>
          </p:txBody>
        </p:sp>
        <p:sp>
          <p:nvSpPr>
            <p:cNvPr id="441" name="Rectangle 440">
              <a:extLst>
                <a:ext uri="{FF2B5EF4-FFF2-40B4-BE49-F238E27FC236}">
                  <a16:creationId xmlns:a16="http://schemas.microsoft.com/office/drawing/2014/main" id="{228C7293-EF2C-EB96-30A3-D9CED2B2BF11}"/>
                </a:ext>
              </a:extLst>
            </p:cNvPr>
            <p:cNvSpPr/>
            <p:nvPr/>
          </p:nvSpPr>
          <p:spPr>
            <a:xfrm flipV="1">
              <a:off x="7738915" y="2977234"/>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42" name="Oval 15">
              <a:extLst>
                <a:ext uri="{FF2B5EF4-FFF2-40B4-BE49-F238E27FC236}">
                  <a16:creationId xmlns:a16="http://schemas.microsoft.com/office/drawing/2014/main" id="{A75495CE-E2E3-46D2-53EC-206BAE0F3C78}"/>
                </a:ext>
              </a:extLst>
            </p:cNvPr>
            <p:cNvSpPr/>
            <p:nvPr/>
          </p:nvSpPr>
          <p:spPr>
            <a:xfrm>
              <a:off x="7766351" y="3013973"/>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43" name="Straight Connector 442">
              <a:extLst>
                <a:ext uri="{FF2B5EF4-FFF2-40B4-BE49-F238E27FC236}">
                  <a16:creationId xmlns:a16="http://schemas.microsoft.com/office/drawing/2014/main" id="{BC61ADA2-0AF2-F396-DFE0-C5D99512C7D9}"/>
                </a:ext>
              </a:extLst>
            </p:cNvPr>
            <p:cNvCxnSpPr>
              <a:cxnSpLocks/>
              <a:stCxn id="442" idx="0"/>
            </p:cNvCxnSpPr>
            <p:nvPr/>
          </p:nvCxnSpPr>
          <p:spPr>
            <a:xfrm flipV="1">
              <a:off x="7772027" y="2990747"/>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44" name="Straight Connector 443">
              <a:extLst>
                <a:ext uri="{FF2B5EF4-FFF2-40B4-BE49-F238E27FC236}">
                  <a16:creationId xmlns:a16="http://schemas.microsoft.com/office/drawing/2014/main" id="{12EF29FF-8261-83C0-C4F9-D5C1A0B9996F}"/>
                </a:ext>
              </a:extLst>
            </p:cNvPr>
            <p:cNvCxnSpPr>
              <a:cxnSpLocks/>
            </p:cNvCxnSpPr>
            <p:nvPr/>
          </p:nvCxnSpPr>
          <p:spPr>
            <a:xfrm>
              <a:off x="7777704"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49" name="Group 448">
            <a:extLst>
              <a:ext uri="{FF2B5EF4-FFF2-40B4-BE49-F238E27FC236}">
                <a16:creationId xmlns:a16="http://schemas.microsoft.com/office/drawing/2014/main" id="{A7F1EA15-6FF2-4BF5-6DA4-7225814881C0}"/>
              </a:ext>
            </a:extLst>
          </p:cNvPr>
          <p:cNvGrpSpPr/>
          <p:nvPr/>
        </p:nvGrpSpPr>
        <p:grpSpPr>
          <a:xfrm>
            <a:off x="8795244" y="2974054"/>
            <a:ext cx="721206" cy="609701"/>
            <a:chOff x="8795244" y="2974054"/>
            <a:chExt cx="721206" cy="609701"/>
          </a:xfrm>
        </p:grpSpPr>
        <p:sp>
          <p:nvSpPr>
            <p:cNvPr id="450" name="Rectangle 449">
              <a:hlinkHover r:id="" action="ppaction://noaction" highlightClick="1"/>
              <a:extLst>
                <a:ext uri="{FF2B5EF4-FFF2-40B4-BE49-F238E27FC236}">
                  <a16:creationId xmlns:a16="http://schemas.microsoft.com/office/drawing/2014/main" id="{6D670167-BA5C-48B0-6CC0-89B31959BC09}"/>
                </a:ext>
              </a:extLst>
            </p:cNvPr>
            <p:cNvSpPr/>
            <p:nvPr/>
          </p:nvSpPr>
          <p:spPr>
            <a:xfrm>
              <a:off x="8795244"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Advanced Access Reviews</a:t>
              </a:r>
            </a:p>
          </p:txBody>
        </p:sp>
        <p:sp>
          <p:nvSpPr>
            <p:cNvPr id="451" name="Diamond 450">
              <a:extLst>
                <a:ext uri="{FF2B5EF4-FFF2-40B4-BE49-F238E27FC236}">
                  <a16:creationId xmlns:a16="http://schemas.microsoft.com/office/drawing/2014/main" id="{A77F1875-C250-F449-55E7-92E6392D5D31}"/>
                </a:ext>
              </a:extLst>
            </p:cNvPr>
            <p:cNvSpPr/>
            <p:nvPr/>
          </p:nvSpPr>
          <p:spPr>
            <a:xfrm>
              <a:off x="9379964"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52" name="Oval 451">
              <a:extLst>
                <a:ext uri="{FF2B5EF4-FFF2-40B4-BE49-F238E27FC236}">
                  <a16:creationId xmlns:a16="http://schemas.microsoft.com/office/drawing/2014/main" id="{5B8650A5-AF27-DCEF-A46C-CB9F417DD80E}"/>
                </a:ext>
              </a:extLst>
            </p:cNvPr>
            <p:cNvSpPr/>
            <p:nvPr/>
          </p:nvSpPr>
          <p:spPr>
            <a:xfrm>
              <a:off x="9414096"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459" name="Group 458">
            <a:extLst>
              <a:ext uri="{FF2B5EF4-FFF2-40B4-BE49-F238E27FC236}">
                <a16:creationId xmlns:a16="http://schemas.microsoft.com/office/drawing/2014/main" id="{7BE151D6-AF3A-17E2-519E-49E3F2D49801}"/>
              </a:ext>
            </a:extLst>
          </p:cNvPr>
          <p:cNvGrpSpPr/>
          <p:nvPr/>
        </p:nvGrpSpPr>
        <p:grpSpPr>
          <a:xfrm>
            <a:off x="5442073" y="811556"/>
            <a:ext cx="728239" cy="609701"/>
            <a:chOff x="5442073" y="811556"/>
            <a:chExt cx="728239" cy="609701"/>
          </a:xfrm>
        </p:grpSpPr>
        <p:sp>
          <p:nvSpPr>
            <p:cNvPr id="460" name="Rectangle 459">
              <a:extLst>
                <a:ext uri="{FF2B5EF4-FFF2-40B4-BE49-F238E27FC236}">
                  <a16:creationId xmlns:a16="http://schemas.microsoft.com/office/drawing/2014/main" id="{D6CDCFF9-A950-1723-7FB7-9F7003902E40}"/>
                </a:ext>
              </a:extLst>
            </p:cNvPr>
            <p:cNvSpPr/>
            <p:nvPr/>
          </p:nvSpPr>
          <p:spPr>
            <a:xfrm>
              <a:off x="5442073" y="811556"/>
              <a:ext cx="721207"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Privileged Access Management</a:t>
              </a:r>
            </a:p>
          </p:txBody>
        </p:sp>
        <p:sp>
          <p:nvSpPr>
            <p:cNvPr id="461" name="Rectangle 460">
              <a:extLst>
                <a:ext uri="{FF2B5EF4-FFF2-40B4-BE49-F238E27FC236}">
                  <a16:creationId xmlns:a16="http://schemas.microsoft.com/office/drawing/2014/main" id="{679FB68C-3858-86A3-B0C0-4F4547B5F3F4}"/>
                </a:ext>
              </a:extLst>
            </p:cNvPr>
            <p:cNvSpPr/>
            <p:nvPr/>
          </p:nvSpPr>
          <p:spPr>
            <a:xfrm flipV="1">
              <a:off x="6070119" y="820272"/>
              <a:ext cx="100193"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2" name="Oval 15">
              <a:extLst>
                <a:ext uri="{FF2B5EF4-FFF2-40B4-BE49-F238E27FC236}">
                  <a16:creationId xmlns:a16="http://schemas.microsoft.com/office/drawing/2014/main" id="{104675ED-D917-3370-ED82-E7D32F09F8D3}"/>
                </a:ext>
              </a:extLst>
            </p:cNvPr>
            <p:cNvSpPr/>
            <p:nvPr/>
          </p:nvSpPr>
          <p:spPr>
            <a:xfrm>
              <a:off x="6097573"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463" name="Straight Connector 462">
              <a:extLst>
                <a:ext uri="{FF2B5EF4-FFF2-40B4-BE49-F238E27FC236}">
                  <a16:creationId xmlns:a16="http://schemas.microsoft.com/office/drawing/2014/main" id="{781C0A30-6CE5-F943-07EA-B47BB861EA43}"/>
                </a:ext>
              </a:extLst>
            </p:cNvPr>
            <p:cNvCxnSpPr>
              <a:cxnSpLocks/>
              <a:stCxn id="462" idx="0"/>
            </p:cNvCxnSpPr>
            <p:nvPr/>
          </p:nvCxnSpPr>
          <p:spPr>
            <a:xfrm flipV="1">
              <a:off x="6103259"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464" name="Straight Connector 463">
              <a:extLst>
                <a:ext uri="{FF2B5EF4-FFF2-40B4-BE49-F238E27FC236}">
                  <a16:creationId xmlns:a16="http://schemas.microsoft.com/office/drawing/2014/main" id="{9A2A5E91-E1DE-EFF9-15E4-BB437B112B59}"/>
                </a:ext>
              </a:extLst>
            </p:cNvPr>
            <p:cNvCxnSpPr>
              <a:cxnSpLocks/>
            </p:cNvCxnSpPr>
            <p:nvPr/>
          </p:nvCxnSpPr>
          <p:spPr>
            <a:xfrm>
              <a:off x="610886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465" name="Group 464">
            <a:extLst>
              <a:ext uri="{FF2B5EF4-FFF2-40B4-BE49-F238E27FC236}">
                <a16:creationId xmlns:a16="http://schemas.microsoft.com/office/drawing/2014/main" id="{8CCDF246-F1D1-FC9D-E98F-662AE5FB1C69}"/>
              </a:ext>
            </a:extLst>
          </p:cNvPr>
          <p:cNvGrpSpPr/>
          <p:nvPr/>
        </p:nvGrpSpPr>
        <p:grpSpPr>
          <a:xfrm>
            <a:off x="6284597" y="811555"/>
            <a:ext cx="721206" cy="609701"/>
            <a:chOff x="6284597" y="811555"/>
            <a:chExt cx="721206" cy="609701"/>
          </a:xfrm>
        </p:grpSpPr>
        <p:sp>
          <p:nvSpPr>
            <p:cNvPr id="466" name="Rectangle 465">
              <a:hlinkHover r:id="" action="ppaction://noaction" highlightClick="1"/>
              <a:extLst>
                <a:ext uri="{FF2B5EF4-FFF2-40B4-BE49-F238E27FC236}">
                  <a16:creationId xmlns:a16="http://schemas.microsoft.com/office/drawing/2014/main" id="{BB1986C2-827A-8F40-6056-3D6B4ECB4F3C}"/>
                </a:ext>
              </a:extLst>
            </p:cNvPr>
            <p:cNvSpPr/>
            <p:nvPr/>
          </p:nvSpPr>
          <p:spPr>
            <a:xfrm>
              <a:off x="6284597" y="811555"/>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Labelling Scanner</a:t>
              </a:r>
            </a:p>
          </p:txBody>
        </p:sp>
        <p:sp>
          <p:nvSpPr>
            <p:cNvPr id="467" name="Right Triangle 466">
              <a:extLst>
                <a:ext uri="{FF2B5EF4-FFF2-40B4-BE49-F238E27FC236}">
                  <a16:creationId xmlns:a16="http://schemas.microsoft.com/office/drawing/2014/main" id="{ED7D4FB8-43AD-6784-E1FB-15C3C18545B9}"/>
                </a:ext>
              </a:extLst>
            </p:cNvPr>
            <p:cNvSpPr/>
            <p:nvPr/>
          </p:nvSpPr>
          <p:spPr>
            <a:xfrm rot="10800000">
              <a:off x="6878796" y="817818"/>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8" name="Oval 27">
              <a:extLst>
                <a:ext uri="{FF2B5EF4-FFF2-40B4-BE49-F238E27FC236}">
                  <a16:creationId xmlns:a16="http://schemas.microsoft.com/office/drawing/2014/main" id="{41B51A8F-D1B8-1E29-0F01-6C6CBFEADAF2}"/>
                </a:ext>
              </a:extLst>
            </p:cNvPr>
            <p:cNvSpPr/>
            <p:nvPr/>
          </p:nvSpPr>
          <p:spPr>
            <a:xfrm>
              <a:off x="6947606" y="823921"/>
              <a:ext cx="31866" cy="27468"/>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9" name="Oval 28">
              <a:extLst>
                <a:ext uri="{FF2B5EF4-FFF2-40B4-BE49-F238E27FC236}">
                  <a16:creationId xmlns:a16="http://schemas.microsoft.com/office/drawing/2014/main" id="{BC9B3B2F-C09B-3727-12A8-55B28CFDDF68}"/>
                </a:ext>
              </a:extLst>
            </p:cNvPr>
            <p:cNvSpPr/>
            <p:nvPr/>
          </p:nvSpPr>
          <p:spPr>
            <a:xfrm>
              <a:off x="6945237" y="85137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29" name="Group 528">
            <a:extLst>
              <a:ext uri="{FF2B5EF4-FFF2-40B4-BE49-F238E27FC236}">
                <a16:creationId xmlns:a16="http://schemas.microsoft.com/office/drawing/2014/main" id="{38145208-B57B-9D5D-85F0-DED949BC5232}"/>
              </a:ext>
            </a:extLst>
          </p:cNvPr>
          <p:cNvGrpSpPr/>
          <p:nvPr/>
        </p:nvGrpSpPr>
        <p:grpSpPr>
          <a:xfrm>
            <a:off x="8808417" y="5135710"/>
            <a:ext cx="721206" cy="609701"/>
            <a:chOff x="8808417" y="5135710"/>
            <a:chExt cx="721206" cy="609701"/>
          </a:xfrm>
        </p:grpSpPr>
        <p:sp>
          <p:nvSpPr>
            <p:cNvPr id="530" name="Rectangle 529">
              <a:hlinkHover r:id="" action="ppaction://noaction" highlightClick="1"/>
              <a:extLst>
                <a:ext uri="{FF2B5EF4-FFF2-40B4-BE49-F238E27FC236}">
                  <a16:creationId xmlns:a16="http://schemas.microsoft.com/office/drawing/2014/main" id="{EFC214FD-71B0-18B4-873A-9016BA3D401A}"/>
                </a:ext>
              </a:extLst>
            </p:cNvPr>
            <p:cNvSpPr/>
            <p:nvPr/>
          </p:nvSpPr>
          <p:spPr>
            <a:xfrm>
              <a:off x="8808417" y="5135710"/>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Web Application Firewall</a:t>
              </a:r>
            </a:p>
          </p:txBody>
        </p:sp>
        <p:sp>
          <p:nvSpPr>
            <p:cNvPr id="531" name="Oval 530">
              <a:extLst>
                <a:ext uri="{FF2B5EF4-FFF2-40B4-BE49-F238E27FC236}">
                  <a16:creationId xmlns:a16="http://schemas.microsoft.com/office/drawing/2014/main" id="{7D336A04-64D2-4CFD-17D9-87D6F5EF8715}"/>
                </a:ext>
              </a:extLst>
            </p:cNvPr>
            <p:cNvSpPr/>
            <p:nvPr/>
          </p:nvSpPr>
          <p:spPr>
            <a:xfrm>
              <a:off x="9384310" y="5146071"/>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32" name="Isosceles Triangle 648">
              <a:extLst>
                <a:ext uri="{FF2B5EF4-FFF2-40B4-BE49-F238E27FC236}">
                  <a16:creationId xmlns:a16="http://schemas.microsoft.com/office/drawing/2014/main" id="{4948E44C-7E24-AE1D-1B0F-C53832876220}"/>
                </a:ext>
              </a:extLst>
            </p:cNvPr>
            <p:cNvSpPr/>
            <p:nvPr/>
          </p:nvSpPr>
          <p:spPr>
            <a:xfrm>
              <a:off x="9414435" y="51595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1" name="Group 590">
            <a:extLst>
              <a:ext uri="{FF2B5EF4-FFF2-40B4-BE49-F238E27FC236}">
                <a16:creationId xmlns:a16="http://schemas.microsoft.com/office/drawing/2014/main" id="{0376FB7B-7044-755C-0A32-1F14E8CB9F89}"/>
              </a:ext>
            </a:extLst>
          </p:cNvPr>
          <p:cNvGrpSpPr/>
          <p:nvPr/>
        </p:nvGrpSpPr>
        <p:grpSpPr>
          <a:xfrm>
            <a:off x="8807249" y="811555"/>
            <a:ext cx="721206" cy="609701"/>
            <a:chOff x="8807249" y="811555"/>
            <a:chExt cx="721206" cy="609701"/>
          </a:xfrm>
        </p:grpSpPr>
        <p:sp>
          <p:nvSpPr>
            <p:cNvPr id="592" name="Rectangle 591">
              <a:hlinkHover r:id="" action="ppaction://noaction" highlightClick="1"/>
              <a:extLst>
                <a:ext uri="{FF2B5EF4-FFF2-40B4-BE49-F238E27FC236}">
                  <a16:creationId xmlns:a16="http://schemas.microsoft.com/office/drawing/2014/main" id="{2B6C9C9E-4BB9-6B92-815C-A72BD6244E00}"/>
                </a:ext>
              </a:extLst>
            </p:cNvPr>
            <p:cNvSpPr/>
            <p:nvPr/>
          </p:nvSpPr>
          <p:spPr>
            <a:xfrm>
              <a:off x="8807249" y="81155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Priva</a:t>
              </a:r>
            </a:p>
          </p:txBody>
        </p:sp>
        <p:sp>
          <p:nvSpPr>
            <p:cNvPr id="593" name="Diamond 592">
              <a:extLst>
                <a:ext uri="{FF2B5EF4-FFF2-40B4-BE49-F238E27FC236}">
                  <a16:creationId xmlns:a16="http://schemas.microsoft.com/office/drawing/2014/main" id="{84F085D7-234C-B6BA-E778-546F1F9D5B52}"/>
                </a:ext>
              </a:extLst>
            </p:cNvPr>
            <p:cNvSpPr/>
            <p:nvPr/>
          </p:nvSpPr>
          <p:spPr>
            <a:xfrm>
              <a:off x="9398430" y="818530"/>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594" name="Oval 593">
              <a:extLst>
                <a:ext uri="{FF2B5EF4-FFF2-40B4-BE49-F238E27FC236}">
                  <a16:creationId xmlns:a16="http://schemas.microsoft.com/office/drawing/2014/main" id="{42B18885-EDAA-FBEF-81B0-EA052618DBA4}"/>
                </a:ext>
              </a:extLst>
            </p:cNvPr>
            <p:cNvSpPr/>
            <p:nvPr/>
          </p:nvSpPr>
          <p:spPr>
            <a:xfrm>
              <a:off x="9432562" y="852014"/>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599" name="Group 598">
            <a:extLst>
              <a:ext uri="{FF2B5EF4-FFF2-40B4-BE49-F238E27FC236}">
                <a16:creationId xmlns:a16="http://schemas.microsoft.com/office/drawing/2014/main" id="{C769C6B7-BAA9-0851-434B-77AC88FE0914}"/>
              </a:ext>
            </a:extLst>
          </p:cNvPr>
          <p:cNvGrpSpPr/>
          <p:nvPr/>
        </p:nvGrpSpPr>
        <p:grpSpPr>
          <a:xfrm>
            <a:off x="431659" y="90836"/>
            <a:ext cx="721210" cy="609701"/>
            <a:chOff x="431659" y="90836"/>
            <a:chExt cx="721210" cy="609701"/>
          </a:xfrm>
        </p:grpSpPr>
        <p:sp>
          <p:nvSpPr>
            <p:cNvPr id="600" name="Rectangle 599">
              <a:extLst>
                <a:ext uri="{FF2B5EF4-FFF2-40B4-BE49-F238E27FC236}">
                  <a16:creationId xmlns:a16="http://schemas.microsoft.com/office/drawing/2014/main" id="{6FB58932-8D9E-CD1C-0549-AC892FC5EEDE}"/>
                </a:ext>
              </a:extLst>
            </p:cNvPr>
            <p:cNvSpPr/>
            <p:nvPr/>
          </p:nvSpPr>
          <p:spPr>
            <a:xfrm>
              <a:off x="431659"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Lockbox</a:t>
              </a:r>
            </a:p>
          </p:txBody>
        </p:sp>
        <p:sp>
          <p:nvSpPr>
            <p:cNvPr id="601" name="Rectangle 600">
              <a:extLst>
                <a:ext uri="{FF2B5EF4-FFF2-40B4-BE49-F238E27FC236}">
                  <a16:creationId xmlns:a16="http://schemas.microsoft.com/office/drawing/2014/main" id="{74768DB8-3636-D9CF-CD25-05A99B7E3F31}"/>
                </a:ext>
              </a:extLst>
            </p:cNvPr>
            <p:cNvSpPr/>
            <p:nvPr/>
          </p:nvSpPr>
          <p:spPr>
            <a:xfrm flipV="1">
              <a:off x="1052677" y="90836"/>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2" name="Oval 15">
              <a:extLst>
                <a:ext uri="{FF2B5EF4-FFF2-40B4-BE49-F238E27FC236}">
                  <a16:creationId xmlns:a16="http://schemas.microsoft.com/office/drawing/2014/main" id="{A293D5BB-52CD-0F20-9E21-B1B2C303B573}"/>
                </a:ext>
              </a:extLst>
            </p:cNvPr>
            <p:cNvSpPr/>
            <p:nvPr/>
          </p:nvSpPr>
          <p:spPr>
            <a:xfrm>
              <a:off x="1080063" y="12757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3" name="Straight Connector 602">
              <a:extLst>
                <a:ext uri="{FF2B5EF4-FFF2-40B4-BE49-F238E27FC236}">
                  <a16:creationId xmlns:a16="http://schemas.microsoft.com/office/drawing/2014/main" id="{5C869600-EEBA-2D41-7BCE-F42D987A2800}"/>
                </a:ext>
              </a:extLst>
            </p:cNvPr>
            <p:cNvCxnSpPr>
              <a:cxnSpLocks/>
              <a:stCxn id="602" idx="0"/>
            </p:cNvCxnSpPr>
            <p:nvPr/>
          </p:nvCxnSpPr>
          <p:spPr>
            <a:xfrm flipV="1">
              <a:off x="1085761" y="104349"/>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04" name="Straight Connector 603">
              <a:extLst>
                <a:ext uri="{FF2B5EF4-FFF2-40B4-BE49-F238E27FC236}">
                  <a16:creationId xmlns:a16="http://schemas.microsoft.com/office/drawing/2014/main" id="{1123B6F4-8332-36F2-5B40-432E9BDE7255}"/>
                </a:ext>
              </a:extLst>
            </p:cNvPr>
            <p:cNvCxnSpPr>
              <a:cxnSpLocks/>
            </p:cNvCxnSpPr>
            <p:nvPr/>
          </p:nvCxnSpPr>
          <p:spPr>
            <a:xfrm>
              <a:off x="1091479" y="123844"/>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05" name="Group 604">
            <a:extLst>
              <a:ext uri="{FF2B5EF4-FFF2-40B4-BE49-F238E27FC236}">
                <a16:creationId xmlns:a16="http://schemas.microsoft.com/office/drawing/2014/main" id="{E86753AB-64EF-7E96-E3F0-0EDD6CE7B7DC}"/>
              </a:ext>
            </a:extLst>
          </p:cNvPr>
          <p:cNvGrpSpPr/>
          <p:nvPr/>
        </p:nvGrpSpPr>
        <p:grpSpPr>
          <a:xfrm>
            <a:off x="1267282" y="90836"/>
            <a:ext cx="721206" cy="609701"/>
            <a:chOff x="1267282" y="90836"/>
            <a:chExt cx="721206" cy="609701"/>
          </a:xfrm>
        </p:grpSpPr>
        <p:sp>
          <p:nvSpPr>
            <p:cNvPr id="606" name="Rectangle 605">
              <a:extLst>
                <a:ext uri="{FF2B5EF4-FFF2-40B4-BE49-F238E27FC236}">
                  <a16:creationId xmlns:a16="http://schemas.microsoft.com/office/drawing/2014/main" id="{A292FE16-CCCA-4017-A93C-603DB586CA51}"/>
                </a:ext>
              </a:extLst>
            </p:cNvPr>
            <p:cNvSpPr/>
            <p:nvPr/>
          </p:nvSpPr>
          <p:spPr>
            <a:xfrm>
              <a:off x="1267282"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Customer Key</a:t>
              </a:r>
            </a:p>
          </p:txBody>
        </p:sp>
        <p:sp>
          <p:nvSpPr>
            <p:cNvPr id="607" name="Rectangle 606">
              <a:extLst>
                <a:ext uri="{FF2B5EF4-FFF2-40B4-BE49-F238E27FC236}">
                  <a16:creationId xmlns:a16="http://schemas.microsoft.com/office/drawing/2014/main" id="{7468CC51-013C-BBAD-8BB5-4079744CB9C2}"/>
                </a:ext>
              </a:extLst>
            </p:cNvPr>
            <p:cNvSpPr/>
            <p:nvPr/>
          </p:nvSpPr>
          <p:spPr>
            <a:xfrm flipV="1">
              <a:off x="1887244"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08" name="Oval 15">
              <a:extLst>
                <a:ext uri="{FF2B5EF4-FFF2-40B4-BE49-F238E27FC236}">
                  <a16:creationId xmlns:a16="http://schemas.microsoft.com/office/drawing/2014/main" id="{464DE5D3-D432-1D46-CF6D-11C94757FE18}"/>
                </a:ext>
              </a:extLst>
            </p:cNvPr>
            <p:cNvSpPr/>
            <p:nvPr/>
          </p:nvSpPr>
          <p:spPr>
            <a:xfrm>
              <a:off x="1914634"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09" name="Straight Connector 608">
              <a:extLst>
                <a:ext uri="{FF2B5EF4-FFF2-40B4-BE49-F238E27FC236}">
                  <a16:creationId xmlns:a16="http://schemas.microsoft.com/office/drawing/2014/main" id="{613261B2-588E-1373-DF8A-651701A7F1DC}"/>
                </a:ext>
              </a:extLst>
            </p:cNvPr>
            <p:cNvCxnSpPr>
              <a:cxnSpLocks/>
              <a:stCxn id="608" idx="0"/>
            </p:cNvCxnSpPr>
            <p:nvPr/>
          </p:nvCxnSpPr>
          <p:spPr>
            <a:xfrm flipV="1">
              <a:off x="1920338"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0" name="Straight Connector 609">
              <a:extLst>
                <a:ext uri="{FF2B5EF4-FFF2-40B4-BE49-F238E27FC236}">
                  <a16:creationId xmlns:a16="http://schemas.microsoft.com/office/drawing/2014/main" id="{6A3DF109-8AB4-8380-0DAD-7A555146C58C}"/>
                </a:ext>
              </a:extLst>
            </p:cNvPr>
            <p:cNvCxnSpPr>
              <a:cxnSpLocks/>
            </p:cNvCxnSpPr>
            <p:nvPr/>
          </p:nvCxnSpPr>
          <p:spPr>
            <a:xfrm>
              <a:off x="1926033"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1" name="Group 610">
            <a:extLst>
              <a:ext uri="{FF2B5EF4-FFF2-40B4-BE49-F238E27FC236}">
                <a16:creationId xmlns:a16="http://schemas.microsoft.com/office/drawing/2014/main" id="{7DED1E2A-6C94-13B5-918D-14E526CB6614}"/>
              </a:ext>
            </a:extLst>
          </p:cNvPr>
          <p:cNvGrpSpPr/>
          <p:nvPr/>
        </p:nvGrpSpPr>
        <p:grpSpPr>
          <a:xfrm>
            <a:off x="2102907" y="90836"/>
            <a:ext cx="721206" cy="609701"/>
            <a:chOff x="2102907" y="90836"/>
            <a:chExt cx="721206" cy="609701"/>
          </a:xfrm>
        </p:grpSpPr>
        <p:sp>
          <p:nvSpPr>
            <p:cNvPr id="612" name="Rectangle 611">
              <a:extLst>
                <a:ext uri="{FF2B5EF4-FFF2-40B4-BE49-F238E27FC236}">
                  <a16:creationId xmlns:a16="http://schemas.microsoft.com/office/drawing/2014/main" id="{6BA39C88-4EA3-C310-6FBE-A381A850B3AD}"/>
                </a:ext>
              </a:extLst>
            </p:cNvPr>
            <p:cNvSpPr/>
            <p:nvPr/>
          </p:nvSpPr>
          <p:spPr>
            <a:xfrm>
              <a:off x="2102907" y="9083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Barriers</a:t>
              </a:r>
            </a:p>
          </p:txBody>
        </p:sp>
        <p:sp>
          <p:nvSpPr>
            <p:cNvPr id="613" name="Rectangle 612">
              <a:extLst>
                <a:ext uri="{FF2B5EF4-FFF2-40B4-BE49-F238E27FC236}">
                  <a16:creationId xmlns:a16="http://schemas.microsoft.com/office/drawing/2014/main" id="{0558423D-AB0D-8EE5-AE65-25DAB49118DB}"/>
                </a:ext>
              </a:extLst>
            </p:cNvPr>
            <p:cNvSpPr/>
            <p:nvPr/>
          </p:nvSpPr>
          <p:spPr>
            <a:xfrm flipV="1">
              <a:off x="2722869" y="93738"/>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14" name="Oval 15">
              <a:extLst>
                <a:ext uri="{FF2B5EF4-FFF2-40B4-BE49-F238E27FC236}">
                  <a16:creationId xmlns:a16="http://schemas.microsoft.com/office/drawing/2014/main" id="{FA798F2A-9AE5-0B44-B96B-B87FCCABF923}"/>
                </a:ext>
              </a:extLst>
            </p:cNvPr>
            <p:cNvSpPr/>
            <p:nvPr/>
          </p:nvSpPr>
          <p:spPr>
            <a:xfrm>
              <a:off x="2750259" y="1304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15" name="Straight Connector 614">
              <a:extLst>
                <a:ext uri="{FF2B5EF4-FFF2-40B4-BE49-F238E27FC236}">
                  <a16:creationId xmlns:a16="http://schemas.microsoft.com/office/drawing/2014/main" id="{90ADD624-24F2-E724-DA76-8E0ADA141E67}"/>
                </a:ext>
              </a:extLst>
            </p:cNvPr>
            <p:cNvCxnSpPr>
              <a:cxnSpLocks/>
              <a:stCxn id="614" idx="0"/>
            </p:cNvCxnSpPr>
            <p:nvPr/>
          </p:nvCxnSpPr>
          <p:spPr>
            <a:xfrm flipV="1">
              <a:off x="2755963" y="107250"/>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616" name="Straight Connector 615">
              <a:extLst>
                <a:ext uri="{FF2B5EF4-FFF2-40B4-BE49-F238E27FC236}">
                  <a16:creationId xmlns:a16="http://schemas.microsoft.com/office/drawing/2014/main" id="{27C67D23-5854-9636-9409-288B3D8DF815}"/>
                </a:ext>
              </a:extLst>
            </p:cNvPr>
            <p:cNvCxnSpPr>
              <a:cxnSpLocks/>
            </p:cNvCxnSpPr>
            <p:nvPr/>
          </p:nvCxnSpPr>
          <p:spPr>
            <a:xfrm>
              <a:off x="2761658" y="127406"/>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17" name="Group 616">
            <a:extLst>
              <a:ext uri="{FF2B5EF4-FFF2-40B4-BE49-F238E27FC236}">
                <a16:creationId xmlns:a16="http://schemas.microsoft.com/office/drawing/2014/main" id="{F7015884-B26F-836E-BF2F-528D70108DF5}"/>
              </a:ext>
            </a:extLst>
          </p:cNvPr>
          <p:cNvGrpSpPr/>
          <p:nvPr/>
        </p:nvGrpSpPr>
        <p:grpSpPr>
          <a:xfrm>
            <a:off x="1269626" y="4419615"/>
            <a:ext cx="721206" cy="609701"/>
            <a:chOff x="1269626" y="4419615"/>
            <a:chExt cx="721206" cy="609701"/>
          </a:xfrm>
        </p:grpSpPr>
        <p:sp>
          <p:nvSpPr>
            <p:cNvPr id="618" name="Rectangle 617">
              <a:extLst>
                <a:ext uri="{FF2B5EF4-FFF2-40B4-BE49-F238E27FC236}">
                  <a16:creationId xmlns:a16="http://schemas.microsoft.com/office/drawing/2014/main" id="{A83C569D-9134-DDF8-249F-1B5A8E7392AB}"/>
                </a:ext>
              </a:extLst>
            </p:cNvPr>
            <p:cNvSpPr/>
            <p:nvPr/>
          </p:nvSpPr>
          <p:spPr>
            <a:xfrm>
              <a:off x="1269626"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Device Firmware Configuration Interface</a:t>
              </a:r>
            </a:p>
          </p:txBody>
        </p:sp>
        <p:sp>
          <p:nvSpPr>
            <p:cNvPr id="619" name="Cylinder 618">
              <a:extLst>
                <a:ext uri="{FF2B5EF4-FFF2-40B4-BE49-F238E27FC236}">
                  <a16:creationId xmlns:a16="http://schemas.microsoft.com/office/drawing/2014/main" id="{12DD36BD-E95D-ACDB-2F6B-26837F637DB8}"/>
                </a:ext>
              </a:extLst>
            </p:cNvPr>
            <p:cNvSpPr/>
            <p:nvPr/>
          </p:nvSpPr>
          <p:spPr>
            <a:xfrm>
              <a:off x="1917344"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0" name="Group 619">
            <a:extLst>
              <a:ext uri="{FF2B5EF4-FFF2-40B4-BE49-F238E27FC236}">
                <a16:creationId xmlns:a16="http://schemas.microsoft.com/office/drawing/2014/main" id="{8C63A103-7327-ADCB-B9F6-23E9008559E2}"/>
              </a:ext>
            </a:extLst>
          </p:cNvPr>
          <p:cNvGrpSpPr/>
          <p:nvPr/>
        </p:nvGrpSpPr>
        <p:grpSpPr>
          <a:xfrm>
            <a:off x="432841" y="4419615"/>
            <a:ext cx="721206" cy="609701"/>
            <a:chOff x="432841" y="4419615"/>
            <a:chExt cx="721206" cy="609701"/>
          </a:xfrm>
        </p:grpSpPr>
        <p:sp>
          <p:nvSpPr>
            <p:cNvPr id="621" name="Rectangle 620">
              <a:extLst>
                <a:ext uri="{FF2B5EF4-FFF2-40B4-BE49-F238E27FC236}">
                  <a16:creationId xmlns:a16="http://schemas.microsoft.com/office/drawing/2014/main" id="{394E2DA2-4267-F931-B7FD-B9F96281FED2}"/>
                </a:ext>
              </a:extLst>
            </p:cNvPr>
            <p:cNvSpPr/>
            <p:nvPr/>
          </p:nvSpPr>
          <p:spPr>
            <a:xfrm>
              <a:off x="432841" y="4419615"/>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Enterprise Management Mode</a:t>
              </a:r>
            </a:p>
          </p:txBody>
        </p:sp>
        <p:sp>
          <p:nvSpPr>
            <p:cNvPr id="622" name="Cylinder 621">
              <a:extLst>
                <a:ext uri="{FF2B5EF4-FFF2-40B4-BE49-F238E27FC236}">
                  <a16:creationId xmlns:a16="http://schemas.microsoft.com/office/drawing/2014/main" id="{803BD2CF-3708-50DA-E2C1-8EF84B78EB0F}"/>
                </a:ext>
              </a:extLst>
            </p:cNvPr>
            <p:cNvSpPr/>
            <p:nvPr/>
          </p:nvSpPr>
          <p:spPr>
            <a:xfrm>
              <a:off x="1080560" y="4419631"/>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3" name="Group 622">
            <a:extLst>
              <a:ext uri="{FF2B5EF4-FFF2-40B4-BE49-F238E27FC236}">
                <a16:creationId xmlns:a16="http://schemas.microsoft.com/office/drawing/2014/main" id="{F28BAE3F-D5B6-BEB4-5429-FAA04B70FD7D}"/>
              </a:ext>
            </a:extLst>
          </p:cNvPr>
          <p:cNvGrpSpPr/>
          <p:nvPr/>
        </p:nvGrpSpPr>
        <p:grpSpPr>
          <a:xfrm>
            <a:off x="1268467" y="5141008"/>
            <a:ext cx="721206" cy="609701"/>
            <a:chOff x="1268467" y="5141008"/>
            <a:chExt cx="721206" cy="609701"/>
          </a:xfrm>
        </p:grpSpPr>
        <p:sp>
          <p:nvSpPr>
            <p:cNvPr id="624" name="Rectangle 623">
              <a:extLst>
                <a:ext uri="{FF2B5EF4-FFF2-40B4-BE49-F238E27FC236}">
                  <a16:creationId xmlns:a16="http://schemas.microsoft.com/office/drawing/2014/main" id="{EC958B01-6748-849E-0F4A-97C7BB718DB1}"/>
                </a:ext>
              </a:extLst>
            </p:cNvPr>
            <p:cNvSpPr/>
            <p:nvPr/>
          </p:nvSpPr>
          <p:spPr>
            <a:xfrm>
              <a:off x="126846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Surface Secure Boot</a:t>
              </a:r>
            </a:p>
          </p:txBody>
        </p:sp>
        <p:sp>
          <p:nvSpPr>
            <p:cNvPr id="625" name="Cylinder 624">
              <a:extLst>
                <a:ext uri="{FF2B5EF4-FFF2-40B4-BE49-F238E27FC236}">
                  <a16:creationId xmlns:a16="http://schemas.microsoft.com/office/drawing/2014/main" id="{54D79E9F-FDBE-E7F7-599A-1EF331C39C24}"/>
                </a:ext>
              </a:extLst>
            </p:cNvPr>
            <p:cNvSpPr/>
            <p:nvPr/>
          </p:nvSpPr>
          <p:spPr>
            <a:xfrm>
              <a:off x="1916185"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6" name="Group 625">
            <a:extLst>
              <a:ext uri="{FF2B5EF4-FFF2-40B4-BE49-F238E27FC236}">
                <a16:creationId xmlns:a16="http://schemas.microsoft.com/office/drawing/2014/main" id="{B0EFD14F-5BC3-6522-D3AE-ACA871C1029E}"/>
              </a:ext>
            </a:extLst>
          </p:cNvPr>
          <p:cNvGrpSpPr/>
          <p:nvPr/>
        </p:nvGrpSpPr>
        <p:grpSpPr>
          <a:xfrm>
            <a:off x="431297" y="5141008"/>
            <a:ext cx="721206" cy="609701"/>
            <a:chOff x="431297" y="5141008"/>
            <a:chExt cx="721206" cy="609701"/>
          </a:xfrm>
        </p:grpSpPr>
        <p:sp>
          <p:nvSpPr>
            <p:cNvPr id="627" name="Rectangle 626">
              <a:extLst>
                <a:ext uri="{FF2B5EF4-FFF2-40B4-BE49-F238E27FC236}">
                  <a16:creationId xmlns:a16="http://schemas.microsoft.com/office/drawing/2014/main" id="{767D2AB4-255C-4C32-11DB-A3951B9C2DE3}"/>
                </a:ext>
              </a:extLst>
            </p:cNvPr>
            <p:cNvSpPr/>
            <p:nvPr/>
          </p:nvSpPr>
          <p:spPr>
            <a:xfrm>
              <a:off x="431297" y="5141008"/>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Pluton Security Processors</a:t>
              </a:r>
            </a:p>
          </p:txBody>
        </p:sp>
        <p:sp>
          <p:nvSpPr>
            <p:cNvPr id="628" name="Cylinder 627">
              <a:extLst>
                <a:ext uri="{FF2B5EF4-FFF2-40B4-BE49-F238E27FC236}">
                  <a16:creationId xmlns:a16="http://schemas.microsoft.com/office/drawing/2014/main" id="{4CB295D9-A1E8-DEAD-15FF-ACF068308672}"/>
                </a:ext>
              </a:extLst>
            </p:cNvPr>
            <p:cNvSpPr/>
            <p:nvPr/>
          </p:nvSpPr>
          <p:spPr>
            <a:xfrm>
              <a:off x="1079016" y="5141022"/>
              <a:ext cx="73480" cy="108336"/>
            </a:xfrm>
            <a:prstGeom prst="can">
              <a:avLst/>
            </a:prstGeom>
            <a:solidFill>
              <a:srgbClr val="993300">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629" name="Group 628">
            <a:extLst>
              <a:ext uri="{FF2B5EF4-FFF2-40B4-BE49-F238E27FC236}">
                <a16:creationId xmlns:a16="http://schemas.microsoft.com/office/drawing/2014/main" id="{87F5D005-483A-41D7-D114-C1C9EC2C1259}"/>
              </a:ext>
            </a:extLst>
          </p:cNvPr>
          <p:cNvGrpSpPr/>
          <p:nvPr/>
        </p:nvGrpSpPr>
        <p:grpSpPr>
          <a:xfrm>
            <a:off x="431660" y="3698226"/>
            <a:ext cx="721206" cy="609701"/>
            <a:chOff x="431660" y="3698226"/>
            <a:chExt cx="721206" cy="609701"/>
          </a:xfrm>
        </p:grpSpPr>
        <p:sp>
          <p:nvSpPr>
            <p:cNvPr id="630" name="Rectangle 629">
              <a:extLst>
                <a:ext uri="{FF2B5EF4-FFF2-40B4-BE49-F238E27FC236}">
                  <a16:creationId xmlns:a16="http://schemas.microsoft.com/office/drawing/2014/main" id="{FFE0CA83-9EC5-41C2-5679-4D93EE7EABDB}"/>
                </a:ext>
              </a:extLst>
            </p:cNvPr>
            <p:cNvSpPr/>
            <p:nvPr/>
          </p:nvSpPr>
          <p:spPr>
            <a:xfrm>
              <a:off x="431660" y="369822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Verified ID</a:t>
              </a:r>
            </a:p>
          </p:txBody>
        </p:sp>
        <p:sp>
          <p:nvSpPr>
            <p:cNvPr id="631" name="Right Triangle 630">
              <a:extLst>
                <a:ext uri="{FF2B5EF4-FFF2-40B4-BE49-F238E27FC236}">
                  <a16:creationId xmlns:a16="http://schemas.microsoft.com/office/drawing/2014/main" id="{894FCBB6-493A-82B6-0CB6-F456804463A0}"/>
                </a:ext>
              </a:extLst>
            </p:cNvPr>
            <p:cNvSpPr/>
            <p:nvPr/>
          </p:nvSpPr>
          <p:spPr>
            <a:xfrm rot="10800000">
              <a:off x="1035809" y="370017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2" name="Group 631">
              <a:extLst>
                <a:ext uri="{FF2B5EF4-FFF2-40B4-BE49-F238E27FC236}">
                  <a16:creationId xmlns:a16="http://schemas.microsoft.com/office/drawing/2014/main" id="{3DBB0542-77C5-B71B-724B-0A1C6C129869}"/>
                </a:ext>
              </a:extLst>
            </p:cNvPr>
            <p:cNvGrpSpPr/>
            <p:nvPr/>
          </p:nvGrpSpPr>
          <p:grpSpPr>
            <a:xfrm>
              <a:off x="1102253" y="3706270"/>
              <a:ext cx="37817" cy="61390"/>
              <a:chOff x="3883481" y="2057400"/>
              <a:chExt cx="1608363" cy="2652031"/>
            </a:xfrm>
            <a:solidFill>
              <a:srgbClr val="A6A6A6">
                <a:alpha val="20000"/>
              </a:srgbClr>
            </a:solidFill>
          </p:grpSpPr>
          <p:sp>
            <p:nvSpPr>
              <p:cNvPr id="633" name="Oval 27">
                <a:extLst>
                  <a:ext uri="{FF2B5EF4-FFF2-40B4-BE49-F238E27FC236}">
                    <a16:creationId xmlns:a16="http://schemas.microsoft.com/office/drawing/2014/main" id="{5A93AB06-4786-52DA-0306-1D2297F6472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34" name="Oval 28">
                <a:extLst>
                  <a:ext uri="{FF2B5EF4-FFF2-40B4-BE49-F238E27FC236}">
                    <a16:creationId xmlns:a16="http://schemas.microsoft.com/office/drawing/2014/main" id="{1AD0CBA8-54F9-47FD-8941-0D53AF9F170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35" name="Group 634">
            <a:extLst>
              <a:ext uri="{FF2B5EF4-FFF2-40B4-BE49-F238E27FC236}">
                <a16:creationId xmlns:a16="http://schemas.microsoft.com/office/drawing/2014/main" id="{AFF28AFB-99DB-E7B7-6E20-F3D515453896}"/>
              </a:ext>
            </a:extLst>
          </p:cNvPr>
          <p:cNvGrpSpPr/>
          <p:nvPr/>
        </p:nvGrpSpPr>
        <p:grpSpPr>
          <a:xfrm>
            <a:off x="2942399" y="3698227"/>
            <a:ext cx="721206" cy="609701"/>
            <a:chOff x="2942399" y="3698227"/>
            <a:chExt cx="721206" cy="609701"/>
          </a:xfrm>
        </p:grpSpPr>
        <p:sp>
          <p:nvSpPr>
            <p:cNvPr id="636" name="Rectangle 635">
              <a:extLst>
                <a:ext uri="{FF2B5EF4-FFF2-40B4-BE49-F238E27FC236}">
                  <a16:creationId xmlns:a16="http://schemas.microsoft.com/office/drawing/2014/main" id="{B685A122-E0C2-B160-A96A-15C0F46C1A7D}"/>
                </a:ext>
              </a:extLst>
            </p:cNvPr>
            <p:cNvSpPr/>
            <p:nvPr/>
          </p:nvSpPr>
          <p:spPr>
            <a:xfrm>
              <a:off x="2942399" y="3698227"/>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a:t>
              </a:r>
            </a:p>
          </p:txBody>
        </p:sp>
        <p:sp>
          <p:nvSpPr>
            <p:cNvPr id="637" name="Right Triangle 636">
              <a:extLst>
                <a:ext uri="{FF2B5EF4-FFF2-40B4-BE49-F238E27FC236}">
                  <a16:creationId xmlns:a16="http://schemas.microsoft.com/office/drawing/2014/main" id="{D4F1A131-CF9E-E68C-DC4A-09559EEE4C0E}"/>
                </a:ext>
              </a:extLst>
            </p:cNvPr>
            <p:cNvSpPr/>
            <p:nvPr/>
          </p:nvSpPr>
          <p:spPr>
            <a:xfrm rot="10800000">
              <a:off x="3541323" y="3706965"/>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38" name="Group 637">
              <a:extLst>
                <a:ext uri="{FF2B5EF4-FFF2-40B4-BE49-F238E27FC236}">
                  <a16:creationId xmlns:a16="http://schemas.microsoft.com/office/drawing/2014/main" id="{BDB6B884-AADB-F659-1CC3-BC040548BC06}"/>
                </a:ext>
              </a:extLst>
            </p:cNvPr>
            <p:cNvGrpSpPr/>
            <p:nvPr/>
          </p:nvGrpSpPr>
          <p:grpSpPr>
            <a:xfrm>
              <a:off x="3607767" y="3713057"/>
              <a:ext cx="37817" cy="61390"/>
              <a:chOff x="3883481" y="2057400"/>
              <a:chExt cx="1608363" cy="2652031"/>
            </a:xfrm>
            <a:solidFill>
              <a:srgbClr val="A6A6A6">
                <a:alpha val="20000"/>
              </a:srgbClr>
            </a:solidFill>
          </p:grpSpPr>
          <p:sp>
            <p:nvSpPr>
              <p:cNvPr id="639" name="Oval 27">
                <a:extLst>
                  <a:ext uri="{FF2B5EF4-FFF2-40B4-BE49-F238E27FC236}">
                    <a16:creationId xmlns:a16="http://schemas.microsoft.com/office/drawing/2014/main" id="{C5C9C2CB-0702-412D-3231-BBBA439BD96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40" name="Oval 28">
                <a:extLst>
                  <a:ext uri="{FF2B5EF4-FFF2-40B4-BE49-F238E27FC236}">
                    <a16:creationId xmlns:a16="http://schemas.microsoft.com/office/drawing/2014/main" id="{F84D47A1-CE44-6D8E-D666-59209A03D88D}"/>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57" name="Group 656">
            <a:extLst>
              <a:ext uri="{FF2B5EF4-FFF2-40B4-BE49-F238E27FC236}">
                <a16:creationId xmlns:a16="http://schemas.microsoft.com/office/drawing/2014/main" id="{AB83D5B7-F3B2-AFAD-2916-F81B3AD0D1AB}"/>
              </a:ext>
            </a:extLst>
          </p:cNvPr>
          <p:cNvGrpSpPr/>
          <p:nvPr/>
        </p:nvGrpSpPr>
        <p:grpSpPr>
          <a:xfrm>
            <a:off x="2105710" y="3698208"/>
            <a:ext cx="721206" cy="610396"/>
            <a:chOff x="2105710" y="3698208"/>
            <a:chExt cx="721206" cy="610396"/>
          </a:xfrm>
        </p:grpSpPr>
        <p:sp>
          <p:nvSpPr>
            <p:cNvPr id="658" name="Rectangle 657">
              <a:extLst>
                <a:ext uri="{FF2B5EF4-FFF2-40B4-BE49-F238E27FC236}">
                  <a16:creationId xmlns:a16="http://schemas.microsoft.com/office/drawing/2014/main" id="{E3E6E44D-928F-F970-3DD9-D64A146FFEA4}"/>
                </a:ext>
              </a:extLst>
            </p:cNvPr>
            <p:cNvSpPr/>
            <p:nvPr/>
          </p:nvSpPr>
          <p:spPr>
            <a:xfrm>
              <a:off x="2105710" y="3698901"/>
              <a:ext cx="721206"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Certificate Based Auth</a:t>
              </a:r>
            </a:p>
          </p:txBody>
        </p:sp>
        <p:sp>
          <p:nvSpPr>
            <p:cNvPr id="659" name="Right Triangle 658">
              <a:extLst>
                <a:ext uri="{FF2B5EF4-FFF2-40B4-BE49-F238E27FC236}">
                  <a16:creationId xmlns:a16="http://schemas.microsoft.com/office/drawing/2014/main" id="{B0A50BA4-2E4E-0280-16F5-75E0BFA320AB}"/>
                </a:ext>
              </a:extLst>
            </p:cNvPr>
            <p:cNvSpPr/>
            <p:nvPr/>
          </p:nvSpPr>
          <p:spPr>
            <a:xfrm rot="10800000">
              <a:off x="2709859"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60" name="Group 659">
              <a:extLst>
                <a:ext uri="{FF2B5EF4-FFF2-40B4-BE49-F238E27FC236}">
                  <a16:creationId xmlns:a16="http://schemas.microsoft.com/office/drawing/2014/main" id="{501CA54C-5A1B-2DBD-5171-2A3A930ECB62}"/>
                </a:ext>
              </a:extLst>
            </p:cNvPr>
            <p:cNvGrpSpPr/>
            <p:nvPr/>
          </p:nvGrpSpPr>
          <p:grpSpPr>
            <a:xfrm>
              <a:off x="2776303" y="3704306"/>
              <a:ext cx="37817" cy="61390"/>
              <a:chOff x="3883481" y="2057400"/>
              <a:chExt cx="1608363" cy="2652031"/>
            </a:xfrm>
            <a:solidFill>
              <a:srgbClr val="A6A6A6">
                <a:alpha val="20000"/>
              </a:srgbClr>
            </a:solidFill>
          </p:grpSpPr>
          <p:sp>
            <p:nvSpPr>
              <p:cNvPr id="661" name="Oval 27">
                <a:extLst>
                  <a:ext uri="{FF2B5EF4-FFF2-40B4-BE49-F238E27FC236}">
                    <a16:creationId xmlns:a16="http://schemas.microsoft.com/office/drawing/2014/main" id="{5EFC1D46-2D63-50DF-2446-28F1DE55485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2" name="Oval 28">
                <a:extLst>
                  <a:ext uri="{FF2B5EF4-FFF2-40B4-BE49-F238E27FC236}">
                    <a16:creationId xmlns:a16="http://schemas.microsoft.com/office/drawing/2014/main" id="{2A6BFD69-FCA6-309B-244F-E033960E999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63" name="Group 662">
            <a:extLst>
              <a:ext uri="{FF2B5EF4-FFF2-40B4-BE49-F238E27FC236}">
                <a16:creationId xmlns:a16="http://schemas.microsoft.com/office/drawing/2014/main" id="{FC5910B1-B14D-2FA5-567D-C1F9F6A0F707}"/>
              </a:ext>
            </a:extLst>
          </p:cNvPr>
          <p:cNvGrpSpPr/>
          <p:nvPr/>
        </p:nvGrpSpPr>
        <p:grpSpPr>
          <a:xfrm>
            <a:off x="3778361" y="2253333"/>
            <a:ext cx="721206" cy="609701"/>
            <a:chOff x="3778361" y="2253333"/>
            <a:chExt cx="721206" cy="609701"/>
          </a:xfrm>
        </p:grpSpPr>
        <p:sp>
          <p:nvSpPr>
            <p:cNvPr id="664" name="Rectangle 663">
              <a:extLst>
                <a:ext uri="{FF2B5EF4-FFF2-40B4-BE49-F238E27FC236}">
                  <a16:creationId xmlns:a16="http://schemas.microsoft.com/office/drawing/2014/main" id="{0C2F36CD-6809-7B8A-4FBA-0D500CC593F7}"/>
                </a:ext>
              </a:extLst>
            </p:cNvPr>
            <p:cNvSpPr/>
            <p:nvPr/>
          </p:nvSpPr>
          <p:spPr>
            <a:xfrm>
              <a:off x="3778361"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Endpoint Data Loss Prevention</a:t>
              </a:r>
            </a:p>
          </p:txBody>
        </p:sp>
        <p:sp>
          <p:nvSpPr>
            <p:cNvPr id="665" name="Rectangle 664">
              <a:extLst>
                <a:ext uri="{FF2B5EF4-FFF2-40B4-BE49-F238E27FC236}">
                  <a16:creationId xmlns:a16="http://schemas.microsoft.com/office/drawing/2014/main" id="{65947FFD-EB24-89B5-4B26-F9D7E0D9CFDF}"/>
                </a:ext>
              </a:extLst>
            </p:cNvPr>
            <p:cNvSpPr/>
            <p:nvPr/>
          </p:nvSpPr>
          <p:spPr>
            <a:xfrm flipV="1">
              <a:off x="4399368" y="2255721"/>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66" name="Oval 15">
              <a:extLst>
                <a:ext uri="{FF2B5EF4-FFF2-40B4-BE49-F238E27FC236}">
                  <a16:creationId xmlns:a16="http://schemas.microsoft.com/office/drawing/2014/main" id="{87230E8E-D3E3-87CE-0C7F-387CCA216469}"/>
                </a:ext>
              </a:extLst>
            </p:cNvPr>
            <p:cNvSpPr/>
            <p:nvPr/>
          </p:nvSpPr>
          <p:spPr>
            <a:xfrm>
              <a:off x="4426701" y="2292460"/>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667" name="Straight Connector 666">
              <a:extLst>
                <a:ext uri="{FF2B5EF4-FFF2-40B4-BE49-F238E27FC236}">
                  <a16:creationId xmlns:a16="http://schemas.microsoft.com/office/drawing/2014/main" id="{2C6AB4E0-F7B3-B9AF-D101-E7CFCC09D52F}"/>
                </a:ext>
              </a:extLst>
            </p:cNvPr>
            <p:cNvCxnSpPr>
              <a:cxnSpLocks/>
              <a:stCxn id="666" idx="0"/>
            </p:cNvCxnSpPr>
            <p:nvPr/>
          </p:nvCxnSpPr>
          <p:spPr>
            <a:xfrm flipV="1">
              <a:off x="4432332" y="2269234"/>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668" name="Straight Connector 667">
              <a:extLst>
                <a:ext uri="{FF2B5EF4-FFF2-40B4-BE49-F238E27FC236}">
                  <a16:creationId xmlns:a16="http://schemas.microsoft.com/office/drawing/2014/main" id="{39460E89-B5F2-7A9E-A4E4-F4980941DBB6}"/>
                </a:ext>
              </a:extLst>
            </p:cNvPr>
            <p:cNvCxnSpPr>
              <a:cxnSpLocks/>
            </p:cNvCxnSpPr>
            <p:nvPr/>
          </p:nvCxnSpPr>
          <p:spPr>
            <a:xfrm>
              <a:off x="4437905" y="274635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669" name="Group 668">
            <a:extLst>
              <a:ext uri="{FF2B5EF4-FFF2-40B4-BE49-F238E27FC236}">
                <a16:creationId xmlns:a16="http://schemas.microsoft.com/office/drawing/2014/main" id="{073ACE43-9982-20DF-7C62-5D82E49AEB8F}"/>
              </a:ext>
            </a:extLst>
          </p:cNvPr>
          <p:cNvGrpSpPr/>
          <p:nvPr/>
        </p:nvGrpSpPr>
        <p:grpSpPr>
          <a:xfrm>
            <a:off x="1268843" y="2253332"/>
            <a:ext cx="721206" cy="609701"/>
            <a:chOff x="1268843" y="2253332"/>
            <a:chExt cx="721206" cy="609701"/>
          </a:xfrm>
        </p:grpSpPr>
        <p:sp>
          <p:nvSpPr>
            <p:cNvPr id="670" name="Rectangle 669">
              <a:extLst>
                <a:ext uri="{FF2B5EF4-FFF2-40B4-BE49-F238E27FC236}">
                  <a16:creationId xmlns:a16="http://schemas.microsoft.com/office/drawing/2014/main" id="{CE8E20A0-203F-2E52-26A0-2C30EC24B8D5}"/>
                </a:ext>
              </a:extLst>
            </p:cNvPr>
            <p:cNvSpPr/>
            <p:nvPr/>
          </p:nvSpPr>
          <p:spPr>
            <a:xfrm>
              <a:off x="1268843" y="225333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Credential Guard</a:t>
              </a:r>
            </a:p>
          </p:txBody>
        </p:sp>
        <p:sp>
          <p:nvSpPr>
            <p:cNvPr id="671" name="Right Triangle 670">
              <a:extLst>
                <a:ext uri="{FF2B5EF4-FFF2-40B4-BE49-F238E27FC236}">
                  <a16:creationId xmlns:a16="http://schemas.microsoft.com/office/drawing/2014/main" id="{BB23028C-DA5D-E027-EA6E-99C5789E0E8C}"/>
                </a:ext>
              </a:extLst>
            </p:cNvPr>
            <p:cNvSpPr/>
            <p:nvPr/>
          </p:nvSpPr>
          <p:spPr>
            <a:xfrm rot="10800000">
              <a:off x="1872992" y="225963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2" name="Group 671">
              <a:extLst>
                <a:ext uri="{FF2B5EF4-FFF2-40B4-BE49-F238E27FC236}">
                  <a16:creationId xmlns:a16="http://schemas.microsoft.com/office/drawing/2014/main" id="{40EFA46F-3B68-DAE2-965A-B7D4D67ADBA1}"/>
                </a:ext>
              </a:extLst>
            </p:cNvPr>
            <p:cNvGrpSpPr/>
            <p:nvPr/>
          </p:nvGrpSpPr>
          <p:grpSpPr>
            <a:xfrm>
              <a:off x="1939436" y="2265731"/>
              <a:ext cx="37817" cy="61390"/>
              <a:chOff x="3883481" y="2057400"/>
              <a:chExt cx="1608363" cy="2652031"/>
            </a:xfrm>
            <a:solidFill>
              <a:srgbClr val="A6A6A6">
                <a:alpha val="20000"/>
              </a:srgbClr>
            </a:solidFill>
          </p:grpSpPr>
          <p:sp>
            <p:nvSpPr>
              <p:cNvPr id="673" name="Oval 27">
                <a:extLst>
                  <a:ext uri="{FF2B5EF4-FFF2-40B4-BE49-F238E27FC236}">
                    <a16:creationId xmlns:a16="http://schemas.microsoft.com/office/drawing/2014/main" id="{236D04C5-305E-1BE4-DB36-A87BC6BF259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74" name="Oval 28">
                <a:extLst>
                  <a:ext uri="{FF2B5EF4-FFF2-40B4-BE49-F238E27FC236}">
                    <a16:creationId xmlns:a16="http://schemas.microsoft.com/office/drawing/2014/main" id="{463C9C57-0036-3EF0-4BEB-7875F2F132A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75" name="Group 674">
            <a:extLst>
              <a:ext uri="{FF2B5EF4-FFF2-40B4-BE49-F238E27FC236}">
                <a16:creationId xmlns:a16="http://schemas.microsoft.com/office/drawing/2014/main" id="{08B4413A-0D6D-46A0-B255-99104974BA53}"/>
              </a:ext>
            </a:extLst>
          </p:cNvPr>
          <p:cNvGrpSpPr/>
          <p:nvPr/>
        </p:nvGrpSpPr>
        <p:grpSpPr>
          <a:xfrm>
            <a:off x="2105351" y="2253333"/>
            <a:ext cx="721206" cy="609701"/>
            <a:chOff x="2105351" y="2253333"/>
            <a:chExt cx="721206" cy="609701"/>
          </a:xfrm>
        </p:grpSpPr>
        <p:sp>
          <p:nvSpPr>
            <p:cNvPr id="676" name="Rectangle 675">
              <a:extLst>
                <a:ext uri="{FF2B5EF4-FFF2-40B4-BE49-F238E27FC236}">
                  <a16:creationId xmlns:a16="http://schemas.microsoft.com/office/drawing/2014/main" id="{2C4EE9CE-D765-AA37-0458-72773AC48926}"/>
                </a:ext>
              </a:extLst>
            </p:cNvPr>
            <p:cNvSpPr/>
            <p:nvPr/>
          </p:nvSpPr>
          <p:spPr>
            <a:xfrm>
              <a:off x="2105351" y="225333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Firewall</a:t>
              </a:r>
            </a:p>
          </p:txBody>
        </p:sp>
        <p:sp>
          <p:nvSpPr>
            <p:cNvPr id="677" name="Right Triangle 676">
              <a:extLst>
                <a:ext uri="{FF2B5EF4-FFF2-40B4-BE49-F238E27FC236}">
                  <a16:creationId xmlns:a16="http://schemas.microsoft.com/office/drawing/2014/main" id="{D809E5D3-7F1B-19D8-E1D5-C202F3A02AF2}"/>
                </a:ext>
              </a:extLst>
            </p:cNvPr>
            <p:cNvSpPr/>
            <p:nvPr/>
          </p:nvSpPr>
          <p:spPr>
            <a:xfrm rot="10800000">
              <a:off x="2704963" y="2259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78" name="Group 677">
              <a:extLst>
                <a:ext uri="{FF2B5EF4-FFF2-40B4-BE49-F238E27FC236}">
                  <a16:creationId xmlns:a16="http://schemas.microsoft.com/office/drawing/2014/main" id="{6085F02A-9692-9622-5C84-44CF70ECD48F}"/>
                </a:ext>
              </a:extLst>
            </p:cNvPr>
            <p:cNvGrpSpPr/>
            <p:nvPr/>
          </p:nvGrpSpPr>
          <p:grpSpPr>
            <a:xfrm>
              <a:off x="2771408" y="2265591"/>
              <a:ext cx="37817" cy="61390"/>
              <a:chOff x="3883481" y="2057400"/>
              <a:chExt cx="1608363" cy="2652031"/>
            </a:xfrm>
            <a:solidFill>
              <a:srgbClr val="A6A6A6">
                <a:alpha val="20000"/>
              </a:srgbClr>
            </a:solidFill>
          </p:grpSpPr>
          <p:sp>
            <p:nvSpPr>
              <p:cNvPr id="679" name="Oval 27">
                <a:extLst>
                  <a:ext uri="{FF2B5EF4-FFF2-40B4-BE49-F238E27FC236}">
                    <a16:creationId xmlns:a16="http://schemas.microsoft.com/office/drawing/2014/main" id="{4F6B4EE4-E5DF-E625-401C-4CB139D5EA5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0" name="Oval 28">
                <a:extLst>
                  <a:ext uri="{FF2B5EF4-FFF2-40B4-BE49-F238E27FC236}">
                    <a16:creationId xmlns:a16="http://schemas.microsoft.com/office/drawing/2014/main" id="{F2A2E431-D738-CFD0-E5A6-29AAF2E55E9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1" name="Group 680">
            <a:extLst>
              <a:ext uri="{FF2B5EF4-FFF2-40B4-BE49-F238E27FC236}">
                <a16:creationId xmlns:a16="http://schemas.microsoft.com/office/drawing/2014/main" id="{6E58E118-32D9-A9DF-405E-161717C9C536}"/>
              </a:ext>
            </a:extLst>
          </p:cNvPr>
          <p:cNvGrpSpPr/>
          <p:nvPr/>
        </p:nvGrpSpPr>
        <p:grpSpPr>
          <a:xfrm>
            <a:off x="2941860" y="2253333"/>
            <a:ext cx="721206" cy="609701"/>
            <a:chOff x="2941860" y="2253333"/>
            <a:chExt cx="721206" cy="609701"/>
          </a:xfrm>
        </p:grpSpPr>
        <p:sp>
          <p:nvSpPr>
            <p:cNvPr id="682" name="Rectangle 681">
              <a:extLst>
                <a:ext uri="{FF2B5EF4-FFF2-40B4-BE49-F238E27FC236}">
                  <a16:creationId xmlns:a16="http://schemas.microsoft.com/office/drawing/2014/main" id="{34ECD093-A8D1-2D07-2793-11BB8BA70AD1}"/>
                </a:ext>
              </a:extLst>
            </p:cNvPr>
            <p:cNvSpPr/>
            <p:nvPr/>
          </p:nvSpPr>
          <p:spPr>
            <a:xfrm>
              <a:off x="2941860"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Exploit Guard (ASR)</a:t>
              </a:r>
            </a:p>
          </p:txBody>
        </p:sp>
        <p:sp>
          <p:nvSpPr>
            <p:cNvPr id="683" name="Right Triangle 682">
              <a:extLst>
                <a:ext uri="{FF2B5EF4-FFF2-40B4-BE49-F238E27FC236}">
                  <a16:creationId xmlns:a16="http://schemas.microsoft.com/office/drawing/2014/main" id="{BBD9490C-D18B-8599-5CE0-47519F97DB72}"/>
                </a:ext>
              </a:extLst>
            </p:cNvPr>
            <p:cNvSpPr/>
            <p:nvPr/>
          </p:nvSpPr>
          <p:spPr>
            <a:xfrm rot="10800000">
              <a:off x="3544808" y="225887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84" name="Group 683">
              <a:extLst>
                <a:ext uri="{FF2B5EF4-FFF2-40B4-BE49-F238E27FC236}">
                  <a16:creationId xmlns:a16="http://schemas.microsoft.com/office/drawing/2014/main" id="{55E6748B-57B5-D6FD-CE7B-54A66694BD8D}"/>
                </a:ext>
              </a:extLst>
            </p:cNvPr>
            <p:cNvGrpSpPr/>
            <p:nvPr/>
          </p:nvGrpSpPr>
          <p:grpSpPr>
            <a:xfrm>
              <a:off x="3611250" y="2264969"/>
              <a:ext cx="37817" cy="61390"/>
              <a:chOff x="3883481" y="2057400"/>
              <a:chExt cx="1608363" cy="2652031"/>
            </a:xfrm>
            <a:solidFill>
              <a:srgbClr val="A6A6A6">
                <a:alpha val="20000"/>
              </a:srgbClr>
            </a:solidFill>
          </p:grpSpPr>
          <p:sp>
            <p:nvSpPr>
              <p:cNvPr id="685" name="Oval 27">
                <a:extLst>
                  <a:ext uri="{FF2B5EF4-FFF2-40B4-BE49-F238E27FC236}">
                    <a16:creationId xmlns:a16="http://schemas.microsoft.com/office/drawing/2014/main" id="{76DAB3FE-276A-15B8-654D-277F37528469}"/>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86" name="Oval 28">
                <a:extLst>
                  <a:ext uri="{FF2B5EF4-FFF2-40B4-BE49-F238E27FC236}">
                    <a16:creationId xmlns:a16="http://schemas.microsoft.com/office/drawing/2014/main" id="{733FD92E-3055-92AB-1AFD-B4899A2961D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687" name="Group 686">
            <a:extLst>
              <a:ext uri="{FF2B5EF4-FFF2-40B4-BE49-F238E27FC236}">
                <a16:creationId xmlns:a16="http://schemas.microsoft.com/office/drawing/2014/main" id="{9EC23B42-CDFC-14C5-A66D-D92F7E3AF205}"/>
              </a:ext>
            </a:extLst>
          </p:cNvPr>
          <p:cNvGrpSpPr/>
          <p:nvPr/>
        </p:nvGrpSpPr>
        <p:grpSpPr>
          <a:xfrm>
            <a:off x="4614876" y="2253332"/>
            <a:ext cx="721206" cy="609701"/>
            <a:chOff x="4614876" y="2253332"/>
            <a:chExt cx="721206" cy="609701"/>
          </a:xfrm>
        </p:grpSpPr>
        <p:sp>
          <p:nvSpPr>
            <p:cNvPr id="688" name="Rectangle 687">
              <a:extLst>
                <a:ext uri="{FF2B5EF4-FFF2-40B4-BE49-F238E27FC236}">
                  <a16:creationId xmlns:a16="http://schemas.microsoft.com/office/drawing/2014/main" id="{B0650C6F-67CE-D437-B20D-E1F01F1D4644}"/>
                </a:ext>
              </a:extLst>
            </p:cNvPr>
            <p:cNvSpPr/>
            <p:nvPr/>
          </p:nvSpPr>
          <p:spPr>
            <a:xfrm>
              <a:off x="4614876" y="2253332"/>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System Guard</a:t>
              </a:r>
            </a:p>
          </p:txBody>
        </p:sp>
        <p:sp>
          <p:nvSpPr>
            <p:cNvPr id="689" name="Right Triangle 688">
              <a:extLst>
                <a:ext uri="{FF2B5EF4-FFF2-40B4-BE49-F238E27FC236}">
                  <a16:creationId xmlns:a16="http://schemas.microsoft.com/office/drawing/2014/main" id="{2A9331BC-4BAC-DC1F-8158-6730F60508F4}"/>
                </a:ext>
              </a:extLst>
            </p:cNvPr>
            <p:cNvSpPr/>
            <p:nvPr/>
          </p:nvSpPr>
          <p:spPr>
            <a:xfrm rot="10800000">
              <a:off x="5214297" y="2258686"/>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690" name="Group 689">
              <a:extLst>
                <a:ext uri="{FF2B5EF4-FFF2-40B4-BE49-F238E27FC236}">
                  <a16:creationId xmlns:a16="http://schemas.microsoft.com/office/drawing/2014/main" id="{27C0C066-A41B-F403-576E-53A2CAF5C67F}"/>
                </a:ext>
              </a:extLst>
            </p:cNvPr>
            <p:cNvGrpSpPr/>
            <p:nvPr/>
          </p:nvGrpSpPr>
          <p:grpSpPr>
            <a:xfrm>
              <a:off x="5280738" y="2264779"/>
              <a:ext cx="37817" cy="61390"/>
              <a:chOff x="3883481" y="2057400"/>
              <a:chExt cx="1608363" cy="2652031"/>
            </a:xfrm>
            <a:solidFill>
              <a:srgbClr val="A6A6A6">
                <a:alpha val="20000"/>
              </a:srgbClr>
            </a:solidFill>
          </p:grpSpPr>
          <p:sp>
            <p:nvSpPr>
              <p:cNvPr id="691" name="Oval 27">
                <a:extLst>
                  <a:ext uri="{FF2B5EF4-FFF2-40B4-BE49-F238E27FC236}">
                    <a16:creationId xmlns:a16="http://schemas.microsoft.com/office/drawing/2014/main" id="{6271555C-B328-4968-CB54-EC0EBC66250E}"/>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692" name="Oval 28">
                <a:extLst>
                  <a:ext uri="{FF2B5EF4-FFF2-40B4-BE49-F238E27FC236}">
                    <a16:creationId xmlns:a16="http://schemas.microsoft.com/office/drawing/2014/main" id="{97A50179-62F3-B338-851A-84D55703165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05" name="Group 704">
            <a:extLst>
              <a:ext uri="{FF2B5EF4-FFF2-40B4-BE49-F238E27FC236}">
                <a16:creationId xmlns:a16="http://schemas.microsoft.com/office/drawing/2014/main" id="{ED66790B-3B49-483C-9ACB-B07E9A10ABB2}"/>
              </a:ext>
            </a:extLst>
          </p:cNvPr>
          <p:cNvGrpSpPr/>
          <p:nvPr/>
        </p:nvGrpSpPr>
        <p:grpSpPr>
          <a:xfrm>
            <a:off x="431659" y="2253337"/>
            <a:ext cx="721895" cy="609700"/>
            <a:chOff x="431659" y="2253337"/>
            <a:chExt cx="721895" cy="609700"/>
          </a:xfrm>
        </p:grpSpPr>
        <p:sp>
          <p:nvSpPr>
            <p:cNvPr id="706" name="Rectangle 705">
              <a:hlinkHover r:id="" action="ppaction://noaction" highlightClick="1"/>
              <a:extLst>
                <a:ext uri="{FF2B5EF4-FFF2-40B4-BE49-F238E27FC236}">
                  <a16:creationId xmlns:a16="http://schemas.microsoft.com/office/drawing/2014/main" id="{25F28CAC-5F93-5B20-0FEC-70787794B7E4}"/>
                </a:ext>
              </a:extLst>
            </p:cNvPr>
            <p:cNvSpPr/>
            <p:nvPr/>
          </p:nvSpPr>
          <p:spPr>
            <a:xfrm>
              <a:off x="431659" y="2253337"/>
              <a:ext cx="721206" cy="609700"/>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365</a:t>
              </a:r>
            </a:p>
          </p:txBody>
        </p:sp>
        <p:sp>
          <p:nvSpPr>
            <p:cNvPr id="707" name="Diamond 706">
              <a:extLst>
                <a:ext uri="{FF2B5EF4-FFF2-40B4-BE49-F238E27FC236}">
                  <a16:creationId xmlns:a16="http://schemas.microsoft.com/office/drawing/2014/main" id="{ECB7D95D-D96A-C8E5-7B45-38FDB04D9BD4}"/>
                </a:ext>
              </a:extLst>
            </p:cNvPr>
            <p:cNvSpPr/>
            <p:nvPr/>
          </p:nvSpPr>
          <p:spPr>
            <a:xfrm>
              <a:off x="1023648" y="2253337"/>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8" name="Oval 707">
              <a:extLst>
                <a:ext uri="{FF2B5EF4-FFF2-40B4-BE49-F238E27FC236}">
                  <a16:creationId xmlns:a16="http://schemas.microsoft.com/office/drawing/2014/main" id="{A033AF9D-B666-EDD1-EE7D-EC8F7830B1D6}"/>
                </a:ext>
              </a:extLst>
            </p:cNvPr>
            <p:cNvSpPr/>
            <p:nvPr/>
          </p:nvSpPr>
          <p:spPr>
            <a:xfrm>
              <a:off x="1057851" y="228682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713" name="Group 712">
            <a:extLst>
              <a:ext uri="{FF2B5EF4-FFF2-40B4-BE49-F238E27FC236}">
                <a16:creationId xmlns:a16="http://schemas.microsoft.com/office/drawing/2014/main" id="{4AC83608-9539-B056-CEBC-090541B39540}"/>
              </a:ext>
            </a:extLst>
          </p:cNvPr>
          <p:cNvGrpSpPr/>
          <p:nvPr/>
        </p:nvGrpSpPr>
        <p:grpSpPr>
          <a:xfrm>
            <a:off x="2105348" y="1532276"/>
            <a:ext cx="721206" cy="609701"/>
            <a:chOff x="2105348" y="1532276"/>
            <a:chExt cx="721206" cy="609701"/>
          </a:xfrm>
        </p:grpSpPr>
        <p:sp>
          <p:nvSpPr>
            <p:cNvPr id="714" name="Rectangle 713">
              <a:extLst>
                <a:ext uri="{FF2B5EF4-FFF2-40B4-BE49-F238E27FC236}">
                  <a16:creationId xmlns:a16="http://schemas.microsoft.com/office/drawing/2014/main" id="{01441BCB-E244-6183-85D7-B67E1610F78B}"/>
                </a:ext>
              </a:extLst>
            </p:cNvPr>
            <p:cNvSpPr/>
            <p:nvPr/>
          </p:nvSpPr>
          <p:spPr>
            <a:xfrm>
              <a:off x="2105348" y="1532276"/>
              <a:ext cx="721206" cy="609701"/>
            </a:xfrm>
            <a:prstGeom prst="rect">
              <a:avLst/>
            </a:prstGeom>
            <a:solidFill>
              <a:srgbClr val="C6C6C6">
                <a:alpha val="20000"/>
              </a:srgbClr>
            </a:solidFill>
            <a:ln w="31750">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Advanced Classifiers</a:t>
              </a:r>
            </a:p>
          </p:txBody>
        </p:sp>
        <p:sp>
          <p:nvSpPr>
            <p:cNvPr id="715" name="Rectangle 714">
              <a:extLst>
                <a:ext uri="{FF2B5EF4-FFF2-40B4-BE49-F238E27FC236}">
                  <a16:creationId xmlns:a16="http://schemas.microsoft.com/office/drawing/2014/main" id="{61AD7F86-5916-95E2-E8BE-54B3C24374B8}"/>
                </a:ext>
              </a:extLst>
            </p:cNvPr>
            <p:cNvSpPr/>
            <p:nvPr/>
          </p:nvSpPr>
          <p:spPr>
            <a:xfrm flipV="1">
              <a:off x="2723320" y="1539124"/>
              <a:ext cx="100192" cy="98641"/>
            </a:xfrm>
            <a:prstGeom prst="rect">
              <a:avLst/>
            </a:prstGeom>
            <a:solidFill>
              <a:srgbClr val="0078D7">
                <a:alpha val="20000"/>
              </a:srgbClr>
            </a:solidFill>
            <a:ln w="127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16" name="Oval 15">
              <a:extLst>
                <a:ext uri="{FF2B5EF4-FFF2-40B4-BE49-F238E27FC236}">
                  <a16:creationId xmlns:a16="http://schemas.microsoft.com/office/drawing/2014/main" id="{3A974C1F-DE1F-3C93-ED79-9070C6B3433E}"/>
                </a:ext>
              </a:extLst>
            </p:cNvPr>
            <p:cNvSpPr/>
            <p:nvPr/>
          </p:nvSpPr>
          <p:spPr>
            <a:xfrm>
              <a:off x="2750704" y="1575863"/>
              <a:ext cx="36714"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17" name="Straight Connector 716">
              <a:extLst>
                <a:ext uri="{FF2B5EF4-FFF2-40B4-BE49-F238E27FC236}">
                  <a16:creationId xmlns:a16="http://schemas.microsoft.com/office/drawing/2014/main" id="{76BCF026-C3F6-509D-152E-42BF0C2ECE3B}"/>
                </a:ext>
              </a:extLst>
            </p:cNvPr>
            <p:cNvCxnSpPr>
              <a:cxnSpLocks/>
              <a:stCxn id="716" idx="0"/>
            </p:cNvCxnSpPr>
            <p:nvPr/>
          </p:nvCxnSpPr>
          <p:spPr>
            <a:xfrm flipV="1">
              <a:off x="2756368" y="1552636"/>
              <a:ext cx="5719" cy="26216"/>
            </a:xfrm>
            <a:prstGeom prst="line">
              <a:avLst/>
            </a:prstGeom>
            <a:ln w="6350" cap="rnd">
              <a:solidFill>
                <a:srgbClr val="0078D7">
                  <a:alpha val="20000"/>
                </a:srgbClr>
              </a:solidFill>
            </a:ln>
          </p:spPr>
          <p:style>
            <a:lnRef idx="1">
              <a:schemeClr val="dk1"/>
            </a:lnRef>
            <a:fillRef idx="0">
              <a:schemeClr val="dk1"/>
            </a:fillRef>
            <a:effectRef idx="0">
              <a:schemeClr val="dk1"/>
            </a:effectRef>
            <a:fontRef idx="minor">
              <a:schemeClr val="tx1"/>
            </a:fontRef>
          </p:style>
        </p:cxnSp>
        <p:cxnSp>
          <p:nvCxnSpPr>
            <p:cNvPr id="718" name="Straight Connector 717">
              <a:extLst>
                <a:ext uri="{FF2B5EF4-FFF2-40B4-BE49-F238E27FC236}">
                  <a16:creationId xmlns:a16="http://schemas.microsoft.com/office/drawing/2014/main" id="{EA85E024-BA6B-C7BF-A233-AA076CED5706}"/>
                </a:ext>
              </a:extLst>
            </p:cNvPr>
            <p:cNvCxnSpPr>
              <a:cxnSpLocks/>
            </p:cNvCxnSpPr>
            <p:nvPr/>
          </p:nvCxnSpPr>
          <p:spPr>
            <a:xfrm>
              <a:off x="2762072" y="1878415"/>
              <a:ext cx="26401" cy="0"/>
            </a:xfrm>
            <a:prstGeom prst="line">
              <a:avLst/>
            </a:prstGeom>
            <a:ln w="6350" cap="flat">
              <a:solidFill>
                <a:srgbClr val="0078D7">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19" name="Group 718">
            <a:extLst>
              <a:ext uri="{FF2B5EF4-FFF2-40B4-BE49-F238E27FC236}">
                <a16:creationId xmlns:a16="http://schemas.microsoft.com/office/drawing/2014/main" id="{9DD02905-F6C1-86AB-184B-62BDD36A4428}"/>
              </a:ext>
            </a:extLst>
          </p:cNvPr>
          <p:cNvGrpSpPr/>
          <p:nvPr/>
        </p:nvGrpSpPr>
        <p:grpSpPr>
          <a:xfrm>
            <a:off x="431659" y="1532283"/>
            <a:ext cx="721891" cy="610032"/>
            <a:chOff x="431659" y="1532283"/>
            <a:chExt cx="721891" cy="610032"/>
          </a:xfrm>
        </p:grpSpPr>
        <p:sp>
          <p:nvSpPr>
            <p:cNvPr id="720" name="Rectangle 719">
              <a:extLst>
                <a:ext uri="{FF2B5EF4-FFF2-40B4-BE49-F238E27FC236}">
                  <a16:creationId xmlns:a16="http://schemas.microsoft.com/office/drawing/2014/main" id="{9FFA5BDA-B638-39E6-A2C5-B51E1BF4CAE5}"/>
                </a:ext>
              </a:extLst>
            </p:cNvPr>
            <p:cNvSpPr/>
            <p:nvPr/>
          </p:nvSpPr>
          <p:spPr>
            <a:xfrm>
              <a:off x="431659" y="1532613"/>
              <a:ext cx="721204"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Information Protection</a:t>
              </a:r>
            </a:p>
          </p:txBody>
        </p:sp>
        <p:sp>
          <p:nvSpPr>
            <p:cNvPr id="721" name="Right Triangle 720">
              <a:extLst>
                <a:ext uri="{FF2B5EF4-FFF2-40B4-BE49-F238E27FC236}">
                  <a16:creationId xmlns:a16="http://schemas.microsoft.com/office/drawing/2014/main" id="{31512E64-C944-BED7-7D1A-4C6CC948E1B2}"/>
                </a:ext>
              </a:extLst>
            </p:cNvPr>
            <p:cNvSpPr/>
            <p:nvPr/>
          </p:nvSpPr>
          <p:spPr>
            <a:xfrm rot="10800000">
              <a:off x="1036496"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2" name="Group 721">
              <a:extLst>
                <a:ext uri="{FF2B5EF4-FFF2-40B4-BE49-F238E27FC236}">
                  <a16:creationId xmlns:a16="http://schemas.microsoft.com/office/drawing/2014/main" id="{EEB123D2-10F9-DC9B-C14F-B6DC58A2D22F}"/>
                </a:ext>
              </a:extLst>
            </p:cNvPr>
            <p:cNvGrpSpPr/>
            <p:nvPr/>
          </p:nvGrpSpPr>
          <p:grpSpPr>
            <a:xfrm>
              <a:off x="1102940" y="1538374"/>
              <a:ext cx="37817" cy="61390"/>
              <a:chOff x="3883481" y="2057400"/>
              <a:chExt cx="1608363" cy="2652031"/>
            </a:xfrm>
            <a:solidFill>
              <a:srgbClr val="A6A6A6">
                <a:alpha val="20000"/>
              </a:srgbClr>
            </a:solidFill>
          </p:grpSpPr>
          <p:sp>
            <p:nvSpPr>
              <p:cNvPr id="723" name="Oval 27">
                <a:extLst>
                  <a:ext uri="{FF2B5EF4-FFF2-40B4-BE49-F238E27FC236}">
                    <a16:creationId xmlns:a16="http://schemas.microsoft.com/office/drawing/2014/main" id="{B0889F88-416D-9CA6-E3D5-840E43AFB178}"/>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24" name="Oval 28">
                <a:extLst>
                  <a:ext uri="{FF2B5EF4-FFF2-40B4-BE49-F238E27FC236}">
                    <a16:creationId xmlns:a16="http://schemas.microsoft.com/office/drawing/2014/main" id="{BBBE7B3C-B235-4391-EACE-C6190AC7FDA0}"/>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25" name="Group 724">
            <a:extLst>
              <a:ext uri="{FF2B5EF4-FFF2-40B4-BE49-F238E27FC236}">
                <a16:creationId xmlns:a16="http://schemas.microsoft.com/office/drawing/2014/main" id="{7324EB9C-3503-F525-F746-A8BF770EBA75}"/>
              </a:ext>
            </a:extLst>
          </p:cNvPr>
          <p:cNvGrpSpPr/>
          <p:nvPr/>
        </p:nvGrpSpPr>
        <p:grpSpPr>
          <a:xfrm>
            <a:off x="1268843" y="1532283"/>
            <a:ext cx="721206" cy="610032"/>
            <a:chOff x="1268843" y="1532283"/>
            <a:chExt cx="721206" cy="610032"/>
          </a:xfrm>
        </p:grpSpPr>
        <p:sp>
          <p:nvSpPr>
            <p:cNvPr id="726" name="Rectangle 725">
              <a:extLst>
                <a:ext uri="{FF2B5EF4-FFF2-40B4-BE49-F238E27FC236}">
                  <a16:creationId xmlns:a16="http://schemas.microsoft.com/office/drawing/2014/main" id="{A5B24065-0C92-0525-FE70-AA1C3826AEB3}"/>
                </a:ext>
              </a:extLst>
            </p:cNvPr>
            <p:cNvSpPr/>
            <p:nvPr/>
          </p:nvSpPr>
          <p:spPr>
            <a:xfrm>
              <a:off x="1268843" y="1532613"/>
              <a:ext cx="721206" cy="609702"/>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Message Encryption</a:t>
              </a:r>
            </a:p>
          </p:txBody>
        </p:sp>
        <p:sp>
          <p:nvSpPr>
            <p:cNvPr id="727" name="Right Triangle 726">
              <a:extLst>
                <a:ext uri="{FF2B5EF4-FFF2-40B4-BE49-F238E27FC236}">
                  <a16:creationId xmlns:a16="http://schemas.microsoft.com/office/drawing/2014/main" id="{BBD20AC2-D9F1-54AB-3311-25E72D3D37E7}"/>
                </a:ext>
              </a:extLst>
            </p:cNvPr>
            <p:cNvSpPr/>
            <p:nvPr/>
          </p:nvSpPr>
          <p:spPr>
            <a:xfrm rot="10800000">
              <a:off x="1872992" y="1532283"/>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28" name="Group 727">
              <a:extLst>
                <a:ext uri="{FF2B5EF4-FFF2-40B4-BE49-F238E27FC236}">
                  <a16:creationId xmlns:a16="http://schemas.microsoft.com/office/drawing/2014/main" id="{9AE7B5A7-56D9-92A8-1A6B-C1340A2AB275}"/>
                </a:ext>
              </a:extLst>
            </p:cNvPr>
            <p:cNvGrpSpPr/>
            <p:nvPr/>
          </p:nvGrpSpPr>
          <p:grpSpPr>
            <a:xfrm>
              <a:off x="1939436" y="1538374"/>
              <a:ext cx="37817" cy="61390"/>
              <a:chOff x="3883481" y="2057400"/>
              <a:chExt cx="1608363" cy="2652031"/>
            </a:xfrm>
            <a:solidFill>
              <a:srgbClr val="A6A6A6">
                <a:alpha val="20000"/>
              </a:srgbClr>
            </a:solidFill>
          </p:grpSpPr>
          <p:sp>
            <p:nvSpPr>
              <p:cNvPr id="729" name="Oval 27">
                <a:extLst>
                  <a:ext uri="{FF2B5EF4-FFF2-40B4-BE49-F238E27FC236}">
                    <a16:creationId xmlns:a16="http://schemas.microsoft.com/office/drawing/2014/main" id="{AE0494D3-88C2-37F6-3D36-190449249FF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30" name="Oval 28">
                <a:extLst>
                  <a:ext uri="{FF2B5EF4-FFF2-40B4-BE49-F238E27FC236}">
                    <a16:creationId xmlns:a16="http://schemas.microsoft.com/office/drawing/2014/main" id="{70CF50EB-45CE-3827-258E-152AD23EE902}"/>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43" name="Group 742">
            <a:extLst>
              <a:ext uri="{FF2B5EF4-FFF2-40B4-BE49-F238E27FC236}">
                <a16:creationId xmlns:a16="http://schemas.microsoft.com/office/drawing/2014/main" id="{61588D0F-AA10-6D88-88B6-A5DB30B9D7AF}"/>
              </a:ext>
            </a:extLst>
          </p:cNvPr>
          <p:cNvGrpSpPr/>
          <p:nvPr/>
        </p:nvGrpSpPr>
        <p:grpSpPr>
          <a:xfrm>
            <a:off x="431659" y="2974054"/>
            <a:ext cx="721891" cy="609701"/>
            <a:chOff x="431659" y="2974054"/>
            <a:chExt cx="721891" cy="609701"/>
          </a:xfrm>
        </p:grpSpPr>
        <p:sp>
          <p:nvSpPr>
            <p:cNvPr id="744" name="Rectangle 743">
              <a:extLst>
                <a:ext uri="{FF2B5EF4-FFF2-40B4-BE49-F238E27FC236}">
                  <a16:creationId xmlns:a16="http://schemas.microsoft.com/office/drawing/2014/main" id="{900596CF-1A75-44F1-5304-336FEDCC7CCC}"/>
                </a:ext>
              </a:extLst>
            </p:cNvPr>
            <p:cNvSpPr/>
            <p:nvPr/>
          </p:nvSpPr>
          <p:spPr>
            <a:xfrm>
              <a:off x="431659" y="2974054"/>
              <a:ext cx="721204"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Hello</a:t>
              </a:r>
            </a:p>
          </p:txBody>
        </p:sp>
        <p:sp>
          <p:nvSpPr>
            <p:cNvPr id="745" name="Right Triangle 744">
              <a:extLst>
                <a:ext uri="{FF2B5EF4-FFF2-40B4-BE49-F238E27FC236}">
                  <a16:creationId xmlns:a16="http://schemas.microsoft.com/office/drawing/2014/main" id="{CAB63F0D-1754-C579-A740-CE9E1FB346BC}"/>
                </a:ext>
              </a:extLst>
            </p:cNvPr>
            <p:cNvSpPr/>
            <p:nvPr/>
          </p:nvSpPr>
          <p:spPr>
            <a:xfrm rot="10800000">
              <a:off x="1036496" y="297567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46" name="Group 745">
              <a:extLst>
                <a:ext uri="{FF2B5EF4-FFF2-40B4-BE49-F238E27FC236}">
                  <a16:creationId xmlns:a16="http://schemas.microsoft.com/office/drawing/2014/main" id="{EC5EE4DD-ACB5-C010-AC79-F82F19428F32}"/>
                </a:ext>
              </a:extLst>
            </p:cNvPr>
            <p:cNvGrpSpPr/>
            <p:nvPr/>
          </p:nvGrpSpPr>
          <p:grpSpPr>
            <a:xfrm>
              <a:off x="1102940" y="2981762"/>
              <a:ext cx="37817" cy="61390"/>
              <a:chOff x="3883481" y="2057400"/>
              <a:chExt cx="1608363" cy="2652031"/>
            </a:xfrm>
            <a:solidFill>
              <a:srgbClr val="A6A6A6">
                <a:alpha val="20000"/>
              </a:srgbClr>
            </a:solidFill>
          </p:grpSpPr>
          <p:sp>
            <p:nvSpPr>
              <p:cNvPr id="747" name="Oval 27">
                <a:extLst>
                  <a:ext uri="{FF2B5EF4-FFF2-40B4-BE49-F238E27FC236}">
                    <a16:creationId xmlns:a16="http://schemas.microsoft.com/office/drawing/2014/main" id="{D26E3C36-89E6-02B1-3698-1CF5603B1B4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48" name="Oval 28">
                <a:extLst>
                  <a:ext uri="{FF2B5EF4-FFF2-40B4-BE49-F238E27FC236}">
                    <a16:creationId xmlns:a16="http://schemas.microsoft.com/office/drawing/2014/main" id="{BDA92B07-D8C0-1440-5FDD-D230B81675F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55" name="Group 754">
            <a:extLst>
              <a:ext uri="{FF2B5EF4-FFF2-40B4-BE49-F238E27FC236}">
                <a16:creationId xmlns:a16="http://schemas.microsoft.com/office/drawing/2014/main" id="{5ADAC8F5-08ED-1C6E-594C-959BF692B69C}"/>
              </a:ext>
            </a:extLst>
          </p:cNvPr>
          <p:cNvGrpSpPr/>
          <p:nvPr/>
        </p:nvGrpSpPr>
        <p:grpSpPr>
          <a:xfrm>
            <a:off x="2940469" y="2974031"/>
            <a:ext cx="721206" cy="613175"/>
            <a:chOff x="2940469" y="2974031"/>
            <a:chExt cx="721206" cy="613175"/>
          </a:xfrm>
        </p:grpSpPr>
        <p:sp>
          <p:nvSpPr>
            <p:cNvPr id="756" name="Rectangle 755">
              <a:extLst>
                <a:ext uri="{FF2B5EF4-FFF2-40B4-BE49-F238E27FC236}">
                  <a16:creationId xmlns:a16="http://schemas.microsoft.com/office/drawing/2014/main" id="{2BC2A80C-3A40-B90D-9166-45DC9C8CC3EA}"/>
                </a:ext>
              </a:extLst>
            </p:cNvPr>
            <p:cNvSpPr/>
            <p:nvPr/>
          </p:nvSpPr>
          <p:spPr>
            <a:xfrm>
              <a:off x="2940469" y="2977504"/>
              <a:ext cx="721206" cy="609702"/>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Temporary Access Passwords</a:t>
              </a:r>
            </a:p>
          </p:txBody>
        </p:sp>
        <p:sp>
          <p:nvSpPr>
            <p:cNvPr id="757" name="Right Triangle 756">
              <a:extLst>
                <a:ext uri="{FF2B5EF4-FFF2-40B4-BE49-F238E27FC236}">
                  <a16:creationId xmlns:a16="http://schemas.microsoft.com/office/drawing/2014/main" id="{AD1D9422-6309-9A6B-A890-06C38B464117}"/>
                </a:ext>
              </a:extLst>
            </p:cNvPr>
            <p:cNvSpPr/>
            <p:nvPr/>
          </p:nvSpPr>
          <p:spPr>
            <a:xfrm rot="10800000">
              <a:off x="3544058" y="297403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58" name="Group 757">
              <a:extLst>
                <a:ext uri="{FF2B5EF4-FFF2-40B4-BE49-F238E27FC236}">
                  <a16:creationId xmlns:a16="http://schemas.microsoft.com/office/drawing/2014/main" id="{4399E690-EB5B-6289-5390-96A84C4BC5F1}"/>
                </a:ext>
              </a:extLst>
            </p:cNvPr>
            <p:cNvGrpSpPr/>
            <p:nvPr/>
          </p:nvGrpSpPr>
          <p:grpSpPr>
            <a:xfrm>
              <a:off x="3610502" y="2980132"/>
              <a:ext cx="37817" cy="61390"/>
              <a:chOff x="3883481" y="2057400"/>
              <a:chExt cx="1608363" cy="2652031"/>
            </a:xfrm>
            <a:solidFill>
              <a:srgbClr val="A6A6A6">
                <a:alpha val="20000"/>
              </a:srgbClr>
            </a:solidFill>
          </p:grpSpPr>
          <p:sp>
            <p:nvSpPr>
              <p:cNvPr id="759" name="Oval 27">
                <a:extLst>
                  <a:ext uri="{FF2B5EF4-FFF2-40B4-BE49-F238E27FC236}">
                    <a16:creationId xmlns:a16="http://schemas.microsoft.com/office/drawing/2014/main" id="{24421720-53CB-B9B5-048C-1C7C24EC0DAD}"/>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0" name="Oval 28">
                <a:extLst>
                  <a:ext uri="{FF2B5EF4-FFF2-40B4-BE49-F238E27FC236}">
                    <a16:creationId xmlns:a16="http://schemas.microsoft.com/office/drawing/2014/main" id="{27697161-43DA-C241-5151-56BCB98D02A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1" name="Group 760">
            <a:extLst>
              <a:ext uri="{FF2B5EF4-FFF2-40B4-BE49-F238E27FC236}">
                <a16:creationId xmlns:a16="http://schemas.microsoft.com/office/drawing/2014/main" id="{B7915217-288A-DD65-5446-6EE306F05B5D}"/>
              </a:ext>
            </a:extLst>
          </p:cNvPr>
          <p:cNvGrpSpPr/>
          <p:nvPr/>
        </p:nvGrpSpPr>
        <p:grpSpPr>
          <a:xfrm>
            <a:off x="1268380" y="2974053"/>
            <a:ext cx="721206" cy="609701"/>
            <a:chOff x="1268380" y="2974053"/>
            <a:chExt cx="721206" cy="609701"/>
          </a:xfrm>
        </p:grpSpPr>
        <p:sp>
          <p:nvSpPr>
            <p:cNvPr id="762" name="Rectangle 761">
              <a:extLst>
                <a:ext uri="{FF2B5EF4-FFF2-40B4-BE49-F238E27FC236}">
                  <a16:creationId xmlns:a16="http://schemas.microsoft.com/office/drawing/2014/main" id="{4B8C8F80-87D5-1320-84EE-6386FBE0598E}"/>
                </a:ext>
              </a:extLst>
            </p:cNvPr>
            <p:cNvSpPr/>
            <p:nvPr/>
          </p:nvSpPr>
          <p:spPr>
            <a:xfrm>
              <a:off x="1268380" y="2974053"/>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Windows Local Admin Password Solution (LAPS)</a:t>
              </a:r>
            </a:p>
          </p:txBody>
        </p:sp>
        <p:sp>
          <p:nvSpPr>
            <p:cNvPr id="763" name="Right Triangle 762">
              <a:extLst>
                <a:ext uri="{FF2B5EF4-FFF2-40B4-BE49-F238E27FC236}">
                  <a16:creationId xmlns:a16="http://schemas.microsoft.com/office/drawing/2014/main" id="{40DF9C51-5BF9-7A5B-6ABF-11FE3E85003B}"/>
                </a:ext>
              </a:extLst>
            </p:cNvPr>
            <p:cNvSpPr/>
            <p:nvPr/>
          </p:nvSpPr>
          <p:spPr>
            <a:xfrm rot="10800000">
              <a:off x="1872529" y="298035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64" name="Group 763">
              <a:extLst>
                <a:ext uri="{FF2B5EF4-FFF2-40B4-BE49-F238E27FC236}">
                  <a16:creationId xmlns:a16="http://schemas.microsoft.com/office/drawing/2014/main" id="{52D8F17B-D78F-E160-DB04-A83A9D695F60}"/>
                </a:ext>
              </a:extLst>
            </p:cNvPr>
            <p:cNvGrpSpPr/>
            <p:nvPr/>
          </p:nvGrpSpPr>
          <p:grpSpPr>
            <a:xfrm>
              <a:off x="1938973" y="2986452"/>
              <a:ext cx="37817" cy="61390"/>
              <a:chOff x="3883481" y="2057400"/>
              <a:chExt cx="1608363" cy="2652031"/>
            </a:xfrm>
            <a:solidFill>
              <a:srgbClr val="A6A6A6">
                <a:alpha val="20000"/>
              </a:srgbClr>
            </a:solidFill>
          </p:grpSpPr>
          <p:sp>
            <p:nvSpPr>
              <p:cNvPr id="765" name="Oval 27">
                <a:extLst>
                  <a:ext uri="{FF2B5EF4-FFF2-40B4-BE49-F238E27FC236}">
                    <a16:creationId xmlns:a16="http://schemas.microsoft.com/office/drawing/2014/main" id="{63E3D37C-5C7B-0C2F-9CAB-2DECAF70F5E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66" name="Oval 28">
                <a:extLst>
                  <a:ext uri="{FF2B5EF4-FFF2-40B4-BE49-F238E27FC236}">
                    <a16:creationId xmlns:a16="http://schemas.microsoft.com/office/drawing/2014/main" id="{B7ECB753-732B-781A-51C2-3D3BF7B38555}"/>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67" name="Group 766">
            <a:extLst>
              <a:ext uri="{FF2B5EF4-FFF2-40B4-BE49-F238E27FC236}">
                <a16:creationId xmlns:a16="http://schemas.microsoft.com/office/drawing/2014/main" id="{36A876BE-37EE-9BA0-7476-6F6EFA61AE28}"/>
              </a:ext>
            </a:extLst>
          </p:cNvPr>
          <p:cNvGrpSpPr/>
          <p:nvPr/>
        </p:nvGrpSpPr>
        <p:grpSpPr>
          <a:xfrm>
            <a:off x="2938534" y="811556"/>
            <a:ext cx="721206" cy="609701"/>
            <a:chOff x="2938534" y="811556"/>
            <a:chExt cx="721206" cy="609701"/>
          </a:xfrm>
        </p:grpSpPr>
        <p:sp>
          <p:nvSpPr>
            <p:cNvPr id="768" name="Rectangle 767">
              <a:extLst>
                <a:ext uri="{FF2B5EF4-FFF2-40B4-BE49-F238E27FC236}">
                  <a16:creationId xmlns:a16="http://schemas.microsoft.com/office/drawing/2014/main" id="{0E79406A-C6B0-1AB4-9F54-CBCBBBA4B4B6}"/>
                </a:ext>
              </a:extLst>
            </p:cNvPr>
            <p:cNvSpPr/>
            <p:nvPr/>
          </p:nvSpPr>
          <p:spPr>
            <a:xfrm>
              <a:off x="2938534" y="81155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Teams Data Loss Prevention</a:t>
              </a:r>
            </a:p>
          </p:txBody>
        </p:sp>
        <p:sp>
          <p:nvSpPr>
            <p:cNvPr id="769" name="Rectangle 768">
              <a:extLst>
                <a:ext uri="{FF2B5EF4-FFF2-40B4-BE49-F238E27FC236}">
                  <a16:creationId xmlns:a16="http://schemas.microsoft.com/office/drawing/2014/main" id="{CF8F05A6-EF6F-CE7D-761C-DDBCA59A606A}"/>
                </a:ext>
              </a:extLst>
            </p:cNvPr>
            <p:cNvSpPr/>
            <p:nvPr/>
          </p:nvSpPr>
          <p:spPr>
            <a:xfrm flipV="1">
              <a:off x="3554765" y="820272"/>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70" name="Oval 15">
              <a:extLst>
                <a:ext uri="{FF2B5EF4-FFF2-40B4-BE49-F238E27FC236}">
                  <a16:creationId xmlns:a16="http://schemas.microsoft.com/office/drawing/2014/main" id="{04AF9B8F-C125-F911-CEB1-223CA139E2EE}"/>
                </a:ext>
              </a:extLst>
            </p:cNvPr>
            <p:cNvSpPr/>
            <p:nvPr/>
          </p:nvSpPr>
          <p:spPr>
            <a:xfrm>
              <a:off x="3582177" y="857011"/>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771" name="Straight Connector 770">
              <a:extLst>
                <a:ext uri="{FF2B5EF4-FFF2-40B4-BE49-F238E27FC236}">
                  <a16:creationId xmlns:a16="http://schemas.microsoft.com/office/drawing/2014/main" id="{4F43FA98-7159-CB29-3E29-A2596547BA24}"/>
                </a:ext>
              </a:extLst>
            </p:cNvPr>
            <p:cNvCxnSpPr>
              <a:cxnSpLocks/>
              <a:stCxn id="770" idx="0"/>
            </p:cNvCxnSpPr>
            <p:nvPr/>
          </p:nvCxnSpPr>
          <p:spPr>
            <a:xfrm flipV="1">
              <a:off x="3587897" y="833785"/>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772" name="Straight Connector 771">
              <a:extLst>
                <a:ext uri="{FF2B5EF4-FFF2-40B4-BE49-F238E27FC236}">
                  <a16:creationId xmlns:a16="http://schemas.microsoft.com/office/drawing/2014/main" id="{DCA2F276-2207-7370-A446-FB8F81FDF476}"/>
                </a:ext>
              </a:extLst>
            </p:cNvPr>
            <p:cNvCxnSpPr>
              <a:cxnSpLocks/>
            </p:cNvCxnSpPr>
            <p:nvPr/>
          </p:nvCxnSpPr>
          <p:spPr>
            <a:xfrm>
              <a:off x="3593538" y="1007629"/>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779" name="Group 778">
            <a:extLst>
              <a:ext uri="{FF2B5EF4-FFF2-40B4-BE49-F238E27FC236}">
                <a16:creationId xmlns:a16="http://schemas.microsoft.com/office/drawing/2014/main" id="{C21161D1-E45F-93EB-48AB-0105A8ACF2BB}"/>
              </a:ext>
            </a:extLst>
          </p:cNvPr>
          <p:cNvGrpSpPr/>
          <p:nvPr/>
        </p:nvGrpSpPr>
        <p:grpSpPr>
          <a:xfrm>
            <a:off x="431659" y="811556"/>
            <a:ext cx="721206" cy="609701"/>
            <a:chOff x="431659" y="811556"/>
            <a:chExt cx="721206" cy="609701"/>
          </a:xfrm>
        </p:grpSpPr>
        <p:sp>
          <p:nvSpPr>
            <p:cNvPr id="780" name="Rectangle 779">
              <a:extLst>
                <a:ext uri="{FF2B5EF4-FFF2-40B4-BE49-F238E27FC236}">
                  <a16:creationId xmlns:a16="http://schemas.microsoft.com/office/drawing/2014/main" id="{C6E42D54-3D25-5646-FB9C-46AD4A7F0D60}"/>
                </a:ext>
              </a:extLst>
            </p:cNvPr>
            <p:cNvSpPr/>
            <p:nvPr/>
          </p:nvSpPr>
          <p:spPr>
            <a:xfrm>
              <a:off x="431659"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Exchange Online Protection</a:t>
              </a:r>
            </a:p>
          </p:txBody>
        </p:sp>
        <p:sp>
          <p:nvSpPr>
            <p:cNvPr id="781" name="Right Triangle 780">
              <a:extLst>
                <a:ext uri="{FF2B5EF4-FFF2-40B4-BE49-F238E27FC236}">
                  <a16:creationId xmlns:a16="http://schemas.microsoft.com/office/drawing/2014/main" id="{FE04F6C9-0F2E-F538-9D91-AFFF3CD2D697}"/>
                </a:ext>
              </a:extLst>
            </p:cNvPr>
            <p:cNvSpPr/>
            <p:nvPr/>
          </p:nvSpPr>
          <p:spPr>
            <a:xfrm rot="10800000">
              <a:off x="1034527"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2" name="Group 781">
              <a:extLst>
                <a:ext uri="{FF2B5EF4-FFF2-40B4-BE49-F238E27FC236}">
                  <a16:creationId xmlns:a16="http://schemas.microsoft.com/office/drawing/2014/main" id="{1A8F6918-60BE-78FF-568D-414C3B094885}"/>
                </a:ext>
              </a:extLst>
            </p:cNvPr>
            <p:cNvGrpSpPr/>
            <p:nvPr/>
          </p:nvGrpSpPr>
          <p:grpSpPr>
            <a:xfrm>
              <a:off x="1100969" y="819591"/>
              <a:ext cx="37817" cy="61390"/>
              <a:chOff x="3883481" y="2057400"/>
              <a:chExt cx="1608363" cy="2652031"/>
            </a:xfrm>
            <a:solidFill>
              <a:srgbClr val="A6A6A6">
                <a:alpha val="20000"/>
              </a:srgbClr>
            </a:solidFill>
          </p:grpSpPr>
          <p:sp>
            <p:nvSpPr>
              <p:cNvPr id="783" name="Oval 27">
                <a:extLst>
                  <a:ext uri="{FF2B5EF4-FFF2-40B4-BE49-F238E27FC236}">
                    <a16:creationId xmlns:a16="http://schemas.microsoft.com/office/drawing/2014/main" id="{29655ACB-74C0-CD28-01A7-D28B5196182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84" name="Oval 28">
                <a:extLst>
                  <a:ext uri="{FF2B5EF4-FFF2-40B4-BE49-F238E27FC236}">
                    <a16:creationId xmlns:a16="http://schemas.microsoft.com/office/drawing/2014/main" id="{7F8EF227-3A6A-3FA6-A0AA-B7C33BB115DE}"/>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C2DC868F-5F20-18EA-6CD0-5A0E3E88EDFD}"/>
              </a:ext>
            </a:extLst>
          </p:cNvPr>
          <p:cNvGrpSpPr/>
          <p:nvPr/>
        </p:nvGrpSpPr>
        <p:grpSpPr>
          <a:xfrm>
            <a:off x="1267285" y="811556"/>
            <a:ext cx="721206" cy="609701"/>
            <a:chOff x="1267285" y="811556"/>
            <a:chExt cx="721206" cy="609701"/>
          </a:xfrm>
        </p:grpSpPr>
        <p:sp>
          <p:nvSpPr>
            <p:cNvPr id="786" name="Rectangle 785">
              <a:extLst>
                <a:ext uri="{FF2B5EF4-FFF2-40B4-BE49-F238E27FC236}">
                  <a16:creationId xmlns:a16="http://schemas.microsoft.com/office/drawing/2014/main" id="{26D92D87-68C5-E159-B7B9-7FD0BFE43EFA}"/>
                </a:ext>
              </a:extLst>
            </p:cNvPr>
            <p:cNvSpPr/>
            <p:nvPr/>
          </p:nvSpPr>
          <p:spPr>
            <a:xfrm>
              <a:off x="1267285" y="811556"/>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Data Loss Prevention</a:t>
              </a:r>
            </a:p>
          </p:txBody>
        </p:sp>
        <p:sp>
          <p:nvSpPr>
            <p:cNvPr id="787" name="Right Triangle 786">
              <a:extLst>
                <a:ext uri="{FF2B5EF4-FFF2-40B4-BE49-F238E27FC236}">
                  <a16:creationId xmlns:a16="http://schemas.microsoft.com/office/drawing/2014/main" id="{8984C93C-FB67-8836-158C-5D60777D265A}"/>
                </a:ext>
              </a:extLst>
            </p:cNvPr>
            <p:cNvSpPr/>
            <p:nvPr/>
          </p:nvSpPr>
          <p:spPr>
            <a:xfrm rot="10800000">
              <a:off x="1871434" y="813499"/>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788" name="Group 787">
              <a:extLst>
                <a:ext uri="{FF2B5EF4-FFF2-40B4-BE49-F238E27FC236}">
                  <a16:creationId xmlns:a16="http://schemas.microsoft.com/office/drawing/2014/main" id="{FBA8CBF5-32AB-BF40-051E-13F23594C134}"/>
                </a:ext>
              </a:extLst>
            </p:cNvPr>
            <p:cNvGrpSpPr/>
            <p:nvPr/>
          </p:nvGrpSpPr>
          <p:grpSpPr>
            <a:xfrm>
              <a:off x="1937878" y="819591"/>
              <a:ext cx="37817" cy="61390"/>
              <a:chOff x="3883481" y="2057400"/>
              <a:chExt cx="1608363" cy="2652031"/>
            </a:xfrm>
            <a:solidFill>
              <a:srgbClr val="A6A6A6">
                <a:alpha val="20000"/>
              </a:srgbClr>
            </a:solidFill>
          </p:grpSpPr>
          <p:sp>
            <p:nvSpPr>
              <p:cNvPr id="789" name="Oval 27">
                <a:extLst>
                  <a:ext uri="{FF2B5EF4-FFF2-40B4-BE49-F238E27FC236}">
                    <a16:creationId xmlns:a16="http://schemas.microsoft.com/office/drawing/2014/main" id="{C65EF535-1333-CF62-1697-1F8255CB6A93}"/>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0" name="Oval 28">
                <a:extLst>
                  <a:ext uri="{FF2B5EF4-FFF2-40B4-BE49-F238E27FC236}">
                    <a16:creationId xmlns:a16="http://schemas.microsoft.com/office/drawing/2014/main" id="{9B9F4266-1056-2EA8-AF25-18A647CD84C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797" name="Group 796">
            <a:extLst>
              <a:ext uri="{FF2B5EF4-FFF2-40B4-BE49-F238E27FC236}">
                <a16:creationId xmlns:a16="http://schemas.microsoft.com/office/drawing/2014/main" id="{67368611-A357-BB9A-351B-8288139529F6}"/>
              </a:ext>
            </a:extLst>
          </p:cNvPr>
          <p:cNvGrpSpPr/>
          <p:nvPr/>
        </p:nvGrpSpPr>
        <p:grpSpPr>
          <a:xfrm>
            <a:off x="2889438" y="751337"/>
            <a:ext cx="5022643" cy="5001728"/>
            <a:chOff x="2889438" y="751337"/>
            <a:chExt cx="5022643" cy="5001728"/>
          </a:xfrm>
        </p:grpSpPr>
        <p:cxnSp>
          <p:nvCxnSpPr>
            <p:cNvPr id="798" name="Straight Connector 797">
              <a:extLst>
                <a:ext uri="{FF2B5EF4-FFF2-40B4-BE49-F238E27FC236}">
                  <a16:creationId xmlns:a16="http://schemas.microsoft.com/office/drawing/2014/main" id="{D56DBBD5-AFE9-B0E6-D62E-78F11EC93DA3}"/>
                </a:ext>
              </a:extLst>
            </p:cNvPr>
            <p:cNvCxnSpPr>
              <a:cxnSpLocks/>
            </p:cNvCxnSpPr>
            <p:nvPr/>
          </p:nvCxnSpPr>
          <p:spPr>
            <a:xfrm>
              <a:off x="4557163" y="751337"/>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9" name="Straight Connector 798">
              <a:extLst>
                <a:ext uri="{FF2B5EF4-FFF2-40B4-BE49-F238E27FC236}">
                  <a16:creationId xmlns:a16="http://schemas.microsoft.com/office/drawing/2014/main" id="{4F676F6E-1388-2A3C-BDE8-4FC9CCA6CD59}"/>
                </a:ext>
              </a:extLst>
            </p:cNvPr>
            <p:cNvCxnSpPr>
              <a:cxnSpLocks/>
            </p:cNvCxnSpPr>
            <p:nvPr/>
          </p:nvCxnSpPr>
          <p:spPr>
            <a:xfrm>
              <a:off x="7910329" y="2269234"/>
              <a:ext cx="0" cy="6493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0" name="Straight Connector 799">
              <a:extLst>
                <a:ext uri="{FF2B5EF4-FFF2-40B4-BE49-F238E27FC236}">
                  <a16:creationId xmlns:a16="http://schemas.microsoft.com/office/drawing/2014/main" id="{C05A346E-1E44-5714-35CA-5D906BFE97B2}"/>
                </a:ext>
              </a:extLst>
            </p:cNvPr>
            <p:cNvCxnSpPr>
              <a:cxnSpLocks/>
            </p:cNvCxnSpPr>
            <p:nvPr/>
          </p:nvCxnSpPr>
          <p:spPr>
            <a:xfrm>
              <a:off x="2889438" y="2197823"/>
              <a:ext cx="4947607"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1" name="Straight Connector 800">
              <a:extLst>
                <a:ext uri="{FF2B5EF4-FFF2-40B4-BE49-F238E27FC236}">
                  <a16:creationId xmlns:a16="http://schemas.microsoft.com/office/drawing/2014/main" id="{3C73954F-0400-9D14-26F9-B24F3C5DA5EB}"/>
                </a:ext>
              </a:extLst>
            </p:cNvPr>
            <p:cNvCxnSpPr>
              <a:cxnSpLocks/>
            </p:cNvCxnSpPr>
            <p:nvPr/>
          </p:nvCxnSpPr>
          <p:spPr>
            <a:xfrm flipV="1">
              <a:off x="2889438" y="1472057"/>
              <a:ext cx="0" cy="725766"/>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2" name="Straight Connector 801">
              <a:extLst>
                <a:ext uri="{FF2B5EF4-FFF2-40B4-BE49-F238E27FC236}">
                  <a16:creationId xmlns:a16="http://schemas.microsoft.com/office/drawing/2014/main" id="{BE84387A-E6A5-512C-AEB5-64C3C8CD1B8B}"/>
                </a:ext>
              </a:extLst>
            </p:cNvPr>
            <p:cNvCxnSpPr>
              <a:cxnSpLocks/>
            </p:cNvCxnSpPr>
            <p:nvPr/>
          </p:nvCxnSpPr>
          <p:spPr>
            <a:xfrm>
              <a:off x="2889438" y="1472057"/>
              <a:ext cx="1667725"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3" name="Straight Connector 802">
              <a:extLst>
                <a:ext uri="{FF2B5EF4-FFF2-40B4-BE49-F238E27FC236}">
                  <a16:creationId xmlns:a16="http://schemas.microsoft.com/office/drawing/2014/main" id="{1ED6FCF5-A68A-E2F7-2138-7FF998A24B6A}"/>
                </a:ext>
              </a:extLst>
            </p:cNvPr>
            <p:cNvCxnSpPr>
              <a:cxnSpLocks/>
            </p:cNvCxnSpPr>
            <p:nvPr/>
          </p:nvCxnSpPr>
          <p:spPr>
            <a:xfrm>
              <a:off x="6243638" y="2918543"/>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4" name="Straight Connector 803">
              <a:extLst>
                <a:ext uri="{FF2B5EF4-FFF2-40B4-BE49-F238E27FC236}">
                  <a16:creationId xmlns:a16="http://schemas.microsoft.com/office/drawing/2014/main" id="{FBA5D000-4528-FBAC-1482-D9D7EFD34D93}"/>
                </a:ext>
              </a:extLst>
            </p:cNvPr>
            <p:cNvCxnSpPr>
              <a:cxnSpLocks/>
            </p:cNvCxnSpPr>
            <p:nvPr/>
          </p:nvCxnSpPr>
          <p:spPr>
            <a:xfrm>
              <a:off x="6243454" y="2918543"/>
              <a:ext cx="0" cy="72072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5" name="Straight Connector 804">
              <a:extLst>
                <a:ext uri="{FF2B5EF4-FFF2-40B4-BE49-F238E27FC236}">
                  <a16:creationId xmlns:a16="http://schemas.microsoft.com/office/drawing/2014/main" id="{E35D5536-8BA6-2134-FB9D-D80AD9B61033}"/>
                </a:ext>
              </a:extLst>
            </p:cNvPr>
            <p:cNvCxnSpPr>
              <a:cxnSpLocks/>
            </p:cNvCxnSpPr>
            <p:nvPr/>
          </p:nvCxnSpPr>
          <p:spPr>
            <a:xfrm>
              <a:off x="6245390" y="3633632"/>
              <a:ext cx="1666691"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6" name="Straight Connector 805">
              <a:extLst>
                <a:ext uri="{FF2B5EF4-FFF2-40B4-BE49-F238E27FC236}">
                  <a16:creationId xmlns:a16="http://schemas.microsoft.com/office/drawing/2014/main" id="{4F0ECA6D-6F7A-C549-A93D-0E450B53A4E8}"/>
                </a:ext>
              </a:extLst>
            </p:cNvPr>
            <p:cNvCxnSpPr>
              <a:cxnSpLocks/>
            </p:cNvCxnSpPr>
            <p:nvPr/>
          </p:nvCxnSpPr>
          <p:spPr>
            <a:xfrm>
              <a:off x="7905566" y="3633632"/>
              <a:ext cx="0" cy="2119433"/>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7" name="Straight Connector 806">
              <a:extLst>
                <a:ext uri="{FF2B5EF4-FFF2-40B4-BE49-F238E27FC236}">
                  <a16:creationId xmlns:a16="http://schemas.microsoft.com/office/drawing/2014/main" id="{818E8ED7-5A5A-34F8-2859-499A1341184D}"/>
                </a:ext>
              </a:extLst>
            </p:cNvPr>
            <p:cNvCxnSpPr>
              <a:cxnSpLocks/>
            </p:cNvCxnSpPr>
            <p:nvPr/>
          </p:nvCxnSpPr>
          <p:spPr>
            <a:xfrm>
              <a:off x="7837045" y="2197823"/>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33" name="Group 832">
            <a:extLst>
              <a:ext uri="{FF2B5EF4-FFF2-40B4-BE49-F238E27FC236}">
                <a16:creationId xmlns:a16="http://schemas.microsoft.com/office/drawing/2014/main" id="{0453C5D5-92A7-3BD3-2DFB-5296A2D1F7AB}"/>
              </a:ext>
            </a:extLst>
          </p:cNvPr>
          <p:cNvGrpSpPr/>
          <p:nvPr/>
        </p:nvGrpSpPr>
        <p:grpSpPr>
          <a:xfrm>
            <a:off x="2937173" y="4419601"/>
            <a:ext cx="721206" cy="610396"/>
            <a:chOff x="2937173" y="4419601"/>
            <a:chExt cx="721206" cy="610396"/>
          </a:xfrm>
        </p:grpSpPr>
        <p:sp>
          <p:nvSpPr>
            <p:cNvPr id="834" name="Rectangle 833">
              <a:extLst>
                <a:ext uri="{FF2B5EF4-FFF2-40B4-BE49-F238E27FC236}">
                  <a16:creationId xmlns:a16="http://schemas.microsoft.com/office/drawing/2014/main" id="{DD1648AC-7AF4-E567-A2A2-6D3B9222535A}"/>
                </a:ext>
              </a:extLst>
            </p:cNvPr>
            <p:cNvSpPr/>
            <p:nvPr/>
          </p:nvSpPr>
          <p:spPr>
            <a:xfrm>
              <a:off x="2937173" y="4420294"/>
              <a:ext cx="721206" cy="609703"/>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SaaS SSO (Federation)</a:t>
              </a:r>
            </a:p>
          </p:txBody>
        </p:sp>
        <p:sp>
          <p:nvSpPr>
            <p:cNvPr id="835" name="Right Triangle 834">
              <a:extLst>
                <a:ext uri="{FF2B5EF4-FFF2-40B4-BE49-F238E27FC236}">
                  <a16:creationId xmlns:a16="http://schemas.microsoft.com/office/drawing/2014/main" id="{EBCAAD71-684B-996B-35C0-69F733F5CBDB}"/>
                </a:ext>
              </a:extLst>
            </p:cNvPr>
            <p:cNvSpPr/>
            <p:nvPr/>
          </p:nvSpPr>
          <p:spPr>
            <a:xfrm rot="10800000">
              <a:off x="3541322" y="4419601"/>
              <a:ext cx="117054" cy="115242"/>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836" name="Group 835">
              <a:extLst>
                <a:ext uri="{FF2B5EF4-FFF2-40B4-BE49-F238E27FC236}">
                  <a16:creationId xmlns:a16="http://schemas.microsoft.com/office/drawing/2014/main" id="{7A01FDFC-F9C6-7349-CC81-E896D80EEBA1}"/>
                </a:ext>
              </a:extLst>
            </p:cNvPr>
            <p:cNvGrpSpPr/>
            <p:nvPr/>
          </p:nvGrpSpPr>
          <p:grpSpPr>
            <a:xfrm>
              <a:off x="3607766" y="4425699"/>
              <a:ext cx="37817" cy="61390"/>
              <a:chOff x="3883481" y="2057400"/>
              <a:chExt cx="1608363" cy="2652031"/>
            </a:xfrm>
            <a:solidFill>
              <a:srgbClr val="A6A6A6">
                <a:alpha val="20000"/>
              </a:srgbClr>
            </a:solidFill>
          </p:grpSpPr>
          <p:sp>
            <p:nvSpPr>
              <p:cNvPr id="837" name="Oval 27">
                <a:extLst>
                  <a:ext uri="{FF2B5EF4-FFF2-40B4-BE49-F238E27FC236}">
                    <a16:creationId xmlns:a16="http://schemas.microsoft.com/office/drawing/2014/main" id="{6B703C8E-BEA8-1CAA-705D-B0B2A4D1AE2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38" name="Oval 28">
                <a:extLst>
                  <a:ext uri="{FF2B5EF4-FFF2-40B4-BE49-F238E27FC236}">
                    <a16:creationId xmlns:a16="http://schemas.microsoft.com/office/drawing/2014/main" id="{FB173053-3D00-724E-1612-BCE7BB6DE6BA}"/>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39" name="Group 838">
            <a:extLst>
              <a:ext uri="{FF2B5EF4-FFF2-40B4-BE49-F238E27FC236}">
                <a16:creationId xmlns:a16="http://schemas.microsoft.com/office/drawing/2014/main" id="{14B30E8D-07CD-FE32-6198-9CD8FE287769}"/>
              </a:ext>
            </a:extLst>
          </p:cNvPr>
          <p:cNvGrpSpPr/>
          <p:nvPr/>
        </p:nvGrpSpPr>
        <p:grpSpPr>
          <a:xfrm>
            <a:off x="6286130" y="4419624"/>
            <a:ext cx="721206" cy="609701"/>
            <a:chOff x="6286130" y="4419624"/>
            <a:chExt cx="721206" cy="609701"/>
          </a:xfrm>
        </p:grpSpPr>
        <p:sp>
          <p:nvSpPr>
            <p:cNvPr id="840" name="Rectangle 839">
              <a:hlinkHover r:id="" action="ppaction://noaction" highlightClick="1"/>
              <a:extLst>
                <a:ext uri="{FF2B5EF4-FFF2-40B4-BE49-F238E27FC236}">
                  <a16:creationId xmlns:a16="http://schemas.microsoft.com/office/drawing/2014/main" id="{B2EB6A0D-3499-70B1-5860-79172441A80B}"/>
                </a:ext>
              </a:extLst>
            </p:cNvPr>
            <p:cNvSpPr/>
            <p:nvPr/>
          </p:nvSpPr>
          <p:spPr>
            <a:xfrm>
              <a:off x="6286130"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Policy</a:t>
              </a:r>
            </a:p>
          </p:txBody>
        </p:sp>
        <p:sp>
          <p:nvSpPr>
            <p:cNvPr id="841" name="Oval 840">
              <a:extLst>
                <a:ext uri="{FF2B5EF4-FFF2-40B4-BE49-F238E27FC236}">
                  <a16:creationId xmlns:a16="http://schemas.microsoft.com/office/drawing/2014/main" id="{D83630FA-C77B-D93F-50DA-398A90F436FF}"/>
                </a:ext>
              </a:extLst>
            </p:cNvPr>
            <p:cNvSpPr/>
            <p:nvPr/>
          </p:nvSpPr>
          <p:spPr>
            <a:xfrm>
              <a:off x="6863932" y="4429863"/>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2" name="Isosceles Triangle 648">
              <a:extLst>
                <a:ext uri="{FF2B5EF4-FFF2-40B4-BE49-F238E27FC236}">
                  <a16:creationId xmlns:a16="http://schemas.microsoft.com/office/drawing/2014/main" id="{D453D270-E68B-BE4E-74DB-A7953112D8E2}"/>
                </a:ext>
              </a:extLst>
            </p:cNvPr>
            <p:cNvSpPr/>
            <p:nvPr/>
          </p:nvSpPr>
          <p:spPr>
            <a:xfrm>
              <a:off x="6894058" y="444336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3" name="Group 842">
            <a:extLst>
              <a:ext uri="{FF2B5EF4-FFF2-40B4-BE49-F238E27FC236}">
                <a16:creationId xmlns:a16="http://schemas.microsoft.com/office/drawing/2014/main" id="{57830A77-369A-00F7-E0E6-E803DD39D023}"/>
              </a:ext>
            </a:extLst>
          </p:cNvPr>
          <p:cNvGrpSpPr/>
          <p:nvPr/>
        </p:nvGrpSpPr>
        <p:grpSpPr>
          <a:xfrm>
            <a:off x="5458940" y="5135305"/>
            <a:ext cx="721206" cy="609701"/>
            <a:chOff x="5458940" y="5135305"/>
            <a:chExt cx="721206" cy="609701"/>
          </a:xfrm>
        </p:grpSpPr>
        <p:sp>
          <p:nvSpPr>
            <p:cNvPr id="844" name="Rectangle 843">
              <a:hlinkHover r:id="" action="ppaction://noaction" highlightClick="1"/>
              <a:extLst>
                <a:ext uri="{FF2B5EF4-FFF2-40B4-BE49-F238E27FC236}">
                  <a16:creationId xmlns:a16="http://schemas.microsoft.com/office/drawing/2014/main" id="{0814F510-50F5-14CF-B812-95839A96DB8E}"/>
                </a:ext>
              </a:extLst>
            </p:cNvPr>
            <p:cNvSpPr/>
            <p:nvPr/>
          </p:nvSpPr>
          <p:spPr>
            <a:xfrm>
              <a:off x="5458940" y="5135305"/>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Network Security Groups</a:t>
              </a:r>
            </a:p>
          </p:txBody>
        </p:sp>
        <p:sp>
          <p:nvSpPr>
            <p:cNvPr id="845" name="Oval 844">
              <a:extLst>
                <a:ext uri="{FF2B5EF4-FFF2-40B4-BE49-F238E27FC236}">
                  <a16:creationId xmlns:a16="http://schemas.microsoft.com/office/drawing/2014/main" id="{E859B8E9-343F-EE77-3517-E60B3030D102}"/>
                </a:ext>
              </a:extLst>
            </p:cNvPr>
            <p:cNvSpPr/>
            <p:nvPr/>
          </p:nvSpPr>
          <p:spPr>
            <a:xfrm>
              <a:off x="6035906" y="5145544"/>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46" name="Isosceles Triangle 648">
              <a:extLst>
                <a:ext uri="{FF2B5EF4-FFF2-40B4-BE49-F238E27FC236}">
                  <a16:creationId xmlns:a16="http://schemas.microsoft.com/office/drawing/2014/main" id="{C1A035BC-E42A-5CEA-AEB5-B45D6B0C6186}"/>
                </a:ext>
              </a:extLst>
            </p:cNvPr>
            <p:cNvSpPr/>
            <p:nvPr/>
          </p:nvSpPr>
          <p:spPr>
            <a:xfrm>
              <a:off x="6066031" y="515904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47" name="Group 846">
            <a:extLst>
              <a:ext uri="{FF2B5EF4-FFF2-40B4-BE49-F238E27FC236}">
                <a16:creationId xmlns:a16="http://schemas.microsoft.com/office/drawing/2014/main" id="{F670C5C2-501E-CE35-205E-5FC9B0F2DB50}"/>
              </a:ext>
            </a:extLst>
          </p:cNvPr>
          <p:cNvGrpSpPr/>
          <p:nvPr/>
        </p:nvGrpSpPr>
        <p:grpSpPr>
          <a:xfrm>
            <a:off x="6289146" y="5141017"/>
            <a:ext cx="721206" cy="609701"/>
            <a:chOff x="6289146" y="5141017"/>
            <a:chExt cx="721206" cy="609701"/>
          </a:xfrm>
        </p:grpSpPr>
        <p:sp>
          <p:nvSpPr>
            <p:cNvPr id="848" name="Rectangle 847">
              <a:hlinkHover r:id="" action="ppaction://noaction" highlightClick="1"/>
              <a:extLst>
                <a:ext uri="{FF2B5EF4-FFF2-40B4-BE49-F238E27FC236}">
                  <a16:creationId xmlns:a16="http://schemas.microsoft.com/office/drawing/2014/main" id="{021B7A8B-CC91-0926-FA7D-0A64A31388B0}"/>
                </a:ext>
              </a:extLst>
            </p:cNvPr>
            <p:cNvSpPr/>
            <p:nvPr/>
          </p:nvSpPr>
          <p:spPr>
            <a:xfrm>
              <a:off x="6289146" y="5141017"/>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Front Door</a:t>
              </a:r>
            </a:p>
          </p:txBody>
        </p:sp>
        <p:sp>
          <p:nvSpPr>
            <p:cNvPr id="849" name="Oval 848">
              <a:extLst>
                <a:ext uri="{FF2B5EF4-FFF2-40B4-BE49-F238E27FC236}">
                  <a16:creationId xmlns:a16="http://schemas.microsoft.com/office/drawing/2014/main" id="{6E3E47A0-9CF0-00B1-82E4-A4DDA1414A8A}"/>
                </a:ext>
              </a:extLst>
            </p:cNvPr>
            <p:cNvSpPr/>
            <p:nvPr/>
          </p:nvSpPr>
          <p:spPr>
            <a:xfrm>
              <a:off x="6868018" y="5151378"/>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0" name="Isosceles Triangle 648">
              <a:extLst>
                <a:ext uri="{FF2B5EF4-FFF2-40B4-BE49-F238E27FC236}">
                  <a16:creationId xmlns:a16="http://schemas.microsoft.com/office/drawing/2014/main" id="{4867273E-31EE-49E5-6441-FD57A689EB11}"/>
                </a:ext>
              </a:extLst>
            </p:cNvPr>
            <p:cNvSpPr/>
            <p:nvPr/>
          </p:nvSpPr>
          <p:spPr>
            <a:xfrm>
              <a:off x="6898142" y="516488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1" name="Group 850">
            <a:extLst>
              <a:ext uri="{FF2B5EF4-FFF2-40B4-BE49-F238E27FC236}">
                <a16:creationId xmlns:a16="http://schemas.microsoft.com/office/drawing/2014/main" id="{0F0A2DD6-B281-2A04-4CE3-0F4F22868EDB}"/>
              </a:ext>
            </a:extLst>
          </p:cNvPr>
          <p:cNvGrpSpPr/>
          <p:nvPr/>
        </p:nvGrpSpPr>
        <p:grpSpPr>
          <a:xfrm>
            <a:off x="7122911" y="4419624"/>
            <a:ext cx="721206" cy="609701"/>
            <a:chOff x="7122911" y="4419624"/>
            <a:chExt cx="721206" cy="609701"/>
          </a:xfrm>
        </p:grpSpPr>
        <p:sp>
          <p:nvSpPr>
            <p:cNvPr id="852" name="Rectangle 851">
              <a:hlinkHover r:id="" action="ppaction://noaction" highlightClick="1"/>
              <a:extLst>
                <a:ext uri="{FF2B5EF4-FFF2-40B4-BE49-F238E27FC236}">
                  <a16:creationId xmlns:a16="http://schemas.microsoft.com/office/drawing/2014/main" id="{60692FD0-5800-5043-051E-D6B7D0F5696F}"/>
                </a:ext>
              </a:extLst>
            </p:cNvPr>
            <p:cNvSpPr/>
            <p:nvPr/>
          </p:nvSpPr>
          <p:spPr>
            <a:xfrm>
              <a:off x="7122911"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Arc</a:t>
              </a:r>
            </a:p>
          </p:txBody>
        </p:sp>
        <p:sp>
          <p:nvSpPr>
            <p:cNvPr id="853" name="Oval 852">
              <a:extLst>
                <a:ext uri="{FF2B5EF4-FFF2-40B4-BE49-F238E27FC236}">
                  <a16:creationId xmlns:a16="http://schemas.microsoft.com/office/drawing/2014/main" id="{1166C18B-4385-8DEF-61E3-817C8F1267EA}"/>
                </a:ext>
              </a:extLst>
            </p:cNvPr>
            <p:cNvSpPr/>
            <p:nvPr/>
          </p:nvSpPr>
          <p:spPr>
            <a:xfrm>
              <a:off x="7700883"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54" name="Isosceles Triangle 648">
              <a:extLst>
                <a:ext uri="{FF2B5EF4-FFF2-40B4-BE49-F238E27FC236}">
                  <a16:creationId xmlns:a16="http://schemas.microsoft.com/office/drawing/2014/main" id="{C414ABFF-D386-3D0B-60AE-EDDF0E735E48}"/>
                </a:ext>
              </a:extLst>
            </p:cNvPr>
            <p:cNvSpPr/>
            <p:nvPr/>
          </p:nvSpPr>
          <p:spPr>
            <a:xfrm>
              <a:off x="7731009"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59" name="Group 858">
            <a:extLst>
              <a:ext uri="{FF2B5EF4-FFF2-40B4-BE49-F238E27FC236}">
                <a16:creationId xmlns:a16="http://schemas.microsoft.com/office/drawing/2014/main" id="{015B69B8-FF18-14CF-520E-F7135347DE47}"/>
              </a:ext>
            </a:extLst>
          </p:cNvPr>
          <p:cNvGrpSpPr/>
          <p:nvPr/>
        </p:nvGrpSpPr>
        <p:grpSpPr>
          <a:xfrm>
            <a:off x="5454385" y="4419624"/>
            <a:ext cx="721206" cy="609701"/>
            <a:chOff x="5454385" y="4419624"/>
            <a:chExt cx="721206" cy="609701"/>
          </a:xfrm>
        </p:grpSpPr>
        <p:sp>
          <p:nvSpPr>
            <p:cNvPr id="860" name="Rectangle 859">
              <a:hlinkHover r:id="" action="ppaction://noaction" highlightClick="1"/>
              <a:extLst>
                <a:ext uri="{FF2B5EF4-FFF2-40B4-BE49-F238E27FC236}">
                  <a16:creationId xmlns:a16="http://schemas.microsoft.com/office/drawing/2014/main" id="{F2C9590F-FE21-EF6D-715C-C46CFDC9ACA1}"/>
                </a:ext>
              </a:extLst>
            </p:cNvPr>
            <p:cNvSpPr/>
            <p:nvPr/>
          </p:nvSpPr>
          <p:spPr>
            <a:xfrm>
              <a:off x="5454385" y="441962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Key Vault</a:t>
              </a:r>
            </a:p>
          </p:txBody>
        </p:sp>
        <p:sp>
          <p:nvSpPr>
            <p:cNvPr id="861" name="Oval 860">
              <a:extLst>
                <a:ext uri="{FF2B5EF4-FFF2-40B4-BE49-F238E27FC236}">
                  <a16:creationId xmlns:a16="http://schemas.microsoft.com/office/drawing/2014/main" id="{1B04B515-6316-7C35-62A6-C7CEEE83D472}"/>
                </a:ext>
              </a:extLst>
            </p:cNvPr>
            <p:cNvSpPr/>
            <p:nvPr/>
          </p:nvSpPr>
          <p:spPr>
            <a:xfrm>
              <a:off x="6031351" y="4429985"/>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2" name="Isosceles Triangle 648">
              <a:extLst>
                <a:ext uri="{FF2B5EF4-FFF2-40B4-BE49-F238E27FC236}">
                  <a16:creationId xmlns:a16="http://schemas.microsoft.com/office/drawing/2014/main" id="{2FB57FF4-1080-C959-EE4F-E5BDD6BB76F2}"/>
                </a:ext>
              </a:extLst>
            </p:cNvPr>
            <p:cNvSpPr/>
            <p:nvPr/>
          </p:nvSpPr>
          <p:spPr>
            <a:xfrm>
              <a:off x="6061476" y="444348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3" name="Group 862">
            <a:extLst>
              <a:ext uri="{FF2B5EF4-FFF2-40B4-BE49-F238E27FC236}">
                <a16:creationId xmlns:a16="http://schemas.microsoft.com/office/drawing/2014/main" id="{27BAC3D8-2CF8-734D-11BD-A252882BE693}"/>
              </a:ext>
            </a:extLst>
          </p:cNvPr>
          <p:cNvGrpSpPr/>
          <p:nvPr/>
        </p:nvGrpSpPr>
        <p:grpSpPr>
          <a:xfrm>
            <a:off x="3775041" y="5130133"/>
            <a:ext cx="721895" cy="609700"/>
            <a:chOff x="3775041" y="5130133"/>
            <a:chExt cx="721895" cy="609700"/>
          </a:xfrm>
        </p:grpSpPr>
        <p:sp>
          <p:nvSpPr>
            <p:cNvPr id="864" name="Rectangle 863">
              <a:hlinkHover r:id="" action="ppaction://noaction" highlightClick="1"/>
              <a:extLst>
                <a:ext uri="{FF2B5EF4-FFF2-40B4-BE49-F238E27FC236}">
                  <a16:creationId xmlns:a16="http://schemas.microsoft.com/office/drawing/2014/main" id="{2962D0FC-825D-2B93-619C-6A5CAFE31286}"/>
                </a:ext>
              </a:extLst>
            </p:cNvPr>
            <p:cNvSpPr/>
            <p:nvPr/>
          </p:nvSpPr>
          <p:spPr>
            <a:xfrm>
              <a:off x="3775041" y="5130133"/>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Private Access</a:t>
              </a:r>
            </a:p>
          </p:txBody>
        </p:sp>
        <p:sp>
          <p:nvSpPr>
            <p:cNvPr id="865" name="Diamond 864">
              <a:extLst>
                <a:ext uri="{FF2B5EF4-FFF2-40B4-BE49-F238E27FC236}">
                  <a16:creationId xmlns:a16="http://schemas.microsoft.com/office/drawing/2014/main" id="{6D78B139-6D17-F7AA-ED9A-47702344D1B2}"/>
                </a:ext>
              </a:extLst>
            </p:cNvPr>
            <p:cNvSpPr/>
            <p:nvPr/>
          </p:nvSpPr>
          <p:spPr>
            <a:xfrm>
              <a:off x="4367030" y="5130133"/>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66" name="Oval 865">
              <a:extLst>
                <a:ext uri="{FF2B5EF4-FFF2-40B4-BE49-F238E27FC236}">
                  <a16:creationId xmlns:a16="http://schemas.microsoft.com/office/drawing/2014/main" id="{07F0D780-AE0C-4409-367C-0FFAF0C73995}"/>
                </a:ext>
              </a:extLst>
            </p:cNvPr>
            <p:cNvSpPr/>
            <p:nvPr/>
          </p:nvSpPr>
          <p:spPr>
            <a:xfrm>
              <a:off x="4401233" y="5163621"/>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67" name="Group 866">
            <a:extLst>
              <a:ext uri="{FF2B5EF4-FFF2-40B4-BE49-F238E27FC236}">
                <a16:creationId xmlns:a16="http://schemas.microsoft.com/office/drawing/2014/main" id="{FDFCC516-3CD1-A81D-53FE-57648B1C846F}"/>
              </a:ext>
            </a:extLst>
          </p:cNvPr>
          <p:cNvGrpSpPr/>
          <p:nvPr/>
        </p:nvGrpSpPr>
        <p:grpSpPr>
          <a:xfrm>
            <a:off x="4618174" y="5130748"/>
            <a:ext cx="721895" cy="609700"/>
            <a:chOff x="4618174" y="5130748"/>
            <a:chExt cx="721895" cy="609700"/>
          </a:xfrm>
        </p:grpSpPr>
        <p:sp>
          <p:nvSpPr>
            <p:cNvPr id="868" name="Rectangle 867">
              <a:hlinkHover r:id="" action="ppaction://noaction" highlightClick="1"/>
              <a:extLst>
                <a:ext uri="{FF2B5EF4-FFF2-40B4-BE49-F238E27FC236}">
                  <a16:creationId xmlns:a16="http://schemas.microsoft.com/office/drawing/2014/main" id="{4A979FD4-DAD5-D37A-2ED8-2178237A9EDD}"/>
                </a:ext>
              </a:extLst>
            </p:cNvPr>
            <p:cNvSpPr/>
            <p:nvPr/>
          </p:nvSpPr>
          <p:spPr>
            <a:xfrm>
              <a:off x="4618174" y="5130748"/>
              <a:ext cx="721206" cy="609700"/>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Entra Global Secure Access: Internet Access</a:t>
              </a:r>
            </a:p>
          </p:txBody>
        </p:sp>
        <p:sp>
          <p:nvSpPr>
            <p:cNvPr id="869" name="Diamond 868">
              <a:extLst>
                <a:ext uri="{FF2B5EF4-FFF2-40B4-BE49-F238E27FC236}">
                  <a16:creationId xmlns:a16="http://schemas.microsoft.com/office/drawing/2014/main" id="{B6C5BEAC-981B-906C-3A6E-1CF84FCA96E2}"/>
                </a:ext>
              </a:extLst>
            </p:cNvPr>
            <p:cNvSpPr/>
            <p:nvPr/>
          </p:nvSpPr>
          <p:spPr>
            <a:xfrm>
              <a:off x="5210163" y="5130748"/>
              <a:ext cx="129906" cy="127894"/>
            </a:xfrm>
            <a:prstGeom prst="diamond">
              <a:avLst/>
            </a:prstGeom>
            <a:solidFill>
              <a:srgbClr val="00B050">
                <a:alpha val="20000"/>
              </a:srgbClr>
            </a:solidFill>
            <a:ln w="0">
              <a:solidFill>
                <a:srgbClr val="00B050">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0" name="Oval 869">
              <a:extLst>
                <a:ext uri="{FF2B5EF4-FFF2-40B4-BE49-F238E27FC236}">
                  <a16:creationId xmlns:a16="http://schemas.microsoft.com/office/drawing/2014/main" id="{FF60AE15-1900-0141-8F9D-DAB27EFF7A0D}"/>
                </a:ext>
              </a:extLst>
            </p:cNvPr>
            <p:cNvSpPr/>
            <p:nvPr/>
          </p:nvSpPr>
          <p:spPr>
            <a:xfrm>
              <a:off x="5244366" y="5164236"/>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1" name="Group 870">
            <a:extLst>
              <a:ext uri="{FF2B5EF4-FFF2-40B4-BE49-F238E27FC236}">
                <a16:creationId xmlns:a16="http://schemas.microsoft.com/office/drawing/2014/main" id="{88EFDA27-BFD1-A71D-A193-61C22BCFEEDE}"/>
              </a:ext>
            </a:extLst>
          </p:cNvPr>
          <p:cNvGrpSpPr/>
          <p:nvPr/>
        </p:nvGrpSpPr>
        <p:grpSpPr>
          <a:xfrm>
            <a:off x="7125833" y="5143368"/>
            <a:ext cx="721206" cy="609701"/>
            <a:chOff x="7125833" y="5143368"/>
            <a:chExt cx="721206" cy="609701"/>
          </a:xfrm>
        </p:grpSpPr>
        <p:sp>
          <p:nvSpPr>
            <p:cNvPr id="872" name="Rectangle 871">
              <a:hlinkHover r:id="" action="ppaction://noaction" highlightClick="1"/>
              <a:extLst>
                <a:ext uri="{FF2B5EF4-FFF2-40B4-BE49-F238E27FC236}">
                  <a16:creationId xmlns:a16="http://schemas.microsoft.com/office/drawing/2014/main" id="{ED5F210B-4D96-11CB-35E3-2C0EAB012DCC}"/>
                </a:ext>
              </a:extLst>
            </p:cNvPr>
            <p:cNvSpPr/>
            <p:nvPr/>
          </p:nvSpPr>
          <p:spPr>
            <a:xfrm>
              <a:off x="7125833" y="514336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DDoS Protection</a:t>
              </a:r>
            </a:p>
          </p:txBody>
        </p:sp>
        <p:sp>
          <p:nvSpPr>
            <p:cNvPr id="873" name="Oval 872">
              <a:extLst>
                <a:ext uri="{FF2B5EF4-FFF2-40B4-BE49-F238E27FC236}">
                  <a16:creationId xmlns:a16="http://schemas.microsoft.com/office/drawing/2014/main" id="{4B77B296-90B5-A762-ED2E-5D6E041A270D}"/>
                </a:ext>
              </a:extLst>
            </p:cNvPr>
            <p:cNvSpPr/>
            <p:nvPr/>
          </p:nvSpPr>
          <p:spPr>
            <a:xfrm>
              <a:off x="7704705" y="5153607"/>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4" name="Isosceles Triangle 648">
              <a:extLst>
                <a:ext uri="{FF2B5EF4-FFF2-40B4-BE49-F238E27FC236}">
                  <a16:creationId xmlns:a16="http://schemas.microsoft.com/office/drawing/2014/main" id="{AFCB368D-F290-70E3-CD97-8E46BB1BF5AF}"/>
                </a:ext>
              </a:extLst>
            </p:cNvPr>
            <p:cNvSpPr/>
            <p:nvPr/>
          </p:nvSpPr>
          <p:spPr>
            <a:xfrm>
              <a:off x="7734829" y="516711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5" name="Group 874">
            <a:extLst>
              <a:ext uri="{FF2B5EF4-FFF2-40B4-BE49-F238E27FC236}">
                <a16:creationId xmlns:a16="http://schemas.microsoft.com/office/drawing/2014/main" id="{E5B411B8-F94A-BA64-6E37-7D45C5BF58D4}"/>
              </a:ext>
            </a:extLst>
          </p:cNvPr>
          <p:cNvGrpSpPr/>
          <p:nvPr/>
        </p:nvGrpSpPr>
        <p:grpSpPr>
          <a:xfrm>
            <a:off x="7122911" y="3698231"/>
            <a:ext cx="721206" cy="609701"/>
            <a:chOff x="7122911" y="3698231"/>
            <a:chExt cx="721206" cy="609701"/>
          </a:xfrm>
        </p:grpSpPr>
        <p:sp>
          <p:nvSpPr>
            <p:cNvPr id="876" name="Rectangle 875">
              <a:hlinkHover r:id="" action="ppaction://noaction" highlightClick="1"/>
              <a:extLst>
                <a:ext uri="{FF2B5EF4-FFF2-40B4-BE49-F238E27FC236}">
                  <a16:creationId xmlns:a16="http://schemas.microsoft.com/office/drawing/2014/main" id="{AE87C106-C111-0903-CBFF-919FD20BED7F}"/>
                </a:ext>
              </a:extLst>
            </p:cNvPr>
            <p:cNvSpPr/>
            <p:nvPr/>
          </p:nvSpPr>
          <p:spPr>
            <a:xfrm>
              <a:off x="7122911"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Confidential Computing</a:t>
              </a:r>
            </a:p>
          </p:txBody>
        </p:sp>
        <p:sp>
          <p:nvSpPr>
            <p:cNvPr id="877" name="Oval 876">
              <a:extLst>
                <a:ext uri="{FF2B5EF4-FFF2-40B4-BE49-F238E27FC236}">
                  <a16:creationId xmlns:a16="http://schemas.microsoft.com/office/drawing/2014/main" id="{E912675C-44AC-A0B5-AFE1-57FC26970C5F}"/>
                </a:ext>
              </a:extLst>
            </p:cNvPr>
            <p:cNvSpPr/>
            <p:nvPr/>
          </p:nvSpPr>
          <p:spPr>
            <a:xfrm>
              <a:off x="770088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78" name="Isosceles Triangle 648">
              <a:extLst>
                <a:ext uri="{FF2B5EF4-FFF2-40B4-BE49-F238E27FC236}">
                  <a16:creationId xmlns:a16="http://schemas.microsoft.com/office/drawing/2014/main" id="{40C32B3F-DF67-A1B0-094B-D5D599EF1E48}"/>
                </a:ext>
              </a:extLst>
            </p:cNvPr>
            <p:cNvSpPr/>
            <p:nvPr/>
          </p:nvSpPr>
          <p:spPr>
            <a:xfrm>
              <a:off x="773100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879" name="Group 878">
            <a:extLst>
              <a:ext uri="{FF2B5EF4-FFF2-40B4-BE49-F238E27FC236}">
                <a16:creationId xmlns:a16="http://schemas.microsoft.com/office/drawing/2014/main" id="{FE997650-F1F8-48A4-2F96-572CC26CA0E0}"/>
              </a:ext>
            </a:extLst>
          </p:cNvPr>
          <p:cNvGrpSpPr/>
          <p:nvPr/>
        </p:nvGrpSpPr>
        <p:grpSpPr>
          <a:xfrm>
            <a:off x="6286224" y="3620338"/>
            <a:ext cx="721206" cy="687594"/>
            <a:chOff x="6286224" y="3620338"/>
            <a:chExt cx="721206" cy="687594"/>
          </a:xfrm>
        </p:grpSpPr>
        <p:cxnSp>
          <p:nvCxnSpPr>
            <p:cNvPr id="880" name="Straight Connector 879">
              <a:extLst>
                <a:ext uri="{FF2B5EF4-FFF2-40B4-BE49-F238E27FC236}">
                  <a16:creationId xmlns:a16="http://schemas.microsoft.com/office/drawing/2014/main" id="{83446D25-A721-818E-8AEE-A2EB8C0A637A}"/>
                </a:ext>
              </a:extLst>
            </p:cNvPr>
            <p:cNvCxnSpPr>
              <a:cxnSpLocks/>
            </p:cNvCxnSpPr>
            <p:nvPr/>
          </p:nvCxnSpPr>
          <p:spPr>
            <a:xfrm>
              <a:off x="6941660" y="3620338"/>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sp>
          <p:nvSpPr>
            <p:cNvPr id="881" name="Rectangle 880">
              <a:hlinkHover r:id="" action="ppaction://noaction" highlightClick="1"/>
              <a:extLst>
                <a:ext uri="{FF2B5EF4-FFF2-40B4-BE49-F238E27FC236}">
                  <a16:creationId xmlns:a16="http://schemas.microsoft.com/office/drawing/2014/main" id="{BF98ED30-E250-76B2-B860-3514A420402F}"/>
                </a:ext>
              </a:extLst>
            </p:cNvPr>
            <p:cNvSpPr/>
            <p:nvPr/>
          </p:nvSpPr>
          <p:spPr>
            <a:xfrm>
              <a:off x="628622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Azure Bastion</a:t>
              </a:r>
            </a:p>
          </p:txBody>
        </p:sp>
        <p:sp>
          <p:nvSpPr>
            <p:cNvPr id="882" name="Oval 881">
              <a:extLst>
                <a:ext uri="{FF2B5EF4-FFF2-40B4-BE49-F238E27FC236}">
                  <a16:creationId xmlns:a16="http://schemas.microsoft.com/office/drawing/2014/main" id="{B87E0969-1E4F-45B2-1327-F59D46C02595}"/>
                </a:ext>
              </a:extLst>
            </p:cNvPr>
            <p:cNvSpPr/>
            <p:nvPr/>
          </p:nvSpPr>
          <p:spPr>
            <a:xfrm>
              <a:off x="6864743" y="370847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883" name="Isosceles Triangle 648">
              <a:extLst>
                <a:ext uri="{FF2B5EF4-FFF2-40B4-BE49-F238E27FC236}">
                  <a16:creationId xmlns:a16="http://schemas.microsoft.com/office/drawing/2014/main" id="{28EE3369-CA10-188A-1A61-21830BD60866}"/>
                </a:ext>
              </a:extLst>
            </p:cNvPr>
            <p:cNvSpPr/>
            <p:nvPr/>
          </p:nvSpPr>
          <p:spPr>
            <a:xfrm>
              <a:off x="6894869" y="372197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pic>
        <p:nvPicPr>
          <p:cNvPr id="894" name="Graphic 893" descr="Close">
            <a:hlinkClick r:id="rId10" action="ppaction://hlinksldjump"/>
            <a:extLst>
              <a:ext uri="{FF2B5EF4-FFF2-40B4-BE49-F238E27FC236}">
                <a16:creationId xmlns:a16="http://schemas.microsoft.com/office/drawing/2014/main" id="{5DA3743E-B709-3B93-A2A0-E220569DFD1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011211" y="44329"/>
            <a:ext cx="629695" cy="629695"/>
          </a:xfrm>
          <a:prstGeom prst="rect">
            <a:avLst/>
          </a:prstGeom>
        </p:spPr>
      </p:pic>
      <p:grpSp>
        <p:nvGrpSpPr>
          <p:cNvPr id="1867" name="Group 1866">
            <a:extLst>
              <a:ext uri="{FF2B5EF4-FFF2-40B4-BE49-F238E27FC236}">
                <a16:creationId xmlns:a16="http://schemas.microsoft.com/office/drawing/2014/main" id="{9B803ECE-B90B-C58B-8C19-5F0DCF5BFD8E}"/>
              </a:ext>
            </a:extLst>
          </p:cNvPr>
          <p:cNvGrpSpPr/>
          <p:nvPr/>
        </p:nvGrpSpPr>
        <p:grpSpPr>
          <a:xfrm>
            <a:off x="7959193" y="3698227"/>
            <a:ext cx="721206" cy="609701"/>
            <a:chOff x="7959193" y="3698227"/>
            <a:chExt cx="721206" cy="609701"/>
          </a:xfrm>
        </p:grpSpPr>
        <p:sp>
          <p:nvSpPr>
            <p:cNvPr id="1868" name="Rectangle 1867">
              <a:hlinkHover r:id="" action="ppaction://noaction" highlightClick="1"/>
              <a:extLst>
                <a:ext uri="{FF2B5EF4-FFF2-40B4-BE49-F238E27FC236}">
                  <a16:creationId xmlns:a16="http://schemas.microsoft.com/office/drawing/2014/main" id="{96130710-746B-568B-7059-A85CD408607E}"/>
                </a:ext>
              </a:extLst>
            </p:cNvPr>
            <p:cNvSpPr/>
            <p:nvPr/>
          </p:nvSpPr>
          <p:spPr>
            <a:xfrm>
              <a:off x="7959193"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1869" name="Oval 1868">
              <a:extLst>
                <a:ext uri="{FF2B5EF4-FFF2-40B4-BE49-F238E27FC236}">
                  <a16:creationId xmlns:a16="http://schemas.microsoft.com/office/drawing/2014/main" id="{1F9C6B44-8CD5-B33F-801F-3FC13E6DE6D7}"/>
                </a:ext>
              </a:extLst>
            </p:cNvPr>
            <p:cNvSpPr/>
            <p:nvPr/>
          </p:nvSpPr>
          <p:spPr>
            <a:xfrm>
              <a:off x="8533392" y="3708569"/>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70" name="Isosceles Triangle 648">
              <a:extLst>
                <a:ext uri="{FF2B5EF4-FFF2-40B4-BE49-F238E27FC236}">
                  <a16:creationId xmlns:a16="http://schemas.microsoft.com/office/drawing/2014/main" id="{28286EC9-B4E0-0BAF-F308-6926BBA799C3}"/>
                </a:ext>
              </a:extLst>
            </p:cNvPr>
            <p:cNvSpPr/>
            <p:nvPr/>
          </p:nvSpPr>
          <p:spPr>
            <a:xfrm>
              <a:off x="8563516" y="37220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871" name="Group 1870">
            <a:extLst>
              <a:ext uri="{FF2B5EF4-FFF2-40B4-BE49-F238E27FC236}">
                <a16:creationId xmlns:a16="http://schemas.microsoft.com/office/drawing/2014/main" id="{DA21A8ED-CC9D-CF90-51A3-D27D3355FB58}"/>
              </a:ext>
            </a:extLst>
          </p:cNvPr>
          <p:cNvGrpSpPr/>
          <p:nvPr/>
        </p:nvGrpSpPr>
        <p:grpSpPr>
          <a:xfrm>
            <a:off x="5448055" y="1532276"/>
            <a:ext cx="721206" cy="609701"/>
            <a:chOff x="5448055" y="1532276"/>
            <a:chExt cx="721206" cy="609701"/>
          </a:xfrm>
        </p:grpSpPr>
        <p:sp>
          <p:nvSpPr>
            <p:cNvPr id="1872" name="Rectangle 1871">
              <a:extLst>
                <a:ext uri="{FF2B5EF4-FFF2-40B4-BE49-F238E27FC236}">
                  <a16:creationId xmlns:a16="http://schemas.microsoft.com/office/drawing/2014/main" id="{5E227FFB-F865-5D7F-CBA2-B3ABDCF57A13}"/>
                </a:ext>
              </a:extLst>
            </p:cNvPr>
            <p:cNvSpPr/>
            <p:nvPr/>
          </p:nvSpPr>
          <p:spPr>
            <a:xfrm>
              <a:off x="5448055"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1873" name="Rectangle 1872">
              <a:extLst>
                <a:ext uri="{FF2B5EF4-FFF2-40B4-BE49-F238E27FC236}">
                  <a16:creationId xmlns:a16="http://schemas.microsoft.com/office/drawing/2014/main" id="{D7350870-30B9-F80F-7E9A-51C36EDA3F35}"/>
                </a:ext>
              </a:extLst>
            </p:cNvPr>
            <p:cNvSpPr/>
            <p:nvPr/>
          </p:nvSpPr>
          <p:spPr>
            <a:xfrm flipV="1">
              <a:off x="6059657" y="153238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74" name="Oval 15">
              <a:extLst>
                <a:ext uri="{FF2B5EF4-FFF2-40B4-BE49-F238E27FC236}">
                  <a16:creationId xmlns:a16="http://schemas.microsoft.com/office/drawing/2014/main" id="{33725092-005A-E6AB-55B8-5F1841E3F4AF}"/>
                </a:ext>
              </a:extLst>
            </p:cNvPr>
            <p:cNvSpPr/>
            <p:nvPr/>
          </p:nvSpPr>
          <p:spPr>
            <a:xfrm>
              <a:off x="6087046" y="1569125"/>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75" name="Straight Connector 1874">
              <a:extLst>
                <a:ext uri="{FF2B5EF4-FFF2-40B4-BE49-F238E27FC236}">
                  <a16:creationId xmlns:a16="http://schemas.microsoft.com/office/drawing/2014/main" id="{D278C65B-72DB-6904-9ADD-2EC5E56A2D89}"/>
                </a:ext>
              </a:extLst>
            </p:cNvPr>
            <p:cNvCxnSpPr>
              <a:cxnSpLocks/>
              <a:stCxn id="1874" idx="0"/>
            </p:cNvCxnSpPr>
            <p:nvPr/>
          </p:nvCxnSpPr>
          <p:spPr>
            <a:xfrm flipV="1">
              <a:off x="6092743" y="154589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76" name="Straight Connector 1875">
              <a:extLst>
                <a:ext uri="{FF2B5EF4-FFF2-40B4-BE49-F238E27FC236}">
                  <a16:creationId xmlns:a16="http://schemas.microsoft.com/office/drawing/2014/main" id="{448FAF57-B5A2-EF36-254A-B001E6DBFB40}"/>
                </a:ext>
              </a:extLst>
            </p:cNvPr>
            <p:cNvCxnSpPr>
              <a:cxnSpLocks/>
            </p:cNvCxnSpPr>
            <p:nvPr/>
          </p:nvCxnSpPr>
          <p:spPr>
            <a:xfrm>
              <a:off x="6098462" y="154589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77" name="Group 1876">
            <a:extLst>
              <a:ext uri="{FF2B5EF4-FFF2-40B4-BE49-F238E27FC236}">
                <a16:creationId xmlns:a16="http://schemas.microsoft.com/office/drawing/2014/main" id="{36C0E4CD-73D9-1462-7C4F-D685161A144E}"/>
              </a:ext>
            </a:extLst>
          </p:cNvPr>
          <p:cNvGrpSpPr/>
          <p:nvPr/>
        </p:nvGrpSpPr>
        <p:grpSpPr>
          <a:xfrm>
            <a:off x="6284562" y="1532276"/>
            <a:ext cx="721206" cy="609701"/>
            <a:chOff x="6284562" y="1532276"/>
            <a:chExt cx="721206" cy="609701"/>
          </a:xfrm>
        </p:grpSpPr>
        <p:sp>
          <p:nvSpPr>
            <p:cNvPr id="1878" name="Rectangle 1877">
              <a:extLst>
                <a:ext uri="{FF2B5EF4-FFF2-40B4-BE49-F238E27FC236}">
                  <a16:creationId xmlns:a16="http://schemas.microsoft.com/office/drawing/2014/main" id="{B59E02DF-697C-5142-FC2D-128784A65274}"/>
                </a:ext>
              </a:extLst>
            </p:cNvPr>
            <p:cNvSpPr/>
            <p:nvPr/>
          </p:nvSpPr>
          <p:spPr>
            <a:xfrm>
              <a:off x="6284562"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1879" name="Rectangle 1878">
              <a:extLst>
                <a:ext uri="{FF2B5EF4-FFF2-40B4-BE49-F238E27FC236}">
                  <a16:creationId xmlns:a16="http://schemas.microsoft.com/office/drawing/2014/main" id="{202F87F8-5BFA-29A0-CC8F-6E970FB31A3A}"/>
                </a:ext>
              </a:extLst>
            </p:cNvPr>
            <p:cNvSpPr/>
            <p:nvPr/>
          </p:nvSpPr>
          <p:spPr>
            <a:xfrm flipV="1">
              <a:off x="6902312"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80" name="Oval 15">
              <a:extLst>
                <a:ext uri="{FF2B5EF4-FFF2-40B4-BE49-F238E27FC236}">
                  <a16:creationId xmlns:a16="http://schemas.microsoft.com/office/drawing/2014/main" id="{64D48FDD-7786-37EB-6000-2A9D34780992}"/>
                </a:ext>
              </a:extLst>
            </p:cNvPr>
            <p:cNvSpPr/>
            <p:nvPr/>
          </p:nvSpPr>
          <p:spPr>
            <a:xfrm>
              <a:off x="6929701"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81" name="Straight Connector 1880">
              <a:extLst>
                <a:ext uri="{FF2B5EF4-FFF2-40B4-BE49-F238E27FC236}">
                  <a16:creationId xmlns:a16="http://schemas.microsoft.com/office/drawing/2014/main" id="{EB31F2DD-F2BF-F4D4-D194-8167020BFEA5}"/>
                </a:ext>
              </a:extLst>
            </p:cNvPr>
            <p:cNvCxnSpPr>
              <a:cxnSpLocks/>
              <a:stCxn id="1880" idx="0"/>
            </p:cNvCxnSpPr>
            <p:nvPr/>
          </p:nvCxnSpPr>
          <p:spPr>
            <a:xfrm flipV="1">
              <a:off x="6935398"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82" name="Straight Connector 1881">
              <a:extLst>
                <a:ext uri="{FF2B5EF4-FFF2-40B4-BE49-F238E27FC236}">
                  <a16:creationId xmlns:a16="http://schemas.microsoft.com/office/drawing/2014/main" id="{6080D454-B017-44A5-B9D0-1A581EBBB7EC}"/>
                </a:ext>
              </a:extLst>
            </p:cNvPr>
            <p:cNvCxnSpPr>
              <a:cxnSpLocks/>
            </p:cNvCxnSpPr>
            <p:nvPr/>
          </p:nvCxnSpPr>
          <p:spPr>
            <a:xfrm>
              <a:off x="6941117"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83" name="Group 1882">
            <a:extLst>
              <a:ext uri="{FF2B5EF4-FFF2-40B4-BE49-F238E27FC236}">
                <a16:creationId xmlns:a16="http://schemas.microsoft.com/office/drawing/2014/main" id="{5E4770CB-7AB8-62A3-1A9E-CC9383E46FB2}"/>
              </a:ext>
            </a:extLst>
          </p:cNvPr>
          <p:cNvGrpSpPr/>
          <p:nvPr/>
        </p:nvGrpSpPr>
        <p:grpSpPr>
          <a:xfrm>
            <a:off x="4611548" y="1532276"/>
            <a:ext cx="721206" cy="609701"/>
            <a:chOff x="4611548" y="1532276"/>
            <a:chExt cx="721206" cy="609701"/>
          </a:xfrm>
        </p:grpSpPr>
        <p:sp>
          <p:nvSpPr>
            <p:cNvPr id="1884" name="Rectangle 1883">
              <a:extLst>
                <a:ext uri="{FF2B5EF4-FFF2-40B4-BE49-F238E27FC236}">
                  <a16:creationId xmlns:a16="http://schemas.microsoft.com/office/drawing/2014/main" id="{92A5AB0D-0666-E5B8-5B18-B385CB0CD5FE}"/>
                </a:ext>
              </a:extLst>
            </p:cNvPr>
            <p:cNvSpPr/>
            <p:nvPr/>
          </p:nvSpPr>
          <p:spPr>
            <a:xfrm>
              <a:off x="4611548" y="1532276"/>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885" name="Right Triangle 1884">
              <a:extLst>
                <a:ext uri="{FF2B5EF4-FFF2-40B4-BE49-F238E27FC236}">
                  <a16:creationId xmlns:a16="http://schemas.microsoft.com/office/drawing/2014/main" id="{1D8C9001-98B4-61CB-0F30-FF204E562378}"/>
                </a:ext>
              </a:extLst>
            </p:cNvPr>
            <p:cNvSpPr/>
            <p:nvPr/>
          </p:nvSpPr>
          <p:spPr>
            <a:xfrm rot="10800000">
              <a:off x="5209696" y="153683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886" name="Group 1885">
              <a:extLst>
                <a:ext uri="{FF2B5EF4-FFF2-40B4-BE49-F238E27FC236}">
                  <a16:creationId xmlns:a16="http://schemas.microsoft.com/office/drawing/2014/main" id="{9F3D597D-0142-FF85-405A-7F267CE15371}"/>
                </a:ext>
              </a:extLst>
            </p:cNvPr>
            <p:cNvGrpSpPr/>
            <p:nvPr/>
          </p:nvGrpSpPr>
          <p:grpSpPr>
            <a:xfrm>
              <a:off x="5276140" y="1542931"/>
              <a:ext cx="37817" cy="61390"/>
              <a:chOff x="3883481" y="2057400"/>
              <a:chExt cx="1608363" cy="2652031"/>
            </a:xfrm>
            <a:solidFill>
              <a:srgbClr val="A6A6A6"/>
            </a:solidFill>
          </p:grpSpPr>
          <p:sp>
            <p:nvSpPr>
              <p:cNvPr id="1887" name="Oval 27">
                <a:extLst>
                  <a:ext uri="{FF2B5EF4-FFF2-40B4-BE49-F238E27FC236}">
                    <a16:creationId xmlns:a16="http://schemas.microsoft.com/office/drawing/2014/main" id="{923228B5-1F1C-096B-D4C6-9436D81B55BA}"/>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88" name="Oval 28">
                <a:extLst>
                  <a:ext uri="{FF2B5EF4-FFF2-40B4-BE49-F238E27FC236}">
                    <a16:creationId xmlns:a16="http://schemas.microsoft.com/office/drawing/2014/main" id="{AF06B510-DCA1-C68C-620E-5AB81940CB54}"/>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89" name="Group 1888">
            <a:extLst>
              <a:ext uri="{FF2B5EF4-FFF2-40B4-BE49-F238E27FC236}">
                <a16:creationId xmlns:a16="http://schemas.microsoft.com/office/drawing/2014/main" id="{E9B5E8E9-AC97-890D-BD3C-F99057546DCD}"/>
              </a:ext>
            </a:extLst>
          </p:cNvPr>
          <p:cNvGrpSpPr/>
          <p:nvPr/>
        </p:nvGrpSpPr>
        <p:grpSpPr>
          <a:xfrm>
            <a:off x="2938534" y="1532275"/>
            <a:ext cx="721206" cy="610039"/>
            <a:chOff x="2938534" y="1532275"/>
            <a:chExt cx="721206" cy="610039"/>
          </a:xfrm>
        </p:grpSpPr>
        <p:sp>
          <p:nvSpPr>
            <p:cNvPr id="1890" name="Rectangle 1889">
              <a:extLst>
                <a:ext uri="{FF2B5EF4-FFF2-40B4-BE49-F238E27FC236}">
                  <a16:creationId xmlns:a16="http://schemas.microsoft.com/office/drawing/2014/main" id="{B8B6F896-E327-1AF2-64D1-30E395E0E1B8}"/>
                </a:ext>
              </a:extLst>
            </p:cNvPr>
            <p:cNvSpPr/>
            <p:nvPr/>
          </p:nvSpPr>
          <p:spPr>
            <a:xfrm>
              <a:off x="2938534" y="1532612"/>
              <a:ext cx="721206" cy="609702"/>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1891" name="Right Triangle 1890">
              <a:extLst>
                <a:ext uri="{FF2B5EF4-FFF2-40B4-BE49-F238E27FC236}">
                  <a16:creationId xmlns:a16="http://schemas.microsoft.com/office/drawing/2014/main" id="{D253D190-A97F-9F32-AAD6-99C64BA0D987}"/>
                </a:ext>
              </a:extLst>
            </p:cNvPr>
            <p:cNvSpPr/>
            <p:nvPr/>
          </p:nvSpPr>
          <p:spPr>
            <a:xfrm rot="10800000">
              <a:off x="3537465" y="1532275"/>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92" name="Oval 27">
              <a:extLst>
                <a:ext uri="{FF2B5EF4-FFF2-40B4-BE49-F238E27FC236}">
                  <a16:creationId xmlns:a16="http://schemas.microsoft.com/office/drawing/2014/main" id="{37033A74-2228-48E9-2B61-05579437BF16}"/>
                </a:ext>
              </a:extLst>
            </p:cNvPr>
            <p:cNvSpPr/>
            <p:nvPr/>
          </p:nvSpPr>
          <p:spPr>
            <a:xfrm>
              <a:off x="3606276" y="1538369"/>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93" name="Oval 28">
              <a:extLst>
                <a:ext uri="{FF2B5EF4-FFF2-40B4-BE49-F238E27FC236}">
                  <a16:creationId xmlns:a16="http://schemas.microsoft.com/office/drawing/2014/main" id="{F82DD548-09B6-D17F-01AE-31E6757D9F83}"/>
                </a:ext>
              </a:extLst>
            </p:cNvPr>
            <p:cNvSpPr/>
            <p:nvPr/>
          </p:nvSpPr>
          <p:spPr>
            <a:xfrm>
              <a:off x="3603908" y="1565824"/>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899" name="Group 1898">
            <a:extLst>
              <a:ext uri="{FF2B5EF4-FFF2-40B4-BE49-F238E27FC236}">
                <a16:creationId xmlns:a16="http://schemas.microsoft.com/office/drawing/2014/main" id="{8EFFAE54-BC9C-3440-C82F-A215A64D6214}"/>
              </a:ext>
            </a:extLst>
          </p:cNvPr>
          <p:cNvGrpSpPr/>
          <p:nvPr/>
        </p:nvGrpSpPr>
        <p:grpSpPr>
          <a:xfrm>
            <a:off x="7957576" y="811556"/>
            <a:ext cx="721206" cy="609701"/>
            <a:chOff x="7957576" y="811556"/>
            <a:chExt cx="721206" cy="609701"/>
          </a:xfrm>
        </p:grpSpPr>
        <p:sp>
          <p:nvSpPr>
            <p:cNvPr id="1900" name="Rectangle 1899">
              <a:extLst>
                <a:ext uri="{FF2B5EF4-FFF2-40B4-BE49-F238E27FC236}">
                  <a16:creationId xmlns:a16="http://schemas.microsoft.com/office/drawing/2014/main" id="{640D33A9-DC4E-9E71-B602-99CE95237B32}"/>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1901" name="Rectangle 1900">
              <a:extLst>
                <a:ext uri="{FF2B5EF4-FFF2-40B4-BE49-F238E27FC236}">
                  <a16:creationId xmlns:a16="http://schemas.microsoft.com/office/drawing/2014/main" id="{A5549EDA-53E2-54C4-7C27-D3D7B946E0D2}"/>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2" name="Oval 15">
              <a:extLst>
                <a:ext uri="{FF2B5EF4-FFF2-40B4-BE49-F238E27FC236}">
                  <a16:creationId xmlns:a16="http://schemas.microsoft.com/office/drawing/2014/main" id="{CFA27542-8AA4-600E-7253-F6FC4A046866}"/>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03" name="Straight Connector 1902">
              <a:extLst>
                <a:ext uri="{FF2B5EF4-FFF2-40B4-BE49-F238E27FC236}">
                  <a16:creationId xmlns:a16="http://schemas.microsoft.com/office/drawing/2014/main" id="{8230ADD6-12C9-7BD4-87B4-733B29832AC5}"/>
                </a:ext>
              </a:extLst>
            </p:cNvPr>
            <p:cNvCxnSpPr>
              <a:cxnSpLocks/>
              <a:stCxn id="1902"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04" name="Straight Connector 1903">
              <a:extLst>
                <a:ext uri="{FF2B5EF4-FFF2-40B4-BE49-F238E27FC236}">
                  <a16:creationId xmlns:a16="http://schemas.microsoft.com/office/drawing/2014/main" id="{5F52905A-DD35-9D8F-A840-450ADB60414B}"/>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13" name="Group 1912">
            <a:extLst>
              <a:ext uri="{FF2B5EF4-FFF2-40B4-BE49-F238E27FC236}">
                <a16:creationId xmlns:a16="http://schemas.microsoft.com/office/drawing/2014/main" id="{D5518382-6C75-9A85-4E20-A9902C0CD8AD}"/>
              </a:ext>
            </a:extLst>
          </p:cNvPr>
          <p:cNvGrpSpPr/>
          <p:nvPr/>
        </p:nvGrpSpPr>
        <p:grpSpPr>
          <a:xfrm>
            <a:off x="11356238" y="90836"/>
            <a:ext cx="721206" cy="609701"/>
            <a:chOff x="11356238" y="90836"/>
            <a:chExt cx="721206" cy="609701"/>
          </a:xfrm>
        </p:grpSpPr>
        <p:sp>
          <p:nvSpPr>
            <p:cNvPr id="1914" name="Rectangle 1913">
              <a:hlinkHover r:id="" action="ppaction://noaction" highlightClick="1"/>
              <a:extLst>
                <a:ext uri="{FF2B5EF4-FFF2-40B4-BE49-F238E27FC236}">
                  <a16:creationId xmlns:a16="http://schemas.microsoft.com/office/drawing/2014/main" id="{E11A720E-17DD-7F2D-752B-84BF1A505673}"/>
                </a:ext>
              </a:extLst>
            </p:cNvPr>
            <p:cNvSpPr/>
            <p:nvPr/>
          </p:nvSpPr>
          <p:spPr>
            <a:xfrm>
              <a:off x="11356238"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1915" name="Oval 1914">
              <a:extLst>
                <a:ext uri="{FF2B5EF4-FFF2-40B4-BE49-F238E27FC236}">
                  <a16:creationId xmlns:a16="http://schemas.microsoft.com/office/drawing/2014/main" id="{AC649044-A411-6FB4-519B-05D6B575DC8B}"/>
                </a:ext>
              </a:extLst>
            </p:cNvPr>
            <p:cNvSpPr/>
            <p:nvPr/>
          </p:nvSpPr>
          <p:spPr>
            <a:xfrm>
              <a:off x="11934777"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6" name="Isosceles Triangle 648">
              <a:extLst>
                <a:ext uri="{FF2B5EF4-FFF2-40B4-BE49-F238E27FC236}">
                  <a16:creationId xmlns:a16="http://schemas.microsoft.com/office/drawing/2014/main" id="{FC117CAA-AAE6-E538-7523-4F023312C638}"/>
                </a:ext>
              </a:extLst>
            </p:cNvPr>
            <p:cNvSpPr/>
            <p:nvPr/>
          </p:nvSpPr>
          <p:spPr>
            <a:xfrm>
              <a:off x="11964901"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17" name="Group 1916">
            <a:extLst>
              <a:ext uri="{FF2B5EF4-FFF2-40B4-BE49-F238E27FC236}">
                <a16:creationId xmlns:a16="http://schemas.microsoft.com/office/drawing/2014/main" id="{59188F54-2083-819B-067C-51234F295765}"/>
              </a:ext>
            </a:extLst>
          </p:cNvPr>
          <p:cNvGrpSpPr/>
          <p:nvPr/>
        </p:nvGrpSpPr>
        <p:grpSpPr>
          <a:xfrm>
            <a:off x="11356238" y="3694774"/>
            <a:ext cx="721206" cy="609701"/>
            <a:chOff x="11356238" y="3694774"/>
            <a:chExt cx="721206" cy="609701"/>
          </a:xfrm>
        </p:grpSpPr>
        <p:sp>
          <p:nvSpPr>
            <p:cNvPr id="1918" name="Rectangle 1917">
              <a:hlinkHover r:id="" action="ppaction://noaction" highlightClick="1"/>
              <a:extLst>
                <a:ext uri="{FF2B5EF4-FFF2-40B4-BE49-F238E27FC236}">
                  <a16:creationId xmlns:a16="http://schemas.microsoft.com/office/drawing/2014/main" id="{20AFF387-5E7A-01A0-A2E2-5993D352ABED}"/>
                </a:ext>
              </a:extLst>
            </p:cNvPr>
            <p:cNvSpPr/>
            <p:nvPr/>
          </p:nvSpPr>
          <p:spPr>
            <a:xfrm>
              <a:off x="11356238" y="369477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1919" name="Oval 1918">
              <a:extLst>
                <a:ext uri="{FF2B5EF4-FFF2-40B4-BE49-F238E27FC236}">
                  <a16:creationId xmlns:a16="http://schemas.microsoft.com/office/drawing/2014/main" id="{B5194E04-C4E9-66E1-DA51-DBCE2F35765E}"/>
                </a:ext>
              </a:extLst>
            </p:cNvPr>
            <p:cNvSpPr/>
            <p:nvPr/>
          </p:nvSpPr>
          <p:spPr>
            <a:xfrm>
              <a:off x="11934777" y="3702531"/>
              <a:ext cx="134788"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0" name="Isosceles Triangle 648">
              <a:extLst>
                <a:ext uri="{FF2B5EF4-FFF2-40B4-BE49-F238E27FC236}">
                  <a16:creationId xmlns:a16="http://schemas.microsoft.com/office/drawing/2014/main" id="{A02975B1-EC74-0947-5102-0270BC484D7A}"/>
                </a:ext>
              </a:extLst>
            </p:cNvPr>
            <p:cNvSpPr/>
            <p:nvPr/>
          </p:nvSpPr>
          <p:spPr>
            <a:xfrm>
              <a:off x="11964901" y="3716042"/>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21" name="Group 1920">
            <a:extLst>
              <a:ext uri="{FF2B5EF4-FFF2-40B4-BE49-F238E27FC236}">
                <a16:creationId xmlns:a16="http://schemas.microsoft.com/office/drawing/2014/main" id="{CD326C3E-79AA-1EB3-9482-51E564637122}"/>
              </a:ext>
            </a:extLst>
          </p:cNvPr>
          <p:cNvGrpSpPr/>
          <p:nvPr/>
        </p:nvGrpSpPr>
        <p:grpSpPr>
          <a:xfrm>
            <a:off x="9657689" y="4419620"/>
            <a:ext cx="721206" cy="609701"/>
            <a:chOff x="9657689" y="4419620"/>
            <a:chExt cx="721206" cy="609701"/>
          </a:xfrm>
        </p:grpSpPr>
        <p:sp>
          <p:nvSpPr>
            <p:cNvPr id="1922" name="Rectangle 1921">
              <a:hlinkHover r:id="" action="ppaction://noaction" highlightClick="1"/>
              <a:extLst>
                <a:ext uri="{FF2B5EF4-FFF2-40B4-BE49-F238E27FC236}">
                  <a16:creationId xmlns:a16="http://schemas.microsoft.com/office/drawing/2014/main" id="{675E3CC4-C328-9274-E160-F9B3A955591B}"/>
                </a:ext>
              </a:extLst>
            </p:cNvPr>
            <p:cNvSpPr/>
            <p:nvPr/>
          </p:nvSpPr>
          <p:spPr>
            <a:xfrm>
              <a:off x="9657689"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1923" name="Oval 1922">
              <a:extLst>
                <a:ext uri="{FF2B5EF4-FFF2-40B4-BE49-F238E27FC236}">
                  <a16:creationId xmlns:a16="http://schemas.microsoft.com/office/drawing/2014/main" id="{5CF7736D-A718-C777-800A-E2A6629B5A1D}"/>
                </a:ext>
              </a:extLst>
            </p:cNvPr>
            <p:cNvSpPr/>
            <p:nvPr/>
          </p:nvSpPr>
          <p:spPr>
            <a:xfrm>
              <a:off x="10231216" y="4429962"/>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4" name="Isosceles Triangle 648">
              <a:extLst>
                <a:ext uri="{FF2B5EF4-FFF2-40B4-BE49-F238E27FC236}">
                  <a16:creationId xmlns:a16="http://schemas.microsoft.com/office/drawing/2014/main" id="{3306D6E0-361A-1C74-D4CE-85B7DFAA0D6C}"/>
                </a:ext>
              </a:extLst>
            </p:cNvPr>
            <p:cNvSpPr/>
            <p:nvPr/>
          </p:nvSpPr>
          <p:spPr>
            <a:xfrm>
              <a:off x="10261340" y="444347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25" name="Group 1924">
            <a:extLst>
              <a:ext uri="{FF2B5EF4-FFF2-40B4-BE49-F238E27FC236}">
                <a16:creationId xmlns:a16="http://schemas.microsoft.com/office/drawing/2014/main" id="{164ED29A-5B0D-F72A-150F-F439E6845CD6}"/>
              </a:ext>
            </a:extLst>
          </p:cNvPr>
          <p:cNvGrpSpPr/>
          <p:nvPr/>
        </p:nvGrpSpPr>
        <p:grpSpPr>
          <a:xfrm>
            <a:off x="10506964" y="4419620"/>
            <a:ext cx="721206" cy="609701"/>
            <a:chOff x="10506964" y="4419620"/>
            <a:chExt cx="721206" cy="609701"/>
          </a:xfrm>
        </p:grpSpPr>
        <p:sp>
          <p:nvSpPr>
            <p:cNvPr id="1926" name="Rectangle 1925">
              <a:hlinkHover r:id="" action="ppaction://noaction" highlightClick="1"/>
              <a:extLst>
                <a:ext uri="{FF2B5EF4-FFF2-40B4-BE49-F238E27FC236}">
                  <a16:creationId xmlns:a16="http://schemas.microsoft.com/office/drawing/2014/main" id="{01F246CC-4076-004E-7B11-6FC1E32AA581}"/>
                </a:ext>
              </a:extLst>
            </p:cNvPr>
            <p:cNvSpPr/>
            <p:nvPr/>
          </p:nvSpPr>
          <p:spPr>
            <a:xfrm>
              <a:off x="10506964" y="4419620"/>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1927" name="Oval 1926">
              <a:extLst>
                <a:ext uri="{FF2B5EF4-FFF2-40B4-BE49-F238E27FC236}">
                  <a16:creationId xmlns:a16="http://schemas.microsoft.com/office/drawing/2014/main" id="{B809BF9E-BB3B-F696-86C6-A43331184B15}"/>
                </a:ext>
              </a:extLst>
            </p:cNvPr>
            <p:cNvSpPr/>
            <p:nvPr/>
          </p:nvSpPr>
          <p:spPr>
            <a:xfrm>
              <a:off x="11085503" y="4427377"/>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8" name="Isosceles Triangle 648">
              <a:extLst>
                <a:ext uri="{FF2B5EF4-FFF2-40B4-BE49-F238E27FC236}">
                  <a16:creationId xmlns:a16="http://schemas.microsoft.com/office/drawing/2014/main" id="{1B49325F-603D-A8FE-20AD-E204B8008974}"/>
                </a:ext>
              </a:extLst>
            </p:cNvPr>
            <p:cNvSpPr/>
            <p:nvPr/>
          </p:nvSpPr>
          <p:spPr>
            <a:xfrm>
              <a:off x="11115627" y="444088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29" name="Group 1928">
            <a:extLst>
              <a:ext uri="{FF2B5EF4-FFF2-40B4-BE49-F238E27FC236}">
                <a16:creationId xmlns:a16="http://schemas.microsoft.com/office/drawing/2014/main" id="{4CB1F072-3C34-EFC1-7572-D91450A7802C}"/>
              </a:ext>
            </a:extLst>
          </p:cNvPr>
          <p:cNvGrpSpPr/>
          <p:nvPr/>
        </p:nvGrpSpPr>
        <p:grpSpPr>
          <a:xfrm>
            <a:off x="11355999" y="4416261"/>
            <a:ext cx="721206" cy="609701"/>
            <a:chOff x="11355999" y="4416261"/>
            <a:chExt cx="721206" cy="609701"/>
          </a:xfrm>
        </p:grpSpPr>
        <p:sp>
          <p:nvSpPr>
            <p:cNvPr id="1930" name="Rectangle 1929">
              <a:hlinkHover r:id="" action="ppaction://noaction" highlightClick="1"/>
              <a:extLst>
                <a:ext uri="{FF2B5EF4-FFF2-40B4-BE49-F238E27FC236}">
                  <a16:creationId xmlns:a16="http://schemas.microsoft.com/office/drawing/2014/main" id="{8D722A03-5F3D-8EA9-C8BD-CB720430F156}"/>
                </a:ext>
              </a:extLst>
            </p:cNvPr>
            <p:cNvSpPr/>
            <p:nvPr/>
          </p:nvSpPr>
          <p:spPr>
            <a:xfrm>
              <a:off x="11355999"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1931" name="Oval 1930">
              <a:extLst>
                <a:ext uri="{FF2B5EF4-FFF2-40B4-BE49-F238E27FC236}">
                  <a16:creationId xmlns:a16="http://schemas.microsoft.com/office/drawing/2014/main" id="{51844468-CF3D-BFDD-8625-2AC363A1FD18}"/>
                </a:ext>
              </a:extLst>
            </p:cNvPr>
            <p:cNvSpPr/>
            <p:nvPr/>
          </p:nvSpPr>
          <p:spPr>
            <a:xfrm>
              <a:off x="11934538"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32" name="Isosceles Triangle 648">
              <a:extLst>
                <a:ext uri="{FF2B5EF4-FFF2-40B4-BE49-F238E27FC236}">
                  <a16:creationId xmlns:a16="http://schemas.microsoft.com/office/drawing/2014/main" id="{42837A8E-F839-ED60-9AAB-29421630D231}"/>
                </a:ext>
              </a:extLst>
            </p:cNvPr>
            <p:cNvSpPr/>
            <p:nvPr/>
          </p:nvSpPr>
          <p:spPr>
            <a:xfrm>
              <a:off x="11964662"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33" name="Group 1932">
            <a:extLst>
              <a:ext uri="{FF2B5EF4-FFF2-40B4-BE49-F238E27FC236}">
                <a16:creationId xmlns:a16="http://schemas.microsoft.com/office/drawing/2014/main" id="{5958EE62-D8FD-0F69-C69F-6CB94A0BAD62}"/>
              </a:ext>
            </a:extLst>
          </p:cNvPr>
          <p:cNvGrpSpPr/>
          <p:nvPr/>
        </p:nvGrpSpPr>
        <p:grpSpPr>
          <a:xfrm>
            <a:off x="8808522" y="4416261"/>
            <a:ext cx="721206" cy="609701"/>
            <a:chOff x="8808522" y="4416261"/>
            <a:chExt cx="721206" cy="609701"/>
          </a:xfrm>
        </p:grpSpPr>
        <p:sp>
          <p:nvSpPr>
            <p:cNvPr id="1934" name="Rectangle 1933">
              <a:hlinkHover r:id="" action="ppaction://noaction" highlightClick="1"/>
              <a:extLst>
                <a:ext uri="{FF2B5EF4-FFF2-40B4-BE49-F238E27FC236}">
                  <a16:creationId xmlns:a16="http://schemas.microsoft.com/office/drawing/2014/main" id="{7914D224-A4D8-1635-E96E-487BC228C56D}"/>
                </a:ext>
              </a:extLst>
            </p:cNvPr>
            <p:cNvSpPr/>
            <p:nvPr/>
          </p:nvSpPr>
          <p:spPr>
            <a:xfrm>
              <a:off x="8808522" y="4416261"/>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1935" name="Oval 1934">
              <a:extLst>
                <a:ext uri="{FF2B5EF4-FFF2-40B4-BE49-F238E27FC236}">
                  <a16:creationId xmlns:a16="http://schemas.microsoft.com/office/drawing/2014/main" id="{A23BADF7-90B5-EBB6-DEAB-3D600661EB72}"/>
                </a:ext>
              </a:extLst>
            </p:cNvPr>
            <p:cNvSpPr/>
            <p:nvPr/>
          </p:nvSpPr>
          <p:spPr>
            <a:xfrm>
              <a:off x="9387061" y="442401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36" name="Isosceles Triangle 648">
              <a:extLst>
                <a:ext uri="{FF2B5EF4-FFF2-40B4-BE49-F238E27FC236}">
                  <a16:creationId xmlns:a16="http://schemas.microsoft.com/office/drawing/2014/main" id="{E3D093D3-6D88-ADEE-5DE2-A2C1C9176A18}"/>
                </a:ext>
              </a:extLst>
            </p:cNvPr>
            <p:cNvSpPr/>
            <p:nvPr/>
          </p:nvSpPr>
          <p:spPr>
            <a:xfrm>
              <a:off x="9417185" y="4437529"/>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37" name="Group 1936">
            <a:extLst>
              <a:ext uri="{FF2B5EF4-FFF2-40B4-BE49-F238E27FC236}">
                <a16:creationId xmlns:a16="http://schemas.microsoft.com/office/drawing/2014/main" id="{6AB9EFA0-3156-63C2-C67B-47A08000E8AE}"/>
              </a:ext>
            </a:extLst>
          </p:cNvPr>
          <p:cNvGrpSpPr/>
          <p:nvPr/>
        </p:nvGrpSpPr>
        <p:grpSpPr>
          <a:xfrm>
            <a:off x="10509575" y="5141013"/>
            <a:ext cx="721206" cy="609701"/>
            <a:chOff x="10509575" y="5141013"/>
            <a:chExt cx="721206" cy="609701"/>
          </a:xfrm>
        </p:grpSpPr>
        <p:sp>
          <p:nvSpPr>
            <p:cNvPr id="1938" name="Rectangle 1937">
              <a:hlinkHover r:id="" action="ppaction://noaction" highlightClick="1"/>
              <a:extLst>
                <a:ext uri="{FF2B5EF4-FFF2-40B4-BE49-F238E27FC236}">
                  <a16:creationId xmlns:a16="http://schemas.microsoft.com/office/drawing/2014/main" id="{7E0F984A-5E2A-2993-BCD0-CC9B46BC610D}"/>
                </a:ext>
              </a:extLst>
            </p:cNvPr>
            <p:cNvSpPr/>
            <p:nvPr/>
          </p:nvSpPr>
          <p:spPr>
            <a:xfrm>
              <a:off x="10509575" y="514101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1939" name="Oval 1938">
              <a:extLst>
                <a:ext uri="{FF2B5EF4-FFF2-40B4-BE49-F238E27FC236}">
                  <a16:creationId xmlns:a16="http://schemas.microsoft.com/office/drawing/2014/main" id="{17D3559B-EB82-8D06-DE26-CF45A9C7F37F}"/>
                </a:ext>
              </a:extLst>
            </p:cNvPr>
            <p:cNvSpPr/>
            <p:nvPr/>
          </p:nvSpPr>
          <p:spPr>
            <a:xfrm>
              <a:off x="11088114" y="514877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40" name="Isosceles Triangle 648">
              <a:extLst>
                <a:ext uri="{FF2B5EF4-FFF2-40B4-BE49-F238E27FC236}">
                  <a16:creationId xmlns:a16="http://schemas.microsoft.com/office/drawing/2014/main" id="{68B59012-DF94-BBEF-064F-6EA468DB776A}"/>
                </a:ext>
              </a:extLst>
            </p:cNvPr>
            <p:cNvSpPr/>
            <p:nvPr/>
          </p:nvSpPr>
          <p:spPr>
            <a:xfrm>
              <a:off x="11118238" y="516228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41" name="Group 1940">
            <a:extLst>
              <a:ext uri="{FF2B5EF4-FFF2-40B4-BE49-F238E27FC236}">
                <a16:creationId xmlns:a16="http://schemas.microsoft.com/office/drawing/2014/main" id="{EEB5BA05-B92D-E73C-A6F4-CA1073AD852F}"/>
              </a:ext>
            </a:extLst>
          </p:cNvPr>
          <p:cNvGrpSpPr/>
          <p:nvPr/>
        </p:nvGrpSpPr>
        <p:grpSpPr>
          <a:xfrm>
            <a:off x="9651074" y="5143363"/>
            <a:ext cx="721206" cy="609701"/>
            <a:chOff x="9651074" y="5143363"/>
            <a:chExt cx="721206" cy="609701"/>
          </a:xfrm>
        </p:grpSpPr>
        <p:sp>
          <p:nvSpPr>
            <p:cNvPr id="1942" name="Rectangle 1941">
              <a:hlinkHover r:id="" action="ppaction://noaction" highlightClick="1"/>
              <a:extLst>
                <a:ext uri="{FF2B5EF4-FFF2-40B4-BE49-F238E27FC236}">
                  <a16:creationId xmlns:a16="http://schemas.microsoft.com/office/drawing/2014/main" id="{49CB03C9-B880-03E2-FC99-366F578446B3}"/>
                </a:ext>
              </a:extLst>
            </p:cNvPr>
            <p:cNvSpPr/>
            <p:nvPr/>
          </p:nvSpPr>
          <p:spPr>
            <a:xfrm>
              <a:off x="9651074" y="5143363"/>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1943" name="Oval 1942">
              <a:extLst>
                <a:ext uri="{FF2B5EF4-FFF2-40B4-BE49-F238E27FC236}">
                  <a16:creationId xmlns:a16="http://schemas.microsoft.com/office/drawing/2014/main" id="{47235827-B62C-8FBA-61DB-EFFE5E14A72C}"/>
                </a:ext>
              </a:extLst>
            </p:cNvPr>
            <p:cNvSpPr/>
            <p:nvPr/>
          </p:nvSpPr>
          <p:spPr>
            <a:xfrm>
              <a:off x="10228298" y="515358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44" name="Isosceles Triangle 648">
              <a:extLst>
                <a:ext uri="{FF2B5EF4-FFF2-40B4-BE49-F238E27FC236}">
                  <a16:creationId xmlns:a16="http://schemas.microsoft.com/office/drawing/2014/main" id="{D911A3E0-CCE6-A120-C7EE-DED664B46440}"/>
                </a:ext>
              </a:extLst>
            </p:cNvPr>
            <p:cNvSpPr/>
            <p:nvPr/>
          </p:nvSpPr>
          <p:spPr>
            <a:xfrm>
              <a:off x="10258423" y="5167097"/>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45" name="Group 1944">
            <a:extLst>
              <a:ext uri="{FF2B5EF4-FFF2-40B4-BE49-F238E27FC236}">
                <a16:creationId xmlns:a16="http://schemas.microsoft.com/office/drawing/2014/main" id="{EAE74FC2-D160-3006-1265-F171CED6555F}"/>
              </a:ext>
            </a:extLst>
          </p:cNvPr>
          <p:cNvGrpSpPr/>
          <p:nvPr/>
        </p:nvGrpSpPr>
        <p:grpSpPr>
          <a:xfrm>
            <a:off x="9657610" y="3698227"/>
            <a:ext cx="721206" cy="609701"/>
            <a:chOff x="9657610" y="3698227"/>
            <a:chExt cx="721206" cy="609701"/>
          </a:xfrm>
        </p:grpSpPr>
        <p:sp>
          <p:nvSpPr>
            <p:cNvPr id="1946" name="Rectangle 1945">
              <a:hlinkHover r:id="" action="ppaction://noaction" highlightClick="1"/>
              <a:extLst>
                <a:ext uri="{FF2B5EF4-FFF2-40B4-BE49-F238E27FC236}">
                  <a16:creationId xmlns:a16="http://schemas.microsoft.com/office/drawing/2014/main" id="{86FAEAD0-223C-0AE9-F63F-41F5CF1B606B}"/>
                </a:ext>
              </a:extLst>
            </p:cNvPr>
            <p:cNvSpPr/>
            <p:nvPr/>
          </p:nvSpPr>
          <p:spPr>
            <a:xfrm>
              <a:off x="9657610"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1947" name="Oval 1946">
              <a:extLst>
                <a:ext uri="{FF2B5EF4-FFF2-40B4-BE49-F238E27FC236}">
                  <a16:creationId xmlns:a16="http://schemas.microsoft.com/office/drawing/2014/main" id="{E87EDB4C-2004-8132-E59C-B622289C7C4B}"/>
                </a:ext>
              </a:extLst>
            </p:cNvPr>
            <p:cNvSpPr/>
            <p:nvPr/>
          </p:nvSpPr>
          <p:spPr>
            <a:xfrm>
              <a:off x="10233763" y="3708450"/>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48" name="Isosceles Triangle 648">
              <a:extLst>
                <a:ext uri="{FF2B5EF4-FFF2-40B4-BE49-F238E27FC236}">
                  <a16:creationId xmlns:a16="http://schemas.microsoft.com/office/drawing/2014/main" id="{57B32D11-A9D6-3923-B16C-2D6EB32815F3}"/>
                </a:ext>
              </a:extLst>
            </p:cNvPr>
            <p:cNvSpPr/>
            <p:nvPr/>
          </p:nvSpPr>
          <p:spPr>
            <a:xfrm>
              <a:off x="10263888" y="3721961"/>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49" name="Group 1948">
            <a:extLst>
              <a:ext uri="{FF2B5EF4-FFF2-40B4-BE49-F238E27FC236}">
                <a16:creationId xmlns:a16="http://schemas.microsoft.com/office/drawing/2014/main" id="{8A166F99-B3E6-58A4-B58F-2526FDA7AE14}"/>
              </a:ext>
            </a:extLst>
          </p:cNvPr>
          <p:cNvGrpSpPr/>
          <p:nvPr/>
        </p:nvGrpSpPr>
        <p:grpSpPr>
          <a:xfrm>
            <a:off x="10506924" y="3698227"/>
            <a:ext cx="721206" cy="609701"/>
            <a:chOff x="10506924" y="3698227"/>
            <a:chExt cx="721206" cy="609701"/>
          </a:xfrm>
        </p:grpSpPr>
        <p:sp>
          <p:nvSpPr>
            <p:cNvPr id="1950" name="Rectangle 1949">
              <a:hlinkHover r:id="" action="ppaction://noaction" highlightClick="1"/>
              <a:extLst>
                <a:ext uri="{FF2B5EF4-FFF2-40B4-BE49-F238E27FC236}">
                  <a16:creationId xmlns:a16="http://schemas.microsoft.com/office/drawing/2014/main" id="{B696CD0E-E136-D562-85E6-02C803CF02F2}"/>
                </a:ext>
              </a:extLst>
            </p:cNvPr>
            <p:cNvSpPr/>
            <p:nvPr/>
          </p:nvSpPr>
          <p:spPr>
            <a:xfrm>
              <a:off x="10506924" y="3698227"/>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1951" name="Oval 1950">
              <a:extLst>
                <a:ext uri="{FF2B5EF4-FFF2-40B4-BE49-F238E27FC236}">
                  <a16:creationId xmlns:a16="http://schemas.microsoft.com/office/drawing/2014/main" id="{2F36EC32-E552-4401-3CA7-ABEA69AE9FB3}"/>
                </a:ext>
              </a:extLst>
            </p:cNvPr>
            <p:cNvSpPr/>
            <p:nvPr/>
          </p:nvSpPr>
          <p:spPr>
            <a:xfrm>
              <a:off x="11085463" y="3705984"/>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52" name="Isosceles Triangle 648">
              <a:extLst>
                <a:ext uri="{FF2B5EF4-FFF2-40B4-BE49-F238E27FC236}">
                  <a16:creationId xmlns:a16="http://schemas.microsoft.com/office/drawing/2014/main" id="{908D83FE-5D7E-DFD5-140D-64FB80F507DF}"/>
                </a:ext>
              </a:extLst>
            </p:cNvPr>
            <p:cNvSpPr/>
            <p:nvPr/>
          </p:nvSpPr>
          <p:spPr>
            <a:xfrm>
              <a:off x="11115587" y="3719495"/>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61" name="Group 1960">
            <a:extLst>
              <a:ext uri="{FF2B5EF4-FFF2-40B4-BE49-F238E27FC236}">
                <a16:creationId xmlns:a16="http://schemas.microsoft.com/office/drawing/2014/main" id="{02F4D0A8-F631-1BFA-96FF-62AB1EF5D60D}"/>
              </a:ext>
            </a:extLst>
          </p:cNvPr>
          <p:cNvGrpSpPr/>
          <p:nvPr/>
        </p:nvGrpSpPr>
        <p:grpSpPr>
          <a:xfrm>
            <a:off x="7957577" y="1532276"/>
            <a:ext cx="721206" cy="609701"/>
            <a:chOff x="7957577" y="1532276"/>
            <a:chExt cx="721206" cy="609701"/>
          </a:xfrm>
        </p:grpSpPr>
        <p:sp>
          <p:nvSpPr>
            <p:cNvPr id="1962" name="Rectangle 1961">
              <a:hlinkHover r:id="" action="ppaction://noaction" highlightClick="1"/>
              <a:extLst>
                <a:ext uri="{FF2B5EF4-FFF2-40B4-BE49-F238E27FC236}">
                  <a16:creationId xmlns:a16="http://schemas.microsoft.com/office/drawing/2014/main" id="{286D30DE-2AA0-2BDC-E126-4ECA5BEB668A}"/>
                </a:ext>
              </a:extLst>
            </p:cNvPr>
            <p:cNvSpPr/>
            <p:nvPr/>
          </p:nvSpPr>
          <p:spPr>
            <a:xfrm>
              <a:off x="7957577"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1963" name="Rectangle 1962">
              <a:extLst>
                <a:ext uri="{FF2B5EF4-FFF2-40B4-BE49-F238E27FC236}">
                  <a16:creationId xmlns:a16="http://schemas.microsoft.com/office/drawing/2014/main" id="{852BA655-0D49-C473-87A0-134E0A936862}"/>
                </a:ext>
              </a:extLst>
            </p:cNvPr>
            <p:cNvSpPr/>
            <p:nvPr/>
          </p:nvSpPr>
          <p:spPr>
            <a:xfrm flipV="1">
              <a:off x="8571630" y="153528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64" name="Oval 15">
              <a:extLst>
                <a:ext uri="{FF2B5EF4-FFF2-40B4-BE49-F238E27FC236}">
                  <a16:creationId xmlns:a16="http://schemas.microsoft.com/office/drawing/2014/main" id="{C2BA99DD-2696-7CC2-D608-1ACCF7BB5585}"/>
                </a:ext>
              </a:extLst>
            </p:cNvPr>
            <p:cNvSpPr/>
            <p:nvPr/>
          </p:nvSpPr>
          <p:spPr>
            <a:xfrm>
              <a:off x="8599019" y="1572027"/>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65" name="Straight Connector 1964">
              <a:extLst>
                <a:ext uri="{FF2B5EF4-FFF2-40B4-BE49-F238E27FC236}">
                  <a16:creationId xmlns:a16="http://schemas.microsoft.com/office/drawing/2014/main" id="{75D26ECF-1559-F1F6-D6E1-6D2BE271D204}"/>
                </a:ext>
              </a:extLst>
            </p:cNvPr>
            <p:cNvCxnSpPr>
              <a:cxnSpLocks/>
              <a:stCxn id="1964" idx="0"/>
            </p:cNvCxnSpPr>
            <p:nvPr/>
          </p:nvCxnSpPr>
          <p:spPr>
            <a:xfrm flipV="1">
              <a:off x="8604716" y="154880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66" name="Straight Connector 1965">
              <a:extLst>
                <a:ext uri="{FF2B5EF4-FFF2-40B4-BE49-F238E27FC236}">
                  <a16:creationId xmlns:a16="http://schemas.microsoft.com/office/drawing/2014/main" id="{FC79E448-DAF9-4376-1017-AE8DA4B0D3DF}"/>
                </a:ext>
              </a:extLst>
            </p:cNvPr>
            <p:cNvCxnSpPr>
              <a:cxnSpLocks/>
            </p:cNvCxnSpPr>
            <p:nvPr/>
          </p:nvCxnSpPr>
          <p:spPr>
            <a:xfrm>
              <a:off x="8610435" y="154880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75" name="Group 1974">
            <a:extLst>
              <a:ext uri="{FF2B5EF4-FFF2-40B4-BE49-F238E27FC236}">
                <a16:creationId xmlns:a16="http://schemas.microsoft.com/office/drawing/2014/main" id="{635432A8-648F-EEB4-4E4C-3F46B3DFDF2B}"/>
              </a:ext>
            </a:extLst>
          </p:cNvPr>
          <p:cNvGrpSpPr/>
          <p:nvPr/>
        </p:nvGrpSpPr>
        <p:grpSpPr>
          <a:xfrm>
            <a:off x="11356238" y="811556"/>
            <a:ext cx="721206" cy="609701"/>
            <a:chOff x="11356238" y="811556"/>
            <a:chExt cx="721206" cy="609701"/>
          </a:xfrm>
        </p:grpSpPr>
        <p:sp>
          <p:nvSpPr>
            <p:cNvPr id="1976" name="Rectangle 1975">
              <a:hlinkHover r:id="" action="ppaction://noaction" highlightClick="1"/>
              <a:extLst>
                <a:ext uri="{FF2B5EF4-FFF2-40B4-BE49-F238E27FC236}">
                  <a16:creationId xmlns:a16="http://schemas.microsoft.com/office/drawing/2014/main" id="{4F9A59AA-B68E-49B5-1C69-3E6117AC1AB4}"/>
                </a:ext>
              </a:extLst>
            </p:cNvPr>
            <p:cNvSpPr/>
            <p:nvPr/>
          </p:nvSpPr>
          <p:spPr>
            <a:xfrm>
              <a:off x="11356238" y="81155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1977" name="Oval 1976">
              <a:extLst>
                <a:ext uri="{FF2B5EF4-FFF2-40B4-BE49-F238E27FC236}">
                  <a16:creationId xmlns:a16="http://schemas.microsoft.com/office/drawing/2014/main" id="{C2B6F357-94B3-FEC5-A945-1184800D3F1C}"/>
                </a:ext>
              </a:extLst>
            </p:cNvPr>
            <p:cNvSpPr/>
            <p:nvPr/>
          </p:nvSpPr>
          <p:spPr>
            <a:xfrm>
              <a:off x="11934777" y="81931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78" name="Isosceles Triangle 648">
              <a:extLst>
                <a:ext uri="{FF2B5EF4-FFF2-40B4-BE49-F238E27FC236}">
                  <a16:creationId xmlns:a16="http://schemas.microsoft.com/office/drawing/2014/main" id="{0FE4BA04-9CDA-FDDA-AAD7-DAB320E482DB}"/>
                </a:ext>
              </a:extLst>
            </p:cNvPr>
            <p:cNvSpPr/>
            <p:nvPr/>
          </p:nvSpPr>
          <p:spPr>
            <a:xfrm>
              <a:off x="11964901" y="83282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79" name="Group 1978">
            <a:extLst>
              <a:ext uri="{FF2B5EF4-FFF2-40B4-BE49-F238E27FC236}">
                <a16:creationId xmlns:a16="http://schemas.microsoft.com/office/drawing/2014/main" id="{70EA0FF6-BFF9-B953-978D-F2DBA0ADBB47}"/>
              </a:ext>
            </a:extLst>
          </p:cNvPr>
          <p:cNvGrpSpPr/>
          <p:nvPr/>
        </p:nvGrpSpPr>
        <p:grpSpPr>
          <a:xfrm>
            <a:off x="8808415" y="3705984"/>
            <a:ext cx="721206" cy="609701"/>
            <a:chOff x="8808415" y="3705984"/>
            <a:chExt cx="721206" cy="609701"/>
          </a:xfrm>
        </p:grpSpPr>
        <p:sp>
          <p:nvSpPr>
            <p:cNvPr id="1980" name="Rectangle 1979">
              <a:hlinkHover r:id="" action="ppaction://noaction" highlightClick="1"/>
              <a:extLst>
                <a:ext uri="{FF2B5EF4-FFF2-40B4-BE49-F238E27FC236}">
                  <a16:creationId xmlns:a16="http://schemas.microsoft.com/office/drawing/2014/main" id="{4006D329-0B69-F20A-3C42-FA4F57816D02}"/>
                </a:ext>
              </a:extLst>
            </p:cNvPr>
            <p:cNvSpPr/>
            <p:nvPr/>
          </p:nvSpPr>
          <p:spPr>
            <a:xfrm>
              <a:off x="8808415" y="370598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1981" name="Oval 1980">
              <a:extLst>
                <a:ext uri="{FF2B5EF4-FFF2-40B4-BE49-F238E27FC236}">
                  <a16:creationId xmlns:a16="http://schemas.microsoft.com/office/drawing/2014/main" id="{AC0A04C8-5E2B-2BBE-6A2F-D2A30FEE134F}"/>
                </a:ext>
              </a:extLst>
            </p:cNvPr>
            <p:cNvSpPr/>
            <p:nvPr/>
          </p:nvSpPr>
          <p:spPr>
            <a:xfrm>
              <a:off x="9388378" y="3715106"/>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2" name="Isosceles Triangle 648">
              <a:extLst>
                <a:ext uri="{FF2B5EF4-FFF2-40B4-BE49-F238E27FC236}">
                  <a16:creationId xmlns:a16="http://schemas.microsoft.com/office/drawing/2014/main" id="{2A444041-F844-FD4A-6E8C-1521A30EB764}"/>
                </a:ext>
              </a:extLst>
            </p:cNvPr>
            <p:cNvSpPr/>
            <p:nvPr/>
          </p:nvSpPr>
          <p:spPr>
            <a:xfrm>
              <a:off x="9418503" y="3728618"/>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93" name="Group 1992">
            <a:extLst>
              <a:ext uri="{FF2B5EF4-FFF2-40B4-BE49-F238E27FC236}">
                <a16:creationId xmlns:a16="http://schemas.microsoft.com/office/drawing/2014/main" id="{A7A9142D-4807-1035-66C3-54AB31EB272D}"/>
              </a:ext>
            </a:extLst>
          </p:cNvPr>
          <p:cNvGrpSpPr/>
          <p:nvPr/>
        </p:nvGrpSpPr>
        <p:grpSpPr>
          <a:xfrm>
            <a:off x="9657687" y="1532274"/>
            <a:ext cx="721206" cy="609701"/>
            <a:chOff x="9656908" y="1532276"/>
            <a:chExt cx="721206" cy="609701"/>
          </a:xfrm>
        </p:grpSpPr>
        <p:sp>
          <p:nvSpPr>
            <p:cNvPr id="1994" name="Rectangle 1993">
              <a:extLst>
                <a:ext uri="{FF2B5EF4-FFF2-40B4-BE49-F238E27FC236}">
                  <a16:creationId xmlns:a16="http://schemas.microsoft.com/office/drawing/2014/main" id="{AAFF8541-7CCC-BC7E-D109-BE15E380B1F9}"/>
                </a:ext>
              </a:extLst>
            </p:cNvPr>
            <p:cNvSpPr/>
            <p:nvPr/>
          </p:nvSpPr>
          <p:spPr>
            <a:xfrm>
              <a:off x="9656908" y="153227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995" name="Rectangle 1994">
              <a:extLst>
                <a:ext uri="{FF2B5EF4-FFF2-40B4-BE49-F238E27FC236}">
                  <a16:creationId xmlns:a16="http://schemas.microsoft.com/office/drawing/2014/main" id="{393426D0-27CA-F06B-B604-D1CB3A3BFFF4}"/>
                </a:ext>
              </a:extLst>
            </p:cNvPr>
            <p:cNvSpPr/>
            <p:nvPr/>
          </p:nvSpPr>
          <p:spPr>
            <a:xfrm flipV="1">
              <a:off x="10267657" y="1535287"/>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6" name="Oval 15">
              <a:extLst>
                <a:ext uri="{FF2B5EF4-FFF2-40B4-BE49-F238E27FC236}">
                  <a16:creationId xmlns:a16="http://schemas.microsoft.com/office/drawing/2014/main" id="{179B70CA-B86B-C9C2-6571-4595A577517D}"/>
                </a:ext>
              </a:extLst>
            </p:cNvPr>
            <p:cNvSpPr/>
            <p:nvPr/>
          </p:nvSpPr>
          <p:spPr>
            <a:xfrm>
              <a:off x="10295046" y="157202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97" name="Straight Connector 1996">
              <a:extLst>
                <a:ext uri="{FF2B5EF4-FFF2-40B4-BE49-F238E27FC236}">
                  <a16:creationId xmlns:a16="http://schemas.microsoft.com/office/drawing/2014/main" id="{74CDA835-6A11-3F13-33C5-F209D07C8E00}"/>
                </a:ext>
              </a:extLst>
            </p:cNvPr>
            <p:cNvCxnSpPr>
              <a:cxnSpLocks/>
              <a:stCxn id="1996" idx="0"/>
            </p:cNvCxnSpPr>
            <p:nvPr/>
          </p:nvCxnSpPr>
          <p:spPr>
            <a:xfrm flipV="1">
              <a:off x="10300743" y="154880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98" name="Straight Connector 1997">
              <a:extLst>
                <a:ext uri="{FF2B5EF4-FFF2-40B4-BE49-F238E27FC236}">
                  <a16:creationId xmlns:a16="http://schemas.microsoft.com/office/drawing/2014/main" id="{F4791B5A-6CCD-8ADD-EB58-140FF36BD3A7}"/>
                </a:ext>
              </a:extLst>
            </p:cNvPr>
            <p:cNvCxnSpPr>
              <a:cxnSpLocks/>
            </p:cNvCxnSpPr>
            <p:nvPr/>
          </p:nvCxnSpPr>
          <p:spPr>
            <a:xfrm>
              <a:off x="10306462" y="154880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011" name="Group 2010">
            <a:extLst>
              <a:ext uri="{FF2B5EF4-FFF2-40B4-BE49-F238E27FC236}">
                <a16:creationId xmlns:a16="http://schemas.microsoft.com/office/drawing/2014/main" id="{8C98B021-F073-635A-DCD1-37D264C1682F}"/>
              </a:ext>
            </a:extLst>
          </p:cNvPr>
          <p:cNvGrpSpPr/>
          <p:nvPr/>
        </p:nvGrpSpPr>
        <p:grpSpPr>
          <a:xfrm>
            <a:off x="5455162" y="2974052"/>
            <a:ext cx="721206" cy="609701"/>
            <a:chOff x="5454383" y="2974054"/>
            <a:chExt cx="721206" cy="609701"/>
          </a:xfrm>
        </p:grpSpPr>
        <p:sp>
          <p:nvSpPr>
            <p:cNvPr id="2012" name="Rectangle 2011">
              <a:extLst>
                <a:ext uri="{FF2B5EF4-FFF2-40B4-BE49-F238E27FC236}">
                  <a16:creationId xmlns:a16="http://schemas.microsoft.com/office/drawing/2014/main" id="{A29783F2-A0E7-F3DE-2310-7B0A23E0B07D}"/>
                </a:ext>
              </a:extLst>
            </p:cNvPr>
            <p:cNvSpPr/>
            <p:nvPr/>
          </p:nvSpPr>
          <p:spPr>
            <a:xfrm>
              <a:off x="5454383"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2013" name="Rectangle 2012">
              <a:extLst>
                <a:ext uri="{FF2B5EF4-FFF2-40B4-BE49-F238E27FC236}">
                  <a16:creationId xmlns:a16="http://schemas.microsoft.com/office/drawing/2014/main" id="{69F82678-CB19-1049-5083-02F08AE70EE5}"/>
                </a:ext>
              </a:extLst>
            </p:cNvPr>
            <p:cNvSpPr/>
            <p:nvPr/>
          </p:nvSpPr>
          <p:spPr>
            <a:xfrm flipV="1">
              <a:off x="6064254"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14" name="Oval 15">
              <a:extLst>
                <a:ext uri="{FF2B5EF4-FFF2-40B4-BE49-F238E27FC236}">
                  <a16:creationId xmlns:a16="http://schemas.microsoft.com/office/drawing/2014/main" id="{248AF614-792F-6650-A6AE-743DB99CB60D}"/>
                </a:ext>
              </a:extLst>
            </p:cNvPr>
            <p:cNvSpPr/>
            <p:nvPr/>
          </p:nvSpPr>
          <p:spPr>
            <a:xfrm>
              <a:off x="6091643"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15" name="Straight Connector 2014">
              <a:extLst>
                <a:ext uri="{FF2B5EF4-FFF2-40B4-BE49-F238E27FC236}">
                  <a16:creationId xmlns:a16="http://schemas.microsoft.com/office/drawing/2014/main" id="{F04E73C7-DC2A-B3F0-71CE-068C699C4AFD}"/>
                </a:ext>
              </a:extLst>
            </p:cNvPr>
            <p:cNvCxnSpPr>
              <a:cxnSpLocks/>
              <a:stCxn id="2014" idx="0"/>
            </p:cNvCxnSpPr>
            <p:nvPr/>
          </p:nvCxnSpPr>
          <p:spPr>
            <a:xfrm flipV="1">
              <a:off x="6097339"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016" name="Straight Connector 2015">
              <a:extLst>
                <a:ext uri="{FF2B5EF4-FFF2-40B4-BE49-F238E27FC236}">
                  <a16:creationId xmlns:a16="http://schemas.microsoft.com/office/drawing/2014/main" id="{0E5FD527-AE8C-8605-3661-66DDC2F2A7DE}"/>
                </a:ext>
              </a:extLst>
            </p:cNvPr>
            <p:cNvCxnSpPr>
              <a:cxnSpLocks/>
            </p:cNvCxnSpPr>
            <p:nvPr/>
          </p:nvCxnSpPr>
          <p:spPr>
            <a:xfrm>
              <a:off x="6103058"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 name="Group 1">
            <a:extLst>
              <a:ext uri="{FF2B5EF4-FFF2-40B4-BE49-F238E27FC236}">
                <a16:creationId xmlns:a16="http://schemas.microsoft.com/office/drawing/2014/main" id="{F21C5BAC-087B-567B-0A48-5003F1301D75}"/>
              </a:ext>
            </a:extLst>
          </p:cNvPr>
          <p:cNvGrpSpPr/>
          <p:nvPr/>
        </p:nvGrpSpPr>
        <p:grpSpPr>
          <a:xfrm>
            <a:off x="3779087" y="3698226"/>
            <a:ext cx="721206" cy="609701"/>
            <a:chOff x="3779087" y="3698226"/>
            <a:chExt cx="721206" cy="609701"/>
          </a:xfrm>
        </p:grpSpPr>
        <p:sp>
          <p:nvSpPr>
            <p:cNvPr id="3" name="Rectangle 2">
              <a:extLst>
                <a:ext uri="{FF2B5EF4-FFF2-40B4-BE49-F238E27FC236}">
                  <a16:creationId xmlns:a16="http://schemas.microsoft.com/office/drawing/2014/main" id="{891F103E-ABC6-2DB5-DDEF-4B6CC8D67628}"/>
                </a:ext>
              </a:extLst>
            </p:cNvPr>
            <p:cNvSpPr/>
            <p:nvPr/>
          </p:nvSpPr>
          <p:spPr>
            <a:xfrm>
              <a:off x="3779087" y="3698226"/>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MFA</a:t>
              </a:r>
            </a:p>
          </p:txBody>
        </p:sp>
        <p:sp>
          <p:nvSpPr>
            <p:cNvPr id="4" name="Right Triangle 3">
              <a:extLst>
                <a:ext uri="{FF2B5EF4-FFF2-40B4-BE49-F238E27FC236}">
                  <a16:creationId xmlns:a16="http://schemas.microsoft.com/office/drawing/2014/main" id="{43FD418E-E9AC-3378-DF81-E1EA4823D1CC}"/>
                </a:ext>
              </a:extLst>
            </p:cNvPr>
            <p:cNvSpPr/>
            <p:nvPr/>
          </p:nvSpPr>
          <p:spPr>
            <a:xfrm rot="10800000">
              <a:off x="4382069" y="370065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5281809C-646A-903E-E488-C2668ECC5CF2}"/>
                </a:ext>
              </a:extLst>
            </p:cNvPr>
            <p:cNvGrpSpPr/>
            <p:nvPr/>
          </p:nvGrpSpPr>
          <p:grpSpPr>
            <a:xfrm>
              <a:off x="4448513" y="3706747"/>
              <a:ext cx="37817" cy="61390"/>
              <a:chOff x="3883481" y="2057400"/>
              <a:chExt cx="1608363" cy="2652031"/>
            </a:xfrm>
            <a:solidFill>
              <a:srgbClr val="A6A6A6">
                <a:alpha val="20000"/>
              </a:srgbClr>
            </a:solidFill>
          </p:grpSpPr>
          <p:sp>
            <p:nvSpPr>
              <p:cNvPr id="6" name="Oval 27">
                <a:extLst>
                  <a:ext uri="{FF2B5EF4-FFF2-40B4-BE49-F238E27FC236}">
                    <a16:creationId xmlns:a16="http://schemas.microsoft.com/office/drawing/2014/main" id="{A8E98557-79B6-5E8E-E069-D8F43441F450}"/>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 name="Oval 28">
                <a:extLst>
                  <a:ext uri="{FF2B5EF4-FFF2-40B4-BE49-F238E27FC236}">
                    <a16:creationId xmlns:a16="http://schemas.microsoft.com/office/drawing/2014/main" id="{86816A9E-81F0-13A6-EB34-18CC5719E67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8" name="Group 7">
            <a:extLst>
              <a:ext uri="{FF2B5EF4-FFF2-40B4-BE49-F238E27FC236}">
                <a16:creationId xmlns:a16="http://schemas.microsoft.com/office/drawing/2014/main" id="{5BA1713E-FBC5-400E-158E-44BADD676E83}"/>
              </a:ext>
            </a:extLst>
          </p:cNvPr>
          <p:cNvGrpSpPr/>
          <p:nvPr/>
        </p:nvGrpSpPr>
        <p:grpSpPr>
          <a:xfrm>
            <a:off x="4615774" y="3698231"/>
            <a:ext cx="721206" cy="609701"/>
            <a:chOff x="4615774" y="3698231"/>
            <a:chExt cx="721206" cy="609701"/>
          </a:xfrm>
        </p:grpSpPr>
        <p:sp>
          <p:nvSpPr>
            <p:cNvPr id="10" name="Rectangle 9">
              <a:hlinkHover r:id="" action="ppaction://noaction" highlightClick="1"/>
              <a:extLst>
                <a:ext uri="{FF2B5EF4-FFF2-40B4-BE49-F238E27FC236}">
                  <a16:creationId xmlns:a16="http://schemas.microsoft.com/office/drawing/2014/main" id="{4DF448DA-458D-5677-98F8-03A20CCAAEFA}"/>
                </a:ext>
              </a:extLst>
            </p:cNvPr>
            <p:cNvSpPr/>
            <p:nvPr/>
          </p:nvSpPr>
          <p:spPr>
            <a:xfrm>
              <a:off x="4615774" y="3698231"/>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External Identities</a:t>
              </a:r>
            </a:p>
          </p:txBody>
        </p:sp>
        <p:sp>
          <p:nvSpPr>
            <p:cNvPr id="11" name="Oval 10">
              <a:extLst>
                <a:ext uri="{FF2B5EF4-FFF2-40B4-BE49-F238E27FC236}">
                  <a16:creationId xmlns:a16="http://schemas.microsoft.com/office/drawing/2014/main" id="{B23BF060-04FD-8932-EDAB-288FCB720030}"/>
                </a:ext>
              </a:extLst>
            </p:cNvPr>
            <p:cNvSpPr/>
            <p:nvPr/>
          </p:nvSpPr>
          <p:spPr>
            <a:xfrm>
              <a:off x="5190400" y="3708592"/>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2" name="Isosceles Triangle 648">
              <a:extLst>
                <a:ext uri="{FF2B5EF4-FFF2-40B4-BE49-F238E27FC236}">
                  <a16:creationId xmlns:a16="http://schemas.microsoft.com/office/drawing/2014/main" id="{10542E98-49D9-9887-22DC-F3C408BDE682}"/>
                </a:ext>
              </a:extLst>
            </p:cNvPr>
            <p:cNvSpPr/>
            <p:nvPr/>
          </p:nvSpPr>
          <p:spPr>
            <a:xfrm>
              <a:off x="5220526" y="372209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3" name="Group 12">
            <a:extLst>
              <a:ext uri="{FF2B5EF4-FFF2-40B4-BE49-F238E27FC236}">
                <a16:creationId xmlns:a16="http://schemas.microsoft.com/office/drawing/2014/main" id="{8B12FF3E-3C6F-BA00-71AA-373F6047BC67}"/>
              </a:ext>
            </a:extLst>
          </p:cNvPr>
          <p:cNvGrpSpPr/>
          <p:nvPr/>
        </p:nvGrpSpPr>
        <p:grpSpPr>
          <a:xfrm>
            <a:off x="2099604" y="5136552"/>
            <a:ext cx="721206" cy="609701"/>
            <a:chOff x="2099604" y="5136552"/>
            <a:chExt cx="721206" cy="609701"/>
          </a:xfrm>
        </p:grpSpPr>
        <p:sp>
          <p:nvSpPr>
            <p:cNvPr id="14" name="Rectangle 13">
              <a:extLst>
                <a:ext uri="{FF2B5EF4-FFF2-40B4-BE49-F238E27FC236}">
                  <a16:creationId xmlns:a16="http://schemas.microsoft.com/office/drawing/2014/main" id="{EA71DCA8-E547-06A4-5614-A84017A70585}"/>
                </a:ext>
              </a:extLst>
            </p:cNvPr>
            <p:cNvSpPr/>
            <p:nvPr/>
          </p:nvSpPr>
          <p:spPr>
            <a:xfrm>
              <a:off x="2099604" y="5136552"/>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 Protection</a:t>
              </a:r>
            </a:p>
          </p:txBody>
        </p:sp>
        <p:sp>
          <p:nvSpPr>
            <p:cNvPr id="15" name="Right Triangle 14">
              <a:extLst>
                <a:ext uri="{FF2B5EF4-FFF2-40B4-BE49-F238E27FC236}">
                  <a16:creationId xmlns:a16="http://schemas.microsoft.com/office/drawing/2014/main" id="{676E1E33-1682-215D-6050-6F655AA16E90}"/>
                </a:ext>
              </a:extLst>
            </p:cNvPr>
            <p:cNvSpPr/>
            <p:nvPr/>
          </p:nvSpPr>
          <p:spPr>
            <a:xfrm rot="10800000">
              <a:off x="2699216" y="5145290"/>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6" name="Group 15">
              <a:extLst>
                <a:ext uri="{FF2B5EF4-FFF2-40B4-BE49-F238E27FC236}">
                  <a16:creationId xmlns:a16="http://schemas.microsoft.com/office/drawing/2014/main" id="{9BD97917-8BD8-2CCC-B036-F72595B3F51F}"/>
                </a:ext>
              </a:extLst>
            </p:cNvPr>
            <p:cNvGrpSpPr/>
            <p:nvPr/>
          </p:nvGrpSpPr>
          <p:grpSpPr>
            <a:xfrm>
              <a:off x="2765661" y="5151382"/>
              <a:ext cx="37817" cy="61390"/>
              <a:chOff x="3883481" y="2057400"/>
              <a:chExt cx="1608363" cy="2652031"/>
            </a:xfrm>
            <a:solidFill>
              <a:srgbClr val="A6A6A6">
                <a:alpha val="20000"/>
              </a:srgbClr>
            </a:solidFill>
          </p:grpSpPr>
          <p:sp>
            <p:nvSpPr>
              <p:cNvPr id="18" name="Oval 27">
                <a:extLst>
                  <a:ext uri="{FF2B5EF4-FFF2-40B4-BE49-F238E27FC236}">
                    <a16:creationId xmlns:a16="http://schemas.microsoft.com/office/drawing/2014/main" id="{11BD3987-2A41-7FC4-31AB-5C5D0AF3D206}"/>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7" name="Oval 28">
                <a:extLst>
                  <a:ext uri="{FF2B5EF4-FFF2-40B4-BE49-F238E27FC236}">
                    <a16:creationId xmlns:a16="http://schemas.microsoft.com/office/drawing/2014/main" id="{630D026B-61B8-16BF-C5A8-58507A0FFF9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41" name="Group 40">
            <a:extLst>
              <a:ext uri="{FF2B5EF4-FFF2-40B4-BE49-F238E27FC236}">
                <a16:creationId xmlns:a16="http://schemas.microsoft.com/office/drawing/2014/main" id="{58F38D17-365E-A9B8-A84A-61C799C1AF5F}"/>
              </a:ext>
            </a:extLst>
          </p:cNvPr>
          <p:cNvGrpSpPr/>
          <p:nvPr/>
        </p:nvGrpSpPr>
        <p:grpSpPr>
          <a:xfrm>
            <a:off x="2100392" y="4419620"/>
            <a:ext cx="721206" cy="609701"/>
            <a:chOff x="2100392" y="4419620"/>
            <a:chExt cx="721206" cy="609701"/>
          </a:xfrm>
        </p:grpSpPr>
        <p:sp>
          <p:nvSpPr>
            <p:cNvPr id="42" name="Rectangle 41">
              <a:extLst>
                <a:ext uri="{FF2B5EF4-FFF2-40B4-BE49-F238E27FC236}">
                  <a16:creationId xmlns:a16="http://schemas.microsoft.com/office/drawing/2014/main" id="{A81DA605-65CE-D61E-BCF7-0D5C473C4313}"/>
                </a:ext>
              </a:extLst>
            </p:cNvPr>
            <p:cNvSpPr/>
            <p:nvPr/>
          </p:nvSpPr>
          <p:spPr>
            <a:xfrm>
              <a:off x="2100392" y="4419620"/>
              <a:ext cx="721206" cy="609701"/>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Application Proxy</a:t>
              </a:r>
            </a:p>
          </p:txBody>
        </p:sp>
        <p:sp>
          <p:nvSpPr>
            <p:cNvPr id="43" name="Right Triangle 42">
              <a:extLst>
                <a:ext uri="{FF2B5EF4-FFF2-40B4-BE49-F238E27FC236}">
                  <a16:creationId xmlns:a16="http://schemas.microsoft.com/office/drawing/2014/main" id="{CDC0F599-3551-C41A-7B01-57EEC411F42A}"/>
                </a:ext>
              </a:extLst>
            </p:cNvPr>
            <p:cNvSpPr/>
            <p:nvPr/>
          </p:nvSpPr>
          <p:spPr>
            <a:xfrm rot="10800000">
              <a:off x="2703412" y="4428358"/>
              <a:ext cx="117054" cy="115241"/>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44" name="Group 43">
              <a:extLst>
                <a:ext uri="{FF2B5EF4-FFF2-40B4-BE49-F238E27FC236}">
                  <a16:creationId xmlns:a16="http://schemas.microsoft.com/office/drawing/2014/main" id="{46FE746F-F0BF-F9D1-1755-C3D5411ED830}"/>
                </a:ext>
              </a:extLst>
            </p:cNvPr>
            <p:cNvGrpSpPr/>
            <p:nvPr/>
          </p:nvGrpSpPr>
          <p:grpSpPr>
            <a:xfrm>
              <a:off x="2769856" y="4434450"/>
              <a:ext cx="37817" cy="61390"/>
              <a:chOff x="3883481" y="2057400"/>
              <a:chExt cx="1608363" cy="2652031"/>
            </a:xfrm>
            <a:solidFill>
              <a:srgbClr val="A6A6A6">
                <a:alpha val="20000"/>
              </a:srgbClr>
            </a:solidFill>
          </p:grpSpPr>
          <p:sp>
            <p:nvSpPr>
              <p:cNvPr id="45" name="Oval 27">
                <a:extLst>
                  <a:ext uri="{FF2B5EF4-FFF2-40B4-BE49-F238E27FC236}">
                    <a16:creationId xmlns:a16="http://schemas.microsoft.com/office/drawing/2014/main" id="{A9336C3D-E1E1-7CFE-A821-9D2BAC306C17}"/>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46" name="Oval 28">
                <a:extLst>
                  <a:ext uri="{FF2B5EF4-FFF2-40B4-BE49-F238E27FC236}">
                    <a16:creationId xmlns:a16="http://schemas.microsoft.com/office/drawing/2014/main" id="{E7FDB9C3-FAF4-6C91-4665-1C78F604981F}"/>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57" name="Group 56">
            <a:extLst>
              <a:ext uri="{FF2B5EF4-FFF2-40B4-BE49-F238E27FC236}">
                <a16:creationId xmlns:a16="http://schemas.microsoft.com/office/drawing/2014/main" id="{1D018A52-0D9A-CBC2-5815-9DE0BB9ABC75}"/>
              </a:ext>
            </a:extLst>
          </p:cNvPr>
          <p:cNvGrpSpPr/>
          <p:nvPr/>
        </p:nvGrpSpPr>
        <p:grpSpPr>
          <a:xfrm>
            <a:off x="10520475" y="90836"/>
            <a:ext cx="721206" cy="609701"/>
            <a:chOff x="10520475" y="90836"/>
            <a:chExt cx="721206" cy="609701"/>
          </a:xfrm>
        </p:grpSpPr>
        <p:sp>
          <p:nvSpPr>
            <p:cNvPr id="58" name="Rectangle 57">
              <a:hlinkHover r:id="" action="ppaction://noaction" highlightClick="1"/>
              <a:extLst>
                <a:ext uri="{FF2B5EF4-FFF2-40B4-BE49-F238E27FC236}">
                  <a16:creationId xmlns:a16="http://schemas.microsoft.com/office/drawing/2014/main" id="{47268E9E-1577-78AE-56EF-B7453A7B55DD}"/>
                </a:ext>
              </a:extLst>
            </p:cNvPr>
            <p:cNvSpPr/>
            <p:nvPr/>
          </p:nvSpPr>
          <p:spPr>
            <a:xfrm>
              <a:off x="10520475" y="9083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59" name="Oval 58">
              <a:extLst>
                <a:ext uri="{FF2B5EF4-FFF2-40B4-BE49-F238E27FC236}">
                  <a16:creationId xmlns:a16="http://schemas.microsoft.com/office/drawing/2014/main" id="{1858DA78-6DF1-80F6-76DA-D63BE223F790}"/>
                </a:ext>
              </a:extLst>
            </p:cNvPr>
            <p:cNvSpPr/>
            <p:nvPr/>
          </p:nvSpPr>
          <p:spPr>
            <a:xfrm>
              <a:off x="11099014" y="985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 name="Isosceles Triangle 648">
              <a:extLst>
                <a:ext uri="{FF2B5EF4-FFF2-40B4-BE49-F238E27FC236}">
                  <a16:creationId xmlns:a16="http://schemas.microsoft.com/office/drawing/2014/main" id="{B969F12E-DA87-7649-E14B-4F6A0644A91B}"/>
                </a:ext>
              </a:extLst>
            </p:cNvPr>
            <p:cNvSpPr/>
            <p:nvPr/>
          </p:nvSpPr>
          <p:spPr>
            <a:xfrm>
              <a:off x="11129138" y="1121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860" name="Group 1859">
            <a:extLst>
              <a:ext uri="{FF2B5EF4-FFF2-40B4-BE49-F238E27FC236}">
                <a16:creationId xmlns:a16="http://schemas.microsoft.com/office/drawing/2014/main" id="{86808BED-3954-79CE-C592-060C009D8E96}"/>
              </a:ext>
            </a:extLst>
          </p:cNvPr>
          <p:cNvGrpSpPr/>
          <p:nvPr/>
        </p:nvGrpSpPr>
        <p:grpSpPr>
          <a:xfrm>
            <a:off x="11356238" y="1532276"/>
            <a:ext cx="721206" cy="609701"/>
            <a:chOff x="11356238" y="1532276"/>
            <a:chExt cx="721206" cy="609701"/>
          </a:xfrm>
        </p:grpSpPr>
        <p:sp>
          <p:nvSpPr>
            <p:cNvPr id="1861" name="Rectangle 1860">
              <a:hlinkHover r:id="" action="ppaction://noaction" highlightClick="1"/>
              <a:extLst>
                <a:ext uri="{FF2B5EF4-FFF2-40B4-BE49-F238E27FC236}">
                  <a16:creationId xmlns:a16="http://schemas.microsoft.com/office/drawing/2014/main" id="{918E12ED-160E-C455-DE70-9BB5B670ABA6}"/>
                </a:ext>
              </a:extLst>
            </p:cNvPr>
            <p:cNvSpPr/>
            <p:nvPr/>
          </p:nvSpPr>
          <p:spPr>
            <a:xfrm>
              <a:off x="11356238"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1862" name="Oval 1861">
              <a:extLst>
                <a:ext uri="{FF2B5EF4-FFF2-40B4-BE49-F238E27FC236}">
                  <a16:creationId xmlns:a16="http://schemas.microsoft.com/office/drawing/2014/main" id="{6CFF6763-1C9F-00F6-1612-71F76376F725}"/>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63" name="Isosceles Triangle 648">
              <a:extLst>
                <a:ext uri="{FF2B5EF4-FFF2-40B4-BE49-F238E27FC236}">
                  <a16:creationId xmlns:a16="http://schemas.microsoft.com/office/drawing/2014/main" id="{2463CB21-F847-6457-5F2F-B05E0112F8ED}"/>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76" name="Group 75">
            <a:extLst>
              <a:ext uri="{FF2B5EF4-FFF2-40B4-BE49-F238E27FC236}">
                <a16:creationId xmlns:a16="http://schemas.microsoft.com/office/drawing/2014/main" id="{CDA0DE50-46D7-333F-3DF6-DDDEB708027D}"/>
              </a:ext>
            </a:extLst>
          </p:cNvPr>
          <p:cNvGrpSpPr/>
          <p:nvPr/>
        </p:nvGrpSpPr>
        <p:grpSpPr>
          <a:xfrm>
            <a:off x="8807246" y="1532278"/>
            <a:ext cx="721206" cy="609701"/>
            <a:chOff x="8807246" y="1532278"/>
            <a:chExt cx="721206" cy="609701"/>
          </a:xfrm>
        </p:grpSpPr>
        <p:sp>
          <p:nvSpPr>
            <p:cNvPr id="77" name="Rectangle 76">
              <a:hlinkHover r:id="" action="ppaction://noaction" highlightClick="1"/>
              <a:extLst>
                <a:ext uri="{FF2B5EF4-FFF2-40B4-BE49-F238E27FC236}">
                  <a16:creationId xmlns:a16="http://schemas.microsoft.com/office/drawing/2014/main" id="{4BA54483-6739-8D8D-133D-8D4609174C64}"/>
                </a:ext>
              </a:extLst>
            </p:cNvPr>
            <p:cNvSpPr/>
            <p:nvPr/>
          </p:nvSpPr>
          <p:spPr>
            <a:xfrm>
              <a:off x="8807246" y="153227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GB" sz="600">
                  <a:solidFill>
                    <a:srgbClr val="1F4E79">
                      <a:alpha val="20000"/>
                    </a:srgbClr>
                  </a:solidFill>
                  <a:latin typeface="Century Gothic" panose="020B0502020202020204" pitchFamily="34" charset="0"/>
                </a:rPr>
                <a:t>Microsoft Purview Unified Catalog</a:t>
              </a:r>
            </a:p>
          </p:txBody>
        </p:sp>
        <p:sp>
          <p:nvSpPr>
            <p:cNvPr id="78" name="Oval 77">
              <a:extLst>
                <a:ext uri="{FF2B5EF4-FFF2-40B4-BE49-F238E27FC236}">
                  <a16:creationId xmlns:a16="http://schemas.microsoft.com/office/drawing/2014/main" id="{462FC4EB-3A14-B853-85D3-05531F6F9AE5}"/>
                </a:ext>
              </a:extLst>
            </p:cNvPr>
            <p:cNvSpPr/>
            <p:nvPr/>
          </p:nvSpPr>
          <p:spPr>
            <a:xfrm>
              <a:off x="9387237" y="1541406"/>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79" name="Isosceles Triangle 648">
              <a:extLst>
                <a:ext uri="{FF2B5EF4-FFF2-40B4-BE49-F238E27FC236}">
                  <a16:creationId xmlns:a16="http://schemas.microsoft.com/office/drawing/2014/main" id="{3F2E3545-8523-FFE7-B9E5-9731EB4A1CC2}"/>
                </a:ext>
              </a:extLst>
            </p:cNvPr>
            <p:cNvSpPr/>
            <p:nvPr/>
          </p:nvSpPr>
          <p:spPr>
            <a:xfrm>
              <a:off x="9417362" y="155491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3" name="Group 102">
            <a:extLst>
              <a:ext uri="{FF2B5EF4-FFF2-40B4-BE49-F238E27FC236}">
                <a16:creationId xmlns:a16="http://schemas.microsoft.com/office/drawing/2014/main" id="{85C631F9-B63E-3F74-8B4B-DD0FA3868383}"/>
              </a:ext>
            </a:extLst>
          </p:cNvPr>
          <p:cNvGrpSpPr/>
          <p:nvPr/>
        </p:nvGrpSpPr>
        <p:grpSpPr>
          <a:xfrm>
            <a:off x="7959200" y="2974054"/>
            <a:ext cx="721206" cy="609701"/>
            <a:chOff x="7959200" y="2974054"/>
            <a:chExt cx="721206" cy="609701"/>
          </a:xfrm>
        </p:grpSpPr>
        <p:sp>
          <p:nvSpPr>
            <p:cNvPr id="104" name="Rectangle 103">
              <a:hlinkHover r:id="" action="ppaction://noaction" highlightClick="1"/>
              <a:extLst>
                <a:ext uri="{FF2B5EF4-FFF2-40B4-BE49-F238E27FC236}">
                  <a16:creationId xmlns:a16="http://schemas.microsoft.com/office/drawing/2014/main" id="{2EAD5BC5-BDF6-D713-5E7E-B7BCC0956C90}"/>
                </a:ext>
              </a:extLst>
            </p:cNvPr>
            <p:cNvSpPr/>
            <p:nvPr/>
          </p:nvSpPr>
          <p:spPr>
            <a:xfrm>
              <a:off x="7959200" y="2974054"/>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Identity Governance: Lifecycle Workflows</a:t>
              </a:r>
            </a:p>
          </p:txBody>
        </p:sp>
        <p:sp>
          <p:nvSpPr>
            <p:cNvPr id="105" name="Diamond 104">
              <a:extLst>
                <a:ext uri="{FF2B5EF4-FFF2-40B4-BE49-F238E27FC236}">
                  <a16:creationId xmlns:a16="http://schemas.microsoft.com/office/drawing/2014/main" id="{0CD0A560-D959-46FC-13AF-2CAAE291E432}"/>
                </a:ext>
              </a:extLst>
            </p:cNvPr>
            <p:cNvSpPr/>
            <p:nvPr/>
          </p:nvSpPr>
          <p:spPr>
            <a:xfrm>
              <a:off x="8543920" y="2976405"/>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06" name="Oval 105">
              <a:extLst>
                <a:ext uri="{FF2B5EF4-FFF2-40B4-BE49-F238E27FC236}">
                  <a16:creationId xmlns:a16="http://schemas.microsoft.com/office/drawing/2014/main" id="{C1C992CF-97AA-80E4-5807-103B70A1D540}"/>
                </a:ext>
              </a:extLst>
            </p:cNvPr>
            <p:cNvSpPr/>
            <p:nvPr/>
          </p:nvSpPr>
          <p:spPr>
            <a:xfrm>
              <a:off x="8578052" y="3009893"/>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07" name="Group 106">
            <a:extLst>
              <a:ext uri="{FF2B5EF4-FFF2-40B4-BE49-F238E27FC236}">
                <a16:creationId xmlns:a16="http://schemas.microsoft.com/office/drawing/2014/main" id="{1560D05D-07D5-FFCD-D56F-0FF0E4D8E1C8}"/>
              </a:ext>
            </a:extLst>
          </p:cNvPr>
          <p:cNvGrpSpPr/>
          <p:nvPr/>
        </p:nvGrpSpPr>
        <p:grpSpPr>
          <a:xfrm>
            <a:off x="3776512" y="2974053"/>
            <a:ext cx="724130" cy="609701"/>
            <a:chOff x="3776512" y="2974053"/>
            <a:chExt cx="724130" cy="609701"/>
          </a:xfrm>
        </p:grpSpPr>
        <p:sp>
          <p:nvSpPr>
            <p:cNvPr id="108" name="Rectangle 107">
              <a:extLst>
                <a:ext uri="{FF2B5EF4-FFF2-40B4-BE49-F238E27FC236}">
                  <a16:creationId xmlns:a16="http://schemas.microsoft.com/office/drawing/2014/main" id="{9BCE529C-4B28-5E89-FAA0-117A3C769659}"/>
                </a:ext>
              </a:extLst>
            </p:cNvPr>
            <p:cNvSpPr/>
            <p:nvPr/>
          </p:nvSpPr>
          <p:spPr>
            <a:xfrm>
              <a:off x="3776512"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Conditional Access: Target Resources</a:t>
              </a:r>
            </a:p>
          </p:txBody>
        </p:sp>
        <p:sp>
          <p:nvSpPr>
            <p:cNvPr id="109" name="Right Triangle 108">
              <a:extLst>
                <a:ext uri="{FF2B5EF4-FFF2-40B4-BE49-F238E27FC236}">
                  <a16:creationId xmlns:a16="http://schemas.microsoft.com/office/drawing/2014/main" id="{B9687077-422F-F39A-90A6-C46D63ECDAFD}"/>
                </a:ext>
              </a:extLst>
            </p:cNvPr>
            <p:cNvSpPr/>
            <p:nvPr/>
          </p:nvSpPr>
          <p:spPr>
            <a:xfrm rot="10800000">
              <a:off x="4383588"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10" name="Group 109">
              <a:extLst>
                <a:ext uri="{FF2B5EF4-FFF2-40B4-BE49-F238E27FC236}">
                  <a16:creationId xmlns:a16="http://schemas.microsoft.com/office/drawing/2014/main" id="{7C862D0E-BE31-43A8-D2F9-F44EEBCAC68C}"/>
                </a:ext>
              </a:extLst>
            </p:cNvPr>
            <p:cNvGrpSpPr/>
            <p:nvPr/>
          </p:nvGrpSpPr>
          <p:grpSpPr>
            <a:xfrm>
              <a:off x="4450061" y="2982574"/>
              <a:ext cx="37817" cy="61390"/>
              <a:chOff x="3883481" y="2057400"/>
              <a:chExt cx="1608363" cy="2652031"/>
            </a:xfrm>
            <a:solidFill>
              <a:srgbClr val="A6A6A6">
                <a:alpha val="20000"/>
              </a:srgbClr>
            </a:solidFill>
          </p:grpSpPr>
          <p:sp>
            <p:nvSpPr>
              <p:cNvPr id="111" name="Oval 27">
                <a:extLst>
                  <a:ext uri="{FF2B5EF4-FFF2-40B4-BE49-F238E27FC236}">
                    <a16:creationId xmlns:a16="http://schemas.microsoft.com/office/drawing/2014/main" id="{34DA6216-8C12-C0FC-5577-8FE4B0CCAF4F}"/>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12" name="Oval 28">
                <a:extLst>
                  <a:ext uri="{FF2B5EF4-FFF2-40B4-BE49-F238E27FC236}">
                    <a16:creationId xmlns:a16="http://schemas.microsoft.com/office/drawing/2014/main" id="{D51D8C39-2970-8778-92EB-6518DC7D60F3}"/>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909" name="Group 1908">
            <a:extLst>
              <a:ext uri="{FF2B5EF4-FFF2-40B4-BE49-F238E27FC236}">
                <a16:creationId xmlns:a16="http://schemas.microsoft.com/office/drawing/2014/main" id="{9057D779-CED5-16B8-2CD3-30F178BDBDCA}"/>
              </a:ext>
            </a:extLst>
          </p:cNvPr>
          <p:cNvGrpSpPr/>
          <p:nvPr/>
        </p:nvGrpSpPr>
        <p:grpSpPr>
          <a:xfrm>
            <a:off x="7905566" y="751337"/>
            <a:ext cx="3396155" cy="4999377"/>
            <a:chOff x="7905566" y="751337"/>
            <a:chExt cx="3396155" cy="4999377"/>
          </a:xfrm>
        </p:grpSpPr>
        <p:cxnSp>
          <p:nvCxnSpPr>
            <p:cNvPr id="1910" name="Straight Connector 1909">
              <a:extLst>
                <a:ext uri="{FF2B5EF4-FFF2-40B4-BE49-F238E27FC236}">
                  <a16:creationId xmlns:a16="http://schemas.microsoft.com/office/drawing/2014/main" id="{B1DA5A8A-22D6-CF3A-2907-BB7007BDD031}"/>
                </a:ext>
              </a:extLst>
            </p:cNvPr>
            <p:cNvCxnSpPr>
              <a:cxnSpLocks/>
            </p:cNvCxnSpPr>
            <p:nvPr/>
          </p:nvCxnSpPr>
          <p:spPr>
            <a:xfrm>
              <a:off x="7905566" y="751337"/>
              <a:ext cx="6515" cy="139064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11" name="Straight Connector 1910">
              <a:extLst>
                <a:ext uri="{FF2B5EF4-FFF2-40B4-BE49-F238E27FC236}">
                  <a16:creationId xmlns:a16="http://schemas.microsoft.com/office/drawing/2014/main" id="{D963D64F-F050-B532-30D1-BEF5723A775B}"/>
                </a:ext>
              </a:extLst>
            </p:cNvPr>
            <p:cNvCxnSpPr>
              <a:cxnSpLocks/>
            </p:cNvCxnSpPr>
            <p:nvPr/>
          </p:nvCxnSpPr>
          <p:spPr>
            <a:xfrm>
              <a:off x="7989183" y="2197823"/>
              <a:ext cx="330267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12" name="Straight Connector 1911">
              <a:extLst>
                <a:ext uri="{FF2B5EF4-FFF2-40B4-BE49-F238E27FC236}">
                  <a16:creationId xmlns:a16="http://schemas.microsoft.com/office/drawing/2014/main" id="{D82C2B56-FA19-C869-F5D5-D8DAD36F018D}"/>
                </a:ext>
              </a:extLst>
            </p:cNvPr>
            <p:cNvCxnSpPr>
              <a:cxnSpLocks/>
            </p:cNvCxnSpPr>
            <p:nvPr/>
          </p:nvCxnSpPr>
          <p:spPr>
            <a:xfrm>
              <a:off x="7914828" y="2133229"/>
              <a:ext cx="75036" cy="71411"/>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C9B17A11-629C-6BE4-B98A-29A5D48C5B8C}"/>
                </a:ext>
              </a:extLst>
            </p:cNvPr>
            <p:cNvCxnSpPr>
              <a:cxnSpLocks/>
            </p:cNvCxnSpPr>
            <p:nvPr/>
          </p:nvCxnSpPr>
          <p:spPr>
            <a:xfrm flipH="1">
              <a:off x="9586913" y="2916091"/>
              <a:ext cx="17148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C72A2E6D-309D-00D4-854C-1BB4B1C05F9F}"/>
                </a:ext>
              </a:extLst>
            </p:cNvPr>
            <p:cNvCxnSpPr>
              <a:cxnSpLocks/>
            </p:cNvCxnSpPr>
            <p:nvPr/>
          </p:nvCxnSpPr>
          <p:spPr>
            <a:xfrm>
              <a:off x="9586913" y="2916091"/>
              <a:ext cx="0" cy="715284"/>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3AE440B-9C78-6B44-7E7B-C7BCD43098B9}"/>
                </a:ext>
              </a:extLst>
            </p:cNvPr>
            <p:cNvCxnSpPr>
              <a:cxnSpLocks/>
            </p:cNvCxnSpPr>
            <p:nvPr/>
          </p:nvCxnSpPr>
          <p:spPr>
            <a:xfrm>
              <a:off x="8740827" y="3631375"/>
              <a:ext cx="846086"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BB3A8574-D956-2C3A-DE8C-6E7DFE607BEB}"/>
                </a:ext>
              </a:extLst>
            </p:cNvPr>
            <p:cNvCxnSpPr>
              <a:cxnSpLocks/>
            </p:cNvCxnSpPr>
            <p:nvPr/>
          </p:nvCxnSpPr>
          <p:spPr>
            <a:xfrm>
              <a:off x="8740827" y="3631375"/>
              <a:ext cx="0" cy="21193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93" name="Straight Connector 92">
            <a:extLst>
              <a:ext uri="{FF2B5EF4-FFF2-40B4-BE49-F238E27FC236}">
                <a16:creationId xmlns:a16="http://schemas.microsoft.com/office/drawing/2014/main" id="{6C5A8D9F-007E-8E05-A8B0-2FD2C9C3D0BA}"/>
              </a:ext>
            </a:extLst>
          </p:cNvPr>
          <p:cNvCxnSpPr>
            <a:cxnSpLocks/>
          </p:cNvCxnSpPr>
          <p:nvPr/>
        </p:nvCxnSpPr>
        <p:spPr>
          <a:xfrm>
            <a:off x="11284691" y="2190613"/>
            <a:ext cx="0" cy="733082"/>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94" name="Group 93">
            <a:extLst>
              <a:ext uri="{FF2B5EF4-FFF2-40B4-BE49-F238E27FC236}">
                <a16:creationId xmlns:a16="http://schemas.microsoft.com/office/drawing/2014/main" id="{7D3DE665-ACDC-2E75-CAD8-06078B45E88D}"/>
              </a:ext>
            </a:extLst>
          </p:cNvPr>
          <p:cNvGrpSpPr/>
          <p:nvPr/>
        </p:nvGrpSpPr>
        <p:grpSpPr>
          <a:xfrm>
            <a:off x="9654676" y="814462"/>
            <a:ext cx="721206" cy="609701"/>
            <a:chOff x="9657965" y="90836"/>
            <a:chExt cx="721206" cy="609701"/>
          </a:xfrm>
        </p:grpSpPr>
        <p:sp>
          <p:nvSpPr>
            <p:cNvPr id="95" name="Rectangle 94">
              <a:hlinkHover r:id="" action="ppaction://noaction" highlightClick="1"/>
              <a:extLst>
                <a:ext uri="{FF2B5EF4-FFF2-40B4-BE49-F238E27FC236}">
                  <a16:creationId xmlns:a16="http://schemas.microsoft.com/office/drawing/2014/main" id="{69358559-ACEC-B7D7-3881-B3838D806F5A}"/>
                </a:ext>
              </a:extLst>
            </p:cNvPr>
            <p:cNvSpPr/>
            <p:nvPr/>
          </p:nvSpPr>
          <p:spPr>
            <a:xfrm>
              <a:off x="9657965" y="90836"/>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96" name="Diamond 95">
              <a:extLst>
                <a:ext uri="{FF2B5EF4-FFF2-40B4-BE49-F238E27FC236}">
                  <a16:creationId xmlns:a16="http://schemas.microsoft.com/office/drawing/2014/main" id="{BFB71011-B398-5131-2B4F-734EE3980ADB}"/>
                </a:ext>
              </a:extLst>
            </p:cNvPr>
            <p:cNvSpPr/>
            <p:nvPr/>
          </p:nvSpPr>
          <p:spPr>
            <a:xfrm>
              <a:off x="10242663" y="93187"/>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7" name="Oval 96">
              <a:extLst>
                <a:ext uri="{FF2B5EF4-FFF2-40B4-BE49-F238E27FC236}">
                  <a16:creationId xmlns:a16="http://schemas.microsoft.com/office/drawing/2014/main" id="{2F21EC59-A29B-0BF6-8016-F82B7E07C76A}"/>
                </a:ext>
              </a:extLst>
            </p:cNvPr>
            <p:cNvSpPr/>
            <p:nvPr/>
          </p:nvSpPr>
          <p:spPr>
            <a:xfrm>
              <a:off x="10276866" y="126675"/>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8" name="Group 97">
            <a:extLst>
              <a:ext uri="{FF2B5EF4-FFF2-40B4-BE49-F238E27FC236}">
                <a16:creationId xmlns:a16="http://schemas.microsoft.com/office/drawing/2014/main" id="{A9E97FF5-25ED-E8C7-B50D-21BE28010C75}"/>
              </a:ext>
            </a:extLst>
          </p:cNvPr>
          <p:cNvGrpSpPr/>
          <p:nvPr/>
        </p:nvGrpSpPr>
        <p:grpSpPr>
          <a:xfrm>
            <a:off x="2102909" y="811556"/>
            <a:ext cx="721206" cy="609701"/>
            <a:chOff x="2102909" y="811556"/>
            <a:chExt cx="721206" cy="609701"/>
          </a:xfrm>
        </p:grpSpPr>
        <p:sp>
          <p:nvSpPr>
            <p:cNvPr id="99" name="Rectangle 98">
              <a:extLst>
                <a:ext uri="{FF2B5EF4-FFF2-40B4-BE49-F238E27FC236}">
                  <a16:creationId xmlns:a16="http://schemas.microsoft.com/office/drawing/2014/main" id="{CAA4BBF4-24A0-0F22-E010-70C4A70C1920}"/>
                </a:ext>
              </a:extLst>
            </p:cNvPr>
            <p:cNvSpPr/>
            <p:nvPr/>
          </p:nvSpPr>
          <p:spPr>
            <a:xfrm>
              <a:off x="210290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00" name="Rectangle 99">
              <a:extLst>
                <a:ext uri="{FF2B5EF4-FFF2-40B4-BE49-F238E27FC236}">
                  <a16:creationId xmlns:a16="http://schemas.microsoft.com/office/drawing/2014/main" id="{AA4E6F73-A91B-28F4-2BEB-94A0CD340148}"/>
                </a:ext>
              </a:extLst>
            </p:cNvPr>
            <p:cNvSpPr/>
            <p:nvPr/>
          </p:nvSpPr>
          <p:spPr>
            <a:xfrm flipV="1">
              <a:off x="2720887"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 name="Oval 15">
              <a:extLst>
                <a:ext uri="{FF2B5EF4-FFF2-40B4-BE49-F238E27FC236}">
                  <a16:creationId xmlns:a16="http://schemas.microsoft.com/office/drawing/2014/main" id="{59FAF212-4E29-ACDF-F5F4-D98F2698CF78}"/>
                </a:ext>
              </a:extLst>
            </p:cNvPr>
            <p:cNvSpPr/>
            <p:nvPr/>
          </p:nvSpPr>
          <p:spPr>
            <a:xfrm>
              <a:off x="2748276"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2" name="Straight Connector 101">
              <a:extLst>
                <a:ext uri="{FF2B5EF4-FFF2-40B4-BE49-F238E27FC236}">
                  <a16:creationId xmlns:a16="http://schemas.microsoft.com/office/drawing/2014/main" id="{C724B82E-98D2-C3A0-B3C5-490F8935C674}"/>
                </a:ext>
              </a:extLst>
            </p:cNvPr>
            <p:cNvCxnSpPr>
              <a:cxnSpLocks/>
              <a:stCxn id="101" idx="0"/>
            </p:cNvCxnSpPr>
            <p:nvPr/>
          </p:nvCxnSpPr>
          <p:spPr>
            <a:xfrm flipV="1">
              <a:off x="2753972"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17" name="Straight Connector 116">
              <a:extLst>
                <a:ext uri="{FF2B5EF4-FFF2-40B4-BE49-F238E27FC236}">
                  <a16:creationId xmlns:a16="http://schemas.microsoft.com/office/drawing/2014/main" id="{4C810526-FB34-6A9D-2A8B-AA623661D8C5}"/>
                </a:ext>
              </a:extLst>
            </p:cNvPr>
            <p:cNvCxnSpPr>
              <a:cxnSpLocks/>
            </p:cNvCxnSpPr>
            <p:nvPr/>
          </p:nvCxnSpPr>
          <p:spPr>
            <a:xfrm>
              <a:off x="2759691"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18" name="Group 117">
            <a:extLst>
              <a:ext uri="{FF2B5EF4-FFF2-40B4-BE49-F238E27FC236}">
                <a16:creationId xmlns:a16="http://schemas.microsoft.com/office/drawing/2014/main" id="{E8D5154C-A143-7040-2C2C-7E2A5EF98581}"/>
              </a:ext>
            </a:extLst>
          </p:cNvPr>
          <p:cNvGrpSpPr/>
          <p:nvPr/>
        </p:nvGrpSpPr>
        <p:grpSpPr>
          <a:xfrm>
            <a:off x="10506599" y="811556"/>
            <a:ext cx="721206" cy="609701"/>
            <a:chOff x="10506599" y="811556"/>
            <a:chExt cx="721206" cy="609701"/>
          </a:xfrm>
        </p:grpSpPr>
        <p:sp>
          <p:nvSpPr>
            <p:cNvPr id="119" name="Rectangle 118">
              <a:extLst>
                <a:ext uri="{FF2B5EF4-FFF2-40B4-BE49-F238E27FC236}">
                  <a16:creationId xmlns:a16="http://schemas.microsoft.com/office/drawing/2014/main" id="{61DD7288-A125-37D0-2176-7BE0A494C108}"/>
                </a:ext>
              </a:extLst>
            </p:cNvPr>
            <p:cNvSpPr/>
            <p:nvPr/>
          </p:nvSpPr>
          <p:spPr>
            <a:xfrm>
              <a:off x="10506599" y="811556"/>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20" name="Rectangle 119">
              <a:extLst>
                <a:ext uri="{FF2B5EF4-FFF2-40B4-BE49-F238E27FC236}">
                  <a16:creationId xmlns:a16="http://schemas.microsoft.com/office/drawing/2014/main" id="{001E552E-4CE0-E192-5E3F-62779F38A0C5}"/>
                </a:ext>
              </a:extLst>
            </p:cNvPr>
            <p:cNvSpPr/>
            <p:nvPr/>
          </p:nvSpPr>
          <p:spPr>
            <a:xfrm flipV="1">
              <a:off x="11127613" y="820272"/>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Oval 15">
              <a:extLst>
                <a:ext uri="{FF2B5EF4-FFF2-40B4-BE49-F238E27FC236}">
                  <a16:creationId xmlns:a16="http://schemas.microsoft.com/office/drawing/2014/main" id="{54B9E29A-6AC8-1050-484B-30E4DA25CACC}"/>
                </a:ext>
              </a:extLst>
            </p:cNvPr>
            <p:cNvSpPr/>
            <p:nvPr/>
          </p:nvSpPr>
          <p:spPr>
            <a:xfrm>
              <a:off x="11155001" y="857011"/>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2" name="Straight Connector 121">
              <a:extLst>
                <a:ext uri="{FF2B5EF4-FFF2-40B4-BE49-F238E27FC236}">
                  <a16:creationId xmlns:a16="http://schemas.microsoft.com/office/drawing/2014/main" id="{F33D751A-8199-09CF-E587-703BD3F20D23}"/>
                </a:ext>
              </a:extLst>
            </p:cNvPr>
            <p:cNvCxnSpPr>
              <a:cxnSpLocks/>
              <a:stCxn id="121" idx="0"/>
            </p:cNvCxnSpPr>
            <p:nvPr/>
          </p:nvCxnSpPr>
          <p:spPr>
            <a:xfrm flipV="1">
              <a:off x="11160698" y="833785"/>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3" name="Straight Connector 122">
              <a:extLst>
                <a:ext uri="{FF2B5EF4-FFF2-40B4-BE49-F238E27FC236}">
                  <a16:creationId xmlns:a16="http://schemas.microsoft.com/office/drawing/2014/main" id="{E176912B-DA3F-217D-6AD8-C2A05F8529E8}"/>
                </a:ext>
              </a:extLst>
            </p:cNvPr>
            <p:cNvCxnSpPr>
              <a:cxnSpLocks/>
            </p:cNvCxnSpPr>
            <p:nvPr/>
          </p:nvCxnSpPr>
          <p:spPr>
            <a:xfrm>
              <a:off x="11166417" y="83378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4" name="Group 123">
            <a:extLst>
              <a:ext uri="{FF2B5EF4-FFF2-40B4-BE49-F238E27FC236}">
                <a16:creationId xmlns:a16="http://schemas.microsoft.com/office/drawing/2014/main" id="{0CAB9DC0-5BD6-F618-2288-D516E974777C}"/>
              </a:ext>
            </a:extLst>
          </p:cNvPr>
          <p:cNvGrpSpPr/>
          <p:nvPr/>
        </p:nvGrpSpPr>
        <p:grpSpPr>
          <a:xfrm>
            <a:off x="7113074" y="816139"/>
            <a:ext cx="721206" cy="609701"/>
            <a:chOff x="7957576" y="811556"/>
            <a:chExt cx="721206" cy="609701"/>
          </a:xfrm>
        </p:grpSpPr>
        <p:sp>
          <p:nvSpPr>
            <p:cNvPr id="125" name="Rectangle 124">
              <a:extLst>
                <a:ext uri="{FF2B5EF4-FFF2-40B4-BE49-F238E27FC236}">
                  <a16:creationId xmlns:a16="http://schemas.microsoft.com/office/drawing/2014/main" id="{EEFABFC0-86AD-99E0-308C-BA9011CC3711}"/>
                </a:ext>
              </a:extLst>
            </p:cNvPr>
            <p:cNvSpPr/>
            <p:nvPr/>
          </p:nvSpPr>
          <p:spPr>
            <a:xfrm>
              <a:off x="7957576" y="811556"/>
              <a:ext cx="721206" cy="609701"/>
            </a:xfrm>
            <a:prstGeom prst="rect">
              <a:avLst/>
            </a:prstGeom>
            <a:solidFill>
              <a:srgbClr val="FFFFCC"/>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126" name="Rectangle 125">
              <a:extLst>
                <a:ext uri="{FF2B5EF4-FFF2-40B4-BE49-F238E27FC236}">
                  <a16:creationId xmlns:a16="http://schemas.microsoft.com/office/drawing/2014/main" id="{69A29643-EA64-17E3-B616-C7F3F467EB93}"/>
                </a:ext>
              </a:extLst>
            </p:cNvPr>
            <p:cNvSpPr/>
            <p:nvPr/>
          </p:nvSpPr>
          <p:spPr>
            <a:xfrm flipV="1">
              <a:off x="8575260" y="817370"/>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Oval 15">
              <a:extLst>
                <a:ext uri="{FF2B5EF4-FFF2-40B4-BE49-F238E27FC236}">
                  <a16:creationId xmlns:a16="http://schemas.microsoft.com/office/drawing/2014/main" id="{F6CB65D2-0344-CDAD-953A-B9D2E59F30F6}"/>
                </a:ext>
              </a:extLst>
            </p:cNvPr>
            <p:cNvSpPr/>
            <p:nvPr/>
          </p:nvSpPr>
          <p:spPr>
            <a:xfrm>
              <a:off x="8602649" y="854109"/>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53" name="Straight Connector 1952">
              <a:extLst>
                <a:ext uri="{FF2B5EF4-FFF2-40B4-BE49-F238E27FC236}">
                  <a16:creationId xmlns:a16="http://schemas.microsoft.com/office/drawing/2014/main" id="{C740FD97-942F-254B-D9E5-C5460706A24A}"/>
                </a:ext>
              </a:extLst>
            </p:cNvPr>
            <p:cNvCxnSpPr>
              <a:cxnSpLocks/>
              <a:stCxn id="127" idx="0"/>
            </p:cNvCxnSpPr>
            <p:nvPr/>
          </p:nvCxnSpPr>
          <p:spPr>
            <a:xfrm flipV="1">
              <a:off x="8608346" y="830883"/>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54" name="Straight Connector 1953">
              <a:extLst>
                <a:ext uri="{FF2B5EF4-FFF2-40B4-BE49-F238E27FC236}">
                  <a16:creationId xmlns:a16="http://schemas.microsoft.com/office/drawing/2014/main" id="{9761AE24-6FF0-AAA4-FACB-2C78DF558CD7}"/>
                </a:ext>
              </a:extLst>
            </p:cNvPr>
            <p:cNvCxnSpPr>
              <a:cxnSpLocks/>
            </p:cNvCxnSpPr>
            <p:nvPr/>
          </p:nvCxnSpPr>
          <p:spPr>
            <a:xfrm>
              <a:off x="8614065" y="830883"/>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55" name="Group 1954">
            <a:extLst>
              <a:ext uri="{FF2B5EF4-FFF2-40B4-BE49-F238E27FC236}">
                <a16:creationId xmlns:a16="http://schemas.microsoft.com/office/drawing/2014/main" id="{E5CE4CF0-FCE0-A5FC-682E-D6739EAE8C1A}"/>
              </a:ext>
            </a:extLst>
          </p:cNvPr>
          <p:cNvGrpSpPr/>
          <p:nvPr/>
        </p:nvGrpSpPr>
        <p:grpSpPr>
          <a:xfrm>
            <a:off x="4605607" y="811556"/>
            <a:ext cx="722054" cy="609701"/>
            <a:chOff x="4605607" y="811556"/>
            <a:chExt cx="722054" cy="609701"/>
          </a:xfrm>
        </p:grpSpPr>
        <p:sp>
          <p:nvSpPr>
            <p:cNvPr id="1956" name="Rectangle 1955">
              <a:extLst>
                <a:ext uri="{FF2B5EF4-FFF2-40B4-BE49-F238E27FC236}">
                  <a16:creationId xmlns:a16="http://schemas.microsoft.com/office/drawing/2014/main" id="{057AFFD1-792C-2843-77A3-44D154402CCD}"/>
                </a:ext>
              </a:extLst>
            </p:cNvPr>
            <p:cNvSpPr/>
            <p:nvPr/>
          </p:nvSpPr>
          <p:spPr>
            <a:xfrm>
              <a:off x="4605607" y="811556"/>
              <a:ext cx="721203"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Purview Endpoint DLP (on‑prem scenarios)</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1967" name="Rectangle 1966">
              <a:extLst>
                <a:ext uri="{FF2B5EF4-FFF2-40B4-BE49-F238E27FC236}">
                  <a16:creationId xmlns:a16="http://schemas.microsoft.com/office/drawing/2014/main" id="{CB826CD1-4C12-2D8F-320B-575F436F8A41}"/>
                </a:ext>
              </a:extLst>
            </p:cNvPr>
            <p:cNvSpPr/>
            <p:nvPr/>
          </p:nvSpPr>
          <p:spPr>
            <a:xfrm flipV="1">
              <a:off x="5227469" y="817370"/>
              <a:ext cx="100192" cy="98641"/>
            </a:xfrm>
            <a:prstGeom prst="rect">
              <a:avLst/>
            </a:prstGeom>
            <a:solidFill>
              <a:srgbClr val="0078D7">
                <a:alpha val="20000"/>
              </a:srgbClr>
            </a:solidFill>
            <a:ln w="127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968" name="Oval 15">
              <a:extLst>
                <a:ext uri="{FF2B5EF4-FFF2-40B4-BE49-F238E27FC236}">
                  <a16:creationId xmlns:a16="http://schemas.microsoft.com/office/drawing/2014/main" id="{123286D1-D936-E297-28E9-19BB10090E5E}"/>
                </a:ext>
              </a:extLst>
            </p:cNvPr>
            <p:cNvSpPr/>
            <p:nvPr/>
          </p:nvSpPr>
          <p:spPr>
            <a:xfrm>
              <a:off x="5254910" y="854109"/>
              <a:ext cx="36716"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cxnSp>
          <p:nvCxnSpPr>
            <p:cNvPr id="1969" name="Straight Connector 1968">
              <a:extLst>
                <a:ext uri="{FF2B5EF4-FFF2-40B4-BE49-F238E27FC236}">
                  <a16:creationId xmlns:a16="http://schemas.microsoft.com/office/drawing/2014/main" id="{1339592A-1DE5-FF75-6C6A-7B49C2537C18}"/>
                </a:ext>
              </a:extLst>
            </p:cNvPr>
            <p:cNvCxnSpPr>
              <a:cxnSpLocks/>
              <a:stCxn id="1968" idx="0"/>
            </p:cNvCxnSpPr>
            <p:nvPr/>
          </p:nvCxnSpPr>
          <p:spPr>
            <a:xfrm flipV="1">
              <a:off x="5260513" y="830883"/>
              <a:ext cx="5719" cy="26216"/>
            </a:xfrm>
            <a:prstGeom prst="line">
              <a:avLst/>
            </a:prstGeom>
            <a:ln w="6350" cap="rnd">
              <a:solidFill>
                <a:srgbClr val="C6C6C6">
                  <a:alpha val="20000"/>
                </a:srgbClr>
              </a:solidFill>
            </a:ln>
          </p:spPr>
          <p:style>
            <a:lnRef idx="1">
              <a:schemeClr val="dk1"/>
            </a:lnRef>
            <a:fillRef idx="0">
              <a:schemeClr val="dk1"/>
            </a:fillRef>
            <a:effectRef idx="0">
              <a:schemeClr val="dk1"/>
            </a:effectRef>
            <a:fontRef idx="minor">
              <a:schemeClr val="tx1"/>
            </a:fontRef>
          </p:style>
        </p:cxnSp>
        <p:cxnSp>
          <p:nvCxnSpPr>
            <p:cNvPr id="1970" name="Straight Connector 1969">
              <a:extLst>
                <a:ext uri="{FF2B5EF4-FFF2-40B4-BE49-F238E27FC236}">
                  <a16:creationId xmlns:a16="http://schemas.microsoft.com/office/drawing/2014/main" id="{A68D50D0-1B49-E312-FE9C-B0DAAAD5EFA4}"/>
                </a:ext>
              </a:extLst>
            </p:cNvPr>
            <p:cNvCxnSpPr>
              <a:cxnSpLocks/>
            </p:cNvCxnSpPr>
            <p:nvPr/>
          </p:nvCxnSpPr>
          <p:spPr>
            <a:xfrm>
              <a:off x="5266129" y="1004065"/>
              <a:ext cx="26401" cy="0"/>
            </a:xfrm>
            <a:prstGeom prst="line">
              <a:avLst/>
            </a:prstGeom>
            <a:ln w="6350" cap="flat">
              <a:solidFill>
                <a:srgbClr val="C6C6C6">
                  <a:alpha val="20000"/>
                </a:srgbClr>
              </a:solidFill>
            </a:ln>
          </p:spPr>
          <p:style>
            <a:lnRef idx="1">
              <a:schemeClr val="accent1"/>
            </a:lnRef>
            <a:fillRef idx="0">
              <a:schemeClr val="accent1"/>
            </a:fillRef>
            <a:effectRef idx="0">
              <a:schemeClr val="accent1"/>
            </a:effectRef>
            <a:fontRef idx="minor">
              <a:schemeClr val="tx1"/>
            </a:fontRef>
          </p:style>
        </p:cxnSp>
      </p:grpSp>
      <p:grpSp>
        <p:nvGrpSpPr>
          <p:cNvPr id="132" name="Group 131">
            <a:extLst>
              <a:ext uri="{FF2B5EF4-FFF2-40B4-BE49-F238E27FC236}">
                <a16:creationId xmlns:a16="http://schemas.microsoft.com/office/drawing/2014/main" id="{AFF4F7B9-6823-951C-F358-F9571D9A5354}"/>
              </a:ext>
            </a:extLst>
          </p:cNvPr>
          <p:cNvGrpSpPr/>
          <p:nvPr/>
        </p:nvGrpSpPr>
        <p:grpSpPr>
          <a:xfrm>
            <a:off x="10512007" y="1543240"/>
            <a:ext cx="721206" cy="609701"/>
            <a:chOff x="11356238" y="1532276"/>
            <a:chExt cx="721206" cy="609701"/>
          </a:xfrm>
        </p:grpSpPr>
        <p:sp>
          <p:nvSpPr>
            <p:cNvPr id="133" name="Rectangle 132">
              <a:hlinkHover r:id="" action="ppaction://noaction" highlightClick="1"/>
              <a:extLst>
                <a:ext uri="{FF2B5EF4-FFF2-40B4-BE49-F238E27FC236}">
                  <a16:creationId xmlns:a16="http://schemas.microsoft.com/office/drawing/2014/main" id="{D17B4291-15DC-6215-3389-28E173638BB7}"/>
                </a:ext>
              </a:extLst>
            </p:cNvPr>
            <p:cNvSpPr/>
            <p:nvPr/>
          </p:nvSpPr>
          <p:spPr>
            <a:xfrm>
              <a:off x="11356238" y="1532276"/>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AI Services</a:t>
              </a:r>
            </a:p>
          </p:txBody>
        </p:sp>
        <p:sp>
          <p:nvSpPr>
            <p:cNvPr id="134" name="Oval 133">
              <a:extLst>
                <a:ext uri="{FF2B5EF4-FFF2-40B4-BE49-F238E27FC236}">
                  <a16:creationId xmlns:a16="http://schemas.microsoft.com/office/drawing/2014/main" id="{3518CCAE-1FD1-AA95-01E9-D51B94AF1CA4}"/>
                </a:ext>
              </a:extLst>
            </p:cNvPr>
            <p:cNvSpPr/>
            <p:nvPr/>
          </p:nvSpPr>
          <p:spPr>
            <a:xfrm>
              <a:off x="11934777" y="154003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Isosceles Triangle 648">
              <a:extLst>
                <a:ext uri="{FF2B5EF4-FFF2-40B4-BE49-F238E27FC236}">
                  <a16:creationId xmlns:a16="http://schemas.microsoft.com/office/drawing/2014/main" id="{174FDB6B-8368-21FE-632B-CC44F02C494F}"/>
                </a:ext>
              </a:extLst>
            </p:cNvPr>
            <p:cNvSpPr/>
            <p:nvPr/>
          </p:nvSpPr>
          <p:spPr>
            <a:xfrm>
              <a:off x="11964901" y="155354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6" name="Group 135">
            <a:extLst>
              <a:ext uri="{FF2B5EF4-FFF2-40B4-BE49-F238E27FC236}">
                <a16:creationId xmlns:a16="http://schemas.microsoft.com/office/drawing/2014/main" id="{4197BFBA-F188-BB3B-0FD7-2D57E1D78551}"/>
              </a:ext>
            </a:extLst>
          </p:cNvPr>
          <p:cNvGrpSpPr/>
          <p:nvPr/>
        </p:nvGrpSpPr>
        <p:grpSpPr>
          <a:xfrm>
            <a:off x="7952591" y="2253333"/>
            <a:ext cx="721206" cy="609701"/>
            <a:chOff x="7957576" y="2253333"/>
            <a:chExt cx="721206" cy="609701"/>
          </a:xfrm>
        </p:grpSpPr>
        <p:sp>
          <p:nvSpPr>
            <p:cNvPr id="137" name="Rectangle 136">
              <a:extLst>
                <a:ext uri="{FF2B5EF4-FFF2-40B4-BE49-F238E27FC236}">
                  <a16:creationId xmlns:a16="http://schemas.microsoft.com/office/drawing/2014/main" id="{1D1B5725-A09A-2170-2762-F122BCB143AF}"/>
                </a:ext>
              </a:extLst>
            </p:cNvPr>
            <p:cNvSpPr/>
            <p:nvPr/>
          </p:nvSpPr>
          <p:spPr>
            <a:xfrm>
              <a:off x="7957576" y="2253333"/>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138" name="Right Triangle 137">
              <a:extLst>
                <a:ext uri="{FF2B5EF4-FFF2-40B4-BE49-F238E27FC236}">
                  <a16:creationId xmlns:a16="http://schemas.microsoft.com/office/drawing/2014/main" id="{6A378A88-AFEE-2CB2-03F3-C47140E9BB2B}"/>
                </a:ext>
              </a:extLst>
            </p:cNvPr>
            <p:cNvSpPr/>
            <p:nvPr/>
          </p:nvSpPr>
          <p:spPr>
            <a:xfrm rot="10800000">
              <a:off x="8555509" y="2256567"/>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9" name="Group 138">
              <a:extLst>
                <a:ext uri="{FF2B5EF4-FFF2-40B4-BE49-F238E27FC236}">
                  <a16:creationId xmlns:a16="http://schemas.microsoft.com/office/drawing/2014/main" id="{8817A344-F7AA-11E6-8F90-5372D85726A5}"/>
                </a:ext>
              </a:extLst>
            </p:cNvPr>
            <p:cNvGrpSpPr/>
            <p:nvPr/>
          </p:nvGrpSpPr>
          <p:grpSpPr>
            <a:xfrm>
              <a:off x="8621953" y="2262661"/>
              <a:ext cx="37817" cy="61390"/>
              <a:chOff x="3883481" y="2057400"/>
              <a:chExt cx="1608363" cy="2652031"/>
            </a:xfrm>
            <a:solidFill>
              <a:srgbClr val="A6A6A6"/>
            </a:solidFill>
          </p:grpSpPr>
          <p:sp>
            <p:nvSpPr>
              <p:cNvPr id="140" name="Oval 27">
                <a:extLst>
                  <a:ext uri="{FF2B5EF4-FFF2-40B4-BE49-F238E27FC236}">
                    <a16:creationId xmlns:a16="http://schemas.microsoft.com/office/drawing/2014/main" id="{2AF77532-2AA5-9E1E-DDF5-443D1890D3A1}"/>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 name="Oval 28">
                <a:extLst>
                  <a:ext uri="{FF2B5EF4-FFF2-40B4-BE49-F238E27FC236}">
                    <a16:creationId xmlns:a16="http://schemas.microsoft.com/office/drawing/2014/main" id="{B86F8D83-7C0E-0EAC-31A6-97F7890A0249}"/>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2" name="Group 141">
            <a:extLst>
              <a:ext uri="{FF2B5EF4-FFF2-40B4-BE49-F238E27FC236}">
                <a16:creationId xmlns:a16="http://schemas.microsoft.com/office/drawing/2014/main" id="{A7212BEA-D976-BCA2-BBBF-46941875E3B3}"/>
              </a:ext>
            </a:extLst>
          </p:cNvPr>
          <p:cNvGrpSpPr/>
          <p:nvPr/>
        </p:nvGrpSpPr>
        <p:grpSpPr>
          <a:xfrm>
            <a:off x="6283037" y="2264881"/>
            <a:ext cx="721206" cy="609702"/>
            <a:chOff x="8807242" y="2253333"/>
            <a:chExt cx="721206" cy="609702"/>
          </a:xfrm>
        </p:grpSpPr>
        <p:sp>
          <p:nvSpPr>
            <p:cNvPr id="143" name="Rectangle 142">
              <a:extLst>
                <a:ext uri="{FF2B5EF4-FFF2-40B4-BE49-F238E27FC236}">
                  <a16:creationId xmlns:a16="http://schemas.microsoft.com/office/drawing/2014/main" id="{C348082C-D09F-84FE-87D1-0BA279DD7F20}"/>
                </a:ext>
              </a:extLst>
            </p:cNvPr>
            <p:cNvSpPr/>
            <p:nvPr/>
          </p:nvSpPr>
          <p:spPr>
            <a:xfrm>
              <a:off x="8807242" y="2253334"/>
              <a:ext cx="721206" cy="609701"/>
            </a:xfrm>
            <a:prstGeom prst="rect">
              <a:avLst/>
            </a:prstGeom>
            <a:solidFill>
              <a:srgbClr val="FFFFCC"/>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144" name="Right Triangle 143">
              <a:extLst>
                <a:ext uri="{FF2B5EF4-FFF2-40B4-BE49-F238E27FC236}">
                  <a16:creationId xmlns:a16="http://schemas.microsoft.com/office/drawing/2014/main" id="{BD34B7E0-A77C-84EE-96BC-F0BB23635A74}"/>
                </a:ext>
              </a:extLst>
            </p:cNvPr>
            <p:cNvSpPr/>
            <p:nvPr/>
          </p:nvSpPr>
          <p:spPr>
            <a:xfrm rot="10800000">
              <a:off x="9407480" y="2253333"/>
              <a:ext cx="117054" cy="115241"/>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 name="Oval 27">
              <a:extLst>
                <a:ext uri="{FF2B5EF4-FFF2-40B4-BE49-F238E27FC236}">
                  <a16:creationId xmlns:a16="http://schemas.microsoft.com/office/drawing/2014/main" id="{220320D5-88B9-E94F-330E-D613B6C585B1}"/>
                </a:ext>
              </a:extLst>
            </p:cNvPr>
            <p:cNvSpPr/>
            <p:nvPr/>
          </p:nvSpPr>
          <p:spPr>
            <a:xfrm>
              <a:off x="9476291" y="2259427"/>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6" name="Oval 28">
              <a:extLst>
                <a:ext uri="{FF2B5EF4-FFF2-40B4-BE49-F238E27FC236}">
                  <a16:creationId xmlns:a16="http://schemas.microsoft.com/office/drawing/2014/main" id="{B8CB6C95-4075-659C-CAFD-DFDA1369D533}"/>
                </a:ext>
              </a:extLst>
            </p:cNvPr>
            <p:cNvSpPr/>
            <p:nvPr/>
          </p:nvSpPr>
          <p:spPr>
            <a:xfrm>
              <a:off x="9473924" y="2286882"/>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7" name="Group 146">
            <a:extLst>
              <a:ext uri="{FF2B5EF4-FFF2-40B4-BE49-F238E27FC236}">
                <a16:creationId xmlns:a16="http://schemas.microsoft.com/office/drawing/2014/main" id="{A984B3BD-5F07-DE10-0087-A2A734E97851}"/>
              </a:ext>
            </a:extLst>
          </p:cNvPr>
          <p:cNvGrpSpPr/>
          <p:nvPr/>
        </p:nvGrpSpPr>
        <p:grpSpPr>
          <a:xfrm>
            <a:off x="9651923" y="2253333"/>
            <a:ext cx="721206" cy="609701"/>
            <a:chOff x="9656908" y="2253333"/>
            <a:chExt cx="721206" cy="609701"/>
          </a:xfrm>
        </p:grpSpPr>
        <p:sp>
          <p:nvSpPr>
            <p:cNvPr id="148" name="Rectangle 147">
              <a:hlinkHover r:id="" action="ppaction://noaction" highlightClick="1"/>
              <a:extLst>
                <a:ext uri="{FF2B5EF4-FFF2-40B4-BE49-F238E27FC236}">
                  <a16:creationId xmlns:a16="http://schemas.microsoft.com/office/drawing/2014/main" id="{1EDBC24C-D0C5-6017-643A-0FD801FA31A7}"/>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lang="en-GB" sz="600">
                  <a:solidFill>
                    <a:srgbClr val="1F4E79"/>
                  </a:solidFill>
                  <a:latin typeface="Century Gothic" panose="020B0502020202020204" pitchFamily="34" charset="0"/>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49" name="Rectangle 148">
              <a:extLst>
                <a:ext uri="{FF2B5EF4-FFF2-40B4-BE49-F238E27FC236}">
                  <a16:creationId xmlns:a16="http://schemas.microsoft.com/office/drawing/2014/main" id="{FE981D11-A011-610E-0D27-39E43137A21A}"/>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Oval 15">
              <a:extLst>
                <a:ext uri="{FF2B5EF4-FFF2-40B4-BE49-F238E27FC236}">
                  <a16:creationId xmlns:a16="http://schemas.microsoft.com/office/drawing/2014/main" id="{D3CB00D3-B291-7FE0-6F92-202DBCC1F08A}"/>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1" name="Straight Connector 150">
              <a:extLst>
                <a:ext uri="{FF2B5EF4-FFF2-40B4-BE49-F238E27FC236}">
                  <a16:creationId xmlns:a16="http://schemas.microsoft.com/office/drawing/2014/main" id="{C9CDDD96-3E0F-4E35-3995-731225F8B1EC}"/>
                </a:ext>
              </a:extLst>
            </p:cNvPr>
            <p:cNvCxnSpPr>
              <a:cxnSpLocks/>
              <a:stCxn id="150"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2" name="Straight Connector 151">
              <a:extLst>
                <a:ext uri="{FF2B5EF4-FFF2-40B4-BE49-F238E27FC236}">
                  <a16:creationId xmlns:a16="http://schemas.microsoft.com/office/drawing/2014/main" id="{4DAB621D-063B-D56C-F75F-116EA6918D9F}"/>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3" name="Group 152">
            <a:extLst>
              <a:ext uri="{FF2B5EF4-FFF2-40B4-BE49-F238E27FC236}">
                <a16:creationId xmlns:a16="http://schemas.microsoft.com/office/drawing/2014/main" id="{EF06A77B-E74B-76BC-D1BC-3CB60C3F6BFB}"/>
              </a:ext>
            </a:extLst>
          </p:cNvPr>
          <p:cNvGrpSpPr/>
          <p:nvPr/>
        </p:nvGrpSpPr>
        <p:grpSpPr>
          <a:xfrm>
            <a:off x="10506573" y="2253333"/>
            <a:ext cx="721206" cy="609701"/>
            <a:chOff x="10506573" y="2253333"/>
            <a:chExt cx="721206" cy="609701"/>
          </a:xfrm>
        </p:grpSpPr>
        <p:sp>
          <p:nvSpPr>
            <p:cNvPr id="154" name="Rectangle 153">
              <a:hlinkHover r:id="" action="ppaction://noaction" highlightClick="1"/>
              <a:extLst>
                <a:ext uri="{FF2B5EF4-FFF2-40B4-BE49-F238E27FC236}">
                  <a16:creationId xmlns:a16="http://schemas.microsoft.com/office/drawing/2014/main" id="{91908F55-14F3-59D5-4ACE-5199A7F68346}"/>
                </a:ext>
              </a:extLst>
            </p:cNvPr>
            <p:cNvSpPr/>
            <p:nvPr/>
          </p:nvSpPr>
          <p:spPr>
            <a:xfrm>
              <a:off x="10506573" y="2253333"/>
              <a:ext cx="721206" cy="609701"/>
            </a:xfrm>
            <a:prstGeom prst="rect">
              <a:avLst/>
            </a:prstGeom>
            <a:solidFill>
              <a:srgbClr val="FFFFCC"/>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155" name="Diamond 154">
              <a:extLst>
                <a:ext uri="{FF2B5EF4-FFF2-40B4-BE49-F238E27FC236}">
                  <a16:creationId xmlns:a16="http://schemas.microsoft.com/office/drawing/2014/main" id="{4C6BF4D3-7CBD-DE7D-BB39-00430775E16E}"/>
                </a:ext>
              </a:extLst>
            </p:cNvPr>
            <p:cNvSpPr/>
            <p:nvPr/>
          </p:nvSpPr>
          <p:spPr>
            <a:xfrm>
              <a:off x="11091271" y="2255684"/>
              <a:ext cx="129906" cy="127894"/>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Oval 155">
              <a:extLst>
                <a:ext uri="{FF2B5EF4-FFF2-40B4-BE49-F238E27FC236}">
                  <a16:creationId xmlns:a16="http://schemas.microsoft.com/office/drawing/2014/main" id="{053472C9-B4C4-4462-DEB9-57A6EA9842F9}"/>
                </a:ext>
              </a:extLst>
            </p:cNvPr>
            <p:cNvSpPr/>
            <p:nvPr/>
          </p:nvSpPr>
          <p:spPr>
            <a:xfrm>
              <a:off x="11125474" y="2289172"/>
              <a:ext cx="56427" cy="61902"/>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7" name="Group 156">
            <a:extLst>
              <a:ext uri="{FF2B5EF4-FFF2-40B4-BE49-F238E27FC236}">
                <a16:creationId xmlns:a16="http://schemas.microsoft.com/office/drawing/2014/main" id="{8BECE96A-22C4-B13F-DFC7-50FB24C8942C}"/>
              </a:ext>
            </a:extLst>
          </p:cNvPr>
          <p:cNvGrpSpPr/>
          <p:nvPr/>
        </p:nvGrpSpPr>
        <p:grpSpPr>
          <a:xfrm>
            <a:off x="7114927" y="2267713"/>
            <a:ext cx="721206" cy="609701"/>
            <a:chOff x="9657610" y="2974054"/>
            <a:chExt cx="721206" cy="609701"/>
          </a:xfrm>
        </p:grpSpPr>
        <p:sp>
          <p:nvSpPr>
            <p:cNvPr id="158" name="Rectangle 157">
              <a:extLst>
                <a:ext uri="{FF2B5EF4-FFF2-40B4-BE49-F238E27FC236}">
                  <a16:creationId xmlns:a16="http://schemas.microsoft.com/office/drawing/2014/main" id="{EAB8F68E-8EF8-5283-CEF3-67E0F0E7F199}"/>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159" name="Rectangle 158">
              <a:extLst>
                <a:ext uri="{FF2B5EF4-FFF2-40B4-BE49-F238E27FC236}">
                  <a16:creationId xmlns:a16="http://schemas.microsoft.com/office/drawing/2014/main" id="{746BF05E-0C5D-1A80-308A-95E1D2C9B58B}"/>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Oval 15">
              <a:extLst>
                <a:ext uri="{FF2B5EF4-FFF2-40B4-BE49-F238E27FC236}">
                  <a16:creationId xmlns:a16="http://schemas.microsoft.com/office/drawing/2014/main" id="{EA7B0754-BC23-94DF-CCE3-4FCBC30BFA5F}"/>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1" name="Straight Connector 160">
              <a:extLst>
                <a:ext uri="{FF2B5EF4-FFF2-40B4-BE49-F238E27FC236}">
                  <a16:creationId xmlns:a16="http://schemas.microsoft.com/office/drawing/2014/main" id="{01C0C67D-90A6-3741-3EBE-2678CE2556EA}"/>
                </a:ext>
              </a:extLst>
            </p:cNvPr>
            <p:cNvCxnSpPr>
              <a:cxnSpLocks/>
              <a:stCxn id="160"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2" name="Straight Connector 161">
              <a:extLst>
                <a:ext uri="{FF2B5EF4-FFF2-40B4-BE49-F238E27FC236}">
                  <a16:creationId xmlns:a16="http://schemas.microsoft.com/office/drawing/2014/main" id="{941CC7ED-4487-8505-BF0F-D9C1BAF4D290}"/>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3" name="Group 162">
            <a:extLst>
              <a:ext uri="{FF2B5EF4-FFF2-40B4-BE49-F238E27FC236}">
                <a16:creationId xmlns:a16="http://schemas.microsoft.com/office/drawing/2014/main" id="{291859E5-3C27-2C60-FE6E-737E01CD740D}"/>
              </a:ext>
            </a:extLst>
          </p:cNvPr>
          <p:cNvGrpSpPr/>
          <p:nvPr/>
        </p:nvGrpSpPr>
        <p:grpSpPr>
          <a:xfrm>
            <a:off x="8797459" y="2264859"/>
            <a:ext cx="721206" cy="609701"/>
            <a:chOff x="11356242" y="2253333"/>
            <a:chExt cx="721206" cy="609701"/>
          </a:xfrm>
        </p:grpSpPr>
        <p:sp>
          <p:nvSpPr>
            <p:cNvPr id="164" name="Rectangle 163">
              <a:hlinkHover r:id="" action="ppaction://noaction" highlightClick="1"/>
              <a:extLst>
                <a:ext uri="{FF2B5EF4-FFF2-40B4-BE49-F238E27FC236}">
                  <a16:creationId xmlns:a16="http://schemas.microsoft.com/office/drawing/2014/main" id="{A129209F-F3CA-5334-5183-B85AB8C1007D}"/>
                </a:ext>
              </a:extLst>
            </p:cNvPr>
            <p:cNvSpPr/>
            <p:nvPr/>
          </p:nvSpPr>
          <p:spPr>
            <a:xfrm>
              <a:off x="11356242" y="2253333"/>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Servers P1/P2</a:t>
              </a:r>
            </a:p>
          </p:txBody>
        </p:sp>
        <p:sp>
          <p:nvSpPr>
            <p:cNvPr id="165" name="Oval 164">
              <a:extLst>
                <a:ext uri="{FF2B5EF4-FFF2-40B4-BE49-F238E27FC236}">
                  <a16:creationId xmlns:a16="http://schemas.microsoft.com/office/drawing/2014/main" id="{B5138CF4-C661-5FE9-CE71-5CD2D346B30C}"/>
                </a:ext>
              </a:extLst>
            </p:cNvPr>
            <p:cNvSpPr/>
            <p:nvPr/>
          </p:nvSpPr>
          <p:spPr>
            <a:xfrm>
              <a:off x="11934811" y="2261090"/>
              <a:ext cx="134789"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66" name="Isosceles Triangle 648">
              <a:extLst>
                <a:ext uri="{FF2B5EF4-FFF2-40B4-BE49-F238E27FC236}">
                  <a16:creationId xmlns:a16="http://schemas.microsoft.com/office/drawing/2014/main" id="{32736CE3-C7A2-A361-3316-8ED69FBE2833}"/>
                </a:ext>
              </a:extLst>
            </p:cNvPr>
            <p:cNvSpPr/>
            <p:nvPr/>
          </p:nvSpPr>
          <p:spPr>
            <a:xfrm>
              <a:off x="11964936" y="227460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67" name="Group 166">
            <a:extLst>
              <a:ext uri="{FF2B5EF4-FFF2-40B4-BE49-F238E27FC236}">
                <a16:creationId xmlns:a16="http://schemas.microsoft.com/office/drawing/2014/main" id="{B18EC6C3-BDCD-ACA8-407A-53B520C39B69}"/>
              </a:ext>
            </a:extLst>
          </p:cNvPr>
          <p:cNvGrpSpPr/>
          <p:nvPr/>
        </p:nvGrpSpPr>
        <p:grpSpPr>
          <a:xfrm>
            <a:off x="5454173" y="2257175"/>
            <a:ext cx="721206" cy="609701"/>
            <a:chOff x="6287891" y="2253333"/>
            <a:chExt cx="721206" cy="609701"/>
          </a:xfrm>
        </p:grpSpPr>
        <p:sp>
          <p:nvSpPr>
            <p:cNvPr id="168" name="Rectangle 167">
              <a:extLst>
                <a:ext uri="{FF2B5EF4-FFF2-40B4-BE49-F238E27FC236}">
                  <a16:creationId xmlns:a16="http://schemas.microsoft.com/office/drawing/2014/main" id="{C4756AF9-1434-2F0B-036D-81966568BEE6}"/>
                </a:ext>
              </a:extLst>
            </p:cNvPr>
            <p:cNvSpPr/>
            <p:nvPr/>
          </p:nvSpPr>
          <p:spPr>
            <a:xfrm>
              <a:off x="6287891" y="2253333"/>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Defender Application Control</a:t>
              </a:r>
            </a:p>
          </p:txBody>
        </p:sp>
        <p:sp>
          <p:nvSpPr>
            <p:cNvPr id="169" name="Right Triangle 168">
              <a:extLst>
                <a:ext uri="{FF2B5EF4-FFF2-40B4-BE49-F238E27FC236}">
                  <a16:creationId xmlns:a16="http://schemas.microsoft.com/office/drawing/2014/main" id="{2420C154-CD45-F47C-168F-0D4E66086FF7}"/>
                </a:ext>
              </a:extLst>
            </p:cNvPr>
            <p:cNvSpPr/>
            <p:nvPr/>
          </p:nvSpPr>
          <p:spPr>
            <a:xfrm rot="10800000">
              <a:off x="6886029" y="2259007"/>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170" name="Group 169">
              <a:extLst>
                <a:ext uri="{FF2B5EF4-FFF2-40B4-BE49-F238E27FC236}">
                  <a16:creationId xmlns:a16="http://schemas.microsoft.com/office/drawing/2014/main" id="{7DD72D2A-6951-7AEC-87E0-6767DF9DAE77}"/>
                </a:ext>
              </a:extLst>
            </p:cNvPr>
            <p:cNvGrpSpPr/>
            <p:nvPr/>
          </p:nvGrpSpPr>
          <p:grpSpPr>
            <a:xfrm>
              <a:off x="6952470" y="2265099"/>
              <a:ext cx="37817" cy="61390"/>
              <a:chOff x="3883481" y="2057400"/>
              <a:chExt cx="1608363" cy="2652031"/>
            </a:xfrm>
            <a:solidFill>
              <a:srgbClr val="A6A6A6">
                <a:alpha val="20000"/>
              </a:srgbClr>
            </a:solidFill>
          </p:grpSpPr>
          <p:sp>
            <p:nvSpPr>
              <p:cNvPr id="171" name="Oval 27">
                <a:extLst>
                  <a:ext uri="{FF2B5EF4-FFF2-40B4-BE49-F238E27FC236}">
                    <a16:creationId xmlns:a16="http://schemas.microsoft.com/office/drawing/2014/main" id="{A41064EF-7863-7A9B-91F4-C2549D84684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2" name="Oval 28">
                <a:extLst>
                  <a:ext uri="{FF2B5EF4-FFF2-40B4-BE49-F238E27FC236}">
                    <a16:creationId xmlns:a16="http://schemas.microsoft.com/office/drawing/2014/main" id="{8EE4D77D-99A0-2785-A824-0A5A2B2AAF6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173" name="Group 172">
            <a:extLst>
              <a:ext uri="{FF2B5EF4-FFF2-40B4-BE49-F238E27FC236}">
                <a16:creationId xmlns:a16="http://schemas.microsoft.com/office/drawing/2014/main" id="{E2C90753-ED15-C9D5-C60C-12065D7660E4}"/>
              </a:ext>
            </a:extLst>
          </p:cNvPr>
          <p:cNvGrpSpPr/>
          <p:nvPr/>
        </p:nvGrpSpPr>
        <p:grpSpPr>
          <a:xfrm>
            <a:off x="11353919" y="2251694"/>
            <a:ext cx="721206" cy="609701"/>
            <a:chOff x="8807250" y="2253334"/>
            <a:chExt cx="721206" cy="609701"/>
          </a:xfrm>
        </p:grpSpPr>
        <p:sp>
          <p:nvSpPr>
            <p:cNvPr id="174" name="Rectangle 173">
              <a:extLst>
                <a:ext uri="{FF2B5EF4-FFF2-40B4-BE49-F238E27FC236}">
                  <a16:creationId xmlns:a16="http://schemas.microsoft.com/office/drawing/2014/main" id="{364FD3E4-9237-815C-4905-191C9D9D1916}"/>
                </a:ext>
              </a:extLst>
            </p:cNvPr>
            <p:cNvSpPr/>
            <p:nvPr/>
          </p:nvSpPr>
          <p:spPr>
            <a:xfrm>
              <a:off x="8807250" y="2253334"/>
              <a:ext cx="721206"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BitLocker</a:t>
              </a:r>
            </a:p>
          </p:txBody>
        </p:sp>
        <p:sp>
          <p:nvSpPr>
            <p:cNvPr id="175" name="Right Triangle 174">
              <a:extLst>
                <a:ext uri="{FF2B5EF4-FFF2-40B4-BE49-F238E27FC236}">
                  <a16:creationId xmlns:a16="http://schemas.microsoft.com/office/drawing/2014/main" id="{49AD2D89-D1D0-17D9-BBC8-F38C1BF03E32}"/>
                </a:ext>
              </a:extLst>
            </p:cNvPr>
            <p:cNvSpPr/>
            <p:nvPr/>
          </p:nvSpPr>
          <p:spPr>
            <a:xfrm rot="10800000">
              <a:off x="9407472" y="2253334"/>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6" name="Oval 27">
              <a:extLst>
                <a:ext uri="{FF2B5EF4-FFF2-40B4-BE49-F238E27FC236}">
                  <a16:creationId xmlns:a16="http://schemas.microsoft.com/office/drawing/2014/main" id="{9D68675A-EF5A-B397-F704-237B9088ED1F}"/>
                </a:ext>
              </a:extLst>
            </p:cNvPr>
            <p:cNvSpPr/>
            <p:nvPr/>
          </p:nvSpPr>
          <p:spPr>
            <a:xfrm>
              <a:off x="9476283" y="2259425"/>
              <a:ext cx="31866" cy="274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177" name="Oval 28">
              <a:extLst>
                <a:ext uri="{FF2B5EF4-FFF2-40B4-BE49-F238E27FC236}">
                  <a16:creationId xmlns:a16="http://schemas.microsoft.com/office/drawing/2014/main" id="{A53EB5C5-A354-F725-19F3-7AB63F311A7F}"/>
                </a:ext>
              </a:extLst>
            </p:cNvPr>
            <p:cNvSpPr/>
            <p:nvPr/>
          </p:nvSpPr>
          <p:spPr>
            <a:xfrm>
              <a:off x="9473914" y="2286890"/>
              <a:ext cx="37817" cy="33935"/>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178" name="Group 177">
            <a:extLst>
              <a:ext uri="{FF2B5EF4-FFF2-40B4-BE49-F238E27FC236}">
                <a16:creationId xmlns:a16="http://schemas.microsoft.com/office/drawing/2014/main" id="{E407EDB7-5A57-1462-74C2-FFB936AE4D4A}"/>
              </a:ext>
            </a:extLst>
          </p:cNvPr>
          <p:cNvGrpSpPr/>
          <p:nvPr/>
        </p:nvGrpSpPr>
        <p:grpSpPr>
          <a:xfrm>
            <a:off x="2107991" y="2974054"/>
            <a:ext cx="721206" cy="609701"/>
            <a:chOff x="10506805" y="2974054"/>
            <a:chExt cx="721206" cy="609701"/>
          </a:xfrm>
        </p:grpSpPr>
        <p:sp>
          <p:nvSpPr>
            <p:cNvPr id="179" name="Rectangle 178">
              <a:extLst>
                <a:ext uri="{FF2B5EF4-FFF2-40B4-BE49-F238E27FC236}">
                  <a16:creationId xmlns:a16="http://schemas.microsoft.com/office/drawing/2014/main" id="{2060A403-B004-7CA1-F66A-8CBF82397C31}"/>
                </a:ext>
              </a:extLst>
            </p:cNvPr>
            <p:cNvSpPr/>
            <p:nvPr/>
          </p:nvSpPr>
          <p:spPr>
            <a:xfrm>
              <a:off x="10506805"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180" name="Rectangle 179">
              <a:extLst>
                <a:ext uri="{FF2B5EF4-FFF2-40B4-BE49-F238E27FC236}">
                  <a16:creationId xmlns:a16="http://schemas.microsoft.com/office/drawing/2014/main" id="{8534610F-A3B1-4940-E906-A95A72E2F98C}"/>
                </a:ext>
              </a:extLst>
            </p:cNvPr>
            <p:cNvSpPr/>
            <p:nvPr/>
          </p:nvSpPr>
          <p:spPr>
            <a:xfrm flipV="1">
              <a:off x="11120858" y="2980136"/>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1" name="Oval 15">
              <a:extLst>
                <a:ext uri="{FF2B5EF4-FFF2-40B4-BE49-F238E27FC236}">
                  <a16:creationId xmlns:a16="http://schemas.microsoft.com/office/drawing/2014/main" id="{BC274D70-79D3-31AC-FD8B-A475652F1C6E}"/>
                </a:ext>
              </a:extLst>
            </p:cNvPr>
            <p:cNvSpPr/>
            <p:nvPr/>
          </p:nvSpPr>
          <p:spPr>
            <a:xfrm>
              <a:off x="11148247" y="3016874"/>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2" name="Straight Connector 181">
              <a:extLst>
                <a:ext uri="{FF2B5EF4-FFF2-40B4-BE49-F238E27FC236}">
                  <a16:creationId xmlns:a16="http://schemas.microsoft.com/office/drawing/2014/main" id="{C5ACC294-F5A3-D9C9-116B-3730EA63BCCE}"/>
                </a:ext>
              </a:extLst>
            </p:cNvPr>
            <p:cNvCxnSpPr>
              <a:cxnSpLocks/>
              <a:stCxn id="181" idx="0"/>
            </p:cNvCxnSpPr>
            <p:nvPr/>
          </p:nvCxnSpPr>
          <p:spPr>
            <a:xfrm flipV="1">
              <a:off x="11153944" y="2993648"/>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3" name="Straight Connector 182">
              <a:extLst>
                <a:ext uri="{FF2B5EF4-FFF2-40B4-BE49-F238E27FC236}">
                  <a16:creationId xmlns:a16="http://schemas.microsoft.com/office/drawing/2014/main" id="{4A4C486F-A2A7-870C-906C-983C432C0F7A}"/>
                </a:ext>
              </a:extLst>
            </p:cNvPr>
            <p:cNvCxnSpPr>
              <a:cxnSpLocks/>
            </p:cNvCxnSpPr>
            <p:nvPr/>
          </p:nvCxnSpPr>
          <p:spPr>
            <a:xfrm>
              <a:off x="11159663" y="2993648"/>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84" name="Group 183">
            <a:extLst>
              <a:ext uri="{FF2B5EF4-FFF2-40B4-BE49-F238E27FC236}">
                <a16:creationId xmlns:a16="http://schemas.microsoft.com/office/drawing/2014/main" id="{B53D726B-C4CC-33AA-66A7-35681C6EA2FA}"/>
              </a:ext>
            </a:extLst>
          </p:cNvPr>
          <p:cNvGrpSpPr/>
          <p:nvPr/>
        </p:nvGrpSpPr>
        <p:grpSpPr>
          <a:xfrm>
            <a:off x="4615253" y="2974053"/>
            <a:ext cx="721206" cy="609701"/>
            <a:chOff x="9657610" y="2974054"/>
            <a:chExt cx="721206" cy="609701"/>
          </a:xfrm>
        </p:grpSpPr>
        <p:sp>
          <p:nvSpPr>
            <p:cNvPr id="185" name="Rectangle 184">
              <a:extLst>
                <a:ext uri="{FF2B5EF4-FFF2-40B4-BE49-F238E27FC236}">
                  <a16:creationId xmlns:a16="http://schemas.microsoft.com/office/drawing/2014/main" id="{1E71575C-2E51-239C-5FDB-7BE0A7DEDE53}"/>
                </a:ext>
              </a:extLst>
            </p:cNvPr>
            <p:cNvSpPr/>
            <p:nvPr/>
          </p:nvSpPr>
          <p:spPr>
            <a:xfrm>
              <a:off x="9657610" y="2974054"/>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186" name="Rectangle 185">
              <a:extLst>
                <a:ext uri="{FF2B5EF4-FFF2-40B4-BE49-F238E27FC236}">
                  <a16:creationId xmlns:a16="http://schemas.microsoft.com/office/drawing/2014/main" id="{6EAB807A-5093-635F-809F-6AB19F3AC528}"/>
                </a:ext>
              </a:extLst>
            </p:cNvPr>
            <p:cNvSpPr/>
            <p:nvPr/>
          </p:nvSpPr>
          <p:spPr>
            <a:xfrm flipV="1">
              <a:off x="10268359" y="2984249"/>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7" name="Oval 15">
              <a:extLst>
                <a:ext uri="{FF2B5EF4-FFF2-40B4-BE49-F238E27FC236}">
                  <a16:creationId xmlns:a16="http://schemas.microsoft.com/office/drawing/2014/main" id="{3E49E0F6-D4B1-5C05-0A9B-897642A526B3}"/>
                </a:ext>
              </a:extLst>
            </p:cNvPr>
            <p:cNvSpPr/>
            <p:nvPr/>
          </p:nvSpPr>
          <p:spPr>
            <a:xfrm>
              <a:off x="10295748" y="3020988"/>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8" name="Straight Connector 187">
              <a:extLst>
                <a:ext uri="{FF2B5EF4-FFF2-40B4-BE49-F238E27FC236}">
                  <a16:creationId xmlns:a16="http://schemas.microsoft.com/office/drawing/2014/main" id="{D7E088F0-F87C-4A86-309B-F989563D0D27}"/>
                </a:ext>
              </a:extLst>
            </p:cNvPr>
            <p:cNvCxnSpPr>
              <a:cxnSpLocks/>
              <a:stCxn id="187" idx="0"/>
            </p:cNvCxnSpPr>
            <p:nvPr/>
          </p:nvCxnSpPr>
          <p:spPr>
            <a:xfrm flipV="1">
              <a:off x="10301445" y="2997761"/>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89" name="Straight Connector 188">
              <a:extLst>
                <a:ext uri="{FF2B5EF4-FFF2-40B4-BE49-F238E27FC236}">
                  <a16:creationId xmlns:a16="http://schemas.microsoft.com/office/drawing/2014/main" id="{9204FF8B-190C-524B-0DB6-5720FBF1E138}"/>
                </a:ext>
              </a:extLst>
            </p:cNvPr>
            <p:cNvCxnSpPr>
              <a:cxnSpLocks/>
            </p:cNvCxnSpPr>
            <p:nvPr/>
          </p:nvCxnSpPr>
          <p:spPr>
            <a:xfrm>
              <a:off x="10307164" y="2997761"/>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0" name="Group 189">
            <a:extLst>
              <a:ext uri="{FF2B5EF4-FFF2-40B4-BE49-F238E27FC236}">
                <a16:creationId xmlns:a16="http://schemas.microsoft.com/office/drawing/2014/main" id="{724304E0-C1F3-9537-A9BC-42A17973F56D}"/>
              </a:ext>
            </a:extLst>
          </p:cNvPr>
          <p:cNvGrpSpPr/>
          <p:nvPr/>
        </p:nvGrpSpPr>
        <p:grpSpPr>
          <a:xfrm>
            <a:off x="11355999" y="2974054"/>
            <a:ext cx="721206" cy="609701"/>
            <a:chOff x="11355999" y="2974054"/>
            <a:chExt cx="721206" cy="609701"/>
          </a:xfrm>
        </p:grpSpPr>
        <p:sp>
          <p:nvSpPr>
            <p:cNvPr id="191" name="Rectangle 190">
              <a:hlinkHover r:id="" action="ppaction://noaction" highlightClick="1"/>
              <a:extLst>
                <a:ext uri="{FF2B5EF4-FFF2-40B4-BE49-F238E27FC236}">
                  <a16:creationId xmlns:a16="http://schemas.microsoft.com/office/drawing/2014/main" id="{87B247AF-4B3A-DA73-D2F0-5946854B1E65}"/>
                </a:ext>
              </a:extLst>
            </p:cNvPr>
            <p:cNvSpPr/>
            <p:nvPr/>
          </p:nvSpPr>
          <p:spPr>
            <a:xfrm>
              <a:off x="11355999" y="2974054"/>
              <a:ext cx="721206" cy="609701"/>
            </a:xfrm>
            <a:prstGeom prst="rect">
              <a:avLst/>
            </a:prstGeom>
            <a:solidFill>
              <a:srgbClr val="FFFFCC"/>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Identities</a:t>
              </a:r>
            </a:p>
          </p:txBody>
        </p:sp>
        <p:sp>
          <p:nvSpPr>
            <p:cNvPr id="1984" name="Oval 1983">
              <a:extLst>
                <a:ext uri="{FF2B5EF4-FFF2-40B4-BE49-F238E27FC236}">
                  <a16:creationId xmlns:a16="http://schemas.microsoft.com/office/drawing/2014/main" id="{1EA5B7AD-5628-4681-DE5A-219A14A9A9C9}"/>
                </a:ext>
              </a:extLst>
            </p:cNvPr>
            <p:cNvSpPr/>
            <p:nvPr/>
          </p:nvSpPr>
          <p:spPr>
            <a:xfrm>
              <a:off x="11933223" y="2983308"/>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5" name="Isosceles Triangle 648">
              <a:extLst>
                <a:ext uri="{FF2B5EF4-FFF2-40B4-BE49-F238E27FC236}">
                  <a16:creationId xmlns:a16="http://schemas.microsoft.com/office/drawing/2014/main" id="{E5E69AAA-F67A-A0BE-F903-34AF9A14313F}"/>
                </a:ext>
              </a:extLst>
            </p:cNvPr>
            <p:cNvSpPr/>
            <p:nvPr/>
          </p:nvSpPr>
          <p:spPr>
            <a:xfrm>
              <a:off x="11963348" y="2996820"/>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986" name="Group 1985">
            <a:extLst>
              <a:ext uri="{FF2B5EF4-FFF2-40B4-BE49-F238E27FC236}">
                <a16:creationId xmlns:a16="http://schemas.microsoft.com/office/drawing/2014/main" id="{5B5AF827-98BF-7155-B48E-257C87914C0C}"/>
              </a:ext>
            </a:extLst>
          </p:cNvPr>
          <p:cNvGrpSpPr/>
          <p:nvPr/>
        </p:nvGrpSpPr>
        <p:grpSpPr>
          <a:xfrm>
            <a:off x="10513198" y="2974054"/>
            <a:ext cx="721206" cy="609701"/>
            <a:chOff x="9656908" y="2253333"/>
            <a:chExt cx="721206" cy="609701"/>
          </a:xfrm>
        </p:grpSpPr>
        <p:sp>
          <p:nvSpPr>
            <p:cNvPr id="1999" name="Rectangle 1998">
              <a:hlinkHover r:id="" action="ppaction://noaction" highlightClick="1"/>
              <a:extLst>
                <a:ext uri="{FF2B5EF4-FFF2-40B4-BE49-F238E27FC236}">
                  <a16:creationId xmlns:a16="http://schemas.microsoft.com/office/drawing/2014/main" id="{575ACAE3-3892-3B15-21F9-170B9D1BF6C9}"/>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Agent Identities</a:t>
              </a:r>
            </a:p>
          </p:txBody>
        </p:sp>
        <p:sp>
          <p:nvSpPr>
            <p:cNvPr id="2000" name="Rectangle 1999">
              <a:extLst>
                <a:ext uri="{FF2B5EF4-FFF2-40B4-BE49-F238E27FC236}">
                  <a16:creationId xmlns:a16="http://schemas.microsoft.com/office/drawing/2014/main" id="{005AC12C-AC33-C539-973B-693212781A86}"/>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1" name="Oval 15">
              <a:extLst>
                <a:ext uri="{FF2B5EF4-FFF2-40B4-BE49-F238E27FC236}">
                  <a16:creationId xmlns:a16="http://schemas.microsoft.com/office/drawing/2014/main" id="{0EBB773F-0FA2-E154-2FA5-08877B759532}"/>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002" name="Straight Connector 2001">
              <a:extLst>
                <a:ext uri="{FF2B5EF4-FFF2-40B4-BE49-F238E27FC236}">
                  <a16:creationId xmlns:a16="http://schemas.microsoft.com/office/drawing/2014/main" id="{7F2D52A8-7817-E35C-43DF-D893EF475077}"/>
                </a:ext>
              </a:extLst>
            </p:cNvPr>
            <p:cNvCxnSpPr>
              <a:cxnSpLocks/>
              <a:stCxn id="2001"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2003" name="Straight Connector 2002">
              <a:extLst>
                <a:ext uri="{FF2B5EF4-FFF2-40B4-BE49-F238E27FC236}">
                  <a16:creationId xmlns:a16="http://schemas.microsoft.com/office/drawing/2014/main" id="{74C76165-9703-CF5A-94B3-37D09C7029A8}"/>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2034" name="Group 2033">
            <a:extLst>
              <a:ext uri="{FF2B5EF4-FFF2-40B4-BE49-F238E27FC236}">
                <a16:creationId xmlns:a16="http://schemas.microsoft.com/office/drawing/2014/main" id="{BFF6D87A-8D08-8F30-DF19-5D635205D83D}"/>
              </a:ext>
            </a:extLst>
          </p:cNvPr>
          <p:cNvGrpSpPr/>
          <p:nvPr/>
        </p:nvGrpSpPr>
        <p:grpSpPr>
          <a:xfrm>
            <a:off x="1268346" y="3698208"/>
            <a:ext cx="721891" cy="610396"/>
            <a:chOff x="1268346" y="3698208"/>
            <a:chExt cx="721891" cy="610396"/>
          </a:xfrm>
        </p:grpSpPr>
        <p:sp>
          <p:nvSpPr>
            <p:cNvPr id="2035" name="Rectangle 2034">
              <a:extLst>
                <a:ext uri="{FF2B5EF4-FFF2-40B4-BE49-F238E27FC236}">
                  <a16:creationId xmlns:a16="http://schemas.microsoft.com/office/drawing/2014/main" id="{D9AB4893-8EBA-169F-8EA2-A83A790D0848}"/>
                </a:ext>
              </a:extLst>
            </p:cNvPr>
            <p:cNvSpPr/>
            <p:nvPr/>
          </p:nvSpPr>
          <p:spPr>
            <a:xfrm>
              <a:off x="1268346" y="3698901"/>
              <a:ext cx="721204" cy="609703"/>
            </a:xfrm>
            <a:prstGeom prst="rect">
              <a:avLst/>
            </a:prstGeom>
            <a:solidFill>
              <a:srgbClr val="C6C6C6">
                <a:alpha val="20000"/>
              </a:srgbClr>
            </a:solidFill>
            <a:ln>
              <a:solidFill>
                <a:srgbClr val="0078D7">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Microsoft Entra Passwordless AuthN</a:t>
              </a:r>
            </a:p>
          </p:txBody>
        </p:sp>
        <p:sp>
          <p:nvSpPr>
            <p:cNvPr id="2036" name="Right Triangle 2035">
              <a:extLst>
                <a:ext uri="{FF2B5EF4-FFF2-40B4-BE49-F238E27FC236}">
                  <a16:creationId xmlns:a16="http://schemas.microsoft.com/office/drawing/2014/main" id="{526E5E4D-6B16-4345-4166-533F2FA5A040}"/>
                </a:ext>
              </a:extLst>
            </p:cNvPr>
            <p:cNvSpPr/>
            <p:nvPr/>
          </p:nvSpPr>
          <p:spPr>
            <a:xfrm rot="10800000">
              <a:off x="1873183" y="3698208"/>
              <a:ext cx="117054" cy="115242"/>
            </a:xfrm>
            <a:prstGeom prst="rtTriangle">
              <a:avLst/>
            </a:prstGeom>
            <a:solidFill>
              <a:srgbClr val="A6A6A6">
                <a:alpha val="20000"/>
              </a:srgbClr>
            </a:solidFill>
            <a:ln w="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037" name="Group 2036">
              <a:extLst>
                <a:ext uri="{FF2B5EF4-FFF2-40B4-BE49-F238E27FC236}">
                  <a16:creationId xmlns:a16="http://schemas.microsoft.com/office/drawing/2014/main" id="{1426DA6C-C35D-E55A-50C1-63FD845FF687}"/>
                </a:ext>
              </a:extLst>
            </p:cNvPr>
            <p:cNvGrpSpPr/>
            <p:nvPr/>
          </p:nvGrpSpPr>
          <p:grpSpPr>
            <a:xfrm>
              <a:off x="1939627" y="3704306"/>
              <a:ext cx="37817" cy="61390"/>
              <a:chOff x="3883481" y="2057400"/>
              <a:chExt cx="1608363" cy="2652031"/>
            </a:xfrm>
            <a:solidFill>
              <a:srgbClr val="A6A6A6">
                <a:alpha val="20000"/>
              </a:srgbClr>
            </a:solidFill>
          </p:grpSpPr>
          <p:sp>
            <p:nvSpPr>
              <p:cNvPr id="2038" name="Oval 27">
                <a:extLst>
                  <a:ext uri="{FF2B5EF4-FFF2-40B4-BE49-F238E27FC236}">
                    <a16:creationId xmlns:a16="http://schemas.microsoft.com/office/drawing/2014/main" id="{BC74AC3C-ABE5-98A3-2B63-368F8113C2DC}"/>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39" name="Oval 28">
                <a:extLst>
                  <a:ext uri="{FF2B5EF4-FFF2-40B4-BE49-F238E27FC236}">
                    <a16:creationId xmlns:a16="http://schemas.microsoft.com/office/drawing/2014/main" id="{3AA46810-D062-A3B5-1699-33F3CB6F7BC6}"/>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0078D7">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040" name="Group 2039">
            <a:extLst>
              <a:ext uri="{FF2B5EF4-FFF2-40B4-BE49-F238E27FC236}">
                <a16:creationId xmlns:a16="http://schemas.microsoft.com/office/drawing/2014/main" id="{1EE79260-F3F6-DF26-B885-7E42594852BA}"/>
              </a:ext>
            </a:extLst>
          </p:cNvPr>
          <p:cNvGrpSpPr/>
          <p:nvPr/>
        </p:nvGrpSpPr>
        <p:grpSpPr>
          <a:xfrm>
            <a:off x="2934662" y="5148220"/>
            <a:ext cx="724130" cy="609701"/>
            <a:chOff x="4615448" y="2974053"/>
            <a:chExt cx="724130" cy="609701"/>
          </a:xfrm>
        </p:grpSpPr>
        <p:sp>
          <p:nvSpPr>
            <p:cNvPr id="2041" name="Rectangle 2040">
              <a:extLst>
                <a:ext uri="{FF2B5EF4-FFF2-40B4-BE49-F238E27FC236}">
                  <a16:creationId xmlns:a16="http://schemas.microsoft.com/office/drawing/2014/main" id="{639B194F-664A-6666-D3DE-DA2114F46142}"/>
                </a:ext>
              </a:extLst>
            </p:cNvPr>
            <p:cNvSpPr/>
            <p:nvPr/>
          </p:nvSpPr>
          <p:spPr>
            <a:xfrm>
              <a:off x="4615448" y="2974053"/>
              <a:ext cx="721204" cy="609701"/>
            </a:xfrm>
            <a:prstGeom prst="rect">
              <a:avLst/>
            </a:prstGeom>
            <a:solidFill>
              <a:srgbClr val="C6C6C6">
                <a:alpha val="20000"/>
              </a:srgbClr>
            </a:solidFill>
            <a:ln>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Self Service Capabilities</a:t>
              </a:r>
            </a:p>
          </p:txBody>
        </p:sp>
        <p:sp>
          <p:nvSpPr>
            <p:cNvPr id="2042" name="Right Triangle 2041">
              <a:extLst>
                <a:ext uri="{FF2B5EF4-FFF2-40B4-BE49-F238E27FC236}">
                  <a16:creationId xmlns:a16="http://schemas.microsoft.com/office/drawing/2014/main" id="{659C6833-C6FA-A3EA-7B30-FE1AB76A7F69}"/>
                </a:ext>
              </a:extLst>
            </p:cNvPr>
            <p:cNvSpPr/>
            <p:nvPr/>
          </p:nvSpPr>
          <p:spPr>
            <a:xfrm rot="10800000">
              <a:off x="5222524" y="2976481"/>
              <a:ext cx="117054" cy="115241"/>
            </a:xfrm>
            <a:prstGeom prst="rtTriangle">
              <a:avLst/>
            </a:prstGeom>
            <a:solidFill>
              <a:srgbClr val="A6A6A6">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nvGrpSpPr>
            <p:cNvPr id="2043" name="Group 2042">
              <a:extLst>
                <a:ext uri="{FF2B5EF4-FFF2-40B4-BE49-F238E27FC236}">
                  <a16:creationId xmlns:a16="http://schemas.microsoft.com/office/drawing/2014/main" id="{AE716BCC-F5FC-E465-0BCD-FB19A8B9D6F6}"/>
                </a:ext>
              </a:extLst>
            </p:cNvPr>
            <p:cNvGrpSpPr/>
            <p:nvPr/>
          </p:nvGrpSpPr>
          <p:grpSpPr>
            <a:xfrm>
              <a:off x="5288997" y="2982574"/>
              <a:ext cx="37817" cy="61390"/>
              <a:chOff x="3883481" y="2057400"/>
              <a:chExt cx="1608363" cy="2652031"/>
            </a:xfrm>
            <a:solidFill>
              <a:srgbClr val="A6A6A6">
                <a:alpha val="20000"/>
              </a:srgbClr>
            </a:solidFill>
          </p:grpSpPr>
          <p:sp>
            <p:nvSpPr>
              <p:cNvPr id="2044" name="Oval 27">
                <a:extLst>
                  <a:ext uri="{FF2B5EF4-FFF2-40B4-BE49-F238E27FC236}">
                    <a16:creationId xmlns:a16="http://schemas.microsoft.com/office/drawing/2014/main" id="{B7F25AC2-6106-43A6-9743-EACFD568B4A4}"/>
                  </a:ext>
                </a:extLst>
              </p:cNvPr>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2045" name="Oval 28">
                <a:extLst>
                  <a:ext uri="{FF2B5EF4-FFF2-40B4-BE49-F238E27FC236}">
                    <a16:creationId xmlns:a16="http://schemas.microsoft.com/office/drawing/2014/main" id="{CDB5EECA-D4DB-83F4-9BAB-AFA80E2AE327}"/>
                  </a:ext>
                </a:extLst>
              </p:cNvPr>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grpSp>
        <p:nvGrpSpPr>
          <p:cNvPr id="2046" name="Group 2045">
            <a:extLst>
              <a:ext uri="{FF2B5EF4-FFF2-40B4-BE49-F238E27FC236}">
                <a16:creationId xmlns:a16="http://schemas.microsoft.com/office/drawing/2014/main" id="{8227CAEC-79CC-DEC8-8F33-72C60C1194F0}"/>
              </a:ext>
            </a:extLst>
          </p:cNvPr>
          <p:cNvGrpSpPr/>
          <p:nvPr/>
        </p:nvGrpSpPr>
        <p:grpSpPr>
          <a:xfrm>
            <a:off x="5451979" y="3707588"/>
            <a:ext cx="721206" cy="609701"/>
            <a:chOff x="5451979" y="3707588"/>
            <a:chExt cx="721206" cy="609701"/>
          </a:xfrm>
        </p:grpSpPr>
        <p:sp>
          <p:nvSpPr>
            <p:cNvPr id="2047" name="Rectangle 2046">
              <a:hlinkHover r:id="" action="ppaction://noaction" highlightClick="1"/>
              <a:extLst>
                <a:ext uri="{FF2B5EF4-FFF2-40B4-BE49-F238E27FC236}">
                  <a16:creationId xmlns:a16="http://schemas.microsoft.com/office/drawing/2014/main" id="{44009150-99EF-1559-95E7-BE4F0D933E97}"/>
                </a:ext>
              </a:extLst>
            </p:cNvPr>
            <p:cNvSpPr/>
            <p:nvPr/>
          </p:nvSpPr>
          <p:spPr>
            <a:xfrm>
              <a:off x="5451979" y="3707588"/>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rPr>
                <a:t>Defender for Cloud – Foundational CSPM</a:t>
              </a:r>
              <a:endParaRPr kumimoji="0" lang="en-GB" sz="600" b="0" i="0" u="none" strike="noStrike" kern="1200" cap="none" spc="0" normalizeH="0" baseline="0" noProof="0">
                <a:ln>
                  <a:noFill/>
                </a:ln>
                <a:solidFill>
                  <a:srgbClr val="1F4E79">
                    <a:alpha val="20000"/>
                  </a:srgbClr>
                </a:solidFill>
                <a:effectLst/>
                <a:uLnTx/>
                <a:uFillTx/>
                <a:latin typeface="Century Gothic" panose="020B0502020202020204" pitchFamily="34" charset="0"/>
                <a:ea typeface="+mn-ea"/>
                <a:cs typeface="+mn-cs"/>
              </a:endParaRPr>
            </a:p>
          </p:txBody>
        </p:sp>
        <p:sp>
          <p:nvSpPr>
            <p:cNvPr id="384" name="Oval 383">
              <a:extLst>
                <a:ext uri="{FF2B5EF4-FFF2-40B4-BE49-F238E27FC236}">
                  <a16:creationId xmlns:a16="http://schemas.microsoft.com/office/drawing/2014/main" id="{8D4E8605-60C1-9AAB-908C-28AAB7955499}"/>
                </a:ext>
              </a:extLst>
            </p:cNvPr>
            <p:cNvSpPr/>
            <p:nvPr/>
          </p:nvSpPr>
          <p:spPr>
            <a:xfrm>
              <a:off x="6030446" y="3715345"/>
              <a:ext cx="134788" cy="94799"/>
            </a:xfrm>
            <a:prstGeom prst="ellipse">
              <a:avLst/>
            </a:prstGeom>
            <a:solidFill>
              <a:srgbClr val="7030A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85" name="Isosceles Triangle 648">
              <a:extLst>
                <a:ext uri="{FF2B5EF4-FFF2-40B4-BE49-F238E27FC236}">
                  <a16:creationId xmlns:a16="http://schemas.microsoft.com/office/drawing/2014/main" id="{BD3940B0-2FCD-4B00-410F-BE6A025D8AAF}"/>
                </a:ext>
              </a:extLst>
            </p:cNvPr>
            <p:cNvSpPr/>
            <p:nvPr/>
          </p:nvSpPr>
          <p:spPr>
            <a:xfrm>
              <a:off x="6060603" y="3728856"/>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grpSp>
        <p:nvGrpSpPr>
          <p:cNvPr id="386" name="Group 385">
            <a:extLst>
              <a:ext uri="{FF2B5EF4-FFF2-40B4-BE49-F238E27FC236}">
                <a16:creationId xmlns:a16="http://schemas.microsoft.com/office/drawing/2014/main" id="{83F4AC86-3124-EB2E-FB50-AF28CF5F5643}"/>
              </a:ext>
            </a:extLst>
          </p:cNvPr>
          <p:cNvGrpSpPr/>
          <p:nvPr/>
        </p:nvGrpSpPr>
        <p:grpSpPr>
          <a:xfrm>
            <a:off x="11357362" y="5142110"/>
            <a:ext cx="721206" cy="609701"/>
            <a:chOff x="9656908" y="2253333"/>
            <a:chExt cx="721206" cy="609701"/>
          </a:xfrm>
        </p:grpSpPr>
        <p:sp>
          <p:nvSpPr>
            <p:cNvPr id="387" name="Rectangle 386">
              <a:hlinkHover r:id="" action="ppaction://noaction" highlightClick="1"/>
              <a:extLst>
                <a:ext uri="{FF2B5EF4-FFF2-40B4-BE49-F238E27FC236}">
                  <a16:creationId xmlns:a16="http://schemas.microsoft.com/office/drawing/2014/main" id="{86E3AB0D-C0AF-25F2-A6DF-DAC22885FF06}"/>
                </a:ext>
              </a:extLst>
            </p:cNvPr>
            <p:cNvSpPr/>
            <p:nvPr/>
          </p:nvSpPr>
          <p:spPr>
            <a:xfrm>
              <a:off x="9656908" y="2253333"/>
              <a:ext cx="721206" cy="609701"/>
            </a:xfrm>
            <a:prstGeom prst="rect">
              <a:avLst/>
            </a:prstGeom>
            <a:solidFill>
              <a:srgbClr val="FFFFCC"/>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388" name="Rectangle 387">
              <a:extLst>
                <a:ext uri="{FF2B5EF4-FFF2-40B4-BE49-F238E27FC236}">
                  <a16:creationId xmlns:a16="http://schemas.microsoft.com/office/drawing/2014/main" id="{E2653E09-B736-5B22-0522-67D8E6688ECA}"/>
                </a:ext>
              </a:extLst>
            </p:cNvPr>
            <p:cNvSpPr/>
            <p:nvPr/>
          </p:nvSpPr>
          <p:spPr>
            <a:xfrm flipV="1">
              <a:off x="10277922" y="225953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9" name="Oval 15">
              <a:extLst>
                <a:ext uri="{FF2B5EF4-FFF2-40B4-BE49-F238E27FC236}">
                  <a16:creationId xmlns:a16="http://schemas.microsoft.com/office/drawing/2014/main" id="{29F7CB7F-091D-459D-43A9-A63560A99731}"/>
                </a:ext>
              </a:extLst>
            </p:cNvPr>
            <p:cNvSpPr/>
            <p:nvPr/>
          </p:nvSpPr>
          <p:spPr>
            <a:xfrm>
              <a:off x="10305310" y="229627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90" name="Straight Connector 389">
              <a:extLst>
                <a:ext uri="{FF2B5EF4-FFF2-40B4-BE49-F238E27FC236}">
                  <a16:creationId xmlns:a16="http://schemas.microsoft.com/office/drawing/2014/main" id="{FA238DAD-6F1D-C87C-F144-EA927286E25A}"/>
                </a:ext>
              </a:extLst>
            </p:cNvPr>
            <p:cNvCxnSpPr>
              <a:cxnSpLocks/>
              <a:stCxn id="389" idx="0"/>
            </p:cNvCxnSpPr>
            <p:nvPr/>
          </p:nvCxnSpPr>
          <p:spPr>
            <a:xfrm flipV="1">
              <a:off x="10311007" y="2273050"/>
              <a:ext cx="5719" cy="26216"/>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391" name="Straight Connector 390">
              <a:extLst>
                <a:ext uri="{FF2B5EF4-FFF2-40B4-BE49-F238E27FC236}">
                  <a16:creationId xmlns:a16="http://schemas.microsoft.com/office/drawing/2014/main" id="{2F59D15B-7746-C663-2823-D58BD3A24E25}"/>
                </a:ext>
              </a:extLst>
            </p:cNvPr>
            <p:cNvCxnSpPr>
              <a:cxnSpLocks/>
            </p:cNvCxnSpPr>
            <p:nvPr/>
          </p:nvCxnSpPr>
          <p:spPr>
            <a:xfrm>
              <a:off x="10316726" y="2273050"/>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pic>
        <p:nvPicPr>
          <p:cNvPr id="32" name="Picture 31">
            <a:hlinkClick r:id="rId12" action="ppaction://hlinksldjump"/>
            <a:extLst>
              <a:ext uri="{FF2B5EF4-FFF2-40B4-BE49-F238E27FC236}">
                <a16:creationId xmlns:a16="http://schemas.microsoft.com/office/drawing/2014/main" id="{BED04D9A-EDA6-228D-AE1A-70C95AFFFB4E}"/>
              </a:ext>
            </a:extLst>
          </p:cNvPr>
          <p:cNvPicPr>
            <a:picLocks noChangeAspect="1"/>
          </p:cNvPicPr>
          <p:nvPr/>
        </p:nvPicPr>
        <p:blipFill>
          <a:blip r:embed="rId13"/>
          <a:stretch>
            <a:fillRect/>
          </a:stretch>
        </p:blipFill>
        <p:spPr>
          <a:xfrm>
            <a:off x="0" y="0"/>
            <a:ext cx="211626" cy="6858000"/>
          </a:xfrm>
          <a:prstGeom prst="rect">
            <a:avLst/>
          </a:prstGeom>
        </p:spPr>
      </p:pic>
      <p:grpSp>
        <p:nvGrpSpPr>
          <p:cNvPr id="33" name="Group 32">
            <a:extLst>
              <a:ext uri="{FF2B5EF4-FFF2-40B4-BE49-F238E27FC236}">
                <a16:creationId xmlns:a16="http://schemas.microsoft.com/office/drawing/2014/main" id="{E4E8E7B8-E09F-1FA1-6DFF-C37CE692056A}"/>
              </a:ext>
            </a:extLst>
          </p:cNvPr>
          <p:cNvGrpSpPr/>
          <p:nvPr/>
        </p:nvGrpSpPr>
        <p:grpSpPr>
          <a:xfrm>
            <a:off x="9652491" y="2986436"/>
            <a:ext cx="721206" cy="609701"/>
            <a:chOff x="9657972" y="90836"/>
            <a:chExt cx="721206" cy="609701"/>
          </a:xfrm>
        </p:grpSpPr>
        <p:sp>
          <p:nvSpPr>
            <p:cNvPr id="35" name="Rectangle 34">
              <a:hlinkHover r:id="" action="ppaction://noaction" highlightClick="1"/>
              <a:extLst>
                <a:ext uri="{FF2B5EF4-FFF2-40B4-BE49-F238E27FC236}">
                  <a16:creationId xmlns:a16="http://schemas.microsoft.com/office/drawing/2014/main" id="{54EFE69D-EF29-0B6F-4246-0D7967100CEC}"/>
                </a:ext>
              </a:extLst>
            </p:cNvPr>
            <p:cNvSpPr/>
            <p:nvPr/>
          </p:nvSpPr>
          <p:spPr>
            <a:xfrm>
              <a:off x="9657972" y="90836"/>
              <a:ext cx="721206" cy="609701"/>
            </a:xfrm>
            <a:prstGeom prst="rect">
              <a:avLst/>
            </a:prstGeom>
            <a:solidFill>
              <a:srgbClr val="C6C6C6">
                <a:alpha val="20000"/>
              </a:srgbClr>
            </a:solidFill>
            <a:ln w="31750">
              <a:solidFill>
                <a:srgbClr val="C6C6C6">
                  <a:alpha val="20000"/>
                </a:srgb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alpha val="20000"/>
                    </a:srgbClr>
                  </a:solidFill>
                  <a:effectLst/>
                  <a:uLnTx/>
                  <a:uFillTx/>
                  <a:latin typeface="Century Gothic" panose="020B0502020202020204" pitchFamily="34" charset="0"/>
                  <a:ea typeface="+mn-ea"/>
                  <a:cs typeface="+mn-cs"/>
                </a:rPr>
                <a:t>Microsoft Agent 365</a:t>
              </a:r>
            </a:p>
          </p:txBody>
        </p:sp>
        <p:sp>
          <p:nvSpPr>
            <p:cNvPr id="36" name="Diamond 35">
              <a:extLst>
                <a:ext uri="{FF2B5EF4-FFF2-40B4-BE49-F238E27FC236}">
                  <a16:creationId xmlns:a16="http://schemas.microsoft.com/office/drawing/2014/main" id="{65DA0F56-0769-6842-F4AF-E824A0FCF3CF}"/>
                </a:ext>
              </a:extLst>
            </p:cNvPr>
            <p:cNvSpPr/>
            <p:nvPr/>
          </p:nvSpPr>
          <p:spPr>
            <a:xfrm>
              <a:off x="10242692" y="93187"/>
              <a:ext cx="129906" cy="127894"/>
            </a:xfrm>
            <a:prstGeom prst="diamond">
              <a:avLst/>
            </a:prstGeom>
            <a:solidFill>
              <a:srgbClr val="00B050">
                <a:alpha val="20000"/>
              </a:srgbClr>
            </a:solidFill>
            <a:ln w="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sp>
          <p:nvSpPr>
            <p:cNvPr id="39" name="Oval 38">
              <a:extLst>
                <a:ext uri="{FF2B5EF4-FFF2-40B4-BE49-F238E27FC236}">
                  <a16:creationId xmlns:a16="http://schemas.microsoft.com/office/drawing/2014/main" id="{7B26225F-4A12-AE92-054F-5C8A6524E37D}"/>
                </a:ext>
              </a:extLst>
            </p:cNvPr>
            <p:cNvSpPr/>
            <p:nvPr/>
          </p:nvSpPr>
          <p:spPr>
            <a:xfrm>
              <a:off x="10276824" y="126675"/>
              <a:ext cx="56427" cy="61902"/>
            </a:xfrm>
            <a:prstGeom prst="ellipse">
              <a:avLst/>
            </a:prstGeom>
            <a:solidFill>
              <a:srgbClr val="00B050">
                <a:alpha val="20000"/>
              </a:srgbClr>
            </a:solidFill>
            <a:ln w="6350">
              <a:solidFill>
                <a:srgbClr val="C6C6C6">
                  <a:alpha val="2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alpha val="20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489886475"/>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26" name="Group 1225">
            <a:extLst>
              <a:ext uri="{FF2B5EF4-FFF2-40B4-BE49-F238E27FC236}">
                <a16:creationId xmlns:a16="http://schemas.microsoft.com/office/drawing/2014/main" id="{A13A2BEE-6A23-FBF7-AE8F-8527A44B9CE3}"/>
              </a:ext>
            </a:extLst>
          </p:cNvPr>
          <p:cNvGrpSpPr>
            <a:grpSpLocks noGrp="1" noUngrp="1" noRot="1" noMove="1" noResize="1"/>
          </p:cNvGrpSpPr>
          <p:nvPr/>
        </p:nvGrpSpPr>
        <p:grpSpPr>
          <a:xfrm>
            <a:off x="3779655" y="811556"/>
            <a:ext cx="721206" cy="609701"/>
            <a:chOff x="5280339" y="909114"/>
            <a:chExt cx="871904" cy="748695"/>
          </a:xfrm>
        </p:grpSpPr>
        <p:sp>
          <p:nvSpPr>
            <p:cNvPr id="1227" name="Rectangle 1226">
              <a:hlinkClick r:id="rId3" action="ppaction://hlinksldjump"/>
              <a:extLst>
                <a:ext uri="{FF2B5EF4-FFF2-40B4-BE49-F238E27FC236}">
                  <a16:creationId xmlns:a16="http://schemas.microsoft.com/office/drawing/2014/main" id="{7CA5FAED-A44F-E35C-8223-B0AA2DF0BFB1}"/>
                </a:ext>
              </a:extLst>
            </p:cNvPr>
            <p:cNvSpPr>
              <a:spLocks noGrp="1" noRot="1" noMove="1" noResize="1" noEditPoints="1" noAdjustHandles="1" noChangeArrowheads="1" noChangeShapeType="1"/>
            </p:cNvSpPr>
            <p:nvPr/>
          </p:nvSpPr>
          <p:spPr>
            <a:xfrm>
              <a:off x="528033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Comms Compliance</a:t>
              </a:r>
            </a:p>
          </p:txBody>
        </p:sp>
        <p:sp>
          <p:nvSpPr>
            <p:cNvPr id="1228" name="Rectangle 1227">
              <a:extLst>
                <a:ext uri="{FF2B5EF4-FFF2-40B4-BE49-F238E27FC236}">
                  <a16:creationId xmlns:a16="http://schemas.microsoft.com/office/drawing/2014/main" id="{F8C1EA73-4D73-668B-E4B3-B19E55768413}"/>
                </a:ext>
              </a:extLst>
            </p:cNvPr>
            <p:cNvSpPr>
              <a:spLocks noGrp="1" noRot="1" noMove="1" noResize="1" noEditPoints="1" noAdjustHandles="1" noChangeArrowheads="1" noChangeShapeType="1"/>
            </p:cNvSpPr>
            <p:nvPr/>
          </p:nvSpPr>
          <p:spPr>
            <a:xfrm flipV="1">
              <a:off x="6024997"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9" name="Oval 15">
              <a:extLst>
                <a:ext uri="{FF2B5EF4-FFF2-40B4-BE49-F238E27FC236}">
                  <a16:creationId xmlns:a16="http://schemas.microsoft.com/office/drawing/2014/main" id="{50B893B5-9833-8116-BA3D-AF8F25D15619}"/>
                </a:ext>
              </a:extLst>
            </p:cNvPr>
            <p:cNvSpPr>
              <a:spLocks noGrp="1" noRot="1" noMove="1" noResize="1" noEditPoints="1" noAdjustHandles="1" noChangeArrowheads="1" noChangeShapeType="1"/>
            </p:cNvSpPr>
            <p:nvPr/>
          </p:nvSpPr>
          <p:spPr>
            <a:xfrm>
              <a:off x="6058109"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30" name="Straight Connector 1229">
              <a:extLst>
                <a:ext uri="{FF2B5EF4-FFF2-40B4-BE49-F238E27FC236}">
                  <a16:creationId xmlns:a16="http://schemas.microsoft.com/office/drawing/2014/main" id="{BD5BDBD5-67FD-72F9-CD57-3CFE76FBA410}"/>
                </a:ext>
              </a:extLst>
            </p:cNvPr>
            <p:cNvCxnSpPr>
              <a:cxnSpLocks noGrp="1" noRot="1" noMove="1" noResize="1" noEditPoints="1" noAdjustHandles="1" noChangeArrowheads="1" noChangeShapeType="1"/>
              <a:stCxn id="1229" idx="0"/>
            </p:cNvCxnSpPr>
            <p:nvPr/>
          </p:nvCxnSpPr>
          <p:spPr>
            <a:xfrm flipV="1">
              <a:off x="6064996"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31" name="Straight Connector 1230">
              <a:extLst>
                <a:ext uri="{FF2B5EF4-FFF2-40B4-BE49-F238E27FC236}">
                  <a16:creationId xmlns:a16="http://schemas.microsoft.com/office/drawing/2014/main" id="{3823B4C0-BE08-D820-C867-917D7FB8F8BD}"/>
                </a:ext>
              </a:extLst>
            </p:cNvPr>
            <p:cNvCxnSpPr>
              <a:cxnSpLocks noGrp="1" noRot="1" noMove="1" noResize="1" noEditPoints="1" noAdjustHandles="1" noChangeArrowheads="1" noChangeShapeType="1"/>
            </p:cNvCxnSpPr>
            <p:nvPr/>
          </p:nvCxnSpPr>
          <p:spPr>
            <a:xfrm>
              <a:off x="6071910"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32" name="Group 1231">
            <a:extLst>
              <a:ext uri="{FF2B5EF4-FFF2-40B4-BE49-F238E27FC236}">
                <a16:creationId xmlns:a16="http://schemas.microsoft.com/office/drawing/2014/main" id="{DF72B2E3-6E1B-4BB7-6B3D-B19AE6C6A10D}"/>
              </a:ext>
            </a:extLst>
          </p:cNvPr>
          <p:cNvGrpSpPr>
            <a:grpSpLocks noGrp="1" noUngrp="1" noRot="1" noMove="1" noResize="1"/>
          </p:cNvGrpSpPr>
          <p:nvPr/>
        </p:nvGrpSpPr>
        <p:grpSpPr>
          <a:xfrm>
            <a:off x="7959193" y="3698227"/>
            <a:ext cx="721206" cy="609701"/>
            <a:chOff x="9258526" y="5012622"/>
            <a:chExt cx="871904" cy="748695"/>
          </a:xfrm>
        </p:grpSpPr>
        <p:sp>
          <p:nvSpPr>
            <p:cNvPr id="1233" name="Rectangle 1232">
              <a:hlinkClick r:id="rId4" action="ppaction://hlinksldjump"/>
              <a:hlinkHover r:id="" action="ppaction://noaction" highlightClick="1"/>
              <a:extLst>
                <a:ext uri="{FF2B5EF4-FFF2-40B4-BE49-F238E27FC236}">
                  <a16:creationId xmlns:a16="http://schemas.microsoft.com/office/drawing/2014/main" id="{21D74FB4-A63D-D35F-BCBF-CE6B6A977E44}"/>
                </a:ext>
              </a:extLst>
            </p:cNvPr>
            <p:cNvSpPr>
              <a:spLocks noGrp="1" noRot="1" noMove="1" noResize="1" noEditPoints="1" noAdjustHandles="1" noChangeArrowheads="1" noChangeShapeType="1"/>
            </p:cNvSpPr>
            <p:nvPr/>
          </p:nvSpPr>
          <p:spPr>
            <a:xfrm>
              <a:off x="9258526"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External Attack Surface Management</a:t>
              </a:r>
            </a:p>
          </p:txBody>
        </p:sp>
        <p:sp>
          <p:nvSpPr>
            <p:cNvPr id="1234" name="Oval 1233">
              <a:extLst>
                <a:ext uri="{FF2B5EF4-FFF2-40B4-BE49-F238E27FC236}">
                  <a16:creationId xmlns:a16="http://schemas.microsoft.com/office/drawing/2014/main" id="{036FB63A-8DA5-08C7-0B08-ADA8CD563577}"/>
                </a:ext>
              </a:extLst>
            </p:cNvPr>
            <p:cNvSpPr>
              <a:spLocks noGrp="1" noRot="1" noMove="1" noResize="1" noEditPoints="1" noAdjustHandles="1" noChangeArrowheads="1" noChangeShapeType="1"/>
            </p:cNvSpPr>
            <p:nvPr/>
          </p:nvSpPr>
          <p:spPr>
            <a:xfrm>
              <a:off x="995270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5" name="Isosceles Triangle 648">
              <a:extLst>
                <a:ext uri="{FF2B5EF4-FFF2-40B4-BE49-F238E27FC236}">
                  <a16:creationId xmlns:a16="http://schemas.microsoft.com/office/drawing/2014/main" id="{98633A6E-F2B2-9F36-0A4B-231A7C1847E1}"/>
                </a:ext>
              </a:extLst>
            </p:cNvPr>
            <p:cNvSpPr>
              <a:spLocks noGrp="1" noRot="1" noMove="1" noResize="1" noEditPoints="1" noAdjustHandles="1" noChangeArrowheads="1" noChangeShapeType="1"/>
            </p:cNvSpPr>
            <p:nvPr/>
          </p:nvSpPr>
          <p:spPr>
            <a:xfrm>
              <a:off x="998912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36" name="Group 1235">
            <a:extLst>
              <a:ext uri="{FF2B5EF4-FFF2-40B4-BE49-F238E27FC236}">
                <a16:creationId xmlns:a16="http://schemas.microsoft.com/office/drawing/2014/main" id="{C1D6D645-0B4C-3732-7A8F-A147BE6778C0}"/>
              </a:ext>
            </a:extLst>
          </p:cNvPr>
          <p:cNvGrpSpPr>
            <a:grpSpLocks noGrp="1" noUngrp="1" noRot="1" noMove="1" noResize="1"/>
          </p:cNvGrpSpPr>
          <p:nvPr/>
        </p:nvGrpSpPr>
        <p:grpSpPr>
          <a:xfrm>
            <a:off x="7957576" y="2253333"/>
            <a:ext cx="721206" cy="609701"/>
            <a:chOff x="10240105" y="2560818"/>
            <a:chExt cx="871904" cy="748695"/>
          </a:xfrm>
        </p:grpSpPr>
        <p:sp>
          <p:nvSpPr>
            <p:cNvPr id="1237" name="Rectangle 1236">
              <a:hlinkClick r:id="rId5" action="ppaction://hlinksldjump"/>
              <a:extLst>
                <a:ext uri="{FF2B5EF4-FFF2-40B4-BE49-F238E27FC236}">
                  <a16:creationId xmlns:a16="http://schemas.microsoft.com/office/drawing/2014/main" id="{1253641C-7EF2-8BEF-0484-3D3311661680}"/>
                </a:ext>
              </a:extLst>
            </p:cNvPr>
            <p:cNvSpPr>
              <a:spLocks noGrp="1" noRot="1" noMove="1" noResize="1" noEditPoints="1" noAdjustHandles="1" noChangeArrowheads="1" noChangeShapeType="1"/>
            </p:cNvSpPr>
            <p:nvPr/>
          </p:nvSpPr>
          <p:spPr>
            <a:xfrm>
              <a:off x="10240105"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P1 (Clients Only)</a:t>
              </a:r>
            </a:p>
          </p:txBody>
        </p:sp>
        <p:sp>
          <p:nvSpPr>
            <p:cNvPr id="1238" name="Right Triangle 1237">
              <a:extLst>
                <a:ext uri="{FF2B5EF4-FFF2-40B4-BE49-F238E27FC236}">
                  <a16:creationId xmlns:a16="http://schemas.microsoft.com/office/drawing/2014/main" id="{B262CC88-5654-6ED1-59BD-ADF46EAC68E4}"/>
                </a:ext>
              </a:extLst>
            </p:cNvPr>
            <p:cNvSpPr>
              <a:spLocks noGrp="1" noRot="1" noMove="1" noResize="1" noEditPoints="1" noAdjustHandles="1" noChangeArrowheads="1" noChangeShapeType="1"/>
            </p:cNvSpPr>
            <p:nvPr/>
          </p:nvSpPr>
          <p:spPr>
            <a:xfrm rot="10800000">
              <a:off x="10962978" y="25647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39" name="Group 1238">
              <a:extLst>
                <a:ext uri="{FF2B5EF4-FFF2-40B4-BE49-F238E27FC236}">
                  <a16:creationId xmlns:a16="http://schemas.microsoft.com/office/drawing/2014/main" id="{5EDC3724-96AB-C98F-729D-9A37D0DEA51A}"/>
                </a:ext>
              </a:extLst>
            </p:cNvPr>
            <p:cNvGrpSpPr>
              <a:grpSpLocks noGrp="1" noUngrp="1" noRot="1" noMove="1" noResize="1"/>
            </p:cNvGrpSpPr>
            <p:nvPr/>
          </p:nvGrpSpPr>
          <p:grpSpPr>
            <a:xfrm>
              <a:off x="11043305" y="2572272"/>
              <a:ext cx="45719" cy="75385"/>
              <a:chOff x="3883481" y="2057400"/>
              <a:chExt cx="1608363" cy="2652031"/>
            </a:xfrm>
            <a:solidFill>
              <a:srgbClr val="A6A6A6"/>
            </a:solidFill>
          </p:grpSpPr>
          <p:sp>
            <p:nvSpPr>
              <p:cNvPr id="1240" name="Oval 27">
                <a:extLst>
                  <a:ext uri="{FF2B5EF4-FFF2-40B4-BE49-F238E27FC236}">
                    <a16:creationId xmlns:a16="http://schemas.microsoft.com/office/drawing/2014/main" id="{043438B3-7969-1123-0209-7EBDC4601F49}"/>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1" name="Oval 28">
                <a:extLst>
                  <a:ext uri="{FF2B5EF4-FFF2-40B4-BE49-F238E27FC236}">
                    <a16:creationId xmlns:a16="http://schemas.microsoft.com/office/drawing/2014/main" id="{5A4196BC-EA6D-4F37-D061-3C1DB2C2142F}"/>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42" name="Group 1241">
            <a:extLst>
              <a:ext uri="{FF2B5EF4-FFF2-40B4-BE49-F238E27FC236}">
                <a16:creationId xmlns:a16="http://schemas.microsoft.com/office/drawing/2014/main" id="{84827C78-B801-9C27-9B9D-C6B4A20186AA}"/>
              </a:ext>
            </a:extLst>
          </p:cNvPr>
          <p:cNvGrpSpPr>
            <a:grpSpLocks noGrp="1" noUngrp="1" noRot="1" noMove="1" noResize="1"/>
          </p:cNvGrpSpPr>
          <p:nvPr/>
        </p:nvGrpSpPr>
        <p:grpSpPr>
          <a:xfrm>
            <a:off x="5448055" y="1532276"/>
            <a:ext cx="721206" cy="609701"/>
            <a:chOff x="6271424" y="1729816"/>
            <a:chExt cx="871904" cy="748695"/>
          </a:xfrm>
        </p:grpSpPr>
        <p:sp>
          <p:nvSpPr>
            <p:cNvPr id="1243" name="Rectangle 1242">
              <a:hlinkClick r:id="rId6" action="ppaction://hlinksldjump"/>
              <a:extLst>
                <a:ext uri="{FF2B5EF4-FFF2-40B4-BE49-F238E27FC236}">
                  <a16:creationId xmlns:a16="http://schemas.microsoft.com/office/drawing/2014/main" id="{BFC9100B-A5BC-A640-3D38-8D38B8536AAE}"/>
                </a:ext>
              </a:extLst>
            </p:cNvPr>
            <p:cNvSpPr>
              <a:spLocks noGrp="1" noRot="1" noMove="1" noResize="1" noEditPoints="1" noAdjustHandles="1" noChangeArrowheads="1" noChangeShapeType="1"/>
            </p:cNvSpPr>
            <p:nvPr/>
          </p:nvSpPr>
          <p:spPr>
            <a:xfrm>
              <a:off x="627142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(Premium)</a:t>
              </a:r>
            </a:p>
          </p:txBody>
        </p:sp>
        <p:sp>
          <p:nvSpPr>
            <p:cNvPr id="1244" name="Rectangle 1243">
              <a:extLst>
                <a:ext uri="{FF2B5EF4-FFF2-40B4-BE49-F238E27FC236}">
                  <a16:creationId xmlns:a16="http://schemas.microsoft.com/office/drawing/2014/main" id="{6211D5E8-4F51-FB31-A6EF-C4D226071BC0}"/>
                </a:ext>
              </a:extLst>
            </p:cNvPr>
            <p:cNvSpPr>
              <a:spLocks noGrp="1" noRot="1" noMove="1" noResize="1" noEditPoints="1" noAdjustHandles="1" noChangeArrowheads="1" noChangeShapeType="1"/>
            </p:cNvSpPr>
            <p:nvPr/>
          </p:nvSpPr>
          <p:spPr>
            <a:xfrm flipV="1">
              <a:off x="7010822"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5" name="Oval 15">
              <a:extLst>
                <a:ext uri="{FF2B5EF4-FFF2-40B4-BE49-F238E27FC236}">
                  <a16:creationId xmlns:a16="http://schemas.microsoft.com/office/drawing/2014/main" id="{E23575B6-6593-8554-0B50-30EDE115953D}"/>
                </a:ext>
              </a:extLst>
            </p:cNvPr>
            <p:cNvSpPr>
              <a:spLocks noGrp="1" noRot="1" noMove="1" noResize="1" noEditPoints="1" noAdjustHandles="1" noChangeArrowheads="1" noChangeShapeType="1"/>
            </p:cNvSpPr>
            <p:nvPr/>
          </p:nvSpPr>
          <p:spPr>
            <a:xfrm>
              <a:off x="7043934"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46" name="Straight Connector 1245">
              <a:extLst>
                <a:ext uri="{FF2B5EF4-FFF2-40B4-BE49-F238E27FC236}">
                  <a16:creationId xmlns:a16="http://schemas.microsoft.com/office/drawing/2014/main" id="{E3C09814-FD83-1B6F-F08C-2E70C009465D}"/>
                </a:ext>
              </a:extLst>
            </p:cNvPr>
            <p:cNvCxnSpPr>
              <a:cxnSpLocks noGrp="1" noRot="1" noMove="1" noResize="1" noEditPoints="1" noAdjustHandles="1" noChangeArrowheads="1" noChangeShapeType="1"/>
              <a:stCxn id="1245" idx="0"/>
            </p:cNvCxnSpPr>
            <p:nvPr/>
          </p:nvCxnSpPr>
          <p:spPr>
            <a:xfrm flipV="1">
              <a:off x="7050821"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47" name="Straight Connector 1246">
              <a:extLst>
                <a:ext uri="{FF2B5EF4-FFF2-40B4-BE49-F238E27FC236}">
                  <a16:creationId xmlns:a16="http://schemas.microsoft.com/office/drawing/2014/main" id="{4D91641C-85E5-0FE1-0380-BC316D34AC32}"/>
                </a:ext>
              </a:extLst>
            </p:cNvPr>
            <p:cNvCxnSpPr>
              <a:cxnSpLocks noGrp="1" noRot="1" noMove="1" noResize="1" noEditPoints="1" noAdjustHandles="1" noChangeArrowheads="1" noChangeShapeType="1"/>
            </p:cNvCxnSpPr>
            <p:nvPr/>
          </p:nvCxnSpPr>
          <p:spPr>
            <a:xfrm>
              <a:off x="7057735"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48" name="Group 1247">
            <a:extLst>
              <a:ext uri="{FF2B5EF4-FFF2-40B4-BE49-F238E27FC236}">
                <a16:creationId xmlns:a16="http://schemas.microsoft.com/office/drawing/2014/main" id="{F0DBD355-3159-56C5-0C33-DB0FD7A8CC40}"/>
              </a:ext>
            </a:extLst>
          </p:cNvPr>
          <p:cNvGrpSpPr>
            <a:grpSpLocks noGrp="1" noUngrp="1" noRot="1" noMove="1" noResize="1"/>
          </p:cNvGrpSpPr>
          <p:nvPr/>
        </p:nvGrpSpPr>
        <p:grpSpPr>
          <a:xfrm>
            <a:off x="6284562" y="1532276"/>
            <a:ext cx="721206" cy="609701"/>
            <a:chOff x="7262509" y="1729816"/>
            <a:chExt cx="871904" cy="748695"/>
          </a:xfrm>
        </p:grpSpPr>
        <p:sp>
          <p:nvSpPr>
            <p:cNvPr id="1249" name="Rectangle 1248">
              <a:hlinkClick r:id="rId7" action="ppaction://hlinksldjump"/>
              <a:extLst>
                <a:ext uri="{FF2B5EF4-FFF2-40B4-BE49-F238E27FC236}">
                  <a16:creationId xmlns:a16="http://schemas.microsoft.com/office/drawing/2014/main" id="{DCB4296D-9B6F-3E27-ED1B-BDA4224A00DB}"/>
                </a:ext>
              </a:extLst>
            </p:cNvPr>
            <p:cNvSpPr>
              <a:spLocks noGrp="1" noRot="1" noMove="1" noResize="1" noEditPoints="1" noAdjustHandles="1" noChangeArrowheads="1" noChangeShapeType="1"/>
            </p:cNvSpPr>
            <p:nvPr/>
          </p:nvSpPr>
          <p:spPr>
            <a:xfrm>
              <a:off x="7262509"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(Premium)</a:t>
              </a:r>
            </a:p>
          </p:txBody>
        </p:sp>
        <p:sp>
          <p:nvSpPr>
            <p:cNvPr id="1250" name="Rectangle 1249">
              <a:extLst>
                <a:ext uri="{FF2B5EF4-FFF2-40B4-BE49-F238E27FC236}">
                  <a16:creationId xmlns:a16="http://schemas.microsoft.com/office/drawing/2014/main" id="{FCC94EC0-CAD3-3E96-E9B4-B1A1A2B300EA}"/>
                </a:ext>
              </a:extLst>
            </p:cNvPr>
            <p:cNvSpPr>
              <a:spLocks noGrp="1" noRot="1" noMove="1" noResize="1" noEditPoints="1" noAdjustHandles="1" noChangeArrowheads="1" noChangeShapeType="1"/>
            </p:cNvSpPr>
            <p:nvPr/>
          </p:nvSpPr>
          <p:spPr>
            <a:xfrm flipV="1">
              <a:off x="80093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51" name="Oval 15">
              <a:extLst>
                <a:ext uri="{FF2B5EF4-FFF2-40B4-BE49-F238E27FC236}">
                  <a16:creationId xmlns:a16="http://schemas.microsoft.com/office/drawing/2014/main" id="{12637A39-5700-3B49-DCB0-250BFC9E2519}"/>
                </a:ext>
              </a:extLst>
            </p:cNvPr>
            <p:cNvSpPr>
              <a:spLocks noGrp="1" noRot="1" noMove="1" noResize="1" noEditPoints="1" noAdjustHandles="1" noChangeArrowheads="1" noChangeShapeType="1"/>
            </p:cNvSpPr>
            <p:nvPr/>
          </p:nvSpPr>
          <p:spPr>
            <a:xfrm>
              <a:off x="80424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52" name="Straight Connector 1251">
              <a:extLst>
                <a:ext uri="{FF2B5EF4-FFF2-40B4-BE49-F238E27FC236}">
                  <a16:creationId xmlns:a16="http://schemas.microsoft.com/office/drawing/2014/main" id="{036E9F2D-EE24-0DF8-41CF-BC90B84E7A7F}"/>
                </a:ext>
              </a:extLst>
            </p:cNvPr>
            <p:cNvCxnSpPr>
              <a:cxnSpLocks noGrp="1" noRot="1" noMove="1" noResize="1" noEditPoints="1" noAdjustHandles="1" noChangeArrowheads="1" noChangeShapeType="1"/>
              <a:stCxn id="1251" idx="0"/>
            </p:cNvCxnSpPr>
            <p:nvPr/>
          </p:nvCxnSpPr>
          <p:spPr>
            <a:xfrm flipV="1">
              <a:off x="80493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53" name="Straight Connector 1252">
              <a:extLst>
                <a:ext uri="{FF2B5EF4-FFF2-40B4-BE49-F238E27FC236}">
                  <a16:creationId xmlns:a16="http://schemas.microsoft.com/office/drawing/2014/main" id="{2D3C4C67-B927-F522-FEDD-132C5A301C96}"/>
                </a:ext>
              </a:extLst>
            </p:cNvPr>
            <p:cNvCxnSpPr>
              <a:cxnSpLocks noGrp="1" noRot="1" noMove="1" noResize="1" noEditPoints="1" noAdjustHandles="1" noChangeArrowheads="1" noChangeShapeType="1"/>
            </p:cNvCxnSpPr>
            <p:nvPr/>
          </p:nvCxnSpPr>
          <p:spPr>
            <a:xfrm>
              <a:off x="80562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54" name="Group 1253">
            <a:extLst>
              <a:ext uri="{FF2B5EF4-FFF2-40B4-BE49-F238E27FC236}">
                <a16:creationId xmlns:a16="http://schemas.microsoft.com/office/drawing/2014/main" id="{1D7611F6-8FCA-FDED-6F26-B4771106CFB1}"/>
              </a:ext>
            </a:extLst>
          </p:cNvPr>
          <p:cNvGrpSpPr>
            <a:grpSpLocks noGrp="1" noUngrp="1" noRot="1" noMove="1" noResize="1"/>
          </p:cNvGrpSpPr>
          <p:nvPr/>
        </p:nvGrpSpPr>
        <p:grpSpPr>
          <a:xfrm>
            <a:off x="7121069" y="1532276"/>
            <a:ext cx="721206" cy="609701"/>
            <a:chOff x="8253594" y="1729816"/>
            <a:chExt cx="871904" cy="748695"/>
          </a:xfrm>
        </p:grpSpPr>
        <p:sp>
          <p:nvSpPr>
            <p:cNvPr id="1255" name="Rectangle 1254">
              <a:hlinkClick r:id="rId8" action="ppaction://hlinksldjump"/>
              <a:extLst>
                <a:ext uri="{FF2B5EF4-FFF2-40B4-BE49-F238E27FC236}">
                  <a16:creationId xmlns:a16="http://schemas.microsoft.com/office/drawing/2014/main" id="{C8D987D3-B1F4-26D9-9412-6C37D305DC0A}"/>
                </a:ext>
              </a:extLst>
            </p:cNvPr>
            <p:cNvSpPr>
              <a:spLocks noGrp="1" noRot="1" noMove="1" noResize="1" noEditPoints="1" noAdjustHandles="1" noChangeArrowheads="1" noChangeShapeType="1"/>
            </p:cNvSpPr>
            <p:nvPr/>
          </p:nvSpPr>
          <p:spPr>
            <a:xfrm>
              <a:off x="825359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Records Management</a:t>
              </a:r>
            </a:p>
          </p:txBody>
        </p:sp>
        <p:sp>
          <p:nvSpPr>
            <p:cNvPr id="1256" name="Rectangle 1255">
              <a:extLst>
                <a:ext uri="{FF2B5EF4-FFF2-40B4-BE49-F238E27FC236}">
                  <a16:creationId xmlns:a16="http://schemas.microsoft.com/office/drawing/2014/main" id="{21002C2E-BA55-0F03-2872-631920EAE502}"/>
                </a:ext>
              </a:extLst>
            </p:cNvPr>
            <p:cNvSpPr>
              <a:spLocks noGrp="1" noRot="1" noMove="1" noResize="1" noEditPoints="1" noAdjustHandles="1" noChangeArrowheads="1" noChangeShapeType="1"/>
            </p:cNvSpPr>
            <p:nvPr/>
          </p:nvSpPr>
          <p:spPr>
            <a:xfrm flipV="1">
              <a:off x="8998048" y="1729951"/>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57" name="Oval 15">
              <a:extLst>
                <a:ext uri="{FF2B5EF4-FFF2-40B4-BE49-F238E27FC236}">
                  <a16:creationId xmlns:a16="http://schemas.microsoft.com/office/drawing/2014/main" id="{A3D73B9D-145D-36A2-8154-956E4D8EE584}"/>
                </a:ext>
              </a:extLst>
            </p:cNvPr>
            <p:cNvSpPr>
              <a:spLocks noGrp="1" noRot="1" noMove="1" noResize="1" noEditPoints="1" noAdjustHandles="1" noChangeArrowheads="1" noChangeShapeType="1"/>
            </p:cNvSpPr>
            <p:nvPr/>
          </p:nvSpPr>
          <p:spPr>
            <a:xfrm>
              <a:off x="9031160" y="1775065"/>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58" name="Straight Connector 1257">
              <a:extLst>
                <a:ext uri="{FF2B5EF4-FFF2-40B4-BE49-F238E27FC236}">
                  <a16:creationId xmlns:a16="http://schemas.microsoft.com/office/drawing/2014/main" id="{E8694B12-C155-E3F1-91F8-8953B477CF76}"/>
                </a:ext>
              </a:extLst>
            </p:cNvPr>
            <p:cNvCxnSpPr>
              <a:cxnSpLocks noGrp="1" noRot="1" noMove="1" noResize="1" noEditPoints="1" noAdjustHandles="1" noChangeArrowheads="1" noChangeShapeType="1"/>
              <a:stCxn id="1257" idx="0"/>
            </p:cNvCxnSpPr>
            <p:nvPr/>
          </p:nvCxnSpPr>
          <p:spPr>
            <a:xfrm flipV="1">
              <a:off x="9038047" y="1746544"/>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59" name="Straight Connector 1258">
              <a:extLst>
                <a:ext uri="{FF2B5EF4-FFF2-40B4-BE49-F238E27FC236}">
                  <a16:creationId xmlns:a16="http://schemas.microsoft.com/office/drawing/2014/main" id="{83ED0794-8841-E844-AB0C-84E1BFF175F0}"/>
                </a:ext>
              </a:extLst>
            </p:cNvPr>
            <p:cNvCxnSpPr>
              <a:cxnSpLocks noGrp="1" noRot="1" noMove="1" noResize="1" noEditPoints="1" noAdjustHandles="1" noChangeArrowheads="1" noChangeShapeType="1"/>
            </p:cNvCxnSpPr>
            <p:nvPr/>
          </p:nvCxnSpPr>
          <p:spPr>
            <a:xfrm>
              <a:off x="9044961" y="1746544"/>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60" name="Group 1259">
            <a:extLst>
              <a:ext uri="{FF2B5EF4-FFF2-40B4-BE49-F238E27FC236}">
                <a16:creationId xmlns:a16="http://schemas.microsoft.com/office/drawing/2014/main" id="{6F9BE377-B778-5F59-E09B-EC93D10F9208}"/>
              </a:ext>
            </a:extLst>
          </p:cNvPr>
          <p:cNvGrpSpPr>
            <a:grpSpLocks noGrp="1" noUngrp="1" noRot="1" noMove="1" noResize="1"/>
          </p:cNvGrpSpPr>
          <p:nvPr/>
        </p:nvGrpSpPr>
        <p:grpSpPr>
          <a:xfrm>
            <a:off x="3775041" y="1532276"/>
            <a:ext cx="721206" cy="609701"/>
            <a:chOff x="4289254" y="1729816"/>
            <a:chExt cx="871904" cy="748695"/>
          </a:xfrm>
        </p:grpSpPr>
        <p:sp>
          <p:nvSpPr>
            <p:cNvPr id="1261" name="Rectangle 1260">
              <a:hlinkClick r:id="rId9" action="ppaction://hlinksldjump"/>
              <a:extLst>
                <a:ext uri="{FF2B5EF4-FFF2-40B4-BE49-F238E27FC236}">
                  <a16:creationId xmlns:a16="http://schemas.microsoft.com/office/drawing/2014/main" id="{BFD2755A-CC81-5A02-FF7C-69D64D0EC356}"/>
                </a:ext>
              </a:extLst>
            </p:cNvPr>
            <p:cNvSpPr>
              <a:spLocks noGrp="1" noRot="1" noMove="1" noResize="1" noEditPoints="1" noAdjustHandles="1" noChangeArrowheads="1" noChangeShapeType="1"/>
            </p:cNvSpPr>
            <p:nvPr/>
          </p:nvSpPr>
          <p:spPr>
            <a:xfrm>
              <a:off x="428925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Lifecycle Management</a:t>
              </a:r>
            </a:p>
          </p:txBody>
        </p:sp>
        <p:sp>
          <p:nvSpPr>
            <p:cNvPr id="1262" name="Right Triangle 1261">
              <a:extLst>
                <a:ext uri="{FF2B5EF4-FFF2-40B4-BE49-F238E27FC236}">
                  <a16:creationId xmlns:a16="http://schemas.microsoft.com/office/drawing/2014/main" id="{46DC8B68-5078-6F52-A973-83C9C1E1979B}"/>
                </a:ext>
              </a:extLst>
            </p:cNvPr>
            <p:cNvSpPr>
              <a:spLocks noGrp="1" noRot="1" noMove="1" noResize="1" noEditPoints="1" noAdjustHandles="1" noChangeArrowheads="1" noChangeShapeType="1"/>
            </p:cNvSpPr>
            <p:nvPr/>
          </p:nvSpPr>
          <p:spPr>
            <a:xfrm rot="10800000">
              <a:off x="5013435"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63" name="Group 1262">
              <a:extLst>
                <a:ext uri="{FF2B5EF4-FFF2-40B4-BE49-F238E27FC236}">
                  <a16:creationId xmlns:a16="http://schemas.microsoft.com/office/drawing/2014/main" id="{750244A4-6862-2569-5586-86BA440F6CF0}"/>
                </a:ext>
              </a:extLst>
            </p:cNvPr>
            <p:cNvGrpSpPr>
              <a:grpSpLocks noGrp="1" noUngrp="1" noRot="1" noMove="1" noResize="1"/>
            </p:cNvGrpSpPr>
            <p:nvPr/>
          </p:nvGrpSpPr>
          <p:grpSpPr>
            <a:xfrm>
              <a:off x="5093762" y="1742900"/>
              <a:ext cx="45719" cy="75385"/>
              <a:chOff x="3883481" y="2057400"/>
              <a:chExt cx="1608363" cy="2652031"/>
            </a:xfrm>
            <a:solidFill>
              <a:srgbClr val="A6A6A6"/>
            </a:solidFill>
          </p:grpSpPr>
          <p:sp>
            <p:nvSpPr>
              <p:cNvPr id="1264" name="Oval 27">
                <a:extLst>
                  <a:ext uri="{FF2B5EF4-FFF2-40B4-BE49-F238E27FC236}">
                    <a16:creationId xmlns:a16="http://schemas.microsoft.com/office/drawing/2014/main" id="{9AB55665-CA6F-4C9A-9BF8-935498DAF78D}"/>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5" name="Oval 28">
                <a:extLst>
                  <a:ext uri="{FF2B5EF4-FFF2-40B4-BE49-F238E27FC236}">
                    <a16:creationId xmlns:a16="http://schemas.microsoft.com/office/drawing/2014/main" id="{4C7EBD6F-4E61-ED20-096A-7250815EB93A}"/>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66" name="Group 1265">
            <a:extLst>
              <a:ext uri="{FF2B5EF4-FFF2-40B4-BE49-F238E27FC236}">
                <a16:creationId xmlns:a16="http://schemas.microsoft.com/office/drawing/2014/main" id="{CA676993-1AA4-10E1-F879-F771B5B8BA76}"/>
              </a:ext>
            </a:extLst>
          </p:cNvPr>
          <p:cNvGrpSpPr>
            <a:grpSpLocks noGrp="1" noUngrp="1" noRot="1" noMove="1" noResize="1"/>
          </p:cNvGrpSpPr>
          <p:nvPr/>
        </p:nvGrpSpPr>
        <p:grpSpPr>
          <a:xfrm>
            <a:off x="4611548" y="1532276"/>
            <a:ext cx="721206" cy="609701"/>
            <a:chOff x="5280339" y="1729816"/>
            <a:chExt cx="871904" cy="748695"/>
          </a:xfrm>
        </p:grpSpPr>
        <p:sp>
          <p:nvSpPr>
            <p:cNvPr id="1267" name="Rectangle 1266">
              <a:hlinkClick r:id="rId10" action="ppaction://hlinksldjump"/>
              <a:extLst>
                <a:ext uri="{FF2B5EF4-FFF2-40B4-BE49-F238E27FC236}">
                  <a16:creationId xmlns:a16="http://schemas.microsoft.com/office/drawing/2014/main" id="{4D001464-441B-B46C-7598-4FF24391D2B1}"/>
                </a:ext>
              </a:extLst>
            </p:cNvPr>
            <p:cNvSpPr>
              <a:spLocks noGrp="1" noRot="1" noMove="1" noResize="1" noEditPoints="1" noAdjustHandles="1" noChangeArrowheads="1" noChangeShapeType="1"/>
            </p:cNvSpPr>
            <p:nvPr/>
          </p:nvSpPr>
          <p:spPr>
            <a:xfrm>
              <a:off x="528033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Audit (Standard)</a:t>
              </a:r>
            </a:p>
          </p:txBody>
        </p:sp>
        <p:sp>
          <p:nvSpPr>
            <p:cNvPr id="1268" name="Right Triangle 1267">
              <a:extLst>
                <a:ext uri="{FF2B5EF4-FFF2-40B4-BE49-F238E27FC236}">
                  <a16:creationId xmlns:a16="http://schemas.microsoft.com/office/drawing/2014/main" id="{96933E7E-235C-B0AE-5542-D162D966FDEA}"/>
                </a:ext>
              </a:extLst>
            </p:cNvPr>
            <p:cNvSpPr>
              <a:spLocks noGrp="1" noRot="1" noMove="1" noResize="1" noEditPoints="1" noAdjustHandles="1" noChangeArrowheads="1" noChangeShapeType="1"/>
            </p:cNvSpPr>
            <p:nvPr/>
          </p:nvSpPr>
          <p:spPr>
            <a:xfrm rot="10800000">
              <a:off x="6003472" y="173541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69" name="Group 1268">
              <a:extLst>
                <a:ext uri="{FF2B5EF4-FFF2-40B4-BE49-F238E27FC236}">
                  <a16:creationId xmlns:a16="http://schemas.microsoft.com/office/drawing/2014/main" id="{1209FE0F-2BBE-AED6-9916-48D8B9863ED1}"/>
                </a:ext>
              </a:extLst>
            </p:cNvPr>
            <p:cNvGrpSpPr>
              <a:grpSpLocks noGrp="1" noUngrp="1" noRot="1" noMove="1" noResize="1"/>
            </p:cNvGrpSpPr>
            <p:nvPr/>
          </p:nvGrpSpPr>
          <p:grpSpPr>
            <a:xfrm>
              <a:off x="6083799" y="1742900"/>
              <a:ext cx="45719" cy="75385"/>
              <a:chOff x="3883481" y="2057400"/>
              <a:chExt cx="1608363" cy="2652031"/>
            </a:xfrm>
            <a:solidFill>
              <a:srgbClr val="A6A6A6"/>
            </a:solidFill>
          </p:grpSpPr>
          <p:sp>
            <p:nvSpPr>
              <p:cNvPr id="1270" name="Oval 27">
                <a:extLst>
                  <a:ext uri="{FF2B5EF4-FFF2-40B4-BE49-F238E27FC236}">
                    <a16:creationId xmlns:a16="http://schemas.microsoft.com/office/drawing/2014/main" id="{F0357CD8-302D-3C02-8977-298B18EA136D}"/>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1" name="Oval 28">
                <a:extLst>
                  <a:ext uri="{FF2B5EF4-FFF2-40B4-BE49-F238E27FC236}">
                    <a16:creationId xmlns:a16="http://schemas.microsoft.com/office/drawing/2014/main" id="{A5B21B72-541D-28EE-E650-4DEC1563005E}"/>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72" name="Group 1271">
            <a:extLst>
              <a:ext uri="{FF2B5EF4-FFF2-40B4-BE49-F238E27FC236}">
                <a16:creationId xmlns:a16="http://schemas.microsoft.com/office/drawing/2014/main" id="{B4B547FD-13F4-58FE-43E5-662255798FCC}"/>
              </a:ext>
            </a:extLst>
          </p:cNvPr>
          <p:cNvGrpSpPr>
            <a:grpSpLocks noGrp="1" noUngrp="1" noRot="1" noMove="1" noResize="1"/>
          </p:cNvGrpSpPr>
          <p:nvPr/>
        </p:nvGrpSpPr>
        <p:grpSpPr>
          <a:xfrm>
            <a:off x="2938534" y="1532276"/>
            <a:ext cx="721206" cy="610038"/>
            <a:chOff x="3298169" y="1729403"/>
            <a:chExt cx="871904" cy="749108"/>
          </a:xfrm>
        </p:grpSpPr>
        <p:sp>
          <p:nvSpPr>
            <p:cNvPr id="1273" name="Rectangle 1272">
              <a:hlinkClick r:id="rId11" action="ppaction://hlinksldjump"/>
              <a:extLst>
                <a:ext uri="{FF2B5EF4-FFF2-40B4-BE49-F238E27FC236}">
                  <a16:creationId xmlns:a16="http://schemas.microsoft.com/office/drawing/2014/main" id="{98956804-EEFC-F65C-4521-1B3CB5595A8A}"/>
                </a:ext>
              </a:extLst>
            </p:cNvPr>
            <p:cNvSpPr>
              <a:spLocks noGrp="1" noRot="1" noMove="1" noResize="1" noEditPoints="1" noAdjustHandles="1" noChangeArrowheads="1" noChangeShapeType="1"/>
            </p:cNvSpPr>
            <p:nvPr/>
          </p:nvSpPr>
          <p:spPr>
            <a:xfrm>
              <a:off x="329816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eDiscovery (Standard)</a:t>
              </a:r>
            </a:p>
          </p:txBody>
        </p:sp>
        <p:sp>
          <p:nvSpPr>
            <p:cNvPr id="1274" name="Right Triangle 1273">
              <a:extLst>
                <a:ext uri="{FF2B5EF4-FFF2-40B4-BE49-F238E27FC236}">
                  <a16:creationId xmlns:a16="http://schemas.microsoft.com/office/drawing/2014/main" id="{47E63991-C03F-FF31-C62F-224B88F5B2F8}"/>
                </a:ext>
              </a:extLst>
            </p:cNvPr>
            <p:cNvSpPr>
              <a:spLocks noGrp="1" noRot="1" noMove="1" noResize="1" noEditPoints="1" noAdjustHandles="1" noChangeArrowheads="1" noChangeShapeType="1"/>
            </p:cNvSpPr>
            <p:nvPr/>
          </p:nvSpPr>
          <p:spPr>
            <a:xfrm rot="10800000">
              <a:off x="4022248"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5" name="Oval 27">
              <a:extLst>
                <a:ext uri="{FF2B5EF4-FFF2-40B4-BE49-F238E27FC236}">
                  <a16:creationId xmlns:a16="http://schemas.microsoft.com/office/drawing/2014/main" id="{FE090269-3DB5-6FB2-88D6-C89F790F683E}"/>
                </a:ext>
              </a:extLst>
            </p:cNvPr>
            <p:cNvSpPr>
              <a:spLocks noGrp="1" noRot="1" noMove="1" noResize="1" noEditPoints="1" noAdjustHandles="1" noChangeArrowheads="1" noChangeShapeType="1"/>
            </p:cNvSpPr>
            <p:nvPr/>
          </p:nvSpPr>
          <p:spPr>
            <a:xfrm>
              <a:off x="4105437" y="1736885"/>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6" name="Oval 28">
              <a:extLst>
                <a:ext uri="{FF2B5EF4-FFF2-40B4-BE49-F238E27FC236}">
                  <a16:creationId xmlns:a16="http://schemas.microsoft.com/office/drawing/2014/main" id="{3C2F8531-92AA-0303-CDDD-098B0FDE7BD6}"/>
                </a:ext>
              </a:extLst>
            </p:cNvPr>
            <p:cNvSpPr>
              <a:spLocks noGrp="1" noRot="1" noMove="1" noResize="1" noEditPoints="1" noAdjustHandles="1" noChangeArrowheads="1" noChangeShapeType="1"/>
            </p:cNvSpPr>
            <p:nvPr/>
          </p:nvSpPr>
          <p:spPr>
            <a:xfrm>
              <a:off x="4102575" y="1770599"/>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77" name="Group 1276">
            <a:extLst>
              <a:ext uri="{FF2B5EF4-FFF2-40B4-BE49-F238E27FC236}">
                <a16:creationId xmlns:a16="http://schemas.microsoft.com/office/drawing/2014/main" id="{8C8DDD54-A675-2CF4-030B-DEA639E496B1}"/>
              </a:ext>
            </a:extLst>
          </p:cNvPr>
          <p:cNvGrpSpPr>
            <a:grpSpLocks noGrp="1" noUngrp="1" noRot="1" noMove="1" noResize="1"/>
          </p:cNvGrpSpPr>
          <p:nvPr/>
        </p:nvGrpSpPr>
        <p:grpSpPr>
          <a:xfrm>
            <a:off x="6287105" y="2974054"/>
            <a:ext cx="721206" cy="609701"/>
            <a:chOff x="8253594" y="3370808"/>
            <a:chExt cx="871904" cy="748695"/>
          </a:xfrm>
        </p:grpSpPr>
        <p:sp>
          <p:nvSpPr>
            <p:cNvPr id="1278" name="Rectangle 1277">
              <a:hlinkClick r:id="rId12" action="ppaction://hlinksldjump"/>
              <a:hlinkHover r:id="" action="ppaction://noaction" highlightClick="1"/>
              <a:extLst>
                <a:ext uri="{FF2B5EF4-FFF2-40B4-BE49-F238E27FC236}">
                  <a16:creationId xmlns:a16="http://schemas.microsoft.com/office/drawing/2014/main" id="{6000FB5C-943D-E39F-1DF9-E97F92DC22AB}"/>
                </a:ext>
              </a:extLst>
            </p:cNvPr>
            <p:cNvSpPr>
              <a:spLocks noGrp="1" noRot="1" noMove="1" noResize="1" noEditPoints="1" noAdjustHandles="1" noChangeArrowheads="1" noChangeShapeType="1"/>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Access Reviews</a:t>
              </a:r>
            </a:p>
          </p:txBody>
        </p:sp>
        <p:sp>
          <p:nvSpPr>
            <p:cNvPr id="1279" name="Rectangle 1278">
              <a:extLst>
                <a:ext uri="{FF2B5EF4-FFF2-40B4-BE49-F238E27FC236}">
                  <a16:creationId xmlns:a16="http://schemas.microsoft.com/office/drawing/2014/main" id="{B1C1FB7F-966E-E881-A5F6-490D9B4127D1}"/>
                </a:ext>
              </a:extLst>
            </p:cNvPr>
            <p:cNvSpPr>
              <a:spLocks noGrp="1" noRot="1" noMove="1" noResize="1" noEditPoints="1" noAdjustHandles="1" noChangeArrowheads="1" noChangeShapeType="1"/>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0" name="Oval 15">
              <a:extLst>
                <a:ext uri="{FF2B5EF4-FFF2-40B4-BE49-F238E27FC236}">
                  <a16:creationId xmlns:a16="http://schemas.microsoft.com/office/drawing/2014/main" id="{0935CFED-41AA-0FB5-FD33-A07495B53F10}"/>
                </a:ext>
              </a:extLst>
            </p:cNvPr>
            <p:cNvSpPr>
              <a:spLocks noGrp="1" noRot="1" noMove="1" noResize="1" noEditPoints="1" noAdjustHandles="1" noChangeArrowheads="1" noChangeShapeType="1"/>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81" name="Straight Connector 1280">
              <a:extLst>
                <a:ext uri="{FF2B5EF4-FFF2-40B4-BE49-F238E27FC236}">
                  <a16:creationId xmlns:a16="http://schemas.microsoft.com/office/drawing/2014/main" id="{8DB50421-B2A0-E331-2083-82A7C06A0B25}"/>
                </a:ext>
              </a:extLst>
            </p:cNvPr>
            <p:cNvCxnSpPr>
              <a:cxnSpLocks noGrp="1" noRot="1" noMove="1" noResize="1" noEditPoints="1" noAdjustHandles="1" noChangeArrowheads="1" noChangeShapeType="1"/>
              <a:stCxn id="1280"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82" name="Straight Connector 1281">
              <a:extLst>
                <a:ext uri="{FF2B5EF4-FFF2-40B4-BE49-F238E27FC236}">
                  <a16:creationId xmlns:a16="http://schemas.microsoft.com/office/drawing/2014/main" id="{BE0AD633-A1B3-9B6C-492B-CDE1010AEBF5}"/>
                </a:ext>
              </a:extLst>
            </p:cNvPr>
            <p:cNvCxnSpPr>
              <a:cxnSpLocks noGrp="1" noRot="1" noMove="1" noResize="1" noEditPoints="1" noAdjustHandles="1" noChangeArrowheads="1" noChangeShapeType="1"/>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83" name="Group 1282">
            <a:extLst>
              <a:ext uri="{FF2B5EF4-FFF2-40B4-BE49-F238E27FC236}">
                <a16:creationId xmlns:a16="http://schemas.microsoft.com/office/drawing/2014/main" id="{DF0A659F-4686-90A2-B317-1CF2C49C56F6}"/>
              </a:ext>
            </a:extLst>
          </p:cNvPr>
          <p:cNvGrpSpPr>
            <a:grpSpLocks noGrp="1" noUngrp="1" noRot="1" noMove="1" noResize="1"/>
          </p:cNvGrpSpPr>
          <p:nvPr/>
        </p:nvGrpSpPr>
        <p:grpSpPr>
          <a:xfrm>
            <a:off x="7123149" y="2974054"/>
            <a:ext cx="721206" cy="609701"/>
            <a:chOff x="8253594" y="3370808"/>
            <a:chExt cx="871904" cy="748695"/>
          </a:xfrm>
        </p:grpSpPr>
        <p:sp>
          <p:nvSpPr>
            <p:cNvPr id="1284" name="Rectangle 1283">
              <a:hlinkClick r:id="rId12" action="ppaction://hlinksldjump"/>
              <a:hlinkHover r:id="" action="ppaction://noaction" highlightClick="1"/>
              <a:extLst>
                <a:ext uri="{FF2B5EF4-FFF2-40B4-BE49-F238E27FC236}">
                  <a16:creationId xmlns:a16="http://schemas.microsoft.com/office/drawing/2014/main" id="{C270EBA2-7287-06C1-D22B-FB515DA95AFE}"/>
                </a:ext>
              </a:extLst>
            </p:cNvPr>
            <p:cNvSpPr>
              <a:spLocks noGrp="1" noRot="1" noMove="1" noResize="1" noEditPoints="1" noAdjustHandles="1" noChangeArrowheads="1" noChangeShapeType="1"/>
            </p:cNvSpPr>
            <p:nvPr/>
          </p:nvSpPr>
          <p:spPr>
            <a:xfrm>
              <a:off x="8253594" y="3370808"/>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Entitlement Management</a:t>
              </a:r>
            </a:p>
          </p:txBody>
        </p:sp>
        <p:sp>
          <p:nvSpPr>
            <p:cNvPr id="1285" name="Rectangle 1284">
              <a:extLst>
                <a:ext uri="{FF2B5EF4-FFF2-40B4-BE49-F238E27FC236}">
                  <a16:creationId xmlns:a16="http://schemas.microsoft.com/office/drawing/2014/main" id="{CD7849D9-5871-4338-FE47-6DDAA587BB99}"/>
                </a:ext>
              </a:extLst>
            </p:cNvPr>
            <p:cNvSpPr>
              <a:spLocks noGrp="1" noRot="1" noMove="1" noResize="1" noEditPoints="1" noAdjustHandles="1" noChangeArrowheads="1" noChangeShapeType="1"/>
            </p:cNvSpPr>
            <p:nvPr/>
          </p:nvSpPr>
          <p:spPr>
            <a:xfrm flipV="1">
              <a:off x="8998048" y="3374713"/>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6" name="Oval 15">
              <a:extLst>
                <a:ext uri="{FF2B5EF4-FFF2-40B4-BE49-F238E27FC236}">
                  <a16:creationId xmlns:a16="http://schemas.microsoft.com/office/drawing/2014/main" id="{17AA327E-701A-BA16-3080-1DB73BA4FB4E}"/>
                </a:ext>
              </a:extLst>
            </p:cNvPr>
            <p:cNvSpPr>
              <a:spLocks noGrp="1" noRot="1" noMove="1" noResize="1" noEditPoints="1" noAdjustHandles="1" noChangeArrowheads="1" noChangeShapeType="1"/>
            </p:cNvSpPr>
            <p:nvPr/>
          </p:nvSpPr>
          <p:spPr>
            <a:xfrm>
              <a:off x="9031160" y="3419827"/>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287" name="Straight Connector 1286">
              <a:extLst>
                <a:ext uri="{FF2B5EF4-FFF2-40B4-BE49-F238E27FC236}">
                  <a16:creationId xmlns:a16="http://schemas.microsoft.com/office/drawing/2014/main" id="{AE9A63E4-513D-DBF2-083D-BA8820158739}"/>
                </a:ext>
              </a:extLst>
            </p:cNvPr>
            <p:cNvCxnSpPr>
              <a:cxnSpLocks noGrp="1" noRot="1" noMove="1" noResize="1" noEditPoints="1" noAdjustHandles="1" noChangeArrowheads="1" noChangeShapeType="1"/>
              <a:stCxn id="1286" idx="0"/>
            </p:cNvCxnSpPr>
            <p:nvPr/>
          </p:nvCxnSpPr>
          <p:spPr>
            <a:xfrm flipV="1">
              <a:off x="9038047" y="3391306"/>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88" name="Straight Connector 1287">
              <a:extLst>
                <a:ext uri="{FF2B5EF4-FFF2-40B4-BE49-F238E27FC236}">
                  <a16:creationId xmlns:a16="http://schemas.microsoft.com/office/drawing/2014/main" id="{7E9F1094-59CF-45B0-DAAF-2C051402768F}"/>
                </a:ext>
              </a:extLst>
            </p:cNvPr>
            <p:cNvCxnSpPr>
              <a:cxnSpLocks noGrp="1" noRot="1" noMove="1" noResize="1" noEditPoints="1" noAdjustHandles="1" noChangeArrowheads="1" noChangeShapeType="1"/>
            </p:cNvCxnSpPr>
            <p:nvPr/>
          </p:nvCxnSpPr>
          <p:spPr>
            <a:xfrm>
              <a:off x="9044961" y="3391306"/>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289" name="Group 1288">
            <a:extLst>
              <a:ext uri="{FF2B5EF4-FFF2-40B4-BE49-F238E27FC236}">
                <a16:creationId xmlns:a16="http://schemas.microsoft.com/office/drawing/2014/main" id="{5627C6E5-EB9B-4271-9813-F64D4130D959}"/>
              </a:ext>
            </a:extLst>
          </p:cNvPr>
          <p:cNvGrpSpPr>
            <a:grpSpLocks noGrp="1" noUngrp="1" noRot="1" noMove="1" noResize="1"/>
          </p:cNvGrpSpPr>
          <p:nvPr/>
        </p:nvGrpSpPr>
        <p:grpSpPr>
          <a:xfrm>
            <a:off x="7959193" y="2974054"/>
            <a:ext cx="721206" cy="609701"/>
            <a:chOff x="10243575" y="88412"/>
            <a:chExt cx="871904" cy="748695"/>
          </a:xfrm>
        </p:grpSpPr>
        <p:sp>
          <p:nvSpPr>
            <p:cNvPr id="1290" name="Rectangle 1289">
              <a:hlinkClick r:id="rId13" action="ppaction://hlinksldjump"/>
              <a:hlinkHover r:id="" action="ppaction://noaction" highlightClick="1"/>
              <a:extLst>
                <a:ext uri="{FF2B5EF4-FFF2-40B4-BE49-F238E27FC236}">
                  <a16:creationId xmlns:a16="http://schemas.microsoft.com/office/drawing/2014/main" id="{C6594451-1ECD-F348-8413-1E2632A21EE7}"/>
                </a:ext>
              </a:extLst>
            </p:cNvPr>
            <p:cNvSpPr>
              <a:spLocks noGrp="1" noRot="1" noMove="1" noResize="1" noEditPoints="1" noAdjustHandles="1" noChangeArrowheads="1" noChangeShapeType="1"/>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Entra Identity Governance: Lifecycle Workflows</a:t>
              </a:r>
            </a:p>
          </p:txBody>
        </p:sp>
        <p:sp>
          <p:nvSpPr>
            <p:cNvPr id="1291" name="Diamond 1290">
              <a:extLst>
                <a:ext uri="{FF2B5EF4-FFF2-40B4-BE49-F238E27FC236}">
                  <a16:creationId xmlns:a16="http://schemas.microsoft.com/office/drawing/2014/main" id="{39A9A00A-14D1-8FBD-978E-B6C9EA2C8290}"/>
                </a:ext>
              </a:extLst>
            </p:cNvPr>
            <p:cNvSpPr>
              <a:spLocks noGrp="1" noRot="1" noMove="1" noResize="1" noEditPoints="1" noAdjustHandles="1" noChangeArrowheads="1" noChangeShapeType="1"/>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2" name="Oval 1291">
              <a:extLst>
                <a:ext uri="{FF2B5EF4-FFF2-40B4-BE49-F238E27FC236}">
                  <a16:creationId xmlns:a16="http://schemas.microsoft.com/office/drawing/2014/main" id="{2B1903BB-BD01-7529-251F-229BBF37E63C}"/>
                </a:ext>
              </a:extLst>
            </p:cNvPr>
            <p:cNvSpPr>
              <a:spLocks noGrp="1" noRot="1" noMove="1" noResize="1" noEditPoints="1" noAdjustHandles="1" noChangeArrowheads="1" noChangeShapeType="1"/>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93" name="Group 1292">
            <a:extLst>
              <a:ext uri="{FF2B5EF4-FFF2-40B4-BE49-F238E27FC236}">
                <a16:creationId xmlns:a16="http://schemas.microsoft.com/office/drawing/2014/main" id="{AC141B4D-C4EC-93F2-C3C4-04247B97138F}"/>
              </a:ext>
            </a:extLst>
          </p:cNvPr>
          <p:cNvGrpSpPr>
            <a:grpSpLocks noGrp="1" noUngrp="1" noRot="1" noMove="1" noResize="1"/>
          </p:cNvGrpSpPr>
          <p:nvPr/>
        </p:nvGrpSpPr>
        <p:grpSpPr>
          <a:xfrm>
            <a:off x="8795237" y="2974054"/>
            <a:ext cx="721206" cy="609701"/>
            <a:chOff x="10243575" y="88412"/>
            <a:chExt cx="871904" cy="748695"/>
          </a:xfrm>
        </p:grpSpPr>
        <p:sp>
          <p:nvSpPr>
            <p:cNvPr id="1294" name="Rectangle 1293">
              <a:hlinkClick r:id="rId13" action="ppaction://hlinksldjump"/>
              <a:hlinkHover r:id="" action="ppaction://noaction" highlightClick="1"/>
              <a:extLst>
                <a:ext uri="{FF2B5EF4-FFF2-40B4-BE49-F238E27FC236}">
                  <a16:creationId xmlns:a16="http://schemas.microsoft.com/office/drawing/2014/main" id="{ED7A6B80-E4BF-0209-06C8-32D36E68D93B}"/>
                </a:ext>
              </a:extLst>
            </p:cNvPr>
            <p:cNvSpPr>
              <a:spLocks noGrp="1" noRot="1" noMove="1" noResize="1" noEditPoints="1" noAdjustHandles="1" noChangeArrowheads="1" noChangeShapeType="1"/>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dirty="0">
                  <a:ln>
                    <a:noFill/>
                  </a:ln>
                  <a:solidFill>
                    <a:srgbClr val="1F4E79"/>
                  </a:solidFill>
                  <a:effectLst/>
                  <a:uLnTx/>
                  <a:uFillTx/>
                  <a:latin typeface="Century Gothic" panose="020B0502020202020204" pitchFamily="34" charset="0"/>
                  <a:ea typeface="+mn-ea"/>
                  <a:cs typeface="+mn-cs"/>
                </a:rPr>
                <a:t>Microsoft Entra Identity Governance: Advanced Access Reviews</a:t>
              </a:r>
            </a:p>
          </p:txBody>
        </p:sp>
        <p:sp>
          <p:nvSpPr>
            <p:cNvPr id="1295" name="Diamond 1294">
              <a:extLst>
                <a:ext uri="{FF2B5EF4-FFF2-40B4-BE49-F238E27FC236}">
                  <a16:creationId xmlns:a16="http://schemas.microsoft.com/office/drawing/2014/main" id="{91691871-9874-9C55-35BA-FB36F375219F}"/>
                </a:ext>
              </a:extLst>
            </p:cNvPr>
            <p:cNvSpPr>
              <a:spLocks noGrp="1" noRot="1" noMove="1" noResize="1" noEditPoints="1" noAdjustHandles="1" noChangeArrowheads="1" noChangeShapeType="1"/>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6" name="Oval 1295">
              <a:extLst>
                <a:ext uri="{FF2B5EF4-FFF2-40B4-BE49-F238E27FC236}">
                  <a16:creationId xmlns:a16="http://schemas.microsoft.com/office/drawing/2014/main" id="{0C5FCF6E-3D77-5C04-FCC4-055032741F15}"/>
                </a:ext>
              </a:extLst>
            </p:cNvPr>
            <p:cNvSpPr>
              <a:spLocks noGrp="1" noRot="1" noMove="1" noResize="1" noEditPoints="1" noAdjustHandles="1" noChangeArrowheads="1" noChangeShapeType="1"/>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97" name="Group 1296">
            <a:extLst>
              <a:ext uri="{FF2B5EF4-FFF2-40B4-BE49-F238E27FC236}">
                <a16:creationId xmlns:a16="http://schemas.microsoft.com/office/drawing/2014/main" id="{0B54A57C-39DB-A9AD-EB48-54639C272C7E}"/>
              </a:ext>
            </a:extLst>
          </p:cNvPr>
          <p:cNvGrpSpPr>
            <a:grpSpLocks noGrp="1" noUngrp="1" noRot="1" noMove="1" noResize="1"/>
          </p:cNvGrpSpPr>
          <p:nvPr/>
        </p:nvGrpSpPr>
        <p:grpSpPr>
          <a:xfrm>
            <a:off x="4605608" y="811556"/>
            <a:ext cx="722058" cy="609701"/>
            <a:chOff x="6271424" y="909114"/>
            <a:chExt cx="872938" cy="748695"/>
          </a:xfrm>
        </p:grpSpPr>
        <p:sp>
          <p:nvSpPr>
            <p:cNvPr id="1298" name="Rectangle 1297">
              <a:hlinkClick r:id="rId14" action="ppaction://hlinksldjump"/>
              <a:extLst>
                <a:ext uri="{FF2B5EF4-FFF2-40B4-BE49-F238E27FC236}">
                  <a16:creationId xmlns:a16="http://schemas.microsoft.com/office/drawing/2014/main" id="{2F4BF13D-228E-C694-AF9F-805B383C1FCB}"/>
                </a:ext>
              </a:extLst>
            </p:cNvPr>
            <p:cNvSpPr>
              <a:spLocks noGrp="1" noRot="1" noMove="1" noResize="1" noEditPoints="1" noAdjustHandles="1" noChangeArrowheads="1" noChangeShapeType="1"/>
            </p:cNvSpPr>
            <p:nvPr/>
          </p:nvSpPr>
          <p:spPr>
            <a:xfrm>
              <a:off x="627142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lvl="0" algn="ctr">
                <a:defRPr/>
              </a:pPr>
              <a:r>
                <a:rPr lang="en-US" sz="600">
                  <a:solidFill>
                    <a:srgbClr val="1F4E79"/>
                  </a:solidFill>
                  <a:latin typeface="Century Gothic" panose="020B0502020202020204" pitchFamily="34" charset="0"/>
                </a:rPr>
                <a:t>Microsoft Purview Endpoint DLP (on‑prem scenarios)</a:t>
              </a:r>
              <a:endParaRPr lang="en-GB" sz="600">
                <a:solidFill>
                  <a:srgbClr val="1F4E79"/>
                </a:solidFill>
                <a:latin typeface="Century Gothic" panose="020B0502020202020204" pitchFamily="34" charset="0"/>
              </a:endParaRPr>
            </a:p>
          </p:txBody>
        </p:sp>
        <p:sp>
          <p:nvSpPr>
            <p:cNvPr id="1299" name="Rectangle 1298">
              <a:extLst>
                <a:ext uri="{FF2B5EF4-FFF2-40B4-BE49-F238E27FC236}">
                  <a16:creationId xmlns:a16="http://schemas.microsoft.com/office/drawing/2014/main" id="{6482214F-470F-B15D-BAF3-2F2FC914ABB5}"/>
                </a:ext>
              </a:extLst>
            </p:cNvPr>
            <p:cNvSpPr>
              <a:spLocks noGrp="1" noRot="1" noMove="1" noResize="1" noEditPoints="1" noAdjustHandles="1" noChangeArrowheads="1" noChangeShapeType="1"/>
            </p:cNvSpPr>
            <p:nvPr/>
          </p:nvSpPr>
          <p:spPr>
            <a:xfrm flipV="1">
              <a:off x="7023231"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0" name="Oval 15">
              <a:extLst>
                <a:ext uri="{FF2B5EF4-FFF2-40B4-BE49-F238E27FC236}">
                  <a16:creationId xmlns:a16="http://schemas.microsoft.com/office/drawing/2014/main" id="{A8C91FB5-5F1B-ED52-8982-5D00AAD53736}"/>
                </a:ext>
              </a:extLst>
            </p:cNvPr>
            <p:cNvSpPr>
              <a:spLocks noGrp="1" noRot="1" noMove="1" noResize="1" noEditPoints="1" noAdjustHandles="1" noChangeArrowheads="1" noChangeShapeType="1"/>
            </p:cNvSpPr>
            <p:nvPr/>
          </p:nvSpPr>
          <p:spPr>
            <a:xfrm>
              <a:off x="7056343"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01" name="Straight Connector 1300">
              <a:extLst>
                <a:ext uri="{FF2B5EF4-FFF2-40B4-BE49-F238E27FC236}">
                  <a16:creationId xmlns:a16="http://schemas.microsoft.com/office/drawing/2014/main" id="{AD56065C-4F13-BAF3-3EDA-CA93DCB5891A}"/>
                </a:ext>
              </a:extLst>
            </p:cNvPr>
            <p:cNvCxnSpPr>
              <a:cxnSpLocks noGrp="1" noRot="1" noMove="1" noResize="1" noEditPoints="1" noAdjustHandles="1" noChangeArrowheads="1" noChangeShapeType="1"/>
              <a:stCxn id="1300" idx="0"/>
            </p:cNvCxnSpPr>
            <p:nvPr/>
          </p:nvCxnSpPr>
          <p:spPr>
            <a:xfrm flipV="1">
              <a:off x="7063230"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02" name="Straight Connector 1301">
              <a:extLst>
                <a:ext uri="{FF2B5EF4-FFF2-40B4-BE49-F238E27FC236}">
                  <a16:creationId xmlns:a16="http://schemas.microsoft.com/office/drawing/2014/main" id="{E0E75ACC-D91F-60B2-F98A-36241789DC54}"/>
                </a:ext>
              </a:extLst>
            </p:cNvPr>
            <p:cNvCxnSpPr>
              <a:cxnSpLocks noGrp="1" noRot="1" noMove="1" noResize="1" noEditPoints="1" noAdjustHandles="1" noChangeArrowheads="1" noChangeShapeType="1"/>
            </p:cNvCxnSpPr>
            <p:nvPr/>
          </p:nvCxnSpPr>
          <p:spPr>
            <a:xfrm>
              <a:off x="7070144"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03" name="Group 1302">
            <a:extLst>
              <a:ext uri="{FF2B5EF4-FFF2-40B4-BE49-F238E27FC236}">
                <a16:creationId xmlns:a16="http://schemas.microsoft.com/office/drawing/2014/main" id="{00A5699F-D9DC-FC33-B1D9-EA79296CDC85}"/>
              </a:ext>
            </a:extLst>
          </p:cNvPr>
          <p:cNvGrpSpPr>
            <a:grpSpLocks noGrp="1" noUngrp="1" noRot="1" noMove="1" noResize="1"/>
          </p:cNvGrpSpPr>
          <p:nvPr/>
        </p:nvGrpSpPr>
        <p:grpSpPr>
          <a:xfrm>
            <a:off x="5442072" y="811556"/>
            <a:ext cx="728206" cy="609701"/>
            <a:chOff x="7262509" y="909114"/>
            <a:chExt cx="880366" cy="748695"/>
          </a:xfrm>
        </p:grpSpPr>
        <p:sp>
          <p:nvSpPr>
            <p:cNvPr id="1304" name="Rectangle 1303">
              <a:hlinkClick r:id="rId15" action="ppaction://hlinksldjump"/>
              <a:extLst>
                <a:ext uri="{FF2B5EF4-FFF2-40B4-BE49-F238E27FC236}">
                  <a16:creationId xmlns:a16="http://schemas.microsoft.com/office/drawing/2014/main" id="{3FA47D7F-667B-F027-8BB5-A51590EEE726}"/>
                </a:ext>
              </a:extLst>
            </p:cNvPr>
            <p:cNvSpPr>
              <a:spLocks noGrp="1" noRot="1" noMove="1" noResize="1" noEditPoints="1" noAdjustHandles="1" noChangeArrowheads="1" noChangeShapeType="1"/>
            </p:cNvSpPr>
            <p:nvPr/>
          </p:nvSpPr>
          <p:spPr>
            <a:xfrm>
              <a:off x="726250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Access Management</a:t>
              </a:r>
            </a:p>
          </p:txBody>
        </p:sp>
        <p:sp>
          <p:nvSpPr>
            <p:cNvPr id="1305" name="Rectangle 1304">
              <a:extLst>
                <a:ext uri="{FF2B5EF4-FFF2-40B4-BE49-F238E27FC236}">
                  <a16:creationId xmlns:a16="http://schemas.microsoft.com/office/drawing/2014/main" id="{9E0CAE7D-641A-FFCB-B66A-38F7AB4D9D5A}"/>
                </a:ext>
              </a:extLst>
            </p:cNvPr>
            <p:cNvSpPr>
              <a:spLocks noGrp="1" noRot="1" noMove="1" noResize="1" noEditPoints="1" noAdjustHandles="1" noChangeArrowheads="1" noChangeShapeType="1"/>
            </p:cNvSpPr>
            <p:nvPr/>
          </p:nvSpPr>
          <p:spPr>
            <a:xfrm flipV="1">
              <a:off x="8021749"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6" name="Oval 15">
              <a:extLst>
                <a:ext uri="{FF2B5EF4-FFF2-40B4-BE49-F238E27FC236}">
                  <a16:creationId xmlns:a16="http://schemas.microsoft.com/office/drawing/2014/main" id="{45685845-2E88-9C85-7F27-C3941F90C069}"/>
                </a:ext>
              </a:extLst>
            </p:cNvPr>
            <p:cNvSpPr>
              <a:spLocks noGrp="1" noRot="1" noMove="1" noResize="1" noEditPoints="1" noAdjustHandles="1" noChangeArrowheads="1" noChangeShapeType="1"/>
            </p:cNvSpPr>
            <p:nvPr/>
          </p:nvSpPr>
          <p:spPr>
            <a:xfrm>
              <a:off x="8054861"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07" name="Straight Connector 1306">
              <a:extLst>
                <a:ext uri="{FF2B5EF4-FFF2-40B4-BE49-F238E27FC236}">
                  <a16:creationId xmlns:a16="http://schemas.microsoft.com/office/drawing/2014/main" id="{1707963D-29D0-5D33-7A9A-4901C7CC64C2}"/>
                </a:ext>
              </a:extLst>
            </p:cNvPr>
            <p:cNvCxnSpPr>
              <a:cxnSpLocks noGrp="1" noRot="1" noMove="1" noResize="1" noEditPoints="1" noAdjustHandles="1" noChangeArrowheads="1" noChangeShapeType="1"/>
              <a:stCxn id="1306" idx="0"/>
            </p:cNvCxnSpPr>
            <p:nvPr/>
          </p:nvCxnSpPr>
          <p:spPr>
            <a:xfrm flipV="1">
              <a:off x="8061748"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08" name="Straight Connector 1307">
              <a:extLst>
                <a:ext uri="{FF2B5EF4-FFF2-40B4-BE49-F238E27FC236}">
                  <a16:creationId xmlns:a16="http://schemas.microsoft.com/office/drawing/2014/main" id="{A896F900-8FB5-C118-1621-01AB9731D3A4}"/>
                </a:ext>
              </a:extLst>
            </p:cNvPr>
            <p:cNvCxnSpPr>
              <a:cxnSpLocks noGrp="1" noRot="1" noMove="1" noResize="1" noEditPoints="1" noAdjustHandles="1" noChangeArrowheads="1" noChangeShapeType="1"/>
            </p:cNvCxnSpPr>
            <p:nvPr/>
          </p:nvCxnSpPr>
          <p:spPr>
            <a:xfrm>
              <a:off x="8068662"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09" name="Group 1308">
            <a:extLst>
              <a:ext uri="{FF2B5EF4-FFF2-40B4-BE49-F238E27FC236}">
                <a16:creationId xmlns:a16="http://schemas.microsoft.com/office/drawing/2014/main" id="{D3143CA8-AD4E-CC3A-0F50-C34AB754F23E}"/>
              </a:ext>
            </a:extLst>
          </p:cNvPr>
          <p:cNvGrpSpPr>
            <a:grpSpLocks noGrp="1" noUngrp="1" noRot="1" noMove="1" noResize="1"/>
          </p:cNvGrpSpPr>
          <p:nvPr/>
        </p:nvGrpSpPr>
        <p:grpSpPr>
          <a:xfrm>
            <a:off x="6284590" y="811556"/>
            <a:ext cx="721206" cy="609701"/>
            <a:chOff x="8253594" y="909114"/>
            <a:chExt cx="871904" cy="748695"/>
          </a:xfrm>
        </p:grpSpPr>
        <p:sp>
          <p:nvSpPr>
            <p:cNvPr id="1310" name="Rectangle 1309">
              <a:hlinkClick r:id="rId16" action="ppaction://hlinksldjump"/>
              <a:hlinkHover r:id="" action="ppaction://noaction" highlightClick="1"/>
              <a:extLst>
                <a:ext uri="{FF2B5EF4-FFF2-40B4-BE49-F238E27FC236}">
                  <a16:creationId xmlns:a16="http://schemas.microsoft.com/office/drawing/2014/main" id="{556F4606-8423-41C7-9B21-CFE9F222E998}"/>
                </a:ext>
              </a:extLst>
            </p:cNvPr>
            <p:cNvSpPr>
              <a:spLocks noGrp="1" noRot="1" noMove="1" noResize="1" noEditPoints="1" noAdjustHandles="1" noChangeArrowheads="1" noChangeShapeType="1"/>
            </p:cNvSpPr>
            <p:nvPr/>
          </p:nvSpPr>
          <p:spPr>
            <a:xfrm>
              <a:off x="825359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Labelling Scanner</a:t>
              </a:r>
            </a:p>
          </p:txBody>
        </p:sp>
        <p:sp>
          <p:nvSpPr>
            <p:cNvPr id="1311" name="Right Triangle 1310">
              <a:extLst>
                <a:ext uri="{FF2B5EF4-FFF2-40B4-BE49-F238E27FC236}">
                  <a16:creationId xmlns:a16="http://schemas.microsoft.com/office/drawing/2014/main" id="{75E41333-2219-1A1F-BA09-E9FE19E5F6E8}"/>
                </a:ext>
              </a:extLst>
            </p:cNvPr>
            <p:cNvSpPr>
              <a:spLocks noGrp="1" noRot="1" noMove="1" noResize="1" noEditPoints="1" noAdjustHandles="1" noChangeArrowheads="1" noChangeShapeType="1"/>
            </p:cNvSpPr>
            <p:nvPr/>
          </p:nvSpPr>
          <p:spPr>
            <a:xfrm rot="10800000">
              <a:off x="8971968" y="91680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2" name="Oval 27">
              <a:extLst>
                <a:ext uri="{FF2B5EF4-FFF2-40B4-BE49-F238E27FC236}">
                  <a16:creationId xmlns:a16="http://schemas.microsoft.com/office/drawing/2014/main" id="{D908FD4D-3035-22C0-E00C-2C2F374D1239}"/>
                </a:ext>
              </a:extLst>
            </p:cNvPr>
            <p:cNvSpPr>
              <a:spLocks noGrp="1" noRot="1" noMove="1" noResize="1" noEditPoints="1" noAdjustHandles="1" noChangeArrowheads="1" noChangeShapeType="1"/>
            </p:cNvSpPr>
            <p:nvPr/>
          </p:nvSpPr>
          <p:spPr>
            <a:xfrm>
              <a:off x="9055157" y="924284"/>
              <a:ext cx="38525"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3" name="Oval 28">
              <a:extLst>
                <a:ext uri="{FF2B5EF4-FFF2-40B4-BE49-F238E27FC236}">
                  <a16:creationId xmlns:a16="http://schemas.microsoft.com/office/drawing/2014/main" id="{4967BD8E-8524-A024-25B4-E1345D37EC03}"/>
                </a:ext>
              </a:extLst>
            </p:cNvPr>
            <p:cNvSpPr>
              <a:spLocks noGrp="1" noRot="1" noMove="1" noResize="1" noEditPoints="1" noAdjustHandles="1" noChangeArrowheads="1" noChangeShapeType="1"/>
            </p:cNvSpPr>
            <p:nvPr/>
          </p:nvSpPr>
          <p:spPr>
            <a:xfrm>
              <a:off x="9052295" y="95799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14" name="Group 1313">
            <a:extLst>
              <a:ext uri="{FF2B5EF4-FFF2-40B4-BE49-F238E27FC236}">
                <a16:creationId xmlns:a16="http://schemas.microsoft.com/office/drawing/2014/main" id="{1217F5B5-C8B0-2795-84B9-5C6C06D91924}"/>
              </a:ext>
            </a:extLst>
          </p:cNvPr>
          <p:cNvGrpSpPr>
            <a:grpSpLocks noGrp="1" noUngrp="1" noRot="1" noMove="1" noResize="1"/>
          </p:cNvGrpSpPr>
          <p:nvPr/>
        </p:nvGrpSpPr>
        <p:grpSpPr>
          <a:xfrm>
            <a:off x="6285021" y="2249521"/>
            <a:ext cx="721206" cy="609704"/>
            <a:chOff x="6195433" y="2556138"/>
            <a:chExt cx="871904" cy="748699"/>
          </a:xfrm>
        </p:grpSpPr>
        <p:sp>
          <p:nvSpPr>
            <p:cNvPr id="1315" name="Rectangle 1314">
              <a:hlinkClick r:id="rId17" action="ppaction://hlinksldjump"/>
              <a:extLst>
                <a:ext uri="{FF2B5EF4-FFF2-40B4-BE49-F238E27FC236}">
                  <a16:creationId xmlns:a16="http://schemas.microsoft.com/office/drawing/2014/main" id="{277F4BDD-5AFE-21C5-6E27-063D74174782}"/>
                </a:ext>
              </a:extLst>
            </p:cNvPr>
            <p:cNvSpPr>
              <a:spLocks/>
            </p:cNvSpPr>
            <p:nvPr/>
          </p:nvSpPr>
          <p:spPr>
            <a:xfrm>
              <a:off x="6195433" y="255614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a:t>
              </a:r>
            </a:p>
          </p:txBody>
        </p:sp>
        <p:sp>
          <p:nvSpPr>
            <p:cNvPr id="1316" name="Right Triangle 1315">
              <a:extLst>
                <a:ext uri="{FF2B5EF4-FFF2-40B4-BE49-F238E27FC236}">
                  <a16:creationId xmlns:a16="http://schemas.microsoft.com/office/drawing/2014/main" id="{F22342EB-9A91-D39E-C2D9-B73029F35868}"/>
                </a:ext>
              </a:extLst>
            </p:cNvPr>
            <p:cNvSpPr>
              <a:spLocks/>
            </p:cNvSpPr>
            <p:nvPr/>
          </p:nvSpPr>
          <p:spPr>
            <a:xfrm rot="10800000">
              <a:off x="6921093" y="2556138"/>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7" name="Oval 27">
              <a:extLst>
                <a:ext uri="{FF2B5EF4-FFF2-40B4-BE49-F238E27FC236}">
                  <a16:creationId xmlns:a16="http://schemas.microsoft.com/office/drawing/2014/main" id="{E10990C3-A57D-772C-F72F-4AD8C61F9436}"/>
                </a:ext>
              </a:extLst>
            </p:cNvPr>
            <p:cNvSpPr>
              <a:spLocks/>
            </p:cNvSpPr>
            <p:nvPr/>
          </p:nvSpPr>
          <p:spPr>
            <a:xfrm>
              <a:off x="7004283" y="2563622"/>
              <a:ext cx="38524" cy="33729"/>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8" name="Oval 28">
              <a:extLst>
                <a:ext uri="{FF2B5EF4-FFF2-40B4-BE49-F238E27FC236}">
                  <a16:creationId xmlns:a16="http://schemas.microsoft.com/office/drawing/2014/main" id="{72195A48-F29F-193A-5017-A68668162406}"/>
                </a:ext>
              </a:extLst>
            </p:cNvPr>
            <p:cNvSpPr>
              <a:spLocks/>
            </p:cNvSpPr>
            <p:nvPr/>
          </p:nvSpPr>
          <p:spPr>
            <a:xfrm>
              <a:off x="7001419" y="2597338"/>
              <a:ext cx="45719" cy="41671"/>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solidFill>
              <a:srgbClr val="A6A6A6"/>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19" name="Group 1318">
            <a:extLst>
              <a:ext uri="{FF2B5EF4-FFF2-40B4-BE49-F238E27FC236}">
                <a16:creationId xmlns:a16="http://schemas.microsoft.com/office/drawing/2014/main" id="{6A5E0497-D6A7-765E-ECA6-4FE7DDE36849}"/>
              </a:ext>
            </a:extLst>
          </p:cNvPr>
          <p:cNvGrpSpPr>
            <a:grpSpLocks noGrp="1" noUngrp="1" noRot="1" noMove="1" noResize="1"/>
          </p:cNvGrpSpPr>
          <p:nvPr/>
        </p:nvGrpSpPr>
        <p:grpSpPr>
          <a:xfrm>
            <a:off x="7957576" y="811556"/>
            <a:ext cx="721206" cy="609701"/>
            <a:chOff x="4289254" y="909114"/>
            <a:chExt cx="871904" cy="748695"/>
          </a:xfrm>
        </p:grpSpPr>
        <p:sp>
          <p:nvSpPr>
            <p:cNvPr id="1320" name="Rectangle 1319">
              <a:hlinkClick r:id="rId18" action="ppaction://hlinksldjump"/>
              <a:extLst>
                <a:ext uri="{FF2B5EF4-FFF2-40B4-BE49-F238E27FC236}">
                  <a16:creationId xmlns:a16="http://schemas.microsoft.com/office/drawing/2014/main" id="{402F383B-9DF0-C192-CD64-F38F0BDAB180}"/>
                </a:ext>
              </a:extLst>
            </p:cNvPr>
            <p:cNvSpPr>
              <a:spLocks noGrp="1" noRot="1" noMove="1" noResize="1" noEditPoints="1" noAdjustHandles="1" noChangeArrowheads="1" noChangeShapeType="1"/>
            </p:cNvSpPr>
            <p:nvPr/>
          </p:nvSpPr>
          <p:spPr>
            <a:xfrm>
              <a:off x="4289254"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Purview Insider Risk Management</a:t>
              </a:r>
            </a:p>
          </p:txBody>
        </p:sp>
        <p:sp>
          <p:nvSpPr>
            <p:cNvPr id="1321" name="Rectangle 1320">
              <a:extLst>
                <a:ext uri="{FF2B5EF4-FFF2-40B4-BE49-F238E27FC236}">
                  <a16:creationId xmlns:a16="http://schemas.microsoft.com/office/drawing/2014/main" id="{20EA01D0-1A57-963F-E59A-DCCC8D56CFB0}"/>
                </a:ext>
              </a:extLst>
            </p:cNvPr>
            <p:cNvSpPr>
              <a:spLocks noGrp="1" noRot="1" noMove="1" noResize="1" noEditPoints="1" noAdjustHandles="1" noChangeArrowheads="1" noChangeShapeType="1"/>
            </p:cNvSpPr>
            <p:nvPr/>
          </p:nvSpPr>
          <p:spPr>
            <a:xfrm flipV="1">
              <a:off x="5036005"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2" name="Oval 15">
              <a:extLst>
                <a:ext uri="{FF2B5EF4-FFF2-40B4-BE49-F238E27FC236}">
                  <a16:creationId xmlns:a16="http://schemas.microsoft.com/office/drawing/2014/main" id="{29457AE5-5742-DA41-41CB-AF758607A374}"/>
                </a:ext>
              </a:extLst>
            </p:cNvPr>
            <p:cNvSpPr>
              <a:spLocks noGrp="1" noRot="1" noMove="1" noResize="1" noEditPoints="1" noAdjustHandles="1" noChangeArrowheads="1" noChangeShapeType="1"/>
            </p:cNvSpPr>
            <p:nvPr/>
          </p:nvSpPr>
          <p:spPr>
            <a:xfrm>
              <a:off x="5069117"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23" name="Straight Connector 1322">
              <a:extLst>
                <a:ext uri="{FF2B5EF4-FFF2-40B4-BE49-F238E27FC236}">
                  <a16:creationId xmlns:a16="http://schemas.microsoft.com/office/drawing/2014/main" id="{306A3680-DB60-35D3-96DC-0427F6FBB955}"/>
                </a:ext>
              </a:extLst>
            </p:cNvPr>
            <p:cNvCxnSpPr>
              <a:cxnSpLocks noGrp="1" noRot="1" noMove="1" noResize="1" noEditPoints="1" noAdjustHandles="1" noChangeArrowheads="1" noChangeShapeType="1"/>
              <a:stCxn id="1322" idx="0"/>
            </p:cNvCxnSpPr>
            <p:nvPr/>
          </p:nvCxnSpPr>
          <p:spPr>
            <a:xfrm flipV="1">
              <a:off x="5076004"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24" name="Straight Connector 1323">
              <a:extLst>
                <a:ext uri="{FF2B5EF4-FFF2-40B4-BE49-F238E27FC236}">
                  <a16:creationId xmlns:a16="http://schemas.microsoft.com/office/drawing/2014/main" id="{1666A636-7EEF-EDD3-E0D6-36FA39A434E6}"/>
                </a:ext>
              </a:extLst>
            </p:cNvPr>
            <p:cNvCxnSpPr>
              <a:cxnSpLocks noGrp="1" noRot="1" noMove="1" noResize="1" noEditPoints="1" noAdjustHandles="1" noChangeArrowheads="1" noChangeShapeType="1"/>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25" name="Group 1324">
            <a:extLst>
              <a:ext uri="{FF2B5EF4-FFF2-40B4-BE49-F238E27FC236}">
                <a16:creationId xmlns:a16="http://schemas.microsoft.com/office/drawing/2014/main" id="{DED60E52-A881-12FD-4936-2F9903DA4955}"/>
              </a:ext>
            </a:extLst>
          </p:cNvPr>
          <p:cNvGrpSpPr>
            <a:grpSpLocks noGrp="1" noUngrp="1" noRot="1" noMove="1" noResize="1"/>
          </p:cNvGrpSpPr>
          <p:nvPr/>
        </p:nvGrpSpPr>
        <p:grpSpPr>
          <a:xfrm>
            <a:off x="9669400" y="810926"/>
            <a:ext cx="721206" cy="609701"/>
            <a:chOff x="10257400" y="972661"/>
            <a:chExt cx="871904" cy="748695"/>
          </a:xfrm>
        </p:grpSpPr>
        <p:sp>
          <p:nvSpPr>
            <p:cNvPr id="1326" name="Rectangle 1325">
              <a:hlinkClick r:id="rId19" action="ppaction://hlinksldjump"/>
              <a:hlinkHover r:id="" action="ppaction://noaction" highlightClick="1"/>
              <a:extLst>
                <a:ext uri="{FF2B5EF4-FFF2-40B4-BE49-F238E27FC236}">
                  <a16:creationId xmlns:a16="http://schemas.microsoft.com/office/drawing/2014/main" id="{BA02BFD7-81A8-7594-9CB5-9BBDC5DAF578}"/>
                </a:ext>
              </a:extLst>
            </p:cNvPr>
            <p:cNvSpPr>
              <a:spLocks/>
            </p:cNvSpPr>
            <p:nvPr/>
          </p:nvSpPr>
          <p:spPr>
            <a:xfrm>
              <a:off x="10257400" y="972661"/>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Threat Intelligence</a:t>
              </a:r>
            </a:p>
          </p:txBody>
        </p:sp>
        <p:sp>
          <p:nvSpPr>
            <p:cNvPr id="1327" name="Diamond 1326">
              <a:extLst>
                <a:ext uri="{FF2B5EF4-FFF2-40B4-BE49-F238E27FC236}">
                  <a16:creationId xmlns:a16="http://schemas.microsoft.com/office/drawing/2014/main" id="{57A3326B-786C-4C4D-529B-18AA443B7D85}"/>
                </a:ext>
              </a:extLst>
            </p:cNvPr>
            <p:cNvSpPr>
              <a:spLocks/>
            </p:cNvSpPr>
            <p:nvPr/>
          </p:nvSpPr>
          <p:spPr>
            <a:xfrm>
              <a:off x="10964258" y="975548"/>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8" name="Oval 1327">
              <a:extLst>
                <a:ext uri="{FF2B5EF4-FFF2-40B4-BE49-F238E27FC236}">
                  <a16:creationId xmlns:a16="http://schemas.microsoft.com/office/drawing/2014/main" id="{B838D531-B9AD-4DE7-7F98-2E1ECA2B8AA2}"/>
                </a:ext>
              </a:extLst>
            </p:cNvPr>
            <p:cNvSpPr>
              <a:spLocks/>
            </p:cNvSpPr>
            <p:nvPr/>
          </p:nvSpPr>
          <p:spPr>
            <a:xfrm>
              <a:off x="11005612" y="1016670"/>
              <a:ext cx="68218"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29" name="Group 1328">
            <a:extLst>
              <a:ext uri="{FF2B5EF4-FFF2-40B4-BE49-F238E27FC236}">
                <a16:creationId xmlns:a16="http://schemas.microsoft.com/office/drawing/2014/main" id="{66169A67-7724-FDA2-1FCC-F7FF8A22F5F1}"/>
              </a:ext>
            </a:extLst>
          </p:cNvPr>
          <p:cNvGrpSpPr>
            <a:grpSpLocks noGrp="1" noUngrp="1" noRot="1" noMove="1" noResize="1"/>
          </p:cNvGrpSpPr>
          <p:nvPr/>
        </p:nvGrpSpPr>
        <p:grpSpPr>
          <a:xfrm>
            <a:off x="10520475" y="90836"/>
            <a:ext cx="721206" cy="609701"/>
            <a:chOff x="11226844" y="88412"/>
            <a:chExt cx="871904" cy="748695"/>
          </a:xfrm>
        </p:grpSpPr>
        <p:sp>
          <p:nvSpPr>
            <p:cNvPr id="1330" name="Rectangle 1329">
              <a:hlinkClick r:id="rId20" action="ppaction://hlinksldjump"/>
              <a:hlinkHover r:id="" action="ppaction://noaction" highlightClick="1"/>
              <a:extLst>
                <a:ext uri="{FF2B5EF4-FFF2-40B4-BE49-F238E27FC236}">
                  <a16:creationId xmlns:a16="http://schemas.microsoft.com/office/drawing/2014/main" id="{FEE38834-D988-88F3-1BBD-2E46D14886E6}"/>
                </a:ext>
              </a:extLst>
            </p:cNvPr>
            <p:cNvSpPr>
              <a:spLocks noGrp="1" noRot="1" noMove="1" noResize="1" noEditPoints="1" noAdjustHandles="1" noChangeArrowheads="1" noChangeShapeType="1"/>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SQL</a:t>
              </a:r>
            </a:p>
          </p:txBody>
        </p:sp>
        <p:sp>
          <p:nvSpPr>
            <p:cNvPr id="1331" name="Oval 1330">
              <a:extLst>
                <a:ext uri="{FF2B5EF4-FFF2-40B4-BE49-F238E27FC236}">
                  <a16:creationId xmlns:a16="http://schemas.microsoft.com/office/drawing/2014/main" id="{E7F9E816-86C1-02B1-B4D2-C62FE14FBF01}"/>
                </a:ext>
              </a:extLst>
            </p:cNvPr>
            <p:cNvSpPr>
              <a:spLocks noGrp="1" noRot="1" noMove="1" noResize="1" noEditPoints="1" noAdjustHandles="1" noChangeArrowheads="1" noChangeShapeType="1"/>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2" name="Isosceles Triangle 648">
              <a:extLst>
                <a:ext uri="{FF2B5EF4-FFF2-40B4-BE49-F238E27FC236}">
                  <a16:creationId xmlns:a16="http://schemas.microsoft.com/office/drawing/2014/main" id="{0C62DA62-9FDA-DD43-791E-0EC547EF8FCC}"/>
                </a:ext>
              </a:extLst>
            </p:cNvPr>
            <p:cNvSpPr>
              <a:spLocks noGrp="1" noRot="1" noMove="1" noResize="1" noEditPoints="1" noAdjustHandles="1" noChangeArrowheads="1" noChangeShapeType="1"/>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33" name="Group 1332">
            <a:extLst>
              <a:ext uri="{FF2B5EF4-FFF2-40B4-BE49-F238E27FC236}">
                <a16:creationId xmlns:a16="http://schemas.microsoft.com/office/drawing/2014/main" id="{DB7A2D05-7DDF-2625-B817-5124091E188F}"/>
              </a:ext>
            </a:extLst>
          </p:cNvPr>
          <p:cNvGrpSpPr>
            <a:grpSpLocks noGrp="1" noUngrp="1" noRot="1" noMove="1" noResize="1"/>
          </p:cNvGrpSpPr>
          <p:nvPr/>
        </p:nvGrpSpPr>
        <p:grpSpPr>
          <a:xfrm>
            <a:off x="11356238" y="90836"/>
            <a:ext cx="721206" cy="609701"/>
            <a:chOff x="11226844" y="88412"/>
            <a:chExt cx="871904" cy="748695"/>
          </a:xfrm>
        </p:grpSpPr>
        <p:sp>
          <p:nvSpPr>
            <p:cNvPr id="1334" name="Rectangle 1333">
              <a:hlinkClick r:id="rId21" action="ppaction://hlinksldjump"/>
              <a:hlinkHover r:id="" action="ppaction://noaction" highlightClick="1"/>
              <a:extLst>
                <a:ext uri="{FF2B5EF4-FFF2-40B4-BE49-F238E27FC236}">
                  <a16:creationId xmlns:a16="http://schemas.microsoft.com/office/drawing/2014/main" id="{1DBAC471-6446-406E-AB49-CCAD762DCAEA}"/>
                </a:ext>
              </a:extLst>
            </p:cNvPr>
            <p:cNvSpPr>
              <a:spLocks noGrp="1" noRot="1" noMove="1" noResize="1" noEditPoints="1" noAdjustHandles="1" noChangeArrowheads="1" noChangeShapeType="1"/>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Relational Databases</a:t>
              </a:r>
            </a:p>
          </p:txBody>
        </p:sp>
        <p:sp>
          <p:nvSpPr>
            <p:cNvPr id="1335" name="Oval 1334">
              <a:extLst>
                <a:ext uri="{FF2B5EF4-FFF2-40B4-BE49-F238E27FC236}">
                  <a16:creationId xmlns:a16="http://schemas.microsoft.com/office/drawing/2014/main" id="{5DFD7B2C-DCE1-BA1F-EDEB-D08AD5D75A98}"/>
                </a:ext>
              </a:extLst>
            </p:cNvPr>
            <p:cNvSpPr>
              <a:spLocks noGrp="1" noRot="1" noMove="1" noResize="1" noEditPoints="1" noAdjustHandles="1" noChangeArrowheads="1" noChangeShapeType="1"/>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6" name="Isosceles Triangle 648">
              <a:extLst>
                <a:ext uri="{FF2B5EF4-FFF2-40B4-BE49-F238E27FC236}">
                  <a16:creationId xmlns:a16="http://schemas.microsoft.com/office/drawing/2014/main" id="{10DB87E5-E5AC-8DC2-268A-052966CD8870}"/>
                </a:ext>
              </a:extLst>
            </p:cNvPr>
            <p:cNvSpPr>
              <a:spLocks noGrp="1" noRot="1" noMove="1" noResize="1" noEditPoints="1" noAdjustHandles="1" noChangeArrowheads="1" noChangeShapeType="1"/>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37" name="Group 1336">
            <a:extLst>
              <a:ext uri="{FF2B5EF4-FFF2-40B4-BE49-F238E27FC236}">
                <a16:creationId xmlns:a16="http://schemas.microsoft.com/office/drawing/2014/main" id="{92DDDD3F-136A-6D0F-0E29-D456D71C446E}"/>
              </a:ext>
            </a:extLst>
          </p:cNvPr>
          <p:cNvGrpSpPr>
            <a:grpSpLocks noGrp="1" noUngrp="1" noRot="1" noMove="1" noResize="1"/>
          </p:cNvGrpSpPr>
          <p:nvPr/>
        </p:nvGrpSpPr>
        <p:grpSpPr>
          <a:xfrm>
            <a:off x="11356238" y="3694774"/>
            <a:ext cx="721206" cy="609701"/>
            <a:chOff x="11335787" y="4191133"/>
            <a:chExt cx="710037" cy="609701"/>
          </a:xfrm>
        </p:grpSpPr>
        <p:sp>
          <p:nvSpPr>
            <p:cNvPr id="1338" name="Rectangle 1337">
              <a:hlinkClick r:id="rId22" action="ppaction://hlinksldjump"/>
              <a:hlinkHover r:id="" action="ppaction://noaction" highlightClick="1"/>
              <a:extLst>
                <a:ext uri="{FF2B5EF4-FFF2-40B4-BE49-F238E27FC236}">
                  <a16:creationId xmlns:a16="http://schemas.microsoft.com/office/drawing/2014/main" id="{F6ACB774-17CB-988D-B2F5-A23218101E37}"/>
                </a:ext>
              </a:extLst>
            </p:cNvPr>
            <p:cNvSpPr>
              <a:spLocks noGrp="1" noRot="1" noMove="1" noResize="1" noEditPoints="1" noAdjustHandles="1" noChangeArrowheads="1" noChangeShapeType="1"/>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Cloud Security Posture Management</a:t>
              </a:r>
            </a:p>
          </p:txBody>
        </p:sp>
        <p:sp>
          <p:nvSpPr>
            <p:cNvPr id="1339" name="Oval 1338">
              <a:extLst>
                <a:ext uri="{FF2B5EF4-FFF2-40B4-BE49-F238E27FC236}">
                  <a16:creationId xmlns:a16="http://schemas.microsoft.com/office/drawing/2014/main" id="{A89E4C39-F938-E1D4-766F-D9BDB281E971}"/>
                </a:ext>
              </a:extLst>
            </p:cNvPr>
            <p:cNvSpPr>
              <a:spLocks noGrp="1" noRot="1" noMove="1" noResize="1" noEditPoints="1" noAdjustHandles="1" noChangeArrowheads="1" noChangeShapeType="1"/>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0" name="Isosceles Triangle 648">
              <a:extLst>
                <a:ext uri="{FF2B5EF4-FFF2-40B4-BE49-F238E27FC236}">
                  <a16:creationId xmlns:a16="http://schemas.microsoft.com/office/drawing/2014/main" id="{86A23C22-8025-BEA6-5403-E2B9D4C5C3E1}"/>
                </a:ext>
              </a:extLst>
            </p:cNvPr>
            <p:cNvSpPr>
              <a:spLocks noGrp="1" noRot="1" noMove="1" noResize="1" noEditPoints="1" noAdjustHandles="1" noChangeArrowheads="1" noChangeShapeType="1"/>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41" name="Group 1340">
            <a:extLst>
              <a:ext uri="{FF2B5EF4-FFF2-40B4-BE49-F238E27FC236}">
                <a16:creationId xmlns:a16="http://schemas.microsoft.com/office/drawing/2014/main" id="{28C915C8-529A-B758-A297-3E70CE81A04A}"/>
              </a:ext>
            </a:extLst>
          </p:cNvPr>
          <p:cNvGrpSpPr>
            <a:grpSpLocks noGrp="1" noUngrp="1" noRot="1" noMove="1" noResize="1"/>
          </p:cNvGrpSpPr>
          <p:nvPr/>
        </p:nvGrpSpPr>
        <p:grpSpPr>
          <a:xfrm>
            <a:off x="9657689" y="4419620"/>
            <a:ext cx="721206" cy="609701"/>
            <a:chOff x="11226844" y="5012622"/>
            <a:chExt cx="871904" cy="748695"/>
          </a:xfrm>
        </p:grpSpPr>
        <p:sp>
          <p:nvSpPr>
            <p:cNvPr id="1342" name="Rectangle 1341">
              <a:hlinkClick r:id="rId23" action="ppaction://hlinksldjump"/>
              <a:hlinkHover r:id="" action="ppaction://noaction" highlightClick="1"/>
              <a:extLst>
                <a:ext uri="{FF2B5EF4-FFF2-40B4-BE49-F238E27FC236}">
                  <a16:creationId xmlns:a16="http://schemas.microsoft.com/office/drawing/2014/main" id="{F551B4DF-7EB0-70FA-6972-D1B073AB5862}"/>
                </a:ext>
              </a:extLst>
            </p:cNvPr>
            <p:cNvSpPr>
              <a:spLocks noGrp="1" noRot="1" noMove="1" noResize="1" noEditPoints="1" noAdjustHandles="1" noChangeArrowheads="1" noChangeShapeType="1"/>
            </p:cNvSpPr>
            <p:nvPr/>
          </p:nvSpPr>
          <p:spPr>
            <a:xfrm>
              <a:off x="1122684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Containers</a:t>
              </a:r>
            </a:p>
          </p:txBody>
        </p:sp>
        <p:sp>
          <p:nvSpPr>
            <p:cNvPr id="1343" name="Oval 1342">
              <a:extLst>
                <a:ext uri="{FF2B5EF4-FFF2-40B4-BE49-F238E27FC236}">
                  <a16:creationId xmlns:a16="http://schemas.microsoft.com/office/drawing/2014/main" id="{1E3BE854-854F-CD38-EE9C-AC14DB48033C}"/>
                </a:ext>
              </a:extLst>
            </p:cNvPr>
            <p:cNvSpPr>
              <a:spLocks noGrp="1" noRot="1" noMove="1" noResize="1" noEditPoints="1" noAdjustHandles="1" noChangeArrowheads="1" noChangeShapeType="1"/>
            </p:cNvSpPr>
            <p:nvPr/>
          </p:nvSpPr>
          <p:spPr>
            <a:xfrm>
              <a:off x="11920211"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4" name="Isosceles Triangle 648">
              <a:extLst>
                <a:ext uri="{FF2B5EF4-FFF2-40B4-BE49-F238E27FC236}">
                  <a16:creationId xmlns:a16="http://schemas.microsoft.com/office/drawing/2014/main" id="{D13B64F5-794C-9DE1-0E06-81390DAEA963}"/>
                </a:ext>
              </a:extLst>
            </p:cNvPr>
            <p:cNvSpPr>
              <a:spLocks noGrp="1" noRot="1" noMove="1" noResize="1" noEditPoints="1" noAdjustHandles="1" noChangeArrowheads="1" noChangeShapeType="1"/>
            </p:cNvSpPr>
            <p:nvPr/>
          </p:nvSpPr>
          <p:spPr>
            <a:xfrm>
              <a:off x="11956630"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45" name="Group 1344">
            <a:extLst>
              <a:ext uri="{FF2B5EF4-FFF2-40B4-BE49-F238E27FC236}">
                <a16:creationId xmlns:a16="http://schemas.microsoft.com/office/drawing/2014/main" id="{0D746565-CF70-74FE-B953-E939053A06B7}"/>
              </a:ext>
            </a:extLst>
          </p:cNvPr>
          <p:cNvGrpSpPr>
            <a:grpSpLocks noGrp="1" noUngrp="1" noRot="1" noMove="1" noResize="1"/>
          </p:cNvGrpSpPr>
          <p:nvPr/>
        </p:nvGrpSpPr>
        <p:grpSpPr>
          <a:xfrm>
            <a:off x="10506964" y="4419620"/>
            <a:ext cx="721206" cy="609701"/>
            <a:chOff x="11226844" y="88412"/>
            <a:chExt cx="871904" cy="748695"/>
          </a:xfrm>
        </p:grpSpPr>
        <p:sp>
          <p:nvSpPr>
            <p:cNvPr id="1346" name="Rectangle 1345">
              <a:hlinkClick r:id="rId24" action="ppaction://hlinksldjump"/>
              <a:hlinkHover r:id="" action="ppaction://noaction" highlightClick="1"/>
              <a:extLst>
                <a:ext uri="{FF2B5EF4-FFF2-40B4-BE49-F238E27FC236}">
                  <a16:creationId xmlns:a16="http://schemas.microsoft.com/office/drawing/2014/main" id="{D2CDCB00-1D23-77B6-DDF5-C8990F95BD94}"/>
                </a:ext>
              </a:extLst>
            </p:cNvPr>
            <p:cNvSpPr>
              <a:spLocks noGrp="1" noRot="1" noMove="1" noResize="1" noEditPoints="1" noAdjustHandles="1" noChangeArrowheads="1" noChangeShapeType="1"/>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Key Vault</a:t>
              </a:r>
            </a:p>
          </p:txBody>
        </p:sp>
        <p:sp>
          <p:nvSpPr>
            <p:cNvPr id="1347" name="Oval 1346">
              <a:extLst>
                <a:ext uri="{FF2B5EF4-FFF2-40B4-BE49-F238E27FC236}">
                  <a16:creationId xmlns:a16="http://schemas.microsoft.com/office/drawing/2014/main" id="{16F9C4EB-D1B9-01E8-ACBE-5C8A2C2EAC47}"/>
                </a:ext>
              </a:extLst>
            </p:cNvPr>
            <p:cNvSpPr>
              <a:spLocks noGrp="1" noRot="1" noMove="1" noResize="1" noEditPoints="1" noAdjustHandles="1" noChangeArrowheads="1" noChangeShapeType="1"/>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8" name="Isosceles Triangle 648">
              <a:extLst>
                <a:ext uri="{FF2B5EF4-FFF2-40B4-BE49-F238E27FC236}">
                  <a16:creationId xmlns:a16="http://schemas.microsoft.com/office/drawing/2014/main" id="{1D7A4B3B-DD18-E3F9-4C94-5D0CEF92EDFD}"/>
                </a:ext>
              </a:extLst>
            </p:cNvPr>
            <p:cNvSpPr>
              <a:spLocks noGrp="1" noRot="1" noMove="1" noResize="1" noEditPoints="1" noAdjustHandles="1" noChangeArrowheads="1" noChangeShapeType="1"/>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49" name="Group 1348">
            <a:extLst>
              <a:ext uri="{FF2B5EF4-FFF2-40B4-BE49-F238E27FC236}">
                <a16:creationId xmlns:a16="http://schemas.microsoft.com/office/drawing/2014/main" id="{8091521D-4405-6EF7-8A61-18DD1EEB018C}"/>
              </a:ext>
            </a:extLst>
          </p:cNvPr>
          <p:cNvGrpSpPr>
            <a:grpSpLocks noGrp="1" noUngrp="1" noRot="1" noMove="1" noResize="1"/>
          </p:cNvGrpSpPr>
          <p:nvPr/>
        </p:nvGrpSpPr>
        <p:grpSpPr>
          <a:xfrm>
            <a:off x="11355999" y="4416261"/>
            <a:ext cx="721206" cy="609701"/>
            <a:chOff x="11226844" y="88412"/>
            <a:chExt cx="871904" cy="748695"/>
          </a:xfrm>
        </p:grpSpPr>
        <p:sp>
          <p:nvSpPr>
            <p:cNvPr id="1350" name="Rectangle 1349">
              <a:hlinkClick r:id="rId25" action="ppaction://hlinksldjump"/>
              <a:hlinkHover r:id="" action="ppaction://noaction" highlightClick="1"/>
              <a:extLst>
                <a:ext uri="{FF2B5EF4-FFF2-40B4-BE49-F238E27FC236}">
                  <a16:creationId xmlns:a16="http://schemas.microsoft.com/office/drawing/2014/main" id="{24C4AEF4-BDBF-BBE9-3108-3068B6C4A7F3}"/>
                </a:ext>
              </a:extLst>
            </p:cNvPr>
            <p:cNvSpPr>
              <a:spLocks noGrp="1" noRot="1" noMove="1" noResize="1" noEditPoints="1" noAdjustHandles="1" noChangeArrowheads="1" noChangeShapeType="1"/>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Storage</a:t>
              </a:r>
            </a:p>
          </p:txBody>
        </p:sp>
        <p:sp>
          <p:nvSpPr>
            <p:cNvPr id="1351" name="Oval 1350">
              <a:extLst>
                <a:ext uri="{FF2B5EF4-FFF2-40B4-BE49-F238E27FC236}">
                  <a16:creationId xmlns:a16="http://schemas.microsoft.com/office/drawing/2014/main" id="{6F036D4A-BCD1-A88C-D546-30C8FE4C3027}"/>
                </a:ext>
              </a:extLst>
            </p:cNvPr>
            <p:cNvSpPr>
              <a:spLocks noGrp="1" noRot="1" noMove="1" noResize="1" noEditPoints="1" noAdjustHandles="1" noChangeArrowheads="1" noChangeShapeType="1"/>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2" name="Isosceles Triangle 648">
              <a:extLst>
                <a:ext uri="{FF2B5EF4-FFF2-40B4-BE49-F238E27FC236}">
                  <a16:creationId xmlns:a16="http://schemas.microsoft.com/office/drawing/2014/main" id="{20E3F741-8588-50C6-D8EF-63EAF3EC8781}"/>
                </a:ext>
              </a:extLst>
            </p:cNvPr>
            <p:cNvSpPr>
              <a:spLocks noGrp="1" noRot="1" noMove="1" noResize="1" noEditPoints="1" noAdjustHandles="1" noChangeArrowheads="1" noChangeShapeType="1"/>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53" name="Group 1352">
            <a:extLst>
              <a:ext uri="{FF2B5EF4-FFF2-40B4-BE49-F238E27FC236}">
                <a16:creationId xmlns:a16="http://schemas.microsoft.com/office/drawing/2014/main" id="{CF9CFE9D-0D76-A376-0AFC-39CE461542D8}"/>
              </a:ext>
            </a:extLst>
          </p:cNvPr>
          <p:cNvGrpSpPr>
            <a:grpSpLocks noGrp="1" noUngrp="1" noRot="1" noMove="1" noResize="1"/>
          </p:cNvGrpSpPr>
          <p:nvPr/>
        </p:nvGrpSpPr>
        <p:grpSpPr>
          <a:xfrm>
            <a:off x="8808522" y="4416261"/>
            <a:ext cx="721206" cy="609701"/>
            <a:chOff x="11226844" y="88412"/>
            <a:chExt cx="871904" cy="748695"/>
          </a:xfrm>
        </p:grpSpPr>
        <p:sp>
          <p:nvSpPr>
            <p:cNvPr id="1354" name="Rectangle 1353">
              <a:hlinkClick r:id="rId26" action="ppaction://hlinksldjump"/>
              <a:hlinkHover r:id="" action="ppaction://noaction" highlightClick="1"/>
              <a:extLst>
                <a:ext uri="{FF2B5EF4-FFF2-40B4-BE49-F238E27FC236}">
                  <a16:creationId xmlns:a16="http://schemas.microsoft.com/office/drawing/2014/main" id="{542D43F1-1DEC-2F76-021F-DCC53A45688E}"/>
                </a:ext>
              </a:extLst>
            </p:cNvPr>
            <p:cNvSpPr>
              <a:spLocks noGrp="1" noRot="1" noMove="1" noResize="1" noEditPoints="1" noAdjustHandles="1" noChangeArrowheads="1" noChangeShapeType="1"/>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DevOps</a:t>
              </a:r>
            </a:p>
          </p:txBody>
        </p:sp>
        <p:sp>
          <p:nvSpPr>
            <p:cNvPr id="1355" name="Oval 1354">
              <a:extLst>
                <a:ext uri="{FF2B5EF4-FFF2-40B4-BE49-F238E27FC236}">
                  <a16:creationId xmlns:a16="http://schemas.microsoft.com/office/drawing/2014/main" id="{A4D8B097-1122-BDF7-C170-9042A71314BE}"/>
                </a:ext>
              </a:extLst>
            </p:cNvPr>
            <p:cNvSpPr>
              <a:spLocks noGrp="1" noRot="1" noMove="1" noResize="1" noEditPoints="1" noAdjustHandles="1" noChangeArrowheads="1" noChangeShapeType="1"/>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6" name="Isosceles Triangle 648">
              <a:extLst>
                <a:ext uri="{FF2B5EF4-FFF2-40B4-BE49-F238E27FC236}">
                  <a16:creationId xmlns:a16="http://schemas.microsoft.com/office/drawing/2014/main" id="{E245E881-EB77-472D-C71E-4421F37B883F}"/>
                </a:ext>
              </a:extLst>
            </p:cNvPr>
            <p:cNvSpPr>
              <a:spLocks noGrp="1" noRot="1" noMove="1" noResize="1" noEditPoints="1" noAdjustHandles="1" noChangeArrowheads="1" noChangeShapeType="1"/>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57" name="Group 1356">
            <a:extLst>
              <a:ext uri="{FF2B5EF4-FFF2-40B4-BE49-F238E27FC236}">
                <a16:creationId xmlns:a16="http://schemas.microsoft.com/office/drawing/2014/main" id="{906C4F1E-C415-85BE-5908-4552304B78CE}"/>
              </a:ext>
            </a:extLst>
          </p:cNvPr>
          <p:cNvGrpSpPr>
            <a:grpSpLocks noGrp="1" noUngrp="1" noRot="1" noMove="1" noResize="1"/>
          </p:cNvGrpSpPr>
          <p:nvPr/>
        </p:nvGrpSpPr>
        <p:grpSpPr>
          <a:xfrm>
            <a:off x="10509575" y="5141013"/>
            <a:ext cx="721206" cy="609701"/>
            <a:chOff x="11226844" y="88412"/>
            <a:chExt cx="871904" cy="748695"/>
          </a:xfrm>
        </p:grpSpPr>
        <p:sp>
          <p:nvSpPr>
            <p:cNvPr id="1358" name="Rectangle 1357">
              <a:hlinkClick r:id="rId27" action="ppaction://hlinksldjump"/>
              <a:hlinkHover r:id="" action="ppaction://noaction" highlightClick="1"/>
              <a:extLst>
                <a:ext uri="{FF2B5EF4-FFF2-40B4-BE49-F238E27FC236}">
                  <a16:creationId xmlns:a16="http://schemas.microsoft.com/office/drawing/2014/main" id="{8D1D7190-3BCD-CE6F-4328-A9D49EF63DCD}"/>
                </a:ext>
              </a:extLst>
            </p:cNvPr>
            <p:cNvSpPr>
              <a:spLocks noGrp="1" noRot="1" noMove="1" noResize="1" noEditPoints="1" noAdjustHandles="1" noChangeArrowheads="1" noChangeShapeType="1"/>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Sentinel</a:t>
              </a:r>
            </a:p>
          </p:txBody>
        </p:sp>
        <p:sp>
          <p:nvSpPr>
            <p:cNvPr id="1359" name="Oval 1358">
              <a:extLst>
                <a:ext uri="{FF2B5EF4-FFF2-40B4-BE49-F238E27FC236}">
                  <a16:creationId xmlns:a16="http://schemas.microsoft.com/office/drawing/2014/main" id="{4E1ED468-3509-A4F6-E7F0-4148587EDE59}"/>
                </a:ext>
              </a:extLst>
            </p:cNvPr>
            <p:cNvSpPr>
              <a:spLocks noGrp="1" noRot="1" noMove="1" noResize="1" noEditPoints="1" noAdjustHandles="1" noChangeArrowheads="1" noChangeShapeType="1"/>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0" name="Isosceles Triangle 648">
              <a:extLst>
                <a:ext uri="{FF2B5EF4-FFF2-40B4-BE49-F238E27FC236}">
                  <a16:creationId xmlns:a16="http://schemas.microsoft.com/office/drawing/2014/main" id="{A572BDD7-E281-C8CE-32EE-DA6F031A7832}"/>
                </a:ext>
              </a:extLst>
            </p:cNvPr>
            <p:cNvSpPr>
              <a:spLocks noGrp="1" noRot="1" noMove="1" noResize="1" noEditPoints="1" noAdjustHandles="1" noChangeArrowheads="1" noChangeShapeType="1"/>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61" name="Group 1360">
            <a:extLst>
              <a:ext uri="{FF2B5EF4-FFF2-40B4-BE49-F238E27FC236}">
                <a16:creationId xmlns:a16="http://schemas.microsoft.com/office/drawing/2014/main" id="{35F75B11-61B3-60A8-D1C2-1D475CF16FCB}"/>
              </a:ext>
            </a:extLst>
          </p:cNvPr>
          <p:cNvGrpSpPr>
            <a:grpSpLocks noGrp="1" noUngrp="1" noRot="1" noMove="1" noResize="1"/>
          </p:cNvGrpSpPr>
          <p:nvPr/>
        </p:nvGrpSpPr>
        <p:grpSpPr>
          <a:xfrm>
            <a:off x="9651074" y="5143363"/>
            <a:ext cx="721206" cy="609701"/>
            <a:chOff x="10235764" y="4191922"/>
            <a:chExt cx="871904" cy="748695"/>
          </a:xfrm>
        </p:grpSpPr>
        <p:sp>
          <p:nvSpPr>
            <p:cNvPr id="1362" name="Rectangle 1361">
              <a:hlinkClick r:id="rId28" action="ppaction://hlinksldjump"/>
              <a:hlinkHover r:id="" action="ppaction://noaction" highlightClick="1"/>
              <a:extLst>
                <a:ext uri="{FF2B5EF4-FFF2-40B4-BE49-F238E27FC236}">
                  <a16:creationId xmlns:a16="http://schemas.microsoft.com/office/drawing/2014/main" id="{DB920189-1D5D-5A23-2DC3-85A9AA3C4BD2}"/>
                </a:ext>
              </a:extLst>
            </p:cNvPr>
            <p:cNvSpPr>
              <a:spLocks noGrp="1" noRot="1" noMove="1" noResize="1" noEditPoints="1" noAdjustHandles="1" noChangeArrowheads="1" noChangeShapeType="1"/>
            </p:cNvSpPr>
            <p:nvPr/>
          </p:nvSpPr>
          <p:spPr>
            <a:xfrm>
              <a:off x="1023576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Firewall</a:t>
              </a:r>
            </a:p>
          </p:txBody>
        </p:sp>
        <p:sp>
          <p:nvSpPr>
            <p:cNvPr id="1363" name="Oval 1362">
              <a:extLst>
                <a:ext uri="{FF2B5EF4-FFF2-40B4-BE49-F238E27FC236}">
                  <a16:creationId xmlns:a16="http://schemas.microsoft.com/office/drawing/2014/main" id="{3B1477C6-1683-C36B-9C5D-E94F73E77665}"/>
                </a:ext>
              </a:extLst>
            </p:cNvPr>
            <p:cNvSpPr>
              <a:spLocks noGrp="1" noRot="1" noMove="1" noResize="1" noEditPoints="1" noAdjustHandles="1" noChangeArrowheads="1" noChangeShapeType="1"/>
            </p:cNvSpPr>
            <p:nvPr/>
          </p:nvSpPr>
          <p:spPr>
            <a:xfrm>
              <a:off x="10933601"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4" name="Isosceles Triangle 648">
              <a:extLst>
                <a:ext uri="{FF2B5EF4-FFF2-40B4-BE49-F238E27FC236}">
                  <a16:creationId xmlns:a16="http://schemas.microsoft.com/office/drawing/2014/main" id="{148E5857-2D70-7FF6-E03C-3E3B250603FC}"/>
                </a:ext>
              </a:extLst>
            </p:cNvPr>
            <p:cNvSpPr>
              <a:spLocks noGrp="1" noRot="1" noMove="1" noResize="1" noEditPoints="1" noAdjustHandles="1" noChangeArrowheads="1" noChangeShapeType="1"/>
            </p:cNvSpPr>
            <p:nvPr/>
          </p:nvSpPr>
          <p:spPr>
            <a:xfrm>
              <a:off x="10970020"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65" name="Group 1364">
            <a:extLst>
              <a:ext uri="{FF2B5EF4-FFF2-40B4-BE49-F238E27FC236}">
                <a16:creationId xmlns:a16="http://schemas.microsoft.com/office/drawing/2014/main" id="{90DA3EB9-87BB-EC05-FF6B-03C8AB676FDE}"/>
              </a:ext>
            </a:extLst>
          </p:cNvPr>
          <p:cNvGrpSpPr>
            <a:grpSpLocks noGrp="1" noUngrp="1" noRot="1" noMove="1" noResize="1"/>
          </p:cNvGrpSpPr>
          <p:nvPr/>
        </p:nvGrpSpPr>
        <p:grpSpPr>
          <a:xfrm>
            <a:off x="9657610" y="3698227"/>
            <a:ext cx="721206" cy="609701"/>
            <a:chOff x="11226844" y="4191922"/>
            <a:chExt cx="871904" cy="748695"/>
          </a:xfrm>
        </p:grpSpPr>
        <p:sp>
          <p:nvSpPr>
            <p:cNvPr id="1366" name="Rectangle 1365">
              <a:hlinkClick r:id="rId29" action="ppaction://hlinksldjump"/>
              <a:hlinkHover r:id="" action="ppaction://noaction" highlightClick="1"/>
              <a:extLst>
                <a:ext uri="{FF2B5EF4-FFF2-40B4-BE49-F238E27FC236}">
                  <a16:creationId xmlns:a16="http://schemas.microsoft.com/office/drawing/2014/main" id="{76CA98EB-4E01-798F-140A-FD92FE226B85}"/>
                </a:ext>
              </a:extLst>
            </p:cNvPr>
            <p:cNvSpPr>
              <a:spLocks noGrp="1" noRot="1" noMove="1" noResize="1" noEditPoints="1" noAdjustHandles="1" noChangeArrowheads="1" noChangeShapeType="1"/>
            </p:cNvSpPr>
            <p:nvPr/>
          </p:nvSpPr>
          <p:spPr>
            <a:xfrm>
              <a:off x="1122684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IoT</a:t>
              </a:r>
            </a:p>
          </p:txBody>
        </p:sp>
        <p:sp>
          <p:nvSpPr>
            <p:cNvPr id="1367" name="Oval 1366">
              <a:extLst>
                <a:ext uri="{FF2B5EF4-FFF2-40B4-BE49-F238E27FC236}">
                  <a16:creationId xmlns:a16="http://schemas.microsoft.com/office/drawing/2014/main" id="{A1D6969A-1351-3B73-B3FD-876FF9239E58}"/>
                </a:ext>
              </a:extLst>
            </p:cNvPr>
            <p:cNvSpPr>
              <a:spLocks noGrp="1" noRot="1" noMove="1" noResize="1" noEditPoints="1" noAdjustHandles="1" noChangeArrowheads="1" noChangeShapeType="1"/>
            </p:cNvSpPr>
            <p:nvPr/>
          </p:nvSpPr>
          <p:spPr>
            <a:xfrm>
              <a:off x="1192338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8" name="Isosceles Triangle 648">
              <a:extLst>
                <a:ext uri="{FF2B5EF4-FFF2-40B4-BE49-F238E27FC236}">
                  <a16:creationId xmlns:a16="http://schemas.microsoft.com/office/drawing/2014/main" id="{915C39F4-5F30-2BF1-7172-B64C293E8EC3}"/>
                </a:ext>
              </a:extLst>
            </p:cNvPr>
            <p:cNvSpPr>
              <a:spLocks noGrp="1" noRot="1" noMove="1" noResize="1" noEditPoints="1" noAdjustHandles="1" noChangeArrowheads="1" noChangeShapeType="1"/>
            </p:cNvSpPr>
            <p:nvPr/>
          </p:nvSpPr>
          <p:spPr>
            <a:xfrm>
              <a:off x="1195980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69" name="Group 1368">
            <a:extLst>
              <a:ext uri="{FF2B5EF4-FFF2-40B4-BE49-F238E27FC236}">
                <a16:creationId xmlns:a16="http://schemas.microsoft.com/office/drawing/2014/main" id="{4A1B7856-1CA3-B270-90B9-AC8E20439DF0}"/>
              </a:ext>
            </a:extLst>
          </p:cNvPr>
          <p:cNvGrpSpPr>
            <a:grpSpLocks noGrp="1" noUngrp="1" noRot="1" noMove="1" noResize="1"/>
          </p:cNvGrpSpPr>
          <p:nvPr/>
        </p:nvGrpSpPr>
        <p:grpSpPr>
          <a:xfrm>
            <a:off x="10506924" y="3698227"/>
            <a:ext cx="721206" cy="609701"/>
            <a:chOff x="11226844" y="88412"/>
            <a:chExt cx="871904" cy="748695"/>
          </a:xfrm>
        </p:grpSpPr>
        <p:sp>
          <p:nvSpPr>
            <p:cNvPr id="1370" name="Rectangle 1369">
              <a:hlinkClick r:id="rId30" action="ppaction://hlinksldjump"/>
              <a:hlinkHover r:id="" action="ppaction://noaction" highlightClick="1"/>
              <a:extLst>
                <a:ext uri="{FF2B5EF4-FFF2-40B4-BE49-F238E27FC236}">
                  <a16:creationId xmlns:a16="http://schemas.microsoft.com/office/drawing/2014/main" id="{E0F19FAA-43A3-601F-B742-F4AC4B34DF87}"/>
                </a:ext>
              </a:extLst>
            </p:cNvPr>
            <p:cNvSpPr>
              <a:spLocks noGrp="1" noRot="1" noMove="1" noResize="1" noEditPoints="1" noAdjustHandles="1" noChangeArrowheads="1" noChangeShapeType="1"/>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Azure Resource Manager</a:t>
              </a:r>
            </a:p>
          </p:txBody>
        </p:sp>
        <p:sp>
          <p:nvSpPr>
            <p:cNvPr id="1371" name="Oval 1370">
              <a:extLst>
                <a:ext uri="{FF2B5EF4-FFF2-40B4-BE49-F238E27FC236}">
                  <a16:creationId xmlns:a16="http://schemas.microsoft.com/office/drawing/2014/main" id="{24D949E5-BCA8-88A0-E077-4A6B07BF8413}"/>
                </a:ext>
              </a:extLst>
            </p:cNvPr>
            <p:cNvSpPr>
              <a:spLocks noGrp="1" noRot="1" noMove="1" noResize="1" noEditPoints="1" noAdjustHandles="1" noChangeArrowheads="1" noChangeShapeType="1"/>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2" name="Isosceles Triangle 648">
              <a:extLst>
                <a:ext uri="{FF2B5EF4-FFF2-40B4-BE49-F238E27FC236}">
                  <a16:creationId xmlns:a16="http://schemas.microsoft.com/office/drawing/2014/main" id="{9ED30E36-C1AE-017D-891B-BBC9CDC0EAC2}"/>
                </a:ext>
              </a:extLst>
            </p:cNvPr>
            <p:cNvSpPr>
              <a:spLocks noGrp="1" noRot="1" noMove="1" noResize="1" noEditPoints="1" noAdjustHandles="1" noChangeArrowheads="1" noChangeShapeType="1"/>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73" name="Group 1372">
            <a:extLst>
              <a:ext uri="{FF2B5EF4-FFF2-40B4-BE49-F238E27FC236}">
                <a16:creationId xmlns:a16="http://schemas.microsoft.com/office/drawing/2014/main" id="{4175EB6A-4BFD-1093-182D-048BE49D0F1A}"/>
              </a:ext>
            </a:extLst>
          </p:cNvPr>
          <p:cNvGrpSpPr>
            <a:grpSpLocks noGrp="1" noUngrp="1" noRot="1" noMove="1" noResize="1"/>
          </p:cNvGrpSpPr>
          <p:nvPr/>
        </p:nvGrpSpPr>
        <p:grpSpPr>
          <a:xfrm>
            <a:off x="8808415" y="5135706"/>
            <a:ext cx="721206" cy="609701"/>
            <a:chOff x="6271424" y="5012622"/>
            <a:chExt cx="871904" cy="748695"/>
          </a:xfrm>
        </p:grpSpPr>
        <p:sp>
          <p:nvSpPr>
            <p:cNvPr id="1374" name="Rectangle 1373">
              <a:hlinkClick r:id="rId31" action="ppaction://hlinksldjump"/>
              <a:hlinkHover r:id="" action="ppaction://noaction" highlightClick="1"/>
              <a:extLst>
                <a:ext uri="{FF2B5EF4-FFF2-40B4-BE49-F238E27FC236}">
                  <a16:creationId xmlns:a16="http://schemas.microsoft.com/office/drawing/2014/main" id="{5D26386A-4BDC-97EA-5B82-C8187F288F33}"/>
                </a:ext>
              </a:extLst>
            </p:cNvPr>
            <p:cNvSpPr>
              <a:spLocks noGrp="1" noRot="1" noMove="1" noResize="1" noEditPoints="1" noAdjustHandles="1" noChangeArrowheads="1" noChangeShapeType="1"/>
            </p:cNvSpPr>
            <p:nvPr/>
          </p:nvSpPr>
          <p:spPr>
            <a:xfrm>
              <a:off x="627142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Web Application Firewall</a:t>
              </a:r>
            </a:p>
          </p:txBody>
        </p:sp>
        <p:sp>
          <p:nvSpPr>
            <p:cNvPr id="1375" name="Oval 1374">
              <a:extLst>
                <a:ext uri="{FF2B5EF4-FFF2-40B4-BE49-F238E27FC236}">
                  <a16:creationId xmlns:a16="http://schemas.microsoft.com/office/drawing/2014/main" id="{8F61784C-72F9-C452-A0DE-FFF5C402002E}"/>
                </a:ext>
              </a:extLst>
            </p:cNvPr>
            <p:cNvSpPr>
              <a:spLocks noGrp="1" noRot="1" noMove="1" noResize="1" noEditPoints="1" noAdjustHandles="1" noChangeArrowheads="1" noChangeShapeType="1"/>
            </p:cNvSpPr>
            <p:nvPr/>
          </p:nvSpPr>
          <p:spPr>
            <a:xfrm>
              <a:off x="6967630"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6" name="Isosceles Triangle 648">
              <a:extLst>
                <a:ext uri="{FF2B5EF4-FFF2-40B4-BE49-F238E27FC236}">
                  <a16:creationId xmlns:a16="http://schemas.microsoft.com/office/drawing/2014/main" id="{A0419163-67B8-E07F-C688-DA22CFB5F629}"/>
                </a:ext>
              </a:extLst>
            </p:cNvPr>
            <p:cNvSpPr>
              <a:spLocks noGrp="1" noRot="1" noMove="1" noResize="1" noEditPoints="1" noAdjustHandles="1" noChangeArrowheads="1" noChangeShapeType="1"/>
            </p:cNvSpPr>
            <p:nvPr/>
          </p:nvSpPr>
          <p:spPr>
            <a:xfrm>
              <a:off x="7004049"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77" name="Group 1376">
            <a:extLst>
              <a:ext uri="{FF2B5EF4-FFF2-40B4-BE49-F238E27FC236}">
                <a16:creationId xmlns:a16="http://schemas.microsoft.com/office/drawing/2014/main" id="{9A86E641-FA43-65DF-EC89-AB760FF3089B}"/>
              </a:ext>
            </a:extLst>
          </p:cNvPr>
          <p:cNvGrpSpPr>
            <a:grpSpLocks noGrp="1" noUngrp="1" noRot="1" noMove="1" noResize="1"/>
          </p:cNvGrpSpPr>
          <p:nvPr/>
        </p:nvGrpSpPr>
        <p:grpSpPr>
          <a:xfrm>
            <a:off x="9656908" y="2253333"/>
            <a:ext cx="721206" cy="609701"/>
            <a:chOff x="11226844" y="2550518"/>
            <a:chExt cx="871904" cy="748695"/>
          </a:xfrm>
        </p:grpSpPr>
        <p:sp>
          <p:nvSpPr>
            <p:cNvPr id="1378" name="Rectangle 1377">
              <a:hlinkClick r:id="rId32" action="ppaction://hlinksldjump"/>
              <a:hlinkHover r:id="" action="ppaction://noaction" highlightClick="1"/>
              <a:extLst>
                <a:ext uri="{FF2B5EF4-FFF2-40B4-BE49-F238E27FC236}">
                  <a16:creationId xmlns:a16="http://schemas.microsoft.com/office/drawing/2014/main" id="{EDD2E15A-C797-6ABE-3B15-DDD2A9C19D4B}"/>
                </a:ext>
              </a:extLst>
            </p:cNvPr>
            <p:cNvSpPr>
              <a:spLocks noGrp="1" noRot="1" noMove="1" noResize="1" noEditPoints="1" noAdjustHandles="1" noChangeArrowheads="1" noChangeShapeType="1"/>
            </p:cNvSpPr>
            <p:nvPr/>
          </p:nvSpPr>
          <p:spPr>
            <a:xfrm>
              <a:off x="11226844" y="255051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Endpoints P2 </a:t>
              </a: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(Clients only)</a:t>
              </a:r>
              <a:endPar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79" name="Rectangle 1378">
              <a:extLst>
                <a:ext uri="{FF2B5EF4-FFF2-40B4-BE49-F238E27FC236}">
                  <a16:creationId xmlns:a16="http://schemas.microsoft.com/office/drawing/2014/main" id="{11D9E57F-8D85-7907-CBDE-D194189FB5E0}"/>
                </a:ext>
              </a:extLst>
            </p:cNvPr>
            <p:cNvSpPr>
              <a:spLocks noGrp="1" noRot="1" noMove="1" noResize="1" noEditPoints="1" noAdjustHandles="1" noChangeArrowheads="1" noChangeShapeType="1"/>
            </p:cNvSpPr>
            <p:nvPr/>
          </p:nvSpPr>
          <p:spPr>
            <a:xfrm flipV="1">
              <a:off x="11977620" y="255813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0" name="Oval 15">
              <a:extLst>
                <a:ext uri="{FF2B5EF4-FFF2-40B4-BE49-F238E27FC236}">
                  <a16:creationId xmlns:a16="http://schemas.microsoft.com/office/drawing/2014/main" id="{70026FB6-995C-9A21-7A58-0D3BCB423227}"/>
                </a:ext>
              </a:extLst>
            </p:cNvPr>
            <p:cNvSpPr>
              <a:spLocks noGrp="1" noRot="1" noMove="1" noResize="1" noEditPoints="1" noAdjustHandles="1" noChangeArrowheads="1" noChangeShapeType="1"/>
            </p:cNvSpPr>
            <p:nvPr/>
          </p:nvSpPr>
          <p:spPr>
            <a:xfrm>
              <a:off x="12010732" y="260325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81" name="Straight Connector 1380">
              <a:extLst>
                <a:ext uri="{FF2B5EF4-FFF2-40B4-BE49-F238E27FC236}">
                  <a16:creationId xmlns:a16="http://schemas.microsoft.com/office/drawing/2014/main" id="{73283C02-75A8-DDCB-41E0-07BA0DB1BB0B}"/>
                </a:ext>
              </a:extLst>
            </p:cNvPr>
            <p:cNvCxnSpPr>
              <a:cxnSpLocks noGrp="1" noRot="1" noMove="1" noResize="1" noEditPoints="1" noAdjustHandles="1" noChangeArrowheads="1" noChangeShapeType="1"/>
              <a:stCxn id="1380" idx="0"/>
            </p:cNvCxnSpPr>
            <p:nvPr/>
          </p:nvCxnSpPr>
          <p:spPr>
            <a:xfrm flipV="1">
              <a:off x="12017619" y="257473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82" name="Straight Connector 1381">
              <a:extLst>
                <a:ext uri="{FF2B5EF4-FFF2-40B4-BE49-F238E27FC236}">
                  <a16:creationId xmlns:a16="http://schemas.microsoft.com/office/drawing/2014/main" id="{FB5CE128-98AB-F972-465A-60823E5FDA8C}"/>
                </a:ext>
              </a:extLst>
            </p:cNvPr>
            <p:cNvCxnSpPr>
              <a:cxnSpLocks noGrp="1" noRot="1" noMove="1" noResize="1" noEditPoints="1" noAdjustHandles="1" noChangeArrowheads="1" noChangeShapeType="1"/>
            </p:cNvCxnSpPr>
            <p:nvPr/>
          </p:nvCxnSpPr>
          <p:spPr>
            <a:xfrm>
              <a:off x="12024533" y="257473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83" name="Group 1382">
            <a:extLst>
              <a:ext uri="{FF2B5EF4-FFF2-40B4-BE49-F238E27FC236}">
                <a16:creationId xmlns:a16="http://schemas.microsoft.com/office/drawing/2014/main" id="{02325BAF-09F1-8133-38A2-CA91D96E8819}"/>
              </a:ext>
            </a:extLst>
          </p:cNvPr>
          <p:cNvGrpSpPr>
            <a:grpSpLocks noGrp="1" noUngrp="1" noRot="1" noMove="1" noResize="1"/>
          </p:cNvGrpSpPr>
          <p:nvPr/>
        </p:nvGrpSpPr>
        <p:grpSpPr>
          <a:xfrm>
            <a:off x="8799729" y="2257143"/>
            <a:ext cx="721206" cy="609701"/>
            <a:chOff x="8136144" y="93090"/>
            <a:chExt cx="871904" cy="748695"/>
          </a:xfrm>
        </p:grpSpPr>
        <p:sp>
          <p:nvSpPr>
            <p:cNvPr id="1384" name="Rectangle 1383">
              <a:hlinkClick r:id="rId33" action="ppaction://hlinksldjump"/>
              <a:hlinkHover r:id="" action="ppaction://noaction" highlightClick="1"/>
              <a:extLst>
                <a:ext uri="{FF2B5EF4-FFF2-40B4-BE49-F238E27FC236}">
                  <a16:creationId xmlns:a16="http://schemas.microsoft.com/office/drawing/2014/main" id="{660D8F7A-1F6C-AE7B-379D-53B15A1B4C96}"/>
                </a:ext>
              </a:extLst>
            </p:cNvPr>
            <p:cNvSpPr>
              <a:spLocks/>
            </p:cNvSpPr>
            <p:nvPr/>
          </p:nvSpPr>
          <p:spPr>
            <a:xfrm>
              <a:off x="8136144" y="93090"/>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Servers P1/P2</a:t>
              </a:r>
            </a:p>
          </p:txBody>
        </p:sp>
        <p:sp>
          <p:nvSpPr>
            <p:cNvPr id="1385" name="Oval 1384">
              <a:extLst>
                <a:ext uri="{FF2B5EF4-FFF2-40B4-BE49-F238E27FC236}">
                  <a16:creationId xmlns:a16="http://schemas.microsoft.com/office/drawing/2014/main" id="{5B5D7610-9DA0-FBE9-4CD6-E851A8D4B319}"/>
                </a:ext>
              </a:extLst>
            </p:cNvPr>
            <p:cNvSpPr>
              <a:spLocks/>
            </p:cNvSpPr>
            <p:nvPr/>
          </p:nvSpPr>
          <p:spPr>
            <a:xfrm>
              <a:off x="8835569" y="102615"/>
              <a:ext cx="162954" cy="116410"/>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6" name="Isosceles Triangle 648">
              <a:extLst>
                <a:ext uri="{FF2B5EF4-FFF2-40B4-BE49-F238E27FC236}">
                  <a16:creationId xmlns:a16="http://schemas.microsoft.com/office/drawing/2014/main" id="{A0B62C76-A34E-7CDE-EF61-71A517CE2448}"/>
                </a:ext>
              </a:extLst>
            </p:cNvPr>
            <p:cNvSpPr>
              <a:spLocks/>
            </p:cNvSpPr>
            <p:nvPr/>
          </p:nvSpPr>
          <p:spPr>
            <a:xfrm>
              <a:off x="8871986" y="119206"/>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87" name="Group 1386">
            <a:extLst>
              <a:ext uri="{FF2B5EF4-FFF2-40B4-BE49-F238E27FC236}">
                <a16:creationId xmlns:a16="http://schemas.microsoft.com/office/drawing/2014/main" id="{A968FB23-D391-FF59-E479-E6581F5A807E}"/>
              </a:ext>
            </a:extLst>
          </p:cNvPr>
          <p:cNvGrpSpPr>
            <a:grpSpLocks noGrp="1" noUngrp="1" noRot="1" noMove="1" noResize="1"/>
          </p:cNvGrpSpPr>
          <p:nvPr/>
        </p:nvGrpSpPr>
        <p:grpSpPr>
          <a:xfrm>
            <a:off x="10506573" y="2253333"/>
            <a:ext cx="721206" cy="609701"/>
            <a:chOff x="10243575" y="88412"/>
            <a:chExt cx="871904" cy="748695"/>
          </a:xfrm>
        </p:grpSpPr>
        <p:sp>
          <p:nvSpPr>
            <p:cNvPr id="1388" name="Rectangle 1387">
              <a:hlinkClick r:id="rId33" action="ppaction://hlinksldjump"/>
              <a:hlinkHover r:id="" action="ppaction://noaction" highlightClick="1"/>
              <a:extLst>
                <a:ext uri="{FF2B5EF4-FFF2-40B4-BE49-F238E27FC236}">
                  <a16:creationId xmlns:a16="http://schemas.microsoft.com/office/drawing/2014/main" id="{2493D475-9924-EEFF-4DC6-33B928F20D52}"/>
                </a:ext>
              </a:extLst>
            </p:cNvPr>
            <p:cNvSpPr>
              <a:spLocks noGrp="1" noRot="1" noMove="1" noResize="1" noEditPoints="1" noAdjustHandles="1" noChangeArrowheads="1" noChangeShapeType="1"/>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Defender for Endpoint for Servers</a:t>
              </a:r>
            </a:p>
          </p:txBody>
        </p:sp>
        <p:sp>
          <p:nvSpPr>
            <p:cNvPr id="1389" name="Diamond 1388">
              <a:extLst>
                <a:ext uri="{FF2B5EF4-FFF2-40B4-BE49-F238E27FC236}">
                  <a16:creationId xmlns:a16="http://schemas.microsoft.com/office/drawing/2014/main" id="{24D33777-AAD7-8291-92DD-12A4A7457BE3}"/>
                </a:ext>
              </a:extLst>
            </p:cNvPr>
            <p:cNvSpPr>
              <a:spLocks noGrp="1" noRot="1" noMove="1" noResize="1" noEditPoints="1" noAdjustHandles="1" noChangeArrowheads="1" noChangeShapeType="1"/>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0" name="Oval 1389">
              <a:extLst>
                <a:ext uri="{FF2B5EF4-FFF2-40B4-BE49-F238E27FC236}">
                  <a16:creationId xmlns:a16="http://schemas.microsoft.com/office/drawing/2014/main" id="{6EAB9FB5-A55D-792F-C2B8-2EB568BF5D58}"/>
                </a:ext>
              </a:extLst>
            </p:cNvPr>
            <p:cNvSpPr>
              <a:spLocks noGrp="1" noRot="1" noMove="1" noResize="1" noEditPoints="1" noAdjustHandles="1" noChangeArrowheads="1" noChangeShapeType="1"/>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91" name="Group 1390">
            <a:extLst>
              <a:ext uri="{FF2B5EF4-FFF2-40B4-BE49-F238E27FC236}">
                <a16:creationId xmlns:a16="http://schemas.microsoft.com/office/drawing/2014/main" id="{D061FE54-AC18-80E5-10A3-C5F75CDCF7E9}"/>
              </a:ext>
            </a:extLst>
          </p:cNvPr>
          <p:cNvGrpSpPr>
            <a:grpSpLocks noGrp="1" noUngrp="1" noRot="1" noMove="1" noResize="1"/>
          </p:cNvGrpSpPr>
          <p:nvPr/>
        </p:nvGrpSpPr>
        <p:grpSpPr>
          <a:xfrm>
            <a:off x="7957577" y="1532276"/>
            <a:ext cx="721206" cy="609701"/>
            <a:chOff x="9244679" y="1729815"/>
            <a:chExt cx="871904" cy="748695"/>
          </a:xfrm>
        </p:grpSpPr>
        <p:sp>
          <p:nvSpPr>
            <p:cNvPr id="1392" name="Rectangle 1391">
              <a:hlinkClick r:id="rId34" action="ppaction://hlinksldjump"/>
              <a:hlinkHover r:id="" action="ppaction://noaction" highlightClick="1"/>
              <a:extLst>
                <a:ext uri="{FF2B5EF4-FFF2-40B4-BE49-F238E27FC236}">
                  <a16:creationId xmlns:a16="http://schemas.microsoft.com/office/drawing/2014/main" id="{5874D560-9E47-CD05-C3D1-286213D5813D}"/>
                </a:ext>
              </a:extLst>
            </p:cNvPr>
            <p:cNvSpPr>
              <a:spLocks noGrp="1" noRot="1" noMove="1" noResize="1" noEditPoints="1" noAdjustHandles="1" noChangeArrowheads="1" noChangeShapeType="1"/>
            </p:cNvSpPr>
            <p:nvPr/>
          </p:nvSpPr>
          <p:spPr>
            <a:xfrm>
              <a:off x="9244679" y="1729815"/>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Compliance Manager</a:t>
              </a:r>
            </a:p>
          </p:txBody>
        </p:sp>
        <p:sp>
          <p:nvSpPr>
            <p:cNvPr id="1393" name="Rectangle 1392">
              <a:extLst>
                <a:ext uri="{FF2B5EF4-FFF2-40B4-BE49-F238E27FC236}">
                  <a16:creationId xmlns:a16="http://schemas.microsoft.com/office/drawing/2014/main" id="{605A105A-F263-40A1-2623-534FF30D81F3}"/>
                </a:ext>
              </a:extLst>
            </p:cNvPr>
            <p:cNvSpPr>
              <a:spLocks noGrp="1" noRot="1" noMove="1" noResize="1" noEditPoints="1" noAdjustHandles="1" noChangeArrowheads="1" noChangeShapeType="1"/>
            </p:cNvSpPr>
            <p:nvPr/>
          </p:nvSpPr>
          <p:spPr>
            <a:xfrm flipV="1">
              <a:off x="9987040"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4" name="Oval 15">
              <a:extLst>
                <a:ext uri="{FF2B5EF4-FFF2-40B4-BE49-F238E27FC236}">
                  <a16:creationId xmlns:a16="http://schemas.microsoft.com/office/drawing/2014/main" id="{6FDA87B6-C800-F2C8-3921-E3EE52424015}"/>
                </a:ext>
              </a:extLst>
            </p:cNvPr>
            <p:cNvSpPr>
              <a:spLocks noGrp="1" noRot="1" noMove="1" noResize="1" noEditPoints="1" noAdjustHandles="1" noChangeArrowheads="1" noChangeShapeType="1"/>
            </p:cNvSpPr>
            <p:nvPr/>
          </p:nvSpPr>
          <p:spPr>
            <a:xfrm>
              <a:off x="10020152"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95" name="Straight Connector 1394">
              <a:extLst>
                <a:ext uri="{FF2B5EF4-FFF2-40B4-BE49-F238E27FC236}">
                  <a16:creationId xmlns:a16="http://schemas.microsoft.com/office/drawing/2014/main" id="{2CDF3407-EAAF-8F13-8C14-C4D5C9BF2B80}"/>
                </a:ext>
              </a:extLst>
            </p:cNvPr>
            <p:cNvCxnSpPr>
              <a:cxnSpLocks noGrp="1" noRot="1" noMove="1" noResize="1" noEditPoints="1" noAdjustHandles="1" noChangeArrowheads="1" noChangeShapeType="1"/>
              <a:stCxn id="1394" idx="0"/>
            </p:cNvCxnSpPr>
            <p:nvPr/>
          </p:nvCxnSpPr>
          <p:spPr>
            <a:xfrm flipV="1">
              <a:off x="10027039"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396" name="Straight Connector 1395">
              <a:extLst>
                <a:ext uri="{FF2B5EF4-FFF2-40B4-BE49-F238E27FC236}">
                  <a16:creationId xmlns:a16="http://schemas.microsoft.com/office/drawing/2014/main" id="{4E434947-7D4B-92AB-0F8F-0DC857FBF50B}"/>
                </a:ext>
              </a:extLst>
            </p:cNvPr>
            <p:cNvCxnSpPr>
              <a:cxnSpLocks noGrp="1" noRot="1" noMove="1" noResize="1" noEditPoints="1" noAdjustHandles="1" noChangeArrowheads="1" noChangeShapeType="1"/>
            </p:cNvCxnSpPr>
            <p:nvPr/>
          </p:nvCxnSpPr>
          <p:spPr>
            <a:xfrm>
              <a:off x="10033953"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397" name="Group 1396">
            <a:extLst>
              <a:ext uri="{FF2B5EF4-FFF2-40B4-BE49-F238E27FC236}">
                <a16:creationId xmlns:a16="http://schemas.microsoft.com/office/drawing/2014/main" id="{32664FE1-79F8-A5F4-EB0C-3AB174ADC294}"/>
              </a:ext>
            </a:extLst>
          </p:cNvPr>
          <p:cNvGrpSpPr>
            <a:grpSpLocks noGrp="1" noUngrp="1" noRot="1" noMove="1" noResize="1"/>
          </p:cNvGrpSpPr>
          <p:nvPr/>
        </p:nvGrpSpPr>
        <p:grpSpPr>
          <a:xfrm>
            <a:off x="9656908" y="1532276"/>
            <a:ext cx="721206" cy="609701"/>
            <a:chOff x="11226844" y="1729816"/>
            <a:chExt cx="871904" cy="748695"/>
          </a:xfrm>
        </p:grpSpPr>
        <p:sp>
          <p:nvSpPr>
            <p:cNvPr id="1398" name="Rectangle 1397">
              <a:hlinkClick r:id="rId35" action="ppaction://hlinksldjump"/>
              <a:extLst>
                <a:ext uri="{FF2B5EF4-FFF2-40B4-BE49-F238E27FC236}">
                  <a16:creationId xmlns:a16="http://schemas.microsoft.com/office/drawing/2014/main" id="{62C84478-EFA9-7937-705B-4AA198734012}"/>
                </a:ext>
              </a:extLst>
            </p:cNvPr>
            <p:cNvSpPr>
              <a:spLocks noGrp="1" noRot="1" noMove="1" noResize="1" noEditPoints="1" noAdjustHandles="1" noChangeArrowheads="1" noChangeShapeType="1"/>
            </p:cNvSpPr>
            <p:nvPr/>
          </p:nvSpPr>
          <p:spPr>
            <a:xfrm>
              <a:off x="1122684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Cloud Apps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99" name="Rectangle 1398">
              <a:extLst>
                <a:ext uri="{FF2B5EF4-FFF2-40B4-BE49-F238E27FC236}">
                  <a16:creationId xmlns:a16="http://schemas.microsoft.com/office/drawing/2014/main" id="{FD590D2A-944E-BAFE-8B0E-02FD2004BDEB}"/>
                </a:ext>
              </a:extLst>
            </p:cNvPr>
            <p:cNvSpPr>
              <a:spLocks noGrp="1" noRot="1" noMove="1" noResize="1" noEditPoints="1" noAdjustHandles="1" noChangeArrowheads="1" noChangeShapeType="1"/>
            </p:cNvSpPr>
            <p:nvPr/>
          </p:nvSpPr>
          <p:spPr>
            <a:xfrm flipV="1">
              <a:off x="11965211" y="173351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0" name="Oval 15">
              <a:extLst>
                <a:ext uri="{FF2B5EF4-FFF2-40B4-BE49-F238E27FC236}">
                  <a16:creationId xmlns:a16="http://schemas.microsoft.com/office/drawing/2014/main" id="{3DAB4BF6-0927-71B4-4E73-69356B37E0BF}"/>
                </a:ext>
              </a:extLst>
            </p:cNvPr>
            <p:cNvSpPr>
              <a:spLocks noGrp="1" noRot="1" noMove="1" noResize="1" noEditPoints="1" noAdjustHandles="1" noChangeArrowheads="1" noChangeShapeType="1"/>
            </p:cNvSpPr>
            <p:nvPr/>
          </p:nvSpPr>
          <p:spPr>
            <a:xfrm>
              <a:off x="11998323" y="177862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01" name="Straight Connector 1400">
              <a:extLst>
                <a:ext uri="{FF2B5EF4-FFF2-40B4-BE49-F238E27FC236}">
                  <a16:creationId xmlns:a16="http://schemas.microsoft.com/office/drawing/2014/main" id="{82D53D92-4E23-9AC7-62D2-98F6322E74BE}"/>
                </a:ext>
              </a:extLst>
            </p:cNvPr>
            <p:cNvCxnSpPr>
              <a:cxnSpLocks noGrp="1" noRot="1" noMove="1" noResize="1" noEditPoints="1" noAdjustHandles="1" noChangeArrowheads="1" noChangeShapeType="1"/>
              <a:stCxn id="1400" idx="0"/>
            </p:cNvCxnSpPr>
            <p:nvPr/>
          </p:nvCxnSpPr>
          <p:spPr>
            <a:xfrm flipV="1">
              <a:off x="12005210" y="175010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02" name="Straight Connector 1401">
              <a:extLst>
                <a:ext uri="{FF2B5EF4-FFF2-40B4-BE49-F238E27FC236}">
                  <a16:creationId xmlns:a16="http://schemas.microsoft.com/office/drawing/2014/main" id="{404B1651-BFF7-F103-3D6C-2F92413089CA}"/>
                </a:ext>
              </a:extLst>
            </p:cNvPr>
            <p:cNvCxnSpPr>
              <a:cxnSpLocks noGrp="1" noRot="1" noMove="1" noResize="1" noEditPoints="1" noAdjustHandles="1" noChangeArrowheads="1" noChangeShapeType="1"/>
            </p:cNvCxnSpPr>
            <p:nvPr/>
          </p:nvCxnSpPr>
          <p:spPr>
            <a:xfrm>
              <a:off x="12012124" y="175010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03" name="Group 1402">
            <a:extLst>
              <a:ext uri="{FF2B5EF4-FFF2-40B4-BE49-F238E27FC236}">
                <a16:creationId xmlns:a16="http://schemas.microsoft.com/office/drawing/2014/main" id="{1E030391-5F6F-3A35-9E3C-8C5E530E32CF}"/>
              </a:ext>
            </a:extLst>
          </p:cNvPr>
          <p:cNvGrpSpPr>
            <a:grpSpLocks noGrp="1" noUngrp="1" noRot="1" noMove="1" noResize="1"/>
          </p:cNvGrpSpPr>
          <p:nvPr/>
        </p:nvGrpSpPr>
        <p:grpSpPr>
          <a:xfrm>
            <a:off x="8807242" y="1532276"/>
            <a:ext cx="721206" cy="609701"/>
            <a:chOff x="10235764" y="1729816"/>
            <a:chExt cx="871904" cy="748695"/>
          </a:xfrm>
        </p:grpSpPr>
        <p:sp>
          <p:nvSpPr>
            <p:cNvPr id="1404" name="Rectangle 1403">
              <a:hlinkClick r:id="rId36" action="ppaction://hlinksldjump"/>
              <a:hlinkHover r:id="" action="ppaction://noaction" highlightClick="1"/>
              <a:extLst>
                <a:ext uri="{FF2B5EF4-FFF2-40B4-BE49-F238E27FC236}">
                  <a16:creationId xmlns:a16="http://schemas.microsoft.com/office/drawing/2014/main" id="{02E05806-D4D7-DDFD-1EB7-BE484E29357A}"/>
                </a:ext>
              </a:extLst>
            </p:cNvPr>
            <p:cNvSpPr>
              <a:spLocks noGrp="1" noRot="1" noMove="1" noResize="1" noEditPoints="1" noAdjustHandles="1" noChangeArrowheads="1" noChangeShapeType="1"/>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Unified Catalog</a:t>
              </a:r>
            </a:p>
          </p:txBody>
        </p:sp>
        <p:sp>
          <p:nvSpPr>
            <p:cNvPr id="1405" name="Oval 1404">
              <a:extLst>
                <a:ext uri="{FF2B5EF4-FFF2-40B4-BE49-F238E27FC236}">
                  <a16:creationId xmlns:a16="http://schemas.microsoft.com/office/drawing/2014/main" id="{E9CA292D-1167-017A-BF96-1BFE8B5DC213}"/>
                </a:ext>
              </a:extLst>
            </p:cNvPr>
            <p:cNvSpPr>
              <a:spLocks noGrp="1" noRot="1" noMove="1" noResize="1" noEditPoints="1" noAdjustHandles="1" noChangeArrowheads="1" noChangeShapeType="1"/>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6" name="Isosceles Triangle 648">
              <a:extLst>
                <a:ext uri="{FF2B5EF4-FFF2-40B4-BE49-F238E27FC236}">
                  <a16:creationId xmlns:a16="http://schemas.microsoft.com/office/drawing/2014/main" id="{941FF377-E35D-A630-B304-D06053876D6D}"/>
                </a:ext>
              </a:extLst>
            </p:cNvPr>
            <p:cNvSpPr>
              <a:spLocks noGrp="1" noRot="1" noMove="1" noResize="1" noEditPoints="1" noAdjustHandles="1" noChangeArrowheads="1" noChangeShapeType="1"/>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07" name="Group 1406">
            <a:extLst>
              <a:ext uri="{FF2B5EF4-FFF2-40B4-BE49-F238E27FC236}">
                <a16:creationId xmlns:a16="http://schemas.microsoft.com/office/drawing/2014/main" id="{C90421D5-3F37-8131-E051-D8EFFBB4A378}"/>
              </a:ext>
            </a:extLst>
          </p:cNvPr>
          <p:cNvGrpSpPr>
            <a:grpSpLocks noGrp="1" noUngrp="1" noRot="1" noMove="1" noResize="1"/>
          </p:cNvGrpSpPr>
          <p:nvPr/>
        </p:nvGrpSpPr>
        <p:grpSpPr>
          <a:xfrm>
            <a:off x="11356238" y="1532276"/>
            <a:ext cx="721206" cy="609701"/>
            <a:chOff x="11226844" y="88412"/>
            <a:chExt cx="871904" cy="748695"/>
          </a:xfrm>
        </p:grpSpPr>
        <p:sp>
          <p:nvSpPr>
            <p:cNvPr id="1408" name="Rectangle 1407">
              <a:hlinkClick r:id="rId37" action="ppaction://hlinksldjump"/>
              <a:hlinkHover r:id="" action="ppaction://noaction" highlightClick="1"/>
              <a:extLst>
                <a:ext uri="{FF2B5EF4-FFF2-40B4-BE49-F238E27FC236}">
                  <a16:creationId xmlns:a16="http://schemas.microsoft.com/office/drawing/2014/main" id="{22FBCEAE-270A-4825-8026-F0D872649AB8}"/>
                </a:ext>
              </a:extLst>
            </p:cNvPr>
            <p:cNvSpPr>
              <a:spLocks noGrp="1" noRot="1" noMove="1" noResize="1" noEditPoints="1" noAdjustHandles="1" noChangeArrowheads="1" noChangeShapeType="1"/>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Cloud</a:t>
              </a:r>
            </a:p>
          </p:txBody>
        </p:sp>
        <p:sp>
          <p:nvSpPr>
            <p:cNvPr id="1409" name="Oval 1408">
              <a:extLst>
                <a:ext uri="{FF2B5EF4-FFF2-40B4-BE49-F238E27FC236}">
                  <a16:creationId xmlns:a16="http://schemas.microsoft.com/office/drawing/2014/main" id="{5B3951A2-3E54-F3E0-FF76-B8AE65E700A8}"/>
                </a:ext>
              </a:extLst>
            </p:cNvPr>
            <p:cNvSpPr>
              <a:spLocks noGrp="1" noRot="1" noMove="1" noResize="1" noEditPoints="1" noAdjustHandles="1" noChangeArrowheads="1" noChangeShapeType="1"/>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0" name="Isosceles Triangle 648">
              <a:extLst>
                <a:ext uri="{FF2B5EF4-FFF2-40B4-BE49-F238E27FC236}">
                  <a16:creationId xmlns:a16="http://schemas.microsoft.com/office/drawing/2014/main" id="{6F3727FE-3F3D-33A1-CCC6-33F6731D3F43}"/>
                </a:ext>
              </a:extLst>
            </p:cNvPr>
            <p:cNvSpPr>
              <a:spLocks noGrp="1" noRot="1" noMove="1" noResize="1" noEditPoints="1" noAdjustHandles="1" noChangeArrowheads="1" noChangeShapeType="1"/>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15" name="Group 1414">
            <a:extLst>
              <a:ext uri="{FF2B5EF4-FFF2-40B4-BE49-F238E27FC236}">
                <a16:creationId xmlns:a16="http://schemas.microsoft.com/office/drawing/2014/main" id="{085166C7-B7E1-17EE-CD48-5F6060558451}"/>
              </a:ext>
            </a:extLst>
          </p:cNvPr>
          <p:cNvGrpSpPr>
            <a:grpSpLocks/>
          </p:cNvGrpSpPr>
          <p:nvPr/>
        </p:nvGrpSpPr>
        <p:grpSpPr>
          <a:xfrm>
            <a:off x="2109727" y="2989422"/>
            <a:ext cx="721206" cy="609701"/>
            <a:chOff x="9244679" y="3370808"/>
            <a:chExt cx="871904" cy="748695"/>
          </a:xfrm>
        </p:grpSpPr>
        <p:sp>
          <p:nvSpPr>
            <p:cNvPr id="1416" name="Rectangle 1415">
              <a:hlinkClick r:id="rId38" action="ppaction://hlinksldjump"/>
              <a:extLst>
                <a:ext uri="{FF2B5EF4-FFF2-40B4-BE49-F238E27FC236}">
                  <a16:creationId xmlns:a16="http://schemas.microsoft.com/office/drawing/2014/main" id="{FB46C8BB-2CC5-E0B3-C9DB-E37A501DB2B5}"/>
                </a:ext>
              </a:extLst>
            </p:cNvPr>
            <p:cNvSpPr>
              <a:spLocks/>
            </p:cNvSpPr>
            <p:nvPr/>
          </p:nvSpPr>
          <p:spPr>
            <a:xfrm>
              <a:off x="924467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Identity Protection</a:t>
              </a:r>
            </a:p>
          </p:txBody>
        </p:sp>
        <p:sp>
          <p:nvSpPr>
            <p:cNvPr id="1417" name="Rectangle 1416">
              <a:extLst>
                <a:ext uri="{FF2B5EF4-FFF2-40B4-BE49-F238E27FC236}">
                  <a16:creationId xmlns:a16="http://schemas.microsoft.com/office/drawing/2014/main" id="{1CD7FD8B-31F5-D9FF-F434-92580C256A9D}"/>
                </a:ext>
              </a:extLst>
            </p:cNvPr>
            <p:cNvSpPr>
              <a:spLocks/>
            </p:cNvSpPr>
            <p:nvPr/>
          </p:nvSpPr>
          <p:spPr>
            <a:xfrm flipV="1">
              <a:off x="9987040"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8" name="Oval 15">
              <a:extLst>
                <a:ext uri="{FF2B5EF4-FFF2-40B4-BE49-F238E27FC236}">
                  <a16:creationId xmlns:a16="http://schemas.microsoft.com/office/drawing/2014/main" id="{2455CC1A-CDB1-274A-7B9D-91F5E1658D2F}"/>
                </a:ext>
              </a:extLst>
            </p:cNvPr>
            <p:cNvSpPr>
              <a:spLocks/>
            </p:cNvSpPr>
            <p:nvPr/>
          </p:nvSpPr>
          <p:spPr>
            <a:xfrm>
              <a:off x="10020152"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19" name="Straight Connector 1418">
              <a:extLst>
                <a:ext uri="{FF2B5EF4-FFF2-40B4-BE49-F238E27FC236}">
                  <a16:creationId xmlns:a16="http://schemas.microsoft.com/office/drawing/2014/main" id="{6B70F5AE-F3B5-70BE-B818-251C962245EE}"/>
                </a:ext>
              </a:extLst>
            </p:cNvPr>
            <p:cNvCxnSpPr>
              <a:cxnSpLocks/>
              <a:stCxn id="1418" idx="0"/>
            </p:cNvCxnSpPr>
            <p:nvPr/>
          </p:nvCxnSpPr>
          <p:spPr>
            <a:xfrm flipV="1">
              <a:off x="10027039"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20" name="Straight Connector 1419">
              <a:extLst>
                <a:ext uri="{FF2B5EF4-FFF2-40B4-BE49-F238E27FC236}">
                  <a16:creationId xmlns:a16="http://schemas.microsoft.com/office/drawing/2014/main" id="{9941208D-47B3-4EED-0F3F-9DE9734E5734}"/>
                </a:ext>
              </a:extLst>
            </p:cNvPr>
            <p:cNvCxnSpPr>
              <a:cxnSpLocks/>
            </p:cNvCxnSpPr>
            <p:nvPr/>
          </p:nvCxnSpPr>
          <p:spPr>
            <a:xfrm>
              <a:off x="10033953"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21" name="Group 1420">
            <a:extLst>
              <a:ext uri="{FF2B5EF4-FFF2-40B4-BE49-F238E27FC236}">
                <a16:creationId xmlns:a16="http://schemas.microsoft.com/office/drawing/2014/main" id="{E649B37A-3EC7-E668-E680-8351B5848FC4}"/>
              </a:ext>
            </a:extLst>
          </p:cNvPr>
          <p:cNvGrpSpPr>
            <a:grpSpLocks/>
          </p:cNvGrpSpPr>
          <p:nvPr/>
        </p:nvGrpSpPr>
        <p:grpSpPr>
          <a:xfrm>
            <a:off x="4616884" y="2977895"/>
            <a:ext cx="721206" cy="609701"/>
            <a:chOff x="11226844" y="3371220"/>
            <a:chExt cx="871904" cy="748695"/>
          </a:xfrm>
        </p:grpSpPr>
        <p:sp>
          <p:nvSpPr>
            <p:cNvPr id="1422" name="Rectangle 1421">
              <a:hlinkClick r:id="rId39" action="ppaction://hlinksldjump"/>
              <a:extLst>
                <a:ext uri="{FF2B5EF4-FFF2-40B4-BE49-F238E27FC236}">
                  <a16:creationId xmlns:a16="http://schemas.microsoft.com/office/drawing/2014/main" id="{6069554B-787C-BAAD-2D20-EC004DEBBB0B}"/>
                </a:ext>
              </a:extLst>
            </p:cNvPr>
            <p:cNvSpPr>
              <a:spLocks/>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Identity</a:t>
              </a:r>
            </a:p>
          </p:txBody>
        </p:sp>
        <p:sp>
          <p:nvSpPr>
            <p:cNvPr id="1423" name="Rectangle 1422">
              <a:extLst>
                <a:ext uri="{FF2B5EF4-FFF2-40B4-BE49-F238E27FC236}">
                  <a16:creationId xmlns:a16="http://schemas.microsoft.com/office/drawing/2014/main" id="{F805BEB3-1817-9346-685A-E177C8A7D6A0}"/>
                </a:ext>
              </a:extLst>
            </p:cNvPr>
            <p:cNvSpPr>
              <a:spLocks/>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4" name="Oval 15">
              <a:extLst>
                <a:ext uri="{FF2B5EF4-FFF2-40B4-BE49-F238E27FC236}">
                  <a16:creationId xmlns:a16="http://schemas.microsoft.com/office/drawing/2014/main" id="{F9877DA3-ABE6-1EBF-5829-B03EB31EB83B}"/>
                </a:ext>
              </a:extLst>
            </p:cNvPr>
            <p:cNvSpPr>
              <a:spLocks/>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25" name="Straight Connector 1424">
              <a:extLst>
                <a:ext uri="{FF2B5EF4-FFF2-40B4-BE49-F238E27FC236}">
                  <a16:creationId xmlns:a16="http://schemas.microsoft.com/office/drawing/2014/main" id="{5221A5C5-4BE9-32FA-431B-229115A54212}"/>
                </a:ext>
              </a:extLst>
            </p:cNvPr>
            <p:cNvCxnSpPr>
              <a:cxnSpLocks/>
              <a:stCxn id="1424"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26" name="Straight Connector 1425">
              <a:extLst>
                <a:ext uri="{FF2B5EF4-FFF2-40B4-BE49-F238E27FC236}">
                  <a16:creationId xmlns:a16="http://schemas.microsoft.com/office/drawing/2014/main" id="{B1E797EF-E99B-DC29-AFF6-C7426E1D8179}"/>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31" name="Group 1430">
            <a:extLst>
              <a:ext uri="{FF2B5EF4-FFF2-40B4-BE49-F238E27FC236}">
                <a16:creationId xmlns:a16="http://schemas.microsoft.com/office/drawing/2014/main" id="{B1566D13-4F0C-862F-3448-493C795429D3}"/>
              </a:ext>
            </a:extLst>
          </p:cNvPr>
          <p:cNvGrpSpPr>
            <a:grpSpLocks noGrp="1" noUngrp="1" noRot="1" noMove="1" noResize="1"/>
          </p:cNvGrpSpPr>
          <p:nvPr/>
        </p:nvGrpSpPr>
        <p:grpSpPr>
          <a:xfrm>
            <a:off x="11356238" y="811556"/>
            <a:ext cx="721206" cy="609701"/>
            <a:chOff x="11226844" y="88412"/>
            <a:chExt cx="871904" cy="748695"/>
          </a:xfrm>
        </p:grpSpPr>
        <p:sp>
          <p:nvSpPr>
            <p:cNvPr id="1432" name="Rectangle 1431">
              <a:hlinkClick r:id="rId40" action="ppaction://hlinksldjump"/>
              <a:hlinkHover r:id="" action="ppaction://noaction" highlightClick="1"/>
              <a:extLst>
                <a:ext uri="{FF2B5EF4-FFF2-40B4-BE49-F238E27FC236}">
                  <a16:creationId xmlns:a16="http://schemas.microsoft.com/office/drawing/2014/main" id="{3676875F-791D-B9C2-4789-203FA930FAA8}"/>
                </a:ext>
              </a:extLst>
            </p:cNvPr>
            <p:cNvSpPr>
              <a:spLocks noGrp="1" noRot="1" noMove="1" noResize="1" noEditPoints="1" noAdjustHandles="1" noChangeArrowheads="1" noChangeShapeType="1"/>
            </p:cNvSpPr>
            <p:nvPr/>
          </p:nvSpPr>
          <p:spPr>
            <a:xfrm>
              <a:off x="11226844" y="8841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App Service</a:t>
              </a:r>
            </a:p>
          </p:txBody>
        </p:sp>
        <p:sp>
          <p:nvSpPr>
            <p:cNvPr id="1433" name="Oval 1432">
              <a:extLst>
                <a:ext uri="{FF2B5EF4-FFF2-40B4-BE49-F238E27FC236}">
                  <a16:creationId xmlns:a16="http://schemas.microsoft.com/office/drawing/2014/main" id="{DEDFF82B-B42A-47D4-A265-F643D41ABFCF}"/>
                </a:ext>
              </a:extLst>
            </p:cNvPr>
            <p:cNvSpPr>
              <a:spLocks noGrp="1" noRot="1" noMove="1" noResize="1" noEditPoints="1" noAdjustHandles="1" noChangeArrowheads="1" noChangeShapeType="1"/>
            </p:cNvSpPr>
            <p:nvPr/>
          </p:nvSpPr>
          <p:spPr>
            <a:xfrm>
              <a:off x="11926270" y="97937"/>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4" name="Isosceles Triangle 648">
              <a:extLst>
                <a:ext uri="{FF2B5EF4-FFF2-40B4-BE49-F238E27FC236}">
                  <a16:creationId xmlns:a16="http://schemas.microsoft.com/office/drawing/2014/main" id="{84BC0DFD-1309-9B9B-40EB-6C7A2FBE0008}"/>
                </a:ext>
              </a:extLst>
            </p:cNvPr>
            <p:cNvSpPr>
              <a:spLocks noGrp="1" noRot="1" noMove="1" noResize="1" noEditPoints="1" noAdjustHandles="1" noChangeArrowheads="1" noChangeShapeType="1"/>
            </p:cNvSpPr>
            <p:nvPr/>
          </p:nvSpPr>
          <p:spPr>
            <a:xfrm>
              <a:off x="11962689" y="114529"/>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35" name="Group 1434">
            <a:extLst>
              <a:ext uri="{FF2B5EF4-FFF2-40B4-BE49-F238E27FC236}">
                <a16:creationId xmlns:a16="http://schemas.microsoft.com/office/drawing/2014/main" id="{39695468-66AD-16C7-DA59-52CEE1B4C44F}"/>
              </a:ext>
            </a:extLst>
          </p:cNvPr>
          <p:cNvGrpSpPr>
            <a:grpSpLocks noGrp="1" noUngrp="1" noRot="1" noMove="1" noResize="1"/>
          </p:cNvGrpSpPr>
          <p:nvPr/>
        </p:nvGrpSpPr>
        <p:grpSpPr>
          <a:xfrm>
            <a:off x="8807242" y="811556"/>
            <a:ext cx="721206" cy="609701"/>
            <a:chOff x="10235764" y="909114"/>
            <a:chExt cx="871904" cy="748695"/>
          </a:xfrm>
        </p:grpSpPr>
        <p:sp>
          <p:nvSpPr>
            <p:cNvPr id="1436" name="Rectangle 1435">
              <a:hlinkClick r:id="rId41" action="ppaction://hlinksldjump"/>
              <a:hlinkHover r:id="" action="ppaction://noaction" highlightClick="1"/>
              <a:extLst>
                <a:ext uri="{FF2B5EF4-FFF2-40B4-BE49-F238E27FC236}">
                  <a16:creationId xmlns:a16="http://schemas.microsoft.com/office/drawing/2014/main" id="{FA8494A7-F8D4-F178-F6EF-E6A0B2C1D5D4}"/>
                </a:ext>
              </a:extLst>
            </p:cNvPr>
            <p:cNvSpPr>
              <a:spLocks noGrp="1" noRot="1" noMove="1" noResize="1" noEditPoints="1" noAdjustHandles="1" noChangeArrowheads="1" noChangeShapeType="1"/>
            </p:cNvSpPr>
            <p:nvPr/>
          </p:nvSpPr>
          <p:spPr>
            <a:xfrm>
              <a:off x="10235764" y="909114"/>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Priva</a:t>
              </a:r>
            </a:p>
          </p:txBody>
        </p:sp>
        <p:sp>
          <p:nvSpPr>
            <p:cNvPr id="1437" name="Diamond 1436">
              <a:extLst>
                <a:ext uri="{FF2B5EF4-FFF2-40B4-BE49-F238E27FC236}">
                  <a16:creationId xmlns:a16="http://schemas.microsoft.com/office/drawing/2014/main" id="{0A99E9DD-8395-9A5A-2C81-B6DE442A944A}"/>
                </a:ext>
              </a:extLst>
            </p:cNvPr>
            <p:cNvSpPr>
              <a:spLocks noGrp="1" noRot="1" noMove="1" noResize="1" noEditPoints="1" noAdjustHandles="1" noChangeArrowheads="1" noChangeShapeType="1"/>
            </p:cNvSpPr>
            <p:nvPr/>
          </p:nvSpPr>
          <p:spPr>
            <a:xfrm>
              <a:off x="10950447" y="917674"/>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8" name="Oval 1437">
              <a:extLst>
                <a:ext uri="{FF2B5EF4-FFF2-40B4-BE49-F238E27FC236}">
                  <a16:creationId xmlns:a16="http://schemas.microsoft.com/office/drawing/2014/main" id="{26A4A759-2109-446B-6500-6D01D37A7E3E}"/>
                </a:ext>
              </a:extLst>
            </p:cNvPr>
            <p:cNvSpPr>
              <a:spLocks noGrp="1" noRot="1" noMove="1" noResize="1" noEditPoints="1" noAdjustHandles="1" noChangeArrowheads="1" noChangeShapeType="1"/>
            </p:cNvSpPr>
            <p:nvPr/>
          </p:nvSpPr>
          <p:spPr>
            <a:xfrm>
              <a:off x="10991797" y="958796"/>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39" name="Group 1438">
            <a:extLst>
              <a:ext uri="{FF2B5EF4-FFF2-40B4-BE49-F238E27FC236}">
                <a16:creationId xmlns:a16="http://schemas.microsoft.com/office/drawing/2014/main" id="{19FBF0A4-8E7F-FCA6-FEE7-B6A6D21C1700}"/>
              </a:ext>
            </a:extLst>
          </p:cNvPr>
          <p:cNvGrpSpPr>
            <a:grpSpLocks noGrp="1" noUngrp="1" noRot="1" noMove="1" noResize="1"/>
          </p:cNvGrpSpPr>
          <p:nvPr/>
        </p:nvGrpSpPr>
        <p:grpSpPr>
          <a:xfrm>
            <a:off x="8808415" y="3705984"/>
            <a:ext cx="721206" cy="609701"/>
            <a:chOff x="10235764" y="1729816"/>
            <a:chExt cx="871904" cy="748695"/>
          </a:xfrm>
        </p:grpSpPr>
        <p:sp>
          <p:nvSpPr>
            <p:cNvPr id="1440" name="Rectangle 1439">
              <a:hlinkClick r:id="rId42" action="ppaction://hlinksldjump"/>
              <a:hlinkHover r:id="" action="ppaction://noaction" highlightClick="1"/>
              <a:extLst>
                <a:ext uri="{FF2B5EF4-FFF2-40B4-BE49-F238E27FC236}">
                  <a16:creationId xmlns:a16="http://schemas.microsoft.com/office/drawing/2014/main" id="{F5A3703C-2271-3F96-C0C3-56D91C38D532}"/>
                </a:ext>
              </a:extLst>
            </p:cNvPr>
            <p:cNvSpPr>
              <a:spLocks noGrp="1" noRot="1" noMove="1" noResize="1" noEditPoints="1" noAdjustHandles="1" noChangeArrowheads="1" noChangeShapeType="1"/>
            </p:cNvSpPr>
            <p:nvPr/>
          </p:nvSpPr>
          <p:spPr>
            <a:xfrm>
              <a:off x="10235764" y="1729816"/>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Data Explorer (Security Data Lake)</a:t>
              </a:r>
            </a:p>
          </p:txBody>
        </p:sp>
        <p:sp>
          <p:nvSpPr>
            <p:cNvPr id="1441" name="Oval 1440">
              <a:extLst>
                <a:ext uri="{FF2B5EF4-FFF2-40B4-BE49-F238E27FC236}">
                  <a16:creationId xmlns:a16="http://schemas.microsoft.com/office/drawing/2014/main" id="{0271B3F0-649C-ACB7-7BC5-D8A0AEB1A4BA}"/>
                </a:ext>
              </a:extLst>
            </p:cNvPr>
            <p:cNvSpPr>
              <a:spLocks noGrp="1" noRot="1" noMove="1" noResize="1" noEditPoints="1" noAdjustHandles="1" noChangeArrowheads="1" noChangeShapeType="1"/>
            </p:cNvSpPr>
            <p:nvPr/>
          </p:nvSpPr>
          <p:spPr>
            <a:xfrm>
              <a:off x="10936912" y="1741018"/>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2" name="Isosceles Triangle 648">
              <a:extLst>
                <a:ext uri="{FF2B5EF4-FFF2-40B4-BE49-F238E27FC236}">
                  <a16:creationId xmlns:a16="http://schemas.microsoft.com/office/drawing/2014/main" id="{0EF05130-9364-53F5-1DB9-EF0C131BEDD8}"/>
                </a:ext>
              </a:extLst>
            </p:cNvPr>
            <p:cNvSpPr>
              <a:spLocks noGrp="1" noRot="1" noMove="1" noResize="1" noEditPoints="1" noAdjustHandles="1" noChangeArrowheads="1" noChangeShapeType="1"/>
            </p:cNvSpPr>
            <p:nvPr/>
          </p:nvSpPr>
          <p:spPr>
            <a:xfrm>
              <a:off x="10973331" y="1757610"/>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43" name="Group 1442">
            <a:extLst>
              <a:ext uri="{FF2B5EF4-FFF2-40B4-BE49-F238E27FC236}">
                <a16:creationId xmlns:a16="http://schemas.microsoft.com/office/drawing/2014/main" id="{25656325-36F1-7272-0776-3CDA31BFF42C}"/>
              </a:ext>
            </a:extLst>
          </p:cNvPr>
          <p:cNvGrpSpPr>
            <a:grpSpLocks noGrp="1" noUngrp="1" noRot="1" noMove="1" noResize="1"/>
          </p:cNvGrpSpPr>
          <p:nvPr/>
        </p:nvGrpSpPr>
        <p:grpSpPr>
          <a:xfrm>
            <a:off x="431659" y="90836"/>
            <a:ext cx="721206" cy="609701"/>
            <a:chOff x="325745" y="88412"/>
            <a:chExt cx="871904" cy="748695"/>
          </a:xfrm>
        </p:grpSpPr>
        <p:sp>
          <p:nvSpPr>
            <p:cNvPr id="1444" name="Rectangle 1443">
              <a:hlinkClick r:id="rId43" action="ppaction://hlinksldjump"/>
              <a:extLst>
                <a:ext uri="{FF2B5EF4-FFF2-40B4-BE49-F238E27FC236}">
                  <a16:creationId xmlns:a16="http://schemas.microsoft.com/office/drawing/2014/main" id="{7A80D51A-800C-CCAE-7241-EF0E072EFA93}"/>
                </a:ext>
              </a:extLst>
            </p:cNvPr>
            <p:cNvSpPr>
              <a:spLocks noGrp="1" noRot="1" noMove="1" noResize="1" noEditPoints="1" noAdjustHandles="1" noChangeArrowheads="1" noChangeShapeType="1"/>
            </p:cNvSpPr>
            <p:nvPr/>
          </p:nvSpPr>
          <p:spPr>
            <a:xfrm>
              <a:off x="325745"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Lockbox</a:t>
              </a:r>
            </a:p>
          </p:txBody>
        </p:sp>
        <p:sp>
          <p:nvSpPr>
            <p:cNvPr id="1445" name="Rectangle 1444">
              <a:extLst>
                <a:ext uri="{FF2B5EF4-FFF2-40B4-BE49-F238E27FC236}">
                  <a16:creationId xmlns:a16="http://schemas.microsoft.com/office/drawing/2014/main" id="{89C37021-A9A1-B385-982A-E4199372A68E}"/>
                </a:ext>
              </a:extLst>
            </p:cNvPr>
            <p:cNvSpPr>
              <a:spLocks noGrp="1" noRot="1" noMove="1" noResize="1" noEditPoints="1" noAdjustHandles="1" noChangeArrowheads="1" noChangeShapeType="1"/>
            </p:cNvSpPr>
            <p:nvPr/>
          </p:nvSpPr>
          <p:spPr>
            <a:xfrm flipV="1">
              <a:off x="1076521" y="88412"/>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6" name="Oval 15">
              <a:extLst>
                <a:ext uri="{FF2B5EF4-FFF2-40B4-BE49-F238E27FC236}">
                  <a16:creationId xmlns:a16="http://schemas.microsoft.com/office/drawing/2014/main" id="{D98913F0-1A18-0A21-DD03-AB743196D5B9}"/>
                </a:ext>
              </a:extLst>
            </p:cNvPr>
            <p:cNvSpPr>
              <a:spLocks noGrp="1" noRot="1" noMove="1" noResize="1" noEditPoints="1" noAdjustHandles="1" noChangeArrowheads="1" noChangeShapeType="1"/>
            </p:cNvSpPr>
            <p:nvPr/>
          </p:nvSpPr>
          <p:spPr>
            <a:xfrm>
              <a:off x="1109633" y="133526"/>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47" name="Straight Connector 1446">
              <a:extLst>
                <a:ext uri="{FF2B5EF4-FFF2-40B4-BE49-F238E27FC236}">
                  <a16:creationId xmlns:a16="http://schemas.microsoft.com/office/drawing/2014/main" id="{13E2084B-A1D8-8898-A615-77A8FE47587C}"/>
                </a:ext>
              </a:extLst>
            </p:cNvPr>
            <p:cNvCxnSpPr>
              <a:cxnSpLocks noGrp="1" noRot="1" noMove="1" noResize="1" noEditPoints="1" noAdjustHandles="1" noChangeArrowheads="1" noChangeShapeType="1"/>
              <a:stCxn id="1446" idx="0"/>
            </p:cNvCxnSpPr>
            <p:nvPr/>
          </p:nvCxnSpPr>
          <p:spPr>
            <a:xfrm flipV="1">
              <a:off x="1116520" y="105005"/>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48" name="Straight Connector 1447">
              <a:extLst>
                <a:ext uri="{FF2B5EF4-FFF2-40B4-BE49-F238E27FC236}">
                  <a16:creationId xmlns:a16="http://schemas.microsoft.com/office/drawing/2014/main" id="{95938119-DB23-532C-04AE-93C121EF6804}"/>
                </a:ext>
              </a:extLst>
            </p:cNvPr>
            <p:cNvCxnSpPr>
              <a:cxnSpLocks noGrp="1" noRot="1" noMove="1" noResize="1" noEditPoints="1" noAdjustHandles="1" noChangeArrowheads="1" noChangeShapeType="1"/>
            </p:cNvCxnSpPr>
            <p:nvPr/>
          </p:nvCxnSpPr>
          <p:spPr>
            <a:xfrm>
              <a:off x="1123434" y="105005"/>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49" name="Group 1448">
            <a:extLst>
              <a:ext uri="{FF2B5EF4-FFF2-40B4-BE49-F238E27FC236}">
                <a16:creationId xmlns:a16="http://schemas.microsoft.com/office/drawing/2014/main" id="{3A31314D-EC02-DC04-2CD9-11B0D5DEEF5B}"/>
              </a:ext>
            </a:extLst>
          </p:cNvPr>
          <p:cNvGrpSpPr>
            <a:grpSpLocks noGrp="1" noUngrp="1" noRot="1" noMove="1" noResize="1"/>
          </p:cNvGrpSpPr>
          <p:nvPr/>
        </p:nvGrpSpPr>
        <p:grpSpPr>
          <a:xfrm>
            <a:off x="1267284" y="90836"/>
            <a:ext cx="721206" cy="609701"/>
            <a:chOff x="1315999" y="88412"/>
            <a:chExt cx="871904" cy="748695"/>
          </a:xfrm>
        </p:grpSpPr>
        <p:sp>
          <p:nvSpPr>
            <p:cNvPr id="1450" name="Rectangle 1449">
              <a:hlinkClick r:id="rId44" action="ppaction://hlinksldjump"/>
              <a:extLst>
                <a:ext uri="{FF2B5EF4-FFF2-40B4-BE49-F238E27FC236}">
                  <a16:creationId xmlns:a16="http://schemas.microsoft.com/office/drawing/2014/main" id="{C942D414-7388-565C-4808-466EA59DAB47}"/>
                </a:ext>
              </a:extLst>
            </p:cNvPr>
            <p:cNvSpPr>
              <a:spLocks noGrp="1" noRot="1" noMove="1" noResize="1" noEditPoints="1" noAdjustHandles="1" noChangeArrowheads="1" noChangeShapeType="1"/>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Customer Key</a:t>
              </a:r>
            </a:p>
          </p:txBody>
        </p:sp>
        <p:sp>
          <p:nvSpPr>
            <p:cNvPr id="1451" name="Rectangle 1450">
              <a:extLst>
                <a:ext uri="{FF2B5EF4-FFF2-40B4-BE49-F238E27FC236}">
                  <a16:creationId xmlns:a16="http://schemas.microsoft.com/office/drawing/2014/main" id="{0CA07675-8734-38BE-2BC5-764B6CB81E2A}"/>
                </a:ext>
              </a:extLst>
            </p:cNvPr>
            <p:cNvSpPr>
              <a:spLocks noGrp="1" noRot="1" noMove="1" noResize="1" noEditPoints="1" noAdjustHandles="1" noChangeArrowheads="1" noChangeShapeType="1"/>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2" name="Oval 15">
              <a:extLst>
                <a:ext uri="{FF2B5EF4-FFF2-40B4-BE49-F238E27FC236}">
                  <a16:creationId xmlns:a16="http://schemas.microsoft.com/office/drawing/2014/main" id="{E978850C-BB25-1111-A048-75F8D775319A}"/>
                </a:ext>
              </a:extLst>
            </p:cNvPr>
            <p:cNvSpPr>
              <a:spLocks noGrp="1" noRot="1" noMove="1" noResize="1" noEditPoints="1" noAdjustHandles="1" noChangeArrowheads="1" noChangeShapeType="1"/>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53" name="Straight Connector 1452">
              <a:extLst>
                <a:ext uri="{FF2B5EF4-FFF2-40B4-BE49-F238E27FC236}">
                  <a16:creationId xmlns:a16="http://schemas.microsoft.com/office/drawing/2014/main" id="{B20F9556-B995-6DFB-2313-34489C874E2C}"/>
                </a:ext>
              </a:extLst>
            </p:cNvPr>
            <p:cNvCxnSpPr>
              <a:cxnSpLocks noGrp="1" noRot="1" noMove="1" noResize="1" noEditPoints="1" noAdjustHandles="1" noChangeArrowheads="1" noChangeShapeType="1"/>
              <a:stCxn id="1452"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54" name="Straight Connector 1453">
              <a:extLst>
                <a:ext uri="{FF2B5EF4-FFF2-40B4-BE49-F238E27FC236}">
                  <a16:creationId xmlns:a16="http://schemas.microsoft.com/office/drawing/2014/main" id="{E2F0FD9B-2D69-0F14-27D6-E05AD8DB79C4}"/>
                </a:ext>
              </a:extLst>
            </p:cNvPr>
            <p:cNvCxnSpPr>
              <a:cxnSpLocks noGrp="1" noRot="1" noMove="1" noResize="1" noEditPoints="1" noAdjustHandles="1" noChangeArrowheads="1" noChangeShapeType="1"/>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55" name="Group 1454">
            <a:extLst>
              <a:ext uri="{FF2B5EF4-FFF2-40B4-BE49-F238E27FC236}">
                <a16:creationId xmlns:a16="http://schemas.microsoft.com/office/drawing/2014/main" id="{81611958-1168-EAC5-465C-2428FC0A1772}"/>
              </a:ext>
            </a:extLst>
          </p:cNvPr>
          <p:cNvGrpSpPr>
            <a:grpSpLocks noGrp="1" noUngrp="1" noRot="1" noMove="1" noResize="1"/>
          </p:cNvGrpSpPr>
          <p:nvPr/>
        </p:nvGrpSpPr>
        <p:grpSpPr>
          <a:xfrm>
            <a:off x="2102909" y="90836"/>
            <a:ext cx="721206" cy="609701"/>
            <a:chOff x="1315999" y="88412"/>
            <a:chExt cx="871904" cy="748695"/>
          </a:xfrm>
        </p:grpSpPr>
        <p:sp>
          <p:nvSpPr>
            <p:cNvPr id="1456" name="Rectangle 1455">
              <a:hlinkClick r:id="rId45" action="ppaction://hlinksldjump"/>
              <a:extLst>
                <a:ext uri="{FF2B5EF4-FFF2-40B4-BE49-F238E27FC236}">
                  <a16:creationId xmlns:a16="http://schemas.microsoft.com/office/drawing/2014/main" id="{1AB98243-5242-0397-6FC1-F12FCF204A21}"/>
                </a:ext>
              </a:extLst>
            </p:cNvPr>
            <p:cNvSpPr>
              <a:spLocks noGrp="1" noRot="1" noMove="1" noResize="1" noEditPoints="1" noAdjustHandles="1" noChangeArrowheads="1" noChangeShapeType="1"/>
            </p:cNvSpPr>
            <p:nvPr/>
          </p:nvSpPr>
          <p:spPr>
            <a:xfrm>
              <a:off x="1315999" y="88412"/>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Barriers</a:t>
              </a:r>
            </a:p>
          </p:txBody>
        </p:sp>
        <p:sp>
          <p:nvSpPr>
            <p:cNvPr id="1457" name="Rectangle 1456">
              <a:extLst>
                <a:ext uri="{FF2B5EF4-FFF2-40B4-BE49-F238E27FC236}">
                  <a16:creationId xmlns:a16="http://schemas.microsoft.com/office/drawing/2014/main" id="{8C2B1724-2FF5-1294-ABD2-AEED23518BFE}"/>
                </a:ext>
              </a:extLst>
            </p:cNvPr>
            <p:cNvSpPr>
              <a:spLocks noGrp="1" noRot="1" noMove="1" noResize="1" noEditPoints="1" noAdjustHandles="1" noChangeArrowheads="1" noChangeShapeType="1"/>
            </p:cNvSpPr>
            <p:nvPr/>
          </p:nvSpPr>
          <p:spPr>
            <a:xfrm flipV="1">
              <a:off x="2065513" y="9197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8" name="Oval 15">
              <a:extLst>
                <a:ext uri="{FF2B5EF4-FFF2-40B4-BE49-F238E27FC236}">
                  <a16:creationId xmlns:a16="http://schemas.microsoft.com/office/drawing/2014/main" id="{2F55D6BB-7CA4-39A6-B4BE-E06765D52A9B}"/>
                </a:ext>
              </a:extLst>
            </p:cNvPr>
            <p:cNvSpPr>
              <a:spLocks noGrp="1" noRot="1" noMove="1" noResize="1" noEditPoints="1" noAdjustHandles="1" noChangeArrowheads="1" noChangeShapeType="1"/>
            </p:cNvSpPr>
            <p:nvPr/>
          </p:nvSpPr>
          <p:spPr>
            <a:xfrm>
              <a:off x="2098625" y="13708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59" name="Straight Connector 1458">
              <a:extLst>
                <a:ext uri="{FF2B5EF4-FFF2-40B4-BE49-F238E27FC236}">
                  <a16:creationId xmlns:a16="http://schemas.microsoft.com/office/drawing/2014/main" id="{A5796C70-6CB7-9E8A-5189-F32CF72F11B3}"/>
                </a:ext>
              </a:extLst>
            </p:cNvPr>
            <p:cNvCxnSpPr>
              <a:cxnSpLocks noGrp="1" noRot="1" noMove="1" noResize="1" noEditPoints="1" noAdjustHandles="1" noChangeArrowheads="1" noChangeShapeType="1"/>
              <a:stCxn id="1458" idx="0"/>
            </p:cNvCxnSpPr>
            <p:nvPr/>
          </p:nvCxnSpPr>
          <p:spPr>
            <a:xfrm flipV="1">
              <a:off x="2105512" y="10856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460" name="Straight Connector 1459">
              <a:extLst>
                <a:ext uri="{FF2B5EF4-FFF2-40B4-BE49-F238E27FC236}">
                  <a16:creationId xmlns:a16="http://schemas.microsoft.com/office/drawing/2014/main" id="{E84ECB76-05A9-6F89-0181-81A384ECE682}"/>
                </a:ext>
              </a:extLst>
            </p:cNvPr>
            <p:cNvCxnSpPr>
              <a:cxnSpLocks noGrp="1" noRot="1" noMove="1" noResize="1" noEditPoints="1" noAdjustHandles="1" noChangeArrowheads="1" noChangeShapeType="1"/>
            </p:cNvCxnSpPr>
            <p:nvPr/>
          </p:nvCxnSpPr>
          <p:spPr>
            <a:xfrm>
              <a:off x="2112426" y="10856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461" name="Group 1460">
            <a:extLst>
              <a:ext uri="{FF2B5EF4-FFF2-40B4-BE49-F238E27FC236}">
                <a16:creationId xmlns:a16="http://schemas.microsoft.com/office/drawing/2014/main" id="{497A97B9-C131-FC25-6C59-2A549B8F1931}"/>
              </a:ext>
            </a:extLst>
          </p:cNvPr>
          <p:cNvGrpSpPr>
            <a:grpSpLocks noGrp="1" noUngrp="1" noRot="1" noMove="1" noResize="1"/>
          </p:cNvGrpSpPr>
          <p:nvPr/>
        </p:nvGrpSpPr>
        <p:grpSpPr>
          <a:xfrm>
            <a:off x="1269622" y="4419620"/>
            <a:ext cx="721206" cy="609701"/>
            <a:chOff x="4289254" y="5012622"/>
            <a:chExt cx="871904" cy="748695"/>
          </a:xfrm>
        </p:grpSpPr>
        <p:sp>
          <p:nvSpPr>
            <p:cNvPr id="1462" name="Rectangle 1461">
              <a:hlinkClick r:id="rId46" action="ppaction://hlinksldjump"/>
              <a:extLst>
                <a:ext uri="{FF2B5EF4-FFF2-40B4-BE49-F238E27FC236}">
                  <a16:creationId xmlns:a16="http://schemas.microsoft.com/office/drawing/2014/main" id="{BA8A44E4-0DC5-ED31-8529-D042ABAEB444}"/>
                </a:ext>
              </a:extLst>
            </p:cNvPr>
            <p:cNvSpPr>
              <a:spLocks noGrp="1" noRot="1" noMove="1" noResize="1" noEditPoints="1" noAdjustHandles="1" noChangeArrowheads="1" noChangeShapeType="1"/>
            </p:cNvSpPr>
            <p:nvPr/>
          </p:nvSpPr>
          <p:spPr>
            <a:xfrm>
              <a:off x="4289254"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Device Firmware Configuration Interface</a:t>
              </a:r>
            </a:p>
          </p:txBody>
        </p:sp>
        <p:sp>
          <p:nvSpPr>
            <p:cNvPr id="1463" name="Cylinder 1462">
              <a:extLst>
                <a:ext uri="{FF2B5EF4-FFF2-40B4-BE49-F238E27FC236}">
                  <a16:creationId xmlns:a16="http://schemas.microsoft.com/office/drawing/2014/main" id="{B4F5D33A-C96D-7715-F600-31B7B9B6B32B}"/>
                </a:ext>
              </a:extLst>
            </p:cNvPr>
            <p:cNvSpPr>
              <a:spLocks noGrp="1" noRot="1" noMove="1" noResize="1" noEditPoints="1" noAdjustHandles="1" noChangeArrowheads="1" noChangeShapeType="1"/>
            </p:cNvSpPr>
            <p:nvPr/>
          </p:nvSpPr>
          <p:spPr>
            <a:xfrm>
              <a:off x="5072324"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64" name="Group 1463">
            <a:extLst>
              <a:ext uri="{FF2B5EF4-FFF2-40B4-BE49-F238E27FC236}">
                <a16:creationId xmlns:a16="http://schemas.microsoft.com/office/drawing/2014/main" id="{1F8A2C50-741E-9007-60CB-D756E3F45109}"/>
              </a:ext>
            </a:extLst>
          </p:cNvPr>
          <p:cNvGrpSpPr>
            <a:grpSpLocks noGrp="1" noUngrp="1" noRot="1" noMove="1" noResize="1"/>
          </p:cNvGrpSpPr>
          <p:nvPr/>
        </p:nvGrpSpPr>
        <p:grpSpPr>
          <a:xfrm>
            <a:off x="432838" y="4419620"/>
            <a:ext cx="721206" cy="609701"/>
            <a:chOff x="3298169" y="5012622"/>
            <a:chExt cx="871904" cy="748695"/>
          </a:xfrm>
        </p:grpSpPr>
        <p:sp>
          <p:nvSpPr>
            <p:cNvPr id="1465" name="Rectangle 1464">
              <a:hlinkClick r:id="rId47" action="ppaction://hlinksldjump"/>
              <a:extLst>
                <a:ext uri="{FF2B5EF4-FFF2-40B4-BE49-F238E27FC236}">
                  <a16:creationId xmlns:a16="http://schemas.microsoft.com/office/drawing/2014/main" id="{8AF6C0BA-C08E-C309-AD8C-A9B444E7DA79}"/>
                </a:ext>
              </a:extLst>
            </p:cNvPr>
            <p:cNvSpPr>
              <a:spLocks noGrp="1" noRot="1" noMove="1" noResize="1" noEditPoints="1" noAdjustHandles="1" noChangeArrowheads="1" noChangeShapeType="1"/>
            </p:cNvSpPr>
            <p:nvPr/>
          </p:nvSpPr>
          <p:spPr>
            <a:xfrm>
              <a:off x="3298169" y="50126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Enterprise Management Mode</a:t>
              </a:r>
            </a:p>
          </p:txBody>
        </p:sp>
        <p:sp>
          <p:nvSpPr>
            <p:cNvPr id="1466" name="Cylinder 1465">
              <a:extLst>
                <a:ext uri="{FF2B5EF4-FFF2-40B4-BE49-F238E27FC236}">
                  <a16:creationId xmlns:a16="http://schemas.microsoft.com/office/drawing/2014/main" id="{47460453-BF39-B947-6B08-0DD48B258757}"/>
                </a:ext>
              </a:extLst>
            </p:cNvPr>
            <p:cNvSpPr>
              <a:spLocks noGrp="1" noRot="1" noMove="1" noResize="1" noEditPoints="1" noAdjustHandles="1" noChangeArrowheads="1" noChangeShapeType="1"/>
            </p:cNvSpPr>
            <p:nvPr/>
          </p:nvSpPr>
          <p:spPr>
            <a:xfrm>
              <a:off x="4081239" y="50126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67" name="Group 1466">
            <a:extLst>
              <a:ext uri="{FF2B5EF4-FFF2-40B4-BE49-F238E27FC236}">
                <a16:creationId xmlns:a16="http://schemas.microsoft.com/office/drawing/2014/main" id="{580E22D4-BBDE-5575-9969-53F14E525354}"/>
              </a:ext>
            </a:extLst>
          </p:cNvPr>
          <p:cNvGrpSpPr>
            <a:grpSpLocks noGrp="1" noUngrp="1" noRot="1" noMove="1" noResize="1"/>
          </p:cNvGrpSpPr>
          <p:nvPr/>
        </p:nvGrpSpPr>
        <p:grpSpPr>
          <a:xfrm>
            <a:off x="1268463" y="5141013"/>
            <a:ext cx="721206" cy="609701"/>
            <a:chOff x="4289254" y="4191922"/>
            <a:chExt cx="871904" cy="748695"/>
          </a:xfrm>
        </p:grpSpPr>
        <p:sp>
          <p:nvSpPr>
            <p:cNvPr id="1468" name="Rectangle 1467">
              <a:hlinkClick r:id="rId48" action="ppaction://hlinksldjump"/>
              <a:extLst>
                <a:ext uri="{FF2B5EF4-FFF2-40B4-BE49-F238E27FC236}">
                  <a16:creationId xmlns:a16="http://schemas.microsoft.com/office/drawing/2014/main" id="{CDE12B11-99C0-5AD8-CDDE-68358FD02063}"/>
                </a:ext>
              </a:extLst>
            </p:cNvPr>
            <p:cNvSpPr>
              <a:spLocks noGrp="1" noRot="1" noMove="1" noResize="1" noEditPoints="1" noAdjustHandles="1" noChangeArrowheads="1" noChangeShapeType="1"/>
            </p:cNvSpPr>
            <p:nvPr/>
          </p:nvSpPr>
          <p:spPr>
            <a:xfrm>
              <a:off x="4289254"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Surface Secure Boot</a:t>
              </a:r>
            </a:p>
          </p:txBody>
        </p:sp>
        <p:sp>
          <p:nvSpPr>
            <p:cNvPr id="1469" name="Cylinder 1468">
              <a:extLst>
                <a:ext uri="{FF2B5EF4-FFF2-40B4-BE49-F238E27FC236}">
                  <a16:creationId xmlns:a16="http://schemas.microsoft.com/office/drawing/2014/main" id="{694B772E-06A1-5BC9-B5EB-EDFCCF2E8E5F}"/>
                </a:ext>
              </a:extLst>
            </p:cNvPr>
            <p:cNvSpPr>
              <a:spLocks noGrp="1" noRot="1" noMove="1" noResize="1" noEditPoints="1" noAdjustHandles="1" noChangeArrowheads="1" noChangeShapeType="1"/>
            </p:cNvSpPr>
            <p:nvPr/>
          </p:nvSpPr>
          <p:spPr>
            <a:xfrm>
              <a:off x="5072324"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70" name="Group 1469">
            <a:extLst>
              <a:ext uri="{FF2B5EF4-FFF2-40B4-BE49-F238E27FC236}">
                <a16:creationId xmlns:a16="http://schemas.microsoft.com/office/drawing/2014/main" id="{4B038F9B-C044-FFA3-C7C6-10ABBA10C7C0}"/>
              </a:ext>
            </a:extLst>
          </p:cNvPr>
          <p:cNvGrpSpPr>
            <a:grpSpLocks noGrp="1" noUngrp="1" noRot="1" noMove="1" noResize="1"/>
          </p:cNvGrpSpPr>
          <p:nvPr/>
        </p:nvGrpSpPr>
        <p:grpSpPr>
          <a:xfrm>
            <a:off x="431294" y="5141013"/>
            <a:ext cx="721206" cy="609701"/>
            <a:chOff x="3298169" y="4191922"/>
            <a:chExt cx="871904" cy="748695"/>
          </a:xfrm>
        </p:grpSpPr>
        <p:sp>
          <p:nvSpPr>
            <p:cNvPr id="1471" name="Rectangle 1470">
              <a:hlinkClick r:id="rId49" action="ppaction://hlinksldjump"/>
              <a:extLst>
                <a:ext uri="{FF2B5EF4-FFF2-40B4-BE49-F238E27FC236}">
                  <a16:creationId xmlns:a16="http://schemas.microsoft.com/office/drawing/2014/main" id="{4913A538-3165-6D6E-9857-6EDA49EC075A}"/>
                </a:ext>
              </a:extLst>
            </p:cNvPr>
            <p:cNvSpPr>
              <a:spLocks noGrp="1" noRot="1" noMove="1" noResize="1" noEditPoints="1" noAdjustHandles="1" noChangeArrowheads="1" noChangeShapeType="1"/>
            </p:cNvSpPr>
            <p:nvPr/>
          </p:nvSpPr>
          <p:spPr>
            <a:xfrm>
              <a:off x="3298169" y="4191922"/>
              <a:ext cx="871904" cy="748695"/>
            </a:xfrm>
            <a:prstGeom prst="rect">
              <a:avLst/>
            </a:prstGeom>
            <a:solidFill>
              <a:srgbClr val="C6C6C6"/>
            </a:solidFill>
            <a:ln w="31750">
              <a:solidFill>
                <a:srgbClr val="9933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Pluton Security Processors</a:t>
              </a:r>
            </a:p>
          </p:txBody>
        </p:sp>
        <p:sp>
          <p:nvSpPr>
            <p:cNvPr id="1472" name="Cylinder 1471">
              <a:extLst>
                <a:ext uri="{FF2B5EF4-FFF2-40B4-BE49-F238E27FC236}">
                  <a16:creationId xmlns:a16="http://schemas.microsoft.com/office/drawing/2014/main" id="{2038822C-6546-3D81-F2DE-D359F8937CE5}"/>
                </a:ext>
              </a:extLst>
            </p:cNvPr>
            <p:cNvSpPr>
              <a:spLocks noGrp="1" noRot="1" noMove="1" noResize="1" noEditPoints="1" noAdjustHandles="1" noChangeArrowheads="1" noChangeShapeType="1"/>
            </p:cNvSpPr>
            <p:nvPr/>
          </p:nvSpPr>
          <p:spPr>
            <a:xfrm>
              <a:off x="4081239" y="4191922"/>
              <a:ext cx="88834" cy="133034"/>
            </a:xfrm>
            <a:prstGeom prst="can">
              <a:avLst/>
            </a:prstGeom>
            <a:solidFill>
              <a:srgbClr val="993300"/>
            </a:solidFill>
            <a:ln w="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73" name="Group 1472">
            <a:extLst>
              <a:ext uri="{FF2B5EF4-FFF2-40B4-BE49-F238E27FC236}">
                <a16:creationId xmlns:a16="http://schemas.microsoft.com/office/drawing/2014/main" id="{6972AAE2-8590-63C3-FEA3-4CAA1EC34105}"/>
              </a:ext>
            </a:extLst>
          </p:cNvPr>
          <p:cNvGrpSpPr>
            <a:grpSpLocks noGrp="1" noUngrp="1" noRot="1" noMove="1" noResize="1"/>
          </p:cNvGrpSpPr>
          <p:nvPr/>
        </p:nvGrpSpPr>
        <p:grpSpPr>
          <a:xfrm>
            <a:off x="431659" y="3698227"/>
            <a:ext cx="721206" cy="609701"/>
            <a:chOff x="1315999" y="3370808"/>
            <a:chExt cx="871904" cy="748695"/>
          </a:xfrm>
        </p:grpSpPr>
        <p:sp>
          <p:nvSpPr>
            <p:cNvPr id="1474" name="Rectangle 1473">
              <a:hlinkClick r:id="rId50" action="ppaction://hlinksldjump"/>
              <a:extLst>
                <a:ext uri="{FF2B5EF4-FFF2-40B4-BE49-F238E27FC236}">
                  <a16:creationId xmlns:a16="http://schemas.microsoft.com/office/drawing/2014/main" id="{C2FC525F-8D11-2DA1-C4FA-983047FFDE62}"/>
                </a:ext>
              </a:extLst>
            </p:cNvPr>
            <p:cNvSpPr>
              <a:spLocks noGrp="1" noRot="1" noMove="1" noResize="1" noEditPoints="1" noAdjustHandles="1" noChangeArrowheads="1" noChangeShapeType="1"/>
            </p:cNvSpPr>
            <p:nvPr/>
          </p:nvSpPr>
          <p:spPr>
            <a:xfrm>
              <a:off x="131599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Verified ID</a:t>
              </a:r>
            </a:p>
          </p:txBody>
        </p:sp>
        <p:sp>
          <p:nvSpPr>
            <p:cNvPr id="1475" name="Right Triangle 1474">
              <a:extLst>
                <a:ext uri="{FF2B5EF4-FFF2-40B4-BE49-F238E27FC236}">
                  <a16:creationId xmlns:a16="http://schemas.microsoft.com/office/drawing/2014/main" id="{67C8C134-7380-C46B-768D-1B9F6CAEC73E}"/>
                </a:ext>
              </a:extLst>
            </p:cNvPr>
            <p:cNvSpPr>
              <a:spLocks noGrp="1" noRot="1" noMove="1" noResize="1" noEditPoints="1" noAdjustHandles="1" noChangeArrowheads="1" noChangeShapeType="1"/>
            </p:cNvSpPr>
            <p:nvPr/>
          </p:nvSpPr>
          <p:spPr>
            <a:xfrm rot="10800000">
              <a:off x="2046390"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76" name="Group 1475">
              <a:extLst>
                <a:ext uri="{FF2B5EF4-FFF2-40B4-BE49-F238E27FC236}">
                  <a16:creationId xmlns:a16="http://schemas.microsoft.com/office/drawing/2014/main" id="{F0FDAD2A-1AAC-D62A-6623-B3DBB605617A}"/>
                </a:ext>
              </a:extLst>
            </p:cNvPr>
            <p:cNvGrpSpPr>
              <a:grpSpLocks noGrp="1" noUngrp="1" noRot="1" noMove="1" noResize="1"/>
            </p:cNvGrpSpPr>
            <p:nvPr/>
          </p:nvGrpSpPr>
          <p:grpSpPr>
            <a:xfrm>
              <a:off x="2126717" y="3380672"/>
              <a:ext cx="45719" cy="75385"/>
              <a:chOff x="3883481" y="2057400"/>
              <a:chExt cx="1608363" cy="2652031"/>
            </a:xfrm>
            <a:solidFill>
              <a:srgbClr val="A6A6A6"/>
            </a:solidFill>
          </p:grpSpPr>
          <p:sp>
            <p:nvSpPr>
              <p:cNvPr id="1477" name="Oval 27">
                <a:extLst>
                  <a:ext uri="{FF2B5EF4-FFF2-40B4-BE49-F238E27FC236}">
                    <a16:creationId xmlns:a16="http://schemas.microsoft.com/office/drawing/2014/main" id="{3D7C4129-A011-2FA2-A992-F6F8ADF2B101}"/>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78" name="Oval 28">
                <a:extLst>
                  <a:ext uri="{FF2B5EF4-FFF2-40B4-BE49-F238E27FC236}">
                    <a16:creationId xmlns:a16="http://schemas.microsoft.com/office/drawing/2014/main" id="{3D56CED4-A4D2-6D0F-6832-040F522007B0}"/>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79" name="Group 1478">
            <a:extLst>
              <a:ext uri="{FF2B5EF4-FFF2-40B4-BE49-F238E27FC236}">
                <a16:creationId xmlns:a16="http://schemas.microsoft.com/office/drawing/2014/main" id="{34C3669E-C672-98ED-1062-3B242FC449E8}"/>
              </a:ext>
            </a:extLst>
          </p:cNvPr>
          <p:cNvGrpSpPr>
            <a:grpSpLocks noGrp="1" noUngrp="1" noRot="1" noMove="1" noResize="1"/>
          </p:cNvGrpSpPr>
          <p:nvPr/>
        </p:nvGrpSpPr>
        <p:grpSpPr>
          <a:xfrm>
            <a:off x="2942396" y="3698227"/>
            <a:ext cx="721206" cy="609701"/>
            <a:chOff x="3298169" y="3370808"/>
            <a:chExt cx="871904" cy="748695"/>
          </a:xfrm>
        </p:grpSpPr>
        <p:sp>
          <p:nvSpPr>
            <p:cNvPr id="1480" name="Rectangle 1479">
              <a:hlinkClick r:id="rId51" action="ppaction://hlinksldjump"/>
              <a:extLst>
                <a:ext uri="{FF2B5EF4-FFF2-40B4-BE49-F238E27FC236}">
                  <a16:creationId xmlns:a16="http://schemas.microsoft.com/office/drawing/2014/main" id="{960A0242-CB34-137F-1622-831E14EC803C}"/>
                </a:ext>
              </a:extLst>
            </p:cNvPr>
            <p:cNvSpPr>
              <a:spLocks noGrp="1" noRot="1" noMove="1" noResize="1" noEditPoints="1" noAdjustHandles="1" noChangeArrowheads="1" noChangeShapeType="1"/>
            </p:cNvSpPr>
            <p:nvPr/>
          </p:nvSpPr>
          <p:spPr>
            <a:xfrm>
              <a:off x="329816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a:t>
              </a:r>
            </a:p>
          </p:txBody>
        </p:sp>
        <p:sp>
          <p:nvSpPr>
            <p:cNvPr id="1481" name="Right Triangle 1480">
              <a:extLst>
                <a:ext uri="{FF2B5EF4-FFF2-40B4-BE49-F238E27FC236}">
                  <a16:creationId xmlns:a16="http://schemas.microsoft.com/office/drawing/2014/main" id="{62207078-B4AA-3BBC-9F6C-D138AB2C39C0}"/>
                </a:ext>
              </a:extLst>
            </p:cNvPr>
            <p:cNvSpPr>
              <a:spLocks noGrp="1" noRot="1" noMove="1" noResize="1" noEditPoints="1" noAdjustHandles="1" noChangeArrowheads="1" noChangeShapeType="1"/>
            </p:cNvSpPr>
            <p:nvPr/>
          </p:nvSpPr>
          <p:spPr>
            <a:xfrm rot="10800000">
              <a:off x="4022248"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82" name="Group 1481">
              <a:extLst>
                <a:ext uri="{FF2B5EF4-FFF2-40B4-BE49-F238E27FC236}">
                  <a16:creationId xmlns:a16="http://schemas.microsoft.com/office/drawing/2014/main" id="{5C37F1AA-F545-4F9C-92D8-1758A7C35BFB}"/>
                </a:ext>
              </a:extLst>
            </p:cNvPr>
            <p:cNvGrpSpPr>
              <a:grpSpLocks noGrp="1" noUngrp="1" noRot="1" noMove="1" noResize="1"/>
            </p:cNvGrpSpPr>
            <p:nvPr/>
          </p:nvGrpSpPr>
          <p:grpSpPr>
            <a:xfrm>
              <a:off x="4102575" y="3389004"/>
              <a:ext cx="45719" cy="75385"/>
              <a:chOff x="3883481" y="2057400"/>
              <a:chExt cx="1608363" cy="2652031"/>
            </a:xfrm>
            <a:solidFill>
              <a:srgbClr val="A6A6A6"/>
            </a:solidFill>
          </p:grpSpPr>
          <p:sp>
            <p:nvSpPr>
              <p:cNvPr id="1483" name="Oval 27">
                <a:extLst>
                  <a:ext uri="{FF2B5EF4-FFF2-40B4-BE49-F238E27FC236}">
                    <a16:creationId xmlns:a16="http://schemas.microsoft.com/office/drawing/2014/main" id="{7BD8C70F-64C9-03C2-BFCB-055F0BAA87A2}"/>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84" name="Oval 28">
                <a:extLst>
                  <a:ext uri="{FF2B5EF4-FFF2-40B4-BE49-F238E27FC236}">
                    <a16:creationId xmlns:a16="http://schemas.microsoft.com/office/drawing/2014/main" id="{D88CC0ED-FFB9-F9F6-EDAD-8314F8A1D644}"/>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85" name="Group 1484">
            <a:extLst>
              <a:ext uri="{FF2B5EF4-FFF2-40B4-BE49-F238E27FC236}">
                <a16:creationId xmlns:a16="http://schemas.microsoft.com/office/drawing/2014/main" id="{4BD812B1-E91A-AE9D-A727-FDA2AFF9B4CA}"/>
              </a:ext>
            </a:extLst>
          </p:cNvPr>
          <p:cNvGrpSpPr>
            <a:grpSpLocks noGrp="1" noUngrp="1" noRot="1" noMove="1" noResize="1"/>
          </p:cNvGrpSpPr>
          <p:nvPr/>
        </p:nvGrpSpPr>
        <p:grpSpPr>
          <a:xfrm>
            <a:off x="3779083" y="3698227"/>
            <a:ext cx="721206" cy="609701"/>
            <a:chOff x="4289254" y="3370808"/>
            <a:chExt cx="871904" cy="748695"/>
          </a:xfrm>
        </p:grpSpPr>
        <p:sp>
          <p:nvSpPr>
            <p:cNvPr id="1486" name="Rectangle 1485">
              <a:hlinkClick r:id="rId52" action="ppaction://hlinksldjump"/>
              <a:extLst>
                <a:ext uri="{FF2B5EF4-FFF2-40B4-BE49-F238E27FC236}">
                  <a16:creationId xmlns:a16="http://schemas.microsoft.com/office/drawing/2014/main" id="{380B9E5F-00C4-E836-0F21-32F1203651BD}"/>
                </a:ext>
              </a:extLst>
            </p:cNvPr>
            <p:cNvSpPr>
              <a:spLocks noGrp="1" noRot="1" noMove="1" noResize="1" noEditPoints="1" noAdjustHandles="1" noChangeArrowheads="1" noChangeShapeType="1"/>
            </p:cNvSpPr>
            <p:nvPr/>
          </p:nvSpPr>
          <p:spPr>
            <a:xfrm>
              <a:off x="428925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MFA</a:t>
              </a:r>
            </a:p>
          </p:txBody>
        </p:sp>
        <p:sp>
          <p:nvSpPr>
            <p:cNvPr id="1487" name="Right Triangle 1486">
              <a:extLst>
                <a:ext uri="{FF2B5EF4-FFF2-40B4-BE49-F238E27FC236}">
                  <a16:creationId xmlns:a16="http://schemas.microsoft.com/office/drawing/2014/main" id="{B702B40C-A80E-6086-5D27-549BCD79C96E}"/>
                </a:ext>
              </a:extLst>
            </p:cNvPr>
            <p:cNvSpPr>
              <a:spLocks noGrp="1" noRot="1" noMove="1" noResize="1" noEditPoints="1" noAdjustHandles="1" noChangeArrowheads="1" noChangeShapeType="1"/>
            </p:cNvSpPr>
            <p:nvPr/>
          </p:nvSpPr>
          <p:spPr>
            <a:xfrm rot="10800000">
              <a:off x="5018242"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88" name="Group 1487">
              <a:extLst>
                <a:ext uri="{FF2B5EF4-FFF2-40B4-BE49-F238E27FC236}">
                  <a16:creationId xmlns:a16="http://schemas.microsoft.com/office/drawing/2014/main" id="{AFE77E56-22AB-FE3D-8E42-68DDE0488D64}"/>
                </a:ext>
              </a:extLst>
            </p:cNvPr>
            <p:cNvGrpSpPr>
              <a:grpSpLocks noGrp="1" noUngrp="1" noRot="1" noMove="1" noResize="1"/>
            </p:cNvGrpSpPr>
            <p:nvPr/>
          </p:nvGrpSpPr>
          <p:grpSpPr>
            <a:xfrm>
              <a:off x="5098569" y="3381257"/>
              <a:ext cx="45719" cy="75385"/>
              <a:chOff x="3883481" y="2057400"/>
              <a:chExt cx="1608363" cy="2652031"/>
            </a:xfrm>
            <a:solidFill>
              <a:srgbClr val="A6A6A6"/>
            </a:solidFill>
          </p:grpSpPr>
          <p:sp>
            <p:nvSpPr>
              <p:cNvPr id="1489" name="Oval 27">
                <a:extLst>
                  <a:ext uri="{FF2B5EF4-FFF2-40B4-BE49-F238E27FC236}">
                    <a16:creationId xmlns:a16="http://schemas.microsoft.com/office/drawing/2014/main" id="{86DF5F63-5F39-ED16-172D-3A111D3A5813}"/>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0" name="Oval 28">
                <a:extLst>
                  <a:ext uri="{FF2B5EF4-FFF2-40B4-BE49-F238E27FC236}">
                    <a16:creationId xmlns:a16="http://schemas.microsoft.com/office/drawing/2014/main" id="{BA313C1B-C734-C8A6-D7DB-7F43EF0F65B1}"/>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91" name="Group 1490">
            <a:extLst>
              <a:ext uri="{FF2B5EF4-FFF2-40B4-BE49-F238E27FC236}">
                <a16:creationId xmlns:a16="http://schemas.microsoft.com/office/drawing/2014/main" id="{03CA79A0-4ED7-408A-1256-B5EB27E20563}"/>
              </a:ext>
            </a:extLst>
          </p:cNvPr>
          <p:cNvGrpSpPr>
            <a:grpSpLocks noGrp="1" noUngrp="1" noRot="1" noMove="1" noResize="1"/>
          </p:cNvGrpSpPr>
          <p:nvPr/>
        </p:nvGrpSpPr>
        <p:grpSpPr>
          <a:xfrm>
            <a:off x="1268346" y="3698227"/>
            <a:ext cx="721893" cy="610374"/>
            <a:chOff x="324914" y="4191098"/>
            <a:chExt cx="872735" cy="749519"/>
          </a:xfrm>
        </p:grpSpPr>
        <p:sp>
          <p:nvSpPr>
            <p:cNvPr id="1492" name="Rectangle 1491">
              <a:hlinkClick r:id="rId53" action="ppaction://hlinksldjump"/>
              <a:extLst>
                <a:ext uri="{FF2B5EF4-FFF2-40B4-BE49-F238E27FC236}">
                  <a16:creationId xmlns:a16="http://schemas.microsoft.com/office/drawing/2014/main" id="{A0524C56-1E3F-FBD8-804C-2E1B301B0B08}"/>
                </a:ext>
              </a:extLst>
            </p:cNvPr>
            <p:cNvSpPr>
              <a:spLocks noGrp="1" noRot="1" noMove="1" noResize="1" noEditPoints="1" noAdjustHandles="1" noChangeArrowheads="1" noChangeShapeType="1"/>
            </p:cNvSpPr>
            <p:nvPr/>
          </p:nvSpPr>
          <p:spPr>
            <a:xfrm>
              <a:off x="32491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lvl="0" algn="ctr">
                <a:defRPr/>
              </a:pPr>
              <a:r>
                <a:rPr lang="en-GB" sz="600">
                  <a:solidFill>
                    <a:srgbClr val="1F4E79"/>
                  </a:solidFill>
                  <a:latin typeface="Century Gothic" panose="020B0502020202020204" pitchFamily="34" charset="0"/>
                </a:rPr>
                <a:t>Microsoft Entra Passwordless AuthN</a:t>
              </a:r>
            </a:p>
          </p:txBody>
        </p:sp>
        <p:sp>
          <p:nvSpPr>
            <p:cNvPr id="1493" name="Right Triangle 1492">
              <a:extLst>
                <a:ext uri="{FF2B5EF4-FFF2-40B4-BE49-F238E27FC236}">
                  <a16:creationId xmlns:a16="http://schemas.microsoft.com/office/drawing/2014/main" id="{AB0FBAFF-8B2A-8F69-F6D5-AB51E902C255}"/>
                </a:ext>
              </a:extLst>
            </p:cNvPr>
            <p:cNvSpPr>
              <a:spLocks noGrp="1" noRot="1" noMove="1" noResize="1" noEditPoints="1" noAdjustHandles="1" noChangeArrowheads="1" noChangeShapeType="1"/>
            </p:cNvSpPr>
            <p:nvPr/>
          </p:nvSpPr>
          <p:spPr>
            <a:xfrm rot="10800000">
              <a:off x="1056136"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94" name="Group 1493">
              <a:extLst>
                <a:ext uri="{FF2B5EF4-FFF2-40B4-BE49-F238E27FC236}">
                  <a16:creationId xmlns:a16="http://schemas.microsoft.com/office/drawing/2014/main" id="{B9700233-094E-B548-4708-09CB534B1E46}"/>
                </a:ext>
              </a:extLst>
            </p:cNvPr>
            <p:cNvGrpSpPr>
              <a:grpSpLocks noGrp="1" noUngrp="1" noRot="1" noMove="1" noResize="1"/>
            </p:cNvGrpSpPr>
            <p:nvPr/>
          </p:nvGrpSpPr>
          <p:grpSpPr>
            <a:xfrm>
              <a:off x="1136463" y="4198579"/>
              <a:ext cx="45719" cy="75385"/>
              <a:chOff x="3883481" y="2057400"/>
              <a:chExt cx="1608363" cy="2652031"/>
            </a:xfrm>
            <a:solidFill>
              <a:srgbClr val="A6A6A6"/>
            </a:solidFill>
          </p:grpSpPr>
          <p:sp>
            <p:nvSpPr>
              <p:cNvPr id="1495" name="Oval 27">
                <a:extLst>
                  <a:ext uri="{FF2B5EF4-FFF2-40B4-BE49-F238E27FC236}">
                    <a16:creationId xmlns:a16="http://schemas.microsoft.com/office/drawing/2014/main" id="{A60D7827-BC9E-D26C-D468-67A93EBF9ECF}"/>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6" name="Oval 28">
                <a:extLst>
                  <a:ext uri="{FF2B5EF4-FFF2-40B4-BE49-F238E27FC236}">
                    <a16:creationId xmlns:a16="http://schemas.microsoft.com/office/drawing/2014/main" id="{0FAAF2CB-5AFB-33BB-523D-8F7FC59730BC}"/>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97" name="Group 1496">
            <a:extLst>
              <a:ext uri="{FF2B5EF4-FFF2-40B4-BE49-F238E27FC236}">
                <a16:creationId xmlns:a16="http://schemas.microsoft.com/office/drawing/2014/main" id="{C3A9349C-880B-C819-DF7B-4020F4FE114F}"/>
              </a:ext>
            </a:extLst>
          </p:cNvPr>
          <p:cNvGrpSpPr>
            <a:grpSpLocks noGrp="1" noUngrp="1" noRot="1" noMove="1" noResize="1"/>
          </p:cNvGrpSpPr>
          <p:nvPr/>
        </p:nvGrpSpPr>
        <p:grpSpPr>
          <a:xfrm>
            <a:off x="4615770" y="3698227"/>
            <a:ext cx="721206" cy="609701"/>
            <a:chOff x="10235764" y="5012622"/>
            <a:chExt cx="871904" cy="748695"/>
          </a:xfrm>
        </p:grpSpPr>
        <p:sp>
          <p:nvSpPr>
            <p:cNvPr id="1498" name="Rectangle 1497">
              <a:hlinkClick r:id="rId54" action="ppaction://hlinksldjump"/>
              <a:hlinkHover r:id="" action="ppaction://noaction" highlightClick="1"/>
              <a:extLst>
                <a:ext uri="{FF2B5EF4-FFF2-40B4-BE49-F238E27FC236}">
                  <a16:creationId xmlns:a16="http://schemas.microsoft.com/office/drawing/2014/main" id="{6B6B488C-0005-96BB-B80D-7BF0F8519037}"/>
                </a:ext>
              </a:extLst>
            </p:cNvPr>
            <p:cNvSpPr>
              <a:spLocks noGrp="1" noRot="1" noMove="1" noResize="1" noEditPoints="1" noAdjustHandles="1" noChangeArrowheads="1" noChangeShapeType="1"/>
            </p:cNvSpPr>
            <p:nvPr/>
          </p:nvSpPr>
          <p:spPr>
            <a:xfrm>
              <a:off x="1023576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External Identities</a:t>
              </a:r>
            </a:p>
          </p:txBody>
        </p:sp>
        <p:sp>
          <p:nvSpPr>
            <p:cNvPr id="1499" name="Oval 1498">
              <a:extLst>
                <a:ext uri="{FF2B5EF4-FFF2-40B4-BE49-F238E27FC236}">
                  <a16:creationId xmlns:a16="http://schemas.microsoft.com/office/drawing/2014/main" id="{4A8522EF-3249-D77A-513C-083648564E95}"/>
                </a:ext>
              </a:extLst>
            </p:cNvPr>
            <p:cNvSpPr>
              <a:spLocks noGrp="1" noRot="1" noMove="1" noResize="1" noEditPoints="1" noAdjustHandles="1" noChangeArrowheads="1" noChangeShapeType="1"/>
            </p:cNvSpPr>
            <p:nvPr/>
          </p:nvSpPr>
          <p:spPr>
            <a:xfrm>
              <a:off x="109304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0" name="Isosceles Triangle 648">
              <a:extLst>
                <a:ext uri="{FF2B5EF4-FFF2-40B4-BE49-F238E27FC236}">
                  <a16:creationId xmlns:a16="http://schemas.microsoft.com/office/drawing/2014/main" id="{41EC021C-9F1E-E751-4CDD-D3BA39DF0708}"/>
                </a:ext>
              </a:extLst>
            </p:cNvPr>
            <p:cNvSpPr>
              <a:spLocks noGrp="1" noRot="1" noMove="1" noResize="1" noEditPoints="1" noAdjustHandles="1" noChangeArrowheads="1" noChangeShapeType="1"/>
            </p:cNvSpPr>
            <p:nvPr/>
          </p:nvSpPr>
          <p:spPr>
            <a:xfrm>
              <a:off x="109668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01" name="Group 1500">
            <a:extLst>
              <a:ext uri="{FF2B5EF4-FFF2-40B4-BE49-F238E27FC236}">
                <a16:creationId xmlns:a16="http://schemas.microsoft.com/office/drawing/2014/main" id="{9441E346-E989-9FB0-32DA-0EFE9F50E799}"/>
              </a:ext>
            </a:extLst>
          </p:cNvPr>
          <p:cNvGrpSpPr>
            <a:grpSpLocks noGrp="1" noUngrp="1" noRot="1" noMove="1" noResize="1"/>
          </p:cNvGrpSpPr>
          <p:nvPr/>
        </p:nvGrpSpPr>
        <p:grpSpPr>
          <a:xfrm>
            <a:off x="2105709" y="3698227"/>
            <a:ext cx="721206" cy="610374"/>
            <a:chOff x="1315999" y="4191098"/>
            <a:chExt cx="871904" cy="749519"/>
          </a:xfrm>
        </p:grpSpPr>
        <p:sp>
          <p:nvSpPr>
            <p:cNvPr id="1502" name="Rectangle 1501">
              <a:hlinkClick r:id="rId55" action="ppaction://hlinksldjump"/>
              <a:extLst>
                <a:ext uri="{FF2B5EF4-FFF2-40B4-BE49-F238E27FC236}">
                  <a16:creationId xmlns:a16="http://schemas.microsoft.com/office/drawing/2014/main" id="{9F2554F8-7AB4-51F3-5FF7-5DDC061884DE}"/>
                </a:ext>
              </a:extLst>
            </p:cNvPr>
            <p:cNvSpPr>
              <a:spLocks noGrp="1" noRot="1" noMove="1" noResize="1" noEditPoints="1" noAdjustHandles="1" noChangeArrowheads="1" noChangeShapeType="1"/>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Certificate Based Auth</a:t>
              </a:r>
            </a:p>
          </p:txBody>
        </p:sp>
        <p:sp>
          <p:nvSpPr>
            <p:cNvPr id="1503" name="Right Triangle 1502">
              <a:extLst>
                <a:ext uri="{FF2B5EF4-FFF2-40B4-BE49-F238E27FC236}">
                  <a16:creationId xmlns:a16="http://schemas.microsoft.com/office/drawing/2014/main" id="{D1DDA8BF-DCE6-5094-3D37-5690D304CE1C}"/>
                </a:ext>
              </a:extLst>
            </p:cNvPr>
            <p:cNvSpPr>
              <a:spLocks noGrp="1" noRot="1" noMove="1" noResize="1" noEditPoints="1" noAdjustHandles="1" noChangeArrowheads="1" noChangeShapeType="1"/>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04" name="Group 1503">
              <a:extLst>
                <a:ext uri="{FF2B5EF4-FFF2-40B4-BE49-F238E27FC236}">
                  <a16:creationId xmlns:a16="http://schemas.microsoft.com/office/drawing/2014/main" id="{AA3A7960-75A3-1A50-CBFF-3C20AB6B1D25}"/>
                </a:ext>
              </a:extLst>
            </p:cNvPr>
            <p:cNvGrpSpPr>
              <a:grpSpLocks noGrp="1" noUngrp="1" noRot="1" noMove="1" noResize="1"/>
            </p:cNvGrpSpPr>
            <p:nvPr/>
          </p:nvGrpSpPr>
          <p:grpSpPr>
            <a:xfrm>
              <a:off x="2126717" y="4198579"/>
              <a:ext cx="45719" cy="75385"/>
              <a:chOff x="3883481" y="2057400"/>
              <a:chExt cx="1608363" cy="2652031"/>
            </a:xfrm>
            <a:solidFill>
              <a:srgbClr val="A6A6A6"/>
            </a:solidFill>
          </p:grpSpPr>
          <p:sp>
            <p:nvSpPr>
              <p:cNvPr id="1505" name="Oval 27">
                <a:extLst>
                  <a:ext uri="{FF2B5EF4-FFF2-40B4-BE49-F238E27FC236}">
                    <a16:creationId xmlns:a16="http://schemas.microsoft.com/office/drawing/2014/main" id="{A65545FA-DC7C-196F-49BC-E98D57040097}"/>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6" name="Oval 28">
                <a:extLst>
                  <a:ext uri="{FF2B5EF4-FFF2-40B4-BE49-F238E27FC236}">
                    <a16:creationId xmlns:a16="http://schemas.microsoft.com/office/drawing/2014/main" id="{83C79FE1-B85C-9FA9-2664-CFE0C41FFA7E}"/>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07" name="Group 1506">
            <a:extLst>
              <a:ext uri="{FF2B5EF4-FFF2-40B4-BE49-F238E27FC236}">
                <a16:creationId xmlns:a16="http://schemas.microsoft.com/office/drawing/2014/main" id="{EBE73822-9684-4EA6-A9EF-1A14A3BC4BCB}"/>
              </a:ext>
            </a:extLst>
          </p:cNvPr>
          <p:cNvGrpSpPr>
            <a:grpSpLocks noGrp="1" noUngrp="1" noRot="1" noMove="1" noResize="1"/>
          </p:cNvGrpSpPr>
          <p:nvPr/>
        </p:nvGrpSpPr>
        <p:grpSpPr>
          <a:xfrm>
            <a:off x="3778363" y="2253333"/>
            <a:ext cx="721206" cy="609701"/>
            <a:chOff x="5280339" y="2550516"/>
            <a:chExt cx="871904" cy="748695"/>
          </a:xfrm>
        </p:grpSpPr>
        <p:sp>
          <p:nvSpPr>
            <p:cNvPr id="1508" name="Rectangle 1507">
              <a:hlinkClick r:id="rId56" action="ppaction://hlinksldjump"/>
              <a:extLst>
                <a:ext uri="{FF2B5EF4-FFF2-40B4-BE49-F238E27FC236}">
                  <a16:creationId xmlns:a16="http://schemas.microsoft.com/office/drawing/2014/main" id="{96D44443-4282-C9AC-8BDB-C43A46E9BD80}"/>
                </a:ext>
              </a:extLst>
            </p:cNvPr>
            <p:cNvSpPr>
              <a:spLocks noGrp="1" noRot="1" noMove="1" noResize="1" noEditPoints="1" noAdjustHandles="1" noChangeArrowheads="1" noChangeShapeType="1"/>
            </p:cNvSpPr>
            <p:nvPr/>
          </p:nvSpPr>
          <p:spPr>
            <a:xfrm>
              <a:off x="5280339" y="25505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Endpoint Data Loss Prevention</a:t>
              </a:r>
            </a:p>
          </p:txBody>
        </p:sp>
        <p:sp>
          <p:nvSpPr>
            <p:cNvPr id="1509" name="Rectangle 1508">
              <a:extLst>
                <a:ext uri="{FF2B5EF4-FFF2-40B4-BE49-F238E27FC236}">
                  <a16:creationId xmlns:a16="http://schemas.microsoft.com/office/drawing/2014/main" id="{DDF81049-944B-93DC-04FB-89DB4EF6EAA0}"/>
                </a:ext>
              </a:extLst>
            </p:cNvPr>
            <p:cNvSpPr>
              <a:spLocks noGrp="1" noRot="1" noMove="1" noResize="1" noEditPoints="1" noAdjustHandles="1" noChangeArrowheads="1" noChangeShapeType="1"/>
            </p:cNvSpPr>
            <p:nvPr/>
          </p:nvSpPr>
          <p:spPr>
            <a:xfrm flipV="1">
              <a:off x="6031115" y="255344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0" name="Oval 15">
              <a:extLst>
                <a:ext uri="{FF2B5EF4-FFF2-40B4-BE49-F238E27FC236}">
                  <a16:creationId xmlns:a16="http://schemas.microsoft.com/office/drawing/2014/main" id="{FA065D26-AD05-B68B-2BA8-213D6EF31AF3}"/>
                </a:ext>
              </a:extLst>
            </p:cNvPr>
            <p:cNvSpPr>
              <a:spLocks noGrp="1" noRot="1" noMove="1" noResize="1" noEditPoints="1" noAdjustHandles="1" noChangeArrowheads="1" noChangeShapeType="1"/>
            </p:cNvSpPr>
            <p:nvPr/>
          </p:nvSpPr>
          <p:spPr>
            <a:xfrm>
              <a:off x="6064227" y="259856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11" name="Straight Connector 1510">
              <a:extLst>
                <a:ext uri="{FF2B5EF4-FFF2-40B4-BE49-F238E27FC236}">
                  <a16:creationId xmlns:a16="http://schemas.microsoft.com/office/drawing/2014/main" id="{1415F00A-461E-ACE2-C709-438A78B5F97A}"/>
                </a:ext>
              </a:extLst>
            </p:cNvPr>
            <p:cNvCxnSpPr>
              <a:cxnSpLocks noGrp="1" noRot="1" noMove="1" noResize="1" noEditPoints="1" noAdjustHandles="1" noChangeArrowheads="1" noChangeShapeType="1"/>
              <a:stCxn id="1510" idx="0"/>
            </p:cNvCxnSpPr>
            <p:nvPr/>
          </p:nvCxnSpPr>
          <p:spPr>
            <a:xfrm flipV="1">
              <a:off x="6071114" y="257004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12" name="Straight Connector 1511">
              <a:extLst>
                <a:ext uri="{FF2B5EF4-FFF2-40B4-BE49-F238E27FC236}">
                  <a16:creationId xmlns:a16="http://schemas.microsoft.com/office/drawing/2014/main" id="{EA01B213-838B-5D48-8136-6673E6B59775}"/>
                </a:ext>
              </a:extLst>
            </p:cNvPr>
            <p:cNvCxnSpPr>
              <a:cxnSpLocks noGrp="1" noRot="1" noMove="1" noResize="1" noEditPoints="1" noAdjustHandles="1" noChangeArrowheads="1" noChangeShapeType="1"/>
            </p:cNvCxnSpPr>
            <p:nvPr/>
          </p:nvCxnSpPr>
          <p:spPr>
            <a:xfrm>
              <a:off x="6078028" y="257004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13" name="Group 1512">
            <a:extLst>
              <a:ext uri="{FF2B5EF4-FFF2-40B4-BE49-F238E27FC236}">
                <a16:creationId xmlns:a16="http://schemas.microsoft.com/office/drawing/2014/main" id="{362477B7-6C6D-C181-FD50-229F31B1E89F}"/>
              </a:ext>
            </a:extLst>
          </p:cNvPr>
          <p:cNvGrpSpPr>
            <a:grpSpLocks noGrp="1" noUngrp="1" noRot="1" noMove="1" noResize="1"/>
          </p:cNvGrpSpPr>
          <p:nvPr/>
        </p:nvGrpSpPr>
        <p:grpSpPr>
          <a:xfrm>
            <a:off x="1268842" y="2253333"/>
            <a:ext cx="721206" cy="609701"/>
            <a:chOff x="1315999" y="2560818"/>
            <a:chExt cx="871904" cy="748695"/>
          </a:xfrm>
        </p:grpSpPr>
        <p:sp>
          <p:nvSpPr>
            <p:cNvPr id="1514" name="Rectangle 1513">
              <a:hlinkClick r:id="rId57" action="ppaction://hlinksldjump"/>
              <a:extLst>
                <a:ext uri="{FF2B5EF4-FFF2-40B4-BE49-F238E27FC236}">
                  <a16:creationId xmlns:a16="http://schemas.microsoft.com/office/drawing/2014/main" id="{4F3E6F6A-07DE-44D3-958C-5B54D7806E24}"/>
                </a:ext>
              </a:extLst>
            </p:cNvPr>
            <p:cNvSpPr>
              <a:spLocks noGrp="1" noRot="1" noMove="1" noResize="1" noEditPoints="1" noAdjustHandles="1" noChangeArrowheads="1" noChangeShapeType="1"/>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Credential Guard</a:t>
              </a:r>
            </a:p>
          </p:txBody>
        </p:sp>
        <p:sp>
          <p:nvSpPr>
            <p:cNvPr id="1515" name="Right Triangle 1514">
              <a:extLst>
                <a:ext uri="{FF2B5EF4-FFF2-40B4-BE49-F238E27FC236}">
                  <a16:creationId xmlns:a16="http://schemas.microsoft.com/office/drawing/2014/main" id="{EB63A1DB-5156-E2C1-73AD-262D256CC12A}"/>
                </a:ext>
              </a:extLst>
            </p:cNvPr>
            <p:cNvSpPr>
              <a:spLocks noGrp="1" noRot="1" noMove="1" noResize="1" noEditPoints="1" noAdjustHandles="1" noChangeArrowheads="1" noChangeShapeType="1"/>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16" name="Group 1515">
              <a:extLst>
                <a:ext uri="{FF2B5EF4-FFF2-40B4-BE49-F238E27FC236}">
                  <a16:creationId xmlns:a16="http://schemas.microsoft.com/office/drawing/2014/main" id="{8FE82347-D2D6-D145-E31E-84C87B92BB6C}"/>
                </a:ext>
              </a:extLst>
            </p:cNvPr>
            <p:cNvGrpSpPr>
              <a:grpSpLocks noGrp="1" noUngrp="1" noRot="1" noMove="1" noResize="1"/>
            </p:cNvGrpSpPr>
            <p:nvPr/>
          </p:nvGrpSpPr>
          <p:grpSpPr>
            <a:xfrm>
              <a:off x="2126717" y="2576032"/>
              <a:ext cx="45719" cy="75385"/>
              <a:chOff x="3883481" y="2057400"/>
              <a:chExt cx="1608363" cy="2652031"/>
            </a:xfrm>
            <a:solidFill>
              <a:srgbClr val="A6A6A6"/>
            </a:solidFill>
          </p:grpSpPr>
          <p:sp>
            <p:nvSpPr>
              <p:cNvPr id="1517" name="Oval 27">
                <a:extLst>
                  <a:ext uri="{FF2B5EF4-FFF2-40B4-BE49-F238E27FC236}">
                    <a16:creationId xmlns:a16="http://schemas.microsoft.com/office/drawing/2014/main" id="{7223AE89-BD4B-7ECE-A0D1-19B0F9DBAF61}"/>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8" name="Oval 28">
                <a:extLst>
                  <a:ext uri="{FF2B5EF4-FFF2-40B4-BE49-F238E27FC236}">
                    <a16:creationId xmlns:a16="http://schemas.microsoft.com/office/drawing/2014/main" id="{156AD739-87FF-123E-D3F2-98C7148780C3}"/>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19" name="Group 1518">
            <a:extLst>
              <a:ext uri="{FF2B5EF4-FFF2-40B4-BE49-F238E27FC236}">
                <a16:creationId xmlns:a16="http://schemas.microsoft.com/office/drawing/2014/main" id="{34589957-1CA6-A661-3EFC-6E96A5D6D4EB}"/>
              </a:ext>
            </a:extLst>
          </p:cNvPr>
          <p:cNvGrpSpPr>
            <a:grpSpLocks noGrp="1" noUngrp="1" noRot="1" noMove="1" noResize="1"/>
          </p:cNvGrpSpPr>
          <p:nvPr/>
        </p:nvGrpSpPr>
        <p:grpSpPr>
          <a:xfrm>
            <a:off x="2105349" y="2253333"/>
            <a:ext cx="721206" cy="609701"/>
            <a:chOff x="2307084" y="2560818"/>
            <a:chExt cx="871904" cy="748695"/>
          </a:xfrm>
        </p:grpSpPr>
        <p:sp>
          <p:nvSpPr>
            <p:cNvPr id="1520" name="Rectangle 1519">
              <a:hlinkClick r:id="rId58" action="ppaction://hlinksldjump"/>
              <a:extLst>
                <a:ext uri="{FF2B5EF4-FFF2-40B4-BE49-F238E27FC236}">
                  <a16:creationId xmlns:a16="http://schemas.microsoft.com/office/drawing/2014/main" id="{9F3B15B1-F5B1-0EBE-8D17-35C79EBCFACE}"/>
                </a:ext>
              </a:extLst>
            </p:cNvPr>
            <p:cNvSpPr>
              <a:spLocks noGrp="1" noRot="1" noMove="1" noResize="1" noEditPoints="1" noAdjustHandles="1" noChangeArrowheads="1" noChangeShapeType="1"/>
            </p:cNvSpPr>
            <p:nvPr/>
          </p:nvSpPr>
          <p:spPr>
            <a:xfrm>
              <a:off x="230708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Firewall</a:t>
              </a:r>
            </a:p>
          </p:txBody>
        </p:sp>
        <p:sp>
          <p:nvSpPr>
            <p:cNvPr id="1521" name="Right Triangle 1520">
              <a:extLst>
                <a:ext uri="{FF2B5EF4-FFF2-40B4-BE49-F238E27FC236}">
                  <a16:creationId xmlns:a16="http://schemas.microsoft.com/office/drawing/2014/main" id="{39370ABD-7CA3-B961-F949-0358774E387D}"/>
                </a:ext>
              </a:extLst>
            </p:cNvPr>
            <p:cNvSpPr>
              <a:spLocks noGrp="1" noRot="1" noMove="1" noResize="1" noEditPoints="1" noAdjustHandles="1" noChangeArrowheads="1" noChangeShapeType="1"/>
            </p:cNvSpPr>
            <p:nvPr/>
          </p:nvSpPr>
          <p:spPr>
            <a:xfrm rot="10800000">
              <a:off x="3031994" y="2568377"/>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22" name="Group 1521">
              <a:extLst>
                <a:ext uri="{FF2B5EF4-FFF2-40B4-BE49-F238E27FC236}">
                  <a16:creationId xmlns:a16="http://schemas.microsoft.com/office/drawing/2014/main" id="{C89D46ED-2646-BFA7-D8AC-FF3906944CBC}"/>
                </a:ext>
              </a:extLst>
            </p:cNvPr>
            <p:cNvGrpSpPr>
              <a:grpSpLocks noGrp="1" noUngrp="1" noRot="1" noMove="1" noResize="1"/>
            </p:cNvGrpSpPr>
            <p:nvPr/>
          </p:nvGrpSpPr>
          <p:grpSpPr>
            <a:xfrm>
              <a:off x="3112321" y="2575860"/>
              <a:ext cx="45719" cy="75385"/>
              <a:chOff x="3883481" y="2057400"/>
              <a:chExt cx="1608363" cy="2652031"/>
            </a:xfrm>
            <a:solidFill>
              <a:srgbClr val="A6A6A6"/>
            </a:solidFill>
          </p:grpSpPr>
          <p:sp>
            <p:nvSpPr>
              <p:cNvPr id="1523" name="Oval 27">
                <a:extLst>
                  <a:ext uri="{FF2B5EF4-FFF2-40B4-BE49-F238E27FC236}">
                    <a16:creationId xmlns:a16="http://schemas.microsoft.com/office/drawing/2014/main" id="{C53BE837-64DD-5F56-BD84-7D7CCD91916A}"/>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4" name="Oval 28">
                <a:extLst>
                  <a:ext uri="{FF2B5EF4-FFF2-40B4-BE49-F238E27FC236}">
                    <a16:creationId xmlns:a16="http://schemas.microsoft.com/office/drawing/2014/main" id="{FDFE639C-E760-193B-CB9A-D726BB031957}"/>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25" name="Group 1524">
            <a:extLst>
              <a:ext uri="{FF2B5EF4-FFF2-40B4-BE49-F238E27FC236}">
                <a16:creationId xmlns:a16="http://schemas.microsoft.com/office/drawing/2014/main" id="{2F4A4EC5-B8EC-416F-18DA-F25749643DAB}"/>
              </a:ext>
            </a:extLst>
          </p:cNvPr>
          <p:cNvGrpSpPr>
            <a:grpSpLocks noGrp="1" noUngrp="1" noRot="1" noMove="1" noResize="1"/>
          </p:cNvGrpSpPr>
          <p:nvPr/>
        </p:nvGrpSpPr>
        <p:grpSpPr>
          <a:xfrm>
            <a:off x="2941856" y="2253333"/>
            <a:ext cx="721206" cy="609701"/>
            <a:chOff x="4289254" y="2560818"/>
            <a:chExt cx="871904" cy="748695"/>
          </a:xfrm>
        </p:grpSpPr>
        <p:sp>
          <p:nvSpPr>
            <p:cNvPr id="1526" name="Rectangle 1525">
              <a:hlinkClick r:id="rId59" action="ppaction://hlinksldjump"/>
              <a:extLst>
                <a:ext uri="{FF2B5EF4-FFF2-40B4-BE49-F238E27FC236}">
                  <a16:creationId xmlns:a16="http://schemas.microsoft.com/office/drawing/2014/main" id="{59C6F0DC-44EE-A870-A73D-9C6395830D37}"/>
                </a:ext>
              </a:extLst>
            </p:cNvPr>
            <p:cNvSpPr>
              <a:spLocks noGrp="1" noRot="1" noMove="1" noResize="1" noEditPoints="1" noAdjustHandles="1" noChangeArrowheads="1" noChangeShapeType="1"/>
            </p:cNvSpPr>
            <p:nvPr/>
          </p:nvSpPr>
          <p:spPr>
            <a:xfrm>
              <a:off x="428925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Exploit Guard (ASR)</a:t>
              </a:r>
            </a:p>
          </p:txBody>
        </p:sp>
        <p:sp>
          <p:nvSpPr>
            <p:cNvPr id="1527" name="Right Triangle 1526">
              <a:extLst>
                <a:ext uri="{FF2B5EF4-FFF2-40B4-BE49-F238E27FC236}">
                  <a16:creationId xmlns:a16="http://schemas.microsoft.com/office/drawing/2014/main" id="{A8B227C8-E913-E2BC-368A-1A3880C13065}"/>
                </a:ext>
              </a:extLst>
            </p:cNvPr>
            <p:cNvSpPr>
              <a:spLocks noGrp="1" noRot="1" noMove="1" noResize="1" noEditPoints="1" noAdjustHandles="1" noChangeArrowheads="1" noChangeShapeType="1"/>
            </p:cNvSpPr>
            <p:nvPr/>
          </p:nvSpPr>
          <p:spPr>
            <a:xfrm rot="10800000">
              <a:off x="5018198" y="256761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28" name="Group 1527">
              <a:extLst>
                <a:ext uri="{FF2B5EF4-FFF2-40B4-BE49-F238E27FC236}">
                  <a16:creationId xmlns:a16="http://schemas.microsoft.com/office/drawing/2014/main" id="{68A08827-4869-7DBA-C721-80D69140D514}"/>
                </a:ext>
              </a:extLst>
            </p:cNvPr>
            <p:cNvGrpSpPr>
              <a:grpSpLocks noGrp="1" noUngrp="1" noRot="1" noMove="1" noResize="1"/>
            </p:cNvGrpSpPr>
            <p:nvPr/>
          </p:nvGrpSpPr>
          <p:grpSpPr>
            <a:xfrm>
              <a:off x="5098525" y="2575096"/>
              <a:ext cx="45719" cy="75385"/>
              <a:chOff x="3883481" y="2057400"/>
              <a:chExt cx="1608363" cy="2652031"/>
            </a:xfrm>
            <a:solidFill>
              <a:srgbClr val="A6A6A6"/>
            </a:solidFill>
          </p:grpSpPr>
          <p:sp>
            <p:nvSpPr>
              <p:cNvPr id="1529" name="Oval 27">
                <a:extLst>
                  <a:ext uri="{FF2B5EF4-FFF2-40B4-BE49-F238E27FC236}">
                    <a16:creationId xmlns:a16="http://schemas.microsoft.com/office/drawing/2014/main" id="{3567347A-3CE3-B284-C98C-44BC102D7644}"/>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0" name="Oval 28">
                <a:extLst>
                  <a:ext uri="{FF2B5EF4-FFF2-40B4-BE49-F238E27FC236}">
                    <a16:creationId xmlns:a16="http://schemas.microsoft.com/office/drawing/2014/main" id="{314B2090-72D3-7F6D-0EAB-C61CFBBFC066}"/>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1" name="Group 1530">
            <a:extLst>
              <a:ext uri="{FF2B5EF4-FFF2-40B4-BE49-F238E27FC236}">
                <a16:creationId xmlns:a16="http://schemas.microsoft.com/office/drawing/2014/main" id="{28DF10CF-2EFB-01EC-6707-8DA04337957E}"/>
              </a:ext>
            </a:extLst>
          </p:cNvPr>
          <p:cNvGrpSpPr>
            <a:grpSpLocks noGrp="1" noUngrp="1" noRot="1" noMove="1" noResize="1"/>
          </p:cNvGrpSpPr>
          <p:nvPr/>
        </p:nvGrpSpPr>
        <p:grpSpPr>
          <a:xfrm>
            <a:off x="4614870" y="2253333"/>
            <a:ext cx="721206" cy="609701"/>
            <a:chOff x="6271424" y="2560818"/>
            <a:chExt cx="871904" cy="748695"/>
          </a:xfrm>
        </p:grpSpPr>
        <p:sp>
          <p:nvSpPr>
            <p:cNvPr id="1532" name="Rectangle 1531">
              <a:hlinkClick r:id="rId60" action="ppaction://hlinksldjump"/>
              <a:extLst>
                <a:ext uri="{FF2B5EF4-FFF2-40B4-BE49-F238E27FC236}">
                  <a16:creationId xmlns:a16="http://schemas.microsoft.com/office/drawing/2014/main" id="{8A65D566-B777-3D93-E493-35EBF635D8E8}"/>
                </a:ext>
              </a:extLst>
            </p:cNvPr>
            <p:cNvSpPr>
              <a:spLocks noGrp="1" noRot="1" noMove="1" noResize="1" noEditPoints="1" noAdjustHandles="1" noChangeArrowheads="1" noChangeShapeType="1"/>
            </p:cNvSpPr>
            <p:nvPr/>
          </p:nvSpPr>
          <p:spPr>
            <a:xfrm>
              <a:off x="6271424"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System Guard</a:t>
              </a:r>
            </a:p>
          </p:txBody>
        </p:sp>
        <p:sp>
          <p:nvSpPr>
            <p:cNvPr id="1533" name="Right Triangle 1532">
              <a:extLst>
                <a:ext uri="{FF2B5EF4-FFF2-40B4-BE49-F238E27FC236}">
                  <a16:creationId xmlns:a16="http://schemas.microsoft.com/office/drawing/2014/main" id="{B940020E-AC85-3587-7E47-A04A387A0737}"/>
                </a:ext>
              </a:extLst>
            </p:cNvPr>
            <p:cNvSpPr>
              <a:spLocks noGrp="1" noRot="1" noMove="1" noResize="1" noEditPoints="1" noAdjustHandles="1" noChangeArrowheads="1" noChangeShapeType="1"/>
            </p:cNvSpPr>
            <p:nvPr/>
          </p:nvSpPr>
          <p:spPr>
            <a:xfrm rot="10800000">
              <a:off x="6996110" y="2567380"/>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34" name="Group 1533">
              <a:extLst>
                <a:ext uri="{FF2B5EF4-FFF2-40B4-BE49-F238E27FC236}">
                  <a16:creationId xmlns:a16="http://schemas.microsoft.com/office/drawing/2014/main" id="{7B41EFAD-02C1-6BE3-064E-C75BBA445325}"/>
                </a:ext>
              </a:extLst>
            </p:cNvPr>
            <p:cNvGrpSpPr>
              <a:grpSpLocks noGrp="1" noUngrp="1" noRot="1" noMove="1" noResize="1"/>
            </p:cNvGrpSpPr>
            <p:nvPr/>
          </p:nvGrpSpPr>
          <p:grpSpPr>
            <a:xfrm>
              <a:off x="7076437" y="2574863"/>
              <a:ext cx="45719" cy="75385"/>
              <a:chOff x="3883481" y="2057400"/>
              <a:chExt cx="1608363" cy="2652031"/>
            </a:xfrm>
            <a:solidFill>
              <a:srgbClr val="A6A6A6"/>
            </a:solidFill>
          </p:grpSpPr>
          <p:sp>
            <p:nvSpPr>
              <p:cNvPr id="1535" name="Oval 27">
                <a:extLst>
                  <a:ext uri="{FF2B5EF4-FFF2-40B4-BE49-F238E27FC236}">
                    <a16:creationId xmlns:a16="http://schemas.microsoft.com/office/drawing/2014/main" id="{5EA2DE22-8897-9BB4-1CE0-42897F2C9276}"/>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6" name="Oval 28">
                <a:extLst>
                  <a:ext uri="{FF2B5EF4-FFF2-40B4-BE49-F238E27FC236}">
                    <a16:creationId xmlns:a16="http://schemas.microsoft.com/office/drawing/2014/main" id="{80D5A6D3-AB0E-2246-CEDD-0055280CDB1F}"/>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7" name="Group 1536">
            <a:extLst>
              <a:ext uri="{FF2B5EF4-FFF2-40B4-BE49-F238E27FC236}">
                <a16:creationId xmlns:a16="http://schemas.microsoft.com/office/drawing/2014/main" id="{F443FAA7-A855-2463-6CF2-70A9FC911479}"/>
              </a:ext>
            </a:extLst>
          </p:cNvPr>
          <p:cNvGrpSpPr>
            <a:grpSpLocks noGrp="1" noUngrp="1" noRot="1" noMove="1" noResize="1"/>
          </p:cNvGrpSpPr>
          <p:nvPr/>
        </p:nvGrpSpPr>
        <p:grpSpPr>
          <a:xfrm>
            <a:off x="11356877" y="2245714"/>
            <a:ext cx="721206" cy="609701"/>
            <a:chOff x="14401980" y="2551461"/>
            <a:chExt cx="871904" cy="748695"/>
          </a:xfrm>
        </p:grpSpPr>
        <p:sp>
          <p:nvSpPr>
            <p:cNvPr id="1538" name="Rectangle 1537">
              <a:hlinkClick r:id="rId61" action="ppaction://hlinksldjump"/>
              <a:extLst>
                <a:ext uri="{FF2B5EF4-FFF2-40B4-BE49-F238E27FC236}">
                  <a16:creationId xmlns:a16="http://schemas.microsoft.com/office/drawing/2014/main" id="{B5F2352C-342D-9D0A-E8EC-713FA8A2794F}"/>
                </a:ext>
              </a:extLst>
            </p:cNvPr>
            <p:cNvSpPr>
              <a:spLocks/>
            </p:cNvSpPr>
            <p:nvPr/>
          </p:nvSpPr>
          <p:spPr>
            <a:xfrm>
              <a:off x="14401980" y="2551461"/>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BitLocker</a:t>
              </a:r>
            </a:p>
          </p:txBody>
        </p:sp>
        <p:sp>
          <p:nvSpPr>
            <p:cNvPr id="1539" name="Right Triangle 1538">
              <a:extLst>
                <a:ext uri="{FF2B5EF4-FFF2-40B4-BE49-F238E27FC236}">
                  <a16:creationId xmlns:a16="http://schemas.microsoft.com/office/drawing/2014/main" id="{274AEA97-CA63-880E-B6CA-B6D47B5D45EC}"/>
                </a:ext>
              </a:extLst>
            </p:cNvPr>
            <p:cNvSpPr>
              <a:spLocks/>
            </p:cNvSpPr>
            <p:nvPr/>
          </p:nvSpPr>
          <p:spPr>
            <a:xfrm rot="10800000">
              <a:off x="15125835" y="2558023"/>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40" name="Group 1539">
              <a:extLst>
                <a:ext uri="{FF2B5EF4-FFF2-40B4-BE49-F238E27FC236}">
                  <a16:creationId xmlns:a16="http://schemas.microsoft.com/office/drawing/2014/main" id="{F0F97511-BE97-3F26-CD10-07F9EFF10701}"/>
                </a:ext>
              </a:extLst>
            </p:cNvPr>
            <p:cNvGrpSpPr>
              <a:grpSpLocks noGrp="1" noUngrp="1" noRot="1" noMove="1" noResize="1"/>
            </p:cNvGrpSpPr>
            <p:nvPr/>
          </p:nvGrpSpPr>
          <p:grpSpPr>
            <a:xfrm>
              <a:off x="15206167" y="2565506"/>
              <a:ext cx="45719" cy="75385"/>
              <a:chOff x="255045331" y="1728218"/>
              <a:chExt cx="1608363" cy="2652032"/>
            </a:xfrm>
            <a:solidFill>
              <a:srgbClr val="A6A6A6"/>
            </a:solidFill>
          </p:grpSpPr>
          <p:sp>
            <p:nvSpPr>
              <p:cNvPr id="1541" name="Oval 27">
                <a:extLst>
                  <a:ext uri="{FF2B5EF4-FFF2-40B4-BE49-F238E27FC236}">
                    <a16:creationId xmlns:a16="http://schemas.microsoft.com/office/drawing/2014/main" id="{68048A89-6E69-269B-4A21-3DDB04BCDEB8}"/>
                  </a:ext>
                </a:extLst>
              </p:cNvPr>
              <p:cNvSpPr>
                <a:spLocks/>
              </p:cNvSpPr>
              <p:nvPr/>
            </p:nvSpPr>
            <p:spPr>
              <a:xfrm>
                <a:off x="255145831" y="1728218"/>
                <a:ext cx="1355265" cy="11865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42" name="Oval 28">
                <a:extLst>
                  <a:ext uri="{FF2B5EF4-FFF2-40B4-BE49-F238E27FC236}">
                    <a16:creationId xmlns:a16="http://schemas.microsoft.com/office/drawing/2014/main" id="{D2D85147-A907-43C6-638B-B4481DC3D560}"/>
                  </a:ext>
                </a:extLst>
              </p:cNvPr>
              <p:cNvSpPr>
                <a:spLocks/>
              </p:cNvSpPr>
              <p:nvPr/>
            </p:nvSpPr>
            <p:spPr>
              <a:xfrm>
                <a:off x="255045331" y="2914267"/>
                <a:ext cx="1608363" cy="1465983"/>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43" name="Group 1542">
            <a:extLst>
              <a:ext uri="{FF2B5EF4-FFF2-40B4-BE49-F238E27FC236}">
                <a16:creationId xmlns:a16="http://schemas.microsoft.com/office/drawing/2014/main" id="{C4778521-CF68-6D57-7C2A-8075841E8E89}"/>
              </a:ext>
            </a:extLst>
          </p:cNvPr>
          <p:cNvGrpSpPr>
            <a:grpSpLocks noGrp="1" noUngrp="1" noRot="1" noMove="1" noResize="1"/>
          </p:cNvGrpSpPr>
          <p:nvPr/>
        </p:nvGrpSpPr>
        <p:grpSpPr>
          <a:xfrm>
            <a:off x="5431408" y="2257143"/>
            <a:ext cx="721206" cy="609701"/>
            <a:chOff x="7218155" y="2565497"/>
            <a:chExt cx="871904" cy="748695"/>
          </a:xfrm>
        </p:grpSpPr>
        <p:sp>
          <p:nvSpPr>
            <p:cNvPr id="1544" name="Rectangle 1543">
              <a:hlinkClick r:id="rId62" action="ppaction://hlinksldjump"/>
              <a:extLst>
                <a:ext uri="{FF2B5EF4-FFF2-40B4-BE49-F238E27FC236}">
                  <a16:creationId xmlns:a16="http://schemas.microsoft.com/office/drawing/2014/main" id="{F31D890B-1DAE-A38B-4AEA-2E5F672AD603}"/>
                </a:ext>
              </a:extLst>
            </p:cNvPr>
            <p:cNvSpPr>
              <a:spLocks/>
            </p:cNvSpPr>
            <p:nvPr/>
          </p:nvSpPr>
          <p:spPr>
            <a:xfrm>
              <a:off x="7218155" y="2565497"/>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Application Control</a:t>
              </a:r>
            </a:p>
          </p:txBody>
        </p:sp>
        <p:sp>
          <p:nvSpPr>
            <p:cNvPr id="1545" name="Right Triangle 1544">
              <a:extLst>
                <a:ext uri="{FF2B5EF4-FFF2-40B4-BE49-F238E27FC236}">
                  <a16:creationId xmlns:a16="http://schemas.microsoft.com/office/drawing/2014/main" id="{C89255B7-020C-4958-101F-8B3F1688C5B2}"/>
                </a:ext>
              </a:extLst>
            </p:cNvPr>
            <p:cNvSpPr>
              <a:spLocks/>
            </p:cNvSpPr>
            <p:nvPr/>
          </p:nvSpPr>
          <p:spPr>
            <a:xfrm rot="10800000">
              <a:off x="7941291" y="257245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46" name="Group 1545">
              <a:extLst>
                <a:ext uri="{FF2B5EF4-FFF2-40B4-BE49-F238E27FC236}">
                  <a16:creationId xmlns:a16="http://schemas.microsoft.com/office/drawing/2014/main" id="{3297A70D-C2BF-E739-0A6B-E542F5B302CA}"/>
                </a:ext>
              </a:extLst>
            </p:cNvPr>
            <p:cNvGrpSpPr>
              <a:grpSpLocks noGrp="1" noUngrp="1" noRot="1" noMove="1" noResize="1"/>
            </p:cNvGrpSpPr>
            <p:nvPr/>
          </p:nvGrpSpPr>
          <p:grpSpPr>
            <a:xfrm>
              <a:off x="8021615" y="2579934"/>
              <a:ext cx="45719" cy="75385"/>
              <a:chOff x="-32542664" y="2221991"/>
              <a:chExt cx="1608363" cy="2652031"/>
            </a:xfrm>
            <a:solidFill>
              <a:srgbClr val="A6A6A6"/>
            </a:solidFill>
          </p:grpSpPr>
          <p:sp>
            <p:nvSpPr>
              <p:cNvPr id="1547" name="Oval 27">
                <a:extLst>
                  <a:ext uri="{FF2B5EF4-FFF2-40B4-BE49-F238E27FC236}">
                    <a16:creationId xmlns:a16="http://schemas.microsoft.com/office/drawing/2014/main" id="{FF091F64-E9C6-E2C9-732B-CA7D2058FDC3}"/>
                  </a:ext>
                </a:extLst>
              </p:cNvPr>
              <p:cNvSpPr>
                <a:spLocks/>
              </p:cNvSpPr>
              <p:nvPr/>
            </p:nvSpPr>
            <p:spPr>
              <a:xfrm>
                <a:off x="-32441910" y="2221991"/>
                <a:ext cx="1355265" cy="11865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48" name="Oval 28">
                <a:extLst>
                  <a:ext uri="{FF2B5EF4-FFF2-40B4-BE49-F238E27FC236}">
                    <a16:creationId xmlns:a16="http://schemas.microsoft.com/office/drawing/2014/main" id="{E324B03F-00EF-C879-C8EB-8EAFFDD9A74A}"/>
                  </a:ext>
                </a:extLst>
              </p:cNvPr>
              <p:cNvSpPr>
                <a:spLocks/>
              </p:cNvSpPr>
              <p:nvPr/>
            </p:nvSpPr>
            <p:spPr>
              <a:xfrm>
                <a:off x="-32542664" y="3408039"/>
                <a:ext cx="1608363" cy="1465983"/>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49" name="Group 1548">
            <a:extLst>
              <a:ext uri="{FF2B5EF4-FFF2-40B4-BE49-F238E27FC236}">
                <a16:creationId xmlns:a16="http://schemas.microsoft.com/office/drawing/2014/main" id="{D1645512-63FB-29DD-887F-A7460B702E21}"/>
              </a:ext>
            </a:extLst>
          </p:cNvPr>
          <p:cNvGrpSpPr>
            <a:grpSpLocks noGrp="1" noUngrp="1" noRot="1" noMove="1" noResize="1"/>
          </p:cNvGrpSpPr>
          <p:nvPr/>
        </p:nvGrpSpPr>
        <p:grpSpPr>
          <a:xfrm>
            <a:off x="431659" y="2253333"/>
            <a:ext cx="721893" cy="609702"/>
            <a:chOff x="324914" y="2550516"/>
            <a:chExt cx="872735" cy="748697"/>
          </a:xfrm>
        </p:grpSpPr>
        <p:sp>
          <p:nvSpPr>
            <p:cNvPr id="1550" name="Rectangle 1549">
              <a:hlinkClick r:id="rId63" action="ppaction://hlinksldjump"/>
              <a:hlinkHover r:id="" action="ppaction://noaction" highlightClick="1"/>
              <a:extLst>
                <a:ext uri="{FF2B5EF4-FFF2-40B4-BE49-F238E27FC236}">
                  <a16:creationId xmlns:a16="http://schemas.microsoft.com/office/drawing/2014/main" id="{11DF0CD2-55AD-D66B-5A5D-0406AD7923F6}"/>
                </a:ext>
              </a:extLst>
            </p:cNvPr>
            <p:cNvSpPr>
              <a:spLocks noGrp="1" noRot="1" noMove="1" noResize="1" noEditPoints="1" noAdjustHandles="1" noChangeArrowheads="1" noChangeShapeType="1"/>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365</a:t>
              </a:r>
            </a:p>
          </p:txBody>
        </p:sp>
        <p:grpSp>
          <p:nvGrpSpPr>
            <p:cNvPr id="1551" name="Group 1550">
              <a:extLst>
                <a:ext uri="{FF2B5EF4-FFF2-40B4-BE49-F238E27FC236}">
                  <a16:creationId xmlns:a16="http://schemas.microsoft.com/office/drawing/2014/main" id="{8660F63D-8AAE-297D-A559-9AFEEF0F6DEA}"/>
                </a:ext>
              </a:extLst>
            </p:cNvPr>
            <p:cNvGrpSpPr>
              <a:grpSpLocks noGrp="1" noUngrp="1" noRot="1" noMove="1" noResize="1"/>
            </p:cNvGrpSpPr>
            <p:nvPr/>
          </p:nvGrpSpPr>
          <p:grpSpPr>
            <a:xfrm>
              <a:off x="1040599" y="2550516"/>
              <a:ext cx="157050" cy="157050"/>
              <a:chOff x="1040599" y="2550516"/>
              <a:chExt cx="157050" cy="157050"/>
            </a:xfrm>
          </p:grpSpPr>
          <p:sp>
            <p:nvSpPr>
              <p:cNvPr id="1552" name="Diamond 1551">
                <a:extLst>
                  <a:ext uri="{FF2B5EF4-FFF2-40B4-BE49-F238E27FC236}">
                    <a16:creationId xmlns:a16="http://schemas.microsoft.com/office/drawing/2014/main" id="{E4FE9C65-16F9-1760-3F87-EF51366DE8D6}"/>
                  </a:ext>
                </a:extLst>
              </p:cNvPr>
              <p:cNvSpPr>
                <a:spLocks noGrp="1" noRot="1" noMove="1" noResize="1" noEditPoints="1" noAdjustHandles="1" noChangeArrowheads="1" noChangeShapeType="1"/>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3" name="Oval 1552">
                <a:extLst>
                  <a:ext uri="{FF2B5EF4-FFF2-40B4-BE49-F238E27FC236}">
                    <a16:creationId xmlns:a16="http://schemas.microsoft.com/office/drawing/2014/main" id="{1CE6B56D-4FE0-59E5-0C9F-BA2C5B85CD07}"/>
                  </a:ext>
                </a:extLst>
              </p:cNvPr>
              <p:cNvSpPr>
                <a:spLocks noGrp="1" noRot="1" noMove="1" noResize="1" noEditPoints="1" noAdjustHandles="1" noChangeArrowheads="1" noChangeShapeType="1"/>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58" name="Group 1557">
            <a:extLst>
              <a:ext uri="{FF2B5EF4-FFF2-40B4-BE49-F238E27FC236}">
                <a16:creationId xmlns:a16="http://schemas.microsoft.com/office/drawing/2014/main" id="{16400DD8-9A35-933C-5820-A0ABD43F6638}"/>
              </a:ext>
            </a:extLst>
          </p:cNvPr>
          <p:cNvGrpSpPr>
            <a:grpSpLocks noGrp="1" noUngrp="1" noRot="1" noMove="1" noResize="1"/>
          </p:cNvGrpSpPr>
          <p:nvPr/>
        </p:nvGrpSpPr>
        <p:grpSpPr>
          <a:xfrm>
            <a:off x="2105349" y="1532276"/>
            <a:ext cx="721206" cy="609701"/>
            <a:chOff x="2307084" y="1729816"/>
            <a:chExt cx="871904" cy="748695"/>
          </a:xfrm>
        </p:grpSpPr>
        <p:sp>
          <p:nvSpPr>
            <p:cNvPr id="1559" name="Rectangle 1558">
              <a:hlinkClick r:id="rId64" action="ppaction://hlinksldjump"/>
              <a:extLst>
                <a:ext uri="{FF2B5EF4-FFF2-40B4-BE49-F238E27FC236}">
                  <a16:creationId xmlns:a16="http://schemas.microsoft.com/office/drawing/2014/main" id="{94D7FEE7-4326-8DA5-23DC-CBABC9C33C9B}"/>
                </a:ext>
              </a:extLst>
            </p:cNvPr>
            <p:cNvSpPr>
              <a:spLocks noGrp="1" noRot="1" noMove="1" noResize="1" noEditPoints="1" noAdjustHandles="1" noChangeArrowheads="1" noChangeShapeType="1"/>
            </p:cNvSpPr>
            <p:nvPr/>
          </p:nvSpPr>
          <p:spPr>
            <a:xfrm>
              <a:off x="2307084" y="1729816"/>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Advanced Classifiers</a:t>
              </a:r>
            </a:p>
          </p:txBody>
        </p:sp>
        <p:sp>
          <p:nvSpPr>
            <p:cNvPr id="1560" name="Rectangle 1559">
              <a:extLst>
                <a:ext uri="{FF2B5EF4-FFF2-40B4-BE49-F238E27FC236}">
                  <a16:creationId xmlns:a16="http://schemas.microsoft.com/office/drawing/2014/main" id="{51D69AF9-5937-0EC1-AFD0-213751929F41}"/>
                </a:ext>
              </a:extLst>
            </p:cNvPr>
            <p:cNvSpPr>
              <a:spLocks noGrp="1" noRot="1" noMove="1" noResize="1" noEditPoints="1" noAdjustHandles="1" noChangeArrowheads="1" noChangeShapeType="1"/>
            </p:cNvSpPr>
            <p:nvPr/>
          </p:nvSpPr>
          <p:spPr>
            <a:xfrm flipV="1">
              <a:off x="3054190" y="1738225"/>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1" name="Oval 15">
              <a:extLst>
                <a:ext uri="{FF2B5EF4-FFF2-40B4-BE49-F238E27FC236}">
                  <a16:creationId xmlns:a16="http://schemas.microsoft.com/office/drawing/2014/main" id="{460DAFAB-DC6E-0EFA-47D5-31E4511A61E9}"/>
                </a:ext>
              </a:extLst>
            </p:cNvPr>
            <p:cNvSpPr>
              <a:spLocks noGrp="1" noRot="1" noMove="1" noResize="1" noEditPoints="1" noAdjustHandles="1" noChangeArrowheads="1" noChangeShapeType="1"/>
            </p:cNvSpPr>
            <p:nvPr/>
          </p:nvSpPr>
          <p:spPr>
            <a:xfrm>
              <a:off x="3087302" y="1783339"/>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62" name="Straight Connector 1561">
              <a:extLst>
                <a:ext uri="{FF2B5EF4-FFF2-40B4-BE49-F238E27FC236}">
                  <a16:creationId xmlns:a16="http://schemas.microsoft.com/office/drawing/2014/main" id="{4FFBD33C-6246-B2E1-A875-0CB7C65E21DC}"/>
                </a:ext>
              </a:extLst>
            </p:cNvPr>
            <p:cNvCxnSpPr>
              <a:cxnSpLocks noGrp="1" noRot="1" noMove="1" noResize="1" noEditPoints="1" noAdjustHandles="1" noChangeArrowheads="1" noChangeShapeType="1"/>
              <a:stCxn id="1561" idx="0"/>
            </p:cNvCxnSpPr>
            <p:nvPr/>
          </p:nvCxnSpPr>
          <p:spPr>
            <a:xfrm flipV="1">
              <a:off x="3094189" y="1754818"/>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63" name="Straight Connector 1562">
              <a:extLst>
                <a:ext uri="{FF2B5EF4-FFF2-40B4-BE49-F238E27FC236}">
                  <a16:creationId xmlns:a16="http://schemas.microsoft.com/office/drawing/2014/main" id="{0F66E03B-8D4D-43D5-1D9E-2C8B9E54DFF4}"/>
                </a:ext>
              </a:extLst>
            </p:cNvPr>
            <p:cNvCxnSpPr>
              <a:cxnSpLocks noGrp="1" noRot="1" noMove="1" noResize="1" noEditPoints="1" noAdjustHandles="1" noChangeArrowheads="1" noChangeShapeType="1"/>
            </p:cNvCxnSpPr>
            <p:nvPr/>
          </p:nvCxnSpPr>
          <p:spPr>
            <a:xfrm>
              <a:off x="3101103" y="1754818"/>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64" name="Group 1563">
            <a:extLst>
              <a:ext uri="{FF2B5EF4-FFF2-40B4-BE49-F238E27FC236}">
                <a16:creationId xmlns:a16="http://schemas.microsoft.com/office/drawing/2014/main" id="{D34CA87F-72EA-A9AC-308B-D23F4877FB5E}"/>
              </a:ext>
            </a:extLst>
          </p:cNvPr>
          <p:cNvGrpSpPr>
            <a:grpSpLocks noGrp="1" noUngrp="1" noRot="1" noMove="1" noResize="1"/>
          </p:cNvGrpSpPr>
          <p:nvPr/>
        </p:nvGrpSpPr>
        <p:grpSpPr>
          <a:xfrm>
            <a:off x="431659" y="1532276"/>
            <a:ext cx="721893" cy="610038"/>
            <a:chOff x="324914" y="1729403"/>
            <a:chExt cx="872735" cy="749108"/>
          </a:xfrm>
        </p:grpSpPr>
        <p:sp>
          <p:nvSpPr>
            <p:cNvPr id="1565" name="Rectangle 1564">
              <a:hlinkClick r:id="rId65" action="ppaction://hlinksldjump"/>
              <a:extLst>
                <a:ext uri="{FF2B5EF4-FFF2-40B4-BE49-F238E27FC236}">
                  <a16:creationId xmlns:a16="http://schemas.microsoft.com/office/drawing/2014/main" id="{F7BDA71D-D997-D8C9-F762-BF6577D3F242}"/>
                </a:ext>
              </a:extLst>
            </p:cNvPr>
            <p:cNvSpPr>
              <a:spLocks noGrp="1" noRot="1" noMove="1" noResize="1" noEditPoints="1" noAdjustHandles="1" noChangeArrowheads="1" noChangeShapeType="1"/>
            </p:cNvSpPr>
            <p:nvPr/>
          </p:nvSpPr>
          <p:spPr>
            <a:xfrm>
              <a:off x="324914"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Information Protection</a:t>
              </a:r>
            </a:p>
          </p:txBody>
        </p:sp>
        <p:sp>
          <p:nvSpPr>
            <p:cNvPr id="1566" name="Right Triangle 1565">
              <a:extLst>
                <a:ext uri="{FF2B5EF4-FFF2-40B4-BE49-F238E27FC236}">
                  <a16:creationId xmlns:a16="http://schemas.microsoft.com/office/drawing/2014/main" id="{F63448EF-49CF-AEDB-9414-CFDD33364FDC}"/>
                </a:ext>
              </a:extLst>
            </p:cNvPr>
            <p:cNvSpPr>
              <a:spLocks noGrp="1" noRot="1" noMove="1" noResize="1" noEditPoints="1" noAdjustHandles="1" noChangeArrowheads="1" noChangeShapeType="1"/>
            </p:cNvSpPr>
            <p:nvPr/>
          </p:nvSpPr>
          <p:spPr>
            <a:xfrm rot="10800000">
              <a:off x="1056136"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67" name="Group 1566">
              <a:extLst>
                <a:ext uri="{FF2B5EF4-FFF2-40B4-BE49-F238E27FC236}">
                  <a16:creationId xmlns:a16="http://schemas.microsoft.com/office/drawing/2014/main" id="{1B72A93A-B839-F7E5-0B6A-BF718329BFCF}"/>
                </a:ext>
              </a:extLst>
            </p:cNvPr>
            <p:cNvGrpSpPr>
              <a:grpSpLocks noGrp="1" noUngrp="1" noRot="1" noMove="1" noResize="1"/>
            </p:cNvGrpSpPr>
            <p:nvPr/>
          </p:nvGrpSpPr>
          <p:grpSpPr>
            <a:xfrm>
              <a:off x="1136463" y="1736885"/>
              <a:ext cx="45719" cy="75385"/>
              <a:chOff x="3883481" y="2057400"/>
              <a:chExt cx="1608363" cy="2652031"/>
            </a:xfrm>
            <a:solidFill>
              <a:srgbClr val="A6A6A6"/>
            </a:solidFill>
          </p:grpSpPr>
          <p:sp>
            <p:nvSpPr>
              <p:cNvPr id="1568" name="Oval 27">
                <a:extLst>
                  <a:ext uri="{FF2B5EF4-FFF2-40B4-BE49-F238E27FC236}">
                    <a16:creationId xmlns:a16="http://schemas.microsoft.com/office/drawing/2014/main" id="{2E086C0F-821E-B6F3-55B3-F61731992CC4}"/>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9" name="Oval 28">
                <a:extLst>
                  <a:ext uri="{FF2B5EF4-FFF2-40B4-BE49-F238E27FC236}">
                    <a16:creationId xmlns:a16="http://schemas.microsoft.com/office/drawing/2014/main" id="{96F4A1E7-6420-E365-2D4F-2010F3C941A1}"/>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70" name="Group 1569">
            <a:extLst>
              <a:ext uri="{FF2B5EF4-FFF2-40B4-BE49-F238E27FC236}">
                <a16:creationId xmlns:a16="http://schemas.microsoft.com/office/drawing/2014/main" id="{F3B5F9EB-6B8D-B565-83AC-3096574CAC49}"/>
              </a:ext>
            </a:extLst>
          </p:cNvPr>
          <p:cNvGrpSpPr>
            <a:grpSpLocks noGrp="1" noUngrp="1" noRot="1" noMove="1" noResize="1"/>
          </p:cNvGrpSpPr>
          <p:nvPr/>
        </p:nvGrpSpPr>
        <p:grpSpPr>
          <a:xfrm>
            <a:off x="1268842" y="1532276"/>
            <a:ext cx="721206" cy="610038"/>
            <a:chOff x="1315999" y="1729403"/>
            <a:chExt cx="871904" cy="749108"/>
          </a:xfrm>
        </p:grpSpPr>
        <p:sp>
          <p:nvSpPr>
            <p:cNvPr id="1571" name="Rectangle 1570">
              <a:hlinkClick r:id="rId66" action="ppaction://hlinksldjump"/>
              <a:extLst>
                <a:ext uri="{FF2B5EF4-FFF2-40B4-BE49-F238E27FC236}">
                  <a16:creationId xmlns:a16="http://schemas.microsoft.com/office/drawing/2014/main" id="{A87DC7B1-9D06-9298-1FE9-2113B9D439CA}"/>
                </a:ext>
              </a:extLst>
            </p:cNvPr>
            <p:cNvSpPr>
              <a:spLocks noGrp="1" noRot="1" noMove="1" noResize="1" noEditPoints="1" noAdjustHandles="1" noChangeArrowheads="1" noChangeShapeType="1"/>
            </p:cNvSpPr>
            <p:nvPr/>
          </p:nvSpPr>
          <p:spPr>
            <a:xfrm>
              <a:off x="1315999" y="1729816"/>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Message Encryption</a:t>
              </a:r>
            </a:p>
          </p:txBody>
        </p:sp>
        <p:sp>
          <p:nvSpPr>
            <p:cNvPr id="1572" name="Right Triangle 1571">
              <a:extLst>
                <a:ext uri="{FF2B5EF4-FFF2-40B4-BE49-F238E27FC236}">
                  <a16:creationId xmlns:a16="http://schemas.microsoft.com/office/drawing/2014/main" id="{C49ACAC7-FF5A-22B4-C284-99E5F8540E91}"/>
                </a:ext>
              </a:extLst>
            </p:cNvPr>
            <p:cNvSpPr>
              <a:spLocks noGrp="1" noRot="1" noMove="1" noResize="1" noEditPoints="1" noAdjustHandles="1" noChangeArrowheads="1" noChangeShapeType="1"/>
            </p:cNvSpPr>
            <p:nvPr/>
          </p:nvSpPr>
          <p:spPr>
            <a:xfrm rot="10800000">
              <a:off x="2046390" y="172940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73" name="Group 1572">
              <a:extLst>
                <a:ext uri="{FF2B5EF4-FFF2-40B4-BE49-F238E27FC236}">
                  <a16:creationId xmlns:a16="http://schemas.microsoft.com/office/drawing/2014/main" id="{3F09773B-C34D-AD8A-3E9F-797A25A26387}"/>
                </a:ext>
              </a:extLst>
            </p:cNvPr>
            <p:cNvGrpSpPr>
              <a:grpSpLocks noGrp="1" noUngrp="1" noRot="1" noMove="1" noResize="1"/>
            </p:cNvGrpSpPr>
            <p:nvPr/>
          </p:nvGrpSpPr>
          <p:grpSpPr>
            <a:xfrm>
              <a:off x="2126717" y="1736885"/>
              <a:ext cx="45719" cy="75385"/>
              <a:chOff x="3883481" y="2057400"/>
              <a:chExt cx="1608363" cy="2652031"/>
            </a:xfrm>
            <a:solidFill>
              <a:srgbClr val="A6A6A6"/>
            </a:solidFill>
          </p:grpSpPr>
          <p:sp>
            <p:nvSpPr>
              <p:cNvPr id="1574" name="Oval 27">
                <a:extLst>
                  <a:ext uri="{FF2B5EF4-FFF2-40B4-BE49-F238E27FC236}">
                    <a16:creationId xmlns:a16="http://schemas.microsoft.com/office/drawing/2014/main" id="{CFD0DA59-3CC8-BF75-AA80-B3E19F167F90}"/>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75" name="Oval 28">
                <a:extLst>
                  <a:ext uri="{FF2B5EF4-FFF2-40B4-BE49-F238E27FC236}">
                    <a16:creationId xmlns:a16="http://schemas.microsoft.com/office/drawing/2014/main" id="{03D8C11C-55A2-1568-9289-D23EBEF6BBC8}"/>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82" name="Group 1581">
            <a:extLst>
              <a:ext uri="{FF2B5EF4-FFF2-40B4-BE49-F238E27FC236}">
                <a16:creationId xmlns:a16="http://schemas.microsoft.com/office/drawing/2014/main" id="{EECBAD80-1962-B670-2EBE-F0C19B8CD384}"/>
              </a:ext>
            </a:extLst>
          </p:cNvPr>
          <p:cNvGrpSpPr>
            <a:grpSpLocks noGrp="1" noUngrp="1" noRot="1" noMove="1" noResize="1"/>
          </p:cNvGrpSpPr>
          <p:nvPr/>
        </p:nvGrpSpPr>
        <p:grpSpPr>
          <a:xfrm>
            <a:off x="5454383" y="2974054"/>
            <a:ext cx="721206" cy="609701"/>
            <a:chOff x="7262509" y="3370808"/>
            <a:chExt cx="871904" cy="748695"/>
          </a:xfrm>
        </p:grpSpPr>
        <p:sp>
          <p:nvSpPr>
            <p:cNvPr id="1583" name="Rectangle 1582">
              <a:hlinkClick r:id="rId67" action="ppaction://hlinksldjump"/>
              <a:extLst>
                <a:ext uri="{FF2B5EF4-FFF2-40B4-BE49-F238E27FC236}">
                  <a16:creationId xmlns:a16="http://schemas.microsoft.com/office/drawing/2014/main" id="{974156D6-5D65-CEF2-8417-6CB70F72443C}"/>
                </a:ext>
              </a:extLst>
            </p:cNvPr>
            <p:cNvSpPr>
              <a:spLocks noGrp="1" noRot="1" noMove="1" noResize="1" noEditPoints="1" noAdjustHandles="1" noChangeArrowheads="1" noChangeShapeType="1"/>
            </p:cNvSpPr>
            <p:nvPr/>
          </p:nvSpPr>
          <p:spPr>
            <a:xfrm>
              <a:off x="7262509" y="3370808"/>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Privileged Identity Management</a:t>
              </a:r>
            </a:p>
          </p:txBody>
        </p:sp>
        <p:sp>
          <p:nvSpPr>
            <p:cNvPr id="1584" name="Rectangle 1583">
              <a:extLst>
                <a:ext uri="{FF2B5EF4-FFF2-40B4-BE49-F238E27FC236}">
                  <a16:creationId xmlns:a16="http://schemas.microsoft.com/office/drawing/2014/main" id="{C85819E5-3E81-E8AD-2F6D-230EEC9E9EE1}"/>
                </a:ext>
              </a:extLst>
            </p:cNvPr>
            <p:cNvSpPr>
              <a:spLocks noGrp="1" noRot="1" noMove="1" noResize="1" noEditPoints="1" noAdjustHandles="1" noChangeArrowheads="1" noChangeShapeType="1"/>
            </p:cNvSpPr>
            <p:nvPr/>
          </p:nvSpPr>
          <p:spPr>
            <a:xfrm flipV="1">
              <a:off x="7999814" y="3378276"/>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5" name="Oval 15">
              <a:extLst>
                <a:ext uri="{FF2B5EF4-FFF2-40B4-BE49-F238E27FC236}">
                  <a16:creationId xmlns:a16="http://schemas.microsoft.com/office/drawing/2014/main" id="{36F203FA-F71B-6CFA-D916-C1AE0A184003}"/>
                </a:ext>
              </a:extLst>
            </p:cNvPr>
            <p:cNvSpPr>
              <a:spLocks noGrp="1" noRot="1" noMove="1" noResize="1" noEditPoints="1" noAdjustHandles="1" noChangeArrowheads="1" noChangeShapeType="1"/>
            </p:cNvSpPr>
            <p:nvPr/>
          </p:nvSpPr>
          <p:spPr>
            <a:xfrm>
              <a:off x="8032926" y="3423390"/>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586" name="Straight Connector 1585">
              <a:extLst>
                <a:ext uri="{FF2B5EF4-FFF2-40B4-BE49-F238E27FC236}">
                  <a16:creationId xmlns:a16="http://schemas.microsoft.com/office/drawing/2014/main" id="{8D45ADB5-0243-DAE1-EEAE-E2B6DC51FCB8}"/>
                </a:ext>
              </a:extLst>
            </p:cNvPr>
            <p:cNvCxnSpPr>
              <a:cxnSpLocks noGrp="1" noRot="1" noMove="1" noResize="1" noEditPoints="1" noAdjustHandles="1" noChangeArrowheads="1" noChangeShapeType="1"/>
              <a:stCxn id="1585" idx="0"/>
            </p:cNvCxnSpPr>
            <p:nvPr/>
          </p:nvCxnSpPr>
          <p:spPr>
            <a:xfrm flipV="1">
              <a:off x="8039813" y="3394869"/>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587" name="Straight Connector 1586">
              <a:extLst>
                <a:ext uri="{FF2B5EF4-FFF2-40B4-BE49-F238E27FC236}">
                  <a16:creationId xmlns:a16="http://schemas.microsoft.com/office/drawing/2014/main" id="{71734676-A4E8-7197-A158-D00D181173CC}"/>
                </a:ext>
              </a:extLst>
            </p:cNvPr>
            <p:cNvCxnSpPr>
              <a:cxnSpLocks noGrp="1" noRot="1" noMove="1" noResize="1" noEditPoints="1" noAdjustHandles="1" noChangeArrowheads="1" noChangeShapeType="1"/>
            </p:cNvCxnSpPr>
            <p:nvPr/>
          </p:nvCxnSpPr>
          <p:spPr>
            <a:xfrm>
              <a:off x="8046727" y="3394869"/>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588" name="Group 1587">
            <a:extLst>
              <a:ext uri="{FF2B5EF4-FFF2-40B4-BE49-F238E27FC236}">
                <a16:creationId xmlns:a16="http://schemas.microsoft.com/office/drawing/2014/main" id="{09F70BD8-905E-1B8E-AA9A-D048C4CC3F24}"/>
              </a:ext>
            </a:extLst>
          </p:cNvPr>
          <p:cNvGrpSpPr>
            <a:grpSpLocks noGrp="1" noUngrp="1" noRot="1" noMove="1" noResize="1"/>
          </p:cNvGrpSpPr>
          <p:nvPr/>
        </p:nvGrpSpPr>
        <p:grpSpPr>
          <a:xfrm>
            <a:off x="431659" y="2974054"/>
            <a:ext cx="721893" cy="609701"/>
            <a:chOff x="324914" y="3371220"/>
            <a:chExt cx="872735" cy="748695"/>
          </a:xfrm>
        </p:grpSpPr>
        <p:sp>
          <p:nvSpPr>
            <p:cNvPr id="1589" name="Rectangle 1588">
              <a:hlinkClick r:id="rId68" action="ppaction://hlinksldjump"/>
              <a:extLst>
                <a:ext uri="{FF2B5EF4-FFF2-40B4-BE49-F238E27FC236}">
                  <a16:creationId xmlns:a16="http://schemas.microsoft.com/office/drawing/2014/main" id="{8EB5F92A-0E75-A3A6-F1E2-176E1CC73926}"/>
                </a:ext>
              </a:extLst>
            </p:cNvPr>
            <p:cNvSpPr>
              <a:spLocks noGrp="1" noRot="1" noMove="1" noResize="1" noEditPoints="1" noAdjustHandles="1" noChangeArrowheads="1" noChangeShapeType="1"/>
            </p:cNvSpPr>
            <p:nvPr/>
          </p:nvSpPr>
          <p:spPr>
            <a:xfrm>
              <a:off x="324914" y="3371220"/>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Hello</a:t>
              </a:r>
            </a:p>
          </p:txBody>
        </p:sp>
        <p:sp>
          <p:nvSpPr>
            <p:cNvPr id="1590" name="Right Triangle 1589">
              <a:extLst>
                <a:ext uri="{FF2B5EF4-FFF2-40B4-BE49-F238E27FC236}">
                  <a16:creationId xmlns:a16="http://schemas.microsoft.com/office/drawing/2014/main" id="{7E197B4D-7C00-39FC-3999-06B1EAE934F2}"/>
                </a:ext>
              </a:extLst>
            </p:cNvPr>
            <p:cNvSpPr>
              <a:spLocks noGrp="1" noRot="1" noMove="1" noResize="1" noEditPoints="1" noAdjustHandles="1" noChangeArrowheads="1" noChangeShapeType="1"/>
            </p:cNvSpPr>
            <p:nvPr/>
          </p:nvSpPr>
          <p:spPr>
            <a:xfrm rot="10800000">
              <a:off x="1056136" y="337318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91" name="Group 1590">
              <a:extLst>
                <a:ext uri="{FF2B5EF4-FFF2-40B4-BE49-F238E27FC236}">
                  <a16:creationId xmlns:a16="http://schemas.microsoft.com/office/drawing/2014/main" id="{4585F995-E82C-570B-A6BC-66F8823C4944}"/>
                </a:ext>
              </a:extLst>
            </p:cNvPr>
            <p:cNvGrpSpPr>
              <a:grpSpLocks noGrp="1" noUngrp="1" noRot="1" noMove="1" noResize="1"/>
            </p:cNvGrpSpPr>
            <p:nvPr/>
          </p:nvGrpSpPr>
          <p:grpSpPr>
            <a:xfrm>
              <a:off x="1136463" y="3380672"/>
              <a:ext cx="45719" cy="75385"/>
              <a:chOff x="3883481" y="2057400"/>
              <a:chExt cx="1608363" cy="2652031"/>
            </a:xfrm>
            <a:solidFill>
              <a:srgbClr val="A6A6A6"/>
            </a:solidFill>
          </p:grpSpPr>
          <p:sp>
            <p:nvSpPr>
              <p:cNvPr id="1592" name="Oval 27">
                <a:extLst>
                  <a:ext uri="{FF2B5EF4-FFF2-40B4-BE49-F238E27FC236}">
                    <a16:creationId xmlns:a16="http://schemas.microsoft.com/office/drawing/2014/main" id="{3EB64AAE-D081-EF94-7EFB-334611B628FF}"/>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3" name="Oval 28">
                <a:extLst>
                  <a:ext uri="{FF2B5EF4-FFF2-40B4-BE49-F238E27FC236}">
                    <a16:creationId xmlns:a16="http://schemas.microsoft.com/office/drawing/2014/main" id="{BF823C04-BE46-B071-F57A-23ED6588086C}"/>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94" name="Group 1593">
            <a:extLst>
              <a:ext uri="{FF2B5EF4-FFF2-40B4-BE49-F238E27FC236}">
                <a16:creationId xmlns:a16="http://schemas.microsoft.com/office/drawing/2014/main" id="{1281BA5D-8D48-B0A9-5204-4C9E8959B41B}"/>
              </a:ext>
            </a:extLst>
          </p:cNvPr>
          <p:cNvGrpSpPr>
            <a:grpSpLocks noGrp="1" noUngrp="1" noRot="1" noMove="1" noResize="1"/>
          </p:cNvGrpSpPr>
          <p:nvPr/>
        </p:nvGrpSpPr>
        <p:grpSpPr>
          <a:xfrm>
            <a:off x="2945797" y="5133268"/>
            <a:ext cx="724142" cy="609701"/>
            <a:chOff x="4252883" y="6022259"/>
            <a:chExt cx="875457" cy="748695"/>
          </a:xfrm>
        </p:grpSpPr>
        <p:sp>
          <p:nvSpPr>
            <p:cNvPr id="1595" name="Rectangle 1594">
              <a:hlinkClick r:id="rId69" action="ppaction://hlinksldjump"/>
              <a:extLst>
                <a:ext uri="{FF2B5EF4-FFF2-40B4-BE49-F238E27FC236}">
                  <a16:creationId xmlns:a16="http://schemas.microsoft.com/office/drawing/2014/main" id="{3A2F37F9-30C6-FFD8-4DBD-0F55E0B83B24}"/>
                </a:ext>
              </a:extLst>
            </p:cNvPr>
            <p:cNvSpPr>
              <a:spLocks/>
            </p:cNvSpPr>
            <p:nvPr/>
          </p:nvSpPr>
          <p:spPr>
            <a:xfrm>
              <a:off x="4252883" y="6022259"/>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Self Service Capabilities</a:t>
              </a:r>
            </a:p>
          </p:txBody>
        </p:sp>
        <p:sp>
          <p:nvSpPr>
            <p:cNvPr id="1596" name="Right Triangle 1595">
              <a:extLst>
                <a:ext uri="{FF2B5EF4-FFF2-40B4-BE49-F238E27FC236}">
                  <a16:creationId xmlns:a16="http://schemas.microsoft.com/office/drawing/2014/main" id="{590DDE86-E183-A285-1C51-CEEB63BCB87F}"/>
                </a:ext>
              </a:extLst>
            </p:cNvPr>
            <p:cNvSpPr>
              <a:spLocks/>
            </p:cNvSpPr>
            <p:nvPr/>
          </p:nvSpPr>
          <p:spPr>
            <a:xfrm rot="10800000">
              <a:off x="4986827" y="602522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97" name="Group 1596">
              <a:extLst>
                <a:ext uri="{FF2B5EF4-FFF2-40B4-BE49-F238E27FC236}">
                  <a16:creationId xmlns:a16="http://schemas.microsoft.com/office/drawing/2014/main" id="{071AC0DD-03B1-DEB2-1CED-87408A4F155F}"/>
                </a:ext>
              </a:extLst>
            </p:cNvPr>
            <p:cNvGrpSpPr>
              <a:grpSpLocks noGrp="1" noUngrp="1" noRot="1" noMove="1" noResize="1"/>
            </p:cNvGrpSpPr>
            <p:nvPr/>
          </p:nvGrpSpPr>
          <p:grpSpPr>
            <a:xfrm>
              <a:off x="5067160" y="6032702"/>
              <a:ext cx="45719" cy="75390"/>
              <a:chOff x="-67127423" y="95334804"/>
              <a:chExt cx="1608369" cy="2652207"/>
            </a:xfrm>
            <a:solidFill>
              <a:srgbClr val="A6A6A6"/>
            </a:solidFill>
          </p:grpSpPr>
          <p:sp>
            <p:nvSpPr>
              <p:cNvPr id="1598" name="Oval 27">
                <a:extLst>
                  <a:ext uri="{FF2B5EF4-FFF2-40B4-BE49-F238E27FC236}">
                    <a16:creationId xmlns:a16="http://schemas.microsoft.com/office/drawing/2014/main" id="{2F07C1F3-B708-99E6-603C-2EC64352472B}"/>
                  </a:ext>
                </a:extLst>
              </p:cNvPr>
              <p:cNvSpPr>
                <a:spLocks/>
              </p:cNvSpPr>
              <p:nvPr/>
            </p:nvSpPr>
            <p:spPr>
              <a:xfrm>
                <a:off x="-67026499" y="95334804"/>
                <a:ext cx="1355266" cy="1186567"/>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9" name="Oval 28">
                <a:extLst>
                  <a:ext uri="{FF2B5EF4-FFF2-40B4-BE49-F238E27FC236}">
                    <a16:creationId xmlns:a16="http://schemas.microsoft.com/office/drawing/2014/main" id="{199F5A54-C631-827B-CF88-D2A56160BC11}"/>
                  </a:ext>
                </a:extLst>
              </p:cNvPr>
              <p:cNvSpPr>
                <a:spLocks/>
              </p:cNvSpPr>
              <p:nvPr/>
            </p:nvSpPr>
            <p:spPr>
              <a:xfrm>
                <a:off x="-67127423" y="96521069"/>
                <a:ext cx="1608369" cy="146594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00" name="Group 1599">
            <a:extLst>
              <a:ext uri="{FF2B5EF4-FFF2-40B4-BE49-F238E27FC236}">
                <a16:creationId xmlns:a16="http://schemas.microsoft.com/office/drawing/2014/main" id="{6B8815C4-1989-8FD0-CEFC-5DF8B33DDC99}"/>
              </a:ext>
            </a:extLst>
          </p:cNvPr>
          <p:cNvGrpSpPr>
            <a:grpSpLocks noGrp="1" noUngrp="1" noRot="1" noMove="1" noResize="1"/>
          </p:cNvGrpSpPr>
          <p:nvPr/>
        </p:nvGrpSpPr>
        <p:grpSpPr>
          <a:xfrm>
            <a:off x="2940467" y="2974054"/>
            <a:ext cx="721206" cy="613154"/>
            <a:chOff x="2307084" y="4187684"/>
            <a:chExt cx="871904" cy="752933"/>
          </a:xfrm>
        </p:grpSpPr>
        <p:sp>
          <p:nvSpPr>
            <p:cNvPr id="1601" name="Rectangle 1600">
              <a:hlinkClick r:id="rId70" action="ppaction://hlinksldjump"/>
              <a:extLst>
                <a:ext uri="{FF2B5EF4-FFF2-40B4-BE49-F238E27FC236}">
                  <a16:creationId xmlns:a16="http://schemas.microsoft.com/office/drawing/2014/main" id="{D8968E35-909B-8215-0A30-8E9712455493}"/>
                </a:ext>
              </a:extLst>
            </p:cNvPr>
            <p:cNvSpPr>
              <a:spLocks noGrp="1" noRot="1" noMove="1" noResize="1" noEditPoints="1" noAdjustHandles="1" noChangeArrowheads="1" noChangeShapeType="1"/>
            </p:cNvSpPr>
            <p:nvPr/>
          </p:nvSpPr>
          <p:spPr>
            <a:xfrm>
              <a:off x="2307084"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Temporary Access Passwords</a:t>
              </a:r>
            </a:p>
          </p:txBody>
        </p:sp>
        <p:sp>
          <p:nvSpPr>
            <p:cNvPr id="1602" name="Right Triangle 1601">
              <a:extLst>
                <a:ext uri="{FF2B5EF4-FFF2-40B4-BE49-F238E27FC236}">
                  <a16:creationId xmlns:a16="http://schemas.microsoft.com/office/drawing/2014/main" id="{8E565D4C-3067-8051-E3C6-49AA2F5C54FD}"/>
                </a:ext>
              </a:extLst>
            </p:cNvPr>
            <p:cNvSpPr>
              <a:spLocks noGrp="1" noRot="1" noMove="1" noResize="1" noEditPoints="1" noAdjustHandles="1" noChangeArrowheads="1" noChangeShapeType="1"/>
            </p:cNvSpPr>
            <p:nvPr/>
          </p:nvSpPr>
          <p:spPr>
            <a:xfrm rot="10800000">
              <a:off x="3036801" y="4187682"/>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03" name="Group 1602">
              <a:extLst>
                <a:ext uri="{FF2B5EF4-FFF2-40B4-BE49-F238E27FC236}">
                  <a16:creationId xmlns:a16="http://schemas.microsoft.com/office/drawing/2014/main" id="{BEFA5F97-3E96-3DBB-D036-A98E056ED888}"/>
                </a:ext>
              </a:extLst>
            </p:cNvPr>
            <p:cNvGrpSpPr>
              <a:grpSpLocks noGrp="1" noUngrp="1" noRot="1" noMove="1" noResize="1"/>
            </p:cNvGrpSpPr>
            <p:nvPr/>
          </p:nvGrpSpPr>
          <p:grpSpPr>
            <a:xfrm>
              <a:off x="3117128" y="4195165"/>
              <a:ext cx="45719" cy="75385"/>
              <a:chOff x="3883481" y="2057400"/>
              <a:chExt cx="1608363" cy="2652031"/>
            </a:xfrm>
            <a:solidFill>
              <a:srgbClr val="A6A6A6"/>
            </a:solidFill>
          </p:grpSpPr>
          <p:sp>
            <p:nvSpPr>
              <p:cNvPr id="1604" name="Oval 27">
                <a:extLst>
                  <a:ext uri="{FF2B5EF4-FFF2-40B4-BE49-F238E27FC236}">
                    <a16:creationId xmlns:a16="http://schemas.microsoft.com/office/drawing/2014/main" id="{581199E0-C1C4-FC5C-7177-5B60F702C05E}"/>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5" name="Oval 28">
                <a:extLst>
                  <a:ext uri="{FF2B5EF4-FFF2-40B4-BE49-F238E27FC236}">
                    <a16:creationId xmlns:a16="http://schemas.microsoft.com/office/drawing/2014/main" id="{C1016514-981A-46B8-B283-D5474353B547}"/>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06" name="Group 1605">
            <a:extLst>
              <a:ext uri="{FF2B5EF4-FFF2-40B4-BE49-F238E27FC236}">
                <a16:creationId xmlns:a16="http://schemas.microsoft.com/office/drawing/2014/main" id="{57A23AB2-79B8-A7C4-B0A7-213AF0ACB710}"/>
              </a:ext>
            </a:extLst>
          </p:cNvPr>
          <p:cNvGrpSpPr>
            <a:grpSpLocks noGrp="1" noUngrp="1" noRot="1" noMove="1" noResize="1"/>
          </p:cNvGrpSpPr>
          <p:nvPr/>
        </p:nvGrpSpPr>
        <p:grpSpPr>
          <a:xfrm>
            <a:off x="1268379" y="2974054"/>
            <a:ext cx="721206" cy="609701"/>
            <a:chOff x="1315999" y="2560818"/>
            <a:chExt cx="871904" cy="748695"/>
          </a:xfrm>
        </p:grpSpPr>
        <p:sp>
          <p:nvSpPr>
            <p:cNvPr id="1607" name="Rectangle 1606">
              <a:hlinkClick r:id="rId71" action="ppaction://hlinksldjump"/>
              <a:extLst>
                <a:ext uri="{FF2B5EF4-FFF2-40B4-BE49-F238E27FC236}">
                  <a16:creationId xmlns:a16="http://schemas.microsoft.com/office/drawing/2014/main" id="{E7A9746A-509D-5294-BD75-35A94F0FFE2C}"/>
                </a:ext>
              </a:extLst>
            </p:cNvPr>
            <p:cNvSpPr>
              <a:spLocks noGrp="1" noRot="1" noMove="1" noResize="1" noEditPoints="1" noAdjustHandles="1" noChangeArrowheads="1" noChangeShapeType="1"/>
            </p:cNvSpPr>
            <p:nvPr/>
          </p:nvSpPr>
          <p:spPr>
            <a:xfrm>
              <a:off x="1315999" y="256081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Local Admin Password Solution (LAPS)</a:t>
              </a:r>
            </a:p>
          </p:txBody>
        </p:sp>
        <p:sp>
          <p:nvSpPr>
            <p:cNvPr id="1608" name="Right Triangle 1607">
              <a:extLst>
                <a:ext uri="{FF2B5EF4-FFF2-40B4-BE49-F238E27FC236}">
                  <a16:creationId xmlns:a16="http://schemas.microsoft.com/office/drawing/2014/main" id="{5A978A58-1FC5-4361-DD06-486528FE5A77}"/>
                </a:ext>
              </a:extLst>
            </p:cNvPr>
            <p:cNvSpPr>
              <a:spLocks noGrp="1" noRot="1" noMove="1" noResize="1" noEditPoints="1" noAdjustHandles="1" noChangeArrowheads="1" noChangeShapeType="1"/>
            </p:cNvSpPr>
            <p:nvPr/>
          </p:nvSpPr>
          <p:spPr>
            <a:xfrm rot="10800000">
              <a:off x="2046390" y="2568549"/>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09" name="Group 1608">
              <a:extLst>
                <a:ext uri="{FF2B5EF4-FFF2-40B4-BE49-F238E27FC236}">
                  <a16:creationId xmlns:a16="http://schemas.microsoft.com/office/drawing/2014/main" id="{4CD26024-83D2-3BCF-3BCD-373880A1C852}"/>
                </a:ext>
              </a:extLst>
            </p:cNvPr>
            <p:cNvGrpSpPr>
              <a:grpSpLocks noGrp="1" noUngrp="1" noRot="1" noMove="1" noResize="1"/>
            </p:cNvGrpSpPr>
            <p:nvPr/>
          </p:nvGrpSpPr>
          <p:grpSpPr>
            <a:xfrm>
              <a:off x="2126717" y="2576032"/>
              <a:ext cx="45719" cy="75385"/>
              <a:chOff x="3883481" y="2057400"/>
              <a:chExt cx="1608363" cy="2652031"/>
            </a:xfrm>
            <a:solidFill>
              <a:srgbClr val="A6A6A6"/>
            </a:solidFill>
          </p:grpSpPr>
          <p:sp>
            <p:nvSpPr>
              <p:cNvPr id="1610" name="Oval 27">
                <a:extLst>
                  <a:ext uri="{FF2B5EF4-FFF2-40B4-BE49-F238E27FC236}">
                    <a16:creationId xmlns:a16="http://schemas.microsoft.com/office/drawing/2014/main" id="{6413E4CB-822A-A3A1-9497-6178BD4EC112}"/>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1" name="Oval 28">
                <a:extLst>
                  <a:ext uri="{FF2B5EF4-FFF2-40B4-BE49-F238E27FC236}">
                    <a16:creationId xmlns:a16="http://schemas.microsoft.com/office/drawing/2014/main" id="{FD97B921-9A4E-D2D4-96A1-B3FC66112070}"/>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2" name="Group 1611">
            <a:extLst>
              <a:ext uri="{FF2B5EF4-FFF2-40B4-BE49-F238E27FC236}">
                <a16:creationId xmlns:a16="http://schemas.microsoft.com/office/drawing/2014/main" id="{38A18A11-63BC-5517-33BC-46BDFD42CDEA}"/>
              </a:ext>
            </a:extLst>
          </p:cNvPr>
          <p:cNvGrpSpPr>
            <a:grpSpLocks noGrp="1" noUngrp="1" noRot="1" noMove="1" noResize="1"/>
          </p:cNvGrpSpPr>
          <p:nvPr/>
        </p:nvGrpSpPr>
        <p:grpSpPr>
          <a:xfrm>
            <a:off x="2938534" y="811556"/>
            <a:ext cx="721206" cy="609701"/>
            <a:chOff x="3298169" y="909114"/>
            <a:chExt cx="871904" cy="748695"/>
          </a:xfrm>
        </p:grpSpPr>
        <p:sp>
          <p:nvSpPr>
            <p:cNvPr id="1613" name="Rectangle 1612">
              <a:hlinkClick r:id="rId72" action="ppaction://hlinksldjump"/>
              <a:extLst>
                <a:ext uri="{FF2B5EF4-FFF2-40B4-BE49-F238E27FC236}">
                  <a16:creationId xmlns:a16="http://schemas.microsoft.com/office/drawing/2014/main" id="{80F50CA4-850E-12BD-88F3-8D070D49E877}"/>
                </a:ext>
              </a:extLst>
            </p:cNvPr>
            <p:cNvSpPr>
              <a:spLocks noGrp="1" noRot="1" noMove="1" noResize="1" noEditPoints="1" noAdjustHandles="1" noChangeArrowheads="1" noChangeShapeType="1"/>
            </p:cNvSpPr>
            <p:nvPr/>
          </p:nvSpPr>
          <p:spPr>
            <a:xfrm>
              <a:off x="3298169"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Teams Data Loss Prevention</a:t>
              </a:r>
            </a:p>
          </p:txBody>
        </p:sp>
        <p:sp>
          <p:nvSpPr>
            <p:cNvPr id="1614" name="Rectangle 1613">
              <a:extLst>
                <a:ext uri="{FF2B5EF4-FFF2-40B4-BE49-F238E27FC236}">
                  <a16:creationId xmlns:a16="http://schemas.microsoft.com/office/drawing/2014/main" id="{D18C6282-26D3-6499-7EED-45C978B4E2C5}"/>
                </a:ext>
              </a:extLst>
            </p:cNvPr>
            <p:cNvSpPr>
              <a:spLocks noGrp="1" noRot="1" noMove="1" noResize="1" noEditPoints="1" noAdjustHandles="1" noChangeArrowheads="1" noChangeShapeType="1"/>
            </p:cNvSpPr>
            <p:nvPr/>
          </p:nvSpPr>
          <p:spPr>
            <a:xfrm flipV="1">
              <a:off x="4043182"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5" name="Oval 15">
              <a:extLst>
                <a:ext uri="{FF2B5EF4-FFF2-40B4-BE49-F238E27FC236}">
                  <a16:creationId xmlns:a16="http://schemas.microsoft.com/office/drawing/2014/main" id="{94FBC4DF-C5EE-A7D7-F4C9-23CC9C3F7219}"/>
                </a:ext>
              </a:extLst>
            </p:cNvPr>
            <p:cNvSpPr>
              <a:spLocks noGrp="1" noRot="1" noMove="1" noResize="1" noEditPoints="1" noAdjustHandles="1" noChangeArrowheads="1" noChangeShapeType="1"/>
            </p:cNvSpPr>
            <p:nvPr/>
          </p:nvSpPr>
          <p:spPr>
            <a:xfrm>
              <a:off x="4076294"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16" name="Straight Connector 1615">
              <a:extLst>
                <a:ext uri="{FF2B5EF4-FFF2-40B4-BE49-F238E27FC236}">
                  <a16:creationId xmlns:a16="http://schemas.microsoft.com/office/drawing/2014/main" id="{30CF24F4-2AC8-6F2E-4147-C0E387BE9A42}"/>
                </a:ext>
              </a:extLst>
            </p:cNvPr>
            <p:cNvCxnSpPr>
              <a:cxnSpLocks noGrp="1" noRot="1" noMove="1" noResize="1" noEditPoints="1" noAdjustHandles="1" noChangeArrowheads="1" noChangeShapeType="1"/>
              <a:stCxn id="1615" idx="0"/>
            </p:cNvCxnSpPr>
            <p:nvPr/>
          </p:nvCxnSpPr>
          <p:spPr>
            <a:xfrm flipV="1">
              <a:off x="4083181"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17" name="Straight Connector 1616">
              <a:extLst>
                <a:ext uri="{FF2B5EF4-FFF2-40B4-BE49-F238E27FC236}">
                  <a16:creationId xmlns:a16="http://schemas.microsoft.com/office/drawing/2014/main" id="{C3685AC9-A999-A47A-39C4-3D3FFFC7CA19}"/>
                </a:ext>
              </a:extLst>
            </p:cNvPr>
            <p:cNvCxnSpPr>
              <a:cxnSpLocks noGrp="1" noRot="1" noMove="1" noResize="1" noEditPoints="1" noAdjustHandles="1" noChangeArrowheads="1" noChangeShapeType="1"/>
            </p:cNvCxnSpPr>
            <p:nvPr/>
          </p:nvCxnSpPr>
          <p:spPr>
            <a:xfrm>
              <a:off x="4090095"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18" name="Group 1617">
            <a:extLst>
              <a:ext uri="{FF2B5EF4-FFF2-40B4-BE49-F238E27FC236}">
                <a16:creationId xmlns:a16="http://schemas.microsoft.com/office/drawing/2014/main" id="{0020DDF3-1C8A-57BD-4F03-50A38C26D081}"/>
              </a:ext>
            </a:extLst>
          </p:cNvPr>
          <p:cNvGrpSpPr>
            <a:grpSpLocks noGrp="1" noUngrp="1" noRot="1" noMove="1" noResize="1"/>
          </p:cNvGrpSpPr>
          <p:nvPr/>
        </p:nvGrpSpPr>
        <p:grpSpPr>
          <a:xfrm>
            <a:off x="2102909" y="811556"/>
            <a:ext cx="721206" cy="609701"/>
            <a:chOff x="2307084" y="909114"/>
            <a:chExt cx="871904" cy="748695"/>
          </a:xfrm>
        </p:grpSpPr>
        <p:sp>
          <p:nvSpPr>
            <p:cNvPr id="1619" name="Rectangle 1618">
              <a:hlinkClick r:id="rId73" action="ppaction://hlinksldjump"/>
              <a:extLst>
                <a:ext uri="{FF2B5EF4-FFF2-40B4-BE49-F238E27FC236}">
                  <a16:creationId xmlns:a16="http://schemas.microsoft.com/office/drawing/2014/main" id="{CBEFF998-C6E8-9028-6A93-E64A87036637}"/>
                </a:ext>
              </a:extLst>
            </p:cNvPr>
            <p:cNvSpPr>
              <a:spLocks noGrp="1" noRot="1" noMove="1" noResize="1" noEditPoints="1" noAdjustHandles="1" noChangeArrowheads="1" noChangeShapeType="1"/>
            </p:cNvSpPr>
            <p:nvPr/>
          </p:nvSpPr>
          <p:spPr>
            <a:xfrm>
              <a:off x="230708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(P1)</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620" name="Rectangle 1619">
              <a:extLst>
                <a:ext uri="{FF2B5EF4-FFF2-40B4-BE49-F238E27FC236}">
                  <a16:creationId xmlns:a16="http://schemas.microsoft.com/office/drawing/2014/main" id="{BCDB6F89-130F-592D-B587-53D90C774520}"/>
                </a:ext>
              </a:extLst>
            </p:cNvPr>
            <p:cNvSpPr>
              <a:spLocks noGrp="1" noRot="1" noMove="1" noResize="1" noEditPoints="1" noAdjustHandles="1" noChangeArrowheads="1" noChangeShapeType="1"/>
            </p:cNvSpPr>
            <p:nvPr/>
          </p:nvSpPr>
          <p:spPr>
            <a:xfrm flipV="1">
              <a:off x="3054190" y="916254"/>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1" name="Oval 15">
              <a:extLst>
                <a:ext uri="{FF2B5EF4-FFF2-40B4-BE49-F238E27FC236}">
                  <a16:creationId xmlns:a16="http://schemas.microsoft.com/office/drawing/2014/main" id="{09CB49FB-0468-C6EA-16F8-6937CDC7D1A5}"/>
                </a:ext>
              </a:extLst>
            </p:cNvPr>
            <p:cNvSpPr>
              <a:spLocks noGrp="1" noRot="1" noMove="1" noResize="1" noEditPoints="1" noAdjustHandles="1" noChangeArrowheads="1" noChangeShapeType="1"/>
            </p:cNvSpPr>
            <p:nvPr/>
          </p:nvSpPr>
          <p:spPr>
            <a:xfrm>
              <a:off x="3087302"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22" name="Straight Connector 1621">
              <a:extLst>
                <a:ext uri="{FF2B5EF4-FFF2-40B4-BE49-F238E27FC236}">
                  <a16:creationId xmlns:a16="http://schemas.microsoft.com/office/drawing/2014/main" id="{DBC97118-1F85-628B-39A2-19C03BC6BC25}"/>
                </a:ext>
              </a:extLst>
            </p:cNvPr>
            <p:cNvCxnSpPr>
              <a:cxnSpLocks noGrp="1" noRot="1" noMove="1" noResize="1" noEditPoints="1" noAdjustHandles="1" noChangeArrowheads="1" noChangeShapeType="1"/>
              <a:stCxn id="1621" idx="0"/>
            </p:cNvCxnSpPr>
            <p:nvPr/>
          </p:nvCxnSpPr>
          <p:spPr>
            <a:xfrm flipV="1">
              <a:off x="3094189"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623" name="Straight Connector 1622">
              <a:extLst>
                <a:ext uri="{FF2B5EF4-FFF2-40B4-BE49-F238E27FC236}">
                  <a16:creationId xmlns:a16="http://schemas.microsoft.com/office/drawing/2014/main" id="{FB6A088A-CBA2-903F-A6AD-B70A0AB53F87}"/>
                </a:ext>
              </a:extLst>
            </p:cNvPr>
            <p:cNvCxnSpPr>
              <a:cxnSpLocks noGrp="1" noRot="1" noMove="1" noResize="1" noEditPoints="1" noAdjustHandles="1" noChangeArrowheads="1" noChangeShapeType="1"/>
            </p:cNvCxnSpPr>
            <p:nvPr/>
          </p:nvCxnSpPr>
          <p:spPr>
            <a:xfrm>
              <a:off x="3101103"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624" name="Group 1623">
            <a:extLst>
              <a:ext uri="{FF2B5EF4-FFF2-40B4-BE49-F238E27FC236}">
                <a16:creationId xmlns:a16="http://schemas.microsoft.com/office/drawing/2014/main" id="{4096C0F9-2693-4215-7E7C-68F032F94769}"/>
              </a:ext>
            </a:extLst>
          </p:cNvPr>
          <p:cNvGrpSpPr>
            <a:grpSpLocks noGrp="1" noUngrp="1" noRot="1" noMove="1" noResize="1"/>
          </p:cNvGrpSpPr>
          <p:nvPr/>
        </p:nvGrpSpPr>
        <p:grpSpPr>
          <a:xfrm>
            <a:off x="431659" y="811556"/>
            <a:ext cx="721206" cy="609701"/>
            <a:chOff x="324914" y="909114"/>
            <a:chExt cx="871904" cy="748695"/>
          </a:xfrm>
        </p:grpSpPr>
        <p:sp>
          <p:nvSpPr>
            <p:cNvPr id="1625" name="Rectangle 1624">
              <a:hlinkClick r:id="rId74" action="ppaction://hlinksldjump"/>
              <a:extLst>
                <a:ext uri="{FF2B5EF4-FFF2-40B4-BE49-F238E27FC236}">
                  <a16:creationId xmlns:a16="http://schemas.microsoft.com/office/drawing/2014/main" id="{D034C921-8859-DAAD-74F1-3ABEC66E468B}"/>
                </a:ext>
              </a:extLst>
            </p:cNvPr>
            <p:cNvSpPr>
              <a:spLocks noGrp="1" noRot="1" noMove="1" noResize="1" noEditPoints="1" noAdjustHandles="1" noChangeArrowheads="1" noChangeShapeType="1"/>
            </p:cNvSpPr>
            <p:nvPr/>
          </p:nvSpPr>
          <p:spPr>
            <a:xfrm>
              <a:off x="324914"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Exchange Online Protection</a:t>
              </a:r>
            </a:p>
          </p:txBody>
        </p:sp>
        <p:sp>
          <p:nvSpPr>
            <p:cNvPr id="1626" name="Right Triangle 1625">
              <a:extLst>
                <a:ext uri="{FF2B5EF4-FFF2-40B4-BE49-F238E27FC236}">
                  <a16:creationId xmlns:a16="http://schemas.microsoft.com/office/drawing/2014/main" id="{D7483D33-B466-D91C-C425-A0A6D5EF477C}"/>
                </a:ext>
              </a:extLst>
            </p:cNvPr>
            <p:cNvSpPr>
              <a:spLocks noGrp="1" noRot="1" noMove="1" noResize="1" noEditPoints="1" noAdjustHandles="1" noChangeArrowheads="1" noChangeShapeType="1"/>
            </p:cNvSpPr>
            <p:nvPr/>
          </p:nvSpPr>
          <p:spPr>
            <a:xfrm rot="10800000">
              <a:off x="1053755"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27" name="Group 1626">
              <a:extLst>
                <a:ext uri="{FF2B5EF4-FFF2-40B4-BE49-F238E27FC236}">
                  <a16:creationId xmlns:a16="http://schemas.microsoft.com/office/drawing/2014/main" id="{220BE117-14C8-BE78-4EC0-C840D6225003}"/>
                </a:ext>
              </a:extLst>
            </p:cNvPr>
            <p:cNvGrpSpPr>
              <a:grpSpLocks noGrp="1" noUngrp="1" noRot="1" noMove="1" noResize="1"/>
            </p:cNvGrpSpPr>
            <p:nvPr/>
          </p:nvGrpSpPr>
          <p:grpSpPr>
            <a:xfrm>
              <a:off x="1134082" y="918978"/>
              <a:ext cx="45719" cy="75385"/>
              <a:chOff x="3883481" y="2057400"/>
              <a:chExt cx="1608363" cy="2652031"/>
            </a:xfrm>
            <a:solidFill>
              <a:srgbClr val="A6A6A6"/>
            </a:solidFill>
          </p:grpSpPr>
          <p:sp>
            <p:nvSpPr>
              <p:cNvPr id="1628" name="Oval 27">
                <a:extLst>
                  <a:ext uri="{FF2B5EF4-FFF2-40B4-BE49-F238E27FC236}">
                    <a16:creationId xmlns:a16="http://schemas.microsoft.com/office/drawing/2014/main" id="{598A33AC-2970-1272-B516-2E37E3BD3CCC}"/>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9" name="Oval 28">
                <a:extLst>
                  <a:ext uri="{FF2B5EF4-FFF2-40B4-BE49-F238E27FC236}">
                    <a16:creationId xmlns:a16="http://schemas.microsoft.com/office/drawing/2014/main" id="{D90C04B7-65BB-99EF-532B-6036F7FD69E7}"/>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30" name="Group 1629">
            <a:extLst>
              <a:ext uri="{FF2B5EF4-FFF2-40B4-BE49-F238E27FC236}">
                <a16:creationId xmlns:a16="http://schemas.microsoft.com/office/drawing/2014/main" id="{5387C228-DE90-399B-F306-3E03FDC65350}"/>
              </a:ext>
            </a:extLst>
          </p:cNvPr>
          <p:cNvGrpSpPr>
            <a:grpSpLocks noGrp="1" noUngrp="1" noRot="1" noMove="1" noResize="1"/>
          </p:cNvGrpSpPr>
          <p:nvPr/>
        </p:nvGrpSpPr>
        <p:grpSpPr>
          <a:xfrm>
            <a:off x="1267284" y="811556"/>
            <a:ext cx="721206" cy="609701"/>
            <a:chOff x="1315999" y="909114"/>
            <a:chExt cx="871904" cy="748695"/>
          </a:xfrm>
        </p:grpSpPr>
        <p:sp>
          <p:nvSpPr>
            <p:cNvPr id="1631" name="Rectangle 1630">
              <a:hlinkClick r:id="rId72" action="ppaction://hlinksldjump"/>
              <a:extLst>
                <a:ext uri="{FF2B5EF4-FFF2-40B4-BE49-F238E27FC236}">
                  <a16:creationId xmlns:a16="http://schemas.microsoft.com/office/drawing/2014/main" id="{ED511EA5-0513-A4C5-39EA-BBBBBF729598}"/>
                </a:ext>
              </a:extLst>
            </p:cNvPr>
            <p:cNvSpPr>
              <a:spLocks noGrp="1" noRot="1" noMove="1" noResize="1" noEditPoints="1" noAdjustHandles="1" noChangeArrowheads="1" noChangeShapeType="1"/>
            </p:cNvSpPr>
            <p:nvPr/>
          </p:nvSpPr>
          <p:spPr>
            <a:xfrm>
              <a:off x="1315999" y="909114"/>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Purview Data Loss Prevention</a:t>
              </a:r>
            </a:p>
          </p:txBody>
        </p:sp>
        <p:sp>
          <p:nvSpPr>
            <p:cNvPr id="1632" name="Right Triangle 1631">
              <a:extLst>
                <a:ext uri="{FF2B5EF4-FFF2-40B4-BE49-F238E27FC236}">
                  <a16:creationId xmlns:a16="http://schemas.microsoft.com/office/drawing/2014/main" id="{A521D2CD-0ED7-10FE-E7BB-71C9D044ED41}"/>
                </a:ext>
              </a:extLst>
            </p:cNvPr>
            <p:cNvSpPr>
              <a:spLocks noGrp="1" noRot="1" noMove="1" noResize="1" noEditPoints="1" noAdjustHandles="1" noChangeArrowheads="1" noChangeShapeType="1"/>
            </p:cNvSpPr>
            <p:nvPr/>
          </p:nvSpPr>
          <p:spPr>
            <a:xfrm rot="10800000">
              <a:off x="2046390" y="911495"/>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33" name="Group 1632">
              <a:extLst>
                <a:ext uri="{FF2B5EF4-FFF2-40B4-BE49-F238E27FC236}">
                  <a16:creationId xmlns:a16="http://schemas.microsoft.com/office/drawing/2014/main" id="{85AA1F5D-AEB2-1509-8F5E-E1B15FCAB7DC}"/>
                </a:ext>
              </a:extLst>
            </p:cNvPr>
            <p:cNvGrpSpPr>
              <a:grpSpLocks noGrp="1" noUngrp="1" noRot="1" noMove="1" noResize="1"/>
            </p:cNvGrpSpPr>
            <p:nvPr/>
          </p:nvGrpSpPr>
          <p:grpSpPr>
            <a:xfrm>
              <a:off x="2126717" y="918978"/>
              <a:ext cx="45719" cy="75385"/>
              <a:chOff x="3883481" y="2057400"/>
              <a:chExt cx="1608363" cy="2652031"/>
            </a:xfrm>
            <a:solidFill>
              <a:srgbClr val="A6A6A6"/>
            </a:solidFill>
          </p:grpSpPr>
          <p:sp>
            <p:nvSpPr>
              <p:cNvPr id="1634" name="Oval 27">
                <a:extLst>
                  <a:ext uri="{FF2B5EF4-FFF2-40B4-BE49-F238E27FC236}">
                    <a16:creationId xmlns:a16="http://schemas.microsoft.com/office/drawing/2014/main" id="{FB0B01E6-B019-C384-2ED1-7F0917963F9D}"/>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5" name="Oval 28">
                <a:extLst>
                  <a:ext uri="{FF2B5EF4-FFF2-40B4-BE49-F238E27FC236}">
                    <a16:creationId xmlns:a16="http://schemas.microsoft.com/office/drawing/2014/main" id="{FA96C8B5-18E1-5D25-247F-D6AAB51AA526}"/>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36" name="Group 1635">
            <a:extLst>
              <a:ext uri="{FF2B5EF4-FFF2-40B4-BE49-F238E27FC236}">
                <a16:creationId xmlns:a16="http://schemas.microsoft.com/office/drawing/2014/main" id="{FDB996AB-0716-9B3D-5616-65541A33B314}"/>
              </a:ext>
            </a:extLst>
          </p:cNvPr>
          <p:cNvGrpSpPr>
            <a:grpSpLocks noGrp="1" noUngrp="1" noRot="1" noMove="1" noResize="1"/>
          </p:cNvGrpSpPr>
          <p:nvPr/>
        </p:nvGrpSpPr>
        <p:grpSpPr>
          <a:xfrm>
            <a:off x="3776511" y="2974054"/>
            <a:ext cx="724144" cy="609701"/>
            <a:chOff x="6271424" y="3370808"/>
            <a:chExt cx="875460" cy="748695"/>
          </a:xfrm>
        </p:grpSpPr>
        <p:sp>
          <p:nvSpPr>
            <p:cNvPr id="1637" name="Rectangle 1636">
              <a:hlinkClick r:id="rId75" action="ppaction://hlinksldjump"/>
              <a:extLst>
                <a:ext uri="{FF2B5EF4-FFF2-40B4-BE49-F238E27FC236}">
                  <a16:creationId xmlns:a16="http://schemas.microsoft.com/office/drawing/2014/main" id="{47A4221C-5DFA-3C34-E47D-F84D0217348F}"/>
                </a:ext>
              </a:extLst>
            </p:cNvPr>
            <p:cNvSpPr>
              <a:spLocks noGrp="1" noRot="1" noMove="1" noResize="1" noEditPoints="1" noAdjustHandles="1" noChangeArrowheads="1" noChangeShapeType="1"/>
            </p:cNvSpPr>
            <p:nvPr/>
          </p:nvSpPr>
          <p:spPr>
            <a:xfrm>
              <a:off x="627142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Conditional Access: Target Resources</a:t>
              </a:r>
            </a:p>
          </p:txBody>
        </p:sp>
        <p:sp>
          <p:nvSpPr>
            <p:cNvPr id="1638" name="Right Triangle 1637">
              <a:extLst>
                <a:ext uri="{FF2B5EF4-FFF2-40B4-BE49-F238E27FC236}">
                  <a16:creationId xmlns:a16="http://schemas.microsoft.com/office/drawing/2014/main" id="{6FA6724F-19E4-09D1-A396-580188F4D503}"/>
                </a:ext>
              </a:extLst>
            </p:cNvPr>
            <p:cNvSpPr>
              <a:spLocks noGrp="1" noRot="1" noMove="1" noResize="1" noEditPoints="1" noAdjustHandles="1" noChangeArrowheads="1" noChangeShapeType="1"/>
            </p:cNvSpPr>
            <p:nvPr/>
          </p:nvSpPr>
          <p:spPr>
            <a:xfrm rot="10800000">
              <a:off x="7005367" y="3373774"/>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39" name="Group 1638">
              <a:extLst>
                <a:ext uri="{FF2B5EF4-FFF2-40B4-BE49-F238E27FC236}">
                  <a16:creationId xmlns:a16="http://schemas.microsoft.com/office/drawing/2014/main" id="{AE5DCD99-879C-BA2A-A4C0-1768D50F6FEF}"/>
                </a:ext>
              </a:extLst>
            </p:cNvPr>
            <p:cNvGrpSpPr>
              <a:grpSpLocks noGrp="1" noUngrp="1" noRot="1" noMove="1" noResize="1"/>
            </p:cNvGrpSpPr>
            <p:nvPr/>
          </p:nvGrpSpPr>
          <p:grpSpPr>
            <a:xfrm>
              <a:off x="7085694" y="3381257"/>
              <a:ext cx="45719" cy="75385"/>
              <a:chOff x="3883481" y="2057400"/>
              <a:chExt cx="1608363" cy="2652031"/>
            </a:xfrm>
            <a:solidFill>
              <a:srgbClr val="A6A6A6"/>
            </a:solidFill>
          </p:grpSpPr>
          <p:sp>
            <p:nvSpPr>
              <p:cNvPr id="1640" name="Oval 27">
                <a:extLst>
                  <a:ext uri="{FF2B5EF4-FFF2-40B4-BE49-F238E27FC236}">
                    <a16:creationId xmlns:a16="http://schemas.microsoft.com/office/drawing/2014/main" id="{7214F7D7-FACF-9B4C-55E9-6AA7F30577F1}"/>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1" name="Oval 28">
                <a:extLst>
                  <a:ext uri="{FF2B5EF4-FFF2-40B4-BE49-F238E27FC236}">
                    <a16:creationId xmlns:a16="http://schemas.microsoft.com/office/drawing/2014/main" id="{1A206592-4C5B-D747-A5BF-021937258577}"/>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66" name="Group 1665">
            <a:extLst>
              <a:ext uri="{FF2B5EF4-FFF2-40B4-BE49-F238E27FC236}">
                <a16:creationId xmlns:a16="http://schemas.microsoft.com/office/drawing/2014/main" id="{EFE81F8C-6231-11F1-A093-AAFF41E29652}"/>
              </a:ext>
            </a:extLst>
          </p:cNvPr>
          <p:cNvGrpSpPr>
            <a:grpSpLocks noGrp="1" noUngrp="1" noRot="1" noMove="1" noResize="1"/>
          </p:cNvGrpSpPr>
          <p:nvPr/>
        </p:nvGrpSpPr>
        <p:grpSpPr>
          <a:xfrm>
            <a:off x="2099602" y="5136552"/>
            <a:ext cx="721206" cy="609701"/>
            <a:chOff x="2307084" y="3370808"/>
            <a:chExt cx="871904" cy="748695"/>
          </a:xfrm>
        </p:grpSpPr>
        <p:sp>
          <p:nvSpPr>
            <p:cNvPr id="1667" name="Rectangle 1666">
              <a:hlinkClick r:id="rId76" action="ppaction://hlinksldjump"/>
              <a:extLst>
                <a:ext uri="{FF2B5EF4-FFF2-40B4-BE49-F238E27FC236}">
                  <a16:creationId xmlns:a16="http://schemas.microsoft.com/office/drawing/2014/main" id="{86BBE451-1B27-629C-681E-2092D8C45685}"/>
                </a:ext>
              </a:extLst>
            </p:cNvPr>
            <p:cNvSpPr>
              <a:spLocks noGrp="1" noRot="1" noMove="1" noResize="1" noEditPoints="1" noAdjustHandles="1" noChangeArrowheads="1" noChangeShapeType="1"/>
            </p:cNvSpPr>
            <p:nvPr/>
          </p:nvSpPr>
          <p:spPr>
            <a:xfrm>
              <a:off x="2307084"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Password Protection</a:t>
              </a:r>
            </a:p>
          </p:txBody>
        </p:sp>
        <p:sp>
          <p:nvSpPr>
            <p:cNvPr id="1668" name="Right Triangle 1667">
              <a:extLst>
                <a:ext uri="{FF2B5EF4-FFF2-40B4-BE49-F238E27FC236}">
                  <a16:creationId xmlns:a16="http://schemas.microsoft.com/office/drawing/2014/main" id="{AFAE7960-263F-9F32-E122-8EE616B61B24}"/>
                </a:ext>
              </a:extLst>
            </p:cNvPr>
            <p:cNvSpPr>
              <a:spLocks noGrp="1" noRot="1" noMove="1" noResize="1" noEditPoints="1" noAdjustHandles="1" noChangeArrowheads="1" noChangeShapeType="1"/>
            </p:cNvSpPr>
            <p:nvPr/>
          </p:nvSpPr>
          <p:spPr>
            <a:xfrm rot="10800000">
              <a:off x="3031994"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69" name="Group 1668">
              <a:extLst>
                <a:ext uri="{FF2B5EF4-FFF2-40B4-BE49-F238E27FC236}">
                  <a16:creationId xmlns:a16="http://schemas.microsoft.com/office/drawing/2014/main" id="{A5F3F8CA-38DC-DD45-57CA-52707953AD65}"/>
                </a:ext>
              </a:extLst>
            </p:cNvPr>
            <p:cNvGrpSpPr>
              <a:grpSpLocks noGrp="1" noUngrp="1" noRot="1" noMove="1" noResize="1"/>
            </p:cNvGrpSpPr>
            <p:nvPr/>
          </p:nvGrpSpPr>
          <p:grpSpPr>
            <a:xfrm>
              <a:off x="3112321" y="3389004"/>
              <a:ext cx="45719" cy="75385"/>
              <a:chOff x="3883481" y="2057400"/>
              <a:chExt cx="1608363" cy="2652031"/>
            </a:xfrm>
            <a:solidFill>
              <a:srgbClr val="A6A6A6"/>
            </a:solidFill>
          </p:grpSpPr>
          <p:sp>
            <p:nvSpPr>
              <p:cNvPr id="1670" name="Oval 27">
                <a:extLst>
                  <a:ext uri="{FF2B5EF4-FFF2-40B4-BE49-F238E27FC236}">
                    <a16:creationId xmlns:a16="http://schemas.microsoft.com/office/drawing/2014/main" id="{C2B4D4E3-40F9-415E-CAA5-7978057A4D2F}"/>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1" name="Oval 28">
                <a:extLst>
                  <a:ext uri="{FF2B5EF4-FFF2-40B4-BE49-F238E27FC236}">
                    <a16:creationId xmlns:a16="http://schemas.microsoft.com/office/drawing/2014/main" id="{DABE72E0-DEB5-B20A-6D86-4B6F90E87BD2}"/>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72" name="Group 1671">
            <a:extLst>
              <a:ext uri="{FF2B5EF4-FFF2-40B4-BE49-F238E27FC236}">
                <a16:creationId xmlns:a16="http://schemas.microsoft.com/office/drawing/2014/main" id="{DABD49E8-7516-74CC-1CA1-39588CA9CE49}"/>
              </a:ext>
            </a:extLst>
          </p:cNvPr>
          <p:cNvGrpSpPr>
            <a:grpSpLocks noGrp="1" noUngrp="1" noRot="1" noMove="1" noResize="1"/>
          </p:cNvGrpSpPr>
          <p:nvPr/>
        </p:nvGrpSpPr>
        <p:grpSpPr>
          <a:xfrm>
            <a:off x="2100388" y="4419620"/>
            <a:ext cx="721206" cy="609701"/>
            <a:chOff x="5280339" y="3370808"/>
            <a:chExt cx="871904" cy="748695"/>
          </a:xfrm>
        </p:grpSpPr>
        <p:sp>
          <p:nvSpPr>
            <p:cNvPr id="1673" name="Rectangle 1672">
              <a:hlinkClick r:id="rId77" action="ppaction://hlinksldjump"/>
              <a:extLst>
                <a:ext uri="{FF2B5EF4-FFF2-40B4-BE49-F238E27FC236}">
                  <a16:creationId xmlns:a16="http://schemas.microsoft.com/office/drawing/2014/main" id="{94CEE8A6-6C54-C3E7-5C14-42BBC8A51B42}"/>
                </a:ext>
              </a:extLst>
            </p:cNvPr>
            <p:cNvSpPr>
              <a:spLocks noGrp="1" noRot="1" noMove="1" noResize="1" noEditPoints="1" noAdjustHandles="1" noChangeArrowheads="1" noChangeShapeType="1"/>
            </p:cNvSpPr>
            <p:nvPr/>
          </p:nvSpPr>
          <p:spPr>
            <a:xfrm>
              <a:off x="5280339" y="3370808"/>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Application Proxy</a:t>
              </a:r>
            </a:p>
          </p:txBody>
        </p:sp>
        <p:sp>
          <p:nvSpPr>
            <p:cNvPr id="1674" name="Right Triangle 1673">
              <a:extLst>
                <a:ext uri="{FF2B5EF4-FFF2-40B4-BE49-F238E27FC236}">
                  <a16:creationId xmlns:a16="http://schemas.microsoft.com/office/drawing/2014/main" id="{D8FE7FF4-DA33-01E7-0043-366C34FB9296}"/>
                </a:ext>
              </a:extLst>
            </p:cNvPr>
            <p:cNvSpPr>
              <a:spLocks noGrp="1" noRot="1" noMove="1" noResize="1" noEditPoints="1" noAdjustHandles="1" noChangeArrowheads="1" noChangeShapeType="1"/>
            </p:cNvSpPr>
            <p:nvPr/>
          </p:nvSpPr>
          <p:spPr>
            <a:xfrm rot="10800000">
              <a:off x="6009373" y="3381521"/>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75" name="Group 1674">
              <a:extLst>
                <a:ext uri="{FF2B5EF4-FFF2-40B4-BE49-F238E27FC236}">
                  <a16:creationId xmlns:a16="http://schemas.microsoft.com/office/drawing/2014/main" id="{631129C6-79FA-0F70-F62D-5706D89C121E}"/>
                </a:ext>
              </a:extLst>
            </p:cNvPr>
            <p:cNvGrpSpPr>
              <a:grpSpLocks noGrp="1" noUngrp="1" noRot="1" noMove="1" noResize="1"/>
            </p:cNvGrpSpPr>
            <p:nvPr/>
          </p:nvGrpSpPr>
          <p:grpSpPr>
            <a:xfrm>
              <a:off x="6089700" y="3389004"/>
              <a:ext cx="45719" cy="75385"/>
              <a:chOff x="3883481" y="2057400"/>
              <a:chExt cx="1608363" cy="2652031"/>
            </a:xfrm>
            <a:solidFill>
              <a:srgbClr val="A6A6A6"/>
            </a:solidFill>
          </p:grpSpPr>
          <p:sp>
            <p:nvSpPr>
              <p:cNvPr id="1676" name="Oval 27">
                <a:extLst>
                  <a:ext uri="{FF2B5EF4-FFF2-40B4-BE49-F238E27FC236}">
                    <a16:creationId xmlns:a16="http://schemas.microsoft.com/office/drawing/2014/main" id="{F6E29126-F1C7-26AC-215A-6C49A81A9B7D}"/>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7" name="Oval 28">
                <a:extLst>
                  <a:ext uri="{FF2B5EF4-FFF2-40B4-BE49-F238E27FC236}">
                    <a16:creationId xmlns:a16="http://schemas.microsoft.com/office/drawing/2014/main" id="{23E60AEB-8C1A-DC30-E407-71405197EA84}"/>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78" name="Group 1677">
            <a:extLst>
              <a:ext uri="{FF2B5EF4-FFF2-40B4-BE49-F238E27FC236}">
                <a16:creationId xmlns:a16="http://schemas.microsoft.com/office/drawing/2014/main" id="{5748D69B-4036-4652-9358-6156D8620F33}"/>
              </a:ext>
            </a:extLst>
          </p:cNvPr>
          <p:cNvGrpSpPr>
            <a:grpSpLocks noGrp="1" noUngrp="1" noRot="1" noMove="1" noResize="1"/>
          </p:cNvGrpSpPr>
          <p:nvPr/>
        </p:nvGrpSpPr>
        <p:grpSpPr>
          <a:xfrm>
            <a:off x="2937172" y="4419620"/>
            <a:ext cx="721206" cy="610374"/>
            <a:chOff x="1315999" y="4191098"/>
            <a:chExt cx="871904" cy="749519"/>
          </a:xfrm>
        </p:grpSpPr>
        <p:sp>
          <p:nvSpPr>
            <p:cNvPr id="1679" name="Rectangle 1678">
              <a:hlinkClick r:id="rId78" action="ppaction://hlinksldjump"/>
              <a:extLst>
                <a:ext uri="{FF2B5EF4-FFF2-40B4-BE49-F238E27FC236}">
                  <a16:creationId xmlns:a16="http://schemas.microsoft.com/office/drawing/2014/main" id="{B84998CB-2E2E-988E-96AE-8C46E870DABC}"/>
                </a:ext>
              </a:extLst>
            </p:cNvPr>
            <p:cNvSpPr>
              <a:spLocks noGrp="1" noRot="1" noMove="1" noResize="1" noEditPoints="1" noAdjustHandles="1" noChangeArrowheads="1" noChangeShapeType="1"/>
            </p:cNvSpPr>
            <p:nvPr/>
          </p:nvSpPr>
          <p:spPr>
            <a:xfrm>
              <a:off x="1315999" y="4191922"/>
              <a:ext cx="871904" cy="748695"/>
            </a:xfrm>
            <a:prstGeom prst="rect">
              <a:avLst/>
            </a:prstGeom>
            <a:solidFill>
              <a:srgbClr val="C6C6C6"/>
            </a:solidFill>
            <a:ln>
              <a:solidFill>
                <a:schemeClr val="bg1">
                  <a:lumMod val="6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SaaS SSO (Federation)</a:t>
              </a:r>
            </a:p>
          </p:txBody>
        </p:sp>
        <p:sp>
          <p:nvSpPr>
            <p:cNvPr id="1680" name="Right Triangle 1679">
              <a:extLst>
                <a:ext uri="{FF2B5EF4-FFF2-40B4-BE49-F238E27FC236}">
                  <a16:creationId xmlns:a16="http://schemas.microsoft.com/office/drawing/2014/main" id="{87C3296A-2382-D820-8E00-CD3CABFD6ED9}"/>
                </a:ext>
              </a:extLst>
            </p:cNvPr>
            <p:cNvSpPr>
              <a:spLocks noGrp="1" noRot="1" noMove="1" noResize="1" noEditPoints="1" noAdjustHandles="1" noChangeArrowheads="1" noChangeShapeType="1"/>
            </p:cNvSpPr>
            <p:nvPr/>
          </p:nvSpPr>
          <p:spPr>
            <a:xfrm rot="10800000">
              <a:off x="2046390" y="4191096"/>
              <a:ext cx="141513" cy="141513"/>
            </a:xfrm>
            <a:prstGeom prst="rtTriangle">
              <a:avLst/>
            </a:prstGeom>
            <a:solidFill>
              <a:srgbClr val="A6A6A6"/>
            </a:solidFill>
            <a:ln w="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81" name="Group 1680">
              <a:extLst>
                <a:ext uri="{FF2B5EF4-FFF2-40B4-BE49-F238E27FC236}">
                  <a16:creationId xmlns:a16="http://schemas.microsoft.com/office/drawing/2014/main" id="{46D24FCB-70A2-71A8-9734-41B92530ECD1}"/>
                </a:ext>
              </a:extLst>
            </p:cNvPr>
            <p:cNvGrpSpPr>
              <a:grpSpLocks noGrp="1" noUngrp="1" noRot="1" noMove="1" noResize="1"/>
            </p:cNvGrpSpPr>
            <p:nvPr/>
          </p:nvGrpSpPr>
          <p:grpSpPr>
            <a:xfrm>
              <a:off x="2126717" y="4198579"/>
              <a:ext cx="45719" cy="75385"/>
              <a:chOff x="3883481" y="2057400"/>
              <a:chExt cx="1608363" cy="2652031"/>
            </a:xfrm>
            <a:solidFill>
              <a:srgbClr val="A6A6A6"/>
            </a:solidFill>
          </p:grpSpPr>
          <p:sp>
            <p:nvSpPr>
              <p:cNvPr id="1682" name="Oval 27">
                <a:extLst>
                  <a:ext uri="{FF2B5EF4-FFF2-40B4-BE49-F238E27FC236}">
                    <a16:creationId xmlns:a16="http://schemas.microsoft.com/office/drawing/2014/main" id="{0E3AB039-8096-AE18-D792-72D3D830CACC}"/>
                  </a:ext>
                </a:extLst>
              </p:cNvPr>
              <p:cNvSpPr>
                <a:spLocks noGrp="1" noRot="1" noMove="1" noResize="1" noEditPoints="1" noAdjustHandles="1" noChangeArrowheads="1" noChangeShapeType="1"/>
              </p:cNvSpPr>
              <p:nvPr/>
            </p:nvSpPr>
            <p:spPr>
              <a:xfrm>
                <a:off x="3984171" y="2057400"/>
                <a:ext cx="1355272" cy="1186564"/>
              </a:xfrm>
              <a:custGeom>
                <a:avLst/>
                <a:gdLst>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0 w 1355272"/>
                  <a:gd name="connsiteY4" fmla="*/ 60143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4" fmla="*/ 91440 w 1355272"/>
                  <a:gd name="connsiteY4" fmla="*/ 692876 h 1202872"/>
                  <a:gd name="connsiteX0" fmla="*/ 0 w 1355272"/>
                  <a:gd name="connsiteY0" fmla="*/ 601436 h 1202872"/>
                  <a:gd name="connsiteX1" fmla="*/ 677636 w 1355272"/>
                  <a:gd name="connsiteY1" fmla="*/ 0 h 1202872"/>
                  <a:gd name="connsiteX2" fmla="*/ 1355272 w 1355272"/>
                  <a:gd name="connsiteY2" fmla="*/ 601436 h 1202872"/>
                  <a:gd name="connsiteX3" fmla="*/ 677636 w 1355272"/>
                  <a:gd name="connsiteY3" fmla="*/ 1202872 h 1202872"/>
                  <a:gd name="connsiteX0" fmla="*/ 0 w 1355272"/>
                  <a:gd name="connsiteY0" fmla="*/ 601436 h 1170215"/>
                  <a:gd name="connsiteX1" fmla="*/ 677636 w 1355272"/>
                  <a:gd name="connsiteY1" fmla="*/ 0 h 1170215"/>
                  <a:gd name="connsiteX2" fmla="*/ 1355272 w 1355272"/>
                  <a:gd name="connsiteY2" fmla="*/ 601436 h 1170215"/>
                  <a:gd name="connsiteX3" fmla="*/ 601436 w 1355272"/>
                  <a:gd name="connsiteY3" fmla="*/ 1170215 h 1170215"/>
                  <a:gd name="connsiteX0" fmla="*/ 0 w 1355272"/>
                  <a:gd name="connsiteY0" fmla="*/ 601436 h 1171496"/>
                  <a:gd name="connsiteX1" fmla="*/ 677636 w 1355272"/>
                  <a:gd name="connsiteY1" fmla="*/ 0 h 1171496"/>
                  <a:gd name="connsiteX2" fmla="*/ 1355272 w 1355272"/>
                  <a:gd name="connsiteY2" fmla="*/ 601436 h 1171496"/>
                  <a:gd name="connsiteX3" fmla="*/ 601436 w 1355272"/>
                  <a:gd name="connsiteY3" fmla="*/ 1170215 h 1171496"/>
                  <a:gd name="connsiteX0" fmla="*/ 0 w 1355272"/>
                  <a:gd name="connsiteY0" fmla="*/ 601436 h 1187754"/>
                  <a:gd name="connsiteX1" fmla="*/ 677636 w 1355272"/>
                  <a:gd name="connsiteY1" fmla="*/ 0 h 1187754"/>
                  <a:gd name="connsiteX2" fmla="*/ 1355272 w 1355272"/>
                  <a:gd name="connsiteY2" fmla="*/ 601436 h 1187754"/>
                  <a:gd name="connsiteX3" fmla="*/ 563336 w 1355272"/>
                  <a:gd name="connsiteY3" fmla="*/ 1186543 h 1187754"/>
                  <a:gd name="connsiteX0" fmla="*/ 0 w 1355272"/>
                  <a:gd name="connsiteY0" fmla="*/ 601436 h 1186564"/>
                  <a:gd name="connsiteX1" fmla="*/ 677636 w 1355272"/>
                  <a:gd name="connsiteY1" fmla="*/ 0 h 1186564"/>
                  <a:gd name="connsiteX2" fmla="*/ 1355272 w 1355272"/>
                  <a:gd name="connsiteY2" fmla="*/ 601436 h 1186564"/>
                  <a:gd name="connsiteX3" fmla="*/ 563336 w 1355272"/>
                  <a:gd name="connsiteY3" fmla="*/ 1186543 h 1186564"/>
                </a:gdLst>
                <a:ahLst/>
                <a:cxnLst>
                  <a:cxn ang="0">
                    <a:pos x="connsiteX0" y="connsiteY0"/>
                  </a:cxn>
                  <a:cxn ang="0">
                    <a:pos x="connsiteX1" y="connsiteY1"/>
                  </a:cxn>
                  <a:cxn ang="0">
                    <a:pos x="connsiteX2" y="connsiteY2"/>
                  </a:cxn>
                  <a:cxn ang="0">
                    <a:pos x="connsiteX3" y="connsiteY3"/>
                  </a:cxn>
                </a:cxnLst>
                <a:rect l="l" t="t" r="r" b="b"/>
                <a:pathLst>
                  <a:path w="1355272" h="1186564">
                    <a:moveTo>
                      <a:pt x="0" y="601436"/>
                    </a:moveTo>
                    <a:cubicBezTo>
                      <a:pt x="0" y="269272"/>
                      <a:pt x="303388" y="0"/>
                      <a:pt x="677636" y="0"/>
                    </a:cubicBezTo>
                    <a:cubicBezTo>
                      <a:pt x="1051884" y="0"/>
                      <a:pt x="1355272" y="269272"/>
                      <a:pt x="1355272" y="601436"/>
                    </a:cubicBezTo>
                    <a:cubicBezTo>
                      <a:pt x="1355272" y="933600"/>
                      <a:pt x="1002899" y="1189265"/>
                      <a:pt x="563336" y="1186543"/>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3" name="Oval 28">
                <a:extLst>
                  <a:ext uri="{FF2B5EF4-FFF2-40B4-BE49-F238E27FC236}">
                    <a16:creationId xmlns:a16="http://schemas.microsoft.com/office/drawing/2014/main" id="{931B502E-73CF-FDBD-8D9B-C42CC2A13780}"/>
                  </a:ext>
                </a:extLst>
              </p:cNvPr>
              <p:cNvSpPr>
                <a:spLocks noGrp="1" noRot="1" noMove="1" noResize="1" noEditPoints="1" noAdjustHandles="1" noChangeArrowheads="1" noChangeShapeType="1"/>
              </p:cNvSpPr>
              <p:nvPr/>
            </p:nvSpPr>
            <p:spPr>
              <a:xfrm>
                <a:off x="3883481" y="3243469"/>
                <a:ext cx="1608363" cy="1465962"/>
              </a:xfrm>
              <a:custGeom>
                <a:avLst/>
                <a:gdLst>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0 w 1621970"/>
                  <a:gd name="connsiteY0" fmla="*/ 736374 h 1472748"/>
                  <a:gd name="connsiteX1" fmla="*/ 810985 w 1621970"/>
                  <a:gd name="connsiteY1" fmla="*/ 0 h 1472748"/>
                  <a:gd name="connsiteX2" fmla="*/ 1621970 w 1621970"/>
                  <a:gd name="connsiteY2" fmla="*/ 736374 h 1472748"/>
                  <a:gd name="connsiteX3" fmla="*/ 810985 w 1621970"/>
                  <a:gd name="connsiteY3" fmla="*/ 1472748 h 1472748"/>
                  <a:gd name="connsiteX4" fmla="*/ 0 w 1621970"/>
                  <a:gd name="connsiteY4" fmla="*/ 736374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4" fmla="*/ 902425 w 1621970"/>
                  <a:gd name="connsiteY4" fmla="*/ 91440 h 1472748"/>
                  <a:gd name="connsiteX0" fmla="*/ 810985 w 1621970"/>
                  <a:gd name="connsiteY0" fmla="*/ 0 h 1472748"/>
                  <a:gd name="connsiteX1" fmla="*/ 1621970 w 1621970"/>
                  <a:gd name="connsiteY1" fmla="*/ 736374 h 1472748"/>
                  <a:gd name="connsiteX2" fmla="*/ 810985 w 1621970"/>
                  <a:gd name="connsiteY2" fmla="*/ 1472748 h 1472748"/>
                  <a:gd name="connsiteX3" fmla="*/ 0 w 1621970"/>
                  <a:gd name="connsiteY3" fmla="*/ 736374 h 1472748"/>
                  <a:gd name="connsiteX0" fmla="*/ 756557 w 1621970"/>
                  <a:gd name="connsiteY0" fmla="*/ 0 h 1478191"/>
                  <a:gd name="connsiteX1" fmla="*/ 1621970 w 1621970"/>
                  <a:gd name="connsiteY1" fmla="*/ 741817 h 1478191"/>
                  <a:gd name="connsiteX2" fmla="*/ 810985 w 1621970"/>
                  <a:gd name="connsiteY2" fmla="*/ 1478191 h 1478191"/>
                  <a:gd name="connsiteX3" fmla="*/ 0 w 1621970"/>
                  <a:gd name="connsiteY3" fmla="*/ 741817 h 1478191"/>
                  <a:gd name="connsiteX0" fmla="*/ 756557 w 1621970"/>
                  <a:gd name="connsiteY0" fmla="*/ 547 h 1478738"/>
                  <a:gd name="connsiteX1" fmla="*/ 1621970 w 1621970"/>
                  <a:gd name="connsiteY1" fmla="*/ 742364 h 1478738"/>
                  <a:gd name="connsiteX2" fmla="*/ 810985 w 1621970"/>
                  <a:gd name="connsiteY2" fmla="*/ 1478738 h 1478738"/>
                  <a:gd name="connsiteX3" fmla="*/ 0 w 1621970"/>
                  <a:gd name="connsiteY3" fmla="*/ 742364 h 1478738"/>
                  <a:gd name="connsiteX0" fmla="*/ 706211 w 1621970"/>
                  <a:gd name="connsiteY0" fmla="*/ 566 h 1466511"/>
                  <a:gd name="connsiteX1" fmla="*/ 1621970 w 1621970"/>
                  <a:gd name="connsiteY1" fmla="*/ 730137 h 1466511"/>
                  <a:gd name="connsiteX2" fmla="*/ 810985 w 1621970"/>
                  <a:gd name="connsiteY2" fmla="*/ 1466511 h 1466511"/>
                  <a:gd name="connsiteX3" fmla="*/ 0 w 1621970"/>
                  <a:gd name="connsiteY3" fmla="*/ 730137 h 1466511"/>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706211 w 1621970"/>
                  <a:gd name="connsiteY0" fmla="*/ 17 h 1465962"/>
                  <a:gd name="connsiteX1" fmla="*/ 1621970 w 1621970"/>
                  <a:gd name="connsiteY1" fmla="*/ 729588 h 1465962"/>
                  <a:gd name="connsiteX2" fmla="*/ 810985 w 1621970"/>
                  <a:gd name="connsiteY2" fmla="*/ 1465962 h 1465962"/>
                  <a:gd name="connsiteX3" fmla="*/ 0 w 1621970"/>
                  <a:gd name="connsiteY3" fmla="*/ 729588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 name="connsiteX0" fmla="*/ 692604 w 1608363"/>
                  <a:gd name="connsiteY0" fmla="*/ 17 h 1465962"/>
                  <a:gd name="connsiteX1" fmla="*/ 1608363 w 1608363"/>
                  <a:gd name="connsiteY1" fmla="*/ 729588 h 1465962"/>
                  <a:gd name="connsiteX2" fmla="*/ 797378 w 1608363"/>
                  <a:gd name="connsiteY2" fmla="*/ 1465962 h 1465962"/>
                  <a:gd name="connsiteX3" fmla="*/ 0 w 1608363"/>
                  <a:gd name="connsiteY3" fmla="*/ 785377 h 1465962"/>
                </a:gdLst>
                <a:ahLst/>
                <a:cxnLst>
                  <a:cxn ang="0">
                    <a:pos x="connsiteX0" y="connsiteY0"/>
                  </a:cxn>
                  <a:cxn ang="0">
                    <a:pos x="connsiteX1" y="connsiteY1"/>
                  </a:cxn>
                  <a:cxn ang="0">
                    <a:pos x="connsiteX2" y="connsiteY2"/>
                  </a:cxn>
                  <a:cxn ang="0">
                    <a:pos x="connsiteX3" y="connsiteY3"/>
                  </a:cxn>
                </a:cxnLst>
                <a:rect l="l" t="t" r="r" b="b"/>
                <a:pathLst>
                  <a:path w="1608363" h="1465962">
                    <a:moveTo>
                      <a:pt x="692604" y="17"/>
                    </a:moveTo>
                    <a:cubicBezTo>
                      <a:pt x="1239832" y="-2703"/>
                      <a:pt x="1608363" y="322900"/>
                      <a:pt x="1608363" y="729588"/>
                    </a:cubicBezTo>
                    <a:cubicBezTo>
                      <a:pt x="1608363" y="1136276"/>
                      <a:pt x="1245273" y="1465962"/>
                      <a:pt x="797378" y="1465962"/>
                    </a:cubicBezTo>
                    <a:cubicBezTo>
                      <a:pt x="349483" y="1465962"/>
                      <a:pt x="29937" y="1215197"/>
                      <a:pt x="0" y="785377"/>
                    </a:cubicBezTo>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84" name="Group 1683">
            <a:extLst>
              <a:ext uri="{FF2B5EF4-FFF2-40B4-BE49-F238E27FC236}">
                <a16:creationId xmlns:a16="http://schemas.microsoft.com/office/drawing/2014/main" id="{6E8748B1-91A2-5473-1180-7FFF390173CE}"/>
              </a:ext>
            </a:extLst>
          </p:cNvPr>
          <p:cNvGrpSpPr>
            <a:grpSpLocks noGrp="1" noUngrp="1" noRot="1" noMove="1" noResize="1"/>
          </p:cNvGrpSpPr>
          <p:nvPr/>
        </p:nvGrpSpPr>
        <p:grpSpPr>
          <a:xfrm>
            <a:off x="6286128" y="4419620"/>
            <a:ext cx="721206" cy="609701"/>
            <a:chOff x="9244674" y="4191922"/>
            <a:chExt cx="871904" cy="748695"/>
          </a:xfrm>
        </p:grpSpPr>
        <p:sp>
          <p:nvSpPr>
            <p:cNvPr id="1685" name="Rectangle 1684">
              <a:hlinkClick r:id="rId79" action="ppaction://hlinksldjump"/>
              <a:hlinkHover r:id="" action="ppaction://noaction" highlightClick="1"/>
              <a:extLst>
                <a:ext uri="{FF2B5EF4-FFF2-40B4-BE49-F238E27FC236}">
                  <a16:creationId xmlns:a16="http://schemas.microsoft.com/office/drawing/2014/main" id="{AFA31B67-D542-4105-8C52-5678BD78BF26}"/>
                </a:ext>
              </a:extLst>
            </p:cNvPr>
            <p:cNvSpPr>
              <a:spLocks noGrp="1" noRot="1" noMove="1" noResize="1" noEditPoints="1" noAdjustHandles="1" noChangeArrowheads="1" noChangeShapeType="1"/>
            </p:cNvSpPr>
            <p:nvPr/>
          </p:nvSpPr>
          <p:spPr>
            <a:xfrm>
              <a:off x="924467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Policy</a:t>
              </a:r>
            </a:p>
          </p:txBody>
        </p:sp>
        <p:sp>
          <p:nvSpPr>
            <p:cNvPr id="1686" name="Oval 1685">
              <a:extLst>
                <a:ext uri="{FF2B5EF4-FFF2-40B4-BE49-F238E27FC236}">
                  <a16:creationId xmlns:a16="http://schemas.microsoft.com/office/drawing/2014/main" id="{4050A4AA-6076-9CE5-D1DE-0DEA828F2684}"/>
                </a:ext>
              </a:extLst>
            </p:cNvPr>
            <p:cNvSpPr>
              <a:spLocks noGrp="1" noRot="1" noMove="1" noResize="1" noEditPoints="1" noAdjustHandles="1" noChangeArrowheads="1" noChangeShapeType="1"/>
            </p:cNvSpPr>
            <p:nvPr/>
          </p:nvSpPr>
          <p:spPr>
            <a:xfrm>
              <a:off x="9943180"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7" name="Isosceles Triangle 648">
              <a:extLst>
                <a:ext uri="{FF2B5EF4-FFF2-40B4-BE49-F238E27FC236}">
                  <a16:creationId xmlns:a16="http://schemas.microsoft.com/office/drawing/2014/main" id="{E56F7859-93D5-F374-9F6A-0FDCE286855A}"/>
                </a:ext>
              </a:extLst>
            </p:cNvPr>
            <p:cNvSpPr>
              <a:spLocks noGrp="1" noRot="1" noMove="1" noResize="1" noEditPoints="1" noAdjustHandles="1" noChangeArrowheads="1" noChangeShapeType="1"/>
            </p:cNvSpPr>
            <p:nvPr/>
          </p:nvSpPr>
          <p:spPr>
            <a:xfrm>
              <a:off x="9979599"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88" name="Group 1687">
            <a:extLst>
              <a:ext uri="{FF2B5EF4-FFF2-40B4-BE49-F238E27FC236}">
                <a16:creationId xmlns:a16="http://schemas.microsoft.com/office/drawing/2014/main" id="{5D4E837E-9C89-D861-6C03-1C2954FF4F9B}"/>
              </a:ext>
            </a:extLst>
          </p:cNvPr>
          <p:cNvGrpSpPr>
            <a:grpSpLocks noGrp="1" noUngrp="1" noRot="1" noMove="1" noResize="1"/>
          </p:cNvGrpSpPr>
          <p:nvPr/>
        </p:nvGrpSpPr>
        <p:grpSpPr>
          <a:xfrm>
            <a:off x="5458938" y="5135301"/>
            <a:ext cx="721206" cy="609701"/>
            <a:chOff x="5280339" y="4191922"/>
            <a:chExt cx="871904" cy="748695"/>
          </a:xfrm>
        </p:grpSpPr>
        <p:sp>
          <p:nvSpPr>
            <p:cNvPr id="1689" name="Rectangle 1688">
              <a:hlinkClick r:id="rId80" action="ppaction://hlinksldjump"/>
              <a:hlinkHover r:id="" action="ppaction://noaction" highlightClick="1"/>
              <a:extLst>
                <a:ext uri="{FF2B5EF4-FFF2-40B4-BE49-F238E27FC236}">
                  <a16:creationId xmlns:a16="http://schemas.microsoft.com/office/drawing/2014/main" id="{292CFA01-3704-6C3C-2BB4-3B83CDF43020}"/>
                </a:ext>
              </a:extLst>
            </p:cNvPr>
            <p:cNvSpPr>
              <a:spLocks noGrp="1" noRot="1" noMove="1" noResize="1" noEditPoints="1" noAdjustHandles="1" noChangeArrowheads="1" noChangeShapeType="1"/>
            </p:cNvSpPr>
            <p:nvPr/>
          </p:nvSpPr>
          <p:spPr>
            <a:xfrm>
              <a:off x="528033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Network Security Groups</a:t>
              </a:r>
            </a:p>
          </p:txBody>
        </p:sp>
        <p:sp>
          <p:nvSpPr>
            <p:cNvPr id="1690" name="Oval 1689">
              <a:extLst>
                <a:ext uri="{FF2B5EF4-FFF2-40B4-BE49-F238E27FC236}">
                  <a16:creationId xmlns:a16="http://schemas.microsoft.com/office/drawing/2014/main" id="{1E3022F4-E61E-5C26-5E57-FF7532CD21BB}"/>
                </a:ext>
              </a:extLst>
            </p:cNvPr>
            <p:cNvSpPr>
              <a:spLocks noGrp="1" noRot="1" noMove="1" noResize="1" noEditPoints="1" noAdjustHandles="1" noChangeArrowheads="1" noChangeShapeType="1"/>
            </p:cNvSpPr>
            <p:nvPr/>
          </p:nvSpPr>
          <p:spPr>
            <a:xfrm>
              <a:off x="597784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91" name="Isosceles Triangle 648">
              <a:extLst>
                <a:ext uri="{FF2B5EF4-FFF2-40B4-BE49-F238E27FC236}">
                  <a16:creationId xmlns:a16="http://schemas.microsoft.com/office/drawing/2014/main" id="{3032513F-6635-387D-7238-A639F5EBE263}"/>
                </a:ext>
              </a:extLst>
            </p:cNvPr>
            <p:cNvSpPr>
              <a:spLocks noGrp="1" noRot="1" noMove="1" noResize="1" noEditPoints="1" noAdjustHandles="1" noChangeArrowheads="1" noChangeShapeType="1"/>
            </p:cNvSpPr>
            <p:nvPr/>
          </p:nvSpPr>
          <p:spPr>
            <a:xfrm>
              <a:off x="601426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92" name="Group 1691">
            <a:extLst>
              <a:ext uri="{FF2B5EF4-FFF2-40B4-BE49-F238E27FC236}">
                <a16:creationId xmlns:a16="http://schemas.microsoft.com/office/drawing/2014/main" id="{4763759D-AB5A-2078-0977-4F34405C44AC}"/>
              </a:ext>
            </a:extLst>
          </p:cNvPr>
          <p:cNvGrpSpPr>
            <a:grpSpLocks noGrp="1" noUngrp="1" noRot="1" noMove="1" noResize="1"/>
          </p:cNvGrpSpPr>
          <p:nvPr/>
        </p:nvGrpSpPr>
        <p:grpSpPr>
          <a:xfrm>
            <a:off x="6289144" y="5141013"/>
            <a:ext cx="721206" cy="609701"/>
            <a:chOff x="8253594" y="5012622"/>
            <a:chExt cx="871904" cy="748695"/>
          </a:xfrm>
        </p:grpSpPr>
        <p:sp>
          <p:nvSpPr>
            <p:cNvPr id="1693" name="Rectangle 1692">
              <a:hlinkClick r:id="rId81" action="ppaction://hlinksldjump"/>
              <a:hlinkHover r:id="" action="ppaction://noaction" highlightClick="1"/>
              <a:extLst>
                <a:ext uri="{FF2B5EF4-FFF2-40B4-BE49-F238E27FC236}">
                  <a16:creationId xmlns:a16="http://schemas.microsoft.com/office/drawing/2014/main" id="{74DFF68A-F82D-00BA-E45A-E0DCD52101C2}"/>
                </a:ext>
              </a:extLst>
            </p:cNvPr>
            <p:cNvSpPr>
              <a:spLocks noGrp="1" noRot="1" noMove="1" noResize="1" noEditPoints="1" noAdjustHandles="1" noChangeArrowheads="1" noChangeShapeType="1"/>
            </p:cNvSpPr>
            <p:nvPr/>
          </p:nvSpPr>
          <p:spPr>
            <a:xfrm>
              <a:off x="8253594"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Front Door</a:t>
              </a:r>
            </a:p>
          </p:txBody>
        </p:sp>
        <p:sp>
          <p:nvSpPr>
            <p:cNvPr id="1694" name="Oval 1693">
              <a:extLst>
                <a:ext uri="{FF2B5EF4-FFF2-40B4-BE49-F238E27FC236}">
                  <a16:creationId xmlns:a16="http://schemas.microsoft.com/office/drawing/2014/main" id="{4BCC6BA7-ED0C-1D51-AB40-B9B58D50BDCD}"/>
                </a:ext>
              </a:extLst>
            </p:cNvPr>
            <p:cNvSpPr>
              <a:spLocks noGrp="1" noRot="1" noMove="1" noResize="1" noEditPoints="1" noAdjustHandles="1" noChangeArrowheads="1" noChangeShapeType="1"/>
            </p:cNvSpPr>
            <p:nvPr/>
          </p:nvSpPr>
          <p:spPr>
            <a:xfrm>
              <a:off x="895339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95" name="Isosceles Triangle 648">
              <a:extLst>
                <a:ext uri="{FF2B5EF4-FFF2-40B4-BE49-F238E27FC236}">
                  <a16:creationId xmlns:a16="http://schemas.microsoft.com/office/drawing/2014/main" id="{60CA07B4-12A1-C5A0-8197-7FACCA8D418F}"/>
                </a:ext>
              </a:extLst>
            </p:cNvPr>
            <p:cNvSpPr>
              <a:spLocks noGrp="1" noRot="1" noMove="1" noResize="1" noEditPoints="1" noAdjustHandles="1" noChangeArrowheads="1" noChangeShapeType="1"/>
            </p:cNvSpPr>
            <p:nvPr/>
          </p:nvSpPr>
          <p:spPr>
            <a:xfrm>
              <a:off x="898981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96" name="Group 1695">
            <a:extLst>
              <a:ext uri="{FF2B5EF4-FFF2-40B4-BE49-F238E27FC236}">
                <a16:creationId xmlns:a16="http://schemas.microsoft.com/office/drawing/2014/main" id="{6B7A731A-3FA5-80BA-CD1E-564E5B678885}"/>
              </a:ext>
            </a:extLst>
          </p:cNvPr>
          <p:cNvGrpSpPr>
            <a:grpSpLocks noGrp="1" noUngrp="1" noRot="1" noMove="1" noResize="1"/>
          </p:cNvGrpSpPr>
          <p:nvPr/>
        </p:nvGrpSpPr>
        <p:grpSpPr>
          <a:xfrm>
            <a:off x="7122909" y="4419620"/>
            <a:ext cx="721206" cy="609701"/>
            <a:chOff x="7262509" y="5012622"/>
            <a:chExt cx="871904" cy="748695"/>
          </a:xfrm>
        </p:grpSpPr>
        <p:sp>
          <p:nvSpPr>
            <p:cNvPr id="1697" name="Rectangle 1696">
              <a:hlinkClick r:id="rId82" action="ppaction://hlinksldjump"/>
              <a:hlinkHover r:id="" action="ppaction://noaction" highlightClick="1"/>
              <a:extLst>
                <a:ext uri="{FF2B5EF4-FFF2-40B4-BE49-F238E27FC236}">
                  <a16:creationId xmlns:a16="http://schemas.microsoft.com/office/drawing/2014/main" id="{69A529E6-0292-CE5E-8520-3B548DDE723E}"/>
                </a:ext>
              </a:extLst>
            </p:cNvPr>
            <p:cNvSpPr>
              <a:spLocks noGrp="1" noRot="1" noMove="1" noResize="1" noEditPoints="1" noAdjustHandles="1" noChangeArrowheads="1" noChangeShapeType="1"/>
            </p:cNvSpPr>
            <p:nvPr/>
          </p:nvSpPr>
          <p:spPr>
            <a:xfrm>
              <a:off x="726250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Arc</a:t>
              </a:r>
            </a:p>
          </p:txBody>
        </p:sp>
        <p:sp>
          <p:nvSpPr>
            <p:cNvPr id="1698" name="Oval 1697">
              <a:extLst>
                <a:ext uri="{FF2B5EF4-FFF2-40B4-BE49-F238E27FC236}">
                  <a16:creationId xmlns:a16="http://schemas.microsoft.com/office/drawing/2014/main" id="{536A3BD7-ADFE-ACE5-1328-841062322835}"/>
                </a:ext>
              </a:extLst>
            </p:cNvPr>
            <p:cNvSpPr>
              <a:spLocks noGrp="1" noRot="1" noMove="1" noResize="1" noEditPoints="1" noAdjustHandles="1" noChangeArrowheads="1" noChangeShapeType="1"/>
            </p:cNvSpPr>
            <p:nvPr/>
          </p:nvSpPr>
          <p:spPr>
            <a:xfrm>
              <a:off x="7961226"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99" name="Isosceles Triangle 648">
              <a:extLst>
                <a:ext uri="{FF2B5EF4-FFF2-40B4-BE49-F238E27FC236}">
                  <a16:creationId xmlns:a16="http://schemas.microsoft.com/office/drawing/2014/main" id="{2D9C77C3-346A-194A-294F-F9589A9DAC4B}"/>
                </a:ext>
              </a:extLst>
            </p:cNvPr>
            <p:cNvSpPr>
              <a:spLocks noGrp="1" noRot="1" noMove="1" noResize="1" noEditPoints="1" noAdjustHandles="1" noChangeArrowheads="1" noChangeShapeType="1"/>
            </p:cNvSpPr>
            <p:nvPr/>
          </p:nvSpPr>
          <p:spPr>
            <a:xfrm>
              <a:off x="7997645"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00" name="Group 1699">
            <a:extLst>
              <a:ext uri="{FF2B5EF4-FFF2-40B4-BE49-F238E27FC236}">
                <a16:creationId xmlns:a16="http://schemas.microsoft.com/office/drawing/2014/main" id="{24F2BF1D-DAD8-C58A-C293-F140DD00837E}"/>
              </a:ext>
            </a:extLst>
          </p:cNvPr>
          <p:cNvGrpSpPr>
            <a:grpSpLocks noGrp="1" noUngrp="1" noRot="1" noMove="1" noResize="1"/>
          </p:cNvGrpSpPr>
          <p:nvPr/>
        </p:nvGrpSpPr>
        <p:grpSpPr>
          <a:xfrm>
            <a:off x="5451974" y="3707588"/>
            <a:ext cx="721206" cy="609701"/>
            <a:chOff x="11335787" y="4191133"/>
            <a:chExt cx="710037" cy="609701"/>
          </a:xfrm>
        </p:grpSpPr>
        <p:sp>
          <p:nvSpPr>
            <p:cNvPr id="1701" name="Rectangle 1700">
              <a:hlinkClick r:id="rId22" action="ppaction://hlinksldjump"/>
              <a:hlinkHover r:id="" action="ppaction://noaction" highlightClick="1"/>
              <a:extLst>
                <a:ext uri="{FF2B5EF4-FFF2-40B4-BE49-F238E27FC236}">
                  <a16:creationId xmlns:a16="http://schemas.microsoft.com/office/drawing/2014/main" id="{5FCF47EE-41BD-F92D-59E4-69311F567E24}"/>
                </a:ext>
              </a:extLst>
            </p:cNvPr>
            <p:cNvSpPr>
              <a:spLocks noGrp="1" noRot="1" noMove="1" noResize="1" noEditPoints="1" noAdjustHandles="1" noChangeArrowheads="1" noChangeShapeType="1"/>
            </p:cNvSpPr>
            <p:nvPr/>
          </p:nvSpPr>
          <p:spPr>
            <a:xfrm>
              <a:off x="11335787" y="4191133"/>
              <a:ext cx="710037"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algn="ctr">
                <a:defRPr/>
              </a:pPr>
              <a:r>
                <a:rPr lang="en-US" sz="600">
                  <a:solidFill>
                    <a:srgbClr val="1F4E79"/>
                  </a:solidFill>
                  <a:latin typeface="Century Gothic" panose="020B0502020202020204" pitchFamily="34" charset="0"/>
                </a:rPr>
                <a:t>Defender for Cloud – Foundational CSPM</a:t>
              </a:r>
              <a:endParaRPr lang="en-GB" sz="600">
                <a:solidFill>
                  <a:srgbClr val="1F4E79"/>
                </a:solidFill>
                <a:latin typeface="Century Gothic" panose="020B0502020202020204" pitchFamily="34" charset="0"/>
              </a:endParaRPr>
            </a:p>
          </p:txBody>
        </p:sp>
        <p:sp>
          <p:nvSpPr>
            <p:cNvPr id="1702" name="Oval 1701">
              <a:extLst>
                <a:ext uri="{FF2B5EF4-FFF2-40B4-BE49-F238E27FC236}">
                  <a16:creationId xmlns:a16="http://schemas.microsoft.com/office/drawing/2014/main" id="{0A146316-67C1-8685-3523-20611F3A74FB}"/>
                </a:ext>
              </a:extLst>
            </p:cNvPr>
            <p:cNvSpPr>
              <a:spLocks noGrp="1" noRot="1" noMove="1" noResize="1" noEditPoints="1" noAdjustHandles="1" noChangeArrowheads="1" noChangeShapeType="1"/>
            </p:cNvSpPr>
            <p:nvPr/>
          </p:nvSpPr>
          <p:spPr>
            <a:xfrm>
              <a:off x="11905366" y="4198890"/>
              <a:ext cx="132701"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03" name="Isosceles Triangle 648">
              <a:extLst>
                <a:ext uri="{FF2B5EF4-FFF2-40B4-BE49-F238E27FC236}">
                  <a16:creationId xmlns:a16="http://schemas.microsoft.com/office/drawing/2014/main" id="{149B9D9C-BFCE-F867-2099-90DFBDB0EC29}"/>
                </a:ext>
              </a:extLst>
            </p:cNvPr>
            <p:cNvSpPr>
              <a:spLocks noGrp="1" noRot="1" noMove="1" noResize="1" noEditPoints="1" noAdjustHandles="1" noChangeArrowheads="1" noChangeShapeType="1"/>
            </p:cNvSpPr>
            <p:nvPr/>
          </p:nvSpPr>
          <p:spPr>
            <a:xfrm>
              <a:off x="11935024" y="4212401"/>
              <a:ext cx="67514"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04" name="Group 1703">
            <a:extLst>
              <a:ext uri="{FF2B5EF4-FFF2-40B4-BE49-F238E27FC236}">
                <a16:creationId xmlns:a16="http://schemas.microsoft.com/office/drawing/2014/main" id="{1D91DD8D-D9ED-EF94-C404-089F12AAD292}"/>
              </a:ext>
            </a:extLst>
          </p:cNvPr>
          <p:cNvGrpSpPr>
            <a:grpSpLocks noGrp="1" noUngrp="1" noRot="1" noMove="1" noResize="1"/>
          </p:cNvGrpSpPr>
          <p:nvPr/>
        </p:nvGrpSpPr>
        <p:grpSpPr>
          <a:xfrm>
            <a:off x="5454383" y="4419620"/>
            <a:ext cx="721206" cy="609701"/>
            <a:chOff x="5280339" y="5012622"/>
            <a:chExt cx="871904" cy="748695"/>
          </a:xfrm>
        </p:grpSpPr>
        <p:sp>
          <p:nvSpPr>
            <p:cNvPr id="1705" name="Rectangle 1704">
              <a:hlinkClick r:id="rId83" action="ppaction://hlinksldjump"/>
              <a:hlinkHover r:id="" action="ppaction://noaction" highlightClick="1"/>
              <a:extLst>
                <a:ext uri="{FF2B5EF4-FFF2-40B4-BE49-F238E27FC236}">
                  <a16:creationId xmlns:a16="http://schemas.microsoft.com/office/drawing/2014/main" id="{5905AE3E-5721-78B6-2B97-365AFC2CF6B3}"/>
                </a:ext>
              </a:extLst>
            </p:cNvPr>
            <p:cNvSpPr>
              <a:spLocks noGrp="1" noRot="1" noMove="1" noResize="1" noEditPoints="1" noAdjustHandles="1" noChangeArrowheads="1" noChangeShapeType="1"/>
            </p:cNvSpPr>
            <p:nvPr/>
          </p:nvSpPr>
          <p:spPr>
            <a:xfrm>
              <a:off x="5280339" y="50126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Key Vault</a:t>
              </a:r>
            </a:p>
          </p:txBody>
        </p:sp>
        <p:sp>
          <p:nvSpPr>
            <p:cNvPr id="1706" name="Oval 1705">
              <a:extLst>
                <a:ext uri="{FF2B5EF4-FFF2-40B4-BE49-F238E27FC236}">
                  <a16:creationId xmlns:a16="http://schemas.microsoft.com/office/drawing/2014/main" id="{CD3C7DA2-DB59-A6AB-CA4C-C6D2B429A932}"/>
                </a:ext>
              </a:extLst>
            </p:cNvPr>
            <p:cNvSpPr>
              <a:spLocks noGrp="1" noRot="1" noMove="1" noResize="1" noEditPoints="1" noAdjustHandles="1" noChangeArrowheads="1" noChangeShapeType="1"/>
            </p:cNvSpPr>
            <p:nvPr/>
          </p:nvSpPr>
          <p:spPr>
            <a:xfrm>
              <a:off x="5977845" y="5025322"/>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07" name="Isosceles Triangle 648">
              <a:extLst>
                <a:ext uri="{FF2B5EF4-FFF2-40B4-BE49-F238E27FC236}">
                  <a16:creationId xmlns:a16="http://schemas.microsoft.com/office/drawing/2014/main" id="{FB46686C-6B86-D080-8095-A1AE777FCC44}"/>
                </a:ext>
              </a:extLst>
            </p:cNvPr>
            <p:cNvSpPr>
              <a:spLocks noGrp="1" noRot="1" noMove="1" noResize="1" noEditPoints="1" noAdjustHandles="1" noChangeArrowheads="1" noChangeShapeType="1"/>
            </p:cNvSpPr>
            <p:nvPr/>
          </p:nvSpPr>
          <p:spPr>
            <a:xfrm>
              <a:off x="6014264" y="5041914"/>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08" name="Group 1707">
            <a:extLst>
              <a:ext uri="{FF2B5EF4-FFF2-40B4-BE49-F238E27FC236}">
                <a16:creationId xmlns:a16="http://schemas.microsoft.com/office/drawing/2014/main" id="{3E8E1301-9ADA-3827-E9BB-BF0D9708869A}"/>
              </a:ext>
            </a:extLst>
          </p:cNvPr>
          <p:cNvGrpSpPr>
            <a:grpSpLocks noGrp="1" noUngrp="1" noRot="1" noMove="1" noResize="1"/>
          </p:cNvGrpSpPr>
          <p:nvPr/>
        </p:nvGrpSpPr>
        <p:grpSpPr>
          <a:xfrm>
            <a:off x="3775041" y="5130129"/>
            <a:ext cx="721893" cy="609702"/>
            <a:chOff x="324914" y="2550516"/>
            <a:chExt cx="872735" cy="748697"/>
          </a:xfrm>
        </p:grpSpPr>
        <p:sp>
          <p:nvSpPr>
            <p:cNvPr id="1709" name="Rectangle 1708">
              <a:hlinkClick r:id="rId84" action="ppaction://hlinksldjump"/>
              <a:hlinkHover r:id="" action="ppaction://noaction" highlightClick="1"/>
              <a:extLst>
                <a:ext uri="{FF2B5EF4-FFF2-40B4-BE49-F238E27FC236}">
                  <a16:creationId xmlns:a16="http://schemas.microsoft.com/office/drawing/2014/main" id="{260F5320-32F0-799D-E42B-8655A20621CA}"/>
                </a:ext>
              </a:extLst>
            </p:cNvPr>
            <p:cNvSpPr>
              <a:spLocks noGrp="1" noRot="1" noMove="1" noResize="1" noEditPoints="1" noAdjustHandles="1" noChangeArrowheads="1" noChangeShapeType="1"/>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Private Access</a:t>
              </a:r>
            </a:p>
          </p:txBody>
        </p:sp>
        <p:grpSp>
          <p:nvGrpSpPr>
            <p:cNvPr id="1710" name="Group 1709">
              <a:extLst>
                <a:ext uri="{FF2B5EF4-FFF2-40B4-BE49-F238E27FC236}">
                  <a16:creationId xmlns:a16="http://schemas.microsoft.com/office/drawing/2014/main" id="{34091347-4A62-D582-57EF-38E4E2A44A2A}"/>
                </a:ext>
              </a:extLst>
            </p:cNvPr>
            <p:cNvGrpSpPr>
              <a:grpSpLocks noGrp="1" noUngrp="1" noRot="1" noMove="1" noResize="1"/>
            </p:cNvGrpSpPr>
            <p:nvPr/>
          </p:nvGrpSpPr>
          <p:grpSpPr>
            <a:xfrm>
              <a:off x="1040599" y="2550516"/>
              <a:ext cx="157050" cy="157050"/>
              <a:chOff x="1040599" y="2550516"/>
              <a:chExt cx="157050" cy="157050"/>
            </a:xfrm>
          </p:grpSpPr>
          <p:sp>
            <p:nvSpPr>
              <p:cNvPr id="1711" name="Diamond 1710">
                <a:extLst>
                  <a:ext uri="{FF2B5EF4-FFF2-40B4-BE49-F238E27FC236}">
                    <a16:creationId xmlns:a16="http://schemas.microsoft.com/office/drawing/2014/main" id="{AABD2FD2-729B-DE49-2838-D282ECB164AB}"/>
                  </a:ext>
                </a:extLst>
              </p:cNvPr>
              <p:cNvSpPr>
                <a:spLocks noGrp="1" noRot="1" noMove="1" noResize="1" noEditPoints="1" noAdjustHandles="1" noChangeArrowheads="1" noChangeShapeType="1"/>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12" name="Oval 1711">
                <a:extLst>
                  <a:ext uri="{FF2B5EF4-FFF2-40B4-BE49-F238E27FC236}">
                    <a16:creationId xmlns:a16="http://schemas.microsoft.com/office/drawing/2014/main" id="{8EB8435D-DE61-AD13-FE30-4B66101EFFB8}"/>
                  </a:ext>
                </a:extLst>
              </p:cNvPr>
              <p:cNvSpPr>
                <a:spLocks noGrp="1" noRot="1" noMove="1" noResize="1" noEditPoints="1" noAdjustHandles="1" noChangeArrowheads="1" noChangeShapeType="1"/>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13" name="Group 1712">
            <a:extLst>
              <a:ext uri="{FF2B5EF4-FFF2-40B4-BE49-F238E27FC236}">
                <a16:creationId xmlns:a16="http://schemas.microsoft.com/office/drawing/2014/main" id="{A4097DA1-750C-4B9F-020D-D377CA1437BB}"/>
              </a:ext>
            </a:extLst>
          </p:cNvPr>
          <p:cNvGrpSpPr>
            <a:grpSpLocks noGrp="1" noUngrp="1" noRot="1" noMove="1" noResize="1"/>
          </p:cNvGrpSpPr>
          <p:nvPr/>
        </p:nvGrpSpPr>
        <p:grpSpPr>
          <a:xfrm>
            <a:off x="4618174" y="5130744"/>
            <a:ext cx="721893" cy="609702"/>
            <a:chOff x="324914" y="2550516"/>
            <a:chExt cx="872735" cy="748697"/>
          </a:xfrm>
        </p:grpSpPr>
        <p:sp>
          <p:nvSpPr>
            <p:cNvPr id="1714" name="Rectangle 1713">
              <a:hlinkClick r:id="rId85" action="ppaction://hlinksldjump"/>
              <a:hlinkHover r:id="" action="ppaction://noaction" highlightClick="1"/>
              <a:extLst>
                <a:ext uri="{FF2B5EF4-FFF2-40B4-BE49-F238E27FC236}">
                  <a16:creationId xmlns:a16="http://schemas.microsoft.com/office/drawing/2014/main" id="{69637424-4D45-0E36-1E8B-D5B437586704}"/>
                </a:ext>
              </a:extLst>
            </p:cNvPr>
            <p:cNvSpPr>
              <a:spLocks noGrp="1" noRot="1" noMove="1" noResize="1" noEditPoints="1" noAdjustHandles="1" noChangeArrowheads="1" noChangeShapeType="1"/>
            </p:cNvSpPr>
            <p:nvPr/>
          </p:nvSpPr>
          <p:spPr>
            <a:xfrm>
              <a:off x="324914" y="2550518"/>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Global Secure Access: Internet Access</a:t>
              </a:r>
            </a:p>
          </p:txBody>
        </p:sp>
        <p:grpSp>
          <p:nvGrpSpPr>
            <p:cNvPr id="1715" name="Group 1714">
              <a:extLst>
                <a:ext uri="{FF2B5EF4-FFF2-40B4-BE49-F238E27FC236}">
                  <a16:creationId xmlns:a16="http://schemas.microsoft.com/office/drawing/2014/main" id="{D982416B-90A4-BD29-45DE-09313B25F31C}"/>
                </a:ext>
              </a:extLst>
            </p:cNvPr>
            <p:cNvGrpSpPr>
              <a:grpSpLocks noGrp="1" noUngrp="1" noRot="1" noMove="1" noResize="1"/>
            </p:cNvGrpSpPr>
            <p:nvPr/>
          </p:nvGrpSpPr>
          <p:grpSpPr>
            <a:xfrm>
              <a:off x="1040599" y="2550516"/>
              <a:ext cx="157050" cy="157050"/>
              <a:chOff x="1040599" y="2550516"/>
              <a:chExt cx="157050" cy="157050"/>
            </a:xfrm>
          </p:grpSpPr>
          <p:sp>
            <p:nvSpPr>
              <p:cNvPr id="1716" name="Diamond 1715">
                <a:extLst>
                  <a:ext uri="{FF2B5EF4-FFF2-40B4-BE49-F238E27FC236}">
                    <a16:creationId xmlns:a16="http://schemas.microsoft.com/office/drawing/2014/main" id="{40F541DA-EA27-7DED-8D14-A1E9BA347C16}"/>
                  </a:ext>
                </a:extLst>
              </p:cNvPr>
              <p:cNvSpPr>
                <a:spLocks noGrp="1" noRot="1" noMove="1" noResize="1" noEditPoints="1" noAdjustHandles="1" noChangeArrowheads="1" noChangeShapeType="1"/>
              </p:cNvSpPr>
              <p:nvPr/>
            </p:nvSpPr>
            <p:spPr>
              <a:xfrm>
                <a:off x="1040599" y="2550516"/>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17" name="Oval 1716">
                <a:extLst>
                  <a:ext uri="{FF2B5EF4-FFF2-40B4-BE49-F238E27FC236}">
                    <a16:creationId xmlns:a16="http://schemas.microsoft.com/office/drawing/2014/main" id="{C52828FC-C713-59F0-3079-0C54A7F78BB2}"/>
                  </a:ext>
                </a:extLst>
              </p:cNvPr>
              <p:cNvSpPr>
                <a:spLocks noGrp="1" noRot="1" noMove="1" noResize="1" noEditPoints="1" noAdjustHandles="1" noChangeArrowheads="1" noChangeShapeType="1"/>
              </p:cNvSpPr>
              <p:nvPr/>
            </p:nvSpPr>
            <p:spPr>
              <a:xfrm>
                <a:off x="1081949" y="2591638"/>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18" name="Group 1717">
            <a:extLst>
              <a:ext uri="{FF2B5EF4-FFF2-40B4-BE49-F238E27FC236}">
                <a16:creationId xmlns:a16="http://schemas.microsoft.com/office/drawing/2014/main" id="{70465BA0-8056-CB00-89C4-2562F3C7DA08}"/>
              </a:ext>
            </a:extLst>
          </p:cNvPr>
          <p:cNvGrpSpPr>
            <a:grpSpLocks noGrp="1" noUngrp="1" noRot="1" noMove="1" noResize="1"/>
          </p:cNvGrpSpPr>
          <p:nvPr/>
        </p:nvGrpSpPr>
        <p:grpSpPr>
          <a:xfrm>
            <a:off x="7125831" y="5143364"/>
            <a:ext cx="721206" cy="609701"/>
            <a:chOff x="8253594" y="4191922"/>
            <a:chExt cx="871904" cy="748695"/>
          </a:xfrm>
        </p:grpSpPr>
        <p:sp>
          <p:nvSpPr>
            <p:cNvPr id="1719" name="Rectangle 1718">
              <a:hlinkClick r:id="rId86" action="ppaction://hlinksldjump"/>
              <a:hlinkHover r:id="" action="ppaction://noaction" highlightClick="1"/>
              <a:extLst>
                <a:ext uri="{FF2B5EF4-FFF2-40B4-BE49-F238E27FC236}">
                  <a16:creationId xmlns:a16="http://schemas.microsoft.com/office/drawing/2014/main" id="{446C599E-C6C2-6DFF-757D-4018F9A15E53}"/>
                </a:ext>
              </a:extLst>
            </p:cNvPr>
            <p:cNvSpPr>
              <a:spLocks noGrp="1" noRot="1" noMove="1" noResize="1" noEditPoints="1" noAdjustHandles="1" noChangeArrowheads="1" noChangeShapeType="1"/>
            </p:cNvSpPr>
            <p:nvPr/>
          </p:nvSpPr>
          <p:spPr>
            <a:xfrm>
              <a:off x="825359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DDoS Protection</a:t>
              </a:r>
            </a:p>
          </p:txBody>
        </p:sp>
        <p:sp>
          <p:nvSpPr>
            <p:cNvPr id="1720" name="Oval 1719">
              <a:extLst>
                <a:ext uri="{FF2B5EF4-FFF2-40B4-BE49-F238E27FC236}">
                  <a16:creationId xmlns:a16="http://schemas.microsoft.com/office/drawing/2014/main" id="{7F7A1661-2E9A-04A5-78C0-E14208917080}"/>
                </a:ext>
              </a:extLst>
            </p:cNvPr>
            <p:cNvSpPr>
              <a:spLocks noGrp="1" noRot="1" noMove="1" noResize="1" noEditPoints="1" noAdjustHandles="1" noChangeArrowheads="1" noChangeShapeType="1"/>
            </p:cNvSpPr>
            <p:nvPr/>
          </p:nvSpPr>
          <p:spPr>
            <a:xfrm>
              <a:off x="895339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21" name="Isosceles Triangle 648">
              <a:extLst>
                <a:ext uri="{FF2B5EF4-FFF2-40B4-BE49-F238E27FC236}">
                  <a16:creationId xmlns:a16="http://schemas.microsoft.com/office/drawing/2014/main" id="{AC7EF2BD-AEA6-EF3F-53C3-9FFC8633715F}"/>
                </a:ext>
              </a:extLst>
            </p:cNvPr>
            <p:cNvSpPr>
              <a:spLocks noGrp="1" noRot="1" noMove="1" noResize="1" noEditPoints="1" noAdjustHandles="1" noChangeArrowheads="1" noChangeShapeType="1"/>
            </p:cNvSpPr>
            <p:nvPr/>
          </p:nvSpPr>
          <p:spPr>
            <a:xfrm>
              <a:off x="898981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22" name="Group 1721">
            <a:extLst>
              <a:ext uri="{FF2B5EF4-FFF2-40B4-BE49-F238E27FC236}">
                <a16:creationId xmlns:a16="http://schemas.microsoft.com/office/drawing/2014/main" id="{6A49DE34-9CD3-BC44-45C8-1515891CC10D}"/>
              </a:ext>
            </a:extLst>
          </p:cNvPr>
          <p:cNvGrpSpPr>
            <a:grpSpLocks noGrp="1" noUngrp="1" noRot="1" noMove="1" noResize="1"/>
          </p:cNvGrpSpPr>
          <p:nvPr/>
        </p:nvGrpSpPr>
        <p:grpSpPr>
          <a:xfrm>
            <a:off x="7122909" y="3698227"/>
            <a:ext cx="721206" cy="609701"/>
            <a:chOff x="7262509" y="4191922"/>
            <a:chExt cx="871904" cy="748695"/>
          </a:xfrm>
        </p:grpSpPr>
        <p:sp>
          <p:nvSpPr>
            <p:cNvPr id="1723" name="Rectangle 1722">
              <a:hlinkClick r:id="rId87" action="ppaction://hlinksldjump"/>
              <a:hlinkHover r:id="" action="ppaction://noaction" highlightClick="1"/>
              <a:extLst>
                <a:ext uri="{FF2B5EF4-FFF2-40B4-BE49-F238E27FC236}">
                  <a16:creationId xmlns:a16="http://schemas.microsoft.com/office/drawing/2014/main" id="{D7B594C4-737C-6546-40DC-F6B885E16BD6}"/>
                </a:ext>
              </a:extLst>
            </p:cNvPr>
            <p:cNvSpPr>
              <a:spLocks noGrp="1" noRot="1" noMove="1" noResize="1" noEditPoints="1" noAdjustHandles="1" noChangeArrowheads="1" noChangeShapeType="1"/>
            </p:cNvSpPr>
            <p:nvPr/>
          </p:nvSpPr>
          <p:spPr>
            <a:xfrm>
              <a:off x="7262509"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Confidential Computing</a:t>
              </a:r>
            </a:p>
          </p:txBody>
        </p:sp>
        <p:sp>
          <p:nvSpPr>
            <p:cNvPr id="1724" name="Oval 1723">
              <a:extLst>
                <a:ext uri="{FF2B5EF4-FFF2-40B4-BE49-F238E27FC236}">
                  <a16:creationId xmlns:a16="http://schemas.microsoft.com/office/drawing/2014/main" id="{227C6157-A7CF-94CF-73D3-7997635978E7}"/>
                </a:ext>
              </a:extLst>
            </p:cNvPr>
            <p:cNvSpPr>
              <a:spLocks noGrp="1" noRot="1" noMove="1" noResize="1" noEditPoints="1" noAdjustHandles="1" noChangeArrowheads="1" noChangeShapeType="1"/>
            </p:cNvSpPr>
            <p:nvPr/>
          </p:nvSpPr>
          <p:spPr>
            <a:xfrm>
              <a:off x="7961226"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25" name="Isosceles Triangle 648">
              <a:extLst>
                <a:ext uri="{FF2B5EF4-FFF2-40B4-BE49-F238E27FC236}">
                  <a16:creationId xmlns:a16="http://schemas.microsoft.com/office/drawing/2014/main" id="{1EBE6BA6-AF71-E1EF-00E3-B39558CB2420}"/>
                </a:ext>
              </a:extLst>
            </p:cNvPr>
            <p:cNvSpPr>
              <a:spLocks noGrp="1" noRot="1" noMove="1" noResize="1" noEditPoints="1" noAdjustHandles="1" noChangeArrowheads="1" noChangeShapeType="1"/>
            </p:cNvSpPr>
            <p:nvPr/>
          </p:nvSpPr>
          <p:spPr>
            <a:xfrm>
              <a:off x="7997645"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26" name="Group 1725">
            <a:extLst>
              <a:ext uri="{FF2B5EF4-FFF2-40B4-BE49-F238E27FC236}">
                <a16:creationId xmlns:a16="http://schemas.microsoft.com/office/drawing/2014/main" id="{1960053B-4B81-BA12-3322-3902D35A56D4}"/>
              </a:ext>
            </a:extLst>
          </p:cNvPr>
          <p:cNvGrpSpPr>
            <a:grpSpLocks noGrp="1" noUngrp="1" noRot="1" noMove="1" noResize="1"/>
          </p:cNvGrpSpPr>
          <p:nvPr/>
        </p:nvGrpSpPr>
        <p:grpSpPr>
          <a:xfrm>
            <a:off x="6286222" y="3698227"/>
            <a:ext cx="721206" cy="609701"/>
            <a:chOff x="6271424" y="4191922"/>
            <a:chExt cx="871904" cy="748695"/>
          </a:xfrm>
        </p:grpSpPr>
        <p:sp>
          <p:nvSpPr>
            <p:cNvPr id="1727" name="Rectangle 1726">
              <a:hlinkClick r:id="rId88" action="ppaction://hlinksldjump"/>
              <a:hlinkHover r:id="" action="ppaction://noaction" highlightClick="1"/>
              <a:extLst>
                <a:ext uri="{FF2B5EF4-FFF2-40B4-BE49-F238E27FC236}">
                  <a16:creationId xmlns:a16="http://schemas.microsoft.com/office/drawing/2014/main" id="{A495A56D-0F1E-5706-B1C2-2765CAD1260D}"/>
                </a:ext>
              </a:extLst>
            </p:cNvPr>
            <p:cNvSpPr>
              <a:spLocks noGrp="1" noRot="1" noMove="1" noResize="1" noEditPoints="1" noAdjustHandles="1" noChangeArrowheads="1" noChangeShapeType="1"/>
            </p:cNvSpPr>
            <p:nvPr/>
          </p:nvSpPr>
          <p:spPr>
            <a:xfrm>
              <a:off x="6271424" y="4191922"/>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Azure Bastion</a:t>
              </a:r>
            </a:p>
          </p:txBody>
        </p:sp>
        <p:sp>
          <p:nvSpPr>
            <p:cNvPr id="1728" name="Oval 1727">
              <a:extLst>
                <a:ext uri="{FF2B5EF4-FFF2-40B4-BE49-F238E27FC236}">
                  <a16:creationId xmlns:a16="http://schemas.microsoft.com/office/drawing/2014/main" id="{13200E04-667E-B879-2208-04088B8925EE}"/>
                </a:ext>
              </a:extLst>
            </p:cNvPr>
            <p:cNvSpPr>
              <a:spLocks noGrp="1" noRot="1" noMove="1" noResize="1" noEditPoints="1" noAdjustHandles="1" noChangeArrowheads="1" noChangeShapeType="1"/>
            </p:cNvSpPr>
            <p:nvPr/>
          </p:nvSpPr>
          <p:spPr>
            <a:xfrm>
              <a:off x="6970805" y="4204475"/>
              <a:ext cx="162953" cy="116411"/>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29" name="Isosceles Triangle 648">
              <a:extLst>
                <a:ext uri="{FF2B5EF4-FFF2-40B4-BE49-F238E27FC236}">
                  <a16:creationId xmlns:a16="http://schemas.microsoft.com/office/drawing/2014/main" id="{3F232A48-F4B9-9F4F-B78B-3EE0F475ECB0}"/>
                </a:ext>
              </a:extLst>
            </p:cNvPr>
            <p:cNvSpPr>
              <a:spLocks noGrp="1" noRot="1" noMove="1" noResize="1" noEditPoints="1" noAdjustHandles="1" noChangeArrowheads="1" noChangeShapeType="1"/>
            </p:cNvSpPr>
            <p:nvPr/>
          </p:nvSpPr>
          <p:spPr>
            <a:xfrm>
              <a:off x="7007224" y="4221067"/>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730" name="Group 1729">
            <a:extLst>
              <a:ext uri="{FF2B5EF4-FFF2-40B4-BE49-F238E27FC236}">
                <a16:creationId xmlns:a16="http://schemas.microsoft.com/office/drawing/2014/main" id="{0B6255D2-C800-1D22-464E-7D678CF88C43}"/>
              </a:ext>
            </a:extLst>
          </p:cNvPr>
          <p:cNvGrpSpPr>
            <a:grpSpLocks noGrp="1" noUngrp="1" noRot="1" noMove="1" noResize="1"/>
          </p:cNvGrpSpPr>
          <p:nvPr/>
        </p:nvGrpSpPr>
        <p:grpSpPr>
          <a:xfrm>
            <a:off x="10506599" y="811556"/>
            <a:ext cx="721206" cy="609701"/>
            <a:chOff x="11226844" y="909114"/>
            <a:chExt cx="871904" cy="748695"/>
          </a:xfrm>
        </p:grpSpPr>
        <p:sp>
          <p:nvSpPr>
            <p:cNvPr id="1731" name="Rectangle 1730">
              <a:hlinkClick r:id="rId73" action="ppaction://hlinksldjump"/>
              <a:extLst>
                <a:ext uri="{FF2B5EF4-FFF2-40B4-BE49-F238E27FC236}">
                  <a16:creationId xmlns:a16="http://schemas.microsoft.com/office/drawing/2014/main" id="{281F53C2-FCFE-F44D-4DC6-0F0DBB5D360C}"/>
                </a:ext>
              </a:extLst>
            </p:cNvPr>
            <p:cNvSpPr>
              <a:spLocks noGrp="1" noRot="1" noMove="1" noResize="1" noEditPoints="1" noAdjustHandles="1" noChangeArrowheads="1" noChangeShapeType="1"/>
            </p:cNvSpPr>
            <p:nvPr/>
          </p:nvSpPr>
          <p:spPr>
            <a:xfrm>
              <a:off x="11226844" y="909114"/>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Defender for Office 365 (P2)</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732" name="Rectangle 1731">
              <a:extLst>
                <a:ext uri="{FF2B5EF4-FFF2-40B4-BE49-F238E27FC236}">
                  <a16:creationId xmlns:a16="http://schemas.microsoft.com/office/drawing/2014/main" id="{C441EB96-0A16-93F5-C6EE-3FA1AFAC795A}"/>
                </a:ext>
              </a:extLst>
            </p:cNvPr>
            <p:cNvSpPr>
              <a:spLocks noGrp="1" noRot="1" noMove="1" noResize="1" noEditPoints="1" noAdjustHandles="1" noChangeArrowheads="1" noChangeShapeType="1"/>
            </p:cNvSpPr>
            <p:nvPr/>
          </p:nvSpPr>
          <p:spPr>
            <a:xfrm flipV="1">
              <a:off x="11977620" y="919817"/>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33" name="Oval 15">
              <a:extLst>
                <a:ext uri="{FF2B5EF4-FFF2-40B4-BE49-F238E27FC236}">
                  <a16:creationId xmlns:a16="http://schemas.microsoft.com/office/drawing/2014/main" id="{4C74A6EA-4205-5420-3034-EF1BAA202C5C}"/>
                </a:ext>
              </a:extLst>
            </p:cNvPr>
            <p:cNvSpPr>
              <a:spLocks noGrp="1" noRot="1" noMove="1" noResize="1" noEditPoints="1" noAdjustHandles="1" noChangeArrowheads="1" noChangeShapeType="1"/>
            </p:cNvSpPr>
            <p:nvPr/>
          </p:nvSpPr>
          <p:spPr>
            <a:xfrm>
              <a:off x="12010732" y="964931"/>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34" name="Straight Connector 1733">
              <a:extLst>
                <a:ext uri="{FF2B5EF4-FFF2-40B4-BE49-F238E27FC236}">
                  <a16:creationId xmlns:a16="http://schemas.microsoft.com/office/drawing/2014/main" id="{C9E93DB4-73AC-2CF8-099D-C4FDF4A0FB83}"/>
                </a:ext>
              </a:extLst>
            </p:cNvPr>
            <p:cNvCxnSpPr>
              <a:cxnSpLocks noGrp="1" noRot="1" noMove="1" noResize="1" noEditPoints="1" noAdjustHandles="1" noChangeArrowheads="1" noChangeShapeType="1"/>
              <a:stCxn id="1733" idx="0"/>
            </p:cNvCxnSpPr>
            <p:nvPr/>
          </p:nvCxnSpPr>
          <p:spPr>
            <a:xfrm flipV="1">
              <a:off x="12017619" y="936410"/>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35" name="Straight Connector 1734">
              <a:extLst>
                <a:ext uri="{FF2B5EF4-FFF2-40B4-BE49-F238E27FC236}">
                  <a16:creationId xmlns:a16="http://schemas.microsoft.com/office/drawing/2014/main" id="{1A964F9D-B58A-3357-6113-30B4F7B7BF61}"/>
                </a:ext>
              </a:extLst>
            </p:cNvPr>
            <p:cNvCxnSpPr>
              <a:cxnSpLocks noGrp="1" noRot="1" noMove="1" noResize="1" noEditPoints="1" noAdjustHandles="1" noChangeArrowheads="1" noChangeShapeType="1"/>
            </p:cNvCxnSpPr>
            <p:nvPr/>
          </p:nvCxnSpPr>
          <p:spPr>
            <a:xfrm>
              <a:off x="12024533" y="936410"/>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sp>
        <p:nvSpPr>
          <p:cNvPr id="3" name="TextBox 2">
            <a:extLst>
              <a:ext uri="{FF2B5EF4-FFF2-40B4-BE49-F238E27FC236}">
                <a16:creationId xmlns:a16="http://schemas.microsoft.com/office/drawing/2014/main" id="{7F1EF9A3-88B1-6D0B-0283-6B85B06946B4}"/>
              </a:ext>
            </a:extLst>
          </p:cNvPr>
          <p:cNvSpPr txBox="1"/>
          <p:nvPr/>
        </p:nvSpPr>
        <p:spPr>
          <a:xfrm>
            <a:off x="3124201" y="151511"/>
            <a:ext cx="7170419" cy="461665"/>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400" b="0" i="0" u="none" strike="noStrike" cap="none" spc="0" normalizeH="0" baseline="0">
                <a:ln>
                  <a:noFill/>
                </a:ln>
                <a:solidFill>
                  <a:srgbClr val="0078D7"/>
                </a:solidFill>
                <a:effectLst/>
                <a:uLnTx/>
                <a:uFillTx/>
                <a:latin typeface="Century Gothic" panose="020B0502020202020204" pitchFamily="34" charset="0"/>
              </a:defRPr>
            </a:lvl1pPr>
          </a:lstStyle>
          <a:p>
            <a:r>
              <a:rPr lang="en-GB"/>
              <a:t>Click on each product for more information</a:t>
            </a:r>
          </a:p>
        </p:txBody>
      </p:sp>
      <p:grpSp>
        <p:nvGrpSpPr>
          <p:cNvPr id="2" name="Group 1">
            <a:extLst>
              <a:ext uri="{FF2B5EF4-FFF2-40B4-BE49-F238E27FC236}">
                <a16:creationId xmlns:a16="http://schemas.microsoft.com/office/drawing/2014/main" id="{EC5F97CC-5E59-86D2-3015-B88B9748D879}"/>
              </a:ext>
            </a:extLst>
          </p:cNvPr>
          <p:cNvGrpSpPr/>
          <p:nvPr/>
        </p:nvGrpSpPr>
        <p:grpSpPr>
          <a:xfrm>
            <a:off x="11372498" y="2988305"/>
            <a:ext cx="721206" cy="609701"/>
            <a:chOff x="18402944" y="3252987"/>
            <a:chExt cx="871904" cy="748695"/>
          </a:xfrm>
        </p:grpSpPr>
        <p:sp>
          <p:nvSpPr>
            <p:cNvPr id="4" name="Rectangle 3">
              <a:hlinkClick r:id="rId89" action="ppaction://hlinksldjump"/>
              <a:hlinkHover r:id="" action="ppaction://noaction" highlightClick="1"/>
              <a:extLst>
                <a:ext uri="{FF2B5EF4-FFF2-40B4-BE49-F238E27FC236}">
                  <a16:creationId xmlns:a16="http://schemas.microsoft.com/office/drawing/2014/main" id="{AB902A72-709C-8AD4-6D4B-708DFBD7212E}"/>
                </a:ext>
              </a:extLst>
            </p:cNvPr>
            <p:cNvSpPr/>
            <p:nvPr/>
          </p:nvSpPr>
          <p:spPr>
            <a:xfrm>
              <a:off x="18402944" y="3252987"/>
              <a:ext cx="871904" cy="748695"/>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Entra Workload </a:t>
              </a:r>
              <a:r>
                <a:rPr kumimoji="0" lang="en-GB" sz="600" b="0" i="0" u="none" strike="noStrike" kern="1200" cap="none" spc="0" normalizeH="0" baseline="0" noProof="0" err="1">
                  <a:ln>
                    <a:noFill/>
                  </a:ln>
                  <a:solidFill>
                    <a:srgbClr val="1F4E79"/>
                  </a:solidFill>
                  <a:effectLst/>
                  <a:uLnTx/>
                  <a:uFillTx/>
                  <a:latin typeface="Century Gothic" panose="020B0502020202020204" pitchFamily="34" charset="0"/>
                  <a:ea typeface="+mn-ea"/>
                  <a:cs typeface="+mn-cs"/>
                </a:rPr>
                <a:t>Indentities</a:t>
              </a:r>
              <a:endPar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5" name="Oval 4">
              <a:extLst>
                <a:ext uri="{FF2B5EF4-FFF2-40B4-BE49-F238E27FC236}">
                  <a16:creationId xmlns:a16="http://schemas.microsoft.com/office/drawing/2014/main" id="{97F6ABC0-5616-0E7F-145C-EBBF73C9D86B}"/>
                </a:ext>
              </a:extLst>
            </p:cNvPr>
            <p:cNvSpPr/>
            <p:nvPr/>
          </p:nvSpPr>
          <p:spPr>
            <a:xfrm>
              <a:off x="19097607" y="3265685"/>
              <a:ext cx="162954" cy="116410"/>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Isosceles Triangle 648">
              <a:extLst>
                <a:ext uri="{FF2B5EF4-FFF2-40B4-BE49-F238E27FC236}">
                  <a16:creationId xmlns:a16="http://schemas.microsoft.com/office/drawing/2014/main" id="{B47C4428-F2A7-CF9C-D4F4-B57FF648DF28}"/>
                </a:ext>
              </a:extLst>
            </p:cNvPr>
            <p:cNvSpPr/>
            <p:nvPr/>
          </p:nvSpPr>
          <p:spPr>
            <a:xfrm>
              <a:off x="19134028" y="3282278"/>
              <a:ext cx="82905" cy="76823"/>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D1671968-EE02-6013-CFB6-2A23AEC5A8C8}"/>
              </a:ext>
            </a:extLst>
          </p:cNvPr>
          <p:cNvGrpSpPr/>
          <p:nvPr/>
        </p:nvGrpSpPr>
        <p:grpSpPr>
          <a:xfrm>
            <a:off x="7113073" y="809264"/>
            <a:ext cx="721206" cy="609701"/>
            <a:chOff x="4289253" y="909114"/>
            <a:chExt cx="871904" cy="748695"/>
          </a:xfrm>
        </p:grpSpPr>
        <p:sp>
          <p:nvSpPr>
            <p:cNvPr id="8" name="Rectangle 7">
              <a:hlinkClick r:id="rId90" action="ppaction://hlinksldjump"/>
              <a:extLst>
                <a:ext uri="{FF2B5EF4-FFF2-40B4-BE49-F238E27FC236}">
                  <a16:creationId xmlns:a16="http://schemas.microsoft.com/office/drawing/2014/main" id="{BDEA6ADB-DD2E-F40C-3349-A4852FEF1CF5}"/>
                </a:ext>
              </a:extLst>
            </p:cNvPr>
            <p:cNvSpPr>
              <a:spLocks noGrp="1" noRot="1" noMove="1" noResize="1" noEditPoints="1" noAdjustHandles="1" noChangeArrowheads="1" noChangeShapeType="1"/>
            </p:cNvSpPr>
            <p:nvPr/>
          </p:nvSpPr>
          <p:spPr>
            <a:xfrm>
              <a:off x="4289253" y="909114"/>
              <a:ext cx="871904" cy="748695"/>
            </a:xfrm>
            <a:prstGeom prst="rect">
              <a:avLst/>
            </a:prstGeom>
            <a:solidFill>
              <a:srgbClr val="C6C6C6"/>
            </a:solidFill>
            <a:ln w="31750" cap="flat" cmpd="sng" algn="ctr">
              <a:solidFill>
                <a:srgbClr val="0078D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1F4E79"/>
                  </a:solidFill>
                  <a:effectLst/>
                  <a:uLnTx/>
                  <a:uFillTx/>
                  <a:latin typeface="Century Gothic" panose="020B0502020202020204" pitchFamily="34" charset="0"/>
                  <a:ea typeface="+mn-ea"/>
                  <a:cs typeface="+mn-cs"/>
                </a:rPr>
                <a:t>Microsoft Data Security Posture Management</a:t>
              </a:r>
            </a:p>
          </p:txBody>
        </p:sp>
        <p:sp>
          <p:nvSpPr>
            <p:cNvPr id="9" name="Rectangle 8">
              <a:extLst>
                <a:ext uri="{FF2B5EF4-FFF2-40B4-BE49-F238E27FC236}">
                  <a16:creationId xmlns:a16="http://schemas.microsoft.com/office/drawing/2014/main" id="{AEBB85CB-135D-84CB-2AC9-E1741E9AF128}"/>
                </a:ext>
              </a:extLst>
            </p:cNvPr>
            <p:cNvSpPr/>
            <p:nvPr/>
          </p:nvSpPr>
          <p:spPr>
            <a:xfrm flipV="1">
              <a:off x="5036004" y="916254"/>
              <a:ext cx="121127"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Oval 15">
              <a:extLst>
                <a:ext uri="{FF2B5EF4-FFF2-40B4-BE49-F238E27FC236}">
                  <a16:creationId xmlns:a16="http://schemas.microsoft.com/office/drawing/2014/main" id="{C16C34E1-9682-D0DF-E256-E153DEC7633B}"/>
                </a:ext>
              </a:extLst>
            </p:cNvPr>
            <p:cNvSpPr/>
            <p:nvPr/>
          </p:nvSpPr>
          <p:spPr>
            <a:xfrm>
              <a:off x="5069116" y="961368"/>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8D7D8D8F-DBB1-6723-D49B-483BB3E04C01}"/>
                </a:ext>
              </a:extLst>
            </p:cNvPr>
            <p:cNvCxnSpPr>
              <a:cxnSpLocks/>
              <a:stCxn id="10" idx="0"/>
            </p:cNvCxnSpPr>
            <p:nvPr/>
          </p:nvCxnSpPr>
          <p:spPr>
            <a:xfrm flipV="1">
              <a:off x="5076002" y="932847"/>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2" name="Straight Connector 11">
              <a:extLst>
                <a:ext uri="{FF2B5EF4-FFF2-40B4-BE49-F238E27FC236}">
                  <a16:creationId xmlns:a16="http://schemas.microsoft.com/office/drawing/2014/main" id="{292F79F4-61E9-4012-AB8E-BDA7A67D6C8C}"/>
                </a:ext>
              </a:extLst>
            </p:cNvPr>
            <p:cNvCxnSpPr>
              <a:cxnSpLocks/>
            </p:cNvCxnSpPr>
            <p:nvPr/>
          </p:nvCxnSpPr>
          <p:spPr>
            <a:xfrm>
              <a:off x="5082918" y="932847"/>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sp>
        <p:nvSpPr>
          <p:cNvPr id="98" name="Rectangle 97">
            <a:hlinkClick r:id="rId91" action="ppaction://hlinksldjump"/>
            <a:hlinkHover r:id="" action="ppaction://noaction" highlightClick="1"/>
            <a:extLst>
              <a:ext uri="{FF2B5EF4-FFF2-40B4-BE49-F238E27FC236}">
                <a16:creationId xmlns:a16="http://schemas.microsoft.com/office/drawing/2014/main" id="{17FAB075-D69C-BE2E-5223-828741FFDC04}"/>
              </a:ext>
            </a:extLst>
          </p:cNvPr>
          <p:cNvSpPr/>
          <p:nvPr/>
        </p:nvSpPr>
        <p:spPr>
          <a:xfrm>
            <a:off x="10509045" y="1538636"/>
            <a:ext cx="721206" cy="609701"/>
          </a:xfrm>
          <a:prstGeom prst="rect">
            <a:avLst/>
          </a:prstGeom>
          <a:solidFill>
            <a:srgbClr val="C6C6C6"/>
          </a:solidFill>
          <a:ln w="31750">
            <a:solidFill>
              <a:srgbClr val="7030A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Defender for AI Services</a:t>
            </a:r>
          </a:p>
        </p:txBody>
      </p:sp>
      <p:sp>
        <p:nvSpPr>
          <p:cNvPr id="99" name="Oval 98">
            <a:extLst>
              <a:ext uri="{FF2B5EF4-FFF2-40B4-BE49-F238E27FC236}">
                <a16:creationId xmlns:a16="http://schemas.microsoft.com/office/drawing/2014/main" id="{AA85DE17-E455-799D-FB34-8C6228457B21}"/>
              </a:ext>
            </a:extLst>
          </p:cNvPr>
          <p:cNvSpPr/>
          <p:nvPr/>
        </p:nvSpPr>
        <p:spPr>
          <a:xfrm>
            <a:off x="11087584" y="1546393"/>
            <a:ext cx="134789" cy="94799"/>
          </a:xfrm>
          <a:prstGeom prst="ellipse">
            <a:avLst/>
          </a:prstGeom>
          <a:solidFill>
            <a:srgbClr val="7030A0"/>
          </a:solidFill>
          <a:ln w="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 name="Isosceles Triangle 648">
            <a:extLst>
              <a:ext uri="{FF2B5EF4-FFF2-40B4-BE49-F238E27FC236}">
                <a16:creationId xmlns:a16="http://schemas.microsoft.com/office/drawing/2014/main" id="{BD2BC683-E66D-FCE8-2A43-5E5F1173D8D5}"/>
              </a:ext>
            </a:extLst>
          </p:cNvPr>
          <p:cNvSpPr/>
          <p:nvPr/>
        </p:nvSpPr>
        <p:spPr>
          <a:xfrm>
            <a:off x="11117708" y="1559904"/>
            <a:ext cx="68576" cy="62561"/>
          </a:xfrm>
          <a:custGeom>
            <a:avLst/>
            <a:gdLst>
              <a:gd name="connsiteX0" fmla="*/ 0 w 338229"/>
              <a:gd name="connsiteY0" fmla="*/ 360395 h 360395"/>
              <a:gd name="connsiteX1" fmla="*/ 169115 w 338229"/>
              <a:gd name="connsiteY1" fmla="*/ 0 h 360395"/>
              <a:gd name="connsiteX2" fmla="*/ 338229 w 338229"/>
              <a:gd name="connsiteY2" fmla="*/ 360395 h 360395"/>
              <a:gd name="connsiteX3" fmla="*/ 0 w 338229"/>
              <a:gd name="connsiteY3" fmla="*/ 360395 h 360395"/>
              <a:gd name="connsiteX0" fmla="*/ 0 w 429669"/>
              <a:gd name="connsiteY0" fmla="*/ 360395 h 451835"/>
              <a:gd name="connsiteX1" fmla="*/ 169115 w 429669"/>
              <a:gd name="connsiteY1" fmla="*/ 0 h 451835"/>
              <a:gd name="connsiteX2" fmla="*/ 429669 w 429669"/>
              <a:gd name="connsiteY2" fmla="*/ 451835 h 451835"/>
              <a:gd name="connsiteX0" fmla="*/ 0 w 334419"/>
              <a:gd name="connsiteY0" fmla="*/ 360395 h 368492"/>
              <a:gd name="connsiteX1" fmla="*/ 169115 w 334419"/>
              <a:gd name="connsiteY1" fmla="*/ 0 h 368492"/>
              <a:gd name="connsiteX2" fmla="*/ 334419 w 334419"/>
              <a:gd name="connsiteY2" fmla="*/ 368492 h 368492"/>
              <a:gd name="connsiteX0" fmla="*/ 0 w 324894"/>
              <a:gd name="connsiteY0" fmla="*/ 360395 h 360395"/>
              <a:gd name="connsiteX1" fmla="*/ 169115 w 324894"/>
              <a:gd name="connsiteY1" fmla="*/ 0 h 360395"/>
              <a:gd name="connsiteX2" fmla="*/ 324894 w 324894"/>
              <a:gd name="connsiteY2" fmla="*/ 349442 h 360395"/>
              <a:gd name="connsiteX0" fmla="*/ 0 w 332037"/>
              <a:gd name="connsiteY0" fmla="*/ 360395 h 360395"/>
              <a:gd name="connsiteX1" fmla="*/ 169115 w 332037"/>
              <a:gd name="connsiteY1" fmla="*/ 0 h 360395"/>
              <a:gd name="connsiteX2" fmla="*/ 332037 w 332037"/>
              <a:gd name="connsiteY2" fmla="*/ 358967 h 360395"/>
            </a:gdLst>
            <a:ahLst/>
            <a:cxnLst>
              <a:cxn ang="0">
                <a:pos x="connsiteX0" y="connsiteY0"/>
              </a:cxn>
              <a:cxn ang="0">
                <a:pos x="connsiteX1" y="connsiteY1"/>
              </a:cxn>
              <a:cxn ang="0">
                <a:pos x="connsiteX2" y="connsiteY2"/>
              </a:cxn>
            </a:cxnLst>
            <a:rect l="l" t="t" r="r" b="b"/>
            <a:pathLst>
              <a:path w="332037" h="360395">
                <a:moveTo>
                  <a:pt x="0" y="360395"/>
                </a:moveTo>
                <a:lnTo>
                  <a:pt x="169115" y="0"/>
                </a:lnTo>
                <a:cubicBezTo>
                  <a:pt x="225486" y="120132"/>
                  <a:pt x="332037" y="358967"/>
                  <a:pt x="332037" y="358967"/>
                </a:cubicBezTo>
              </a:path>
            </a:pathLst>
          </a:custGeom>
          <a:solidFill>
            <a:srgbClr val="7030A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52" name="Rectangle 1651">
            <a:hlinkClick r:id="rId92" action="ppaction://hlinksldjump"/>
            <a:hlinkHover r:id="" action="ppaction://noaction" highlightClick="1"/>
            <a:extLst>
              <a:ext uri="{FF2B5EF4-FFF2-40B4-BE49-F238E27FC236}">
                <a16:creationId xmlns:a16="http://schemas.microsoft.com/office/drawing/2014/main" id="{11FC219A-39A9-661E-1DF0-8EFDBD2F6C3D}"/>
              </a:ext>
            </a:extLst>
          </p:cNvPr>
          <p:cNvSpPr/>
          <p:nvPr/>
        </p:nvSpPr>
        <p:spPr>
          <a:xfrm>
            <a:off x="7115638" y="2257143"/>
            <a:ext cx="721206" cy="609701"/>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Intune Advanced</a:t>
            </a:r>
          </a:p>
        </p:txBody>
      </p:sp>
      <p:sp>
        <p:nvSpPr>
          <p:cNvPr id="1653" name="Rectangle 1652">
            <a:extLst>
              <a:ext uri="{FF2B5EF4-FFF2-40B4-BE49-F238E27FC236}">
                <a16:creationId xmlns:a16="http://schemas.microsoft.com/office/drawing/2014/main" id="{B95678BE-6D7D-4824-2601-B0053BC3B7C9}"/>
              </a:ext>
            </a:extLst>
          </p:cNvPr>
          <p:cNvSpPr/>
          <p:nvPr/>
        </p:nvSpPr>
        <p:spPr>
          <a:xfrm flipV="1">
            <a:off x="7736652" y="2263348"/>
            <a:ext cx="100192" cy="98641"/>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54" name="Oval 15">
            <a:extLst>
              <a:ext uri="{FF2B5EF4-FFF2-40B4-BE49-F238E27FC236}">
                <a16:creationId xmlns:a16="http://schemas.microsoft.com/office/drawing/2014/main" id="{8F291F20-D07F-C17D-5FEC-2E645751525E}"/>
              </a:ext>
            </a:extLst>
          </p:cNvPr>
          <p:cNvSpPr/>
          <p:nvPr/>
        </p:nvSpPr>
        <p:spPr>
          <a:xfrm>
            <a:off x="7764040" y="2300086"/>
            <a:ext cx="36715" cy="39334"/>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655" name="Straight Connector 1654">
            <a:extLst>
              <a:ext uri="{FF2B5EF4-FFF2-40B4-BE49-F238E27FC236}">
                <a16:creationId xmlns:a16="http://schemas.microsoft.com/office/drawing/2014/main" id="{4F921F96-1617-3175-64E1-2E3E2DDE6EB0}"/>
              </a:ext>
            </a:extLst>
          </p:cNvPr>
          <p:cNvCxnSpPr>
            <a:cxnSpLocks/>
          </p:cNvCxnSpPr>
          <p:nvPr/>
        </p:nvCxnSpPr>
        <p:spPr>
          <a:xfrm>
            <a:off x="7767677" y="2276475"/>
            <a:ext cx="26401"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nvGrpSpPr>
          <p:cNvPr id="1783" name="Group 1782">
            <a:extLst>
              <a:ext uri="{FF2B5EF4-FFF2-40B4-BE49-F238E27FC236}">
                <a16:creationId xmlns:a16="http://schemas.microsoft.com/office/drawing/2014/main" id="{17040494-42BA-76F0-5D99-3D0435F52C32}"/>
              </a:ext>
            </a:extLst>
          </p:cNvPr>
          <p:cNvGrpSpPr>
            <a:grpSpLocks/>
          </p:cNvGrpSpPr>
          <p:nvPr/>
        </p:nvGrpSpPr>
        <p:grpSpPr>
          <a:xfrm>
            <a:off x="10509045" y="2980456"/>
            <a:ext cx="721206" cy="609701"/>
            <a:chOff x="11226844" y="3371220"/>
            <a:chExt cx="871904" cy="748695"/>
          </a:xfrm>
        </p:grpSpPr>
        <p:sp>
          <p:nvSpPr>
            <p:cNvPr id="1784" name="Rectangle 1783">
              <a:hlinkClick r:id="rId93" action="ppaction://hlinksldjump"/>
              <a:extLst>
                <a:ext uri="{FF2B5EF4-FFF2-40B4-BE49-F238E27FC236}">
                  <a16:creationId xmlns:a16="http://schemas.microsoft.com/office/drawing/2014/main" id="{22024E6E-B237-B731-4E1E-4378AF75E140}"/>
                </a:ext>
              </a:extLst>
            </p:cNvPr>
            <p:cNvSpPr>
              <a:spLocks/>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Entra Agent Identities</a:t>
              </a:r>
            </a:p>
          </p:txBody>
        </p:sp>
        <p:sp>
          <p:nvSpPr>
            <p:cNvPr id="1785" name="Rectangle 1784">
              <a:extLst>
                <a:ext uri="{FF2B5EF4-FFF2-40B4-BE49-F238E27FC236}">
                  <a16:creationId xmlns:a16="http://schemas.microsoft.com/office/drawing/2014/main" id="{C8B27299-CAA4-E568-C623-2840D8158404}"/>
                </a:ext>
              </a:extLst>
            </p:cNvPr>
            <p:cNvSpPr>
              <a:spLocks/>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86" name="Oval 15">
              <a:extLst>
                <a:ext uri="{FF2B5EF4-FFF2-40B4-BE49-F238E27FC236}">
                  <a16:creationId xmlns:a16="http://schemas.microsoft.com/office/drawing/2014/main" id="{52DCE7AE-65CE-C886-E9ED-E6DE51FA6FD2}"/>
                </a:ext>
              </a:extLst>
            </p:cNvPr>
            <p:cNvSpPr>
              <a:spLocks/>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87" name="Straight Connector 1786">
              <a:extLst>
                <a:ext uri="{FF2B5EF4-FFF2-40B4-BE49-F238E27FC236}">
                  <a16:creationId xmlns:a16="http://schemas.microsoft.com/office/drawing/2014/main" id="{12161349-D173-A040-1950-32E925AA91C6}"/>
                </a:ext>
              </a:extLst>
            </p:cNvPr>
            <p:cNvCxnSpPr>
              <a:cxnSpLocks/>
              <a:stCxn id="1786"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788" name="Straight Connector 1787">
              <a:extLst>
                <a:ext uri="{FF2B5EF4-FFF2-40B4-BE49-F238E27FC236}">
                  <a16:creationId xmlns:a16="http://schemas.microsoft.com/office/drawing/2014/main" id="{6B041351-5C14-A558-C9BE-B22133F0C130}"/>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grpSp>
        <p:nvGrpSpPr>
          <p:cNvPr id="1904" name="Group 1903">
            <a:extLst>
              <a:ext uri="{FF2B5EF4-FFF2-40B4-BE49-F238E27FC236}">
                <a16:creationId xmlns:a16="http://schemas.microsoft.com/office/drawing/2014/main" id="{34D5B7F5-A7F4-E1FE-5A3A-2FAABE622BF8}"/>
              </a:ext>
            </a:extLst>
          </p:cNvPr>
          <p:cNvGrpSpPr>
            <a:grpSpLocks/>
          </p:cNvGrpSpPr>
          <p:nvPr/>
        </p:nvGrpSpPr>
        <p:grpSpPr>
          <a:xfrm>
            <a:off x="11360692" y="5134547"/>
            <a:ext cx="721206" cy="609701"/>
            <a:chOff x="11226844" y="3371220"/>
            <a:chExt cx="871904" cy="748695"/>
          </a:xfrm>
        </p:grpSpPr>
        <p:sp>
          <p:nvSpPr>
            <p:cNvPr id="1905" name="Rectangle 1904">
              <a:hlinkClick r:id="rId94" action="ppaction://hlinksldjump"/>
              <a:extLst>
                <a:ext uri="{FF2B5EF4-FFF2-40B4-BE49-F238E27FC236}">
                  <a16:creationId xmlns:a16="http://schemas.microsoft.com/office/drawing/2014/main" id="{77C0F69A-E2D9-BC9C-CC85-D95705E81A19}"/>
                </a:ext>
              </a:extLst>
            </p:cNvPr>
            <p:cNvSpPr>
              <a:spLocks/>
            </p:cNvSpPr>
            <p:nvPr/>
          </p:nvSpPr>
          <p:spPr>
            <a:xfrm>
              <a:off x="11226844" y="3371220"/>
              <a:ext cx="871904" cy="748695"/>
            </a:xfrm>
            <a:prstGeom prst="rect">
              <a:avLst/>
            </a:prstGeom>
            <a:solidFill>
              <a:srgbClr val="C6C6C6"/>
            </a:solidFill>
            <a:ln w="3175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Security Copilot</a:t>
              </a:r>
            </a:p>
          </p:txBody>
        </p:sp>
        <p:sp>
          <p:nvSpPr>
            <p:cNvPr id="1906" name="Rectangle 1905">
              <a:extLst>
                <a:ext uri="{FF2B5EF4-FFF2-40B4-BE49-F238E27FC236}">
                  <a16:creationId xmlns:a16="http://schemas.microsoft.com/office/drawing/2014/main" id="{089C05F2-638A-0A0B-0B45-C73A01C0DCC7}"/>
                </a:ext>
              </a:extLst>
            </p:cNvPr>
            <p:cNvSpPr>
              <a:spLocks/>
            </p:cNvSpPr>
            <p:nvPr/>
          </p:nvSpPr>
          <p:spPr>
            <a:xfrm flipV="1">
              <a:off x="11965211" y="3383739"/>
              <a:ext cx="121128" cy="121128"/>
            </a:xfrm>
            <a:prstGeom prst="rect">
              <a:avLst/>
            </a:prstGeom>
            <a:solidFill>
              <a:srgbClr val="0078D7"/>
            </a:solidFill>
            <a:ln w="127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7" name="Oval 15">
              <a:extLst>
                <a:ext uri="{FF2B5EF4-FFF2-40B4-BE49-F238E27FC236}">
                  <a16:creationId xmlns:a16="http://schemas.microsoft.com/office/drawing/2014/main" id="{B9A6CB2F-3C48-AA88-61FD-49ED70B8680A}"/>
                </a:ext>
              </a:extLst>
            </p:cNvPr>
            <p:cNvSpPr>
              <a:spLocks/>
            </p:cNvSpPr>
            <p:nvPr/>
          </p:nvSpPr>
          <p:spPr>
            <a:xfrm>
              <a:off x="11998323" y="3428853"/>
              <a:ext cx="44387" cy="48301"/>
            </a:xfrm>
            <a:custGeom>
              <a:avLst/>
              <a:gdLst>
                <a:gd name="connsiteX0" fmla="*/ 0 w 2508960"/>
                <a:gd name="connsiteY0" fmla="*/ 1258424 h 2516847"/>
                <a:gd name="connsiteX1" fmla="*/ 1254480 w 2508960"/>
                <a:gd name="connsiteY1" fmla="*/ 0 h 2516847"/>
                <a:gd name="connsiteX2" fmla="*/ 2508960 w 2508960"/>
                <a:gd name="connsiteY2" fmla="*/ 1258424 h 2516847"/>
                <a:gd name="connsiteX3" fmla="*/ 1254480 w 2508960"/>
                <a:gd name="connsiteY3" fmla="*/ 2516848 h 2516847"/>
                <a:gd name="connsiteX4" fmla="*/ 0 w 2508960"/>
                <a:gd name="connsiteY4" fmla="*/ 1258424 h 2516847"/>
                <a:gd name="connsiteX0" fmla="*/ 0 w 2508960"/>
                <a:gd name="connsiteY0" fmla="*/ 1258424 h 2516848"/>
                <a:gd name="connsiteX1" fmla="*/ 1254480 w 2508960"/>
                <a:gd name="connsiteY1" fmla="*/ 0 h 2516848"/>
                <a:gd name="connsiteX2" fmla="*/ 2508960 w 2508960"/>
                <a:gd name="connsiteY2" fmla="*/ 1258424 h 2516848"/>
                <a:gd name="connsiteX3" fmla="*/ 1254480 w 2508960"/>
                <a:gd name="connsiteY3" fmla="*/ 2516848 h 2516848"/>
                <a:gd name="connsiteX4" fmla="*/ 91440 w 2508960"/>
                <a:gd name="connsiteY4" fmla="*/ 1349864 h 2516848"/>
                <a:gd name="connsiteX0" fmla="*/ 0 w 2508960"/>
                <a:gd name="connsiteY0" fmla="*/ 1258424 h 2521732"/>
                <a:gd name="connsiteX1" fmla="*/ 1254480 w 2508960"/>
                <a:gd name="connsiteY1" fmla="*/ 0 h 2521732"/>
                <a:gd name="connsiteX2" fmla="*/ 2508960 w 2508960"/>
                <a:gd name="connsiteY2" fmla="*/ 1258424 h 2521732"/>
                <a:gd name="connsiteX3" fmla="*/ 1254480 w 2508960"/>
                <a:gd name="connsiteY3" fmla="*/ 2516848 h 2521732"/>
                <a:gd name="connsiteX4" fmla="*/ 195349 w 2508960"/>
                <a:gd name="connsiteY4" fmla="*/ 1578464 h 2521732"/>
                <a:gd name="connsiteX0" fmla="*/ 0 w 2508960"/>
                <a:gd name="connsiteY0" fmla="*/ 1258424 h 2523369"/>
                <a:gd name="connsiteX1" fmla="*/ 1254480 w 2508960"/>
                <a:gd name="connsiteY1" fmla="*/ 0 h 2523369"/>
                <a:gd name="connsiteX2" fmla="*/ 2508960 w 2508960"/>
                <a:gd name="connsiteY2" fmla="*/ 1258424 h 2523369"/>
                <a:gd name="connsiteX3" fmla="*/ 1254480 w 2508960"/>
                <a:gd name="connsiteY3" fmla="*/ 2516848 h 2523369"/>
                <a:gd name="connsiteX4" fmla="*/ 195349 w 2508960"/>
                <a:gd name="connsiteY4" fmla="*/ 1578464 h 252336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0 w 2508960"/>
                <a:gd name="connsiteY0" fmla="*/ 1258424 h 2523909"/>
                <a:gd name="connsiteX1" fmla="*/ 1254480 w 2508960"/>
                <a:gd name="connsiteY1" fmla="*/ 0 h 2523909"/>
                <a:gd name="connsiteX2" fmla="*/ 2508960 w 2508960"/>
                <a:gd name="connsiteY2" fmla="*/ 1258424 h 2523909"/>
                <a:gd name="connsiteX3" fmla="*/ 1254480 w 2508960"/>
                <a:gd name="connsiteY3" fmla="*/ 2516848 h 2523909"/>
                <a:gd name="connsiteX4" fmla="*/ 195349 w 2508960"/>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421696 w 2314129"/>
                <a:gd name="connsiteY0" fmla="*/ 179455 h 2525594"/>
                <a:gd name="connsiteX1" fmla="*/ 1059649 w 2314129"/>
                <a:gd name="connsiteY1" fmla="*/ 1685 h 2525594"/>
                <a:gd name="connsiteX2" fmla="*/ 2314129 w 2314129"/>
                <a:gd name="connsiteY2" fmla="*/ 1260109 h 2525594"/>
                <a:gd name="connsiteX3" fmla="*/ 1059649 w 2314129"/>
                <a:gd name="connsiteY3" fmla="*/ 2518533 h 2525594"/>
                <a:gd name="connsiteX4" fmla="*/ 518 w 2314129"/>
                <a:gd name="connsiteY4" fmla="*/ 1580149 h 2525594"/>
                <a:gd name="connsiteX0" fmla="*/ 421696 w 2314129"/>
                <a:gd name="connsiteY0" fmla="*/ 177770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103 w 2314129"/>
                <a:gd name="connsiteY0" fmla="*/ 191377 h 2523909"/>
                <a:gd name="connsiteX1" fmla="*/ 1059649 w 2314129"/>
                <a:gd name="connsiteY1" fmla="*/ 0 h 2523909"/>
                <a:gd name="connsiteX2" fmla="*/ 2314129 w 2314129"/>
                <a:gd name="connsiteY2" fmla="*/ 1258424 h 2523909"/>
                <a:gd name="connsiteX3" fmla="*/ 1059649 w 2314129"/>
                <a:gd name="connsiteY3" fmla="*/ 2516848 h 2523909"/>
                <a:gd name="connsiteX4" fmla="*/ 518 w 2314129"/>
                <a:gd name="connsiteY4" fmla="*/ 1578464 h 2523909"/>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 name="connsiteX0" fmla="*/ 359060 w 2314086"/>
                <a:gd name="connsiteY0" fmla="*/ 191377 h 2518212"/>
                <a:gd name="connsiteX1" fmla="*/ 1059606 w 2314086"/>
                <a:gd name="connsiteY1" fmla="*/ 0 h 2518212"/>
                <a:gd name="connsiteX2" fmla="*/ 2314086 w 2314086"/>
                <a:gd name="connsiteY2" fmla="*/ 1258424 h 2518212"/>
                <a:gd name="connsiteX3" fmla="*/ 1059606 w 2314086"/>
                <a:gd name="connsiteY3" fmla="*/ 2516848 h 2518212"/>
                <a:gd name="connsiteX4" fmla="*/ 475 w 2314086"/>
                <a:gd name="connsiteY4" fmla="*/ 1578464 h 251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86" h="2518212">
                  <a:moveTo>
                    <a:pt x="359060" y="191377"/>
                  </a:moveTo>
                  <a:cubicBezTo>
                    <a:pt x="542146" y="71878"/>
                    <a:pt x="719791" y="13611"/>
                    <a:pt x="1059606" y="0"/>
                  </a:cubicBezTo>
                  <a:cubicBezTo>
                    <a:pt x="1752436" y="0"/>
                    <a:pt x="2314086" y="563416"/>
                    <a:pt x="2314086" y="1258424"/>
                  </a:cubicBezTo>
                  <a:cubicBezTo>
                    <a:pt x="2270543" y="2122160"/>
                    <a:pt x="1613936" y="2441736"/>
                    <a:pt x="1059606" y="2516848"/>
                  </a:cubicBezTo>
                  <a:cubicBezTo>
                    <a:pt x="739318" y="2537531"/>
                    <a:pt x="-21693" y="2327504"/>
                    <a:pt x="475" y="1578464"/>
                  </a:cubicBezTo>
                </a:path>
              </a:pathLst>
            </a:custGeom>
            <a:solidFill>
              <a:srgbClr val="0078D7"/>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08" name="Straight Connector 1907">
              <a:extLst>
                <a:ext uri="{FF2B5EF4-FFF2-40B4-BE49-F238E27FC236}">
                  <a16:creationId xmlns:a16="http://schemas.microsoft.com/office/drawing/2014/main" id="{D481312A-429B-1230-0F09-401198C8F01F}"/>
                </a:ext>
              </a:extLst>
            </p:cNvPr>
            <p:cNvCxnSpPr>
              <a:cxnSpLocks/>
              <a:stCxn id="1907" idx="0"/>
            </p:cNvCxnSpPr>
            <p:nvPr/>
          </p:nvCxnSpPr>
          <p:spPr>
            <a:xfrm flipV="1">
              <a:off x="12005210" y="3400332"/>
              <a:ext cx="6914" cy="32192"/>
            </a:xfrm>
            <a:prstGeom prst="line">
              <a:avLst/>
            </a:prstGeom>
            <a:ln w="6350" cap="rnd">
              <a:solidFill>
                <a:srgbClr val="C6C6C6"/>
              </a:solidFill>
            </a:ln>
          </p:spPr>
          <p:style>
            <a:lnRef idx="1">
              <a:schemeClr val="dk1"/>
            </a:lnRef>
            <a:fillRef idx="0">
              <a:schemeClr val="dk1"/>
            </a:fillRef>
            <a:effectRef idx="0">
              <a:schemeClr val="dk1"/>
            </a:effectRef>
            <a:fontRef idx="minor">
              <a:schemeClr val="tx1"/>
            </a:fontRef>
          </p:style>
        </p:cxnSp>
        <p:cxnSp>
          <p:nvCxnSpPr>
            <p:cNvPr id="1909" name="Straight Connector 1908">
              <a:extLst>
                <a:ext uri="{FF2B5EF4-FFF2-40B4-BE49-F238E27FC236}">
                  <a16:creationId xmlns:a16="http://schemas.microsoft.com/office/drawing/2014/main" id="{6010A37D-F54A-6AB7-698C-E653F375DFB1}"/>
                </a:ext>
              </a:extLst>
            </p:cNvPr>
            <p:cNvCxnSpPr>
              <a:cxnSpLocks/>
            </p:cNvCxnSpPr>
            <p:nvPr/>
          </p:nvCxnSpPr>
          <p:spPr>
            <a:xfrm>
              <a:off x="12012124" y="3400332"/>
              <a:ext cx="31918" cy="0"/>
            </a:xfrm>
            <a:prstGeom prst="line">
              <a:avLst/>
            </a:prstGeom>
            <a:ln w="6350" cap="flat">
              <a:solidFill>
                <a:srgbClr val="C6C6C6"/>
              </a:solidFill>
            </a:ln>
          </p:spPr>
          <p:style>
            <a:lnRef idx="1">
              <a:schemeClr val="accent1"/>
            </a:lnRef>
            <a:fillRef idx="0">
              <a:schemeClr val="accent1"/>
            </a:fillRef>
            <a:effectRef idx="0">
              <a:schemeClr val="accent1"/>
            </a:effectRef>
            <a:fontRef idx="minor">
              <a:schemeClr val="tx1"/>
            </a:fontRef>
          </p:style>
        </p:cxnSp>
      </p:grpSp>
      <p:pic>
        <p:nvPicPr>
          <p:cNvPr id="13" name="Picture 12">
            <a:hlinkClick r:id="rId95" action="ppaction://hlinksldjump"/>
            <a:extLst>
              <a:ext uri="{FF2B5EF4-FFF2-40B4-BE49-F238E27FC236}">
                <a16:creationId xmlns:a16="http://schemas.microsoft.com/office/drawing/2014/main" id="{DC26D7F8-0B0E-C351-3045-9D32845038F2}"/>
              </a:ext>
            </a:extLst>
          </p:cNvPr>
          <p:cNvPicPr>
            <a:picLocks noChangeAspect="1"/>
          </p:cNvPicPr>
          <p:nvPr/>
        </p:nvPicPr>
        <p:blipFill>
          <a:blip r:embed="rId96"/>
          <a:stretch>
            <a:fillRect/>
          </a:stretch>
        </p:blipFill>
        <p:spPr>
          <a:xfrm>
            <a:off x="0" y="0"/>
            <a:ext cx="211626" cy="6858000"/>
          </a:xfrm>
          <a:prstGeom prst="rect">
            <a:avLst/>
          </a:prstGeom>
        </p:spPr>
      </p:pic>
      <p:grpSp>
        <p:nvGrpSpPr>
          <p:cNvPr id="22" name="Group 21">
            <a:extLst>
              <a:ext uri="{FF2B5EF4-FFF2-40B4-BE49-F238E27FC236}">
                <a16:creationId xmlns:a16="http://schemas.microsoft.com/office/drawing/2014/main" id="{803E6962-AB5A-B3A7-7B04-8AFB73F8A7D4}"/>
              </a:ext>
            </a:extLst>
          </p:cNvPr>
          <p:cNvGrpSpPr>
            <a:grpSpLocks noGrp="1" noUngrp="1" noRot="1" noMove="1" noResize="1"/>
          </p:cNvGrpSpPr>
          <p:nvPr/>
        </p:nvGrpSpPr>
        <p:grpSpPr>
          <a:xfrm>
            <a:off x="9658105" y="2978440"/>
            <a:ext cx="721206" cy="609701"/>
            <a:chOff x="10243575" y="88412"/>
            <a:chExt cx="871904" cy="748695"/>
          </a:xfrm>
        </p:grpSpPr>
        <p:sp>
          <p:nvSpPr>
            <p:cNvPr id="23" name="Rectangle 22">
              <a:hlinkClick r:id="rId62" action="ppaction://hlinksldjump"/>
              <a:hlinkHover r:id="" action="ppaction://noaction" highlightClick="1"/>
              <a:extLst>
                <a:ext uri="{FF2B5EF4-FFF2-40B4-BE49-F238E27FC236}">
                  <a16:creationId xmlns:a16="http://schemas.microsoft.com/office/drawing/2014/main" id="{F110A69D-EC09-5DD3-0B94-DAE6F26979D3}"/>
                </a:ext>
              </a:extLst>
            </p:cNvPr>
            <p:cNvSpPr>
              <a:spLocks noGrp="1" noRot="1" noMove="1" noResize="1" noEditPoints="1" noAdjustHandles="1" noChangeArrowheads="1" noChangeShapeType="1"/>
            </p:cNvSpPr>
            <p:nvPr/>
          </p:nvSpPr>
          <p:spPr>
            <a:xfrm>
              <a:off x="10243575" y="88412"/>
              <a:ext cx="871904" cy="748695"/>
            </a:xfrm>
            <a:prstGeom prst="rect">
              <a:avLst/>
            </a:prstGeom>
            <a:solidFill>
              <a:srgbClr val="C6C6C6"/>
            </a:solidFill>
            <a:ln w="31750">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dirty="0">
                  <a:ln>
                    <a:noFill/>
                  </a:ln>
                  <a:solidFill>
                    <a:srgbClr val="1F4E79"/>
                  </a:solidFill>
                  <a:effectLst/>
                  <a:uLnTx/>
                  <a:uFillTx/>
                  <a:latin typeface="Century Gothic" panose="020B0502020202020204" pitchFamily="34" charset="0"/>
                  <a:ea typeface="+mn-ea"/>
                  <a:cs typeface="+mn-cs"/>
                </a:rPr>
                <a:t>Microsoft Agent 365</a:t>
              </a:r>
            </a:p>
          </p:txBody>
        </p:sp>
        <p:sp>
          <p:nvSpPr>
            <p:cNvPr id="24" name="Diamond 23">
              <a:extLst>
                <a:ext uri="{FF2B5EF4-FFF2-40B4-BE49-F238E27FC236}">
                  <a16:creationId xmlns:a16="http://schemas.microsoft.com/office/drawing/2014/main" id="{43D967EA-B463-7616-5A57-1A31FADA81ED}"/>
                </a:ext>
              </a:extLst>
            </p:cNvPr>
            <p:cNvSpPr>
              <a:spLocks noGrp="1" noRot="1" noMove="1" noResize="1" noEditPoints="1" noAdjustHandles="1" noChangeArrowheads="1" noChangeShapeType="1"/>
            </p:cNvSpPr>
            <p:nvPr/>
          </p:nvSpPr>
          <p:spPr>
            <a:xfrm>
              <a:off x="10950447" y="91299"/>
              <a:ext cx="157050" cy="157050"/>
            </a:xfrm>
            <a:prstGeom prst="diamond">
              <a:avLst/>
            </a:prstGeom>
            <a:solidFill>
              <a:srgbClr val="00B050"/>
            </a:solidFill>
            <a:ln w="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Oval 24">
              <a:extLst>
                <a:ext uri="{FF2B5EF4-FFF2-40B4-BE49-F238E27FC236}">
                  <a16:creationId xmlns:a16="http://schemas.microsoft.com/office/drawing/2014/main" id="{8DA6564A-D01D-1E70-1EE0-13658AB5BCDC}"/>
                </a:ext>
              </a:extLst>
            </p:cNvPr>
            <p:cNvSpPr>
              <a:spLocks noGrp="1" noRot="1" noMove="1" noResize="1" noEditPoints="1" noAdjustHandles="1" noChangeArrowheads="1" noChangeShapeType="1"/>
            </p:cNvSpPr>
            <p:nvPr/>
          </p:nvSpPr>
          <p:spPr>
            <a:xfrm>
              <a:off x="10991797" y="132421"/>
              <a:ext cx="68217" cy="76014"/>
            </a:xfrm>
            <a:prstGeom prst="ellipse">
              <a:avLst/>
            </a:prstGeom>
            <a:solidFill>
              <a:srgbClr val="00B050"/>
            </a:solidFill>
            <a:ln w="6350">
              <a:solidFill>
                <a:srgbClr val="C6C6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59504001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035424" y="173237"/>
            <a:ext cx="1012115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Windows Hello</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Windows Hello is a more personal way to sign in, using your face, fingerprint, or a PIN. You can use Windows Hello to sign in to your device on the lock screen and sign in to your account on the web. With Windows Hello, the device becomes a silent second factor of authentication making the sign in faster and significantly more secure. Use of Windows Hello can aid you in your journey to Passwordless.</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0" y="2568984"/>
            <a:ext cx="11546489"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Configure Windows Hello - Microsoft Support</a:t>
            </a:r>
            <a:b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hlinkClick r:id="rId4"/>
              </a:rPr>
            </a:br>
            <a:r>
              <a:rPr lang="en-US">
                <a:hlinkClick r:id="rId5"/>
              </a:rPr>
              <a:t>Plan a Windows Hello for Business Deployment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 name="TextBox 18">
            <a:extLst>
              <a:ext uri="{FF2B5EF4-FFF2-40B4-BE49-F238E27FC236}">
                <a16:creationId xmlns:a16="http://schemas.microsoft.com/office/drawing/2014/main" id="{F4985672-836A-4F61-A3B2-80B529F16618}"/>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69FE8D4E-6DC6-4A11-8928-C581EFB584C5}"/>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cxnSp>
        <p:nvCxnSpPr>
          <p:cNvPr id="26" name="Straight Connector 25">
            <a:extLst>
              <a:ext uri="{FF2B5EF4-FFF2-40B4-BE49-F238E27FC236}">
                <a16:creationId xmlns:a16="http://schemas.microsoft.com/office/drawing/2014/main" id="{3CD7AECB-7DAF-41CC-81B9-84366BFC9F7A}"/>
              </a:ext>
            </a:extLst>
          </p:cNvPr>
          <p:cNvCxnSpPr/>
          <p:nvPr/>
        </p:nvCxnSpPr>
        <p:spPr>
          <a:xfrm>
            <a:off x="482991" y="2434636"/>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7D66C2E6-BC10-43A1-BA42-746602157A7F}"/>
              </a:ext>
            </a:extLst>
          </p:cNvPr>
          <p:cNvCxnSpPr/>
          <p:nvPr/>
        </p:nvCxnSpPr>
        <p:spPr>
          <a:xfrm>
            <a:off x="482991" y="3626662"/>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3413AFC9-555F-41D0-922F-ED8CED8671DA}"/>
              </a:ext>
            </a:extLst>
          </p:cNvPr>
          <p:cNvSpPr txBox="1"/>
          <p:nvPr/>
        </p:nvSpPr>
        <p:spPr>
          <a:xfrm>
            <a:off x="482991" y="3761010"/>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Improving security (adding device as seamless additional factor of authentication) whilst improving speed and experience of user sign in. A step on the journey to passwordless</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29" name="Straight Connector 28">
            <a:extLst>
              <a:ext uri="{FF2B5EF4-FFF2-40B4-BE49-F238E27FC236}">
                <a16:creationId xmlns:a16="http://schemas.microsoft.com/office/drawing/2014/main" id="{E301CFC8-8336-4F82-A54D-4A92ADC2181F}"/>
              </a:ext>
            </a:extLst>
          </p:cNvPr>
          <p:cNvCxnSpPr/>
          <p:nvPr/>
        </p:nvCxnSpPr>
        <p:spPr>
          <a:xfrm>
            <a:off x="482991" y="481868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Rectangle 17">
            <a:hlinkClick r:id="rId6" action="ppaction://hlinksldjump"/>
            <a:extLst>
              <a:ext uri="{FF2B5EF4-FFF2-40B4-BE49-F238E27FC236}">
                <a16:creationId xmlns:a16="http://schemas.microsoft.com/office/drawing/2014/main" id="{46ED0816-2508-4C0D-9B62-B6C82578111F}"/>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30" name="Rectangle 29">
            <a:hlinkClick r:id="rId7" action="ppaction://hlinksldjump"/>
            <a:extLst>
              <a:ext uri="{FF2B5EF4-FFF2-40B4-BE49-F238E27FC236}">
                <a16:creationId xmlns:a16="http://schemas.microsoft.com/office/drawing/2014/main" id="{32CBFCE3-C71D-48D4-90D6-BECEFDF23018}"/>
              </a:ext>
            </a:extLst>
          </p:cNvPr>
          <p:cNvSpPr/>
          <p:nvPr/>
        </p:nvSpPr>
        <p:spPr>
          <a:xfrm>
            <a:off x="2586739"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31" name="Rectangle 30">
            <a:hlinkClick r:id="rId8" action="ppaction://hlinksldjump"/>
            <a:extLst>
              <a:ext uri="{FF2B5EF4-FFF2-40B4-BE49-F238E27FC236}">
                <a16:creationId xmlns:a16="http://schemas.microsoft.com/office/drawing/2014/main" id="{FEE4EC3F-F780-4BFD-BAF8-7CF3CB737A80}"/>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32" name="Rectangle 31">
            <a:hlinkClick r:id="rId9" action="ppaction://hlinksldjump"/>
            <a:extLst>
              <a:ext uri="{FF2B5EF4-FFF2-40B4-BE49-F238E27FC236}">
                <a16:creationId xmlns:a16="http://schemas.microsoft.com/office/drawing/2014/main" id="{6B03FF04-9140-4D08-B664-AB48E0057AE0}"/>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115E0B9E-74F1-00D0-F350-DBCAE1EE9478}"/>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06587F74-DC22-E5A4-602A-5722C8E94EE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2FCCCE02-3844-B7D3-61A1-CC56A7FB2075}"/>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11" action="ppaction://hlinksldjump"/>
            <a:extLst>
              <a:ext uri="{FF2B5EF4-FFF2-40B4-BE49-F238E27FC236}">
                <a16:creationId xmlns:a16="http://schemas.microsoft.com/office/drawing/2014/main" id="{34722E72-6030-8BF7-34D0-3E738BE5D716}"/>
              </a:ext>
            </a:extLst>
          </p:cNvPr>
          <p:cNvPicPr>
            <a:picLocks noChangeAspect="1"/>
          </p:cNvPicPr>
          <p:nvPr/>
        </p:nvPicPr>
        <p:blipFill>
          <a:blip r:embed="rId12"/>
          <a:stretch>
            <a:fillRect/>
          </a:stretch>
        </p:blipFill>
        <p:spPr>
          <a:xfrm>
            <a:off x="0" y="0"/>
            <a:ext cx="211626" cy="6858000"/>
          </a:xfrm>
          <a:prstGeom prst="rect">
            <a:avLst/>
          </a:prstGeom>
        </p:spPr>
      </p:pic>
      <p:sp>
        <p:nvSpPr>
          <p:cNvPr id="7" name="Rectangle 6">
            <a:hlinkHover r:id="rId13" action="ppaction://hlinksldjump"/>
            <a:extLst>
              <a:ext uri="{FF2B5EF4-FFF2-40B4-BE49-F238E27FC236}">
                <a16:creationId xmlns:a16="http://schemas.microsoft.com/office/drawing/2014/main" id="{5B1D687F-9606-D17C-B636-7551DD91F19C}"/>
              </a:ext>
            </a:extLst>
          </p:cNvPr>
          <p:cNvSpPr/>
          <p:nvPr/>
        </p:nvSpPr>
        <p:spPr>
          <a:xfrm>
            <a:off x="4690487" y="5934312"/>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71284343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624D0C4C-3E33-E628-CA78-480E1C62A69F}"/>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44FA2443-5F23-41D9-1880-098770321946}"/>
              </a:ext>
            </a:extLst>
          </p:cNvPr>
          <p:cNvSpPr txBox="1"/>
          <p:nvPr/>
        </p:nvSpPr>
        <p:spPr>
          <a:xfrm>
            <a:off x="1035424" y="173237"/>
            <a:ext cx="1012115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Windows Local Admin Password Solution (LAPS)</a:t>
            </a:r>
          </a:p>
        </p:txBody>
      </p:sp>
      <p:sp>
        <p:nvSpPr>
          <p:cNvPr id="2" name="TextBox 1">
            <a:extLst>
              <a:ext uri="{FF2B5EF4-FFF2-40B4-BE49-F238E27FC236}">
                <a16:creationId xmlns:a16="http://schemas.microsoft.com/office/drawing/2014/main" id="{B739FDD6-6812-C88A-D409-7B2D747BA20D}"/>
              </a:ext>
            </a:extLst>
          </p:cNvPr>
          <p:cNvSpPr txBox="1"/>
          <p:nvPr/>
        </p:nvSpPr>
        <p:spPr>
          <a:xfrm>
            <a:off x="482991" y="822960"/>
            <a:ext cx="11226018"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Windows Local Administrator Password Solution (Windows LAPS) is a Windows feature that automatically manages and backs up the password of a local administrator account on your Microsoft Entra joined or Windows Server Active Directory-joined devices. You also can use Windows LAPS to automatically manage and back up the Directory Services Restore Mode (DSRM) account password on your Windows Server Active Directory domain controllers. An authorized administrator can retrieve the DSRM password and use it.</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F6BDFFCF-7AA1-5E54-4DE6-C953306EF787}"/>
              </a:ext>
            </a:extLst>
          </p:cNvPr>
          <p:cNvSpPr txBox="1"/>
          <p:nvPr/>
        </p:nvSpPr>
        <p:spPr>
          <a:xfrm>
            <a:off x="482990" y="2577286"/>
            <a:ext cx="11546489"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b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br>
            <a:r>
              <a:rPr lang="en-US">
                <a:hlinkClick r:id="rId3"/>
              </a:rPr>
              <a:t>Windows LAPS overview | Microsoft Learn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 name="TextBox 18">
            <a:extLst>
              <a:ext uri="{FF2B5EF4-FFF2-40B4-BE49-F238E27FC236}">
                <a16:creationId xmlns:a16="http://schemas.microsoft.com/office/drawing/2014/main" id="{4C63DAB8-3001-8609-D6A8-6F19A112C43B}"/>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8BD6A662-0890-76BE-49B7-04D7C99802E0}"/>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cxnSp>
        <p:nvCxnSpPr>
          <p:cNvPr id="26" name="Straight Connector 25">
            <a:extLst>
              <a:ext uri="{FF2B5EF4-FFF2-40B4-BE49-F238E27FC236}">
                <a16:creationId xmlns:a16="http://schemas.microsoft.com/office/drawing/2014/main" id="{FCBD7CD4-CD37-E3E9-0206-69779A11BDCE}"/>
              </a:ext>
            </a:extLst>
          </p:cNvPr>
          <p:cNvCxnSpPr/>
          <p:nvPr/>
        </p:nvCxnSpPr>
        <p:spPr>
          <a:xfrm>
            <a:off x="482990" y="2577286"/>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845CFD7B-A352-097A-60A0-9F77EC1484CB}"/>
              </a:ext>
            </a:extLst>
          </p:cNvPr>
          <p:cNvCxnSpPr/>
          <p:nvPr/>
        </p:nvCxnSpPr>
        <p:spPr>
          <a:xfrm>
            <a:off x="482990" y="335572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6E9BB921-C08F-4B7E-B02D-FDF755A6A080}"/>
              </a:ext>
            </a:extLst>
          </p:cNvPr>
          <p:cNvSpPr txBox="1"/>
          <p:nvPr/>
        </p:nvSpPr>
        <p:spPr>
          <a:xfrm>
            <a:off x="482990" y="3415719"/>
            <a:ext cx="11226018"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Protection against pass-the-hash and lateral-traversal attacks, </a:t>
            </a:r>
            <a:r>
              <a:rPr lang="en-US">
                <a:solidFill>
                  <a:prstClr val="black"/>
                </a:solidFill>
                <a:latin typeface="Calibri" panose="020F0502020204030204"/>
              </a:rPr>
              <a:t>improved</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security for remote help desk scenarios, ability to sign in to and recover devices that are otherwise inaccessible, a fine-grained security model (access control lists and optional password encryption) for securing passwords that are stored in Windows Server Active Directory, support for the Entra role-based access control model for securing passwords that are stored in Microsoft Entra ID</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29" name="Straight Connector 28">
            <a:extLst>
              <a:ext uri="{FF2B5EF4-FFF2-40B4-BE49-F238E27FC236}">
                <a16:creationId xmlns:a16="http://schemas.microsoft.com/office/drawing/2014/main" id="{B650BDA7-BDB5-9CBF-6BC2-2A67CA8BB164}"/>
              </a:ext>
            </a:extLst>
          </p:cNvPr>
          <p:cNvCxnSpPr/>
          <p:nvPr/>
        </p:nvCxnSpPr>
        <p:spPr>
          <a:xfrm>
            <a:off x="482990" y="4917502"/>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Rectangle 17">
            <a:hlinkClick r:id="rId4" action="ppaction://hlinksldjump"/>
            <a:extLst>
              <a:ext uri="{FF2B5EF4-FFF2-40B4-BE49-F238E27FC236}">
                <a16:creationId xmlns:a16="http://schemas.microsoft.com/office/drawing/2014/main" id="{A1819154-E5D5-A46A-112C-BDAAF08EAF35}"/>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30" name="Rectangle 29">
            <a:hlinkClick r:id="rId5" action="ppaction://hlinksldjump"/>
            <a:extLst>
              <a:ext uri="{FF2B5EF4-FFF2-40B4-BE49-F238E27FC236}">
                <a16:creationId xmlns:a16="http://schemas.microsoft.com/office/drawing/2014/main" id="{6E743DB6-2CC2-8955-E74F-099A32545D43}"/>
              </a:ext>
            </a:extLst>
          </p:cNvPr>
          <p:cNvSpPr/>
          <p:nvPr/>
        </p:nvSpPr>
        <p:spPr>
          <a:xfrm>
            <a:off x="2586739"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31" name="Rectangle 30">
            <a:hlinkClick r:id="rId6" action="ppaction://hlinksldjump"/>
            <a:extLst>
              <a:ext uri="{FF2B5EF4-FFF2-40B4-BE49-F238E27FC236}">
                <a16:creationId xmlns:a16="http://schemas.microsoft.com/office/drawing/2014/main" id="{388BC53C-C32D-2BD5-54DD-A4073633BD7D}"/>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32" name="Rectangle 31">
            <a:hlinkClick r:id="rId7" action="ppaction://hlinksldjump"/>
            <a:extLst>
              <a:ext uri="{FF2B5EF4-FFF2-40B4-BE49-F238E27FC236}">
                <a16:creationId xmlns:a16="http://schemas.microsoft.com/office/drawing/2014/main" id="{9197B191-B882-A1F4-5A79-E05CA1B5608A}"/>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4AAC7B8C-5E12-DA63-8AF3-B45464C1B278}"/>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529A1ACB-BDE9-482C-B867-B6A3F8EABDC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776C875A-C198-BCDC-9986-2D44AA23CDEC}"/>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9" action="ppaction://hlinksldjump"/>
            <a:extLst>
              <a:ext uri="{FF2B5EF4-FFF2-40B4-BE49-F238E27FC236}">
                <a16:creationId xmlns:a16="http://schemas.microsoft.com/office/drawing/2014/main" id="{D89DDA97-C6EC-8A5A-D5AE-70C71EA76B24}"/>
              </a:ext>
            </a:extLst>
          </p:cNvPr>
          <p:cNvPicPr>
            <a:picLocks noChangeAspect="1"/>
          </p:cNvPicPr>
          <p:nvPr/>
        </p:nvPicPr>
        <p:blipFill>
          <a:blip r:embed="rId10"/>
          <a:stretch>
            <a:fillRect/>
          </a:stretch>
        </p:blipFill>
        <p:spPr>
          <a:xfrm>
            <a:off x="0" y="0"/>
            <a:ext cx="211626" cy="6858000"/>
          </a:xfrm>
          <a:prstGeom prst="rect">
            <a:avLst/>
          </a:prstGeom>
        </p:spPr>
      </p:pic>
      <p:sp>
        <p:nvSpPr>
          <p:cNvPr id="7" name="Rectangle 6">
            <a:hlinkHover r:id="rId11" action="ppaction://hlinksldjump"/>
            <a:extLst>
              <a:ext uri="{FF2B5EF4-FFF2-40B4-BE49-F238E27FC236}">
                <a16:creationId xmlns:a16="http://schemas.microsoft.com/office/drawing/2014/main" id="{C6378C58-40FB-F68D-D4B1-D92C7E64CDE4}"/>
              </a:ext>
            </a:extLst>
          </p:cNvPr>
          <p:cNvSpPr/>
          <p:nvPr/>
        </p:nvSpPr>
        <p:spPr>
          <a:xfrm>
            <a:off x="4690487" y="5934312"/>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55459822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035424" y="173237"/>
            <a:ext cx="1012115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Password Protection</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Microsoft Entra password protection is a feature that enhances password policies in an </a:t>
            </a:r>
            <a:r>
              <a:rPr kumimoji="0" lang="en-US" sz="1800" b="0" i="0" u="none" strike="noStrike" kern="1200" cap="none" spc="0" normalizeH="0" baseline="0" noProof="0" err="1">
                <a:ln>
                  <a:noFill/>
                </a:ln>
                <a:solidFill>
                  <a:prstClr val="black"/>
                </a:solidFill>
                <a:effectLst/>
                <a:uLnTx/>
                <a:uFillTx/>
                <a:latin typeface="Calibri" panose="020F0502020204030204"/>
                <a:ea typeface="+mn-ea"/>
                <a:cs typeface="+mn-cs"/>
              </a:rPr>
              <a:t>organi</a:t>
            </a:r>
            <a:r>
              <a:rPr lang="en-US">
                <a:solidFill>
                  <a:prstClr val="black"/>
                </a:solidFill>
                <a:latin typeface="Calibri" panose="020F0502020204030204"/>
              </a:rPr>
              <a:t>z</a:t>
            </a:r>
            <a:r>
              <a:rPr kumimoji="0" lang="en-US" sz="1800" b="0" i="0" u="none" strike="noStrike" kern="1200" cap="none" spc="0" normalizeH="0" baseline="0" noProof="0" err="1">
                <a:ln>
                  <a:noFill/>
                </a:ln>
                <a:solidFill>
                  <a:prstClr val="black"/>
                </a:solidFill>
                <a:effectLst/>
                <a:uLnTx/>
                <a:uFillTx/>
                <a:latin typeface="Calibri" panose="020F0502020204030204"/>
                <a:ea typeface="+mn-ea"/>
                <a:cs typeface="+mn-cs"/>
              </a:rPr>
              <a:t>ation</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On-premises deployment of password protection uses both the global and custom banned-password lists that are stored in Entra. It does the same checks on-premises as Entra does for cloud-based changes. These checks are performed during password changes and password reset scenarios.</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661318"/>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nn-NO">
                <a:hlinkClick r:id="rId3"/>
              </a:rPr>
              <a:t>Microsoft Entra Password Protection - Microsoft Entra ID | Microsoft Learn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Rectangle 8">
            <a:hlinkClick r:id="rId4" action="ppaction://hlinksldjump"/>
            <a:extLst>
              <a:ext uri="{FF2B5EF4-FFF2-40B4-BE49-F238E27FC236}">
                <a16:creationId xmlns:a16="http://schemas.microsoft.com/office/drawing/2014/main" id="{7B4699BC-5F8B-4583-973F-8D03E0313E89}"/>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12" name="Rectangle 11">
            <a:hlinkClick r:id="rId5" action="ppaction://hlinksldjump"/>
            <a:extLst>
              <a:ext uri="{FF2B5EF4-FFF2-40B4-BE49-F238E27FC236}">
                <a16:creationId xmlns:a16="http://schemas.microsoft.com/office/drawing/2014/main" id="{43554951-AAAB-4733-8CC3-9D5FECD5FF1E}"/>
              </a:ext>
            </a:extLst>
          </p:cNvPr>
          <p:cNvSpPr/>
          <p:nvPr/>
        </p:nvSpPr>
        <p:spPr>
          <a:xfrm>
            <a:off x="4690485"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4" name="Rectangle 13">
            <a:hlinkClick r:id="rId6" action="ppaction://hlinksldjump"/>
            <a:extLst>
              <a:ext uri="{FF2B5EF4-FFF2-40B4-BE49-F238E27FC236}">
                <a16:creationId xmlns:a16="http://schemas.microsoft.com/office/drawing/2014/main" id="{6A6EDB67-CFCF-40FD-A5EB-21BEA135429A}"/>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7" name="Rectangle 16">
            <a:hlinkClick r:id="rId7" action="ppaction://hlinksldjump"/>
            <a:extLst>
              <a:ext uri="{FF2B5EF4-FFF2-40B4-BE49-F238E27FC236}">
                <a16:creationId xmlns:a16="http://schemas.microsoft.com/office/drawing/2014/main" id="{BB6576C4-E972-4BED-85FD-54E1303272DB}"/>
              </a:ext>
            </a:extLst>
          </p:cNvPr>
          <p:cNvSpPr/>
          <p:nvPr/>
        </p:nvSpPr>
        <p:spPr>
          <a:xfrm>
            <a:off x="4690485"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9" name="TextBox 18">
            <a:extLst>
              <a:ext uri="{FF2B5EF4-FFF2-40B4-BE49-F238E27FC236}">
                <a16:creationId xmlns:a16="http://schemas.microsoft.com/office/drawing/2014/main" id="{A9F4C63C-6175-4FDC-8095-D57CC52528DE}"/>
              </a:ext>
            </a:extLst>
          </p:cNvPr>
          <p:cNvSpPr txBox="1"/>
          <p:nvPr/>
        </p:nvSpPr>
        <p:spPr>
          <a:xfrm>
            <a:off x="482991" y="4953036"/>
            <a:ext cx="358290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89E632C7-FE72-460C-A03B-B6DBEE2130B5}"/>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21" name="TextBox 20">
            <a:extLst>
              <a:ext uri="{FF2B5EF4-FFF2-40B4-BE49-F238E27FC236}">
                <a16:creationId xmlns:a16="http://schemas.microsoft.com/office/drawing/2014/main" id="{C9D60B97-8507-4D75-9231-89D79FB7164C}"/>
              </a:ext>
            </a:extLst>
          </p:cNvPr>
          <p:cNvSpPr txBox="1"/>
          <p:nvPr/>
        </p:nvSpPr>
        <p:spPr>
          <a:xfrm>
            <a:off x="482991" y="4953036"/>
            <a:ext cx="358290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22" name="Straight Connector 21">
            <a:extLst>
              <a:ext uri="{FF2B5EF4-FFF2-40B4-BE49-F238E27FC236}">
                <a16:creationId xmlns:a16="http://schemas.microsoft.com/office/drawing/2014/main" id="{6A778C50-CCE6-48EA-883C-8BB1E88CBF6C}"/>
              </a:ext>
            </a:extLst>
          </p:cNvPr>
          <p:cNvCxnSpPr/>
          <p:nvPr/>
        </p:nvCxnSpPr>
        <p:spPr>
          <a:xfrm>
            <a:off x="482991" y="2480803"/>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668188CB-6B22-4DA6-9465-52CACF8097AA}"/>
              </a:ext>
            </a:extLst>
          </p:cNvPr>
          <p:cNvCxnSpPr/>
          <p:nvPr/>
        </p:nvCxnSpPr>
        <p:spPr>
          <a:xfrm>
            <a:off x="482991" y="348816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82E4DCF5-F298-479E-A06C-6B5D55CBE475}"/>
              </a:ext>
            </a:extLst>
          </p:cNvPr>
          <p:cNvSpPr txBox="1"/>
          <p:nvPr/>
        </p:nvSpPr>
        <p:spPr>
          <a:xfrm>
            <a:off x="482991" y="3668679"/>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Ensures users set stronger and more unique passwords, as well as providing greater protection against brute force and password spray attacks.</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25" name="Straight Connector 24">
            <a:extLst>
              <a:ext uri="{FF2B5EF4-FFF2-40B4-BE49-F238E27FC236}">
                <a16:creationId xmlns:a16="http://schemas.microsoft.com/office/drawing/2014/main" id="{28D0BE8C-211B-4B2E-9397-8AAA74533019}"/>
              </a:ext>
            </a:extLst>
          </p:cNvPr>
          <p:cNvCxnSpPr/>
          <p:nvPr/>
        </p:nvCxnSpPr>
        <p:spPr>
          <a:xfrm>
            <a:off x="482991" y="4772524"/>
            <a:ext cx="11226018"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8BCBA90C-98DC-06A8-366B-EFEE697D6A98}"/>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53C18E49-0C95-94E3-5814-297763D62EC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9CA24C9B-7CF6-140A-7FAB-C3C077E19284}"/>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9" action="ppaction://hlinksldjump"/>
            <a:extLst>
              <a:ext uri="{FF2B5EF4-FFF2-40B4-BE49-F238E27FC236}">
                <a16:creationId xmlns:a16="http://schemas.microsoft.com/office/drawing/2014/main" id="{B2F8AE67-5974-7F10-294D-9B5BC9C1CA78}"/>
              </a:ext>
            </a:extLst>
          </p:cNvPr>
          <p:cNvSpPr/>
          <p:nvPr/>
        </p:nvSpPr>
        <p:spPr>
          <a:xfrm>
            <a:off x="2586738"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10" action="ppaction://hlinksldjump"/>
            <a:extLst>
              <a:ext uri="{FF2B5EF4-FFF2-40B4-BE49-F238E27FC236}">
                <a16:creationId xmlns:a16="http://schemas.microsoft.com/office/drawing/2014/main" id="{5546EE80-92A7-1E19-25CC-02F501DEAB70}"/>
              </a:ext>
            </a:extLst>
          </p:cNvPr>
          <p:cNvPicPr>
            <a:picLocks noChangeAspect="1"/>
          </p:cNvPicPr>
          <p:nvPr/>
        </p:nvPicPr>
        <p:blipFill>
          <a:blip r:embed="rId11"/>
          <a:stretch>
            <a:fillRect/>
          </a:stretch>
        </p:blipFill>
        <p:spPr>
          <a:xfrm>
            <a:off x="0" y="0"/>
            <a:ext cx="211626" cy="6858000"/>
          </a:xfrm>
          <a:prstGeom prst="rect">
            <a:avLst/>
          </a:prstGeom>
        </p:spPr>
      </p:pic>
      <p:sp>
        <p:nvSpPr>
          <p:cNvPr id="8" name="Rectangle 7">
            <a:hlinkHover r:id="rId12" action="ppaction://hlinksldjump"/>
            <a:extLst>
              <a:ext uri="{FF2B5EF4-FFF2-40B4-BE49-F238E27FC236}">
                <a16:creationId xmlns:a16="http://schemas.microsoft.com/office/drawing/2014/main" id="{156FDE20-D24D-A4A2-7A55-E39826464378}"/>
              </a:ext>
            </a:extLst>
          </p:cNvPr>
          <p:cNvSpPr/>
          <p:nvPr/>
        </p:nvSpPr>
        <p:spPr>
          <a:xfrm>
            <a:off x="6789002" y="5934312"/>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40930788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857829" y="173237"/>
            <a:ext cx="84763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Conditional Access</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81588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The modern security perimeter now extends beyond an organization's network to include user and device identity. organizations can utilize these identity signals as part of their access control decisions. Conditional Access is the tool used by Entra to bring signals together, to make decisions, and enforce organizational policies. Conditional Access is at the heart of the new identity driven control plane. Fundamentally, Conditional Access is about trust. The more control a user gives (MFA, Microsoft Intune enrolled device, trusted location) the more access they’re given back – the basis of Zero Trust. See Microsoft Entra Identity Protection for more information on Risk as a condition for access</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887020"/>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What is Conditional Access in Microsoft Entra ID? - Microsoft Entra ID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762931"/>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65744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781529"/>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By using Conditional Access policies, you can apply the right access controls when needed to keep your organisation – i.e. users, devices, apps and data, secure – only visually showing security to the end user when needed.</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2894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2" name="Rectangle 31">
            <a:hlinkClick r:id="rId4" action="ppaction://hlinksldjump"/>
            <a:extLst>
              <a:ext uri="{FF2B5EF4-FFF2-40B4-BE49-F238E27FC236}">
                <a16:creationId xmlns:a16="http://schemas.microsoft.com/office/drawing/2014/main" id="{5841D111-39A3-4CD5-9050-F8661370BE12}"/>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35" name="Rectangle 34">
            <a:hlinkClick r:id="rId5" action="ppaction://hlinksldjump"/>
            <a:extLst>
              <a:ext uri="{FF2B5EF4-FFF2-40B4-BE49-F238E27FC236}">
                <a16:creationId xmlns:a16="http://schemas.microsoft.com/office/drawing/2014/main" id="{D30E8CEC-E7E3-4F75-AA68-413DA681B216}"/>
              </a:ext>
            </a:extLst>
          </p:cNvPr>
          <p:cNvSpPr/>
          <p:nvPr/>
        </p:nvSpPr>
        <p:spPr>
          <a:xfrm>
            <a:off x="4696918"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37" name="Rectangle 36">
            <a:hlinkClick r:id="rId6" action="ppaction://hlinksldjump"/>
            <a:extLst>
              <a:ext uri="{FF2B5EF4-FFF2-40B4-BE49-F238E27FC236}">
                <a16:creationId xmlns:a16="http://schemas.microsoft.com/office/drawing/2014/main" id="{103C5B73-1876-4C7F-BA02-A32E0D8D458E}"/>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40" name="Rectangle 39">
            <a:hlinkClick r:id="rId7" action="ppaction://hlinksldjump"/>
            <a:extLst>
              <a:ext uri="{FF2B5EF4-FFF2-40B4-BE49-F238E27FC236}">
                <a16:creationId xmlns:a16="http://schemas.microsoft.com/office/drawing/2014/main" id="{127B65F4-AD90-4FB3-ACF9-A794D227E1BA}"/>
              </a:ext>
            </a:extLst>
          </p:cNvPr>
          <p:cNvSpPr/>
          <p:nvPr/>
        </p:nvSpPr>
        <p:spPr>
          <a:xfrm>
            <a:off x="4696918"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DF4698E4-1E67-E6D2-4301-DF7194545D93}"/>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175CBD7B-327F-4A9A-1C61-564779E62DB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D9EAEBE2-36B6-86EF-9EF7-CE4B4FAE6F26}"/>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9" action="ppaction://hlinksldjump"/>
            <a:extLst>
              <a:ext uri="{FF2B5EF4-FFF2-40B4-BE49-F238E27FC236}">
                <a16:creationId xmlns:a16="http://schemas.microsoft.com/office/drawing/2014/main" id="{B1C8FE89-414F-3A60-949E-DD6683C32E23}"/>
              </a:ext>
            </a:extLst>
          </p:cNvPr>
          <p:cNvSpPr/>
          <p:nvPr/>
        </p:nvSpPr>
        <p:spPr>
          <a:xfrm>
            <a:off x="2586738"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10" action="ppaction://hlinksldjump"/>
            <a:extLst>
              <a:ext uri="{FF2B5EF4-FFF2-40B4-BE49-F238E27FC236}">
                <a16:creationId xmlns:a16="http://schemas.microsoft.com/office/drawing/2014/main" id="{C7CFB857-DF76-B84D-BC3D-E5DA1F00E4D0}"/>
              </a:ext>
            </a:extLst>
          </p:cNvPr>
          <p:cNvPicPr>
            <a:picLocks noChangeAspect="1"/>
          </p:cNvPicPr>
          <p:nvPr/>
        </p:nvPicPr>
        <p:blipFill>
          <a:blip r:embed="rId11"/>
          <a:stretch>
            <a:fillRect/>
          </a:stretch>
        </p:blipFill>
        <p:spPr>
          <a:xfrm>
            <a:off x="0" y="0"/>
            <a:ext cx="211626" cy="6858000"/>
          </a:xfrm>
          <a:prstGeom prst="rect">
            <a:avLst/>
          </a:prstGeom>
        </p:spPr>
      </p:pic>
      <p:sp>
        <p:nvSpPr>
          <p:cNvPr id="8" name="Rectangle 7">
            <a:hlinkHover r:id="rId12" action="ppaction://hlinksldjump"/>
            <a:extLst>
              <a:ext uri="{FF2B5EF4-FFF2-40B4-BE49-F238E27FC236}">
                <a16:creationId xmlns:a16="http://schemas.microsoft.com/office/drawing/2014/main" id="{82C1358C-C617-6696-4CDC-9B86A0A65F8C}"/>
              </a:ext>
            </a:extLst>
          </p:cNvPr>
          <p:cNvSpPr/>
          <p:nvPr/>
        </p:nvSpPr>
        <p:spPr>
          <a:xfrm>
            <a:off x="6802159" y="5934312"/>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3050789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423B8553-D8B3-945F-9B7E-6049AA5E58A4}"/>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9E3A8EDA-5324-F235-83EA-B52C76781A41}"/>
              </a:ext>
            </a:extLst>
          </p:cNvPr>
          <p:cNvSpPr txBox="1"/>
          <p:nvPr/>
        </p:nvSpPr>
        <p:spPr>
          <a:xfrm>
            <a:off x="1857829" y="173237"/>
            <a:ext cx="84763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Conditional Access</a:t>
            </a:r>
            <a:r>
              <a:rPr lang="en-GB" sz="2800">
                <a:solidFill>
                  <a:srgbClr val="0078D7"/>
                </a:solidFill>
                <a:latin typeface="Century Gothic" panose="020B0502020202020204" pitchFamily="34" charset="0"/>
              </a:rPr>
              <a:t>: </a:t>
            </a: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Target Resources</a:t>
            </a:r>
          </a:p>
        </p:txBody>
      </p:sp>
      <p:sp>
        <p:nvSpPr>
          <p:cNvPr id="2" name="TextBox 1">
            <a:extLst>
              <a:ext uri="{FF2B5EF4-FFF2-40B4-BE49-F238E27FC236}">
                <a16:creationId xmlns:a16="http://schemas.microsoft.com/office/drawing/2014/main" id="{7222005C-4DB5-717E-7759-C5C525C57B87}"/>
              </a:ext>
            </a:extLst>
          </p:cNvPr>
          <p:cNvSpPr txBox="1"/>
          <p:nvPr/>
        </p:nvSpPr>
        <p:spPr>
          <a:xfrm>
            <a:off x="482991" y="822960"/>
            <a:ext cx="11226018" cy="20928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Target resources are key signals in a Conditional Access policy. Conditional Access policies allow administrators to assign controls to specific applications, services, actions, or authentication context. Administrators can choose from the list of applications or services that include built-in Microsoft applications and any Microsoft Entra integrated applications including gallery, non-gallery, and applications published through Application Proxy. Administrators might choose to define policy not based on a cloud application but on a user action like Register security information or Register or join devices, allowing Conditional Access to enforce controls around those actions. Administrators can target traffic forwarding profiles from Global Secure Access for enhanced functionality. Administrators can use authentication context to provide an extra layer of security in applications.</a:t>
            </a:r>
          </a:p>
        </p:txBody>
      </p:sp>
      <p:sp>
        <p:nvSpPr>
          <p:cNvPr id="57" name="TextBox 56">
            <a:extLst>
              <a:ext uri="{FF2B5EF4-FFF2-40B4-BE49-F238E27FC236}">
                <a16:creationId xmlns:a16="http://schemas.microsoft.com/office/drawing/2014/main" id="{6A394A6B-5F23-7C2B-F90A-5CFBC63EA485}"/>
              </a:ext>
            </a:extLst>
          </p:cNvPr>
          <p:cNvSpPr txBox="1"/>
          <p:nvPr/>
        </p:nvSpPr>
        <p:spPr>
          <a:xfrm>
            <a:off x="482990" y="2958396"/>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Cloud apps, actions, and authentication context in Conditional Access policy - Microsoft Entra ID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7A79420C-63CE-0099-1ED1-011C3744D626}"/>
              </a:ext>
            </a:extLst>
          </p:cNvPr>
          <p:cNvCxnSpPr/>
          <p:nvPr/>
        </p:nvCxnSpPr>
        <p:spPr>
          <a:xfrm>
            <a:off x="482991" y="2916083"/>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2BD78407-D774-E96A-ABD4-C5E665FBAC64}"/>
              </a:ext>
            </a:extLst>
          </p:cNvPr>
          <p:cNvCxnSpPr/>
          <p:nvPr/>
        </p:nvCxnSpPr>
        <p:spPr>
          <a:xfrm>
            <a:off x="482991" y="365744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1F4F33E0-66AF-651D-88F6-7DEC2913EDE6}"/>
              </a:ext>
            </a:extLst>
          </p:cNvPr>
          <p:cNvSpPr txBox="1"/>
          <p:nvPr/>
        </p:nvSpPr>
        <p:spPr>
          <a:xfrm>
            <a:off x="482991" y="3781529"/>
            <a:ext cx="11226018"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By using Conditional Access: Target Resources policies, you can apply even more finely access controls when needed to keep your organization – i.e. users, devices, apps and data, secure – only visually showing security to the end user when needed.</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F15ABF1F-9F67-AC07-AC8C-D1D92CFD9745}"/>
              </a:ext>
            </a:extLst>
          </p:cNvPr>
          <p:cNvCxnSpPr/>
          <p:nvPr/>
        </p:nvCxnSpPr>
        <p:spPr>
          <a:xfrm>
            <a:off x="482991" y="498668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0C0F221F-EFD8-7510-3F7B-369AD8847E3E}"/>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8BD37F3F-3E85-CEBA-4C1F-E5C8C76BB84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2" name="Rectangle 31">
            <a:hlinkClick r:id="rId4" action="ppaction://hlinksldjump"/>
            <a:extLst>
              <a:ext uri="{FF2B5EF4-FFF2-40B4-BE49-F238E27FC236}">
                <a16:creationId xmlns:a16="http://schemas.microsoft.com/office/drawing/2014/main" id="{FC4A9B6B-F8C1-0DCA-F51D-68853B32F99D}"/>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35" name="Rectangle 34">
            <a:hlinkClick r:id="rId5" action="ppaction://hlinksldjump"/>
            <a:extLst>
              <a:ext uri="{FF2B5EF4-FFF2-40B4-BE49-F238E27FC236}">
                <a16:creationId xmlns:a16="http://schemas.microsoft.com/office/drawing/2014/main" id="{BD7A972B-F76D-9E4E-A82A-659817DCBCBC}"/>
              </a:ext>
            </a:extLst>
          </p:cNvPr>
          <p:cNvSpPr/>
          <p:nvPr/>
        </p:nvSpPr>
        <p:spPr>
          <a:xfrm>
            <a:off x="4696918"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37" name="Rectangle 36">
            <a:hlinkClick r:id="rId6" action="ppaction://hlinksldjump"/>
            <a:extLst>
              <a:ext uri="{FF2B5EF4-FFF2-40B4-BE49-F238E27FC236}">
                <a16:creationId xmlns:a16="http://schemas.microsoft.com/office/drawing/2014/main" id="{988099B4-67B6-68E6-15FC-F3D8569AD502}"/>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40" name="Rectangle 39">
            <a:hlinkClick r:id="rId7" action="ppaction://hlinksldjump"/>
            <a:extLst>
              <a:ext uri="{FF2B5EF4-FFF2-40B4-BE49-F238E27FC236}">
                <a16:creationId xmlns:a16="http://schemas.microsoft.com/office/drawing/2014/main" id="{DA51511E-4500-4057-AE9F-40A72B453AA4}"/>
              </a:ext>
            </a:extLst>
          </p:cNvPr>
          <p:cNvSpPr/>
          <p:nvPr/>
        </p:nvSpPr>
        <p:spPr>
          <a:xfrm>
            <a:off x="4696918"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0961A207-7071-3BA5-8B99-EED19EA7610A}"/>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95229E92-5466-1A96-BE53-011EE231CF0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6D233F6A-BE35-7401-A7EC-412B9B84F449}"/>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9" action="ppaction://hlinksldjump"/>
            <a:extLst>
              <a:ext uri="{FF2B5EF4-FFF2-40B4-BE49-F238E27FC236}">
                <a16:creationId xmlns:a16="http://schemas.microsoft.com/office/drawing/2014/main" id="{FE0AD5FB-ABC7-783D-C129-F287F8EAD4E2}"/>
              </a:ext>
            </a:extLst>
          </p:cNvPr>
          <p:cNvSpPr/>
          <p:nvPr/>
        </p:nvSpPr>
        <p:spPr>
          <a:xfrm>
            <a:off x="2586738"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10" action="ppaction://hlinksldjump"/>
            <a:extLst>
              <a:ext uri="{FF2B5EF4-FFF2-40B4-BE49-F238E27FC236}">
                <a16:creationId xmlns:a16="http://schemas.microsoft.com/office/drawing/2014/main" id="{699B688C-5111-12C2-792E-3F6B7DF8947E}"/>
              </a:ext>
            </a:extLst>
          </p:cNvPr>
          <p:cNvPicPr>
            <a:picLocks noChangeAspect="1"/>
          </p:cNvPicPr>
          <p:nvPr/>
        </p:nvPicPr>
        <p:blipFill>
          <a:blip r:embed="rId11"/>
          <a:stretch>
            <a:fillRect/>
          </a:stretch>
        </p:blipFill>
        <p:spPr>
          <a:xfrm>
            <a:off x="0" y="0"/>
            <a:ext cx="211626" cy="6858000"/>
          </a:xfrm>
          <a:prstGeom prst="rect">
            <a:avLst/>
          </a:prstGeom>
        </p:spPr>
      </p:pic>
      <p:sp>
        <p:nvSpPr>
          <p:cNvPr id="8" name="Rectangle 7">
            <a:hlinkHover r:id="rId12" action="ppaction://hlinksldjump"/>
            <a:extLst>
              <a:ext uri="{FF2B5EF4-FFF2-40B4-BE49-F238E27FC236}">
                <a16:creationId xmlns:a16="http://schemas.microsoft.com/office/drawing/2014/main" id="{C8D36379-0CD0-C4EB-9859-94843E3A50A6}"/>
              </a:ext>
            </a:extLst>
          </p:cNvPr>
          <p:cNvSpPr/>
          <p:nvPr/>
        </p:nvSpPr>
        <p:spPr>
          <a:xfrm>
            <a:off x="6792291" y="5934312"/>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323922456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081825" y="173237"/>
            <a:ext cx="1002835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Multi Factor Authentication (MFA)</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0443"/>
            <a:ext cx="11226018" cy="181588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Entra Multi-Factor Authentication (MFA) helps safeguard access to data and applications while maintaining simplicity for users. It provides additional security by requiring a second form of authentication and delivers strong authentication via a range of easy-to-use  </a:t>
            </a:r>
            <a:r>
              <a:rPr kumimoji="0" lang="en-US" sz="1600" b="0" i="0" u="sng" strike="noStrike" kern="1200" cap="none" spc="0" normalizeH="0" baseline="0" noProof="0">
                <a:ln>
                  <a:noFill/>
                </a:ln>
                <a:solidFill>
                  <a:prstClr val="black"/>
                </a:solidFill>
                <a:effectLst/>
                <a:uLnTx/>
                <a:uFillTx/>
                <a:latin typeface="Calibri" panose="020F0502020204030204"/>
                <a:ea typeface="+mn-ea"/>
                <a:cs typeface="+mn-cs"/>
                <a:hlinkClick r:id="rId3"/>
              </a:rPr>
              <a:t>authentication methods</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Users may or may not be challenged for MFA based on configuration decisions that an administrator makes. The security of two-step verification lies in its layered approach. Compromising multiple authentication factors presents a significant challenge for attackers. Even if an attacker manages to learn the user's password, it is useless without also having possession of the additional authentication method.</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884503"/>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b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br>
            <a:r>
              <a:rPr lang="en-US">
                <a:hlinkClick r:id="rId4"/>
              </a:rPr>
              <a:t>Microsoft Entra multifactor authentication overview - Microsoft Entra ID | Microsoft Learn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760414"/>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65492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779012"/>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Proven to reduce successful identity-based attacks versus password alone. Can also be used for </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hlinkClick r:id="rId5"/>
              </a:rPr>
              <a:t>passwordless authentication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2643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0519"/>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1" name="Rectangle 30">
            <a:hlinkClick r:id="rId6" action="ppaction://hlinksldjump"/>
            <a:extLst>
              <a:ext uri="{FF2B5EF4-FFF2-40B4-BE49-F238E27FC236}">
                <a16:creationId xmlns:a16="http://schemas.microsoft.com/office/drawing/2014/main" id="{1A56DF14-EA16-40EB-A12E-4C5DF74671E2}"/>
              </a:ext>
            </a:extLst>
          </p:cNvPr>
          <p:cNvSpPr/>
          <p:nvPr/>
        </p:nvSpPr>
        <p:spPr>
          <a:xfrm>
            <a:off x="482991" y="5437410"/>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32" name="Rectangle 31">
            <a:hlinkClick r:id="rId7" action="ppaction://hlinksldjump"/>
            <a:extLst>
              <a:ext uri="{FF2B5EF4-FFF2-40B4-BE49-F238E27FC236}">
                <a16:creationId xmlns:a16="http://schemas.microsoft.com/office/drawing/2014/main" id="{5841D111-39A3-4CD5-9050-F8661370BE12}"/>
              </a:ext>
            </a:extLst>
          </p:cNvPr>
          <p:cNvSpPr/>
          <p:nvPr/>
        </p:nvSpPr>
        <p:spPr>
          <a:xfrm>
            <a:off x="2586738"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35" name="Rectangle 34">
            <a:hlinkClick r:id="rId8" action="ppaction://hlinksldjump"/>
            <a:extLst>
              <a:ext uri="{FF2B5EF4-FFF2-40B4-BE49-F238E27FC236}">
                <a16:creationId xmlns:a16="http://schemas.microsoft.com/office/drawing/2014/main" id="{D30E8CEC-E7E3-4F75-AA68-413DA681B216}"/>
              </a:ext>
            </a:extLst>
          </p:cNvPr>
          <p:cNvSpPr/>
          <p:nvPr/>
        </p:nvSpPr>
        <p:spPr>
          <a:xfrm>
            <a:off x="6794232"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36" name="Rectangle 35">
            <a:hlinkClick r:id="rId9" action="ppaction://hlinksldjump"/>
            <a:extLst>
              <a:ext uri="{FF2B5EF4-FFF2-40B4-BE49-F238E27FC236}">
                <a16:creationId xmlns:a16="http://schemas.microsoft.com/office/drawing/2014/main" id="{D56E81BC-D373-4B77-B993-C8EF5A2B67A3}"/>
              </a:ext>
            </a:extLst>
          </p:cNvPr>
          <p:cNvSpPr/>
          <p:nvPr/>
        </p:nvSpPr>
        <p:spPr>
          <a:xfrm>
            <a:off x="482991" y="593431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37" name="Rectangle 36">
            <a:hlinkClick r:id="rId10" action="ppaction://hlinksldjump"/>
            <a:extLst>
              <a:ext uri="{FF2B5EF4-FFF2-40B4-BE49-F238E27FC236}">
                <a16:creationId xmlns:a16="http://schemas.microsoft.com/office/drawing/2014/main" id="{103C5B73-1876-4C7F-BA02-A32E0D8D458E}"/>
              </a:ext>
            </a:extLst>
          </p:cNvPr>
          <p:cNvSpPr/>
          <p:nvPr/>
        </p:nvSpPr>
        <p:spPr>
          <a:xfrm>
            <a:off x="2586738"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40" name="Rectangle 39">
            <a:hlinkClick r:id="rId11" action="ppaction://hlinksldjump"/>
            <a:extLst>
              <a:ext uri="{FF2B5EF4-FFF2-40B4-BE49-F238E27FC236}">
                <a16:creationId xmlns:a16="http://schemas.microsoft.com/office/drawing/2014/main" id="{127B65F4-AD90-4FB3-ACF9-A794D227E1BA}"/>
              </a:ext>
            </a:extLst>
          </p:cNvPr>
          <p:cNvSpPr/>
          <p:nvPr/>
        </p:nvSpPr>
        <p:spPr>
          <a:xfrm>
            <a:off x="6794232"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24" name="Rectangle 23">
            <a:extLst>
              <a:ext uri="{FF2B5EF4-FFF2-40B4-BE49-F238E27FC236}">
                <a16:creationId xmlns:a16="http://schemas.microsoft.com/office/drawing/2014/main" id="{A90166FE-70D9-4968-B4AE-242870AF217D}"/>
              </a:ext>
            </a:extLst>
          </p:cNvPr>
          <p:cNvSpPr/>
          <p:nvPr/>
        </p:nvSpPr>
        <p:spPr>
          <a:xfrm>
            <a:off x="8949712" y="5437410"/>
            <a:ext cx="527815"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5" name="TextBox 24">
            <a:extLst>
              <a:ext uri="{FF2B5EF4-FFF2-40B4-BE49-F238E27FC236}">
                <a16:creationId xmlns:a16="http://schemas.microsoft.com/office/drawing/2014/main" id="{2C77A82D-9028-42AD-8F16-237421D325F5}"/>
              </a:ext>
            </a:extLst>
          </p:cNvPr>
          <p:cNvSpPr txBox="1"/>
          <p:nvPr/>
        </p:nvSpPr>
        <p:spPr>
          <a:xfrm>
            <a:off x="9505680" y="5348122"/>
            <a:ext cx="2587581"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Non-Conditional (all sign-ins) for Office 365 only</a:t>
            </a:r>
          </a:p>
        </p:txBody>
      </p:sp>
      <p:sp>
        <p:nvSpPr>
          <p:cNvPr id="26" name="Rectangle 25">
            <a:extLst>
              <a:ext uri="{FF2B5EF4-FFF2-40B4-BE49-F238E27FC236}">
                <a16:creationId xmlns:a16="http://schemas.microsoft.com/office/drawing/2014/main" id="{39032D4B-1D4C-4614-B7B5-A025B8FF9DF4}"/>
              </a:ext>
            </a:extLst>
          </p:cNvPr>
          <p:cNvSpPr/>
          <p:nvPr/>
        </p:nvSpPr>
        <p:spPr>
          <a:xfrm>
            <a:off x="8957110" y="5934313"/>
            <a:ext cx="527816"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7" name="TextBox 26">
            <a:extLst>
              <a:ext uri="{FF2B5EF4-FFF2-40B4-BE49-F238E27FC236}">
                <a16:creationId xmlns:a16="http://schemas.microsoft.com/office/drawing/2014/main" id="{F800688F-33E6-4B32-AB8D-5E345536F1D2}"/>
              </a:ext>
            </a:extLst>
          </p:cNvPr>
          <p:cNvSpPr txBox="1"/>
          <p:nvPr/>
        </p:nvSpPr>
        <p:spPr>
          <a:xfrm>
            <a:off x="9505681" y="5887737"/>
            <a:ext cx="2675428"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Conditionally applies with </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hlinkClick r:id="rId12" action="ppaction://hlinksldjump"/>
              </a:rPr>
              <a:t>Microsoft Entra Conditional Access </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82983DAD-72FC-F826-0BC2-4D1BCE08A432}"/>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705B0340-B2D0-383B-F2A4-B2548DC1062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4CFF34F0-3430-1AC5-1424-C5DD4BFB7B61}"/>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14" action="ppaction://hlinksldjump"/>
            <a:extLst>
              <a:ext uri="{FF2B5EF4-FFF2-40B4-BE49-F238E27FC236}">
                <a16:creationId xmlns:a16="http://schemas.microsoft.com/office/drawing/2014/main" id="{789D57B0-7D12-6DE2-F666-D7C6075AFF6C}"/>
              </a:ext>
            </a:extLst>
          </p:cNvPr>
          <p:cNvSpPr/>
          <p:nvPr/>
        </p:nvSpPr>
        <p:spPr>
          <a:xfrm>
            <a:off x="4690485"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15" action="ppaction://hlinksldjump"/>
            <a:extLst>
              <a:ext uri="{FF2B5EF4-FFF2-40B4-BE49-F238E27FC236}">
                <a16:creationId xmlns:a16="http://schemas.microsoft.com/office/drawing/2014/main" id="{A4FC8717-0F21-5246-716D-27B117F2E7DB}"/>
              </a:ext>
            </a:extLst>
          </p:cNvPr>
          <p:cNvPicPr>
            <a:picLocks noChangeAspect="1"/>
          </p:cNvPicPr>
          <p:nvPr/>
        </p:nvPicPr>
        <p:blipFill>
          <a:blip r:embed="rId16"/>
          <a:stretch>
            <a:fillRect/>
          </a:stretch>
        </p:blipFill>
        <p:spPr>
          <a:xfrm>
            <a:off x="0" y="0"/>
            <a:ext cx="211626" cy="6858000"/>
          </a:xfrm>
          <a:prstGeom prst="rect">
            <a:avLst/>
          </a:prstGeom>
        </p:spPr>
      </p:pic>
      <p:sp>
        <p:nvSpPr>
          <p:cNvPr id="8" name="Rectangle 7">
            <a:hlinkHover r:id="rId17" action="ppaction://hlinksldjump"/>
            <a:extLst>
              <a:ext uri="{FF2B5EF4-FFF2-40B4-BE49-F238E27FC236}">
                <a16:creationId xmlns:a16="http://schemas.microsoft.com/office/drawing/2014/main" id="{2F8E6E93-CACF-631C-7661-EF0EEA713C1F}"/>
              </a:ext>
            </a:extLst>
          </p:cNvPr>
          <p:cNvSpPr/>
          <p:nvPr/>
        </p:nvSpPr>
        <p:spPr>
          <a:xfrm>
            <a:off x="4690485" y="5932897"/>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148065323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857829" y="173237"/>
            <a:ext cx="84763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Temporary Access Passwords</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07721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A Temporary Access Password is a time-limited passcode that can be configured for multi or single use to allow users to onboard other authentication methods including passwordless methods such as Microsoft Authenticator, FIDO2 or Windows Hello for Business.</a:t>
            </a: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045763"/>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Configure a Temporary Access Pass in Microsoft Entra ID to register passwordless authentication methods - Microsoft Entra ID | Microsoft Learn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1849860"/>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16499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360899"/>
            <a:ext cx="1122601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A Temporary Access Pass also makes recovery easier when a user has lost or forgotten their strong authentication factor like a FIDO2 security key or Microsoft Authenticator app but needs to sign in to register new strong authentication methods.</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757131"/>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 name="TextBox 2">
            <a:extLst>
              <a:ext uri="{FF2B5EF4-FFF2-40B4-BE49-F238E27FC236}">
                <a16:creationId xmlns:a16="http://schemas.microsoft.com/office/drawing/2014/main" id="{90AAA998-6F04-B1D0-4452-84B81E81D838}"/>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4" name="Rectangle 3">
            <a:hlinkClick r:id="rId4" action="ppaction://hlinksldjump"/>
            <a:extLst>
              <a:ext uri="{FF2B5EF4-FFF2-40B4-BE49-F238E27FC236}">
                <a16:creationId xmlns:a16="http://schemas.microsoft.com/office/drawing/2014/main" id="{66C40A22-5203-1F31-6D67-5AAE7DFE4713}"/>
              </a:ext>
            </a:extLst>
          </p:cNvPr>
          <p:cNvSpPr/>
          <p:nvPr/>
        </p:nvSpPr>
        <p:spPr>
          <a:xfrm>
            <a:off x="605097" y="547950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5" name="Rectangle 4">
            <a:hlinkClick r:id="rId5" action="ppaction://hlinksldjump"/>
            <a:extLst>
              <a:ext uri="{FF2B5EF4-FFF2-40B4-BE49-F238E27FC236}">
                <a16:creationId xmlns:a16="http://schemas.microsoft.com/office/drawing/2014/main" id="{38F86FEE-41B4-5661-8ED0-75D4E1CD3090}"/>
              </a:ext>
            </a:extLst>
          </p:cNvPr>
          <p:cNvSpPr/>
          <p:nvPr/>
        </p:nvSpPr>
        <p:spPr>
          <a:xfrm>
            <a:off x="2708844" y="547950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8" name="Rectangle 7">
            <a:hlinkClick r:id="rId6" action="ppaction://hlinksldjump"/>
            <a:extLst>
              <a:ext uri="{FF2B5EF4-FFF2-40B4-BE49-F238E27FC236}">
                <a16:creationId xmlns:a16="http://schemas.microsoft.com/office/drawing/2014/main" id="{98DE5DB0-6889-60FC-DCEC-A0594189192B}"/>
              </a:ext>
            </a:extLst>
          </p:cNvPr>
          <p:cNvSpPr/>
          <p:nvPr/>
        </p:nvSpPr>
        <p:spPr>
          <a:xfrm>
            <a:off x="6916338" y="547950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9" name="Rectangle 8">
            <a:hlinkClick r:id="rId7" action="ppaction://hlinksldjump"/>
            <a:extLst>
              <a:ext uri="{FF2B5EF4-FFF2-40B4-BE49-F238E27FC236}">
                <a16:creationId xmlns:a16="http://schemas.microsoft.com/office/drawing/2014/main" id="{C52E5D91-AB4A-7F26-4663-779D5150F4EC}"/>
              </a:ext>
            </a:extLst>
          </p:cNvPr>
          <p:cNvSpPr/>
          <p:nvPr/>
        </p:nvSpPr>
        <p:spPr>
          <a:xfrm>
            <a:off x="6916338" y="5976409"/>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0" name="Rectangle 9">
            <a:hlinkClick r:id="rId8" action="ppaction://hlinksldjump"/>
            <a:extLst>
              <a:ext uri="{FF2B5EF4-FFF2-40B4-BE49-F238E27FC236}">
                <a16:creationId xmlns:a16="http://schemas.microsoft.com/office/drawing/2014/main" id="{21B41E57-4381-FB60-83D9-E39742B48B9A}"/>
              </a:ext>
            </a:extLst>
          </p:cNvPr>
          <p:cNvSpPr/>
          <p:nvPr/>
        </p:nvSpPr>
        <p:spPr>
          <a:xfrm>
            <a:off x="605097" y="5976409"/>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1" name="Rectangle 10">
            <a:hlinkClick r:id="rId9" action="ppaction://hlinksldjump"/>
            <a:extLst>
              <a:ext uri="{FF2B5EF4-FFF2-40B4-BE49-F238E27FC236}">
                <a16:creationId xmlns:a16="http://schemas.microsoft.com/office/drawing/2014/main" id="{3FF13EBA-D141-7E3C-929F-20559BB318B5}"/>
              </a:ext>
            </a:extLst>
          </p:cNvPr>
          <p:cNvSpPr/>
          <p:nvPr/>
        </p:nvSpPr>
        <p:spPr>
          <a:xfrm>
            <a:off x="2708844" y="5976409"/>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2" name="TextBox 11">
            <a:extLst>
              <a:ext uri="{FF2B5EF4-FFF2-40B4-BE49-F238E27FC236}">
                <a16:creationId xmlns:a16="http://schemas.microsoft.com/office/drawing/2014/main" id="{8CF14391-B93A-E7EA-32CE-6020EAD6D300}"/>
              </a:ext>
            </a:extLst>
          </p:cNvPr>
          <p:cNvSpPr txBox="1"/>
          <p:nvPr/>
        </p:nvSpPr>
        <p:spPr>
          <a:xfrm>
            <a:off x="9207339" y="5377370"/>
            <a:ext cx="254743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Temporary Access Passwords are available to all versions of Entra</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81471A0A-FF75-4E33-FCB5-7B8B51C2A3FE}"/>
              </a:ext>
            </a:extLst>
          </p:cNvPr>
          <p:cNvGrpSpPr/>
          <p:nvPr/>
        </p:nvGrpSpPr>
        <p:grpSpPr>
          <a:xfrm>
            <a:off x="11331950" y="58136"/>
            <a:ext cx="754117" cy="803729"/>
            <a:chOff x="9401324" y="101482"/>
            <a:chExt cx="754117" cy="803729"/>
          </a:xfrm>
        </p:grpSpPr>
        <p:pic>
          <p:nvPicPr>
            <p:cNvPr id="14" name="Graphic 13" descr="Back with solid fill">
              <a:hlinkClick r:id="" action="ppaction://hlinkshowjump?jump=lastslideviewed"/>
              <a:extLst>
                <a:ext uri="{FF2B5EF4-FFF2-40B4-BE49-F238E27FC236}">
                  <a16:creationId xmlns:a16="http://schemas.microsoft.com/office/drawing/2014/main" id="{F59A9FC9-4DB6-F0A5-48A6-5FA5F8D3711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407970" y="101482"/>
              <a:ext cx="740824" cy="740824"/>
            </a:xfrm>
            <a:prstGeom prst="rect">
              <a:avLst/>
            </a:prstGeom>
          </p:spPr>
        </p:pic>
        <p:sp>
          <p:nvSpPr>
            <p:cNvPr id="15" name="TextBox 14">
              <a:extLst>
                <a:ext uri="{FF2B5EF4-FFF2-40B4-BE49-F238E27FC236}">
                  <a16:creationId xmlns:a16="http://schemas.microsoft.com/office/drawing/2014/main" id="{1882FD1E-5CAF-E327-029E-C54AD7F58846}"/>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Rectangle 6">
            <a:hlinkClick r:id="rId11" action="ppaction://hlinksldjump"/>
            <a:extLst>
              <a:ext uri="{FF2B5EF4-FFF2-40B4-BE49-F238E27FC236}">
                <a16:creationId xmlns:a16="http://schemas.microsoft.com/office/drawing/2014/main" id="{BFB0BF8C-3A96-DB9C-2092-E7F53E7D7F14}"/>
              </a:ext>
            </a:extLst>
          </p:cNvPr>
          <p:cNvSpPr/>
          <p:nvPr/>
        </p:nvSpPr>
        <p:spPr>
          <a:xfrm>
            <a:off x="4812591" y="547950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6" name="Picture 5">
            <a:hlinkClick r:id="rId12" action="ppaction://hlinksldjump"/>
            <a:extLst>
              <a:ext uri="{FF2B5EF4-FFF2-40B4-BE49-F238E27FC236}">
                <a16:creationId xmlns:a16="http://schemas.microsoft.com/office/drawing/2014/main" id="{07E372B3-2581-9142-EC3E-346AC3063C84}"/>
              </a:ext>
            </a:extLst>
          </p:cNvPr>
          <p:cNvPicPr>
            <a:picLocks noChangeAspect="1"/>
          </p:cNvPicPr>
          <p:nvPr/>
        </p:nvPicPr>
        <p:blipFill>
          <a:blip r:embed="rId13"/>
          <a:stretch>
            <a:fillRect/>
          </a:stretch>
        </p:blipFill>
        <p:spPr>
          <a:xfrm>
            <a:off x="0" y="0"/>
            <a:ext cx="211626" cy="6858000"/>
          </a:xfrm>
          <a:prstGeom prst="rect">
            <a:avLst/>
          </a:prstGeom>
        </p:spPr>
      </p:pic>
      <p:sp>
        <p:nvSpPr>
          <p:cNvPr id="16" name="Rectangle 15">
            <a:hlinkHover r:id="rId14" action="ppaction://hlinksldjump"/>
            <a:extLst>
              <a:ext uri="{FF2B5EF4-FFF2-40B4-BE49-F238E27FC236}">
                <a16:creationId xmlns:a16="http://schemas.microsoft.com/office/drawing/2014/main" id="{87D1FA3D-87CD-64C3-29A3-25E747CC6989}"/>
              </a:ext>
            </a:extLst>
          </p:cNvPr>
          <p:cNvSpPr/>
          <p:nvPr/>
        </p:nvSpPr>
        <p:spPr>
          <a:xfrm>
            <a:off x="4806497" y="5976410"/>
            <a:ext cx="2058237" cy="454590"/>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97331628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933718" y="173237"/>
            <a:ext cx="10324564"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Application Proxy</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The Entra Application Proxy provides capabilities to publish on-premises applications and services via Entra. This allows the application to benefit from Entra security, including Multi-Factor Authentication and Conditional Access – even if the application does not natively support these. In addition, the connection is outbound only, requiring no inbound ports, thus reducing surface area of attack, or complex firewall configurations.</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845982"/>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Microsoft Entra ID documentation - Microsoft Entra ID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711634"/>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626661"/>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761009"/>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Providing a common, secure sign-on experience for on-premises and cloud-based applications, whilst significantly reducing the need for users to VPN back on-premises for application access</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1868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2" name="Rectangle 31">
            <a:hlinkClick r:id="rId4" action="ppaction://hlinksldjump"/>
            <a:extLst>
              <a:ext uri="{FF2B5EF4-FFF2-40B4-BE49-F238E27FC236}">
                <a16:creationId xmlns:a16="http://schemas.microsoft.com/office/drawing/2014/main" id="{5841D111-39A3-4CD5-9050-F8661370BE12}"/>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35" name="Rectangle 34">
            <a:hlinkClick r:id="rId5" action="ppaction://hlinksldjump"/>
            <a:extLst>
              <a:ext uri="{FF2B5EF4-FFF2-40B4-BE49-F238E27FC236}">
                <a16:creationId xmlns:a16="http://schemas.microsoft.com/office/drawing/2014/main" id="{D30E8CEC-E7E3-4F75-AA68-413DA681B216}"/>
              </a:ext>
            </a:extLst>
          </p:cNvPr>
          <p:cNvSpPr/>
          <p:nvPr/>
        </p:nvSpPr>
        <p:spPr>
          <a:xfrm>
            <a:off x="4690485"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37" name="Rectangle 36">
            <a:hlinkClick r:id="rId6" action="ppaction://hlinksldjump"/>
            <a:extLst>
              <a:ext uri="{FF2B5EF4-FFF2-40B4-BE49-F238E27FC236}">
                <a16:creationId xmlns:a16="http://schemas.microsoft.com/office/drawing/2014/main" id="{103C5B73-1876-4C7F-BA02-A32E0D8D458E}"/>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40" name="Rectangle 39">
            <a:hlinkClick r:id="rId7" action="ppaction://hlinksldjump"/>
            <a:extLst>
              <a:ext uri="{FF2B5EF4-FFF2-40B4-BE49-F238E27FC236}">
                <a16:creationId xmlns:a16="http://schemas.microsoft.com/office/drawing/2014/main" id="{127B65F4-AD90-4FB3-ACF9-A794D227E1BA}"/>
              </a:ext>
            </a:extLst>
          </p:cNvPr>
          <p:cNvSpPr/>
          <p:nvPr/>
        </p:nvSpPr>
        <p:spPr>
          <a:xfrm>
            <a:off x="4690485"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9A3ADE71-54D5-B832-FF97-58F73B644E97}"/>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D0244DDA-BF91-FA32-E3F2-B6732E8884D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ECFDDD0C-8DA2-B795-EC1A-F969F4135502}"/>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9" action="ppaction://hlinksldjump"/>
            <a:extLst>
              <a:ext uri="{FF2B5EF4-FFF2-40B4-BE49-F238E27FC236}">
                <a16:creationId xmlns:a16="http://schemas.microsoft.com/office/drawing/2014/main" id="{D51E7DFF-6531-F6EF-1226-42DCF5D8449A}"/>
              </a:ext>
            </a:extLst>
          </p:cNvPr>
          <p:cNvSpPr/>
          <p:nvPr/>
        </p:nvSpPr>
        <p:spPr>
          <a:xfrm>
            <a:off x="2586738"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7" name="Rectangle 6">
            <a:hlinkClick r:id="rId10" action="ppaction://hlinksldjump"/>
            <a:extLst>
              <a:ext uri="{FF2B5EF4-FFF2-40B4-BE49-F238E27FC236}">
                <a16:creationId xmlns:a16="http://schemas.microsoft.com/office/drawing/2014/main" id="{CD7A820C-E866-E3AE-98E8-BA933B5A9353}"/>
              </a:ext>
            </a:extLst>
          </p:cNvPr>
          <p:cNvSpPr/>
          <p:nvPr/>
        </p:nvSpPr>
        <p:spPr>
          <a:xfrm>
            <a:off x="2586737"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8" name="Picture 7">
            <a:hlinkClick r:id="rId11" action="ppaction://hlinksldjump"/>
            <a:extLst>
              <a:ext uri="{FF2B5EF4-FFF2-40B4-BE49-F238E27FC236}">
                <a16:creationId xmlns:a16="http://schemas.microsoft.com/office/drawing/2014/main" id="{760FA37B-3DD1-2200-8D18-E2D2FD7CFAED}"/>
              </a:ext>
            </a:extLst>
          </p:cNvPr>
          <p:cNvPicPr>
            <a:picLocks noChangeAspect="1"/>
          </p:cNvPicPr>
          <p:nvPr/>
        </p:nvPicPr>
        <p:blipFill>
          <a:blip r:embed="rId12"/>
          <a:stretch>
            <a:fillRect/>
          </a:stretch>
        </p:blipFill>
        <p:spPr>
          <a:xfrm>
            <a:off x="0" y="0"/>
            <a:ext cx="211626" cy="6858000"/>
          </a:xfrm>
          <a:prstGeom prst="rect">
            <a:avLst/>
          </a:prstGeom>
        </p:spPr>
      </p:pic>
      <p:sp>
        <p:nvSpPr>
          <p:cNvPr id="9" name="Rectangle 8">
            <a:hlinkHover r:id="rId13" action="ppaction://hlinksldjump"/>
            <a:extLst>
              <a:ext uri="{FF2B5EF4-FFF2-40B4-BE49-F238E27FC236}">
                <a16:creationId xmlns:a16="http://schemas.microsoft.com/office/drawing/2014/main" id="{ECBCEC5B-A128-EFE3-086C-09CE6A1592F7}"/>
              </a:ext>
            </a:extLst>
          </p:cNvPr>
          <p:cNvSpPr/>
          <p:nvPr/>
        </p:nvSpPr>
        <p:spPr>
          <a:xfrm>
            <a:off x="6794233" y="5934312"/>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110604422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933718" y="173237"/>
            <a:ext cx="10324564"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SaaS SSO (Federation)</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0928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Entra SSO can effectively be seen as a federation hub for cloud-based SaaS applications beyond Microsoft’s offerings such as Microsoft 365. Using protocols such as (but not limited to) SAML 2.0, OpenID Connect or open source SCIM protocols, third party SaaS applications can be integrated into Entra for Single Sign-On (SSO), called Enterprise Applications in Azure AD. Where third party applications give support, Entra can also automatically provision users into third party services as well as being the Identity Provider for the application giving SSO. Organizations currently using Entra Federation </a:t>
            </a:r>
            <a:r>
              <a:rPr lang="en-US" sz="1600">
                <a:solidFill>
                  <a:prstClr val="black"/>
                </a:solidFill>
                <a:latin typeface="Calibri" panose="020F0502020204030204"/>
              </a:rPr>
              <a:t>Services (FS)</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should consider migrating apps to authentication via Entra. A large number of supported applications, and those with tutorials for integration, can be found within the Entra Application Gallery.</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938317"/>
            <a:ext cx="11226018"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App Integration Tutorials for use with Microsoft Entra ID - Microsoft Entra ID | Microsoft Learn</a:t>
            </a:r>
            <a:br>
              <a:rPr lang="en-US" sz="1600"/>
            </a:br>
            <a:r>
              <a:rPr lang="en-US" sz="1600">
                <a:hlinkClick r:id="rId4"/>
              </a:rPr>
              <a:t>Overview of the Microsoft Entra application gallery - Microsoft Entra ID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927079"/>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81132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822567"/>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Integrating applications into Entra can greatly ease the burden of the Joiners/Movers/Leavers process especially when used with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hlinkClick r:id="rId5" action="ppaction://hlinksldjump"/>
              </a:rPr>
              <a:t>Microsoft Entra Identity Governance</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improve security by reducing the number of passwords users need to know or have access to; simplify and reduce admin overheads. In additional, it can  also provide a common and seamless user experience. </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41801"/>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2" name="Rectangle 31">
            <a:hlinkClick r:id="rId6" action="ppaction://hlinksldjump"/>
            <a:extLst>
              <a:ext uri="{FF2B5EF4-FFF2-40B4-BE49-F238E27FC236}">
                <a16:creationId xmlns:a16="http://schemas.microsoft.com/office/drawing/2014/main" id="{5841D111-39A3-4CD5-9050-F8661370BE12}"/>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35" name="Rectangle 34">
            <a:hlinkClick r:id="rId7" action="ppaction://hlinksldjump"/>
            <a:extLst>
              <a:ext uri="{FF2B5EF4-FFF2-40B4-BE49-F238E27FC236}">
                <a16:creationId xmlns:a16="http://schemas.microsoft.com/office/drawing/2014/main" id="{D30E8CEC-E7E3-4F75-AA68-413DA681B216}"/>
              </a:ext>
            </a:extLst>
          </p:cNvPr>
          <p:cNvSpPr/>
          <p:nvPr/>
        </p:nvSpPr>
        <p:spPr>
          <a:xfrm>
            <a:off x="4690485"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37" name="Rectangle 36">
            <a:hlinkClick r:id="rId8" action="ppaction://hlinksldjump"/>
            <a:extLst>
              <a:ext uri="{FF2B5EF4-FFF2-40B4-BE49-F238E27FC236}">
                <a16:creationId xmlns:a16="http://schemas.microsoft.com/office/drawing/2014/main" id="{103C5B73-1876-4C7F-BA02-A32E0D8D458E}"/>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40" name="Rectangle 39">
            <a:hlinkClick r:id="rId9" action="ppaction://hlinksldjump"/>
            <a:extLst>
              <a:ext uri="{FF2B5EF4-FFF2-40B4-BE49-F238E27FC236}">
                <a16:creationId xmlns:a16="http://schemas.microsoft.com/office/drawing/2014/main" id="{127B65F4-AD90-4FB3-ACF9-A794D227E1BA}"/>
              </a:ext>
            </a:extLst>
          </p:cNvPr>
          <p:cNvSpPr/>
          <p:nvPr/>
        </p:nvSpPr>
        <p:spPr>
          <a:xfrm>
            <a:off x="4690485"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B034E297-0DAB-A3B0-E274-044CE17829BE}"/>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6A88ACD6-47EA-A2DE-68D1-A541B7DA42A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6563748F-DB85-D3E7-8F04-72A6A7A1C2C1}"/>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11" action="ppaction://hlinksldjump"/>
            <a:extLst>
              <a:ext uri="{FF2B5EF4-FFF2-40B4-BE49-F238E27FC236}">
                <a16:creationId xmlns:a16="http://schemas.microsoft.com/office/drawing/2014/main" id="{B376E3DC-95A6-B8BA-48D6-FCD94C024F98}"/>
              </a:ext>
            </a:extLst>
          </p:cNvPr>
          <p:cNvSpPr/>
          <p:nvPr/>
        </p:nvSpPr>
        <p:spPr>
          <a:xfrm>
            <a:off x="2586738"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7" name="Rectangle 6">
            <a:hlinkClick r:id="rId12" action="ppaction://hlinksldjump"/>
            <a:extLst>
              <a:ext uri="{FF2B5EF4-FFF2-40B4-BE49-F238E27FC236}">
                <a16:creationId xmlns:a16="http://schemas.microsoft.com/office/drawing/2014/main" id="{BA2C0FAC-BCA2-9781-010F-DE218ACA7B79}"/>
              </a:ext>
            </a:extLst>
          </p:cNvPr>
          <p:cNvSpPr/>
          <p:nvPr/>
        </p:nvSpPr>
        <p:spPr>
          <a:xfrm>
            <a:off x="2586737"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9" name="Picture 8">
            <a:hlinkClick r:id="rId13" action="ppaction://hlinksldjump"/>
            <a:extLst>
              <a:ext uri="{FF2B5EF4-FFF2-40B4-BE49-F238E27FC236}">
                <a16:creationId xmlns:a16="http://schemas.microsoft.com/office/drawing/2014/main" id="{D6B180FB-EB4A-1BEE-37BF-36F91AEFBA98}"/>
              </a:ext>
            </a:extLst>
          </p:cNvPr>
          <p:cNvPicPr>
            <a:picLocks noChangeAspect="1"/>
          </p:cNvPicPr>
          <p:nvPr/>
        </p:nvPicPr>
        <p:blipFill>
          <a:blip r:embed="rId14"/>
          <a:stretch>
            <a:fillRect/>
          </a:stretch>
        </p:blipFill>
        <p:spPr>
          <a:xfrm>
            <a:off x="0" y="0"/>
            <a:ext cx="211626" cy="6858000"/>
          </a:xfrm>
          <a:prstGeom prst="rect">
            <a:avLst/>
          </a:prstGeom>
        </p:spPr>
      </p:pic>
      <p:sp>
        <p:nvSpPr>
          <p:cNvPr id="8" name="Rectangle 7">
            <a:hlinkHover r:id="rId15" action="ppaction://hlinksldjump"/>
            <a:extLst>
              <a:ext uri="{FF2B5EF4-FFF2-40B4-BE49-F238E27FC236}">
                <a16:creationId xmlns:a16="http://schemas.microsoft.com/office/drawing/2014/main" id="{AA5194A0-B8AF-4C2B-FF49-CAF8D45A8ACC}"/>
              </a:ext>
            </a:extLst>
          </p:cNvPr>
          <p:cNvSpPr/>
          <p:nvPr/>
        </p:nvSpPr>
        <p:spPr>
          <a:xfrm>
            <a:off x="6794233" y="5934312"/>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63761235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2434015" y="173237"/>
            <a:ext cx="737111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Identity Governance</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Entra Identity Governance allows you to balance your organization's need for security and employee productivity with the right processes and visibility. It provides you with capabilities to ensure that the right people have the right access to the right resources. These and related Entra and Enterprise Mobility + Security features allow you to mitigate access risk by protecting, monitoring, and auditing access to critical assets -- while ensuring employee and business partner productivity.</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363801"/>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nn-NO" sz="1600">
                <a:hlinkClick r:id="rId3"/>
              </a:rPr>
              <a:t>Microsoft Entra ID Governance - Microsoft Entra ID Governance | Microsoft Learn</a:t>
            </a:r>
            <a:br>
              <a:rPr lang="nn-NO" sz="1600"/>
            </a:br>
            <a:r>
              <a:rPr lang="en-US" sz="1600">
                <a:hlinkClick r:id="rId4"/>
              </a:rPr>
              <a:t>What is entitlement management? - Microsoft Entra ID Governance | Microsoft Learn</a:t>
            </a:r>
            <a:r>
              <a:rPr lang="en-US" sz="1600"/>
              <a:t> (Basic)</a:t>
            </a:r>
            <a:br>
              <a:rPr lang="en-US" sz="1600"/>
            </a:br>
            <a:r>
              <a:rPr lang="en-US" sz="1600">
                <a:hlinkClick r:id="rId5"/>
              </a:rPr>
              <a:t>What are access reviews? - Microsoft Entra - Microsoft Entra ID Governance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393599"/>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44199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412198"/>
            <a:ext cx="11226018"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Entra Identity Governance give organizations the ability to do the following tasks across employees, business partners and vendors, and across services and applications both on-premises and in clouds: Govern the identity lifecycle; Govern access lifecycle; Secure privileged access for administration. Specifically, it is intended to help organizations address these four key questions: Which users should have access to which resources?; What are those users doing with that access?; Are there effective organizational controls for managing access?; Can auditors verify that the controls are working?</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8283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7" name="Rectangle 36">
            <a:hlinkClick r:id="rId6" action="ppaction://hlinksldjump"/>
            <a:extLst>
              <a:ext uri="{FF2B5EF4-FFF2-40B4-BE49-F238E27FC236}">
                <a16:creationId xmlns:a16="http://schemas.microsoft.com/office/drawing/2014/main" id="{103C5B73-1876-4C7F-BA02-A32E0D8D458E}"/>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40" name="Rectangle 39">
            <a:hlinkClick r:id="rId7" action="ppaction://hlinksldjump"/>
            <a:extLst>
              <a:ext uri="{FF2B5EF4-FFF2-40B4-BE49-F238E27FC236}">
                <a16:creationId xmlns:a16="http://schemas.microsoft.com/office/drawing/2014/main" id="{127B65F4-AD90-4FB3-ACF9-A794D227E1BA}"/>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B91DB5D9-785D-D6EE-43CD-879E610E55D8}"/>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8B17D858-0B3B-51F8-8256-A92B413058B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D2973220-E8C1-8B97-D562-402135A48D71}"/>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8" name="TextBox 7">
            <a:extLst>
              <a:ext uri="{FF2B5EF4-FFF2-40B4-BE49-F238E27FC236}">
                <a16:creationId xmlns:a16="http://schemas.microsoft.com/office/drawing/2014/main" id="{2AACC90B-3F0E-BB6E-E2DA-5D96F72B55CC}"/>
              </a:ext>
            </a:extLst>
          </p:cNvPr>
          <p:cNvSpPr txBox="1"/>
          <p:nvPr/>
        </p:nvSpPr>
        <p:spPr>
          <a:xfrm>
            <a:off x="7236178" y="5283200"/>
            <a:ext cx="4472830" cy="923330"/>
          </a:xfrm>
          <a:prstGeom prst="rect">
            <a:avLst/>
          </a:prstGeom>
          <a:noFill/>
          <a:ln w="38100">
            <a:solidFill>
              <a:schemeClr val="tx1"/>
            </a:solidFill>
          </a:ln>
        </p:spPr>
        <p:txBody>
          <a:bodyPr wrap="square" rtlCol="0">
            <a:spAutoFit/>
          </a:bodyPr>
          <a:lstStyle/>
          <a:p>
            <a:r>
              <a:rPr lang="en-US">
                <a:solidFill>
                  <a:schemeClr val="accent1"/>
                </a:solidFill>
              </a:rPr>
              <a:t>Go to the next slide to learn more about the advanced Entra Identity Governance features not part of the E5 licenses</a:t>
            </a:r>
          </a:p>
        </p:txBody>
      </p:sp>
      <p:sp>
        <p:nvSpPr>
          <p:cNvPr id="6" name="Rectangle 5">
            <a:hlinkClick r:id="rId9" action="ppaction://hlinksldjump"/>
            <a:extLst>
              <a:ext uri="{FF2B5EF4-FFF2-40B4-BE49-F238E27FC236}">
                <a16:creationId xmlns:a16="http://schemas.microsoft.com/office/drawing/2014/main" id="{1AD222CC-C8DA-EC56-FE3A-CD43B19C086C}"/>
              </a:ext>
            </a:extLst>
          </p:cNvPr>
          <p:cNvSpPr/>
          <p:nvPr/>
        </p:nvSpPr>
        <p:spPr>
          <a:xfrm>
            <a:off x="482991" y="5414038"/>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10" action="ppaction://hlinksldjump"/>
            <a:extLst>
              <a:ext uri="{FF2B5EF4-FFF2-40B4-BE49-F238E27FC236}">
                <a16:creationId xmlns:a16="http://schemas.microsoft.com/office/drawing/2014/main" id="{BB08E0F2-094F-073C-21EE-37DBF7192001}"/>
              </a:ext>
            </a:extLst>
          </p:cNvPr>
          <p:cNvPicPr>
            <a:picLocks noChangeAspect="1"/>
          </p:cNvPicPr>
          <p:nvPr/>
        </p:nvPicPr>
        <p:blipFill>
          <a:blip r:embed="rId11"/>
          <a:stretch>
            <a:fillRect/>
          </a:stretch>
        </p:blipFill>
        <p:spPr>
          <a:xfrm>
            <a:off x="0" y="0"/>
            <a:ext cx="211626" cy="6858000"/>
          </a:xfrm>
          <a:prstGeom prst="rect">
            <a:avLst/>
          </a:prstGeom>
        </p:spPr>
      </p:pic>
      <p:sp>
        <p:nvSpPr>
          <p:cNvPr id="9" name="Rectangle 8">
            <a:hlinkHover r:id="rId12" action="ppaction://hlinksldjump"/>
            <a:extLst>
              <a:ext uri="{FF2B5EF4-FFF2-40B4-BE49-F238E27FC236}">
                <a16:creationId xmlns:a16="http://schemas.microsoft.com/office/drawing/2014/main" id="{D504B495-C72A-362B-0390-C86B97FBC5D8}"/>
              </a:ext>
            </a:extLst>
          </p:cNvPr>
          <p:cNvSpPr/>
          <p:nvPr/>
        </p:nvSpPr>
        <p:spPr>
          <a:xfrm>
            <a:off x="4690487" y="5934312"/>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379154246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9FA56E4D-39B3-8307-606B-150A387F2770}"/>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8A47E704-7651-3B52-CE4D-A5717AC5CC05}"/>
              </a:ext>
            </a:extLst>
          </p:cNvPr>
          <p:cNvSpPr txBox="1"/>
          <p:nvPr/>
        </p:nvSpPr>
        <p:spPr>
          <a:xfrm>
            <a:off x="1561630" y="173237"/>
            <a:ext cx="8937037"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Advanced Identity Governance</a:t>
            </a:r>
          </a:p>
        </p:txBody>
      </p:sp>
      <p:sp>
        <p:nvSpPr>
          <p:cNvPr id="2" name="TextBox 1">
            <a:extLst>
              <a:ext uri="{FF2B5EF4-FFF2-40B4-BE49-F238E27FC236}">
                <a16:creationId xmlns:a16="http://schemas.microsoft.com/office/drawing/2014/main" id="{CEFABD32-A652-1D33-B6C6-0C59EB3AF76C}"/>
              </a:ext>
            </a:extLst>
          </p:cNvPr>
          <p:cNvSpPr txBox="1"/>
          <p:nvPr/>
        </p:nvSpPr>
        <p:spPr>
          <a:xfrm>
            <a:off x="482991" y="822960"/>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Entra Identity Governance allows you to balance your organization's need for security and employee productivity with the right processes and visibility. It provides you with capabilities to ensure that the right people have the right access to the right resources. These and related Entra and Enterprise Mobility + Security features allow you to mitigate access risk by protecting, monitoring, and auditing access to critical assets -- while ensuring employee and business partner productivity.</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5A930AA2-387A-C200-DAAC-5B91CDDBCDDE}"/>
              </a:ext>
            </a:extLst>
          </p:cNvPr>
          <p:cNvSpPr txBox="1"/>
          <p:nvPr/>
        </p:nvSpPr>
        <p:spPr>
          <a:xfrm>
            <a:off x="482991" y="2363801"/>
            <a:ext cx="11226018"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n-NO" sz="1600" b="0" i="0" u="none" strike="noStrike" kern="1200" cap="none" spc="0" normalizeH="0" baseline="0" noProof="0">
                <a:ln>
                  <a:noFill/>
                </a:ln>
                <a:solidFill>
                  <a:prstClr val="black"/>
                </a:solidFill>
                <a:effectLst/>
                <a:uLnTx/>
                <a:uFillTx/>
                <a:latin typeface="Calibri" panose="020F0502020204030204"/>
                <a:ea typeface="+mn-ea"/>
                <a:cs typeface="+mn-cs"/>
                <a:hlinkClick r:id="rId3"/>
              </a:rPr>
              <a:t>Microsoft Entra ID Governance - Microsoft Entra ID Governance | Microsoft Learn</a:t>
            </a:r>
            <a:br>
              <a:rPr kumimoji="0" lang="nn-NO" sz="1600" b="0" i="0" u="none" strike="noStrike" kern="1200" cap="none" spc="0" normalizeH="0" baseline="0" noProof="0">
                <a:ln>
                  <a:noFill/>
                </a:ln>
                <a:solidFill>
                  <a:prstClr val="black"/>
                </a:solidFill>
                <a:effectLst/>
                <a:uLnTx/>
                <a:uFillTx/>
                <a:latin typeface="Calibri" panose="020F0502020204030204"/>
                <a:ea typeface="+mn-ea"/>
                <a:cs typeface="+mn-cs"/>
              </a:rPr>
            </a:b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E4EBBC83-B434-39ED-E44C-03C861B081F9}"/>
              </a:ext>
            </a:extLst>
          </p:cNvPr>
          <p:cNvCxnSpPr/>
          <p:nvPr/>
        </p:nvCxnSpPr>
        <p:spPr>
          <a:xfrm>
            <a:off x="482991" y="2393599"/>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D0DB1BEC-67E6-3E1C-D13F-09BAB3CEB8C0}"/>
              </a:ext>
            </a:extLst>
          </p:cNvPr>
          <p:cNvCxnSpPr/>
          <p:nvPr/>
        </p:nvCxnSpPr>
        <p:spPr>
          <a:xfrm>
            <a:off x="513095" y="3020545"/>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EAFBF7D4-BBD0-EBE6-F6C2-4485E76DAF63}"/>
              </a:ext>
            </a:extLst>
          </p:cNvPr>
          <p:cNvSpPr txBox="1"/>
          <p:nvPr/>
        </p:nvSpPr>
        <p:spPr>
          <a:xfrm>
            <a:off x="482991" y="3091476"/>
            <a:ext cx="11703464" cy="243143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Policies, tasks and workflows requiring this license:</a:t>
            </a:r>
            <a:b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br>
            <a:r>
              <a:rPr lang="en-US" sz="1400" b="0" i="0" u="none" strike="noStrike">
                <a:effectLst/>
                <a:latin typeface="Segoe UI" panose="020B0502040204020203" pitchFamily="34" charset="0"/>
                <a:hlinkClick r:id="rId4"/>
              </a:rPr>
              <a:t>Entitlement management with Verified ID</a:t>
            </a:r>
            <a:r>
              <a:rPr lang="en-US" sz="1400" b="0" i="0" u="none" strike="noStrike">
                <a:effectLst/>
                <a:latin typeface="Segoe UI" panose="020B0502040204020203" pitchFamily="34" charset="0"/>
              </a:rPr>
              <a:t>			</a:t>
            </a:r>
            <a:r>
              <a:rPr lang="en-US" sz="1400">
                <a:latin typeface="Segoe UI" panose="020B0502040204020203" pitchFamily="34" charset="0"/>
                <a:hlinkClick r:id="rId5"/>
              </a:rPr>
              <a:t>Access reviews - PIM For Groups (Preview)</a:t>
            </a:r>
            <a:r>
              <a:rPr lang="en-US" sz="1400" b="0" i="0" u="none" strike="noStrike">
                <a:effectLst/>
                <a:latin typeface="Segoe UI" panose="020B0502040204020203" pitchFamily="34" charset="0"/>
              </a:rPr>
              <a:t>	</a:t>
            </a:r>
            <a:br>
              <a:rPr lang="en-US" sz="1400" b="0" i="0" u="none" strike="noStrike">
                <a:effectLst/>
                <a:latin typeface="Segoe UI" panose="020B0502040204020203" pitchFamily="34" charset="0"/>
              </a:rPr>
            </a:br>
            <a:r>
              <a:rPr lang="en-US" sz="1400" b="0" i="0" u="none" strike="noStrike">
                <a:effectLst/>
                <a:latin typeface="Segoe UI" panose="020B0502040204020203" pitchFamily="34" charset="0"/>
                <a:hlinkClick r:id="rId6"/>
              </a:rPr>
              <a:t>Entitlement management - Custom Extensions (Logic Apps)</a:t>
            </a:r>
            <a:r>
              <a:rPr lang="en-US" sz="1400" b="0" i="0" u="none" strike="noStrike">
                <a:effectLst/>
                <a:latin typeface="Segoe UI" panose="020B0502040204020203" pitchFamily="34" charset="0"/>
              </a:rPr>
              <a:t>	</a:t>
            </a:r>
            <a:r>
              <a:rPr lang="en-US" sz="1400" b="0" i="0" u="none" strike="noStrike">
                <a:effectLst/>
                <a:latin typeface="Segoe UI" panose="020B0502040204020203" pitchFamily="34" charset="0"/>
                <a:hlinkClick r:id="rId7"/>
              </a:rPr>
              <a:t>Access reviews - Inactive Users reviews</a:t>
            </a:r>
            <a:br>
              <a:rPr lang="en-US" sz="1400" b="0" i="0" u="none" strike="noStrike">
                <a:effectLst/>
                <a:latin typeface="Segoe UI" panose="020B0502040204020203" pitchFamily="34" charset="0"/>
              </a:rPr>
            </a:br>
            <a:r>
              <a:rPr lang="fr-FR" sz="1400" b="0" i="0" u="none" strike="noStrike" err="1">
                <a:effectLst/>
                <a:latin typeface="Segoe UI" panose="020B0502040204020203" pitchFamily="34" charset="0"/>
                <a:hlinkClick r:id="rId8"/>
              </a:rPr>
              <a:t>Entitlement</a:t>
            </a:r>
            <a:r>
              <a:rPr lang="fr-FR" sz="1400" b="0" i="0" u="none" strike="noStrike">
                <a:effectLst/>
                <a:latin typeface="Segoe UI" panose="020B0502040204020203" pitchFamily="34" charset="0"/>
                <a:hlinkClick r:id="rId8"/>
              </a:rPr>
              <a:t> management – </a:t>
            </a:r>
            <a:r>
              <a:rPr lang="fr-FR" sz="1400" b="0" i="0" u="none" strike="noStrike" err="1">
                <a:effectLst/>
                <a:latin typeface="Segoe UI" panose="020B0502040204020203" pitchFamily="34" charset="0"/>
                <a:hlinkClick r:id="rId8"/>
              </a:rPr>
              <a:t>Auto-Assignment</a:t>
            </a:r>
            <a:r>
              <a:rPr lang="fr-FR" sz="1400" b="0" i="0" u="none" strike="noStrike">
                <a:effectLst/>
                <a:latin typeface="Segoe UI" panose="020B0502040204020203" pitchFamily="34" charset="0"/>
                <a:hlinkClick r:id="rId8"/>
              </a:rPr>
              <a:t> Policies</a:t>
            </a:r>
            <a:r>
              <a:rPr lang="fr-FR" sz="1400" b="0" i="0" u="none" strike="noStrike">
                <a:effectLst/>
                <a:latin typeface="Segoe UI" panose="020B0502040204020203" pitchFamily="34" charset="0"/>
              </a:rPr>
              <a:t>		</a:t>
            </a:r>
            <a:r>
              <a:rPr lang="en-US" sz="1400" b="0" i="0" u="none" strike="noStrike">
                <a:effectLst/>
                <a:latin typeface="Segoe UI" panose="020B0502040204020203" pitchFamily="34" charset="0"/>
                <a:hlinkClick r:id="rId9"/>
              </a:rPr>
              <a:t>Access reviews - Machine learning assisted access certifications and reviews</a:t>
            </a:r>
            <a:br>
              <a:rPr lang="fr-FR" sz="1400" b="0" i="0" u="none" strike="noStrike">
                <a:effectLst/>
                <a:latin typeface="Segoe UI" panose="020B0502040204020203" pitchFamily="34" charset="0"/>
              </a:rPr>
            </a:br>
            <a:r>
              <a:rPr lang="en-US" sz="1400" b="0" i="0" u="none" strike="noStrike">
                <a:effectLst/>
                <a:latin typeface="Segoe UI" panose="020B0502040204020203" pitchFamily="34" charset="0"/>
                <a:hlinkClick r:id="rId10"/>
              </a:rPr>
              <a:t>Entitlement management - Directly Assign Any User (Preview)</a:t>
            </a:r>
            <a:r>
              <a:rPr lang="en-US" sz="1400" b="0" i="0" u="none" strike="noStrike">
                <a:effectLst/>
                <a:latin typeface="Segoe UI" panose="020B0502040204020203" pitchFamily="34" charset="0"/>
              </a:rPr>
              <a:t>	</a:t>
            </a:r>
            <a:r>
              <a:rPr lang="en-US" sz="1400" b="0" i="0" u="none" strike="noStrike">
                <a:effectLst/>
                <a:latin typeface="Segoe UI" panose="020B0502040204020203" pitchFamily="34" charset="0"/>
                <a:hlinkClick r:id="rId11"/>
              </a:rPr>
              <a:t>Lifecycle Workflows (LCW)</a:t>
            </a:r>
            <a:br>
              <a:rPr lang="en-US" sz="1400" b="0" i="0" u="none" strike="noStrike">
                <a:effectLst/>
                <a:latin typeface="Segoe UI" panose="020B0502040204020203" pitchFamily="34" charset="0"/>
              </a:rPr>
            </a:br>
            <a:r>
              <a:rPr lang="fr-FR" sz="1400" b="0" i="0" u="none" strike="noStrike" err="1">
                <a:effectLst/>
                <a:latin typeface="Segoe UI" panose="020B0502040204020203" pitchFamily="34" charset="0"/>
                <a:hlinkClick r:id="rId12"/>
              </a:rPr>
              <a:t>Entitlement</a:t>
            </a:r>
            <a:r>
              <a:rPr lang="fr-FR" sz="1400" b="0" i="0" u="none" strike="noStrike">
                <a:effectLst/>
                <a:latin typeface="Segoe UI" panose="020B0502040204020203" pitchFamily="34" charset="0"/>
                <a:hlinkClick r:id="rId12"/>
              </a:rPr>
              <a:t> management - Guest Conversion API</a:t>
            </a:r>
            <a:r>
              <a:rPr lang="fr-FR" sz="1400" b="0" i="0" u="none" strike="noStrike">
                <a:effectLst/>
                <a:latin typeface="Segoe UI" panose="020B0502040204020203" pitchFamily="34" charset="0"/>
              </a:rPr>
              <a:t>		</a:t>
            </a:r>
            <a:r>
              <a:rPr lang="en-US" sz="1400" b="0" i="0" u="none" strike="noStrike">
                <a:effectLst/>
                <a:latin typeface="Segoe UI" panose="020B0502040204020203" pitchFamily="34" charset="0"/>
                <a:hlinkClick r:id="rId13"/>
              </a:rPr>
              <a:t>LCW + Custom Extensions (Logic Apps)</a:t>
            </a:r>
            <a:b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br>
            <a:r>
              <a:rPr lang="fr-FR" sz="1400" b="0" i="0" u="none" strike="noStrike" err="1">
                <a:effectLst/>
                <a:latin typeface="Segoe UI" panose="020B0502040204020203" pitchFamily="34" charset="0"/>
                <a:hlinkClick r:id="rId14"/>
              </a:rPr>
              <a:t>Entitlement</a:t>
            </a:r>
            <a:r>
              <a:rPr lang="fr-FR" sz="1400" b="0" i="0" u="none" strike="noStrike">
                <a:effectLst/>
                <a:latin typeface="Segoe UI" panose="020B0502040204020203" pitchFamily="34" charset="0"/>
                <a:hlinkClick r:id="rId14"/>
              </a:rPr>
              <a:t> management - Microsoft Entra Roles (Preview)</a:t>
            </a:r>
            <a:r>
              <a:rPr lang="fr-FR" sz="1400" b="0" i="0" u="none" strike="noStrike">
                <a:effectLst/>
                <a:latin typeface="Segoe UI" panose="020B0502040204020203" pitchFamily="34" charset="0"/>
              </a:rPr>
              <a:t>	</a:t>
            </a:r>
            <a:r>
              <a:rPr lang="en-US" sz="1400" b="0" i="0" u="none" strike="noStrike">
                <a:effectLst/>
                <a:latin typeface="Segoe UI" panose="020B0502040204020203" pitchFamily="34" charset="0"/>
                <a:hlinkClick r:id="rId15"/>
              </a:rPr>
              <a:t>Insights and reporting - Inactive guest accounts</a:t>
            </a:r>
            <a:br>
              <a:rPr lang="fr-FR" sz="1400" b="0" i="0" u="none" strike="noStrike">
                <a:effectLst/>
                <a:latin typeface="Segoe UI" panose="020B0502040204020203" pitchFamily="34" charset="0"/>
              </a:rPr>
            </a:br>
            <a:r>
              <a:rPr lang="en-US" sz="1400" b="0" i="0" u="none" strike="noStrike">
                <a:effectLst/>
                <a:latin typeface="Segoe UI" panose="020B0502040204020203" pitchFamily="34" charset="0"/>
                <a:hlinkClick r:id="rId16"/>
              </a:rPr>
              <a:t>Entitlement management - Request access packages on-behalf-of</a:t>
            </a:r>
            <a:br>
              <a:rPr lang="en-US" sz="1400" b="0" i="0" u="none" strike="noStrike">
                <a:effectLst/>
                <a:latin typeface="Segoe UI" panose="020B0502040204020203" pitchFamily="34" charset="0"/>
              </a:rPr>
            </a:br>
            <a:r>
              <a:rPr lang="en-US" sz="1400" b="0" i="0" u="none" strike="noStrike">
                <a:effectLst/>
                <a:latin typeface="Segoe UI" panose="020B0502040204020203" pitchFamily="34" charset="0"/>
                <a:hlinkClick r:id="rId17"/>
              </a:rPr>
              <a:t>Entitlement management - Sponsors Policy</a:t>
            </a:r>
            <a:br>
              <a:rPr lang="en-US" b="0" i="0" u="none" strike="noStrike">
                <a:effectLst/>
                <a:latin typeface="Segoe UI" panose="020B0502040204020203" pitchFamily="34" charset="0"/>
              </a:rPr>
            </a:b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D20C94DB-76EC-6AA8-2C7A-E81F1C81BC2E}"/>
              </a:ext>
            </a:extLst>
          </p:cNvPr>
          <p:cNvCxnSpPr/>
          <p:nvPr/>
        </p:nvCxnSpPr>
        <p:spPr>
          <a:xfrm>
            <a:off x="482990" y="5208615"/>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F743702A-777D-2162-2AA2-F1C374C7B4EC}"/>
              </a:ext>
            </a:extLst>
          </p:cNvPr>
          <p:cNvSpPr txBox="1"/>
          <p:nvPr/>
        </p:nvSpPr>
        <p:spPr>
          <a:xfrm>
            <a:off x="482991" y="516257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CC034E30-A240-5264-6982-21D55441C432}"/>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grpSp>
        <p:nvGrpSpPr>
          <p:cNvPr id="3" name="Group 2">
            <a:extLst>
              <a:ext uri="{FF2B5EF4-FFF2-40B4-BE49-F238E27FC236}">
                <a16:creationId xmlns:a16="http://schemas.microsoft.com/office/drawing/2014/main" id="{8CD50F55-758D-D513-67CD-F87D8424603B}"/>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C4790ABD-04CE-FCB2-92D2-7A1E555B8D2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2826B2EA-8C3B-60B8-1F15-0B439E00B4F3}"/>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TextBox 6">
            <a:extLst>
              <a:ext uri="{FF2B5EF4-FFF2-40B4-BE49-F238E27FC236}">
                <a16:creationId xmlns:a16="http://schemas.microsoft.com/office/drawing/2014/main" id="{38BD703C-64CA-1612-C6DB-AFB4B8D75019}"/>
              </a:ext>
            </a:extLst>
          </p:cNvPr>
          <p:cNvSpPr txBox="1"/>
          <p:nvPr/>
        </p:nvSpPr>
        <p:spPr>
          <a:xfrm>
            <a:off x="7303300" y="5486400"/>
            <a:ext cx="4472830" cy="923330"/>
          </a:xfrm>
          <a:prstGeom prst="rect">
            <a:avLst/>
          </a:prstGeom>
          <a:noFill/>
          <a:ln w="38100">
            <a:solidFill>
              <a:schemeClr val="tx1"/>
            </a:solidFill>
          </a:ln>
        </p:spPr>
        <p:txBody>
          <a:bodyPr wrap="square" rtlCol="0">
            <a:spAutoFit/>
          </a:bodyPr>
          <a:lstStyle/>
          <a:p>
            <a:r>
              <a:rPr lang="en-US">
                <a:solidFill>
                  <a:schemeClr val="accent1"/>
                </a:solidFill>
              </a:rPr>
              <a:t>Go to the previous slide to learn more about the Entra Identity Governance features included in E5 licenses.</a:t>
            </a:r>
          </a:p>
        </p:txBody>
      </p:sp>
      <p:sp>
        <p:nvSpPr>
          <p:cNvPr id="8" name="Rectangle 7">
            <a:extLst>
              <a:ext uri="{FF2B5EF4-FFF2-40B4-BE49-F238E27FC236}">
                <a16:creationId xmlns:a16="http://schemas.microsoft.com/office/drawing/2014/main" id="{156FDD23-D6F3-2135-F110-AD9F8C83446D}"/>
              </a:ext>
            </a:extLst>
          </p:cNvPr>
          <p:cNvSpPr/>
          <p:nvPr/>
        </p:nvSpPr>
        <p:spPr>
          <a:xfrm>
            <a:off x="2830465" y="5629750"/>
            <a:ext cx="2058237" cy="454591"/>
          </a:xfrm>
          <a:prstGeom prst="rect">
            <a:avLst/>
          </a:prstGeom>
          <a:solidFill>
            <a:srgbClr val="C6C6C6"/>
          </a:solidFill>
          <a:ln>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sp>
        <p:nvSpPr>
          <p:cNvPr id="9" name="Rectangle 8">
            <a:extLst>
              <a:ext uri="{FF2B5EF4-FFF2-40B4-BE49-F238E27FC236}">
                <a16:creationId xmlns:a16="http://schemas.microsoft.com/office/drawing/2014/main" id="{A5D66E66-9789-7A20-20AF-C272AA25E282}"/>
              </a:ext>
            </a:extLst>
          </p:cNvPr>
          <p:cNvSpPr/>
          <p:nvPr/>
        </p:nvSpPr>
        <p:spPr>
          <a:xfrm>
            <a:off x="482989" y="5629750"/>
            <a:ext cx="2058237" cy="454591"/>
          </a:xfrm>
          <a:prstGeom prst="rect">
            <a:avLst/>
          </a:prstGeom>
          <a:solidFill>
            <a:srgbClr val="C6C6C6"/>
          </a:solidFill>
          <a:ln>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Entra Identity Governance</a:t>
            </a:r>
          </a:p>
        </p:txBody>
      </p:sp>
      <p:sp>
        <p:nvSpPr>
          <p:cNvPr id="6" name="Rectangle 5">
            <a:hlinkHover r:id="rId19" action="ppaction://hlinksldjump"/>
            <a:extLst>
              <a:ext uri="{FF2B5EF4-FFF2-40B4-BE49-F238E27FC236}">
                <a16:creationId xmlns:a16="http://schemas.microsoft.com/office/drawing/2014/main" id="{D0CDB24F-B49F-EDDA-178F-8524AE8EB57E}"/>
              </a:ext>
            </a:extLst>
          </p:cNvPr>
          <p:cNvSpPr/>
          <p:nvPr/>
        </p:nvSpPr>
        <p:spPr>
          <a:xfrm>
            <a:off x="5130708" y="5629749"/>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69527762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Self Service Capabilities</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Entra Self Service Capabilities allows you to balance your organization's need for security and employee productivity by giving them ability to securely manage aspects of their identity, namely passwords and groups. Self Service Password Reset (SSPR) gives users to reset their password from either the Windows login screen or in a browser without the need to engage the helpdesk. Self Service Group Management gives your users a portal to manage membership of groups they are scoped to</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363799"/>
            <a:ext cx="11226018"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Self-service password reset deep dive - Microsoft Entra ID | Microsoft Learn</a:t>
            </a:r>
            <a:b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hlinkClick r:id="rId4"/>
              </a:rPr>
            </a:br>
            <a:r>
              <a:rPr lang="en-US" sz="1600">
                <a:hlinkClick r:id="rId5"/>
              </a:rPr>
              <a:t>Manage Microsoft 365 groups - Microsoft 365 Enterprise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270488"/>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56510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658417"/>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Self Service Capabilities helps organizations to reduce burdens on helpdesks for password reset requests. As users must go through multiple factors of authentication (optional more than 2FA) they validate who they say they are without putting that burden of proof on the helpdesk. This not only improves productivity for the end user, reduces burden on the helpdesk but also improves security.</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92333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GB" b="1">
              <a:solidFill>
                <a:prstClr val="black"/>
              </a:solidFill>
              <a:latin typeface="Calibri" panose="020F0502020204030204"/>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cxnSp>
        <p:nvCxnSpPr>
          <p:cNvPr id="10" name="Straight Connector 9">
            <a:extLst>
              <a:ext uri="{FF2B5EF4-FFF2-40B4-BE49-F238E27FC236}">
                <a16:creationId xmlns:a16="http://schemas.microsoft.com/office/drawing/2014/main" id="{A796D4F8-BFAF-4B77-EBCD-499779E7A457}"/>
              </a:ext>
            </a:extLst>
          </p:cNvPr>
          <p:cNvCxnSpPr/>
          <p:nvPr/>
        </p:nvCxnSpPr>
        <p:spPr>
          <a:xfrm>
            <a:off x="482991" y="4859724"/>
            <a:ext cx="11226018"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a16:creationId xmlns:a16="http://schemas.microsoft.com/office/drawing/2014/main" id="{335992C5-7F7F-F971-0E14-2A50F153D38E}"/>
              </a:ext>
            </a:extLst>
          </p:cNvPr>
          <p:cNvGrpSpPr/>
          <p:nvPr/>
        </p:nvGrpSpPr>
        <p:grpSpPr>
          <a:xfrm>
            <a:off x="11331950" y="58136"/>
            <a:ext cx="754117" cy="803729"/>
            <a:chOff x="9401324" y="101482"/>
            <a:chExt cx="754117" cy="803729"/>
          </a:xfrm>
        </p:grpSpPr>
        <p:pic>
          <p:nvPicPr>
            <p:cNvPr id="11" name="Graphic 10" descr="Back with solid fill">
              <a:hlinkClick r:id="" action="ppaction://hlinkshowjump?jump=lastslideviewed"/>
              <a:extLst>
                <a:ext uri="{FF2B5EF4-FFF2-40B4-BE49-F238E27FC236}">
                  <a16:creationId xmlns:a16="http://schemas.microsoft.com/office/drawing/2014/main" id="{879E98E8-5B82-381A-1E4E-48D25655D41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12" name="TextBox 11">
              <a:extLst>
                <a:ext uri="{FF2B5EF4-FFF2-40B4-BE49-F238E27FC236}">
                  <a16:creationId xmlns:a16="http://schemas.microsoft.com/office/drawing/2014/main" id="{6F084993-E11F-9D6D-94B2-A40E195B6944}"/>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Rectangle 6">
            <a:hlinkClick r:id="rId7" action="ppaction://hlinksldjump"/>
            <a:extLst>
              <a:ext uri="{FF2B5EF4-FFF2-40B4-BE49-F238E27FC236}">
                <a16:creationId xmlns:a16="http://schemas.microsoft.com/office/drawing/2014/main" id="{3756E715-471A-F429-C5A2-7D9F78CD15DD}"/>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14" name="Rectangle 13">
            <a:hlinkClick r:id="rId8" action="ppaction://hlinksldjump"/>
            <a:extLst>
              <a:ext uri="{FF2B5EF4-FFF2-40B4-BE49-F238E27FC236}">
                <a16:creationId xmlns:a16="http://schemas.microsoft.com/office/drawing/2014/main" id="{53FEC28A-EFEB-F922-8757-37D5DBB5AD8C}"/>
              </a:ext>
            </a:extLst>
          </p:cNvPr>
          <p:cNvSpPr/>
          <p:nvPr/>
        </p:nvSpPr>
        <p:spPr>
          <a:xfrm>
            <a:off x="4690485"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5" name="Rectangle 14">
            <a:hlinkClick r:id="rId9" action="ppaction://hlinksldjump"/>
            <a:extLst>
              <a:ext uri="{FF2B5EF4-FFF2-40B4-BE49-F238E27FC236}">
                <a16:creationId xmlns:a16="http://schemas.microsoft.com/office/drawing/2014/main" id="{4D4BD64A-CDA4-B560-73B1-CF50DDD5FC1E}"/>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6" name="Rectangle 15">
            <a:hlinkClick r:id="rId10" action="ppaction://hlinksldjump"/>
            <a:extLst>
              <a:ext uri="{FF2B5EF4-FFF2-40B4-BE49-F238E27FC236}">
                <a16:creationId xmlns:a16="http://schemas.microsoft.com/office/drawing/2014/main" id="{8A965940-09D1-2434-50C7-B238266FF9BC}"/>
              </a:ext>
            </a:extLst>
          </p:cNvPr>
          <p:cNvSpPr/>
          <p:nvPr/>
        </p:nvSpPr>
        <p:spPr>
          <a:xfrm>
            <a:off x="4690485"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3" name="Rectangle 2">
            <a:hlinkClick r:id="rId11" action="ppaction://hlinksldjump"/>
            <a:extLst>
              <a:ext uri="{FF2B5EF4-FFF2-40B4-BE49-F238E27FC236}">
                <a16:creationId xmlns:a16="http://schemas.microsoft.com/office/drawing/2014/main" id="{1243A5F3-E25A-4794-37B2-ED536D9D455D}"/>
              </a:ext>
            </a:extLst>
          </p:cNvPr>
          <p:cNvSpPr/>
          <p:nvPr/>
        </p:nvSpPr>
        <p:spPr>
          <a:xfrm>
            <a:off x="2586738"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4" name="Picture 3">
            <a:hlinkClick r:id="rId12" action="ppaction://hlinksldjump"/>
            <a:extLst>
              <a:ext uri="{FF2B5EF4-FFF2-40B4-BE49-F238E27FC236}">
                <a16:creationId xmlns:a16="http://schemas.microsoft.com/office/drawing/2014/main" id="{0DDD8257-065D-EFA3-7229-A19A896BF63C}"/>
              </a:ext>
            </a:extLst>
          </p:cNvPr>
          <p:cNvPicPr>
            <a:picLocks noChangeAspect="1"/>
          </p:cNvPicPr>
          <p:nvPr/>
        </p:nvPicPr>
        <p:blipFill>
          <a:blip r:embed="rId13"/>
          <a:stretch>
            <a:fillRect/>
          </a:stretch>
        </p:blipFill>
        <p:spPr>
          <a:xfrm>
            <a:off x="0" y="0"/>
            <a:ext cx="211626" cy="6858000"/>
          </a:xfrm>
          <a:prstGeom prst="rect">
            <a:avLst/>
          </a:prstGeom>
        </p:spPr>
      </p:pic>
      <p:sp>
        <p:nvSpPr>
          <p:cNvPr id="5" name="Rectangle 4">
            <a:hlinkHover r:id="rId14" action="ppaction://hlinksldjump"/>
            <a:extLst>
              <a:ext uri="{FF2B5EF4-FFF2-40B4-BE49-F238E27FC236}">
                <a16:creationId xmlns:a16="http://schemas.microsoft.com/office/drawing/2014/main" id="{19FAF48A-B7CB-CDF6-B9A6-2C343AB74A9F}"/>
              </a:ext>
            </a:extLst>
          </p:cNvPr>
          <p:cNvSpPr/>
          <p:nvPr/>
        </p:nvSpPr>
        <p:spPr>
          <a:xfrm>
            <a:off x="6792291" y="5934312"/>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343250173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Identity Protection</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30832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Identity Protection is a tool that allows organizations to accomplish three key tasks: Automate the detection and remediation of identity-based risks; Investigate risks using data in the portal; Export risk detection data to third-party utilities for further analysis. Identity Protection uses the learnings Microsoft has acquired from Entra, </a:t>
            </a:r>
            <a:r>
              <a:rPr lang="en-US">
                <a:solidFill>
                  <a:prstClr val="black"/>
                </a:solidFill>
                <a:latin typeface="Calibri" panose="020F0502020204030204"/>
              </a:rPr>
              <a:t>consumer </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Microsoft Accounts and Xbox</a:t>
            </a:r>
            <a:r>
              <a:rPr lang="en-US">
                <a:solidFill>
                  <a:prstClr val="black"/>
                </a:solidFill>
                <a:latin typeface="Calibri" panose="020F0502020204030204"/>
              </a:rPr>
              <a:t> Accounts</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to protect your users. Microsoft analyzes over 73 trillion signals per day to identify and protect customers from threats. The signals generated by and fed to Identity Protection, can be further fed into tools like Conditional Access to make access decisions, or fed back to a security information and event management (SIEM) tool for further investigation based on your organization's enforced policies.</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3225574"/>
            <a:ext cx="11226018" cy="61555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What is Microsoft Entra ID Protection? - Microsoft Entra ID Protection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3178429"/>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888272"/>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935417"/>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Use risk as a condition in conditional access to improve security and reduce the visibility of security to the end user. Entra Identity Protection forms part of a robust Zero Trust strategy.</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05892"/>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7" name="Rectangle 36">
            <a:hlinkClick r:id="rId4" action="ppaction://hlinksldjump"/>
            <a:extLst>
              <a:ext uri="{FF2B5EF4-FFF2-40B4-BE49-F238E27FC236}">
                <a16:creationId xmlns:a16="http://schemas.microsoft.com/office/drawing/2014/main" id="{103C5B73-1876-4C7F-BA02-A32E0D8D458E}"/>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40" name="Rectangle 39">
            <a:hlinkClick r:id="rId5" action="ppaction://hlinksldjump"/>
            <a:extLst>
              <a:ext uri="{FF2B5EF4-FFF2-40B4-BE49-F238E27FC236}">
                <a16:creationId xmlns:a16="http://schemas.microsoft.com/office/drawing/2014/main" id="{127B65F4-AD90-4FB3-ACF9-A794D227E1BA}"/>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CB68083A-2F9B-E46D-B6FE-049FB6B1B1AE}"/>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51992D23-7508-5B3D-90AA-21892CD1830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283A2DDB-1A78-F4A5-AFF9-66EBCE52CD30}"/>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7" action="ppaction://hlinksldjump"/>
            <a:extLst>
              <a:ext uri="{FF2B5EF4-FFF2-40B4-BE49-F238E27FC236}">
                <a16:creationId xmlns:a16="http://schemas.microsoft.com/office/drawing/2014/main" id="{3AD9B50C-9DF4-974A-66AB-2194D3B42405}"/>
              </a:ext>
            </a:extLst>
          </p:cNvPr>
          <p:cNvSpPr/>
          <p:nvPr/>
        </p:nvSpPr>
        <p:spPr>
          <a:xfrm>
            <a:off x="482991" y="543388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8" action="ppaction://hlinksldjump"/>
            <a:extLst>
              <a:ext uri="{FF2B5EF4-FFF2-40B4-BE49-F238E27FC236}">
                <a16:creationId xmlns:a16="http://schemas.microsoft.com/office/drawing/2014/main" id="{BC3DCD14-262B-53A7-B920-1604586D3313}"/>
              </a:ext>
            </a:extLst>
          </p:cNvPr>
          <p:cNvPicPr>
            <a:picLocks noChangeAspect="1"/>
          </p:cNvPicPr>
          <p:nvPr/>
        </p:nvPicPr>
        <p:blipFill>
          <a:blip r:embed="rId9"/>
          <a:stretch>
            <a:fillRect/>
          </a:stretch>
        </p:blipFill>
        <p:spPr>
          <a:xfrm>
            <a:off x="0" y="0"/>
            <a:ext cx="211626" cy="6858000"/>
          </a:xfrm>
          <a:prstGeom prst="rect">
            <a:avLst/>
          </a:prstGeom>
        </p:spPr>
      </p:pic>
      <p:sp>
        <p:nvSpPr>
          <p:cNvPr id="8" name="Rectangle 7">
            <a:hlinkHover r:id="rId10" action="ppaction://hlinksldjump"/>
            <a:extLst>
              <a:ext uri="{FF2B5EF4-FFF2-40B4-BE49-F238E27FC236}">
                <a16:creationId xmlns:a16="http://schemas.microsoft.com/office/drawing/2014/main" id="{83FECBCB-D5CE-1BAE-E6AA-5E2BB1E27177}"/>
              </a:ext>
            </a:extLst>
          </p:cNvPr>
          <p:cNvSpPr/>
          <p:nvPr/>
        </p:nvSpPr>
        <p:spPr>
          <a:xfrm>
            <a:off x="4690487" y="5934312"/>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199432680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017431" y="173237"/>
            <a:ext cx="10157138"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for Identity (MDI)</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Defender for Identity is a cloud-based security solution that leverages your on-premises Active Directory signals to identify, detect, and investigate advanced threats, compromised identities, and malicious insider actions directed at your organization. MDI can monitor and profile behavior activities, protect user identities and reduce the attack surface and identify suspicious activities and advanced attacks across the cyber-attack kill-chain.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445873"/>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b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br>
            <a:r>
              <a:rPr lang="en-US">
                <a:hlinkClick r:id="rId3"/>
              </a:rPr>
              <a:t>What is Microsoft Defender for Identity? - Microsoft Defender for Identity | Microsoft Learn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311525"/>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19577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330122"/>
            <a:ext cx="11226018"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MDI enables SecOps analysts and security professionals struggling to detect advanced attacks in hybrid environments to: Monitor users, entity behavior, and activities with learning-based analytics; Protect user identities and credentials stored in Active Directory; Identify and investigate suspicious user activities and advanced attacks throughout the kill chain; Provide clear incident information on a simple timeline for fast triage. Integrate with advanced Microsoft solutions with </a:t>
            </a:r>
            <a:r>
              <a:rPr kumimoji="0" lang="en-US" sz="1600" b="0" i="0" u="none" strike="noStrike" kern="1200" cap="none" spc="0" normalizeH="0" baseline="0" noProof="0">
                <a:ln>
                  <a:noFill/>
                </a:ln>
                <a:solidFill>
                  <a:prstClr val="black"/>
                </a:solidFill>
                <a:effectLst/>
                <a:uLnTx/>
                <a:uFillTx/>
                <a:latin typeface="Calibri" panose="020F0502020204030204"/>
                <a:hlinkClick r:id="rId4"/>
              </a:rPr>
              <a:t>Microsoft </a:t>
            </a:r>
            <a:r>
              <a:rPr lang="en-US" sz="1600">
                <a:solidFill>
                  <a:prstClr val="black"/>
                </a:solidFill>
                <a:latin typeface="Calibri" panose="020F0502020204030204"/>
                <a:hlinkClick r:id="rId4"/>
              </a:rPr>
              <a:t> </a:t>
            </a:r>
            <a:r>
              <a:rPr lang="en-US" sz="1600" err="1">
                <a:solidFill>
                  <a:prstClr val="black"/>
                </a:solidFill>
                <a:latin typeface="Calibri" panose="020F0502020204030204"/>
                <a:hlinkClick r:id="rId4"/>
              </a:rPr>
              <a:t>eX</a:t>
            </a:r>
            <a:r>
              <a:rPr kumimoji="0" lang="en-US" sz="1600" b="0" i="0" u="none" strike="noStrike" kern="1200" cap="none" spc="0" normalizeH="0" baseline="0" noProof="0">
                <a:ln>
                  <a:noFill/>
                </a:ln>
                <a:solidFill>
                  <a:prstClr val="black"/>
                </a:solidFill>
                <a:effectLst/>
                <a:uLnTx/>
                <a:uFillTx/>
                <a:latin typeface="Calibri" panose="020F0502020204030204"/>
                <a:hlinkClick r:id="rId4"/>
              </a:rPr>
              <a:t>tended Detect and Respond (XDR)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capabilities.</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2512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7" name="Rectangle 36">
            <a:hlinkClick r:id="rId5" action="ppaction://hlinksldjump"/>
            <a:extLst>
              <a:ext uri="{FF2B5EF4-FFF2-40B4-BE49-F238E27FC236}">
                <a16:creationId xmlns:a16="http://schemas.microsoft.com/office/drawing/2014/main" id="{103C5B73-1876-4C7F-BA02-A32E0D8D458E}"/>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40" name="Rectangle 39">
            <a:hlinkClick r:id="rId6" action="ppaction://hlinksldjump"/>
            <a:extLst>
              <a:ext uri="{FF2B5EF4-FFF2-40B4-BE49-F238E27FC236}">
                <a16:creationId xmlns:a16="http://schemas.microsoft.com/office/drawing/2014/main" id="{127B65F4-AD90-4FB3-ACF9-A794D227E1BA}"/>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B7C530E3-53BE-84E9-CA33-428C195D88AC}"/>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2E5E0C9F-7491-2F5A-3EA7-3A82C586D85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1F999134-A858-ABEA-5424-D48ED5AD33C0}"/>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8" action="ppaction://hlinksldjump"/>
            <a:extLst>
              <a:ext uri="{FF2B5EF4-FFF2-40B4-BE49-F238E27FC236}">
                <a16:creationId xmlns:a16="http://schemas.microsoft.com/office/drawing/2014/main" id="{6965E137-BA38-E4D4-85F5-56B84E54EDF2}"/>
              </a:ext>
            </a:extLst>
          </p:cNvPr>
          <p:cNvSpPr/>
          <p:nvPr/>
        </p:nvSpPr>
        <p:spPr>
          <a:xfrm>
            <a:off x="482991" y="543388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9" action="ppaction://hlinksldjump"/>
            <a:extLst>
              <a:ext uri="{FF2B5EF4-FFF2-40B4-BE49-F238E27FC236}">
                <a16:creationId xmlns:a16="http://schemas.microsoft.com/office/drawing/2014/main" id="{1AAA2A12-FB1D-6E45-EF01-F9DC47ED0F46}"/>
              </a:ext>
            </a:extLst>
          </p:cNvPr>
          <p:cNvPicPr>
            <a:picLocks noChangeAspect="1"/>
          </p:cNvPicPr>
          <p:nvPr/>
        </p:nvPicPr>
        <p:blipFill>
          <a:blip r:embed="rId10"/>
          <a:stretch>
            <a:fillRect/>
          </a:stretch>
        </p:blipFill>
        <p:spPr>
          <a:xfrm>
            <a:off x="0" y="0"/>
            <a:ext cx="211626" cy="6858000"/>
          </a:xfrm>
          <a:prstGeom prst="rect">
            <a:avLst/>
          </a:prstGeom>
        </p:spPr>
      </p:pic>
      <p:sp>
        <p:nvSpPr>
          <p:cNvPr id="8" name="Rectangle 7">
            <a:hlinkHover r:id="rId11" action="ppaction://hlinksldjump"/>
            <a:extLst>
              <a:ext uri="{FF2B5EF4-FFF2-40B4-BE49-F238E27FC236}">
                <a16:creationId xmlns:a16="http://schemas.microsoft.com/office/drawing/2014/main" id="{A02D0698-B4B9-B531-2573-8CC686411595}"/>
              </a:ext>
            </a:extLst>
          </p:cNvPr>
          <p:cNvSpPr/>
          <p:nvPr/>
        </p:nvSpPr>
        <p:spPr>
          <a:xfrm>
            <a:off x="4690487" y="5934312"/>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132785844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139780" y="173237"/>
            <a:ext cx="991244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Privileged Identity Management (PIM)</a:t>
            </a:r>
            <a:endPar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endParaRP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Entra Privileged Identity Management (PIM) is a service that enables you to manage, control, and monitor access to important resources in your organization. These resources include assets in Entra, Azure, and other Microsoft Online Services like Office 365 or Microsoft Intune. PIM provides Just-in-Time privilege that is time-bound, justified, audited with approvals and accountability. </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281727"/>
            <a:ext cx="11226018" cy="61555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What is Privileged Identity Management? - Microsoft Entra ID Governance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229452"/>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2949555"/>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001830"/>
            <a:ext cx="11226018" cy="184665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Organizations want to minimize the number of people who have access to secure information or resources, because that reduces the chance of a malicious actor getting that access, or an authorized user inadvertently impacting a sensitive resource. However, users still need to carry out privileged operations in Entra, Azure, Office 365, or SaaS apps. With PIM, standard user accounts become eligible for privilege, rather than requiring dedicated administration accounts, reducing or removing privilege standing access. Organizations can give users just-in-time (JIT) privileged access to Azure resources and Entra. There is a need for oversight for what those users are doing with their administrator privileges. </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0076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7" name="Rectangle 36">
            <a:hlinkClick r:id="rId4" action="ppaction://hlinksldjump"/>
            <a:extLst>
              <a:ext uri="{FF2B5EF4-FFF2-40B4-BE49-F238E27FC236}">
                <a16:creationId xmlns:a16="http://schemas.microsoft.com/office/drawing/2014/main" id="{103C5B73-1876-4C7F-BA02-A32E0D8D458E}"/>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40" name="Rectangle 39">
            <a:hlinkClick r:id="rId5" action="ppaction://hlinksldjump"/>
            <a:extLst>
              <a:ext uri="{FF2B5EF4-FFF2-40B4-BE49-F238E27FC236}">
                <a16:creationId xmlns:a16="http://schemas.microsoft.com/office/drawing/2014/main" id="{127B65F4-AD90-4FB3-ACF9-A794D227E1BA}"/>
              </a:ext>
            </a:extLst>
          </p:cNvPr>
          <p:cNvSpPr/>
          <p:nvPr/>
        </p:nvSpPr>
        <p:spPr>
          <a:xfrm>
            <a:off x="2586738"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99579E65-C78C-51A4-6FE6-BC044850D8B5}"/>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3CFD4B86-A02A-707B-592D-753E97F9D92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797EA6E2-1709-8FE3-54B7-94BB646ED60B}"/>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7" action="ppaction://hlinksldjump"/>
            <a:extLst>
              <a:ext uri="{FF2B5EF4-FFF2-40B4-BE49-F238E27FC236}">
                <a16:creationId xmlns:a16="http://schemas.microsoft.com/office/drawing/2014/main" id="{219A322D-CCA3-4999-28CE-1A9AC2551BD4}"/>
              </a:ext>
            </a:extLst>
          </p:cNvPr>
          <p:cNvSpPr/>
          <p:nvPr/>
        </p:nvSpPr>
        <p:spPr>
          <a:xfrm>
            <a:off x="482991" y="543388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8" action="ppaction://hlinksldjump"/>
            <a:extLst>
              <a:ext uri="{FF2B5EF4-FFF2-40B4-BE49-F238E27FC236}">
                <a16:creationId xmlns:a16="http://schemas.microsoft.com/office/drawing/2014/main" id="{B9A40963-2F77-4950-B5E4-3B194873F1E5}"/>
              </a:ext>
            </a:extLst>
          </p:cNvPr>
          <p:cNvPicPr>
            <a:picLocks noChangeAspect="1"/>
          </p:cNvPicPr>
          <p:nvPr/>
        </p:nvPicPr>
        <p:blipFill>
          <a:blip r:embed="rId9"/>
          <a:stretch>
            <a:fillRect/>
          </a:stretch>
        </p:blipFill>
        <p:spPr>
          <a:xfrm>
            <a:off x="0" y="0"/>
            <a:ext cx="211626" cy="6858000"/>
          </a:xfrm>
          <a:prstGeom prst="rect">
            <a:avLst/>
          </a:prstGeom>
        </p:spPr>
      </p:pic>
      <p:sp>
        <p:nvSpPr>
          <p:cNvPr id="8" name="Rectangle 7">
            <a:hlinkHover r:id="rId10" action="ppaction://hlinksldjump"/>
            <a:extLst>
              <a:ext uri="{FF2B5EF4-FFF2-40B4-BE49-F238E27FC236}">
                <a16:creationId xmlns:a16="http://schemas.microsoft.com/office/drawing/2014/main" id="{D1968B08-C66B-6A97-FBA4-6BF22E662147}"/>
              </a:ext>
            </a:extLst>
          </p:cNvPr>
          <p:cNvSpPr/>
          <p:nvPr/>
        </p:nvSpPr>
        <p:spPr>
          <a:xfrm>
            <a:off x="4690487" y="5934312"/>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52048107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139780" y="173237"/>
            <a:ext cx="991244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Passwordless Authentication</a:t>
            </a:r>
            <a:endPar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endParaRP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Features like multifactor authentication (MFA) are a great way to secure your organization, but users often get frustrated with the additional security layer on top of having to remember their passwords. Passwordless authentication methods are more convenient because the password is removed and replaced with something you have plus, something you are or something you know. Each organization has different needs when it comes to authentication. The following three passwordless authentication options that integrate with Entra</a:t>
            </a:r>
            <a:r>
              <a:rPr lang="en-GB" sz="1600">
                <a:solidFill>
                  <a:prstClr val="black"/>
                </a:solidFill>
                <a:latin typeface="Calibri" panose="020F0502020204030204"/>
              </a:rPr>
              <a:t>: </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Windows Hello for Business; Microsoft Authenticator; FIDO2 security keys</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610020"/>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b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br>
            <a:r>
              <a:rPr lang="en-US">
                <a:hlinkClick r:id="rId3"/>
              </a:rPr>
              <a:t>Microsoft Entra passwordless sign-in - Microsoft Entra ID | Microsoft Learn</a:t>
            </a:r>
            <a:br>
              <a:rPr lang="en-US"/>
            </a:b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516709"/>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31888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412195"/>
            <a:ext cx="839614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Passwordless authentication can be phish resistant and a significantly stronger method of authentication. It can also be as convenient, if not more convenient, than passwords depending on configuration. Passwordless, especially via Windows Hello for Business, can be a good path for more stubborn users who will not commit to MFA.</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5972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pic>
        <p:nvPicPr>
          <p:cNvPr id="1026" name="Picture 2" descr="Authentication: Security versus convenience">
            <a:extLst>
              <a:ext uri="{FF2B5EF4-FFF2-40B4-BE49-F238E27FC236}">
                <a16:creationId xmlns:a16="http://schemas.microsoft.com/office/drawing/2014/main" id="{1A145458-FF4B-EB8C-3B4A-D89CD191269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935366" y="3370304"/>
            <a:ext cx="2957610" cy="1449163"/>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a:hlinkClick r:id="rId5" action="ppaction://hlinksldjump"/>
            <a:extLst>
              <a:ext uri="{FF2B5EF4-FFF2-40B4-BE49-F238E27FC236}">
                <a16:creationId xmlns:a16="http://schemas.microsoft.com/office/drawing/2014/main" id="{6E0FAC7E-3203-4945-5EF1-5CBF4500A066}"/>
              </a:ext>
            </a:extLst>
          </p:cNvPr>
          <p:cNvSpPr/>
          <p:nvPr/>
        </p:nvSpPr>
        <p:spPr>
          <a:xfrm>
            <a:off x="605097" y="547950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4" name="Rectangle 3">
            <a:hlinkClick r:id="rId6" action="ppaction://hlinksldjump"/>
            <a:extLst>
              <a:ext uri="{FF2B5EF4-FFF2-40B4-BE49-F238E27FC236}">
                <a16:creationId xmlns:a16="http://schemas.microsoft.com/office/drawing/2014/main" id="{1CA14C00-46B7-CBCA-864D-490C9D22DB24}"/>
              </a:ext>
            </a:extLst>
          </p:cNvPr>
          <p:cNvSpPr/>
          <p:nvPr/>
        </p:nvSpPr>
        <p:spPr>
          <a:xfrm>
            <a:off x="2708844" y="547950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8" name="Rectangle 7">
            <a:hlinkClick r:id="rId7" action="ppaction://hlinksldjump"/>
            <a:extLst>
              <a:ext uri="{FF2B5EF4-FFF2-40B4-BE49-F238E27FC236}">
                <a16:creationId xmlns:a16="http://schemas.microsoft.com/office/drawing/2014/main" id="{0C562862-F67B-D8BF-2DB3-C5C0CBF39D51}"/>
              </a:ext>
            </a:extLst>
          </p:cNvPr>
          <p:cNvSpPr/>
          <p:nvPr/>
        </p:nvSpPr>
        <p:spPr>
          <a:xfrm>
            <a:off x="6916338" y="547950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0" name="Rectangle 9">
            <a:hlinkClick r:id="rId8" action="ppaction://hlinksldjump"/>
            <a:extLst>
              <a:ext uri="{FF2B5EF4-FFF2-40B4-BE49-F238E27FC236}">
                <a16:creationId xmlns:a16="http://schemas.microsoft.com/office/drawing/2014/main" id="{45A1AC12-0B64-CDB0-9A41-ED637123C192}"/>
              </a:ext>
            </a:extLst>
          </p:cNvPr>
          <p:cNvSpPr/>
          <p:nvPr/>
        </p:nvSpPr>
        <p:spPr>
          <a:xfrm>
            <a:off x="6916338" y="5976409"/>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2" name="Rectangle 11">
            <a:hlinkClick r:id="rId9" action="ppaction://hlinksldjump"/>
            <a:extLst>
              <a:ext uri="{FF2B5EF4-FFF2-40B4-BE49-F238E27FC236}">
                <a16:creationId xmlns:a16="http://schemas.microsoft.com/office/drawing/2014/main" id="{1BA52248-15C5-80C3-27DC-8851F76AD58B}"/>
              </a:ext>
            </a:extLst>
          </p:cNvPr>
          <p:cNvSpPr/>
          <p:nvPr/>
        </p:nvSpPr>
        <p:spPr>
          <a:xfrm>
            <a:off x="605097" y="5976409"/>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3" name="Rectangle 12">
            <a:hlinkClick r:id="rId10" action="ppaction://hlinksldjump"/>
            <a:extLst>
              <a:ext uri="{FF2B5EF4-FFF2-40B4-BE49-F238E27FC236}">
                <a16:creationId xmlns:a16="http://schemas.microsoft.com/office/drawing/2014/main" id="{0E2B117B-4E50-AD13-70CB-7BE26EA3F3A4}"/>
              </a:ext>
            </a:extLst>
          </p:cNvPr>
          <p:cNvSpPr/>
          <p:nvPr/>
        </p:nvSpPr>
        <p:spPr>
          <a:xfrm>
            <a:off x="2708844" y="5976409"/>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5" name="TextBox 14">
            <a:extLst>
              <a:ext uri="{FF2B5EF4-FFF2-40B4-BE49-F238E27FC236}">
                <a16:creationId xmlns:a16="http://schemas.microsoft.com/office/drawing/2014/main" id="{E8F787A3-B625-DF2F-6885-5B2CDC2324B9}"/>
              </a:ext>
            </a:extLst>
          </p:cNvPr>
          <p:cNvSpPr txBox="1"/>
          <p:nvPr/>
        </p:nvSpPr>
        <p:spPr>
          <a:xfrm>
            <a:off x="9207339" y="5377370"/>
            <a:ext cx="254743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Passwordless authentication is available to all versions of Entra</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52433A84-F9AB-07D3-C7E1-11930480B259}"/>
              </a:ext>
            </a:extLst>
          </p:cNvPr>
          <p:cNvGrpSpPr/>
          <p:nvPr/>
        </p:nvGrpSpPr>
        <p:grpSpPr>
          <a:xfrm>
            <a:off x="11331950" y="58136"/>
            <a:ext cx="754117" cy="803729"/>
            <a:chOff x="9401324" y="101482"/>
            <a:chExt cx="754117" cy="803729"/>
          </a:xfrm>
        </p:grpSpPr>
        <p:pic>
          <p:nvPicPr>
            <p:cNvPr id="9" name="Graphic 8" descr="Back with solid fill">
              <a:hlinkClick r:id="" action="ppaction://hlinkshowjump?jump=lastslideviewed"/>
              <a:extLst>
                <a:ext uri="{FF2B5EF4-FFF2-40B4-BE49-F238E27FC236}">
                  <a16:creationId xmlns:a16="http://schemas.microsoft.com/office/drawing/2014/main" id="{B7FB199B-5D2C-8E58-ED0F-914A13ABF0D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407970" y="101482"/>
              <a:ext cx="740824" cy="740824"/>
            </a:xfrm>
            <a:prstGeom prst="rect">
              <a:avLst/>
            </a:prstGeom>
          </p:spPr>
        </p:pic>
        <p:sp>
          <p:nvSpPr>
            <p:cNvPr id="11" name="TextBox 10">
              <a:extLst>
                <a:ext uri="{FF2B5EF4-FFF2-40B4-BE49-F238E27FC236}">
                  <a16:creationId xmlns:a16="http://schemas.microsoft.com/office/drawing/2014/main" id="{FEE6C3DB-F41A-5D0F-7552-A46E6A1A6605}"/>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Rectangle 6">
            <a:hlinkClick r:id="rId12" action="ppaction://hlinksldjump"/>
            <a:extLst>
              <a:ext uri="{FF2B5EF4-FFF2-40B4-BE49-F238E27FC236}">
                <a16:creationId xmlns:a16="http://schemas.microsoft.com/office/drawing/2014/main" id="{C50A0F1B-CB80-871B-EAF9-2A785920D751}"/>
              </a:ext>
            </a:extLst>
          </p:cNvPr>
          <p:cNvSpPr/>
          <p:nvPr/>
        </p:nvSpPr>
        <p:spPr>
          <a:xfrm>
            <a:off x="4812591" y="5479505"/>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6" name="Picture 5">
            <a:hlinkClick r:id="rId13" action="ppaction://hlinksldjump"/>
            <a:extLst>
              <a:ext uri="{FF2B5EF4-FFF2-40B4-BE49-F238E27FC236}">
                <a16:creationId xmlns:a16="http://schemas.microsoft.com/office/drawing/2014/main" id="{91E25132-0939-786D-D475-D27E7463F084}"/>
              </a:ext>
            </a:extLst>
          </p:cNvPr>
          <p:cNvPicPr>
            <a:picLocks noChangeAspect="1"/>
          </p:cNvPicPr>
          <p:nvPr/>
        </p:nvPicPr>
        <p:blipFill>
          <a:blip r:embed="rId14"/>
          <a:stretch>
            <a:fillRect/>
          </a:stretch>
        </p:blipFill>
        <p:spPr>
          <a:xfrm>
            <a:off x="0" y="0"/>
            <a:ext cx="211626" cy="6858000"/>
          </a:xfrm>
          <a:prstGeom prst="rect">
            <a:avLst/>
          </a:prstGeom>
        </p:spPr>
      </p:pic>
      <p:sp>
        <p:nvSpPr>
          <p:cNvPr id="14" name="Rectangle 13">
            <a:hlinkHover r:id="rId15" action="ppaction://hlinksldjump"/>
            <a:extLst>
              <a:ext uri="{FF2B5EF4-FFF2-40B4-BE49-F238E27FC236}">
                <a16:creationId xmlns:a16="http://schemas.microsoft.com/office/drawing/2014/main" id="{64725E94-3AF1-93DB-236E-3C796C1A4EB1}"/>
              </a:ext>
            </a:extLst>
          </p:cNvPr>
          <p:cNvSpPr/>
          <p:nvPr/>
        </p:nvSpPr>
        <p:spPr>
          <a:xfrm>
            <a:off x="4806497" y="5976409"/>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395606556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8169B039-8E99-28F2-9D9B-22F43598C248}"/>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DA8CC0D8-7B08-C4D5-D30B-1C9711313CD4}"/>
              </a:ext>
            </a:extLst>
          </p:cNvPr>
          <p:cNvSpPr txBox="1"/>
          <p:nvPr/>
        </p:nvSpPr>
        <p:spPr>
          <a:xfrm>
            <a:off x="1139780" y="173237"/>
            <a:ext cx="991244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Certificate Based Authentication</a:t>
            </a:r>
            <a:endPar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endParaRPr>
          </a:p>
        </p:txBody>
      </p:sp>
      <p:sp>
        <p:nvSpPr>
          <p:cNvPr id="2" name="TextBox 1">
            <a:extLst>
              <a:ext uri="{FF2B5EF4-FFF2-40B4-BE49-F238E27FC236}">
                <a16:creationId xmlns:a16="http://schemas.microsoft.com/office/drawing/2014/main" id="{7339763D-9CA2-92AA-171A-CF0FA04E4F0E}"/>
              </a:ext>
            </a:extLst>
          </p:cNvPr>
          <p:cNvSpPr txBox="1"/>
          <p:nvPr/>
        </p:nvSpPr>
        <p:spPr>
          <a:xfrm>
            <a:off x="482991" y="822960"/>
            <a:ext cx="11226018"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Entra certificate-based authentication (CBA) enables customers to allow or require users to authenticate directly with X.509 certificates against their Microsoft Entra ID for applications and browser sign-in. This feature enables customers to adopt a phishing resistant authentication and authenticate with an X.509 certificate against their Public Key Infrastructure (PKI).</a:t>
            </a:r>
            <a:b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b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Entra CBA simplifies the customer environment by eliminating federated Active Directory Federation Services (AD FS).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280F21C3-CEF0-77AF-AF0B-D630E2C117B6}"/>
              </a:ext>
            </a:extLst>
          </p:cNvPr>
          <p:cNvSpPr txBox="1"/>
          <p:nvPr/>
        </p:nvSpPr>
        <p:spPr>
          <a:xfrm>
            <a:off x="482991" y="2610020"/>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b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br>
            <a:r>
              <a:rPr lang="en-US">
                <a:hlinkClick r:id="rId3"/>
              </a:rPr>
              <a:t>Overview of Microsoft Entra certificate-based authentication - Microsoft Entra ID | Microsoft Learn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685504D7-FD6B-E527-A548-22B45A20C62F}"/>
              </a:ext>
            </a:extLst>
          </p:cNvPr>
          <p:cNvCxnSpPr/>
          <p:nvPr/>
        </p:nvCxnSpPr>
        <p:spPr>
          <a:xfrm>
            <a:off x="482991" y="2516709"/>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7CEC5B39-D285-B53B-43AE-E84A7FDEBBBF}"/>
              </a:ext>
            </a:extLst>
          </p:cNvPr>
          <p:cNvCxnSpPr/>
          <p:nvPr/>
        </p:nvCxnSpPr>
        <p:spPr>
          <a:xfrm>
            <a:off x="482991" y="331888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73C142DD-87F8-5553-AD47-5D29D2F7EB8C}"/>
              </a:ext>
            </a:extLst>
          </p:cNvPr>
          <p:cNvSpPr txBox="1"/>
          <p:nvPr/>
        </p:nvSpPr>
        <p:spPr>
          <a:xfrm>
            <a:off x="482990" y="3412195"/>
            <a:ext cx="11226017"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CBA provides a great user experience due to not having to rely on AD FS any longer. It is a free product and easy to deploy and manage for Administrators as it facilitates direct authentication against Entra ID. Furthermore, it enhances the overall security posture as passwords no longer have to be stored in the cloud and working seamlessly with Conditional Access Policies in Entra.</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644DCB13-AEDB-3AA5-2918-13357BB919FE}"/>
              </a:ext>
            </a:extLst>
          </p:cNvPr>
          <p:cNvCxnSpPr/>
          <p:nvPr/>
        </p:nvCxnSpPr>
        <p:spPr>
          <a:xfrm>
            <a:off x="482991" y="485972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712424C7-3D74-84FA-3E84-44FE04929128}"/>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5CBD19B5-4F88-2A91-F7AB-C4524EE72C9D}"/>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 name="Rectangle 2">
            <a:hlinkClick r:id="rId4" action="ppaction://hlinksldjump"/>
            <a:extLst>
              <a:ext uri="{FF2B5EF4-FFF2-40B4-BE49-F238E27FC236}">
                <a16:creationId xmlns:a16="http://schemas.microsoft.com/office/drawing/2014/main" id="{F292ADD9-96D7-F4EC-A104-296469014063}"/>
              </a:ext>
            </a:extLst>
          </p:cNvPr>
          <p:cNvSpPr/>
          <p:nvPr/>
        </p:nvSpPr>
        <p:spPr>
          <a:xfrm>
            <a:off x="605097" y="547950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4" name="Rectangle 3">
            <a:hlinkClick r:id="rId5" action="ppaction://hlinksldjump"/>
            <a:extLst>
              <a:ext uri="{FF2B5EF4-FFF2-40B4-BE49-F238E27FC236}">
                <a16:creationId xmlns:a16="http://schemas.microsoft.com/office/drawing/2014/main" id="{2A7E658D-71CD-DD79-DFDF-13643163115B}"/>
              </a:ext>
            </a:extLst>
          </p:cNvPr>
          <p:cNvSpPr/>
          <p:nvPr/>
        </p:nvSpPr>
        <p:spPr>
          <a:xfrm>
            <a:off x="2708844" y="547950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8" name="Rectangle 7">
            <a:hlinkClick r:id="rId6" action="ppaction://hlinksldjump"/>
            <a:extLst>
              <a:ext uri="{FF2B5EF4-FFF2-40B4-BE49-F238E27FC236}">
                <a16:creationId xmlns:a16="http://schemas.microsoft.com/office/drawing/2014/main" id="{9268E71F-44F9-68E2-2526-D29EC29B7B4A}"/>
              </a:ext>
            </a:extLst>
          </p:cNvPr>
          <p:cNvSpPr/>
          <p:nvPr/>
        </p:nvSpPr>
        <p:spPr>
          <a:xfrm>
            <a:off x="6916338" y="547950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0" name="Rectangle 9">
            <a:hlinkClick r:id="rId7" action="ppaction://hlinksldjump"/>
            <a:extLst>
              <a:ext uri="{FF2B5EF4-FFF2-40B4-BE49-F238E27FC236}">
                <a16:creationId xmlns:a16="http://schemas.microsoft.com/office/drawing/2014/main" id="{CC6CE4B0-ED90-1820-B625-D7D2A589E114}"/>
              </a:ext>
            </a:extLst>
          </p:cNvPr>
          <p:cNvSpPr/>
          <p:nvPr/>
        </p:nvSpPr>
        <p:spPr>
          <a:xfrm>
            <a:off x="6916338" y="5976409"/>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2" name="Rectangle 11">
            <a:hlinkClick r:id="rId8" action="ppaction://hlinksldjump"/>
            <a:extLst>
              <a:ext uri="{FF2B5EF4-FFF2-40B4-BE49-F238E27FC236}">
                <a16:creationId xmlns:a16="http://schemas.microsoft.com/office/drawing/2014/main" id="{EBE7FFB2-DB65-2BCE-7EC6-6D1F1F07E582}"/>
              </a:ext>
            </a:extLst>
          </p:cNvPr>
          <p:cNvSpPr/>
          <p:nvPr/>
        </p:nvSpPr>
        <p:spPr>
          <a:xfrm>
            <a:off x="605097" y="5976409"/>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3" name="Rectangle 12">
            <a:hlinkClick r:id="rId9" action="ppaction://hlinksldjump"/>
            <a:extLst>
              <a:ext uri="{FF2B5EF4-FFF2-40B4-BE49-F238E27FC236}">
                <a16:creationId xmlns:a16="http://schemas.microsoft.com/office/drawing/2014/main" id="{3B284918-2918-486D-F900-95FFAC351874}"/>
              </a:ext>
            </a:extLst>
          </p:cNvPr>
          <p:cNvSpPr/>
          <p:nvPr/>
        </p:nvSpPr>
        <p:spPr>
          <a:xfrm>
            <a:off x="2708844" y="5976409"/>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5" name="TextBox 14">
            <a:extLst>
              <a:ext uri="{FF2B5EF4-FFF2-40B4-BE49-F238E27FC236}">
                <a16:creationId xmlns:a16="http://schemas.microsoft.com/office/drawing/2014/main" id="{0EA0CD4B-FE65-DEAF-3BAE-D3A8A2D584A2}"/>
              </a:ext>
            </a:extLst>
          </p:cNvPr>
          <p:cNvSpPr txBox="1"/>
          <p:nvPr/>
        </p:nvSpPr>
        <p:spPr>
          <a:xfrm>
            <a:off x="9207339" y="5377370"/>
            <a:ext cx="254743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Passwordless authentication is available to all versions of Entra</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124B45D3-42F9-F67C-4F7D-7410684282B0}"/>
              </a:ext>
            </a:extLst>
          </p:cNvPr>
          <p:cNvGrpSpPr/>
          <p:nvPr/>
        </p:nvGrpSpPr>
        <p:grpSpPr>
          <a:xfrm>
            <a:off x="11331950" y="58136"/>
            <a:ext cx="754117" cy="803729"/>
            <a:chOff x="9401324" y="101482"/>
            <a:chExt cx="754117" cy="803729"/>
          </a:xfrm>
        </p:grpSpPr>
        <p:pic>
          <p:nvPicPr>
            <p:cNvPr id="9" name="Graphic 8" descr="Back with solid fill">
              <a:hlinkClick r:id="" action="ppaction://hlinkshowjump?jump=lastslideviewed"/>
              <a:extLst>
                <a:ext uri="{FF2B5EF4-FFF2-40B4-BE49-F238E27FC236}">
                  <a16:creationId xmlns:a16="http://schemas.microsoft.com/office/drawing/2014/main" id="{5AADCCFD-0FEC-D43B-397A-A26C08512E2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407970" y="101482"/>
              <a:ext cx="740824" cy="740824"/>
            </a:xfrm>
            <a:prstGeom prst="rect">
              <a:avLst/>
            </a:prstGeom>
          </p:spPr>
        </p:pic>
        <p:sp>
          <p:nvSpPr>
            <p:cNvPr id="11" name="TextBox 10">
              <a:extLst>
                <a:ext uri="{FF2B5EF4-FFF2-40B4-BE49-F238E27FC236}">
                  <a16:creationId xmlns:a16="http://schemas.microsoft.com/office/drawing/2014/main" id="{906E7F54-C1D3-1474-6559-1BB4E1EB67D7}"/>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Rectangle 6">
            <a:hlinkClick r:id="rId11" action="ppaction://hlinksldjump"/>
            <a:extLst>
              <a:ext uri="{FF2B5EF4-FFF2-40B4-BE49-F238E27FC236}">
                <a16:creationId xmlns:a16="http://schemas.microsoft.com/office/drawing/2014/main" id="{49834ABD-39F4-3F8C-6519-0D939EA8F1F0}"/>
              </a:ext>
            </a:extLst>
          </p:cNvPr>
          <p:cNvSpPr/>
          <p:nvPr/>
        </p:nvSpPr>
        <p:spPr>
          <a:xfrm>
            <a:off x="4812591" y="5479505"/>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6" name="Picture 5">
            <a:hlinkClick r:id="rId12" action="ppaction://hlinksldjump"/>
            <a:extLst>
              <a:ext uri="{FF2B5EF4-FFF2-40B4-BE49-F238E27FC236}">
                <a16:creationId xmlns:a16="http://schemas.microsoft.com/office/drawing/2014/main" id="{986B96FF-1E27-8BAA-7752-5ABC9CDAE239}"/>
              </a:ext>
            </a:extLst>
          </p:cNvPr>
          <p:cNvPicPr>
            <a:picLocks noChangeAspect="1"/>
          </p:cNvPicPr>
          <p:nvPr/>
        </p:nvPicPr>
        <p:blipFill>
          <a:blip r:embed="rId13"/>
          <a:stretch>
            <a:fillRect/>
          </a:stretch>
        </p:blipFill>
        <p:spPr>
          <a:xfrm>
            <a:off x="0" y="0"/>
            <a:ext cx="211626" cy="6858000"/>
          </a:xfrm>
          <a:prstGeom prst="rect">
            <a:avLst/>
          </a:prstGeom>
        </p:spPr>
      </p:pic>
      <p:sp>
        <p:nvSpPr>
          <p:cNvPr id="14" name="Rectangle 13">
            <a:hlinkHover r:id="rId14" action="ppaction://hlinksldjump"/>
            <a:extLst>
              <a:ext uri="{FF2B5EF4-FFF2-40B4-BE49-F238E27FC236}">
                <a16:creationId xmlns:a16="http://schemas.microsoft.com/office/drawing/2014/main" id="{09F6A7CD-33E1-50BD-BD21-16E8B16497D8}"/>
              </a:ext>
            </a:extLst>
          </p:cNvPr>
          <p:cNvSpPr/>
          <p:nvPr/>
        </p:nvSpPr>
        <p:spPr>
          <a:xfrm>
            <a:off x="4806497" y="5976409"/>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348026180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139780" y="173237"/>
            <a:ext cx="991244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Verified ID</a:t>
            </a:r>
            <a:endPar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endParaRP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669220"/>
            <a:ext cx="11226018" cy="187743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rPr>
              <a:t>Email addresses and social network IDs are human-friendly aliases for collaboration but are now overloaded to serve as the control points for data access across many scenarios beyond collaboration. This creates a potential problem, because access to these IDs can be removed at any time by external parties. Decentralized Identifiers (DIDs) are different. DIDs are user-generated, self-owned, globally unique identifiers rooted in decentralized systems like ION. They possess unique characteristics, like greater assurance of immutability, censorship resistance, and tamper evasiveness. These attributes are critical for any ID system that is intended to provide self-ownership and user control. Microsoft’s verifiable credential solution uses decentralized credentials (DIDs) to cryptographically sign as proof that a relying party (verifier) is attesting to information proving they are the owners of a verifiable credential. A basic understanding of DIDs is recommended for anyone creating a verifiable credential solution based on the Microsoft offering.</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687543"/>
            <a:ext cx="11226018" cy="80021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400">
                <a:hlinkClick r:id="rId3"/>
              </a:rPr>
              <a:t>Introduction to Microsoft Entra Verified ID - Microsoft Entra Verified ID | Microsoft Learn</a:t>
            </a:r>
            <a:b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hlinkClick r:id="rId4"/>
              </a:rPr>
            </a:br>
            <a:r>
              <a:rPr lang="en-US" sz="1400">
                <a:hlinkClick r:id="rId5"/>
              </a:rPr>
              <a:t>Plan your Microsoft Entra Verified ID verification solution - Microsoft Entra Verified ID | Microsoft Learn</a:t>
            </a:r>
            <a:endParaRPr kumimoji="0" lang="en-GB"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617100"/>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558205"/>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0" y="3628648"/>
            <a:ext cx="11226017" cy="172354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rPr>
              <a:t>We use IDs in our daily lives. We have drivers' licenses that we use as evidence of our ability to operate a car. Universities issue diplomas that prove we attained a level of education. We use passports to prove who we are to authorities as we arrive in other countries. The data model describes how we could handle these types of scenarios when working over the internet but in a secure manner that respects users' privacy. You can get additional information in the </a:t>
            </a:r>
            <a: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hlinkClick r:id="rId6"/>
              </a:rPr>
              <a:t>Verifiable Credentials Data Model 1.0</a:t>
            </a:r>
            <a: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rPr>
              <a:t>. In short, verifiable credentials are data objects consisting of claims made by the issuer attesting information about a subject. These claims are identified by schema and include the DID issuer and subject. The issuer's DID create a digital signature as proof that they attest to this information.</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542264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5493085"/>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15" name="TextBox 14">
            <a:extLst>
              <a:ext uri="{FF2B5EF4-FFF2-40B4-BE49-F238E27FC236}">
                <a16:creationId xmlns:a16="http://schemas.microsoft.com/office/drawing/2014/main" id="{E8F787A3-B625-DF2F-6885-5B2CDC2324B9}"/>
              </a:ext>
            </a:extLst>
          </p:cNvPr>
          <p:cNvSpPr txBox="1"/>
          <p:nvPr/>
        </p:nvSpPr>
        <p:spPr>
          <a:xfrm>
            <a:off x="482990" y="5850226"/>
            <a:ext cx="10999930"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a:solidFill>
                  <a:prstClr val="black"/>
                </a:solidFill>
                <a:latin typeface="Calibri" panose="020F0502020204030204"/>
              </a:rPr>
              <a:t>Microsoft Entra Verified ID is part of the Entra family of products. Currently, there no license requirements for Microsoft Entra Verified ID core functionality. Microsoft Entra Verified ID also provides Face Check as a premium feature available as an add-on and included in the Microsoft Entra Suite (limited to 8 Face Checks per user per month)</a:t>
            </a:r>
            <a:endParaRPr lang="en-GB" sz="1400">
              <a:solidFill>
                <a:prstClr val="black"/>
              </a:solidFill>
              <a:latin typeface="Calibri" panose="020F0502020204030204"/>
            </a:endParaRPr>
          </a:p>
        </p:txBody>
      </p:sp>
      <p:grpSp>
        <p:nvGrpSpPr>
          <p:cNvPr id="3" name="Group 2">
            <a:extLst>
              <a:ext uri="{FF2B5EF4-FFF2-40B4-BE49-F238E27FC236}">
                <a16:creationId xmlns:a16="http://schemas.microsoft.com/office/drawing/2014/main" id="{E90678ED-51A4-D028-4A77-2BDAC5D6C58F}"/>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67952C9F-E47B-15E9-C3A7-BDDC5C7FAF3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E1088A3C-D113-9D79-DA90-D1CBC13EC618}"/>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8" action="ppaction://hlinksldjump"/>
            <a:extLst>
              <a:ext uri="{FF2B5EF4-FFF2-40B4-BE49-F238E27FC236}">
                <a16:creationId xmlns:a16="http://schemas.microsoft.com/office/drawing/2014/main" id="{F764E1F3-E62B-5659-254D-981591D69FFE}"/>
              </a:ext>
            </a:extLst>
          </p:cNvPr>
          <p:cNvPicPr>
            <a:picLocks noChangeAspect="1"/>
          </p:cNvPicPr>
          <p:nvPr/>
        </p:nvPicPr>
        <p:blipFill>
          <a:blip r:embed="rId9"/>
          <a:stretch>
            <a:fillRect/>
          </a:stretch>
        </p:blipFill>
        <p:spPr>
          <a:xfrm>
            <a:off x="0" y="0"/>
            <a:ext cx="211626" cy="6858000"/>
          </a:xfrm>
          <a:prstGeom prst="rect">
            <a:avLst/>
          </a:prstGeom>
        </p:spPr>
      </p:pic>
      <p:sp>
        <p:nvSpPr>
          <p:cNvPr id="7" name="Rectangle 6">
            <a:extLst>
              <a:ext uri="{FF2B5EF4-FFF2-40B4-BE49-F238E27FC236}">
                <a16:creationId xmlns:a16="http://schemas.microsoft.com/office/drawing/2014/main" id="{AD0B3E9E-5573-6DBF-BAB4-606567ABF7B8}"/>
              </a:ext>
            </a:extLst>
          </p:cNvPr>
          <p:cNvSpPr/>
          <p:nvPr/>
        </p:nvSpPr>
        <p:spPr>
          <a:xfrm>
            <a:off x="6832733" y="5466080"/>
            <a:ext cx="2058237" cy="454591"/>
          </a:xfrm>
          <a:prstGeom prst="rect">
            <a:avLst/>
          </a:prstGeom>
          <a:solidFill>
            <a:srgbClr val="C6C6C6"/>
          </a:solidFill>
          <a:ln>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Entra Suite</a:t>
            </a:r>
          </a:p>
        </p:txBody>
      </p:sp>
      <p:sp>
        <p:nvSpPr>
          <p:cNvPr id="8" name="Rectangle 7">
            <a:extLst>
              <a:ext uri="{FF2B5EF4-FFF2-40B4-BE49-F238E27FC236}">
                <a16:creationId xmlns:a16="http://schemas.microsoft.com/office/drawing/2014/main" id="{A4706D3F-70A5-EE5D-29C4-97DADE6443E0}"/>
              </a:ext>
            </a:extLst>
          </p:cNvPr>
          <p:cNvSpPr/>
          <p:nvPr/>
        </p:nvSpPr>
        <p:spPr>
          <a:xfrm>
            <a:off x="4485257" y="5466080"/>
            <a:ext cx="2058237" cy="454591"/>
          </a:xfrm>
          <a:prstGeom prst="rect">
            <a:avLst/>
          </a:prstGeom>
          <a:solidFill>
            <a:srgbClr val="C6C6C6"/>
          </a:solidFill>
          <a:ln>
            <a:solidFill>
              <a:srgbClr val="00B05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Entra Identity Governance</a:t>
            </a:r>
          </a:p>
        </p:txBody>
      </p:sp>
      <p:sp>
        <p:nvSpPr>
          <p:cNvPr id="9" name="Rectangle 8">
            <a:hlinkHover r:id="rId10" action="ppaction://hlinksldjump"/>
            <a:extLst>
              <a:ext uri="{FF2B5EF4-FFF2-40B4-BE49-F238E27FC236}">
                <a16:creationId xmlns:a16="http://schemas.microsoft.com/office/drawing/2014/main" id="{67148DBA-66BD-038C-EAB7-42B73DA72202}"/>
              </a:ext>
            </a:extLst>
          </p:cNvPr>
          <p:cNvSpPr/>
          <p:nvPr/>
        </p:nvSpPr>
        <p:spPr>
          <a:xfrm>
            <a:off x="9132976" y="5466079"/>
            <a:ext cx="1930581"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422922799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139780" y="173237"/>
            <a:ext cx="991244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Agent Identities</a:t>
            </a:r>
            <a:endPar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endParaRP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669220"/>
            <a:ext cx="11226018"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a:defRPr/>
            </a:pPr>
            <a:r>
              <a:rPr lang="en-US"/>
              <a:t>Microsoft Entra Agent Identities provide </a:t>
            </a:r>
            <a:r>
              <a:rPr lang="en-US" b="1"/>
              <a:t>first‑class, non‑human identities</a:t>
            </a:r>
            <a:r>
              <a:rPr lang="en-US"/>
              <a:t> for AI agents, giving each agent a unique identity in Microsoft Entra ID to authenticate, access resources, and be governed with Zero Trust controls such as Conditional Access, identity protection, and lifecycle governance.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420805"/>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lvl="0">
              <a:defRPr/>
            </a:pPr>
            <a:r>
              <a:rPr lang="en-US">
                <a:hlinkClick r:id="rId3"/>
              </a:rPr>
              <a:t>Microsoft Entra Agent ID documentation | Microsoft Learn</a:t>
            </a:r>
            <a:endParaRPr kumimoji="0" lang="en-GB"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376009"/>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33712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2" y="3399208"/>
            <a:ext cx="11226017"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a:defRPr/>
            </a:pPr>
            <a:r>
              <a:rPr lang="en-US"/>
              <a:t>Eliminates “agent sprawl” by making AI agents visible, auditable, and owned in the directory.</a:t>
            </a:r>
            <a:br>
              <a:rPr lang="en-US"/>
            </a:br>
            <a:r>
              <a:rPr lang="en-US"/>
              <a:t>Enforces least‑privilege access and Zero Trust policies for autonomous agents accessing enterprise data and APIs.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GB" b="1">
              <a:solidFill>
                <a:prstClr val="black"/>
              </a:solidFill>
              <a:latin typeface="Calibri" panose="020F0502020204030204"/>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0" y="464146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53358" y="4696541"/>
            <a:ext cx="11070979" cy="1477328"/>
          </a:xfrm>
          <a:prstGeom prst="rect">
            <a:avLst/>
          </a:prstGeom>
          <a:noFill/>
        </p:spPr>
        <p:txBody>
          <a:bodyPr wrap="none" rtlCol="0">
            <a:spAutoFit/>
          </a:bodyPr>
          <a:lstStyle/>
          <a:p>
            <a:pPr>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b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br>
            <a:r>
              <a:rPr lang="en-US"/>
              <a:t>Microsoft Entra Agent ID is </a:t>
            </a:r>
            <a:r>
              <a:rPr lang="en-US" b="1"/>
              <a:t>currently in preview</a:t>
            </a:r>
            <a:r>
              <a:rPr lang="en-US"/>
              <a:t> and enabled at the </a:t>
            </a:r>
            <a:r>
              <a:rPr lang="en-US" b="1"/>
              <a:t>tenant level</a:t>
            </a:r>
            <a:r>
              <a:rPr lang="en-US"/>
              <a:t>; agent identities are created and </a:t>
            </a:r>
          </a:p>
          <a:p>
            <a:pPr>
              <a:defRPr/>
            </a:pPr>
            <a:r>
              <a:rPr lang="en-US"/>
              <a:t>managed in Microsoft Entra ID for agents built in services like Copilot Studio and Azure AI Foundry, with no per‑user </a:t>
            </a:r>
          </a:p>
          <a:p>
            <a:pPr>
              <a:defRPr/>
            </a:pPr>
            <a:r>
              <a:rPr lang="en-US"/>
              <a:t>license required for the agent identity itself.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88299989-1CE4-59BA-FFDF-516B45AE8CC9}"/>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52F29095-B93B-7A2F-00A2-0CBE0086EC8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6D9961AF-C825-7795-69A5-92C436E26EF5}"/>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5" action="ppaction://hlinksldjump"/>
            <a:extLst>
              <a:ext uri="{FF2B5EF4-FFF2-40B4-BE49-F238E27FC236}">
                <a16:creationId xmlns:a16="http://schemas.microsoft.com/office/drawing/2014/main" id="{505AD0C6-5638-0932-5DF3-9209BE26E01D}"/>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77476889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Firewall</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84665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Defender Firewall with Advanced Security is an important part of a layered security model. By providing host-based, two-way network traffic filtering for a device, Microsoft Defender Firewall blocks unauthorized network traffic flowing into or out of the local device. Microsoft Defender Firewall also works with Network Awareness so that it can apply security settings appropriate to the types of networks to which the device is connected. Microsoft Defender Firewall and Internet Protocol Security (IPsec) configuration settings are integrated into a single Microsoft Management Console (MMC) named Microsoft Defender Firewall, so Microsoft Defender Firewall is also an important part of your network’s isolation strategy.</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815205"/>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Windows Firewall overview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9" name="Straight Connector 8">
            <a:extLst>
              <a:ext uri="{FF2B5EF4-FFF2-40B4-BE49-F238E27FC236}">
                <a16:creationId xmlns:a16="http://schemas.microsoft.com/office/drawing/2014/main" id="{B26694B6-2CC2-487F-9E87-8A662C858925}"/>
              </a:ext>
            </a:extLst>
          </p:cNvPr>
          <p:cNvCxnSpPr/>
          <p:nvPr/>
        </p:nvCxnSpPr>
        <p:spPr>
          <a:xfrm>
            <a:off x="482991" y="3811328"/>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C253F1C5-ACC4-40B0-B620-BE7A3C10E185}"/>
              </a:ext>
            </a:extLst>
          </p:cNvPr>
          <p:cNvCxnSpPr/>
          <p:nvPr/>
        </p:nvCxnSpPr>
        <p:spPr>
          <a:xfrm>
            <a:off x="482991" y="2742412"/>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165F6C8F-FA66-4D60-865B-2EB9AC5BCDB4}"/>
              </a:ext>
            </a:extLst>
          </p:cNvPr>
          <p:cNvSpPr txBox="1"/>
          <p:nvPr/>
        </p:nvSpPr>
        <p:spPr>
          <a:xfrm>
            <a:off x="482991" y="3884121"/>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Host based Traffic Filtering on Windows endpoints. Able to control the flow of local network traffic in an out of devices. Can be used to fully isolate a compromised host when used with Defender for Endpoints P2.</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12" name="Straight Connector 11">
            <a:extLst>
              <a:ext uri="{FF2B5EF4-FFF2-40B4-BE49-F238E27FC236}">
                <a16:creationId xmlns:a16="http://schemas.microsoft.com/office/drawing/2014/main" id="{34EDDB36-92D3-4E39-A7E5-E9FFADE9AEA9}"/>
              </a:ext>
            </a:extLst>
          </p:cNvPr>
          <p:cNvCxnSpPr/>
          <p:nvPr/>
        </p:nvCxnSpPr>
        <p:spPr>
          <a:xfrm>
            <a:off x="482991" y="488024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31D51CD1-4F6B-490F-826E-81D6F4355D0C}"/>
              </a:ext>
            </a:extLst>
          </p:cNvPr>
          <p:cNvSpPr txBox="1"/>
          <p:nvPr/>
        </p:nvSpPr>
        <p:spPr>
          <a:xfrm>
            <a:off x="482991" y="4953036"/>
            <a:ext cx="358290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EBECFCEE-9F0F-49E6-95FD-5F3AC309482C}"/>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19" name="Rectangle 18">
            <a:hlinkClick r:id="rId4" action="ppaction://hlinksldjump"/>
            <a:extLst>
              <a:ext uri="{FF2B5EF4-FFF2-40B4-BE49-F238E27FC236}">
                <a16:creationId xmlns:a16="http://schemas.microsoft.com/office/drawing/2014/main" id="{ADC4FA39-8697-40B3-847C-1A1A6713DF5C}"/>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20" name="Rectangle 19">
            <a:hlinkClick r:id="rId5" action="ppaction://hlinksldjump"/>
            <a:extLst>
              <a:ext uri="{FF2B5EF4-FFF2-40B4-BE49-F238E27FC236}">
                <a16:creationId xmlns:a16="http://schemas.microsoft.com/office/drawing/2014/main" id="{96BE408A-59F3-4C3A-86F1-7157D04C6B6D}"/>
              </a:ext>
            </a:extLst>
          </p:cNvPr>
          <p:cNvSpPr/>
          <p:nvPr/>
        </p:nvSpPr>
        <p:spPr>
          <a:xfrm>
            <a:off x="2586739"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21" name="Rectangle 20">
            <a:hlinkClick r:id="rId6" action="ppaction://hlinksldjump"/>
            <a:extLst>
              <a:ext uri="{FF2B5EF4-FFF2-40B4-BE49-F238E27FC236}">
                <a16:creationId xmlns:a16="http://schemas.microsoft.com/office/drawing/2014/main" id="{35084692-361E-48AE-9F4F-8C4230591DC2}"/>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22" name="Rectangle 21">
            <a:hlinkClick r:id="rId7" action="ppaction://hlinksldjump"/>
            <a:extLst>
              <a:ext uri="{FF2B5EF4-FFF2-40B4-BE49-F238E27FC236}">
                <a16:creationId xmlns:a16="http://schemas.microsoft.com/office/drawing/2014/main" id="{CF23343B-7AC2-48ED-B37E-1FDDE3A6C0ED}"/>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A26E4652-68B8-3693-0139-11B977ADD667}"/>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A261E6CA-D6CF-0CC7-C63B-CF2A77F5FFB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FE390A6E-3189-6F06-8DC8-6081B9EECF73}"/>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9" action="ppaction://hlinksldjump"/>
            <a:extLst>
              <a:ext uri="{FF2B5EF4-FFF2-40B4-BE49-F238E27FC236}">
                <a16:creationId xmlns:a16="http://schemas.microsoft.com/office/drawing/2014/main" id="{F7D10FB8-D887-2118-1D97-6874B90546E1}"/>
              </a:ext>
            </a:extLst>
          </p:cNvPr>
          <p:cNvPicPr>
            <a:picLocks noChangeAspect="1"/>
          </p:cNvPicPr>
          <p:nvPr/>
        </p:nvPicPr>
        <p:blipFill>
          <a:blip r:embed="rId10"/>
          <a:stretch>
            <a:fillRect/>
          </a:stretch>
        </p:blipFill>
        <p:spPr>
          <a:xfrm>
            <a:off x="0" y="0"/>
            <a:ext cx="211626" cy="6858000"/>
          </a:xfrm>
          <a:prstGeom prst="rect">
            <a:avLst/>
          </a:prstGeom>
        </p:spPr>
      </p:pic>
      <p:sp>
        <p:nvSpPr>
          <p:cNvPr id="7" name="Rectangle 6">
            <a:hlinkHover r:id="rId11" action="ppaction://hlinksldjump"/>
            <a:extLst>
              <a:ext uri="{FF2B5EF4-FFF2-40B4-BE49-F238E27FC236}">
                <a16:creationId xmlns:a16="http://schemas.microsoft.com/office/drawing/2014/main" id="{99A90026-C4C3-2F17-1627-0F64D0709793}"/>
              </a:ext>
            </a:extLst>
          </p:cNvPr>
          <p:cNvSpPr/>
          <p:nvPr/>
        </p:nvSpPr>
        <p:spPr>
          <a:xfrm>
            <a:off x="4690487"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17160631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035424" y="173237"/>
            <a:ext cx="1012115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Credential Guard</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Introduced in Windows 10/11 Enterprise and Windows Server 2016, Microsoft Defender Credential Guard uses virtualization-based security to isolate secrets so that only privileged system software can access them. Unauthorized access to these secrets can lead to credential theft attacks, such as Pass-the-Hash or Pass-The-Ticket. Microsoft Defender Credential Guard prevents these attacks by protecting NTLM password hashes, Kerberos Ticket Granting Tickets, and credentials stored by applications as domain credentials.</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753650"/>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Credential Guard overview | Microsoft Learn</a:t>
            </a:r>
            <a:br>
              <a:rPr lang="en-US"/>
            </a:br>
            <a:r>
              <a:rPr lang="en-US">
                <a:hlinkClick r:id="rId4"/>
              </a:rPr>
              <a:t>Configure Credential Guard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 name="TextBox 18">
            <a:extLst>
              <a:ext uri="{FF2B5EF4-FFF2-40B4-BE49-F238E27FC236}">
                <a16:creationId xmlns:a16="http://schemas.microsoft.com/office/drawing/2014/main" id="{2B9ECC84-100F-4E7F-8F0C-979A8AD1889E}"/>
              </a:ext>
            </a:extLst>
          </p:cNvPr>
          <p:cNvSpPr txBox="1"/>
          <p:nvPr/>
        </p:nvSpPr>
        <p:spPr>
          <a:xfrm>
            <a:off x="482991" y="4953036"/>
            <a:ext cx="358290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C44BBC7B-5DF3-40CC-80E5-8C8282939EFF}"/>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cxnSp>
        <p:nvCxnSpPr>
          <p:cNvPr id="26" name="Straight Connector 25">
            <a:extLst>
              <a:ext uri="{FF2B5EF4-FFF2-40B4-BE49-F238E27FC236}">
                <a16:creationId xmlns:a16="http://schemas.microsoft.com/office/drawing/2014/main" id="{CBD8F126-FEC6-48D0-96E3-004924F2D937}"/>
              </a:ext>
            </a:extLst>
          </p:cNvPr>
          <p:cNvCxnSpPr/>
          <p:nvPr/>
        </p:nvCxnSpPr>
        <p:spPr>
          <a:xfrm>
            <a:off x="482991" y="2665468"/>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A2CC8CE6-D5EF-43C1-BFA0-D1232EC6FE4C}"/>
              </a:ext>
            </a:extLst>
          </p:cNvPr>
          <p:cNvCxnSpPr/>
          <p:nvPr/>
        </p:nvCxnSpPr>
        <p:spPr>
          <a:xfrm>
            <a:off x="482991" y="3765162"/>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D3CE5B19-A560-4142-A38B-4D046BBE04D4}"/>
              </a:ext>
            </a:extLst>
          </p:cNvPr>
          <p:cNvSpPr txBox="1"/>
          <p:nvPr/>
        </p:nvSpPr>
        <p:spPr>
          <a:xfrm>
            <a:off x="482991" y="3853344"/>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Credential Guard is used to stop (or at least significantly mitigate) lateral movement, via credential hashes, within an environment</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29" name="Straight Connector 28">
            <a:extLst>
              <a:ext uri="{FF2B5EF4-FFF2-40B4-BE49-F238E27FC236}">
                <a16:creationId xmlns:a16="http://schemas.microsoft.com/office/drawing/2014/main" id="{07E4EA30-3473-4AF9-95A7-686A413429AF}"/>
              </a:ext>
            </a:extLst>
          </p:cNvPr>
          <p:cNvCxnSpPr/>
          <p:nvPr/>
        </p:nvCxnSpPr>
        <p:spPr>
          <a:xfrm>
            <a:off x="482991" y="486485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Rectangle 17">
            <a:hlinkClick r:id="rId5" action="ppaction://hlinksldjump"/>
            <a:extLst>
              <a:ext uri="{FF2B5EF4-FFF2-40B4-BE49-F238E27FC236}">
                <a16:creationId xmlns:a16="http://schemas.microsoft.com/office/drawing/2014/main" id="{E9ACF5FD-BCCE-42EB-A8D3-D745B8FE0823}"/>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30" name="Rectangle 29">
            <a:hlinkClick r:id="rId6" action="ppaction://hlinksldjump"/>
            <a:extLst>
              <a:ext uri="{FF2B5EF4-FFF2-40B4-BE49-F238E27FC236}">
                <a16:creationId xmlns:a16="http://schemas.microsoft.com/office/drawing/2014/main" id="{CADBD01C-6A06-4686-A208-0AC48180A2C7}"/>
              </a:ext>
            </a:extLst>
          </p:cNvPr>
          <p:cNvSpPr/>
          <p:nvPr/>
        </p:nvSpPr>
        <p:spPr>
          <a:xfrm>
            <a:off x="2586739"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31" name="Rectangle 30">
            <a:hlinkClick r:id="rId7" action="ppaction://hlinksldjump"/>
            <a:extLst>
              <a:ext uri="{FF2B5EF4-FFF2-40B4-BE49-F238E27FC236}">
                <a16:creationId xmlns:a16="http://schemas.microsoft.com/office/drawing/2014/main" id="{777468FE-818E-493D-959A-5C1CEC459845}"/>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32" name="Rectangle 31">
            <a:hlinkClick r:id="rId8" action="ppaction://hlinksldjump"/>
            <a:extLst>
              <a:ext uri="{FF2B5EF4-FFF2-40B4-BE49-F238E27FC236}">
                <a16:creationId xmlns:a16="http://schemas.microsoft.com/office/drawing/2014/main" id="{64960382-AFBA-4A4F-8E93-EAD6AF58B48D}"/>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036A4F4E-8673-D6B2-3AC7-C33287555B70}"/>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D4134E3E-9F20-6D2F-FC91-9752074616B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C5685608-2A40-6D6D-5B76-179287B6554B}"/>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10" action="ppaction://hlinksldjump"/>
            <a:extLst>
              <a:ext uri="{FF2B5EF4-FFF2-40B4-BE49-F238E27FC236}">
                <a16:creationId xmlns:a16="http://schemas.microsoft.com/office/drawing/2014/main" id="{98EAABF0-47F9-0663-205D-87DBDA66A511}"/>
              </a:ext>
            </a:extLst>
          </p:cNvPr>
          <p:cNvPicPr>
            <a:picLocks noChangeAspect="1"/>
          </p:cNvPicPr>
          <p:nvPr/>
        </p:nvPicPr>
        <p:blipFill>
          <a:blip r:embed="rId11"/>
          <a:stretch>
            <a:fillRect/>
          </a:stretch>
        </p:blipFill>
        <p:spPr>
          <a:xfrm>
            <a:off x="0" y="0"/>
            <a:ext cx="211626" cy="6858000"/>
          </a:xfrm>
          <a:prstGeom prst="rect">
            <a:avLst/>
          </a:prstGeom>
        </p:spPr>
      </p:pic>
      <p:sp>
        <p:nvSpPr>
          <p:cNvPr id="7" name="Rectangle 6">
            <a:hlinkHover r:id="rId12" action="ppaction://hlinksldjump"/>
            <a:extLst>
              <a:ext uri="{FF2B5EF4-FFF2-40B4-BE49-F238E27FC236}">
                <a16:creationId xmlns:a16="http://schemas.microsoft.com/office/drawing/2014/main" id="{CC78E3F5-743E-600A-BBDE-1FD98EA3EA4E}"/>
              </a:ext>
            </a:extLst>
          </p:cNvPr>
          <p:cNvSpPr/>
          <p:nvPr/>
        </p:nvSpPr>
        <p:spPr>
          <a:xfrm>
            <a:off x="4690487"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187854222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035424" y="173237"/>
            <a:ext cx="1012115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for Endpoints P1</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0928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Microsoft Defender for Endpoint is an enterprise endpoint security platform designed to help organizations like yours to prevent, detect, investigate, and respond to advanced threats. Defender for Endpoint Plan 1 includes the following capabilities: Next-generation protection that includes industry-leading, robust antimalware and antivirus protection.  Manual response actions, such as sending a file to quarantine, that your security team can take on devices or files when threats are detected.  Attack surface reduction capabilities that harden devices, prevent zero-day attacks, and offer granular control over endpoint access and behaviours.  Centralized configuration and management with the Microsoft 365 Defender portal and integration with Microsoft Intune.  Protection for a variety of platforms, including Windows, macOS, iOS, Android, and Linux Workstation devices.</a:t>
            </a: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887019"/>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b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br>
            <a:r>
              <a:rPr lang="en-US">
                <a:hlinkClick r:id="rId3"/>
              </a:rPr>
              <a:t>Overview of Microsoft Defender for Endpoint Plan 1 - Microsoft Defender for Endpoint | Microsoft Learn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 name="TextBox 18">
            <a:extLst>
              <a:ext uri="{FF2B5EF4-FFF2-40B4-BE49-F238E27FC236}">
                <a16:creationId xmlns:a16="http://schemas.microsoft.com/office/drawing/2014/main" id="{7FC12252-0185-4557-B9C3-D6F952C15F11}"/>
              </a:ext>
            </a:extLst>
          </p:cNvPr>
          <p:cNvSpPr txBox="1"/>
          <p:nvPr/>
        </p:nvSpPr>
        <p:spPr>
          <a:xfrm>
            <a:off x="482991" y="4953036"/>
            <a:ext cx="358290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52D12EC5-002C-412F-BF90-2F3DF67E61E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cxnSp>
        <p:nvCxnSpPr>
          <p:cNvPr id="26" name="Straight Connector 25">
            <a:extLst>
              <a:ext uri="{FF2B5EF4-FFF2-40B4-BE49-F238E27FC236}">
                <a16:creationId xmlns:a16="http://schemas.microsoft.com/office/drawing/2014/main" id="{1E2CC24A-1735-49F3-963D-EB5C68E4C4BB}"/>
              </a:ext>
            </a:extLst>
          </p:cNvPr>
          <p:cNvCxnSpPr/>
          <p:nvPr/>
        </p:nvCxnSpPr>
        <p:spPr>
          <a:xfrm>
            <a:off x="482991" y="2901430"/>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B12B6127-DDD7-480D-9E73-AFBB4D111999}"/>
              </a:ext>
            </a:extLst>
          </p:cNvPr>
          <p:cNvCxnSpPr/>
          <p:nvPr/>
        </p:nvCxnSpPr>
        <p:spPr>
          <a:xfrm>
            <a:off x="482991" y="351893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49B7FE8F-D1E2-4261-A84B-988F827C5C2C}"/>
              </a:ext>
            </a:extLst>
          </p:cNvPr>
          <p:cNvSpPr txBox="1"/>
          <p:nvPr/>
        </p:nvSpPr>
        <p:spPr>
          <a:xfrm>
            <a:off x="482991" y="3504528"/>
            <a:ext cx="11226018"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Microsoft Defender for Endpoints P1 is included in Microsoft 365 E3 and gives centralized control and reporting over Microsoft Defender Antivirus and Attack Surface Reduction rules as well as providing Web Content Filtering. Reporting and response is all managed in the same security console (</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hlinkClick r:id="rId4"/>
              </a:rPr>
              <a:t>https://security.microsoft.com</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as all other Microsoft 365 Defender products. </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29" name="Straight Connector 28">
            <a:extLst>
              <a:ext uri="{FF2B5EF4-FFF2-40B4-BE49-F238E27FC236}">
                <a16:creationId xmlns:a16="http://schemas.microsoft.com/office/drawing/2014/main" id="{BA9F6083-9BCF-455B-A9F8-C12B5A1A5B23}"/>
              </a:ext>
            </a:extLst>
          </p:cNvPr>
          <p:cNvCxnSpPr/>
          <p:nvPr/>
        </p:nvCxnSpPr>
        <p:spPr>
          <a:xfrm>
            <a:off x="482991" y="4967445"/>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Rectangle 21">
            <a:hlinkClick r:id="rId5" action="ppaction://hlinksldjump"/>
            <a:extLst>
              <a:ext uri="{FF2B5EF4-FFF2-40B4-BE49-F238E27FC236}">
                <a16:creationId xmlns:a16="http://schemas.microsoft.com/office/drawing/2014/main" id="{5121A185-8F99-412E-8932-C43F31BA8D35}"/>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24" name="Rectangle 23">
            <a:hlinkClick r:id="rId6" action="ppaction://hlinksldjump"/>
            <a:extLst>
              <a:ext uri="{FF2B5EF4-FFF2-40B4-BE49-F238E27FC236}">
                <a16:creationId xmlns:a16="http://schemas.microsoft.com/office/drawing/2014/main" id="{F595E504-EF1E-473D-9021-FF26DDA9B76B}"/>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E5269BCB-8327-36FA-5CC2-687B3F993B52}"/>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3AB515DD-68E1-AD3A-16B0-5F094DE5F29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6C3A6947-9022-2A74-280A-EB7FB94F27AA}"/>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8" action="ppaction://hlinksldjump"/>
            <a:extLst>
              <a:ext uri="{FF2B5EF4-FFF2-40B4-BE49-F238E27FC236}">
                <a16:creationId xmlns:a16="http://schemas.microsoft.com/office/drawing/2014/main" id="{1B925555-DAE3-8482-53BE-1CB4F88EDD10}"/>
              </a:ext>
            </a:extLst>
          </p:cNvPr>
          <p:cNvPicPr>
            <a:picLocks noChangeAspect="1"/>
          </p:cNvPicPr>
          <p:nvPr/>
        </p:nvPicPr>
        <p:blipFill>
          <a:blip r:embed="rId9"/>
          <a:stretch>
            <a:fillRect/>
          </a:stretch>
        </p:blipFill>
        <p:spPr>
          <a:xfrm>
            <a:off x="0" y="0"/>
            <a:ext cx="211626" cy="6858000"/>
          </a:xfrm>
          <a:prstGeom prst="rect">
            <a:avLst/>
          </a:prstGeom>
        </p:spPr>
      </p:pic>
      <p:sp>
        <p:nvSpPr>
          <p:cNvPr id="7" name="Rectangle 6">
            <a:hlinkHover r:id="rId10" action="ppaction://hlinksldjump"/>
            <a:extLst>
              <a:ext uri="{FF2B5EF4-FFF2-40B4-BE49-F238E27FC236}">
                <a16:creationId xmlns:a16="http://schemas.microsoft.com/office/drawing/2014/main" id="{D3BBA465-A6BE-AC68-CB6D-A5DCBE1AF664}"/>
              </a:ext>
            </a:extLst>
          </p:cNvPr>
          <p:cNvSpPr/>
          <p:nvPr/>
        </p:nvSpPr>
        <p:spPr>
          <a:xfrm>
            <a:off x="2591972"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42413578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2377440" y="173237"/>
            <a:ext cx="743712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Exploit Guard (ASR)</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627020"/>
            <a:ext cx="11226018"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Microsoft Defender Exploit Guard (ASR)</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is a set of intrusion prevention capabilities. The four components (Attack Surface Reduction, Network Protection, Controlled Folder Access and Exploit Protection) of </a:t>
            </a: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Microsoft Defender Exploit Guard (ASR)</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are designed to lock down the device against a wide variety of attack vectors and block behaviors commonly used in malware attacks, while enabling enterprises to balance their security risk and productivity requirements.</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0" y="2549267"/>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Attack Surface Reduction with Windows Enterprise E3 (P1) and Microsoft Defender for Endpoints P2 : </a:t>
            </a:r>
            <a:r>
              <a:rPr lang="en-US" sz="1600">
                <a:hlinkClick r:id="rId3"/>
              </a:rPr>
              <a:t>Use attack surface reduction rules to prevent malware infection - Microsoft Defender for Endpoint | Microsoft Learn</a:t>
            </a:r>
            <a:br>
              <a:rPr lang="en-US" sz="1600"/>
            </a:b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363685"/>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68258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664919"/>
            <a:ext cx="11226018"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Effective in stopping fileless based attacks (do not write to disk). Fileless attacks have two types: those that use non-traditional executable files (e.g., documents with active content in them), and those that exploit vulnerabilities. </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Microsoft Defender Exploit Guard (ASR)</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can  be used to identify active exploits and common behaviors to stop these types of attacks at various stages of the kill chain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7069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3" name="Rectangle 32">
            <a:hlinkClick r:id="rId4" action="ppaction://hlinksldjump"/>
            <a:extLst>
              <a:ext uri="{FF2B5EF4-FFF2-40B4-BE49-F238E27FC236}">
                <a16:creationId xmlns:a16="http://schemas.microsoft.com/office/drawing/2014/main" id="{258995D8-D05C-487C-93C6-50DE1F30E586}"/>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35" name="Rectangle 34">
            <a:hlinkClick r:id="rId5" action="ppaction://hlinksldjump"/>
            <a:extLst>
              <a:ext uri="{FF2B5EF4-FFF2-40B4-BE49-F238E27FC236}">
                <a16:creationId xmlns:a16="http://schemas.microsoft.com/office/drawing/2014/main" id="{D30E8CEC-E7E3-4F75-AA68-413DA681B216}"/>
              </a:ext>
            </a:extLst>
          </p:cNvPr>
          <p:cNvSpPr/>
          <p:nvPr/>
        </p:nvSpPr>
        <p:spPr>
          <a:xfrm>
            <a:off x="4690485"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38" name="Rectangle 37">
            <a:hlinkClick r:id="rId6" action="ppaction://hlinksldjump"/>
            <a:extLst>
              <a:ext uri="{FF2B5EF4-FFF2-40B4-BE49-F238E27FC236}">
                <a16:creationId xmlns:a16="http://schemas.microsoft.com/office/drawing/2014/main" id="{B89DDDA5-4DF0-42DC-B870-3DB4AD98C948}"/>
              </a:ext>
            </a:extLst>
          </p:cNvPr>
          <p:cNvSpPr/>
          <p:nvPr/>
        </p:nvSpPr>
        <p:spPr>
          <a:xfrm>
            <a:off x="482991" y="593431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40" name="Rectangle 39">
            <a:hlinkClick r:id="rId7" action="ppaction://hlinksldjump"/>
            <a:extLst>
              <a:ext uri="{FF2B5EF4-FFF2-40B4-BE49-F238E27FC236}">
                <a16:creationId xmlns:a16="http://schemas.microsoft.com/office/drawing/2014/main" id="{127B65F4-AD90-4FB3-ACF9-A794D227E1BA}"/>
              </a:ext>
            </a:extLst>
          </p:cNvPr>
          <p:cNvSpPr/>
          <p:nvPr/>
        </p:nvSpPr>
        <p:spPr>
          <a:xfrm>
            <a:off x="4690485" y="593431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365 E5</a:t>
            </a:r>
          </a:p>
        </p:txBody>
      </p:sp>
      <p:sp>
        <p:nvSpPr>
          <p:cNvPr id="24" name="Rectangle 23">
            <a:extLst>
              <a:ext uri="{FF2B5EF4-FFF2-40B4-BE49-F238E27FC236}">
                <a16:creationId xmlns:a16="http://schemas.microsoft.com/office/drawing/2014/main" id="{D5526F77-6A18-419B-A023-3896E96BAB33}"/>
              </a:ext>
            </a:extLst>
          </p:cNvPr>
          <p:cNvSpPr/>
          <p:nvPr/>
        </p:nvSpPr>
        <p:spPr>
          <a:xfrm>
            <a:off x="7008088" y="5437410"/>
            <a:ext cx="527816"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5" name="Rectangle 24">
            <a:extLst>
              <a:ext uri="{FF2B5EF4-FFF2-40B4-BE49-F238E27FC236}">
                <a16:creationId xmlns:a16="http://schemas.microsoft.com/office/drawing/2014/main" id="{4F0D5328-6A9D-479D-8A2E-13951C25CA5B}"/>
              </a:ext>
            </a:extLst>
          </p:cNvPr>
          <p:cNvSpPr/>
          <p:nvPr/>
        </p:nvSpPr>
        <p:spPr>
          <a:xfrm>
            <a:off x="7008088" y="5934313"/>
            <a:ext cx="527815"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
        <p:nvSpPr>
          <p:cNvPr id="26" name="TextBox 25">
            <a:extLst>
              <a:ext uri="{FF2B5EF4-FFF2-40B4-BE49-F238E27FC236}">
                <a16:creationId xmlns:a16="http://schemas.microsoft.com/office/drawing/2014/main" id="{3C5FD134-AA61-4AF4-AF6C-182E3B9EE8B7}"/>
              </a:ext>
            </a:extLst>
          </p:cNvPr>
          <p:cNvSpPr txBox="1"/>
          <p:nvPr/>
        </p:nvSpPr>
        <p:spPr>
          <a:xfrm>
            <a:off x="7556658" y="5493387"/>
            <a:ext cx="134229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Windows E3</a:t>
            </a:r>
          </a:p>
        </p:txBody>
      </p:sp>
      <p:sp>
        <p:nvSpPr>
          <p:cNvPr id="27" name="TextBox 26">
            <a:extLst>
              <a:ext uri="{FF2B5EF4-FFF2-40B4-BE49-F238E27FC236}">
                <a16:creationId xmlns:a16="http://schemas.microsoft.com/office/drawing/2014/main" id="{AEBA2155-31E1-494A-BB37-4599102AB8DF}"/>
              </a:ext>
            </a:extLst>
          </p:cNvPr>
          <p:cNvSpPr txBox="1"/>
          <p:nvPr/>
        </p:nvSpPr>
        <p:spPr>
          <a:xfrm>
            <a:off x="7556658" y="5976942"/>
            <a:ext cx="245900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Microsoft Defender XDR</a:t>
            </a:r>
          </a:p>
        </p:txBody>
      </p:sp>
      <p:grpSp>
        <p:nvGrpSpPr>
          <p:cNvPr id="3" name="Group 2">
            <a:extLst>
              <a:ext uri="{FF2B5EF4-FFF2-40B4-BE49-F238E27FC236}">
                <a16:creationId xmlns:a16="http://schemas.microsoft.com/office/drawing/2014/main" id="{552F0941-176D-741A-94C6-F366DE7A0037}"/>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AE97AEE7-FF75-4BCC-B254-E9AABDC7CF66}"/>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4D63E512-AD3A-7003-D4C1-BD2C9E426737}"/>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9" action="ppaction://hlinksldjump"/>
            <a:extLst>
              <a:ext uri="{FF2B5EF4-FFF2-40B4-BE49-F238E27FC236}">
                <a16:creationId xmlns:a16="http://schemas.microsoft.com/office/drawing/2014/main" id="{7F5828AF-C8E0-217C-9324-18F7ADAC0368}"/>
              </a:ext>
            </a:extLst>
          </p:cNvPr>
          <p:cNvSpPr/>
          <p:nvPr/>
        </p:nvSpPr>
        <p:spPr>
          <a:xfrm>
            <a:off x="2586738" y="5437410"/>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1150">
                <a:solidFill>
                  <a:srgbClr val="1F4E79"/>
                </a:solidFill>
                <a:latin typeface="Century Gothic" panose="020B0502020202020204" pitchFamily="34" charset="0"/>
              </a:rPr>
              <a:t>Microsoft 365 Defender Suite</a:t>
            </a:r>
          </a:p>
        </p:txBody>
      </p:sp>
      <p:pic>
        <p:nvPicPr>
          <p:cNvPr id="7" name="Picture 6">
            <a:hlinkClick r:id="rId10" action="ppaction://hlinksldjump"/>
            <a:extLst>
              <a:ext uri="{FF2B5EF4-FFF2-40B4-BE49-F238E27FC236}">
                <a16:creationId xmlns:a16="http://schemas.microsoft.com/office/drawing/2014/main" id="{5C6F1323-7942-C49B-6B0D-C5A7B2F266D0}"/>
              </a:ext>
            </a:extLst>
          </p:cNvPr>
          <p:cNvPicPr>
            <a:picLocks noChangeAspect="1"/>
          </p:cNvPicPr>
          <p:nvPr/>
        </p:nvPicPr>
        <p:blipFill>
          <a:blip r:embed="rId11"/>
          <a:stretch>
            <a:fillRect/>
          </a:stretch>
        </p:blipFill>
        <p:spPr>
          <a:xfrm>
            <a:off x="0" y="0"/>
            <a:ext cx="211626" cy="6858000"/>
          </a:xfrm>
          <a:prstGeom prst="rect">
            <a:avLst/>
          </a:prstGeom>
        </p:spPr>
      </p:pic>
      <p:sp>
        <p:nvSpPr>
          <p:cNvPr id="8" name="Rectangle 7">
            <a:hlinkHover r:id="rId12" action="ppaction://hlinksldjump"/>
            <a:extLst>
              <a:ext uri="{FF2B5EF4-FFF2-40B4-BE49-F238E27FC236}">
                <a16:creationId xmlns:a16="http://schemas.microsoft.com/office/drawing/2014/main" id="{E5E11C83-9E51-B913-2574-F0501ABF1E30}"/>
              </a:ext>
            </a:extLst>
          </p:cNvPr>
          <p:cNvSpPr/>
          <p:nvPr/>
        </p:nvSpPr>
        <p:spPr>
          <a:xfrm>
            <a:off x="2586738" y="5931358"/>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1150" dirty="0">
                <a:solidFill>
                  <a:srgbClr val="1F4E79"/>
                </a:solidFill>
                <a:latin typeface="Century Gothic" panose="020B0502020202020204" pitchFamily="34" charset="0"/>
              </a:rPr>
              <a:t>Microsoft 365 E7</a:t>
            </a:r>
          </a:p>
        </p:txBody>
      </p:sp>
    </p:spTree>
    <p:extLst>
      <p:ext uri="{BB962C8B-B14F-4D97-AF65-F5344CB8AC3E}">
        <p14:creationId xmlns:p14="http://schemas.microsoft.com/office/powerpoint/2010/main" val="283223427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753414" y="173237"/>
            <a:ext cx="1068517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Endpoint Data Loss Prevention</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754326"/>
          </a:xfrm>
          <a:prstGeom prst="rect">
            <a:avLst/>
          </a:prstGeom>
          <a:noFill/>
        </p:spPr>
        <p:txBody>
          <a:bodyPr wrap="square" rtlCol="0">
            <a:spAutoFit/>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srgbClr val="000000"/>
                </a:solidFill>
                <a:effectLst/>
                <a:uLnTx/>
                <a:uFillTx/>
                <a:latin typeface="Calibri" panose="020F0502020204030204" pitchFamily="34" charset="0"/>
                <a:ea typeface="+mn-ea"/>
                <a:cs typeface="+mn-cs"/>
              </a:rPr>
              <a:t>What is it:</a:t>
            </a: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a:t>
            </a:r>
            <a:endParaRPr kumimoji="0" lang="en-US" sz="1800" b="0" i="0" u="none" strike="noStrike" kern="1200" cap="none" spc="0" normalizeH="0" baseline="0" noProof="0">
              <a:ln>
                <a:noFill/>
              </a:ln>
              <a:solidFill>
                <a:srgbClr val="000000"/>
              </a:solidFill>
              <a:effectLst/>
              <a:uLnTx/>
              <a:uFillTx/>
              <a:latin typeface="Segoe UI" panose="020B0502040204020203" pitchFamily="34" charset="0"/>
              <a:ea typeface="+mn-ea"/>
              <a:cs typeface="+mn-cs"/>
            </a:endParaRPr>
          </a:p>
          <a:p>
            <a:pPr marL="0" marR="0" lvl="0" indent="0" algn="l" defTabSz="914400" rtl="0" eaLnBrk="1" fontAlgn="base"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Microsoft Endpoint Data Loss Prevention (Endpoint DLP) is part of the Microsoft Purview Data Loss Prevention (DLP) suite of features you can use to discover and protect sensitive items across Microsoft 365 services. </a:t>
            </a: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a:t>
            </a:r>
            <a:b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GB" sz="18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Microsoft Endpoint DLP allows you to monitor Windows 10/11 devices and detect when sensitive items are used and shared. This gives you the visibility and control you need to ensure that they are used and protected properly, and to help prevent risky behaviour that might compromise them.</a:t>
            </a: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a:t>
            </a:r>
            <a:endParaRPr kumimoji="0" lang="en-US" sz="1800" b="0" i="0" u="none" strike="noStrike" kern="1200" cap="none" spc="0" normalizeH="0" baseline="0" noProof="0">
              <a:ln>
                <a:noFill/>
              </a:ln>
              <a:solidFill>
                <a:srgbClr val="000000"/>
              </a:solidFill>
              <a:effectLst/>
              <a:uLnTx/>
              <a:uFillTx/>
              <a:latin typeface="Segoe UI" panose="020B0502040204020203" pitchFamily="34" charset="0"/>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574694"/>
            <a:ext cx="11365572"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b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lang="en-US">
                <a:hlinkClick r:id="rId3"/>
              </a:rPr>
              <a:t>Get started with endpoint data loss prevention | Microsoft Learn </a:t>
            </a: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a:t>
            </a:r>
            <a:b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lang="en-US">
                <a:hlinkClick r:id="rId4"/>
              </a:rPr>
              <a:t>Learn about Endpoint data loss prevention | Microsoft Learn</a:t>
            </a:r>
            <a:endParaRPr kumimoji="0" lang="en-GB"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575990"/>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0" y="3564461"/>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0" y="3595151"/>
            <a:ext cx="11226018" cy="1477328"/>
          </a:xfrm>
          <a:prstGeom prst="rect">
            <a:avLst/>
          </a:prstGeom>
          <a:noFill/>
        </p:spPr>
        <p:txBody>
          <a:bodyPr wrap="square" rtlCol="0">
            <a:spAutoFit/>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srgbClr val="000000"/>
                </a:solidFill>
                <a:effectLst/>
                <a:uLnTx/>
                <a:uFillTx/>
                <a:latin typeface="Calibri" panose="020F0502020204030204" pitchFamily="34" charset="0"/>
                <a:ea typeface="+mn-ea"/>
                <a:cs typeface="+mn-cs"/>
              </a:rPr>
              <a:t>What problems it solves (use cases)</a:t>
            </a: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a:t>
            </a:r>
            <a:endParaRPr kumimoji="0" lang="en-US" sz="1800" b="0" i="0" u="none" strike="noStrike" kern="1200" cap="none" spc="0" normalizeH="0" baseline="0" noProof="0">
              <a:ln>
                <a:noFill/>
              </a:ln>
              <a:solidFill>
                <a:srgbClr val="000000"/>
              </a:solidFill>
              <a:effectLst/>
              <a:uLnTx/>
              <a:uFillTx/>
              <a:latin typeface="Segoe UI" panose="020B0502040204020203" pitchFamily="34" charset="0"/>
              <a:ea typeface="+mn-ea"/>
              <a:cs typeface="+mn-cs"/>
            </a:endParaRPr>
          </a:p>
          <a:p>
            <a:pPr marL="0" marR="0" lvl="0" indent="0" algn="l" defTabSz="914400" rtl="0" eaLnBrk="1" fontAlgn="base"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Endpoint Data Loss Prevention (Endpoint DLP) extends the activity monitoring and protection capabilities of DLP to sensitive items that are on Windows 10/11 or MacOS devices. Once devices are onboarded into the Microsoft 365 compliance solutions, the information about what users are doing with sensitive items is made visible in activity explorer and you can enforce protective actions on those items via DLP policies.</a:t>
            </a:r>
            <a:endParaRPr kumimoji="0" lang="en-US" sz="1800" b="0" i="0" u="none" strike="noStrike" kern="1200" cap="none" spc="0" normalizeH="0" baseline="0" noProof="0">
              <a:ln>
                <a:noFill/>
              </a:ln>
              <a:solidFill>
                <a:srgbClr val="000000"/>
              </a:solidFill>
              <a:effectLst/>
              <a:uLnTx/>
              <a:uFillTx/>
              <a:latin typeface="Segoe UI" panose="020B0502040204020203" pitchFamily="34" charset="0"/>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0" y="5170901"/>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5226474"/>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40" name="Rectangle 39">
            <a:hlinkClick r:id="rId5" action="ppaction://hlinksldjump"/>
            <a:extLst>
              <a:ext uri="{FF2B5EF4-FFF2-40B4-BE49-F238E27FC236}">
                <a16:creationId xmlns:a16="http://schemas.microsoft.com/office/drawing/2014/main" id="{127B65F4-AD90-4FB3-ACF9-A794D227E1BA}"/>
              </a:ext>
            </a:extLst>
          </p:cNvPr>
          <p:cNvSpPr/>
          <p:nvPr/>
        </p:nvSpPr>
        <p:spPr>
          <a:xfrm>
            <a:off x="2586738"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B0B97E24-F850-133F-BF0A-605DCD39182B}"/>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CF264880-D196-CA4C-009A-5DD392EC726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9A4BC591-73B5-9599-0C6C-2C0805BE87B9}"/>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7" action="ppaction://hlinksldjump"/>
            <a:extLst>
              <a:ext uri="{FF2B5EF4-FFF2-40B4-BE49-F238E27FC236}">
                <a16:creationId xmlns:a16="http://schemas.microsoft.com/office/drawing/2014/main" id="{1F9420FC-765B-325E-AF60-797C6E2B9B79}"/>
              </a:ext>
            </a:extLst>
          </p:cNvPr>
          <p:cNvSpPr/>
          <p:nvPr/>
        </p:nvSpPr>
        <p:spPr>
          <a:xfrm>
            <a:off x="482990" y="5931261"/>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8" action="ppaction://hlinksldjump"/>
            <a:extLst>
              <a:ext uri="{FF2B5EF4-FFF2-40B4-BE49-F238E27FC236}">
                <a16:creationId xmlns:a16="http://schemas.microsoft.com/office/drawing/2014/main" id="{101876F7-AAC0-CED6-7C18-915FF5136F6A}"/>
              </a:ext>
            </a:extLst>
          </p:cNvPr>
          <p:cNvPicPr>
            <a:picLocks noChangeAspect="1"/>
          </p:cNvPicPr>
          <p:nvPr/>
        </p:nvPicPr>
        <p:blipFill>
          <a:blip r:embed="rId9"/>
          <a:stretch>
            <a:fillRect/>
          </a:stretch>
        </p:blipFill>
        <p:spPr>
          <a:xfrm>
            <a:off x="0" y="0"/>
            <a:ext cx="211626" cy="6858000"/>
          </a:xfrm>
          <a:prstGeom prst="rect">
            <a:avLst/>
          </a:prstGeom>
        </p:spPr>
      </p:pic>
      <p:sp>
        <p:nvSpPr>
          <p:cNvPr id="8" name="Rectangle 7">
            <a:hlinkHover r:id="rId10" action="ppaction://hlinksldjump"/>
            <a:extLst>
              <a:ext uri="{FF2B5EF4-FFF2-40B4-BE49-F238E27FC236}">
                <a16:creationId xmlns:a16="http://schemas.microsoft.com/office/drawing/2014/main" id="{6A1D2C56-8646-0860-A6A8-77C2AF7AC9E3}"/>
              </a:ext>
            </a:extLst>
          </p:cNvPr>
          <p:cNvSpPr/>
          <p:nvPr/>
        </p:nvSpPr>
        <p:spPr>
          <a:xfrm>
            <a:off x="4690487"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57764852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System Guard</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To protect critical resources such as the Windows authentication stack, single sign-on tokens, the Windows Hello biometric stack, and the Virtual Trusted Platform Module, a system's firmware and hardware must be trustworthy. Microsoft Defender System Guard reorganizes the existing Windows 10/11 system integrity features under one roof and sets up the next set of investments in Windows security.</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394577"/>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How System Guard helps protect Windows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285877"/>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42660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535307"/>
            <a:ext cx="1122601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Microsoft Defender System Guard is designed to make these security guarantees:</a:t>
            </a:r>
          </a:p>
          <a:p>
            <a:pPr marL="342900" marR="0" lvl="0" indent="-342900" algn="l" defTabSz="914400" rtl="0" eaLnBrk="1" fontAlgn="auto" latinLnBrk="0" hangingPunct="1">
              <a:lnSpc>
                <a:spcPct val="100000"/>
              </a:lnSpc>
              <a:spcBef>
                <a:spcPts val="0"/>
              </a:spcBef>
              <a:spcAft>
                <a:spcPts val="0"/>
              </a:spcAft>
              <a:buClrTx/>
              <a:buSzTx/>
              <a:buFontTx/>
              <a:buAutoNum type="arabicParenR"/>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Protect and maintain the integrity of the system as it starts up</a:t>
            </a:r>
          </a:p>
          <a:p>
            <a:pPr marL="342900" marR="0" lvl="0" indent="-342900" algn="l" defTabSz="914400" rtl="0" eaLnBrk="1" fontAlgn="auto" latinLnBrk="0" hangingPunct="1">
              <a:lnSpc>
                <a:spcPct val="100000"/>
              </a:lnSpc>
              <a:spcBef>
                <a:spcPts val="0"/>
              </a:spcBef>
              <a:spcAft>
                <a:spcPts val="0"/>
              </a:spcAft>
              <a:buClrTx/>
              <a:buSzTx/>
              <a:buFontTx/>
              <a:buAutoNum type="arabicParenR"/>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Validate that system integrity has truly been maintained through local and remote attestation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4433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3" name="Rectangle 32">
            <a:hlinkClick r:id="rId4" action="ppaction://hlinksldjump"/>
            <a:extLst>
              <a:ext uri="{FF2B5EF4-FFF2-40B4-BE49-F238E27FC236}">
                <a16:creationId xmlns:a16="http://schemas.microsoft.com/office/drawing/2014/main" id="{258995D8-D05C-487C-93C6-50DE1F30E586}"/>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35" name="Rectangle 34">
            <a:hlinkClick r:id="rId5" action="ppaction://hlinksldjump"/>
            <a:extLst>
              <a:ext uri="{FF2B5EF4-FFF2-40B4-BE49-F238E27FC236}">
                <a16:creationId xmlns:a16="http://schemas.microsoft.com/office/drawing/2014/main" id="{D30E8CEC-E7E3-4F75-AA68-413DA681B216}"/>
              </a:ext>
            </a:extLst>
          </p:cNvPr>
          <p:cNvSpPr/>
          <p:nvPr/>
        </p:nvSpPr>
        <p:spPr>
          <a:xfrm>
            <a:off x="4690485"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38" name="Rectangle 37">
            <a:hlinkClick r:id="rId6" action="ppaction://hlinksldjump"/>
            <a:extLst>
              <a:ext uri="{FF2B5EF4-FFF2-40B4-BE49-F238E27FC236}">
                <a16:creationId xmlns:a16="http://schemas.microsoft.com/office/drawing/2014/main" id="{B89DDDA5-4DF0-42DC-B870-3DB4AD98C948}"/>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40" name="Rectangle 39">
            <a:hlinkClick r:id="rId7" action="ppaction://hlinksldjump"/>
            <a:extLst>
              <a:ext uri="{FF2B5EF4-FFF2-40B4-BE49-F238E27FC236}">
                <a16:creationId xmlns:a16="http://schemas.microsoft.com/office/drawing/2014/main" id="{127B65F4-AD90-4FB3-ACF9-A794D227E1BA}"/>
              </a:ext>
            </a:extLst>
          </p:cNvPr>
          <p:cNvSpPr/>
          <p:nvPr/>
        </p:nvSpPr>
        <p:spPr>
          <a:xfrm>
            <a:off x="4690485"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2994CC6C-283D-C31F-6B4F-E34097FBCC29}"/>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E432FEE3-8D0E-BE40-B654-C4DCB99817B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06F54A8D-5699-C90D-B37D-1AC9C3E05761}"/>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9" action="ppaction://hlinksldjump"/>
            <a:extLst>
              <a:ext uri="{FF2B5EF4-FFF2-40B4-BE49-F238E27FC236}">
                <a16:creationId xmlns:a16="http://schemas.microsoft.com/office/drawing/2014/main" id="{2376F5FE-C1F0-B40C-22E3-0FDD2CF1B194}"/>
              </a:ext>
            </a:extLst>
          </p:cNvPr>
          <p:cNvSpPr/>
          <p:nvPr/>
        </p:nvSpPr>
        <p:spPr>
          <a:xfrm>
            <a:off x="2586738"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10" action="ppaction://hlinksldjump"/>
            <a:extLst>
              <a:ext uri="{FF2B5EF4-FFF2-40B4-BE49-F238E27FC236}">
                <a16:creationId xmlns:a16="http://schemas.microsoft.com/office/drawing/2014/main" id="{0158F91E-0CB5-8A9A-7314-0938525F7674}"/>
              </a:ext>
            </a:extLst>
          </p:cNvPr>
          <p:cNvPicPr>
            <a:picLocks noChangeAspect="1"/>
          </p:cNvPicPr>
          <p:nvPr/>
        </p:nvPicPr>
        <p:blipFill>
          <a:blip r:embed="rId11"/>
          <a:stretch>
            <a:fillRect/>
          </a:stretch>
        </p:blipFill>
        <p:spPr>
          <a:xfrm>
            <a:off x="0" y="0"/>
            <a:ext cx="211626" cy="6858000"/>
          </a:xfrm>
          <a:prstGeom prst="rect">
            <a:avLst/>
          </a:prstGeom>
        </p:spPr>
      </p:pic>
      <p:sp>
        <p:nvSpPr>
          <p:cNvPr id="8" name="Rectangle 7">
            <a:hlinkHover r:id="rId12" action="ppaction://hlinksldjump"/>
            <a:extLst>
              <a:ext uri="{FF2B5EF4-FFF2-40B4-BE49-F238E27FC236}">
                <a16:creationId xmlns:a16="http://schemas.microsoft.com/office/drawing/2014/main" id="{ED2AFFB2-6E90-D42C-64D6-E9E07DCED1B4}"/>
              </a:ext>
            </a:extLst>
          </p:cNvPr>
          <p:cNvSpPr/>
          <p:nvPr/>
        </p:nvSpPr>
        <p:spPr>
          <a:xfrm>
            <a:off x="6790346"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353761978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BitLocker</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BitLocker Drive Encryption is a data protection feature that integrates with the operating system and addresses the threats of data theft or exposure from lost, stolen, or inappropriately decommissioned computers. BitLocker provides the most protection when used with a Trusted Platform Module (TPM) version 1.2 or later. The TPM is a hardware component installed in many newer computers by the computer manufacturers. It works with BitLocker to help protect user data and to ensure that a computer has not been tampered with while the system was offline.</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610020"/>
            <a:ext cx="11226018" cy="61555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BitLocker overview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516709"/>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31888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412195"/>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Data on a lost or stolen computer is vulnerable to unauthorized access, either by running a software-attack tool against it or by transferring the computer's hard disk to a different computer. BitLocker helps mitigate unauthorized data access by enhancing file and system protections. BitLocker also helps render data inaccessible when BitLocker-protected computers are decommissioned or recycled.</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5972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3" name="Rectangle 32">
            <a:hlinkClick r:id="rId4" action="ppaction://hlinksldjump"/>
            <a:extLst>
              <a:ext uri="{FF2B5EF4-FFF2-40B4-BE49-F238E27FC236}">
                <a16:creationId xmlns:a16="http://schemas.microsoft.com/office/drawing/2014/main" id="{258995D8-D05C-487C-93C6-50DE1F30E586}"/>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E3</a:t>
            </a:r>
          </a:p>
        </p:txBody>
      </p:sp>
      <p:sp>
        <p:nvSpPr>
          <p:cNvPr id="35" name="Rectangle 34">
            <a:hlinkClick r:id="rId5" action="ppaction://hlinksldjump"/>
            <a:extLst>
              <a:ext uri="{FF2B5EF4-FFF2-40B4-BE49-F238E27FC236}">
                <a16:creationId xmlns:a16="http://schemas.microsoft.com/office/drawing/2014/main" id="{D30E8CEC-E7E3-4F75-AA68-413DA681B216}"/>
              </a:ext>
            </a:extLst>
          </p:cNvPr>
          <p:cNvSpPr/>
          <p:nvPr/>
        </p:nvSpPr>
        <p:spPr>
          <a:xfrm>
            <a:off x="4690485"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38" name="Rectangle 37">
            <a:hlinkClick r:id="rId6" action="ppaction://hlinksldjump"/>
            <a:extLst>
              <a:ext uri="{FF2B5EF4-FFF2-40B4-BE49-F238E27FC236}">
                <a16:creationId xmlns:a16="http://schemas.microsoft.com/office/drawing/2014/main" id="{B89DDDA5-4DF0-42DC-B870-3DB4AD98C948}"/>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40" name="Rectangle 39">
            <a:hlinkClick r:id="rId7" action="ppaction://hlinksldjump"/>
            <a:extLst>
              <a:ext uri="{FF2B5EF4-FFF2-40B4-BE49-F238E27FC236}">
                <a16:creationId xmlns:a16="http://schemas.microsoft.com/office/drawing/2014/main" id="{127B65F4-AD90-4FB3-ACF9-A794D227E1BA}"/>
              </a:ext>
            </a:extLst>
          </p:cNvPr>
          <p:cNvSpPr/>
          <p:nvPr/>
        </p:nvSpPr>
        <p:spPr>
          <a:xfrm>
            <a:off x="4690485"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68BB0CC2-857D-8867-2A97-B26192CB2600}"/>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DDF05D07-F72A-0EAB-2798-FDC15BA5B1F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1B9225AD-C7E6-D4D6-E45F-606B896406BA}"/>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9" action="ppaction://hlinksldjump"/>
            <a:extLst>
              <a:ext uri="{FF2B5EF4-FFF2-40B4-BE49-F238E27FC236}">
                <a16:creationId xmlns:a16="http://schemas.microsoft.com/office/drawing/2014/main" id="{ABAFFAF1-4A2C-F6CE-EC6C-DBF966E3FAA0}"/>
              </a:ext>
            </a:extLst>
          </p:cNvPr>
          <p:cNvSpPr/>
          <p:nvPr/>
        </p:nvSpPr>
        <p:spPr>
          <a:xfrm>
            <a:off x="2586738"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10" action="ppaction://hlinksldjump"/>
            <a:extLst>
              <a:ext uri="{FF2B5EF4-FFF2-40B4-BE49-F238E27FC236}">
                <a16:creationId xmlns:a16="http://schemas.microsoft.com/office/drawing/2014/main" id="{2121DF12-FBDD-717A-7BBD-67758FB6D4CC}"/>
              </a:ext>
            </a:extLst>
          </p:cNvPr>
          <p:cNvPicPr>
            <a:picLocks noChangeAspect="1"/>
          </p:cNvPicPr>
          <p:nvPr/>
        </p:nvPicPr>
        <p:blipFill>
          <a:blip r:embed="rId11"/>
          <a:stretch>
            <a:fillRect/>
          </a:stretch>
        </p:blipFill>
        <p:spPr>
          <a:xfrm>
            <a:off x="0" y="0"/>
            <a:ext cx="211626" cy="6858000"/>
          </a:xfrm>
          <a:prstGeom prst="rect">
            <a:avLst/>
          </a:prstGeom>
        </p:spPr>
      </p:pic>
      <p:sp>
        <p:nvSpPr>
          <p:cNvPr id="8" name="Rectangle 7">
            <a:hlinkHover r:id="rId12" action="ppaction://hlinksldjump"/>
            <a:extLst>
              <a:ext uri="{FF2B5EF4-FFF2-40B4-BE49-F238E27FC236}">
                <a16:creationId xmlns:a16="http://schemas.microsoft.com/office/drawing/2014/main" id="{A88C850B-2849-DC2E-55AC-60F0E34FCEA0}"/>
              </a:ext>
            </a:extLst>
          </p:cNvPr>
          <p:cNvSpPr/>
          <p:nvPr/>
        </p:nvSpPr>
        <p:spPr>
          <a:xfrm>
            <a:off x="6793635"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64187749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500389" y="173237"/>
            <a:ext cx="919122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0078D7"/>
                </a:solidFill>
                <a:effectLst/>
                <a:uLnTx/>
                <a:uFillTx/>
                <a:latin typeface="Century Gothic" panose="020B0502020202020204" pitchFamily="34" charset="0"/>
                <a:ea typeface="+mn-ea"/>
                <a:cs typeface="+mn-cs"/>
              </a:rPr>
              <a:t>Microsoft Agent 365</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fontAlgn="t"/>
            <a:r>
              <a:rPr lang="en-US" sz="1600"/>
              <a:t>Microsoft Agent 365 is the </a:t>
            </a:r>
            <a:r>
              <a:rPr lang="en-US" sz="1600" b="1"/>
              <a:t>enterprise control plane for AI agents</a:t>
            </a:r>
            <a:r>
              <a:rPr lang="en-US" sz="1600"/>
              <a:t>, providing centralized identity, governance, security, and observability for all AI agents—Microsoft‑built, custom, or third‑party—across the organization. It assigns each agent a Microsoft Entra Agent ID and manages agents at scale through the Microsoft 365 admin center.</a:t>
            </a:r>
            <a:endParaRPr lang="en-US"/>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183955"/>
            <a:ext cx="11226018"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 </a:t>
            </a:r>
            <a:r>
              <a:rPr lang="en-US" sz="1600">
                <a:hlinkClick r:id="rId3"/>
              </a:rPr>
              <a:t>Microsoft Agent 365 overview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528147" y="2193165"/>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528147" y="288290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2925219"/>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fontAlgn="t"/>
            <a:r>
              <a:rPr lang="en-US" sz="1600"/>
              <a:t>Prevents uncontrolled agent sprawl by giving IT and Security a single, tenant‑wide view of all agents, including shadow agents. Enables Zero Trust governance for agents with identity‑based access control, monitoring, and threat protection integrated with Entra, Defender, and Purview</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6485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213654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Consume as follows:</a:t>
            </a:r>
          </a:p>
        </p:txBody>
      </p:sp>
      <p:grpSp>
        <p:nvGrpSpPr>
          <p:cNvPr id="3" name="Group 2">
            <a:extLst>
              <a:ext uri="{FF2B5EF4-FFF2-40B4-BE49-F238E27FC236}">
                <a16:creationId xmlns:a16="http://schemas.microsoft.com/office/drawing/2014/main" id="{39634C7E-2B68-7EDF-86EE-E7EA84B16BB3}"/>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3F1A87C0-55B0-C882-178C-145CF1ECE2F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A3F46F7B-C9DC-2929-DD34-37021E9724C9}"/>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8" name="TextBox 7">
            <a:extLst>
              <a:ext uri="{FF2B5EF4-FFF2-40B4-BE49-F238E27FC236}">
                <a16:creationId xmlns:a16="http://schemas.microsoft.com/office/drawing/2014/main" id="{3DDA5AB5-390F-A66A-906B-BF609FE46552}"/>
              </a:ext>
            </a:extLst>
          </p:cNvPr>
          <p:cNvSpPr txBox="1"/>
          <p:nvPr/>
        </p:nvSpPr>
        <p:spPr>
          <a:xfrm>
            <a:off x="482991" y="5410547"/>
            <a:ext cx="11068030" cy="1200329"/>
          </a:xfrm>
          <a:prstGeom prst="rect">
            <a:avLst/>
          </a:prstGeom>
          <a:noFill/>
        </p:spPr>
        <p:txBody>
          <a:bodyPr wrap="none" rtlCol="0">
            <a:spAutoFit/>
          </a:bodyPr>
          <a:lstStyle/>
          <a:p>
            <a:r>
              <a:rPr lang="en-US" dirty="0"/>
              <a:t>Agent 365 is a </a:t>
            </a:r>
            <a:r>
              <a:rPr lang="en-US" b="1" dirty="0"/>
              <a:t>separate offering</a:t>
            </a:r>
            <a:r>
              <a:rPr lang="en-US" dirty="0"/>
              <a:t> from Microsoft 365 user licenses and is currently available through the </a:t>
            </a:r>
            <a:br>
              <a:rPr lang="en-US" dirty="0"/>
            </a:br>
            <a:r>
              <a:rPr lang="en-US" b="1" dirty="0"/>
              <a:t>Frontier preview program</a:t>
            </a:r>
            <a:r>
              <a:rPr lang="en-US" dirty="0"/>
              <a:t>. It is licensed for </a:t>
            </a:r>
            <a:r>
              <a:rPr lang="en-US" b="1" dirty="0"/>
              <a:t>agents (non‑human identities)</a:t>
            </a:r>
            <a:r>
              <a:rPr lang="en-US" dirty="0"/>
              <a:t>, not end users, with entitlements </a:t>
            </a:r>
            <a:br>
              <a:rPr lang="en-US" dirty="0"/>
            </a:br>
            <a:r>
              <a:rPr lang="en-US" dirty="0"/>
              <a:t>assigned by tenant administrators. This license will also form a critical part of the new Microsoft E7 licensing bundle.</a:t>
            </a:r>
          </a:p>
          <a:p>
            <a:endParaRPr lang="en-US" dirty="0"/>
          </a:p>
        </p:txBody>
      </p:sp>
      <p:sp>
        <p:nvSpPr>
          <p:cNvPr id="6" name="Rectangle 5">
            <a:hlinkClick r:id="rId5" action="ppaction://hlinksldjump"/>
            <a:hlinkHover r:id="rId5" action="ppaction://hlinksldjump"/>
            <a:extLst>
              <a:ext uri="{FF2B5EF4-FFF2-40B4-BE49-F238E27FC236}">
                <a16:creationId xmlns:a16="http://schemas.microsoft.com/office/drawing/2014/main" id="{8CE42498-1115-BF00-2516-5B1775277C60}"/>
              </a:ext>
            </a:extLst>
          </p:cNvPr>
          <p:cNvSpPr/>
          <p:nvPr/>
        </p:nvSpPr>
        <p:spPr>
          <a:xfrm>
            <a:off x="528147" y="633479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16152223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Intune</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301178" cy="184665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Intune is a cloud-based service that focuses on mobile device management (MDM) and mobile application management (MAM). Microsoft Intune enables users to be productive while keeping your organization data protected. It integrates with other services, including Microsoft 365 and Entra to control who has access, and what they have access to, and Microsoft Purview Information Protection for data protection. When you use it with Microsoft 365, you can enable your workforce to be productive on all their devices, while keeping your organization's information protected. Microsoft Intune provides device trust for Entra Conditional Access Policies.</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692095"/>
            <a:ext cx="11226018"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What is Microsoft Intune | Microsoft Learn </a:t>
            </a:r>
            <a:br>
              <a:rPr lang="en-US" sz="1600"/>
            </a:br>
            <a:r>
              <a:rPr lang="en-US" sz="1600">
                <a:hlinkClick r:id="rId4"/>
              </a:rPr>
              <a:t>Microsoft Intune Features | Microsoft Security</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680857"/>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56510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576345"/>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Choose to be 100% cloud with Microsoft Intune or be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hlinkClick r:id="rId5"/>
              </a:rPr>
              <a:t>co-managed</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with Configuration Manager and Microsoft Intune; set rules and configure settings on personal and organization-owned devices to access data and networks; deploy and authenticate apps on devices -- on-premises and mobile; protect your company information by controlling the way users access and share information; be sure devices and apps are compliant with your security requirements.</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4180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2" name="Rectangle 31">
            <a:hlinkClick r:id="rId6" action="ppaction://hlinksldjump"/>
            <a:extLst>
              <a:ext uri="{FF2B5EF4-FFF2-40B4-BE49-F238E27FC236}">
                <a16:creationId xmlns:a16="http://schemas.microsoft.com/office/drawing/2014/main" id="{5841D111-39A3-4CD5-9050-F8661370BE12}"/>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34" name="Rectangle 33">
            <a:hlinkClick r:id="rId7" action="ppaction://hlinksldjump"/>
            <a:extLst>
              <a:ext uri="{FF2B5EF4-FFF2-40B4-BE49-F238E27FC236}">
                <a16:creationId xmlns:a16="http://schemas.microsoft.com/office/drawing/2014/main" id="{E1EE74F3-0599-4CF6-87E4-0C1DBEB458E7}"/>
              </a:ext>
            </a:extLst>
          </p:cNvPr>
          <p:cNvSpPr/>
          <p:nvPr/>
        </p:nvSpPr>
        <p:spPr>
          <a:xfrm>
            <a:off x="2586738"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35" name="Rectangle 34">
            <a:hlinkClick r:id="rId8" action="ppaction://hlinksldjump"/>
            <a:extLst>
              <a:ext uri="{FF2B5EF4-FFF2-40B4-BE49-F238E27FC236}">
                <a16:creationId xmlns:a16="http://schemas.microsoft.com/office/drawing/2014/main" id="{D30E8CEC-E7E3-4F75-AA68-413DA681B216}"/>
              </a:ext>
            </a:extLst>
          </p:cNvPr>
          <p:cNvSpPr/>
          <p:nvPr/>
        </p:nvSpPr>
        <p:spPr>
          <a:xfrm>
            <a:off x="4690485"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37" name="Rectangle 36">
            <a:hlinkClick r:id="rId9" action="ppaction://hlinksldjump"/>
            <a:extLst>
              <a:ext uri="{FF2B5EF4-FFF2-40B4-BE49-F238E27FC236}">
                <a16:creationId xmlns:a16="http://schemas.microsoft.com/office/drawing/2014/main" id="{103C5B73-1876-4C7F-BA02-A32E0D8D458E}"/>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40" name="Rectangle 39">
            <a:hlinkClick r:id="rId10" action="ppaction://hlinksldjump"/>
            <a:extLst>
              <a:ext uri="{FF2B5EF4-FFF2-40B4-BE49-F238E27FC236}">
                <a16:creationId xmlns:a16="http://schemas.microsoft.com/office/drawing/2014/main" id="{127B65F4-AD90-4FB3-ACF9-A794D227E1BA}"/>
              </a:ext>
            </a:extLst>
          </p:cNvPr>
          <p:cNvSpPr/>
          <p:nvPr/>
        </p:nvSpPr>
        <p:spPr>
          <a:xfrm>
            <a:off x="4690485"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842FFA9D-DCE6-A4E1-3FD7-603EAF66DD9E}"/>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79532B81-63EA-BBCF-7E8F-7FCE4E00BD4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916395E5-9004-AEE3-D673-443743BEB01A}"/>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TextBox 5">
            <a:extLst>
              <a:ext uri="{FF2B5EF4-FFF2-40B4-BE49-F238E27FC236}">
                <a16:creationId xmlns:a16="http://schemas.microsoft.com/office/drawing/2014/main" id="{C338C11A-DCA6-6D5B-BFA9-E460C08B4417}"/>
              </a:ext>
            </a:extLst>
          </p:cNvPr>
          <p:cNvSpPr txBox="1"/>
          <p:nvPr/>
        </p:nvSpPr>
        <p:spPr>
          <a:xfrm>
            <a:off x="7236178" y="5283200"/>
            <a:ext cx="4472830" cy="923330"/>
          </a:xfrm>
          <a:prstGeom prst="rect">
            <a:avLst/>
          </a:prstGeom>
          <a:noFill/>
          <a:ln w="38100">
            <a:solidFill>
              <a:schemeClr val="tx1"/>
            </a:solidFill>
          </a:ln>
        </p:spPr>
        <p:txBody>
          <a:bodyPr wrap="square" rtlCol="0">
            <a:spAutoFit/>
          </a:bodyPr>
          <a:lstStyle/>
          <a:p>
            <a:r>
              <a:rPr lang="en-US">
                <a:solidFill>
                  <a:schemeClr val="accent1"/>
                </a:solidFill>
              </a:rPr>
              <a:t>Go to the next slide to learn more about the advanced Intune Suite features not part of the E3/E5 licenses</a:t>
            </a:r>
          </a:p>
        </p:txBody>
      </p:sp>
      <p:pic>
        <p:nvPicPr>
          <p:cNvPr id="7" name="Picture 6">
            <a:hlinkClick r:id="rId12" action="ppaction://hlinksldjump"/>
            <a:extLst>
              <a:ext uri="{FF2B5EF4-FFF2-40B4-BE49-F238E27FC236}">
                <a16:creationId xmlns:a16="http://schemas.microsoft.com/office/drawing/2014/main" id="{6D177B9C-FCBE-73B9-1761-D695E519C9F5}"/>
              </a:ext>
            </a:extLst>
          </p:cNvPr>
          <p:cNvPicPr>
            <a:picLocks noChangeAspect="1"/>
          </p:cNvPicPr>
          <p:nvPr/>
        </p:nvPicPr>
        <p:blipFill>
          <a:blip r:embed="rId13"/>
          <a:stretch>
            <a:fillRect/>
          </a:stretch>
        </p:blipFill>
        <p:spPr>
          <a:xfrm>
            <a:off x="0" y="0"/>
            <a:ext cx="211626" cy="6858000"/>
          </a:xfrm>
          <a:prstGeom prst="rect">
            <a:avLst/>
          </a:prstGeom>
        </p:spPr>
      </p:pic>
      <p:sp>
        <p:nvSpPr>
          <p:cNvPr id="8" name="Rectangle 7">
            <a:hlinkHover r:id="rId14" action="ppaction://hlinksldjump"/>
            <a:extLst>
              <a:ext uri="{FF2B5EF4-FFF2-40B4-BE49-F238E27FC236}">
                <a16:creationId xmlns:a16="http://schemas.microsoft.com/office/drawing/2014/main" id="{C6980362-D941-1848-DFB3-BAFF9D15018D}"/>
              </a:ext>
            </a:extLst>
          </p:cNvPr>
          <p:cNvSpPr/>
          <p:nvPr/>
        </p:nvSpPr>
        <p:spPr>
          <a:xfrm>
            <a:off x="2586738"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350395247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7495A7A1-0A1A-8A9D-5787-FF5874974875}"/>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BBC7310E-78D9-BCD3-B76D-1A848EF6A407}"/>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Intune Advanced</a:t>
            </a:r>
          </a:p>
        </p:txBody>
      </p:sp>
      <p:sp>
        <p:nvSpPr>
          <p:cNvPr id="2" name="TextBox 1">
            <a:extLst>
              <a:ext uri="{FF2B5EF4-FFF2-40B4-BE49-F238E27FC236}">
                <a16:creationId xmlns:a16="http://schemas.microsoft.com/office/drawing/2014/main" id="{9D8685BF-9969-40D6-E932-0D4B4F4910F8}"/>
              </a:ext>
            </a:extLst>
          </p:cNvPr>
          <p:cNvSpPr txBox="1"/>
          <p:nvPr/>
        </p:nvSpPr>
        <p:spPr>
          <a:xfrm>
            <a:off x="482991" y="822960"/>
            <a:ext cx="11301178" cy="20928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fontAlgn="t"/>
            <a:r>
              <a:rPr lang="en-US" sz="1600"/>
              <a:t>Intune in </a:t>
            </a:r>
            <a:r>
              <a:rPr lang="en-US" sz="1600" b="1"/>
              <a:t>Microsoft 365 E5</a:t>
            </a:r>
            <a:r>
              <a:rPr lang="en-US" sz="1600"/>
              <a:t> adds </a:t>
            </a:r>
            <a:r>
              <a:rPr lang="en-US" sz="1600" b="1"/>
              <a:t>advanced Zero Trust enforcement and automation</a:t>
            </a:r>
            <a:r>
              <a:rPr lang="en-US" sz="1600"/>
              <a:t> on endpoints, focused on </a:t>
            </a:r>
            <a:r>
              <a:rPr lang="en-US" sz="1600" i="1"/>
              <a:t>least‑privilege execution, app trust, and certificate‑based identity</a:t>
            </a:r>
            <a:r>
              <a:rPr lang="en-US" sz="1600"/>
              <a:t>. These capabilities move Intune from </a:t>
            </a:r>
            <a:r>
              <a:rPr lang="en-US" sz="1600" i="1"/>
              <a:t>device management</a:t>
            </a:r>
            <a:r>
              <a:rPr lang="en-US" sz="1600"/>
              <a:t> to </a:t>
            </a:r>
            <a:r>
              <a:rPr lang="en-US" sz="1600" i="1"/>
              <a:t>endpoint security control</a:t>
            </a:r>
            <a:r>
              <a:rPr lang="en-US" sz="1600"/>
              <a:t> integrated with Entra, Defender, and Purview.</a:t>
            </a:r>
            <a:br>
              <a:rPr lang="en-US" sz="1600"/>
            </a:br>
            <a:r>
              <a:rPr lang="en-US" sz="1600" b="1"/>
              <a:t>Endpoint Privilege Management (EPM)</a:t>
            </a:r>
            <a:r>
              <a:rPr lang="en-US" sz="1600"/>
              <a:t> – just‑in‑time elevation without local admin </a:t>
            </a:r>
            <a:r>
              <a:rPr lang="en-US" sz="1600" b="1"/>
              <a:t>Enterprise Application Management (EAM)</a:t>
            </a:r>
            <a:r>
              <a:rPr lang="en-US" sz="1600"/>
              <a:t> – curated, trusted enterprise app catalog and lifecycle control </a:t>
            </a:r>
            <a:r>
              <a:rPr lang="en-US" sz="1600" b="1"/>
              <a:t>Microsoft Cloud PKI</a:t>
            </a:r>
            <a:r>
              <a:rPr lang="en-US" sz="1600"/>
              <a:t> – cloud‑native certificate issuance for Wi‑Fi, VPN, and app authentication</a:t>
            </a:r>
          </a:p>
          <a:p>
            <a:pPr fontAlgn="t"/>
            <a:endParaRPr lang="en-US" sz="1600"/>
          </a:p>
        </p:txBody>
      </p:sp>
      <p:sp>
        <p:nvSpPr>
          <p:cNvPr id="57" name="TextBox 56">
            <a:extLst>
              <a:ext uri="{FF2B5EF4-FFF2-40B4-BE49-F238E27FC236}">
                <a16:creationId xmlns:a16="http://schemas.microsoft.com/office/drawing/2014/main" id="{C643ADC4-F087-B3F5-5F21-F8B5E9DAD11B}"/>
              </a:ext>
            </a:extLst>
          </p:cNvPr>
          <p:cNvSpPr txBox="1"/>
          <p:nvPr/>
        </p:nvSpPr>
        <p:spPr>
          <a:xfrm>
            <a:off x="482991" y="2681729"/>
            <a:ext cx="11226018" cy="113877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hlinkClick r:id="rId3"/>
              </a:rPr>
              <a:t>What is Microsoft Intune | Microsoft Learn </a:t>
            </a:r>
            <a:b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br>
            <a:r>
              <a:rPr lang="en-US" sz="1600">
                <a:hlinkClick r:id="rId4"/>
              </a:rPr>
              <a:t>Microsoft Intune documentation - Microsoft Intune | Microsoft Learn</a:t>
            </a:r>
            <a:endParaRPr lang="en-US"/>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1CF9C6B5-17D9-1689-4036-2523709BC0A7}"/>
              </a:ext>
            </a:extLst>
          </p:cNvPr>
          <p:cNvCxnSpPr/>
          <p:nvPr/>
        </p:nvCxnSpPr>
        <p:spPr>
          <a:xfrm>
            <a:off x="520571" y="2681729"/>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3BA05137-D7B6-DAA1-DC6A-464832EC0E76}"/>
              </a:ext>
            </a:extLst>
          </p:cNvPr>
          <p:cNvCxnSpPr/>
          <p:nvPr/>
        </p:nvCxnSpPr>
        <p:spPr>
          <a:xfrm>
            <a:off x="482991" y="356510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C0943236-95DD-1A1D-C12E-F2C9FD3E0581}"/>
              </a:ext>
            </a:extLst>
          </p:cNvPr>
          <p:cNvSpPr txBox="1"/>
          <p:nvPr/>
        </p:nvSpPr>
        <p:spPr>
          <a:xfrm>
            <a:off x="482991" y="3576345"/>
            <a:ext cx="11226018" cy="113877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285750" indent="-285750" fontAlgn="t">
              <a:buFont typeface="Arial" panose="020B0604020202020204" pitchFamily="34" charset="0"/>
              <a:buChar char="•"/>
            </a:pPr>
            <a:r>
              <a:rPr lang="en-US" sz="1600"/>
              <a:t>Eliminates standing local admin while preserving user productivity through controlled elevation</a:t>
            </a:r>
          </a:p>
          <a:p>
            <a:pPr marL="285750" indent="-285750" fontAlgn="t">
              <a:buFont typeface="Arial" panose="020B0604020202020204" pitchFamily="34" charset="0"/>
              <a:buChar char="•"/>
            </a:pPr>
            <a:r>
              <a:rPr lang="en-US" sz="1600"/>
              <a:t>Enforces trusted application execution and simplifies enterprise app lifecycle management</a:t>
            </a:r>
          </a:p>
          <a:p>
            <a:pPr marL="285750" indent="-285750" fontAlgn="t">
              <a:buFont typeface="Arial" panose="020B0604020202020204" pitchFamily="34" charset="0"/>
              <a:buChar char="•"/>
            </a:pPr>
            <a:r>
              <a:rPr lang="en-US" sz="1600"/>
              <a:t>Replaces on‑prem PKI with cloud‑native certificate issuance for Zero Trust access</a:t>
            </a:r>
          </a:p>
        </p:txBody>
      </p:sp>
      <p:cxnSp>
        <p:nvCxnSpPr>
          <p:cNvPr id="68" name="Straight Connector 67">
            <a:extLst>
              <a:ext uri="{FF2B5EF4-FFF2-40B4-BE49-F238E27FC236}">
                <a16:creationId xmlns:a16="http://schemas.microsoft.com/office/drawing/2014/main" id="{AF4121C7-78EA-A2BE-2025-6487003776DA}"/>
              </a:ext>
            </a:extLst>
          </p:cNvPr>
          <p:cNvCxnSpPr/>
          <p:nvPr/>
        </p:nvCxnSpPr>
        <p:spPr>
          <a:xfrm>
            <a:off x="482991" y="494180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092F770E-C7B5-DD21-6576-806D46A19D3B}"/>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95BB1DB-BEC5-2065-1C4A-BB92D44E1CFF}"/>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40" name="Rectangle 39">
            <a:hlinkClick r:id="rId5" action="ppaction://hlinksldjump"/>
            <a:extLst>
              <a:ext uri="{FF2B5EF4-FFF2-40B4-BE49-F238E27FC236}">
                <a16:creationId xmlns:a16="http://schemas.microsoft.com/office/drawing/2014/main" id="{846944A6-6E6F-1F9F-819E-9308AA8B774B}"/>
              </a:ext>
            </a:extLst>
          </p:cNvPr>
          <p:cNvSpPr/>
          <p:nvPr/>
        </p:nvSpPr>
        <p:spPr>
          <a:xfrm>
            <a:off x="594895" y="541307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FE7E84D5-E35B-B486-321B-D0AE14D981CE}"/>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A0D8E5B5-3054-383F-1097-13C652CF54D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432ACB72-6C62-A412-4794-29FBA1778A1B}"/>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TextBox 6">
            <a:extLst>
              <a:ext uri="{FF2B5EF4-FFF2-40B4-BE49-F238E27FC236}">
                <a16:creationId xmlns:a16="http://schemas.microsoft.com/office/drawing/2014/main" id="{7F80436B-C75D-CCEF-BB15-23045B738746}"/>
              </a:ext>
            </a:extLst>
          </p:cNvPr>
          <p:cNvSpPr txBox="1"/>
          <p:nvPr/>
        </p:nvSpPr>
        <p:spPr>
          <a:xfrm>
            <a:off x="4011439" y="5015511"/>
            <a:ext cx="7585666" cy="1477328"/>
          </a:xfrm>
          <a:prstGeom prst="rect">
            <a:avLst/>
          </a:prstGeom>
          <a:noFill/>
          <a:ln w="38100">
            <a:solidFill>
              <a:schemeClr val="tx1"/>
            </a:solidFill>
          </a:ln>
        </p:spPr>
        <p:txBody>
          <a:bodyPr wrap="square" rtlCol="0">
            <a:spAutoFit/>
          </a:bodyPr>
          <a:lstStyle/>
          <a:p>
            <a:pPr fontAlgn="t"/>
            <a:r>
              <a:rPr lang="en-US"/>
              <a:t>The standalone Microsoft Intune Suite add‑on is being folded into Microsoft 365 E3 and E5, so it’s no longer positioned as a separate SKU—capabilities are delivered directly through the base suites instead of a bolt‑on. O365 E5 and Enterprise Management and Security suites are not sufficient for the add-on and P2 Licenses.</a:t>
            </a:r>
          </a:p>
        </p:txBody>
      </p:sp>
      <p:pic>
        <p:nvPicPr>
          <p:cNvPr id="6" name="Picture 5">
            <a:hlinkClick r:id="rId7" action="ppaction://hlinksldjump"/>
            <a:extLst>
              <a:ext uri="{FF2B5EF4-FFF2-40B4-BE49-F238E27FC236}">
                <a16:creationId xmlns:a16="http://schemas.microsoft.com/office/drawing/2014/main" id="{A663534E-9236-48A5-5859-F7E35E29CEC9}"/>
              </a:ext>
            </a:extLst>
          </p:cNvPr>
          <p:cNvPicPr>
            <a:picLocks noChangeAspect="1"/>
          </p:cNvPicPr>
          <p:nvPr/>
        </p:nvPicPr>
        <p:blipFill>
          <a:blip r:embed="rId8"/>
          <a:stretch>
            <a:fillRect/>
          </a:stretch>
        </p:blipFill>
        <p:spPr>
          <a:xfrm>
            <a:off x="0" y="0"/>
            <a:ext cx="211626" cy="6858000"/>
          </a:xfrm>
          <a:prstGeom prst="rect">
            <a:avLst/>
          </a:prstGeom>
        </p:spPr>
      </p:pic>
      <p:sp>
        <p:nvSpPr>
          <p:cNvPr id="8" name="Rectangle 7">
            <a:hlinkHover r:id="rId9" action="ppaction://hlinksldjump"/>
            <a:extLst>
              <a:ext uri="{FF2B5EF4-FFF2-40B4-BE49-F238E27FC236}">
                <a16:creationId xmlns:a16="http://schemas.microsoft.com/office/drawing/2014/main" id="{06782337-DF5B-3E27-8BEC-6A0A1C159523}"/>
              </a:ext>
            </a:extLst>
          </p:cNvPr>
          <p:cNvSpPr/>
          <p:nvPr/>
        </p:nvSpPr>
        <p:spPr>
          <a:xfrm>
            <a:off x="594894" y="5909295"/>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142624224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663262" y="173237"/>
            <a:ext cx="1086547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for Endpoints P2 (MDE) – Clients Only</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50" b="0" i="0" u="none" strike="noStrike" kern="1200" cap="none" spc="0" normalizeH="0" baseline="0" noProof="0">
                <a:ln>
                  <a:noFill/>
                </a:ln>
                <a:solidFill>
                  <a:prstClr val="black"/>
                </a:solidFill>
                <a:effectLst/>
                <a:uLnTx/>
                <a:uFillTx/>
                <a:latin typeface="Calibri" panose="020F0502020204030204"/>
                <a:ea typeface="+mn-ea"/>
                <a:cs typeface="+mn-cs"/>
              </a:rPr>
              <a:t>MDE is a platform designed to help enterprise networks prevent, detect, investigate, and respond to advanced threats. MDE uses the following combination of OS technology and agents (native to Windows 10/11) and Microsoft's robust cloud service: </a:t>
            </a:r>
            <a:r>
              <a:rPr kumimoji="0" lang="en-US" sz="1550" b="1" i="0" u="none" strike="noStrike" kern="1200" cap="none" spc="0" normalizeH="0" baseline="0" noProof="0">
                <a:ln>
                  <a:noFill/>
                </a:ln>
                <a:solidFill>
                  <a:prstClr val="black"/>
                </a:solidFill>
                <a:effectLst/>
                <a:uLnTx/>
                <a:uFillTx/>
                <a:latin typeface="Calibri" panose="020F0502020204030204"/>
                <a:ea typeface="+mn-ea"/>
                <a:cs typeface="+mn-cs"/>
              </a:rPr>
              <a:t>Endpoint behavioral sensors</a:t>
            </a:r>
            <a:r>
              <a:rPr kumimoji="0" lang="en-US" sz="1550" b="0" i="0" u="none" strike="noStrike" kern="1200" cap="none" spc="0" normalizeH="0" baseline="0" noProof="0">
                <a:ln>
                  <a:noFill/>
                </a:ln>
                <a:solidFill>
                  <a:prstClr val="black"/>
                </a:solidFill>
                <a:effectLst/>
                <a:uLnTx/>
                <a:uFillTx/>
                <a:latin typeface="Calibri" panose="020F0502020204030204"/>
                <a:ea typeface="+mn-ea"/>
                <a:cs typeface="+mn-cs"/>
              </a:rPr>
              <a:t>: These sensors collect and process behavioral signals from the operating system and send this sensor data to your private, isolated, cloud instance of MDE; </a:t>
            </a:r>
            <a:r>
              <a:rPr kumimoji="0" lang="en-US" sz="1550" b="1" i="0" u="none" strike="noStrike" kern="1200" cap="none" spc="0" normalizeH="0" baseline="0" noProof="0">
                <a:ln>
                  <a:noFill/>
                </a:ln>
                <a:solidFill>
                  <a:prstClr val="black"/>
                </a:solidFill>
                <a:effectLst/>
                <a:uLnTx/>
                <a:uFillTx/>
                <a:latin typeface="Calibri" panose="020F0502020204030204"/>
                <a:ea typeface="+mn-ea"/>
                <a:cs typeface="+mn-cs"/>
              </a:rPr>
              <a:t>Cloud security analytics</a:t>
            </a:r>
            <a:r>
              <a:rPr kumimoji="0" lang="en-US" sz="1550" b="0" i="0" u="none" strike="noStrike" kern="1200" cap="none" spc="0" normalizeH="0" baseline="0" noProof="0">
                <a:ln>
                  <a:noFill/>
                </a:ln>
                <a:solidFill>
                  <a:prstClr val="black"/>
                </a:solidFill>
                <a:effectLst/>
                <a:uLnTx/>
                <a:uFillTx/>
                <a:latin typeface="Calibri" panose="020F0502020204030204"/>
                <a:ea typeface="+mn-ea"/>
                <a:cs typeface="+mn-cs"/>
              </a:rPr>
              <a:t>: Leveraging big-data, machine-learning, and unique Microsoft optics across the Windows ecosystem, enterprise cloud products (such as Office 365), and online assets, behavioral signals are translated into insights, detections, and recommended responses to advanced threats; </a:t>
            </a:r>
            <a:r>
              <a:rPr kumimoji="0" lang="en-US" sz="1550" b="1" i="0" u="none" strike="noStrike" kern="1200" cap="none" spc="0" normalizeH="0" baseline="0" noProof="0">
                <a:ln>
                  <a:noFill/>
                </a:ln>
                <a:solidFill>
                  <a:prstClr val="black"/>
                </a:solidFill>
                <a:effectLst/>
                <a:uLnTx/>
                <a:uFillTx/>
                <a:latin typeface="Calibri" panose="020F0502020204030204"/>
                <a:ea typeface="+mn-ea"/>
                <a:cs typeface="+mn-cs"/>
              </a:rPr>
              <a:t>Threat intelligence</a:t>
            </a:r>
            <a:r>
              <a:rPr kumimoji="0" lang="en-US" sz="1550" b="0" i="0" u="none" strike="noStrike" kern="1200" cap="none" spc="0" normalizeH="0" baseline="0" noProof="0">
                <a:ln>
                  <a:noFill/>
                </a:ln>
                <a:solidFill>
                  <a:prstClr val="black"/>
                </a:solidFill>
                <a:effectLst/>
                <a:uLnTx/>
                <a:uFillTx/>
                <a:latin typeface="Calibri" panose="020F0502020204030204"/>
                <a:ea typeface="+mn-ea"/>
                <a:cs typeface="+mn-cs"/>
              </a:rPr>
              <a:t>: Generated by Microsoft hunters, security teams, and augmented by threat intelligence provided by partners, threat intelligence enables MDE to identify attacker tools, techniques, and procedures, and generate alerts when these are observed in collected sensor data.</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3102464"/>
            <a:ext cx="11226018" cy="61555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Microsoft Defender for Endpoint - Microsoft Defender for Endpoint | Microsoft Learn</a:t>
            </a:r>
            <a:endParaRPr kumimoji="0" lang="en-GB" sz="155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3132263"/>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93443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904640"/>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dirty="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50" b="0" i="0" u="none" strike="noStrike" kern="1200" cap="none" spc="0" normalizeH="0" baseline="0" noProof="0" dirty="0">
                <a:ln>
                  <a:noFill/>
                </a:ln>
                <a:solidFill>
                  <a:prstClr val="black"/>
                </a:solidFill>
                <a:effectLst/>
                <a:uLnTx/>
                <a:uFillTx/>
                <a:latin typeface="Calibri" panose="020F0502020204030204"/>
                <a:ea typeface="+mn-ea"/>
                <a:cs typeface="+mn-cs"/>
              </a:rPr>
              <a:t>Ensure security over your endpoints, Not just Windows 10/11, but also </a:t>
            </a:r>
            <a:r>
              <a:rPr kumimoji="0" lang="en-US" sz="1550" b="0" i="0" u="none" strike="noStrike" kern="1200" cap="none" spc="0" normalizeH="0" baseline="0" noProof="0" dirty="0">
                <a:ln>
                  <a:noFill/>
                </a:ln>
                <a:solidFill>
                  <a:prstClr val="black"/>
                </a:solidFill>
                <a:effectLst/>
                <a:uLnTx/>
                <a:uFillTx/>
                <a:latin typeface="Calibri" panose="020F0502020204030204"/>
                <a:ea typeface="+mn-ea"/>
                <a:cs typeface="+mn-cs"/>
                <a:hlinkClick r:id="rId4"/>
              </a:rPr>
              <a:t>previous version of Windows</a:t>
            </a:r>
            <a:r>
              <a:rPr kumimoji="0" lang="en-US" sz="155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550" b="0" i="0" u="none" strike="noStrike" kern="1200" cap="none" spc="0" normalizeH="0" baseline="0" noProof="0" dirty="0">
                <a:ln>
                  <a:noFill/>
                </a:ln>
                <a:solidFill>
                  <a:prstClr val="black"/>
                </a:solidFill>
                <a:effectLst/>
                <a:uLnTx/>
                <a:uFillTx/>
                <a:latin typeface="Calibri" panose="020F0502020204030204"/>
                <a:ea typeface="+mn-ea"/>
                <a:cs typeface="+mn-cs"/>
                <a:hlinkClick r:id="rId5"/>
              </a:rPr>
              <a:t>Windows Server</a:t>
            </a:r>
            <a:r>
              <a:rPr kumimoji="0" lang="en-US" sz="155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550" b="0" i="0" u="none" strike="noStrike" kern="1200" cap="none" spc="0" normalizeH="0" baseline="0" noProof="0" dirty="0">
                <a:ln>
                  <a:noFill/>
                </a:ln>
                <a:solidFill>
                  <a:prstClr val="black"/>
                </a:solidFill>
                <a:effectLst/>
                <a:uLnTx/>
                <a:uFillTx/>
                <a:latin typeface="Calibri" panose="020F0502020204030204"/>
                <a:ea typeface="+mn-ea"/>
                <a:cs typeface="+mn-cs"/>
                <a:hlinkClick r:id="rId6"/>
              </a:rPr>
              <a:t>macOS </a:t>
            </a:r>
            <a:r>
              <a:rPr kumimoji="0" lang="en-US" sz="1550" b="0" i="0" u="none" strike="noStrike" kern="1200" cap="none" spc="0" normalizeH="0" baseline="0" noProof="0" dirty="0">
                <a:ln>
                  <a:noFill/>
                </a:ln>
                <a:solidFill>
                  <a:prstClr val="black"/>
                </a:solidFill>
                <a:effectLst/>
                <a:uLnTx/>
                <a:uFillTx/>
                <a:latin typeface="Calibri" panose="020F0502020204030204"/>
                <a:ea typeface="+mn-ea"/>
                <a:cs typeface="+mn-cs"/>
              </a:rPr>
              <a:t>and </a:t>
            </a:r>
            <a:r>
              <a:rPr kumimoji="0" lang="en-US" sz="1550" b="0" i="0" u="none" strike="noStrike" kern="1200" cap="none" spc="0" normalizeH="0" baseline="0" noProof="0" dirty="0">
                <a:ln>
                  <a:noFill/>
                </a:ln>
                <a:solidFill>
                  <a:prstClr val="black"/>
                </a:solidFill>
                <a:effectLst/>
                <a:uLnTx/>
                <a:uFillTx/>
                <a:latin typeface="Calibri" panose="020F0502020204030204"/>
                <a:ea typeface="+mn-ea"/>
                <a:cs typeface="+mn-cs"/>
                <a:hlinkClick r:id="rId7"/>
              </a:rPr>
              <a:t>Linux</a:t>
            </a:r>
            <a:r>
              <a:rPr kumimoji="0" lang="en-US" sz="1550" b="0" i="0" u="none" strike="noStrike" kern="1200" cap="none" spc="0" normalizeH="0" baseline="0" noProof="0" dirty="0">
                <a:ln>
                  <a:noFill/>
                </a:ln>
                <a:solidFill>
                  <a:prstClr val="black"/>
                </a:solidFill>
                <a:effectLst/>
                <a:uLnTx/>
                <a:uFillTx/>
                <a:latin typeface="Calibri" panose="020F0502020204030204"/>
                <a:ea typeface="+mn-ea"/>
                <a:cs typeface="+mn-cs"/>
              </a:rPr>
              <a:t>; Gain greater protection, deeper insights and effectively respond to threats, including advanced persistent threats, in your enterprise; </a:t>
            </a:r>
            <a:r>
              <a:rPr kumimoji="0" lang="en-US" sz="1550" b="0" i="0" u="none" strike="noStrike" kern="1200" cap="none" spc="0" normalizeH="0" baseline="0" noProof="0" dirty="0">
                <a:ln>
                  <a:noFill/>
                </a:ln>
                <a:solidFill>
                  <a:prstClr val="black"/>
                </a:solidFill>
                <a:effectLst/>
                <a:uLnTx/>
                <a:uFillTx/>
                <a:latin typeface="Calibri" panose="020F0502020204030204"/>
                <a:ea typeface="+mn-ea"/>
                <a:cs typeface="+mn-cs"/>
                <a:hlinkClick r:id="rId8"/>
              </a:rPr>
              <a:t>Integrate</a:t>
            </a:r>
            <a:r>
              <a:rPr kumimoji="0" lang="en-US" sz="1550" b="0" i="0" u="none" strike="noStrike" kern="1200" cap="none" spc="0" normalizeH="0" baseline="0" noProof="0" dirty="0">
                <a:ln>
                  <a:noFill/>
                </a:ln>
                <a:solidFill>
                  <a:prstClr val="black"/>
                </a:solidFill>
                <a:effectLst/>
                <a:uLnTx/>
                <a:uFillTx/>
                <a:latin typeface="Calibri" panose="020F0502020204030204"/>
                <a:ea typeface="+mn-ea"/>
                <a:cs typeface="+mn-cs"/>
              </a:rPr>
              <a:t> with advanced Microsoft solutions with </a:t>
            </a:r>
            <a:r>
              <a:rPr kumimoji="0" lang="en-US" sz="1550" b="0" i="0" u="none" strike="noStrike" kern="1200" cap="none" spc="0" normalizeH="0" baseline="0" noProof="0" dirty="0">
                <a:ln>
                  <a:noFill/>
                </a:ln>
                <a:solidFill>
                  <a:prstClr val="black"/>
                </a:solidFill>
                <a:effectLst/>
                <a:uLnTx/>
                <a:uFillTx/>
                <a:latin typeface="Calibri" panose="020F0502020204030204"/>
                <a:ea typeface="+mn-ea"/>
                <a:cs typeface="+mn-cs"/>
                <a:hlinkClick r:id="rId9"/>
              </a:rPr>
              <a:t>Microsoft Defender XDR</a:t>
            </a:r>
            <a:r>
              <a:rPr kumimoji="0" lang="en-US" sz="155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GB" sz="155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8283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8" name="Rectangle 37">
            <a:hlinkClick r:id="rId10" action="ppaction://hlinksldjump"/>
            <a:extLst>
              <a:ext uri="{FF2B5EF4-FFF2-40B4-BE49-F238E27FC236}">
                <a16:creationId xmlns:a16="http://schemas.microsoft.com/office/drawing/2014/main" id="{B89DDDA5-4DF0-42DC-B870-3DB4AD98C948}"/>
              </a:ext>
            </a:extLst>
          </p:cNvPr>
          <p:cNvSpPr/>
          <p:nvPr/>
        </p:nvSpPr>
        <p:spPr>
          <a:xfrm>
            <a:off x="482990"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Windows Enterprise E5</a:t>
            </a:r>
          </a:p>
        </p:txBody>
      </p:sp>
      <p:sp>
        <p:nvSpPr>
          <p:cNvPr id="40" name="Rectangle 39">
            <a:hlinkClick r:id="rId11" action="ppaction://hlinksldjump"/>
            <a:extLst>
              <a:ext uri="{FF2B5EF4-FFF2-40B4-BE49-F238E27FC236}">
                <a16:creationId xmlns:a16="http://schemas.microsoft.com/office/drawing/2014/main" id="{127B65F4-AD90-4FB3-ACF9-A794D227E1BA}"/>
              </a:ext>
            </a:extLst>
          </p:cNvPr>
          <p:cNvSpPr/>
          <p:nvPr/>
        </p:nvSpPr>
        <p:spPr>
          <a:xfrm>
            <a:off x="2754487" y="544156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3" name="TextBox 2">
            <a:extLst>
              <a:ext uri="{FF2B5EF4-FFF2-40B4-BE49-F238E27FC236}">
                <a16:creationId xmlns:a16="http://schemas.microsoft.com/office/drawing/2014/main" id="{9FCFBC9F-EBD1-41DD-BA8E-871ABCCBB45A}"/>
              </a:ext>
            </a:extLst>
          </p:cNvPr>
          <p:cNvSpPr txBox="1"/>
          <p:nvPr/>
        </p:nvSpPr>
        <p:spPr>
          <a:xfrm>
            <a:off x="5025983" y="5013417"/>
            <a:ext cx="7053437" cy="1600438"/>
          </a:xfrm>
          <a:prstGeom prst="rect">
            <a:avLst/>
          </a:prstGeom>
          <a:noFill/>
          <a:ln>
            <a:solidFill>
              <a:schemeClr val="accent1"/>
            </a:solidFill>
          </a:ln>
        </p:spPr>
        <p:txBody>
          <a:bodyPr wrap="square" rtlCol="0" anchor="ctr">
            <a:spAutoFit/>
          </a:bodyPr>
          <a:lstStyle/>
          <a:p>
            <a:pPr fontAlgn="t"/>
            <a:r>
              <a:rPr lang="en-US" sz="1400" b="1" dirty="0"/>
              <a:t>IMPORTANT:</a:t>
            </a:r>
            <a:r>
              <a:rPr lang="en-US" sz="1400" dirty="0"/>
              <a:t> Microsoft 365 E5/E7 and Windows Enterprise E5/E7 include Microsoft Defender for Endpoint for client operating systems only (Windows 10/11, macOS, iOS, Android, and VDI). Windows Server and Linux Server operating systems are </a:t>
            </a:r>
            <a:r>
              <a:rPr lang="en-US" sz="1400" b="1" dirty="0"/>
              <a:t>not included</a:t>
            </a:r>
            <a:r>
              <a:rPr lang="en-US" sz="1400" dirty="0"/>
              <a:t> and require separate licensing through Microsoft Defender for Servers (P1/P2) or standalone server licensing.</a:t>
            </a:r>
            <a:br>
              <a:rPr lang="en-US" sz="1400" dirty="0"/>
            </a:br>
            <a:r>
              <a:rPr lang="en-US" sz="1400" b="1" dirty="0"/>
              <a:t>For Windows Server and Linux Server workloads</a:t>
            </a:r>
            <a:r>
              <a:rPr lang="en-US" sz="1400" dirty="0"/>
              <a:t>, see Defender for Servers (P1/P2) on </a:t>
            </a:r>
            <a:r>
              <a:rPr lang="en-US" sz="1400" dirty="0">
                <a:hlinkClick r:id="rId12" action="ppaction://hlinksldjump"/>
              </a:rPr>
              <a:t>Slide 143.</a:t>
            </a:r>
            <a:endParaRPr lang="en-US" sz="1400" dirty="0"/>
          </a:p>
          <a:p>
            <a:pPr fontAlgn="t">
              <a:lnSpc>
                <a:spcPct val="100000"/>
              </a:lnSpc>
              <a:buNone/>
            </a:pPr>
            <a:endParaRPr lang="en-US" sz="1400" dirty="0"/>
          </a:p>
        </p:txBody>
      </p:sp>
      <p:grpSp>
        <p:nvGrpSpPr>
          <p:cNvPr id="4" name="Group 3">
            <a:extLst>
              <a:ext uri="{FF2B5EF4-FFF2-40B4-BE49-F238E27FC236}">
                <a16:creationId xmlns:a16="http://schemas.microsoft.com/office/drawing/2014/main" id="{EF0672A9-A062-4222-D586-4211A64A43FD}"/>
              </a:ext>
            </a:extLst>
          </p:cNvPr>
          <p:cNvGrpSpPr/>
          <p:nvPr/>
        </p:nvGrpSpPr>
        <p:grpSpPr>
          <a:xfrm>
            <a:off x="11331950" y="58136"/>
            <a:ext cx="754117" cy="803729"/>
            <a:chOff x="9401324" y="101482"/>
            <a:chExt cx="754117" cy="803729"/>
          </a:xfrm>
        </p:grpSpPr>
        <p:pic>
          <p:nvPicPr>
            <p:cNvPr id="5" name="Graphic 4" descr="Back with solid fill">
              <a:hlinkClick r:id="" action="ppaction://hlinkshowjump?jump=lastslideviewed"/>
              <a:extLst>
                <a:ext uri="{FF2B5EF4-FFF2-40B4-BE49-F238E27FC236}">
                  <a16:creationId xmlns:a16="http://schemas.microsoft.com/office/drawing/2014/main" id="{3783280A-810C-BCAE-CEA6-2F36000A170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407970" y="101482"/>
              <a:ext cx="740824" cy="740824"/>
            </a:xfrm>
            <a:prstGeom prst="rect">
              <a:avLst/>
            </a:prstGeom>
          </p:spPr>
        </p:pic>
        <p:sp>
          <p:nvSpPr>
            <p:cNvPr id="6" name="TextBox 5">
              <a:extLst>
                <a:ext uri="{FF2B5EF4-FFF2-40B4-BE49-F238E27FC236}">
                  <a16:creationId xmlns:a16="http://schemas.microsoft.com/office/drawing/2014/main" id="{37735982-681C-0750-B57B-9A0545A804F8}"/>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Rectangle 6">
            <a:hlinkClick r:id="rId14" action="ppaction://hlinksldjump"/>
            <a:extLst>
              <a:ext uri="{FF2B5EF4-FFF2-40B4-BE49-F238E27FC236}">
                <a16:creationId xmlns:a16="http://schemas.microsoft.com/office/drawing/2014/main" id="{0AD37DAD-6C2A-41C1-2689-F78C88E7810B}"/>
              </a:ext>
            </a:extLst>
          </p:cNvPr>
          <p:cNvSpPr/>
          <p:nvPr/>
        </p:nvSpPr>
        <p:spPr>
          <a:xfrm>
            <a:off x="482989" y="543388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8" name="Picture 7">
            <a:hlinkClick r:id="rId15" action="ppaction://hlinksldjump"/>
            <a:extLst>
              <a:ext uri="{FF2B5EF4-FFF2-40B4-BE49-F238E27FC236}">
                <a16:creationId xmlns:a16="http://schemas.microsoft.com/office/drawing/2014/main" id="{ED78246E-F62C-65B1-CE68-0904A58332AD}"/>
              </a:ext>
            </a:extLst>
          </p:cNvPr>
          <p:cNvPicPr>
            <a:picLocks noChangeAspect="1"/>
          </p:cNvPicPr>
          <p:nvPr/>
        </p:nvPicPr>
        <p:blipFill>
          <a:blip r:embed="rId16"/>
          <a:stretch>
            <a:fillRect/>
          </a:stretch>
        </p:blipFill>
        <p:spPr>
          <a:xfrm>
            <a:off x="0" y="0"/>
            <a:ext cx="211626" cy="6858000"/>
          </a:xfrm>
          <a:prstGeom prst="rect">
            <a:avLst/>
          </a:prstGeom>
        </p:spPr>
      </p:pic>
      <p:sp>
        <p:nvSpPr>
          <p:cNvPr id="9" name="Rectangle 8">
            <a:hlinkHover r:id="rId17" action="ppaction://hlinksldjump"/>
            <a:extLst>
              <a:ext uri="{FF2B5EF4-FFF2-40B4-BE49-F238E27FC236}">
                <a16:creationId xmlns:a16="http://schemas.microsoft.com/office/drawing/2014/main" id="{087ADCD3-7121-F5EC-08BE-713C3FC767B5}"/>
              </a:ext>
            </a:extLst>
          </p:cNvPr>
          <p:cNvSpPr/>
          <p:nvPr/>
        </p:nvSpPr>
        <p:spPr>
          <a:xfrm>
            <a:off x="2754487" y="5944237"/>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362179549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Windows 365</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301178" cy="184665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Windows 365 is a cloud-based service that automatically creates a new type of Windows virtual machine (Cloud PCs) for your end users. Each Cloud PC is assigned to an individual user and is their dedicated Windows device. Windows 365 provides the productivity, security, and collaboration benefits of Microsoft 365. A Cloud PC is a highly available, optimized, and scalable virtual machine providing end users with a rich Windows desktop experience. It’s hosted in the Windows 365 service and is accessible from anywhere, on any device. End users have a 1:1 relationship with their Cloud PC. It’s their own personal PC in the cloud. Users can connect to their Cloud PC by using windows365.microsoft.com. Browser and app-based access is available for Windows, Mac, iOS, and Android devices.</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692095"/>
            <a:ext cx="11226018"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What is Windows 365?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hlinkClick r:id="rId4"/>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4"/>
              </a:rPr>
              <a:t>Windows 365 Enterprise documentation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680857"/>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56510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576345"/>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Windows 365 can provide secure access to your organization’s environment from any device, including BYOPC. Through simplified management, Cloud PCs can be provisioned simply by assigning licenses rather than requiring complex VDI infrastructure. Not only can Windows 365 be an effective solution for VDI, but it can also be very helpful for external contractor access without having to provide a physical device, as well as temporary devices for new starters or replacement devices during repairs.</a:t>
            </a: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4180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 name="TextBox 2">
            <a:extLst>
              <a:ext uri="{FF2B5EF4-FFF2-40B4-BE49-F238E27FC236}">
                <a16:creationId xmlns:a16="http://schemas.microsoft.com/office/drawing/2014/main" id="{AAB3A329-4350-9757-0ED2-2AFBD02AF3B3}"/>
              </a:ext>
            </a:extLst>
          </p:cNvPr>
          <p:cNvSpPr txBox="1"/>
          <p:nvPr/>
        </p:nvSpPr>
        <p:spPr>
          <a:xfrm>
            <a:off x="482991" y="5322368"/>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Windows 365 license plans are separate to Microsoft 365, they include Windows licensing and the virtual machine. More information can be found here:</a:t>
            </a:r>
            <a:b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br>
            <a:r>
              <a:rPr lang="en-US">
                <a:hlinkClick r:id="rId5"/>
              </a:rPr>
              <a:t>Windows 365 Cloud PC Plans and Pricing | Microsoft</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AA900B72-3E9D-E913-840F-36F6AD3A5736}"/>
              </a:ext>
            </a:extLst>
          </p:cNvPr>
          <p:cNvGrpSpPr/>
          <p:nvPr/>
        </p:nvGrpSpPr>
        <p:grpSpPr>
          <a:xfrm>
            <a:off x="11331950" y="58136"/>
            <a:ext cx="754117" cy="803729"/>
            <a:chOff x="9401324" y="101482"/>
            <a:chExt cx="754117" cy="803729"/>
          </a:xfrm>
        </p:grpSpPr>
        <p:pic>
          <p:nvPicPr>
            <p:cNvPr id="5" name="Graphic 4" descr="Back with solid fill">
              <a:hlinkClick r:id="" action="ppaction://hlinkshowjump?jump=lastslideviewed"/>
              <a:extLst>
                <a:ext uri="{FF2B5EF4-FFF2-40B4-BE49-F238E27FC236}">
                  <a16:creationId xmlns:a16="http://schemas.microsoft.com/office/drawing/2014/main" id="{8E3D0355-7E96-CF55-9793-5E4042393FD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6" name="TextBox 5">
              <a:extLst>
                <a:ext uri="{FF2B5EF4-FFF2-40B4-BE49-F238E27FC236}">
                  <a16:creationId xmlns:a16="http://schemas.microsoft.com/office/drawing/2014/main" id="{2E0DA8F2-8510-78A2-6778-455FC930702B}"/>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7" name="Picture 6">
            <a:hlinkClick r:id="rId7" action="ppaction://hlinksldjump"/>
            <a:extLst>
              <a:ext uri="{FF2B5EF4-FFF2-40B4-BE49-F238E27FC236}">
                <a16:creationId xmlns:a16="http://schemas.microsoft.com/office/drawing/2014/main" id="{5854AD6C-001C-8FFE-23BA-78F73045FC50}"/>
              </a:ext>
            </a:extLst>
          </p:cNvPr>
          <p:cNvPicPr>
            <a:picLocks noChangeAspect="1"/>
          </p:cNvPicPr>
          <p:nvPr/>
        </p:nvPicPr>
        <p:blipFill>
          <a:blip r:embed="rId8"/>
          <a:stretch>
            <a:fillRect/>
          </a:stretch>
        </p:blipFill>
        <p:spPr>
          <a:xfrm>
            <a:off x="0" y="0"/>
            <a:ext cx="211626" cy="6858000"/>
          </a:xfrm>
          <a:prstGeom prst="rect">
            <a:avLst/>
          </a:prstGeom>
        </p:spPr>
      </p:pic>
    </p:spTree>
    <p:extLst>
      <p:ext uri="{BB962C8B-B14F-4D97-AF65-F5344CB8AC3E}">
        <p14:creationId xmlns:p14="http://schemas.microsoft.com/office/powerpoint/2010/main" val="167903398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035424" y="173237"/>
            <a:ext cx="1012115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Advanced Classifiers</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0928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Advanced Classifiers cover enhanced capabilities for automatically identifying, classifying and protecting data. Sensitivity labels, retention labels and more Purview capabilities can use built-in sensitive information types as well a custom classifiers, trainable classifiers and exact data match. Custom classifiers may be as simple as keywords and can include Regular Expressions (RegEx). However, when it comes to more complex document types, such as identifying contracts where there is visible pattern, more advanced classifiers are required. With trainable classifiers, you present known quantities of document types, and the service uses machine learning to work out patterns – including information images – and define these as a sensitive information type. This can then be used for labelling, retention and DLP.</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907539"/>
            <a:ext cx="11226018"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Learn about sensitive information types | Microsoft Learn </a:t>
            </a:r>
            <a:br>
              <a:rPr lang="en-US" sz="1600"/>
            </a:br>
            <a:r>
              <a:rPr lang="en-US" sz="1600" err="1">
                <a:hlinkClick r:id="rId4"/>
              </a:rPr>
              <a:t>Learn</a:t>
            </a:r>
            <a:r>
              <a:rPr lang="en-US" sz="1600">
                <a:hlinkClick r:id="rId4"/>
              </a:rPr>
              <a:t> about trainable classifiers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Rectangle 8">
            <a:hlinkClick r:id="rId5" action="ppaction://hlinksldjump"/>
            <a:extLst>
              <a:ext uri="{FF2B5EF4-FFF2-40B4-BE49-F238E27FC236}">
                <a16:creationId xmlns:a16="http://schemas.microsoft.com/office/drawing/2014/main" id="{68C91F66-F285-43C2-B1AC-ACAC33F54B00}"/>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12" name="Rectangle 11">
            <a:hlinkClick r:id="rId6" action="ppaction://hlinksldjump"/>
            <a:hlinkHover r:id="rId6" action="ppaction://hlinksldjump"/>
            <a:extLst>
              <a:ext uri="{FF2B5EF4-FFF2-40B4-BE49-F238E27FC236}">
                <a16:creationId xmlns:a16="http://schemas.microsoft.com/office/drawing/2014/main" id="{A68E8F0B-3672-4B35-B5F7-8F1B15E52A44}"/>
              </a:ext>
            </a:extLst>
          </p:cNvPr>
          <p:cNvSpPr/>
          <p:nvPr/>
        </p:nvSpPr>
        <p:spPr>
          <a:xfrm>
            <a:off x="4690486"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4" name="Rectangle 13">
            <a:hlinkClick r:id="rId7" action="ppaction://hlinksldjump"/>
            <a:extLst>
              <a:ext uri="{FF2B5EF4-FFF2-40B4-BE49-F238E27FC236}">
                <a16:creationId xmlns:a16="http://schemas.microsoft.com/office/drawing/2014/main" id="{BD692875-045A-4AAF-9006-8C6070817AA6}"/>
              </a:ext>
            </a:extLst>
          </p:cNvPr>
          <p:cNvSpPr/>
          <p:nvPr/>
        </p:nvSpPr>
        <p:spPr>
          <a:xfrm>
            <a:off x="482991" y="593431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7" name="Rectangle 16">
            <a:hlinkClick r:id="rId8" action="ppaction://hlinksldjump"/>
            <a:extLst>
              <a:ext uri="{FF2B5EF4-FFF2-40B4-BE49-F238E27FC236}">
                <a16:creationId xmlns:a16="http://schemas.microsoft.com/office/drawing/2014/main" id="{CA25DFC9-6B0E-42C4-91CA-785BF22C8D63}"/>
              </a:ext>
            </a:extLst>
          </p:cNvPr>
          <p:cNvSpPr/>
          <p:nvPr/>
        </p:nvSpPr>
        <p:spPr>
          <a:xfrm>
            <a:off x="4690486" y="593431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9" name="TextBox 18">
            <a:extLst>
              <a:ext uri="{FF2B5EF4-FFF2-40B4-BE49-F238E27FC236}">
                <a16:creationId xmlns:a16="http://schemas.microsoft.com/office/drawing/2014/main" id="{94368030-E65C-4750-BBC3-D41068C8D7AB}"/>
              </a:ext>
            </a:extLst>
          </p:cNvPr>
          <p:cNvSpPr txBox="1"/>
          <p:nvPr/>
        </p:nvSpPr>
        <p:spPr>
          <a:xfrm>
            <a:off x="482991" y="4953036"/>
            <a:ext cx="358290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41015913-D1B6-41B9-8CA4-9C4BE667068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cxnSp>
        <p:nvCxnSpPr>
          <p:cNvPr id="22" name="Straight Connector 21">
            <a:extLst>
              <a:ext uri="{FF2B5EF4-FFF2-40B4-BE49-F238E27FC236}">
                <a16:creationId xmlns:a16="http://schemas.microsoft.com/office/drawing/2014/main" id="{CFB00D08-C1E5-458F-A638-CA23E1705709}"/>
              </a:ext>
            </a:extLst>
          </p:cNvPr>
          <p:cNvCxnSpPr/>
          <p:nvPr/>
        </p:nvCxnSpPr>
        <p:spPr>
          <a:xfrm>
            <a:off x="482991" y="2911690"/>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D13456F-C846-4D1B-89FF-44980D37AFBC}"/>
              </a:ext>
            </a:extLst>
          </p:cNvPr>
          <p:cNvCxnSpPr/>
          <p:nvPr/>
        </p:nvCxnSpPr>
        <p:spPr>
          <a:xfrm>
            <a:off x="482991" y="3765162"/>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0B2F4A0E-96B3-4B34-97D4-6303ABE7136D}"/>
              </a:ext>
            </a:extLst>
          </p:cNvPr>
          <p:cNvSpPr txBox="1"/>
          <p:nvPr/>
        </p:nvSpPr>
        <p:spPr>
          <a:xfrm>
            <a:off x="482991" y="3761011"/>
            <a:ext cx="1122601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Automating classification can reduce the load on end users in understanding the data they are working. This can greatly improve the accuracy of your data classification and not only get your organization into known state but also help maintain it.</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25" name="Straight Connector 24">
            <a:extLst>
              <a:ext uri="{FF2B5EF4-FFF2-40B4-BE49-F238E27FC236}">
                <a16:creationId xmlns:a16="http://schemas.microsoft.com/office/drawing/2014/main" id="{6E696E0B-F088-4A3A-9720-610064FADEB8}"/>
              </a:ext>
            </a:extLst>
          </p:cNvPr>
          <p:cNvCxnSpPr/>
          <p:nvPr/>
        </p:nvCxnSpPr>
        <p:spPr>
          <a:xfrm>
            <a:off x="482991" y="495718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6" name="Rectangle 25">
            <a:extLst>
              <a:ext uri="{FF2B5EF4-FFF2-40B4-BE49-F238E27FC236}">
                <a16:creationId xmlns:a16="http://schemas.microsoft.com/office/drawing/2014/main" id="{BAE32E2E-7CC0-4630-BBBE-BDFCFC946E90}"/>
              </a:ext>
            </a:extLst>
          </p:cNvPr>
          <p:cNvSpPr/>
          <p:nvPr/>
        </p:nvSpPr>
        <p:spPr>
          <a:xfrm>
            <a:off x="6972633" y="5437410"/>
            <a:ext cx="527816"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7" name="Rectangle 26">
            <a:extLst>
              <a:ext uri="{FF2B5EF4-FFF2-40B4-BE49-F238E27FC236}">
                <a16:creationId xmlns:a16="http://schemas.microsoft.com/office/drawing/2014/main" id="{7AAB4A60-A741-416E-88FC-EBA056A235BE}"/>
              </a:ext>
            </a:extLst>
          </p:cNvPr>
          <p:cNvSpPr/>
          <p:nvPr/>
        </p:nvSpPr>
        <p:spPr>
          <a:xfrm>
            <a:off x="6972633" y="5934313"/>
            <a:ext cx="527815"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8" name="TextBox 27">
            <a:extLst>
              <a:ext uri="{FF2B5EF4-FFF2-40B4-BE49-F238E27FC236}">
                <a16:creationId xmlns:a16="http://schemas.microsoft.com/office/drawing/2014/main" id="{8ADD9327-2E54-43EB-B6A9-5307A11C472D}"/>
              </a:ext>
            </a:extLst>
          </p:cNvPr>
          <p:cNvSpPr txBox="1"/>
          <p:nvPr/>
        </p:nvSpPr>
        <p:spPr>
          <a:xfrm>
            <a:off x="7521203" y="5493387"/>
            <a:ext cx="345075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Manual labelling and classification</a:t>
            </a:r>
          </a:p>
        </p:txBody>
      </p:sp>
      <p:sp>
        <p:nvSpPr>
          <p:cNvPr id="29" name="TextBox 28">
            <a:extLst>
              <a:ext uri="{FF2B5EF4-FFF2-40B4-BE49-F238E27FC236}">
                <a16:creationId xmlns:a16="http://schemas.microsoft.com/office/drawing/2014/main" id="{32FBE6A1-F6D4-4CD8-AF5D-093FFFA13CCB}"/>
              </a:ext>
            </a:extLst>
          </p:cNvPr>
          <p:cNvSpPr txBox="1"/>
          <p:nvPr/>
        </p:nvSpPr>
        <p:spPr>
          <a:xfrm>
            <a:off x="7521203" y="5961426"/>
            <a:ext cx="379174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Automated labelling and classification</a:t>
            </a:r>
          </a:p>
        </p:txBody>
      </p:sp>
      <p:grpSp>
        <p:nvGrpSpPr>
          <p:cNvPr id="3" name="Group 2">
            <a:extLst>
              <a:ext uri="{FF2B5EF4-FFF2-40B4-BE49-F238E27FC236}">
                <a16:creationId xmlns:a16="http://schemas.microsoft.com/office/drawing/2014/main" id="{81832209-9F70-2235-11C5-44AAFAA374CF}"/>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56001A41-0D62-56BE-5F46-70B6024EEF9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D99F47ED-E194-32FF-03AF-E70F50617190}"/>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10" action="ppaction://hlinksldjump"/>
            <a:extLst>
              <a:ext uri="{FF2B5EF4-FFF2-40B4-BE49-F238E27FC236}">
                <a16:creationId xmlns:a16="http://schemas.microsoft.com/office/drawing/2014/main" id="{8EADC5F9-AA49-3C20-76EA-A5E17374473A}"/>
              </a:ext>
            </a:extLst>
          </p:cNvPr>
          <p:cNvSpPr/>
          <p:nvPr/>
        </p:nvSpPr>
        <p:spPr>
          <a:xfrm>
            <a:off x="2586739" y="593431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1150">
                <a:solidFill>
                  <a:srgbClr val="1F4E79"/>
                </a:solidFill>
                <a:latin typeface="Century Gothic" panose="020B0502020202020204" pitchFamily="34" charset="0"/>
              </a:rPr>
              <a:t>Microsoft 365 Purview Suite</a:t>
            </a:r>
          </a:p>
        </p:txBody>
      </p:sp>
      <p:pic>
        <p:nvPicPr>
          <p:cNvPr id="7" name="Picture 6">
            <a:hlinkClick r:id="rId11" action="ppaction://hlinksldjump"/>
            <a:extLst>
              <a:ext uri="{FF2B5EF4-FFF2-40B4-BE49-F238E27FC236}">
                <a16:creationId xmlns:a16="http://schemas.microsoft.com/office/drawing/2014/main" id="{B318A0C0-C610-63F2-A109-53A17B8D389E}"/>
              </a:ext>
            </a:extLst>
          </p:cNvPr>
          <p:cNvPicPr>
            <a:picLocks noChangeAspect="1"/>
          </p:cNvPicPr>
          <p:nvPr/>
        </p:nvPicPr>
        <p:blipFill>
          <a:blip r:embed="rId12"/>
          <a:stretch>
            <a:fillRect/>
          </a:stretch>
        </p:blipFill>
        <p:spPr>
          <a:xfrm>
            <a:off x="0" y="0"/>
            <a:ext cx="211626" cy="6858000"/>
          </a:xfrm>
          <a:prstGeom prst="rect">
            <a:avLst/>
          </a:prstGeom>
        </p:spPr>
      </p:pic>
      <p:sp>
        <p:nvSpPr>
          <p:cNvPr id="8" name="Rectangle 7">
            <a:hlinkHover r:id="rId13" action="ppaction://hlinksldjump"/>
            <a:extLst>
              <a:ext uri="{FF2B5EF4-FFF2-40B4-BE49-F238E27FC236}">
                <a16:creationId xmlns:a16="http://schemas.microsoft.com/office/drawing/2014/main" id="{9F67464D-3B68-24D9-CBF3-B9C764053FE4}"/>
              </a:ext>
            </a:extLst>
          </p:cNvPr>
          <p:cNvSpPr/>
          <p:nvPr/>
        </p:nvSpPr>
        <p:spPr>
          <a:xfrm>
            <a:off x="2586738" y="5437410"/>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1150" dirty="0">
                <a:solidFill>
                  <a:srgbClr val="1F4E79"/>
                </a:solidFill>
                <a:latin typeface="Century Gothic" panose="020B0502020202020204" pitchFamily="34" charset="0"/>
              </a:rPr>
              <a:t>Microsoft 365 E7</a:t>
            </a:r>
          </a:p>
        </p:txBody>
      </p:sp>
    </p:spTree>
    <p:extLst>
      <p:ext uri="{BB962C8B-B14F-4D97-AF65-F5344CB8AC3E}">
        <p14:creationId xmlns:p14="http://schemas.microsoft.com/office/powerpoint/2010/main" val="167286186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Message Encryption</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81588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With Microsoft Purview Message Encryption, your organization can send and receive encrypted email messages between people inside and outside your organization. Microsoft Purview Message Encryption works with Outlook.com, Yahoo!, Gmail, and other email services. Email message encryption helps ensure that only intended recipients can view message content.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Purview Message Encryption is an online service that's built on Microsoft Azure Rights Management (Azure RMS) which is part of Azure Information Protection. This includes encryption, identity, and authorization policies to help secure your email.</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887020"/>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Microsoft Purview Message Encryption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762931"/>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65744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781529"/>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Sending and receiving secure, encrypted email inside and outside your organisation, ensuring the right people – both internal and external -  have the right level of access and controls over sensitive emails.</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2894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1" name="Rectangle 30">
            <a:hlinkClick r:id="rId4" action="ppaction://hlinksldjump"/>
            <a:extLst>
              <a:ext uri="{FF2B5EF4-FFF2-40B4-BE49-F238E27FC236}">
                <a16:creationId xmlns:a16="http://schemas.microsoft.com/office/drawing/2014/main" id="{1A56DF14-EA16-40EB-A12E-4C5DF74671E2}"/>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32" name="Rectangle 31">
            <a:hlinkClick r:id="rId5" action="ppaction://hlinksldjump"/>
            <a:extLst>
              <a:ext uri="{FF2B5EF4-FFF2-40B4-BE49-F238E27FC236}">
                <a16:creationId xmlns:a16="http://schemas.microsoft.com/office/drawing/2014/main" id="{5841D111-39A3-4CD5-9050-F8661370BE12}"/>
              </a:ext>
            </a:extLst>
          </p:cNvPr>
          <p:cNvSpPr/>
          <p:nvPr/>
        </p:nvSpPr>
        <p:spPr>
          <a:xfrm>
            <a:off x="2586738" y="5437410"/>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35" name="Rectangle 34">
            <a:hlinkClick r:id="rId6" action="ppaction://hlinksldjump"/>
            <a:extLst>
              <a:ext uri="{FF2B5EF4-FFF2-40B4-BE49-F238E27FC236}">
                <a16:creationId xmlns:a16="http://schemas.microsoft.com/office/drawing/2014/main" id="{D30E8CEC-E7E3-4F75-AA68-413DA681B216}"/>
              </a:ext>
            </a:extLst>
          </p:cNvPr>
          <p:cNvSpPr/>
          <p:nvPr/>
        </p:nvSpPr>
        <p:spPr>
          <a:xfrm>
            <a:off x="4690485" y="5437410"/>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36" name="Rectangle 35">
            <a:hlinkClick r:id="rId7" action="ppaction://hlinksldjump"/>
            <a:extLst>
              <a:ext uri="{FF2B5EF4-FFF2-40B4-BE49-F238E27FC236}">
                <a16:creationId xmlns:a16="http://schemas.microsoft.com/office/drawing/2014/main" id="{D56E81BC-D373-4B77-B993-C8EF5A2B67A3}"/>
              </a:ext>
            </a:extLst>
          </p:cNvPr>
          <p:cNvSpPr/>
          <p:nvPr/>
        </p:nvSpPr>
        <p:spPr>
          <a:xfrm>
            <a:off x="482991" y="593431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37" name="Rectangle 36">
            <a:hlinkClick r:id="rId8" action="ppaction://hlinksldjump"/>
            <a:extLst>
              <a:ext uri="{FF2B5EF4-FFF2-40B4-BE49-F238E27FC236}">
                <a16:creationId xmlns:a16="http://schemas.microsoft.com/office/drawing/2014/main" id="{103C5B73-1876-4C7F-BA02-A32E0D8D458E}"/>
              </a:ext>
            </a:extLst>
          </p:cNvPr>
          <p:cNvSpPr/>
          <p:nvPr/>
        </p:nvSpPr>
        <p:spPr>
          <a:xfrm>
            <a:off x="2586738" y="593431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40" name="Rectangle 39">
            <a:hlinkClick r:id="rId9" action="ppaction://hlinksldjump"/>
            <a:extLst>
              <a:ext uri="{FF2B5EF4-FFF2-40B4-BE49-F238E27FC236}">
                <a16:creationId xmlns:a16="http://schemas.microsoft.com/office/drawing/2014/main" id="{127B65F4-AD90-4FB3-ACF9-A794D227E1BA}"/>
              </a:ext>
            </a:extLst>
          </p:cNvPr>
          <p:cNvSpPr/>
          <p:nvPr/>
        </p:nvSpPr>
        <p:spPr>
          <a:xfrm>
            <a:off x="6794232" y="5437410"/>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24" name="Rectangle 23">
            <a:extLst>
              <a:ext uri="{FF2B5EF4-FFF2-40B4-BE49-F238E27FC236}">
                <a16:creationId xmlns:a16="http://schemas.microsoft.com/office/drawing/2014/main" id="{3574E0DC-31B2-4366-B02B-E29481E45D0C}"/>
              </a:ext>
            </a:extLst>
          </p:cNvPr>
          <p:cNvSpPr/>
          <p:nvPr/>
        </p:nvSpPr>
        <p:spPr>
          <a:xfrm>
            <a:off x="9252116" y="5437410"/>
            <a:ext cx="527816"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5" name="Rectangle 24">
            <a:extLst>
              <a:ext uri="{FF2B5EF4-FFF2-40B4-BE49-F238E27FC236}">
                <a16:creationId xmlns:a16="http://schemas.microsoft.com/office/drawing/2014/main" id="{393CB52F-8AA0-492F-AED2-76316B9FB7D3}"/>
              </a:ext>
            </a:extLst>
          </p:cNvPr>
          <p:cNvSpPr/>
          <p:nvPr/>
        </p:nvSpPr>
        <p:spPr>
          <a:xfrm>
            <a:off x="9252116" y="5934313"/>
            <a:ext cx="527815"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6" name="TextBox 25">
            <a:extLst>
              <a:ext uri="{FF2B5EF4-FFF2-40B4-BE49-F238E27FC236}">
                <a16:creationId xmlns:a16="http://schemas.microsoft.com/office/drawing/2014/main" id="{18CA92FD-F4FE-4C12-A9F3-54A9146E463B}"/>
              </a:ext>
            </a:extLst>
          </p:cNvPr>
          <p:cNvSpPr txBox="1"/>
          <p:nvPr/>
        </p:nvSpPr>
        <p:spPr>
          <a:xfrm>
            <a:off x="9800686" y="5493387"/>
            <a:ext cx="169540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Limited policies</a:t>
            </a:r>
          </a:p>
        </p:txBody>
      </p:sp>
      <p:sp>
        <p:nvSpPr>
          <p:cNvPr id="42" name="TextBox 41">
            <a:extLst>
              <a:ext uri="{FF2B5EF4-FFF2-40B4-BE49-F238E27FC236}">
                <a16:creationId xmlns:a16="http://schemas.microsoft.com/office/drawing/2014/main" id="{6C1CA4B1-08B9-4206-937E-61E630351647}"/>
              </a:ext>
            </a:extLst>
          </p:cNvPr>
          <p:cNvSpPr txBox="1"/>
          <p:nvPr/>
        </p:nvSpPr>
        <p:spPr>
          <a:xfrm>
            <a:off x="9800686" y="5976942"/>
            <a:ext cx="13163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MIP policies</a:t>
            </a:r>
          </a:p>
        </p:txBody>
      </p:sp>
      <p:grpSp>
        <p:nvGrpSpPr>
          <p:cNvPr id="3" name="Group 2">
            <a:extLst>
              <a:ext uri="{FF2B5EF4-FFF2-40B4-BE49-F238E27FC236}">
                <a16:creationId xmlns:a16="http://schemas.microsoft.com/office/drawing/2014/main" id="{41925284-0633-44EA-7C7F-E27653631933}"/>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D9D74275-B325-D803-18D2-2277843948D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5845E0E8-50D5-3ED7-2085-2FB62226FF51}"/>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11" action="ppaction://hlinksldjump"/>
            <a:extLst>
              <a:ext uri="{FF2B5EF4-FFF2-40B4-BE49-F238E27FC236}">
                <a16:creationId xmlns:a16="http://schemas.microsoft.com/office/drawing/2014/main" id="{11F9FF0C-D682-1A88-56D6-3B36F6A029AD}"/>
              </a:ext>
            </a:extLst>
          </p:cNvPr>
          <p:cNvSpPr/>
          <p:nvPr/>
        </p:nvSpPr>
        <p:spPr>
          <a:xfrm>
            <a:off x="4690484" y="5934312"/>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1150">
                <a:solidFill>
                  <a:srgbClr val="1F4E79"/>
                </a:solidFill>
                <a:latin typeface="Century Gothic" panose="020B0502020202020204" pitchFamily="34" charset="0"/>
              </a:rPr>
              <a:t>Microsoft 365 Purview Suite</a:t>
            </a:r>
          </a:p>
        </p:txBody>
      </p:sp>
      <p:pic>
        <p:nvPicPr>
          <p:cNvPr id="7" name="Picture 6">
            <a:hlinkClick r:id="rId12" action="ppaction://hlinksldjump"/>
            <a:extLst>
              <a:ext uri="{FF2B5EF4-FFF2-40B4-BE49-F238E27FC236}">
                <a16:creationId xmlns:a16="http://schemas.microsoft.com/office/drawing/2014/main" id="{DD49FDE4-D7E8-FDAD-1599-A38EE284AAB3}"/>
              </a:ext>
            </a:extLst>
          </p:cNvPr>
          <p:cNvPicPr>
            <a:picLocks noChangeAspect="1"/>
          </p:cNvPicPr>
          <p:nvPr/>
        </p:nvPicPr>
        <p:blipFill>
          <a:blip r:embed="rId13"/>
          <a:stretch>
            <a:fillRect/>
          </a:stretch>
        </p:blipFill>
        <p:spPr>
          <a:xfrm>
            <a:off x="0" y="0"/>
            <a:ext cx="211626" cy="6858000"/>
          </a:xfrm>
          <a:prstGeom prst="rect">
            <a:avLst/>
          </a:prstGeom>
        </p:spPr>
      </p:pic>
      <p:sp>
        <p:nvSpPr>
          <p:cNvPr id="8" name="Rectangle 7">
            <a:hlinkHover r:id="rId14" action="ppaction://hlinksldjump"/>
            <a:extLst>
              <a:ext uri="{FF2B5EF4-FFF2-40B4-BE49-F238E27FC236}">
                <a16:creationId xmlns:a16="http://schemas.microsoft.com/office/drawing/2014/main" id="{CC0F95D2-E3FF-996D-B51C-7851266F7CA3}"/>
              </a:ext>
            </a:extLst>
          </p:cNvPr>
          <p:cNvSpPr/>
          <p:nvPr/>
        </p:nvSpPr>
        <p:spPr>
          <a:xfrm>
            <a:off x="6794232" y="5934311"/>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1150" dirty="0">
                <a:solidFill>
                  <a:srgbClr val="1F4E79"/>
                </a:solidFill>
                <a:latin typeface="Century Gothic" panose="020B0502020202020204" pitchFamily="34" charset="0"/>
              </a:rPr>
              <a:t>Microsoft 365 E7</a:t>
            </a:r>
          </a:p>
        </p:txBody>
      </p:sp>
    </p:spTree>
    <p:extLst>
      <p:ext uri="{BB962C8B-B14F-4D97-AF65-F5344CB8AC3E}">
        <p14:creationId xmlns:p14="http://schemas.microsoft.com/office/powerpoint/2010/main" val="208267500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901521" y="173237"/>
            <a:ext cx="10388958"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Information Protection (MIP)</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Microsoft Purview Information Protection (MIP) is made up of several services across Microsoft 365 and is used to classify, label, protect and monitor your data – be it in the cloud or on-premises. MIP capabilities are included with Microsoft 365 Compliance bundles and give you the tools to </a:t>
            </a:r>
            <a:r>
              <a:rPr lang="en-US">
                <a:solidFill>
                  <a:prstClr val="black"/>
                </a:solidFill>
                <a:latin typeface="Calibri" panose="020F0502020204030204"/>
                <a:hlinkClick r:id="rId3">
                  <a:extLst>
                    <a:ext uri="{A12FA001-AC4F-418D-AE19-62706E023703}">
                      <ahyp:hlinkClr xmlns:ahyp="http://schemas.microsoft.com/office/drawing/2018/hyperlinkcolor" val="tx"/>
                    </a:ext>
                  </a:extLst>
                </a:hlinkClick>
              </a:rPr>
              <a:t>know your data</a:t>
            </a:r>
            <a:r>
              <a:rPr lang="en-US">
                <a:solidFill>
                  <a:prstClr val="black"/>
                </a:solidFill>
                <a:latin typeface="Calibri" panose="020F0502020204030204"/>
              </a:rPr>
              <a:t>,</a:t>
            </a:r>
            <a:r>
              <a:rPr kumimoji="0" lang="en-US" sz="1800" b="0" i="0" u="none" strike="noStrike" kern="1200" cap="none" spc="0" normalizeH="0" baseline="0" noProof="0">
                <a:ln>
                  <a:noFill/>
                </a:ln>
                <a:solidFill>
                  <a:srgbClr val="E6E6E6"/>
                </a:solidFill>
                <a:effectLst/>
                <a:uLnTx/>
                <a:uFillTx/>
                <a:latin typeface="Segoe UI" panose="020B0502040204020203" pitchFamily="34" charset="0"/>
                <a:ea typeface="+mn-ea"/>
                <a:cs typeface="+mn-cs"/>
              </a:rPr>
              <a:t> </a:t>
            </a:r>
            <a:r>
              <a:rPr lang="en-US">
                <a:solidFill>
                  <a:prstClr val="black"/>
                </a:solidFill>
                <a:latin typeface="Calibri" panose="020F0502020204030204"/>
                <a:hlinkClick r:id="rId4">
                  <a:extLst>
                    <a:ext uri="{A12FA001-AC4F-418D-AE19-62706E023703}">
                      <ahyp:hlinkClr xmlns:ahyp="http://schemas.microsoft.com/office/drawing/2018/hyperlinkcolor" val="tx"/>
                    </a:ext>
                  </a:extLst>
                </a:hlinkClick>
              </a:rPr>
              <a:t>protect your data</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and </a:t>
            </a:r>
            <a:r>
              <a:rPr lang="en-US">
                <a:solidFill>
                  <a:prstClr val="black"/>
                </a:solidFill>
                <a:latin typeface="Calibri" panose="020F0502020204030204"/>
                <a:hlinkClick r:id="rId5">
                  <a:extLst>
                    <a:ext uri="{A12FA001-AC4F-418D-AE19-62706E023703}">
                      <ahyp:hlinkClr xmlns:ahyp="http://schemas.microsoft.com/office/drawing/2018/hyperlinkcolor" val="tx"/>
                    </a:ext>
                  </a:extLst>
                </a:hlinkClick>
              </a:rPr>
              <a:t>prevent data loss</a:t>
            </a:r>
            <a:r>
              <a:rPr lang="en-US">
                <a:solidFill>
                  <a:prstClr val="black"/>
                </a:solidFill>
                <a:latin typeface="Calibri" panose="020F0502020204030204"/>
              </a:rPr>
              <a:t>.</a:t>
            </a:r>
            <a:endParaRPr lang="en-GB">
              <a:solidFill>
                <a:prstClr val="black"/>
              </a:solidFill>
              <a:latin typeface="Calibri" panose="020F0502020204030204"/>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291985"/>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b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br>
            <a:r>
              <a:rPr lang="en-US">
                <a:hlinkClick r:id="rId6"/>
              </a:rPr>
              <a:t>Information Protection and Governance | Microsoft Security</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157637"/>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07266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207012"/>
            <a:ext cx="11226018"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The tooling within MIP can help an organization get into a known state with their data through classification and labelling of sensitive information. Based on data content and labels, appropriate controls and monitoring can be applied. This can include limiting access to select people be them inside or outside the organization, and limiting actions such as preventing printing, exporting, forwarding your data.</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1868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 name="Rectangle 2">
            <a:hlinkClick r:id="rId7" action="ppaction://hlinksldjump"/>
            <a:extLst>
              <a:ext uri="{FF2B5EF4-FFF2-40B4-BE49-F238E27FC236}">
                <a16:creationId xmlns:a16="http://schemas.microsoft.com/office/drawing/2014/main" id="{ECA5D41C-50F5-4ABF-8A01-3772983E7280}"/>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4" name="Rectangle 3">
            <a:hlinkClick r:id="rId8" action="ppaction://hlinksldjump"/>
            <a:extLst>
              <a:ext uri="{FF2B5EF4-FFF2-40B4-BE49-F238E27FC236}">
                <a16:creationId xmlns:a16="http://schemas.microsoft.com/office/drawing/2014/main" id="{27357323-324A-40E0-A1F1-126DE4971C6B}"/>
              </a:ext>
            </a:extLst>
          </p:cNvPr>
          <p:cNvSpPr/>
          <p:nvPr/>
        </p:nvSpPr>
        <p:spPr>
          <a:xfrm>
            <a:off x="2586738"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5" name="Rectangle 4">
            <a:hlinkClick r:id="rId9" action="ppaction://hlinksldjump"/>
            <a:extLst>
              <a:ext uri="{FF2B5EF4-FFF2-40B4-BE49-F238E27FC236}">
                <a16:creationId xmlns:a16="http://schemas.microsoft.com/office/drawing/2014/main" id="{F6B5A04D-56F4-4550-8240-3CB78474ADF1}"/>
              </a:ext>
            </a:extLst>
          </p:cNvPr>
          <p:cNvSpPr/>
          <p:nvPr/>
        </p:nvSpPr>
        <p:spPr>
          <a:xfrm>
            <a:off x="4690485"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6" name="Rectangle 5">
            <a:hlinkClick r:id="rId10" action="ppaction://hlinksldjump"/>
            <a:extLst>
              <a:ext uri="{FF2B5EF4-FFF2-40B4-BE49-F238E27FC236}">
                <a16:creationId xmlns:a16="http://schemas.microsoft.com/office/drawing/2014/main" id="{A1CB6056-277A-42B6-AF88-D0DAD0F07A78}"/>
              </a:ext>
            </a:extLst>
          </p:cNvPr>
          <p:cNvSpPr/>
          <p:nvPr/>
        </p:nvSpPr>
        <p:spPr>
          <a:xfrm>
            <a:off x="482991" y="593431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8" name="Rectangle 7">
            <a:hlinkClick r:id="rId11" action="ppaction://hlinksldjump"/>
            <a:extLst>
              <a:ext uri="{FF2B5EF4-FFF2-40B4-BE49-F238E27FC236}">
                <a16:creationId xmlns:a16="http://schemas.microsoft.com/office/drawing/2014/main" id="{4F4F68FC-9BA8-4451-82A8-B9A281AE8F77}"/>
              </a:ext>
            </a:extLst>
          </p:cNvPr>
          <p:cNvSpPr/>
          <p:nvPr/>
        </p:nvSpPr>
        <p:spPr>
          <a:xfrm>
            <a:off x="2586738" y="593431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0" name="Rectangle 9">
            <a:hlinkClick r:id="rId12" action="ppaction://hlinksldjump"/>
            <a:extLst>
              <a:ext uri="{FF2B5EF4-FFF2-40B4-BE49-F238E27FC236}">
                <a16:creationId xmlns:a16="http://schemas.microsoft.com/office/drawing/2014/main" id="{ABB99D21-0CBA-462F-A60C-55952347F359}"/>
              </a:ext>
            </a:extLst>
          </p:cNvPr>
          <p:cNvSpPr/>
          <p:nvPr/>
        </p:nvSpPr>
        <p:spPr>
          <a:xfrm>
            <a:off x="6794230" y="5437410"/>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2" name="Rectangle 11">
            <a:extLst>
              <a:ext uri="{FF2B5EF4-FFF2-40B4-BE49-F238E27FC236}">
                <a16:creationId xmlns:a16="http://schemas.microsoft.com/office/drawing/2014/main" id="{0FBEE654-D7DA-4819-9563-0E5E8FE7F101}"/>
              </a:ext>
            </a:extLst>
          </p:cNvPr>
          <p:cNvSpPr/>
          <p:nvPr/>
        </p:nvSpPr>
        <p:spPr>
          <a:xfrm>
            <a:off x="9252116" y="5437410"/>
            <a:ext cx="527816"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3" name="Rectangle 12">
            <a:extLst>
              <a:ext uri="{FF2B5EF4-FFF2-40B4-BE49-F238E27FC236}">
                <a16:creationId xmlns:a16="http://schemas.microsoft.com/office/drawing/2014/main" id="{D044A1FB-1A37-4826-B0F3-B20E396F39AD}"/>
              </a:ext>
            </a:extLst>
          </p:cNvPr>
          <p:cNvSpPr/>
          <p:nvPr/>
        </p:nvSpPr>
        <p:spPr>
          <a:xfrm>
            <a:off x="9252116" y="5934313"/>
            <a:ext cx="527815"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4" name="TextBox 13">
            <a:extLst>
              <a:ext uri="{FF2B5EF4-FFF2-40B4-BE49-F238E27FC236}">
                <a16:creationId xmlns:a16="http://schemas.microsoft.com/office/drawing/2014/main" id="{AB0EA9AB-124E-455A-8DF4-0D4E2D6CBC52}"/>
              </a:ext>
            </a:extLst>
          </p:cNvPr>
          <p:cNvSpPr txBox="1"/>
          <p:nvPr/>
        </p:nvSpPr>
        <p:spPr>
          <a:xfrm>
            <a:off x="9800686" y="5493387"/>
            <a:ext cx="179568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Manual labelling</a:t>
            </a:r>
          </a:p>
        </p:txBody>
      </p:sp>
      <p:sp>
        <p:nvSpPr>
          <p:cNvPr id="15" name="TextBox 14">
            <a:extLst>
              <a:ext uri="{FF2B5EF4-FFF2-40B4-BE49-F238E27FC236}">
                <a16:creationId xmlns:a16="http://schemas.microsoft.com/office/drawing/2014/main" id="{DAC07A30-7B26-49E0-8BD6-C25479EE8A43}"/>
              </a:ext>
            </a:extLst>
          </p:cNvPr>
          <p:cNvSpPr txBox="1"/>
          <p:nvPr/>
        </p:nvSpPr>
        <p:spPr>
          <a:xfrm>
            <a:off x="9800686" y="5976942"/>
            <a:ext cx="20837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Automated labelling</a:t>
            </a:r>
          </a:p>
        </p:txBody>
      </p:sp>
      <p:grpSp>
        <p:nvGrpSpPr>
          <p:cNvPr id="11" name="Group 10">
            <a:extLst>
              <a:ext uri="{FF2B5EF4-FFF2-40B4-BE49-F238E27FC236}">
                <a16:creationId xmlns:a16="http://schemas.microsoft.com/office/drawing/2014/main" id="{28A0CE7E-5BB4-903E-2E0D-988B6F0D85AC}"/>
              </a:ext>
            </a:extLst>
          </p:cNvPr>
          <p:cNvGrpSpPr/>
          <p:nvPr/>
        </p:nvGrpSpPr>
        <p:grpSpPr>
          <a:xfrm>
            <a:off x="11331950" y="58136"/>
            <a:ext cx="754117" cy="803729"/>
            <a:chOff x="9401324" y="101482"/>
            <a:chExt cx="754117" cy="803729"/>
          </a:xfrm>
        </p:grpSpPr>
        <p:pic>
          <p:nvPicPr>
            <p:cNvPr id="16" name="Graphic 15" descr="Back with solid fill">
              <a:hlinkClick r:id="" action="ppaction://hlinkshowjump?jump=lastslideviewed"/>
              <a:extLst>
                <a:ext uri="{FF2B5EF4-FFF2-40B4-BE49-F238E27FC236}">
                  <a16:creationId xmlns:a16="http://schemas.microsoft.com/office/drawing/2014/main" id="{132223E9-69B9-BC4B-C25D-B5034BA0609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407970" y="101482"/>
              <a:ext cx="740824" cy="740824"/>
            </a:xfrm>
            <a:prstGeom prst="rect">
              <a:avLst/>
            </a:prstGeom>
          </p:spPr>
        </p:pic>
        <p:sp>
          <p:nvSpPr>
            <p:cNvPr id="17" name="TextBox 16">
              <a:extLst>
                <a:ext uri="{FF2B5EF4-FFF2-40B4-BE49-F238E27FC236}">
                  <a16:creationId xmlns:a16="http://schemas.microsoft.com/office/drawing/2014/main" id="{690AF62B-CA0A-3035-435B-820253D621B5}"/>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Rectangle 6">
            <a:hlinkClick r:id="rId14" action="ppaction://hlinksldjump"/>
            <a:extLst>
              <a:ext uri="{FF2B5EF4-FFF2-40B4-BE49-F238E27FC236}">
                <a16:creationId xmlns:a16="http://schemas.microsoft.com/office/drawing/2014/main" id="{BE251D7F-301C-77E0-7A6F-FF9964092B41}"/>
              </a:ext>
            </a:extLst>
          </p:cNvPr>
          <p:cNvSpPr/>
          <p:nvPr/>
        </p:nvSpPr>
        <p:spPr>
          <a:xfrm>
            <a:off x="4690484" y="5934312"/>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1150">
                <a:solidFill>
                  <a:srgbClr val="1F4E79"/>
                </a:solidFill>
                <a:latin typeface="Century Gothic" panose="020B0502020202020204" pitchFamily="34" charset="0"/>
              </a:rPr>
              <a:t>Microsoft 365 Purview Suite</a:t>
            </a:r>
          </a:p>
        </p:txBody>
      </p:sp>
      <p:pic>
        <p:nvPicPr>
          <p:cNvPr id="9" name="Picture 8">
            <a:hlinkClick r:id="rId15" action="ppaction://hlinksldjump"/>
            <a:extLst>
              <a:ext uri="{FF2B5EF4-FFF2-40B4-BE49-F238E27FC236}">
                <a16:creationId xmlns:a16="http://schemas.microsoft.com/office/drawing/2014/main" id="{1BD5F366-FFC0-0A75-C7E3-1BB550665223}"/>
              </a:ext>
            </a:extLst>
          </p:cNvPr>
          <p:cNvPicPr>
            <a:picLocks noChangeAspect="1"/>
          </p:cNvPicPr>
          <p:nvPr/>
        </p:nvPicPr>
        <p:blipFill>
          <a:blip r:embed="rId16"/>
          <a:stretch>
            <a:fillRect/>
          </a:stretch>
        </p:blipFill>
        <p:spPr>
          <a:xfrm>
            <a:off x="0" y="0"/>
            <a:ext cx="211626" cy="6858000"/>
          </a:xfrm>
          <a:prstGeom prst="rect">
            <a:avLst/>
          </a:prstGeom>
        </p:spPr>
      </p:pic>
      <p:sp>
        <p:nvSpPr>
          <p:cNvPr id="18" name="Rectangle 17">
            <a:hlinkHover r:id="rId17" action="ppaction://hlinksldjump"/>
            <a:extLst>
              <a:ext uri="{FF2B5EF4-FFF2-40B4-BE49-F238E27FC236}">
                <a16:creationId xmlns:a16="http://schemas.microsoft.com/office/drawing/2014/main" id="{61D23C85-48F0-A16B-3007-9031B0F41C26}"/>
              </a:ext>
            </a:extLst>
          </p:cNvPr>
          <p:cNvSpPr/>
          <p:nvPr/>
        </p:nvSpPr>
        <p:spPr>
          <a:xfrm>
            <a:off x="6794230" y="5933856"/>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1150" dirty="0">
                <a:solidFill>
                  <a:srgbClr val="1F4E79"/>
                </a:solidFill>
                <a:latin typeface="Century Gothic" panose="020B0502020202020204" pitchFamily="34" charset="0"/>
              </a:rPr>
              <a:t>Microsoft 365 E7</a:t>
            </a:r>
          </a:p>
        </p:txBody>
      </p:sp>
    </p:spTree>
    <p:extLst>
      <p:ext uri="{BB962C8B-B14F-4D97-AF65-F5344CB8AC3E}">
        <p14:creationId xmlns:p14="http://schemas.microsoft.com/office/powerpoint/2010/main" val="325927146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2197015" y="173237"/>
            <a:ext cx="779797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eDiscovery (Standard)</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Electronic discovery, or eDiscovery, is the process of identifying and delivering electronic information that can be used as evidence in legal cases. You can use eDiscovery tools in Microsoft Purview to search for content in Exchange Online, OneDrive for Business, SharePoint Online, Microsoft Teams, Microsoft 365 Groups, and Yammer teams. You can search mailboxes and sites in the same eDiscovery search and then export the search results. You can use Microsoft Purview eDiscovery (Standard) cases to identify, hold, and export content found in mailboxes and sites.</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661316"/>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Microsoft Purview eDiscovery solutions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619301"/>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349662"/>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391677"/>
            <a:ext cx="11226018"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dirty="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prstClr val="black"/>
                </a:solidFill>
                <a:effectLst/>
                <a:uLnTx/>
                <a:uFillTx/>
                <a:latin typeface="Calibri" panose="020F0502020204030204"/>
                <a:ea typeface="+mn-ea"/>
                <a:cs typeface="+mn-cs"/>
              </a:rPr>
              <a:t>eDiscovery (Standard) builds on the basic search and export functionality of Content Search by enabling you to create eDiscovery cases and assign eDiscovery managers to specific cases. eDiscovery managers can only access the cases of which they're members. eDiscovery (Standard) also lets you associate searches and exports with a case and lets you place an eDiscovery hold (Legal or Litigation Hold) on content locations relevant to the case.</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1102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 name="TextBox 2">
            <a:extLst>
              <a:ext uri="{FF2B5EF4-FFF2-40B4-BE49-F238E27FC236}">
                <a16:creationId xmlns:a16="http://schemas.microsoft.com/office/drawing/2014/main" id="{61F10254-EC03-8B61-D546-E6DC3011B57F}"/>
              </a:ext>
            </a:extLst>
          </p:cNvPr>
          <p:cNvSpPr txBox="1"/>
          <p:nvPr/>
        </p:nvSpPr>
        <p:spPr>
          <a:xfrm>
            <a:off x="7051431" y="4953036"/>
            <a:ext cx="4657578"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Please note: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For eDiscovery (Standard), the administrators – i.e., those doing the investigation - must be licensed. To place users on hold, the individual user must be licensed for compliance holds</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 name="Rectangle 3">
            <a:hlinkClick r:id="rId4" action="ppaction://hlinksldjump"/>
            <a:extLst>
              <a:ext uri="{FF2B5EF4-FFF2-40B4-BE49-F238E27FC236}">
                <a16:creationId xmlns:a16="http://schemas.microsoft.com/office/drawing/2014/main" id="{BA9C59FF-E5F6-174D-2AB1-BEB0A9485DD9}"/>
              </a:ext>
            </a:extLst>
          </p:cNvPr>
          <p:cNvSpPr/>
          <p:nvPr/>
        </p:nvSpPr>
        <p:spPr>
          <a:xfrm>
            <a:off x="482990" y="5423865"/>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9" name="Rectangle 8">
            <a:hlinkClick r:id="rId5" action="ppaction://hlinksldjump"/>
            <a:extLst>
              <a:ext uri="{FF2B5EF4-FFF2-40B4-BE49-F238E27FC236}">
                <a16:creationId xmlns:a16="http://schemas.microsoft.com/office/drawing/2014/main" id="{219D80DF-4E0F-4F5B-F14B-E153586B3829}"/>
              </a:ext>
            </a:extLst>
          </p:cNvPr>
          <p:cNvSpPr/>
          <p:nvPr/>
        </p:nvSpPr>
        <p:spPr>
          <a:xfrm>
            <a:off x="4690487" y="4935245"/>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365 E3</a:t>
            </a:r>
          </a:p>
        </p:txBody>
      </p:sp>
      <p:sp>
        <p:nvSpPr>
          <p:cNvPr id="11" name="Rectangle 10">
            <a:hlinkClick r:id="rId6" action="ppaction://hlinksldjump"/>
            <a:extLst>
              <a:ext uri="{FF2B5EF4-FFF2-40B4-BE49-F238E27FC236}">
                <a16:creationId xmlns:a16="http://schemas.microsoft.com/office/drawing/2014/main" id="{14379151-ED64-2982-803F-30D83B1C8290}"/>
              </a:ext>
            </a:extLst>
          </p:cNvPr>
          <p:cNvSpPr/>
          <p:nvPr/>
        </p:nvSpPr>
        <p:spPr>
          <a:xfrm>
            <a:off x="4690487" y="542386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365 E5</a:t>
            </a:r>
          </a:p>
        </p:txBody>
      </p:sp>
      <p:sp>
        <p:nvSpPr>
          <p:cNvPr id="13" name="Rectangle 12">
            <a:hlinkClick r:id="rId7" action="ppaction://hlinksldjump"/>
            <a:extLst>
              <a:ext uri="{FF2B5EF4-FFF2-40B4-BE49-F238E27FC236}">
                <a16:creationId xmlns:a16="http://schemas.microsoft.com/office/drawing/2014/main" id="{3D654569-C322-BDB6-0DBB-CFCACDB1F251}"/>
              </a:ext>
            </a:extLst>
          </p:cNvPr>
          <p:cNvSpPr/>
          <p:nvPr/>
        </p:nvSpPr>
        <p:spPr>
          <a:xfrm>
            <a:off x="482991" y="591249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grpSp>
        <p:nvGrpSpPr>
          <p:cNvPr id="5" name="Group 4">
            <a:extLst>
              <a:ext uri="{FF2B5EF4-FFF2-40B4-BE49-F238E27FC236}">
                <a16:creationId xmlns:a16="http://schemas.microsoft.com/office/drawing/2014/main" id="{F35FD4AD-D0A0-B42B-6466-E34D0F5D54FE}"/>
              </a:ext>
            </a:extLst>
          </p:cNvPr>
          <p:cNvGrpSpPr/>
          <p:nvPr/>
        </p:nvGrpSpPr>
        <p:grpSpPr>
          <a:xfrm>
            <a:off x="11331950" y="58136"/>
            <a:ext cx="754117" cy="803729"/>
            <a:chOff x="9401324" y="101482"/>
            <a:chExt cx="754117" cy="803729"/>
          </a:xfrm>
        </p:grpSpPr>
        <p:pic>
          <p:nvPicPr>
            <p:cNvPr id="6" name="Graphic 5" descr="Back with solid fill">
              <a:hlinkClick r:id="" action="ppaction://hlinkshowjump?jump=lastslideviewed"/>
              <a:extLst>
                <a:ext uri="{FF2B5EF4-FFF2-40B4-BE49-F238E27FC236}">
                  <a16:creationId xmlns:a16="http://schemas.microsoft.com/office/drawing/2014/main" id="{34A4E060-E446-09ED-F1BF-94D202A9B6C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10" name="TextBox 9">
              <a:extLst>
                <a:ext uri="{FF2B5EF4-FFF2-40B4-BE49-F238E27FC236}">
                  <a16:creationId xmlns:a16="http://schemas.microsoft.com/office/drawing/2014/main" id="{DF8C3C06-3C1B-1C08-5F01-74C65B4FE093}"/>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Rectangle 6">
            <a:hlinkClick r:id="rId9" action="ppaction://hlinksldjump"/>
            <a:extLst>
              <a:ext uri="{FF2B5EF4-FFF2-40B4-BE49-F238E27FC236}">
                <a16:creationId xmlns:a16="http://schemas.microsoft.com/office/drawing/2014/main" id="{F7C2DC47-2778-1741-1D6A-0142A0A4C9B7}"/>
              </a:ext>
            </a:extLst>
          </p:cNvPr>
          <p:cNvSpPr/>
          <p:nvPr/>
        </p:nvSpPr>
        <p:spPr>
          <a:xfrm>
            <a:off x="2586739" y="5426824"/>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365 </a:t>
            </a:r>
            <a:r>
              <a:rPr lang="en-GB" sz="1150" dirty="0">
                <a:solidFill>
                  <a:srgbClr val="1F4E79"/>
                </a:solidFill>
                <a:latin typeface="Century Gothic" panose="020B0502020202020204" pitchFamily="34" charset="0"/>
              </a:rPr>
              <a:t>Defender Suite</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
        <p:nvSpPr>
          <p:cNvPr id="12" name="Rectangle 11">
            <a:hlinkClick r:id="rId10" action="ppaction://hlinksldjump"/>
            <a:extLst>
              <a:ext uri="{FF2B5EF4-FFF2-40B4-BE49-F238E27FC236}">
                <a16:creationId xmlns:a16="http://schemas.microsoft.com/office/drawing/2014/main" id="{D7AF763C-CF29-78B2-9265-DBD8ED61500C}"/>
              </a:ext>
            </a:extLst>
          </p:cNvPr>
          <p:cNvSpPr/>
          <p:nvPr/>
        </p:nvSpPr>
        <p:spPr>
          <a:xfrm>
            <a:off x="2586739" y="5912489"/>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8" name="Picture 7">
            <a:hlinkClick r:id="rId11" action="ppaction://hlinksldjump"/>
            <a:extLst>
              <a:ext uri="{FF2B5EF4-FFF2-40B4-BE49-F238E27FC236}">
                <a16:creationId xmlns:a16="http://schemas.microsoft.com/office/drawing/2014/main" id="{A2D79240-026B-6636-76E8-82E86FE9C01D}"/>
              </a:ext>
            </a:extLst>
          </p:cNvPr>
          <p:cNvPicPr>
            <a:picLocks noChangeAspect="1"/>
          </p:cNvPicPr>
          <p:nvPr/>
        </p:nvPicPr>
        <p:blipFill>
          <a:blip r:embed="rId12"/>
          <a:stretch>
            <a:fillRect/>
          </a:stretch>
        </p:blipFill>
        <p:spPr>
          <a:xfrm>
            <a:off x="0" y="0"/>
            <a:ext cx="211626" cy="6858000"/>
          </a:xfrm>
          <a:prstGeom prst="rect">
            <a:avLst/>
          </a:prstGeom>
        </p:spPr>
      </p:pic>
      <p:sp>
        <p:nvSpPr>
          <p:cNvPr id="14" name="Rectangle 13">
            <a:hlinkHover r:id="rId13" action="ppaction://hlinksldjump"/>
            <a:extLst>
              <a:ext uri="{FF2B5EF4-FFF2-40B4-BE49-F238E27FC236}">
                <a16:creationId xmlns:a16="http://schemas.microsoft.com/office/drawing/2014/main" id="{B3711939-D70C-085E-3614-02A51D6DE6AC}"/>
              </a:ext>
            </a:extLst>
          </p:cNvPr>
          <p:cNvSpPr/>
          <p:nvPr/>
        </p:nvSpPr>
        <p:spPr>
          <a:xfrm>
            <a:off x="4690487" y="5912488"/>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192124238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2197015" y="173237"/>
            <a:ext cx="779797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eDiscovery (Premium)</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The Microsoft Purview eDiscovery (Premium) solution in Microsoft 365 builds on the existing eDiscovery and analytics capabilities in Office 365. This new solution, called </a:t>
            </a:r>
            <a:r>
              <a:rPr kumimoji="0" lang="en-US" sz="1800" b="0" i="1" u="none" strike="noStrike" kern="1200" cap="none" spc="0" normalizeH="0" baseline="0" noProof="0">
                <a:ln>
                  <a:noFill/>
                </a:ln>
                <a:solidFill>
                  <a:prstClr val="black"/>
                </a:solidFill>
                <a:effectLst/>
                <a:uLnTx/>
                <a:uFillTx/>
                <a:latin typeface="Calibri" panose="020F0502020204030204"/>
                <a:ea typeface="+mn-ea"/>
                <a:cs typeface="+mn-cs"/>
              </a:rPr>
              <a:t>Microsoft Purview eDiscovery (Premium)</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provides an end-to-end workflow to preserve, collect, review, analyze, and export content that's responsive to your organisation's internal and external investigations. It also lets legal teams manage the entire legal hold notification workflow to communicate with custodians involved in a case.</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753650"/>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Microsoft Purview eDiscovery solutions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665468"/>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48816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576345"/>
            <a:ext cx="1122601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A complete eDiscovery solution from end-to-end, significantly reducing the volume of results whilst increasing their relevance. Microsoft Purview eDiscovery (Premium) can also ingest and analyze data from outside Office 365. Workflows align to the Electronic Discovery Reference Model (</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hlinkClick r:id="rId4"/>
              </a:rPr>
              <a:t>www.edrm.net</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6485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6" name="Rectangle 35">
            <a:hlinkClick r:id="rId5" action="ppaction://hlinksldjump"/>
            <a:extLst>
              <a:ext uri="{FF2B5EF4-FFF2-40B4-BE49-F238E27FC236}">
                <a16:creationId xmlns:a16="http://schemas.microsoft.com/office/drawing/2014/main" id="{D56E81BC-D373-4B77-B993-C8EF5A2B67A3}"/>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40" name="Rectangle 39">
            <a:hlinkClick r:id="rId6" action="ppaction://hlinksldjump"/>
            <a:extLst>
              <a:ext uri="{FF2B5EF4-FFF2-40B4-BE49-F238E27FC236}">
                <a16:creationId xmlns:a16="http://schemas.microsoft.com/office/drawing/2014/main" id="{127B65F4-AD90-4FB3-ACF9-A794D227E1BA}"/>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3" name="TextBox 2">
            <a:extLst>
              <a:ext uri="{FF2B5EF4-FFF2-40B4-BE49-F238E27FC236}">
                <a16:creationId xmlns:a16="http://schemas.microsoft.com/office/drawing/2014/main" id="{61F10254-EC03-8B61-D546-E6DC3011B57F}"/>
              </a:ext>
            </a:extLst>
          </p:cNvPr>
          <p:cNvSpPr txBox="1"/>
          <p:nvPr/>
        </p:nvSpPr>
        <p:spPr>
          <a:xfrm>
            <a:off x="7051431" y="5137702"/>
            <a:ext cx="465757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Please note: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For eDiscovery (Premium), custodians – i.e., those being investigated – need to be licensed, not those doing the investigation.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E707E525-296B-E80C-40AB-32AC9E55411C}"/>
              </a:ext>
            </a:extLst>
          </p:cNvPr>
          <p:cNvGrpSpPr/>
          <p:nvPr/>
        </p:nvGrpSpPr>
        <p:grpSpPr>
          <a:xfrm>
            <a:off x="11331950" y="58136"/>
            <a:ext cx="754117" cy="803729"/>
            <a:chOff x="9401324" y="101482"/>
            <a:chExt cx="754117" cy="803729"/>
          </a:xfrm>
        </p:grpSpPr>
        <p:pic>
          <p:nvPicPr>
            <p:cNvPr id="5" name="Graphic 4" descr="Back with solid fill">
              <a:hlinkClick r:id="" action="ppaction://hlinkshowjump?jump=lastslideviewed"/>
              <a:extLst>
                <a:ext uri="{FF2B5EF4-FFF2-40B4-BE49-F238E27FC236}">
                  <a16:creationId xmlns:a16="http://schemas.microsoft.com/office/drawing/2014/main" id="{74FE5736-790C-ECDB-44F3-3D5C41FD22E6}"/>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407970" y="101482"/>
              <a:ext cx="740824" cy="740824"/>
            </a:xfrm>
            <a:prstGeom prst="rect">
              <a:avLst/>
            </a:prstGeom>
          </p:spPr>
        </p:pic>
        <p:sp>
          <p:nvSpPr>
            <p:cNvPr id="6" name="TextBox 5">
              <a:extLst>
                <a:ext uri="{FF2B5EF4-FFF2-40B4-BE49-F238E27FC236}">
                  <a16:creationId xmlns:a16="http://schemas.microsoft.com/office/drawing/2014/main" id="{F7331B9E-3E3F-2A5B-3583-621BE7E6C6D3}"/>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Rectangle 6">
            <a:hlinkClick r:id="rId8" action="ppaction://hlinksldjump"/>
            <a:extLst>
              <a:ext uri="{FF2B5EF4-FFF2-40B4-BE49-F238E27FC236}">
                <a16:creationId xmlns:a16="http://schemas.microsoft.com/office/drawing/2014/main" id="{E182751E-C2FA-D2F4-AD4A-C9F5F3D289AC}"/>
              </a:ext>
            </a:extLst>
          </p:cNvPr>
          <p:cNvSpPr/>
          <p:nvPr/>
        </p:nvSpPr>
        <p:spPr>
          <a:xfrm>
            <a:off x="482990" y="5438925"/>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8" name="Picture 7">
            <a:hlinkClick r:id="rId9" action="ppaction://hlinksldjump"/>
            <a:extLst>
              <a:ext uri="{FF2B5EF4-FFF2-40B4-BE49-F238E27FC236}">
                <a16:creationId xmlns:a16="http://schemas.microsoft.com/office/drawing/2014/main" id="{D2887ACE-81FB-CF72-BAA4-A1E7DDAE654F}"/>
              </a:ext>
            </a:extLst>
          </p:cNvPr>
          <p:cNvPicPr>
            <a:picLocks noChangeAspect="1"/>
          </p:cNvPicPr>
          <p:nvPr/>
        </p:nvPicPr>
        <p:blipFill>
          <a:blip r:embed="rId10"/>
          <a:stretch>
            <a:fillRect/>
          </a:stretch>
        </p:blipFill>
        <p:spPr>
          <a:xfrm>
            <a:off x="0" y="0"/>
            <a:ext cx="211626" cy="6858000"/>
          </a:xfrm>
          <a:prstGeom prst="rect">
            <a:avLst/>
          </a:prstGeom>
        </p:spPr>
      </p:pic>
      <p:sp>
        <p:nvSpPr>
          <p:cNvPr id="9" name="Rectangle 8">
            <a:hlinkHover r:id="rId11" action="ppaction://hlinksldjump"/>
            <a:extLst>
              <a:ext uri="{FF2B5EF4-FFF2-40B4-BE49-F238E27FC236}">
                <a16:creationId xmlns:a16="http://schemas.microsoft.com/office/drawing/2014/main" id="{DEA055D0-46EF-6663-2147-DA8DBCC5CCA9}"/>
              </a:ext>
            </a:extLst>
          </p:cNvPr>
          <p:cNvSpPr/>
          <p:nvPr/>
        </p:nvSpPr>
        <p:spPr>
          <a:xfrm>
            <a:off x="4690487"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354335910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110781" y="173237"/>
            <a:ext cx="9970438"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for Cloud Apps</a:t>
            </a: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 (MDCA)</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03132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n-NO" sz="1800" b="0" i="0" u="none" strike="noStrike" kern="1200" cap="none" spc="0" normalizeH="0" baseline="0" noProof="0">
                <a:ln>
                  <a:noFill/>
                </a:ln>
                <a:solidFill>
                  <a:prstClr val="black"/>
                </a:solidFill>
                <a:effectLst/>
                <a:uLnTx/>
                <a:uFillTx/>
                <a:latin typeface="Calibri" panose="020F0502020204030204"/>
                <a:ea typeface="+mn-ea"/>
                <a:cs typeface="+mn-cs"/>
              </a:rPr>
              <a:t>Microsoft Defender for Cloud Apps</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is a Cloud Access Security Broker Service (CAS-B) that supports various deployment modes including log collection, API connectors, and reverse proxy. It provides rich visibility, control over data travel, and sophisticated analytics to identify and combat cyber-threats across all your Microsoft and third-party cloud</a:t>
            </a:r>
            <a:r>
              <a:rPr lang="en-US">
                <a:solidFill>
                  <a:prstClr val="black"/>
                </a:solidFill>
                <a:latin typeface="Calibri" panose="020F0502020204030204"/>
              </a:rPr>
              <a:t> SaaS</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services. </a:t>
            </a:r>
            <a:r>
              <a:rPr kumimoji="0" lang="nn-NO" sz="1800" b="0" i="0" u="none" strike="noStrike" kern="1200" cap="none" spc="0" normalizeH="0" baseline="0" noProof="0">
                <a:ln>
                  <a:noFill/>
                </a:ln>
                <a:solidFill>
                  <a:prstClr val="black"/>
                </a:solidFill>
                <a:effectLst/>
                <a:uLnTx/>
                <a:uFillTx/>
                <a:latin typeface="Calibri" panose="020F0502020204030204"/>
                <a:ea typeface="+mn-ea"/>
                <a:cs typeface="+mn-cs"/>
              </a:rPr>
              <a:t>Microsoft Defender for Cloud Apps</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natively integrates with leading Microsoft solutions and is designed with security professionals in mind. It provides simple deployment, centralized management, and innovative automation capabilities.</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887019"/>
            <a:ext cx="11226018" cy="8925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Overview - Microsoft Defender for Cloud Apps | Microsoft Learn </a:t>
            </a:r>
            <a:br>
              <a:rPr lang="en-US" sz="1600"/>
            </a:br>
            <a:r>
              <a:rPr lang="en-US" sz="1600">
                <a:hlinkClick r:id="rId4"/>
              </a:rPr>
              <a:t>Discover and manage Shadow IT - Microsoft Defender for Cloud Apps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870652"/>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79593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812305"/>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MDCA, amongst other features, can be used in the discovery, analysis &amp; evaluation, management and reporting of Shadow IT. Effective controls and sanctions can the be placed on apps, regardless of the location of the device, user or application – inside or outside of the corporate network. </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3666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7" name="Rectangle 36">
            <a:hlinkClick r:id="rId5" action="ppaction://hlinksldjump"/>
            <a:extLst>
              <a:ext uri="{FF2B5EF4-FFF2-40B4-BE49-F238E27FC236}">
                <a16:creationId xmlns:a16="http://schemas.microsoft.com/office/drawing/2014/main" id="{103C5B73-1876-4C7F-BA02-A32E0D8D458E}"/>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40" name="Rectangle 39">
            <a:hlinkClick r:id="rId6" action="ppaction://hlinksldjump"/>
            <a:extLst>
              <a:ext uri="{FF2B5EF4-FFF2-40B4-BE49-F238E27FC236}">
                <a16:creationId xmlns:a16="http://schemas.microsoft.com/office/drawing/2014/main" id="{127B65F4-AD90-4FB3-ACF9-A794D227E1BA}"/>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7E577C7F-0EB3-0E84-972C-020B060D48BB}"/>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A091A7FF-5FFA-7B6C-E1E8-8EFF7E91513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21B85402-F1D7-E4CD-5AC1-74B9DD16D709}"/>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8" action="ppaction://hlinksldjump"/>
            <a:extLst>
              <a:ext uri="{FF2B5EF4-FFF2-40B4-BE49-F238E27FC236}">
                <a16:creationId xmlns:a16="http://schemas.microsoft.com/office/drawing/2014/main" id="{2E232E25-4947-AB40-FE0B-797325E90A44}"/>
              </a:ext>
            </a:extLst>
          </p:cNvPr>
          <p:cNvSpPr/>
          <p:nvPr/>
        </p:nvSpPr>
        <p:spPr>
          <a:xfrm>
            <a:off x="482991" y="543388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9" action="ppaction://hlinksldjump"/>
            <a:extLst>
              <a:ext uri="{FF2B5EF4-FFF2-40B4-BE49-F238E27FC236}">
                <a16:creationId xmlns:a16="http://schemas.microsoft.com/office/drawing/2014/main" id="{A37B962D-FCA1-C03C-374A-BD9DF557D3AA}"/>
              </a:ext>
            </a:extLst>
          </p:cNvPr>
          <p:cNvPicPr>
            <a:picLocks noChangeAspect="1"/>
          </p:cNvPicPr>
          <p:nvPr/>
        </p:nvPicPr>
        <p:blipFill>
          <a:blip r:embed="rId10"/>
          <a:stretch>
            <a:fillRect/>
          </a:stretch>
        </p:blipFill>
        <p:spPr>
          <a:xfrm>
            <a:off x="0" y="0"/>
            <a:ext cx="211626" cy="6858000"/>
          </a:xfrm>
          <a:prstGeom prst="rect">
            <a:avLst/>
          </a:prstGeom>
        </p:spPr>
      </p:pic>
      <p:sp>
        <p:nvSpPr>
          <p:cNvPr id="8" name="Rectangle 7">
            <a:hlinkHover r:id="rId11" action="ppaction://hlinksldjump"/>
            <a:extLst>
              <a:ext uri="{FF2B5EF4-FFF2-40B4-BE49-F238E27FC236}">
                <a16:creationId xmlns:a16="http://schemas.microsoft.com/office/drawing/2014/main" id="{3B58C09A-336F-7560-BBFB-77966A808447}"/>
              </a:ext>
            </a:extLst>
          </p:cNvPr>
          <p:cNvSpPr/>
          <p:nvPr/>
        </p:nvSpPr>
        <p:spPr>
          <a:xfrm>
            <a:off x="4690487"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74528978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665722" y="173237"/>
            <a:ext cx="88605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Data Lifecycle Management</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For most organizations, the volume and complexity of their data is increasing daily — email, documents, instant messages, and more. When content is subject to a retention policy, people can continue to edit and work with the content as if nothing's changed because the content is retained in place, in its original location. But if someone edits or deletes content that's subject to the policy, a copy is saved to a secure location where it's retained while the policy is in effect. </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0" y="2663066"/>
            <a:ext cx="11226018" cy="61555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Learn about retention policies &amp; labels to retain or delete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506016" y="2423242"/>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507974" y="350507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730232"/>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Being able to retain and effectively search data in lines with an organization's compliance needs, including responses to Digital Subject Access Requests. It also presents as a form of Data Loss Prevention as it prevents the accidental or deliberate deletion of potentially valuable or responsive (in an investigation) data.</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95632"/>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1" name="Rectangle 30">
            <a:hlinkClick r:id="rId4" action="ppaction://hlinksldjump"/>
            <a:extLst>
              <a:ext uri="{FF2B5EF4-FFF2-40B4-BE49-F238E27FC236}">
                <a16:creationId xmlns:a16="http://schemas.microsoft.com/office/drawing/2014/main" id="{1A56DF14-EA16-40EB-A12E-4C5DF74671E2}"/>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35" name="Rectangle 34">
            <a:hlinkClick r:id="rId5" action="ppaction://hlinksldjump"/>
            <a:extLst>
              <a:ext uri="{FF2B5EF4-FFF2-40B4-BE49-F238E27FC236}">
                <a16:creationId xmlns:a16="http://schemas.microsoft.com/office/drawing/2014/main" id="{D30E8CEC-E7E3-4F75-AA68-413DA681B216}"/>
              </a:ext>
            </a:extLst>
          </p:cNvPr>
          <p:cNvSpPr/>
          <p:nvPr/>
        </p:nvSpPr>
        <p:spPr>
          <a:xfrm>
            <a:off x="2587332"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36" name="Rectangle 35">
            <a:hlinkClick r:id="rId6" action="ppaction://hlinksldjump"/>
            <a:extLst>
              <a:ext uri="{FF2B5EF4-FFF2-40B4-BE49-F238E27FC236}">
                <a16:creationId xmlns:a16="http://schemas.microsoft.com/office/drawing/2014/main" id="{D56E81BC-D373-4B77-B993-C8EF5A2B67A3}"/>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40" name="Rectangle 39">
            <a:hlinkClick r:id="rId7" action="ppaction://hlinksldjump"/>
            <a:extLst>
              <a:ext uri="{FF2B5EF4-FFF2-40B4-BE49-F238E27FC236}">
                <a16:creationId xmlns:a16="http://schemas.microsoft.com/office/drawing/2014/main" id="{127B65F4-AD90-4FB3-ACF9-A794D227E1BA}"/>
              </a:ext>
            </a:extLst>
          </p:cNvPr>
          <p:cNvSpPr/>
          <p:nvPr/>
        </p:nvSpPr>
        <p:spPr>
          <a:xfrm>
            <a:off x="2587332"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26F9DF39-2FD7-CE80-997B-700FC5DB8AE8}"/>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3AFA932E-2DDC-3457-DEA7-0AC66212DEE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31897F13-29E9-EEB1-1FAC-5BF46B2D7C53}"/>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9" action="ppaction://hlinksldjump"/>
            <a:extLst>
              <a:ext uri="{FF2B5EF4-FFF2-40B4-BE49-F238E27FC236}">
                <a16:creationId xmlns:a16="http://schemas.microsoft.com/office/drawing/2014/main" id="{0FE6EF9B-0CCB-9F80-B1EC-E763CA48C8B3}"/>
              </a:ext>
            </a:extLst>
          </p:cNvPr>
          <p:cNvPicPr>
            <a:picLocks noChangeAspect="1"/>
          </p:cNvPicPr>
          <p:nvPr/>
        </p:nvPicPr>
        <p:blipFill>
          <a:blip r:embed="rId10"/>
          <a:stretch>
            <a:fillRect/>
          </a:stretch>
        </p:blipFill>
        <p:spPr>
          <a:xfrm>
            <a:off x="0" y="0"/>
            <a:ext cx="211626" cy="6858000"/>
          </a:xfrm>
          <a:prstGeom prst="rect">
            <a:avLst/>
          </a:prstGeom>
        </p:spPr>
      </p:pic>
      <p:sp>
        <p:nvSpPr>
          <p:cNvPr id="7" name="Rectangle 6">
            <a:hlinkHover r:id="rId11" action="ppaction://hlinksldjump"/>
            <a:extLst>
              <a:ext uri="{FF2B5EF4-FFF2-40B4-BE49-F238E27FC236}">
                <a16:creationId xmlns:a16="http://schemas.microsoft.com/office/drawing/2014/main" id="{64296091-2012-7F04-7316-5C400426FFAF}"/>
              </a:ext>
            </a:extLst>
          </p:cNvPr>
          <p:cNvSpPr/>
          <p:nvPr/>
        </p:nvSpPr>
        <p:spPr>
          <a:xfrm>
            <a:off x="4690487"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00188441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2258384" y="173237"/>
            <a:ext cx="767523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Records Management</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Microsoft Purview Records Management provides advanced management capabilities for retention labels, retention label policies, and provides an integrated way to traverse label and label-to-content activity for your entire content lifecycle – from creation, through collaboration, record declaration, retention, and finally, disposition.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384319"/>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b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br>
            <a:r>
              <a:rPr lang="en-US">
                <a:hlinkClick r:id="rId3"/>
              </a:rPr>
              <a:t>Use file plan to manage retention labels | Microsoft Learn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203804"/>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211165"/>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391679"/>
            <a:ext cx="1122601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Provide effective data governance for the entire content lifecycle with the ability to review and analyze retention labels with governance stakeholders within your organization; import and export retention labels; create File Plan Descriptions; disposition reviews to identify what happens to content at the end of its retention period.</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77252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6" name="Rectangle 35">
            <a:hlinkClick r:id="rId4" action="ppaction://hlinksldjump"/>
            <a:extLst>
              <a:ext uri="{FF2B5EF4-FFF2-40B4-BE49-F238E27FC236}">
                <a16:creationId xmlns:a16="http://schemas.microsoft.com/office/drawing/2014/main" id="{D56E81BC-D373-4B77-B993-C8EF5A2B67A3}"/>
              </a:ext>
            </a:extLst>
          </p:cNvPr>
          <p:cNvSpPr/>
          <p:nvPr/>
        </p:nvSpPr>
        <p:spPr>
          <a:xfrm>
            <a:off x="482991" y="5431697"/>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40" name="Rectangle 39">
            <a:hlinkClick r:id="rId5" action="ppaction://hlinksldjump"/>
            <a:extLst>
              <a:ext uri="{FF2B5EF4-FFF2-40B4-BE49-F238E27FC236}">
                <a16:creationId xmlns:a16="http://schemas.microsoft.com/office/drawing/2014/main" id="{127B65F4-AD90-4FB3-ACF9-A794D227E1BA}"/>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D8303B80-5958-6D41-AD1F-98823C31D4E8}"/>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FDBBFC12-9491-0E65-0E05-0A5B8EA3A61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347208A5-C6A3-E19A-DE31-DA25F8599B14}"/>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7" action="ppaction://hlinksldjump"/>
            <a:extLst>
              <a:ext uri="{FF2B5EF4-FFF2-40B4-BE49-F238E27FC236}">
                <a16:creationId xmlns:a16="http://schemas.microsoft.com/office/drawing/2014/main" id="{E1BC2313-6A21-44D8-2ADF-EE90DFFBA03A}"/>
              </a:ext>
            </a:extLst>
          </p:cNvPr>
          <p:cNvSpPr/>
          <p:nvPr/>
        </p:nvSpPr>
        <p:spPr>
          <a:xfrm>
            <a:off x="482991"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8" action="ppaction://hlinksldjump"/>
            <a:extLst>
              <a:ext uri="{FF2B5EF4-FFF2-40B4-BE49-F238E27FC236}">
                <a16:creationId xmlns:a16="http://schemas.microsoft.com/office/drawing/2014/main" id="{C82E10AB-74E6-F113-A43D-D90E34737799}"/>
              </a:ext>
            </a:extLst>
          </p:cNvPr>
          <p:cNvPicPr>
            <a:picLocks noChangeAspect="1"/>
          </p:cNvPicPr>
          <p:nvPr/>
        </p:nvPicPr>
        <p:blipFill>
          <a:blip r:embed="rId9"/>
          <a:stretch>
            <a:fillRect/>
          </a:stretch>
        </p:blipFill>
        <p:spPr>
          <a:xfrm>
            <a:off x="0" y="0"/>
            <a:ext cx="211626" cy="6858000"/>
          </a:xfrm>
          <a:prstGeom prst="rect">
            <a:avLst/>
          </a:prstGeom>
        </p:spPr>
      </p:pic>
      <p:sp>
        <p:nvSpPr>
          <p:cNvPr id="8" name="Rectangle 7">
            <a:hlinkHover r:id="rId10" action="ppaction://hlinksldjump"/>
            <a:extLst>
              <a:ext uri="{FF2B5EF4-FFF2-40B4-BE49-F238E27FC236}">
                <a16:creationId xmlns:a16="http://schemas.microsoft.com/office/drawing/2014/main" id="{EFBA06D4-BB7F-EDB7-5626-63FB83B205BE}"/>
              </a:ext>
            </a:extLst>
          </p:cNvPr>
          <p:cNvSpPr/>
          <p:nvPr/>
        </p:nvSpPr>
        <p:spPr>
          <a:xfrm>
            <a:off x="4690487"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77380141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035424" y="173237"/>
            <a:ext cx="1012115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Data Loss Prevention (Including Teams)</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To comply with business standards and industry regulations, organizations must protect sensitive information and prevent its inadvertent disclosure. Sensitive information can include financial data or personally identifiable information (PII) such as credit card numbers, social security numbers, or health records. With a data loss prevention (DLP) policy in the Office 365 Security &amp; Compliance Center, you can identify, monitor, and automatically protect sensitive information across Office 365 and </a:t>
            </a:r>
            <a:r>
              <a:rPr kumimoji="0" lang="en-US" sz="1800" b="1" i="0" u="none" strike="noStrike" kern="1200" cap="none" spc="0" normalizeH="0" baseline="0" noProof="0">
                <a:ln>
                  <a:noFill/>
                </a:ln>
                <a:solidFill>
                  <a:prstClr val="black"/>
                </a:solidFill>
                <a:effectLst/>
                <a:uLnTx/>
                <a:uFillTx/>
                <a:latin typeface="Calibri" panose="020F0502020204030204"/>
                <a:ea typeface="+mn-ea"/>
                <a:cs typeface="+mn-cs"/>
              </a:rPr>
              <a:t>on-premises</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845982"/>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Learn about data loss prevention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 name="Rectangle 7">
            <a:hlinkClick r:id="rId4" action="ppaction://hlinksldjump"/>
            <a:extLst>
              <a:ext uri="{FF2B5EF4-FFF2-40B4-BE49-F238E27FC236}">
                <a16:creationId xmlns:a16="http://schemas.microsoft.com/office/drawing/2014/main" id="{0B33F5B3-EDA0-427B-AB2C-52B25903C1BF}"/>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12" name="Rectangle 11">
            <a:hlinkClick r:id="rId5" action="ppaction://hlinksldjump"/>
            <a:extLst>
              <a:ext uri="{FF2B5EF4-FFF2-40B4-BE49-F238E27FC236}">
                <a16:creationId xmlns:a16="http://schemas.microsoft.com/office/drawing/2014/main" id="{41CF9C74-BB6B-4191-B242-8C5C82260EFE}"/>
              </a:ext>
            </a:extLst>
          </p:cNvPr>
          <p:cNvSpPr/>
          <p:nvPr/>
        </p:nvSpPr>
        <p:spPr>
          <a:xfrm>
            <a:off x="2590049"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3" name="Rectangle 12">
            <a:hlinkClick r:id="rId6" action="ppaction://hlinksldjump"/>
            <a:extLst>
              <a:ext uri="{FF2B5EF4-FFF2-40B4-BE49-F238E27FC236}">
                <a16:creationId xmlns:a16="http://schemas.microsoft.com/office/drawing/2014/main" id="{5558F91B-5039-458F-AEE7-DFAD332E4B38}"/>
              </a:ext>
            </a:extLst>
          </p:cNvPr>
          <p:cNvSpPr/>
          <p:nvPr/>
        </p:nvSpPr>
        <p:spPr>
          <a:xfrm>
            <a:off x="482991" y="593431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7" name="Rectangle 16">
            <a:hlinkClick r:id="rId7" action="ppaction://hlinksldjump"/>
            <a:extLst>
              <a:ext uri="{FF2B5EF4-FFF2-40B4-BE49-F238E27FC236}">
                <a16:creationId xmlns:a16="http://schemas.microsoft.com/office/drawing/2014/main" id="{140067AD-06A6-497D-B910-C16D307605DE}"/>
              </a:ext>
            </a:extLst>
          </p:cNvPr>
          <p:cNvSpPr/>
          <p:nvPr/>
        </p:nvSpPr>
        <p:spPr>
          <a:xfrm>
            <a:off x="4697107" y="5437409"/>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9" name="TextBox 18">
            <a:extLst>
              <a:ext uri="{FF2B5EF4-FFF2-40B4-BE49-F238E27FC236}">
                <a16:creationId xmlns:a16="http://schemas.microsoft.com/office/drawing/2014/main" id="{B8FA8763-1C92-42ED-B7E3-83A062C3DA16}"/>
              </a:ext>
            </a:extLst>
          </p:cNvPr>
          <p:cNvSpPr txBox="1"/>
          <p:nvPr/>
        </p:nvSpPr>
        <p:spPr>
          <a:xfrm>
            <a:off x="482991" y="4953036"/>
            <a:ext cx="358290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89035164-66A8-4309-BE62-3AAA644E423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22" name="Rectangle 21">
            <a:extLst>
              <a:ext uri="{FF2B5EF4-FFF2-40B4-BE49-F238E27FC236}">
                <a16:creationId xmlns:a16="http://schemas.microsoft.com/office/drawing/2014/main" id="{E4BF7E1B-D8A8-4244-9975-C73F2A957D76}"/>
              </a:ext>
            </a:extLst>
          </p:cNvPr>
          <p:cNvSpPr/>
          <p:nvPr/>
        </p:nvSpPr>
        <p:spPr>
          <a:xfrm>
            <a:off x="7125033" y="5437410"/>
            <a:ext cx="527816"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3" name="Rectangle 22">
            <a:extLst>
              <a:ext uri="{FF2B5EF4-FFF2-40B4-BE49-F238E27FC236}">
                <a16:creationId xmlns:a16="http://schemas.microsoft.com/office/drawing/2014/main" id="{AA6B6306-90CF-44BC-93F2-A88E777BB154}"/>
              </a:ext>
            </a:extLst>
          </p:cNvPr>
          <p:cNvSpPr/>
          <p:nvPr/>
        </p:nvSpPr>
        <p:spPr>
          <a:xfrm>
            <a:off x="7125033" y="5934313"/>
            <a:ext cx="527815"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3" name="TextBox 2">
            <a:extLst>
              <a:ext uri="{FF2B5EF4-FFF2-40B4-BE49-F238E27FC236}">
                <a16:creationId xmlns:a16="http://schemas.microsoft.com/office/drawing/2014/main" id="{29422D7D-A194-49E3-80CD-A38A9834D5EE}"/>
              </a:ext>
            </a:extLst>
          </p:cNvPr>
          <p:cNvSpPr txBox="1"/>
          <p:nvPr/>
        </p:nvSpPr>
        <p:spPr>
          <a:xfrm>
            <a:off x="7673601" y="5368781"/>
            <a:ext cx="3953752"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rPr>
              <a:t>Exchange, SharePoint</a:t>
            </a:r>
            <a:r>
              <a:rPr lang="en-GB" sz="1400">
                <a:solidFill>
                  <a:prstClr val="black"/>
                </a:solidFill>
                <a:latin typeface="Calibri" panose="020F0502020204030204"/>
              </a:rPr>
              <a:t> and On-Premises (via Labelling Scanner) </a:t>
            </a:r>
            <a: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rPr>
              <a:t> only</a:t>
            </a:r>
          </a:p>
        </p:txBody>
      </p:sp>
      <p:sp>
        <p:nvSpPr>
          <p:cNvPr id="25" name="TextBox 24">
            <a:extLst>
              <a:ext uri="{FF2B5EF4-FFF2-40B4-BE49-F238E27FC236}">
                <a16:creationId xmlns:a16="http://schemas.microsoft.com/office/drawing/2014/main" id="{A43716CF-5F21-4A5D-93F4-5B559CD3227E}"/>
              </a:ext>
            </a:extLst>
          </p:cNvPr>
          <p:cNvSpPr txBox="1"/>
          <p:nvPr/>
        </p:nvSpPr>
        <p:spPr>
          <a:xfrm>
            <a:off x="7673603" y="5850129"/>
            <a:ext cx="3984296"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rPr>
              <a:t>Exchange, SharePoint, On-Premises (via MDCA), and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rPr>
              <a:t>Teams Chat and Channels</a:t>
            </a:r>
          </a:p>
        </p:txBody>
      </p:sp>
      <p:cxnSp>
        <p:nvCxnSpPr>
          <p:cNvPr id="26" name="Straight Connector 25">
            <a:extLst>
              <a:ext uri="{FF2B5EF4-FFF2-40B4-BE49-F238E27FC236}">
                <a16:creationId xmlns:a16="http://schemas.microsoft.com/office/drawing/2014/main" id="{086884A6-FEFD-4719-B2C1-278DB2B0ECCB}"/>
              </a:ext>
            </a:extLst>
          </p:cNvPr>
          <p:cNvCxnSpPr/>
          <p:nvPr/>
        </p:nvCxnSpPr>
        <p:spPr>
          <a:xfrm>
            <a:off x="482991" y="2711634"/>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2C3972A4-7297-443F-88CD-0DD130B80982}"/>
              </a:ext>
            </a:extLst>
          </p:cNvPr>
          <p:cNvCxnSpPr/>
          <p:nvPr/>
        </p:nvCxnSpPr>
        <p:spPr>
          <a:xfrm>
            <a:off x="482991" y="3626661"/>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5133E8B2-6FE2-42E4-9EC9-8F28CFCE33E3}"/>
              </a:ext>
            </a:extLst>
          </p:cNvPr>
          <p:cNvSpPr txBox="1"/>
          <p:nvPr/>
        </p:nvSpPr>
        <p:spPr>
          <a:xfrm>
            <a:off x="482991" y="3761009"/>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Apply appropriate controls over the flow of sensitive data in, out and within your organization from Teams, SharePoint Online and Exchange Online</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29" name="Straight Connector 28">
            <a:extLst>
              <a:ext uri="{FF2B5EF4-FFF2-40B4-BE49-F238E27FC236}">
                <a16:creationId xmlns:a16="http://schemas.microsoft.com/office/drawing/2014/main" id="{B7355669-9DCA-48B6-9300-F0E6478105C8}"/>
              </a:ext>
            </a:extLst>
          </p:cNvPr>
          <p:cNvCxnSpPr/>
          <p:nvPr/>
        </p:nvCxnSpPr>
        <p:spPr>
          <a:xfrm>
            <a:off x="482991" y="4818687"/>
            <a:ext cx="11226018"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4" name="Group 3">
            <a:extLst>
              <a:ext uri="{FF2B5EF4-FFF2-40B4-BE49-F238E27FC236}">
                <a16:creationId xmlns:a16="http://schemas.microsoft.com/office/drawing/2014/main" id="{5F0526B1-460C-A12B-032D-EFD3E9A95521}"/>
              </a:ext>
            </a:extLst>
          </p:cNvPr>
          <p:cNvGrpSpPr/>
          <p:nvPr/>
        </p:nvGrpSpPr>
        <p:grpSpPr>
          <a:xfrm>
            <a:off x="11331950" y="58136"/>
            <a:ext cx="754117" cy="803729"/>
            <a:chOff x="9401324" y="101482"/>
            <a:chExt cx="754117" cy="803729"/>
          </a:xfrm>
        </p:grpSpPr>
        <p:pic>
          <p:nvPicPr>
            <p:cNvPr id="5" name="Graphic 4" descr="Back with solid fill">
              <a:hlinkClick r:id="" action="ppaction://hlinkshowjump?jump=lastslideviewed"/>
              <a:extLst>
                <a:ext uri="{FF2B5EF4-FFF2-40B4-BE49-F238E27FC236}">
                  <a16:creationId xmlns:a16="http://schemas.microsoft.com/office/drawing/2014/main" id="{01D06876-6321-150F-F58D-D2A3E3A0785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6" name="TextBox 5">
              <a:extLst>
                <a:ext uri="{FF2B5EF4-FFF2-40B4-BE49-F238E27FC236}">
                  <a16:creationId xmlns:a16="http://schemas.microsoft.com/office/drawing/2014/main" id="{21E21CFC-F8AE-769D-33A9-B37C236761CC}"/>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Rectangle 6">
            <a:hlinkClick r:id="rId9" action="ppaction://hlinksldjump"/>
            <a:extLst>
              <a:ext uri="{FF2B5EF4-FFF2-40B4-BE49-F238E27FC236}">
                <a16:creationId xmlns:a16="http://schemas.microsoft.com/office/drawing/2014/main" id="{54547167-77E8-FE88-9F64-F37D0B9C6401}"/>
              </a:ext>
            </a:extLst>
          </p:cNvPr>
          <p:cNvSpPr/>
          <p:nvPr/>
        </p:nvSpPr>
        <p:spPr>
          <a:xfrm>
            <a:off x="2586739" y="593431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1150">
                <a:solidFill>
                  <a:srgbClr val="1F4E79"/>
                </a:solidFill>
                <a:latin typeface="Century Gothic" panose="020B0502020202020204" pitchFamily="34" charset="0"/>
              </a:rPr>
              <a:t>Microsoft 365 Purview Suite</a:t>
            </a:r>
          </a:p>
        </p:txBody>
      </p:sp>
      <p:pic>
        <p:nvPicPr>
          <p:cNvPr id="9" name="Picture 8">
            <a:hlinkClick r:id="rId10" action="ppaction://hlinksldjump"/>
            <a:extLst>
              <a:ext uri="{FF2B5EF4-FFF2-40B4-BE49-F238E27FC236}">
                <a16:creationId xmlns:a16="http://schemas.microsoft.com/office/drawing/2014/main" id="{DA91D436-4A6A-69A9-51BA-6AC2D6199ED9}"/>
              </a:ext>
            </a:extLst>
          </p:cNvPr>
          <p:cNvPicPr>
            <a:picLocks noChangeAspect="1"/>
          </p:cNvPicPr>
          <p:nvPr/>
        </p:nvPicPr>
        <p:blipFill>
          <a:blip r:embed="rId11"/>
          <a:stretch>
            <a:fillRect/>
          </a:stretch>
        </p:blipFill>
        <p:spPr>
          <a:xfrm>
            <a:off x="0" y="0"/>
            <a:ext cx="211626" cy="6858000"/>
          </a:xfrm>
          <a:prstGeom prst="rect">
            <a:avLst/>
          </a:prstGeom>
        </p:spPr>
      </p:pic>
      <p:sp>
        <p:nvSpPr>
          <p:cNvPr id="10" name="Rectangle 9">
            <a:hlinkHover r:id="rId12" action="ppaction://hlinksldjump"/>
            <a:extLst>
              <a:ext uri="{FF2B5EF4-FFF2-40B4-BE49-F238E27FC236}">
                <a16:creationId xmlns:a16="http://schemas.microsoft.com/office/drawing/2014/main" id="{86F00322-7205-BD6D-6720-231B808707C9}"/>
              </a:ext>
            </a:extLst>
          </p:cNvPr>
          <p:cNvSpPr/>
          <p:nvPr/>
        </p:nvSpPr>
        <p:spPr>
          <a:xfrm>
            <a:off x="4690487" y="5934312"/>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1150" dirty="0">
                <a:solidFill>
                  <a:srgbClr val="1F4E79"/>
                </a:solidFill>
                <a:latin typeface="Century Gothic" panose="020B0502020202020204" pitchFamily="34" charset="0"/>
              </a:rPr>
              <a:t>Microsoft 365 E7</a:t>
            </a:r>
          </a:p>
        </p:txBody>
      </p:sp>
    </p:spTree>
    <p:extLst>
      <p:ext uri="{BB962C8B-B14F-4D97-AF65-F5344CB8AC3E}">
        <p14:creationId xmlns:p14="http://schemas.microsoft.com/office/powerpoint/2010/main" val="81022300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877895" y="173237"/>
            <a:ext cx="843621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Insider Risk Management</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Microsoft Purview Insider Risk Management</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is a solution in Microsoft 365 that helps minimize internal risks by enabling you to detect, investigate, and act on risky activities in your organization. Custom policies allow you to detect and take action on malicious and inadvertent risk activities in your organization, including escalating cases to Microsoft Purview eDiscovery (Premium) if needed. Risk analysts in your organization can quickly take appropriate actions to make sure users are compliant with your organization's compliance standards.</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743390"/>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Learn about insider risk management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583394"/>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54971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709713"/>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Microsoft Purview Insider Risk Management</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can help your organization prevent, detect, and contain risks while prioritizing your organization values, culture, and employee experience</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79303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40" name="Rectangle 39">
            <a:hlinkClick r:id="rId4" action="ppaction://hlinksldjump"/>
            <a:extLst>
              <a:ext uri="{FF2B5EF4-FFF2-40B4-BE49-F238E27FC236}">
                <a16:creationId xmlns:a16="http://schemas.microsoft.com/office/drawing/2014/main" id="{127B65F4-AD90-4FB3-ACF9-A794D227E1BA}"/>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C5AC0AA2-093C-F924-F337-1BC107018FA9}"/>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FC2D53BA-10CB-6AA6-AB6B-115C4042C60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D5BCDC25-191E-D019-CE18-15F53991F575}"/>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6" action="ppaction://hlinksldjump"/>
            <a:extLst>
              <a:ext uri="{FF2B5EF4-FFF2-40B4-BE49-F238E27FC236}">
                <a16:creationId xmlns:a16="http://schemas.microsoft.com/office/drawing/2014/main" id="{0CDB6CE0-F8E7-7FF4-87A8-A00727887D7C}"/>
              </a:ext>
            </a:extLst>
          </p:cNvPr>
          <p:cNvSpPr/>
          <p:nvPr/>
        </p:nvSpPr>
        <p:spPr>
          <a:xfrm>
            <a:off x="482991" y="544688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7" action="ppaction://hlinksldjump"/>
            <a:extLst>
              <a:ext uri="{FF2B5EF4-FFF2-40B4-BE49-F238E27FC236}">
                <a16:creationId xmlns:a16="http://schemas.microsoft.com/office/drawing/2014/main" id="{85426F6E-5246-D3D5-CE0A-1CBF3B50DD29}"/>
              </a:ext>
            </a:extLst>
          </p:cNvPr>
          <p:cNvPicPr>
            <a:picLocks noChangeAspect="1"/>
          </p:cNvPicPr>
          <p:nvPr/>
        </p:nvPicPr>
        <p:blipFill>
          <a:blip r:embed="rId8"/>
          <a:stretch>
            <a:fillRect/>
          </a:stretch>
        </p:blipFill>
        <p:spPr>
          <a:xfrm>
            <a:off x="0" y="0"/>
            <a:ext cx="211626" cy="6858000"/>
          </a:xfrm>
          <a:prstGeom prst="rect">
            <a:avLst/>
          </a:prstGeom>
        </p:spPr>
      </p:pic>
      <p:sp>
        <p:nvSpPr>
          <p:cNvPr id="8" name="Rectangle 7">
            <a:hlinkHover r:id="rId9" action="ppaction://hlinksldjump"/>
            <a:extLst>
              <a:ext uri="{FF2B5EF4-FFF2-40B4-BE49-F238E27FC236}">
                <a16:creationId xmlns:a16="http://schemas.microsoft.com/office/drawing/2014/main" id="{C96284E4-B8E2-2FE0-5AA9-80CE765E7872}"/>
              </a:ext>
            </a:extLst>
          </p:cNvPr>
          <p:cNvSpPr/>
          <p:nvPr/>
        </p:nvSpPr>
        <p:spPr>
          <a:xfrm>
            <a:off x="2575526"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39956154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Customer Key</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Service encryption ensures that content at rest is encrypted at the application layer. </a:t>
            </a:r>
            <a:r>
              <a:rPr kumimoji="0" lang="en-US" sz="1800" b="1" i="0" u="none" strike="noStrike" kern="1200" cap="none" spc="0" normalizeH="0" baseline="0" noProof="0">
                <a:ln>
                  <a:noFill/>
                </a:ln>
                <a:solidFill>
                  <a:prstClr val="black"/>
                </a:solidFill>
                <a:effectLst/>
                <a:uLnTx/>
                <a:uFillTx/>
                <a:latin typeface="Calibri" panose="020F0502020204030204"/>
                <a:ea typeface="+mn-ea"/>
                <a:cs typeface="+mn-cs"/>
              </a:rPr>
              <a:t>Your data is always encrypted at rest in the Microsoft 365 service with BitLocker and DKM</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For more information, see the "Security, Privacy, and Compliance Information", and </a:t>
            </a:r>
            <a:r>
              <a:rPr kumimoji="0" lang="en-US" sz="1800" b="0" i="0" u="sng" strike="noStrike" kern="1200" cap="none" spc="0" normalizeH="0" baseline="0" noProof="0">
                <a:ln>
                  <a:noFill/>
                </a:ln>
                <a:solidFill>
                  <a:prstClr val="black"/>
                </a:solidFill>
                <a:effectLst/>
                <a:uLnTx/>
                <a:uFillTx/>
                <a:latin typeface="Calibri" panose="020F0502020204030204"/>
                <a:ea typeface="+mn-ea"/>
                <a:cs typeface="+mn-cs"/>
                <a:hlinkClick r:id="rId3"/>
              </a:rPr>
              <a:t>How Exchange Online secures your email secrets</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Microsoft Purview Customer Key provides additional protection against viewing of data by unauthorized systems or personnel and complements BitLocker disk encryption in Microsoft datacenters. </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661316"/>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4"/>
              </a:rPr>
              <a:t>Overview of Customer Key - Microsoft Purview | Microsoft Learn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619301"/>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349662"/>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391677"/>
            <a:ext cx="11226018"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Service encryption is not meant to prevent Microsoft personnel from accessing customer data. The primary purpose is to assist customers in meeting regulatory or compliance obligations for controlling root keys. Customers explicitly authorize O365 services to use their encryption keys to provide value added cloud services, such as eDiscovery, anti-malware, anti-spam, search indexing, etc.</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1102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Rectangle 15">
            <a:hlinkClick r:id="rId5" action="ppaction://hlinksldjump"/>
            <a:extLst>
              <a:ext uri="{FF2B5EF4-FFF2-40B4-BE49-F238E27FC236}">
                <a16:creationId xmlns:a16="http://schemas.microsoft.com/office/drawing/2014/main" id="{34B12EBD-C1CC-497C-9F7C-A3E85AD35690}"/>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20" name="Rectangle 19">
            <a:hlinkClick r:id="rId6" action="ppaction://hlinksldjump"/>
            <a:extLst>
              <a:ext uri="{FF2B5EF4-FFF2-40B4-BE49-F238E27FC236}">
                <a16:creationId xmlns:a16="http://schemas.microsoft.com/office/drawing/2014/main" id="{91C95153-904B-4B55-A42E-A2EDE5EC6DA4}"/>
              </a:ext>
            </a:extLst>
          </p:cNvPr>
          <p:cNvSpPr/>
          <p:nvPr/>
        </p:nvSpPr>
        <p:spPr>
          <a:xfrm>
            <a:off x="4690486"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22" name="TextBox 21">
            <a:extLst>
              <a:ext uri="{FF2B5EF4-FFF2-40B4-BE49-F238E27FC236}">
                <a16:creationId xmlns:a16="http://schemas.microsoft.com/office/drawing/2014/main" id="{4AF85A50-BCB1-4A3C-A257-FD0A0B2EE6EC}"/>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3" name="TextBox 22">
            <a:extLst>
              <a:ext uri="{FF2B5EF4-FFF2-40B4-BE49-F238E27FC236}">
                <a16:creationId xmlns:a16="http://schemas.microsoft.com/office/drawing/2014/main" id="{1CEE33FE-03E9-4495-A378-7A693C7B66A4}"/>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grpSp>
        <p:nvGrpSpPr>
          <p:cNvPr id="3" name="Group 2">
            <a:extLst>
              <a:ext uri="{FF2B5EF4-FFF2-40B4-BE49-F238E27FC236}">
                <a16:creationId xmlns:a16="http://schemas.microsoft.com/office/drawing/2014/main" id="{81F65400-1DAE-1554-8ECE-3EEC3FA337ED}"/>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7DDF6C43-34EA-2B6E-3A8F-35DA3DFFF5C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F8AF2AA1-0B90-FC41-10D3-4C32A0006D79}"/>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8" action="ppaction://hlinksldjump"/>
            <a:extLst>
              <a:ext uri="{FF2B5EF4-FFF2-40B4-BE49-F238E27FC236}">
                <a16:creationId xmlns:a16="http://schemas.microsoft.com/office/drawing/2014/main" id="{E36B98EF-BEA9-66BA-0A1F-3C7E13ECE813}"/>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9" action="ppaction://hlinksldjump"/>
            <a:extLst>
              <a:ext uri="{FF2B5EF4-FFF2-40B4-BE49-F238E27FC236}">
                <a16:creationId xmlns:a16="http://schemas.microsoft.com/office/drawing/2014/main" id="{1D6EC13E-575E-F255-4A01-3DC7BEDF0D00}"/>
              </a:ext>
            </a:extLst>
          </p:cNvPr>
          <p:cNvPicPr>
            <a:picLocks noChangeAspect="1"/>
          </p:cNvPicPr>
          <p:nvPr/>
        </p:nvPicPr>
        <p:blipFill>
          <a:blip r:embed="rId10"/>
          <a:stretch>
            <a:fillRect/>
          </a:stretch>
        </p:blipFill>
        <p:spPr>
          <a:xfrm>
            <a:off x="0" y="0"/>
            <a:ext cx="211626" cy="6858000"/>
          </a:xfrm>
          <a:prstGeom prst="rect">
            <a:avLst/>
          </a:prstGeom>
        </p:spPr>
      </p:pic>
      <p:sp>
        <p:nvSpPr>
          <p:cNvPr id="8" name="Rectangle 7">
            <a:hlinkHover r:id="rId11" action="ppaction://hlinksldjump"/>
            <a:extLst>
              <a:ext uri="{FF2B5EF4-FFF2-40B4-BE49-F238E27FC236}">
                <a16:creationId xmlns:a16="http://schemas.microsoft.com/office/drawing/2014/main" id="{DDBD2A61-7263-6809-BCB4-30981521F238}"/>
              </a:ext>
            </a:extLst>
          </p:cNvPr>
          <p:cNvSpPr/>
          <p:nvPr/>
        </p:nvSpPr>
        <p:spPr>
          <a:xfrm>
            <a:off x="6794233"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78135919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125442" y="184961"/>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Communication Compliance</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03132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Communication compliance is part of the insider risk solution set in Microsoft 365 that helps minimize communication risks by helping you detect, capture, and take remediation actions for inappropriate messages in your organization. Pre-defined and custom policies allow you to scan internal and external communications for policy matches so they can be examined by designated reviewers. Reviewers can investigate scanned email, Microsoft Teams, Yammer, or third-party communications in your organization and take appropriate remediation actions to make sure they're compliant with your organization's message standards.</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938315"/>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Learn about communication compliance | Microsoft Learn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896300"/>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626661"/>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668676"/>
            <a:ext cx="1122601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Communication compliance policies in Microsoft 365 help you overcome many modern challenges associated with compliance and internal and external communications, including: Scanning increasing types of communication channels; the increasing volume of message data and regulatory enforcement and the risk of fines</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1102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Rectangle 15">
            <a:hlinkClick r:id="rId4" action="ppaction://hlinksldjump"/>
            <a:extLst>
              <a:ext uri="{FF2B5EF4-FFF2-40B4-BE49-F238E27FC236}">
                <a16:creationId xmlns:a16="http://schemas.microsoft.com/office/drawing/2014/main" id="{0DDD9734-4141-41FB-974F-8472D8483591}"/>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20" name="Rectangle 19">
            <a:hlinkClick r:id="rId5" action="ppaction://hlinksldjump"/>
            <a:extLst>
              <a:ext uri="{FF2B5EF4-FFF2-40B4-BE49-F238E27FC236}">
                <a16:creationId xmlns:a16="http://schemas.microsoft.com/office/drawing/2014/main" id="{6FB4DB65-7B30-4693-904C-186239160923}"/>
              </a:ext>
            </a:extLst>
          </p:cNvPr>
          <p:cNvSpPr/>
          <p:nvPr/>
        </p:nvSpPr>
        <p:spPr>
          <a:xfrm>
            <a:off x="4690486"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22" name="TextBox 21">
            <a:extLst>
              <a:ext uri="{FF2B5EF4-FFF2-40B4-BE49-F238E27FC236}">
                <a16:creationId xmlns:a16="http://schemas.microsoft.com/office/drawing/2014/main" id="{158A1875-EB14-403F-A9CD-563D7612A34C}"/>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3" name="TextBox 22">
            <a:extLst>
              <a:ext uri="{FF2B5EF4-FFF2-40B4-BE49-F238E27FC236}">
                <a16:creationId xmlns:a16="http://schemas.microsoft.com/office/drawing/2014/main" id="{CEEBF6F9-B14C-43FE-A0C4-A1D2BBEA5070}"/>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grpSp>
        <p:nvGrpSpPr>
          <p:cNvPr id="3" name="Group 2">
            <a:extLst>
              <a:ext uri="{FF2B5EF4-FFF2-40B4-BE49-F238E27FC236}">
                <a16:creationId xmlns:a16="http://schemas.microsoft.com/office/drawing/2014/main" id="{B25D1BCE-7059-25D2-E6DE-49B353D15CA3}"/>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B75F2EE6-AE92-69FD-BDA5-C57003B045C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7BF8BE23-2083-6784-8BCF-CF26D90EE67C}"/>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7" action="ppaction://hlinksldjump"/>
            <a:extLst>
              <a:ext uri="{FF2B5EF4-FFF2-40B4-BE49-F238E27FC236}">
                <a16:creationId xmlns:a16="http://schemas.microsoft.com/office/drawing/2014/main" id="{7699F7E5-F783-958C-30E6-3C53A98E6728}"/>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8" action="ppaction://hlinksldjump"/>
            <a:extLst>
              <a:ext uri="{FF2B5EF4-FFF2-40B4-BE49-F238E27FC236}">
                <a16:creationId xmlns:a16="http://schemas.microsoft.com/office/drawing/2014/main" id="{62993110-0986-D0CD-ECB3-38A0FBF619F9}"/>
              </a:ext>
            </a:extLst>
          </p:cNvPr>
          <p:cNvPicPr>
            <a:picLocks noChangeAspect="1"/>
          </p:cNvPicPr>
          <p:nvPr/>
        </p:nvPicPr>
        <p:blipFill>
          <a:blip r:embed="rId9"/>
          <a:stretch>
            <a:fillRect/>
          </a:stretch>
        </p:blipFill>
        <p:spPr>
          <a:xfrm>
            <a:off x="0" y="0"/>
            <a:ext cx="211626" cy="6858000"/>
          </a:xfrm>
          <a:prstGeom prst="rect">
            <a:avLst/>
          </a:prstGeom>
        </p:spPr>
      </p:pic>
      <p:sp>
        <p:nvSpPr>
          <p:cNvPr id="8" name="Rectangle 7">
            <a:hlinkHover r:id="rId10" action="ppaction://hlinksldjump"/>
            <a:extLst>
              <a:ext uri="{FF2B5EF4-FFF2-40B4-BE49-F238E27FC236}">
                <a16:creationId xmlns:a16="http://schemas.microsoft.com/office/drawing/2014/main" id="{80E39320-8BFB-C650-1385-1510C5EF062A}"/>
              </a:ext>
            </a:extLst>
          </p:cNvPr>
          <p:cNvSpPr/>
          <p:nvPr/>
        </p:nvSpPr>
        <p:spPr>
          <a:xfrm>
            <a:off x="6794233"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55186972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902443" y="184961"/>
            <a:ext cx="8457454"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Labelling Scanner</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03132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The Microsoft Purview Labelling Scanner is used to scan on-premises files shares and on-premises SharePoint 2013 or above. The scanner can inspect any files that Windows can index and see if they match a scoped sensitive information type, including out of the box Sensitive Information Types. The output can then be reported either locally in CSV files on the scanner or centrally in the Content Explorer. If you've configured sensitivity labels to apply automatic classification – based on sensitive information types, the scanner can label discovered files to apply that classification and optionally apply or remove protection.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845983"/>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Learn about the Microsoft Purview Information Protection scanner | Microsoft Learn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850134"/>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48816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484012"/>
            <a:ext cx="11226018"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The labelling scanner can be used to understand where data sits in on-premises file shares. This information can be used to understand where sensitive or relevant information sits in file shares before they are migrated to SharePoint Online or OneDrive, easing the migration. When coupled with the output from Microsoft Defender for Cloud Apps Shadow IT reports, organizations can quantify the issue of where sensitive data resides and how it is being shared.</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5718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158A1875-EB14-403F-A9CD-563D7612A34C}"/>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3" name="TextBox 22">
            <a:extLst>
              <a:ext uri="{FF2B5EF4-FFF2-40B4-BE49-F238E27FC236}">
                <a16:creationId xmlns:a16="http://schemas.microsoft.com/office/drawing/2014/main" id="{CEEBF6F9-B14C-43FE-A0C4-A1D2BBEA5070}"/>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4" name="Rectangle 3">
            <a:hlinkClick r:id="rId4" action="ppaction://hlinksldjump"/>
            <a:extLst>
              <a:ext uri="{FF2B5EF4-FFF2-40B4-BE49-F238E27FC236}">
                <a16:creationId xmlns:a16="http://schemas.microsoft.com/office/drawing/2014/main" id="{487C1E40-19C4-6488-165B-30DD765C5E85}"/>
              </a:ext>
            </a:extLst>
          </p:cNvPr>
          <p:cNvSpPr/>
          <p:nvPr/>
        </p:nvSpPr>
        <p:spPr>
          <a:xfrm>
            <a:off x="482991" y="5412731"/>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E3</a:t>
            </a:r>
          </a:p>
        </p:txBody>
      </p:sp>
      <p:sp>
        <p:nvSpPr>
          <p:cNvPr id="8" name="Rectangle 7">
            <a:hlinkClick r:id="rId5" action="ppaction://hlinksldjump"/>
            <a:extLst>
              <a:ext uri="{FF2B5EF4-FFF2-40B4-BE49-F238E27FC236}">
                <a16:creationId xmlns:a16="http://schemas.microsoft.com/office/drawing/2014/main" id="{13D69B55-0CDF-D615-F76A-2365AE0BFF04}"/>
              </a:ext>
            </a:extLst>
          </p:cNvPr>
          <p:cNvSpPr/>
          <p:nvPr/>
        </p:nvSpPr>
        <p:spPr>
          <a:xfrm>
            <a:off x="2586739" y="5408128"/>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0" name="Rectangle 9">
            <a:hlinkClick r:id="rId6" action="ppaction://hlinksldjump"/>
            <a:extLst>
              <a:ext uri="{FF2B5EF4-FFF2-40B4-BE49-F238E27FC236}">
                <a16:creationId xmlns:a16="http://schemas.microsoft.com/office/drawing/2014/main" id="{F95D8545-A05D-7FC7-DCB7-1923BE230D78}"/>
              </a:ext>
            </a:extLst>
          </p:cNvPr>
          <p:cNvSpPr/>
          <p:nvPr/>
        </p:nvSpPr>
        <p:spPr>
          <a:xfrm>
            <a:off x="4690487" y="5408128"/>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365 E5</a:t>
            </a:r>
          </a:p>
        </p:txBody>
      </p:sp>
      <p:sp>
        <p:nvSpPr>
          <p:cNvPr id="12" name="Rectangle 11">
            <a:hlinkClick r:id="rId7" action="ppaction://hlinksldjump"/>
            <a:extLst>
              <a:ext uri="{FF2B5EF4-FFF2-40B4-BE49-F238E27FC236}">
                <a16:creationId xmlns:a16="http://schemas.microsoft.com/office/drawing/2014/main" id="{A71E9FBC-B459-4FC4-B0FF-966411BDA377}"/>
              </a:ext>
            </a:extLst>
          </p:cNvPr>
          <p:cNvSpPr/>
          <p:nvPr/>
        </p:nvSpPr>
        <p:spPr>
          <a:xfrm>
            <a:off x="482991" y="5909634"/>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Enterprise Mobility and Security E5</a:t>
            </a:r>
          </a:p>
        </p:txBody>
      </p:sp>
      <p:sp>
        <p:nvSpPr>
          <p:cNvPr id="14" name="Rectangle 13">
            <a:extLst>
              <a:ext uri="{FF2B5EF4-FFF2-40B4-BE49-F238E27FC236}">
                <a16:creationId xmlns:a16="http://schemas.microsoft.com/office/drawing/2014/main" id="{C722BEAF-BC7B-C671-9893-ADAE74F008D8}"/>
              </a:ext>
            </a:extLst>
          </p:cNvPr>
          <p:cNvSpPr/>
          <p:nvPr/>
        </p:nvSpPr>
        <p:spPr>
          <a:xfrm>
            <a:off x="7125033" y="5437410"/>
            <a:ext cx="527816"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5" name="Rectangle 14">
            <a:extLst>
              <a:ext uri="{FF2B5EF4-FFF2-40B4-BE49-F238E27FC236}">
                <a16:creationId xmlns:a16="http://schemas.microsoft.com/office/drawing/2014/main" id="{D10136E9-BB67-E62D-7A81-FF3A024F1896}"/>
              </a:ext>
            </a:extLst>
          </p:cNvPr>
          <p:cNvSpPr/>
          <p:nvPr/>
        </p:nvSpPr>
        <p:spPr>
          <a:xfrm>
            <a:off x="7125033" y="5934313"/>
            <a:ext cx="527815"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17" name="TextBox 16">
            <a:extLst>
              <a:ext uri="{FF2B5EF4-FFF2-40B4-BE49-F238E27FC236}">
                <a16:creationId xmlns:a16="http://schemas.microsoft.com/office/drawing/2014/main" id="{44EB91F9-EB45-4B81-F3CD-5A1D79142920}"/>
              </a:ext>
            </a:extLst>
          </p:cNvPr>
          <p:cNvSpPr txBox="1"/>
          <p:nvPr/>
        </p:nvSpPr>
        <p:spPr>
          <a:xfrm>
            <a:off x="7673603" y="5493387"/>
            <a:ext cx="222285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Discovery of files only</a:t>
            </a:r>
          </a:p>
        </p:txBody>
      </p:sp>
      <p:sp>
        <p:nvSpPr>
          <p:cNvPr id="18" name="TextBox 17">
            <a:extLst>
              <a:ext uri="{FF2B5EF4-FFF2-40B4-BE49-F238E27FC236}">
                <a16:creationId xmlns:a16="http://schemas.microsoft.com/office/drawing/2014/main" id="{3BBCF9DA-49C8-EB8A-F519-638712E143EB}"/>
              </a:ext>
            </a:extLst>
          </p:cNvPr>
          <p:cNvSpPr txBox="1"/>
          <p:nvPr/>
        </p:nvSpPr>
        <p:spPr>
          <a:xfrm>
            <a:off x="7673603" y="5835488"/>
            <a:ext cx="3500638"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Discovery and Automatic labelling,</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classification and protection of files</a:t>
            </a:r>
          </a:p>
        </p:txBody>
      </p:sp>
      <p:grpSp>
        <p:nvGrpSpPr>
          <p:cNvPr id="3" name="Group 2">
            <a:extLst>
              <a:ext uri="{FF2B5EF4-FFF2-40B4-BE49-F238E27FC236}">
                <a16:creationId xmlns:a16="http://schemas.microsoft.com/office/drawing/2014/main" id="{762D2AA1-F271-33D1-3F6A-4BF82B608F15}"/>
              </a:ext>
            </a:extLst>
          </p:cNvPr>
          <p:cNvGrpSpPr/>
          <p:nvPr/>
        </p:nvGrpSpPr>
        <p:grpSpPr>
          <a:xfrm>
            <a:off x="11331950" y="58136"/>
            <a:ext cx="754117" cy="803729"/>
            <a:chOff x="9401324" y="101482"/>
            <a:chExt cx="754117" cy="803729"/>
          </a:xfrm>
        </p:grpSpPr>
        <p:pic>
          <p:nvPicPr>
            <p:cNvPr id="5" name="Graphic 4" descr="Back with solid fill">
              <a:hlinkClick r:id="" action="ppaction://hlinkshowjump?jump=lastslideviewed"/>
              <a:extLst>
                <a:ext uri="{FF2B5EF4-FFF2-40B4-BE49-F238E27FC236}">
                  <a16:creationId xmlns:a16="http://schemas.microsoft.com/office/drawing/2014/main" id="{0BF5C286-8CDB-5249-2350-3E01FD3E97C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6" name="TextBox 5">
              <a:extLst>
                <a:ext uri="{FF2B5EF4-FFF2-40B4-BE49-F238E27FC236}">
                  <a16:creationId xmlns:a16="http://schemas.microsoft.com/office/drawing/2014/main" id="{23F9F498-F910-0360-13CF-3E1481CEB539}"/>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Rectangle 6">
            <a:hlinkClick r:id="rId9" action="ppaction://hlinksldjump"/>
            <a:extLst>
              <a:ext uri="{FF2B5EF4-FFF2-40B4-BE49-F238E27FC236}">
                <a16:creationId xmlns:a16="http://schemas.microsoft.com/office/drawing/2014/main" id="{5F06FAF9-24CD-307E-4C85-70148849540A}"/>
              </a:ext>
            </a:extLst>
          </p:cNvPr>
          <p:cNvSpPr/>
          <p:nvPr/>
        </p:nvSpPr>
        <p:spPr>
          <a:xfrm>
            <a:off x="2586739" y="593431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1150">
                <a:solidFill>
                  <a:srgbClr val="1F4E79"/>
                </a:solidFill>
                <a:latin typeface="Century Gothic" panose="020B0502020202020204" pitchFamily="34" charset="0"/>
              </a:rPr>
              <a:t>Microsoft 365 Purview Suite</a:t>
            </a:r>
          </a:p>
        </p:txBody>
      </p:sp>
      <p:pic>
        <p:nvPicPr>
          <p:cNvPr id="9" name="Picture 8">
            <a:hlinkClick r:id="rId10" action="ppaction://hlinksldjump"/>
            <a:extLst>
              <a:ext uri="{FF2B5EF4-FFF2-40B4-BE49-F238E27FC236}">
                <a16:creationId xmlns:a16="http://schemas.microsoft.com/office/drawing/2014/main" id="{7C30AA13-C423-1A18-B8FE-D0D7B32442C5}"/>
              </a:ext>
            </a:extLst>
          </p:cNvPr>
          <p:cNvPicPr>
            <a:picLocks noChangeAspect="1"/>
          </p:cNvPicPr>
          <p:nvPr/>
        </p:nvPicPr>
        <p:blipFill>
          <a:blip r:embed="rId11"/>
          <a:stretch>
            <a:fillRect/>
          </a:stretch>
        </p:blipFill>
        <p:spPr>
          <a:xfrm>
            <a:off x="0" y="0"/>
            <a:ext cx="211626" cy="6858000"/>
          </a:xfrm>
          <a:prstGeom prst="rect">
            <a:avLst/>
          </a:prstGeom>
        </p:spPr>
      </p:pic>
      <p:sp>
        <p:nvSpPr>
          <p:cNvPr id="11" name="Rectangle 10">
            <a:hlinkHover r:id="rId12" action="ppaction://hlinksldjump"/>
            <a:extLst>
              <a:ext uri="{FF2B5EF4-FFF2-40B4-BE49-F238E27FC236}">
                <a16:creationId xmlns:a16="http://schemas.microsoft.com/office/drawing/2014/main" id="{C86A94FF-F901-632E-4BA5-282CB376EC1B}"/>
              </a:ext>
            </a:extLst>
          </p:cNvPr>
          <p:cNvSpPr/>
          <p:nvPr/>
        </p:nvSpPr>
        <p:spPr>
          <a:xfrm>
            <a:off x="4690487" y="5934312"/>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1150" dirty="0">
                <a:solidFill>
                  <a:srgbClr val="1F4E79"/>
                </a:solidFill>
                <a:latin typeface="Century Gothic" panose="020B0502020202020204" pitchFamily="34" charset="0"/>
              </a:rPr>
              <a:t>Microsoft 365 E7</a:t>
            </a:r>
          </a:p>
        </p:txBody>
      </p:sp>
    </p:spTree>
    <p:extLst>
      <p:ext uri="{BB962C8B-B14F-4D97-AF65-F5344CB8AC3E}">
        <p14:creationId xmlns:p14="http://schemas.microsoft.com/office/powerpoint/2010/main" val="402734744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902443" y="184961"/>
            <a:ext cx="8457454"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On-Premises DLP</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0928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Microsoft Purview On-premises DLP relies on the </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hlinkClick r:id="rId3" action="ppaction://hlinksldjump"/>
              </a:rPr>
              <a:t>Microsoft Purview Labelling Scanner</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 Where DLP is usually reactive, acting at the point of policy violation, On-premises DLP is a proactive service looking for overly permissive files. The DLP on-premises scanner crawls on-premises data-at-rest in file shares and SharePoint document libraries and folders for sensitive items by using built-in or custom sensitive information types, sensitivity labels or file properties. If a file is overly permissive, i.e., it has blocked inheritance in ACL permissions, the scanner can either re-enable inheritance, protect the file with Microsoft Purview Information Protection or even quarantine the file to be assessed and protected properly, helping to prevent risky behaviour. The information about what users are doing with sensitive items is made visible in activity explorer and you can enforce protective actions on those items via DLP policies. </a:t>
            </a:r>
            <a:endParaRPr kumimoji="0" lang="en-GB" sz="16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3020389"/>
            <a:ext cx="11226018" cy="61555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4"/>
              </a:rPr>
              <a:t>Learn about data loss prevention on-premises repositories | Microsoft Learn</a:t>
            </a:r>
            <a:endParaRPr kumimoji="0" lang="en-GB" sz="16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968115"/>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68821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740490"/>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Permissions with on-premises file shares can grow overtime with reasons and justifications for changes being lost. In addition, users may save data that is sensitive to your organisation in more open file shares. Microsoft Purview On-premises DLP can help find data rapidly and reduce risk of the exposure of sensitive data, be that accidental or otherwise.</a:t>
            </a:r>
            <a:endParaRPr kumimoji="0" lang="en-GB" sz="16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0076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158A1875-EB14-403F-A9CD-563D7612A34C}"/>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3" name="TextBox 22">
            <a:extLst>
              <a:ext uri="{FF2B5EF4-FFF2-40B4-BE49-F238E27FC236}">
                <a16:creationId xmlns:a16="http://schemas.microsoft.com/office/drawing/2014/main" id="{CEEBF6F9-B14C-43FE-A0C4-A1D2BBEA5070}"/>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6" name="Rectangle 5">
            <a:hlinkClick r:id="rId5" action="ppaction://hlinksldjump"/>
            <a:extLst>
              <a:ext uri="{FF2B5EF4-FFF2-40B4-BE49-F238E27FC236}">
                <a16:creationId xmlns:a16="http://schemas.microsoft.com/office/drawing/2014/main" id="{E544A61B-97A0-B75E-C501-1544FBA54A97}"/>
              </a:ext>
            </a:extLst>
          </p:cNvPr>
          <p:cNvSpPr/>
          <p:nvPr/>
        </p:nvSpPr>
        <p:spPr>
          <a:xfrm>
            <a:off x="2586738"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971DF235-6BE5-2785-4150-3A3B06A01196}"/>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65EF14B1-2C0E-F0C1-92A7-7DECEE2BB8B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8" name="TextBox 7">
              <a:extLst>
                <a:ext uri="{FF2B5EF4-FFF2-40B4-BE49-F238E27FC236}">
                  <a16:creationId xmlns:a16="http://schemas.microsoft.com/office/drawing/2014/main" id="{1817C672-F4F3-8FD2-2735-AEE1FAA63ABD}"/>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Rectangle 6">
            <a:hlinkClick r:id="rId7" action="ppaction://hlinksldjump"/>
            <a:extLst>
              <a:ext uri="{FF2B5EF4-FFF2-40B4-BE49-F238E27FC236}">
                <a16:creationId xmlns:a16="http://schemas.microsoft.com/office/drawing/2014/main" id="{D9A83908-E166-D5BC-785A-19F9F5EEF341}"/>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5" name="Picture 4">
            <a:hlinkClick r:id="rId8" action="ppaction://hlinksldjump"/>
            <a:extLst>
              <a:ext uri="{FF2B5EF4-FFF2-40B4-BE49-F238E27FC236}">
                <a16:creationId xmlns:a16="http://schemas.microsoft.com/office/drawing/2014/main" id="{05A7D004-5B2C-00AE-FB89-96B0CBEDF99A}"/>
              </a:ext>
            </a:extLst>
          </p:cNvPr>
          <p:cNvPicPr>
            <a:picLocks noChangeAspect="1"/>
          </p:cNvPicPr>
          <p:nvPr/>
        </p:nvPicPr>
        <p:blipFill>
          <a:blip r:embed="rId9"/>
          <a:stretch>
            <a:fillRect/>
          </a:stretch>
        </p:blipFill>
        <p:spPr>
          <a:xfrm>
            <a:off x="0" y="0"/>
            <a:ext cx="211626" cy="6858000"/>
          </a:xfrm>
          <a:prstGeom prst="rect">
            <a:avLst/>
          </a:prstGeom>
        </p:spPr>
      </p:pic>
      <p:sp>
        <p:nvSpPr>
          <p:cNvPr id="9" name="Rectangle 8">
            <a:hlinkHover r:id="rId10" action="ppaction://hlinksldjump"/>
            <a:extLst>
              <a:ext uri="{FF2B5EF4-FFF2-40B4-BE49-F238E27FC236}">
                <a16:creationId xmlns:a16="http://schemas.microsoft.com/office/drawing/2014/main" id="{7EE61143-5697-F8E2-2116-A8DCE7CB4BE5}"/>
              </a:ext>
            </a:extLst>
          </p:cNvPr>
          <p:cNvSpPr/>
          <p:nvPr/>
        </p:nvSpPr>
        <p:spPr>
          <a:xfrm>
            <a:off x="4690487"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174214538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902443" y="184961"/>
            <a:ext cx="8457454"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Compliance Manager</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Microsoft Purview Compliance Manager is a feature in the Microsoft Purview compliance portal that helps you manage your organisation’s multicloud compliance requirements with greater ease and convenience. Compliance Manager can help you throughout your compliance journey, from taking inventory of your data protection risks to managing the complexities of implementing controls, staying current with regulations and certifications, and reporting to auditors.</a:t>
            </a:r>
            <a:endParaRPr kumimoji="0" lang="en-GB" sz="16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363799"/>
            <a:ext cx="11226018" cy="61555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Microsoft Purview Compliance Manager | Microsoft Learn</a:t>
            </a:r>
            <a:endParaRPr kumimoji="0" lang="en-GB" sz="16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270488"/>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07266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165974"/>
            <a:ext cx="11226018"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Compliance Manager helps simplify compliance and reduce risk by providing: </a:t>
            </a: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Pre-built assessments </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for common industry and regional standards and regulations, or custom assessments to meet your unique compliance needs</a:t>
            </a: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 Workflow capabilities </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to help you efficiently complete your risk assessments through a single tool; </a:t>
            </a: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Detailed step-by-step guidance </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on suggested improvement actions to help you comply with the standards and regulations that are most relevant for your organisation; </a:t>
            </a: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A risk-based compliance score </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to help you understand your compliance posture by measuring your progress in completing improvement actions.</a:t>
            </a:r>
            <a:endParaRPr kumimoji="0" lang="en-GB" sz="16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5972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158A1875-EB14-403F-A9CD-563D7612A34C}"/>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3" name="TextBox 22">
            <a:extLst>
              <a:ext uri="{FF2B5EF4-FFF2-40B4-BE49-F238E27FC236}">
                <a16:creationId xmlns:a16="http://schemas.microsoft.com/office/drawing/2014/main" id="{CEEBF6F9-B14C-43FE-A0C4-A1D2BBEA5070}"/>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6" name="Rectangle 5">
            <a:hlinkClick r:id="rId4" action="ppaction://hlinksldjump"/>
            <a:extLst>
              <a:ext uri="{FF2B5EF4-FFF2-40B4-BE49-F238E27FC236}">
                <a16:creationId xmlns:a16="http://schemas.microsoft.com/office/drawing/2014/main" id="{E544A61B-97A0-B75E-C501-1544FBA54A97}"/>
              </a:ext>
            </a:extLst>
          </p:cNvPr>
          <p:cNvSpPr/>
          <p:nvPr/>
        </p:nvSpPr>
        <p:spPr>
          <a:xfrm>
            <a:off x="2586738"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3" name="Rectangle 2">
            <a:hlinkClick r:id="rId5" action="ppaction://hlinksldjump"/>
            <a:extLst>
              <a:ext uri="{FF2B5EF4-FFF2-40B4-BE49-F238E27FC236}">
                <a16:creationId xmlns:a16="http://schemas.microsoft.com/office/drawing/2014/main" id="{C07AB974-6440-6F18-76B4-ADC616D64FA2}"/>
              </a:ext>
            </a:extLst>
          </p:cNvPr>
          <p:cNvSpPr/>
          <p:nvPr/>
        </p:nvSpPr>
        <p:spPr>
          <a:xfrm>
            <a:off x="482991" y="5437410"/>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4" name="Rectangle 3">
            <a:extLst>
              <a:ext uri="{FF2B5EF4-FFF2-40B4-BE49-F238E27FC236}">
                <a16:creationId xmlns:a16="http://schemas.microsoft.com/office/drawing/2014/main" id="{A0E110F2-264F-BCD3-2AB5-FF0067BA0CF7}"/>
              </a:ext>
            </a:extLst>
          </p:cNvPr>
          <p:cNvSpPr/>
          <p:nvPr/>
        </p:nvSpPr>
        <p:spPr>
          <a:xfrm>
            <a:off x="6853976" y="5444041"/>
            <a:ext cx="527815"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8" name="TextBox 7">
            <a:extLst>
              <a:ext uri="{FF2B5EF4-FFF2-40B4-BE49-F238E27FC236}">
                <a16:creationId xmlns:a16="http://schemas.microsoft.com/office/drawing/2014/main" id="{F6BB0393-D780-217E-26F4-4BF02996299E}"/>
              </a:ext>
            </a:extLst>
          </p:cNvPr>
          <p:cNvSpPr txBox="1"/>
          <p:nvPr/>
        </p:nvSpPr>
        <p:spPr>
          <a:xfrm>
            <a:off x="7353132" y="5338862"/>
            <a:ext cx="4355877"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Compliance Manager is restricted to the “Data Protection Baseline for Microsoft 365” assessment only</a:t>
            </a:r>
          </a:p>
        </p:txBody>
      </p:sp>
      <p:grpSp>
        <p:nvGrpSpPr>
          <p:cNvPr id="9" name="Group 8">
            <a:extLst>
              <a:ext uri="{FF2B5EF4-FFF2-40B4-BE49-F238E27FC236}">
                <a16:creationId xmlns:a16="http://schemas.microsoft.com/office/drawing/2014/main" id="{547E2B32-982C-4E9D-2E8D-C3F9C812F49D}"/>
              </a:ext>
            </a:extLst>
          </p:cNvPr>
          <p:cNvGrpSpPr/>
          <p:nvPr/>
        </p:nvGrpSpPr>
        <p:grpSpPr>
          <a:xfrm>
            <a:off x="11331950" y="58136"/>
            <a:ext cx="754117" cy="803729"/>
            <a:chOff x="9401324" y="101482"/>
            <a:chExt cx="754117" cy="803729"/>
          </a:xfrm>
        </p:grpSpPr>
        <p:pic>
          <p:nvPicPr>
            <p:cNvPr id="10" name="Graphic 9" descr="Back with solid fill">
              <a:hlinkClick r:id="" action="ppaction://hlinkshowjump?jump=lastslideviewed"/>
              <a:extLst>
                <a:ext uri="{FF2B5EF4-FFF2-40B4-BE49-F238E27FC236}">
                  <a16:creationId xmlns:a16="http://schemas.microsoft.com/office/drawing/2014/main" id="{A1E8340A-F560-0CFE-092B-9DBBCAECD97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11" name="TextBox 10">
              <a:extLst>
                <a:ext uri="{FF2B5EF4-FFF2-40B4-BE49-F238E27FC236}">
                  <a16:creationId xmlns:a16="http://schemas.microsoft.com/office/drawing/2014/main" id="{B4838147-D6E3-0709-A2DE-AA0106D13AA6}"/>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Rectangle 6">
            <a:hlinkClick r:id="rId7" action="ppaction://hlinksldjump"/>
            <a:extLst>
              <a:ext uri="{FF2B5EF4-FFF2-40B4-BE49-F238E27FC236}">
                <a16:creationId xmlns:a16="http://schemas.microsoft.com/office/drawing/2014/main" id="{25BDEC66-C172-66C8-94A5-ABFE70DEFBDB}"/>
              </a:ext>
            </a:extLst>
          </p:cNvPr>
          <p:cNvSpPr/>
          <p:nvPr/>
        </p:nvSpPr>
        <p:spPr>
          <a:xfrm>
            <a:off x="482990"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5" name="Picture 4">
            <a:hlinkClick r:id="rId8" action="ppaction://hlinksldjump"/>
            <a:extLst>
              <a:ext uri="{FF2B5EF4-FFF2-40B4-BE49-F238E27FC236}">
                <a16:creationId xmlns:a16="http://schemas.microsoft.com/office/drawing/2014/main" id="{051DAB0B-0A3B-402A-6694-28E5DA70F1B7}"/>
              </a:ext>
            </a:extLst>
          </p:cNvPr>
          <p:cNvPicPr>
            <a:picLocks noChangeAspect="1"/>
          </p:cNvPicPr>
          <p:nvPr/>
        </p:nvPicPr>
        <p:blipFill>
          <a:blip r:embed="rId9"/>
          <a:stretch>
            <a:fillRect/>
          </a:stretch>
        </p:blipFill>
        <p:spPr>
          <a:xfrm>
            <a:off x="0" y="0"/>
            <a:ext cx="211626" cy="6858000"/>
          </a:xfrm>
          <a:prstGeom prst="rect">
            <a:avLst/>
          </a:prstGeom>
        </p:spPr>
      </p:pic>
      <p:sp>
        <p:nvSpPr>
          <p:cNvPr id="12" name="Rectangle 11">
            <a:hlinkHover r:id="rId10" action="ppaction://hlinksldjump"/>
            <a:extLst>
              <a:ext uri="{FF2B5EF4-FFF2-40B4-BE49-F238E27FC236}">
                <a16:creationId xmlns:a16="http://schemas.microsoft.com/office/drawing/2014/main" id="{303BDE02-6D6F-3BDD-0667-3C72988F84B9}"/>
              </a:ext>
            </a:extLst>
          </p:cNvPr>
          <p:cNvSpPr/>
          <p:nvPr/>
        </p:nvSpPr>
        <p:spPr>
          <a:xfrm>
            <a:off x="4690487"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157051756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902443" y="184961"/>
            <a:ext cx="8457454"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Priva</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06210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Privacy is a concern for any organisation, and concerns about how private data is handled are increasing. Regulations and laws such as the GDPR and the California Consumer Privacy Act (CCPA) impact organisations around the world, setting rules for how to store personal data and giving people rights to manage personal data collected by an organisation.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Privacy is top of mind for organizations and consumers today, and concerns about how personal data is handled are steadily increasing. To meet regulatory requirements and build customer trust, organizations need to take a "privacy by default" stance and empower individuals to have control over their data. Robust privacy solutions are essential not only in ensuring regulatory adherence, but also in cultivating a culture of transparency, accountability, and respect for user privacy.</a:t>
            </a:r>
            <a:endParaRPr kumimoji="0" lang="en-GB" sz="16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3112722"/>
            <a:ext cx="1122601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Learn about Microsoft </a:t>
            </a:r>
            <a:r>
              <a:rPr lang="en-US" sz="1600" err="1">
                <a:hlinkClick r:id="rId3"/>
              </a:rPr>
              <a:t>Priva</a:t>
            </a:r>
            <a:r>
              <a:rPr lang="en-US" sz="1600">
                <a:hlinkClick r:id="rId3"/>
              </a:rPr>
              <a:t> - Microsoft </a:t>
            </a:r>
            <a:r>
              <a:rPr lang="en-US" sz="1600" err="1">
                <a:hlinkClick r:id="rId3"/>
              </a:rPr>
              <a:t>Priva</a:t>
            </a:r>
            <a:r>
              <a:rPr lang="en-US" sz="1600">
                <a:hlinkClick r:id="rId3"/>
              </a:rPr>
              <a:t> | Microsoft Learn</a:t>
            </a:r>
            <a:endParaRPr kumimoji="0" lang="en-GB" sz="16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3137392"/>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67282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648157"/>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Priva provides capabilities that help you:- Proactively identify and protect against privacy risks such as data hoarding; problematic data transfers, and data oversharing; Gain visibility into the storage and movement of personal data; Empower employees to make smart data handling decisions; Enable users to effectively manage data and take steps to comply with evolving privacy regulations; Manage subject rights requests at scale</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7770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158A1875-EB14-403F-A9CD-563D7612A34C}"/>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3" name="TextBox 22">
            <a:extLst>
              <a:ext uri="{FF2B5EF4-FFF2-40B4-BE49-F238E27FC236}">
                <a16:creationId xmlns:a16="http://schemas.microsoft.com/office/drawing/2014/main" id="{CEEBF6F9-B14C-43FE-A0C4-A1D2BBEA5070}"/>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9" name="TextBox 8">
            <a:extLst>
              <a:ext uri="{FF2B5EF4-FFF2-40B4-BE49-F238E27FC236}">
                <a16:creationId xmlns:a16="http://schemas.microsoft.com/office/drawing/2014/main" id="{80D30EE2-C277-E456-C545-5686A38C0398}"/>
              </a:ext>
            </a:extLst>
          </p:cNvPr>
          <p:cNvSpPr txBox="1"/>
          <p:nvPr/>
        </p:nvSpPr>
        <p:spPr>
          <a:xfrm>
            <a:off x="482991" y="5221590"/>
            <a:ext cx="11226018" cy="116955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rPr>
              <a:t>Priva licensing is standalone to Microsoft 365 and Azure. Priva's capabilities are available through two solutions: </a:t>
            </a:r>
            <a:r>
              <a:rPr kumimoji="0" lang="en-GB" sz="1400" b="1" i="0" u="none" strike="noStrike" kern="1200" cap="none" spc="0" normalizeH="0" baseline="0" noProof="0">
                <a:ln>
                  <a:noFill/>
                </a:ln>
                <a:solidFill>
                  <a:prstClr val="black"/>
                </a:solidFill>
                <a:effectLst/>
                <a:uLnTx/>
                <a:uFillTx/>
                <a:latin typeface="Calibri" panose="020F0502020204030204"/>
                <a:ea typeface="+mn-ea"/>
                <a:cs typeface="+mn-cs"/>
              </a:rPr>
              <a:t>Priva Privacy Risk Management</a:t>
            </a:r>
            <a: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rPr>
              <a:t>, which provides visibility into your organisation's data and policy templates for reducing risks; and </a:t>
            </a:r>
            <a:r>
              <a:rPr kumimoji="0" lang="en-GB" sz="1400" b="1" i="0" u="none" strike="noStrike" kern="1200" cap="none" spc="0" normalizeH="0" baseline="0" noProof="0">
                <a:ln>
                  <a:noFill/>
                </a:ln>
                <a:solidFill>
                  <a:prstClr val="black"/>
                </a:solidFill>
                <a:effectLst/>
                <a:uLnTx/>
                <a:uFillTx/>
                <a:latin typeface="Calibri" panose="020F0502020204030204"/>
                <a:ea typeface="+mn-ea"/>
                <a:cs typeface="+mn-cs"/>
              </a:rPr>
              <a:t>Priva Subject Rights Requests</a:t>
            </a:r>
            <a:r>
              <a:rPr kumimoji="0" lang="en-GB" sz="1400" b="0" i="0" u="none" strike="noStrike" kern="1200" cap="none" spc="0" normalizeH="0" baseline="0" noProof="0">
                <a:ln>
                  <a:noFill/>
                </a:ln>
                <a:solidFill>
                  <a:prstClr val="black"/>
                </a:solidFill>
                <a:effectLst/>
                <a:uLnTx/>
                <a:uFillTx/>
                <a:latin typeface="Calibri" panose="020F0502020204030204"/>
                <a:ea typeface="+mn-ea"/>
                <a:cs typeface="+mn-cs"/>
              </a:rPr>
              <a:t>, which provides automation and workflow tools for fulfilling data requests. You can choose to purchase one or both modules to suit your organisation's needs.</a:t>
            </a:r>
          </a:p>
          <a:p>
            <a:pPr marL="0" marR="0" lvl="0" indent="0" algn="l" defTabSz="914400" rtl="0" eaLnBrk="1" fontAlgn="auto" latinLnBrk="0" hangingPunct="1">
              <a:lnSpc>
                <a:spcPct val="100000"/>
              </a:lnSpc>
              <a:spcBef>
                <a:spcPts val="0"/>
              </a:spcBef>
              <a:spcAft>
                <a:spcPts val="0"/>
              </a:spcAft>
              <a:buClrTx/>
              <a:buSzTx/>
              <a:buFontTx/>
              <a:buNone/>
              <a:tabLst/>
              <a:defRPr/>
            </a:pPr>
            <a:r>
              <a:rPr lang="en-GB" sz="1400">
                <a:solidFill>
                  <a:prstClr val="black"/>
                </a:solidFill>
                <a:latin typeface="Calibri" panose="020F0502020204030204"/>
              </a:rPr>
              <a:t>There are currently 4 further modules in Preview: </a:t>
            </a:r>
            <a:r>
              <a:rPr lang="en-US" sz="1400">
                <a:solidFill>
                  <a:prstClr val="black"/>
                </a:solidFill>
                <a:latin typeface="Calibri" panose="020F0502020204030204"/>
              </a:rPr>
              <a:t>Consent Management, Privacy Assessments, Subject Rights Requests for data beyond Microsoft 365, Tracker Scanning</a:t>
            </a:r>
            <a:endParaRPr kumimoji="0" lang="en-GB" sz="20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6B82E120-8F98-3A6E-FAC9-770E8789A950}"/>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ED3A18B4-69E8-4FF3-4204-F2975AD04F1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D63798B9-76FB-28F3-D489-E9556B142E56}"/>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5" action="ppaction://hlinksldjump"/>
            <a:extLst>
              <a:ext uri="{FF2B5EF4-FFF2-40B4-BE49-F238E27FC236}">
                <a16:creationId xmlns:a16="http://schemas.microsoft.com/office/drawing/2014/main" id="{747AA5E3-0931-CF8B-E2FD-62866D5BD345}"/>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52922114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902443" y="184961"/>
            <a:ext cx="8457454"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Unified Catalog</a:t>
            </a:r>
            <a:endPar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endParaRP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81588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The goal of Microsoft Purview Unified Catalog is to not only provide a platform for data governance, but to drive business value creation in your organization. Historically, data governance has been a defense mechanism, a way to make sure your data is secure and compliant. But good data governance makes your data more visible to your users and provides many opportunities to reunite your business with the data that fuels it. Most importantly, all of these new features are available in a single, integrated SaaS framework. Users shouldn't need to switch between applications to practice good data governance. We're working toward a solution where everything is in one place with experiences for data consumers, data stewards, and data owners.</a:t>
            </a:r>
            <a:endParaRPr kumimoji="0" lang="en-GB" sz="16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774168"/>
            <a:ext cx="1122601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Learn about Microsoft Purview Unified Catalog | Microsoft Learn</a:t>
            </a:r>
            <a:endParaRPr kumimoji="0" lang="en-GB" sz="16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706505"/>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515883" y="3393245"/>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0" y="3420747"/>
            <a:ext cx="11226018"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The new Microsoft Purview Unified Catalog experience allows you to explore and understand your data categorized by governance domains, search through AI powered copilot, and subscribe to data products that come equipped with all the data you need and the tools to safely access it. Over the last couple years we invested in a strong platform that has an inventory of all your data assets, their metadata, and their lineage so you can understand the topography of your data estate. Now we're providing better tools to manage it as it grows, and more points to surface that data to your business, to make use of it in the day-to-day</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0" y="495393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158A1875-EB14-403F-A9CD-563D7612A34C}"/>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3" name="TextBox 22">
            <a:extLst>
              <a:ext uri="{FF2B5EF4-FFF2-40B4-BE49-F238E27FC236}">
                <a16:creationId xmlns:a16="http://schemas.microsoft.com/office/drawing/2014/main" id="{CEEBF6F9-B14C-43FE-A0C4-A1D2BBEA5070}"/>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9" name="TextBox 8">
            <a:extLst>
              <a:ext uri="{FF2B5EF4-FFF2-40B4-BE49-F238E27FC236}">
                <a16:creationId xmlns:a16="http://schemas.microsoft.com/office/drawing/2014/main" id="{80D30EE2-C277-E456-C545-5686A38C0398}"/>
              </a:ext>
            </a:extLst>
          </p:cNvPr>
          <p:cNvSpPr txBox="1"/>
          <p:nvPr/>
        </p:nvSpPr>
        <p:spPr>
          <a:xfrm>
            <a:off x="482991" y="5349869"/>
            <a:ext cx="11226018" cy="107721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The new pricing model is substantially different from the old Azure Microsoft Purview pricing model. In the new Microsoft Purview Data Governance, there's no cost for scanning data assets into the data map, but there are charges for 'governed assets' and 'data management.'</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 Guidelines around pricing can be found here: </a:t>
            </a:r>
            <a:r>
              <a:rPr lang="en-US" sz="1600">
                <a:hlinkClick r:id="rId4"/>
              </a:rPr>
              <a:t>Billing FAQ for the new Microsoft Purview Unified Catalog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6EEF70D4-00EB-3AB4-9483-B536F41E21D2}"/>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D63A36D9-7A37-E9FE-13C0-F4CC3C4BA7C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72541311-02DD-BA48-4207-E0ABB70155EE}"/>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6" action="ppaction://hlinksldjump"/>
            <a:extLst>
              <a:ext uri="{FF2B5EF4-FFF2-40B4-BE49-F238E27FC236}">
                <a16:creationId xmlns:a16="http://schemas.microsoft.com/office/drawing/2014/main" id="{0AFDE1F7-F9CC-62B4-D54A-088A2EBA634C}"/>
              </a:ext>
            </a:extLst>
          </p:cNvPr>
          <p:cNvPicPr>
            <a:picLocks noChangeAspect="1"/>
          </p:cNvPicPr>
          <p:nvPr/>
        </p:nvPicPr>
        <p:blipFill>
          <a:blip r:embed="rId7"/>
          <a:stretch>
            <a:fillRect/>
          </a:stretch>
        </p:blipFill>
        <p:spPr>
          <a:xfrm>
            <a:off x="0" y="0"/>
            <a:ext cx="211626" cy="6858000"/>
          </a:xfrm>
          <a:prstGeom prst="rect">
            <a:avLst/>
          </a:prstGeom>
        </p:spPr>
      </p:pic>
    </p:spTree>
    <p:extLst>
      <p:ext uri="{BB962C8B-B14F-4D97-AF65-F5344CB8AC3E}">
        <p14:creationId xmlns:p14="http://schemas.microsoft.com/office/powerpoint/2010/main" val="191880508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951538" y="173237"/>
            <a:ext cx="8288924"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Customer Lockbox</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Microsoft Purview Customer Lockbox ensures that Microsoft cannot access your content to perform a service operation without your explicit approval. Microsoft Purview Customer Lockbox brings you into the approval workflow for requests to access your content.</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291985"/>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Customer Lockbox requests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019138"/>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a:cxnSpLocks/>
          </p:cNvCxnSpPr>
          <p:nvPr/>
        </p:nvCxnSpPr>
        <p:spPr>
          <a:xfrm>
            <a:off x="482991" y="321116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484011"/>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Fear of moving to the cloud, adds customer into process to give reassurance that the customers data is the customers data, and no one has access to it without the customers say.</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a:cxnSpLocks/>
          </p:cNvCxnSpPr>
          <p:nvPr/>
        </p:nvCxnSpPr>
        <p:spPr>
          <a:xfrm>
            <a:off x="482991" y="468018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74" name="Rectangle 73">
            <a:hlinkClick r:id="rId4" action="ppaction://hlinksldjump"/>
            <a:extLst>
              <a:ext uri="{FF2B5EF4-FFF2-40B4-BE49-F238E27FC236}">
                <a16:creationId xmlns:a16="http://schemas.microsoft.com/office/drawing/2014/main" id="{6FF07C3E-4BD0-4175-83EC-9469703CCFBB}"/>
              </a:ext>
            </a:extLst>
          </p:cNvPr>
          <p:cNvSpPr/>
          <p:nvPr/>
        </p:nvSpPr>
        <p:spPr>
          <a:xfrm>
            <a:off x="482991" y="5940027"/>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78" name="Rectangle 77">
            <a:hlinkClick r:id="rId5" action="ppaction://hlinksldjump"/>
            <a:extLst>
              <a:ext uri="{FF2B5EF4-FFF2-40B4-BE49-F238E27FC236}">
                <a16:creationId xmlns:a16="http://schemas.microsoft.com/office/drawing/2014/main" id="{03A9CC33-7BBE-473D-95AE-035E473BED53}"/>
              </a:ext>
            </a:extLst>
          </p:cNvPr>
          <p:cNvSpPr/>
          <p:nvPr/>
        </p:nvSpPr>
        <p:spPr>
          <a:xfrm>
            <a:off x="482991" y="5437411"/>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31" name="TextBox 30">
            <a:extLst>
              <a:ext uri="{FF2B5EF4-FFF2-40B4-BE49-F238E27FC236}">
                <a16:creationId xmlns:a16="http://schemas.microsoft.com/office/drawing/2014/main" id="{6EC02C51-8E5E-4B5A-8B8F-8D518D223F80}"/>
              </a:ext>
            </a:extLst>
          </p:cNvPr>
          <p:cNvSpPr txBox="1"/>
          <p:nvPr/>
        </p:nvSpPr>
        <p:spPr>
          <a:xfrm>
            <a:off x="482991" y="4953036"/>
            <a:ext cx="358290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 name="TextBox 37">
            <a:extLst>
              <a:ext uri="{FF2B5EF4-FFF2-40B4-BE49-F238E27FC236}">
                <a16:creationId xmlns:a16="http://schemas.microsoft.com/office/drawing/2014/main" id="{DA9C55B2-B89A-44C0-BB8B-071D0B63631D}"/>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grpSp>
        <p:nvGrpSpPr>
          <p:cNvPr id="3" name="Group 2">
            <a:extLst>
              <a:ext uri="{FF2B5EF4-FFF2-40B4-BE49-F238E27FC236}">
                <a16:creationId xmlns:a16="http://schemas.microsoft.com/office/drawing/2014/main" id="{56B3F159-6220-FA8C-5CC5-B9475D01FBA3}"/>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6D2E9DA8-C1DF-BA17-95CA-5AEE47FFA946}"/>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97F58809-9485-5177-61E2-49FE13BF02A2}"/>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7" action="ppaction://hlinksldjump"/>
            <a:extLst>
              <a:ext uri="{FF2B5EF4-FFF2-40B4-BE49-F238E27FC236}">
                <a16:creationId xmlns:a16="http://schemas.microsoft.com/office/drawing/2014/main" id="{430578BB-48EA-1E82-C418-9873DCE6D04C}"/>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8" action="ppaction://hlinksldjump"/>
            <a:extLst>
              <a:ext uri="{FF2B5EF4-FFF2-40B4-BE49-F238E27FC236}">
                <a16:creationId xmlns:a16="http://schemas.microsoft.com/office/drawing/2014/main" id="{6CFF4674-FDD8-9215-C193-E1F45EBE094F}"/>
              </a:ext>
            </a:extLst>
          </p:cNvPr>
          <p:cNvPicPr>
            <a:picLocks noChangeAspect="1"/>
          </p:cNvPicPr>
          <p:nvPr/>
        </p:nvPicPr>
        <p:blipFill>
          <a:blip r:embed="rId9"/>
          <a:stretch>
            <a:fillRect/>
          </a:stretch>
        </p:blipFill>
        <p:spPr>
          <a:xfrm>
            <a:off x="0" y="0"/>
            <a:ext cx="211626" cy="6858000"/>
          </a:xfrm>
          <a:prstGeom prst="rect">
            <a:avLst/>
          </a:prstGeom>
        </p:spPr>
      </p:pic>
      <p:sp>
        <p:nvSpPr>
          <p:cNvPr id="8" name="Rectangle 7">
            <a:hlinkHover r:id="rId10" action="ppaction://hlinksldjump"/>
            <a:extLst>
              <a:ext uri="{FF2B5EF4-FFF2-40B4-BE49-F238E27FC236}">
                <a16:creationId xmlns:a16="http://schemas.microsoft.com/office/drawing/2014/main" id="{5F37E5E7-B283-FA70-A77F-DA1D8A785275}"/>
              </a:ext>
            </a:extLst>
          </p:cNvPr>
          <p:cNvSpPr/>
          <p:nvPr/>
        </p:nvSpPr>
        <p:spPr>
          <a:xfrm>
            <a:off x="4690487"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46325077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2620835" y="173237"/>
            <a:ext cx="695033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Exchange Online Protection (EOP)</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Microsoft Exchange Online Protection (EOP) is a cloud-based email filtering service that helps protect your organization against spam and malware and includes features to safeguard your organization from messaging-policy violations. EOP can simplify the management of your messaging environment and alleviate many of the burdens that come with maintaining on-premises hardware and software.</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596799"/>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Exchange Online Protection (EOP) overview - Microsoft Defender for Office 365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10" name="Straight Connector 9">
            <a:extLst>
              <a:ext uri="{FF2B5EF4-FFF2-40B4-BE49-F238E27FC236}">
                <a16:creationId xmlns:a16="http://schemas.microsoft.com/office/drawing/2014/main" id="{9549A59B-0E09-473D-85DE-4A6349C01429}"/>
              </a:ext>
            </a:extLst>
          </p:cNvPr>
          <p:cNvCxnSpPr/>
          <p:nvPr/>
        </p:nvCxnSpPr>
        <p:spPr>
          <a:xfrm>
            <a:off x="482991" y="2448543"/>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DD75BD55-767E-43E2-8085-75FC3964034F}"/>
              </a:ext>
            </a:extLst>
          </p:cNvPr>
          <p:cNvCxnSpPr/>
          <p:nvPr/>
        </p:nvCxnSpPr>
        <p:spPr>
          <a:xfrm>
            <a:off x="482991" y="3668385"/>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9CEE9A64-40DB-40D6-8175-17ABAC5EF8C4}"/>
              </a:ext>
            </a:extLst>
          </p:cNvPr>
          <p:cNvSpPr txBox="1"/>
          <p:nvPr/>
        </p:nvSpPr>
        <p:spPr>
          <a:xfrm>
            <a:off x="482991" y="3816640"/>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Provides anti-malware and anti-spam functionality. Natively integrated into Exchange Online and can be used to provide protection to on-premises mailboxes when correct routing has been configured.</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13" name="Straight Connector 12">
            <a:extLst>
              <a:ext uri="{FF2B5EF4-FFF2-40B4-BE49-F238E27FC236}">
                <a16:creationId xmlns:a16="http://schemas.microsoft.com/office/drawing/2014/main" id="{AB3EDCCA-F905-4808-830F-F40224A70B88}"/>
              </a:ext>
            </a:extLst>
          </p:cNvPr>
          <p:cNvCxnSpPr/>
          <p:nvPr/>
        </p:nvCxnSpPr>
        <p:spPr>
          <a:xfrm>
            <a:off x="482991" y="488822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2A29D112-CAFB-4997-8FDA-16D9507A609A}"/>
              </a:ext>
            </a:extLst>
          </p:cNvPr>
          <p:cNvSpPr txBox="1"/>
          <p:nvPr/>
        </p:nvSpPr>
        <p:spPr>
          <a:xfrm>
            <a:off x="482991" y="5036482"/>
            <a:ext cx="358290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19410E7B-6452-4F3D-AD54-1CD558977D9D}"/>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21" name="Rectangle 20">
            <a:hlinkClick r:id="rId4" action="ppaction://hlinksldjump"/>
            <a:extLst>
              <a:ext uri="{FF2B5EF4-FFF2-40B4-BE49-F238E27FC236}">
                <a16:creationId xmlns:a16="http://schemas.microsoft.com/office/drawing/2014/main" id="{27578CB0-0F4A-42AF-ACD5-F084D3E3B9BA}"/>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22" name="Rectangle 21">
            <a:hlinkClick r:id="rId5" action="ppaction://hlinksldjump"/>
            <a:extLst>
              <a:ext uri="{FF2B5EF4-FFF2-40B4-BE49-F238E27FC236}">
                <a16:creationId xmlns:a16="http://schemas.microsoft.com/office/drawing/2014/main" id="{7E248CEF-25F1-4FFB-9136-1E8C26D07A36}"/>
              </a:ext>
            </a:extLst>
          </p:cNvPr>
          <p:cNvSpPr/>
          <p:nvPr/>
        </p:nvSpPr>
        <p:spPr>
          <a:xfrm>
            <a:off x="2586739"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23" name="Rectangle 22">
            <a:hlinkClick r:id="rId6" action="ppaction://hlinksldjump"/>
            <a:extLst>
              <a:ext uri="{FF2B5EF4-FFF2-40B4-BE49-F238E27FC236}">
                <a16:creationId xmlns:a16="http://schemas.microsoft.com/office/drawing/2014/main" id="{3C03E4D7-3DC9-4A84-BC1E-481AD84F92D1}"/>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24" name="Rectangle 23">
            <a:hlinkClick r:id="rId7" action="ppaction://hlinksldjump"/>
            <a:extLst>
              <a:ext uri="{FF2B5EF4-FFF2-40B4-BE49-F238E27FC236}">
                <a16:creationId xmlns:a16="http://schemas.microsoft.com/office/drawing/2014/main" id="{25708CDD-3834-4F2C-9EB0-380274B9B76D}"/>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DD13FBC9-856F-18FD-B5D0-5A86E5A812DB}"/>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5B2D243E-613E-8CC0-ACE5-597B99B8D1C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2B3B70B6-9A41-C374-056E-7982A64DD230}"/>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9" action="ppaction://hlinksldjump"/>
            <a:extLst>
              <a:ext uri="{FF2B5EF4-FFF2-40B4-BE49-F238E27FC236}">
                <a16:creationId xmlns:a16="http://schemas.microsoft.com/office/drawing/2014/main" id="{D893FEB0-2942-CB51-F51A-BFF0842183A5}"/>
              </a:ext>
            </a:extLst>
          </p:cNvPr>
          <p:cNvPicPr>
            <a:picLocks noChangeAspect="1"/>
          </p:cNvPicPr>
          <p:nvPr/>
        </p:nvPicPr>
        <p:blipFill>
          <a:blip r:embed="rId10"/>
          <a:stretch>
            <a:fillRect/>
          </a:stretch>
        </p:blipFill>
        <p:spPr>
          <a:xfrm>
            <a:off x="0" y="0"/>
            <a:ext cx="211626" cy="6858000"/>
          </a:xfrm>
          <a:prstGeom prst="rect">
            <a:avLst/>
          </a:prstGeom>
        </p:spPr>
      </p:pic>
      <p:sp>
        <p:nvSpPr>
          <p:cNvPr id="7" name="Rectangle 6">
            <a:hlinkHover r:id="rId11" action="ppaction://hlinksldjump"/>
            <a:extLst>
              <a:ext uri="{FF2B5EF4-FFF2-40B4-BE49-F238E27FC236}">
                <a16:creationId xmlns:a16="http://schemas.microsoft.com/office/drawing/2014/main" id="{7D0FAE5E-4DBB-9AA5-28AB-FDCA978AF94E}"/>
              </a:ext>
            </a:extLst>
          </p:cNvPr>
          <p:cNvSpPr/>
          <p:nvPr/>
        </p:nvSpPr>
        <p:spPr>
          <a:xfrm>
            <a:off x="4690487"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342426059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007842" y="173237"/>
            <a:ext cx="10420914"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for Office 365</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Defender for Office 365(MDO) is a cloud-based email filtering service that helps protect your organization against unknown malware and viruses by providing robust zero-day protection and includes features to safeguard your organization from harmful links in real time. MDO has rich reporting and URL trace capabilities that give administrators insight into the kind of attacks happening in your organization.</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226278"/>
            <a:ext cx="4368257"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Microsoft Defender for Office 365 service description - Service Descriptions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a:cxnSpLocks/>
          </p:cNvCxnSpPr>
          <p:nvPr/>
        </p:nvCxnSpPr>
        <p:spPr>
          <a:xfrm>
            <a:off x="482991" y="2193544"/>
            <a:ext cx="4368257"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a:cxnSpLocks/>
          </p:cNvCxnSpPr>
          <p:nvPr/>
        </p:nvCxnSpPr>
        <p:spPr>
          <a:xfrm>
            <a:off x="482991" y="3334274"/>
            <a:ext cx="4368257"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350641"/>
            <a:ext cx="4533330" cy="123110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400">
                <a:solidFill>
                  <a:prstClr val="black"/>
                </a:solidFill>
                <a:latin typeface="Calibri" panose="020F0502020204030204"/>
              </a:rPr>
              <a:t>MDO protects users from sophisticated attacks such as phishing and zero-day malware, not just in email but also in SharePoint Online and Teams. Integrate with advanced Microsoft </a:t>
            </a: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solutions with </a:t>
            </a: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hlinkClick r:id="rId4"/>
              </a:rPr>
              <a:t>Microsoft Defender XDR</a:t>
            </a: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a:t>
            </a:r>
            <a:endParaRPr kumimoji="0" lang="en-GB"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a:cxnSpLocks/>
          </p:cNvCxnSpPr>
          <p:nvPr/>
        </p:nvCxnSpPr>
        <p:spPr>
          <a:xfrm>
            <a:off x="482991" y="4936669"/>
            <a:ext cx="4368257"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Rectangle 21">
            <a:hlinkClick r:id="rId5" action="ppaction://hlinksldjump"/>
            <a:extLst>
              <a:ext uri="{FF2B5EF4-FFF2-40B4-BE49-F238E27FC236}">
                <a16:creationId xmlns:a16="http://schemas.microsoft.com/office/drawing/2014/main" id="{22A97A08-3F27-4550-B05A-7AFC72E347D7}"/>
              </a:ext>
            </a:extLst>
          </p:cNvPr>
          <p:cNvSpPr/>
          <p:nvPr/>
        </p:nvSpPr>
        <p:spPr>
          <a:xfrm>
            <a:off x="482991" y="593431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26" name="Rectangle 25">
            <a:hlinkClick r:id="rId6" action="ppaction://hlinksldjump"/>
            <a:extLst>
              <a:ext uri="{FF2B5EF4-FFF2-40B4-BE49-F238E27FC236}">
                <a16:creationId xmlns:a16="http://schemas.microsoft.com/office/drawing/2014/main" id="{77C57BC1-8598-41AA-B195-757658026F41}"/>
              </a:ext>
            </a:extLst>
          </p:cNvPr>
          <p:cNvSpPr/>
          <p:nvPr/>
        </p:nvSpPr>
        <p:spPr>
          <a:xfrm>
            <a:off x="2603184" y="5425723"/>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graphicFrame>
        <p:nvGraphicFramePr>
          <p:cNvPr id="9" name="Table 8">
            <a:extLst>
              <a:ext uri="{FF2B5EF4-FFF2-40B4-BE49-F238E27FC236}">
                <a16:creationId xmlns:a16="http://schemas.microsoft.com/office/drawing/2014/main" id="{7A4D85E0-F40F-41FE-A91A-A2222C8B62E2}"/>
              </a:ext>
            </a:extLst>
          </p:cNvPr>
          <p:cNvGraphicFramePr>
            <a:graphicFrameLocks noGrp="1"/>
          </p:cNvGraphicFramePr>
          <p:nvPr>
            <p:extLst>
              <p:ext uri="{D42A27DB-BD31-4B8C-83A1-F6EECF244321}">
                <p14:modId xmlns:p14="http://schemas.microsoft.com/office/powerpoint/2010/main" val="3976811848"/>
              </p:ext>
            </p:extLst>
          </p:nvPr>
        </p:nvGraphicFramePr>
        <p:xfrm>
          <a:off x="5192672" y="2027055"/>
          <a:ext cx="6741709" cy="3053722"/>
        </p:xfrm>
        <a:graphic>
          <a:graphicData uri="http://schemas.openxmlformats.org/drawingml/2006/table">
            <a:tbl>
              <a:tblPr>
                <a:tableStyleId>{5C22544A-7EE6-4342-B048-85BDC9FD1C3A}</a:tableStyleId>
              </a:tblPr>
              <a:tblGrid>
                <a:gridCol w="4788145">
                  <a:extLst>
                    <a:ext uri="{9D8B030D-6E8A-4147-A177-3AD203B41FA5}">
                      <a16:colId xmlns:a16="http://schemas.microsoft.com/office/drawing/2014/main" val="4208152223"/>
                    </a:ext>
                  </a:extLst>
                </a:gridCol>
                <a:gridCol w="976782">
                  <a:extLst>
                    <a:ext uri="{9D8B030D-6E8A-4147-A177-3AD203B41FA5}">
                      <a16:colId xmlns:a16="http://schemas.microsoft.com/office/drawing/2014/main" val="2539379299"/>
                    </a:ext>
                  </a:extLst>
                </a:gridCol>
                <a:gridCol w="976782">
                  <a:extLst>
                    <a:ext uri="{9D8B030D-6E8A-4147-A177-3AD203B41FA5}">
                      <a16:colId xmlns:a16="http://schemas.microsoft.com/office/drawing/2014/main" val="1180352867"/>
                    </a:ext>
                  </a:extLst>
                </a:gridCol>
              </a:tblGrid>
              <a:tr h="215363">
                <a:tc>
                  <a:txBody>
                    <a:bodyPr/>
                    <a:lstStyle/>
                    <a:p>
                      <a:pPr algn="l" fontAlgn="b"/>
                      <a:r>
                        <a:rPr lang="en-GB" sz="1400" b="1" u="none" strike="noStrike">
                          <a:solidFill>
                            <a:schemeClr val="bg1"/>
                          </a:solidFill>
                          <a:effectLst/>
                        </a:rPr>
                        <a:t>Feature</a:t>
                      </a:r>
                      <a:endParaRPr lang="en-GB" sz="1400" b="1" i="0" u="none" strike="noStrike">
                        <a:solidFill>
                          <a:schemeClr val="bg1"/>
                        </a:solidFill>
                        <a:effectLst/>
                        <a:latin typeface="Calibri" panose="020F0502020204030204" pitchFamily="34" charset="0"/>
                      </a:endParaRPr>
                    </a:p>
                  </a:txBody>
                  <a:tcPr marL="4763" marR="4763" marT="4763" marB="0" anchor="b">
                    <a:solidFill>
                      <a:schemeClr val="tx1">
                        <a:lumMod val="95000"/>
                        <a:lumOff val="5000"/>
                      </a:schemeClr>
                    </a:solidFill>
                  </a:tcPr>
                </a:tc>
                <a:tc>
                  <a:txBody>
                    <a:bodyPr/>
                    <a:lstStyle/>
                    <a:p>
                      <a:pPr algn="l" fontAlgn="b"/>
                      <a:r>
                        <a:rPr lang="en-GB" sz="1400" b="1" u="none" strike="noStrike">
                          <a:solidFill>
                            <a:schemeClr val="bg1"/>
                          </a:solidFill>
                          <a:effectLst/>
                        </a:rPr>
                        <a:t>MDO Plan 1</a:t>
                      </a:r>
                      <a:endParaRPr lang="en-GB" sz="1400" b="1" i="0" u="none" strike="noStrike">
                        <a:solidFill>
                          <a:schemeClr val="bg1"/>
                        </a:solidFill>
                        <a:effectLst/>
                        <a:latin typeface="Calibri" panose="020F0502020204030204" pitchFamily="34" charset="0"/>
                      </a:endParaRPr>
                    </a:p>
                  </a:txBody>
                  <a:tcPr marL="4763" marR="4763" marT="4763" marB="0" anchor="b">
                    <a:solidFill>
                      <a:schemeClr val="tx1">
                        <a:lumMod val="95000"/>
                        <a:lumOff val="5000"/>
                      </a:schemeClr>
                    </a:solidFill>
                  </a:tcPr>
                </a:tc>
                <a:tc>
                  <a:txBody>
                    <a:bodyPr/>
                    <a:lstStyle/>
                    <a:p>
                      <a:pPr algn="l" fontAlgn="b"/>
                      <a:r>
                        <a:rPr lang="en-GB" sz="1400" b="1" u="none" strike="noStrike">
                          <a:solidFill>
                            <a:schemeClr val="bg1"/>
                          </a:solidFill>
                          <a:effectLst/>
                        </a:rPr>
                        <a:t>MDO Plan 2</a:t>
                      </a:r>
                      <a:endParaRPr lang="en-GB" sz="1400" b="1" i="0" u="none" strike="noStrike">
                        <a:solidFill>
                          <a:schemeClr val="bg1"/>
                        </a:solidFill>
                        <a:effectLst/>
                        <a:latin typeface="Calibri" panose="020F0502020204030204" pitchFamily="34" charset="0"/>
                      </a:endParaRPr>
                    </a:p>
                  </a:txBody>
                  <a:tcPr marL="4763" marR="4763" marT="4763" marB="0" anchor="b">
                    <a:solidFill>
                      <a:schemeClr val="tx1">
                        <a:lumMod val="95000"/>
                        <a:lumOff val="5000"/>
                      </a:schemeClr>
                    </a:solidFill>
                  </a:tcPr>
                </a:tc>
                <a:extLst>
                  <a:ext uri="{0D108BD9-81ED-4DB2-BD59-A6C34878D82A}">
                    <a16:rowId xmlns:a16="http://schemas.microsoft.com/office/drawing/2014/main" val="3185239776"/>
                  </a:ext>
                </a:extLst>
              </a:tr>
              <a:tr h="209482">
                <a:tc gridSpan="3">
                  <a:txBody>
                    <a:bodyPr/>
                    <a:lstStyle/>
                    <a:p>
                      <a:pPr algn="ctr" fontAlgn="b"/>
                      <a:r>
                        <a:rPr lang="en-GB" sz="1400" i="1" u="none" strike="noStrike">
                          <a:effectLst/>
                        </a:rPr>
                        <a:t>Configuration, protection, and detection</a:t>
                      </a:r>
                      <a:endParaRPr lang="en-GB" sz="1400" b="0" i="1" u="none" strike="noStrike">
                        <a:solidFill>
                          <a:srgbClr val="000000"/>
                        </a:solidFill>
                        <a:effectLst/>
                        <a:latin typeface="Calibri" panose="020F0502020204030204" pitchFamily="34" charset="0"/>
                      </a:endParaRPr>
                    </a:p>
                  </a:txBody>
                  <a:tcPr marL="4763" marR="4763" marT="4763" marB="0" anchor="b"/>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val="730201512"/>
                  </a:ext>
                </a:extLst>
              </a:tr>
              <a:tr h="209482">
                <a:tc>
                  <a:txBody>
                    <a:bodyPr/>
                    <a:lstStyle/>
                    <a:p>
                      <a:pPr algn="l" fontAlgn="b"/>
                      <a:r>
                        <a:rPr lang="en-GB" sz="1400" u="none" strike="noStrike">
                          <a:effectLst/>
                        </a:rPr>
                        <a:t>Safe Attachments</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extLst>
                  <a:ext uri="{0D108BD9-81ED-4DB2-BD59-A6C34878D82A}">
                    <a16:rowId xmlns:a16="http://schemas.microsoft.com/office/drawing/2014/main" val="403087416"/>
                  </a:ext>
                </a:extLst>
              </a:tr>
              <a:tr h="209482">
                <a:tc>
                  <a:txBody>
                    <a:bodyPr/>
                    <a:lstStyle/>
                    <a:p>
                      <a:pPr algn="l" fontAlgn="b"/>
                      <a:r>
                        <a:rPr lang="en-GB" sz="1400" u="none" strike="noStrike">
                          <a:effectLst/>
                        </a:rPr>
                        <a:t>Safe Attachments in Teams</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extLst>
                  <a:ext uri="{0D108BD9-81ED-4DB2-BD59-A6C34878D82A}">
                    <a16:rowId xmlns:a16="http://schemas.microsoft.com/office/drawing/2014/main" val="2584008899"/>
                  </a:ext>
                </a:extLst>
              </a:tr>
              <a:tr h="209482">
                <a:tc>
                  <a:txBody>
                    <a:bodyPr/>
                    <a:lstStyle/>
                    <a:p>
                      <a:pPr algn="l" fontAlgn="b"/>
                      <a:r>
                        <a:rPr lang="en-GB" sz="1400" u="none" strike="noStrike">
                          <a:effectLst/>
                        </a:rPr>
                        <a:t>Safe Links</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extLst>
                  <a:ext uri="{0D108BD9-81ED-4DB2-BD59-A6C34878D82A}">
                    <a16:rowId xmlns:a16="http://schemas.microsoft.com/office/drawing/2014/main" val="3726794251"/>
                  </a:ext>
                </a:extLst>
              </a:tr>
              <a:tr h="209482">
                <a:tc>
                  <a:txBody>
                    <a:bodyPr/>
                    <a:lstStyle/>
                    <a:p>
                      <a:pPr algn="l" fontAlgn="b"/>
                      <a:r>
                        <a:rPr lang="en-GB" sz="1400" u="none" strike="noStrike">
                          <a:effectLst/>
                        </a:rPr>
                        <a:t>Safe Links in Teams</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extLst>
                  <a:ext uri="{0D108BD9-81ED-4DB2-BD59-A6C34878D82A}">
                    <a16:rowId xmlns:a16="http://schemas.microsoft.com/office/drawing/2014/main" val="3725821933"/>
                  </a:ext>
                </a:extLst>
              </a:tr>
              <a:tr h="209482">
                <a:tc>
                  <a:txBody>
                    <a:bodyPr/>
                    <a:lstStyle/>
                    <a:p>
                      <a:pPr algn="l" fontAlgn="b"/>
                      <a:r>
                        <a:rPr lang="en-US" sz="1400" u="none" strike="noStrike">
                          <a:effectLst/>
                        </a:rPr>
                        <a:t>MDO for SharePoint, OneDrive and Microsoft Teams</a:t>
                      </a:r>
                      <a:endParaRPr lang="en-US"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extLst>
                  <a:ext uri="{0D108BD9-81ED-4DB2-BD59-A6C34878D82A}">
                    <a16:rowId xmlns:a16="http://schemas.microsoft.com/office/drawing/2014/main" val="1068210194"/>
                  </a:ext>
                </a:extLst>
              </a:tr>
              <a:tr h="209482">
                <a:tc>
                  <a:txBody>
                    <a:bodyPr/>
                    <a:lstStyle/>
                    <a:p>
                      <a:pPr algn="l" fontAlgn="b"/>
                      <a:r>
                        <a:rPr lang="en-GB" sz="1400" u="none" strike="noStrike">
                          <a:effectLst/>
                        </a:rPr>
                        <a:t>Anti-phishing policies</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extLst>
                  <a:ext uri="{0D108BD9-81ED-4DB2-BD59-A6C34878D82A}">
                    <a16:rowId xmlns:a16="http://schemas.microsoft.com/office/drawing/2014/main" val="313061868"/>
                  </a:ext>
                </a:extLst>
              </a:tr>
              <a:tr h="209482">
                <a:tc>
                  <a:txBody>
                    <a:bodyPr/>
                    <a:lstStyle/>
                    <a:p>
                      <a:pPr algn="l" fontAlgn="b"/>
                      <a:r>
                        <a:rPr lang="en-GB" sz="1400" u="none" strike="noStrike">
                          <a:effectLst/>
                        </a:rPr>
                        <a:t>Real-time reports</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extLst>
                  <a:ext uri="{0D108BD9-81ED-4DB2-BD59-A6C34878D82A}">
                    <a16:rowId xmlns:a16="http://schemas.microsoft.com/office/drawing/2014/main" val="936443154"/>
                  </a:ext>
                </a:extLst>
              </a:tr>
              <a:tr h="209482">
                <a:tc gridSpan="3">
                  <a:txBody>
                    <a:bodyPr/>
                    <a:lstStyle/>
                    <a:p>
                      <a:pPr algn="ctr" fontAlgn="b"/>
                      <a:r>
                        <a:rPr lang="en-GB" sz="1400" i="1" u="none" strike="noStrike">
                          <a:effectLst/>
                        </a:rPr>
                        <a:t>Automation, investigation, remediation, and education</a:t>
                      </a:r>
                      <a:endParaRPr lang="en-GB" sz="1400" b="0" i="1" u="none" strike="noStrike">
                        <a:solidFill>
                          <a:srgbClr val="000000"/>
                        </a:solidFill>
                        <a:effectLst/>
                        <a:latin typeface="Calibri" panose="020F0502020204030204" pitchFamily="34" charset="0"/>
                      </a:endParaRPr>
                    </a:p>
                  </a:txBody>
                  <a:tcPr marL="4763" marR="4763" marT="4763" marB="0" anchor="b"/>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val="378080966"/>
                  </a:ext>
                </a:extLst>
              </a:tr>
              <a:tr h="209482">
                <a:tc>
                  <a:txBody>
                    <a:bodyPr/>
                    <a:lstStyle/>
                    <a:p>
                      <a:pPr algn="l" fontAlgn="b"/>
                      <a:r>
                        <a:rPr lang="en-GB" sz="1400" u="none" strike="noStrike">
                          <a:effectLst/>
                        </a:rPr>
                        <a:t>Threat Trackers</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No</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extLst>
                  <a:ext uri="{0D108BD9-81ED-4DB2-BD59-A6C34878D82A}">
                    <a16:rowId xmlns:a16="http://schemas.microsoft.com/office/drawing/2014/main" val="1904635413"/>
                  </a:ext>
                </a:extLst>
              </a:tr>
              <a:tr h="209482">
                <a:tc>
                  <a:txBody>
                    <a:bodyPr/>
                    <a:lstStyle/>
                    <a:p>
                      <a:pPr algn="l" fontAlgn="b"/>
                      <a:r>
                        <a:rPr lang="en-GB" sz="1400" u="none" strike="noStrike">
                          <a:effectLst/>
                        </a:rPr>
                        <a:t>Explorer (advanced threat investigation)</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No</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extLst>
                  <a:ext uri="{0D108BD9-81ED-4DB2-BD59-A6C34878D82A}">
                    <a16:rowId xmlns:a16="http://schemas.microsoft.com/office/drawing/2014/main" val="319362231"/>
                  </a:ext>
                </a:extLst>
              </a:tr>
              <a:tr h="209482">
                <a:tc>
                  <a:txBody>
                    <a:bodyPr/>
                    <a:lstStyle/>
                    <a:p>
                      <a:pPr algn="l" fontAlgn="b"/>
                      <a:r>
                        <a:rPr lang="en-GB" sz="1400" u="none" strike="noStrike">
                          <a:effectLst/>
                        </a:rPr>
                        <a:t>Automated incident response</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No</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extLst>
                  <a:ext uri="{0D108BD9-81ED-4DB2-BD59-A6C34878D82A}">
                    <a16:rowId xmlns:a16="http://schemas.microsoft.com/office/drawing/2014/main" val="2124879727"/>
                  </a:ext>
                </a:extLst>
              </a:tr>
              <a:tr h="215363">
                <a:tc>
                  <a:txBody>
                    <a:bodyPr/>
                    <a:lstStyle/>
                    <a:p>
                      <a:pPr algn="l" fontAlgn="b"/>
                      <a:r>
                        <a:rPr lang="en-GB" sz="1400" u="none" strike="noStrike">
                          <a:effectLst/>
                        </a:rPr>
                        <a:t>Attack Simulator</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No</a:t>
                      </a:r>
                      <a:endParaRPr lang="en-GB" sz="1400" b="0" i="0" u="none" strike="noStrike">
                        <a:solidFill>
                          <a:srgbClr val="000000"/>
                        </a:solidFill>
                        <a:effectLst/>
                        <a:latin typeface="Calibri" panose="020F0502020204030204" pitchFamily="34" charset="0"/>
                      </a:endParaRPr>
                    </a:p>
                  </a:txBody>
                  <a:tcPr marL="4763" marR="4763" marT="4763" marB="0" anchor="b"/>
                </a:tc>
                <a:tc>
                  <a:txBody>
                    <a:bodyPr/>
                    <a:lstStyle/>
                    <a:p>
                      <a:pPr algn="l" fontAlgn="b"/>
                      <a:r>
                        <a:rPr lang="en-GB" sz="1400" u="none" strike="noStrike">
                          <a:effectLst/>
                        </a:rPr>
                        <a:t>Yes</a:t>
                      </a:r>
                      <a:endParaRPr lang="en-GB" sz="1400" b="0" i="0" u="none" strike="noStrike">
                        <a:solidFill>
                          <a:srgbClr val="000000"/>
                        </a:solidFill>
                        <a:effectLst/>
                        <a:latin typeface="Calibri" panose="020F0502020204030204" pitchFamily="34" charset="0"/>
                      </a:endParaRPr>
                    </a:p>
                  </a:txBody>
                  <a:tcPr marL="4763" marR="4763" marT="4763" marB="0" anchor="b"/>
                </a:tc>
                <a:extLst>
                  <a:ext uri="{0D108BD9-81ED-4DB2-BD59-A6C34878D82A}">
                    <a16:rowId xmlns:a16="http://schemas.microsoft.com/office/drawing/2014/main" val="1145139541"/>
                  </a:ext>
                </a:extLst>
              </a:tr>
            </a:tbl>
          </a:graphicData>
        </a:graphic>
      </p:graphicFrame>
      <p:sp>
        <p:nvSpPr>
          <p:cNvPr id="31" name="Rectangle 30">
            <a:extLst>
              <a:ext uri="{FF2B5EF4-FFF2-40B4-BE49-F238E27FC236}">
                <a16:creationId xmlns:a16="http://schemas.microsoft.com/office/drawing/2014/main" id="{471C19B1-96A9-435B-BDA4-8BAA04FCB3CA}"/>
              </a:ext>
            </a:extLst>
          </p:cNvPr>
          <p:cNvSpPr/>
          <p:nvPr/>
        </p:nvSpPr>
        <p:spPr>
          <a:xfrm>
            <a:off x="4904342" y="5437410"/>
            <a:ext cx="527816"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32" name="Rectangle 31">
            <a:extLst>
              <a:ext uri="{FF2B5EF4-FFF2-40B4-BE49-F238E27FC236}">
                <a16:creationId xmlns:a16="http://schemas.microsoft.com/office/drawing/2014/main" id="{E05D8825-FDE8-4CAD-A11B-0A509CEDDC0C}"/>
              </a:ext>
            </a:extLst>
          </p:cNvPr>
          <p:cNvSpPr/>
          <p:nvPr/>
        </p:nvSpPr>
        <p:spPr>
          <a:xfrm>
            <a:off x="4904342" y="5934313"/>
            <a:ext cx="527815"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33" name="TextBox 32">
            <a:extLst>
              <a:ext uri="{FF2B5EF4-FFF2-40B4-BE49-F238E27FC236}">
                <a16:creationId xmlns:a16="http://schemas.microsoft.com/office/drawing/2014/main" id="{4952C0A3-4C4C-4F0E-93CE-BD4A23945ED3}"/>
              </a:ext>
            </a:extLst>
          </p:cNvPr>
          <p:cNvSpPr txBox="1"/>
          <p:nvPr/>
        </p:nvSpPr>
        <p:spPr>
          <a:xfrm>
            <a:off x="5452912" y="5493387"/>
            <a:ext cx="96532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MDO P1</a:t>
            </a:r>
          </a:p>
        </p:txBody>
      </p:sp>
      <p:sp>
        <p:nvSpPr>
          <p:cNvPr id="34" name="TextBox 33">
            <a:extLst>
              <a:ext uri="{FF2B5EF4-FFF2-40B4-BE49-F238E27FC236}">
                <a16:creationId xmlns:a16="http://schemas.microsoft.com/office/drawing/2014/main" id="{1844AC75-4E78-4871-BE3F-FE4394B169E7}"/>
              </a:ext>
            </a:extLst>
          </p:cNvPr>
          <p:cNvSpPr txBox="1"/>
          <p:nvPr/>
        </p:nvSpPr>
        <p:spPr>
          <a:xfrm>
            <a:off x="5452912" y="5961426"/>
            <a:ext cx="31502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MDO P2 (includes P1 functions)</a:t>
            </a:r>
          </a:p>
        </p:txBody>
      </p:sp>
      <p:grpSp>
        <p:nvGrpSpPr>
          <p:cNvPr id="3" name="Group 2">
            <a:extLst>
              <a:ext uri="{FF2B5EF4-FFF2-40B4-BE49-F238E27FC236}">
                <a16:creationId xmlns:a16="http://schemas.microsoft.com/office/drawing/2014/main" id="{D3B50497-6BFE-9E15-6585-B67C69AD5302}"/>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9B534DBE-AFEF-B0D3-570E-3B2E74CA76F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F0F7293A-73AC-0732-E5E7-B65064BB4D97}"/>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8" action="ppaction://hlinksldjump"/>
            <a:extLst>
              <a:ext uri="{FF2B5EF4-FFF2-40B4-BE49-F238E27FC236}">
                <a16:creationId xmlns:a16="http://schemas.microsoft.com/office/drawing/2014/main" id="{D43CA27B-14EA-0F0F-74AA-73CDE02B1B3F}"/>
              </a:ext>
            </a:extLst>
          </p:cNvPr>
          <p:cNvSpPr/>
          <p:nvPr/>
        </p:nvSpPr>
        <p:spPr>
          <a:xfrm>
            <a:off x="482991" y="5425724"/>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1150">
                <a:solidFill>
                  <a:srgbClr val="1F4E79"/>
                </a:solidFill>
                <a:latin typeface="Century Gothic" panose="020B0502020202020204" pitchFamily="34" charset="0"/>
              </a:rPr>
              <a:t>Microsoft 365 Defender Suite</a:t>
            </a:r>
          </a:p>
        </p:txBody>
      </p:sp>
      <p:pic>
        <p:nvPicPr>
          <p:cNvPr id="7" name="Picture 6">
            <a:hlinkClick r:id="rId9" action="ppaction://hlinksldjump"/>
            <a:extLst>
              <a:ext uri="{FF2B5EF4-FFF2-40B4-BE49-F238E27FC236}">
                <a16:creationId xmlns:a16="http://schemas.microsoft.com/office/drawing/2014/main" id="{03807399-7C1F-B553-C551-B16F15BBD142}"/>
              </a:ext>
            </a:extLst>
          </p:cNvPr>
          <p:cNvPicPr>
            <a:picLocks noChangeAspect="1"/>
          </p:cNvPicPr>
          <p:nvPr/>
        </p:nvPicPr>
        <p:blipFill>
          <a:blip r:embed="rId10"/>
          <a:stretch>
            <a:fillRect/>
          </a:stretch>
        </p:blipFill>
        <p:spPr>
          <a:xfrm>
            <a:off x="0" y="0"/>
            <a:ext cx="211626" cy="6858000"/>
          </a:xfrm>
          <a:prstGeom prst="rect">
            <a:avLst/>
          </a:prstGeom>
        </p:spPr>
      </p:pic>
      <p:sp>
        <p:nvSpPr>
          <p:cNvPr id="8" name="Rectangle 7">
            <a:hlinkHover r:id="rId11" action="ppaction://hlinksldjump"/>
            <a:extLst>
              <a:ext uri="{FF2B5EF4-FFF2-40B4-BE49-F238E27FC236}">
                <a16:creationId xmlns:a16="http://schemas.microsoft.com/office/drawing/2014/main" id="{E701A4A9-D3F7-B79B-74C4-CEA73A10C467}"/>
              </a:ext>
            </a:extLst>
          </p:cNvPr>
          <p:cNvSpPr/>
          <p:nvPr/>
        </p:nvSpPr>
        <p:spPr>
          <a:xfrm>
            <a:off x="2603184" y="5940155"/>
            <a:ext cx="2058237" cy="454591"/>
          </a:xfrm>
          <a:prstGeom prst="rect">
            <a:avLst/>
          </a:prstGeom>
          <a:solidFill>
            <a:srgbClr val="92D050"/>
          </a:solidFill>
          <a:ln w="38100">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algn="ctr"/>
            <a:r>
              <a:rPr lang="en-GB" sz="1150">
                <a:solidFill>
                  <a:srgbClr val="1F4E79"/>
                </a:solidFill>
                <a:latin typeface="Century Gothic" panose="020B0502020202020204" pitchFamily="34" charset="0"/>
              </a:rPr>
              <a:t>Microsoft 365 E7</a:t>
            </a:r>
            <a:endParaRPr lang="en-GB" sz="1150" dirty="0">
              <a:solidFill>
                <a:srgbClr val="1F4E79"/>
              </a:solidFill>
              <a:latin typeface="Century Gothic" panose="020B0502020202020204" pitchFamily="34" charset="0"/>
            </a:endParaRPr>
          </a:p>
        </p:txBody>
      </p:sp>
    </p:spTree>
    <p:extLst>
      <p:ext uri="{BB962C8B-B14F-4D97-AF65-F5344CB8AC3E}">
        <p14:creationId xmlns:p14="http://schemas.microsoft.com/office/powerpoint/2010/main" val="395301000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028700" y="173237"/>
            <a:ext cx="101346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Office 365 Privileged Access Management (PAM)</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05668"/>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Whilst Privileged Identity Management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hlinkClick r:id="rId3" action="ppaction://hlinksldjump"/>
              </a:rPr>
              <a:t>see PIM</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provides Just-in-Time administration giving eligible admins access to roles, Privilege Access Management (PAM) provides Just-enough-Administration for specific tasks within a role. PAM requires privileged admins to require approval and justification for running specific tasks. These tasks are then heavily logged and audited. PAM is currently available to Exchange Online only; however, it is planned to expand to other Office 365 services such as SharePoint Online</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239420"/>
            <a:ext cx="11226018"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a:hlinkClick r:id="rId4"/>
              </a:rPr>
              <a:t>What is Privileged Access Management (PAM) | Microsoft Security</a:t>
            </a:r>
            <a:endParaRPr lang="en-US" sz="1600"/>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a:hlinkClick r:id="rId5"/>
              </a:rPr>
              <a:t>Get started with privileged access management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199652"/>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633405"/>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0" y="3673172"/>
            <a:ext cx="11411829"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As an example, a rogue administrator can user the “</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hlinkClick r:id="rId6"/>
              </a:rPr>
              <a:t>new-</a:t>
            </a:r>
            <a:r>
              <a:rPr kumimoji="0" lang="en-US" sz="1800" b="0" i="0" u="none" strike="noStrike" kern="1200" cap="none" spc="0" normalizeH="0" baseline="0" noProof="0" err="1">
                <a:ln>
                  <a:noFill/>
                </a:ln>
                <a:solidFill>
                  <a:prstClr val="black"/>
                </a:solidFill>
                <a:effectLst/>
                <a:uLnTx/>
                <a:uFillTx/>
                <a:latin typeface="Calibri" panose="020F0502020204030204"/>
                <a:ea typeface="+mn-ea"/>
                <a:cs typeface="+mn-cs"/>
                <a:hlinkClick r:id="rId6"/>
              </a:rPr>
              <a:t>JournalRule</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task to create a new rule to journal the CEO mailbox to an external shadow mailbox, meaning a copy of all the CEO’s mails (internal and external, sent and received) would be sent the external shadow mailbox. PAM would require additional approval before the task could be run.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1326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6" name="Rectangle 35">
            <a:hlinkClick r:id="rId7" action="ppaction://hlinksldjump"/>
            <a:extLst>
              <a:ext uri="{FF2B5EF4-FFF2-40B4-BE49-F238E27FC236}">
                <a16:creationId xmlns:a16="http://schemas.microsoft.com/office/drawing/2014/main" id="{D56E81BC-D373-4B77-B993-C8EF5A2B67A3}"/>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40" name="Rectangle 39">
            <a:hlinkClick r:id="rId8" action="ppaction://hlinksldjump"/>
            <a:extLst>
              <a:ext uri="{FF2B5EF4-FFF2-40B4-BE49-F238E27FC236}">
                <a16:creationId xmlns:a16="http://schemas.microsoft.com/office/drawing/2014/main" id="{127B65F4-AD90-4FB3-ACF9-A794D227E1BA}"/>
              </a:ext>
            </a:extLst>
          </p:cNvPr>
          <p:cNvSpPr/>
          <p:nvPr/>
        </p:nvSpPr>
        <p:spPr>
          <a:xfrm>
            <a:off x="258099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4" name="Group 3">
            <a:extLst>
              <a:ext uri="{FF2B5EF4-FFF2-40B4-BE49-F238E27FC236}">
                <a16:creationId xmlns:a16="http://schemas.microsoft.com/office/drawing/2014/main" id="{7F541D32-30E9-A2F8-0418-BD892932DDEB}"/>
              </a:ext>
            </a:extLst>
          </p:cNvPr>
          <p:cNvGrpSpPr/>
          <p:nvPr/>
        </p:nvGrpSpPr>
        <p:grpSpPr>
          <a:xfrm>
            <a:off x="11331950" y="58136"/>
            <a:ext cx="754117" cy="803729"/>
            <a:chOff x="9401324" y="101482"/>
            <a:chExt cx="754117" cy="803729"/>
          </a:xfrm>
        </p:grpSpPr>
        <p:pic>
          <p:nvPicPr>
            <p:cNvPr id="5" name="Graphic 4" descr="Back with solid fill">
              <a:hlinkClick r:id="" action="ppaction://hlinkshowjump?jump=lastslideviewed"/>
              <a:extLst>
                <a:ext uri="{FF2B5EF4-FFF2-40B4-BE49-F238E27FC236}">
                  <a16:creationId xmlns:a16="http://schemas.microsoft.com/office/drawing/2014/main" id="{957477E7-771F-F97A-94A9-FAF7B2141FB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407970" y="101482"/>
              <a:ext cx="740824" cy="740824"/>
            </a:xfrm>
            <a:prstGeom prst="rect">
              <a:avLst/>
            </a:prstGeom>
          </p:spPr>
        </p:pic>
        <p:sp>
          <p:nvSpPr>
            <p:cNvPr id="6" name="TextBox 5">
              <a:extLst>
                <a:ext uri="{FF2B5EF4-FFF2-40B4-BE49-F238E27FC236}">
                  <a16:creationId xmlns:a16="http://schemas.microsoft.com/office/drawing/2014/main" id="{15789EDC-E6B9-29CB-3DAA-F79E256DBFD2}"/>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Rectangle 6">
            <a:hlinkClick r:id="rId10" action="ppaction://hlinksldjump"/>
            <a:extLst>
              <a:ext uri="{FF2B5EF4-FFF2-40B4-BE49-F238E27FC236}">
                <a16:creationId xmlns:a16="http://schemas.microsoft.com/office/drawing/2014/main" id="{71B4D87E-6CB2-1971-5063-7BC7901437D5}"/>
              </a:ext>
            </a:extLst>
          </p:cNvPr>
          <p:cNvSpPr/>
          <p:nvPr/>
        </p:nvSpPr>
        <p:spPr>
          <a:xfrm>
            <a:off x="482991" y="5433886"/>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8" name="Picture 7">
            <a:hlinkClick r:id="rId11" action="ppaction://hlinksldjump"/>
            <a:extLst>
              <a:ext uri="{FF2B5EF4-FFF2-40B4-BE49-F238E27FC236}">
                <a16:creationId xmlns:a16="http://schemas.microsoft.com/office/drawing/2014/main" id="{C27AC049-2293-87A1-3509-009C3079D40E}"/>
              </a:ext>
            </a:extLst>
          </p:cNvPr>
          <p:cNvPicPr>
            <a:picLocks noChangeAspect="1"/>
          </p:cNvPicPr>
          <p:nvPr/>
        </p:nvPicPr>
        <p:blipFill>
          <a:blip r:embed="rId12"/>
          <a:stretch>
            <a:fillRect/>
          </a:stretch>
        </p:blipFill>
        <p:spPr>
          <a:xfrm>
            <a:off x="0" y="0"/>
            <a:ext cx="211626" cy="6858000"/>
          </a:xfrm>
          <a:prstGeom prst="rect">
            <a:avLst/>
          </a:prstGeom>
        </p:spPr>
      </p:pic>
      <p:sp>
        <p:nvSpPr>
          <p:cNvPr id="3" name="Rectangle 2">
            <a:hlinkHover r:id="rId13" action="ppaction://hlinksldjump"/>
            <a:extLst>
              <a:ext uri="{FF2B5EF4-FFF2-40B4-BE49-F238E27FC236}">
                <a16:creationId xmlns:a16="http://schemas.microsoft.com/office/drawing/2014/main" id="{D3343147-FAC5-F476-F82F-ACB37183EE13}"/>
              </a:ext>
            </a:extLst>
          </p:cNvPr>
          <p:cNvSpPr/>
          <p:nvPr/>
        </p:nvSpPr>
        <p:spPr>
          <a:xfrm>
            <a:off x="4690487"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62713494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2025181" y="173237"/>
            <a:ext cx="8141638"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Audit (Standard)</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Microsoft Purview Audit (Standard) in Microsoft 365 lets you search for audit records for activities performed in the different Microsoft 365 services by users and admins. There are thousands of searchable audit events. You can search for a wide-range of audited activities that occur is most of the Microsoft 365 services in your organisation. For a list of the activities you can search for, see </a:t>
            </a: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hlinkClick r:id="rId3"/>
              </a:rPr>
              <a:t>Audit log activities</a:t>
            </a: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 For a list of the services and features that support audited activities, see </a:t>
            </a: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hlinkClick r:id="rId4"/>
              </a:rPr>
              <a:t>Audit log record type</a:t>
            </a: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867238"/>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5"/>
              </a:rPr>
              <a:t>Learn about auditing solutions in Microsoft Purview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722262"/>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658545"/>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803521"/>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Use of the Audit log can help you understand what has happened in your Microsoft 365 tenant giving relevant forensic  information for data breach or human resource investigations.</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7182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 name="Rectangle 2">
            <a:hlinkClick r:id="rId6" action="ppaction://hlinksldjump"/>
            <a:extLst>
              <a:ext uri="{FF2B5EF4-FFF2-40B4-BE49-F238E27FC236}">
                <a16:creationId xmlns:a16="http://schemas.microsoft.com/office/drawing/2014/main" id="{F2F6B970-32EA-6035-07DB-0D24DE71BE1D}"/>
              </a:ext>
            </a:extLst>
          </p:cNvPr>
          <p:cNvSpPr/>
          <p:nvPr/>
        </p:nvSpPr>
        <p:spPr>
          <a:xfrm>
            <a:off x="482991" y="5412731"/>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E3</a:t>
            </a:r>
          </a:p>
        </p:txBody>
      </p:sp>
      <p:sp>
        <p:nvSpPr>
          <p:cNvPr id="8" name="Rectangle 7">
            <a:hlinkClick r:id="rId7" action="ppaction://hlinksldjump"/>
            <a:extLst>
              <a:ext uri="{FF2B5EF4-FFF2-40B4-BE49-F238E27FC236}">
                <a16:creationId xmlns:a16="http://schemas.microsoft.com/office/drawing/2014/main" id="{F4035EBC-E511-7157-BE5B-4875FF490745}"/>
              </a:ext>
            </a:extLst>
          </p:cNvPr>
          <p:cNvSpPr/>
          <p:nvPr/>
        </p:nvSpPr>
        <p:spPr>
          <a:xfrm>
            <a:off x="2586738" y="5412731"/>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E3</a:t>
            </a:r>
          </a:p>
        </p:txBody>
      </p:sp>
      <p:sp>
        <p:nvSpPr>
          <p:cNvPr id="10" name="Rectangle 9">
            <a:hlinkClick r:id="rId8" action="ppaction://hlinksldjump"/>
            <a:extLst>
              <a:ext uri="{FF2B5EF4-FFF2-40B4-BE49-F238E27FC236}">
                <a16:creationId xmlns:a16="http://schemas.microsoft.com/office/drawing/2014/main" id="{2CAFAD07-F5A1-2F94-E456-72A11F1C488D}"/>
              </a:ext>
            </a:extLst>
          </p:cNvPr>
          <p:cNvSpPr/>
          <p:nvPr/>
        </p:nvSpPr>
        <p:spPr>
          <a:xfrm>
            <a:off x="4690485" y="5412731"/>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11" name="Rectangle 10">
            <a:hlinkClick r:id="rId9" action="ppaction://hlinksldjump"/>
            <a:extLst>
              <a:ext uri="{FF2B5EF4-FFF2-40B4-BE49-F238E27FC236}">
                <a16:creationId xmlns:a16="http://schemas.microsoft.com/office/drawing/2014/main" id="{90280E5C-EA78-FE5E-B896-74888D2852FA}"/>
              </a:ext>
            </a:extLst>
          </p:cNvPr>
          <p:cNvSpPr/>
          <p:nvPr/>
        </p:nvSpPr>
        <p:spPr>
          <a:xfrm>
            <a:off x="482991" y="5909634"/>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4" name="TextBox 13">
            <a:extLst>
              <a:ext uri="{FF2B5EF4-FFF2-40B4-BE49-F238E27FC236}">
                <a16:creationId xmlns:a16="http://schemas.microsoft.com/office/drawing/2014/main" id="{AA6F4F2D-4DEB-F1F3-7AF7-11679671795A}"/>
              </a:ext>
            </a:extLst>
          </p:cNvPr>
          <p:cNvSpPr txBox="1"/>
          <p:nvPr/>
        </p:nvSpPr>
        <p:spPr>
          <a:xfrm>
            <a:off x="7094050" y="4977260"/>
            <a:ext cx="461495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Please Note: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Microsoft Purview Audit (Standard) is available to all Office 365 and Microsoft licenses, including F1, F3, F5, E1, E3 and E5 SKUs</a:t>
            </a:r>
          </a:p>
        </p:txBody>
      </p:sp>
      <p:grpSp>
        <p:nvGrpSpPr>
          <p:cNvPr id="4" name="Group 3">
            <a:extLst>
              <a:ext uri="{FF2B5EF4-FFF2-40B4-BE49-F238E27FC236}">
                <a16:creationId xmlns:a16="http://schemas.microsoft.com/office/drawing/2014/main" id="{886A0D5A-9E27-EC5B-DA50-EF502AC203E5}"/>
              </a:ext>
            </a:extLst>
          </p:cNvPr>
          <p:cNvGrpSpPr/>
          <p:nvPr/>
        </p:nvGrpSpPr>
        <p:grpSpPr>
          <a:xfrm>
            <a:off x="11331950" y="58136"/>
            <a:ext cx="754117" cy="803729"/>
            <a:chOff x="9401324" y="101482"/>
            <a:chExt cx="754117" cy="803729"/>
          </a:xfrm>
        </p:grpSpPr>
        <p:pic>
          <p:nvPicPr>
            <p:cNvPr id="5" name="Graphic 4" descr="Back with solid fill">
              <a:hlinkClick r:id="" action="ppaction://hlinkshowjump?jump=lastslideviewed"/>
              <a:extLst>
                <a:ext uri="{FF2B5EF4-FFF2-40B4-BE49-F238E27FC236}">
                  <a16:creationId xmlns:a16="http://schemas.microsoft.com/office/drawing/2014/main" id="{3513F85C-D243-6CB8-23A4-B4C402776BC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407970" y="101482"/>
              <a:ext cx="740824" cy="740824"/>
            </a:xfrm>
            <a:prstGeom prst="rect">
              <a:avLst/>
            </a:prstGeom>
          </p:spPr>
        </p:pic>
        <p:sp>
          <p:nvSpPr>
            <p:cNvPr id="6" name="TextBox 5">
              <a:extLst>
                <a:ext uri="{FF2B5EF4-FFF2-40B4-BE49-F238E27FC236}">
                  <a16:creationId xmlns:a16="http://schemas.microsoft.com/office/drawing/2014/main" id="{663EFDC8-B996-0234-785D-E619F84A374E}"/>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Rectangle 6">
            <a:hlinkClick r:id="rId11" action="ppaction://hlinksldjump"/>
            <a:extLst>
              <a:ext uri="{FF2B5EF4-FFF2-40B4-BE49-F238E27FC236}">
                <a16:creationId xmlns:a16="http://schemas.microsoft.com/office/drawing/2014/main" id="{3B6B307E-27B3-D96B-65F0-6AF243F21D6C}"/>
              </a:ext>
            </a:extLst>
          </p:cNvPr>
          <p:cNvSpPr/>
          <p:nvPr/>
        </p:nvSpPr>
        <p:spPr>
          <a:xfrm>
            <a:off x="2586738" y="590963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365 </a:t>
            </a:r>
            <a:r>
              <a:rPr lang="en-GB" sz="1150" dirty="0">
                <a:solidFill>
                  <a:srgbClr val="1F4E79"/>
                </a:solidFill>
                <a:latin typeface="Century Gothic" panose="020B0502020202020204" pitchFamily="34" charset="0"/>
              </a:rPr>
              <a:t>Purview Suite</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pic>
        <p:nvPicPr>
          <p:cNvPr id="9" name="Picture 8">
            <a:hlinkClick r:id="rId12" action="ppaction://hlinksldjump"/>
            <a:extLst>
              <a:ext uri="{FF2B5EF4-FFF2-40B4-BE49-F238E27FC236}">
                <a16:creationId xmlns:a16="http://schemas.microsoft.com/office/drawing/2014/main" id="{7991A139-20A0-7F8E-8B67-08DF4495EFC9}"/>
              </a:ext>
            </a:extLst>
          </p:cNvPr>
          <p:cNvPicPr>
            <a:picLocks noChangeAspect="1"/>
          </p:cNvPicPr>
          <p:nvPr/>
        </p:nvPicPr>
        <p:blipFill>
          <a:blip r:embed="rId13"/>
          <a:stretch>
            <a:fillRect/>
          </a:stretch>
        </p:blipFill>
        <p:spPr>
          <a:xfrm>
            <a:off x="0" y="0"/>
            <a:ext cx="211626" cy="6858000"/>
          </a:xfrm>
          <a:prstGeom prst="rect">
            <a:avLst/>
          </a:prstGeom>
        </p:spPr>
      </p:pic>
      <p:sp>
        <p:nvSpPr>
          <p:cNvPr id="12" name="Rectangle 11">
            <a:hlinkHover r:id="rId14" action="ppaction://hlinksldjump"/>
            <a:extLst>
              <a:ext uri="{FF2B5EF4-FFF2-40B4-BE49-F238E27FC236}">
                <a16:creationId xmlns:a16="http://schemas.microsoft.com/office/drawing/2014/main" id="{D0E04323-B2A1-3343-92A7-9340F30999DC}"/>
              </a:ext>
            </a:extLst>
          </p:cNvPr>
          <p:cNvSpPr/>
          <p:nvPr/>
        </p:nvSpPr>
        <p:spPr>
          <a:xfrm>
            <a:off x="4690485" y="590963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18781485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2025181" y="173237"/>
            <a:ext cx="8141638"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Audit (Premium)</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03132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The </a:t>
            </a:r>
            <a:r>
              <a:rPr kumimoji="0" lang="en-US" sz="1800" b="0" i="0" u="sng" strike="noStrike" kern="1200" cap="none" spc="0" normalizeH="0" baseline="0" noProof="0">
                <a:ln>
                  <a:noFill/>
                </a:ln>
                <a:solidFill>
                  <a:prstClr val="black"/>
                </a:solidFill>
                <a:effectLst/>
                <a:uLnTx/>
                <a:uFillTx/>
                <a:latin typeface="Calibri" panose="020F0502020204030204"/>
                <a:ea typeface="+mn-ea"/>
                <a:cs typeface="+mn-cs"/>
                <a:hlinkClick r:id="rId3"/>
              </a:rPr>
              <a:t>unified auditing functionality</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in Microsoft 365 provides organizations with visibility into many types of audited activities across many different services in Microsoft 365. Microsoft Purview Audit (Premium) adds capabilities that can help your organization with forensic and compliance investigations. This includes long term retention whilst adding retention policies for audit logs. In additional, there are crucial security and compliance related audit events that can aid in investigations of breaches or other forensics-related investigations. As new events are created, they will be shown on the  </a:t>
            </a:r>
            <a:r>
              <a:rPr kumimoji="0" lang="en-US" sz="1800" b="0" i="0" u="sng" strike="noStrike" kern="1200" cap="none" spc="0" normalizeH="0" baseline="0" noProof="0">
                <a:ln>
                  <a:noFill/>
                </a:ln>
                <a:solidFill>
                  <a:prstClr val="black"/>
                </a:solidFill>
                <a:effectLst/>
                <a:uLnTx/>
                <a:uFillTx/>
                <a:latin typeface="Calibri" panose="020F0502020204030204"/>
                <a:ea typeface="+mn-ea"/>
                <a:cs typeface="+mn-cs"/>
                <a:hlinkClick r:id="rId4"/>
              </a:rPr>
              <a:t>Microsoft 365 Roadmap</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as they get closer to a release date.</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3030648"/>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5"/>
              </a:rPr>
              <a:t>Learn about auditing solutions in Microsoft Purview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966381"/>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74774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853342"/>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Retain audit logs for longer terms whilst have more security and compliance related crucial audit events to assist in investigations.</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7182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6" name="Rectangle 35">
            <a:hlinkClick r:id="rId6" action="ppaction://hlinksldjump"/>
            <a:extLst>
              <a:ext uri="{FF2B5EF4-FFF2-40B4-BE49-F238E27FC236}">
                <a16:creationId xmlns:a16="http://schemas.microsoft.com/office/drawing/2014/main" id="{D56E81BC-D373-4B77-B993-C8EF5A2B67A3}"/>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40" name="Rectangle 39">
            <a:hlinkClick r:id="rId7" action="ppaction://hlinksldjump"/>
            <a:extLst>
              <a:ext uri="{FF2B5EF4-FFF2-40B4-BE49-F238E27FC236}">
                <a16:creationId xmlns:a16="http://schemas.microsoft.com/office/drawing/2014/main" id="{127B65F4-AD90-4FB3-ACF9-A794D227E1BA}"/>
              </a:ext>
            </a:extLst>
          </p:cNvPr>
          <p:cNvSpPr/>
          <p:nvPr/>
        </p:nvSpPr>
        <p:spPr>
          <a:xfrm>
            <a:off x="4692834"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D92299AA-B7B2-A774-8530-1A74DFD37B1F}"/>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58F1E3AB-023B-C0F6-E9F6-CDD5492FC3F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28CE0D24-2AAA-5087-D4E2-E609449F1894}"/>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9" action="ppaction://hlinksldjump"/>
            <a:extLst>
              <a:ext uri="{FF2B5EF4-FFF2-40B4-BE49-F238E27FC236}">
                <a16:creationId xmlns:a16="http://schemas.microsoft.com/office/drawing/2014/main" id="{98A2ECA0-125C-5E47-95CC-EB2DEEA13F28}"/>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10" action="ppaction://hlinksldjump"/>
            <a:extLst>
              <a:ext uri="{FF2B5EF4-FFF2-40B4-BE49-F238E27FC236}">
                <a16:creationId xmlns:a16="http://schemas.microsoft.com/office/drawing/2014/main" id="{D765837E-F8A0-9B73-EA96-EFED9DCD282E}"/>
              </a:ext>
            </a:extLst>
          </p:cNvPr>
          <p:cNvPicPr>
            <a:picLocks noChangeAspect="1"/>
          </p:cNvPicPr>
          <p:nvPr/>
        </p:nvPicPr>
        <p:blipFill>
          <a:blip r:embed="rId11"/>
          <a:stretch>
            <a:fillRect/>
          </a:stretch>
        </p:blipFill>
        <p:spPr>
          <a:xfrm>
            <a:off x="0" y="0"/>
            <a:ext cx="211626" cy="6858000"/>
          </a:xfrm>
          <a:prstGeom prst="rect">
            <a:avLst/>
          </a:prstGeom>
        </p:spPr>
      </p:pic>
      <p:sp>
        <p:nvSpPr>
          <p:cNvPr id="8" name="Rectangle 7">
            <a:hlinkHover r:id="rId12" action="ppaction://hlinksldjump"/>
            <a:extLst>
              <a:ext uri="{FF2B5EF4-FFF2-40B4-BE49-F238E27FC236}">
                <a16:creationId xmlns:a16="http://schemas.microsoft.com/office/drawing/2014/main" id="{73AEBACD-BDC9-FEBF-4284-A7CBBC74925F}"/>
              </a:ext>
            </a:extLst>
          </p:cNvPr>
          <p:cNvSpPr/>
          <p:nvPr/>
        </p:nvSpPr>
        <p:spPr>
          <a:xfrm>
            <a:off x="679892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38489901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2759432" y="173237"/>
            <a:ext cx="667313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Purview Information Barriers</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Microsoft cloud services include powerful communication and collaboration capabilities. If, however, you want to restrict communications between two groups to avoid a conflict of interest from occurring in your organization or you want to restrict communications between certain people inside your organization to safeguard internal information, Microsoft Purview Information Barriers policies can be defined to allow or prevent communications between groups of users in Microsoft Teams.</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568984"/>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Learn about information barriers | Microsoft Learn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3211164"/>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2573135"/>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207013"/>
            <a:ext cx="11226018"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Information barrier policies can be used for situations like these: User in the day trader group should not communicate with the marketing team; finance personnel working on confidential company information should not communicate with certain groups within their organization; An internal team with trade secret material should not call or chat online with people in certain groups within their organization; A research team should only call or chat online with a product development team.</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5718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Rectangle 15">
            <a:hlinkClick r:id="rId4" action="ppaction://hlinksldjump"/>
            <a:extLst>
              <a:ext uri="{FF2B5EF4-FFF2-40B4-BE49-F238E27FC236}">
                <a16:creationId xmlns:a16="http://schemas.microsoft.com/office/drawing/2014/main" id="{EA5F1C1D-CCFE-45F1-8213-36A0499E6C4F}"/>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20" name="Rectangle 19">
            <a:hlinkClick r:id="rId5" action="ppaction://hlinksldjump"/>
            <a:extLst>
              <a:ext uri="{FF2B5EF4-FFF2-40B4-BE49-F238E27FC236}">
                <a16:creationId xmlns:a16="http://schemas.microsoft.com/office/drawing/2014/main" id="{150FBD9D-BF3A-4696-820D-085D51CEE474}"/>
              </a:ext>
            </a:extLst>
          </p:cNvPr>
          <p:cNvSpPr/>
          <p:nvPr/>
        </p:nvSpPr>
        <p:spPr>
          <a:xfrm>
            <a:off x="4690486"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sp>
        <p:nvSpPr>
          <p:cNvPr id="22" name="TextBox 21">
            <a:extLst>
              <a:ext uri="{FF2B5EF4-FFF2-40B4-BE49-F238E27FC236}">
                <a16:creationId xmlns:a16="http://schemas.microsoft.com/office/drawing/2014/main" id="{3DBE5AFF-2AA7-4746-A213-61E83F875775}"/>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3" name="TextBox 22">
            <a:extLst>
              <a:ext uri="{FF2B5EF4-FFF2-40B4-BE49-F238E27FC236}">
                <a16:creationId xmlns:a16="http://schemas.microsoft.com/office/drawing/2014/main" id="{516A6E6C-0C8D-4002-8B08-B187345FA67D}"/>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grpSp>
        <p:nvGrpSpPr>
          <p:cNvPr id="3" name="Group 2">
            <a:extLst>
              <a:ext uri="{FF2B5EF4-FFF2-40B4-BE49-F238E27FC236}">
                <a16:creationId xmlns:a16="http://schemas.microsoft.com/office/drawing/2014/main" id="{D1E04217-899C-E948-A9DE-D35C67610877}"/>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654C58B4-D200-F96A-9697-4215BBFF2B6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E7037D00-BBD9-36D9-16A3-AD67ED4C25A4}"/>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7" action="ppaction://hlinksldjump"/>
            <a:extLst>
              <a:ext uri="{FF2B5EF4-FFF2-40B4-BE49-F238E27FC236}">
                <a16:creationId xmlns:a16="http://schemas.microsoft.com/office/drawing/2014/main" id="{2F71755B-AB0F-EB73-A5B5-8B014C7C9F0E}"/>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8" action="ppaction://hlinksldjump"/>
            <a:extLst>
              <a:ext uri="{FF2B5EF4-FFF2-40B4-BE49-F238E27FC236}">
                <a16:creationId xmlns:a16="http://schemas.microsoft.com/office/drawing/2014/main" id="{ACE44ABB-C124-9582-02A2-E30E784EC7BA}"/>
              </a:ext>
            </a:extLst>
          </p:cNvPr>
          <p:cNvPicPr>
            <a:picLocks noChangeAspect="1"/>
          </p:cNvPicPr>
          <p:nvPr/>
        </p:nvPicPr>
        <p:blipFill>
          <a:blip r:embed="rId9"/>
          <a:stretch>
            <a:fillRect/>
          </a:stretch>
        </p:blipFill>
        <p:spPr>
          <a:xfrm>
            <a:off x="0" y="0"/>
            <a:ext cx="211626" cy="6858000"/>
          </a:xfrm>
          <a:prstGeom prst="rect">
            <a:avLst/>
          </a:prstGeom>
        </p:spPr>
      </p:pic>
      <p:sp>
        <p:nvSpPr>
          <p:cNvPr id="8" name="Rectangle 7">
            <a:hlinkHover r:id="rId10" action="ppaction://hlinksldjump"/>
            <a:extLst>
              <a:ext uri="{FF2B5EF4-FFF2-40B4-BE49-F238E27FC236}">
                <a16:creationId xmlns:a16="http://schemas.microsoft.com/office/drawing/2014/main" id="{41FB6D24-857D-CF3E-3647-26E2F53C8B88}"/>
              </a:ext>
            </a:extLst>
          </p:cNvPr>
          <p:cNvSpPr/>
          <p:nvPr/>
        </p:nvSpPr>
        <p:spPr>
          <a:xfrm>
            <a:off x="6794233"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158215663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389050" y="173237"/>
            <a:ext cx="94139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Threat Intelligence</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Microsoft Defender Threat Intelligence (Defender TI) is a platform that streamlines triage, incident response, threat hunting, vulnerability management, and cyber threat intelligence analyst workflows when conducting threat infrastructure analysis and gathering threat intelligence.</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014987"/>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What is Microsoft Defender Threat Intelligence (Defender TI)? - Microsoft Defender | Microsoft Learn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934166"/>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201913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2930015"/>
            <a:ext cx="11226018" cy="203132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Often, analysts must go to multiple, widely distributed repositories to obtain the critical data sets they need to assess a suspicious domain, host, or IP address. DNS data, WHOIS information, malware, and SSL certificates provide important context to indicators of compromise (IOCs), making it difficult to ensure analysts have all relevant data needed to make a proper and timely assessment of suspicious infrastructure. Defender TI aggregates and enriches critical data sources and displays data in an innovative, easy to use interface to correlate when indicators are linked to articles and vulnerabilities, infrastructure chain together IOCs</a:t>
            </a: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5718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3DBE5AFF-2AA7-4746-A213-61E83F875775}"/>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3" name="TextBox 22">
            <a:extLst>
              <a:ext uri="{FF2B5EF4-FFF2-40B4-BE49-F238E27FC236}">
                <a16:creationId xmlns:a16="http://schemas.microsoft.com/office/drawing/2014/main" id="{516A6E6C-0C8D-4002-8B08-B187345FA67D}"/>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sp>
        <p:nvSpPr>
          <p:cNvPr id="3" name="TextBox 2">
            <a:extLst>
              <a:ext uri="{FF2B5EF4-FFF2-40B4-BE49-F238E27FC236}">
                <a16:creationId xmlns:a16="http://schemas.microsoft.com/office/drawing/2014/main" id="{5C1CE1AC-C363-8220-0445-E7D78EB644DA}"/>
              </a:ext>
            </a:extLst>
          </p:cNvPr>
          <p:cNvSpPr txBox="1"/>
          <p:nvPr/>
        </p:nvSpPr>
        <p:spPr>
          <a:xfrm>
            <a:off x="482991" y="5472979"/>
            <a:ext cx="11226018"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Defender TI is available in two licenses, a free community offering and Defender TI Premium licensing. The premium license is standalone and not part of Microsoft 365 or Azure consumption licensing. Premium licences are aimed at security analysts. Please talk to your licensing providing for costs.</a:t>
            </a:r>
          </a:p>
        </p:txBody>
      </p:sp>
      <p:grpSp>
        <p:nvGrpSpPr>
          <p:cNvPr id="4" name="Group 3">
            <a:extLst>
              <a:ext uri="{FF2B5EF4-FFF2-40B4-BE49-F238E27FC236}">
                <a16:creationId xmlns:a16="http://schemas.microsoft.com/office/drawing/2014/main" id="{4C7CB09B-DAC4-646B-AE13-E9FCDC4B57AB}"/>
              </a:ext>
            </a:extLst>
          </p:cNvPr>
          <p:cNvGrpSpPr/>
          <p:nvPr/>
        </p:nvGrpSpPr>
        <p:grpSpPr>
          <a:xfrm>
            <a:off x="11331950" y="58136"/>
            <a:ext cx="754117" cy="803729"/>
            <a:chOff x="9401324" y="101482"/>
            <a:chExt cx="754117" cy="803729"/>
          </a:xfrm>
        </p:grpSpPr>
        <p:pic>
          <p:nvPicPr>
            <p:cNvPr id="5" name="Graphic 4" descr="Back with solid fill">
              <a:hlinkClick r:id="" action="ppaction://hlinkshowjump?jump=lastslideviewed"/>
              <a:extLst>
                <a:ext uri="{FF2B5EF4-FFF2-40B4-BE49-F238E27FC236}">
                  <a16:creationId xmlns:a16="http://schemas.microsoft.com/office/drawing/2014/main" id="{1E0D5E52-729B-30A1-EE1A-31C3D962F99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6" name="TextBox 5">
              <a:extLst>
                <a:ext uri="{FF2B5EF4-FFF2-40B4-BE49-F238E27FC236}">
                  <a16:creationId xmlns:a16="http://schemas.microsoft.com/office/drawing/2014/main" id="{777DDEEC-76C1-8358-FA85-63B1A9F2FC80}"/>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8" name="Picture 7">
            <a:hlinkClick r:id="rId5" action="ppaction://hlinksldjump"/>
            <a:extLst>
              <a:ext uri="{FF2B5EF4-FFF2-40B4-BE49-F238E27FC236}">
                <a16:creationId xmlns:a16="http://schemas.microsoft.com/office/drawing/2014/main" id="{46C6690E-7AA9-ACF4-852D-F986E4F22D85}"/>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397759131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389050" y="173237"/>
            <a:ext cx="94139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Azure Data Explorer (Security Data Lake)</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84665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Azure Data Explorer is a fully managed, high-performance, big data analytics platform that makes it easy to analyse high volumes of data in near real time. The Azure Data Explorer toolbox gives you an end-to-end solution for data ingestion, query, visualization, and management. By analysing structured, semi-structured, and unstructured data across time series, and by using Machine Learning, Azure Data Explorer makes it simple to extract key insights, spot patterns and trends, and create forecasting models. Azure Data Explorer is scalable, secure, robust, and enterprise-ready, and is useful for log analytics, time series analytics, IoT, and general-purpose exploratory analytics.</a:t>
            </a:r>
            <a:endParaRPr kumimoji="0" lang="en-GB" sz="16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655641"/>
            <a:ext cx="11226018" cy="8925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What is Azure Data Explorer? - Azure Data Explorer | Microsoft Learn</a:t>
            </a:r>
            <a:br>
              <a:rPr lang="en-US" sz="1600"/>
            </a:br>
            <a:r>
              <a:rPr lang="en-US" sz="1600">
                <a:hlinkClick r:id="rId4"/>
              </a:rPr>
              <a:t>Real-time analytics on data with Azure Service Bus and Azure Data Explorer - Azure Architecture Center | Microsoft Learn</a:t>
            </a:r>
            <a:endParaRPr kumimoji="0" lang="en-GB" sz="16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3541204"/>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2662630"/>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2066BFCF-49B0-4317-90BE-557402BF3E3F}"/>
              </a:ext>
            </a:extLst>
          </p:cNvPr>
          <p:cNvCxnSpPr>
            <a:cxnSpLocks/>
          </p:cNvCxnSpPr>
          <p:nvPr/>
        </p:nvCxnSpPr>
        <p:spPr>
          <a:xfrm>
            <a:off x="482991" y="6112549"/>
            <a:ext cx="5813034"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4" name="Group 3">
            <a:extLst>
              <a:ext uri="{FF2B5EF4-FFF2-40B4-BE49-F238E27FC236}">
                <a16:creationId xmlns:a16="http://schemas.microsoft.com/office/drawing/2014/main" id="{4C7CB09B-DAC4-646B-AE13-E9FCDC4B57AB}"/>
              </a:ext>
            </a:extLst>
          </p:cNvPr>
          <p:cNvGrpSpPr/>
          <p:nvPr/>
        </p:nvGrpSpPr>
        <p:grpSpPr>
          <a:xfrm>
            <a:off x="11331950" y="58136"/>
            <a:ext cx="754117" cy="803729"/>
            <a:chOff x="9401324" y="101482"/>
            <a:chExt cx="754117" cy="803729"/>
          </a:xfrm>
        </p:grpSpPr>
        <p:pic>
          <p:nvPicPr>
            <p:cNvPr id="5" name="Graphic 4" descr="Back with solid fill">
              <a:hlinkClick r:id="" action="ppaction://hlinkshowjump?jump=lastslideviewed"/>
              <a:extLst>
                <a:ext uri="{FF2B5EF4-FFF2-40B4-BE49-F238E27FC236}">
                  <a16:creationId xmlns:a16="http://schemas.microsoft.com/office/drawing/2014/main" id="{1E0D5E52-729B-30A1-EE1A-31C3D962F99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07970" y="101482"/>
              <a:ext cx="740824" cy="740824"/>
            </a:xfrm>
            <a:prstGeom prst="rect">
              <a:avLst/>
            </a:prstGeom>
          </p:spPr>
        </p:pic>
        <p:sp>
          <p:nvSpPr>
            <p:cNvPr id="6" name="TextBox 5">
              <a:extLst>
                <a:ext uri="{FF2B5EF4-FFF2-40B4-BE49-F238E27FC236}">
                  <a16:creationId xmlns:a16="http://schemas.microsoft.com/office/drawing/2014/main" id="{777DDEEC-76C1-8358-FA85-63B1A9F2FC80}"/>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12" name="Graphic 11">
            <a:extLst>
              <a:ext uri="{FF2B5EF4-FFF2-40B4-BE49-F238E27FC236}">
                <a16:creationId xmlns:a16="http://schemas.microsoft.com/office/drawing/2014/main" id="{FA39BFD2-CEE2-BC38-D266-2E823A14DEE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772275" y="3604419"/>
            <a:ext cx="5165333" cy="3152507"/>
          </a:xfrm>
          <a:prstGeom prst="rect">
            <a:avLst/>
          </a:prstGeom>
        </p:spPr>
      </p:pic>
      <p:sp>
        <p:nvSpPr>
          <p:cNvPr id="22" name="TextBox 21">
            <a:extLst>
              <a:ext uri="{FF2B5EF4-FFF2-40B4-BE49-F238E27FC236}">
                <a16:creationId xmlns:a16="http://schemas.microsoft.com/office/drawing/2014/main" id="{3DBE5AFF-2AA7-4746-A213-61E83F875775}"/>
              </a:ext>
            </a:extLst>
          </p:cNvPr>
          <p:cNvSpPr txBox="1"/>
          <p:nvPr/>
        </p:nvSpPr>
        <p:spPr>
          <a:xfrm>
            <a:off x="482991" y="6105561"/>
            <a:ext cx="628928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sp>
        <p:nvSpPr>
          <p:cNvPr id="7" name="TextBox 6">
            <a:extLst>
              <a:ext uri="{FF2B5EF4-FFF2-40B4-BE49-F238E27FC236}">
                <a16:creationId xmlns:a16="http://schemas.microsoft.com/office/drawing/2014/main" id="{53ABA9AA-5952-5A97-E3CB-BCF84D835BB9}"/>
              </a:ext>
            </a:extLst>
          </p:cNvPr>
          <p:cNvSpPr txBox="1"/>
          <p:nvPr/>
        </p:nvSpPr>
        <p:spPr>
          <a:xfrm>
            <a:off x="482990" y="3534215"/>
            <a:ext cx="5813035" cy="258532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Security logs are useful for identifying threats and tracing unauthorized attempts to access data. Security attacks can begin well before they're discovered. As a result, having access to long-term security logs is important. Querying long-term logs is critical for identifying the impact of threats and investigating the spread of illicit access attempts. This diagram outlines a solution for long-term retention of security logs. At the core of the architecture is Azure Data Explorer. This service provides storage for security data at minimal cost but keeps that data in a format that you can query</a:t>
            </a: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 name="Picture 2">
            <a:hlinkClick r:id="rId7" action="ppaction://hlinksldjump"/>
            <a:extLst>
              <a:ext uri="{FF2B5EF4-FFF2-40B4-BE49-F238E27FC236}">
                <a16:creationId xmlns:a16="http://schemas.microsoft.com/office/drawing/2014/main" id="{62B65753-A998-280C-0C9C-56C3689E7BB6}"/>
              </a:ext>
            </a:extLst>
          </p:cNvPr>
          <p:cNvPicPr>
            <a:picLocks noChangeAspect="1"/>
          </p:cNvPicPr>
          <p:nvPr/>
        </p:nvPicPr>
        <p:blipFill>
          <a:blip r:embed="rId8"/>
          <a:stretch>
            <a:fillRect/>
          </a:stretch>
        </p:blipFill>
        <p:spPr>
          <a:xfrm>
            <a:off x="0" y="0"/>
            <a:ext cx="211626" cy="6858000"/>
          </a:xfrm>
          <a:prstGeom prst="rect">
            <a:avLst/>
          </a:prstGeom>
        </p:spPr>
      </p:pic>
    </p:spTree>
    <p:extLst>
      <p:ext uri="{BB962C8B-B14F-4D97-AF65-F5344CB8AC3E}">
        <p14:creationId xmlns:p14="http://schemas.microsoft.com/office/powerpoint/2010/main" val="72529946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Network Security Groups</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You can filter network traffic to and from Azure resources in an Azure virtual network with a network security group. A network security group contains security rules that allow or deny inbound network traffic to, or outbound network traffic from, several types of Azure resources. </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291985"/>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Azure network security groups overview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157637"/>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07266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207012"/>
            <a:ext cx="11226018"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Control what resources and services have access to in an Azure Virtual Network, creating internal and external security boundaries between resources and between Virtual Networks. For example, within a single subscription create a test environment (Virtual Network) segregated from production Virtual Networks and resources. Another example would be to expose specific ports for a virtual machine to the internet, such as 443 for inbound HTTPS traffic</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1868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644394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D688F702-94EC-6503-EF83-98BCCFE3A897}"/>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0421E428-D62E-7DBD-1128-B5F6D3EEAB9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A9A03DA9-95E0-2382-11C8-6C6007C92D5B}"/>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5" action="ppaction://hlinksldjump"/>
            <a:extLst>
              <a:ext uri="{FF2B5EF4-FFF2-40B4-BE49-F238E27FC236}">
                <a16:creationId xmlns:a16="http://schemas.microsoft.com/office/drawing/2014/main" id="{BBF818A7-3763-A106-AF3F-06D7765F10D2}"/>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46326939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Azure Key Vault</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84665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Secrets Management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Azure Key Vault can be used to securely store and tightly control access to tokens, passwords, certificates, API keys, and other secrets.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Key Management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Azure Key Vault can also be used as a Key Management solution. Azure Key Vault makes it easy to create and control the encryption keys used to encrypt your data.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Certificate Management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Azure Key Vault is also a service that lets you easily provision, manage, and deploy public and private Transport Layer Security/Secure Sockets Layer (TLS/SSL) certificates for use with Azure and your internal connected resources.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Store secrets backed by Hardware Security Modules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The secrets and keys can be protected either by software or FIPS 140-2 Level 2 validated HSMs</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774168"/>
            <a:ext cx="11226018" cy="61555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Azure Key Vault documentation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721893"/>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441995"/>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494270"/>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Centralizing storage of application secrets in Azure Key Vault allows you to control their distribution. Key Vault greatly reduces the chances that secrets may be accidentally leaked. When using Key Vault, application developers no longer need to store security information in their application. Not having to store security information in applications eliminates the need to make this information part of the code. </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00761"/>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ED9392DA-A17A-4003-98B5-B43E633252FF}"/>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0D723022-A05D-D14A-02AA-17C333C2C03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79C2C195-80D2-EC07-EC4A-CC8E65DB06C8}"/>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5" action="ppaction://hlinksldjump"/>
            <a:extLst>
              <a:ext uri="{FF2B5EF4-FFF2-40B4-BE49-F238E27FC236}">
                <a16:creationId xmlns:a16="http://schemas.microsoft.com/office/drawing/2014/main" id="{23B9225E-1DB2-BE8C-4C57-CB4306E9420D}"/>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355798719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Azure Web Application Firewall</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Preventing attacks in application code is challenging. It can require rigorous maintenance, patching, and monitoring at multiple layers of the application topology. A centralized web application firewall (WAF) helps make security management much simpler. A WAF also gives application administrators better assurance of protection against threats and intrusions. A WAF solution can react to a security threat faster by centrally patching a known vulnerability, instead of securing each individual web application.</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753650"/>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Introduction to Azure Web Application Firewall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665468"/>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48816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576345"/>
            <a:ext cx="1122601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Web Application Firewall (WAF) provides centralized protection of your web applications from common exploits and vulnerabilities. Web applications are increasingly targeted by malicious attacks that exploit commonly known vulnerabilities. SQL injection and cross-site scripting are among the most common attacks.</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6485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9502DC4F-BD4B-4903-A758-9BE64D00D5CB}"/>
              </a:ext>
            </a:extLst>
          </p:cNvPr>
          <p:cNvSpPr txBox="1"/>
          <p:nvPr/>
        </p:nvSpPr>
        <p:spPr>
          <a:xfrm>
            <a:off x="482991" y="4953036"/>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CC9BFA68-553E-63F1-DFB1-772A088DE735}"/>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6E8537CE-1A94-C370-A6CB-D1F2640E26CE}"/>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57D1BE8D-465D-6444-2E04-2E923B2A16F9}"/>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5" action="ppaction://hlinksldjump"/>
            <a:extLst>
              <a:ext uri="{FF2B5EF4-FFF2-40B4-BE49-F238E27FC236}">
                <a16:creationId xmlns:a16="http://schemas.microsoft.com/office/drawing/2014/main" id="{4C7EEB7C-9C74-A044-0422-C2B6E45DC30B}"/>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94058312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Azure DDoS Protection</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Distributed denial of service (DDoS) attacks are some of the largest availability and security concerns facing customers that are moving their applications to the cloud. A DDoS attack attempts to exhaust an application's resources, making the application unavailable to legitimate users. DDoS attacks can be targeted at any endpoint that is publicly reachable through the internet. Azure DDoS protection, combined with application design best practices, provide defense against DDoS attacks. Azure DDoS protection is provided in Basic and Standard tiers.</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938315"/>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Azure DDoS Protection Overview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757801"/>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76516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945675"/>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Azure DDoS Protection can protect against Volumetric, Protocol and Resource (application) layer attacks.</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772521"/>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3573D227-7FCD-9B6B-8F0E-59B99F60695D}"/>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88648273-4EE4-5086-EEA1-DFF6D5B961D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7D0CC856-5DE9-85F8-3D6C-522003730079}"/>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5" action="ppaction://hlinksldjump"/>
            <a:extLst>
              <a:ext uri="{FF2B5EF4-FFF2-40B4-BE49-F238E27FC236}">
                <a16:creationId xmlns:a16="http://schemas.microsoft.com/office/drawing/2014/main" id="{FAF5A49D-710B-EFD8-247D-0A88A040E700}"/>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62519447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Azure Front Door</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30832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Azure Front Door enables you to define, manage, and monitor the global routing for your web traffic by optimizing for best performance and instant global failover for high availability. With Front Door, you can transform your global (multi-region) consumer and enterprise applications into robust, high-performance personalized modern applications, APIs, and content that reaches a global audience with Azure. Front Door works at Layer 7 or HTTP/HTTPS layer and uses anycast protocol with split TCP and Microsoft's global network for improving global connectivity. So, per your routing method selection in the configuration, you can ensure that Front Door is routing your client requests to the fastest and most available application backend. </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3122981"/>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Azure Front Door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3127133"/>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765161"/>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761009"/>
            <a:ext cx="1122601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Front Door provides a range of </a:t>
            </a:r>
            <a:r>
              <a:rPr kumimoji="0" lang="en-US" sz="1800" b="0" i="0" u="sng" strike="noStrike" kern="1200" cap="none" spc="0" normalizeH="0" baseline="0" noProof="0">
                <a:ln>
                  <a:noFill/>
                </a:ln>
                <a:solidFill>
                  <a:prstClr val="black"/>
                </a:solidFill>
                <a:effectLst/>
                <a:uLnTx/>
                <a:uFillTx/>
                <a:latin typeface="Calibri" panose="020F0502020204030204"/>
                <a:ea typeface="+mn-ea"/>
                <a:cs typeface="+mn-cs"/>
                <a:hlinkClick r:id="rId4"/>
              </a:rPr>
              <a:t>traffic-routing methods</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and </a:t>
            </a:r>
            <a:r>
              <a:rPr kumimoji="0" lang="en-US" sz="1800" b="0" i="0" u="sng" strike="noStrike" kern="1200" cap="none" spc="0" normalizeH="0" baseline="0" noProof="0">
                <a:ln>
                  <a:noFill/>
                </a:ln>
                <a:solidFill>
                  <a:prstClr val="black"/>
                </a:solidFill>
                <a:effectLst/>
                <a:uLnTx/>
                <a:uFillTx/>
                <a:latin typeface="Calibri" panose="020F0502020204030204"/>
                <a:ea typeface="+mn-ea"/>
                <a:cs typeface="+mn-cs"/>
                <a:hlinkClick r:id="rId5"/>
              </a:rPr>
              <a:t>backend health monitoring options</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to suit different application needs and automatic failover models. Similar to </a:t>
            </a:r>
            <a:r>
              <a:rPr kumimoji="0" lang="en-US" sz="1800" b="0" i="0" u="sng" strike="noStrike" kern="1200" cap="none" spc="0" normalizeH="0" baseline="0" noProof="0">
                <a:ln>
                  <a:noFill/>
                </a:ln>
                <a:solidFill>
                  <a:prstClr val="black"/>
                </a:solidFill>
                <a:effectLst/>
                <a:uLnTx/>
                <a:uFillTx/>
                <a:latin typeface="Calibri" panose="020F0502020204030204"/>
                <a:ea typeface="+mn-ea"/>
                <a:cs typeface="+mn-cs"/>
                <a:hlinkClick r:id="rId6"/>
              </a:rPr>
              <a:t>Traffic Manager</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Front Door is resilient to failures, including the failure of an entire Azure region.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5718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35CBA17A-9D6F-EFB3-2007-8669E59B5754}"/>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A9B2F2F2-0D6B-44A6-8C9E-0E6AA45588D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4573F938-A050-E028-AF2F-48F801A03E76}"/>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8" action="ppaction://hlinksldjump"/>
            <a:extLst>
              <a:ext uri="{FF2B5EF4-FFF2-40B4-BE49-F238E27FC236}">
                <a16:creationId xmlns:a16="http://schemas.microsoft.com/office/drawing/2014/main" id="{3D94CF67-92F6-025E-D568-791004FCEEE5}"/>
              </a:ext>
            </a:extLst>
          </p:cNvPr>
          <p:cNvPicPr>
            <a:picLocks noChangeAspect="1"/>
          </p:cNvPicPr>
          <p:nvPr/>
        </p:nvPicPr>
        <p:blipFill>
          <a:blip r:embed="rId9"/>
          <a:stretch>
            <a:fillRect/>
          </a:stretch>
        </p:blipFill>
        <p:spPr>
          <a:xfrm>
            <a:off x="0" y="0"/>
            <a:ext cx="211626" cy="6858000"/>
          </a:xfrm>
          <a:prstGeom prst="rect">
            <a:avLst/>
          </a:prstGeom>
        </p:spPr>
      </p:pic>
    </p:spTree>
    <p:extLst>
      <p:ext uri="{BB962C8B-B14F-4D97-AF65-F5344CB8AC3E}">
        <p14:creationId xmlns:p14="http://schemas.microsoft.com/office/powerpoint/2010/main" val="12804925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Azure Confidential Computing</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The Confidential Computing Consortium (CCC) defines confidential computing as: The protection of data in use by performing computations in a hardware-based Trusted Execution Environment (TEE). A TEE is an environment that enforces execution of only authorized code. Any data in the TEE can't be read or tampered with by any code outside that environment. The confidential computing threat model aims at removing or reducing the ability for a cloud provider operator and other actors in the tenant's domain to access code and data while being executed.</a:t>
            </a: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568984"/>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Azure confidential computing Overview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573135"/>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21116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207013"/>
            <a:ext cx="6691060"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When used with data encryption at rest and in transit, confidential computing eliminates the single largest barrier of encryption - encryption while in use - by protecting sensitive or highly regulated data sets and application workloads in a secure public cloud platform. Confidential computing extends beyond generic data protection.</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5718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pic>
        <p:nvPicPr>
          <p:cNvPr id="2050" name="Picture 2" descr="Graphic of three states of data protection, with confidential computing's data in use highlighted.">
            <a:extLst>
              <a:ext uri="{FF2B5EF4-FFF2-40B4-BE49-F238E27FC236}">
                <a16:creationId xmlns:a16="http://schemas.microsoft.com/office/drawing/2014/main" id="{616B603E-A0E2-4983-94EF-242A2809509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19544" y="3350319"/>
            <a:ext cx="4189465" cy="1484314"/>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
            <a:extLst>
              <a:ext uri="{FF2B5EF4-FFF2-40B4-BE49-F238E27FC236}">
                <a16:creationId xmlns:a16="http://schemas.microsoft.com/office/drawing/2014/main" id="{8162F634-F622-C5B3-6EE1-4C84409509E5}"/>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B90DD856-8D09-721F-BF6A-7DD68F878F2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EDFC43A3-219F-DAA1-6303-C477B33B699F}"/>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6" action="ppaction://hlinksldjump"/>
            <a:extLst>
              <a:ext uri="{FF2B5EF4-FFF2-40B4-BE49-F238E27FC236}">
                <a16:creationId xmlns:a16="http://schemas.microsoft.com/office/drawing/2014/main" id="{4A41B8CB-F734-5F90-6B18-008BE0003A1D}"/>
              </a:ext>
            </a:extLst>
          </p:cNvPr>
          <p:cNvPicPr>
            <a:picLocks noChangeAspect="1"/>
          </p:cNvPicPr>
          <p:nvPr/>
        </p:nvPicPr>
        <p:blipFill>
          <a:blip r:embed="rId7"/>
          <a:stretch>
            <a:fillRect/>
          </a:stretch>
        </p:blipFill>
        <p:spPr>
          <a:xfrm>
            <a:off x="0" y="0"/>
            <a:ext cx="211626" cy="6858000"/>
          </a:xfrm>
          <a:prstGeom prst="rect">
            <a:avLst/>
          </a:prstGeom>
        </p:spPr>
      </p:pic>
    </p:spTree>
    <p:extLst>
      <p:ext uri="{BB962C8B-B14F-4D97-AF65-F5344CB8AC3E}">
        <p14:creationId xmlns:p14="http://schemas.microsoft.com/office/powerpoint/2010/main" val="16947872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Azure Bastion</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8140668" cy="22006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700" b="0" i="0" u="none" strike="noStrike" kern="1200" cap="none" spc="0" normalizeH="0" baseline="0" noProof="0">
                <a:ln>
                  <a:noFill/>
                </a:ln>
                <a:solidFill>
                  <a:prstClr val="black"/>
                </a:solidFill>
                <a:effectLst/>
                <a:uLnTx/>
                <a:uFillTx/>
                <a:latin typeface="Calibri" panose="020F0502020204030204"/>
                <a:ea typeface="+mn-ea"/>
                <a:cs typeface="+mn-cs"/>
              </a:rPr>
              <a:t>Azure Bastion is a service you deploy that lets you connect to a virtual machine using your browser and the Azure portal, or via the native SSH or RDP client already installed on your local computer. The Azure Bastion service is a fully platform-managed PaaS service that you provision inside your virtual network. It provides secure and seamless RDP/SSH connectivity to your virtual machines directly from the Azure portal over TLS. When you connect via Azure Bastion, your virtual machines don't need a public IP address, agent, or special client software.</a:t>
            </a:r>
            <a:endParaRPr kumimoji="0" lang="en-US" sz="17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3076814"/>
            <a:ext cx="11226018" cy="61555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About Azure Bastion | Microsoft Learn</a:t>
            </a:r>
            <a:endParaRPr kumimoji="0" lang="en-GB" sz="17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3050188"/>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749771"/>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776397"/>
            <a:ext cx="11226018" cy="115416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700" b="0" i="0" u="none" strike="noStrike" kern="1200" cap="none" spc="0" normalizeH="0" baseline="0" noProof="0">
                <a:ln>
                  <a:noFill/>
                </a:ln>
                <a:solidFill>
                  <a:prstClr val="black"/>
                </a:solidFill>
                <a:effectLst/>
                <a:uLnTx/>
                <a:uFillTx/>
                <a:latin typeface="Calibri" panose="020F0502020204030204"/>
                <a:ea typeface="+mn-ea"/>
                <a:cs typeface="+mn-cs"/>
              </a:rPr>
              <a:t>Azure Bastion is a fully managed platform PaaS service from Azure that is hardened internally to provide you secure RDP/SSH connectivity to all of the VMs in the virtual network in which it is provisioned. Using Azure Bastion protects your virtual machines from exposing RDP/SSH ports to the outside world, while still providing secure access using RDP/SSH.</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5718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pic>
        <p:nvPicPr>
          <p:cNvPr id="1026" name="Picture 2" descr="Diagram showing Azure Bastion architecture.">
            <a:extLst>
              <a:ext uri="{FF2B5EF4-FFF2-40B4-BE49-F238E27FC236}">
                <a16:creationId xmlns:a16="http://schemas.microsoft.com/office/drawing/2014/main" id="{942C0D81-378E-ED0C-0C41-D9529D01AF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23659" y="883969"/>
            <a:ext cx="3177057" cy="2114543"/>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
            <a:extLst>
              <a:ext uri="{FF2B5EF4-FFF2-40B4-BE49-F238E27FC236}">
                <a16:creationId xmlns:a16="http://schemas.microsoft.com/office/drawing/2014/main" id="{45DA0BC0-2176-583B-9F4B-F61E7F187E89}"/>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E0C98B71-D526-6A1C-AADE-C08DFD3CA7C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151AC642-312E-D449-1996-762645A7A6ED}"/>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6" action="ppaction://hlinksldjump"/>
            <a:extLst>
              <a:ext uri="{FF2B5EF4-FFF2-40B4-BE49-F238E27FC236}">
                <a16:creationId xmlns:a16="http://schemas.microsoft.com/office/drawing/2014/main" id="{F2965570-0CD0-2E74-C5B2-0256BF9AC43A}"/>
              </a:ext>
            </a:extLst>
          </p:cNvPr>
          <p:cNvPicPr>
            <a:picLocks noChangeAspect="1"/>
          </p:cNvPicPr>
          <p:nvPr/>
        </p:nvPicPr>
        <p:blipFill>
          <a:blip r:embed="rId7"/>
          <a:stretch>
            <a:fillRect/>
          </a:stretch>
        </p:blipFill>
        <p:spPr>
          <a:xfrm>
            <a:off x="0" y="0"/>
            <a:ext cx="211626" cy="6858000"/>
          </a:xfrm>
          <a:prstGeom prst="rect">
            <a:avLst/>
          </a:prstGeom>
        </p:spPr>
      </p:pic>
    </p:spTree>
    <p:extLst>
      <p:ext uri="{BB962C8B-B14F-4D97-AF65-F5344CB8AC3E}">
        <p14:creationId xmlns:p14="http://schemas.microsoft.com/office/powerpoint/2010/main" val="209229177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Sentinel</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Sentinel is a scalable, cloud-native,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security information event management (SIEM)</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and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security orchestration automated response (SOAR)</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solution. Microsoft Sentinel delivers intelligent security analytics and threat intelligence across the enterprise, providing a single solution for alert detection, threat visibility, proactive hunting, and threat response. Microsoft Sentinel is your birds-eye view across the enterprise alleviating the stress of increasingly sophisticated attacks, increasing volumes of alerts, and long resolution timeframes. </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507428"/>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What is Microsoft Sentinel? | Microsoft Learn</a:t>
            </a:r>
            <a:br>
              <a:rPr lang="en-US"/>
            </a:br>
            <a:r>
              <a:rPr lang="en-US" err="1">
                <a:hlinkClick r:id="rId4"/>
              </a:rPr>
              <a:t>Quickstart</a:t>
            </a:r>
            <a:r>
              <a:rPr lang="en-US">
                <a:hlinkClick r:id="rId4"/>
              </a:rPr>
              <a:t>: Onboard to Microsoft Sentinel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465413"/>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47277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514788"/>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Collect data at cloud scale</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across all users, devices, applications, and infrastructure, both on-premises and in multiple clouds;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Detect previously undetected threats</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and minimize false positives using Microsoft's analytics and unparalleled threat intelligence;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Investigate threats with artificial intelligence</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and hunt for suspicious activities at scale, tapping into years of cyber security work at Microsoft;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Respond to incidents rapidly</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with built-in orchestration and automation of common tasks.</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11021"/>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9" name="TextBox 28">
            <a:extLst>
              <a:ext uri="{FF2B5EF4-FFF2-40B4-BE49-F238E27FC236}">
                <a16:creationId xmlns:a16="http://schemas.microsoft.com/office/drawing/2014/main" id="{FFB54EE0-FC48-4C21-B905-09D3AFC29C07}"/>
              </a:ext>
            </a:extLst>
          </p:cNvPr>
          <p:cNvSpPr txBox="1"/>
          <p:nvPr/>
        </p:nvSpPr>
        <p:spPr>
          <a:xfrm>
            <a:off x="4937102" y="5364382"/>
            <a:ext cx="684706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prstClr val="black"/>
                </a:solidFill>
                <a:effectLst/>
                <a:uLnTx/>
                <a:uFillTx/>
                <a:latin typeface="Calibri" panose="020F0502020204030204"/>
                <a:ea typeface="+mn-ea"/>
                <a:cs typeface="+mn-cs"/>
              </a:rPr>
              <a:t>*These SKUs have been marked as Microsoft Sentinel can feed from MDCA, MDE, MDI and MDO with reduced ingestion costs of Alerts and Incidents. Microsoft Sentinel requires an Azure Log Analytics workspace, for which an Azure Subscription will be required.</a:t>
            </a:r>
          </a:p>
        </p:txBody>
      </p:sp>
      <p:sp>
        <p:nvSpPr>
          <p:cNvPr id="40" name="Rectangle 39">
            <a:hlinkClick r:id="rId5" action="ppaction://hlinksldjump"/>
            <a:extLst>
              <a:ext uri="{FF2B5EF4-FFF2-40B4-BE49-F238E27FC236}">
                <a16:creationId xmlns:a16="http://schemas.microsoft.com/office/drawing/2014/main" id="{127B65F4-AD90-4FB3-ACF9-A794D227E1BA}"/>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E5</a:t>
            </a:r>
          </a:p>
        </p:txBody>
      </p:sp>
      <p:grpSp>
        <p:nvGrpSpPr>
          <p:cNvPr id="3" name="Group 2">
            <a:extLst>
              <a:ext uri="{FF2B5EF4-FFF2-40B4-BE49-F238E27FC236}">
                <a16:creationId xmlns:a16="http://schemas.microsoft.com/office/drawing/2014/main" id="{EC812638-29AA-9090-52C1-FA6E5728E544}"/>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E1522CE5-4652-EB93-1502-0DE9FA199A9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A9BF4016-E7C9-EA8F-8638-39D03C071186}"/>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6" name="Rectangle 5">
            <a:hlinkClick r:id="rId7" action="ppaction://hlinksldjump"/>
            <a:extLst>
              <a:ext uri="{FF2B5EF4-FFF2-40B4-BE49-F238E27FC236}">
                <a16:creationId xmlns:a16="http://schemas.microsoft.com/office/drawing/2014/main" id="{F3850756-2A4F-0AF8-6D37-04B6D2874006}"/>
              </a:ext>
            </a:extLst>
          </p:cNvPr>
          <p:cNvSpPr/>
          <p:nvPr/>
        </p:nvSpPr>
        <p:spPr>
          <a:xfrm>
            <a:off x="482991" y="5437410"/>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Defender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pic>
        <p:nvPicPr>
          <p:cNvPr id="7" name="Picture 6">
            <a:hlinkClick r:id="rId8" action="ppaction://hlinksldjump"/>
            <a:extLst>
              <a:ext uri="{FF2B5EF4-FFF2-40B4-BE49-F238E27FC236}">
                <a16:creationId xmlns:a16="http://schemas.microsoft.com/office/drawing/2014/main" id="{003B299F-CE19-9AD5-9B46-2760EDE43D51}"/>
              </a:ext>
            </a:extLst>
          </p:cNvPr>
          <p:cNvPicPr>
            <a:picLocks noChangeAspect="1"/>
          </p:cNvPicPr>
          <p:nvPr/>
        </p:nvPicPr>
        <p:blipFill>
          <a:blip r:embed="rId9"/>
          <a:stretch>
            <a:fillRect/>
          </a:stretch>
        </p:blipFill>
        <p:spPr>
          <a:xfrm>
            <a:off x="0" y="0"/>
            <a:ext cx="211626" cy="6858000"/>
          </a:xfrm>
          <a:prstGeom prst="rect">
            <a:avLst/>
          </a:prstGeom>
        </p:spPr>
      </p:pic>
      <p:sp>
        <p:nvSpPr>
          <p:cNvPr id="8" name="Rectangle 7">
            <a:hlinkHover r:id="rId10" action="ppaction://hlinksldjump"/>
            <a:extLst>
              <a:ext uri="{FF2B5EF4-FFF2-40B4-BE49-F238E27FC236}">
                <a16:creationId xmlns:a16="http://schemas.microsoft.com/office/drawing/2014/main" id="{8396B1C6-F439-B118-9490-47861102D5E5}"/>
              </a:ext>
            </a:extLst>
          </p:cNvPr>
          <p:cNvSpPr/>
          <p:nvPr/>
        </p:nvSpPr>
        <p:spPr>
          <a:xfrm>
            <a:off x="2578815" y="5934312"/>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66198984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for Cloud</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Microsoft Defender for Cloud is a Cloud Security Posture Management (CSPM) and Cloud Workload Protection Platform (CWPP) for all of your Azure, on-premises, and multicloud (Amazon AWS and Google GCP) resources. Defender for Cloud fills three vital needs as you manage the security of your resources and workloads in the cloud and on-premises</a:t>
            </a: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039608"/>
            <a:ext cx="1122601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What is Microsoft Defender for Cloud? - Microsoft Defender for Cloud | Microsoft Learn</a:t>
            </a:r>
            <a:endParaRPr lang="en-US" sz="1600"/>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1985282"/>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2924931"/>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2979257"/>
            <a:ext cx="11226018" cy="184665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Defender for Cloud addresses the three most urgent security challenges: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Rapidly changing workloads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–End users are empowered to do more; how do you make sure that the ever-changing services people are using and creating are up to your security standards and follow security best practices?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Increasingly sophisticated attacks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Attacks keep getting more sophisticated.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Security skills are in short supply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The number of security alerts and alerting systems far outnumbers the number of administrators with the necessary background and experience to make sure your environments are protected. Staying up-to-date with the latest attacks is a constant challenge, making it impossible to stay in place while the world of security is an ever-changing front.</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8024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sp>
        <p:nvSpPr>
          <p:cNvPr id="3" name="TextBox 2">
            <a:extLst>
              <a:ext uri="{FF2B5EF4-FFF2-40B4-BE49-F238E27FC236}">
                <a16:creationId xmlns:a16="http://schemas.microsoft.com/office/drawing/2014/main" id="{D8FE478B-51F1-C24F-F593-1F4A9832A87E}"/>
              </a:ext>
            </a:extLst>
          </p:cNvPr>
          <p:cNvSpPr txBox="1"/>
          <p:nvPr/>
        </p:nvSpPr>
        <p:spPr>
          <a:xfrm>
            <a:off x="482991" y="5395160"/>
            <a:ext cx="5994591" cy="107721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Please note: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For workloads outside of Azure, including AWS, GCP and On-premises, Azure Arc will be required. The use of Azure Arc for Microsoft Defender for Cloud only is provided at no additional costs</a:t>
            </a:r>
            <a:endParaRPr kumimoji="0" lang="en-US"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B077E435-A8E9-00A4-07FD-A34CBE1F8CCD}"/>
              </a:ext>
            </a:extLst>
          </p:cNvPr>
          <p:cNvGrpSpPr/>
          <p:nvPr/>
        </p:nvGrpSpPr>
        <p:grpSpPr>
          <a:xfrm>
            <a:off x="11331950" y="58136"/>
            <a:ext cx="754117" cy="803729"/>
            <a:chOff x="9401324" y="101482"/>
            <a:chExt cx="754117" cy="803729"/>
          </a:xfrm>
        </p:grpSpPr>
        <p:pic>
          <p:nvPicPr>
            <p:cNvPr id="5" name="Graphic 4" descr="Back with solid fill">
              <a:hlinkClick r:id="" action="ppaction://hlinkshowjump?jump=lastslideviewed"/>
              <a:extLst>
                <a:ext uri="{FF2B5EF4-FFF2-40B4-BE49-F238E27FC236}">
                  <a16:creationId xmlns:a16="http://schemas.microsoft.com/office/drawing/2014/main" id="{57162D7A-E9B9-092B-AA1B-3DDEC64AD23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6" name="TextBox 5">
              <a:extLst>
                <a:ext uri="{FF2B5EF4-FFF2-40B4-BE49-F238E27FC236}">
                  <a16:creationId xmlns:a16="http://schemas.microsoft.com/office/drawing/2014/main" id="{2DC66CBF-DF9C-03F8-9A76-684D2AEF46E8}"/>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1026" name="Picture 2" descr="Diagram that shows the core functionality of Microsoft Defender for Cloud.">
            <a:extLst>
              <a:ext uri="{FF2B5EF4-FFF2-40B4-BE49-F238E27FC236}">
                <a16:creationId xmlns:a16="http://schemas.microsoft.com/office/drawing/2014/main" id="{2FD0670C-8E51-B9FE-8B4F-2C8161EB8A0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19503" y="4953036"/>
            <a:ext cx="4751380" cy="1763561"/>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a:hlinkClick r:id="rId6" action="ppaction://hlinksldjump"/>
            <a:extLst>
              <a:ext uri="{FF2B5EF4-FFF2-40B4-BE49-F238E27FC236}">
                <a16:creationId xmlns:a16="http://schemas.microsoft.com/office/drawing/2014/main" id="{3851D58B-2E2E-4E90-14DC-5643EC738C03}"/>
              </a:ext>
            </a:extLst>
          </p:cNvPr>
          <p:cNvPicPr>
            <a:picLocks noChangeAspect="1"/>
          </p:cNvPicPr>
          <p:nvPr/>
        </p:nvPicPr>
        <p:blipFill>
          <a:blip r:embed="rId7"/>
          <a:stretch>
            <a:fillRect/>
          </a:stretch>
        </p:blipFill>
        <p:spPr>
          <a:xfrm>
            <a:off x="0" y="0"/>
            <a:ext cx="211626" cy="6858000"/>
          </a:xfrm>
          <a:prstGeom prst="rect">
            <a:avLst/>
          </a:prstGeom>
        </p:spPr>
      </p:pic>
    </p:spTree>
    <p:extLst>
      <p:ext uri="{BB962C8B-B14F-4D97-AF65-F5344CB8AC3E}">
        <p14:creationId xmlns:p14="http://schemas.microsoft.com/office/powerpoint/2010/main" val="83413953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BF8F455D-CC30-6FDC-F8B8-BA75E76AA652}"/>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D0F9FD74-8573-49E7-161E-0EED3B6527CC}"/>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0078D7"/>
                </a:solidFill>
                <a:effectLst/>
                <a:uLnTx/>
                <a:uFillTx/>
                <a:latin typeface="Century Gothic" panose="020B0502020202020204" pitchFamily="34" charset="0"/>
                <a:ea typeface="+mn-ea"/>
                <a:cs typeface="+mn-cs"/>
              </a:rPr>
              <a:t>Defender for Servers (P1 and P2)</a:t>
            </a:r>
            <a:endParaRPr kumimoji="0" lang="en-GB" sz="2800" b="0" i="1" u="none" strike="noStrike" kern="1200" cap="none" spc="0" normalizeH="0" baseline="0" noProof="0" dirty="0">
              <a:ln>
                <a:noFill/>
              </a:ln>
              <a:solidFill>
                <a:srgbClr val="0078D7"/>
              </a:solidFill>
              <a:effectLst/>
              <a:uLnTx/>
              <a:uFillTx/>
              <a:latin typeface="Century Gothic" panose="020B0502020202020204" pitchFamily="34" charset="0"/>
              <a:ea typeface="+mn-ea"/>
              <a:cs typeface="+mn-cs"/>
            </a:endParaRPr>
          </a:p>
        </p:txBody>
      </p:sp>
      <p:sp>
        <p:nvSpPr>
          <p:cNvPr id="2" name="TextBox 1">
            <a:extLst>
              <a:ext uri="{FF2B5EF4-FFF2-40B4-BE49-F238E27FC236}">
                <a16:creationId xmlns:a16="http://schemas.microsoft.com/office/drawing/2014/main" id="{54DD0DE0-61EF-B436-69EE-8195D75C4EFB}"/>
              </a:ext>
            </a:extLst>
          </p:cNvPr>
          <p:cNvSpPr txBox="1"/>
          <p:nvPr/>
        </p:nvSpPr>
        <p:spPr>
          <a:xfrm>
            <a:off x="482991" y="822960"/>
            <a:ext cx="11226018" cy="252376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dirty="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i="0" dirty="0">
                <a:solidFill>
                  <a:srgbClr val="161616"/>
                </a:solidFill>
                <a:effectLst/>
                <a:latin typeface="Segoe UI" panose="020B0502040204020203" pitchFamily="34" charset="0"/>
              </a:rPr>
              <a:t>The Defender for Servers plan in </a:t>
            </a:r>
            <a:r>
              <a:rPr lang="en-US" sz="1400" b="0" i="0" u="none" strike="noStrike" dirty="0">
                <a:effectLst/>
                <a:latin typeface="Segoe UI" panose="020B0502040204020203" pitchFamily="34" charset="0"/>
                <a:hlinkClick r:id="rId3"/>
              </a:rPr>
              <a:t>Microsoft Defender for Cloud</a:t>
            </a:r>
            <a:r>
              <a:rPr lang="en-US" sz="1400" b="0" i="0" dirty="0">
                <a:solidFill>
                  <a:srgbClr val="161616"/>
                </a:solidFill>
                <a:effectLst/>
                <a:latin typeface="Segoe UI" panose="020B0502040204020203" pitchFamily="34" charset="0"/>
              </a:rPr>
              <a:t> reduces security risk and exposure for machines in your organization by providing actionable recommendations to improve and remediate security posture. Defender for Servers also helps to protect machines against real-time security threats and attacks.</a:t>
            </a:r>
            <a:br>
              <a:rPr lang="en-US" b="0" i="0" dirty="0">
                <a:solidFill>
                  <a:srgbClr val="161616"/>
                </a:solidFill>
                <a:effectLst/>
                <a:latin typeface="Segoe UI" panose="020B0502040204020203" pitchFamily="34" charset="0"/>
              </a:rPr>
            </a:br>
            <a:r>
              <a:rPr lang="en-US" sz="1400" b="0" i="0" dirty="0">
                <a:solidFill>
                  <a:srgbClr val="161616"/>
                </a:solidFill>
                <a:effectLst/>
                <a:latin typeface="Segoe UI" panose="020B0502040204020203" pitchFamily="34" charset="0"/>
              </a:rPr>
              <a:t>Defender for Servers Plan 1 is entry-level and focuses on the endpoint detection and response (EDR) capabilities provided by the Defender for Endpoint integration with Defender for Cloud.</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i="0" dirty="0">
                <a:solidFill>
                  <a:srgbClr val="161616"/>
                </a:solidFill>
                <a:effectLst/>
                <a:latin typeface="Segoe UI" panose="020B0502040204020203" pitchFamily="34" charset="0"/>
              </a:rPr>
              <a:t>Defender for Servers Plan 2 provides the same features as Plan 1, and more:</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i="0" dirty="0">
                <a:solidFill>
                  <a:srgbClr val="161616"/>
                </a:solidFill>
                <a:effectLst/>
                <a:latin typeface="Segoe UI" panose="020B0502040204020203" pitchFamily="34" charset="0"/>
              </a:rPr>
              <a:t>Agentless scanning; Compliance assessment against various regulatory standards; Capabilities provided by premium Microsoft Defender Vulnerability Management; A free data ingestion benefit for specific data types; OS configuration assessment against compute security baselines; OS updates assessment; File integrity monitoring to examine files and registries; Just-in-time machine access;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i="0" dirty="0">
                <a:solidFill>
                  <a:srgbClr val="161616"/>
                </a:solidFill>
                <a:effectLst/>
                <a:latin typeface="Segoe UI" panose="020B0502040204020203" pitchFamily="34" charset="0"/>
              </a:rPr>
              <a:t>Network map. For a full list, review </a:t>
            </a:r>
            <a:r>
              <a:rPr lang="en-US" sz="1400" b="0" i="0" dirty="0">
                <a:solidFill>
                  <a:srgbClr val="161616"/>
                </a:solidFill>
                <a:effectLst/>
                <a:latin typeface="Segoe UI" panose="020B0502040204020203" pitchFamily="34" charset="0"/>
                <a:hlinkClick r:id="rId4"/>
              </a:rPr>
              <a:t>Defender for Servers plan features</a:t>
            </a:r>
            <a:r>
              <a:rPr lang="en-US" sz="1400" b="0" i="0" dirty="0">
                <a:solidFill>
                  <a:srgbClr val="161616"/>
                </a:solidFill>
                <a:effectLst/>
                <a:latin typeface="Segoe UI" panose="020B0502040204020203" pitchFamily="34" charset="0"/>
              </a:rPr>
              <a:t>.</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0E13CEAD-D5F6-0F35-3876-3CEE356F2E06}"/>
              </a:ext>
            </a:extLst>
          </p:cNvPr>
          <p:cNvSpPr txBox="1"/>
          <p:nvPr/>
        </p:nvSpPr>
        <p:spPr>
          <a:xfrm>
            <a:off x="482991" y="3453499"/>
            <a:ext cx="11226018" cy="63094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5"/>
              </a:rPr>
              <a:t>Overview of Defender for Servers in Microsoft Defender for Cloud - Microsoft Defender for Cloud | Microsoft Learn</a:t>
            </a:r>
            <a:endParaRPr kumimoji="0" lang="en-GB" sz="17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7B68CFF1-7395-8F7D-E717-D093E5F73A28}"/>
              </a:ext>
            </a:extLst>
          </p:cNvPr>
          <p:cNvCxnSpPr/>
          <p:nvPr/>
        </p:nvCxnSpPr>
        <p:spPr>
          <a:xfrm>
            <a:off x="482991" y="3525455"/>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79D1CEA9-128B-013E-37FF-33B56EABCC6C}"/>
              </a:ext>
            </a:extLst>
          </p:cNvPr>
          <p:cNvCxnSpPr/>
          <p:nvPr/>
        </p:nvCxnSpPr>
        <p:spPr>
          <a:xfrm>
            <a:off x="482991" y="406182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3696E707-E79C-DD16-D6A4-19E81BF1E13A}"/>
              </a:ext>
            </a:extLst>
          </p:cNvPr>
          <p:cNvSpPr txBox="1"/>
          <p:nvPr/>
        </p:nvSpPr>
        <p:spPr>
          <a:xfrm>
            <a:off x="482991" y="4307974"/>
            <a:ext cx="11226018" cy="115416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700" b="0" i="0" u="none" strike="noStrike" kern="1200" cap="none" spc="0" normalizeH="0" baseline="0" noProof="0">
                <a:ln>
                  <a:noFill/>
                </a:ln>
                <a:solidFill>
                  <a:prstClr val="black"/>
                </a:solidFill>
                <a:effectLst/>
                <a:uLnTx/>
                <a:uFillTx/>
                <a:latin typeface="Calibri" panose="020F0502020204030204"/>
                <a:ea typeface="+mn-ea"/>
                <a:cs typeface="+mn-cs"/>
              </a:rPr>
              <a:t>Protect multicloud and on-premises machines; Centralize management and reporting, Integrate with Defender services;</a:t>
            </a:r>
            <a:r>
              <a:rPr kumimoji="0" lang="en-US" sz="1700" b="0" i="0" u="none" strike="noStrike" kern="1200" cap="none" spc="0" normalizeH="0" baseline="0" noProof="0">
                <a:ln>
                  <a:noFill/>
                </a:ln>
                <a:solidFill>
                  <a:prstClr val="black"/>
                </a:solidFill>
                <a:effectLst/>
                <a:uLnTx/>
                <a:uFillTx/>
                <a:latin typeface="Calibri" panose="020F0502020204030204"/>
                <a:ea typeface="+mn-ea"/>
                <a:cs typeface="+mn-cs"/>
              </a:rPr>
              <a:t> Improve posture and reduce risk; Benefit from agentless scanning (P2 required); Protect against threats in near real-time; Get intelligent threat detection</a:t>
            </a:r>
            <a:r>
              <a:rPr kumimoji="0" lang="en-GB" sz="1700" b="0" i="0" u="none" strike="noStrike" kern="1200" cap="none" spc="0" normalizeH="0" baseline="0" noProof="0">
                <a:ln>
                  <a:noFill/>
                </a:ln>
                <a:solidFill>
                  <a:prstClr val="black"/>
                </a:solidFill>
                <a:effectLst/>
                <a:uLnTx/>
                <a:uFillTx/>
                <a:latin typeface="Calibri" panose="020F0502020204030204"/>
                <a:ea typeface="+mn-ea"/>
                <a:cs typeface="+mn-cs"/>
              </a:rPr>
              <a:t> </a:t>
            </a:r>
          </a:p>
        </p:txBody>
      </p:sp>
      <p:cxnSp>
        <p:nvCxnSpPr>
          <p:cNvPr id="68" name="Straight Connector 67">
            <a:extLst>
              <a:ext uri="{FF2B5EF4-FFF2-40B4-BE49-F238E27FC236}">
                <a16:creationId xmlns:a16="http://schemas.microsoft.com/office/drawing/2014/main" id="{86C1F629-5101-394C-1BFC-1FB2FAD359B6}"/>
              </a:ext>
            </a:extLst>
          </p:cNvPr>
          <p:cNvCxnSpPr/>
          <p:nvPr/>
        </p:nvCxnSpPr>
        <p:spPr>
          <a:xfrm>
            <a:off x="482991" y="569397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AAE97978-5D79-38D6-C601-2705987E2EA5}"/>
              </a:ext>
            </a:extLst>
          </p:cNvPr>
          <p:cNvSpPr txBox="1"/>
          <p:nvPr/>
        </p:nvSpPr>
        <p:spPr>
          <a:xfrm>
            <a:off x="482991" y="5689819"/>
            <a:ext cx="11271779" cy="1323439"/>
          </a:xfrm>
          <a:prstGeom prst="rect">
            <a:avLst/>
          </a:prstGeom>
          <a:noFill/>
        </p:spPr>
        <p:txBody>
          <a:bodyPr wrap="square" rtlCol="0">
            <a:spAutoFit/>
          </a:bodyPr>
          <a:lstStyle/>
          <a:p>
            <a:pPr>
              <a:defRPr/>
            </a:pPr>
            <a:r>
              <a:rPr kumimoji="0" lang="en-GB" sz="1800" b="1" i="0" u="none" strike="noStrike" kern="1200" cap="none" spc="0" normalizeH="0" baseline="0" noProof="0" dirty="0">
                <a:ln>
                  <a:noFill/>
                </a:ln>
                <a:solidFill>
                  <a:prstClr val="black"/>
                </a:solidFill>
                <a:effectLst/>
                <a:uLnTx/>
                <a:uFillTx/>
                <a:latin typeface="Calibri" panose="020F0502020204030204"/>
                <a:ea typeface="+mn-ea"/>
                <a:cs typeface="+mn-cs"/>
              </a:rPr>
              <a:t>Available in Azure Resource Manager with an Azure Subscription</a:t>
            </a:r>
            <a:br>
              <a:rPr kumimoji="0" lang="en-GB" sz="1800" b="1" i="0" u="none" strike="noStrike" kern="1200" cap="none" spc="0" normalizeH="0" baseline="0" noProof="0" dirty="0">
                <a:ln>
                  <a:noFill/>
                </a:ln>
                <a:solidFill>
                  <a:prstClr val="black"/>
                </a:solidFill>
                <a:effectLst/>
                <a:uLnTx/>
                <a:uFillTx/>
                <a:latin typeface="Calibri" panose="020F0502020204030204"/>
                <a:ea typeface="+mn-ea"/>
                <a:cs typeface="+mn-cs"/>
              </a:rPr>
            </a:br>
            <a:r>
              <a:rPr lang="en-US" sz="1600" b="1" dirty="0"/>
              <a:t>IMPORTANT:</a:t>
            </a:r>
            <a:r>
              <a:rPr lang="en-US" sz="1600" dirty="0"/>
              <a:t> Microsoft 365 E5/E7 and Windows Enterprise E5/E7 do </a:t>
            </a:r>
            <a:r>
              <a:rPr lang="en-US" sz="1600" b="1" dirty="0"/>
              <a:t>not</a:t>
            </a:r>
            <a:r>
              <a:rPr lang="en-US" sz="1600" dirty="0"/>
              <a:t> include server operating systems. Protection for Windows Server and Linux Server workloads requires Defender for Servers P1/P2 consumption licensing or an eligible standalone server licensing option.</a:t>
            </a:r>
          </a:p>
          <a:p>
            <a:pPr lvl="0">
              <a:defRPr/>
            </a:pPr>
            <a:endParaRPr lang="en-GB" sz="1400" dirty="0">
              <a:solidFill>
                <a:srgbClr val="161616"/>
              </a:solidFill>
              <a:latin typeface="Segoe UI" panose="020B0502040204020203" pitchFamily="34" charset="0"/>
            </a:endParaRPr>
          </a:p>
        </p:txBody>
      </p:sp>
      <p:grpSp>
        <p:nvGrpSpPr>
          <p:cNvPr id="3" name="Group 2">
            <a:extLst>
              <a:ext uri="{FF2B5EF4-FFF2-40B4-BE49-F238E27FC236}">
                <a16:creationId xmlns:a16="http://schemas.microsoft.com/office/drawing/2014/main" id="{954D9934-D855-C0CB-6418-4334EC925F40}"/>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5709C323-7AB3-3695-0EAA-5896603771C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2FB2E575-668C-494B-0DD2-312FE11CE6F1}"/>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7" action="ppaction://hlinksldjump"/>
            <a:extLst>
              <a:ext uri="{FF2B5EF4-FFF2-40B4-BE49-F238E27FC236}">
                <a16:creationId xmlns:a16="http://schemas.microsoft.com/office/drawing/2014/main" id="{EB4291B7-16D3-98CF-8546-5B055818C358}"/>
              </a:ext>
            </a:extLst>
          </p:cNvPr>
          <p:cNvPicPr>
            <a:picLocks noChangeAspect="1"/>
          </p:cNvPicPr>
          <p:nvPr/>
        </p:nvPicPr>
        <p:blipFill>
          <a:blip r:embed="rId8"/>
          <a:stretch>
            <a:fillRect/>
          </a:stretch>
        </p:blipFill>
        <p:spPr>
          <a:xfrm>
            <a:off x="0" y="0"/>
            <a:ext cx="211626" cy="6858000"/>
          </a:xfrm>
          <a:prstGeom prst="rect">
            <a:avLst/>
          </a:prstGeom>
        </p:spPr>
      </p:pic>
    </p:spTree>
    <p:extLst>
      <p:ext uri="{BB962C8B-B14F-4D97-AF65-F5344CB8AC3E}">
        <p14:creationId xmlns:p14="http://schemas.microsoft.com/office/powerpoint/2010/main" val="294644950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Azure Arc</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93899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700" b="0" i="0" u="none" strike="noStrike" kern="1200" cap="none" spc="0" normalizeH="0" baseline="0" noProof="0">
                <a:ln>
                  <a:noFill/>
                </a:ln>
                <a:solidFill>
                  <a:prstClr val="black"/>
                </a:solidFill>
                <a:effectLst/>
                <a:uLnTx/>
                <a:uFillTx/>
                <a:latin typeface="Calibri" panose="020F0502020204030204"/>
                <a:ea typeface="+mn-ea"/>
                <a:cs typeface="+mn-cs"/>
              </a:rPr>
              <a:t>Governing environments that extend across data centres, multiple clouds, and edge is becoming increasingly complex. Each environment and cloud possesses its own set of management tools, and new DevOps and ITOps operational models can be hard to implement across resources. Azure Arc simplifies governance and management by delivering a consistent multi-cloud and on-premises management platform. Azure Arc provides a centralized, unified way to manage your entire environment together by projecting your existing non-Azure and/or on-premises resources into Azure Resource Manager, allowing you to manage virtual machines, Kubernetes clusters, and databases as if they are running in Azure, regardless of where they live.</a:t>
            </a:r>
            <a:endParaRPr kumimoji="0" lang="en-US" sz="17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821360"/>
            <a:ext cx="11226018" cy="8771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Azure Arc overview - Azure Arc | Microsoft Learn</a:t>
            </a:r>
            <a:br>
              <a:rPr lang="en-US" sz="1600"/>
            </a:br>
            <a:r>
              <a:rPr lang="en-US" sz="1600">
                <a:hlinkClick r:id="rId4"/>
              </a:rPr>
              <a:t>Azure Arc | Microsoft Learn</a:t>
            </a:r>
            <a:endParaRPr kumimoji="0" lang="en-GB" sz="17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791656"/>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74361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773320"/>
            <a:ext cx="11226018" cy="115416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700" b="0" i="0" u="none" strike="noStrike" kern="1200" cap="none" spc="0" normalizeH="0" baseline="0" noProof="0">
                <a:ln>
                  <a:noFill/>
                </a:ln>
                <a:solidFill>
                  <a:prstClr val="black"/>
                </a:solidFill>
                <a:effectLst/>
                <a:uLnTx/>
                <a:uFillTx/>
                <a:latin typeface="Calibri" panose="020F0502020204030204"/>
                <a:ea typeface="+mn-ea"/>
                <a:cs typeface="+mn-cs"/>
              </a:rPr>
              <a:t>Azure Arc allows organisation to centralize and manage their server, containers and DevOps environments, all from the Azure Resource Manager console. This can greatly consolidate reduce management overheads, whilst reducing costs - especially in skills, to manage an extended hybrid environment.</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5718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381732B9-4C5E-BE02-60B8-31B4E7F4F1BF}"/>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BC7B9712-F729-9032-D702-41EFF01B4DF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11829BA2-1C37-C6ED-50AF-AE4927238CC8}"/>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6" action="ppaction://hlinksldjump"/>
            <a:extLst>
              <a:ext uri="{FF2B5EF4-FFF2-40B4-BE49-F238E27FC236}">
                <a16:creationId xmlns:a16="http://schemas.microsoft.com/office/drawing/2014/main" id="{234571E3-E4BA-C691-F59E-857EF526EF67}"/>
              </a:ext>
            </a:extLst>
          </p:cNvPr>
          <p:cNvPicPr>
            <a:picLocks noChangeAspect="1"/>
          </p:cNvPicPr>
          <p:nvPr/>
        </p:nvPicPr>
        <p:blipFill>
          <a:blip r:embed="rId7"/>
          <a:stretch>
            <a:fillRect/>
          </a:stretch>
        </p:blipFill>
        <p:spPr>
          <a:xfrm>
            <a:off x="0" y="0"/>
            <a:ext cx="211626" cy="6858000"/>
          </a:xfrm>
          <a:prstGeom prst="rect">
            <a:avLst/>
          </a:prstGeom>
        </p:spPr>
      </p:pic>
    </p:spTree>
    <p:extLst>
      <p:ext uri="{BB962C8B-B14F-4D97-AF65-F5344CB8AC3E}">
        <p14:creationId xmlns:p14="http://schemas.microsoft.com/office/powerpoint/2010/main" val="292483621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Azure Policy</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41577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700" b="0" i="0" u="none" strike="noStrike" kern="1200" cap="none" spc="0" normalizeH="0" baseline="0" noProof="0">
                <a:ln>
                  <a:noFill/>
                </a:ln>
                <a:solidFill>
                  <a:prstClr val="black"/>
                </a:solidFill>
                <a:effectLst/>
                <a:uLnTx/>
                <a:uFillTx/>
                <a:latin typeface="Calibri" panose="020F0502020204030204"/>
                <a:ea typeface="+mn-ea"/>
                <a:cs typeface="+mn-cs"/>
              </a:rPr>
              <a:t>Azure Policy helps to enforce organizational standards and to assess compliance at-scale. Through its compliance dashboard, it provides an aggregated view to evaluate the overall state of the environment, with the ability to drill down to the per-resource, per-policy granularity. It also helps to bring your resources to compliance through bulk remediation for existing resources and automatic remediation for new resources.</a:t>
            </a:r>
            <a:endParaRPr kumimoji="0" lang="en-US" sz="17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298140"/>
            <a:ext cx="11226018" cy="8925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Overview of Azure Policy - Azure Policy | Microsoft Learn</a:t>
            </a:r>
            <a:br>
              <a:rPr lang="en-US" sz="1600"/>
            </a:br>
            <a:r>
              <a:rPr lang="en-US" sz="1600">
                <a:hlinkClick r:id="rId4"/>
              </a:rPr>
              <a:t>Azure Policy glossary - Azure Policy | Microsoft Learn</a:t>
            </a:r>
            <a:endParaRPr kumimoji="0" lang="en-GB" sz="17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268436"/>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22039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250100"/>
            <a:ext cx="11226018" cy="167738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700" b="0" i="0" u="none" strike="noStrike" kern="1200" cap="none" spc="0" normalizeH="0" baseline="0" noProof="0">
                <a:ln>
                  <a:noFill/>
                </a:ln>
                <a:solidFill>
                  <a:prstClr val="black"/>
                </a:solidFill>
                <a:effectLst/>
                <a:uLnTx/>
                <a:uFillTx/>
                <a:latin typeface="Calibri" panose="020F0502020204030204"/>
                <a:ea typeface="+mn-ea"/>
                <a:cs typeface="+mn-cs"/>
              </a:rPr>
              <a:t>Common use cases for Azure Policy include implementing governance for resource consistency, regulatory compliance, security, cost, and management. Policy definitions for these common use cases are already available in your Azure environment as built-ins to help you get started. Specifically, some useful governance actions you can enforce with Azure Policy include:- Ensuring your team deploys Azure resources only to allowed regions; Enforcing the consistent application of taxonomic tags and Requiring resources to send diagnostic logs to a Log Analytics workspace.</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5718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1F1A6579-D291-2FA9-3EAA-9841B1F1490A}"/>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11D095BF-74D5-0C3A-0994-2757D0D9B03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9903F764-F435-ECBA-E1A5-21934DEC19BF}"/>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6" action="ppaction://hlinksldjump"/>
            <a:extLst>
              <a:ext uri="{FF2B5EF4-FFF2-40B4-BE49-F238E27FC236}">
                <a16:creationId xmlns:a16="http://schemas.microsoft.com/office/drawing/2014/main" id="{A76CE6CB-435E-844C-7318-685F110EDF26}"/>
              </a:ext>
            </a:extLst>
          </p:cNvPr>
          <p:cNvPicPr>
            <a:picLocks noChangeAspect="1"/>
          </p:cNvPicPr>
          <p:nvPr/>
        </p:nvPicPr>
        <p:blipFill>
          <a:blip r:embed="rId7"/>
          <a:stretch>
            <a:fillRect/>
          </a:stretch>
        </p:blipFill>
        <p:spPr>
          <a:xfrm>
            <a:off x="0" y="0"/>
            <a:ext cx="211626" cy="6858000"/>
          </a:xfrm>
          <a:prstGeom prst="rect">
            <a:avLst/>
          </a:prstGeom>
        </p:spPr>
      </p:pic>
    </p:spTree>
    <p:extLst>
      <p:ext uri="{BB962C8B-B14F-4D97-AF65-F5344CB8AC3E}">
        <p14:creationId xmlns:p14="http://schemas.microsoft.com/office/powerpoint/2010/main" val="49016336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Azure Firewall</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80076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Azure Firewall is a cloud-native and intelligent network firewall security service that provides the best of breed threat protection for your cloud workloads running in Azure. It's a fully stateful, firewall as a service with built-in high availability and unrestricted cloud scalability. It provides both east-west and north-south traffic inspection. Azure Firewall is offered in three SKUs: Standard, Premium, and Basic. </a:t>
            </a: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Azure Firewall Standard </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provides L3-L7 filtering and threat intelligence feeds directly from Microsoft Cyber Security. </a:t>
            </a: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Azure Firewall Premium </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provides advanced capabilities include signature-based IDPS to allow rapid detection of attacks by looking for specific patterns. These patterns can include byte sequences in network traffic, or known malicious instruction sequences used by malware. There are more than 58,000 signatures in over 50 categories which are updated in real time to protect against new and emerging exploits. The exploit categories include malware, phishing, coin mining, and Trojan attacks. </a:t>
            </a: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Azure Firewall Basic (Preview)</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 is intended for small and medium size (SMB) customers to secure their Azure cloud environments. It provides the essential protection SMB customers need at an affordable price point.</a:t>
            </a: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3576533"/>
            <a:ext cx="11226018"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What is Azure Firewall? | Microsoft Learn</a:t>
            </a:r>
            <a:b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br>
            <a:r>
              <a:rPr lang="en-US" sz="1600">
                <a:hlinkClick r:id="rId4"/>
              </a:rPr>
              <a:t>What is Azure Firewall Manager?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3600130"/>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438393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4360336"/>
            <a:ext cx="11226018" cy="107721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Azure Firewall integrated into Microsoft Defender for Cloud. Via Azure Firewall Manager, it is possible to manage multiple firewalls across multiple subscriptions in a centralized location. This includes deployment of firewalls as well as their configurations which can controlled via hierarchical policies.</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541395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5390362"/>
            <a:ext cx="5720861"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0D4AADF5-206C-825E-A375-69261BE6F418}"/>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AA5C4342-B019-D13E-651D-F9B473E7060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8F148E6A-C966-F37A-2B1A-1AFCE27AB402}"/>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6" action="ppaction://hlinksldjump"/>
            <a:extLst>
              <a:ext uri="{FF2B5EF4-FFF2-40B4-BE49-F238E27FC236}">
                <a16:creationId xmlns:a16="http://schemas.microsoft.com/office/drawing/2014/main" id="{D525E831-B1D4-16B6-9B90-33D94B866C5B}"/>
              </a:ext>
            </a:extLst>
          </p:cNvPr>
          <p:cNvPicPr>
            <a:picLocks noChangeAspect="1"/>
          </p:cNvPicPr>
          <p:nvPr/>
        </p:nvPicPr>
        <p:blipFill>
          <a:blip r:embed="rId7"/>
          <a:stretch>
            <a:fillRect/>
          </a:stretch>
        </p:blipFill>
        <p:spPr>
          <a:xfrm>
            <a:off x="0" y="0"/>
            <a:ext cx="211626" cy="6858000"/>
          </a:xfrm>
          <a:prstGeom prst="rect">
            <a:avLst/>
          </a:prstGeom>
        </p:spPr>
      </p:pic>
    </p:spTree>
    <p:extLst>
      <p:ext uri="{BB962C8B-B14F-4D97-AF65-F5344CB8AC3E}">
        <p14:creationId xmlns:p14="http://schemas.microsoft.com/office/powerpoint/2010/main" val="389212440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External Attack Surface Management</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93899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700" b="0" i="0" u="none" strike="noStrike" kern="1200" cap="none" spc="0" normalizeH="0" baseline="0" noProof="0">
                <a:ln>
                  <a:noFill/>
                </a:ln>
                <a:solidFill>
                  <a:prstClr val="black"/>
                </a:solidFill>
                <a:effectLst/>
                <a:uLnTx/>
                <a:uFillTx/>
                <a:latin typeface="Calibri" panose="020F0502020204030204"/>
                <a:ea typeface="+mn-ea"/>
                <a:cs typeface="+mn-cs"/>
              </a:rPr>
              <a:t>An organization's external attack surface is made up of all the points of access that an unauthorized person could use to enter their system. The larger your attack surface is, the harder it is to protect. You can use Defender for Cloud's integration with Microsoft Defender External Attack Surface Management (MDEASM), to improve your organisation's security posture and reduce the potential risk of being attacked. MDEASM continuously discovers and maps your digital attack surface to provide an external view of your online infrastructure. This visibility enables security and IT teams to identify unknowns, prioritize risk, eliminate threats, and extend vulnerability and exposure control beyond the firewall.</a:t>
            </a:r>
            <a:endParaRPr kumimoji="0" lang="en-US" sz="17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716716"/>
            <a:ext cx="11226018" cy="63094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External attack surface management in Defender for Cloud - Microsoft Defender for Cloud | Microsoft Learn</a:t>
            </a:r>
            <a:endParaRPr kumimoji="0" lang="en-GB" sz="17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739334"/>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32504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302422"/>
            <a:ext cx="11226018" cy="167738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700" b="0" i="0" u="none" strike="noStrike" kern="1200" cap="none" spc="0" normalizeH="0" baseline="0" noProof="0">
                <a:ln>
                  <a:noFill/>
                </a:ln>
                <a:solidFill>
                  <a:prstClr val="black"/>
                </a:solidFill>
                <a:effectLst/>
                <a:uLnTx/>
                <a:uFillTx/>
                <a:latin typeface="Calibri" panose="020F0502020204030204"/>
                <a:ea typeface="+mn-ea"/>
                <a:cs typeface="+mn-cs"/>
              </a:rPr>
              <a:t>MDEASM applies Microsoft’s crawling technology to discover assets that are related to your known online infrastructure, and actively scans these assets to discover new connections over time. Attack Surface Insights are generated by applying vulnerability and infrastructure data to showcase the key areas of concern for your organisation, allowing you to discover digital assets, analyse and prioritize risks and threats, pinpoint attacker-exposed weaknesses. EASM collects data for publicly exposed assets (“outside-in”) which can be used by MDC CSPM (“inside-out”)</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95718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BDF3079F-8BC4-7B01-81EF-22DAD9F72293}"/>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AC3DE42C-4565-C556-CD00-A3D6025E21B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6A1D49A5-8401-1A50-844A-A1124F23E2C5}"/>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5" action="ppaction://hlinksldjump"/>
            <a:extLst>
              <a:ext uri="{FF2B5EF4-FFF2-40B4-BE49-F238E27FC236}">
                <a16:creationId xmlns:a16="http://schemas.microsoft.com/office/drawing/2014/main" id="{6E7E14CD-D57E-9746-DB6F-E2108209A5AA}"/>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27251353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External Identities</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2006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700" b="0" i="0" u="none" strike="noStrike" kern="1200" cap="none" spc="0" normalizeH="0" baseline="0" noProof="0">
                <a:ln>
                  <a:noFill/>
                </a:ln>
                <a:solidFill>
                  <a:prstClr val="black"/>
                </a:solidFill>
                <a:effectLst/>
                <a:uLnTx/>
                <a:uFillTx/>
                <a:latin typeface="Calibri" panose="020F0502020204030204"/>
                <a:ea typeface="+mn-ea"/>
                <a:cs typeface="+mn-cs"/>
              </a:rPr>
              <a:t>Entra External Identities refers to all the ways you can securely interact with users outside of your organization. If you want to collaborate with partners, distributors, suppliers, or vendors, you can share your resources and define how your internal users can access external organizations. If you're a developer creating consumer-facing apps, you can manage your customers' identity experiences. With External Identities, external users can "bring their own identities." Whether they have a corporate or government-issued digital identity, or an unmanaged social identity like Google or Facebook, they can use their own credentials to sign in. The external user’s identity provider manages their identity, and you manage access to your apps with Entra or Entra B2C to keep your resources protected.</a:t>
            </a:r>
            <a:endParaRPr kumimoji="0" lang="en-US" sz="17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3034338"/>
            <a:ext cx="11226018" cy="63094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nn-NO" sz="1600">
                <a:hlinkClick r:id="rId3"/>
              </a:rPr>
              <a:t>Microsoft Entra External ID overview - Microsoft Entra External ID | Microsoft Learn</a:t>
            </a:r>
            <a:endParaRPr kumimoji="0" lang="en-GB" sz="17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3028950"/>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67066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676056"/>
            <a:ext cx="11226018" cy="167738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700" b="0" i="0" u="none" strike="noStrike" kern="1200" cap="none" spc="0" normalizeH="0" baseline="0" noProof="0">
                <a:ln>
                  <a:noFill/>
                </a:ln>
                <a:solidFill>
                  <a:prstClr val="black"/>
                </a:solidFill>
                <a:effectLst/>
                <a:uLnTx/>
                <a:uFillTx/>
                <a:latin typeface="Calibri" panose="020F0502020204030204"/>
                <a:ea typeface="+mn-ea"/>
                <a:cs typeface="+mn-cs"/>
              </a:rPr>
              <a:t>Entra External Identities simplifies collaboration with external resources whilst also simplifying costs. With Entra External Identities, the first 50,000 monthly active users (MAU’s) – i.e., unique external identities – are at zero cost. There is then a flat rate per MAU per month based on Entra Premium P1 or P2 protections. Please note, an organization can only set all external identities at P1 or at P2, they cannot mix and match. When coupled with services like Microsoft Entra Identity Governance Cross-tenant access settings, friction in collaboration can be reduced whilst still maintaining security.</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535882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2" y="5364212"/>
            <a:ext cx="11226017"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i="0" u="none" strike="noStrike">
                <a:effectLst/>
                <a:latin typeface="Segoe UI" panose="020B0502040204020203" pitchFamily="34" charset="0"/>
                <a:hlinkClick r:id="rId4"/>
              </a:rPr>
              <a:t>Microsoft Entra Workload ID</a:t>
            </a:r>
            <a:r>
              <a:rPr lang="en-US" sz="1400" b="0" i="0">
                <a:solidFill>
                  <a:srgbClr val="161616"/>
                </a:solidFill>
                <a:effectLst/>
                <a:latin typeface="Segoe UI" panose="020B0502040204020203" pitchFamily="34" charset="0"/>
              </a:rPr>
              <a:t> is available in two editions: </a:t>
            </a:r>
            <a:r>
              <a:rPr lang="en-US" sz="1400" b="1" i="0">
                <a:solidFill>
                  <a:srgbClr val="161616"/>
                </a:solidFill>
                <a:effectLst/>
                <a:latin typeface="Segoe UI" panose="020B0502040204020203" pitchFamily="34" charset="0"/>
              </a:rPr>
              <a:t>Free</a:t>
            </a:r>
            <a:r>
              <a:rPr lang="en-US" sz="1400" b="0" i="0">
                <a:solidFill>
                  <a:srgbClr val="161616"/>
                </a:solidFill>
                <a:effectLst/>
                <a:latin typeface="Segoe UI" panose="020B0502040204020203" pitchFamily="34" charset="0"/>
              </a:rPr>
              <a:t> and </a:t>
            </a:r>
            <a:r>
              <a:rPr lang="en-US" sz="1400" b="1" i="0">
                <a:solidFill>
                  <a:srgbClr val="161616"/>
                </a:solidFill>
                <a:effectLst/>
                <a:latin typeface="Segoe UI" panose="020B0502040204020203" pitchFamily="34" charset="0"/>
              </a:rPr>
              <a:t>Microsoft Entra Workload ID Premium</a:t>
            </a:r>
            <a:r>
              <a:rPr lang="en-US" sz="1400" b="0" i="0">
                <a:solidFill>
                  <a:srgbClr val="161616"/>
                </a:solidFill>
                <a:effectLst/>
                <a:latin typeface="Segoe UI" panose="020B0502040204020203" pitchFamily="34" charset="0"/>
              </a:rPr>
              <a:t>. The free edition of workload identities is included with a subscription of a commercial online service such as </a:t>
            </a:r>
            <a:r>
              <a:rPr lang="en-US" sz="1400" b="0" i="0" u="none" strike="noStrike">
                <a:effectLst/>
                <a:latin typeface="Segoe UI" panose="020B0502040204020203" pitchFamily="34" charset="0"/>
                <a:hlinkClick r:id="rId5"/>
              </a:rPr>
              <a:t>Azure</a:t>
            </a:r>
            <a:r>
              <a:rPr lang="en-US" sz="1400" b="0" i="0">
                <a:solidFill>
                  <a:srgbClr val="161616"/>
                </a:solidFill>
                <a:effectLst/>
                <a:latin typeface="Segoe UI" panose="020B0502040204020203" pitchFamily="34" charset="0"/>
              </a:rPr>
              <a:t> and </a:t>
            </a:r>
            <a:r>
              <a:rPr lang="en-US" sz="1400" b="0" i="0" u="none" strike="noStrike">
                <a:effectLst/>
                <a:latin typeface="Segoe UI" panose="020B0502040204020203" pitchFamily="34" charset="0"/>
                <a:hlinkClick r:id="rId6"/>
              </a:rPr>
              <a:t>Power Platform</a:t>
            </a:r>
            <a:r>
              <a:rPr lang="en-US" sz="1400" b="0" i="0">
                <a:solidFill>
                  <a:srgbClr val="161616"/>
                </a:solidFill>
                <a:effectLst/>
                <a:latin typeface="Segoe UI" panose="020B0502040204020203" pitchFamily="34" charset="0"/>
              </a:rPr>
              <a:t>. The Workload ID Premium offering is available through a Microsoft representative, the </a:t>
            </a:r>
            <a:r>
              <a:rPr lang="en-US" sz="1400" b="0" i="0" u="none" strike="noStrike">
                <a:effectLst/>
                <a:latin typeface="Segoe UI" panose="020B0502040204020203" pitchFamily="34" charset="0"/>
                <a:hlinkClick r:id="rId7"/>
              </a:rPr>
              <a:t>Open Volume License Program</a:t>
            </a:r>
            <a:r>
              <a:rPr lang="en-US" sz="1400" b="0" i="0">
                <a:solidFill>
                  <a:srgbClr val="161616"/>
                </a:solidFill>
                <a:effectLst/>
                <a:latin typeface="Segoe UI" panose="020B0502040204020203" pitchFamily="34" charset="0"/>
              </a:rPr>
              <a:t>, and the </a:t>
            </a:r>
            <a:r>
              <a:rPr lang="en-US" sz="1400" b="0" i="0" u="none" strike="noStrike">
                <a:effectLst/>
                <a:latin typeface="Segoe UI" panose="020B0502040204020203" pitchFamily="34" charset="0"/>
                <a:hlinkClick r:id="rId8"/>
              </a:rPr>
              <a:t>Cloud Solution Providers program</a:t>
            </a:r>
            <a:r>
              <a:rPr lang="en-US" sz="1400" b="0" i="0">
                <a:solidFill>
                  <a:srgbClr val="161616"/>
                </a:solidFill>
                <a:effectLst/>
                <a:latin typeface="Segoe UI" panose="020B0502040204020203" pitchFamily="34" charset="0"/>
              </a:rPr>
              <a:t>. Azure and Microsoft 365 subscribers can purchase Workload ID Premium online.</a:t>
            </a:r>
            <a:endParaRPr kumimoji="0" lang="en-GB" sz="1400" b="1"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5E661250-092B-C137-2F6B-32E8A5CEAA9D}"/>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679523D2-2266-1283-D2C7-D8DEC80CA05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F9989EFA-D68E-BAB8-4EDE-0BE1F5AC39CF}"/>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10" action="ppaction://hlinksldjump"/>
            <a:extLst>
              <a:ext uri="{FF2B5EF4-FFF2-40B4-BE49-F238E27FC236}">
                <a16:creationId xmlns:a16="http://schemas.microsoft.com/office/drawing/2014/main" id="{7DB022B8-B326-9A82-AF44-D3F762E726EA}"/>
              </a:ext>
            </a:extLst>
          </p:cNvPr>
          <p:cNvPicPr>
            <a:picLocks noChangeAspect="1"/>
          </p:cNvPicPr>
          <p:nvPr/>
        </p:nvPicPr>
        <p:blipFill>
          <a:blip r:embed="rId11"/>
          <a:stretch>
            <a:fillRect/>
          </a:stretch>
        </p:blipFill>
        <p:spPr>
          <a:xfrm>
            <a:off x="0" y="0"/>
            <a:ext cx="211626" cy="6858000"/>
          </a:xfrm>
          <a:prstGeom prst="rect">
            <a:avLst/>
          </a:prstGeom>
        </p:spPr>
      </p:pic>
    </p:spTree>
    <p:extLst>
      <p:ext uri="{BB962C8B-B14F-4D97-AF65-F5344CB8AC3E}">
        <p14:creationId xmlns:p14="http://schemas.microsoft.com/office/powerpoint/2010/main" val="386340965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for IoT</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20928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The Internet of Things (IoT) supports billions of connected devices that use both operational technology (OT) and IoT networks. IoT/OT devices and networks are often built using specialized protocols and may prioritize operational challenges over security. When IoT/OT devices can't be protected by traditional security monitoring systems, each new wave of innovation increases the risk and possible attack surfaces across those IoT devices and OT networks. Microsoft Defender for IoT is a unified security solution built specifically to identify IoT and OT devices, vulnerabilities, and threats. Use Defender for IoT to secure your entire IoT/OT environment, including existing devices that may not have built-in security agents. Defender for IoT provides agentless, network layer monitoring, and integrates with both industrial equipment and security operation centre (SOC) tools.</a:t>
            </a: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863265"/>
            <a:ext cx="11226018" cy="63094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Overview - Microsoft Defender for IoT for organizations - Microsoft Defender for IoT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889553"/>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46791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441631"/>
            <a:ext cx="11226018"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If your IoT and OT devices don't have embedded security agents, they may remain unpatched, misconfigured, and invisible to IT and security teams. Un-monitored devices can be soft targets for threat actors looking to pivot deeper into corporate networks. Defender for IoT uses agentless monitoring to provide visibility and security across your network, and identifies specialized protocols, devices, or machine-to-machine (M2M) behaviours. Microsoft Defender for IoT supports Cloud, on-premises and Hybrid OT networks, including Air-gapped infrastructure and proprietary OT protocols. </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535882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5015781"/>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01D0046D-7F75-8BC9-5B4F-FADF04E4B77A}"/>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DFC650D9-93A0-BA29-3252-EE0BE7F8F38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8216B1BF-A6E6-EEE9-F93F-0DD805E61CA0}"/>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5" action="ppaction://hlinksldjump"/>
            <a:extLst>
              <a:ext uri="{FF2B5EF4-FFF2-40B4-BE49-F238E27FC236}">
                <a16:creationId xmlns:a16="http://schemas.microsoft.com/office/drawing/2014/main" id="{E59D5312-712E-2693-6A54-7C5E97E8896D}"/>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2025507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3090272" y="173237"/>
            <a:ext cx="601145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Surface Secure Boot</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A chain of trust is used to boot a Surface device securely. With Secure boot, each component validates the next, ensuring each component is trusted before it loads. This protects against malicious code within the firmware and operating system</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168875"/>
            <a:ext cx="11226018"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Secure boot flow</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096082"/>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4864725"/>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4936081"/>
            <a:ext cx="11226018"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Protects against supply chain compromise. Protects a malicious attacker attempting to compromise an encrypted device at the firmware level. </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584171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5914509"/>
            <a:ext cx="296767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Endpoint Hardware</a:t>
            </a:r>
          </a:p>
        </p:txBody>
      </p:sp>
      <p:grpSp>
        <p:nvGrpSpPr>
          <p:cNvPr id="12" name="Group 11" descr="boot phases graphic">
            <a:extLst>
              <a:ext uri="{FF2B5EF4-FFF2-40B4-BE49-F238E27FC236}">
                <a16:creationId xmlns:a16="http://schemas.microsoft.com/office/drawing/2014/main" id="{429DAE88-AEA1-4CC1-9638-8F0E812EFD14}"/>
              </a:ext>
            </a:extLst>
          </p:cNvPr>
          <p:cNvGrpSpPr/>
          <p:nvPr/>
        </p:nvGrpSpPr>
        <p:grpSpPr>
          <a:xfrm>
            <a:off x="828021" y="2776522"/>
            <a:ext cx="9981868" cy="1734650"/>
            <a:chOff x="584200" y="3929881"/>
            <a:chExt cx="10868659" cy="2363691"/>
          </a:xfrm>
        </p:grpSpPr>
        <p:sp>
          <p:nvSpPr>
            <p:cNvPr id="13" name="Rectangle 3324">
              <a:extLst>
                <a:ext uri="{FF2B5EF4-FFF2-40B4-BE49-F238E27FC236}">
                  <a16:creationId xmlns:a16="http://schemas.microsoft.com/office/drawing/2014/main" id="{ACCC6FFA-46C4-4DCB-BEE8-1AAA1DD14E60}"/>
                </a:ext>
              </a:extLst>
            </p:cNvPr>
            <p:cNvSpPr>
              <a:spLocks noChangeArrowheads="1"/>
            </p:cNvSpPr>
            <p:nvPr/>
          </p:nvSpPr>
          <p:spPr bwMode="auto">
            <a:xfrm>
              <a:off x="584200" y="5166569"/>
              <a:ext cx="819713" cy="207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500" b="0" i="0" u="none" strike="noStrike" kern="1200" cap="none" spc="0" normalizeH="0" baseline="0" noProof="0">
                  <a:ln>
                    <a:noFill/>
                  </a:ln>
                  <a:solidFill>
                    <a:srgbClr val="000000"/>
                  </a:solidFill>
                  <a:effectLst/>
                  <a:uLnTx/>
                  <a:uFillTx/>
                  <a:latin typeface="Segoe UI Semibold"/>
                  <a:ea typeface="+mn-ea"/>
                  <a:cs typeface="+mn-cs"/>
                </a:rPr>
                <a:t>Power on</a:t>
              </a:r>
              <a:endParaRPr kumimoji="0" lang="en-US" altLang="en-US" sz="1800" b="0" i="0" u="none" strike="noStrike" kern="1200" cap="none" spc="0" normalizeH="0" baseline="0" noProof="0">
                <a:ln>
                  <a:noFill/>
                </a:ln>
                <a:solidFill>
                  <a:srgbClr val="000000"/>
                </a:solidFill>
                <a:effectLst/>
                <a:uLnTx/>
                <a:uFillTx/>
                <a:latin typeface="Segoe UI Semibold"/>
                <a:ea typeface="+mn-ea"/>
                <a:cs typeface="+mn-cs"/>
              </a:endParaRPr>
            </a:p>
          </p:txBody>
        </p:sp>
        <p:sp>
          <p:nvSpPr>
            <p:cNvPr id="14" name="Freeform 3541">
              <a:extLst>
                <a:ext uri="{FF2B5EF4-FFF2-40B4-BE49-F238E27FC236}">
                  <a16:creationId xmlns:a16="http://schemas.microsoft.com/office/drawing/2014/main" id="{792ADF1D-C1CC-4432-8CDE-3288BC3D9669}"/>
                </a:ext>
              </a:extLst>
            </p:cNvPr>
            <p:cNvSpPr>
              <a:spLocks noEditPoints="1"/>
            </p:cNvSpPr>
            <p:nvPr/>
          </p:nvSpPr>
          <p:spPr bwMode="auto">
            <a:xfrm>
              <a:off x="1464035" y="5278810"/>
              <a:ext cx="365760" cy="6350"/>
            </a:xfrm>
            <a:custGeom>
              <a:avLst/>
              <a:gdLst>
                <a:gd name="T0" fmla="*/ 10 w 563"/>
                <a:gd name="T1" fmla="*/ 0 h 21"/>
                <a:gd name="T2" fmla="*/ 553 w 563"/>
                <a:gd name="T3" fmla="*/ 0 h 21"/>
                <a:gd name="T4" fmla="*/ 553 w 563"/>
                <a:gd name="T5" fmla="*/ 7 h 21"/>
                <a:gd name="T6" fmla="*/ 10 w 563"/>
                <a:gd name="T7" fmla="*/ 7 h 21"/>
                <a:gd name="T8" fmla="*/ 10 w 563"/>
                <a:gd name="T9" fmla="*/ 0 h 21"/>
                <a:gd name="T10" fmla="*/ 10 w 563"/>
                <a:gd name="T11" fmla="*/ 14 h 21"/>
                <a:gd name="T12" fmla="*/ 553 w 563"/>
                <a:gd name="T13" fmla="*/ 14 h 21"/>
                <a:gd name="T14" fmla="*/ 553 w 563"/>
                <a:gd name="T15" fmla="*/ 21 h 21"/>
                <a:gd name="T16" fmla="*/ 10 w 563"/>
                <a:gd name="T17" fmla="*/ 21 h 21"/>
                <a:gd name="T18" fmla="*/ 10 w 563"/>
                <a:gd name="T19" fmla="*/ 14 h 21"/>
                <a:gd name="T20" fmla="*/ 10 w 563"/>
                <a:gd name="T21" fmla="*/ 21 h 21"/>
                <a:gd name="T22" fmla="*/ 0 w 563"/>
                <a:gd name="T23" fmla="*/ 10 h 21"/>
                <a:gd name="T24" fmla="*/ 10 w 563"/>
                <a:gd name="T25" fmla="*/ 0 h 21"/>
                <a:gd name="T26" fmla="*/ 10 w 563"/>
                <a:gd name="T27" fmla="*/ 21 h 21"/>
                <a:gd name="T28" fmla="*/ 553 w 563"/>
                <a:gd name="T29" fmla="*/ 0 h 21"/>
                <a:gd name="T30" fmla="*/ 563 w 563"/>
                <a:gd name="T31" fmla="*/ 10 h 21"/>
                <a:gd name="T32" fmla="*/ 553 w 563"/>
                <a:gd name="T33" fmla="*/ 21 h 21"/>
                <a:gd name="T34" fmla="*/ 553 w 563"/>
                <a:gd name="T3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63" h="21">
                  <a:moveTo>
                    <a:pt x="10" y="0"/>
                  </a:moveTo>
                  <a:lnTo>
                    <a:pt x="553" y="0"/>
                  </a:lnTo>
                  <a:lnTo>
                    <a:pt x="553" y="7"/>
                  </a:lnTo>
                  <a:lnTo>
                    <a:pt x="10" y="7"/>
                  </a:lnTo>
                  <a:lnTo>
                    <a:pt x="10" y="0"/>
                  </a:lnTo>
                  <a:close/>
                  <a:moveTo>
                    <a:pt x="10" y="14"/>
                  </a:moveTo>
                  <a:lnTo>
                    <a:pt x="553" y="14"/>
                  </a:lnTo>
                  <a:lnTo>
                    <a:pt x="553" y="21"/>
                  </a:lnTo>
                  <a:lnTo>
                    <a:pt x="10" y="21"/>
                  </a:lnTo>
                  <a:lnTo>
                    <a:pt x="10" y="14"/>
                  </a:lnTo>
                  <a:close/>
                  <a:moveTo>
                    <a:pt x="10" y="21"/>
                  </a:moveTo>
                  <a:cubicBezTo>
                    <a:pt x="4" y="21"/>
                    <a:pt x="0" y="16"/>
                    <a:pt x="0" y="10"/>
                  </a:cubicBezTo>
                  <a:cubicBezTo>
                    <a:pt x="0" y="4"/>
                    <a:pt x="4" y="0"/>
                    <a:pt x="10" y="0"/>
                  </a:cubicBezTo>
                  <a:lnTo>
                    <a:pt x="10" y="21"/>
                  </a:lnTo>
                  <a:close/>
                  <a:moveTo>
                    <a:pt x="553" y="0"/>
                  </a:moveTo>
                  <a:cubicBezTo>
                    <a:pt x="559" y="0"/>
                    <a:pt x="563" y="4"/>
                    <a:pt x="563" y="10"/>
                  </a:cubicBezTo>
                  <a:cubicBezTo>
                    <a:pt x="563" y="16"/>
                    <a:pt x="559" y="21"/>
                    <a:pt x="553" y="21"/>
                  </a:cubicBezTo>
                  <a:lnTo>
                    <a:pt x="553" y="0"/>
                  </a:lnTo>
                  <a:close/>
                </a:path>
              </a:pathLst>
            </a:custGeom>
            <a:solidFill>
              <a:srgbClr val="000000"/>
            </a:solidFill>
            <a:ln w="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000000"/>
                </a:solidFill>
                <a:effectLst/>
                <a:uLnTx/>
                <a:uFillTx/>
                <a:latin typeface="Segoe UI"/>
                <a:ea typeface="+mn-ea"/>
                <a:cs typeface="+mn-cs"/>
              </a:endParaRPr>
            </a:p>
          </p:txBody>
        </p:sp>
        <p:sp>
          <p:nvSpPr>
            <p:cNvPr id="15" name="Arrow: Right 14">
              <a:extLst>
                <a:ext uri="{FF2B5EF4-FFF2-40B4-BE49-F238E27FC236}">
                  <a16:creationId xmlns:a16="http://schemas.microsoft.com/office/drawing/2014/main" id="{5D7CF21A-B97F-46C9-950B-F0C12C850959}"/>
                </a:ext>
              </a:extLst>
            </p:cNvPr>
            <p:cNvSpPr/>
            <p:nvPr/>
          </p:nvSpPr>
          <p:spPr>
            <a:xfrm>
              <a:off x="1880526" y="4270400"/>
              <a:ext cx="9572333" cy="2023172"/>
            </a:xfrm>
            <a:prstGeom prst="rightArrow">
              <a:avLst>
                <a:gd name="adj1" fmla="val 59921"/>
                <a:gd name="adj2" fmla="val 50000"/>
              </a:avLst>
            </a:prstGeom>
          </p:spPr>
          <p:style>
            <a:lnRef idx="0">
              <a:schemeClr val="accent1">
                <a:hueOff val="0"/>
                <a:satOff val="0"/>
                <a:lumOff val="0"/>
                <a:alphaOff val="0"/>
              </a:schemeClr>
            </a:lnRef>
            <a:fillRef idx="1">
              <a:schemeClr val="accent1">
                <a:tint val="40000"/>
                <a:hueOff val="0"/>
                <a:satOff val="0"/>
                <a:lumOff val="0"/>
                <a:alphaOff val="0"/>
              </a:schemeClr>
            </a:fillRef>
            <a:effectRef idx="0">
              <a:schemeClr val="accent1">
                <a:tint val="40000"/>
                <a:hueOff val="0"/>
                <a:satOff val="0"/>
                <a:lumOff val="0"/>
                <a:alphaOff val="0"/>
              </a:schemeClr>
            </a:effectRef>
            <a:fontRef idx="minor">
              <a:schemeClr val="dk1">
                <a:hueOff val="0"/>
                <a:satOff val="0"/>
                <a:lumOff val="0"/>
                <a:alphaOff val="0"/>
              </a:schemeClr>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hueOff val="0"/>
                    <a:satOff val="0"/>
                    <a:lumOff val="0"/>
                    <a:alphaOff val="0"/>
                  </a:prstClr>
                </a:solidFill>
                <a:effectLst/>
                <a:uLnTx/>
                <a:uFillTx/>
                <a:latin typeface="Calibri" panose="020F0502020204030204"/>
                <a:ea typeface="+mn-ea"/>
                <a:cs typeface="+mn-cs"/>
              </a:endParaRPr>
            </a:p>
          </p:txBody>
        </p:sp>
        <p:sp>
          <p:nvSpPr>
            <p:cNvPr id="16" name="Freeform: Shape 15">
              <a:extLst>
                <a:ext uri="{FF2B5EF4-FFF2-40B4-BE49-F238E27FC236}">
                  <a16:creationId xmlns:a16="http://schemas.microsoft.com/office/drawing/2014/main" id="{1E7E3242-413D-4042-9BBF-05137563BE74}"/>
                </a:ext>
              </a:extLst>
            </p:cNvPr>
            <p:cNvSpPr/>
            <p:nvPr/>
          </p:nvSpPr>
          <p:spPr>
            <a:xfrm>
              <a:off x="1646915" y="4877351"/>
              <a:ext cx="1494242" cy="809268"/>
            </a:xfrm>
            <a:custGeom>
              <a:avLst/>
              <a:gdLst>
                <a:gd name="connsiteX0" fmla="*/ 0 w 1494242"/>
                <a:gd name="connsiteY0" fmla="*/ 0 h 809268"/>
                <a:gd name="connsiteX1" fmla="*/ 1494242 w 1494242"/>
                <a:gd name="connsiteY1" fmla="*/ 0 h 809268"/>
                <a:gd name="connsiteX2" fmla="*/ 1494242 w 1494242"/>
                <a:gd name="connsiteY2" fmla="*/ 809268 h 809268"/>
                <a:gd name="connsiteX3" fmla="*/ 0 w 1494242"/>
                <a:gd name="connsiteY3" fmla="*/ 809268 h 809268"/>
                <a:gd name="connsiteX4" fmla="*/ 0 w 1494242"/>
                <a:gd name="connsiteY4" fmla="*/ 0 h 809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4242" h="809268">
                  <a:moveTo>
                    <a:pt x="0" y="0"/>
                  </a:moveTo>
                  <a:lnTo>
                    <a:pt x="1494242" y="0"/>
                  </a:lnTo>
                  <a:lnTo>
                    <a:pt x="1494242" y="809268"/>
                  </a:lnTo>
                  <a:lnTo>
                    <a:pt x="0" y="809268"/>
                  </a:lnTo>
                  <a:lnTo>
                    <a:pt x="0" y="0"/>
                  </a:lnTo>
                  <a:close/>
                </a:path>
              </a:pathLst>
            </a:custGeom>
            <a:solidFill>
              <a:schemeClr val="bg1">
                <a:lumMod val="95000"/>
              </a:schemeClr>
            </a:solidFill>
            <a:ln>
              <a:noFill/>
            </a:ln>
            <a:effectLst>
              <a:outerShdw blurRad="215900" dist="38100" dir="2700000" algn="tl" rotWithShape="0">
                <a:prstClr val="black">
                  <a:alpha val="22000"/>
                </a:prst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50" tIns="57150" rIns="57150" bIns="57150" numCol="1" spcCol="1270" anchor="ctr" anchorCtr="0">
              <a:noAutofit/>
            </a:bodyPr>
            <a:lstStyle/>
            <a:p>
              <a:pPr marL="0" marR="0" lvl="0" indent="0" algn="ctr" defTabSz="666750" rtl="0" eaLnBrk="1" fontAlgn="auto" latinLnBrk="0" hangingPunct="1">
                <a:lnSpc>
                  <a:spcPct val="90000"/>
                </a:lnSpc>
                <a:spcBef>
                  <a:spcPct val="0"/>
                </a:spcBef>
                <a:spcAft>
                  <a:spcPct val="35000"/>
                </a:spcAft>
                <a:buClrTx/>
                <a:buSzTx/>
                <a:buFontTx/>
                <a:buNone/>
                <a:tabLst/>
                <a:defRPr/>
              </a:pPr>
              <a:r>
                <a:rPr kumimoji="0" lang="en-US" sz="1200" b="0" i="0" u="none" strike="noStrike" kern="1200" cap="none" spc="0" normalizeH="0" baseline="0" noProof="0">
                  <a:ln>
                    <a:noFill/>
                  </a:ln>
                  <a:solidFill>
                    <a:srgbClr val="000000"/>
                  </a:solidFill>
                  <a:effectLst/>
                  <a:uLnTx/>
                  <a:uFillTx/>
                  <a:latin typeface="Segoe UI"/>
                  <a:ea typeface="+mn-ea"/>
                  <a:cs typeface="+mn-cs"/>
                </a:rPr>
                <a:t>Soc </a:t>
              </a:r>
              <a:br>
                <a:rPr kumimoji="0" lang="en-US" sz="1200" b="0" i="0" u="none" strike="noStrike" kern="1200" cap="none" spc="0" normalizeH="0" baseline="0" noProof="0">
                  <a:ln>
                    <a:noFill/>
                  </a:ln>
                  <a:solidFill>
                    <a:srgbClr val="000000"/>
                  </a:solidFill>
                  <a:effectLst/>
                  <a:uLnTx/>
                  <a:uFillTx/>
                  <a:latin typeface="Segoe UI"/>
                  <a:ea typeface="+mn-ea"/>
                  <a:cs typeface="+mn-cs"/>
                </a:rPr>
              </a:br>
              <a:r>
                <a:rPr kumimoji="0" lang="en-US" sz="1200" b="0" i="0" u="none" strike="noStrike" kern="1200" cap="none" spc="0" normalizeH="0" baseline="0" noProof="0">
                  <a:ln>
                    <a:noFill/>
                  </a:ln>
                  <a:solidFill>
                    <a:srgbClr val="000000"/>
                  </a:solidFill>
                  <a:effectLst/>
                  <a:uLnTx/>
                  <a:uFillTx/>
                  <a:latin typeface="Segoe UI"/>
                  <a:ea typeface="+mn-ea"/>
                  <a:cs typeface="+mn-cs"/>
                </a:rPr>
                <a:t>initialization</a:t>
              </a:r>
            </a:p>
          </p:txBody>
        </p:sp>
        <p:sp>
          <p:nvSpPr>
            <p:cNvPr id="17" name="Freeform: Shape 16">
              <a:extLst>
                <a:ext uri="{FF2B5EF4-FFF2-40B4-BE49-F238E27FC236}">
                  <a16:creationId xmlns:a16="http://schemas.microsoft.com/office/drawing/2014/main" id="{49042AF5-ABBF-4015-A633-B3EC2038ADED}"/>
                </a:ext>
              </a:extLst>
            </p:cNvPr>
            <p:cNvSpPr/>
            <p:nvPr/>
          </p:nvSpPr>
          <p:spPr>
            <a:xfrm>
              <a:off x="3285180" y="4877351"/>
              <a:ext cx="1494242" cy="809268"/>
            </a:xfrm>
            <a:custGeom>
              <a:avLst/>
              <a:gdLst>
                <a:gd name="connsiteX0" fmla="*/ 0 w 1494242"/>
                <a:gd name="connsiteY0" fmla="*/ 0 h 809268"/>
                <a:gd name="connsiteX1" fmla="*/ 1494242 w 1494242"/>
                <a:gd name="connsiteY1" fmla="*/ 0 h 809268"/>
                <a:gd name="connsiteX2" fmla="*/ 1494242 w 1494242"/>
                <a:gd name="connsiteY2" fmla="*/ 809268 h 809268"/>
                <a:gd name="connsiteX3" fmla="*/ 0 w 1494242"/>
                <a:gd name="connsiteY3" fmla="*/ 809268 h 809268"/>
                <a:gd name="connsiteX4" fmla="*/ 0 w 1494242"/>
                <a:gd name="connsiteY4" fmla="*/ 0 h 809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4242" h="809268">
                  <a:moveTo>
                    <a:pt x="0" y="0"/>
                  </a:moveTo>
                  <a:lnTo>
                    <a:pt x="1494242" y="0"/>
                  </a:lnTo>
                  <a:lnTo>
                    <a:pt x="1494242" y="809268"/>
                  </a:lnTo>
                  <a:lnTo>
                    <a:pt x="0" y="809268"/>
                  </a:lnTo>
                  <a:lnTo>
                    <a:pt x="0" y="0"/>
                  </a:lnTo>
                  <a:close/>
                </a:path>
              </a:pathLst>
            </a:custGeom>
            <a:solidFill>
              <a:schemeClr val="bg1">
                <a:lumMod val="95000"/>
              </a:schemeClr>
            </a:solidFill>
            <a:ln>
              <a:noFill/>
            </a:ln>
            <a:effectLst>
              <a:outerShdw blurRad="215900" dist="38100" dir="2700000" algn="tl" rotWithShape="0">
                <a:prstClr val="black">
                  <a:alpha val="22000"/>
                </a:prst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50" tIns="57150" rIns="57150" bIns="57150" numCol="1" spcCol="1270" anchor="ctr" anchorCtr="0">
              <a:noAutofit/>
            </a:bodyPr>
            <a:lstStyle/>
            <a:p>
              <a:pPr marL="0" marR="0" lvl="0" indent="0" algn="ctr" defTabSz="666750" rtl="0" eaLnBrk="1" fontAlgn="auto" latinLnBrk="0" hangingPunct="1">
                <a:lnSpc>
                  <a:spcPct val="90000"/>
                </a:lnSpc>
                <a:spcBef>
                  <a:spcPct val="0"/>
                </a:spcBef>
                <a:spcAft>
                  <a:spcPct val="35000"/>
                </a:spcAft>
                <a:buClrTx/>
                <a:buSzTx/>
                <a:buFontTx/>
                <a:buNone/>
                <a:tabLst/>
                <a:defRPr/>
              </a:pPr>
              <a:r>
                <a:rPr kumimoji="0" lang="en-US" sz="1200" b="0" i="0" u="none" strike="noStrike" kern="1200" cap="none" spc="0" normalizeH="0" baseline="0" noProof="0">
                  <a:ln>
                    <a:noFill/>
                  </a:ln>
                  <a:solidFill>
                    <a:srgbClr val="000000"/>
                  </a:solidFill>
                  <a:effectLst/>
                  <a:uLnTx/>
                  <a:uFillTx/>
                  <a:latin typeface="Segoe UI"/>
                  <a:ea typeface="+mn-ea"/>
                  <a:cs typeface="+mn-cs"/>
                </a:rPr>
                <a:t>SEC </a:t>
              </a:r>
              <a:br>
                <a:rPr kumimoji="0" lang="en-US" sz="1200" b="0" i="0" u="none" strike="noStrike" kern="1200" cap="none" spc="0" normalizeH="0" baseline="0" noProof="0">
                  <a:ln>
                    <a:noFill/>
                  </a:ln>
                  <a:solidFill>
                    <a:srgbClr val="000000"/>
                  </a:solidFill>
                  <a:effectLst/>
                  <a:uLnTx/>
                  <a:uFillTx/>
                  <a:latin typeface="Segoe UI"/>
                  <a:ea typeface="+mn-ea"/>
                  <a:cs typeface="+mn-cs"/>
                </a:rPr>
              </a:br>
              <a:r>
                <a:rPr kumimoji="0" lang="en-US" sz="1200" b="0" i="0" u="none" strike="noStrike" kern="1200" cap="none" spc="0" normalizeH="0" baseline="0" noProof="0">
                  <a:ln>
                    <a:noFill/>
                  </a:ln>
                  <a:solidFill>
                    <a:srgbClr val="000000"/>
                  </a:solidFill>
                  <a:effectLst/>
                  <a:uLnTx/>
                  <a:uFillTx/>
                  <a:latin typeface="Segoe UI"/>
                  <a:ea typeface="+mn-ea"/>
                  <a:cs typeface="+mn-cs"/>
                </a:rPr>
                <a:t>security</a:t>
              </a:r>
            </a:p>
          </p:txBody>
        </p:sp>
        <p:sp>
          <p:nvSpPr>
            <p:cNvPr id="18" name="Freeform: Shape 17">
              <a:extLst>
                <a:ext uri="{FF2B5EF4-FFF2-40B4-BE49-F238E27FC236}">
                  <a16:creationId xmlns:a16="http://schemas.microsoft.com/office/drawing/2014/main" id="{490DEB9A-87EC-414C-9E60-A515487A43F3}"/>
                </a:ext>
              </a:extLst>
            </p:cNvPr>
            <p:cNvSpPr/>
            <p:nvPr/>
          </p:nvSpPr>
          <p:spPr>
            <a:xfrm>
              <a:off x="4923446" y="4877351"/>
              <a:ext cx="1494242" cy="809268"/>
            </a:xfrm>
            <a:custGeom>
              <a:avLst/>
              <a:gdLst>
                <a:gd name="connsiteX0" fmla="*/ 0 w 1494242"/>
                <a:gd name="connsiteY0" fmla="*/ 0 h 809268"/>
                <a:gd name="connsiteX1" fmla="*/ 1494242 w 1494242"/>
                <a:gd name="connsiteY1" fmla="*/ 0 h 809268"/>
                <a:gd name="connsiteX2" fmla="*/ 1494242 w 1494242"/>
                <a:gd name="connsiteY2" fmla="*/ 809268 h 809268"/>
                <a:gd name="connsiteX3" fmla="*/ 0 w 1494242"/>
                <a:gd name="connsiteY3" fmla="*/ 809268 h 809268"/>
                <a:gd name="connsiteX4" fmla="*/ 0 w 1494242"/>
                <a:gd name="connsiteY4" fmla="*/ 0 h 809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4242" h="809268">
                  <a:moveTo>
                    <a:pt x="0" y="0"/>
                  </a:moveTo>
                  <a:lnTo>
                    <a:pt x="1494242" y="0"/>
                  </a:lnTo>
                  <a:lnTo>
                    <a:pt x="1494242" y="809268"/>
                  </a:lnTo>
                  <a:lnTo>
                    <a:pt x="0" y="809268"/>
                  </a:lnTo>
                  <a:lnTo>
                    <a:pt x="0" y="0"/>
                  </a:lnTo>
                  <a:close/>
                </a:path>
              </a:pathLst>
            </a:custGeom>
            <a:solidFill>
              <a:schemeClr val="bg1">
                <a:lumMod val="95000"/>
              </a:schemeClr>
            </a:solidFill>
            <a:ln>
              <a:noFill/>
            </a:ln>
            <a:effectLst>
              <a:outerShdw blurRad="215900" dist="38100" dir="2700000" algn="tl" rotWithShape="0">
                <a:prstClr val="black">
                  <a:alpha val="22000"/>
                </a:prst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50" tIns="57150" rIns="57150" bIns="57150" numCol="1" spcCol="1270" anchor="ctr" anchorCtr="0">
              <a:noAutofit/>
            </a:bodyPr>
            <a:lstStyle/>
            <a:p>
              <a:pPr marL="0" marR="0" lvl="0" indent="0" algn="ctr" defTabSz="666750" rtl="0" eaLnBrk="1" fontAlgn="auto" latinLnBrk="0" hangingPunct="1">
                <a:lnSpc>
                  <a:spcPct val="90000"/>
                </a:lnSpc>
                <a:spcBef>
                  <a:spcPct val="0"/>
                </a:spcBef>
                <a:spcAft>
                  <a:spcPct val="35000"/>
                </a:spcAft>
                <a:buClrTx/>
                <a:buSzTx/>
                <a:buFontTx/>
                <a:buNone/>
                <a:tabLst/>
                <a:defRPr/>
              </a:pPr>
              <a:r>
                <a:rPr kumimoji="0" lang="en-US" sz="1200" b="0" i="0" u="none" strike="noStrike" kern="1200" cap="none" spc="0" normalizeH="0" baseline="0" noProof="0">
                  <a:ln>
                    <a:noFill/>
                  </a:ln>
                  <a:solidFill>
                    <a:srgbClr val="000000"/>
                  </a:solidFill>
                  <a:effectLst/>
                  <a:uLnTx/>
                  <a:uFillTx/>
                  <a:latin typeface="Segoe UI"/>
                  <a:ea typeface="+mn-ea"/>
                  <a:cs typeface="+mn-cs"/>
                </a:rPr>
                <a:t>PEI</a:t>
              </a:r>
              <a:br>
                <a:rPr kumimoji="0" lang="en-US" sz="1200" b="0" i="0" u="none" strike="noStrike" kern="1200" cap="none" spc="0" normalizeH="0" baseline="0" noProof="0">
                  <a:ln>
                    <a:noFill/>
                  </a:ln>
                  <a:solidFill>
                    <a:srgbClr val="000000"/>
                  </a:solidFill>
                  <a:effectLst/>
                  <a:uLnTx/>
                  <a:uFillTx/>
                  <a:latin typeface="Segoe UI"/>
                  <a:ea typeface="+mn-ea"/>
                  <a:cs typeface="+mn-cs"/>
                </a:rPr>
              </a:br>
              <a:r>
                <a:rPr kumimoji="0" lang="en-US" sz="1200" b="0" i="0" u="none" strike="noStrike" kern="1200" cap="none" spc="0" normalizeH="0" baseline="0" noProof="0">
                  <a:ln>
                    <a:noFill/>
                  </a:ln>
                  <a:solidFill>
                    <a:srgbClr val="000000"/>
                  </a:solidFill>
                  <a:effectLst/>
                  <a:uLnTx/>
                  <a:uFillTx/>
                  <a:latin typeface="Segoe UI"/>
                  <a:ea typeface="+mn-ea"/>
                  <a:cs typeface="+mn-cs"/>
                </a:rPr>
                <a:t>Pre-EFI</a:t>
              </a:r>
            </a:p>
          </p:txBody>
        </p:sp>
        <p:sp>
          <p:nvSpPr>
            <p:cNvPr id="19" name="Freeform: Shape 18">
              <a:extLst>
                <a:ext uri="{FF2B5EF4-FFF2-40B4-BE49-F238E27FC236}">
                  <a16:creationId xmlns:a16="http://schemas.microsoft.com/office/drawing/2014/main" id="{FD122CB4-4500-4CF8-9105-A92299D8D83D}"/>
                </a:ext>
              </a:extLst>
            </p:cNvPr>
            <p:cNvSpPr/>
            <p:nvPr/>
          </p:nvSpPr>
          <p:spPr>
            <a:xfrm>
              <a:off x="6561711" y="4877351"/>
              <a:ext cx="1494242" cy="809268"/>
            </a:xfrm>
            <a:custGeom>
              <a:avLst/>
              <a:gdLst>
                <a:gd name="connsiteX0" fmla="*/ 0 w 1494242"/>
                <a:gd name="connsiteY0" fmla="*/ 0 h 809268"/>
                <a:gd name="connsiteX1" fmla="*/ 1494242 w 1494242"/>
                <a:gd name="connsiteY1" fmla="*/ 0 h 809268"/>
                <a:gd name="connsiteX2" fmla="*/ 1494242 w 1494242"/>
                <a:gd name="connsiteY2" fmla="*/ 809268 h 809268"/>
                <a:gd name="connsiteX3" fmla="*/ 0 w 1494242"/>
                <a:gd name="connsiteY3" fmla="*/ 809268 h 809268"/>
                <a:gd name="connsiteX4" fmla="*/ 0 w 1494242"/>
                <a:gd name="connsiteY4" fmla="*/ 0 h 809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4242" h="809268">
                  <a:moveTo>
                    <a:pt x="0" y="0"/>
                  </a:moveTo>
                  <a:lnTo>
                    <a:pt x="1494242" y="0"/>
                  </a:lnTo>
                  <a:lnTo>
                    <a:pt x="1494242" y="809268"/>
                  </a:lnTo>
                  <a:lnTo>
                    <a:pt x="0" y="809268"/>
                  </a:lnTo>
                  <a:lnTo>
                    <a:pt x="0" y="0"/>
                  </a:lnTo>
                  <a:close/>
                </a:path>
              </a:pathLst>
            </a:custGeom>
            <a:solidFill>
              <a:schemeClr val="bg1">
                <a:lumMod val="95000"/>
              </a:schemeClr>
            </a:solidFill>
            <a:ln>
              <a:noFill/>
            </a:ln>
            <a:effectLst>
              <a:outerShdw blurRad="215900" dist="38100" dir="2700000" algn="tl" rotWithShape="0">
                <a:prstClr val="black">
                  <a:alpha val="22000"/>
                </a:prst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50" tIns="57150" rIns="57150" bIns="57150" numCol="1" spcCol="1270" anchor="ctr" anchorCtr="0">
              <a:noAutofit/>
            </a:bodyPr>
            <a:lstStyle/>
            <a:p>
              <a:pPr marL="0" marR="0" lvl="0" indent="0" algn="ctr" defTabSz="666750" rtl="0" eaLnBrk="1" fontAlgn="auto" latinLnBrk="0" hangingPunct="1">
                <a:lnSpc>
                  <a:spcPct val="90000"/>
                </a:lnSpc>
                <a:spcBef>
                  <a:spcPct val="0"/>
                </a:spcBef>
                <a:spcAft>
                  <a:spcPct val="35000"/>
                </a:spcAft>
                <a:buClrTx/>
                <a:buSzTx/>
                <a:buFontTx/>
                <a:buNone/>
                <a:tabLst/>
                <a:defRPr/>
              </a:pPr>
              <a:r>
                <a:rPr kumimoji="0" lang="en-US" sz="1200" b="0" i="0" u="none" strike="noStrike" kern="1200" cap="none" spc="0" normalizeH="0" baseline="0" noProof="0">
                  <a:ln>
                    <a:noFill/>
                  </a:ln>
                  <a:solidFill>
                    <a:srgbClr val="000000"/>
                  </a:solidFill>
                  <a:effectLst/>
                  <a:uLnTx/>
                  <a:uFillTx/>
                  <a:latin typeface="Segoe UI"/>
                  <a:ea typeface="+mn-ea"/>
                  <a:cs typeface="+mn-cs"/>
                </a:rPr>
                <a:t>DXE</a:t>
              </a:r>
              <a:br>
                <a:rPr kumimoji="0" lang="en-US" sz="1200" b="0" i="0" u="none" strike="noStrike" kern="1200" cap="none" spc="0" normalizeH="0" baseline="0" noProof="0">
                  <a:ln>
                    <a:noFill/>
                  </a:ln>
                  <a:solidFill>
                    <a:srgbClr val="000000"/>
                  </a:solidFill>
                  <a:effectLst/>
                  <a:uLnTx/>
                  <a:uFillTx/>
                  <a:latin typeface="Segoe UI"/>
                  <a:ea typeface="+mn-ea"/>
                  <a:cs typeface="+mn-cs"/>
                </a:rPr>
              </a:br>
              <a:r>
                <a:rPr kumimoji="0" lang="en-US" sz="1200" b="0" i="0" u="none" strike="noStrike" kern="1200" cap="none" spc="0" normalizeH="0" baseline="0" noProof="0">
                  <a:ln>
                    <a:noFill/>
                  </a:ln>
                  <a:solidFill>
                    <a:srgbClr val="000000"/>
                  </a:solidFill>
                  <a:effectLst/>
                  <a:uLnTx/>
                  <a:uFillTx/>
                  <a:latin typeface="Segoe UI"/>
                  <a:ea typeface="+mn-ea"/>
                  <a:cs typeface="+mn-cs"/>
                </a:rPr>
                <a:t>Drivers</a:t>
              </a:r>
            </a:p>
          </p:txBody>
        </p:sp>
        <p:sp>
          <p:nvSpPr>
            <p:cNvPr id="20" name="Freeform: Shape 19">
              <a:extLst>
                <a:ext uri="{FF2B5EF4-FFF2-40B4-BE49-F238E27FC236}">
                  <a16:creationId xmlns:a16="http://schemas.microsoft.com/office/drawing/2014/main" id="{1E1C45C2-7BF5-40FB-88A7-9E325BD5EFFA}"/>
                </a:ext>
              </a:extLst>
            </p:cNvPr>
            <p:cNvSpPr/>
            <p:nvPr/>
          </p:nvSpPr>
          <p:spPr>
            <a:xfrm>
              <a:off x="8199976" y="4877351"/>
              <a:ext cx="1494242" cy="809268"/>
            </a:xfrm>
            <a:custGeom>
              <a:avLst/>
              <a:gdLst>
                <a:gd name="connsiteX0" fmla="*/ 0 w 1494242"/>
                <a:gd name="connsiteY0" fmla="*/ 0 h 809268"/>
                <a:gd name="connsiteX1" fmla="*/ 1494242 w 1494242"/>
                <a:gd name="connsiteY1" fmla="*/ 0 h 809268"/>
                <a:gd name="connsiteX2" fmla="*/ 1494242 w 1494242"/>
                <a:gd name="connsiteY2" fmla="*/ 809268 h 809268"/>
                <a:gd name="connsiteX3" fmla="*/ 0 w 1494242"/>
                <a:gd name="connsiteY3" fmla="*/ 809268 h 809268"/>
                <a:gd name="connsiteX4" fmla="*/ 0 w 1494242"/>
                <a:gd name="connsiteY4" fmla="*/ 0 h 809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4242" h="809268">
                  <a:moveTo>
                    <a:pt x="0" y="0"/>
                  </a:moveTo>
                  <a:lnTo>
                    <a:pt x="1494242" y="0"/>
                  </a:lnTo>
                  <a:lnTo>
                    <a:pt x="1494242" y="809268"/>
                  </a:lnTo>
                  <a:lnTo>
                    <a:pt x="0" y="809268"/>
                  </a:lnTo>
                  <a:lnTo>
                    <a:pt x="0" y="0"/>
                  </a:lnTo>
                  <a:close/>
                </a:path>
              </a:pathLst>
            </a:custGeom>
            <a:solidFill>
              <a:schemeClr val="bg1">
                <a:lumMod val="95000"/>
              </a:schemeClr>
            </a:solidFill>
            <a:ln>
              <a:noFill/>
            </a:ln>
            <a:effectLst>
              <a:outerShdw blurRad="215900" dist="38100" dir="2700000" algn="tl" rotWithShape="0">
                <a:prstClr val="black">
                  <a:alpha val="22000"/>
                </a:prst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50" tIns="57150" rIns="57150" bIns="57150" numCol="1" spcCol="1270" anchor="ctr" anchorCtr="0">
              <a:noAutofit/>
            </a:bodyPr>
            <a:lstStyle/>
            <a:p>
              <a:pPr marL="0" marR="0" lvl="0" indent="0" algn="ctr" defTabSz="666750" rtl="0" eaLnBrk="1" fontAlgn="auto" latinLnBrk="0" hangingPunct="1">
                <a:lnSpc>
                  <a:spcPct val="90000"/>
                </a:lnSpc>
                <a:spcBef>
                  <a:spcPct val="0"/>
                </a:spcBef>
                <a:spcAft>
                  <a:spcPct val="35000"/>
                </a:spcAft>
                <a:buClrTx/>
                <a:buSzTx/>
                <a:buFontTx/>
                <a:buNone/>
                <a:tabLst/>
                <a:defRPr/>
              </a:pPr>
              <a:r>
                <a:rPr kumimoji="0" lang="en-US" sz="1200" b="0" i="0" u="none" strike="noStrike" kern="1200" cap="none" spc="0" normalizeH="0" baseline="0" noProof="0">
                  <a:ln>
                    <a:noFill/>
                  </a:ln>
                  <a:solidFill>
                    <a:srgbClr val="000000"/>
                  </a:solidFill>
                  <a:effectLst/>
                  <a:uLnTx/>
                  <a:uFillTx/>
                  <a:latin typeface="Segoe UI"/>
                  <a:ea typeface="+mn-ea"/>
                  <a:cs typeface="+mn-cs"/>
                </a:rPr>
                <a:t>BDS</a:t>
              </a:r>
              <a:br>
                <a:rPr kumimoji="0" lang="en-US" sz="1200" b="0" i="0" u="none" strike="noStrike" kern="1200" cap="none" spc="0" normalizeH="0" baseline="0" noProof="0">
                  <a:ln>
                    <a:noFill/>
                  </a:ln>
                  <a:solidFill>
                    <a:srgbClr val="000000"/>
                  </a:solidFill>
                  <a:effectLst/>
                  <a:uLnTx/>
                  <a:uFillTx/>
                  <a:latin typeface="Segoe UI"/>
                  <a:ea typeface="+mn-ea"/>
                  <a:cs typeface="+mn-cs"/>
                </a:rPr>
              </a:br>
              <a:r>
                <a:rPr kumimoji="0" lang="en-US" sz="1200" b="0" i="0" u="none" strike="noStrike" kern="1200" cap="none" spc="0" normalizeH="0" baseline="0" noProof="0">
                  <a:ln>
                    <a:noFill/>
                  </a:ln>
                  <a:solidFill>
                    <a:srgbClr val="000000"/>
                  </a:solidFill>
                  <a:effectLst/>
                  <a:uLnTx/>
                  <a:uFillTx/>
                  <a:latin typeface="Segoe UI"/>
                  <a:ea typeface="+mn-ea"/>
                  <a:cs typeface="+mn-cs"/>
                </a:rPr>
                <a:t>Boot device</a:t>
              </a:r>
              <a:br>
                <a:rPr kumimoji="0" lang="en-US" sz="1200" b="0" i="0" u="none" strike="noStrike" kern="1200" cap="none" spc="0" normalizeH="0" baseline="0" noProof="0">
                  <a:ln>
                    <a:noFill/>
                  </a:ln>
                  <a:solidFill>
                    <a:srgbClr val="000000"/>
                  </a:solidFill>
                  <a:effectLst/>
                  <a:uLnTx/>
                  <a:uFillTx/>
                  <a:latin typeface="Segoe UI"/>
                  <a:ea typeface="+mn-ea"/>
                  <a:cs typeface="+mn-cs"/>
                </a:rPr>
              </a:br>
              <a:r>
                <a:rPr kumimoji="0" lang="en-US" sz="1200" b="0" i="0" u="none" strike="noStrike" kern="1200" cap="none" spc="0" normalizeH="0" baseline="0" noProof="0">
                  <a:ln>
                    <a:noFill/>
                  </a:ln>
                  <a:solidFill>
                    <a:srgbClr val="000000"/>
                  </a:solidFill>
                  <a:effectLst/>
                  <a:uLnTx/>
                  <a:uFillTx/>
                  <a:latin typeface="Segoe UI"/>
                  <a:ea typeface="+mn-ea"/>
                  <a:cs typeface="+mn-cs"/>
                </a:rPr>
                <a:t>selection</a:t>
              </a:r>
            </a:p>
          </p:txBody>
        </p:sp>
        <p:sp>
          <p:nvSpPr>
            <p:cNvPr id="21" name="Freeform: Shape 20">
              <a:extLst>
                <a:ext uri="{FF2B5EF4-FFF2-40B4-BE49-F238E27FC236}">
                  <a16:creationId xmlns:a16="http://schemas.microsoft.com/office/drawing/2014/main" id="{D23F5155-5360-4B9F-9D61-FE0AE7115D7D}"/>
                </a:ext>
              </a:extLst>
            </p:cNvPr>
            <p:cNvSpPr/>
            <p:nvPr/>
          </p:nvSpPr>
          <p:spPr>
            <a:xfrm>
              <a:off x="9838242" y="4877351"/>
              <a:ext cx="1494242" cy="809268"/>
            </a:xfrm>
            <a:custGeom>
              <a:avLst/>
              <a:gdLst>
                <a:gd name="connsiteX0" fmla="*/ 0 w 1494242"/>
                <a:gd name="connsiteY0" fmla="*/ 0 h 809268"/>
                <a:gd name="connsiteX1" fmla="*/ 1494242 w 1494242"/>
                <a:gd name="connsiteY1" fmla="*/ 0 h 809268"/>
                <a:gd name="connsiteX2" fmla="*/ 1494242 w 1494242"/>
                <a:gd name="connsiteY2" fmla="*/ 809268 h 809268"/>
                <a:gd name="connsiteX3" fmla="*/ 0 w 1494242"/>
                <a:gd name="connsiteY3" fmla="*/ 809268 h 809268"/>
                <a:gd name="connsiteX4" fmla="*/ 0 w 1494242"/>
                <a:gd name="connsiteY4" fmla="*/ 0 h 809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4242" h="809268">
                  <a:moveTo>
                    <a:pt x="0" y="0"/>
                  </a:moveTo>
                  <a:lnTo>
                    <a:pt x="1494242" y="0"/>
                  </a:lnTo>
                  <a:lnTo>
                    <a:pt x="1494242" y="809268"/>
                  </a:lnTo>
                  <a:lnTo>
                    <a:pt x="0" y="809268"/>
                  </a:lnTo>
                  <a:lnTo>
                    <a:pt x="0" y="0"/>
                  </a:lnTo>
                  <a:close/>
                </a:path>
              </a:pathLst>
            </a:custGeom>
            <a:solidFill>
              <a:schemeClr val="bg1">
                <a:lumMod val="95000"/>
              </a:schemeClr>
            </a:solidFill>
            <a:ln>
              <a:noFill/>
            </a:ln>
            <a:effectLst>
              <a:outerShdw blurRad="215900" dist="38100" dir="2700000" algn="tl" rotWithShape="0">
                <a:prstClr val="black">
                  <a:alpha val="22000"/>
                </a:prst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50" tIns="57150" rIns="57150" bIns="57150" numCol="1" spcCol="1270" anchor="ctr" anchorCtr="0">
              <a:noAutofit/>
            </a:bodyPr>
            <a:lstStyle/>
            <a:p>
              <a:pPr marL="0" marR="0" lvl="0" indent="0" algn="ctr" defTabSz="666750" rtl="0" eaLnBrk="1" fontAlgn="auto" latinLnBrk="0" hangingPunct="1">
                <a:lnSpc>
                  <a:spcPct val="90000"/>
                </a:lnSpc>
                <a:spcBef>
                  <a:spcPct val="0"/>
                </a:spcBef>
                <a:spcAft>
                  <a:spcPct val="35000"/>
                </a:spcAft>
                <a:buClrTx/>
                <a:buSzTx/>
                <a:buFontTx/>
                <a:buNone/>
                <a:tabLst/>
                <a:defRPr/>
              </a:pPr>
              <a:r>
                <a:rPr kumimoji="0" lang="en-US" sz="1200" b="0" i="0" u="none" strike="noStrike" kern="1200" cap="none" spc="0" normalizeH="0" baseline="0" noProof="0">
                  <a:ln>
                    <a:noFill/>
                  </a:ln>
                  <a:solidFill>
                    <a:srgbClr val="000000"/>
                  </a:solidFill>
                  <a:effectLst/>
                  <a:uLnTx/>
                  <a:uFillTx/>
                  <a:latin typeface="Segoe UI"/>
                  <a:ea typeface="+mn-ea"/>
                  <a:cs typeface="+mn-cs"/>
                </a:rPr>
                <a:t>Boot to OS</a:t>
              </a:r>
            </a:p>
          </p:txBody>
        </p:sp>
        <p:sp>
          <p:nvSpPr>
            <p:cNvPr id="22" name="Arrow: Left-Right 21">
              <a:extLst>
                <a:ext uri="{FF2B5EF4-FFF2-40B4-BE49-F238E27FC236}">
                  <a16:creationId xmlns:a16="http://schemas.microsoft.com/office/drawing/2014/main" id="{E90CE723-E085-49FD-9A73-0745E103A714}"/>
                </a:ext>
              </a:extLst>
            </p:cNvPr>
            <p:cNvSpPr/>
            <p:nvPr/>
          </p:nvSpPr>
          <p:spPr bwMode="auto">
            <a:xfrm>
              <a:off x="3557744" y="5633207"/>
              <a:ext cx="2587380" cy="464836"/>
            </a:xfrm>
            <a:prstGeom prst="leftRightArrow">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Measurements</a:t>
              </a:r>
            </a:p>
          </p:txBody>
        </p:sp>
        <p:sp>
          <p:nvSpPr>
            <p:cNvPr id="23" name="Arrow: Left-Right 22">
              <a:extLst>
                <a:ext uri="{FF2B5EF4-FFF2-40B4-BE49-F238E27FC236}">
                  <a16:creationId xmlns:a16="http://schemas.microsoft.com/office/drawing/2014/main" id="{87148FB9-63AA-4529-B3A2-9B2C364C74C3}"/>
                </a:ext>
              </a:extLst>
            </p:cNvPr>
            <p:cNvSpPr/>
            <p:nvPr/>
          </p:nvSpPr>
          <p:spPr bwMode="auto">
            <a:xfrm>
              <a:off x="6834275" y="5633207"/>
              <a:ext cx="2587380" cy="464836"/>
            </a:xfrm>
            <a:prstGeom prst="leftRightArrow">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Measurements</a:t>
              </a:r>
            </a:p>
          </p:txBody>
        </p:sp>
        <p:sp>
          <p:nvSpPr>
            <p:cNvPr id="24" name="Arrow: Bent 23">
              <a:extLst>
                <a:ext uri="{FF2B5EF4-FFF2-40B4-BE49-F238E27FC236}">
                  <a16:creationId xmlns:a16="http://schemas.microsoft.com/office/drawing/2014/main" id="{186EAA55-D548-4F73-B0E9-EBFE9B60BE09}"/>
                </a:ext>
              </a:extLst>
            </p:cNvPr>
            <p:cNvSpPr/>
            <p:nvPr/>
          </p:nvSpPr>
          <p:spPr bwMode="auto">
            <a:xfrm flipV="1">
              <a:off x="4391312" y="4474771"/>
              <a:ext cx="820524" cy="875840"/>
            </a:xfrm>
            <a:prstGeom prst="bentArrow">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25" name="Group 24">
              <a:extLst>
                <a:ext uri="{FF2B5EF4-FFF2-40B4-BE49-F238E27FC236}">
                  <a16:creationId xmlns:a16="http://schemas.microsoft.com/office/drawing/2014/main" id="{32B4D3F7-3260-42A0-A937-EBB9ABFFF40B}"/>
                </a:ext>
              </a:extLst>
            </p:cNvPr>
            <p:cNvGrpSpPr/>
            <p:nvPr/>
          </p:nvGrpSpPr>
          <p:grpSpPr>
            <a:xfrm>
              <a:off x="3282560" y="3929881"/>
              <a:ext cx="1519014" cy="594719"/>
              <a:chOff x="1635752" y="606950"/>
              <a:chExt cx="1519014" cy="809269"/>
            </a:xfrm>
          </p:grpSpPr>
          <p:sp>
            <p:nvSpPr>
              <p:cNvPr id="43" name="Rectangle 42">
                <a:extLst>
                  <a:ext uri="{FF2B5EF4-FFF2-40B4-BE49-F238E27FC236}">
                    <a16:creationId xmlns:a16="http://schemas.microsoft.com/office/drawing/2014/main" id="{B709B812-BB51-4D7D-8986-3DCE9D28F0E1}"/>
                  </a:ext>
                </a:extLst>
              </p:cNvPr>
              <p:cNvSpPr/>
              <p:nvPr/>
            </p:nvSpPr>
            <p:spPr>
              <a:xfrm>
                <a:off x="1635752" y="606951"/>
                <a:ext cx="1519014" cy="809268"/>
              </a:xfrm>
              <a:prstGeom prst="rect">
                <a:avLst/>
              </a:prstGeom>
              <a:solidFill>
                <a:schemeClr val="bg1">
                  <a:lumMod val="95000"/>
                </a:schemeClr>
              </a:solidFill>
              <a:ln>
                <a:noFill/>
              </a:ln>
              <a:effectLst>
                <a:outerShdw blurRad="215900" dist="38100" dir="2700000" algn="tl" rotWithShape="0">
                  <a:prstClr val="black">
                    <a:alpha val="22000"/>
                  </a:prst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50" tIns="57150" rIns="57150" bIns="57150" numCol="1" spcCol="1270" anchor="ctr" anchorCtr="0">
                <a:no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44" name="TextBox 43">
                <a:extLst>
                  <a:ext uri="{FF2B5EF4-FFF2-40B4-BE49-F238E27FC236}">
                    <a16:creationId xmlns:a16="http://schemas.microsoft.com/office/drawing/2014/main" id="{7B4A8187-B4ED-4D06-AE80-60CB1767225B}"/>
                  </a:ext>
                </a:extLst>
              </p:cNvPr>
              <p:cNvSpPr txBox="1"/>
              <p:nvPr/>
            </p:nvSpPr>
            <p:spPr>
              <a:xfrm>
                <a:off x="1635752" y="606950"/>
                <a:ext cx="1519014" cy="809269"/>
              </a:xfrm>
              <a:prstGeom prst="rect">
                <a:avLst/>
              </a:prstGeom>
              <a:solidFill>
                <a:schemeClr val="bg1">
                  <a:lumMod val="95000"/>
                </a:schemeClr>
              </a:solidFill>
              <a:ln>
                <a:noFill/>
              </a:ln>
              <a:effectLst>
                <a:outerShdw blurRad="215900" dist="38100" dir="2700000" algn="tl" rotWithShape="0">
                  <a:prstClr val="black">
                    <a:alpha val="22000"/>
                  </a:prst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50" tIns="57150" rIns="57150" bIns="57150" numCol="1" spcCol="1270" anchor="ctr" anchorCtr="0">
                <a:noAutofit/>
              </a:bodyPr>
              <a:lstStyle>
                <a:defPPr>
                  <a:defRPr lang="en-US"/>
                </a:defPPr>
                <a:lvl1pPr lvl="0" indent="0" algn="ctr" defTabSz="666750">
                  <a:lnSpc>
                    <a:spcPct val="90000"/>
                  </a:lnSpc>
                  <a:spcBef>
                    <a:spcPct val="0"/>
                  </a:spcBef>
                  <a:spcAft>
                    <a:spcPct val="35000"/>
                  </a:spcAft>
                  <a:buNone/>
                  <a:defRPr sz="1200">
                    <a:solidFill>
                      <a:schemeClr val="tx1"/>
                    </a:solidFill>
                  </a:defRPr>
                </a:lvl1pPr>
              </a:lstStyle>
              <a:p>
                <a:pPr marL="0" marR="0" lvl="0" indent="0" algn="ctr" defTabSz="666750" rtl="0" eaLnBrk="1" fontAlgn="auto" latinLnBrk="0" hangingPunct="1">
                  <a:lnSpc>
                    <a:spcPct val="90000"/>
                  </a:lnSpc>
                  <a:spcBef>
                    <a:spcPct val="0"/>
                  </a:spcBef>
                  <a:spcAft>
                    <a:spcPct val="35000"/>
                  </a:spcAft>
                  <a:buClrTx/>
                  <a:buSzTx/>
                  <a:buFontTx/>
                  <a:buNone/>
                  <a:tabLst/>
                  <a:defRPr/>
                </a:pPr>
                <a:r>
                  <a:rPr kumimoji="0" lang="en-US" sz="1200" b="0" i="0" u="none" strike="noStrike" kern="1200" cap="none" spc="0" normalizeH="0" baseline="0" noProof="0">
                    <a:ln>
                      <a:noFill/>
                    </a:ln>
                    <a:solidFill>
                      <a:srgbClr val="000000"/>
                    </a:solidFill>
                    <a:effectLst/>
                    <a:uLnTx/>
                    <a:uFillTx/>
                    <a:latin typeface="Segoe UI"/>
                    <a:ea typeface="+mn-ea"/>
                    <a:cs typeface="+mn-cs"/>
                  </a:rPr>
                  <a:t>TPM</a:t>
                </a:r>
                <a:br>
                  <a:rPr kumimoji="0" lang="en-US" sz="1200" b="0" i="0" u="none" strike="noStrike" kern="1200" cap="none" spc="0" normalizeH="0" baseline="0" noProof="0">
                    <a:ln>
                      <a:noFill/>
                    </a:ln>
                    <a:solidFill>
                      <a:srgbClr val="000000"/>
                    </a:solidFill>
                    <a:effectLst/>
                    <a:uLnTx/>
                    <a:uFillTx/>
                    <a:latin typeface="Segoe UI"/>
                    <a:ea typeface="+mn-ea"/>
                    <a:cs typeface="+mn-cs"/>
                  </a:rPr>
                </a:br>
                <a:r>
                  <a:rPr kumimoji="0" lang="en-US" sz="1200" b="0" i="0" u="none" strike="noStrike" kern="1200" cap="none" spc="0" normalizeH="0" baseline="0" noProof="0">
                    <a:ln>
                      <a:noFill/>
                    </a:ln>
                    <a:solidFill>
                      <a:srgbClr val="000000"/>
                    </a:solidFill>
                    <a:effectLst/>
                    <a:uLnTx/>
                    <a:uFillTx/>
                    <a:latin typeface="Segoe UI"/>
                    <a:ea typeface="+mn-ea"/>
                    <a:cs typeface="+mn-cs"/>
                  </a:rPr>
                  <a:t>Root of trust</a:t>
                </a:r>
              </a:p>
            </p:txBody>
          </p:sp>
        </p:grpSp>
        <p:grpSp>
          <p:nvGrpSpPr>
            <p:cNvPr id="26" name="Group 25">
              <a:extLst>
                <a:ext uri="{FF2B5EF4-FFF2-40B4-BE49-F238E27FC236}">
                  <a16:creationId xmlns:a16="http://schemas.microsoft.com/office/drawing/2014/main" id="{31A96D14-949A-49B8-80B4-4BA44197EA55}"/>
                </a:ext>
              </a:extLst>
            </p:cNvPr>
            <p:cNvGrpSpPr/>
            <p:nvPr/>
          </p:nvGrpSpPr>
          <p:grpSpPr>
            <a:xfrm>
              <a:off x="1030977" y="5486342"/>
              <a:ext cx="794822" cy="337345"/>
              <a:chOff x="1675329" y="8617744"/>
              <a:chExt cx="794822" cy="337345"/>
            </a:xfrm>
          </p:grpSpPr>
          <p:sp>
            <p:nvSpPr>
              <p:cNvPr id="40" name="Freeform 3433">
                <a:extLst>
                  <a:ext uri="{FF2B5EF4-FFF2-40B4-BE49-F238E27FC236}">
                    <a16:creationId xmlns:a16="http://schemas.microsoft.com/office/drawing/2014/main" id="{99F2404F-D9A4-4EA7-A92D-5010AEF24C90}"/>
                  </a:ext>
                </a:extLst>
              </p:cNvPr>
              <p:cNvSpPr>
                <a:spLocks noEditPoints="1"/>
              </p:cNvSpPr>
              <p:nvPr/>
            </p:nvSpPr>
            <p:spPr bwMode="auto">
              <a:xfrm>
                <a:off x="2349501" y="8666164"/>
                <a:ext cx="120650" cy="288925"/>
              </a:xfrm>
              <a:custGeom>
                <a:avLst/>
                <a:gdLst>
                  <a:gd name="T0" fmla="*/ 383 w 383"/>
                  <a:gd name="T1" fmla="*/ 191 h 907"/>
                  <a:gd name="T2" fmla="*/ 192 w 383"/>
                  <a:gd name="T3" fmla="*/ 0 h 907"/>
                  <a:gd name="T4" fmla="*/ 0 w 383"/>
                  <a:gd name="T5" fmla="*/ 191 h 907"/>
                  <a:gd name="T6" fmla="*/ 128 w 383"/>
                  <a:gd name="T7" fmla="*/ 372 h 907"/>
                  <a:gd name="T8" fmla="*/ 128 w 383"/>
                  <a:gd name="T9" fmla="*/ 858 h 907"/>
                  <a:gd name="T10" fmla="*/ 193 w 383"/>
                  <a:gd name="T11" fmla="*/ 907 h 907"/>
                  <a:gd name="T12" fmla="*/ 256 w 383"/>
                  <a:gd name="T13" fmla="*/ 858 h 907"/>
                  <a:gd name="T14" fmla="*/ 256 w 383"/>
                  <a:gd name="T15" fmla="*/ 807 h 907"/>
                  <a:gd name="T16" fmla="*/ 273 w 383"/>
                  <a:gd name="T17" fmla="*/ 807 h 907"/>
                  <a:gd name="T18" fmla="*/ 273 w 383"/>
                  <a:gd name="T19" fmla="*/ 724 h 907"/>
                  <a:gd name="T20" fmla="*/ 254 w 383"/>
                  <a:gd name="T21" fmla="*/ 710 h 907"/>
                  <a:gd name="T22" fmla="*/ 254 w 383"/>
                  <a:gd name="T23" fmla="*/ 676 h 907"/>
                  <a:gd name="T24" fmla="*/ 273 w 383"/>
                  <a:gd name="T25" fmla="*/ 672 h 907"/>
                  <a:gd name="T26" fmla="*/ 273 w 383"/>
                  <a:gd name="T27" fmla="*/ 622 h 907"/>
                  <a:gd name="T28" fmla="*/ 252 w 383"/>
                  <a:gd name="T29" fmla="*/ 599 h 907"/>
                  <a:gd name="T30" fmla="*/ 273 w 383"/>
                  <a:gd name="T31" fmla="*/ 585 h 907"/>
                  <a:gd name="T32" fmla="*/ 273 w 383"/>
                  <a:gd name="T33" fmla="*/ 542 h 907"/>
                  <a:gd name="T34" fmla="*/ 254 w 383"/>
                  <a:gd name="T35" fmla="*/ 536 h 907"/>
                  <a:gd name="T36" fmla="*/ 253 w 383"/>
                  <a:gd name="T37" fmla="*/ 485 h 907"/>
                  <a:gd name="T38" fmla="*/ 273 w 383"/>
                  <a:gd name="T39" fmla="*/ 480 h 907"/>
                  <a:gd name="T40" fmla="*/ 273 w 383"/>
                  <a:gd name="T41" fmla="*/ 425 h 907"/>
                  <a:gd name="T42" fmla="*/ 256 w 383"/>
                  <a:gd name="T43" fmla="*/ 415 h 907"/>
                  <a:gd name="T44" fmla="*/ 256 w 383"/>
                  <a:gd name="T45" fmla="*/ 372 h 907"/>
                  <a:gd name="T46" fmla="*/ 383 w 383"/>
                  <a:gd name="T47" fmla="*/ 191 h 907"/>
                  <a:gd name="T48" fmla="*/ 216 w 383"/>
                  <a:gd name="T49" fmla="*/ 61 h 907"/>
                  <a:gd name="T50" fmla="*/ 195 w 383"/>
                  <a:gd name="T51" fmla="*/ 41 h 907"/>
                  <a:gd name="T52" fmla="*/ 175 w 383"/>
                  <a:gd name="T53" fmla="*/ 61 h 907"/>
                  <a:gd name="T54" fmla="*/ 195 w 383"/>
                  <a:gd name="T55" fmla="*/ 81 h 907"/>
                  <a:gd name="T56" fmla="*/ 216 w 383"/>
                  <a:gd name="T57" fmla="*/ 61 h 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83" h="907">
                    <a:moveTo>
                      <a:pt x="383" y="191"/>
                    </a:moveTo>
                    <a:cubicBezTo>
                      <a:pt x="383" y="85"/>
                      <a:pt x="298" y="0"/>
                      <a:pt x="192" y="0"/>
                    </a:cubicBezTo>
                    <a:cubicBezTo>
                      <a:pt x="86" y="0"/>
                      <a:pt x="0" y="85"/>
                      <a:pt x="0" y="191"/>
                    </a:cubicBezTo>
                    <a:cubicBezTo>
                      <a:pt x="0" y="275"/>
                      <a:pt x="54" y="345"/>
                      <a:pt x="128" y="372"/>
                    </a:cubicBezTo>
                    <a:lnTo>
                      <a:pt x="128" y="858"/>
                    </a:lnTo>
                    <a:lnTo>
                      <a:pt x="193" y="907"/>
                    </a:lnTo>
                    <a:lnTo>
                      <a:pt x="256" y="858"/>
                    </a:lnTo>
                    <a:lnTo>
                      <a:pt x="256" y="807"/>
                    </a:lnTo>
                    <a:lnTo>
                      <a:pt x="273" y="807"/>
                    </a:lnTo>
                    <a:lnTo>
                      <a:pt x="273" y="724"/>
                    </a:lnTo>
                    <a:lnTo>
                      <a:pt x="254" y="710"/>
                    </a:lnTo>
                    <a:lnTo>
                      <a:pt x="254" y="676"/>
                    </a:lnTo>
                    <a:lnTo>
                      <a:pt x="273" y="672"/>
                    </a:lnTo>
                    <a:lnTo>
                      <a:pt x="273" y="622"/>
                    </a:lnTo>
                    <a:lnTo>
                      <a:pt x="252" y="599"/>
                    </a:lnTo>
                    <a:lnTo>
                      <a:pt x="273" y="585"/>
                    </a:lnTo>
                    <a:lnTo>
                      <a:pt x="273" y="542"/>
                    </a:lnTo>
                    <a:lnTo>
                      <a:pt x="254" y="536"/>
                    </a:lnTo>
                    <a:lnTo>
                      <a:pt x="253" y="485"/>
                    </a:lnTo>
                    <a:lnTo>
                      <a:pt x="273" y="480"/>
                    </a:lnTo>
                    <a:lnTo>
                      <a:pt x="273" y="425"/>
                    </a:lnTo>
                    <a:lnTo>
                      <a:pt x="256" y="415"/>
                    </a:lnTo>
                    <a:lnTo>
                      <a:pt x="256" y="372"/>
                    </a:lnTo>
                    <a:cubicBezTo>
                      <a:pt x="330" y="345"/>
                      <a:pt x="383" y="275"/>
                      <a:pt x="383" y="191"/>
                    </a:cubicBezTo>
                    <a:close/>
                    <a:moveTo>
                      <a:pt x="216" y="61"/>
                    </a:moveTo>
                    <a:cubicBezTo>
                      <a:pt x="216" y="50"/>
                      <a:pt x="207" y="41"/>
                      <a:pt x="195" y="41"/>
                    </a:cubicBezTo>
                    <a:cubicBezTo>
                      <a:pt x="184" y="41"/>
                      <a:pt x="175" y="50"/>
                      <a:pt x="175" y="61"/>
                    </a:cubicBezTo>
                    <a:cubicBezTo>
                      <a:pt x="175" y="72"/>
                      <a:pt x="184" y="81"/>
                      <a:pt x="195" y="81"/>
                    </a:cubicBezTo>
                    <a:cubicBezTo>
                      <a:pt x="207" y="81"/>
                      <a:pt x="216" y="72"/>
                      <a:pt x="216" y="61"/>
                    </a:cubicBezTo>
                    <a:close/>
                  </a:path>
                </a:pathLst>
              </a:custGeom>
              <a:solidFill>
                <a:srgbClr val="FFC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000000"/>
                  </a:solidFill>
                  <a:effectLst/>
                  <a:uLnTx/>
                  <a:uFillTx/>
                  <a:latin typeface="Segoe UI"/>
                  <a:ea typeface="+mn-ea"/>
                  <a:cs typeface="+mn-cs"/>
                </a:endParaRPr>
              </a:p>
            </p:txBody>
          </p:sp>
          <p:sp>
            <p:nvSpPr>
              <p:cNvPr id="41" name="Freeform 3434">
                <a:extLst>
                  <a:ext uri="{FF2B5EF4-FFF2-40B4-BE49-F238E27FC236}">
                    <a16:creationId xmlns:a16="http://schemas.microsoft.com/office/drawing/2014/main" id="{9075DF8A-B078-4477-B2D1-38A1E6AE8E5B}"/>
                  </a:ext>
                </a:extLst>
              </p:cNvPr>
              <p:cNvSpPr>
                <a:spLocks noEditPoints="1"/>
              </p:cNvSpPr>
              <p:nvPr/>
            </p:nvSpPr>
            <p:spPr bwMode="auto">
              <a:xfrm>
                <a:off x="2349501" y="8666164"/>
                <a:ext cx="120650" cy="288925"/>
              </a:xfrm>
              <a:custGeom>
                <a:avLst/>
                <a:gdLst>
                  <a:gd name="T0" fmla="*/ 383 w 383"/>
                  <a:gd name="T1" fmla="*/ 191 h 907"/>
                  <a:gd name="T2" fmla="*/ 192 w 383"/>
                  <a:gd name="T3" fmla="*/ 0 h 907"/>
                  <a:gd name="T4" fmla="*/ 0 w 383"/>
                  <a:gd name="T5" fmla="*/ 191 h 907"/>
                  <a:gd name="T6" fmla="*/ 128 w 383"/>
                  <a:gd name="T7" fmla="*/ 372 h 907"/>
                  <a:gd name="T8" fmla="*/ 128 w 383"/>
                  <a:gd name="T9" fmla="*/ 858 h 907"/>
                  <a:gd name="T10" fmla="*/ 193 w 383"/>
                  <a:gd name="T11" fmla="*/ 907 h 907"/>
                  <a:gd name="T12" fmla="*/ 256 w 383"/>
                  <a:gd name="T13" fmla="*/ 858 h 907"/>
                  <a:gd name="T14" fmla="*/ 256 w 383"/>
                  <a:gd name="T15" fmla="*/ 807 h 907"/>
                  <a:gd name="T16" fmla="*/ 273 w 383"/>
                  <a:gd name="T17" fmla="*/ 807 h 907"/>
                  <a:gd name="T18" fmla="*/ 273 w 383"/>
                  <a:gd name="T19" fmla="*/ 724 h 907"/>
                  <a:gd name="T20" fmla="*/ 254 w 383"/>
                  <a:gd name="T21" fmla="*/ 710 h 907"/>
                  <a:gd name="T22" fmla="*/ 254 w 383"/>
                  <a:gd name="T23" fmla="*/ 676 h 907"/>
                  <a:gd name="T24" fmla="*/ 273 w 383"/>
                  <a:gd name="T25" fmla="*/ 672 h 907"/>
                  <a:gd name="T26" fmla="*/ 273 w 383"/>
                  <a:gd name="T27" fmla="*/ 622 h 907"/>
                  <a:gd name="T28" fmla="*/ 252 w 383"/>
                  <a:gd name="T29" fmla="*/ 599 h 907"/>
                  <a:gd name="T30" fmla="*/ 273 w 383"/>
                  <a:gd name="T31" fmla="*/ 585 h 907"/>
                  <a:gd name="T32" fmla="*/ 273 w 383"/>
                  <a:gd name="T33" fmla="*/ 542 h 907"/>
                  <a:gd name="T34" fmla="*/ 254 w 383"/>
                  <a:gd name="T35" fmla="*/ 536 h 907"/>
                  <a:gd name="T36" fmla="*/ 253 w 383"/>
                  <a:gd name="T37" fmla="*/ 485 h 907"/>
                  <a:gd name="T38" fmla="*/ 273 w 383"/>
                  <a:gd name="T39" fmla="*/ 480 h 907"/>
                  <a:gd name="T40" fmla="*/ 273 w 383"/>
                  <a:gd name="T41" fmla="*/ 425 h 907"/>
                  <a:gd name="T42" fmla="*/ 256 w 383"/>
                  <a:gd name="T43" fmla="*/ 415 h 907"/>
                  <a:gd name="T44" fmla="*/ 256 w 383"/>
                  <a:gd name="T45" fmla="*/ 372 h 907"/>
                  <a:gd name="T46" fmla="*/ 383 w 383"/>
                  <a:gd name="T47" fmla="*/ 191 h 907"/>
                  <a:gd name="T48" fmla="*/ 167 w 383"/>
                  <a:gd name="T49" fmla="*/ 378 h 907"/>
                  <a:gd name="T50" fmla="*/ 167 w 383"/>
                  <a:gd name="T51" fmla="*/ 840 h 907"/>
                  <a:gd name="T52" fmla="*/ 216 w 383"/>
                  <a:gd name="T53" fmla="*/ 61 h 907"/>
                  <a:gd name="T54" fmla="*/ 195 w 383"/>
                  <a:gd name="T55" fmla="*/ 41 h 907"/>
                  <a:gd name="T56" fmla="*/ 175 w 383"/>
                  <a:gd name="T57" fmla="*/ 61 h 907"/>
                  <a:gd name="T58" fmla="*/ 195 w 383"/>
                  <a:gd name="T59" fmla="*/ 81 h 907"/>
                  <a:gd name="T60" fmla="*/ 216 w 383"/>
                  <a:gd name="T61" fmla="*/ 61 h 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3" h="907">
                    <a:moveTo>
                      <a:pt x="383" y="191"/>
                    </a:moveTo>
                    <a:cubicBezTo>
                      <a:pt x="383" y="85"/>
                      <a:pt x="298" y="0"/>
                      <a:pt x="192" y="0"/>
                    </a:cubicBezTo>
                    <a:cubicBezTo>
                      <a:pt x="86" y="0"/>
                      <a:pt x="0" y="85"/>
                      <a:pt x="0" y="191"/>
                    </a:cubicBezTo>
                    <a:cubicBezTo>
                      <a:pt x="0" y="275"/>
                      <a:pt x="54" y="345"/>
                      <a:pt x="128" y="372"/>
                    </a:cubicBezTo>
                    <a:lnTo>
                      <a:pt x="128" y="858"/>
                    </a:lnTo>
                    <a:lnTo>
                      <a:pt x="193" y="907"/>
                    </a:lnTo>
                    <a:lnTo>
                      <a:pt x="256" y="858"/>
                    </a:lnTo>
                    <a:lnTo>
                      <a:pt x="256" y="807"/>
                    </a:lnTo>
                    <a:lnTo>
                      <a:pt x="273" y="807"/>
                    </a:lnTo>
                    <a:lnTo>
                      <a:pt x="273" y="724"/>
                    </a:lnTo>
                    <a:lnTo>
                      <a:pt x="254" y="710"/>
                    </a:lnTo>
                    <a:lnTo>
                      <a:pt x="254" y="676"/>
                    </a:lnTo>
                    <a:lnTo>
                      <a:pt x="273" y="672"/>
                    </a:lnTo>
                    <a:lnTo>
                      <a:pt x="273" y="622"/>
                    </a:lnTo>
                    <a:lnTo>
                      <a:pt x="252" y="599"/>
                    </a:lnTo>
                    <a:lnTo>
                      <a:pt x="273" y="585"/>
                    </a:lnTo>
                    <a:lnTo>
                      <a:pt x="273" y="542"/>
                    </a:lnTo>
                    <a:lnTo>
                      <a:pt x="254" y="536"/>
                    </a:lnTo>
                    <a:lnTo>
                      <a:pt x="253" y="485"/>
                    </a:lnTo>
                    <a:lnTo>
                      <a:pt x="273" y="480"/>
                    </a:lnTo>
                    <a:lnTo>
                      <a:pt x="273" y="425"/>
                    </a:lnTo>
                    <a:lnTo>
                      <a:pt x="256" y="415"/>
                    </a:lnTo>
                    <a:lnTo>
                      <a:pt x="256" y="372"/>
                    </a:lnTo>
                    <a:cubicBezTo>
                      <a:pt x="330" y="345"/>
                      <a:pt x="383" y="275"/>
                      <a:pt x="383" y="191"/>
                    </a:cubicBezTo>
                    <a:close/>
                    <a:moveTo>
                      <a:pt x="167" y="378"/>
                    </a:moveTo>
                    <a:lnTo>
                      <a:pt x="167" y="840"/>
                    </a:lnTo>
                    <a:moveTo>
                      <a:pt x="216" y="61"/>
                    </a:moveTo>
                    <a:cubicBezTo>
                      <a:pt x="216" y="50"/>
                      <a:pt x="207" y="41"/>
                      <a:pt x="195" y="41"/>
                    </a:cubicBezTo>
                    <a:cubicBezTo>
                      <a:pt x="184" y="41"/>
                      <a:pt x="175" y="50"/>
                      <a:pt x="175" y="61"/>
                    </a:cubicBezTo>
                    <a:cubicBezTo>
                      <a:pt x="175" y="72"/>
                      <a:pt x="184" y="81"/>
                      <a:pt x="195" y="81"/>
                    </a:cubicBezTo>
                    <a:cubicBezTo>
                      <a:pt x="207" y="81"/>
                      <a:pt x="216" y="72"/>
                      <a:pt x="216" y="61"/>
                    </a:cubicBezTo>
                    <a:close/>
                  </a:path>
                </a:pathLst>
              </a:custGeom>
              <a:noFill/>
              <a:ln w="9525" cap="rnd">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000000"/>
                  </a:solidFill>
                  <a:effectLst/>
                  <a:uLnTx/>
                  <a:uFillTx/>
                  <a:latin typeface="Segoe UI"/>
                  <a:ea typeface="+mn-ea"/>
                  <a:cs typeface="+mn-cs"/>
                </a:endParaRPr>
              </a:p>
            </p:txBody>
          </p:sp>
          <p:sp>
            <p:nvSpPr>
              <p:cNvPr id="42" name="Rectangle 3553">
                <a:extLst>
                  <a:ext uri="{FF2B5EF4-FFF2-40B4-BE49-F238E27FC236}">
                    <a16:creationId xmlns:a16="http://schemas.microsoft.com/office/drawing/2014/main" id="{AAFD08C5-7D52-44B5-9754-BC8AD21111AD}"/>
                  </a:ext>
                </a:extLst>
              </p:cNvPr>
              <p:cNvSpPr>
                <a:spLocks noChangeArrowheads="1"/>
              </p:cNvSpPr>
              <p:nvPr/>
            </p:nvSpPr>
            <p:spPr bwMode="auto">
              <a:xfrm>
                <a:off x="1675329" y="8617744"/>
                <a:ext cx="556243"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000000"/>
                    </a:solidFill>
                    <a:effectLst/>
                    <a:uLnTx/>
                    <a:uFillTx/>
                    <a:latin typeface="Segoe UI"/>
                    <a:ea typeface="+mn-ea"/>
                    <a:cs typeface="+mn-cs"/>
                  </a:rPr>
                  <a:t>OEM key</a:t>
                </a:r>
                <a:endParaRPr kumimoji="0" lang="en-US" altLang="en-US" sz="1800" b="0" i="0" u="none" strike="noStrike" kern="1200" cap="none" spc="0" normalizeH="0" baseline="0" noProof="0">
                  <a:ln>
                    <a:noFill/>
                  </a:ln>
                  <a:solidFill>
                    <a:srgbClr val="000000"/>
                  </a:solidFill>
                  <a:effectLst/>
                  <a:uLnTx/>
                  <a:uFillTx/>
                  <a:latin typeface="Segoe UI"/>
                  <a:ea typeface="+mn-ea"/>
                  <a:cs typeface="+mn-cs"/>
                </a:endParaRPr>
              </a:p>
            </p:txBody>
          </p:sp>
        </p:grpSp>
        <p:sp>
          <p:nvSpPr>
            <p:cNvPr id="27" name="Rectangle 3556">
              <a:extLst>
                <a:ext uri="{FF2B5EF4-FFF2-40B4-BE49-F238E27FC236}">
                  <a16:creationId xmlns:a16="http://schemas.microsoft.com/office/drawing/2014/main" id="{FF529E90-06C9-46DF-B80E-C3805FC0A085}"/>
                </a:ext>
              </a:extLst>
            </p:cNvPr>
            <p:cNvSpPr>
              <a:spLocks noChangeArrowheads="1"/>
            </p:cNvSpPr>
            <p:nvPr/>
          </p:nvSpPr>
          <p:spPr bwMode="auto">
            <a:xfrm>
              <a:off x="2878942" y="5972160"/>
              <a:ext cx="668453" cy="276999"/>
            </a:xfrm>
            <a:prstGeom prst="rect">
              <a:avLst/>
            </a:prstGeom>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900" b="0" i="0" u="none" strike="noStrike" kern="1200" cap="none" spc="0" normalizeH="0" baseline="0" noProof="0">
                  <a:ln>
                    <a:noFill/>
                  </a:ln>
                  <a:solidFill>
                    <a:srgbClr val="000000"/>
                  </a:solidFill>
                  <a:effectLst/>
                  <a:uLnTx/>
                  <a:uFillTx/>
                  <a:latin typeface="Segoe UI Semibold"/>
                  <a:ea typeface="+mn-ea"/>
                  <a:cs typeface="+mn-cs"/>
                </a:rPr>
                <a:t>ACM checks </a:t>
              </a:r>
              <a:br>
                <a:rPr kumimoji="0" lang="en-US" altLang="en-US" sz="900" b="0" i="0" u="none" strike="noStrike" kern="1200" cap="none" spc="0" normalizeH="0" baseline="0" noProof="0">
                  <a:ln>
                    <a:noFill/>
                  </a:ln>
                  <a:solidFill>
                    <a:srgbClr val="000000"/>
                  </a:solidFill>
                  <a:effectLst/>
                  <a:uLnTx/>
                  <a:uFillTx/>
                  <a:latin typeface="Segoe UI Semibold"/>
                  <a:ea typeface="+mn-ea"/>
                  <a:cs typeface="+mn-cs"/>
                </a:rPr>
              </a:br>
              <a:r>
                <a:rPr kumimoji="0" lang="en-US" altLang="en-US" sz="900" b="0" i="0" u="none" strike="noStrike" kern="1200" cap="none" spc="0" normalizeH="0" baseline="0" noProof="0">
                  <a:ln>
                    <a:noFill/>
                  </a:ln>
                  <a:solidFill>
                    <a:srgbClr val="000000"/>
                  </a:solidFill>
                  <a:effectLst/>
                  <a:uLnTx/>
                  <a:uFillTx/>
                  <a:latin typeface="Segoe UI Semibold"/>
                  <a:ea typeface="+mn-ea"/>
                  <a:cs typeface="+mn-cs"/>
                </a:rPr>
                <a:t>PEI</a:t>
              </a:r>
            </a:p>
          </p:txBody>
        </p:sp>
        <p:sp>
          <p:nvSpPr>
            <p:cNvPr id="29" name="Rectangle 3559">
              <a:extLst>
                <a:ext uri="{FF2B5EF4-FFF2-40B4-BE49-F238E27FC236}">
                  <a16:creationId xmlns:a16="http://schemas.microsoft.com/office/drawing/2014/main" id="{B3A7B224-30BB-4687-9C3E-0EE7FCF250A0}"/>
                </a:ext>
              </a:extLst>
            </p:cNvPr>
            <p:cNvSpPr>
              <a:spLocks noChangeArrowheads="1"/>
            </p:cNvSpPr>
            <p:nvPr/>
          </p:nvSpPr>
          <p:spPr bwMode="auto">
            <a:xfrm>
              <a:off x="6080049" y="4286004"/>
              <a:ext cx="819135" cy="138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900" b="0" i="0" u="none" strike="noStrike" kern="1200" cap="none" spc="0" normalizeH="0" baseline="0" noProof="0">
                  <a:ln>
                    <a:noFill/>
                  </a:ln>
                  <a:solidFill>
                    <a:srgbClr val="000000"/>
                  </a:solidFill>
                  <a:effectLst/>
                  <a:uLnTx/>
                  <a:uFillTx/>
                  <a:latin typeface="Segoe UI Semibold"/>
                  <a:ea typeface="+mn-ea"/>
                  <a:cs typeface="+mn-cs"/>
                </a:rPr>
                <a:t>PEI checks DXE </a:t>
              </a:r>
            </a:p>
          </p:txBody>
        </p:sp>
        <p:grpSp>
          <p:nvGrpSpPr>
            <p:cNvPr id="31" name="Group 30">
              <a:extLst>
                <a:ext uri="{FF2B5EF4-FFF2-40B4-BE49-F238E27FC236}">
                  <a16:creationId xmlns:a16="http://schemas.microsoft.com/office/drawing/2014/main" id="{A0C79EA8-5541-4D61-8CA0-9A93EFEF36F7}"/>
                </a:ext>
              </a:extLst>
            </p:cNvPr>
            <p:cNvGrpSpPr/>
            <p:nvPr/>
          </p:nvGrpSpPr>
          <p:grpSpPr>
            <a:xfrm>
              <a:off x="9446431" y="4148269"/>
              <a:ext cx="639599" cy="276234"/>
              <a:chOff x="8918112" y="4074598"/>
              <a:chExt cx="639599" cy="276234"/>
            </a:xfrm>
          </p:grpSpPr>
          <p:sp>
            <p:nvSpPr>
              <p:cNvPr id="38" name="Rectangle 3562">
                <a:extLst>
                  <a:ext uri="{FF2B5EF4-FFF2-40B4-BE49-F238E27FC236}">
                    <a16:creationId xmlns:a16="http://schemas.microsoft.com/office/drawing/2014/main" id="{5C51977F-C067-41F6-AD03-37EC53F0ECD4}"/>
                  </a:ext>
                </a:extLst>
              </p:cNvPr>
              <p:cNvSpPr>
                <a:spLocks noChangeArrowheads="1"/>
              </p:cNvSpPr>
              <p:nvPr/>
            </p:nvSpPr>
            <p:spPr bwMode="auto">
              <a:xfrm>
                <a:off x="8958990" y="4074598"/>
                <a:ext cx="55784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a:ln>
                      <a:noFill/>
                    </a:ln>
                    <a:solidFill>
                      <a:srgbClr val="000000"/>
                    </a:solidFill>
                    <a:effectLst/>
                    <a:uLnTx/>
                    <a:uFillTx/>
                    <a:latin typeface="Segoe UI Semibold"/>
                    <a:ea typeface="+mn-ea"/>
                    <a:cs typeface="+mn-cs"/>
                  </a:rPr>
                  <a:t>DXE checks </a:t>
                </a:r>
                <a:endParaRPr kumimoji="0" lang="en-US" altLang="en-US" sz="1800" b="0" i="0" u="none" strike="noStrike" kern="1200" cap="none" spc="0" normalizeH="0" baseline="0" noProof="0">
                  <a:ln>
                    <a:noFill/>
                  </a:ln>
                  <a:solidFill>
                    <a:srgbClr val="000000"/>
                  </a:solidFill>
                  <a:effectLst/>
                  <a:uLnTx/>
                  <a:uFillTx/>
                  <a:latin typeface="Segoe UI Semibold"/>
                  <a:ea typeface="+mn-ea"/>
                  <a:cs typeface="+mn-cs"/>
                </a:endParaRPr>
              </a:p>
            </p:txBody>
          </p:sp>
          <p:sp>
            <p:nvSpPr>
              <p:cNvPr id="39" name="Rectangle 3563">
                <a:extLst>
                  <a:ext uri="{FF2B5EF4-FFF2-40B4-BE49-F238E27FC236}">
                    <a16:creationId xmlns:a16="http://schemas.microsoft.com/office/drawing/2014/main" id="{D3D12528-98B5-4577-A929-4AB494CBD53D}"/>
                  </a:ext>
                </a:extLst>
              </p:cNvPr>
              <p:cNvSpPr>
                <a:spLocks noChangeArrowheads="1"/>
              </p:cNvSpPr>
              <p:nvPr/>
            </p:nvSpPr>
            <p:spPr bwMode="auto">
              <a:xfrm>
                <a:off x="8918112" y="4212333"/>
                <a:ext cx="639599" cy="138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900" b="0" i="0" u="none" strike="noStrike" kern="1200" cap="none" spc="0" normalizeH="0" baseline="0" noProof="0">
                    <a:ln>
                      <a:noFill/>
                    </a:ln>
                    <a:solidFill>
                      <a:srgbClr val="000000"/>
                    </a:solidFill>
                    <a:effectLst/>
                    <a:uLnTx/>
                    <a:uFillTx/>
                    <a:latin typeface="Segoe UI Semibold"/>
                    <a:ea typeface="+mn-ea"/>
                    <a:cs typeface="+mn-cs"/>
                  </a:rPr>
                  <a:t>Boot Loader</a:t>
                </a:r>
                <a:endParaRPr kumimoji="0" lang="en-US" altLang="en-US" sz="1800" b="0" i="0" u="none" strike="noStrike" kern="1200" cap="none" spc="0" normalizeH="0" baseline="0" noProof="0">
                  <a:ln>
                    <a:noFill/>
                  </a:ln>
                  <a:solidFill>
                    <a:srgbClr val="000000"/>
                  </a:solidFill>
                  <a:effectLst/>
                  <a:uLnTx/>
                  <a:uFillTx/>
                  <a:latin typeface="Segoe UI Semibold"/>
                  <a:ea typeface="+mn-ea"/>
                  <a:cs typeface="+mn-cs"/>
                </a:endParaRPr>
              </a:p>
            </p:txBody>
          </p:sp>
        </p:grpSp>
        <p:sp>
          <p:nvSpPr>
            <p:cNvPr id="32" name="Rectangle 3566">
              <a:extLst>
                <a:ext uri="{FF2B5EF4-FFF2-40B4-BE49-F238E27FC236}">
                  <a16:creationId xmlns:a16="http://schemas.microsoft.com/office/drawing/2014/main" id="{D47A5F66-A7DA-4425-A4D6-4FC5EAB314EF}"/>
                </a:ext>
              </a:extLst>
            </p:cNvPr>
            <p:cNvSpPr>
              <a:spLocks noChangeArrowheads="1"/>
            </p:cNvSpPr>
            <p:nvPr/>
          </p:nvSpPr>
          <p:spPr bwMode="auto">
            <a:xfrm>
              <a:off x="4643381" y="4054734"/>
              <a:ext cx="625533" cy="345013"/>
            </a:xfrm>
            <a:prstGeom prst="rect">
              <a:avLst/>
            </a:prstGeom>
            <a:solidFill>
              <a:schemeClr val="accent2"/>
            </a:solidFill>
            <a:ln>
              <a:noFill/>
            </a:ln>
            <a:effectLst>
              <a:outerShdw blurRad="215900" dist="38100" dir="2700000" algn="tl" rotWithShape="0">
                <a:prstClr val="black">
                  <a:alpha val="22000"/>
                </a:prst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7150" tIns="57150" rIns="57150" bIns="57150" numCol="1" spcCol="1270" anchor="ctr" anchorCtr="0">
              <a:no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666750" rtl="0" eaLnBrk="0" fontAlgn="base" latinLnBrk="0" hangingPunct="0">
                <a:lnSpc>
                  <a:spcPct val="90000"/>
                </a:lnSpc>
                <a:spcBef>
                  <a:spcPct val="0"/>
                </a:spcBef>
                <a:spcAft>
                  <a:spcPct val="35000"/>
                </a:spcAft>
                <a:buClrTx/>
                <a:buSzTx/>
                <a:buFontTx/>
                <a:buNone/>
                <a:tabLst/>
                <a:defRPr/>
              </a:pPr>
              <a:r>
                <a:rPr kumimoji="0" lang="en-US" altLang="en-US" sz="1200" b="0" i="0" u="none" strike="noStrike" kern="1200" cap="none" spc="0" normalizeH="0" baseline="0" noProof="0">
                  <a:ln>
                    <a:noFill/>
                  </a:ln>
                  <a:solidFill>
                    <a:srgbClr val="FFFFFF"/>
                  </a:solidFill>
                  <a:effectLst/>
                  <a:uLnTx/>
                  <a:uFillTx/>
                  <a:latin typeface="Arial" panose="020B0604020202020204" pitchFamily="34" charset="0"/>
                  <a:ea typeface="+mn-ea"/>
                  <a:cs typeface="+mn-cs"/>
                </a:rPr>
                <a:t>PCRs</a:t>
              </a:r>
            </a:p>
          </p:txBody>
        </p:sp>
        <p:sp>
          <p:nvSpPr>
            <p:cNvPr id="33" name="Rectangle 3569">
              <a:extLst>
                <a:ext uri="{FF2B5EF4-FFF2-40B4-BE49-F238E27FC236}">
                  <a16:creationId xmlns:a16="http://schemas.microsoft.com/office/drawing/2014/main" id="{B57995D5-8BB9-4381-94B8-591842421641}"/>
                </a:ext>
              </a:extLst>
            </p:cNvPr>
            <p:cNvSpPr>
              <a:spLocks noChangeArrowheads="1"/>
            </p:cNvSpPr>
            <p:nvPr/>
          </p:nvSpPr>
          <p:spPr bwMode="auto">
            <a:xfrm>
              <a:off x="2059810" y="5972160"/>
              <a:ext cx="668453" cy="276999"/>
            </a:xfrm>
            <a:prstGeom prst="rect">
              <a:avLst/>
            </a:prstGeom>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900" b="0" i="0" u="none" strike="noStrike" kern="1200" cap="none" spc="0" normalizeH="0" baseline="0" noProof="0">
                  <a:ln>
                    <a:noFill/>
                  </a:ln>
                  <a:solidFill>
                    <a:srgbClr val="000000"/>
                  </a:solidFill>
                  <a:effectLst/>
                  <a:uLnTx/>
                  <a:uFillTx/>
                  <a:latin typeface="Segoe UI Semibold"/>
                  <a:ea typeface="+mn-ea"/>
                  <a:cs typeface="+mn-cs"/>
                </a:rPr>
                <a:t>ACM checks </a:t>
              </a:r>
              <a:br>
                <a:rPr kumimoji="0" lang="en-US" altLang="en-US" sz="900" b="0" i="0" u="none" strike="noStrike" kern="1200" cap="none" spc="0" normalizeH="0" baseline="0" noProof="0">
                  <a:ln>
                    <a:noFill/>
                  </a:ln>
                  <a:solidFill>
                    <a:srgbClr val="000000"/>
                  </a:solidFill>
                  <a:effectLst/>
                  <a:uLnTx/>
                  <a:uFillTx/>
                  <a:latin typeface="Segoe UI Semibold"/>
                  <a:ea typeface="+mn-ea"/>
                  <a:cs typeface="+mn-cs"/>
                </a:rPr>
              </a:br>
              <a:r>
                <a:rPr kumimoji="0" lang="en-US" altLang="en-US" sz="900" b="0" i="0" u="none" strike="noStrike" kern="1200" cap="none" spc="0" normalizeH="0" baseline="0" noProof="0">
                  <a:ln>
                    <a:noFill/>
                  </a:ln>
                  <a:solidFill>
                    <a:srgbClr val="000000"/>
                  </a:solidFill>
                  <a:effectLst/>
                  <a:uLnTx/>
                  <a:uFillTx/>
                  <a:latin typeface="Segoe UI Semibold"/>
                  <a:ea typeface="+mn-ea"/>
                  <a:cs typeface="+mn-cs"/>
                </a:rPr>
                <a:t>PCR0</a:t>
              </a:r>
            </a:p>
          </p:txBody>
        </p:sp>
        <p:cxnSp>
          <p:nvCxnSpPr>
            <p:cNvPr id="34" name="Straight Connector 33">
              <a:extLst>
                <a:ext uri="{FF2B5EF4-FFF2-40B4-BE49-F238E27FC236}">
                  <a16:creationId xmlns:a16="http://schemas.microsoft.com/office/drawing/2014/main" id="{0C8DD5DB-F7C2-4613-B18F-5ABEBA2E9C8F}"/>
                </a:ext>
              </a:extLst>
            </p:cNvPr>
            <p:cNvCxnSpPr>
              <a:cxnSpLocks/>
              <a:stCxn id="27" idx="0"/>
            </p:cNvCxnSpPr>
            <p:nvPr/>
          </p:nvCxnSpPr>
          <p:spPr>
            <a:xfrm flipV="1">
              <a:off x="3213169" y="5285160"/>
              <a:ext cx="0" cy="687000"/>
            </a:xfrm>
            <a:prstGeom prst="line">
              <a:avLst/>
            </a:prstGeom>
            <a:ln>
              <a:solidFill>
                <a:schemeClr val="tx1"/>
              </a:solidFill>
              <a:headEnd type="none" w="lg" len="med"/>
              <a:tailEnd type="oval" w="med" len="med"/>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0CCA784D-5953-48A7-8D60-B933F1317BB2}"/>
                </a:ext>
              </a:extLst>
            </p:cNvPr>
            <p:cNvCxnSpPr>
              <a:stCxn id="33" idx="0"/>
            </p:cNvCxnSpPr>
            <p:nvPr/>
          </p:nvCxnSpPr>
          <p:spPr>
            <a:xfrm flipH="1" flipV="1">
              <a:off x="2394036" y="5570980"/>
              <a:ext cx="1" cy="401180"/>
            </a:xfrm>
            <a:prstGeom prst="line">
              <a:avLst/>
            </a:prstGeom>
            <a:ln>
              <a:solidFill>
                <a:schemeClr val="tx1"/>
              </a:solidFill>
              <a:headEnd type="none" w="lg" len="med"/>
              <a:tailEnd type="oval" w="med" len="med"/>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116A458B-245B-40D9-B142-8182A22EC94C}"/>
                </a:ext>
              </a:extLst>
            </p:cNvPr>
            <p:cNvCxnSpPr>
              <a:cxnSpLocks/>
            </p:cNvCxnSpPr>
            <p:nvPr/>
          </p:nvCxnSpPr>
          <p:spPr>
            <a:xfrm>
              <a:off x="6489617" y="4483100"/>
              <a:ext cx="0" cy="787343"/>
            </a:xfrm>
            <a:prstGeom prst="line">
              <a:avLst/>
            </a:prstGeom>
            <a:ln>
              <a:solidFill>
                <a:schemeClr val="tx1"/>
              </a:solidFill>
              <a:headEnd type="none" w="lg" len="med"/>
              <a:tailEnd type="oval" w="med" len="med"/>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BCA52815-7A3F-4745-B474-BA3947EC919E}"/>
                </a:ext>
              </a:extLst>
            </p:cNvPr>
            <p:cNvCxnSpPr>
              <a:cxnSpLocks/>
            </p:cNvCxnSpPr>
            <p:nvPr/>
          </p:nvCxnSpPr>
          <p:spPr>
            <a:xfrm>
              <a:off x="9766230" y="4483100"/>
              <a:ext cx="0" cy="787343"/>
            </a:xfrm>
            <a:prstGeom prst="line">
              <a:avLst/>
            </a:prstGeom>
            <a:ln>
              <a:solidFill>
                <a:schemeClr val="tx1"/>
              </a:solidFill>
              <a:headEnd type="none" w="lg" len="med"/>
              <a:tailEnd type="oval" w="med" len="med"/>
            </a:ln>
          </p:spPr>
          <p:style>
            <a:lnRef idx="1">
              <a:schemeClr val="accent1"/>
            </a:lnRef>
            <a:fillRef idx="0">
              <a:schemeClr val="accent1"/>
            </a:fillRef>
            <a:effectRef idx="0">
              <a:schemeClr val="accent1"/>
            </a:effectRef>
            <a:fontRef idx="minor">
              <a:schemeClr val="tx1"/>
            </a:fontRef>
          </p:style>
        </p:cxnSp>
      </p:grpSp>
      <p:sp>
        <p:nvSpPr>
          <p:cNvPr id="3" name="TextBox 2">
            <a:extLst>
              <a:ext uri="{FF2B5EF4-FFF2-40B4-BE49-F238E27FC236}">
                <a16:creationId xmlns:a16="http://schemas.microsoft.com/office/drawing/2014/main" id="{8F6EDEE5-5213-438A-A17F-67D242D526E5}"/>
              </a:ext>
            </a:extLst>
          </p:cNvPr>
          <p:cNvSpPr txBox="1"/>
          <p:nvPr/>
        </p:nvSpPr>
        <p:spPr>
          <a:xfrm>
            <a:off x="8002471" y="2161264"/>
            <a:ext cx="1882744" cy="5078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prstClr val="black"/>
                </a:solidFill>
                <a:effectLst/>
                <a:uLnTx/>
                <a:uFillTx/>
                <a:latin typeface="Calibri" panose="020F0502020204030204"/>
                <a:ea typeface="+mn-ea"/>
                <a:cs typeface="+mn-cs"/>
              </a:rPr>
              <a:t>ACM = Authorisation Code Module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prstClr val="black"/>
                </a:solidFill>
                <a:effectLst/>
                <a:uLnTx/>
                <a:uFillTx/>
                <a:latin typeface="Calibri" panose="020F0502020204030204"/>
                <a:ea typeface="+mn-ea"/>
                <a:cs typeface="+mn-cs"/>
              </a:rPr>
              <a:t>DXE = Driver Execution Environment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prstClr val="black"/>
                </a:solidFill>
                <a:effectLst/>
                <a:uLnTx/>
                <a:uFillTx/>
                <a:latin typeface="Calibri" panose="020F0502020204030204"/>
                <a:ea typeface="+mn-ea"/>
                <a:cs typeface="+mn-cs"/>
              </a:rPr>
              <a:t>PCR = Platform Control Registers</a:t>
            </a:r>
          </a:p>
        </p:txBody>
      </p:sp>
      <p:sp>
        <p:nvSpPr>
          <p:cNvPr id="4" name="TextBox 3">
            <a:extLst>
              <a:ext uri="{FF2B5EF4-FFF2-40B4-BE49-F238E27FC236}">
                <a16:creationId xmlns:a16="http://schemas.microsoft.com/office/drawing/2014/main" id="{72CA4AD9-29B6-4014-A90B-AD1EF000E365}"/>
              </a:ext>
            </a:extLst>
          </p:cNvPr>
          <p:cNvSpPr txBox="1"/>
          <p:nvPr/>
        </p:nvSpPr>
        <p:spPr>
          <a:xfrm>
            <a:off x="9987120" y="2161264"/>
            <a:ext cx="1721889" cy="5078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prstClr val="black"/>
                </a:solidFill>
                <a:effectLst/>
                <a:uLnTx/>
                <a:uFillTx/>
                <a:latin typeface="Calibri" panose="020F0502020204030204"/>
                <a:ea typeface="+mn-ea"/>
                <a:cs typeface="+mn-cs"/>
              </a:rPr>
              <a:t>PEI = Pre EFI-Initialisation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prstClr val="black"/>
                </a:solidFill>
                <a:effectLst/>
                <a:uLnTx/>
                <a:uFillTx/>
                <a:latin typeface="Calibri" panose="020F0502020204030204"/>
                <a:ea typeface="+mn-ea"/>
                <a:cs typeface="+mn-cs"/>
              </a:rPr>
              <a:t>Soc = System on a Chip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prstClr val="black"/>
                </a:solidFill>
                <a:effectLst/>
                <a:uLnTx/>
                <a:uFillTx/>
                <a:latin typeface="Calibri" panose="020F0502020204030204"/>
                <a:ea typeface="+mn-ea"/>
                <a:cs typeface="+mn-cs"/>
              </a:rPr>
              <a:t>TPM = Trusted Platform Module</a:t>
            </a:r>
          </a:p>
        </p:txBody>
      </p:sp>
      <p:grpSp>
        <p:nvGrpSpPr>
          <p:cNvPr id="5" name="Group 4">
            <a:extLst>
              <a:ext uri="{FF2B5EF4-FFF2-40B4-BE49-F238E27FC236}">
                <a16:creationId xmlns:a16="http://schemas.microsoft.com/office/drawing/2014/main" id="{EA48EE96-25CF-BE67-F860-0E2903B0A84E}"/>
              </a:ext>
            </a:extLst>
          </p:cNvPr>
          <p:cNvGrpSpPr/>
          <p:nvPr/>
        </p:nvGrpSpPr>
        <p:grpSpPr>
          <a:xfrm>
            <a:off x="11331950" y="58136"/>
            <a:ext cx="754117" cy="803729"/>
            <a:chOff x="9401324" y="101482"/>
            <a:chExt cx="754117" cy="803729"/>
          </a:xfrm>
        </p:grpSpPr>
        <p:pic>
          <p:nvPicPr>
            <p:cNvPr id="6" name="Graphic 5" descr="Back with solid fill">
              <a:hlinkClick r:id="" action="ppaction://hlinkshowjump?jump=lastslideviewed"/>
              <a:extLst>
                <a:ext uri="{FF2B5EF4-FFF2-40B4-BE49-F238E27FC236}">
                  <a16:creationId xmlns:a16="http://schemas.microsoft.com/office/drawing/2014/main" id="{10444031-DF43-2292-2ED4-C92BC8AD1E3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07970" y="101482"/>
              <a:ext cx="740824" cy="740824"/>
            </a:xfrm>
            <a:prstGeom prst="rect">
              <a:avLst/>
            </a:prstGeom>
          </p:spPr>
        </p:pic>
        <p:sp>
          <p:nvSpPr>
            <p:cNvPr id="8" name="TextBox 7">
              <a:extLst>
                <a:ext uri="{FF2B5EF4-FFF2-40B4-BE49-F238E27FC236}">
                  <a16:creationId xmlns:a16="http://schemas.microsoft.com/office/drawing/2014/main" id="{2FCFA912-898A-AF37-8806-8D68E8F4868E}"/>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7" name="Picture 6">
            <a:hlinkClick r:id="rId4" action="ppaction://hlinksldjump"/>
            <a:extLst>
              <a:ext uri="{FF2B5EF4-FFF2-40B4-BE49-F238E27FC236}">
                <a16:creationId xmlns:a16="http://schemas.microsoft.com/office/drawing/2014/main" id="{9543E978-87B9-7416-CF46-6E3784694BEC}"/>
              </a:ext>
            </a:extLst>
          </p:cNvPr>
          <p:cNvPicPr>
            <a:picLocks noChangeAspect="1"/>
          </p:cNvPicPr>
          <p:nvPr/>
        </p:nvPicPr>
        <p:blipFill>
          <a:blip r:embed="rId5"/>
          <a:stretch>
            <a:fillRect/>
          </a:stretch>
        </p:blipFill>
        <p:spPr>
          <a:xfrm>
            <a:off x="0" y="0"/>
            <a:ext cx="211626" cy="6858000"/>
          </a:xfrm>
          <a:prstGeom prst="rect">
            <a:avLst/>
          </a:prstGeom>
        </p:spPr>
      </p:pic>
    </p:spTree>
    <p:extLst>
      <p:ext uri="{BB962C8B-B14F-4D97-AF65-F5344CB8AC3E}">
        <p14:creationId xmlns:p14="http://schemas.microsoft.com/office/powerpoint/2010/main" val="60705209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2500990" y="173237"/>
            <a:ext cx="7340664"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Surface Enterprise Management Mode</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Microsoft Surface Enterprise Management Mode (SEMM) is a feature of Surface devices with Surface UEFI that allows you to secure and manage firmware settings within your organisation. With SEMM, IT professionals can prepare configurations of UEFI settings and install them on a Surface device. In addition to the ability to configure UEFI settings, SEMM also uses a certificate to protect the configuration from unauthorized tampering or removal. SEMM is a requirement to be able to migrate a Surface Hub 2S to Windows 10/11 Pro and Enterprise.</a:t>
            </a: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994742"/>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Get started with Surface Enterprise Management Mode (SEMM) - Surface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716764"/>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91905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4058528"/>
            <a:ext cx="11226018" cy="61555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Remotely Secure and Manage UEFI (Unified Extended Firmware Interface) settings, regardless of the location of the device</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1355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296767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Endpoint Hardware</a:t>
            </a:r>
          </a:p>
        </p:txBody>
      </p:sp>
      <p:grpSp>
        <p:nvGrpSpPr>
          <p:cNvPr id="3" name="Group 2">
            <a:extLst>
              <a:ext uri="{FF2B5EF4-FFF2-40B4-BE49-F238E27FC236}">
                <a16:creationId xmlns:a16="http://schemas.microsoft.com/office/drawing/2014/main" id="{2D2DE5DE-80D2-5A78-42BF-3CAA357C69C8}"/>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587C8D6B-8633-1E29-C78C-033E532781F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9F4801D6-49B4-882A-47ED-2F5FEE4DA769}"/>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5" action="ppaction://hlinksldjump"/>
            <a:extLst>
              <a:ext uri="{FF2B5EF4-FFF2-40B4-BE49-F238E27FC236}">
                <a16:creationId xmlns:a16="http://schemas.microsoft.com/office/drawing/2014/main" id="{F2ACC85A-4CB1-836E-A8CC-61D6B1A90986}"/>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427557693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2500990" y="173237"/>
            <a:ext cx="7340664"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Device Firmware Configuration Interface</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84665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The ability to manage devices from the cloud has dramatically simplified IT deployment and provisioning across the lifecycle. With Device Firmware Configuration Interface (DFCI) profiles built into Microsoft Intune, Surface UEFI management extends the modern management stack down to the UEFI hardware level. DFCI supports zero-touch provisioning, eliminates BIOS passwords, provides control of security settings including boot options and built-in peripherals, and lays the groundwork for advanced security scenarios in the future. DFCI will only work for Surfaces devices enrolled into Microsoft Intune by a Microsoft Cloud Solutions Provider or OEM distributor. It will not work for devices enrolled into Microsoft Intune by your IT admins</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845982"/>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fr-FR">
                <a:hlinkClick r:id="rId3"/>
              </a:rPr>
              <a:t>Manage DFCI on Surface </a:t>
            </a:r>
            <a:r>
              <a:rPr lang="fr-FR" err="1">
                <a:hlinkClick r:id="rId3"/>
              </a:rPr>
              <a:t>devices</a:t>
            </a:r>
            <a:r>
              <a:rPr lang="fr-FR">
                <a:hlinkClick r:id="rId3"/>
              </a:rPr>
              <a:t> - Surface | Microsoft </a:t>
            </a:r>
            <a:r>
              <a:rPr lang="fr-FR" err="1">
                <a:hlinkClick r:id="rId3"/>
              </a:rPr>
              <a:t>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757801"/>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58049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668676"/>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Provide greater security over devices whilst simplifying management overheads. Device firmware can be remotely configured directly in Microsoft Intune removing the need for admins to enroll devices into SEMM. Protect against advanced and physical threats to devices by forcibly disabling hardware – this is done at the hardware level, such as cutting power to USB ports not just disabling drivers.</a:t>
            </a: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6485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6908238"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Endpoint Hardware*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Currently </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available in many Surface devices. A full list can be found </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hlinkClick r:id="rId4"/>
              </a:rPr>
              <a:t>here</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865F478A-8E89-1FC2-9462-3311F1243727}"/>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09B13DC9-4959-E656-D829-F79714BED64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9DB92067-865B-241E-DF3E-74AA4B20AB58}"/>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6" action="ppaction://hlinksldjump"/>
            <a:extLst>
              <a:ext uri="{FF2B5EF4-FFF2-40B4-BE49-F238E27FC236}">
                <a16:creationId xmlns:a16="http://schemas.microsoft.com/office/drawing/2014/main" id="{B15C8A3B-7DF7-4136-290F-090625B53DDF}"/>
              </a:ext>
            </a:extLst>
          </p:cNvPr>
          <p:cNvPicPr>
            <a:picLocks noChangeAspect="1"/>
          </p:cNvPicPr>
          <p:nvPr/>
        </p:nvPicPr>
        <p:blipFill>
          <a:blip r:embed="rId7"/>
          <a:stretch>
            <a:fillRect/>
          </a:stretch>
        </p:blipFill>
        <p:spPr>
          <a:xfrm>
            <a:off x="0" y="0"/>
            <a:ext cx="211626" cy="6858000"/>
          </a:xfrm>
          <a:prstGeom prst="rect">
            <a:avLst/>
          </a:prstGeom>
        </p:spPr>
      </p:pic>
    </p:spTree>
    <p:extLst>
      <p:ext uri="{BB962C8B-B14F-4D97-AF65-F5344CB8AC3E}">
        <p14:creationId xmlns:p14="http://schemas.microsoft.com/office/powerpoint/2010/main" val="139196021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2500990" y="173237"/>
            <a:ext cx="7340664"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Pluton Security Processors</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184665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Designed by Microsoft and built by silicon partners, Microsoft Pluton is a secure crypto-processor built into the CPU for security at the core to ensure code integrity and the latest protection with updates delivered by Microsoft through Windows Update. Pluton protects credentials, identities, personal data and encryption keys. Microsoft Pluton security processor is a chip-to-cloud security technology built with Zero Trust principles at the core. Microsoft Pluton provides hardware-based root of trust, secure identity, secure attestation, and cryptographic services. Pluton technology is a combination of a secure subsystem which is part of the System on Chip (SoC) and Microsoft authored software that runs on this integrated secure subsystem.</a:t>
            </a: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1" y="2662700"/>
            <a:ext cx="11226018" cy="61555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Microsoft Pluton security processor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2A50F77-3750-4E87-BC2B-384965F67277}"/>
              </a:ext>
            </a:extLst>
          </p:cNvPr>
          <p:cNvCxnSpPr/>
          <p:nvPr/>
        </p:nvCxnSpPr>
        <p:spPr>
          <a:xfrm>
            <a:off x="482991" y="2666159"/>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B10EC5-5EA8-4537-9867-C8B66FFC5B60}"/>
              </a:ext>
            </a:extLst>
          </p:cNvPr>
          <p:cNvCxnSpPr/>
          <p:nvPr/>
        </p:nvCxnSpPr>
        <p:spPr>
          <a:xfrm>
            <a:off x="482991" y="327479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511F5879-66F5-40D1-94CF-AF316EA28673}"/>
              </a:ext>
            </a:extLst>
          </p:cNvPr>
          <p:cNvSpPr txBox="1"/>
          <p:nvPr/>
        </p:nvSpPr>
        <p:spPr>
          <a:xfrm>
            <a:off x="482991" y="3271334"/>
            <a:ext cx="11226018"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 Information is significantly harder to be removed even if an attacker has installed malware or has complete physical possession of the PC. Microsoft Pluton is designed to provide the functionality of the Trusted Platform Module as well as deliver other security functionality beyond what is possible with the TPM 2.0 specification and allows for additional Pluton firmware and OS features to be delivered over time via Windows Update. For more information, see </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hlinkClick r:id="rId4"/>
              </a:rPr>
              <a:t>Microsoft Pluton as TPM.</a:t>
            </a: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 A TPM is a requirement for Windows 11</a:t>
            </a: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2066BFCF-49B0-4317-90BE-557402BF3E3F}"/>
              </a:ext>
            </a:extLst>
          </p:cNvPr>
          <p:cNvCxnSpPr/>
          <p:nvPr/>
        </p:nvCxnSpPr>
        <p:spPr>
          <a:xfrm>
            <a:off x="482991" y="486485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90655A1-0A9C-45D0-9E22-2531A10D02F6}"/>
              </a:ext>
            </a:extLst>
          </p:cNvPr>
          <p:cNvSpPr txBox="1"/>
          <p:nvPr/>
        </p:nvSpPr>
        <p:spPr>
          <a:xfrm>
            <a:off x="482991" y="4953036"/>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Endpoint Hardware*</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solidFill>
                  <a:prstClr val="black"/>
                </a:solidFill>
                <a:latin typeface="Calibri" panose="020F0502020204030204"/>
              </a:rPr>
              <a:t>Microsoft Pluton is currently available on devices with AMD Ryzen® 6000, 7000, 8000, Ryzen AI and Qualcomm Snapdragon® 8cx Gen 3 and Snapdragon X series processors. Microsoft Pluton can be enabled on devices with Pluton capable processors running Windows 11, version 22H2 and later.</a:t>
            </a:r>
            <a:endParaRPr lang="en-GB" sz="1600">
              <a:solidFill>
                <a:prstClr val="black"/>
              </a:solidFill>
              <a:latin typeface="Calibri" panose="020F0502020204030204"/>
            </a:endParaRPr>
          </a:p>
        </p:txBody>
      </p:sp>
      <p:grpSp>
        <p:nvGrpSpPr>
          <p:cNvPr id="3" name="Group 2">
            <a:extLst>
              <a:ext uri="{FF2B5EF4-FFF2-40B4-BE49-F238E27FC236}">
                <a16:creationId xmlns:a16="http://schemas.microsoft.com/office/drawing/2014/main" id="{89637C98-E1AB-2B62-659F-A22EF8354363}"/>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9F325A1E-AE32-A6A9-BBAA-67737017564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0D524B9A-4B9C-D498-8BC0-0C42CFB6193D}"/>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6" action="ppaction://hlinksldjump"/>
            <a:extLst>
              <a:ext uri="{FF2B5EF4-FFF2-40B4-BE49-F238E27FC236}">
                <a16:creationId xmlns:a16="http://schemas.microsoft.com/office/drawing/2014/main" id="{D3E24F32-86B1-B051-3ADB-E4CA9CE7260D}"/>
              </a:ext>
            </a:extLst>
          </p:cNvPr>
          <p:cNvPicPr>
            <a:picLocks noChangeAspect="1"/>
          </p:cNvPicPr>
          <p:nvPr/>
        </p:nvPicPr>
        <p:blipFill>
          <a:blip r:embed="rId7"/>
          <a:stretch>
            <a:fillRect/>
          </a:stretch>
        </p:blipFill>
        <p:spPr>
          <a:xfrm>
            <a:off x="0" y="0"/>
            <a:ext cx="211626" cy="6858000"/>
          </a:xfrm>
          <a:prstGeom prst="rect">
            <a:avLst/>
          </a:prstGeom>
        </p:spPr>
      </p:pic>
    </p:spTree>
    <p:extLst>
      <p:ext uri="{BB962C8B-B14F-4D97-AF65-F5344CB8AC3E}">
        <p14:creationId xmlns:p14="http://schemas.microsoft.com/office/powerpoint/2010/main" val="68930830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B54B96B0-8EF5-70EC-837F-E43260771324}"/>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DFFBA0F9-1D64-25A9-5609-DCFAC58F5B19}"/>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for Azure SQL</a:t>
            </a:r>
          </a:p>
        </p:txBody>
      </p:sp>
      <p:sp>
        <p:nvSpPr>
          <p:cNvPr id="2" name="TextBox 1">
            <a:extLst>
              <a:ext uri="{FF2B5EF4-FFF2-40B4-BE49-F238E27FC236}">
                <a16:creationId xmlns:a16="http://schemas.microsoft.com/office/drawing/2014/main" id="{1E1B2238-2736-9BC4-3AD7-1306ACD4F13B}"/>
              </a:ext>
            </a:extLst>
          </p:cNvPr>
          <p:cNvSpPr txBox="1"/>
          <p:nvPr/>
        </p:nvSpPr>
        <p:spPr>
          <a:xfrm>
            <a:off x="482991" y="822960"/>
            <a:ext cx="11226018" cy="184665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Defender for Azure SQL helps you discover and mitigate potential database vulnerabilities and alerts you to anomalous activities that might be an indication of a threat to your databases.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strike="noStrike" kern="1200" cap="none" spc="0" normalizeH="0" baseline="0" noProof="0">
                <a:ln>
                  <a:noFill/>
                </a:ln>
                <a:solidFill>
                  <a:prstClr val="black"/>
                </a:solidFill>
                <a:effectLst/>
                <a:uLnTx/>
                <a:uFillTx/>
                <a:latin typeface="Calibri" panose="020F0502020204030204"/>
                <a:ea typeface="+mn-ea"/>
                <a:cs typeface="+mn-cs"/>
              </a:rPr>
              <a:t>Vulnerability assessment</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Scan databases to discover, track, and remediate vulnerabilities. Learn more about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hlinkClick r:id="rId3"/>
              </a:rPr>
              <a:t>vulnerability assessment</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Threat protection</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Receive detailed security alerts and recommended actions based on SQL Advanced Threat Protection to mitigate threats. Learn more about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hlinkClick r:id="rId4"/>
              </a:rPr>
              <a:t>SQL Advanced Threat Protection</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a:t>
            </a:r>
          </a:p>
        </p:txBody>
      </p:sp>
      <p:sp>
        <p:nvSpPr>
          <p:cNvPr id="57" name="TextBox 56">
            <a:extLst>
              <a:ext uri="{FF2B5EF4-FFF2-40B4-BE49-F238E27FC236}">
                <a16:creationId xmlns:a16="http://schemas.microsoft.com/office/drawing/2014/main" id="{AF6CA505-54C6-B7F7-A255-87507851C3C0}"/>
              </a:ext>
            </a:extLst>
          </p:cNvPr>
          <p:cNvSpPr txBox="1"/>
          <p:nvPr/>
        </p:nvSpPr>
        <p:spPr>
          <a:xfrm>
            <a:off x="482991" y="2863265"/>
            <a:ext cx="11226018" cy="63094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5"/>
              </a:rPr>
              <a:t>Microsoft Defender for Azure SQL - the benefits and features - Microsoft Defender for Cloud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D9CABAC2-8574-2610-E470-CA9E1F6643DE}"/>
              </a:ext>
            </a:extLst>
          </p:cNvPr>
          <p:cNvCxnSpPr/>
          <p:nvPr/>
        </p:nvCxnSpPr>
        <p:spPr>
          <a:xfrm>
            <a:off x="482991" y="2912577"/>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DB5FF7F5-DB4B-58E3-BFCA-2A08E5C41EF0}"/>
              </a:ext>
            </a:extLst>
          </p:cNvPr>
          <p:cNvCxnSpPr/>
          <p:nvPr/>
        </p:nvCxnSpPr>
        <p:spPr>
          <a:xfrm>
            <a:off x="482991" y="346791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D75F3C28-47A1-0298-45E7-BB3CD59B0C06}"/>
              </a:ext>
            </a:extLst>
          </p:cNvPr>
          <p:cNvSpPr txBox="1"/>
          <p:nvPr/>
        </p:nvSpPr>
        <p:spPr>
          <a:xfrm>
            <a:off x="482991" y="3441631"/>
            <a:ext cx="11226018" cy="20928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A vulnerability assessment service discovers, tracks, and helps you remediate potential database vulnerabilities. Assessment scans provide an overview of your SQL machines' security state, and details of any security findings. Defender for Azure SQL helps you identify and mitigate potential database vulnerabilities and detecting anomalous activities that could indicate threats to your databases.</a:t>
            </a:r>
            <a:b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b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An advanced threat protection service continuously monitors your SQL servers for threats such as SQL injection, brute-force attacks, and privilege abuse. This service provides action-oriented security alerts in Microsoft Defender for Cloud with details of the suspicious activity, guidance on how to mitigate to the threats, and options for continuing your investigations with Microsoft Sentinel.</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E02CC108-17A7-160C-928B-54FD8047B20B}"/>
              </a:ext>
            </a:extLst>
          </p:cNvPr>
          <p:cNvCxnSpPr/>
          <p:nvPr/>
        </p:nvCxnSpPr>
        <p:spPr>
          <a:xfrm>
            <a:off x="515883" y="552861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C3A0C127-2BDF-372E-C0FE-608129C0AC9F}"/>
              </a:ext>
            </a:extLst>
          </p:cNvPr>
          <p:cNvSpPr txBox="1"/>
          <p:nvPr/>
        </p:nvSpPr>
        <p:spPr>
          <a:xfrm>
            <a:off x="482991" y="5660710"/>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691AFB30-5722-4C4D-DB08-101B2BE5DAB3}"/>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17B125CB-AF3B-78F6-35FB-5C6FF54443F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5D43D82B-E28A-ECDA-EBBF-43FC438EF0F7}"/>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7" action="ppaction://hlinksldjump"/>
            <a:extLst>
              <a:ext uri="{FF2B5EF4-FFF2-40B4-BE49-F238E27FC236}">
                <a16:creationId xmlns:a16="http://schemas.microsoft.com/office/drawing/2014/main" id="{0304A213-3E43-3DDB-9AFE-BA82DD041E1B}"/>
              </a:ext>
            </a:extLst>
          </p:cNvPr>
          <p:cNvPicPr>
            <a:picLocks noChangeAspect="1"/>
          </p:cNvPicPr>
          <p:nvPr/>
        </p:nvPicPr>
        <p:blipFill>
          <a:blip r:embed="rId8"/>
          <a:stretch>
            <a:fillRect/>
          </a:stretch>
        </p:blipFill>
        <p:spPr>
          <a:xfrm>
            <a:off x="0" y="0"/>
            <a:ext cx="211626" cy="6858000"/>
          </a:xfrm>
          <a:prstGeom prst="rect">
            <a:avLst/>
          </a:prstGeom>
        </p:spPr>
      </p:pic>
    </p:spTree>
    <p:extLst>
      <p:ext uri="{BB962C8B-B14F-4D97-AF65-F5344CB8AC3E}">
        <p14:creationId xmlns:p14="http://schemas.microsoft.com/office/powerpoint/2010/main" val="298655895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C942B765-38AA-195B-2CE6-052AEC2E5D2A}"/>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2563F696-A9F7-A83C-10D1-25BE07ACDC76}"/>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for Relational Databases</a:t>
            </a:r>
          </a:p>
        </p:txBody>
      </p:sp>
      <p:sp>
        <p:nvSpPr>
          <p:cNvPr id="2" name="TextBox 1">
            <a:extLst>
              <a:ext uri="{FF2B5EF4-FFF2-40B4-BE49-F238E27FC236}">
                <a16:creationId xmlns:a16="http://schemas.microsoft.com/office/drawing/2014/main" id="{E5993234-1EF5-DA91-8000-AD2A0F2CCD46}"/>
              </a:ext>
            </a:extLst>
          </p:cNvPr>
          <p:cNvSpPr txBox="1"/>
          <p:nvPr/>
        </p:nvSpPr>
        <p:spPr>
          <a:xfrm>
            <a:off x="482991" y="822960"/>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Defender for Cloud detects anomalous activities indicating unusual and potentially harmful attempts to access or exploit databases. The plan makes it simple to address potential threats to databases without the need to be a security expert or manage advanced security monitoring systems.</a:t>
            </a:r>
          </a:p>
        </p:txBody>
      </p:sp>
      <p:sp>
        <p:nvSpPr>
          <p:cNvPr id="57" name="TextBox 56">
            <a:extLst>
              <a:ext uri="{FF2B5EF4-FFF2-40B4-BE49-F238E27FC236}">
                <a16:creationId xmlns:a16="http://schemas.microsoft.com/office/drawing/2014/main" id="{741D7A9A-5A9D-9FA2-EB5C-3EE38997150B}"/>
              </a:ext>
            </a:extLst>
          </p:cNvPr>
          <p:cNvSpPr txBox="1"/>
          <p:nvPr/>
        </p:nvSpPr>
        <p:spPr>
          <a:xfrm>
            <a:off x="482991" y="2863265"/>
            <a:ext cx="11226018" cy="63094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What is Defender for open-source databases - Microsoft Defender for Cloud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20320571-307B-D96D-D883-FD31A0F71E20}"/>
              </a:ext>
            </a:extLst>
          </p:cNvPr>
          <p:cNvCxnSpPr/>
          <p:nvPr/>
        </p:nvCxnSpPr>
        <p:spPr>
          <a:xfrm>
            <a:off x="482991" y="2889553"/>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48F6AAC4-E100-56F3-83B8-EB4DB85D3B56}"/>
              </a:ext>
            </a:extLst>
          </p:cNvPr>
          <p:cNvCxnSpPr/>
          <p:nvPr/>
        </p:nvCxnSpPr>
        <p:spPr>
          <a:xfrm>
            <a:off x="482991" y="346791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43EDFF0A-5F1C-0FA5-7E49-C8876BF6970D}"/>
              </a:ext>
            </a:extLst>
          </p:cNvPr>
          <p:cNvSpPr txBox="1"/>
          <p:nvPr/>
        </p:nvSpPr>
        <p:spPr>
          <a:xfrm>
            <a:off x="482991" y="3942159"/>
            <a:ext cx="11226018" cy="2092881"/>
          </a:xfrm>
          <a:prstGeom prst="rect">
            <a:avLst/>
          </a:prstGeom>
          <a:noFill/>
        </p:spPr>
        <p:txBody>
          <a:bodyPr wrap="square" rtlCol="0">
            <a:spAutoFit/>
          </a:bodyPr>
          <a:lstStyle/>
          <a:p>
            <a:pPr algn="l"/>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b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br>
            <a:r>
              <a:rPr lang="en-US" sz="1600">
                <a:solidFill>
                  <a:prstClr val="black"/>
                </a:solidFill>
                <a:latin typeface="Calibri" panose="020F0502020204030204"/>
              </a:rPr>
              <a:t>Defender for Cloud provides multicloud alerts on anomalous activities so that you can detect potential threats and respond to them as they occur. When you enable this plan, Defender for Cloud will provide alerts when it detects anomalous database access and query patterns as well as suspicious database activities. These alerts appear in Defender for Cloud's multicloud alerts page and include: Details of the suspicious activity that triggered them, the associated MITRE ATT&amp;CK tactic, recommended actions for how to investigate and mitigate the threat, and options for continuing your investigations with Microsoft Sentinel</a:t>
            </a:r>
          </a:p>
          <a:p>
            <a:pPr marL="0" marR="0" lvl="0" indent="0" algn="l" defTabSz="914400" rtl="0" eaLnBrk="1" fontAlgn="auto" latinLnBrk="0" hangingPunct="1">
              <a:lnSpc>
                <a:spcPct val="100000"/>
              </a:lnSpc>
              <a:spcBef>
                <a:spcPts val="0"/>
              </a:spcBef>
              <a:spcAft>
                <a:spcPts val="0"/>
              </a:spcAft>
              <a:buClrTx/>
              <a:buSzTx/>
              <a:buFontTx/>
              <a:buNone/>
              <a:tabLst/>
              <a:defRPr/>
            </a:pPr>
            <a:br>
              <a:rPr lang="en-GB" sz="1600">
                <a:solidFill>
                  <a:prstClr val="black"/>
                </a:solidFill>
                <a:latin typeface="Calibri" panose="020F0502020204030204"/>
              </a:rPr>
            </a:br>
            <a:endParaRPr lang="en-GB" sz="1600">
              <a:solidFill>
                <a:prstClr val="black"/>
              </a:solidFill>
              <a:latin typeface="Calibri" panose="020F0502020204030204"/>
            </a:endParaRPr>
          </a:p>
        </p:txBody>
      </p:sp>
      <p:cxnSp>
        <p:nvCxnSpPr>
          <p:cNvPr id="68" name="Straight Connector 67">
            <a:extLst>
              <a:ext uri="{FF2B5EF4-FFF2-40B4-BE49-F238E27FC236}">
                <a16:creationId xmlns:a16="http://schemas.microsoft.com/office/drawing/2014/main" id="{7BF78BDA-FF0E-573C-D43C-13AAC185AE9C}"/>
              </a:ext>
            </a:extLst>
          </p:cNvPr>
          <p:cNvCxnSpPr/>
          <p:nvPr/>
        </p:nvCxnSpPr>
        <p:spPr>
          <a:xfrm>
            <a:off x="482991" y="585935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6F03D81-CA5B-B2A8-DE8E-7B6DD56D345E}"/>
              </a:ext>
            </a:extLst>
          </p:cNvPr>
          <p:cNvSpPr txBox="1"/>
          <p:nvPr/>
        </p:nvSpPr>
        <p:spPr>
          <a:xfrm>
            <a:off x="446810" y="5904436"/>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4E68A228-DD48-E197-B1CC-CCDF70B2FA60}"/>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67EFAA4B-E0D7-A9D7-0534-18FFE719214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B5A2C8BE-1A89-3E7E-749B-E39AD396DAAF}"/>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5" action="ppaction://hlinksldjump"/>
            <a:extLst>
              <a:ext uri="{FF2B5EF4-FFF2-40B4-BE49-F238E27FC236}">
                <a16:creationId xmlns:a16="http://schemas.microsoft.com/office/drawing/2014/main" id="{872F7626-9188-22B1-C55B-233116546A90}"/>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230927229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100266F0-8832-4C08-1419-23AC3663573F}"/>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72553369-63C6-290B-CB09-CA5F6F4194D1}"/>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Defender for AI Services</a:t>
            </a:r>
          </a:p>
        </p:txBody>
      </p:sp>
      <p:sp>
        <p:nvSpPr>
          <p:cNvPr id="2" name="TextBox 1">
            <a:extLst>
              <a:ext uri="{FF2B5EF4-FFF2-40B4-BE49-F238E27FC236}">
                <a16:creationId xmlns:a16="http://schemas.microsoft.com/office/drawing/2014/main" id="{C5D75792-A7D0-368D-EE8A-47F1FB55CB58}"/>
              </a:ext>
            </a:extLst>
          </p:cNvPr>
          <p:cNvSpPr txBox="1"/>
          <p:nvPr/>
        </p:nvSpPr>
        <p:spPr>
          <a:xfrm>
            <a:off x="482991" y="822960"/>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Defender for AI services is a capability in Microsoft Defender for Cloud that provides real‑time threat detection and security alerts for generative AI applications and agents. It monitors AI interactions and model usage to identify malicious activity such as prompt attacks and data exposure, and surfaces alerts centrally in Defender and Defender XDR.</a:t>
            </a:r>
            <a:b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b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90EC578D-B8E7-7178-C81C-F60F37353DDC}"/>
              </a:ext>
            </a:extLst>
          </p:cNvPr>
          <p:cNvSpPr txBox="1"/>
          <p:nvPr/>
        </p:nvSpPr>
        <p:spPr>
          <a:xfrm>
            <a:off x="482991" y="2403035"/>
            <a:ext cx="11226018" cy="116955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a:defRPr/>
            </a:pPr>
            <a:r>
              <a:rPr lang="en-US">
                <a:hlinkClick r:id="rId3"/>
              </a:rPr>
              <a:t>https://learn.microsoft.com/azure/defender-for-cloud/ai-threat-protection</a:t>
            </a:r>
            <a:endParaRPr lang="en-US"/>
          </a:p>
          <a:p>
            <a:pPr>
              <a:defRPr/>
            </a:pPr>
            <a:endParaRPr lang="en-US"/>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0CB367DA-8E25-6395-9D36-DB6193F84EA0}"/>
              </a:ext>
            </a:extLst>
          </p:cNvPr>
          <p:cNvCxnSpPr/>
          <p:nvPr/>
        </p:nvCxnSpPr>
        <p:spPr>
          <a:xfrm>
            <a:off x="459966" y="2403035"/>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DBEAB2A5-27FF-B2C9-B8BB-4E71EBE2A31B}"/>
              </a:ext>
            </a:extLst>
          </p:cNvPr>
          <p:cNvCxnSpPr/>
          <p:nvPr/>
        </p:nvCxnSpPr>
        <p:spPr>
          <a:xfrm>
            <a:off x="459966" y="346434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A3FD070C-5F1E-9F12-C724-BB767C3CCFB1}"/>
              </a:ext>
            </a:extLst>
          </p:cNvPr>
          <p:cNvSpPr txBox="1"/>
          <p:nvPr/>
        </p:nvSpPr>
        <p:spPr>
          <a:xfrm>
            <a:off x="482991" y="3436941"/>
            <a:ext cx="11226018" cy="138499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b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b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Detects and alerts on AI‑specific threats such as prompt injection (jailbreaks), data leakage, data poisoning, and credential theft in generative AI </a:t>
            </a:r>
            <a:r>
              <a:rPr kumimoji="0" lang="en-US" sz="1600" b="0" i="0" u="none" strike="noStrike" kern="1200" cap="none" spc="0" normalizeH="0" baseline="0" noProof="0" err="1">
                <a:ln>
                  <a:noFill/>
                </a:ln>
                <a:solidFill>
                  <a:prstClr val="black"/>
                </a:solidFill>
                <a:effectLst/>
                <a:uLnTx/>
                <a:uFillTx/>
                <a:latin typeface="Calibri" panose="020F0502020204030204"/>
                <a:ea typeface="+mn-ea"/>
                <a:cs typeface="+mn-cs"/>
              </a:rPr>
              <a:t>workloads.Provides</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SOC visibility and investigation by correlating AI security alerts with broader incidents in Defender XDR.</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3B4846A4-EB5A-DD23-DDE8-DB65E7DE5D36}"/>
              </a:ext>
            </a:extLst>
          </p:cNvPr>
          <p:cNvCxnSpPr/>
          <p:nvPr/>
        </p:nvCxnSpPr>
        <p:spPr>
          <a:xfrm>
            <a:off x="567515" y="497695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087A583A-2446-DB87-6E84-260D8793D6A1}"/>
              </a:ext>
            </a:extLst>
          </p:cNvPr>
          <p:cNvSpPr txBox="1"/>
          <p:nvPr/>
        </p:nvSpPr>
        <p:spPr>
          <a:xfrm>
            <a:off x="459966" y="5131983"/>
            <a:ext cx="11551111" cy="1200329"/>
          </a:xfrm>
          <a:prstGeom prst="rect">
            <a:avLst/>
          </a:prstGeom>
          <a:noFill/>
        </p:spPr>
        <p:txBody>
          <a:bodyPr wrap="none" rtlCol="0">
            <a:spAutoFit/>
          </a:bodyPr>
          <a:lstStyle/>
          <a:p>
            <a:pPr>
              <a:defRPr/>
            </a:pPr>
            <a:r>
              <a:rPr lang="en-US"/>
              <a:t>Defender for AI services is </a:t>
            </a:r>
            <a:r>
              <a:rPr lang="en-US" b="1"/>
              <a:t>enabled per Azure subscription</a:t>
            </a:r>
            <a:r>
              <a:rPr lang="en-US"/>
              <a:t> as part of </a:t>
            </a:r>
            <a:r>
              <a:rPr lang="en-US" b="1"/>
              <a:t>Microsoft Defender for Cloud</a:t>
            </a:r>
            <a:r>
              <a:rPr lang="en-US"/>
              <a:t> and is </a:t>
            </a:r>
            <a:r>
              <a:rPr lang="en-US" b="1"/>
              <a:t>billed based </a:t>
            </a:r>
            <a:br>
              <a:rPr lang="en-US" b="1"/>
            </a:br>
            <a:r>
              <a:rPr lang="en-US" b="1"/>
              <a:t>on usage</a:t>
            </a:r>
            <a:r>
              <a:rPr lang="en-US"/>
              <a:t>, including a </a:t>
            </a:r>
            <a:r>
              <a:rPr lang="en-US" b="1"/>
              <a:t>30‑day free trial with a capped number of tokens scanned</a:t>
            </a:r>
            <a:r>
              <a:rPr lang="en-US"/>
              <a:t>. It currently supports </a:t>
            </a:r>
            <a:r>
              <a:rPr lang="en-US" b="1"/>
              <a:t>text‑based tokens</a:t>
            </a:r>
            <a:r>
              <a:rPr lang="en-US"/>
              <a:t> </a:t>
            </a:r>
            <a:br>
              <a:rPr lang="en-US"/>
            </a:br>
            <a:r>
              <a:rPr lang="en-US"/>
              <a:t>for Azure OpenAI and Azure AI Model Inference services.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F47DCD94-B8E1-EE8B-ADD2-27A7ABE49259}"/>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92238499-ACE5-B1C3-14EE-7D051457B85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D0C80B00-8DC9-30AB-977A-9E0D95AAF419}"/>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5" action="ppaction://hlinksldjump"/>
            <a:extLst>
              <a:ext uri="{FF2B5EF4-FFF2-40B4-BE49-F238E27FC236}">
                <a16:creationId xmlns:a16="http://schemas.microsoft.com/office/drawing/2014/main" id="{0DF188B7-64E5-75C8-1019-64C6CC7610EE}"/>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9764189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 name="TextBox 129">
            <a:extLst>
              <a:ext uri="{FF2B5EF4-FFF2-40B4-BE49-F238E27FC236}">
                <a16:creationId xmlns:a16="http://schemas.microsoft.com/office/drawing/2014/main" id="{3CB17D68-FA41-4929-AA37-6FDF53B7BEF2}"/>
              </a:ext>
            </a:extLst>
          </p:cNvPr>
          <p:cNvSpPr txBox="1"/>
          <p:nvPr/>
        </p:nvSpPr>
        <p:spPr>
          <a:xfrm>
            <a:off x="1035424" y="173237"/>
            <a:ext cx="1012115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Cloud Security Posture Management</a:t>
            </a:r>
          </a:p>
        </p:txBody>
      </p:sp>
      <p:sp>
        <p:nvSpPr>
          <p:cNvPr id="2" name="TextBox 1">
            <a:extLst>
              <a:ext uri="{FF2B5EF4-FFF2-40B4-BE49-F238E27FC236}">
                <a16:creationId xmlns:a16="http://schemas.microsoft.com/office/drawing/2014/main" id="{E1C35012-EE42-4C6C-ADB6-A0AB0126A2C0}"/>
              </a:ext>
            </a:extLst>
          </p:cNvPr>
          <p:cNvSpPr txBox="1"/>
          <p:nvPr/>
        </p:nvSpPr>
        <p:spPr>
          <a:xfrm>
            <a:off x="482991" y="822960"/>
            <a:ext cx="11226018" cy="480131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In Microsoft Defender for Cloud (MDC), the posture management features provides: </a:t>
            </a:r>
            <a:r>
              <a:rPr kumimoji="0" lang="en-GB" sz="1800" b="1" i="1" u="none" strike="noStrike" kern="1200" cap="none" spc="0" normalizeH="0" baseline="0" noProof="0">
                <a:ln>
                  <a:noFill/>
                </a:ln>
                <a:solidFill>
                  <a:prstClr val="black"/>
                </a:solidFill>
                <a:effectLst/>
                <a:uLnTx/>
                <a:uFillTx/>
                <a:latin typeface="Calibri" panose="020F0502020204030204"/>
                <a:ea typeface="+mn-ea"/>
                <a:cs typeface="+mn-cs"/>
              </a:rPr>
              <a:t>Visibility</a:t>
            </a: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 - to help you understand your current security situation and </a:t>
            </a:r>
            <a:r>
              <a:rPr kumimoji="0" lang="en-GB" sz="1800" b="1" i="1" u="none" strike="noStrike" kern="1200" cap="none" spc="0" normalizeH="0" baseline="0" noProof="0">
                <a:ln>
                  <a:noFill/>
                </a:ln>
                <a:solidFill>
                  <a:prstClr val="black"/>
                </a:solidFill>
                <a:effectLst/>
                <a:uLnTx/>
                <a:uFillTx/>
                <a:latin typeface="Calibri" panose="020F0502020204030204"/>
                <a:ea typeface="+mn-ea"/>
                <a:cs typeface="+mn-cs"/>
              </a:rPr>
              <a:t>Hardening guidance </a:t>
            </a: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 to help you efficiently and effectively improve your security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The central feature in MDC that enables you to achieve those goals is secure score. MDC continually assesses your resources, subscriptions, and organisation for security issues. It then aggregates all the findings into a single score so that you can tell, compliance and your current security situation: the higher the score, the lower the identified risk level. It will meet the visibility and strengthening goals as follows: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Generate a secure score for your subscriptions based on an assessment of your connected resources compared with the guidance in Azure Security Benchmark. Use the score to understand your security posture, and the compliance dashboard to review your compliance with the built-in benchmark. When you've enabled the enhanced security features, you can customize the standards used to assess your compliance and add other regulations (such as NIST and Azure CIS) or organisation-specific security requirements.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Provide hardening recommendations based on any identified security misconfigurations and weaknesses. Use these security recommendations to strengthen the security posture of your organization's Azure, hybrid, and multi-cloud resources</a:t>
            </a:r>
          </a:p>
        </p:txBody>
      </p:sp>
      <p:sp>
        <p:nvSpPr>
          <p:cNvPr id="57" name="TextBox 56">
            <a:extLst>
              <a:ext uri="{FF2B5EF4-FFF2-40B4-BE49-F238E27FC236}">
                <a16:creationId xmlns:a16="http://schemas.microsoft.com/office/drawing/2014/main" id="{1DF7BB59-014A-41DD-967B-543C7B9999B9}"/>
              </a:ext>
            </a:extLst>
          </p:cNvPr>
          <p:cNvSpPr txBox="1"/>
          <p:nvPr/>
        </p:nvSpPr>
        <p:spPr>
          <a:xfrm>
            <a:off x="482990" y="5758697"/>
            <a:ext cx="11546489"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Overview of the Microsoft cloud security benchmark | Microsoft Learn</a:t>
            </a:r>
            <a:br>
              <a:rPr lang="en-US"/>
            </a:br>
            <a:r>
              <a:rPr lang="en-US">
                <a:hlinkClick r:id="rId4"/>
              </a:rPr>
              <a:t>Secure score in Microsoft Defender for Cloud - Microsoft Defender for Cloud | Microsoft Learn</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hlinkClick r:id="rId5"/>
            </a:endParaRPr>
          </a:p>
        </p:txBody>
      </p:sp>
      <p:cxnSp>
        <p:nvCxnSpPr>
          <p:cNvPr id="26" name="Straight Connector 25">
            <a:extLst>
              <a:ext uri="{FF2B5EF4-FFF2-40B4-BE49-F238E27FC236}">
                <a16:creationId xmlns:a16="http://schemas.microsoft.com/office/drawing/2014/main" id="{3CD7AECB-7DAF-41CC-81B9-84366BFC9F7A}"/>
              </a:ext>
            </a:extLst>
          </p:cNvPr>
          <p:cNvCxnSpPr/>
          <p:nvPr/>
        </p:nvCxnSpPr>
        <p:spPr>
          <a:xfrm>
            <a:off x="482991" y="5691486"/>
            <a:ext cx="11226018"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A2C80BAD-7624-66F8-E42E-5EF1B02A7CD3}"/>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059BFF4B-E04F-F9BF-6688-73424C0A2C6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81F47075-0AD0-2A42-C03B-3D66F6A04A8F}"/>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7" action="ppaction://hlinksldjump"/>
            <a:extLst>
              <a:ext uri="{FF2B5EF4-FFF2-40B4-BE49-F238E27FC236}">
                <a16:creationId xmlns:a16="http://schemas.microsoft.com/office/drawing/2014/main" id="{9FD7240F-B6F9-A4FF-98A9-9769F128B3EF}"/>
              </a:ext>
            </a:extLst>
          </p:cNvPr>
          <p:cNvPicPr>
            <a:picLocks noChangeAspect="1"/>
          </p:cNvPicPr>
          <p:nvPr/>
        </p:nvPicPr>
        <p:blipFill>
          <a:blip r:embed="rId8"/>
          <a:stretch>
            <a:fillRect/>
          </a:stretch>
        </p:blipFill>
        <p:spPr>
          <a:xfrm>
            <a:off x="0" y="0"/>
            <a:ext cx="211626" cy="6858000"/>
          </a:xfrm>
          <a:prstGeom prst="rect">
            <a:avLst/>
          </a:prstGeom>
        </p:spPr>
      </p:pic>
    </p:spTree>
    <p:extLst>
      <p:ext uri="{BB962C8B-B14F-4D97-AF65-F5344CB8AC3E}">
        <p14:creationId xmlns:p14="http://schemas.microsoft.com/office/powerpoint/2010/main" val="387765957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15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9C1AC187-FD27-F39F-3C89-4E5D4DFE7AC6}"/>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586AD230-32EF-7AA2-E1FF-FE2B04C72450}"/>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for App Service</a:t>
            </a:r>
          </a:p>
        </p:txBody>
      </p:sp>
      <p:sp>
        <p:nvSpPr>
          <p:cNvPr id="2" name="TextBox 1">
            <a:extLst>
              <a:ext uri="{FF2B5EF4-FFF2-40B4-BE49-F238E27FC236}">
                <a16:creationId xmlns:a16="http://schemas.microsoft.com/office/drawing/2014/main" id="{7676BC1B-3511-A55C-5230-2463211EF78C}"/>
              </a:ext>
            </a:extLst>
          </p:cNvPr>
          <p:cNvSpPr txBox="1"/>
          <p:nvPr/>
        </p:nvSpPr>
        <p:spPr>
          <a:xfrm>
            <a:off x="482991" y="822960"/>
            <a:ext cx="11226018" cy="20928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algn="l"/>
            <a:r>
              <a:rPr lang="en-US" sz="1600">
                <a:solidFill>
                  <a:prstClr val="black"/>
                </a:solidFill>
                <a:latin typeface="Calibri" panose="020F0502020204030204"/>
              </a:rPr>
              <a:t>Defender for Cloud is natively integrated with App Service, eliminating the need for deployment and onboarding - the integration is transparent.</a:t>
            </a:r>
          </a:p>
          <a:p>
            <a:pPr algn="l"/>
            <a:r>
              <a:rPr lang="en-US" sz="1600">
                <a:solidFill>
                  <a:prstClr val="black"/>
                </a:solidFill>
                <a:latin typeface="Calibri" panose="020F0502020204030204"/>
              </a:rPr>
              <a:t>To protect your Azure App Service plan with Microsoft Defender for App Service, you need:</a:t>
            </a:r>
            <a:br>
              <a:rPr lang="en-US" sz="1600">
                <a:solidFill>
                  <a:prstClr val="black"/>
                </a:solidFill>
                <a:latin typeface="Calibri" panose="020F0502020204030204"/>
              </a:rPr>
            </a:br>
            <a:r>
              <a:rPr lang="en-US" sz="1600">
                <a:solidFill>
                  <a:prstClr val="black"/>
                </a:solidFill>
                <a:latin typeface="Calibri" panose="020F0502020204030204"/>
              </a:rPr>
              <a:t>- A supported App Service plan associated with dedicated machines</a:t>
            </a:r>
            <a:br>
              <a:rPr lang="en-US" sz="1600">
                <a:solidFill>
                  <a:prstClr val="black"/>
                </a:solidFill>
                <a:latin typeface="Calibri" panose="020F0502020204030204"/>
              </a:rPr>
            </a:br>
            <a:r>
              <a:rPr lang="en-US" sz="1600">
                <a:solidFill>
                  <a:prstClr val="black"/>
                </a:solidFill>
                <a:latin typeface="Calibri" panose="020F0502020204030204"/>
              </a:rPr>
              <a:t>- Defender for Cloud's enhanced protections enabled on your subscription as described in </a:t>
            </a:r>
            <a:r>
              <a:rPr lang="en-US" sz="1600" b="0" i="0" u="none" strike="noStrike">
                <a:solidFill>
                  <a:srgbClr val="161616"/>
                </a:solidFill>
                <a:effectLst/>
                <a:latin typeface="Segoe UI" panose="020B0502040204020203" pitchFamily="34" charset="0"/>
                <a:hlinkClick r:id="rId3"/>
              </a:rPr>
              <a:t>Enable enhanced security features</a:t>
            </a:r>
            <a:r>
              <a:rPr lang="en-US" sz="1600" b="0" i="0">
                <a:solidFill>
                  <a:srgbClr val="161616"/>
                </a:solidFill>
                <a:effectLst/>
                <a:latin typeface="Segoe UI" panose="020B0502040204020203" pitchFamily="34" charset="0"/>
              </a:rPr>
              <a:t>.</a:t>
            </a:r>
            <a:br>
              <a:rPr lang="en-US" sz="1600" b="0" i="0">
                <a:solidFill>
                  <a:srgbClr val="161616"/>
                </a:solidFill>
                <a:effectLst/>
                <a:latin typeface="Segoe UI" panose="020B0502040204020203" pitchFamily="34" charset="0"/>
              </a:rPr>
            </a:br>
            <a:r>
              <a:rPr lang="en-US" sz="1600" b="0" i="0">
                <a:solidFill>
                  <a:srgbClr val="161616"/>
                </a:solidFill>
                <a:effectLst/>
                <a:latin typeface="Segoe UI" panose="020B0502040204020203" pitchFamily="34" charset="0"/>
              </a:rPr>
              <a:t>- Defender for Cloud is natively integrated with App Service, eliminating the need for deployment and onboarding - the integration is transparent.</a:t>
            </a:r>
          </a:p>
        </p:txBody>
      </p:sp>
      <p:sp>
        <p:nvSpPr>
          <p:cNvPr id="57" name="TextBox 56">
            <a:extLst>
              <a:ext uri="{FF2B5EF4-FFF2-40B4-BE49-F238E27FC236}">
                <a16:creationId xmlns:a16="http://schemas.microsoft.com/office/drawing/2014/main" id="{223B787B-1B2E-12ED-850B-658801AFAFF9}"/>
              </a:ext>
            </a:extLst>
          </p:cNvPr>
          <p:cNvSpPr txBox="1"/>
          <p:nvPr/>
        </p:nvSpPr>
        <p:spPr>
          <a:xfrm>
            <a:off x="459966" y="3014008"/>
            <a:ext cx="11226018" cy="63094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4"/>
              </a:rPr>
              <a:t>Microsoft Defender for App Service - the benefits and features - Microsoft Defender for Cloud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6E721B70-556C-DBA6-128B-B7B3978FB3BC}"/>
              </a:ext>
            </a:extLst>
          </p:cNvPr>
          <p:cNvCxnSpPr/>
          <p:nvPr/>
        </p:nvCxnSpPr>
        <p:spPr>
          <a:xfrm>
            <a:off x="482991" y="3666762"/>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12ACBD11-31FB-47E3-E478-BA9B675B0BCE}"/>
              </a:ext>
            </a:extLst>
          </p:cNvPr>
          <p:cNvCxnSpPr/>
          <p:nvPr/>
        </p:nvCxnSpPr>
        <p:spPr>
          <a:xfrm>
            <a:off x="482991" y="301400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FA61731E-E0C2-94A4-FABE-C2DC07E7FDE6}"/>
              </a:ext>
            </a:extLst>
          </p:cNvPr>
          <p:cNvSpPr txBox="1"/>
          <p:nvPr/>
        </p:nvSpPr>
        <p:spPr>
          <a:xfrm>
            <a:off x="459966" y="3845299"/>
            <a:ext cx="11226018" cy="135421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Defender for App Service uses the scale of the cloud to identify attacks targeting applications running over App Service. Attackers probe web applications to find and exploit weaknesses. Before being routed to specific environments, requests to applications running in Azure go through several gateways, where they're inspected and logged. This data is then used to identify exploits and attackers, and to learn new patterns that can be used later.</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EA6ECF66-3CE6-69B1-851B-D1B1AAA37AA0}"/>
              </a:ext>
            </a:extLst>
          </p:cNvPr>
          <p:cNvCxnSpPr/>
          <p:nvPr/>
        </p:nvCxnSpPr>
        <p:spPr>
          <a:xfrm>
            <a:off x="506015" y="533346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7BF7C76D-00E2-3957-8731-02C114500613}"/>
              </a:ext>
            </a:extLst>
          </p:cNvPr>
          <p:cNvSpPr txBox="1"/>
          <p:nvPr/>
        </p:nvSpPr>
        <p:spPr>
          <a:xfrm>
            <a:off x="459966" y="5399865"/>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88861738-5E0A-E13B-34A7-D89792220C31}"/>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108DF8C6-C275-9F42-77E0-0C6F166B38A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BE0AC680-D76F-715E-D692-2A6875E9050A}"/>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6" action="ppaction://hlinksldjump"/>
            <a:extLst>
              <a:ext uri="{FF2B5EF4-FFF2-40B4-BE49-F238E27FC236}">
                <a16:creationId xmlns:a16="http://schemas.microsoft.com/office/drawing/2014/main" id="{C610CE4B-9E75-A25C-9F3B-F2AB6C72449A}"/>
              </a:ext>
            </a:extLst>
          </p:cNvPr>
          <p:cNvPicPr>
            <a:picLocks noChangeAspect="1"/>
          </p:cNvPicPr>
          <p:nvPr/>
        </p:nvPicPr>
        <p:blipFill>
          <a:blip r:embed="rId7"/>
          <a:stretch>
            <a:fillRect/>
          </a:stretch>
        </p:blipFill>
        <p:spPr>
          <a:xfrm>
            <a:off x="0" y="0"/>
            <a:ext cx="211626" cy="6858000"/>
          </a:xfrm>
          <a:prstGeom prst="rect">
            <a:avLst/>
          </a:prstGeom>
        </p:spPr>
      </p:pic>
    </p:spTree>
    <p:extLst>
      <p:ext uri="{BB962C8B-B14F-4D97-AF65-F5344CB8AC3E}">
        <p14:creationId xmlns:p14="http://schemas.microsoft.com/office/powerpoint/2010/main" val="173513269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CF214EC1-D705-9796-061B-9A5A2FE4B40B}"/>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BA520E7B-671F-1FFD-52D8-8CCD692F929C}"/>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Azure Resource Manager</a:t>
            </a:r>
          </a:p>
        </p:txBody>
      </p:sp>
      <p:sp>
        <p:nvSpPr>
          <p:cNvPr id="2" name="TextBox 1">
            <a:extLst>
              <a:ext uri="{FF2B5EF4-FFF2-40B4-BE49-F238E27FC236}">
                <a16:creationId xmlns:a16="http://schemas.microsoft.com/office/drawing/2014/main" id="{1BEF8620-75E9-42CA-CEF5-B4D95B03DD6D}"/>
              </a:ext>
            </a:extLst>
          </p:cNvPr>
          <p:cNvSpPr txBox="1"/>
          <p:nvPr/>
        </p:nvSpPr>
        <p:spPr>
          <a:xfrm>
            <a:off x="482991" y="822960"/>
            <a:ext cx="11226018" cy="20928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Azure Resource Manager is the deployment and management service for Azure. It provides a management layer that enables you to create, update, and delete resources in your Azure account. You use management features, like access control, locks, and tags, to secure and organize your resources after deployment. The cloud management layer is a crucial service connected to all your cloud resources. Because of this, it is also a potential target for attackers. Consequently, we recommend security operations teams monitor the resource management layer closely. Microsoft Defender for Resource Manager automatically monitors the resource management operations in your organization, whether they're performed through the Azure portal, Azure REST APIs, Azure CLI, or other Azure programmatic clients. Defender for Cloud runs advanced security analytics to detect threats and alerts you about suspicious activity.</a:t>
            </a:r>
          </a:p>
        </p:txBody>
      </p:sp>
      <p:sp>
        <p:nvSpPr>
          <p:cNvPr id="57" name="TextBox 56">
            <a:extLst>
              <a:ext uri="{FF2B5EF4-FFF2-40B4-BE49-F238E27FC236}">
                <a16:creationId xmlns:a16="http://schemas.microsoft.com/office/drawing/2014/main" id="{FD759583-83E7-8C5E-E24B-6B8BC1D9EE1B}"/>
              </a:ext>
            </a:extLst>
          </p:cNvPr>
          <p:cNvSpPr txBox="1"/>
          <p:nvPr/>
        </p:nvSpPr>
        <p:spPr>
          <a:xfrm>
            <a:off x="440231" y="2939841"/>
            <a:ext cx="11226018" cy="63094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Microsoft Defender for Resource Manager - Benefits and Features - Microsoft Defender for Cloud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A225B3AA-6E7F-087B-7BED-AA7C987ECC76}"/>
              </a:ext>
            </a:extLst>
          </p:cNvPr>
          <p:cNvCxnSpPr/>
          <p:nvPr/>
        </p:nvCxnSpPr>
        <p:spPr>
          <a:xfrm>
            <a:off x="482991" y="2889553"/>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84F5BA39-BBC3-B4D9-F72A-DADBB53FD5B5}"/>
              </a:ext>
            </a:extLst>
          </p:cNvPr>
          <p:cNvCxnSpPr/>
          <p:nvPr/>
        </p:nvCxnSpPr>
        <p:spPr>
          <a:xfrm>
            <a:off x="482990" y="3655404"/>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E16A2815-AE30-23F0-0455-31C2F2414ECD}"/>
              </a:ext>
            </a:extLst>
          </p:cNvPr>
          <p:cNvSpPr txBox="1"/>
          <p:nvPr/>
        </p:nvSpPr>
        <p:spPr>
          <a:xfrm>
            <a:off x="482991" y="3696861"/>
            <a:ext cx="11226018"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Defender for Resource Manager protects against issues including:</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Suspicious resource management operations, such as operations from malicious IP addresses, disabling antimalware, and suspicious scripts running in VM extensions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Use of exploitation toolkits like Microburst or </a:t>
            </a:r>
            <a:r>
              <a:rPr kumimoji="0" lang="en-US" sz="1600" b="0" i="0" u="none" strike="noStrike" kern="1200" cap="none" spc="0" normalizeH="0" baseline="0" noProof="0" err="1">
                <a:ln>
                  <a:noFill/>
                </a:ln>
                <a:solidFill>
                  <a:prstClr val="black"/>
                </a:solidFill>
                <a:effectLst/>
                <a:uLnTx/>
                <a:uFillTx/>
                <a:latin typeface="Calibri" panose="020F0502020204030204"/>
                <a:ea typeface="+mn-ea"/>
                <a:cs typeface="+mn-cs"/>
              </a:rPr>
              <a:t>PowerZure</a:t>
            </a: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Lateral movement from the Azure management layer to the Azure resources data plane</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C91F3B9B-5DD4-6515-0930-190962EF9094}"/>
              </a:ext>
            </a:extLst>
          </p:cNvPr>
          <p:cNvCxnSpPr/>
          <p:nvPr/>
        </p:nvCxnSpPr>
        <p:spPr>
          <a:xfrm>
            <a:off x="482991" y="535882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ECB6977A-DAFA-F9B4-1793-22BDE50E6524}"/>
              </a:ext>
            </a:extLst>
          </p:cNvPr>
          <p:cNvSpPr txBox="1"/>
          <p:nvPr/>
        </p:nvSpPr>
        <p:spPr>
          <a:xfrm>
            <a:off x="482991" y="5420354"/>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88FE5EA9-9BE8-E1F9-8223-275439E66220}"/>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8C04B1B1-81A2-4AC7-57A5-77C2F8B1FCC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314D0FF9-D39E-9C28-E150-FF3323EA5C25}"/>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5" action="ppaction://hlinksldjump"/>
            <a:extLst>
              <a:ext uri="{FF2B5EF4-FFF2-40B4-BE49-F238E27FC236}">
                <a16:creationId xmlns:a16="http://schemas.microsoft.com/office/drawing/2014/main" id="{9B8AF229-A752-F351-2D76-5AE81A1C1B27}"/>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144854910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6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0B901CBB-F560-08D8-5C59-EF7C24081DBB}"/>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89992931-19AF-C0A0-286E-A5C3F559C670}"/>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Entra Global Secure Access: Internet Access</a:t>
            </a:r>
          </a:p>
        </p:txBody>
      </p:sp>
      <p:sp>
        <p:nvSpPr>
          <p:cNvPr id="2" name="TextBox 1">
            <a:extLst>
              <a:ext uri="{FF2B5EF4-FFF2-40B4-BE49-F238E27FC236}">
                <a16:creationId xmlns:a16="http://schemas.microsoft.com/office/drawing/2014/main" id="{66ADA2F8-A867-4D49-182B-91F2192B90CC}"/>
              </a:ext>
            </a:extLst>
          </p:cNvPr>
          <p:cNvSpPr txBox="1"/>
          <p:nvPr/>
        </p:nvSpPr>
        <p:spPr>
          <a:xfrm>
            <a:off x="482991" y="822960"/>
            <a:ext cx="11226018" cy="20928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The way people work changed. Instead of working in traditional offices, people now work from nearly anywhere. With applications and data moving to the cloud, an identity-aware, cloud-delivered network perimeter for the modern workforce is needed. This new network security category is called Security Service Edge (SSE).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Entra Internet Access and Microsoft Entra Private Access comprise Microsoft's Security Service Edge (SSE) solution. Global Secure Access is the unifying term used for both Microsoft Entra Internet Access and Microsoft Entra Private Access. Global Secure Access is the unified location in the Microsoft Entra admin center. Global Secure Access is built upon the core principles of Zero Trust to use least privilege, verify explicitly, and assume breach.</a:t>
            </a:r>
          </a:p>
        </p:txBody>
      </p:sp>
      <p:sp>
        <p:nvSpPr>
          <p:cNvPr id="57" name="TextBox 56">
            <a:extLst>
              <a:ext uri="{FF2B5EF4-FFF2-40B4-BE49-F238E27FC236}">
                <a16:creationId xmlns:a16="http://schemas.microsoft.com/office/drawing/2014/main" id="{EAD394C7-BC16-9662-D11F-B9BE7774F725}"/>
              </a:ext>
            </a:extLst>
          </p:cNvPr>
          <p:cNvSpPr txBox="1"/>
          <p:nvPr/>
        </p:nvSpPr>
        <p:spPr>
          <a:xfrm>
            <a:off x="436942" y="3126308"/>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What is Global Secure Access? - Global Secure Access | Microsoft Learn</a:t>
            </a:r>
            <a:br>
              <a:rPr lang="en-US" sz="1600"/>
            </a:br>
            <a:r>
              <a:rPr lang="en-US" sz="1600" err="1">
                <a:hlinkClick r:id="rId4"/>
              </a:rPr>
              <a:t>Learn</a:t>
            </a:r>
            <a:r>
              <a:rPr lang="en-US" sz="1600">
                <a:hlinkClick r:id="rId4"/>
              </a:rPr>
              <a:t> about Microsoft Entra Internet Access - Global Secure Access | Microsoft Learn</a:t>
            </a:r>
            <a:br>
              <a:rPr lang="en-US" sz="1600"/>
            </a:b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846C14EB-53BF-5FC8-C855-4D470A8FF927}"/>
              </a:ext>
            </a:extLst>
          </p:cNvPr>
          <p:cNvCxnSpPr/>
          <p:nvPr/>
        </p:nvCxnSpPr>
        <p:spPr>
          <a:xfrm>
            <a:off x="529040" y="2915841"/>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B639CD6-874E-1B19-C84B-FB9CF65E77AB}"/>
              </a:ext>
            </a:extLst>
          </p:cNvPr>
          <p:cNvCxnSpPr/>
          <p:nvPr/>
        </p:nvCxnSpPr>
        <p:spPr>
          <a:xfrm>
            <a:off x="529040" y="418167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DCD6D7FC-603F-5267-B62F-18DE787EDDC2}"/>
              </a:ext>
            </a:extLst>
          </p:cNvPr>
          <p:cNvSpPr txBox="1"/>
          <p:nvPr/>
        </p:nvSpPr>
        <p:spPr>
          <a:xfrm>
            <a:off x="444698" y="4255158"/>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b="0" i="0">
                <a:solidFill>
                  <a:srgbClr val="161616"/>
                </a:solidFill>
                <a:effectLst/>
                <a:latin typeface="Segoe UI" panose="020B0502040204020203" pitchFamily="34" charset="0"/>
              </a:rPr>
              <a:t>Microsoft Entra Internet Access secures access to all internet and SaaS apps and resources while protecting your organization against internet threats, malicious network traffic, and unsafe or noncompliant content with an identity-centric secure web gateway (SWG).</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A005A369-6833-870F-407B-3E4EC174BD8C}"/>
              </a:ext>
            </a:extLst>
          </p:cNvPr>
          <p:cNvCxnSpPr/>
          <p:nvPr/>
        </p:nvCxnSpPr>
        <p:spPr>
          <a:xfrm>
            <a:off x="529040" y="545750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C300CEF1-FF5C-6C85-A568-1648F2EA7F76}"/>
              </a:ext>
            </a:extLst>
          </p:cNvPr>
          <p:cNvSpPr txBox="1"/>
          <p:nvPr/>
        </p:nvSpPr>
        <p:spPr>
          <a:xfrm>
            <a:off x="2710308" y="5663729"/>
            <a:ext cx="9044750" cy="76944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1" i="0" dirty="0">
                <a:solidFill>
                  <a:srgbClr val="161616"/>
                </a:solidFill>
                <a:effectLst/>
                <a:latin typeface="Segoe UI" panose="020B0502040204020203" pitchFamily="34" charset="0"/>
              </a:rPr>
              <a:t>Microsoft Entra Internet Access capabilities are included in the Microsoft Entra Suite license and standalone</a:t>
            </a:r>
            <a:r>
              <a:rPr lang="en-US" sz="1100" b="0" i="0" dirty="0">
                <a:solidFill>
                  <a:srgbClr val="161616"/>
                </a:solidFill>
                <a:effectLst/>
                <a:latin typeface="Segoe UI" panose="020B0502040204020203" pitchFamily="34" charset="0"/>
              </a:rPr>
              <a:t>. Microsoft Entra Internet Access helps secure access to all internet and SaaS applications. Microsoft Entra Internet Access for Microsoft services capabilities are included in a Microsoft Entra ID P1 or Microsoft Entra ID P2 license. Microsoft Entra Internet Access for Microsoft services enhances Microsoft Entra ID capabilities with direct connectivity to supported Microsoft services, improving security, performance, and resilience.</a:t>
            </a:r>
            <a:endParaRPr kumimoji="0" lang="en-GB" sz="11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69FA9D3B-D73A-0AC9-946A-0BA010A5CB6A}"/>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C4E181F3-0B28-3C7D-74C7-584D72FC79C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0F7E9A1B-EDC5-6F4D-B6A7-7F586B05C971}"/>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6" action="ppaction://hlinksldjump"/>
            <a:extLst>
              <a:ext uri="{FF2B5EF4-FFF2-40B4-BE49-F238E27FC236}">
                <a16:creationId xmlns:a16="http://schemas.microsoft.com/office/drawing/2014/main" id="{40A7FEFE-6913-E29B-72DA-FB1BF49D386B}"/>
              </a:ext>
            </a:extLst>
          </p:cNvPr>
          <p:cNvPicPr>
            <a:picLocks noChangeAspect="1"/>
          </p:cNvPicPr>
          <p:nvPr/>
        </p:nvPicPr>
        <p:blipFill>
          <a:blip r:embed="rId7"/>
          <a:stretch>
            <a:fillRect/>
          </a:stretch>
        </p:blipFill>
        <p:spPr>
          <a:xfrm>
            <a:off x="0" y="0"/>
            <a:ext cx="211626" cy="6858000"/>
          </a:xfrm>
          <a:prstGeom prst="rect">
            <a:avLst/>
          </a:prstGeom>
        </p:spPr>
      </p:pic>
      <p:sp>
        <p:nvSpPr>
          <p:cNvPr id="7" name="Rectangle 6">
            <a:hlinkHover r:id="rId8" action="ppaction://hlinksldjump"/>
            <a:extLst>
              <a:ext uri="{FF2B5EF4-FFF2-40B4-BE49-F238E27FC236}">
                <a16:creationId xmlns:a16="http://schemas.microsoft.com/office/drawing/2014/main" id="{9A53AA6B-34E1-E93A-54D5-8908714A1587}"/>
              </a:ext>
            </a:extLst>
          </p:cNvPr>
          <p:cNvSpPr/>
          <p:nvPr/>
        </p:nvSpPr>
        <p:spPr>
          <a:xfrm>
            <a:off x="529040" y="582115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406411850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6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62D93D68-AD9E-2729-2820-0DD803CFDE51}"/>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E5B2F1BA-B480-B2E6-9404-7A7F39347C0F}"/>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Entra Global Secure Access: Private Access</a:t>
            </a:r>
          </a:p>
        </p:txBody>
      </p:sp>
      <p:sp>
        <p:nvSpPr>
          <p:cNvPr id="2" name="TextBox 1">
            <a:extLst>
              <a:ext uri="{FF2B5EF4-FFF2-40B4-BE49-F238E27FC236}">
                <a16:creationId xmlns:a16="http://schemas.microsoft.com/office/drawing/2014/main" id="{66179DD9-92E0-96D3-E7FC-242E581CEBAB}"/>
              </a:ext>
            </a:extLst>
          </p:cNvPr>
          <p:cNvSpPr txBox="1"/>
          <p:nvPr/>
        </p:nvSpPr>
        <p:spPr>
          <a:xfrm>
            <a:off x="482991" y="822960"/>
            <a:ext cx="11226018" cy="20928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The way people work changed. Instead of working in traditional offices, people now work from nearly anywhere. With applications and data moving to the cloud, an identity-aware, cloud-delivered network perimeter for the modern workforce is needed. This new network security category is called Security Service Edge (SSE).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Entra Internet Access and Microsoft Entra Private Access comprise Microsoft's Security Service Edge (SSE) solution. Global Secure Access is the unifying term used for both Microsoft Entra Internet Access and Microsoft Entra Private Access. Global Secure Access is the unified location in the Microsoft Entra admin center. Global Secure Access is built upon the core principles of Zero Trust to use least privilege, verify explicitly, and assume breach.</a:t>
            </a:r>
          </a:p>
        </p:txBody>
      </p:sp>
      <p:sp>
        <p:nvSpPr>
          <p:cNvPr id="57" name="TextBox 56">
            <a:extLst>
              <a:ext uri="{FF2B5EF4-FFF2-40B4-BE49-F238E27FC236}">
                <a16:creationId xmlns:a16="http://schemas.microsoft.com/office/drawing/2014/main" id="{475539A7-AA6F-18B5-2106-D721613AAA6C}"/>
              </a:ext>
            </a:extLst>
          </p:cNvPr>
          <p:cNvSpPr txBox="1"/>
          <p:nvPr/>
        </p:nvSpPr>
        <p:spPr>
          <a:xfrm>
            <a:off x="443520" y="2871050"/>
            <a:ext cx="1122601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What is Global Secure Access? - Global Secure Access | Microsoft Learn</a:t>
            </a:r>
            <a:endParaRPr lang="en-US" sz="1600"/>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4"/>
              </a:rPr>
              <a:t>Learn about Microsoft Entra Private Access - Global Secure Access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ED69D72F-A66D-DBCF-3F01-3CD1F84D5BA7}"/>
              </a:ext>
            </a:extLst>
          </p:cNvPr>
          <p:cNvCxnSpPr/>
          <p:nvPr/>
        </p:nvCxnSpPr>
        <p:spPr>
          <a:xfrm>
            <a:off x="482990" y="2915841"/>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4E436D47-F74F-C788-884A-C3DD75A69F28}"/>
              </a:ext>
            </a:extLst>
          </p:cNvPr>
          <p:cNvCxnSpPr/>
          <p:nvPr/>
        </p:nvCxnSpPr>
        <p:spPr>
          <a:xfrm>
            <a:off x="525750" y="379438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170FD7C3-19C8-B695-E05A-7B672BF9DDD2}"/>
              </a:ext>
            </a:extLst>
          </p:cNvPr>
          <p:cNvSpPr txBox="1"/>
          <p:nvPr/>
        </p:nvSpPr>
        <p:spPr>
          <a:xfrm>
            <a:off x="440232" y="3794379"/>
            <a:ext cx="11226018" cy="184665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Entra Private Access provides your users - whether in an office or working remotely - secured access to your private, corporate resources. Microsoft Entra Private Access builds on the capabilities of Microsoft Entra application proxy and extends access to any private resource, port, and protocol.</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Remote users connect to private apps across hybrid and multicloud environments, private networks, and data centers from any device and network without requiring a VPN. The service offers per-app adaptive access based on Conditional Access policies, for more granular security than a VPN.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EC3596DC-CF02-6706-5E5B-AEBC1458E3EF}"/>
              </a:ext>
            </a:extLst>
          </p:cNvPr>
          <p:cNvCxnSpPr/>
          <p:nvPr/>
        </p:nvCxnSpPr>
        <p:spPr>
          <a:xfrm>
            <a:off x="525750" y="5647926"/>
            <a:ext cx="11226018"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DE75089C-1F3C-A900-6F2B-BD5E1F76A851}"/>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D6A8886C-E7D4-FFB0-4C8A-D1A0D58C2AA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57BADA15-8047-09F2-8948-B1ABC9A6D5BC}"/>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TextBox 6">
            <a:extLst>
              <a:ext uri="{FF2B5EF4-FFF2-40B4-BE49-F238E27FC236}">
                <a16:creationId xmlns:a16="http://schemas.microsoft.com/office/drawing/2014/main" id="{A0C76709-C806-A5DC-43CA-7F7FD17327EC}"/>
              </a:ext>
            </a:extLst>
          </p:cNvPr>
          <p:cNvSpPr txBox="1"/>
          <p:nvPr/>
        </p:nvSpPr>
        <p:spPr>
          <a:xfrm>
            <a:off x="2898111" y="5735436"/>
            <a:ext cx="8853657" cy="461665"/>
          </a:xfrm>
          <a:prstGeom prst="rect">
            <a:avLst/>
          </a:prstGeom>
          <a:noFill/>
        </p:spPr>
        <p:txBody>
          <a:bodyPr wrap="square">
            <a:spAutoFit/>
          </a:bodyPr>
          <a:lstStyle/>
          <a:p>
            <a:pPr algn="l">
              <a:spcBef>
                <a:spcPts val="1200"/>
              </a:spcBef>
              <a:spcAft>
                <a:spcPts val="1200"/>
              </a:spcAft>
            </a:pPr>
            <a:r>
              <a:rPr lang="en-US" sz="1200" b="1" i="0" dirty="0">
                <a:solidFill>
                  <a:srgbClr val="161616"/>
                </a:solidFill>
                <a:effectLst/>
                <a:latin typeface="Segoe UI" panose="020B0502040204020203" pitchFamily="34" charset="0"/>
              </a:rPr>
              <a:t>Microsoft Entra Private Access capabilities are included in the Microsoft Entra Suite license and standalone</a:t>
            </a:r>
            <a:r>
              <a:rPr lang="en-US" sz="1200" b="0" i="0" dirty="0">
                <a:solidFill>
                  <a:srgbClr val="161616"/>
                </a:solidFill>
                <a:effectLst/>
                <a:latin typeface="Segoe UI" panose="020B0502040204020203" pitchFamily="34" charset="0"/>
              </a:rPr>
              <a:t>. Microsoft Entra Private Access elevates network security with a Zero Trust Network Access (ZTNA) solution.</a:t>
            </a:r>
          </a:p>
        </p:txBody>
      </p:sp>
      <p:pic>
        <p:nvPicPr>
          <p:cNvPr id="6" name="Picture 5">
            <a:hlinkClick r:id="rId6" action="ppaction://hlinksldjump"/>
            <a:extLst>
              <a:ext uri="{FF2B5EF4-FFF2-40B4-BE49-F238E27FC236}">
                <a16:creationId xmlns:a16="http://schemas.microsoft.com/office/drawing/2014/main" id="{0C889B49-59CE-A980-012F-623264EFE580}"/>
              </a:ext>
            </a:extLst>
          </p:cNvPr>
          <p:cNvPicPr>
            <a:picLocks noChangeAspect="1"/>
          </p:cNvPicPr>
          <p:nvPr/>
        </p:nvPicPr>
        <p:blipFill>
          <a:blip r:embed="rId7"/>
          <a:stretch>
            <a:fillRect/>
          </a:stretch>
        </p:blipFill>
        <p:spPr>
          <a:xfrm>
            <a:off x="0" y="0"/>
            <a:ext cx="211626" cy="6858000"/>
          </a:xfrm>
          <a:prstGeom prst="rect">
            <a:avLst/>
          </a:prstGeom>
        </p:spPr>
      </p:pic>
      <p:sp>
        <p:nvSpPr>
          <p:cNvPr id="8" name="Rectangle 7">
            <a:hlinkHover r:id="rId8" action="ppaction://hlinksldjump"/>
            <a:extLst>
              <a:ext uri="{FF2B5EF4-FFF2-40B4-BE49-F238E27FC236}">
                <a16:creationId xmlns:a16="http://schemas.microsoft.com/office/drawing/2014/main" id="{B90C18B4-186C-3BCE-7A2D-246FC858018F}"/>
              </a:ext>
            </a:extLst>
          </p:cNvPr>
          <p:cNvSpPr/>
          <p:nvPr/>
        </p:nvSpPr>
        <p:spPr>
          <a:xfrm>
            <a:off x="525750" y="5807744"/>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37155993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6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C14D3983-0A1C-995D-1833-0E001E0AEB77}"/>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CE1C95D0-5950-8981-2409-80E6FF3FF50F}"/>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for DevOps</a:t>
            </a:r>
          </a:p>
        </p:txBody>
      </p:sp>
      <p:sp>
        <p:nvSpPr>
          <p:cNvPr id="2" name="TextBox 1">
            <a:extLst>
              <a:ext uri="{FF2B5EF4-FFF2-40B4-BE49-F238E27FC236}">
                <a16:creationId xmlns:a16="http://schemas.microsoft.com/office/drawing/2014/main" id="{5373799A-F0E9-2F23-1DA7-F851A8BEEE73}"/>
              </a:ext>
            </a:extLst>
          </p:cNvPr>
          <p:cNvSpPr txBox="1"/>
          <p:nvPr/>
        </p:nvSpPr>
        <p:spPr>
          <a:xfrm>
            <a:off x="482991" y="822960"/>
            <a:ext cx="11226018"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Defender for Cloud enables comprehensive visibility, posture management, and threat protection across multicloud environments including Azure, AWS, GCP, and on-premises resources. DevOps security within Defender for Cloud uses a central console to empower security teams with the ability to protect applications and resources from code to cloud across multi-pipeline environments, including Azure DevOps, GitHub, and GitLab. DevOps security recommendations can then be correlated with other contextual cloud security insights to prioritize remediation in code.</a:t>
            </a:r>
          </a:p>
        </p:txBody>
      </p:sp>
      <p:sp>
        <p:nvSpPr>
          <p:cNvPr id="57" name="TextBox 56">
            <a:extLst>
              <a:ext uri="{FF2B5EF4-FFF2-40B4-BE49-F238E27FC236}">
                <a16:creationId xmlns:a16="http://schemas.microsoft.com/office/drawing/2014/main" id="{487BADFA-B773-890E-BED7-B0C7B97FD992}"/>
              </a:ext>
            </a:extLst>
          </p:cNvPr>
          <p:cNvSpPr txBox="1"/>
          <p:nvPr/>
        </p:nvSpPr>
        <p:spPr>
          <a:xfrm>
            <a:off x="482990" y="2617043"/>
            <a:ext cx="11226018" cy="63094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Microsoft Defender for Cloud DevOps security - the benefits and features - Microsoft Defender for Cloud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822C0463-2081-6FD9-E00A-FDBC81D8B0B3}"/>
              </a:ext>
            </a:extLst>
          </p:cNvPr>
          <p:cNvCxnSpPr/>
          <p:nvPr/>
        </p:nvCxnSpPr>
        <p:spPr>
          <a:xfrm>
            <a:off x="552064" y="2563921"/>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5CA34006-CDCB-1D49-67E2-0221E5A9B390}"/>
              </a:ext>
            </a:extLst>
          </p:cNvPr>
          <p:cNvCxnSpPr/>
          <p:nvPr/>
        </p:nvCxnSpPr>
        <p:spPr>
          <a:xfrm>
            <a:off x="552064" y="3349508"/>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B1989569-5BBE-23A4-F632-88FC6C8414A6}"/>
              </a:ext>
            </a:extLst>
          </p:cNvPr>
          <p:cNvSpPr txBox="1"/>
          <p:nvPr/>
        </p:nvSpPr>
        <p:spPr>
          <a:xfrm>
            <a:off x="456677" y="3514085"/>
            <a:ext cx="11226018" cy="227754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uLnTx/>
                <a:uFillTx/>
                <a:latin typeface="Calibri" panose="020F0502020204030204"/>
                <a:ea typeface="+mn-ea"/>
                <a:cs typeface="+mn-cs"/>
              </a:rPr>
              <a:t>Unified visibility into DevOps security posture: </a:t>
            </a: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Security administrators now have full visibility into DevOps inventory and the security posture of preproduction application code across multi-pipeline and multicloud environments, which includes findings from code, secrets, and open-source dependency vulnerability scans. They can also assess the security configurations of their DevOps environment. </a:t>
            </a:r>
            <a:r>
              <a:rPr kumimoji="0" lang="en-US" sz="1400" b="1" i="0" u="none" strike="noStrike" kern="1200" cap="none" spc="0" normalizeH="0" baseline="0" noProof="0">
                <a:ln>
                  <a:noFill/>
                </a:ln>
                <a:solidFill>
                  <a:prstClr val="black"/>
                </a:solidFill>
                <a:effectLst/>
                <a:uLnTx/>
                <a:uFillTx/>
                <a:latin typeface="Calibri" panose="020F0502020204030204"/>
                <a:ea typeface="+mn-ea"/>
                <a:cs typeface="+mn-cs"/>
              </a:rPr>
              <a:t>Strengthen cloud resource configurations throughout the development lifecycle: </a:t>
            </a: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You can enable security of Infrastructure as Code (</a:t>
            </a:r>
            <a:r>
              <a:rPr kumimoji="0" lang="en-US" sz="1400" b="0" i="0" u="none" strike="noStrike" kern="1200" cap="none" spc="0" normalizeH="0" baseline="0" noProof="0" err="1">
                <a:ln>
                  <a:noFill/>
                </a:ln>
                <a:solidFill>
                  <a:prstClr val="black"/>
                </a:solidFill>
                <a:effectLst/>
                <a:uLnTx/>
                <a:uFillTx/>
                <a:latin typeface="Calibri" panose="020F0502020204030204"/>
                <a:ea typeface="+mn-ea"/>
                <a:cs typeface="+mn-cs"/>
              </a:rPr>
              <a:t>IaC</a:t>
            </a: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 templates and container images to minimize cloud misconfigurations reaching production environments, allowing security administrators to focus on any critical evolving threats. </a:t>
            </a:r>
            <a:r>
              <a:rPr kumimoji="0" lang="en-US" sz="1400" b="1" i="0" u="none" strike="noStrike" kern="1200" cap="none" spc="0" normalizeH="0" baseline="0" noProof="0">
                <a:ln>
                  <a:noFill/>
                </a:ln>
                <a:solidFill>
                  <a:prstClr val="black"/>
                </a:solidFill>
                <a:effectLst/>
                <a:uLnTx/>
                <a:uFillTx/>
                <a:latin typeface="Calibri" panose="020F0502020204030204"/>
                <a:ea typeface="+mn-ea"/>
                <a:cs typeface="+mn-cs"/>
              </a:rPr>
              <a:t>Prioritize remediation of critical issues in code: </a:t>
            </a: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Apply comprehensive code-to-cloud contextual insights within Defender for Cloud. Security admins can help developers prioritize critical code fixes with pull request annotations and assign developer ownership by triggering custom workflows feeding directly into the tools developers know and love.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These features help unify, strengthen, and manage multi-pipeline DevOps resources.</a:t>
            </a:r>
            <a:endParaRPr kumimoji="0" lang="en-GB"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915D0253-7E88-A4B2-CCB5-6F0E12C00ECA}"/>
              </a:ext>
            </a:extLst>
          </p:cNvPr>
          <p:cNvCxnSpPr/>
          <p:nvPr/>
        </p:nvCxnSpPr>
        <p:spPr>
          <a:xfrm>
            <a:off x="517060" y="589728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89EA23EC-E038-60EE-C2A7-8752B8747733}"/>
              </a:ext>
            </a:extLst>
          </p:cNvPr>
          <p:cNvSpPr txBox="1"/>
          <p:nvPr/>
        </p:nvSpPr>
        <p:spPr>
          <a:xfrm>
            <a:off x="413917" y="5956208"/>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CA829CFE-5A81-2262-FDB6-858DDE229732}"/>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FBDF9488-94C3-7404-686B-991FBEB18D0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049481D8-2F3B-7120-6323-5E178F340BA9}"/>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5" action="ppaction://hlinksldjump"/>
            <a:extLst>
              <a:ext uri="{FF2B5EF4-FFF2-40B4-BE49-F238E27FC236}">
                <a16:creationId xmlns:a16="http://schemas.microsoft.com/office/drawing/2014/main" id="{077B6316-0008-43E0-EF4B-1B20BF9C372C}"/>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207092206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6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CFA04A5F-874F-DB54-CF0F-8EAC9B51F82E}"/>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1CEFF12D-40B6-4D8C-0035-D9B72DA231D8}"/>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for Containers</a:t>
            </a:r>
          </a:p>
        </p:txBody>
      </p:sp>
      <p:sp>
        <p:nvSpPr>
          <p:cNvPr id="2" name="TextBox 1">
            <a:extLst>
              <a:ext uri="{FF2B5EF4-FFF2-40B4-BE49-F238E27FC236}">
                <a16:creationId xmlns:a16="http://schemas.microsoft.com/office/drawing/2014/main" id="{9BB19704-4EC5-26EF-4089-2C548D12F6A2}"/>
              </a:ext>
            </a:extLst>
          </p:cNvPr>
          <p:cNvSpPr txBox="1"/>
          <p:nvPr/>
        </p:nvSpPr>
        <p:spPr>
          <a:xfrm>
            <a:off x="482991" y="822960"/>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Defender for Containers is a cloud-native solution to improve, monitor, and maintain the security of your containerized assets (Kubernetes clusters, Kubernetes nodes, Kubernetes workloads, container registries, container images and more), and their applications, across multicloud and on-premises environments.</a:t>
            </a:r>
          </a:p>
        </p:txBody>
      </p:sp>
      <p:sp>
        <p:nvSpPr>
          <p:cNvPr id="57" name="TextBox 56">
            <a:extLst>
              <a:ext uri="{FF2B5EF4-FFF2-40B4-BE49-F238E27FC236}">
                <a16:creationId xmlns:a16="http://schemas.microsoft.com/office/drawing/2014/main" id="{AEE46846-DDDD-5C97-F06E-BF3F944368A1}"/>
              </a:ext>
            </a:extLst>
          </p:cNvPr>
          <p:cNvSpPr txBox="1"/>
          <p:nvPr/>
        </p:nvSpPr>
        <p:spPr>
          <a:xfrm>
            <a:off x="482991" y="2063047"/>
            <a:ext cx="11226018" cy="63094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Overview of Container security in Microsoft Defender for Containers - Microsoft Defender for Cloud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BDFEBD22-84D7-D664-FCFC-B681F60E7A38}"/>
              </a:ext>
            </a:extLst>
          </p:cNvPr>
          <p:cNvCxnSpPr/>
          <p:nvPr/>
        </p:nvCxnSpPr>
        <p:spPr>
          <a:xfrm>
            <a:off x="575088" y="2001467"/>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A069D7F5-24AE-BFD6-9BD8-B02949E47AA0}"/>
              </a:ext>
            </a:extLst>
          </p:cNvPr>
          <p:cNvCxnSpPr/>
          <p:nvPr/>
        </p:nvCxnSpPr>
        <p:spPr>
          <a:xfrm>
            <a:off x="601402" y="2790342"/>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92822BC2-C1A4-0BAF-9B1E-9D1F1FE08997}"/>
              </a:ext>
            </a:extLst>
          </p:cNvPr>
          <p:cNvSpPr txBox="1"/>
          <p:nvPr/>
        </p:nvSpPr>
        <p:spPr>
          <a:xfrm>
            <a:off x="459966" y="2969513"/>
            <a:ext cx="11226018"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Defender for Containers assists you with four core domains of container security:</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i="0" u="none" strike="noStrike">
                <a:effectLst/>
                <a:latin typeface="Segoe UI" panose="020B0502040204020203" pitchFamily="34" charset="0"/>
                <a:hlinkClick r:id="rId4"/>
              </a:rPr>
              <a:t>Security posture management</a:t>
            </a:r>
            <a:r>
              <a:rPr lang="en-US" sz="1600" i="0">
                <a:solidFill>
                  <a:srgbClr val="161616"/>
                </a:solidFill>
                <a:effectLst/>
                <a:latin typeface="Segoe UI" panose="020B0502040204020203" pitchFamily="34" charset="0"/>
              </a:rPr>
              <a:t> </a:t>
            </a:r>
            <a:br>
              <a:rPr lang="en-US" sz="1600" i="0">
                <a:solidFill>
                  <a:srgbClr val="161616"/>
                </a:solidFill>
                <a:effectLst/>
                <a:latin typeface="Segoe UI" panose="020B0502040204020203" pitchFamily="34" charset="0"/>
              </a:rPr>
            </a:br>
            <a:r>
              <a:rPr lang="en-US" sz="1600" i="0" u="none" strike="noStrike">
                <a:effectLst/>
                <a:latin typeface="Segoe UI" panose="020B0502040204020203" pitchFamily="34" charset="0"/>
                <a:hlinkClick r:id="rId5"/>
              </a:rPr>
              <a:t>Vulnerability assessment</a:t>
            </a:r>
            <a:br>
              <a:rPr lang="en-US" sz="1600" i="0" u="none" strike="noStrike">
                <a:effectLst/>
                <a:latin typeface="Segoe UI" panose="020B0502040204020203" pitchFamily="34" charset="0"/>
              </a:rPr>
            </a:br>
            <a:r>
              <a:rPr lang="en-US" sz="1600" i="0" u="none" strike="noStrike">
                <a:effectLst/>
                <a:latin typeface="Segoe UI" panose="020B0502040204020203" pitchFamily="34" charset="0"/>
                <a:hlinkClick r:id="rId6"/>
              </a:rPr>
              <a:t>Run-time threat protection</a:t>
            </a:r>
            <a:endParaRPr lang="en-US" sz="1600" i="0" u="none" strike="noStrike">
              <a:effectLst/>
              <a:latin typeface="Segoe UI" panose="020B0502040204020203"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i="0">
                <a:solidFill>
                  <a:srgbClr val="161616"/>
                </a:solidFill>
                <a:effectLst/>
                <a:latin typeface="Segoe UI" panose="020B0502040204020203" pitchFamily="34" charset="0"/>
              </a:rPr>
              <a:t>Deployment &amp; monitoring</a:t>
            </a:r>
            <a:endParaRPr kumimoji="0" lang="en-US" sz="160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461392BD-49FC-B1E9-FE75-5AC6AAB5CD7E}"/>
              </a:ext>
            </a:extLst>
          </p:cNvPr>
          <p:cNvCxnSpPr/>
          <p:nvPr/>
        </p:nvCxnSpPr>
        <p:spPr>
          <a:xfrm>
            <a:off x="482991" y="5358826"/>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3B196EC9-368B-8AF8-96A8-EBA4D5A501DB}"/>
              </a:ext>
            </a:extLst>
          </p:cNvPr>
          <p:cNvSpPr txBox="1"/>
          <p:nvPr/>
        </p:nvSpPr>
        <p:spPr>
          <a:xfrm>
            <a:off x="459966" y="5423842"/>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C8C42925-FF89-6A6C-F91B-B57D49457CC1}"/>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E2747DFE-AF71-0857-7833-8E8CE391434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E0B73DDA-6394-2B7C-AE14-3B1E2883A576}"/>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8" action="ppaction://hlinksldjump"/>
            <a:extLst>
              <a:ext uri="{FF2B5EF4-FFF2-40B4-BE49-F238E27FC236}">
                <a16:creationId xmlns:a16="http://schemas.microsoft.com/office/drawing/2014/main" id="{3E0709CD-1E96-5A31-9FB1-B99775C1D5E2}"/>
              </a:ext>
            </a:extLst>
          </p:cNvPr>
          <p:cNvPicPr>
            <a:picLocks noChangeAspect="1"/>
          </p:cNvPicPr>
          <p:nvPr/>
        </p:nvPicPr>
        <p:blipFill>
          <a:blip r:embed="rId9"/>
          <a:stretch>
            <a:fillRect/>
          </a:stretch>
        </p:blipFill>
        <p:spPr>
          <a:xfrm>
            <a:off x="0" y="0"/>
            <a:ext cx="211626" cy="6858000"/>
          </a:xfrm>
          <a:prstGeom prst="rect">
            <a:avLst/>
          </a:prstGeom>
        </p:spPr>
      </p:pic>
    </p:spTree>
    <p:extLst>
      <p:ext uri="{BB962C8B-B14F-4D97-AF65-F5344CB8AC3E}">
        <p14:creationId xmlns:p14="http://schemas.microsoft.com/office/powerpoint/2010/main" val="295386117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6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7A25797F-570F-3124-86C8-96B40240FBB1}"/>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D1D5EF51-9878-2809-EC63-D6408A987E07}"/>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for Storage</a:t>
            </a:r>
          </a:p>
        </p:txBody>
      </p:sp>
      <p:sp>
        <p:nvSpPr>
          <p:cNvPr id="2" name="TextBox 1">
            <a:extLst>
              <a:ext uri="{FF2B5EF4-FFF2-40B4-BE49-F238E27FC236}">
                <a16:creationId xmlns:a16="http://schemas.microsoft.com/office/drawing/2014/main" id="{323AEDBA-B175-5E82-C0FC-033AA268A1F4}"/>
              </a:ext>
            </a:extLst>
          </p:cNvPr>
          <p:cNvSpPr txBox="1"/>
          <p:nvPr/>
        </p:nvSpPr>
        <p:spPr>
          <a:xfrm>
            <a:off x="482991" y="793044"/>
            <a:ext cx="11226018" cy="20928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algn="l"/>
            <a:r>
              <a:rPr lang="en-US" sz="1600" b="0" i="0">
                <a:solidFill>
                  <a:srgbClr val="161616"/>
                </a:solidFill>
                <a:effectLst/>
              </a:rPr>
              <a:t>Microsoft Defender for Cloud gives you an Azure-native layer of security intelligence that finds potential threats to your storage accounts with the Defender for Storage plan.</a:t>
            </a:r>
          </a:p>
          <a:p>
            <a:pPr algn="l"/>
            <a:r>
              <a:rPr lang="en-US" sz="1600" b="0" i="0">
                <a:solidFill>
                  <a:srgbClr val="161616"/>
                </a:solidFill>
                <a:effectLst/>
              </a:rPr>
              <a:t>Defender for Storage helps prevent malicious file uploads, sensitive data exfiltration, and data corruption, ensuring the security and integrity of your data and workloads.</a:t>
            </a:r>
          </a:p>
          <a:p>
            <a:pPr algn="l"/>
            <a:r>
              <a:rPr lang="en-US" sz="1600" b="0" i="0">
                <a:solidFill>
                  <a:srgbClr val="161616"/>
                </a:solidFill>
                <a:effectLst/>
              </a:rPr>
              <a:t>Defender for Storage provides comprehensive security by analyzing the data plane and control plane telemetry generated by </a:t>
            </a:r>
            <a:r>
              <a:rPr lang="en-US" sz="1600" b="0" i="0" u="none" strike="noStrike">
                <a:solidFill>
                  <a:srgbClr val="161616"/>
                </a:solidFill>
                <a:effectLst/>
                <a:hlinkClick r:id="rId3"/>
              </a:rPr>
              <a:t>Azure Blob Storage</a:t>
            </a:r>
            <a:r>
              <a:rPr lang="en-US" sz="1600" b="0" i="0">
                <a:solidFill>
                  <a:srgbClr val="161616"/>
                </a:solidFill>
                <a:effectLst/>
              </a:rPr>
              <a:t>, </a:t>
            </a:r>
            <a:r>
              <a:rPr lang="en-US" sz="1600" b="0" i="0" u="none" strike="noStrike">
                <a:solidFill>
                  <a:srgbClr val="161616"/>
                </a:solidFill>
                <a:effectLst/>
                <a:hlinkClick r:id="rId4"/>
              </a:rPr>
              <a:t>Azure Files</a:t>
            </a:r>
            <a:r>
              <a:rPr lang="en-US" sz="1600" b="0" i="0">
                <a:solidFill>
                  <a:srgbClr val="161616"/>
                </a:solidFill>
                <a:effectLst/>
              </a:rPr>
              <a:t>, and </a:t>
            </a:r>
            <a:r>
              <a:rPr lang="en-US" sz="1600" b="0" i="0" u="none" strike="noStrike">
                <a:solidFill>
                  <a:srgbClr val="161616"/>
                </a:solidFill>
                <a:effectLst/>
                <a:hlinkClick r:id="rId5"/>
              </a:rPr>
              <a:t>Azure Data Lake Storage</a:t>
            </a:r>
            <a:r>
              <a:rPr lang="en-US" sz="1600" b="0" i="0">
                <a:solidFill>
                  <a:srgbClr val="161616"/>
                </a:solidFill>
                <a:effectLst/>
              </a:rPr>
              <a:t> services. It uses advanced threat detection capabilities powered by </a:t>
            </a:r>
            <a:r>
              <a:rPr lang="en-US" sz="1600" b="0" i="0" u="none" strike="noStrike">
                <a:solidFill>
                  <a:srgbClr val="161616"/>
                </a:solidFill>
                <a:effectLst/>
                <a:hlinkClick r:id="rId6"/>
              </a:rPr>
              <a:t>Microsoft Threat Intelligence</a:t>
            </a:r>
            <a:r>
              <a:rPr lang="en-US" sz="1600" b="0" i="0">
                <a:solidFill>
                  <a:srgbClr val="161616"/>
                </a:solidFill>
                <a:effectLst/>
              </a:rPr>
              <a:t>, Microsoft Defender Antivirus, and </a:t>
            </a:r>
            <a:r>
              <a:rPr lang="en-US" sz="1600" b="0" i="0" u="none" strike="noStrike">
                <a:solidFill>
                  <a:srgbClr val="161616"/>
                </a:solidFill>
                <a:effectLst/>
                <a:hlinkClick r:id="rId7"/>
              </a:rPr>
              <a:t>Sensitive Data Discovery</a:t>
            </a:r>
            <a:r>
              <a:rPr lang="en-US" sz="1600" b="0" i="0">
                <a:solidFill>
                  <a:srgbClr val="161616"/>
                </a:solidFill>
                <a:effectLst/>
              </a:rPr>
              <a:t> to help you discover and mitigate potential threats.</a:t>
            </a:r>
          </a:p>
        </p:txBody>
      </p:sp>
      <p:sp>
        <p:nvSpPr>
          <p:cNvPr id="57" name="TextBox 56">
            <a:extLst>
              <a:ext uri="{FF2B5EF4-FFF2-40B4-BE49-F238E27FC236}">
                <a16:creationId xmlns:a16="http://schemas.microsoft.com/office/drawing/2014/main" id="{58143EA5-CE78-97CE-718A-DF2D9BD058A9}"/>
              </a:ext>
            </a:extLst>
          </p:cNvPr>
          <p:cNvSpPr txBox="1"/>
          <p:nvPr/>
        </p:nvSpPr>
        <p:spPr>
          <a:xfrm>
            <a:off x="482991" y="2863265"/>
            <a:ext cx="11226018" cy="63094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8"/>
              </a:rPr>
              <a:t>What is Microsoft Defender for Storage? - Microsoft Defender for Cloud | Microsoft Learn</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4DA3FBCC-ED17-AE44-F7AC-F8A1A2E56D80}"/>
              </a:ext>
            </a:extLst>
          </p:cNvPr>
          <p:cNvCxnSpPr/>
          <p:nvPr/>
        </p:nvCxnSpPr>
        <p:spPr>
          <a:xfrm>
            <a:off x="482991" y="2889553"/>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5B6ACE5D-BB44-9DA7-D8D9-F46D418718DC}"/>
              </a:ext>
            </a:extLst>
          </p:cNvPr>
          <p:cNvCxnSpPr/>
          <p:nvPr/>
        </p:nvCxnSpPr>
        <p:spPr>
          <a:xfrm>
            <a:off x="482991" y="346791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6DA9EE2F-ED68-7D1C-AA9A-674A3F105C8B}"/>
              </a:ext>
            </a:extLst>
          </p:cNvPr>
          <p:cNvSpPr txBox="1"/>
          <p:nvPr/>
        </p:nvSpPr>
        <p:spPr>
          <a:xfrm>
            <a:off x="482991" y="3441631"/>
            <a:ext cx="11226018"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Activity monitoring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Detect unusual and potentially harmful activities involving your storage accounts by analyzing access patterns and behaviors. This can be valuable for identifying unauthorized access, data exfiltration attempts, and other security threats.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Sensitive data threat detection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Identify and protect sensitive data within your storage accounts by detecting suspicious activities that might indicate a potential security threat. Defender for Storage enhances the security of your sensitive information stored in Azure by monitoring for actions such as unusual data access patterns or potential data exfiltration.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Malware scanning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Scan your storage accounts for malware by analyzing files for known threats and suspicious content. This helps in identifying and mitigating potential security risks from malicious files that might be stored or uploaded to your Azure storage accounts. As a result, it enhances the overall security posture of your data storage.</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FC4D45EE-C825-F915-728E-0F98C4B0EAB0}"/>
              </a:ext>
            </a:extLst>
          </p:cNvPr>
          <p:cNvCxnSpPr/>
          <p:nvPr/>
        </p:nvCxnSpPr>
        <p:spPr>
          <a:xfrm>
            <a:off x="538907" y="5799252"/>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C49BB9A8-BD51-D343-6805-3BC985144EE3}"/>
              </a:ext>
            </a:extLst>
          </p:cNvPr>
          <p:cNvSpPr txBox="1"/>
          <p:nvPr/>
        </p:nvSpPr>
        <p:spPr>
          <a:xfrm>
            <a:off x="482991" y="5825539"/>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5800E24C-2D1C-723C-A169-EE526EBF3A8E}"/>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21FE0100-21EF-80DE-0F53-D1890951B6A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08B3C7E1-4E74-6F8E-95C5-DE7AA2173F67}"/>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10" action="ppaction://hlinksldjump"/>
            <a:extLst>
              <a:ext uri="{FF2B5EF4-FFF2-40B4-BE49-F238E27FC236}">
                <a16:creationId xmlns:a16="http://schemas.microsoft.com/office/drawing/2014/main" id="{9EF8FA05-C204-82B4-0960-78DBF6922CD8}"/>
              </a:ext>
            </a:extLst>
          </p:cNvPr>
          <p:cNvPicPr>
            <a:picLocks noChangeAspect="1"/>
          </p:cNvPicPr>
          <p:nvPr/>
        </p:nvPicPr>
        <p:blipFill>
          <a:blip r:embed="rId11"/>
          <a:stretch>
            <a:fillRect/>
          </a:stretch>
        </p:blipFill>
        <p:spPr>
          <a:xfrm>
            <a:off x="0" y="0"/>
            <a:ext cx="211626" cy="6858000"/>
          </a:xfrm>
          <a:prstGeom prst="rect">
            <a:avLst/>
          </a:prstGeom>
        </p:spPr>
      </p:pic>
    </p:spTree>
    <p:extLst>
      <p:ext uri="{BB962C8B-B14F-4D97-AF65-F5344CB8AC3E}">
        <p14:creationId xmlns:p14="http://schemas.microsoft.com/office/powerpoint/2010/main" val="307890661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6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F1F9FC9D-8A64-0242-EC35-EC0F2825D705}"/>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4B40AB48-F34B-AAE0-060D-1DA6DA5A1875}"/>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Defender for Key Vault</a:t>
            </a:r>
          </a:p>
        </p:txBody>
      </p:sp>
      <p:sp>
        <p:nvSpPr>
          <p:cNvPr id="2" name="TextBox 1">
            <a:extLst>
              <a:ext uri="{FF2B5EF4-FFF2-40B4-BE49-F238E27FC236}">
                <a16:creationId xmlns:a16="http://schemas.microsoft.com/office/drawing/2014/main" id="{B4DC664A-6175-1161-9BFA-312F6D768985}"/>
              </a:ext>
            </a:extLst>
          </p:cNvPr>
          <p:cNvSpPr txBox="1"/>
          <p:nvPr/>
        </p:nvSpPr>
        <p:spPr>
          <a:xfrm>
            <a:off x="482991" y="822960"/>
            <a:ext cx="1122601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Azure Key Vault is a cloud service that safeguards encryption keys and secrets like certificates, connection strings, and passwords.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Enable Microsoft Defender for Key Vault for Azure-native, advanced threat protection for Azure Key Vault, providing another layer of security intelligence.</a:t>
            </a:r>
          </a:p>
        </p:txBody>
      </p:sp>
      <p:sp>
        <p:nvSpPr>
          <p:cNvPr id="57" name="TextBox 56">
            <a:extLst>
              <a:ext uri="{FF2B5EF4-FFF2-40B4-BE49-F238E27FC236}">
                <a16:creationId xmlns:a16="http://schemas.microsoft.com/office/drawing/2014/main" id="{52B4A9FD-2BCD-674B-1F3C-1649EA916502}"/>
              </a:ext>
            </a:extLst>
          </p:cNvPr>
          <p:cNvSpPr txBox="1"/>
          <p:nvPr/>
        </p:nvSpPr>
        <p:spPr>
          <a:xfrm>
            <a:off x="453388" y="2193812"/>
            <a:ext cx="11226018"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Microsoft Defender for Key Vault - the benefits and features - Microsoft Defender for Cloud | Microsoft Learn</a:t>
            </a:r>
            <a:endParaRPr lang="en-US" sz="1600"/>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307A437F-0B69-C021-9B21-D6F05F44DC6C}"/>
              </a:ext>
            </a:extLst>
          </p:cNvPr>
          <p:cNvCxnSpPr/>
          <p:nvPr/>
        </p:nvCxnSpPr>
        <p:spPr>
          <a:xfrm>
            <a:off x="552064" y="2119878"/>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C2A9C9F1-DC71-2DD7-7652-68D7D1D032BB}"/>
              </a:ext>
            </a:extLst>
          </p:cNvPr>
          <p:cNvCxnSpPr/>
          <p:nvPr/>
        </p:nvCxnSpPr>
        <p:spPr>
          <a:xfrm>
            <a:off x="566318" y="2925199"/>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8A5897C3-7105-3FCC-2B47-761091E074EF}"/>
              </a:ext>
            </a:extLst>
          </p:cNvPr>
          <p:cNvSpPr txBox="1"/>
          <p:nvPr/>
        </p:nvSpPr>
        <p:spPr>
          <a:xfrm>
            <a:off x="482990" y="3090927"/>
            <a:ext cx="11226018" cy="184665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Microsoft Defender for Key Vault detects unusual and potentially harmful attempts to access or exploit Key Vault accounts. This layer of protection helps you address threats even if you're not a security expert, and without the need to manage third-party security monitoring systems.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When anomalous activities occur, Defender for Key Vault shows alerts, and optionally sends them via email to relevant members of your organization. These alerts include the details of the suspicious activity and recommendations on how to investigate and remediate threats.</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FAB724A2-3E38-DBD8-07E7-842CAD4163D1}"/>
              </a:ext>
            </a:extLst>
          </p:cNvPr>
          <p:cNvCxnSpPr/>
          <p:nvPr/>
        </p:nvCxnSpPr>
        <p:spPr>
          <a:xfrm>
            <a:off x="566318" y="5092401"/>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C0DABA2A-E683-E798-5918-8F508042F5D2}"/>
              </a:ext>
            </a:extLst>
          </p:cNvPr>
          <p:cNvSpPr txBox="1"/>
          <p:nvPr/>
        </p:nvSpPr>
        <p:spPr>
          <a:xfrm>
            <a:off x="453388" y="5144061"/>
            <a:ext cx="63910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Azure Resource Manager with an Azure Subscription </a:t>
            </a:r>
          </a:p>
        </p:txBody>
      </p:sp>
      <p:grpSp>
        <p:nvGrpSpPr>
          <p:cNvPr id="3" name="Group 2">
            <a:extLst>
              <a:ext uri="{FF2B5EF4-FFF2-40B4-BE49-F238E27FC236}">
                <a16:creationId xmlns:a16="http://schemas.microsoft.com/office/drawing/2014/main" id="{F2FEB541-1DF1-4B6F-7AF2-07A404466E4A}"/>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700004F4-591B-CE60-6772-0395CC32E2AE}"/>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1837A7EE-30CB-B590-AE4A-E8B5CE0F4CF2}"/>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5" action="ppaction://hlinksldjump"/>
            <a:extLst>
              <a:ext uri="{FF2B5EF4-FFF2-40B4-BE49-F238E27FC236}">
                <a16:creationId xmlns:a16="http://schemas.microsoft.com/office/drawing/2014/main" id="{2A5977A9-56ED-0B91-9281-CE83330A3A89}"/>
              </a:ext>
            </a:extLst>
          </p:cNvPr>
          <p:cNvPicPr>
            <a:picLocks noChangeAspect="1"/>
          </p:cNvPicPr>
          <p:nvPr/>
        </p:nvPicPr>
        <p:blipFill>
          <a:blip r:embed="rId6"/>
          <a:stretch>
            <a:fillRect/>
          </a:stretch>
        </p:blipFill>
        <p:spPr>
          <a:xfrm>
            <a:off x="0" y="0"/>
            <a:ext cx="211626" cy="6858000"/>
          </a:xfrm>
          <a:prstGeom prst="rect">
            <a:avLst/>
          </a:prstGeom>
        </p:spPr>
      </p:pic>
    </p:spTree>
    <p:extLst>
      <p:ext uri="{BB962C8B-B14F-4D97-AF65-F5344CB8AC3E}">
        <p14:creationId xmlns:p14="http://schemas.microsoft.com/office/powerpoint/2010/main" val="204398131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6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FEDF1A71-E030-4CFF-7101-877C99A1F39F}"/>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1714DC7F-3622-B8E8-669A-3667E22E0B69}"/>
              </a:ext>
            </a:extLst>
          </p:cNvPr>
          <p:cNvSpPr txBox="1"/>
          <p:nvPr/>
        </p:nvSpPr>
        <p:spPr>
          <a:xfrm>
            <a:off x="851579" y="173237"/>
            <a:ext cx="1048884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Security Copilot</a:t>
            </a:r>
          </a:p>
        </p:txBody>
      </p:sp>
      <p:sp>
        <p:nvSpPr>
          <p:cNvPr id="2" name="TextBox 1">
            <a:extLst>
              <a:ext uri="{FF2B5EF4-FFF2-40B4-BE49-F238E27FC236}">
                <a16:creationId xmlns:a16="http://schemas.microsoft.com/office/drawing/2014/main" id="{095FC607-39A1-D4FF-BB48-1C3313767B7D}"/>
              </a:ext>
            </a:extLst>
          </p:cNvPr>
          <p:cNvSpPr txBox="1"/>
          <p:nvPr/>
        </p:nvSpPr>
        <p:spPr>
          <a:xfrm>
            <a:off x="482991" y="822960"/>
            <a:ext cx="11226018"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algn="l"/>
            <a:r>
              <a:rPr lang="en-US" sz="1400">
                <a:solidFill>
                  <a:prstClr val="black"/>
                </a:solidFill>
                <a:latin typeface="Calibri" panose="020F0502020204030204"/>
              </a:rPr>
              <a:t>Microsoft Security Copilot (Security Copilot) is a generative AI-powered security solution that helps increase the efficiency and capabilities of defenders to improve security outcomes at machine speed and scale.</a:t>
            </a:r>
          </a:p>
          <a:p>
            <a:pPr algn="l"/>
            <a:r>
              <a:rPr lang="en-US" sz="1400">
                <a:solidFill>
                  <a:prstClr val="black"/>
                </a:solidFill>
                <a:latin typeface="Calibri" panose="020F0502020204030204"/>
              </a:rPr>
              <a:t>Security Copilot provides a natural language, assistive copilot experience. Security Copilot helps support security professionals in various end-to-end scenarios such as incident response, threat hunting, intelligence gathering, posture management, and more. For more information, see </a:t>
            </a:r>
            <a:r>
              <a:rPr lang="en-US" sz="1400">
                <a:solidFill>
                  <a:prstClr val="black"/>
                </a:solidFill>
                <a:latin typeface="Calibri" panose="020F0502020204030204"/>
                <a:hlinkClick r:id="rId3">
                  <a:extLst>
                    <a:ext uri="{A12FA001-AC4F-418D-AE19-62706E023703}">
                      <ahyp:hlinkClr xmlns:ahyp="http://schemas.microsoft.com/office/drawing/2018/hyperlinkcolor" val="tx"/>
                    </a:ext>
                  </a:extLst>
                </a:hlinkClick>
              </a:rPr>
              <a:t>Security Copilot primary use cases</a:t>
            </a:r>
            <a:r>
              <a:rPr lang="en-US" sz="1400">
                <a:solidFill>
                  <a:prstClr val="black"/>
                </a:solidFill>
                <a:latin typeface="Calibri" panose="020F0502020204030204"/>
              </a:rPr>
              <a:t>.</a:t>
            </a:r>
          </a:p>
          <a:p>
            <a:pPr algn="l"/>
            <a:r>
              <a:rPr lang="en-US" sz="1400">
                <a:solidFill>
                  <a:prstClr val="black"/>
                </a:solidFill>
                <a:latin typeface="Calibri" panose="020F0502020204030204"/>
              </a:rPr>
              <a:t>Designed with integration in mind, Security Copilot offers a standalone experience and also seamlessly integrates with products in the Microsoft Security portfolio. Security Copilot integrates with products such as </a:t>
            </a:r>
            <a:r>
              <a:rPr lang="en-US" sz="1400">
                <a:solidFill>
                  <a:prstClr val="black"/>
                </a:solidFill>
                <a:latin typeface="Calibri" panose="020F0502020204030204"/>
                <a:hlinkClick r:id="rId4">
                  <a:extLst>
                    <a:ext uri="{A12FA001-AC4F-418D-AE19-62706E023703}">
                      <ahyp:hlinkClr xmlns:ahyp="http://schemas.microsoft.com/office/drawing/2018/hyperlinkcolor" val="tx"/>
                    </a:ext>
                  </a:extLst>
                </a:hlinkClick>
              </a:rPr>
              <a:t>Microsoft Defender XDR</a:t>
            </a:r>
            <a:r>
              <a:rPr lang="en-US" sz="1400">
                <a:solidFill>
                  <a:prstClr val="black"/>
                </a:solidFill>
                <a:latin typeface="Calibri" panose="020F0502020204030204"/>
              </a:rPr>
              <a:t>, </a:t>
            </a:r>
            <a:r>
              <a:rPr lang="en-US" sz="1400">
                <a:solidFill>
                  <a:prstClr val="black"/>
                </a:solidFill>
                <a:latin typeface="Calibri" panose="020F0502020204030204"/>
                <a:hlinkClick r:id="rId5">
                  <a:extLst>
                    <a:ext uri="{A12FA001-AC4F-418D-AE19-62706E023703}">
                      <ahyp:hlinkClr xmlns:ahyp="http://schemas.microsoft.com/office/drawing/2018/hyperlinkcolor" val="tx"/>
                    </a:ext>
                  </a:extLst>
                </a:hlinkClick>
              </a:rPr>
              <a:t>Microsoft Sentinel</a:t>
            </a:r>
            <a:r>
              <a:rPr lang="en-US" sz="1400">
                <a:solidFill>
                  <a:prstClr val="black"/>
                </a:solidFill>
                <a:latin typeface="Calibri" panose="020F0502020204030204"/>
              </a:rPr>
              <a:t>, </a:t>
            </a:r>
            <a:r>
              <a:rPr lang="en-US" sz="1400">
                <a:solidFill>
                  <a:prstClr val="black"/>
                </a:solidFill>
                <a:latin typeface="Calibri" panose="020F0502020204030204"/>
                <a:hlinkClick r:id="rId6">
                  <a:extLst>
                    <a:ext uri="{A12FA001-AC4F-418D-AE19-62706E023703}">
                      <ahyp:hlinkClr xmlns:ahyp="http://schemas.microsoft.com/office/drawing/2018/hyperlinkcolor" val="tx"/>
                    </a:ext>
                  </a:extLst>
                </a:hlinkClick>
              </a:rPr>
              <a:t>Microsoft Intune</a:t>
            </a:r>
            <a:r>
              <a:rPr lang="en-US" sz="1400">
                <a:solidFill>
                  <a:prstClr val="black"/>
                </a:solidFill>
                <a:latin typeface="Calibri" panose="020F0502020204030204"/>
              </a:rPr>
              <a:t>, </a:t>
            </a:r>
            <a:r>
              <a:rPr lang="en-US" sz="1400">
                <a:solidFill>
                  <a:prstClr val="black"/>
                </a:solidFill>
                <a:latin typeface="Calibri" panose="020F0502020204030204"/>
                <a:hlinkClick r:id="rId7">
                  <a:extLst>
                    <a:ext uri="{A12FA001-AC4F-418D-AE19-62706E023703}">
                      <ahyp:hlinkClr xmlns:ahyp="http://schemas.microsoft.com/office/drawing/2018/hyperlinkcolor" val="tx"/>
                    </a:ext>
                  </a:extLst>
                </a:hlinkClick>
              </a:rPr>
              <a:t>Microsoft Entra</a:t>
            </a:r>
            <a:r>
              <a:rPr lang="en-US" sz="1400">
                <a:solidFill>
                  <a:prstClr val="black"/>
                </a:solidFill>
                <a:latin typeface="Calibri" panose="020F0502020204030204"/>
              </a:rPr>
              <a:t>, and other third-party services such as Red Canary and Jamf.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CEBEEC20-3267-B351-FCCF-2191A6FC47F1}"/>
              </a:ext>
            </a:extLst>
          </p:cNvPr>
          <p:cNvSpPr txBox="1"/>
          <p:nvPr/>
        </p:nvSpPr>
        <p:spPr>
          <a:xfrm>
            <a:off x="482991" y="2863265"/>
            <a:ext cx="11226018" cy="61555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8"/>
              </a:rPr>
              <a:t>Microsoft Security Copilot | Microsoft Security</a:t>
            </a: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5C16BAEF-C28B-2B9A-8BA6-2E8FA1C50C89}"/>
              </a:ext>
            </a:extLst>
          </p:cNvPr>
          <p:cNvCxnSpPr/>
          <p:nvPr/>
        </p:nvCxnSpPr>
        <p:spPr>
          <a:xfrm>
            <a:off x="482991" y="2889553"/>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7B3B97CC-0858-1CAD-3D90-DFE4E47F534B}"/>
              </a:ext>
            </a:extLst>
          </p:cNvPr>
          <p:cNvCxnSpPr/>
          <p:nvPr/>
        </p:nvCxnSpPr>
        <p:spPr>
          <a:xfrm>
            <a:off x="542197" y="357975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2504BD2D-5002-074F-5313-C5700FB2FADC}"/>
              </a:ext>
            </a:extLst>
          </p:cNvPr>
          <p:cNvSpPr txBox="1"/>
          <p:nvPr/>
        </p:nvSpPr>
        <p:spPr>
          <a:xfrm>
            <a:off x="456676" y="3652473"/>
            <a:ext cx="11226018" cy="184665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dirty="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lang="en-GB" sz="1600" b="1" dirty="0">
                <a:solidFill>
                  <a:prstClr val="black"/>
                </a:solidFill>
                <a:latin typeface="Calibri" panose="020F0502020204030204"/>
              </a:rPr>
              <a:t>Catch what others miss: </a:t>
            </a:r>
            <a:r>
              <a:rPr lang="en-US" sz="1600" dirty="0">
                <a:solidFill>
                  <a:prstClr val="black"/>
                </a:solidFill>
                <a:latin typeface="Calibri" panose="020F0502020204030204"/>
              </a:rPr>
              <a:t>Summarize vast data signals into key insights to cut through the noise, and make use of AI-driven guidance and analysis across identities, devices, data, clouds, and apps.</a:t>
            </a:r>
            <a:br>
              <a:rPr lang="en-US" sz="1600" dirty="0">
                <a:solidFill>
                  <a:prstClr val="black"/>
                </a:solidFill>
                <a:latin typeface="Calibri" panose="020F0502020204030204"/>
              </a:rPr>
            </a:br>
            <a:r>
              <a:rPr lang="en-US" sz="1600" b="1" dirty="0">
                <a:solidFill>
                  <a:prstClr val="black"/>
                </a:solidFill>
                <a:latin typeface="Calibri" panose="020F0502020204030204"/>
              </a:rPr>
              <a:t>Respond Faster: </a:t>
            </a:r>
            <a:r>
              <a:rPr lang="en-US" sz="1600" dirty="0">
                <a:solidFill>
                  <a:prstClr val="black"/>
                </a:solidFill>
                <a:latin typeface="Calibri" panose="020F0502020204030204"/>
              </a:rPr>
              <a:t>Put critical guidance and context at security teams’ fingertips so they can respond to incidents in minutes instead of hours or days.</a:t>
            </a:r>
            <a:br>
              <a:rPr lang="en-US" sz="1600" dirty="0">
                <a:solidFill>
                  <a:prstClr val="black"/>
                </a:solidFill>
                <a:latin typeface="Calibri" panose="020F0502020204030204"/>
              </a:rPr>
            </a:br>
            <a:r>
              <a:rPr lang="en-US" sz="1600" b="1" dirty="0">
                <a:solidFill>
                  <a:prstClr val="black"/>
                </a:solidFill>
                <a:latin typeface="Calibri" panose="020F0502020204030204"/>
              </a:rPr>
              <a:t>Strengthen Team Expertise: </a:t>
            </a:r>
            <a:r>
              <a:rPr lang="en-US" sz="1600" dirty="0">
                <a:solidFill>
                  <a:prstClr val="black"/>
                </a:solidFill>
                <a:latin typeface="Calibri" panose="020F0502020204030204"/>
              </a:rPr>
              <a:t>Empower your staff with step-by-step guidance and automate tedious tasks so your security team can focus on strategic priorities.</a:t>
            </a:r>
            <a:endParaRPr lang="en-GB" sz="1600" dirty="0">
              <a:solidFill>
                <a:prstClr val="black"/>
              </a:solidFill>
              <a:latin typeface="Calibri" panose="020F0502020204030204"/>
            </a:endParaRPr>
          </a:p>
        </p:txBody>
      </p:sp>
      <p:cxnSp>
        <p:nvCxnSpPr>
          <p:cNvPr id="68" name="Straight Connector 67">
            <a:extLst>
              <a:ext uri="{FF2B5EF4-FFF2-40B4-BE49-F238E27FC236}">
                <a16:creationId xmlns:a16="http://schemas.microsoft.com/office/drawing/2014/main" id="{5F765EFE-0DCD-4AAA-8783-C0BE943C9B35}"/>
              </a:ext>
            </a:extLst>
          </p:cNvPr>
          <p:cNvCxnSpPr/>
          <p:nvPr/>
        </p:nvCxnSpPr>
        <p:spPr>
          <a:xfrm>
            <a:off x="542197" y="5626607"/>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7C2A90BF-2BCE-58AB-1395-4334B3D9B943}"/>
              </a:ext>
            </a:extLst>
          </p:cNvPr>
          <p:cNvSpPr txBox="1"/>
          <p:nvPr/>
        </p:nvSpPr>
        <p:spPr>
          <a:xfrm>
            <a:off x="456676" y="5680162"/>
            <a:ext cx="11504769" cy="984885"/>
          </a:xfrm>
          <a:prstGeom prst="rect">
            <a:avLst/>
          </a:prstGeom>
          <a:noFill/>
        </p:spPr>
        <p:txBody>
          <a:bodyPr wrap="square" rtlCol="0">
            <a:spAutoFit/>
          </a:bodyPr>
          <a:lstStyle/>
          <a:p>
            <a:pPr>
              <a:defRPr/>
            </a:pPr>
            <a:r>
              <a:rPr lang="en-GB" sz="1400" b="1" dirty="0">
                <a:solidFill>
                  <a:prstClr val="black"/>
                </a:solidFill>
                <a:latin typeface="Calibri" panose="020F0502020204030204"/>
              </a:rPr>
              <a:t>Pricing: </a:t>
            </a:r>
            <a:r>
              <a:rPr lang="en-US" sz="1400" b="1" dirty="0"/>
              <a:t>Included with Microsoft 365 E5</a:t>
            </a:r>
            <a:r>
              <a:rPr lang="en-US" sz="1400" dirty="0"/>
              <a:t> (also Defender Suite) at </a:t>
            </a:r>
            <a:r>
              <a:rPr lang="en-US" sz="1400" b="1" dirty="0"/>
              <a:t>no additional license cost</a:t>
            </a:r>
            <a:r>
              <a:rPr lang="en-US" sz="1400" dirty="0"/>
              <a:t> Tenants receive </a:t>
            </a:r>
            <a:r>
              <a:rPr lang="en-US" sz="1400" b="1" dirty="0"/>
              <a:t>400 SCUs per 1,000 E5 users per month</a:t>
            </a:r>
            <a:r>
              <a:rPr lang="en-US" sz="1400" dirty="0"/>
              <a:t>, scaling up to a tenant cap (used when Copilot performs AI tasks like summarizing incidents or correlating alerts) SCUs provide </a:t>
            </a:r>
            <a:r>
              <a:rPr lang="en-US" sz="1400" b="1" dirty="0"/>
              <a:t>predictable, pooled AI capacity</a:t>
            </a:r>
            <a:r>
              <a:rPr lang="en-US" sz="1400" dirty="0"/>
              <a:t>; consumption is workload‑based, not per‑user prompts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GB" sz="1600" dirty="0">
              <a:solidFill>
                <a:prstClr val="black"/>
              </a:solidFill>
              <a:latin typeface="Calibri" panose="020F0502020204030204"/>
            </a:endParaRPr>
          </a:p>
        </p:txBody>
      </p:sp>
      <p:grpSp>
        <p:nvGrpSpPr>
          <p:cNvPr id="3" name="Group 2">
            <a:extLst>
              <a:ext uri="{FF2B5EF4-FFF2-40B4-BE49-F238E27FC236}">
                <a16:creationId xmlns:a16="http://schemas.microsoft.com/office/drawing/2014/main" id="{4D5DFDD4-9061-2794-4653-0A7A4F404152}"/>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C051F6EC-AB82-DDE9-68EE-711D11E9F26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A62C80DA-9170-E752-B152-6E026DD2E5A5}"/>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10" action="ppaction://hlinksldjump"/>
            <a:extLst>
              <a:ext uri="{FF2B5EF4-FFF2-40B4-BE49-F238E27FC236}">
                <a16:creationId xmlns:a16="http://schemas.microsoft.com/office/drawing/2014/main" id="{52452FE9-12BD-5A4A-222C-ED331997E70E}"/>
              </a:ext>
            </a:extLst>
          </p:cNvPr>
          <p:cNvPicPr>
            <a:picLocks noChangeAspect="1"/>
          </p:cNvPicPr>
          <p:nvPr/>
        </p:nvPicPr>
        <p:blipFill>
          <a:blip r:embed="rId11"/>
          <a:stretch>
            <a:fillRect/>
          </a:stretch>
        </p:blipFill>
        <p:spPr>
          <a:xfrm>
            <a:off x="0" y="0"/>
            <a:ext cx="211626" cy="6858000"/>
          </a:xfrm>
          <a:prstGeom prst="rect">
            <a:avLst/>
          </a:prstGeom>
        </p:spPr>
      </p:pic>
      <p:sp>
        <p:nvSpPr>
          <p:cNvPr id="7" name="Rectangle 6">
            <a:hlinkHover r:id="rId12" action="ppaction://hlinksldjump"/>
            <a:extLst>
              <a:ext uri="{FF2B5EF4-FFF2-40B4-BE49-F238E27FC236}">
                <a16:creationId xmlns:a16="http://schemas.microsoft.com/office/drawing/2014/main" id="{F0F48F16-121B-7993-0219-1B5BE72BC546}"/>
              </a:ext>
            </a:extLst>
          </p:cNvPr>
          <p:cNvSpPr/>
          <p:nvPr/>
        </p:nvSpPr>
        <p:spPr>
          <a:xfrm>
            <a:off x="9815074" y="6262051"/>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
        <p:nvSpPr>
          <p:cNvPr id="8" name="Rectangle 7">
            <a:hlinkClick r:id="rId13" action="ppaction://hlinksldjump"/>
            <a:extLst>
              <a:ext uri="{FF2B5EF4-FFF2-40B4-BE49-F238E27FC236}">
                <a16:creationId xmlns:a16="http://schemas.microsoft.com/office/drawing/2014/main" id="{240AD52E-62EA-C793-D8EB-8DCA55ECECBC}"/>
              </a:ext>
            </a:extLst>
          </p:cNvPr>
          <p:cNvSpPr/>
          <p:nvPr/>
        </p:nvSpPr>
        <p:spPr>
          <a:xfrm>
            <a:off x="7726426" y="6262051"/>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365 E5</a:t>
            </a:r>
          </a:p>
        </p:txBody>
      </p:sp>
    </p:spTree>
    <p:extLst>
      <p:ext uri="{BB962C8B-B14F-4D97-AF65-F5344CB8AC3E}">
        <p14:creationId xmlns:p14="http://schemas.microsoft.com/office/powerpoint/2010/main" val="235985006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ADF65C-E18D-29CE-1515-B313CC27CA03}"/>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24FA4D77-A51C-5023-7857-EA551F33A10F}"/>
              </a:ext>
            </a:extLst>
          </p:cNvPr>
          <p:cNvSpPr txBox="1"/>
          <p:nvPr/>
        </p:nvSpPr>
        <p:spPr>
          <a:xfrm>
            <a:off x="786121" y="173237"/>
            <a:ext cx="10390609"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Data Security Posture Management</a:t>
            </a:r>
          </a:p>
        </p:txBody>
      </p:sp>
      <p:sp>
        <p:nvSpPr>
          <p:cNvPr id="2" name="TextBox 1">
            <a:extLst>
              <a:ext uri="{FF2B5EF4-FFF2-40B4-BE49-F238E27FC236}">
                <a16:creationId xmlns:a16="http://schemas.microsoft.com/office/drawing/2014/main" id="{15B844B1-BDD1-B96C-84DE-F75ED5CF82F5}"/>
              </a:ext>
            </a:extLst>
          </p:cNvPr>
          <p:cNvSpPr txBox="1"/>
          <p:nvPr/>
        </p:nvSpPr>
        <p:spPr>
          <a:xfrm>
            <a:off x="482991" y="822960"/>
            <a:ext cx="11226018" cy="203132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solidFill>
                  <a:prstClr val="black"/>
                </a:solidFill>
                <a:effectLst/>
                <a:uLnTx/>
                <a:uFillTx/>
                <a:latin typeface="Calibri" panose="020F0502020204030204"/>
                <a:ea typeface="+mn-ea"/>
                <a:cs typeface="+mn-cs"/>
              </a:rPr>
              <a:t>Use Microsoft Purview to mitigate and manage the risks associated with AI usage, and implement corresponding protection and governance controls. Microsoft Purview Data Security Posture Management for AI provides easy-to-use graphical tools and reports to quickly gain insights into AI use within your organization. One-click policies help you protect your data and comply with regulatory requirements. Use Data Security Posture Management for AI in conjunction with other Microsoft Purview capabilities to strengthen your data security and compliance for Microsoft 365 Copilot and Microsoft Copilot.</a:t>
            </a:r>
            <a:endParaRPr kumimoji="0" lang="en-GB"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A6FA42F7-06F8-C7A1-8D2E-A02284524E28}"/>
              </a:ext>
            </a:extLst>
          </p:cNvPr>
          <p:cNvSpPr txBox="1"/>
          <p:nvPr/>
        </p:nvSpPr>
        <p:spPr>
          <a:xfrm>
            <a:off x="482991" y="2926939"/>
            <a:ext cx="11226018" cy="61555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a:hlinkClick r:id="rId3"/>
              </a:rPr>
              <a:t>Microsoft Purview data security and compliance protections for Microsoft 365 Copilot and other generative AI apps | Microsoft Learn</a:t>
            </a:r>
            <a:endParaRPr kumimoji="0" lang="en-GB" sz="16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69CD56E7-9FB3-202D-25E2-A3AA6264A9F0}"/>
              </a:ext>
            </a:extLst>
          </p:cNvPr>
          <p:cNvCxnSpPr/>
          <p:nvPr/>
        </p:nvCxnSpPr>
        <p:spPr>
          <a:xfrm>
            <a:off x="482991" y="3592712"/>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0DE040A3-3775-673C-8A26-46E2AD8064AF}"/>
              </a:ext>
            </a:extLst>
          </p:cNvPr>
          <p:cNvCxnSpPr/>
          <p:nvPr/>
        </p:nvCxnSpPr>
        <p:spPr>
          <a:xfrm>
            <a:off x="482991" y="2931090"/>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4D6B3749-AB9D-4FE2-A986-427F3CD6C3ED}"/>
              </a:ext>
            </a:extLst>
          </p:cNvPr>
          <p:cNvSpPr txBox="1"/>
          <p:nvPr/>
        </p:nvSpPr>
        <p:spPr>
          <a:xfrm>
            <a:off x="482991" y="3669770"/>
            <a:ext cx="11226018"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Microsoft DSPM for AI amplifies existing Purview deployments and controls such as Sensitivity labels and content encrypted by Microsoft Purview Information Protection, Data classification, Customer Key, Communication compliance, Auditing, Content search, eDiscovery, Retention and deletion, and Customer Lockbox to help provide oversight </a:t>
            </a:r>
            <a:r>
              <a:rPr kumimoji="0" lang="en-US" sz="1800" b="0" i="0" u="none" strike="noStrike" kern="1200" cap="none" spc="0" normalizeH="0" baseline="0" noProof="0" err="1">
                <a:ln>
                  <a:noFill/>
                </a:ln>
                <a:solidFill>
                  <a:prstClr val="black"/>
                </a:solidFill>
                <a:effectLst/>
                <a:uLnTx/>
                <a:uFillTx/>
                <a:latin typeface="Calibri" panose="020F0502020204030204"/>
                <a:ea typeface="+mn-ea"/>
                <a:cs typeface="+mn-cs"/>
              </a:rPr>
              <a:t>dor</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the use of generative AI capabilities for </a:t>
            </a:r>
            <a:r>
              <a:rPr kumimoji="0" lang="en-US" sz="1800" b="0" i="0" u="none" strike="noStrike" kern="1200" cap="none" spc="0" normalizeH="0" baseline="0" noProof="0" err="1">
                <a:ln>
                  <a:noFill/>
                </a:ln>
                <a:solidFill>
                  <a:prstClr val="black"/>
                </a:solidFill>
                <a:effectLst/>
                <a:uLnTx/>
                <a:uFillTx/>
                <a:latin typeface="Calibri" panose="020F0502020204030204"/>
                <a:ea typeface="+mn-ea"/>
                <a:cs typeface="+mn-cs"/>
              </a:rPr>
              <a:t>Mirosoft</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services as well as 3</a:t>
            </a:r>
            <a:r>
              <a:rPr kumimoji="0" lang="en-US" sz="1800" b="0" i="0" u="none" strike="noStrike" kern="1200" cap="none" spc="0" normalizeH="0" baseline="30000" noProof="0">
                <a:ln>
                  <a:noFill/>
                </a:ln>
                <a:solidFill>
                  <a:prstClr val="black"/>
                </a:solidFill>
                <a:effectLst/>
                <a:uLnTx/>
                <a:uFillTx/>
                <a:latin typeface="Calibri" panose="020F0502020204030204"/>
                <a:ea typeface="+mn-ea"/>
                <a:cs typeface="+mn-cs"/>
              </a:rPr>
              <a:t>rd</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party AI tools as appropriate.</a:t>
            </a:r>
          </a:p>
        </p:txBody>
      </p:sp>
      <p:cxnSp>
        <p:nvCxnSpPr>
          <p:cNvPr id="68" name="Straight Connector 67">
            <a:extLst>
              <a:ext uri="{FF2B5EF4-FFF2-40B4-BE49-F238E27FC236}">
                <a16:creationId xmlns:a16="http://schemas.microsoft.com/office/drawing/2014/main" id="{A59BEAAF-E247-14F2-AF1D-CEB987D878B6}"/>
              </a:ext>
            </a:extLst>
          </p:cNvPr>
          <p:cNvCxnSpPr/>
          <p:nvPr/>
        </p:nvCxnSpPr>
        <p:spPr>
          <a:xfrm>
            <a:off x="482991" y="5315143"/>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Rectangle 15">
            <a:hlinkClick r:id="rId4" action="ppaction://hlinksldjump"/>
            <a:extLst>
              <a:ext uri="{FF2B5EF4-FFF2-40B4-BE49-F238E27FC236}">
                <a16:creationId xmlns:a16="http://schemas.microsoft.com/office/drawing/2014/main" id="{4E2C6277-B0CE-7873-DFE4-82AA1887DA0D}"/>
              </a:ext>
            </a:extLst>
          </p:cNvPr>
          <p:cNvSpPr/>
          <p:nvPr/>
        </p:nvSpPr>
        <p:spPr>
          <a:xfrm>
            <a:off x="482991"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Office 365 E5</a:t>
            </a:r>
          </a:p>
        </p:txBody>
      </p:sp>
      <p:sp>
        <p:nvSpPr>
          <p:cNvPr id="19" name="Rectangle 18">
            <a:hlinkClick r:id="rId5" action="ppaction://hlinksldjump"/>
            <a:extLst>
              <a:ext uri="{FF2B5EF4-FFF2-40B4-BE49-F238E27FC236}">
                <a16:creationId xmlns:a16="http://schemas.microsoft.com/office/drawing/2014/main" id="{A3E63B37-C571-FF71-36C1-5CA63B1609AF}"/>
              </a:ext>
            </a:extLst>
          </p:cNvPr>
          <p:cNvSpPr/>
          <p:nvPr/>
        </p:nvSpPr>
        <p:spPr>
          <a:xfrm>
            <a:off x="2586739"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rPr>
              <a:t>Microsoft 365 </a:t>
            </a:r>
            <a:r>
              <a:rPr lang="en-GB" sz="1150">
                <a:solidFill>
                  <a:srgbClr val="1F4E79"/>
                </a:solidFill>
                <a:latin typeface="Century Gothic" panose="020B0502020202020204" pitchFamily="34" charset="0"/>
              </a:rPr>
              <a:t>Purview Suite</a:t>
            </a:r>
            <a:endParaRPr kumimoji="0" lang="en-GB" sz="1150" b="0" i="0" u="none" strike="noStrike" kern="1200" cap="none" spc="0" normalizeH="0" baseline="0" noProof="0">
              <a:ln>
                <a:noFill/>
              </a:ln>
              <a:solidFill>
                <a:srgbClr val="1F4E79"/>
              </a:solidFill>
              <a:effectLst/>
              <a:uLnTx/>
              <a:uFillTx/>
              <a:latin typeface="Century Gothic" panose="020B0502020202020204" pitchFamily="34" charset="0"/>
              <a:ea typeface="+mn-ea"/>
              <a:cs typeface="+mn-cs"/>
            </a:endParaRPr>
          </a:p>
        </p:txBody>
      </p:sp>
      <p:sp>
        <p:nvSpPr>
          <p:cNvPr id="20" name="Rectangle 19">
            <a:hlinkClick r:id="rId6" action="ppaction://hlinksldjump"/>
            <a:extLst>
              <a:ext uri="{FF2B5EF4-FFF2-40B4-BE49-F238E27FC236}">
                <a16:creationId xmlns:a16="http://schemas.microsoft.com/office/drawing/2014/main" id="{D9E7B1E4-B79F-A777-0CE8-079AE8F4E526}"/>
              </a:ext>
            </a:extLst>
          </p:cNvPr>
          <p:cNvSpPr/>
          <p:nvPr/>
        </p:nvSpPr>
        <p:spPr>
          <a:xfrm>
            <a:off x="4690486"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rPr>
              <a:t>Microsoft 365 E5</a:t>
            </a:r>
          </a:p>
        </p:txBody>
      </p:sp>
      <p:sp>
        <p:nvSpPr>
          <p:cNvPr id="22" name="TextBox 21">
            <a:extLst>
              <a:ext uri="{FF2B5EF4-FFF2-40B4-BE49-F238E27FC236}">
                <a16:creationId xmlns:a16="http://schemas.microsoft.com/office/drawing/2014/main" id="{1E3811FB-5C89-0D5F-7FD9-C88B88D28DAB}"/>
              </a:ext>
            </a:extLst>
          </p:cNvPr>
          <p:cNvSpPr txBox="1"/>
          <p:nvPr/>
        </p:nvSpPr>
        <p:spPr>
          <a:xfrm>
            <a:off x="482991" y="5310991"/>
            <a:ext cx="35829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p>
        </p:txBody>
      </p:sp>
      <p:sp>
        <p:nvSpPr>
          <p:cNvPr id="23" name="TextBox 22">
            <a:extLst>
              <a:ext uri="{FF2B5EF4-FFF2-40B4-BE49-F238E27FC236}">
                <a16:creationId xmlns:a16="http://schemas.microsoft.com/office/drawing/2014/main" id="{8694B01D-4A1A-E95E-1CE9-BC696CC5C9FD}"/>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grpSp>
        <p:nvGrpSpPr>
          <p:cNvPr id="3" name="Group 2">
            <a:extLst>
              <a:ext uri="{FF2B5EF4-FFF2-40B4-BE49-F238E27FC236}">
                <a16:creationId xmlns:a16="http://schemas.microsoft.com/office/drawing/2014/main" id="{AA6524B2-8E2D-0734-00BD-9375CCB6A307}"/>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8D7580DA-EE46-8432-3C71-DD0AF950BC86}"/>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CCCF4BC6-F1E7-CC86-95BE-831E2AC2404C}"/>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pic>
        <p:nvPicPr>
          <p:cNvPr id="6" name="Picture 5">
            <a:hlinkClick r:id="rId8" action="ppaction://hlinksldjump"/>
            <a:extLst>
              <a:ext uri="{FF2B5EF4-FFF2-40B4-BE49-F238E27FC236}">
                <a16:creationId xmlns:a16="http://schemas.microsoft.com/office/drawing/2014/main" id="{79DB726B-EEDD-3224-1A8E-3871935681AD}"/>
              </a:ext>
            </a:extLst>
          </p:cNvPr>
          <p:cNvPicPr>
            <a:picLocks noChangeAspect="1"/>
          </p:cNvPicPr>
          <p:nvPr/>
        </p:nvPicPr>
        <p:blipFill>
          <a:blip r:embed="rId9"/>
          <a:stretch>
            <a:fillRect/>
          </a:stretch>
        </p:blipFill>
        <p:spPr>
          <a:xfrm>
            <a:off x="0" y="0"/>
            <a:ext cx="211626" cy="6858000"/>
          </a:xfrm>
          <a:prstGeom prst="rect">
            <a:avLst/>
          </a:prstGeom>
        </p:spPr>
      </p:pic>
      <p:sp>
        <p:nvSpPr>
          <p:cNvPr id="9" name="Rectangle 8">
            <a:hlinkHover r:id="rId10" action="ppaction://hlinksldjump"/>
            <a:extLst>
              <a:ext uri="{FF2B5EF4-FFF2-40B4-BE49-F238E27FC236}">
                <a16:creationId xmlns:a16="http://schemas.microsoft.com/office/drawing/2014/main" id="{BCB3EEA8-5FF6-2F92-B6FC-1C706373C228}"/>
              </a:ext>
            </a:extLst>
          </p:cNvPr>
          <p:cNvSpPr/>
          <p:nvPr/>
        </p:nvSpPr>
        <p:spPr>
          <a:xfrm>
            <a:off x="6794233" y="5934313"/>
            <a:ext cx="2058237" cy="454591"/>
          </a:xfrm>
          <a:prstGeom prst="rect">
            <a:avLst/>
          </a:prstGeom>
          <a:solidFill>
            <a:srgbClr val="C6C6C6"/>
          </a:solidFill>
          <a:ln>
            <a:solidFill>
              <a:srgbClr val="0078D7"/>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50" dirty="0">
                <a:solidFill>
                  <a:srgbClr val="1F4E79"/>
                </a:solidFill>
                <a:latin typeface="Century Gothic" panose="020B0502020202020204" pitchFamily="34" charset="0"/>
              </a:rPr>
              <a:t>Microsoft 365 E7</a:t>
            </a:r>
            <a:endParaRPr kumimoji="0" lang="en-GB" sz="1150" b="0" i="0" u="none" strike="noStrike" kern="1200" cap="none" spc="0" normalizeH="0" baseline="0" noProof="0" dirty="0">
              <a:ln>
                <a:noFill/>
              </a:ln>
              <a:solidFill>
                <a:srgbClr val="1F4E79"/>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00589280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C0356A-4647-D086-B6A9-AA9DB4A54604}"/>
            </a:ext>
          </a:extLst>
        </p:cNvPr>
        <p:cNvGrpSpPr/>
        <p:nvPr/>
      </p:nvGrpSpPr>
      <p:grpSpPr>
        <a:xfrm>
          <a:off x="0" y="0"/>
          <a:ext cx="0" cy="0"/>
          <a:chOff x="0" y="0"/>
          <a:chExt cx="0" cy="0"/>
        </a:xfrm>
      </p:grpSpPr>
      <p:sp>
        <p:nvSpPr>
          <p:cNvPr id="130" name="TextBox 129">
            <a:extLst>
              <a:ext uri="{FF2B5EF4-FFF2-40B4-BE49-F238E27FC236}">
                <a16:creationId xmlns:a16="http://schemas.microsoft.com/office/drawing/2014/main" id="{0ACB1C4C-6965-9A2B-4052-1C70AC90281E}"/>
              </a:ext>
            </a:extLst>
          </p:cNvPr>
          <p:cNvSpPr txBox="1"/>
          <p:nvPr/>
        </p:nvSpPr>
        <p:spPr>
          <a:xfrm>
            <a:off x="2759432" y="173237"/>
            <a:ext cx="667313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a:ln>
                  <a:noFill/>
                </a:ln>
                <a:solidFill>
                  <a:srgbClr val="0078D7"/>
                </a:solidFill>
                <a:effectLst/>
                <a:uLnTx/>
                <a:uFillTx/>
                <a:latin typeface="Century Gothic" panose="020B0502020202020204" pitchFamily="34" charset="0"/>
                <a:ea typeface="+mn-ea"/>
                <a:cs typeface="+mn-cs"/>
              </a:rPr>
              <a:t>Microsoft Entra Workload Identities</a:t>
            </a:r>
          </a:p>
        </p:txBody>
      </p:sp>
      <p:sp>
        <p:nvSpPr>
          <p:cNvPr id="2" name="TextBox 1">
            <a:extLst>
              <a:ext uri="{FF2B5EF4-FFF2-40B4-BE49-F238E27FC236}">
                <a16:creationId xmlns:a16="http://schemas.microsoft.com/office/drawing/2014/main" id="{6CF67224-6FF9-3B5E-9084-BAE8025EFD43}"/>
              </a:ext>
            </a:extLst>
          </p:cNvPr>
          <p:cNvSpPr txBox="1"/>
          <p:nvPr/>
        </p:nvSpPr>
        <p:spPr>
          <a:xfrm>
            <a:off x="482991" y="822960"/>
            <a:ext cx="11226018" cy="203132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is 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A workload identity is an identity you assign to a software workload (such as an application, service, script, or container) to authenticate and access other services and resources. The terminology is inconsistent across the industry, but generally a workload identity is something you need for your software entity to authenticate with some system. For example, in order for GitHub Actions to access Azure subscriptions the action needs a workload identity which has access to those subscriptions. A workload identity could also be an AWS service role attached to an EC2 instance with read-only access to an Amazon S3 bucket.</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A10E8F78-F178-9A13-1213-20885A26CC93}"/>
              </a:ext>
            </a:extLst>
          </p:cNvPr>
          <p:cNvSpPr txBox="1"/>
          <p:nvPr/>
        </p:nvSpPr>
        <p:spPr>
          <a:xfrm>
            <a:off x="482991" y="2790971"/>
            <a:ext cx="11226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More information link(s):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hlinkClick r:id="rId3"/>
              </a:rPr>
              <a:t>Microsoft Entra Workload ID documentation - Microsoft Entra Workload ID | Microsoft Learn</a:t>
            </a:r>
            <a:endParaRPr kumimoji="0" lang="en-GB"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F2CBBA7F-1166-4F99-5359-BF1D711CF649}"/>
              </a:ext>
            </a:extLst>
          </p:cNvPr>
          <p:cNvCxnSpPr/>
          <p:nvPr/>
        </p:nvCxnSpPr>
        <p:spPr>
          <a:xfrm>
            <a:off x="519172" y="3536796"/>
            <a:ext cx="1122601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15DC0B9D-A4E4-E699-7021-49AA0F545375}"/>
              </a:ext>
            </a:extLst>
          </p:cNvPr>
          <p:cNvCxnSpPr/>
          <p:nvPr/>
        </p:nvCxnSpPr>
        <p:spPr>
          <a:xfrm>
            <a:off x="482991" y="2795122"/>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E5A21C37-018D-C98B-8B89-BFEDC479B9E1}"/>
              </a:ext>
            </a:extLst>
          </p:cNvPr>
          <p:cNvSpPr txBox="1"/>
          <p:nvPr/>
        </p:nvSpPr>
        <p:spPr>
          <a:xfrm>
            <a:off x="482991" y="3630745"/>
            <a:ext cx="11226018"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What problems it solves (use cases):</a:t>
            </a:r>
          </a:p>
        </p:txBody>
      </p:sp>
      <p:cxnSp>
        <p:nvCxnSpPr>
          <p:cNvPr id="68" name="Straight Connector 67">
            <a:extLst>
              <a:ext uri="{FF2B5EF4-FFF2-40B4-BE49-F238E27FC236}">
                <a16:creationId xmlns:a16="http://schemas.microsoft.com/office/drawing/2014/main" id="{8D2ECD1A-F947-6439-5901-C54CE7346CA3}"/>
              </a:ext>
            </a:extLst>
          </p:cNvPr>
          <p:cNvCxnSpPr/>
          <p:nvPr/>
        </p:nvCxnSpPr>
        <p:spPr>
          <a:xfrm>
            <a:off x="482991" y="4937452"/>
            <a:ext cx="11226018"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E982928C-B549-41B0-6D43-079F3D24813E}"/>
              </a:ext>
            </a:extLst>
          </p:cNvPr>
          <p:cNvSpPr txBox="1"/>
          <p:nvPr/>
        </p:nvSpPr>
        <p:spPr>
          <a:xfrm>
            <a:off x="482992" y="5175023"/>
            <a:ext cx="11226017" cy="1569660"/>
          </a:xfrm>
          <a:prstGeom prst="rect">
            <a:avLst/>
          </a:prstGeom>
          <a:noFill/>
        </p:spPr>
        <p:txBody>
          <a:bodyPr wrap="square" rtlCol="0">
            <a:spAutoFit/>
          </a:bodyPr>
          <a:lstStyle/>
          <a:p>
            <a:pPr>
              <a:defRPr/>
            </a:pPr>
            <a:r>
              <a:rPr kumimoji="0" lang="en-GB" b="1" i="0" u="none" strike="noStrike" kern="1200" cap="none" spc="0" normalizeH="0" baseline="0" noProof="0">
                <a:ln>
                  <a:noFill/>
                </a:ln>
                <a:solidFill>
                  <a:prstClr val="black"/>
                </a:solidFill>
                <a:effectLst/>
                <a:uLnTx/>
                <a:uFillTx/>
                <a:latin typeface="Calibri" panose="020F0502020204030204"/>
                <a:ea typeface="+mn-ea"/>
                <a:cs typeface="+mn-cs"/>
              </a:rPr>
              <a:t>Available in the following licenses*:</a:t>
            </a:r>
            <a:br>
              <a:rPr kumimoji="0" lang="en-GB" sz="1400" b="1" i="0" u="none" strike="noStrike" kern="1200" cap="none" spc="0" normalizeH="0" baseline="0" noProof="0">
                <a:ln>
                  <a:noFill/>
                </a:ln>
                <a:solidFill>
                  <a:prstClr val="black"/>
                </a:solidFill>
                <a:effectLst/>
                <a:uLnTx/>
                <a:uFillTx/>
                <a:latin typeface="Calibri" panose="020F0502020204030204"/>
                <a:ea typeface="+mn-ea"/>
                <a:cs typeface="+mn-cs"/>
              </a:rPr>
            </a:br>
            <a:r>
              <a:rPr lang="en-US" sz="1600" b="0" i="0" u="none" strike="noStrike">
                <a:effectLst/>
                <a:hlinkClick r:id="rId4"/>
              </a:rPr>
              <a:t>Microsoft Entra Workload ID</a:t>
            </a:r>
            <a:r>
              <a:rPr lang="en-US" sz="1600" b="0" i="0">
                <a:solidFill>
                  <a:srgbClr val="161616"/>
                </a:solidFill>
                <a:effectLst/>
              </a:rPr>
              <a:t> is available in two editions: </a:t>
            </a:r>
            <a:r>
              <a:rPr lang="en-US" sz="1600" b="1" i="0">
                <a:solidFill>
                  <a:srgbClr val="161616"/>
                </a:solidFill>
                <a:effectLst/>
              </a:rPr>
              <a:t>Free</a:t>
            </a:r>
            <a:r>
              <a:rPr lang="en-US" sz="1600" b="0" i="0">
                <a:solidFill>
                  <a:srgbClr val="161616"/>
                </a:solidFill>
                <a:effectLst/>
              </a:rPr>
              <a:t> and </a:t>
            </a:r>
            <a:r>
              <a:rPr lang="en-US" sz="1600" b="1" i="0">
                <a:solidFill>
                  <a:srgbClr val="161616"/>
                </a:solidFill>
                <a:effectLst/>
              </a:rPr>
              <a:t>Microsoft Entra Workload ID Premium</a:t>
            </a:r>
            <a:r>
              <a:rPr lang="en-US" sz="1600" b="0" i="0">
                <a:solidFill>
                  <a:srgbClr val="161616"/>
                </a:solidFill>
                <a:effectLst/>
              </a:rPr>
              <a:t>. The free edition of workload identities is included with a subscription of a commercial online service such as </a:t>
            </a:r>
            <a:r>
              <a:rPr lang="en-US" sz="1600" b="0" i="0" u="none" strike="noStrike">
                <a:effectLst/>
                <a:hlinkClick r:id="rId5"/>
              </a:rPr>
              <a:t>Azure</a:t>
            </a:r>
            <a:r>
              <a:rPr lang="en-US" sz="1600" b="0" i="0">
                <a:solidFill>
                  <a:srgbClr val="161616"/>
                </a:solidFill>
                <a:effectLst/>
              </a:rPr>
              <a:t> and </a:t>
            </a:r>
            <a:r>
              <a:rPr lang="en-US" sz="1600" b="0" i="0" u="none" strike="noStrike">
                <a:effectLst/>
                <a:hlinkClick r:id="rId6"/>
              </a:rPr>
              <a:t>Power Platform</a:t>
            </a:r>
            <a:r>
              <a:rPr lang="en-US" sz="1600" b="0" i="0">
                <a:solidFill>
                  <a:srgbClr val="161616"/>
                </a:solidFill>
                <a:effectLst/>
              </a:rPr>
              <a:t>. The Workload ID Premium offering is available through a Microsoft representative, the </a:t>
            </a:r>
            <a:r>
              <a:rPr lang="en-US" sz="1600" b="0" i="0" u="none" strike="noStrike">
                <a:effectLst/>
                <a:hlinkClick r:id="rId7"/>
              </a:rPr>
              <a:t>Open Volume License Program</a:t>
            </a:r>
            <a:r>
              <a:rPr lang="en-US" sz="1600" b="0" i="0">
                <a:solidFill>
                  <a:srgbClr val="161616"/>
                </a:solidFill>
                <a:effectLst/>
              </a:rPr>
              <a:t>, and the </a:t>
            </a:r>
            <a:r>
              <a:rPr lang="en-US" sz="1600" b="0" i="0" u="none" strike="noStrike">
                <a:effectLst/>
                <a:hlinkClick r:id="rId8"/>
              </a:rPr>
              <a:t>Cloud Solution Providers program</a:t>
            </a:r>
            <a:r>
              <a:rPr lang="en-US" sz="1600" b="0" i="0">
                <a:solidFill>
                  <a:srgbClr val="161616"/>
                </a:solidFill>
                <a:effectLst/>
              </a:rPr>
              <a:t>. Azure and Microsoft 365 subscribers can purchase Workload ID Premium online.</a:t>
            </a:r>
            <a:endParaRPr kumimoji="0" lang="en-GB" sz="1600" b="1" i="0" u="none" strike="noStrike" kern="1200" cap="none" spc="0" normalizeH="0" baseline="0" noProof="0">
              <a:ln>
                <a:noFill/>
              </a:ln>
              <a:solidFill>
                <a:prstClr val="black"/>
              </a:solidFill>
              <a:effectLst/>
              <a:uLnTx/>
              <a:uFillTx/>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F0948463-3F35-C57C-F753-0F83E6EF598A}"/>
              </a:ext>
            </a:extLst>
          </p:cNvPr>
          <p:cNvSpPr txBox="1"/>
          <p:nvPr/>
        </p:nvSpPr>
        <p:spPr>
          <a:xfrm>
            <a:off x="482991" y="6454588"/>
            <a:ext cx="77113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*Other licensing options may be available, please talk to your licensing provider</a:t>
            </a:r>
          </a:p>
        </p:txBody>
      </p:sp>
      <p:grpSp>
        <p:nvGrpSpPr>
          <p:cNvPr id="3" name="Group 2">
            <a:extLst>
              <a:ext uri="{FF2B5EF4-FFF2-40B4-BE49-F238E27FC236}">
                <a16:creationId xmlns:a16="http://schemas.microsoft.com/office/drawing/2014/main" id="{5763B53A-2431-0169-BB80-960A9CE9D430}"/>
              </a:ext>
            </a:extLst>
          </p:cNvPr>
          <p:cNvGrpSpPr/>
          <p:nvPr/>
        </p:nvGrpSpPr>
        <p:grpSpPr>
          <a:xfrm>
            <a:off x="11331950" y="58136"/>
            <a:ext cx="754117" cy="803729"/>
            <a:chOff x="9401324" y="101482"/>
            <a:chExt cx="754117" cy="803729"/>
          </a:xfrm>
        </p:grpSpPr>
        <p:pic>
          <p:nvPicPr>
            <p:cNvPr id="4" name="Graphic 3" descr="Back with solid fill">
              <a:hlinkClick r:id="" action="ppaction://hlinkshowjump?jump=lastslideviewed"/>
              <a:extLst>
                <a:ext uri="{FF2B5EF4-FFF2-40B4-BE49-F238E27FC236}">
                  <a16:creationId xmlns:a16="http://schemas.microsoft.com/office/drawing/2014/main" id="{5265C6B1-550A-317C-0BC4-18D29D909B5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407970" y="101482"/>
              <a:ext cx="740824" cy="740824"/>
            </a:xfrm>
            <a:prstGeom prst="rect">
              <a:avLst/>
            </a:prstGeom>
          </p:spPr>
        </p:pic>
        <p:sp>
          <p:nvSpPr>
            <p:cNvPr id="5" name="TextBox 4">
              <a:extLst>
                <a:ext uri="{FF2B5EF4-FFF2-40B4-BE49-F238E27FC236}">
                  <a16:creationId xmlns:a16="http://schemas.microsoft.com/office/drawing/2014/main" id="{BD1CB3B9-D7C0-A6B8-5D15-C76D8AA1CC65}"/>
                </a:ext>
              </a:extLst>
            </p:cNvPr>
            <p:cNvSpPr txBox="1"/>
            <p:nvPr/>
          </p:nvSpPr>
          <p:spPr>
            <a:xfrm>
              <a:off x="9401324" y="628212"/>
              <a:ext cx="75411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70C0"/>
                  </a:solidFill>
                  <a:effectLst/>
                  <a:uLnTx/>
                  <a:uFillTx/>
                  <a:latin typeface="Calibri" panose="020F0502020204030204"/>
                  <a:ea typeface="+mn-ea"/>
                  <a:cs typeface="+mn-cs"/>
                </a:rPr>
                <a:t>Previous </a:t>
              </a:r>
            </a:p>
          </p:txBody>
        </p:sp>
      </p:grpSp>
      <p:sp>
        <p:nvSpPr>
          <p:cNvPr id="7" name="TextBox 6">
            <a:extLst>
              <a:ext uri="{FF2B5EF4-FFF2-40B4-BE49-F238E27FC236}">
                <a16:creationId xmlns:a16="http://schemas.microsoft.com/office/drawing/2014/main" id="{FB26DF94-D515-392F-6935-30BF5E0EF777}"/>
              </a:ext>
            </a:extLst>
          </p:cNvPr>
          <p:cNvSpPr txBox="1"/>
          <p:nvPr/>
        </p:nvSpPr>
        <p:spPr>
          <a:xfrm>
            <a:off x="482991" y="3895122"/>
            <a:ext cx="10933852" cy="923330"/>
          </a:xfrm>
          <a:prstGeom prst="rect">
            <a:avLst/>
          </a:prstGeom>
          <a:noFill/>
        </p:spPr>
        <p:txBody>
          <a:bodyPr wrap="square">
            <a:spAutoFit/>
          </a:bodyPr>
          <a:lstStyle/>
          <a:p>
            <a:pPr algn="l"/>
            <a:r>
              <a:rPr lang="en-US">
                <a:solidFill>
                  <a:prstClr val="black"/>
                </a:solidFill>
                <a:latin typeface="Calibri" panose="020F0502020204030204"/>
              </a:rPr>
              <a:t>Workload identities allow you to secure access with adaptive policies (For example conditional access policies), Detect risks (like leaked credentials), contain threats, and reduce risk to workload identities using Microsoft Entra ID Protection, and simplify lifecycle management</a:t>
            </a:r>
          </a:p>
        </p:txBody>
      </p:sp>
      <p:pic>
        <p:nvPicPr>
          <p:cNvPr id="6" name="Picture 5">
            <a:hlinkClick r:id="rId10" action="ppaction://hlinksldjump"/>
            <a:extLst>
              <a:ext uri="{FF2B5EF4-FFF2-40B4-BE49-F238E27FC236}">
                <a16:creationId xmlns:a16="http://schemas.microsoft.com/office/drawing/2014/main" id="{5134277B-7CF1-5C72-C6E0-FE2225B40031}"/>
              </a:ext>
            </a:extLst>
          </p:cNvPr>
          <p:cNvPicPr>
            <a:picLocks noChangeAspect="1"/>
          </p:cNvPicPr>
          <p:nvPr/>
        </p:nvPicPr>
        <p:blipFill>
          <a:blip r:embed="rId11"/>
          <a:stretch>
            <a:fillRect/>
          </a:stretch>
        </p:blipFill>
        <p:spPr>
          <a:xfrm>
            <a:off x="0" y="0"/>
            <a:ext cx="211626" cy="6858000"/>
          </a:xfrm>
          <a:prstGeom prst="rect">
            <a:avLst/>
          </a:prstGeom>
        </p:spPr>
      </p:pic>
    </p:spTree>
    <p:extLst>
      <p:ext uri="{BB962C8B-B14F-4D97-AF65-F5344CB8AC3E}">
        <p14:creationId xmlns:p14="http://schemas.microsoft.com/office/powerpoint/2010/main" val="215241763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__MICROSOFT_TRANSLATOR_CLM_SLIDEINFO" val="{&quot;Guid&quot;:&quot;1cba691d-e6c2-4f49-9eb1-0a7725d626ed&quot;,&quot;TimeStamp&quot;:&quot;2019-01-15T10:02:43.1119766+00:00&quot;}"/>
</p:tagLst>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LIGHT GRAY TEMPLATE">
  <a:themeElements>
    <a:clrScheme name="Custom 20">
      <a:dk1>
        <a:srgbClr val="333333"/>
      </a:dk1>
      <a:lt1>
        <a:srgbClr val="FFFFFF"/>
      </a:lt1>
      <a:dk2>
        <a:srgbClr val="333333"/>
      </a:dk2>
      <a:lt2>
        <a:srgbClr val="E6E6E6"/>
      </a:lt2>
      <a:accent1>
        <a:srgbClr val="269AED"/>
      </a:accent1>
      <a:accent2>
        <a:srgbClr val="FFB900"/>
      </a:accent2>
      <a:accent3>
        <a:srgbClr val="F15022"/>
      </a:accent3>
      <a:accent4>
        <a:srgbClr val="63A400"/>
      </a:accent4>
      <a:accent5>
        <a:srgbClr val="FFFFFF"/>
      </a:accent5>
      <a:accent6>
        <a:srgbClr val="1A1A1A"/>
      </a:accent6>
      <a:hlink>
        <a:srgbClr val="0076D3"/>
      </a:hlink>
      <a:folHlink>
        <a:srgbClr val="0078D4"/>
      </a:folHlink>
    </a:clrScheme>
    <a:fontScheme name="Custom 3">
      <a:majorFont>
        <a:latin typeface="Segoe Pro Display"/>
        <a:ea typeface=""/>
        <a:cs typeface=""/>
      </a:majorFont>
      <a:minorFont>
        <a:latin typeface="Segoe Pro Display"/>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gradFill>
              <a:gsLst>
                <a:gs pos="2917">
                  <a:schemeClr val="tx1"/>
                </a:gs>
                <a:gs pos="30000">
                  <a:schemeClr val="tx1"/>
                </a:gs>
              </a:gsLst>
              <a:lin ang="5400000" scaled="0"/>
            </a:gradFill>
          </a:defRPr>
        </a:defPPr>
      </a:lstStyle>
    </a:txDef>
  </a:objectDefaults>
  <a:extraClrSchemeLst/>
  <a:extLst>
    <a:ext uri="{05A4C25C-085E-4340-85A3-A5531E510DB2}">
      <thm15:themeFamily xmlns:thm15="http://schemas.microsoft.com/office/thememl/2012/main" name="Presentation1" id="{38A8728A-1399-4730-8B79-4E840462A9E6}" vid="{86913031-2664-43C4-ADAB-5888F3782CAB}"/>
    </a:ext>
  </a:extLst>
</a:theme>
</file>

<file path=ppt/theme/theme3.xml><?xml version="1.0" encoding="utf-8"?>
<a:theme xmlns:a="http://schemas.openxmlformats.org/drawingml/2006/main" name="1_Black Template">
  <a:themeElements>
    <a:clrScheme name="Ignite Breakout on Black">
      <a:dk1>
        <a:srgbClr val="000000"/>
      </a:dk1>
      <a:lt1>
        <a:srgbClr val="FFFFFF"/>
      </a:lt1>
      <a:dk2>
        <a:srgbClr val="2F2F2F"/>
      </a:dk2>
      <a:lt2>
        <a:srgbClr val="E6E6E6"/>
      </a:lt2>
      <a:accent1>
        <a:srgbClr val="0078D4"/>
      </a:accent1>
      <a:accent2>
        <a:srgbClr val="50E6FF"/>
      </a:accent2>
      <a:accent3>
        <a:srgbClr val="D83B01"/>
      </a:accent3>
      <a:accent4>
        <a:srgbClr val="FFB900"/>
      </a:accent4>
      <a:accent5>
        <a:srgbClr val="737373"/>
      </a:accent5>
      <a:accent6>
        <a:srgbClr val="D2D2D2"/>
      </a:accent6>
      <a:hlink>
        <a:srgbClr val="50E6FF"/>
      </a:hlink>
      <a:folHlink>
        <a:srgbClr val="50E6FF"/>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gradFill>
              <a:gsLst>
                <a:gs pos="2917">
                  <a:schemeClr val="tx1"/>
                </a:gs>
                <a:gs pos="30000">
                  <a:schemeClr val="tx1"/>
                </a:gs>
              </a:gsLst>
              <a:lin ang="5400000" scaled="0"/>
            </a:gradFill>
          </a:defRPr>
        </a:defPPr>
      </a:lstStyle>
    </a:txDef>
  </a:objectDefaults>
  <a:extraClrSchemeLst/>
  <a:extLst>
    <a:ext uri="{05A4C25C-085E-4340-85A3-A5531E510DB2}">
      <thm15:themeFamily xmlns:thm15="http://schemas.microsoft.com/office/thememl/2012/main" name="Microsoft_Ignite_2019_16x9_Breakout_Template.potx" id="{7AC6B23D-A672-4693-BA01-95E7B94B1810}" vid="{D3D07081-8447-4973-B5D9-EEC5C0873245}"/>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5AD183506B4BB3458D5D57C280D99482" ma:contentTypeVersion="17" ma:contentTypeDescription="Create a new document." ma:contentTypeScope="" ma:versionID="bac8f9d00571690aa6341f333e3691c7">
  <xsd:schema xmlns:xsd="http://www.w3.org/2001/XMLSchema" xmlns:xs="http://www.w3.org/2001/XMLSchema" xmlns:p="http://schemas.microsoft.com/office/2006/metadata/properties" xmlns:ns1="http://schemas.microsoft.com/sharepoint/v3" xmlns:ns3="7b23ab1f-f16d-47bc-8ef2-c94e5cb66c43" xmlns:ns4="67b7cd75-f89b-4448-b34a-84fa05fc591c" targetNamespace="http://schemas.microsoft.com/office/2006/metadata/properties" ma:root="true" ma:fieldsID="98aeb0fd63680d7b55832b1017ced372" ns1:_="" ns3:_="" ns4:_="">
    <xsd:import namespace="http://schemas.microsoft.com/sharepoint/v3"/>
    <xsd:import namespace="7b23ab1f-f16d-47bc-8ef2-c94e5cb66c43"/>
    <xsd:import namespace="67b7cd75-f89b-4448-b34a-84fa05fc591c"/>
    <xsd:element name="properties">
      <xsd:complexType>
        <xsd:sequence>
          <xsd:element name="documentManagement">
            <xsd:complexType>
              <xsd:all>
                <xsd:element ref="ns3:MediaServiceMetadata" minOccurs="0"/>
                <xsd:element ref="ns3:MediaServiceFastMetadata" minOccurs="0"/>
                <xsd:element ref="ns4:SharedWithUsers" minOccurs="0"/>
                <xsd:element ref="ns4:SharedWithDetails" minOccurs="0"/>
                <xsd:element ref="ns4:SharingHintHash" minOccurs="0"/>
                <xsd:element ref="ns4:LastSharedByUser" minOccurs="0"/>
                <xsd:element ref="ns4:LastSharedByTime" minOccurs="0"/>
                <xsd:element ref="ns3:MediaServiceAutoTags" minOccurs="0"/>
                <xsd:element ref="ns3:MediaServiceOCR" minOccurs="0"/>
                <xsd:element ref="ns3:MediaServiceDateTaken" minOccurs="0"/>
                <xsd:element ref="ns3:MediaServiceLocation" minOccurs="0"/>
                <xsd:element ref="ns1:_ip_UnifiedCompliancePolicyProperties" minOccurs="0"/>
                <xsd:element ref="ns1:_ip_UnifiedCompliancePolicyUIAction" minOccurs="0"/>
                <xsd:element ref="ns3:MediaServiceAutoKeyPoints" minOccurs="0"/>
                <xsd:element ref="ns3:MediaServiceKeyPoints" minOccurs="0"/>
                <xsd:element ref="ns3:MediaServiceGenerationTime" minOccurs="0"/>
                <xsd:element ref="ns3:MediaServiceEventHashCode"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19" nillable="true" ma:displayName="Unified Compliance Policy Properties" ma:hidden="true" ma:internalName="_ip_UnifiedCompliancePolicyProperties">
      <xsd:simpleType>
        <xsd:restriction base="dms:Note"/>
      </xsd:simpleType>
    </xsd:element>
    <xsd:element name="_ip_UnifiedCompliancePolicyUIAction" ma:index="20"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7b23ab1f-f16d-47bc-8ef2-c94e5cb66c43"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Tags" ma:index="15" nillable="true" ma:displayName="MediaServiceAutoTags" ma:internalName="MediaServiceAutoTags" ma:readOnly="true">
      <xsd:simpleType>
        <xsd:restriction base="dms:Text"/>
      </xsd:simpleType>
    </xsd:element>
    <xsd:element name="MediaServiceOCR" ma:index="16" nillable="true" ma:displayName="MediaServiceOCR" ma:internalName="MediaServiceOCR" ma:readOnly="true">
      <xsd:simpleType>
        <xsd:restriction base="dms:Note">
          <xsd:maxLength value="255"/>
        </xsd:restriction>
      </xsd:simpleType>
    </xsd:element>
    <xsd:element name="MediaServiceDateTaken" ma:index="17" nillable="true" ma:displayName="MediaServiceDateTaken" ma:hidden="true" ma:internalName="MediaServiceDateTaken" ma:readOnly="true">
      <xsd:simpleType>
        <xsd:restriction base="dms:Text"/>
      </xsd:simpleType>
    </xsd:element>
    <xsd:element name="MediaServiceLocation" ma:index="18" nillable="true" ma:displayName="MediaServiceLocation" ma:internalName="MediaServiceLocation" ma:readOnly="true">
      <xsd:simpleType>
        <xsd:restriction base="dms:Text"/>
      </xsd:simpleType>
    </xsd:element>
    <xsd:element name="MediaServiceAutoKeyPoints" ma:index="21" nillable="true" ma:displayName="MediaServiceAutoKeyPoints" ma:hidden="true" ma:internalName="MediaServiceAutoKeyPoints" ma:readOnly="true">
      <xsd:simpleType>
        <xsd:restriction base="dms:Note"/>
      </xsd:simpleType>
    </xsd:element>
    <xsd:element name="MediaServiceKeyPoints" ma:index="22" nillable="true" ma:displayName="KeyPoints" ma:internalName="MediaServiceKeyPoints" ma:readOnly="false">
      <xsd:simpleType>
        <xsd:restriction base="dms:Note">
          <xsd:maxLength value="255"/>
        </xsd:restriction>
      </xsd:simpleType>
    </xsd:element>
    <xsd:element name="MediaServiceGenerationTime" ma:index="23" nillable="true" ma:displayName="MediaServiceGenerationTime" ma:hidden="true" ma:internalName="MediaServiceGenerationTime" ma:readOnly="true">
      <xsd:simpleType>
        <xsd:restriction base="dms:Text"/>
      </xsd:simpleType>
    </xsd:element>
    <xsd:element name="MediaServiceEventHashCode" ma:index="24" nillable="true" ma:displayName="MediaServiceEventHashCode" ma:hidden="true" ma:internalName="MediaServiceEventHashCode"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67b7cd75-f89b-4448-b34a-84fa05fc591c" elementFormDefault="qualified">
    <xsd:import namespace="http://schemas.microsoft.com/office/2006/documentManagement/types"/>
    <xsd:import namespace="http://schemas.microsoft.com/office/infopath/2007/PartnerControls"/>
    <xsd:element name="SharedWithUsers" ma:index="10"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1" nillable="true" ma:displayName="Shared With Details" ma:internalName="SharedWithDetails" ma:readOnly="true">
      <xsd:simpleType>
        <xsd:restriction base="dms:Note">
          <xsd:maxLength value="255"/>
        </xsd:restriction>
      </xsd:simpleType>
    </xsd:element>
    <xsd:element name="SharingHintHash" ma:index="12" nillable="true" ma:displayName="Sharing Hint Hash" ma:hidden="true" ma:internalName="SharingHintHash" ma:readOnly="true">
      <xsd:simpleType>
        <xsd:restriction base="dms:Text"/>
      </xsd:simpleType>
    </xsd:element>
    <xsd:element name="LastSharedByUser" ma:index="13" nillable="true" ma:displayName="Last Shared By User" ma:hidden="true" ma:internalName="LastSharedByUser" ma:readOnly="true">
      <xsd:simpleType>
        <xsd:restriction base="dms:Note"/>
      </xsd:simpleType>
    </xsd:element>
    <xsd:element name="LastSharedByTime" ma:index="14" nillable="true" ma:displayName="Last Shared By Time" ma:hidden="true" ma:internalName="LastSharedByTime" ma:readOnly="true">
      <xsd:simpleType>
        <xsd:restriction base="dms:DateTim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SharedWithUsers xmlns="67b7cd75-f89b-4448-b34a-84fa05fc591c">
      <UserInfo>
        <DisplayName>Bethia Noble</DisplayName>
        <AccountId>82</AccountId>
        <AccountType/>
      </UserInfo>
      <UserInfo>
        <DisplayName>Bjoern Hirtenjohann</DisplayName>
        <AccountId>83</AccountId>
        <AccountType/>
      </UserInfo>
      <UserInfo>
        <DisplayName>Lisa Brooke-Taylor</DisplayName>
        <AccountId>84</AccountId>
        <AccountType/>
      </UserInfo>
    </SharedWithUsers>
    <_ip_UnifiedCompliancePolicyUIAction xmlns="http://schemas.microsoft.com/sharepoint/v3" xsi:nil="true"/>
    <_ip_UnifiedCompliancePolicyProperties xmlns="http://schemas.microsoft.com/sharepoint/v3" xsi:nil="true"/>
    <MediaServiceKeyPoints xmlns="7b23ab1f-f16d-47bc-8ef2-c94e5cb66c43" xsi:nil="true"/>
  </documentManagement>
</p:properties>
</file>

<file path=customXml/itemProps1.xml><?xml version="1.0" encoding="utf-8"?>
<ds:datastoreItem xmlns:ds="http://schemas.openxmlformats.org/officeDocument/2006/customXml" ds:itemID="{27BBDE9E-A0DD-4FFC-B90D-E7625E1D75B2}">
  <ds:schemaRefs>
    <ds:schemaRef ds:uri="67b7cd75-f89b-4448-b34a-84fa05fc591c"/>
    <ds:schemaRef ds:uri="7b23ab1f-f16d-47bc-8ef2-c94e5cb66c43"/>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microsoft.com/sharepoint/v3"/>
    <ds:schemaRef ds:uri="http://schemas.openxmlformats.org/package/2006/metadata/core-properties"/>
    <ds:schemaRef ds:uri="http://www.w3.org/2001/XMLSchema"/>
  </ds:schemaRefs>
</ds:datastoreItem>
</file>

<file path=customXml/itemProps2.xml><?xml version="1.0" encoding="utf-8"?>
<ds:datastoreItem xmlns:ds="http://schemas.openxmlformats.org/officeDocument/2006/customXml" ds:itemID="{63B708B4-054F-4EB8-8246-B144EDF0C0CB}">
  <ds:schemaRefs>
    <ds:schemaRef ds:uri="http://schemas.microsoft.com/sharepoint/v3/contenttype/forms"/>
  </ds:schemaRefs>
</ds:datastoreItem>
</file>

<file path=customXml/itemProps3.xml><?xml version="1.0" encoding="utf-8"?>
<ds:datastoreItem xmlns:ds="http://schemas.openxmlformats.org/officeDocument/2006/customXml" ds:itemID="{02C107DD-A896-458E-8408-85B883C70CB6}">
  <ds:schemaRefs>
    <ds:schemaRef ds:uri="67b7cd75-f89b-4448-b34a-84fa05fc591c"/>
    <ds:schemaRef ds:uri="7b23ab1f-f16d-47bc-8ef2-c94e5cb66c43"/>
    <ds:schemaRef ds:uri="http://purl.org/dc/dcmitype/"/>
    <ds:schemaRef ds:uri="http://purl.org/dc/elements/1.1/"/>
    <ds:schemaRef ds:uri="http://purl.org/dc/terms/"/>
    <ds:schemaRef ds:uri="http://schemas.microsoft.com/office/2006/documentManagement/types"/>
    <ds:schemaRef ds:uri="http://schemas.microsoft.com/office/2006/metadata/properties"/>
    <ds:schemaRef ds:uri="http://schemas.microsoft.com/office/infopath/2007/PartnerControls"/>
    <ds:schemaRef ds:uri="http://schemas.microsoft.com/sharepoint/v3"/>
    <ds:schemaRef ds:uri="http://schemas.openxmlformats.org/package/2006/metadata/core-properties"/>
    <ds:schemaRef ds:uri="http://www.w3.org/XML/1998/namespace"/>
  </ds:schemaRefs>
</ds:datastoreItem>
</file>

<file path=docMetadata/LabelInfo.xml><?xml version="1.0" encoding="utf-8"?>
<clbl:labelList xmlns:clbl="http://schemas.microsoft.com/office/2020/mipLabelMetadata">
  <clbl:label id="{87867195-f2b8-4ac2-b0b6-6bb73cb33afc}" enabled="1" method="Privileged" siteId="{72f988bf-86f1-41af-91ab-2d7cd011db47}" removed="0"/>
</clbl:labelList>
</file>

<file path=docProps/app.xml><?xml version="1.0" encoding="utf-8"?>
<Properties xmlns="http://schemas.openxmlformats.org/officeDocument/2006/extended-properties" xmlns:vt="http://schemas.openxmlformats.org/officeDocument/2006/docPropsVTypes">
  <TotalTime>717</TotalTime>
  <Words>55894</Words>
  <Application>Microsoft Office PowerPoint</Application>
  <PresentationFormat>Widescreen</PresentationFormat>
  <Paragraphs>9148</Paragraphs>
  <Slides>168</Slides>
  <Notes>166</Notes>
  <HiddenSlides>5</HiddenSlides>
  <MMClips>0</MMClips>
  <ScaleCrop>false</ScaleCrop>
  <HeadingPairs>
    <vt:vector size="6" baseType="variant">
      <vt:variant>
        <vt:lpstr>Fonts Used</vt:lpstr>
      </vt:variant>
      <vt:variant>
        <vt:i4>11</vt:i4>
      </vt:variant>
      <vt:variant>
        <vt:lpstr>Theme</vt:lpstr>
      </vt:variant>
      <vt:variant>
        <vt:i4>3</vt:i4>
      </vt:variant>
      <vt:variant>
        <vt:lpstr>Slide Titles</vt:lpstr>
      </vt:variant>
      <vt:variant>
        <vt:i4>168</vt:i4>
      </vt:variant>
    </vt:vector>
  </HeadingPairs>
  <TitlesOfParts>
    <vt:vector size="182" baseType="lpstr">
      <vt:lpstr>Arial</vt:lpstr>
      <vt:lpstr>Calibri</vt:lpstr>
      <vt:lpstr>Calibri Light</vt:lpstr>
      <vt:lpstr>Century Gothic</vt:lpstr>
      <vt:lpstr>Consolas</vt:lpstr>
      <vt:lpstr>Segoe Pro</vt:lpstr>
      <vt:lpstr>Segoe Pro Display</vt:lpstr>
      <vt:lpstr>Segoe UI</vt:lpstr>
      <vt:lpstr>Segoe UI Semibold</vt:lpstr>
      <vt:lpstr>Segoe UI Semilight</vt:lpstr>
      <vt:lpstr>Wingdings</vt:lpstr>
      <vt:lpstr>Office Theme</vt:lpstr>
      <vt:lpstr>1_LIGHT GRAY TEMPLATE</vt:lpstr>
      <vt:lpstr>1_Black Template</vt:lpstr>
      <vt:lpstr>PowerPoint Presentation</vt:lpstr>
      <vt:lpstr>PowerPoint Presentation</vt:lpstr>
      <vt:lpstr>What do we mean when we say “Azure” today?</vt:lpstr>
      <vt:lpstr>Customers that have Microsoft 365 Defender Suite can replace up to 29 other security vendors</vt:lpstr>
      <vt:lpstr>100+ trillion correlated signals per day</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Zero Trust Architecture – ‘assume breach’ mentality</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Stefanie.Jacobs@microsoft.com</dc:creator>
  <cp:lastModifiedBy>Stefanie Jacobs</cp:lastModifiedBy>
  <cp:revision>3</cp:revision>
  <dcterms:created xsi:type="dcterms:W3CDTF">2019-01-25T13:16:11Z</dcterms:created>
  <dcterms:modified xsi:type="dcterms:W3CDTF">2026-09-13T10:16:43Z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f42aa342-8706-4288-bd11-ebb85995028c_Enabled">
    <vt:lpwstr>True</vt:lpwstr>
  </property>
  <property fmtid="{D5CDD505-2E9C-101B-9397-08002B2CF9AE}" pid="3" name="MSIP_Label_f42aa342-8706-4288-bd11-ebb85995028c_SiteId">
    <vt:lpwstr>72f988bf-86f1-41af-91ab-2d7cd011db47</vt:lpwstr>
  </property>
  <property fmtid="{D5CDD505-2E9C-101B-9397-08002B2CF9AE}" pid="4" name="MSIP_Label_f42aa342-8706-4288-bd11-ebb85995028c_Owner">
    <vt:lpwstr>chhowett@microsoft.com</vt:lpwstr>
  </property>
  <property fmtid="{D5CDD505-2E9C-101B-9397-08002B2CF9AE}" pid="5" name="MSIP_Label_f42aa342-8706-4288-bd11-ebb85995028c_SetDate">
    <vt:lpwstr>2019-01-25T13:28:03.1108019Z</vt:lpwstr>
  </property>
  <property fmtid="{D5CDD505-2E9C-101B-9397-08002B2CF9AE}" pid="6" name="MSIP_Label_f42aa342-8706-4288-bd11-ebb85995028c_Name">
    <vt:lpwstr>General</vt:lpwstr>
  </property>
  <property fmtid="{D5CDD505-2E9C-101B-9397-08002B2CF9AE}" pid="7" name="MSIP_Label_f42aa342-8706-4288-bd11-ebb85995028c_Application">
    <vt:lpwstr>Microsoft Azure Information Protection</vt:lpwstr>
  </property>
  <property fmtid="{D5CDD505-2E9C-101B-9397-08002B2CF9AE}" pid="8" name="MSIP_Label_f42aa342-8706-4288-bd11-ebb85995028c_Extended_MSFT_Method">
    <vt:lpwstr>Automatic</vt:lpwstr>
  </property>
  <property fmtid="{D5CDD505-2E9C-101B-9397-08002B2CF9AE}" pid="9" name="Sensitivity">
    <vt:lpwstr>General</vt:lpwstr>
  </property>
  <property fmtid="{D5CDD505-2E9C-101B-9397-08002B2CF9AE}" pid="10" name="ContentTypeId">
    <vt:lpwstr>0x0101005AD183506B4BB3458D5D57C280D99482</vt:lpwstr>
  </property>
  <property fmtid="{D5CDD505-2E9C-101B-9397-08002B2CF9AE}" pid="11" name="Created by:">
    <vt:lpwstr>Chris Howett (chhowett@microsoft.com)</vt:lpwstr>
  </property>
</Properties>
</file>